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xml" ContentType="application/vnd.openxmlformats-officedocument.presentationml.tags+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336" r:id="rId2"/>
    <p:sldId id="257" r:id="rId3"/>
    <p:sldId id="342" r:id="rId4"/>
    <p:sldId id="338" r:id="rId5"/>
    <p:sldId id="339" r:id="rId6"/>
    <p:sldId id="340" r:id="rId7"/>
    <p:sldId id="341" r:id="rId8"/>
    <p:sldId id="352" r:id="rId9"/>
    <p:sldId id="351" r:id="rId10"/>
    <p:sldId id="350" r:id="rId11"/>
    <p:sldId id="286" r:id="rId12"/>
    <p:sldId id="355" r:id="rId13"/>
    <p:sldId id="356" r:id="rId14"/>
    <p:sldId id="357" r:id="rId15"/>
    <p:sldId id="261" r:id="rId16"/>
    <p:sldId id="259" r:id="rId17"/>
    <p:sldId id="263" r:id="rId18"/>
    <p:sldId id="264" r:id="rId19"/>
    <p:sldId id="343" r:id="rId20"/>
    <p:sldId id="349" r:id="rId21"/>
    <p:sldId id="344" r:id="rId22"/>
    <p:sldId id="269" r:id="rId23"/>
    <p:sldId id="345" r:id="rId24"/>
    <p:sldId id="346" r:id="rId25"/>
    <p:sldId id="347" r:id="rId26"/>
    <p:sldId id="348" r:id="rId27"/>
    <p:sldId id="271" r:id="rId28"/>
    <p:sldId id="283" r:id="rId29"/>
    <p:sldId id="353" r:id="rId30"/>
    <p:sldId id="354" r:id="rId31"/>
    <p:sldId id="358" r:id="rId32"/>
    <p:sldId id="359" r:id="rId33"/>
    <p:sldId id="360" r:id="rId34"/>
    <p:sldId id="361" r:id="rId35"/>
    <p:sldId id="362" r:id="rId36"/>
    <p:sldId id="363" r:id="rId37"/>
    <p:sldId id="364" r:id="rId38"/>
    <p:sldId id="302" r:id="rId39"/>
    <p:sldId id="318" r:id="rId40"/>
    <p:sldId id="315" r:id="rId41"/>
    <p:sldId id="293" r:id="rId42"/>
    <p:sldId id="310" r:id="rId43"/>
    <p:sldId id="303" r:id="rId44"/>
    <p:sldId id="304" r:id="rId45"/>
    <p:sldId id="305" r:id="rId46"/>
    <p:sldId id="306" r:id="rId47"/>
    <p:sldId id="265" r:id="rId48"/>
    <p:sldId id="320" r:id="rId49"/>
    <p:sldId id="267" r:id="rId50"/>
    <p:sldId id="309" r:id="rId51"/>
  </p:sldIdLst>
  <p:sldSz cx="12188825" cy="6858000"/>
  <p:notesSz cx="6858000" cy="9144000"/>
  <p:defaultTextStyle>
    <a:defPPr>
      <a:defRPr lang="en-US"/>
    </a:defPPr>
    <a:lvl1pPr marL="0" algn="l" defTabSz="1172078" rtl="0" eaLnBrk="1" latinLnBrk="0" hangingPunct="1">
      <a:defRPr sz="2300" kern="1200">
        <a:solidFill>
          <a:schemeClr val="tx1"/>
        </a:solidFill>
        <a:latin typeface="+mn-lt"/>
        <a:ea typeface="+mn-ea"/>
        <a:cs typeface="+mn-cs"/>
      </a:defRPr>
    </a:lvl1pPr>
    <a:lvl2pPr marL="586039" algn="l" defTabSz="1172078" rtl="0" eaLnBrk="1" latinLnBrk="0" hangingPunct="1">
      <a:defRPr sz="2300" kern="1200">
        <a:solidFill>
          <a:schemeClr val="tx1"/>
        </a:solidFill>
        <a:latin typeface="+mn-lt"/>
        <a:ea typeface="+mn-ea"/>
        <a:cs typeface="+mn-cs"/>
      </a:defRPr>
    </a:lvl2pPr>
    <a:lvl3pPr marL="1172078" algn="l" defTabSz="1172078" rtl="0" eaLnBrk="1" latinLnBrk="0" hangingPunct="1">
      <a:defRPr sz="2300" kern="1200">
        <a:solidFill>
          <a:schemeClr val="tx1"/>
        </a:solidFill>
        <a:latin typeface="+mn-lt"/>
        <a:ea typeface="+mn-ea"/>
        <a:cs typeface="+mn-cs"/>
      </a:defRPr>
    </a:lvl3pPr>
    <a:lvl4pPr marL="1758117" algn="l" defTabSz="1172078" rtl="0" eaLnBrk="1" latinLnBrk="0" hangingPunct="1">
      <a:defRPr sz="2300" kern="1200">
        <a:solidFill>
          <a:schemeClr val="tx1"/>
        </a:solidFill>
        <a:latin typeface="+mn-lt"/>
        <a:ea typeface="+mn-ea"/>
        <a:cs typeface="+mn-cs"/>
      </a:defRPr>
    </a:lvl4pPr>
    <a:lvl5pPr marL="2344156" algn="l" defTabSz="1172078" rtl="0" eaLnBrk="1" latinLnBrk="0" hangingPunct="1">
      <a:defRPr sz="2300" kern="1200">
        <a:solidFill>
          <a:schemeClr val="tx1"/>
        </a:solidFill>
        <a:latin typeface="+mn-lt"/>
        <a:ea typeface="+mn-ea"/>
        <a:cs typeface="+mn-cs"/>
      </a:defRPr>
    </a:lvl5pPr>
    <a:lvl6pPr marL="2930195" algn="l" defTabSz="1172078" rtl="0" eaLnBrk="1" latinLnBrk="0" hangingPunct="1">
      <a:defRPr sz="2300" kern="1200">
        <a:solidFill>
          <a:schemeClr val="tx1"/>
        </a:solidFill>
        <a:latin typeface="+mn-lt"/>
        <a:ea typeface="+mn-ea"/>
        <a:cs typeface="+mn-cs"/>
      </a:defRPr>
    </a:lvl6pPr>
    <a:lvl7pPr marL="3516234" algn="l" defTabSz="1172078" rtl="0" eaLnBrk="1" latinLnBrk="0" hangingPunct="1">
      <a:defRPr sz="2300" kern="1200">
        <a:solidFill>
          <a:schemeClr val="tx1"/>
        </a:solidFill>
        <a:latin typeface="+mn-lt"/>
        <a:ea typeface="+mn-ea"/>
        <a:cs typeface="+mn-cs"/>
      </a:defRPr>
    </a:lvl7pPr>
    <a:lvl8pPr marL="4102273" algn="l" defTabSz="1172078" rtl="0" eaLnBrk="1" latinLnBrk="0" hangingPunct="1">
      <a:defRPr sz="2300" kern="1200">
        <a:solidFill>
          <a:schemeClr val="tx1"/>
        </a:solidFill>
        <a:latin typeface="+mn-lt"/>
        <a:ea typeface="+mn-ea"/>
        <a:cs typeface="+mn-cs"/>
      </a:defRPr>
    </a:lvl8pPr>
    <a:lvl9pPr marL="4688312" algn="l" defTabSz="1172078"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534B"/>
    <a:srgbClr val="FFC000"/>
    <a:srgbClr val="00B050"/>
    <a:srgbClr val="0070C0"/>
    <a:srgbClr val="DAE640"/>
    <a:srgbClr val="4E8542"/>
    <a:srgbClr val="F07F09"/>
    <a:srgbClr val="92D050"/>
    <a:srgbClr val="E46C0A"/>
    <a:srgbClr val="F2EE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76" autoAdjust="0"/>
    <p:restoredTop sz="94660"/>
  </p:normalViewPr>
  <p:slideViewPr>
    <p:cSldViewPr>
      <p:cViewPr varScale="1">
        <p:scale>
          <a:sx n="74" d="100"/>
          <a:sy n="74" d="100"/>
        </p:scale>
        <p:origin x="432" y="84"/>
      </p:cViewPr>
      <p:guideLst>
        <p:guide orient="horz" pos="2160"/>
        <p:guide pos="3839"/>
      </p:guideLst>
    </p:cSldViewPr>
  </p:slideViewPr>
  <p:notesTextViewPr>
    <p:cViewPr>
      <p:scale>
        <a:sx n="100" d="100"/>
        <a:sy n="100" d="100"/>
      </p:scale>
      <p:origin x="0" y="0"/>
    </p:cViewPr>
  </p:notesTextViewPr>
  <p:sorterViewPr>
    <p:cViewPr>
      <p:scale>
        <a:sx n="87" d="100"/>
        <a:sy n="87" d="100"/>
      </p:scale>
      <p:origin x="0" y="-998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solidFill>
                <a:schemeClr val="bg1"/>
              </a:solidFill>
            </a:ln>
          </c:spPr>
          <c:invertIfNegative val="0"/>
          <c:dLbls>
            <c:dLbl>
              <c:idx val="0"/>
              <c:dLblPos val="outEnd"/>
              <c:showLegendKey val="0"/>
              <c:showVal val="1"/>
              <c:showCatName val="0"/>
              <c:showSerName val="0"/>
              <c:showPercent val="0"/>
              <c:showBubbleSize val="0"/>
              <c:extLst>
                <c:ext xmlns:c15="http://schemas.microsoft.com/office/drawing/2012/chart" uri="{CE6537A1-D6FC-4f65-9D91-7224C49458BB}"/>
              </c:extLst>
            </c:dLbl>
            <c:dLbl>
              <c:idx val="1"/>
              <c:showLegendKey val="0"/>
              <c:showVal val="1"/>
              <c:showCatName val="0"/>
              <c:showSerName val="0"/>
              <c:showPercent val="0"/>
              <c:showBubbleSize val="0"/>
              <c:extLst>
                <c:ext xmlns:c15="http://schemas.microsoft.com/office/drawing/2012/chart" uri="{CE6537A1-D6FC-4f65-9D91-7224C49458BB}"/>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c:f>
              <c:strCache>
                <c:ptCount val="1"/>
                <c:pt idx="0">
                  <c:v>PROJECT 1</c:v>
                </c:pt>
              </c:strCache>
            </c:strRef>
          </c:cat>
          <c:val>
            <c:numRef>
              <c:f>Sheet1!$B$2</c:f>
              <c:numCache>
                <c:formatCode>General</c:formatCode>
                <c:ptCount val="1"/>
                <c:pt idx="0">
                  <c:v>100</c:v>
                </c:pt>
              </c:numCache>
            </c:numRef>
          </c:val>
        </c:ser>
        <c:ser>
          <c:idx val="1"/>
          <c:order val="1"/>
          <c:tx>
            <c:strRef>
              <c:f>Sheet1!$C$1</c:f>
              <c:strCache>
                <c:ptCount val="1"/>
                <c:pt idx="0">
                  <c:v>Series 2</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PROJECT 1</c:v>
                </c:pt>
              </c:strCache>
            </c:strRef>
          </c:cat>
          <c:val>
            <c:numRef>
              <c:f>Sheet1!$C$2</c:f>
              <c:numCache>
                <c:formatCode>General</c:formatCode>
                <c:ptCount val="1"/>
                <c:pt idx="0">
                  <c:v>90</c:v>
                </c:pt>
              </c:numCache>
            </c:numRef>
          </c:val>
        </c:ser>
        <c:ser>
          <c:idx val="2"/>
          <c:order val="2"/>
          <c:tx>
            <c:strRef>
              <c:f>Sheet1!$D$1</c:f>
              <c:strCache>
                <c:ptCount val="1"/>
                <c:pt idx="0">
                  <c:v>Series 3</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PROJECT 1</c:v>
                </c:pt>
              </c:strCache>
            </c:strRef>
          </c:cat>
          <c:val>
            <c:numRef>
              <c:f>Sheet1!$D$2</c:f>
              <c:numCache>
                <c:formatCode>General</c:formatCode>
                <c:ptCount val="1"/>
                <c:pt idx="0">
                  <c:v>70</c:v>
                </c:pt>
              </c:numCache>
            </c:numRef>
          </c:val>
        </c:ser>
        <c:ser>
          <c:idx val="3"/>
          <c:order val="3"/>
          <c:tx>
            <c:strRef>
              <c:f>Sheet1!$E$1</c:f>
              <c:strCache>
                <c:ptCount val="1"/>
                <c:pt idx="0">
                  <c:v>Series 32</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PROJECT 1</c:v>
                </c:pt>
              </c:strCache>
            </c:strRef>
          </c:cat>
          <c:val>
            <c:numRef>
              <c:f>Sheet1!$E$2</c:f>
              <c:numCache>
                <c:formatCode>General</c:formatCode>
                <c:ptCount val="1"/>
                <c:pt idx="0">
                  <c:v>50</c:v>
                </c:pt>
              </c:numCache>
            </c:numRef>
          </c:val>
        </c:ser>
        <c:ser>
          <c:idx val="4"/>
          <c:order val="4"/>
          <c:tx>
            <c:strRef>
              <c:f>Sheet1!$F$1</c:f>
              <c:strCache>
                <c:ptCount val="1"/>
                <c:pt idx="0">
                  <c:v>Series 322</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PROJECT 1</c:v>
                </c:pt>
              </c:strCache>
            </c:strRef>
          </c:cat>
          <c:val>
            <c:numRef>
              <c:f>Sheet1!$F$2</c:f>
              <c:numCache>
                <c:formatCode>General</c:formatCode>
                <c:ptCount val="1"/>
                <c:pt idx="0">
                  <c:v>20</c:v>
                </c:pt>
              </c:numCache>
            </c:numRef>
          </c:val>
        </c:ser>
        <c:dLbls>
          <c:showLegendKey val="0"/>
          <c:showVal val="0"/>
          <c:showCatName val="0"/>
          <c:showSerName val="0"/>
          <c:showPercent val="0"/>
          <c:showBubbleSize val="0"/>
        </c:dLbls>
        <c:gapWidth val="351"/>
        <c:overlap val="-80"/>
        <c:axId val="171817680"/>
        <c:axId val="171818240"/>
      </c:barChart>
      <c:catAx>
        <c:axId val="171817680"/>
        <c:scaling>
          <c:orientation val="minMax"/>
        </c:scaling>
        <c:delete val="0"/>
        <c:axPos val="b"/>
        <c:numFmt formatCode="General" sourceLinked="0"/>
        <c:majorTickMark val="out"/>
        <c:minorTickMark val="none"/>
        <c:tickLblPos val="nextTo"/>
        <c:spPr>
          <a:noFill/>
        </c:spPr>
        <c:crossAx val="171818240"/>
        <c:crosses val="autoZero"/>
        <c:auto val="1"/>
        <c:lblAlgn val="ctr"/>
        <c:lblOffset val="100"/>
        <c:noMultiLvlLbl val="0"/>
      </c:catAx>
      <c:valAx>
        <c:axId val="171818240"/>
        <c:scaling>
          <c:orientation val="minMax"/>
        </c:scaling>
        <c:delete val="0"/>
        <c:axPos val="l"/>
        <c:majorGridlines>
          <c:spPr>
            <a:ln>
              <a:solidFill>
                <a:prstClr val="white">
                  <a:lumMod val="85000"/>
                  <a:alpha val="48000"/>
                </a:prstClr>
              </a:solidFill>
            </a:ln>
          </c:spPr>
        </c:majorGridlines>
        <c:numFmt formatCode="General" sourceLinked="0"/>
        <c:majorTickMark val="none"/>
        <c:minorTickMark val="in"/>
        <c:tickLblPos val="low"/>
        <c:spPr>
          <a:noFill/>
          <a:ln>
            <a:solidFill>
              <a:schemeClr val="bg1">
                <a:lumMod val="85000"/>
              </a:schemeClr>
            </a:solidFill>
          </a:ln>
        </c:spPr>
        <c:crossAx val="171817680"/>
        <c:crosses val="autoZero"/>
        <c:crossBetween val="between"/>
      </c:valAx>
    </c:plotArea>
    <c:plotVisOnly val="1"/>
    <c:dispBlanksAs val="gap"/>
    <c:showDLblsOverMax val="0"/>
  </c:chart>
  <c:txPr>
    <a:bodyPr/>
    <a:lstStyle/>
    <a:p>
      <a:pPr>
        <a:defRPr sz="1000" b="1">
          <a:solidFill>
            <a:schemeClr val="tx1">
              <a:lumMod val="50000"/>
              <a:lumOff val="50000"/>
            </a:schemeClr>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solidFill>
                <a:schemeClr val="bg1"/>
              </a:solidFill>
            </a:ln>
          </c:spPr>
          <c:invertIfNegative val="0"/>
          <c:dLbls>
            <c:dLbl>
              <c:idx val="0"/>
              <c:dLblPos val="outEnd"/>
              <c:showLegendKey val="0"/>
              <c:showVal val="1"/>
              <c:showCatName val="0"/>
              <c:showSerName val="0"/>
              <c:showPercent val="0"/>
              <c:showBubbleSize val="0"/>
              <c:extLst>
                <c:ext xmlns:c15="http://schemas.microsoft.com/office/drawing/2012/chart" uri="{CE6537A1-D6FC-4f65-9D91-7224C49458BB}"/>
              </c:extLst>
            </c:dLbl>
            <c:dLbl>
              <c:idx val="1"/>
              <c:showLegendKey val="0"/>
              <c:showVal val="1"/>
              <c:showCatName val="0"/>
              <c:showSerName val="0"/>
              <c:showPercent val="0"/>
              <c:showBubbleSize val="0"/>
              <c:extLst>
                <c:ext xmlns:c15="http://schemas.microsoft.com/office/drawing/2012/chart" uri="{CE6537A1-D6FC-4f65-9D91-7224C49458BB}"/>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c:f>
              <c:strCache>
                <c:ptCount val="1"/>
                <c:pt idx="0">
                  <c:v>PROJECT 2</c:v>
                </c:pt>
              </c:strCache>
            </c:strRef>
          </c:cat>
          <c:val>
            <c:numRef>
              <c:f>Sheet1!$B$2</c:f>
              <c:numCache>
                <c:formatCode>General</c:formatCode>
                <c:ptCount val="1"/>
                <c:pt idx="0">
                  <c:v>50</c:v>
                </c:pt>
              </c:numCache>
            </c:numRef>
          </c:val>
        </c:ser>
        <c:ser>
          <c:idx val="1"/>
          <c:order val="1"/>
          <c:tx>
            <c:strRef>
              <c:f>Sheet1!$C$1</c:f>
              <c:strCache>
                <c:ptCount val="1"/>
                <c:pt idx="0">
                  <c:v>Series 2</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PROJECT 2</c:v>
                </c:pt>
              </c:strCache>
            </c:strRef>
          </c:cat>
          <c:val>
            <c:numRef>
              <c:f>Sheet1!$C$2</c:f>
              <c:numCache>
                <c:formatCode>General</c:formatCode>
                <c:ptCount val="1"/>
                <c:pt idx="0">
                  <c:v>82</c:v>
                </c:pt>
              </c:numCache>
            </c:numRef>
          </c:val>
        </c:ser>
        <c:ser>
          <c:idx val="2"/>
          <c:order val="2"/>
          <c:tx>
            <c:strRef>
              <c:f>Sheet1!$D$1</c:f>
              <c:strCache>
                <c:ptCount val="1"/>
                <c:pt idx="0">
                  <c:v>Series 3</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PROJECT 2</c:v>
                </c:pt>
              </c:strCache>
            </c:strRef>
          </c:cat>
          <c:val>
            <c:numRef>
              <c:f>Sheet1!$D$2</c:f>
              <c:numCache>
                <c:formatCode>General</c:formatCode>
                <c:ptCount val="1"/>
                <c:pt idx="0">
                  <c:v>45</c:v>
                </c:pt>
              </c:numCache>
            </c:numRef>
          </c:val>
        </c:ser>
        <c:ser>
          <c:idx val="3"/>
          <c:order val="3"/>
          <c:tx>
            <c:strRef>
              <c:f>Sheet1!$E$1</c:f>
              <c:strCache>
                <c:ptCount val="1"/>
                <c:pt idx="0">
                  <c:v>Series 32</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PROJECT 2</c:v>
                </c:pt>
              </c:strCache>
            </c:strRef>
          </c:cat>
          <c:val>
            <c:numRef>
              <c:f>Sheet1!$E$2</c:f>
              <c:numCache>
                <c:formatCode>General</c:formatCode>
                <c:ptCount val="1"/>
                <c:pt idx="0">
                  <c:v>80</c:v>
                </c:pt>
              </c:numCache>
            </c:numRef>
          </c:val>
        </c:ser>
        <c:ser>
          <c:idx val="4"/>
          <c:order val="4"/>
          <c:tx>
            <c:strRef>
              <c:f>Sheet1!$F$1</c:f>
              <c:strCache>
                <c:ptCount val="1"/>
                <c:pt idx="0">
                  <c:v>Series 322</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PROJECT 2</c:v>
                </c:pt>
              </c:strCache>
            </c:strRef>
          </c:cat>
          <c:val>
            <c:numRef>
              <c:f>Sheet1!$F$2</c:f>
              <c:numCache>
                <c:formatCode>General</c:formatCode>
                <c:ptCount val="1"/>
                <c:pt idx="0">
                  <c:v>100</c:v>
                </c:pt>
              </c:numCache>
            </c:numRef>
          </c:val>
        </c:ser>
        <c:dLbls>
          <c:showLegendKey val="0"/>
          <c:showVal val="0"/>
          <c:showCatName val="0"/>
          <c:showSerName val="0"/>
          <c:showPercent val="0"/>
          <c:showBubbleSize val="0"/>
        </c:dLbls>
        <c:gapWidth val="351"/>
        <c:overlap val="-80"/>
        <c:axId val="387674944"/>
        <c:axId val="387675504"/>
      </c:barChart>
      <c:catAx>
        <c:axId val="387674944"/>
        <c:scaling>
          <c:orientation val="maxMin"/>
        </c:scaling>
        <c:delete val="0"/>
        <c:axPos val="b"/>
        <c:numFmt formatCode="General" sourceLinked="0"/>
        <c:majorTickMark val="out"/>
        <c:minorTickMark val="none"/>
        <c:tickLblPos val="nextTo"/>
        <c:spPr>
          <a:noFill/>
        </c:spPr>
        <c:crossAx val="387675504"/>
        <c:crosses val="autoZero"/>
        <c:auto val="1"/>
        <c:lblAlgn val="ctr"/>
        <c:lblOffset val="100"/>
        <c:noMultiLvlLbl val="0"/>
      </c:catAx>
      <c:valAx>
        <c:axId val="387675504"/>
        <c:scaling>
          <c:orientation val="minMax"/>
        </c:scaling>
        <c:delete val="0"/>
        <c:axPos val="r"/>
        <c:majorGridlines>
          <c:spPr>
            <a:ln>
              <a:solidFill>
                <a:prstClr val="white">
                  <a:lumMod val="85000"/>
                  <a:alpha val="48000"/>
                </a:prstClr>
              </a:solidFill>
            </a:ln>
          </c:spPr>
        </c:majorGridlines>
        <c:numFmt formatCode="General" sourceLinked="0"/>
        <c:majorTickMark val="none"/>
        <c:minorTickMark val="in"/>
        <c:tickLblPos val="low"/>
        <c:spPr>
          <a:noFill/>
          <a:ln>
            <a:solidFill>
              <a:schemeClr val="bg1">
                <a:lumMod val="85000"/>
              </a:schemeClr>
            </a:solidFill>
          </a:ln>
        </c:spPr>
        <c:crossAx val="387674944"/>
        <c:crosses val="autoZero"/>
        <c:crossBetween val="between"/>
      </c:valAx>
    </c:plotArea>
    <c:plotVisOnly val="1"/>
    <c:dispBlanksAs val="gap"/>
    <c:showDLblsOverMax val="0"/>
  </c:chart>
  <c:txPr>
    <a:bodyPr/>
    <a:lstStyle/>
    <a:p>
      <a:pPr>
        <a:defRPr sz="1000" b="1">
          <a:solidFill>
            <a:schemeClr val="tx1">
              <a:lumMod val="50000"/>
              <a:lumOff val="50000"/>
            </a:schemeClr>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Series 1</c:v>
                </c:pt>
              </c:strCache>
            </c:strRef>
          </c:tx>
          <c:spPr>
            <a:ln w="19050"/>
          </c:spPr>
          <c:marker>
            <c:symbol val="circle"/>
            <c:size val="5"/>
            <c:spPr>
              <a:ln w="19050"/>
            </c:spPr>
          </c:marker>
          <c:cat>
            <c:numRef>
              <c:f>Sheet1!$A$2:$A$9</c:f>
              <c:numCache>
                <c:formatCode>General</c:formatCode>
                <c:ptCount val="8"/>
                <c:pt idx="0">
                  <c:v>0</c:v>
                </c:pt>
                <c:pt idx="1">
                  <c:v>2</c:v>
                </c:pt>
                <c:pt idx="2">
                  <c:v>3</c:v>
                </c:pt>
                <c:pt idx="3">
                  <c:v>4</c:v>
                </c:pt>
                <c:pt idx="4">
                  <c:v>5</c:v>
                </c:pt>
                <c:pt idx="5">
                  <c:v>6</c:v>
                </c:pt>
                <c:pt idx="6">
                  <c:v>7</c:v>
                </c:pt>
                <c:pt idx="7">
                  <c:v>0</c:v>
                </c:pt>
              </c:numCache>
            </c:numRef>
          </c:cat>
          <c:val>
            <c:numRef>
              <c:f>Sheet1!$B$2:$B$9</c:f>
              <c:numCache>
                <c:formatCode>General</c:formatCode>
                <c:ptCount val="8"/>
                <c:pt idx="0">
                  <c:v>0</c:v>
                </c:pt>
                <c:pt idx="1">
                  <c:v>1</c:v>
                </c:pt>
                <c:pt idx="2">
                  <c:v>2</c:v>
                </c:pt>
                <c:pt idx="3">
                  <c:v>1</c:v>
                </c:pt>
                <c:pt idx="4">
                  <c:v>4</c:v>
                </c:pt>
                <c:pt idx="5">
                  <c:v>2</c:v>
                </c:pt>
                <c:pt idx="6">
                  <c:v>3</c:v>
                </c:pt>
                <c:pt idx="7">
                  <c:v>5</c:v>
                </c:pt>
              </c:numCache>
            </c:numRef>
          </c:val>
          <c:smooth val="0"/>
        </c:ser>
        <c:ser>
          <c:idx val="1"/>
          <c:order val="1"/>
          <c:tx>
            <c:strRef>
              <c:f>Sheet1!$C$1</c:f>
              <c:strCache>
                <c:ptCount val="1"/>
                <c:pt idx="0">
                  <c:v>Series 2</c:v>
                </c:pt>
              </c:strCache>
            </c:strRef>
          </c:tx>
          <c:spPr>
            <a:ln w="19050"/>
          </c:spPr>
          <c:marker>
            <c:symbol val="circle"/>
            <c:size val="5"/>
            <c:spPr>
              <a:ln w="19050"/>
            </c:spPr>
          </c:marker>
          <c:cat>
            <c:numRef>
              <c:f>Sheet1!$A$2:$A$9</c:f>
              <c:numCache>
                <c:formatCode>General</c:formatCode>
                <c:ptCount val="8"/>
                <c:pt idx="0">
                  <c:v>0</c:v>
                </c:pt>
                <c:pt idx="1">
                  <c:v>2</c:v>
                </c:pt>
                <c:pt idx="2">
                  <c:v>3</c:v>
                </c:pt>
                <c:pt idx="3">
                  <c:v>4</c:v>
                </c:pt>
                <c:pt idx="4">
                  <c:v>5</c:v>
                </c:pt>
                <c:pt idx="5">
                  <c:v>6</c:v>
                </c:pt>
                <c:pt idx="6">
                  <c:v>7</c:v>
                </c:pt>
                <c:pt idx="7">
                  <c:v>0</c:v>
                </c:pt>
              </c:numCache>
            </c:numRef>
          </c:cat>
          <c:val>
            <c:numRef>
              <c:f>Sheet1!$C$2:$C$9</c:f>
              <c:numCache>
                <c:formatCode>General</c:formatCode>
                <c:ptCount val="8"/>
                <c:pt idx="0">
                  <c:v>1.2</c:v>
                </c:pt>
                <c:pt idx="1">
                  <c:v>2</c:v>
                </c:pt>
                <c:pt idx="2">
                  <c:v>2.5</c:v>
                </c:pt>
                <c:pt idx="3">
                  <c:v>3</c:v>
                </c:pt>
                <c:pt idx="4">
                  <c:v>2.5</c:v>
                </c:pt>
                <c:pt idx="5">
                  <c:v>4</c:v>
                </c:pt>
                <c:pt idx="6">
                  <c:v>2</c:v>
                </c:pt>
                <c:pt idx="7">
                  <c:v>6</c:v>
                </c:pt>
              </c:numCache>
            </c:numRef>
          </c:val>
          <c:smooth val="0"/>
        </c:ser>
        <c:ser>
          <c:idx val="2"/>
          <c:order val="2"/>
          <c:tx>
            <c:strRef>
              <c:f>Sheet1!$D$1</c:f>
              <c:strCache>
                <c:ptCount val="1"/>
                <c:pt idx="0">
                  <c:v>Series 3</c:v>
                </c:pt>
              </c:strCache>
            </c:strRef>
          </c:tx>
          <c:spPr>
            <a:ln w="19050"/>
          </c:spPr>
          <c:marker>
            <c:symbol val="circle"/>
            <c:size val="5"/>
            <c:spPr>
              <a:ln w="19050"/>
            </c:spPr>
          </c:marker>
          <c:cat>
            <c:numRef>
              <c:f>Sheet1!$A$2:$A$9</c:f>
              <c:numCache>
                <c:formatCode>General</c:formatCode>
                <c:ptCount val="8"/>
                <c:pt idx="0">
                  <c:v>0</c:v>
                </c:pt>
                <c:pt idx="1">
                  <c:v>2</c:v>
                </c:pt>
                <c:pt idx="2">
                  <c:v>3</c:v>
                </c:pt>
                <c:pt idx="3">
                  <c:v>4</c:v>
                </c:pt>
                <c:pt idx="4">
                  <c:v>5</c:v>
                </c:pt>
                <c:pt idx="5">
                  <c:v>6</c:v>
                </c:pt>
                <c:pt idx="6">
                  <c:v>7</c:v>
                </c:pt>
                <c:pt idx="7">
                  <c:v>0</c:v>
                </c:pt>
              </c:numCache>
            </c:numRef>
          </c:cat>
          <c:val>
            <c:numRef>
              <c:f>Sheet1!$D$2:$D$9</c:f>
              <c:numCache>
                <c:formatCode>General</c:formatCode>
                <c:ptCount val="8"/>
                <c:pt idx="0">
                  <c:v>2.2999999999999998</c:v>
                </c:pt>
                <c:pt idx="1">
                  <c:v>3</c:v>
                </c:pt>
                <c:pt idx="2">
                  <c:v>3.5</c:v>
                </c:pt>
                <c:pt idx="3">
                  <c:v>3.5</c:v>
                </c:pt>
                <c:pt idx="4">
                  <c:v>4.5</c:v>
                </c:pt>
                <c:pt idx="5">
                  <c:v>4.5</c:v>
                </c:pt>
                <c:pt idx="6">
                  <c:v>5</c:v>
                </c:pt>
                <c:pt idx="7">
                  <c:v>8</c:v>
                </c:pt>
              </c:numCache>
            </c:numRef>
          </c:val>
          <c:smooth val="0"/>
        </c:ser>
        <c:ser>
          <c:idx val="3"/>
          <c:order val="3"/>
          <c:tx>
            <c:strRef>
              <c:f>Sheet1!$E$1</c:f>
              <c:strCache>
                <c:ptCount val="1"/>
                <c:pt idx="0">
                  <c:v>Series 4</c:v>
                </c:pt>
              </c:strCache>
            </c:strRef>
          </c:tx>
          <c:spPr>
            <a:ln w="19050"/>
          </c:spPr>
          <c:marker>
            <c:symbol val="circle"/>
            <c:size val="5"/>
            <c:spPr>
              <a:ln w="19050"/>
            </c:spPr>
          </c:marker>
          <c:cat>
            <c:numRef>
              <c:f>Sheet1!$A$2:$A$9</c:f>
              <c:numCache>
                <c:formatCode>General</c:formatCode>
                <c:ptCount val="8"/>
                <c:pt idx="0">
                  <c:v>0</c:v>
                </c:pt>
                <c:pt idx="1">
                  <c:v>2</c:v>
                </c:pt>
                <c:pt idx="2">
                  <c:v>3</c:v>
                </c:pt>
                <c:pt idx="3">
                  <c:v>4</c:v>
                </c:pt>
                <c:pt idx="4">
                  <c:v>5</c:v>
                </c:pt>
                <c:pt idx="5">
                  <c:v>6</c:v>
                </c:pt>
                <c:pt idx="6">
                  <c:v>7</c:v>
                </c:pt>
                <c:pt idx="7">
                  <c:v>0</c:v>
                </c:pt>
              </c:numCache>
            </c:numRef>
          </c:cat>
          <c:val>
            <c:numRef>
              <c:f>Sheet1!$E$2:$E$9</c:f>
              <c:numCache>
                <c:formatCode>General</c:formatCode>
                <c:ptCount val="8"/>
                <c:pt idx="0">
                  <c:v>2</c:v>
                </c:pt>
                <c:pt idx="1">
                  <c:v>3.5</c:v>
                </c:pt>
                <c:pt idx="2">
                  <c:v>4</c:v>
                </c:pt>
                <c:pt idx="3">
                  <c:v>6</c:v>
                </c:pt>
                <c:pt idx="4">
                  <c:v>5</c:v>
                </c:pt>
                <c:pt idx="5">
                  <c:v>3.5</c:v>
                </c:pt>
                <c:pt idx="6">
                  <c:v>6.5</c:v>
                </c:pt>
                <c:pt idx="7">
                  <c:v>8</c:v>
                </c:pt>
              </c:numCache>
            </c:numRef>
          </c:val>
          <c:smooth val="0"/>
        </c:ser>
        <c:dLbls>
          <c:showLegendKey val="0"/>
          <c:showVal val="0"/>
          <c:showCatName val="0"/>
          <c:showSerName val="0"/>
          <c:showPercent val="0"/>
          <c:showBubbleSize val="0"/>
        </c:dLbls>
        <c:marker val="1"/>
        <c:smooth val="0"/>
        <c:axId val="341250816"/>
        <c:axId val="345265184"/>
      </c:lineChart>
      <c:catAx>
        <c:axId val="341250816"/>
        <c:scaling>
          <c:orientation val="minMax"/>
        </c:scaling>
        <c:delete val="0"/>
        <c:axPos val="b"/>
        <c:title>
          <c:tx>
            <c:rich>
              <a:bodyPr/>
              <a:lstStyle/>
              <a:p>
                <a:pPr>
                  <a:defRPr/>
                </a:pPr>
                <a:r>
                  <a:rPr lang="en-US" dirty="0" smtClean="0"/>
                  <a:t>Title Goes</a:t>
                </a:r>
                <a:r>
                  <a:rPr lang="en-US" baseline="0" dirty="0" smtClean="0"/>
                  <a:t> Here</a:t>
                </a:r>
                <a:endParaRPr lang="en-US" dirty="0"/>
              </a:p>
            </c:rich>
          </c:tx>
          <c:overlay val="0"/>
        </c:title>
        <c:numFmt formatCode="#\ ?/?" sourceLinked="0"/>
        <c:majorTickMark val="out"/>
        <c:minorTickMark val="none"/>
        <c:tickLblPos val="low"/>
        <c:crossAx val="345265184"/>
        <c:crosses val="autoZero"/>
        <c:auto val="1"/>
        <c:lblAlgn val="ctr"/>
        <c:lblOffset val="100"/>
        <c:noMultiLvlLbl val="0"/>
      </c:catAx>
      <c:valAx>
        <c:axId val="345265184"/>
        <c:scaling>
          <c:orientation val="minMax"/>
        </c:scaling>
        <c:delete val="0"/>
        <c:axPos val="l"/>
        <c:majorGridlines>
          <c:spPr>
            <a:ln>
              <a:solidFill>
                <a:schemeClr val="bg1">
                  <a:lumMod val="95000"/>
                </a:schemeClr>
              </a:solidFill>
            </a:ln>
          </c:spPr>
        </c:majorGridlines>
        <c:title>
          <c:tx>
            <c:rich>
              <a:bodyPr rot="-5400000" vert="horz"/>
              <a:lstStyle/>
              <a:p>
                <a:pPr>
                  <a:defRPr/>
                </a:pPr>
                <a:r>
                  <a:rPr lang="en-US" dirty="0" smtClean="0"/>
                  <a:t>Title Goes</a:t>
                </a:r>
                <a:r>
                  <a:rPr lang="en-US" baseline="0" dirty="0" smtClean="0"/>
                  <a:t> Here</a:t>
                </a:r>
                <a:endParaRPr lang="en-US" dirty="0"/>
              </a:p>
            </c:rich>
          </c:tx>
          <c:overlay val="0"/>
        </c:title>
        <c:numFmt formatCode="General" sourceLinked="1"/>
        <c:majorTickMark val="out"/>
        <c:minorTickMark val="none"/>
        <c:tickLblPos val="nextTo"/>
        <c:crossAx val="341250816"/>
        <c:crosses val="autoZero"/>
        <c:crossBetween val="between"/>
      </c:valAx>
      <c:spPr>
        <a:ln w="12700"/>
      </c:spPr>
    </c:plotArea>
    <c:legend>
      <c:legendPos val="b"/>
      <c:overlay val="0"/>
    </c:legend>
    <c:plotVisOnly val="1"/>
    <c:dispBlanksAs val="gap"/>
    <c:showDLblsOverMax val="0"/>
  </c:chart>
  <c:spPr>
    <a:ln w="19050"/>
  </c:spPr>
  <c:txPr>
    <a:bodyPr/>
    <a:lstStyle/>
    <a:p>
      <a:pPr>
        <a:defRPr sz="1000">
          <a:solidFill>
            <a:schemeClr val="bg1">
              <a:lumMod val="65000"/>
            </a:schemeClr>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Sheet1!$B$1</c:f>
              <c:strCache>
                <c:ptCount val="1"/>
                <c:pt idx="0">
                  <c:v>Y-Values</c:v>
                </c:pt>
              </c:strCache>
            </c:strRef>
          </c:tx>
          <c:spPr>
            <a:ln>
              <a:solidFill>
                <a:schemeClr val="accent1"/>
              </a:solidFill>
            </a:ln>
          </c:spPr>
          <c:marker>
            <c:symbol val="circle"/>
            <c:size val="10"/>
            <c:spPr>
              <a:solidFill>
                <a:schemeClr val="accent1"/>
              </a:solidFill>
              <a:ln>
                <a:solidFill>
                  <a:schemeClr val="accent1"/>
                </a:solidFill>
                <a:prstDash val="sysDot"/>
              </a:ln>
            </c:spPr>
          </c:marker>
          <c:trendline>
            <c:trendlineType val="log"/>
            <c:dispRSqr val="0"/>
            <c:dispEq val="0"/>
          </c:trendline>
          <c:trendline>
            <c:trendlineType val="log"/>
            <c:dispRSqr val="0"/>
            <c:dispEq val="0"/>
          </c:trendline>
          <c:xVal>
            <c:numRef>
              <c:f>Sheet1!$A$2:$A$5</c:f>
              <c:numCache>
                <c:formatCode>General</c:formatCode>
                <c:ptCount val="4"/>
                <c:pt idx="0">
                  <c:v>0</c:v>
                </c:pt>
                <c:pt idx="1">
                  <c:v>1</c:v>
                </c:pt>
                <c:pt idx="2">
                  <c:v>2</c:v>
                </c:pt>
                <c:pt idx="3">
                  <c:v>2.6</c:v>
                </c:pt>
              </c:numCache>
            </c:numRef>
          </c:xVal>
          <c:yVal>
            <c:numRef>
              <c:f>Sheet1!$B$2:$B$5</c:f>
              <c:numCache>
                <c:formatCode>General</c:formatCode>
                <c:ptCount val="4"/>
                <c:pt idx="0">
                  <c:v>0</c:v>
                </c:pt>
                <c:pt idx="1">
                  <c:v>1</c:v>
                </c:pt>
                <c:pt idx="2">
                  <c:v>1</c:v>
                </c:pt>
                <c:pt idx="3">
                  <c:v>3</c:v>
                </c:pt>
              </c:numCache>
            </c:numRef>
          </c:yVal>
          <c:smooth val="1"/>
        </c:ser>
        <c:ser>
          <c:idx val="1"/>
          <c:order val="1"/>
          <c:tx>
            <c:strRef>
              <c:f>Sheet1!$C$1</c:f>
              <c:strCache>
                <c:ptCount val="1"/>
                <c:pt idx="0">
                  <c:v>Column1</c:v>
                </c:pt>
              </c:strCache>
            </c:strRef>
          </c:tx>
          <c:spPr>
            <a:ln>
              <a:solidFill>
                <a:schemeClr val="accent2"/>
              </a:solidFill>
            </a:ln>
          </c:spPr>
          <c:marker>
            <c:symbol val="circle"/>
            <c:size val="10"/>
            <c:spPr>
              <a:solidFill>
                <a:schemeClr val="accent2"/>
              </a:solidFill>
              <a:ln>
                <a:solidFill>
                  <a:schemeClr val="accent2"/>
                </a:solidFill>
              </a:ln>
            </c:spPr>
          </c:marker>
          <c:xVal>
            <c:numRef>
              <c:f>Sheet1!$A$2:$A$5</c:f>
              <c:numCache>
                <c:formatCode>General</c:formatCode>
                <c:ptCount val="4"/>
                <c:pt idx="0">
                  <c:v>0</c:v>
                </c:pt>
                <c:pt idx="1">
                  <c:v>1</c:v>
                </c:pt>
                <c:pt idx="2">
                  <c:v>2</c:v>
                </c:pt>
                <c:pt idx="3">
                  <c:v>2.6</c:v>
                </c:pt>
              </c:numCache>
            </c:numRef>
          </c:xVal>
          <c:yVal>
            <c:numRef>
              <c:f>Sheet1!$C$2:$C$5</c:f>
              <c:numCache>
                <c:formatCode>General</c:formatCode>
                <c:ptCount val="4"/>
                <c:pt idx="0">
                  <c:v>0</c:v>
                </c:pt>
                <c:pt idx="1">
                  <c:v>2</c:v>
                </c:pt>
                <c:pt idx="2">
                  <c:v>2</c:v>
                </c:pt>
                <c:pt idx="3">
                  <c:v>1</c:v>
                </c:pt>
              </c:numCache>
            </c:numRef>
          </c:yVal>
          <c:smooth val="1"/>
        </c:ser>
        <c:ser>
          <c:idx val="2"/>
          <c:order val="2"/>
          <c:tx>
            <c:strRef>
              <c:f>Sheet1!$D$1</c:f>
              <c:strCache>
                <c:ptCount val="1"/>
                <c:pt idx="0">
                  <c:v>Column2</c:v>
                </c:pt>
              </c:strCache>
            </c:strRef>
          </c:tx>
          <c:spPr>
            <a:ln>
              <a:solidFill>
                <a:schemeClr val="accent3"/>
              </a:solidFill>
            </a:ln>
          </c:spPr>
          <c:marker>
            <c:symbol val="circle"/>
            <c:size val="10"/>
            <c:spPr>
              <a:solidFill>
                <a:schemeClr val="accent3"/>
              </a:solidFill>
              <a:ln>
                <a:solidFill>
                  <a:schemeClr val="accent3"/>
                </a:solidFill>
              </a:ln>
            </c:spPr>
          </c:marker>
          <c:xVal>
            <c:numRef>
              <c:f>Sheet1!$A$2:$A$5</c:f>
              <c:numCache>
                <c:formatCode>General</c:formatCode>
                <c:ptCount val="4"/>
                <c:pt idx="0">
                  <c:v>0</c:v>
                </c:pt>
                <c:pt idx="1">
                  <c:v>1</c:v>
                </c:pt>
                <c:pt idx="2">
                  <c:v>2</c:v>
                </c:pt>
                <c:pt idx="3">
                  <c:v>2.6</c:v>
                </c:pt>
              </c:numCache>
            </c:numRef>
          </c:xVal>
          <c:yVal>
            <c:numRef>
              <c:f>Sheet1!$D$2:$D$5</c:f>
              <c:numCache>
                <c:formatCode>General</c:formatCode>
                <c:ptCount val="4"/>
                <c:pt idx="0">
                  <c:v>0</c:v>
                </c:pt>
                <c:pt idx="1">
                  <c:v>3</c:v>
                </c:pt>
                <c:pt idx="2">
                  <c:v>3.1</c:v>
                </c:pt>
                <c:pt idx="3">
                  <c:v>3.5</c:v>
                </c:pt>
              </c:numCache>
            </c:numRef>
          </c:yVal>
          <c:smooth val="1"/>
        </c:ser>
        <c:ser>
          <c:idx val="3"/>
          <c:order val="3"/>
          <c:tx>
            <c:strRef>
              <c:f>Sheet1!$E$1</c:f>
              <c:strCache>
                <c:ptCount val="1"/>
                <c:pt idx="0">
                  <c:v>Column3</c:v>
                </c:pt>
              </c:strCache>
            </c:strRef>
          </c:tx>
          <c:marker>
            <c:symbol val="circle"/>
            <c:size val="9"/>
          </c:marker>
          <c:xVal>
            <c:numRef>
              <c:f>Sheet1!$A$2:$A$5</c:f>
              <c:numCache>
                <c:formatCode>General</c:formatCode>
                <c:ptCount val="4"/>
                <c:pt idx="0">
                  <c:v>0</c:v>
                </c:pt>
                <c:pt idx="1">
                  <c:v>1</c:v>
                </c:pt>
                <c:pt idx="2">
                  <c:v>2</c:v>
                </c:pt>
                <c:pt idx="3">
                  <c:v>2.6</c:v>
                </c:pt>
              </c:numCache>
            </c:numRef>
          </c:xVal>
          <c:yVal>
            <c:numRef>
              <c:f>Sheet1!$E$2:$E$5</c:f>
              <c:numCache>
                <c:formatCode>General</c:formatCode>
                <c:ptCount val="4"/>
                <c:pt idx="0">
                  <c:v>0</c:v>
                </c:pt>
                <c:pt idx="1">
                  <c:v>2.2999999999999998</c:v>
                </c:pt>
                <c:pt idx="2">
                  <c:v>1.5</c:v>
                </c:pt>
                <c:pt idx="3">
                  <c:v>4</c:v>
                </c:pt>
              </c:numCache>
            </c:numRef>
          </c:yVal>
          <c:smooth val="1"/>
        </c:ser>
        <c:ser>
          <c:idx val="4"/>
          <c:order val="4"/>
          <c:tx>
            <c:strRef>
              <c:f>Sheet1!$F$1</c:f>
              <c:strCache>
                <c:ptCount val="1"/>
                <c:pt idx="0">
                  <c:v>Column4</c:v>
                </c:pt>
              </c:strCache>
            </c:strRef>
          </c:tx>
          <c:marker>
            <c:symbol val="circle"/>
            <c:size val="9"/>
          </c:marker>
          <c:xVal>
            <c:numRef>
              <c:f>Sheet1!$A$2:$A$5</c:f>
              <c:numCache>
                <c:formatCode>General</c:formatCode>
                <c:ptCount val="4"/>
                <c:pt idx="0">
                  <c:v>0</c:v>
                </c:pt>
                <c:pt idx="1">
                  <c:v>1</c:v>
                </c:pt>
                <c:pt idx="2">
                  <c:v>2</c:v>
                </c:pt>
                <c:pt idx="3">
                  <c:v>2.6</c:v>
                </c:pt>
              </c:numCache>
            </c:numRef>
          </c:xVal>
          <c:yVal>
            <c:numRef>
              <c:f>Sheet1!$F$2:$F$5</c:f>
              <c:numCache>
                <c:formatCode>General</c:formatCode>
                <c:ptCount val="4"/>
                <c:pt idx="0">
                  <c:v>0</c:v>
                </c:pt>
                <c:pt idx="1">
                  <c:v>2.6</c:v>
                </c:pt>
                <c:pt idx="2">
                  <c:v>1.8</c:v>
                </c:pt>
                <c:pt idx="3">
                  <c:v>3</c:v>
                </c:pt>
              </c:numCache>
            </c:numRef>
          </c:yVal>
          <c:smooth val="1"/>
        </c:ser>
        <c:dLbls>
          <c:showLegendKey val="0"/>
          <c:showVal val="0"/>
          <c:showCatName val="0"/>
          <c:showSerName val="0"/>
          <c:showPercent val="0"/>
          <c:showBubbleSize val="0"/>
        </c:dLbls>
        <c:axId val="379850864"/>
        <c:axId val="379851424"/>
      </c:scatterChart>
      <c:valAx>
        <c:axId val="379850864"/>
        <c:scaling>
          <c:orientation val="minMax"/>
        </c:scaling>
        <c:delete val="0"/>
        <c:axPos val="b"/>
        <c:numFmt formatCode="General" sourceLinked="1"/>
        <c:majorTickMark val="out"/>
        <c:minorTickMark val="none"/>
        <c:tickLblPos val="nextTo"/>
        <c:spPr>
          <a:ln>
            <a:solidFill>
              <a:schemeClr val="bg1">
                <a:lumMod val="75000"/>
              </a:schemeClr>
            </a:solidFill>
          </a:ln>
        </c:spPr>
        <c:crossAx val="379851424"/>
        <c:crosses val="autoZero"/>
        <c:crossBetween val="midCat"/>
      </c:valAx>
      <c:valAx>
        <c:axId val="379851424"/>
        <c:scaling>
          <c:orientation val="minMax"/>
        </c:scaling>
        <c:delete val="0"/>
        <c:axPos val="l"/>
        <c:majorGridlines>
          <c:spPr>
            <a:ln>
              <a:solidFill>
                <a:schemeClr val="bg1">
                  <a:lumMod val="75000"/>
                </a:schemeClr>
              </a:solidFill>
              <a:prstDash val="sysDash"/>
            </a:ln>
          </c:spPr>
        </c:majorGridlines>
        <c:numFmt formatCode="General" sourceLinked="1"/>
        <c:majorTickMark val="out"/>
        <c:minorTickMark val="none"/>
        <c:tickLblPos val="nextTo"/>
        <c:spPr>
          <a:ln>
            <a:solidFill>
              <a:schemeClr val="bg1">
                <a:lumMod val="75000"/>
              </a:schemeClr>
            </a:solidFill>
          </a:ln>
        </c:spPr>
        <c:crossAx val="379850864"/>
        <c:crosses val="autoZero"/>
        <c:crossBetween val="midCat"/>
      </c:valAx>
    </c:plotArea>
    <c:plotVisOnly val="1"/>
    <c:dispBlanksAs val="gap"/>
    <c:showDLblsOverMax val="0"/>
  </c:chart>
  <c:txPr>
    <a:bodyPr/>
    <a:lstStyle/>
    <a:p>
      <a:pPr>
        <a:defRPr sz="1000">
          <a:solidFill>
            <a:schemeClr val="bg1">
              <a:lumMod val="65000"/>
            </a:schemeClr>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2887558033003345E-2"/>
          <c:y val="4.6293773274872635E-2"/>
          <c:w val="0.87872087984984371"/>
          <c:h val="0.79956085665293231"/>
        </c:manualLayout>
      </c:layout>
      <c:barChart>
        <c:barDir val="col"/>
        <c:grouping val="clustered"/>
        <c:varyColors val="0"/>
        <c:ser>
          <c:idx val="0"/>
          <c:order val="0"/>
          <c:tx>
            <c:strRef>
              <c:f>Sheet1!$B$1</c:f>
              <c:strCache>
                <c:ptCount val="1"/>
                <c:pt idx="0">
                  <c:v>Series 1</c:v>
                </c:pt>
              </c:strCache>
            </c:strRef>
          </c:tx>
          <c:spPr>
            <a:solidFill>
              <a:schemeClr val="accent1"/>
            </a:solidFill>
            <a:ln>
              <a:noFill/>
            </a:ln>
          </c:spPr>
          <c:invertIfNegative val="0"/>
          <c:dPt>
            <c:idx val="1"/>
            <c:invertIfNegative val="0"/>
            <c:bubble3D val="0"/>
            <c:spPr>
              <a:solidFill>
                <a:schemeClr val="accent2"/>
              </a:solidFill>
              <a:ln>
                <a:noFill/>
              </a:ln>
            </c:spPr>
          </c:dPt>
          <c:dPt>
            <c:idx val="2"/>
            <c:invertIfNegative val="0"/>
            <c:bubble3D val="0"/>
            <c:spPr>
              <a:solidFill>
                <a:schemeClr val="accent3"/>
              </a:solidFill>
              <a:ln>
                <a:noFill/>
              </a:ln>
            </c:spPr>
          </c:dPt>
          <c:dPt>
            <c:idx val="3"/>
            <c:invertIfNegative val="0"/>
            <c:bubble3D val="0"/>
            <c:spPr>
              <a:solidFill>
                <a:schemeClr val="accent4"/>
              </a:solidFill>
              <a:ln>
                <a:noFill/>
              </a:ln>
            </c:spPr>
          </c:dPt>
          <c:dPt>
            <c:idx val="4"/>
            <c:invertIfNegative val="0"/>
            <c:bubble3D val="0"/>
            <c:spPr>
              <a:solidFill>
                <a:schemeClr val="accent5"/>
              </a:solidFill>
              <a:ln>
                <a:noFill/>
              </a:ln>
            </c:spPr>
          </c:dPt>
          <c:dPt>
            <c:idx val="5"/>
            <c:invertIfNegative val="0"/>
            <c:bubble3D val="0"/>
            <c:spPr>
              <a:solidFill>
                <a:schemeClr val="accent6"/>
              </a:solidFill>
              <a:ln>
                <a:noFill/>
              </a:ln>
            </c:spPr>
          </c:dPt>
          <c:dLbls>
            <c:dLbl>
              <c:idx val="0"/>
              <c:dLblPos val="outEnd"/>
              <c:showLegendKey val="0"/>
              <c:showVal val="1"/>
              <c:showCatName val="0"/>
              <c:showSerName val="0"/>
              <c:showPercent val="0"/>
              <c:showBubbleSize val="0"/>
              <c:extLst>
                <c:ext xmlns:c15="http://schemas.microsoft.com/office/drawing/2012/chart" uri="{CE6537A1-D6FC-4f65-9D91-7224C49458BB}"/>
              </c:extLst>
            </c:dLbl>
            <c:dLbl>
              <c:idx val="1"/>
              <c:showLegendKey val="0"/>
              <c:showVal val="1"/>
              <c:showCatName val="0"/>
              <c:showSerName val="0"/>
              <c:showPercent val="0"/>
              <c:showBubbleSize val="0"/>
              <c:extLst>
                <c:ext xmlns:c15="http://schemas.microsoft.com/office/drawing/2012/chart" uri="{CE6537A1-D6FC-4f65-9D91-7224C49458BB}"/>
              </c:extLst>
            </c:dLbl>
            <c:dLbl>
              <c:idx val="2"/>
              <c:showLegendKey val="0"/>
              <c:showVal val="1"/>
              <c:showCatName val="0"/>
              <c:showSerName val="0"/>
              <c:showPercent val="0"/>
              <c:showBubbleSize val="0"/>
              <c:extLst>
                <c:ext xmlns:c15="http://schemas.microsoft.com/office/drawing/2012/chart" uri="{CE6537A1-D6FC-4f65-9D91-7224C49458BB}"/>
              </c:extLst>
            </c:dLbl>
            <c:dLbl>
              <c:idx val="3"/>
              <c:showLegendKey val="0"/>
              <c:showVal val="1"/>
              <c:showCatName val="0"/>
              <c:showSerName val="0"/>
              <c:showPercent val="0"/>
              <c:showBubbleSize val="0"/>
              <c:extLst>
                <c:ext xmlns:c15="http://schemas.microsoft.com/office/drawing/2012/chart" uri="{CE6537A1-D6FC-4f65-9D91-7224C49458BB}"/>
              </c:extLst>
            </c:dLbl>
            <c:dLbl>
              <c:idx val="4"/>
              <c:showLegendKey val="0"/>
              <c:showVal val="1"/>
              <c:showCatName val="0"/>
              <c:showSerName val="0"/>
              <c:showPercent val="0"/>
              <c:showBubbleSize val="0"/>
              <c:extLst>
                <c:ext xmlns:c15="http://schemas.microsoft.com/office/drawing/2012/chart" uri="{CE6537A1-D6FC-4f65-9D91-7224C49458BB}"/>
              </c:extLst>
            </c:dLbl>
            <c:dLbl>
              <c:idx val="5"/>
              <c:showLegendKey val="0"/>
              <c:showVal val="1"/>
              <c:showCatName val="0"/>
              <c:showSerName val="0"/>
              <c:showPercent val="0"/>
              <c:showBubbleSize val="0"/>
              <c:extLst>
                <c:ext xmlns:c15="http://schemas.microsoft.com/office/drawing/2012/chart" uri="{CE6537A1-D6FC-4f65-9D91-7224C49458BB}"/>
              </c:extLst>
            </c:dLbl>
            <c:dLbl>
              <c:idx val="6"/>
              <c:showLegendKey val="0"/>
              <c:showVal val="1"/>
              <c:showCatName val="0"/>
              <c:showSerName val="0"/>
              <c:showPercent val="0"/>
              <c:showBubbleSize val="0"/>
              <c:extLst>
                <c:ext xmlns:c15="http://schemas.microsoft.com/office/drawing/2012/chart" uri="{CE6537A1-D6FC-4f65-9D91-7224C49458BB}"/>
              </c:extLst>
            </c:dLbl>
            <c:dLbl>
              <c:idx val="7"/>
              <c:showLegendKey val="0"/>
              <c:showVal val="1"/>
              <c:showCatName val="0"/>
              <c:showSerName val="0"/>
              <c:showPercent val="0"/>
              <c:showBubbleSize val="0"/>
              <c:extLst>
                <c:ext xmlns:c15="http://schemas.microsoft.com/office/drawing/2012/chart" uri="{CE6537A1-D6FC-4f65-9D91-7224C49458BB}"/>
              </c:extLst>
            </c:dLbl>
            <c:dLbl>
              <c:idx val="8"/>
              <c:showLegendKey val="0"/>
              <c:showVal val="1"/>
              <c:showCatName val="0"/>
              <c:showSerName val="0"/>
              <c:showPercent val="0"/>
              <c:showBubbleSize val="0"/>
              <c:extLst>
                <c:ext xmlns:c15="http://schemas.microsoft.com/office/drawing/2012/chart" uri="{CE6537A1-D6FC-4f65-9D91-7224C49458BB}"/>
              </c:extLst>
            </c:dLbl>
            <c:dLbl>
              <c:idx val="9"/>
              <c:showLegendKey val="0"/>
              <c:showVal val="1"/>
              <c:showCatName val="0"/>
              <c:showSerName val="0"/>
              <c:showPercent val="0"/>
              <c:showBubbleSize val="0"/>
              <c:extLst>
                <c:ext xmlns:c15="http://schemas.microsoft.com/office/drawing/2012/chart" uri="{CE6537A1-D6FC-4f65-9D91-7224C49458BB}"/>
              </c:extLst>
            </c:dLbl>
            <c:dLbl>
              <c:idx val="10"/>
              <c:showLegendKey val="0"/>
              <c:showVal val="1"/>
              <c:showCatName val="0"/>
              <c:showSerName val="0"/>
              <c:showPercent val="0"/>
              <c:showBubbleSize val="0"/>
              <c:extLst>
                <c:ext xmlns:c15="http://schemas.microsoft.com/office/drawing/2012/chart" uri="{CE6537A1-D6FC-4f65-9D91-7224C49458BB}"/>
              </c:extLst>
            </c:dLbl>
            <c:dLbl>
              <c:idx val="11"/>
              <c:showLegendKey val="0"/>
              <c:showVal val="1"/>
              <c:showCatName val="0"/>
              <c:showSerName val="0"/>
              <c:showPercent val="0"/>
              <c:showBubbleSize val="0"/>
              <c:extLst>
                <c:ext xmlns:c15="http://schemas.microsoft.com/office/drawing/2012/chart" uri="{CE6537A1-D6FC-4f65-9D91-7224C49458BB}"/>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Sheet1!$A$2:$A$8</c:f>
              <c:strCache>
                <c:ptCount val="7"/>
                <c:pt idx="0">
                  <c:v>Sun</c:v>
                </c:pt>
                <c:pt idx="1">
                  <c:v>Mon</c:v>
                </c:pt>
                <c:pt idx="2">
                  <c:v>Tu</c:v>
                </c:pt>
                <c:pt idx="3">
                  <c:v>We</c:v>
                </c:pt>
                <c:pt idx="4">
                  <c:v>Th</c:v>
                </c:pt>
                <c:pt idx="5">
                  <c:v>Fr</c:v>
                </c:pt>
                <c:pt idx="6">
                  <c:v>Sa</c:v>
                </c:pt>
              </c:strCache>
            </c:strRef>
          </c:cat>
          <c:val>
            <c:numRef>
              <c:f>Sheet1!$B$2:$B$8</c:f>
              <c:numCache>
                <c:formatCode>General</c:formatCode>
                <c:ptCount val="7"/>
                <c:pt idx="0">
                  <c:v>100</c:v>
                </c:pt>
                <c:pt idx="1">
                  <c:v>90</c:v>
                </c:pt>
                <c:pt idx="2">
                  <c:v>50</c:v>
                </c:pt>
                <c:pt idx="3">
                  <c:v>100</c:v>
                </c:pt>
                <c:pt idx="4">
                  <c:v>100</c:v>
                </c:pt>
                <c:pt idx="5">
                  <c:v>60</c:v>
                </c:pt>
                <c:pt idx="6">
                  <c:v>50</c:v>
                </c:pt>
              </c:numCache>
            </c:numRef>
          </c:val>
        </c:ser>
        <c:ser>
          <c:idx val="1"/>
          <c:order val="1"/>
          <c:tx>
            <c:strRef>
              <c:f>Sheet1!$C$1</c:f>
              <c:strCache>
                <c:ptCount val="1"/>
                <c:pt idx="0">
                  <c:v>Series 2</c:v>
                </c:pt>
              </c:strCache>
            </c:strRef>
          </c:tx>
          <c:spPr>
            <a:solidFill>
              <a:schemeClr val="bg1">
                <a:lumMod val="85000"/>
              </a:schemeClr>
            </a:solidFill>
            <a:ln>
              <a:noFill/>
            </a:ln>
          </c:spPr>
          <c:invertIfNegative val="0"/>
          <c:dLbls>
            <c:spPr>
              <a:noFill/>
              <a:ln>
                <a:noFill/>
              </a:ln>
              <a:effectLst/>
            </c:spPr>
            <c:txPr>
              <a:bodyPr/>
              <a:lstStyle/>
              <a:p>
                <a:pPr>
                  <a:defRPr sz="9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Sun</c:v>
                </c:pt>
                <c:pt idx="1">
                  <c:v>Mon</c:v>
                </c:pt>
                <c:pt idx="2">
                  <c:v>Tu</c:v>
                </c:pt>
                <c:pt idx="3">
                  <c:v>We</c:v>
                </c:pt>
                <c:pt idx="4">
                  <c:v>Th</c:v>
                </c:pt>
                <c:pt idx="5">
                  <c:v>Fr</c:v>
                </c:pt>
                <c:pt idx="6">
                  <c:v>Sa</c:v>
                </c:pt>
              </c:strCache>
            </c:strRef>
          </c:cat>
          <c:val>
            <c:numRef>
              <c:f>Sheet1!$C$2:$C$8</c:f>
              <c:numCache>
                <c:formatCode>General</c:formatCode>
                <c:ptCount val="7"/>
                <c:pt idx="0">
                  <c:v>90</c:v>
                </c:pt>
                <c:pt idx="1">
                  <c:v>80</c:v>
                </c:pt>
                <c:pt idx="2">
                  <c:v>100</c:v>
                </c:pt>
                <c:pt idx="3">
                  <c:v>60</c:v>
                </c:pt>
                <c:pt idx="4">
                  <c:v>90</c:v>
                </c:pt>
                <c:pt idx="5">
                  <c:v>75</c:v>
                </c:pt>
                <c:pt idx="6">
                  <c:v>100</c:v>
                </c:pt>
              </c:numCache>
            </c:numRef>
          </c:val>
        </c:ser>
        <c:dLbls>
          <c:showLegendKey val="0"/>
          <c:showVal val="0"/>
          <c:showCatName val="0"/>
          <c:showSerName val="0"/>
          <c:showPercent val="0"/>
          <c:showBubbleSize val="0"/>
        </c:dLbls>
        <c:gapWidth val="124"/>
        <c:overlap val="-12"/>
        <c:axId val="361210096"/>
        <c:axId val="361210656"/>
      </c:barChart>
      <c:catAx>
        <c:axId val="361210096"/>
        <c:scaling>
          <c:orientation val="minMax"/>
        </c:scaling>
        <c:delete val="0"/>
        <c:axPos val="b"/>
        <c:numFmt formatCode="General" sourceLinked="0"/>
        <c:majorTickMark val="out"/>
        <c:minorTickMark val="none"/>
        <c:tickLblPos val="nextTo"/>
        <c:spPr>
          <a:noFill/>
        </c:spPr>
        <c:crossAx val="361210656"/>
        <c:crosses val="autoZero"/>
        <c:auto val="1"/>
        <c:lblAlgn val="ctr"/>
        <c:lblOffset val="100"/>
        <c:noMultiLvlLbl val="0"/>
      </c:catAx>
      <c:valAx>
        <c:axId val="361210656"/>
        <c:scaling>
          <c:orientation val="minMax"/>
        </c:scaling>
        <c:delete val="0"/>
        <c:axPos val="l"/>
        <c:majorGridlines>
          <c:spPr>
            <a:ln>
              <a:solidFill>
                <a:prstClr val="white">
                  <a:lumMod val="85000"/>
                  <a:alpha val="48000"/>
                </a:prstClr>
              </a:solidFill>
            </a:ln>
          </c:spPr>
        </c:majorGridlines>
        <c:numFmt formatCode="General" sourceLinked="0"/>
        <c:majorTickMark val="none"/>
        <c:minorTickMark val="in"/>
        <c:tickLblPos val="low"/>
        <c:spPr>
          <a:noFill/>
          <a:ln>
            <a:solidFill>
              <a:schemeClr val="bg1">
                <a:lumMod val="85000"/>
              </a:schemeClr>
            </a:solidFill>
          </a:ln>
        </c:spPr>
        <c:crossAx val="361210096"/>
        <c:crosses val="autoZero"/>
        <c:crossBetween val="between"/>
      </c:valAx>
    </c:plotArea>
    <c:plotVisOnly val="1"/>
    <c:dispBlanksAs val="gap"/>
    <c:showDLblsOverMax val="0"/>
  </c:chart>
  <c:txPr>
    <a:bodyPr/>
    <a:lstStyle/>
    <a:p>
      <a:pPr>
        <a:defRPr sz="1050" b="1">
          <a:solidFill>
            <a:schemeClr val="tx1">
              <a:lumMod val="50000"/>
              <a:lumOff val="50000"/>
            </a:schemeClr>
          </a:solidFill>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7D40D1-8DA3-419B-997B-CAB81F3E52D7}" type="doc">
      <dgm:prSet loTypeId="urn:microsoft.com/office/officeart/2005/8/layout/funnel1" loCatId="process" qsTypeId="urn:microsoft.com/office/officeart/2005/8/quickstyle/simple1" qsCatId="simple" csTypeId="urn:microsoft.com/office/officeart/2005/8/colors/colorful1" csCatId="colorful" phldr="1"/>
      <dgm:spPr/>
      <dgm:t>
        <a:bodyPr/>
        <a:lstStyle/>
        <a:p>
          <a:endParaRPr lang="id-ID"/>
        </a:p>
      </dgm:t>
    </dgm:pt>
    <dgm:pt modelId="{05C0D74B-447E-4D67-98DB-990942480D1A}">
      <dgm:prSet phldrT="[Text]" custT="1"/>
      <dgm:spPr>
        <a:ln>
          <a:noFill/>
        </a:ln>
      </dgm:spPr>
      <dgm:t>
        <a:bodyPr/>
        <a:lstStyle/>
        <a:p>
          <a:r>
            <a:rPr lang="id-ID" sz="950" dirty="0" smtClean="0">
              <a:solidFill>
                <a:schemeClr val="bg1">
                  <a:lumMod val="95000"/>
                </a:schemeClr>
              </a:solidFill>
              <a:latin typeface="Roboto" panose="02000000000000000000" pitchFamily="2" charset="0"/>
              <a:ea typeface="Roboto" panose="02000000000000000000" pitchFamily="2" charset="0"/>
            </a:rPr>
            <a:t>Development</a:t>
          </a:r>
          <a:endParaRPr lang="id-ID" sz="950" dirty="0">
            <a:solidFill>
              <a:schemeClr val="bg1">
                <a:lumMod val="95000"/>
              </a:schemeClr>
            </a:solidFill>
          </a:endParaRPr>
        </a:p>
      </dgm:t>
    </dgm:pt>
    <dgm:pt modelId="{93FEE69A-B0AA-482D-8BB9-59E2E4F0148F}" type="parTrans" cxnId="{066011CF-9449-4108-8CC3-556DEF77807F}">
      <dgm:prSet/>
      <dgm:spPr/>
      <dgm:t>
        <a:bodyPr/>
        <a:lstStyle/>
        <a:p>
          <a:endParaRPr lang="id-ID"/>
        </a:p>
      </dgm:t>
    </dgm:pt>
    <dgm:pt modelId="{573EB502-FDBF-4083-AB94-0147A09A26F9}" type="sibTrans" cxnId="{066011CF-9449-4108-8CC3-556DEF77807F}">
      <dgm:prSet/>
      <dgm:spPr/>
      <dgm:t>
        <a:bodyPr/>
        <a:lstStyle/>
        <a:p>
          <a:endParaRPr lang="id-ID"/>
        </a:p>
      </dgm:t>
    </dgm:pt>
    <dgm:pt modelId="{37FB9321-2C8A-43DF-BB1E-CB254AC1D050}">
      <dgm:prSet phldrT="[Text]" custT="1"/>
      <dgm:spPr>
        <a:solidFill>
          <a:schemeClr val="accent1"/>
        </a:solidFill>
        <a:ln>
          <a:noFill/>
        </a:ln>
      </dgm:spPr>
      <dgm:t>
        <a:bodyPr/>
        <a:lstStyle/>
        <a:p>
          <a:r>
            <a:rPr lang="id-ID" sz="1000" dirty="0" smtClean="0">
              <a:solidFill>
                <a:schemeClr val="bg1">
                  <a:lumMod val="95000"/>
                </a:schemeClr>
              </a:solidFill>
              <a:latin typeface="Roboto" panose="02000000000000000000" pitchFamily="2" charset="0"/>
              <a:ea typeface="Roboto" panose="02000000000000000000" pitchFamily="2" charset="0"/>
            </a:rPr>
            <a:t>Meet</a:t>
          </a:r>
          <a:endParaRPr lang="id-ID" sz="1000" dirty="0">
            <a:solidFill>
              <a:schemeClr val="bg1">
                <a:lumMod val="95000"/>
              </a:schemeClr>
            </a:solidFill>
            <a:latin typeface="Roboto" panose="02000000000000000000" pitchFamily="2" charset="0"/>
            <a:ea typeface="Roboto" panose="02000000000000000000" pitchFamily="2" charset="0"/>
          </a:endParaRPr>
        </a:p>
      </dgm:t>
    </dgm:pt>
    <dgm:pt modelId="{A5EC5979-E8AD-457B-85AA-732FD4A3CA25}" type="parTrans" cxnId="{168FE116-70DA-4D21-AD76-CBCB3BF6E689}">
      <dgm:prSet/>
      <dgm:spPr/>
      <dgm:t>
        <a:bodyPr/>
        <a:lstStyle/>
        <a:p>
          <a:endParaRPr lang="id-ID"/>
        </a:p>
      </dgm:t>
    </dgm:pt>
    <dgm:pt modelId="{87129C83-060C-43FD-9867-210FE042CA22}" type="sibTrans" cxnId="{168FE116-70DA-4D21-AD76-CBCB3BF6E689}">
      <dgm:prSet/>
      <dgm:spPr/>
      <dgm:t>
        <a:bodyPr/>
        <a:lstStyle/>
        <a:p>
          <a:endParaRPr lang="id-ID"/>
        </a:p>
      </dgm:t>
    </dgm:pt>
    <dgm:pt modelId="{79DF6909-E20E-4FC7-BA96-E641FD476889}">
      <dgm:prSet phldrT="[Text]" custT="1"/>
      <dgm:spPr>
        <a:solidFill>
          <a:srgbClr val="FF0000"/>
        </a:solidFill>
        <a:ln>
          <a:noFill/>
        </a:ln>
      </dgm:spPr>
      <dgm:t>
        <a:bodyPr/>
        <a:lstStyle/>
        <a:p>
          <a:r>
            <a:rPr lang="id-ID" sz="1000" dirty="0" smtClean="0">
              <a:solidFill>
                <a:schemeClr val="bg1">
                  <a:lumMod val="95000"/>
                </a:schemeClr>
              </a:solidFill>
            </a:rPr>
            <a:t>Revisions</a:t>
          </a:r>
          <a:endParaRPr lang="id-ID" sz="1000" dirty="0">
            <a:solidFill>
              <a:schemeClr val="bg1">
                <a:lumMod val="95000"/>
              </a:schemeClr>
            </a:solidFill>
          </a:endParaRPr>
        </a:p>
      </dgm:t>
    </dgm:pt>
    <dgm:pt modelId="{727A1CF9-0293-4278-AC28-15779281FE9D}" type="parTrans" cxnId="{C0DE2A01-57A0-4D09-B89A-DA9F64F2F308}">
      <dgm:prSet/>
      <dgm:spPr/>
      <dgm:t>
        <a:bodyPr/>
        <a:lstStyle/>
        <a:p>
          <a:endParaRPr lang="id-ID"/>
        </a:p>
      </dgm:t>
    </dgm:pt>
    <dgm:pt modelId="{4FC374A5-07F7-4CAA-9137-DE68C91E4AE3}" type="sibTrans" cxnId="{C0DE2A01-57A0-4D09-B89A-DA9F64F2F308}">
      <dgm:prSet/>
      <dgm:spPr/>
      <dgm:t>
        <a:bodyPr/>
        <a:lstStyle/>
        <a:p>
          <a:endParaRPr lang="id-ID"/>
        </a:p>
      </dgm:t>
    </dgm:pt>
    <dgm:pt modelId="{B127E035-E3A3-43F6-B379-A2C7256763A5}">
      <dgm:prSet phldrT="[Text]" custT="1"/>
      <dgm:spPr/>
      <dgm:t>
        <a:bodyPr/>
        <a:lstStyle/>
        <a:p>
          <a:r>
            <a:rPr lang="id-ID" sz="1500" b="1" dirty="0" smtClean="0">
              <a:solidFill>
                <a:schemeClr val="tx1">
                  <a:lumMod val="75000"/>
                  <a:lumOff val="25000"/>
                </a:schemeClr>
              </a:solidFill>
              <a:latin typeface="Roboto" panose="02000000000000000000" pitchFamily="2" charset="0"/>
              <a:ea typeface="Roboto" panose="02000000000000000000" pitchFamily="2" charset="0"/>
            </a:rPr>
            <a:t>DESIGN</a:t>
          </a:r>
          <a:endParaRPr lang="id-ID" sz="1500" b="1" dirty="0">
            <a:solidFill>
              <a:schemeClr val="tx1">
                <a:lumMod val="75000"/>
                <a:lumOff val="25000"/>
              </a:schemeClr>
            </a:solidFill>
            <a:latin typeface="Roboto" panose="02000000000000000000" pitchFamily="2" charset="0"/>
            <a:ea typeface="Roboto" panose="02000000000000000000" pitchFamily="2" charset="0"/>
          </a:endParaRPr>
        </a:p>
      </dgm:t>
    </dgm:pt>
    <dgm:pt modelId="{51F61D77-A5D7-489C-B6C2-D973A5F5CD4F}" type="parTrans" cxnId="{818C0E6A-4878-40BA-B8C8-9FA547009CF9}">
      <dgm:prSet/>
      <dgm:spPr/>
      <dgm:t>
        <a:bodyPr/>
        <a:lstStyle/>
        <a:p>
          <a:endParaRPr lang="id-ID"/>
        </a:p>
      </dgm:t>
    </dgm:pt>
    <dgm:pt modelId="{1060FBB8-14F0-4E3A-AA38-F2C37A65382A}" type="sibTrans" cxnId="{818C0E6A-4878-40BA-B8C8-9FA547009CF9}">
      <dgm:prSet/>
      <dgm:spPr/>
      <dgm:t>
        <a:bodyPr/>
        <a:lstStyle/>
        <a:p>
          <a:endParaRPr lang="id-ID"/>
        </a:p>
      </dgm:t>
    </dgm:pt>
    <dgm:pt modelId="{3A972A21-2827-43B4-9A03-0085CE61019D}" type="pres">
      <dgm:prSet presAssocID="{007D40D1-8DA3-419B-997B-CAB81F3E52D7}" presName="Name0" presStyleCnt="0">
        <dgm:presLayoutVars>
          <dgm:chMax val="4"/>
          <dgm:resizeHandles val="exact"/>
        </dgm:presLayoutVars>
      </dgm:prSet>
      <dgm:spPr/>
      <dgm:t>
        <a:bodyPr/>
        <a:lstStyle/>
        <a:p>
          <a:endParaRPr lang="id-ID"/>
        </a:p>
      </dgm:t>
    </dgm:pt>
    <dgm:pt modelId="{E4277DE1-EE6B-48AC-BC20-137184D687FB}" type="pres">
      <dgm:prSet presAssocID="{007D40D1-8DA3-419B-997B-CAB81F3E52D7}" presName="ellipse" presStyleLbl="trBgShp" presStyleIdx="0" presStyleCnt="1"/>
      <dgm:spPr>
        <a:solidFill>
          <a:schemeClr val="bg1">
            <a:lumMod val="85000"/>
            <a:alpha val="40000"/>
          </a:schemeClr>
        </a:solidFill>
      </dgm:spPr>
    </dgm:pt>
    <dgm:pt modelId="{815042A7-5DA0-4EAA-B612-12B3DF150489}" type="pres">
      <dgm:prSet presAssocID="{007D40D1-8DA3-419B-997B-CAB81F3E52D7}" presName="arrow1" presStyleLbl="fgShp" presStyleIdx="0" presStyleCnt="1"/>
      <dgm:spPr>
        <a:solidFill>
          <a:schemeClr val="tx1">
            <a:lumMod val="85000"/>
            <a:lumOff val="15000"/>
            <a:alpha val="40000"/>
          </a:schemeClr>
        </a:solidFill>
      </dgm:spPr>
      <dgm:t>
        <a:bodyPr/>
        <a:lstStyle/>
        <a:p>
          <a:endParaRPr lang="id-ID"/>
        </a:p>
      </dgm:t>
    </dgm:pt>
    <dgm:pt modelId="{1CC43328-DD33-4DDC-BB11-9E196E68F6C7}" type="pres">
      <dgm:prSet presAssocID="{007D40D1-8DA3-419B-997B-CAB81F3E52D7}" presName="rectangle" presStyleLbl="revTx" presStyleIdx="0" presStyleCnt="1" custLinFactNeighborY="-13083">
        <dgm:presLayoutVars>
          <dgm:bulletEnabled val="1"/>
        </dgm:presLayoutVars>
      </dgm:prSet>
      <dgm:spPr/>
      <dgm:t>
        <a:bodyPr/>
        <a:lstStyle/>
        <a:p>
          <a:endParaRPr lang="id-ID"/>
        </a:p>
      </dgm:t>
    </dgm:pt>
    <dgm:pt modelId="{F51DD76F-1488-46C3-8564-1EFAD8CBE006}" type="pres">
      <dgm:prSet presAssocID="{37FB9321-2C8A-43DF-BB1E-CB254AC1D050}" presName="item1" presStyleLbl="node1" presStyleIdx="0" presStyleCnt="3" custAng="18900000" custLinFactNeighborX="-7716" custLinFactNeighborY="20571">
        <dgm:presLayoutVars>
          <dgm:bulletEnabled val="1"/>
        </dgm:presLayoutVars>
      </dgm:prSet>
      <dgm:spPr>
        <a:prstGeom prst="teardrop">
          <a:avLst/>
        </a:prstGeom>
      </dgm:spPr>
      <dgm:t>
        <a:bodyPr/>
        <a:lstStyle/>
        <a:p>
          <a:endParaRPr lang="id-ID"/>
        </a:p>
      </dgm:t>
    </dgm:pt>
    <dgm:pt modelId="{DE0C5861-112A-41FE-B10D-A77CC01B086A}" type="pres">
      <dgm:prSet presAssocID="{79DF6909-E20E-4FC7-BA96-E641FD476889}" presName="item2" presStyleLbl="node1" presStyleIdx="1" presStyleCnt="3" custAng="18900000" custScaleX="95663" custScaleY="95663" custLinFactNeighborX="5144" custLinFactNeighborY="6430">
        <dgm:presLayoutVars>
          <dgm:bulletEnabled val="1"/>
        </dgm:presLayoutVars>
      </dgm:prSet>
      <dgm:spPr>
        <a:prstGeom prst="teardrop">
          <a:avLst/>
        </a:prstGeom>
      </dgm:spPr>
      <dgm:t>
        <a:bodyPr/>
        <a:lstStyle/>
        <a:p>
          <a:endParaRPr lang="id-ID"/>
        </a:p>
      </dgm:t>
    </dgm:pt>
    <dgm:pt modelId="{5252D905-76C3-48EE-BFA0-A78ECCE8D255}" type="pres">
      <dgm:prSet presAssocID="{B127E035-E3A3-43F6-B379-A2C7256763A5}" presName="item3" presStyleLbl="node1" presStyleIdx="2" presStyleCnt="3" custAng="18900000" custScaleX="95663" custScaleY="95663" custLinFactNeighborX="-3858" custLinFactNeighborY="-16718">
        <dgm:presLayoutVars>
          <dgm:bulletEnabled val="1"/>
        </dgm:presLayoutVars>
      </dgm:prSet>
      <dgm:spPr>
        <a:prstGeom prst="teardrop">
          <a:avLst/>
        </a:prstGeom>
      </dgm:spPr>
      <dgm:t>
        <a:bodyPr/>
        <a:lstStyle/>
        <a:p>
          <a:endParaRPr lang="id-ID"/>
        </a:p>
      </dgm:t>
    </dgm:pt>
    <dgm:pt modelId="{5BB0099B-95D3-4A85-8284-76B7E027B9B9}" type="pres">
      <dgm:prSet presAssocID="{007D40D1-8DA3-419B-997B-CAB81F3E52D7}" presName="funnel" presStyleLbl="trAlignAcc1" presStyleIdx="0" presStyleCnt="1" custLinFactNeighborY="-1409"/>
      <dgm:spPr>
        <a:solidFill>
          <a:schemeClr val="bg2">
            <a:lumMod val="50000"/>
            <a:alpha val="40000"/>
          </a:schemeClr>
        </a:solidFill>
        <a:ln>
          <a:noFill/>
        </a:ln>
      </dgm:spPr>
      <dgm:t>
        <a:bodyPr/>
        <a:lstStyle/>
        <a:p>
          <a:endParaRPr lang="id-ID"/>
        </a:p>
      </dgm:t>
    </dgm:pt>
  </dgm:ptLst>
  <dgm:cxnLst>
    <dgm:cxn modelId="{066011CF-9449-4108-8CC3-556DEF77807F}" srcId="{007D40D1-8DA3-419B-997B-CAB81F3E52D7}" destId="{05C0D74B-447E-4D67-98DB-990942480D1A}" srcOrd="0" destOrd="0" parTransId="{93FEE69A-B0AA-482D-8BB9-59E2E4F0148F}" sibTransId="{573EB502-FDBF-4083-AB94-0147A09A26F9}"/>
    <dgm:cxn modelId="{3ADADFAC-BC48-4C2D-9EAC-B55943F551F7}" type="presOf" srcId="{79DF6909-E20E-4FC7-BA96-E641FD476889}" destId="{F51DD76F-1488-46C3-8564-1EFAD8CBE006}" srcOrd="0" destOrd="0" presId="urn:microsoft.com/office/officeart/2005/8/layout/funnel1"/>
    <dgm:cxn modelId="{168FE116-70DA-4D21-AD76-CBCB3BF6E689}" srcId="{007D40D1-8DA3-419B-997B-CAB81F3E52D7}" destId="{37FB9321-2C8A-43DF-BB1E-CB254AC1D050}" srcOrd="1" destOrd="0" parTransId="{A5EC5979-E8AD-457B-85AA-732FD4A3CA25}" sibTransId="{87129C83-060C-43FD-9867-210FE042CA22}"/>
    <dgm:cxn modelId="{799BA1CF-B066-4DC8-9445-C2B50C713DB2}" type="presOf" srcId="{05C0D74B-447E-4D67-98DB-990942480D1A}" destId="{5252D905-76C3-48EE-BFA0-A78ECCE8D255}" srcOrd="0" destOrd="0" presId="urn:microsoft.com/office/officeart/2005/8/layout/funnel1"/>
    <dgm:cxn modelId="{C0DE2A01-57A0-4D09-B89A-DA9F64F2F308}" srcId="{007D40D1-8DA3-419B-997B-CAB81F3E52D7}" destId="{79DF6909-E20E-4FC7-BA96-E641FD476889}" srcOrd="2" destOrd="0" parTransId="{727A1CF9-0293-4278-AC28-15779281FE9D}" sibTransId="{4FC374A5-07F7-4CAA-9137-DE68C91E4AE3}"/>
    <dgm:cxn modelId="{DE3B8E3D-6215-4F55-8C53-93BBACE67F61}" type="presOf" srcId="{37FB9321-2C8A-43DF-BB1E-CB254AC1D050}" destId="{DE0C5861-112A-41FE-B10D-A77CC01B086A}" srcOrd="0" destOrd="0" presId="urn:microsoft.com/office/officeart/2005/8/layout/funnel1"/>
    <dgm:cxn modelId="{C3583238-7D2C-4BC7-9857-E55EDB1A21FA}" type="presOf" srcId="{007D40D1-8DA3-419B-997B-CAB81F3E52D7}" destId="{3A972A21-2827-43B4-9A03-0085CE61019D}" srcOrd="0" destOrd="0" presId="urn:microsoft.com/office/officeart/2005/8/layout/funnel1"/>
    <dgm:cxn modelId="{6C066B31-D7FC-422C-898B-A6FFAE22BCE3}" type="presOf" srcId="{B127E035-E3A3-43F6-B379-A2C7256763A5}" destId="{1CC43328-DD33-4DDC-BB11-9E196E68F6C7}" srcOrd="0" destOrd="0" presId="urn:microsoft.com/office/officeart/2005/8/layout/funnel1"/>
    <dgm:cxn modelId="{818C0E6A-4878-40BA-B8C8-9FA547009CF9}" srcId="{007D40D1-8DA3-419B-997B-CAB81F3E52D7}" destId="{B127E035-E3A3-43F6-B379-A2C7256763A5}" srcOrd="3" destOrd="0" parTransId="{51F61D77-A5D7-489C-B6C2-D973A5F5CD4F}" sibTransId="{1060FBB8-14F0-4E3A-AA38-F2C37A65382A}"/>
    <dgm:cxn modelId="{BAE9E3AA-0981-4116-8FA7-F901B7E8C7F2}" type="presParOf" srcId="{3A972A21-2827-43B4-9A03-0085CE61019D}" destId="{E4277DE1-EE6B-48AC-BC20-137184D687FB}" srcOrd="0" destOrd="0" presId="urn:microsoft.com/office/officeart/2005/8/layout/funnel1"/>
    <dgm:cxn modelId="{AAC0879C-18E6-40B3-BF45-71853791802D}" type="presParOf" srcId="{3A972A21-2827-43B4-9A03-0085CE61019D}" destId="{815042A7-5DA0-4EAA-B612-12B3DF150489}" srcOrd="1" destOrd="0" presId="urn:microsoft.com/office/officeart/2005/8/layout/funnel1"/>
    <dgm:cxn modelId="{D2588468-1402-42F1-87A3-E589D4D994A3}" type="presParOf" srcId="{3A972A21-2827-43B4-9A03-0085CE61019D}" destId="{1CC43328-DD33-4DDC-BB11-9E196E68F6C7}" srcOrd="2" destOrd="0" presId="urn:microsoft.com/office/officeart/2005/8/layout/funnel1"/>
    <dgm:cxn modelId="{BDE985D0-EB8C-4B62-92A9-101CD51D231C}" type="presParOf" srcId="{3A972A21-2827-43B4-9A03-0085CE61019D}" destId="{F51DD76F-1488-46C3-8564-1EFAD8CBE006}" srcOrd="3" destOrd="0" presId="urn:microsoft.com/office/officeart/2005/8/layout/funnel1"/>
    <dgm:cxn modelId="{7D859BC5-1242-4717-B49C-19966A8EF60E}" type="presParOf" srcId="{3A972A21-2827-43B4-9A03-0085CE61019D}" destId="{DE0C5861-112A-41FE-B10D-A77CC01B086A}" srcOrd="4" destOrd="0" presId="urn:microsoft.com/office/officeart/2005/8/layout/funnel1"/>
    <dgm:cxn modelId="{76D1F75D-51DF-4F8D-88A1-C7C2703A4D6E}" type="presParOf" srcId="{3A972A21-2827-43B4-9A03-0085CE61019D}" destId="{5252D905-76C3-48EE-BFA0-A78ECCE8D255}" srcOrd="5" destOrd="0" presId="urn:microsoft.com/office/officeart/2005/8/layout/funnel1"/>
    <dgm:cxn modelId="{A82074B4-4D94-4A6F-BA7E-9906157CFD5D}" type="presParOf" srcId="{3A972A21-2827-43B4-9A03-0085CE61019D}" destId="{5BB0099B-95D3-4A85-8284-76B7E027B9B9}"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B6AAD5-BB22-443A-B98E-11707CBE16C9}" type="doc">
      <dgm:prSet loTypeId="urn:microsoft.com/office/officeart/2005/8/layout/hProcess4" loCatId="process" qsTypeId="urn:microsoft.com/office/officeart/2005/8/quickstyle/simple1" qsCatId="simple" csTypeId="urn:microsoft.com/office/officeart/2005/8/colors/colorful1#16" csCatId="colorful" phldr="1"/>
      <dgm:spPr/>
      <dgm:t>
        <a:bodyPr/>
        <a:lstStyle/>
        <a:p>
          <a:endParaRPr lang="en-US"/>
        </a:p>
      </dgm:t>
    </dgm:pt>
    <dgm:pt modelId="{62F3A35F-EA2B-462C-89DA-224952DBD84B}">
      <dgm:prSet phldrT="[Text]" custT="1"/>
      <dgm:spPr>
        <a:solidFill>
          <a:schemeClr val="accent3"/>
        </a:solidFill>
        <a:ln>
          <a:noFill/>
        </a:ln>
      </dgm:spPr>
      <dgm:t>
        <a:bodyPr/>
        <a:lstStyle/>
        <a:p>
          <a:r>
            <a:rPr lang="en-US" sz="1400" b="1" dirty="0" smtClean="0">
              <a:solidFill>
                <a:schemeClr val="bg1"/>
              </a:solidFill>
            </a:rPr>
            <a:t>WEB DESIGN</a:t>
          </a:r>
          <a:endParaRPr lang="en-US" sz="1400" b="1" dirty="0">
            <a:solidFill>
              <a:schemeClr val="bg1"/>
            </a:solidFill>
          </a:endParaRPr>
        </a:p>
      </dgm:t>
    </dgm:pt>
    <dgm:pt modelId="{68C8E73F-A05A-4DC8-914A-C484D8568F55}" type="parTrans" cxnId="{78D5CF50-3633-4A11-9FE0-D306D94A091D}">
      <dgm:prSet/>
      <dgm:spPr/>
      <dgm:t>
        <a:bodyPr/>
        <a:lstStyle/>
        <a:p>
          <a:endParaRPr lang="en-US">
            <a:solidFill>
              <a:schemeClr val="bg1"/>
            </a:solidFill>
          </a:endParaRPr>
        </a:p>
      </dgm:t>
    </dgm:pt>
    <dgm:pt modelId="{12A631F8-73E8-4437-A632-1DA4C96C2081}" type="sibTrans" cxnId="{78D5CF50-3633-4A11-9FE0-D306D94A091D}">
      <dgm:prSet/>
      <dgm:spPr>
        <a:solidFill>
          <a:schemeClr val="accent3"/>
        </a:solidFill>
        <a:ln>
          <a:noFill/>
        </a:ln>
      </dgm:spPr>
      <dgm:t>
        <a:bodyPr/>
        <a:lstStyle/>
        <a:p>
          <a:endParaRPr lang="en-US">
            <a:solidFill>
              <a:schemeClr val="bg1"/>
            </a:solidFill>
          </a:endParaRPr>
        </a:p>
      </dgm:t>
    </dgm:pt>
    <dgm:pt modelId="{37FDA6AE-027B-4120-90CE-09301A415796}">
      <dgm:prSet phldrT="[Text]" custT="1"/>
      <dgm:spPr>
        <a:solidFill>
          <a:schemeClr val="accent2"/>
        </a:solidFill>
        <a:ln>
          <a:noFill/>
        </a:ln>
      </dgm:spPr>
      <dgm:t>
        <a:bodyPr/>
        <a:lstStyle/>
        <a:p>
          <a:r>
            <a:rPr lang="en-US" sz="1400" b="1" dirty="0" smtClean="0">
              <a:solidFill>
                <a:schemeClr val="bg1"/>
              </a:solidFill>
            </a:rPr>
            <a:t>CODE</a:t>
          </a:r>
          <a:r>
            <a:rPr lang="en-US" sz="1400" b="1" baseline="0" dirty="0" smtClean="0">
              <a:solidFill>
                <a:schemeClr val="bg1"/>
              </a:solidFill>
            </a:rPr>
            <a:t> WEB</a:t>
          </a:r>
          <a:endParaRPr lang="en-US" sz="1400" b="1" dirty="0">
            <a:solidFill>
              <a:schemeClr val="bg1"/>
            </a:solidFill>
          </a:endParaRPr>
        </a:p>
      </dgm:t>
    </dgm:pt>
    <dgm:pt modelId="{F547554B-51EF-4D52-BD83-B530786A53F6}" type="parTrans" cxnId="{97371629-EAFB-49C5-8D4C-1C2CC8EF98DA}">
      <dgm:prSet/>
      <dgm:spPr/>
      <dgm:t>
        <a:bodyPr/>
        <a:lstStyle/>
        <a:p>
          <a:endParaRPr lang="en-US">
            <a:solidFill>
              <a:schemeClr val="bg1"/>
            </a:solidFill>
          </a:endParaRPr>
        </a:p>
      </dgm:t>
    </dgm:pt>
    <dgm:pt modelId="{AACFA7FC-124D-47F0-AAB7-D837F03A13D6}" type="sibTrans" cxnId="{97371629-EAFB-49C5-8D4C-1C2CC8EF98DA}">
      <dgm:prSet/>
      <dgm:spPr>
        <a:solidFill>
          <a:schemeClr val="accent2"/>
        </a:solidFill>
        <a:ln>
          <a:noFill/>
        </a:ln>
      </dgm:spPr>
      <dgm:t>
        <a:bodyPr/>
        <a:lstStyle/>
        <a:p>
          <a:endParaRPr lang="en-US">
            <a:solidFill>
              <a:schemeClr val="bg1"/>
            </a:solidFill>
          </a:endParaRPr>
        </a:p>
      </dgm:t>
    </dgm:pt>
    <dgm:pt modelId="{8C92A023-B595-4B7E-9FD1-86305B47363F}">
      <dgm:prSet phldrT="[Text]" custT="1"/>
      <dgm:spPr>
        <a:ln>
          <a:noFill/>
        </a:ln>
      </dgm:spPr>
      <dgm:t>
        <a:bodyPr/>
        <a:lstStyle/>
        <a:p>
          <a:r>
            <a:rPr lang="en-US" sz="1400" b="1" dirty="0" smtClean="0">
              <a:solidFill>
                <a:schemeClr val="bg1"/>
              </a:solidFill>
            </a:rPr>
            <a:t>PREVIEW</a:t>
          </a:r>
          <a:endParaRPr lang="en-US" sz="1400" b="1" dirty="0">
            <a:solidFill>
              <a:schemeClr val="bg1"/>
            </a:solidFill>
          </a:endParaRPr>
        </a:p>
      </dgm:t>
    </dgm:pt>
    <dgm:pt modelId="{126030B6-AD92-4139-8AC7-ED96A61FFA13}" type="parTrans" cxnId="{6393EA77-6C35-4795-B9F8-BC384CEB01BB}">
      <dgm:prSet/>
      <dgm:spPr/>
      <dgm:t>
        <a:bodyPr/>
        <a:lstStyle/>
        <a:p>
          <a:endParaRPr lang="en-US">
            <a:solidFill>
              <a:schemeClr val="bg1"/>
            </a:solidFill>
          </a:endParaRPr>
        </a:p>
      </dgm:t>
    </dgm:pt>
    <dgm:pt modelId="{45610BF7-B096-4636-A867-71803911F6BC}" type="sibTrans" cxnId="{6393EA77-6C35-4795-B9F8-BC384CEB01BB}">
      <dgm:prSet/>
      <dgm:spPr>
        <a:ln>
          <a:noFill/>
        </a:ln>
      </dgm:spPr>
      <dgm:t>
        <a:bodyPr/>
        <a:lstStyle/>
        <a:p>
          <a:endParaRPr lang="en-US">
            <a:solidFill>
              <a:schemeClr val="bg1"/>
            </a:solidFill>
          </a:endParaRPr>
        </a:p>
      </dgm:t>
    </dgm:pt>
    <dgm:pt modelId="{839B389E-0F3A-4E44-B6E2-13F1399C142F}">
      <dgm:prSet phldrT="[Text]" custT="1"/>
      <dgm:spPr>
        <a:solidFill>
          <a:schemeClr val="accent1"/>
        </a:solidFill>
        <a:ln>
          <a:noFill/>
        </a:ln>
      </dgm:spPr>
      <dgm:t>
        <a:bodyPr/>
        <a:lstStyle/>
        <a:p>
          <a:r>
            <a:rPr lang="en-US" sz="1400" b="1" dirty="0" smtClean="0">
              <a:solidFill>
                <a:schemeClr val="bg1"/>
              </a:solidFill>
            </a:rPr>
            <a:t>SUCCESS</a:t>
          </a:r>
          <a:endParaRPr lang="en-US" sz="1400" b="1" dirty="0">
            <a:solidFill>
              <a:schemeClr val="bg1"/>
            </a:solidFill>
          </a:endParaRPr>
        </a:p>
      </dgm:t>
    </dgm:pt>
    <dgm:pt modelId="{9C2D419A-4208-435A-8DFE-59E57C79B927}" type="parTrans" cxnId="{E9F581C8-1891-4557-8FD4-140226A54CF9}">
      <dgm:prSet/>
      <dgm:spPr/>
      <dgm:t>
        <a:bodyPr/>
        <a:lstStyle/>
        <a:p>
          <a:endParaRPr lang="en-US"/>
        </a:p>
      </dgm:t>
    </dgm:pt>
    <dgm:pt modelId="{8F45AFFE-9FF4-4A34-B11A-ED475E2D4999}" type="sibTrans" cxnId="{E9F581C8-1891-4557-8FD4-140226A54CF9}">
      <dgm:prSet/>
      <dgm:spPr/>
      <dgm:t>
        <a:bodyPr/>
        <a:lstStyle/>
        <a:p>
          <a:endParaRPr lang="en-US"/>
        </a:p>
      </dgm:t>
    </dgm:pt>
    <dgm:pt modelId="{329F22C9-55CE-4923-A3AD-2FFA227599C0}" type="pres">
      <dgm:prSet presAssocID="{ABB6AAD5-BB22-443A-B98E-11707CBE16C9}" presName="Name0" presStyleCnt="0">
        <dgm:presLayoutVars>
          <dgm:dir/>
          <dgm:animLvl val="lvl"/>
          <dgm:resizeHandles val="exact"/>
        </dgm:presLayoutVars>
      </dgm:prSet>
      <dgm:spPr/>
      <dgm:t>
        <a:bodyPr/>
        <a:lstStyle/>
        <a:p>
          <a:endParaRPr lang="en-US"/>
        </a:p>
      </dgm:t>
    </dgm:pt>
    <dgm:pt modelId="{872017F4-5903-43E5-A816-F3AC98CFF3B1}" type="pres">
      <dgm:prSet presAssocID="{ABB6AAD5-BB22-443A-B98E-11707CBE16C9}" presName="tSp" presStyleCnt="0"/>
      <dgm:spPr/>
    </dgm:pt>
    <dgm:pt modelId="{D9FC563C-D769-4101-9655-D8B5A1C6252F}" type="pres">
      <dgm:prSet presAssocID="{ABB6AAD5-BB22-443A-B98E-11707CBE16C9}" presName="bSp" presStyleCnt="0"/>
      <dgm:spPr/>
    </dgm:pt>
    <dgm:pt modelId="{ED6524A3-5A32-48CD-B667-DFB44CF40773}" type="pres">
      <dgm:prSet presAssocID="{ABB6AAD5-BB22-443A-B98E-11707CBE16C9}" presName="process" presStyleCnt="0"/>
      <dgm:spPr/>
    </dgm:pt>
    <dgm:pt modelId="{D2991228-8CF8-4943-9450-6060DB6B2D0D}" type="pres">
      <dgm:prSet presAssocID="{62F3A35F-EA2B-462C-89DA-224952DBD84B}" presName="composite1" presStyleCnt="0"/>
      <dgm:spPr/>
    </dgm:pt>
    <dgm:pt modelId="{0A6DDAA2-A8F8-4C83-A2A4-E718221F4F47}" type="pres">
      <dgm:prSet presAssocID="{62F3A35F-EA2B-462C-89DA-224952DBD84B}" presName="dummyNode1" presStyleLbl="node1" presStyleIdx="0" presStyleCnt="4"/>
      <dgm:spPr/>
    </dgm:pt>
    <dgm:pt modelId="{5CD9D2C4-CA47-4E2F-9386-15BF2C5BFCE9}" type="pres">
      <dgm:prSet presAssocID="{62F3A35F-EA2B-462C-89DA-224952DBD84B}" presName="childNode1" presStyleLbl="bgAcc1" presStyleIdx="0" presStyleCnt="4">
        <dgm:presLayoutVars>
          <dgm:bulletEnabled val="1"/>
        </dgm:presLayoutVars>
      </dgm:prSet>
      <dgm:spPr>
        <a:noFill/>
        <a:ln>
          <a:solidFill>
            <a:schemeClr val="accent3"/>
          </a:solidFill>
        </a:ln>
      </dgm:spPr>
      <dgm:t>
        <a:bodyPr/>
        <a:lstStyle/>
        <a:p>
          <a:endParaRPr lang="vi-VN"/>
        </a:p>
      </dgm:t>
    </dgm:pt>
    <dgm:pt modelId="{0AA0795C-3E61-4B6C-BFBF-9678D7606329}" type="pres">
      <dgm:prSet presAssocID="{62F3A35F-EA2B-462C-89DA-224952DBD84B}" presName="childNode1tx" presStyleLbl="bgAcc1" presStyleIdx="0" presStyleCnt="4">
        <dgm:presLayoutVars>
          <dgm:bulletEnabled val="1"/>
        </dgm:presLayoutVars>
      </dgm:prSet>
      <dgm:spPr/>
    </dgm:pt>
    <dgm:pt modelId="{3B837679-D346-4EBB-AB0C-EE653ACF3C6C}" type="pres">
      <dgm:prSet presAssocID="{62F3A35F-EA2B-462C-89DA-224952DBD84B}" presName="parentNode1" presStyleLbl="node1" presStyleIdx="0" presStyleCnt="4">
        <dgm:presLayoutVars>
          <dgm:chMax val="1"/>
          <dgm:bulletEnabled val="1"/>
        </dgm:presLayoutVars>
      </dgm:prSet>
      <dgm:spPr/>
      <dgm:t>
        <a:bodyPr/>
        <a:lstStyle/>
        <a:p>
          <a:endParaRPr lang="en-US"/>
        </a:p>
      </dgm:t>
    </dgm:pt>
    <dgm:pt modelId="{89312213-4838-4C30-A681-20C663B3ED12}" type="pres">
      <dgm:prSet presAssocID="{62F3A35F-EA2B-462C-89DA-224952DBD84B}" presName="connSite1" presStyleCnt="0"/>
      <dgm:spPr/>
    </dgm:pt>
    <dgm:pt modelId="{1FE64DFD-23AF-4F50-BCBC-C27132FB3B0D}" type="pres">
      <dgm:prSet presAssocID="{12A631F8-73E8-4437-A632-1DA4C96C2081}" presName="Name9" presStyleLbl="sibTrans2D1" presStyleIdx="0" presStyleCnt="3" custLinFactNeighborX="-178" custLinFactNeighborY="-2591"/>
      <dgm:spPr/>
      <dgm:t>
        <a:bodyPr/>
        <a:lstStyle/>
        <a:p>
          <a:endParaRPr lang="en-US"/>
        </a:p>
      </dgm:t>
    </dgm:pt>
    <dgm:pt modelId="{3E192D9B-A9E7-40C2-8A43-829922D5ACBF}" type="pres">
      <dgm:prSet presAssocID="{37FDA6AE-027B-4120-90CE-09301A415796}" presName="composite2" presStyleCnt="0"/>
      <dgm:spPr/>
    </dgm:pt>
    <dgm:pt modelId="{C4A7D10B-4C13-456F-9E6C-9F9985127CE1}" type="pres">
      <dgm:prSet presAssocID="{37FDA6AE-027B-4120-90CE-09301A415796}" presName="dummyNode2" presStyleLbl="node1" presStyleIdx="0" presStyleCnt="4"/>
      <dgm:spPr/>
    </dgm:pt>
    <dgm:pt modelId="{B651F1CF-D429-4713-ABB8-9F7461E4F7F5}" type="pres">
      <dgm:prSet presAssocID="{37FDA6AE-027B-4120-90CE-09301A415796}" presName="childNode2" presStyleLbl="bgAcc1" presStyleIdx="1" presStyleCnt="4">
        <dgm:presLayoutVars>
          <dgm:bulletEnabled val="1"/>
        </dgm:presLayoutVars>
      </dgm:prSet>
      <dgm:spPr>
        <a:noFill/>
        <a:ln>
          <a:solidFill>
            <a:schemeClr val="accent2"/>
          </a:solidFill>
        </a:ln>
      </dgm:spPr>
      <dgm:t>
        <a:bodyPr/>
        <a:lstStyle/>
        <a:p>
          <a:endParaRPr lang="vi-VN"/>
        </a:p>
      </dgm:t>
    </dgm:pt>
    <dgm:pt modelId="{935188BB-FF57-4D09-84D9-19ECEEFAA612}" type="pres">
      <dgm:prSet presAssocID="{37FDA6AE-027B-4120-90CE-09301A415796}" presName="childNode2tx" presStyleLbl="bgAcc1" presStyleIdx="1" presStyleCnt="4">
        <dgm:presLayoutVars>
          <dgm:bulletEnabled val="1"/>
        </dgm:presLayoutVars>
      </dgm:prSet>
      <dgm:spPr/>
    </dgm:pt>
    <dgm:pt modelId="{D1957E8D-52E6-47CA-9E1F-B3BE7EB3E09B}" type="pres">
      <dgm:prSet presAssocID="{37FDA6AE-027B-4120-90CE-09301A415796}" presName="parentNode2" presStyleLbl="node1" presStyleIdx="1" presStyleCnt="4">
        <dgm:presLayoutVars>
          <dgm:chMax val="0"/>
          <dgm:bulletEnabled val="1"/>
        </dgm:presLayoutVars>
      </dgm:prSet>
      <dgm:spPr/>
      <dgm:t>
        <a:bodyPr/>
        <a:lstStyle/>
        <a:p>
          <a:endParaRPr lang="en-US"/>
        </a:p>
      </dgm:t>
    </dgm:pt>
    <dgm:pt modelId="{99CED883-7DB5-4B78-B4E7-386BDE96A531}" type="pres">
      <dgm:prSet presAssocID="{37FDA6AE-027B-4120-90CE-09301A415796}" presName="connSite2" presStyleCnt="0"/>
      <dgm:spPr/>
    </dgm:pt>
    <dgm:pt modelId="{BF198A36-C0C4-4E90-AC13-6C982ACE8400}" type="pres">
      <dgm:prSet presAssocID="{AACFA7FC-124D-47F0-AAB7-D837F03A13D6}" presName="Name18" presStyleLbl="sibTrans2D1" presStyleIdx="1" presStyleCnt="3" custLinFactNeighborY="2276"/>
      <dgm:spPr/>
      <dgm:t>
        <a:bodyPr/>
        <a:lstStyle/>
        <a:p>
          <a:endParaRPr lang="en-US"/>
        </a:p>
      </dgm:t>
    </dgm:pt>
    <dgm:pt modelId="{D6723E67-A432-4FEE-AC6B-8E6B17DEE5B7}" type="pres">
      <dgm:prSet presAssocID="{8C92A023-B595-4B7E-9FD1-86305B47363F}" presName="composite1" presStyleCnt="0"/>
      <dgm:spPr/>
    </dgm:pt>
    <dgm:pt modelId="{47D1E680-C156-4E6D-86C6-95E9E423BCC9}" type="pres">
      <dgm:prSet presAssocID="{8C92A023-B595-4B7E-9FD1-86305B47363F}" presName="dummyNode1" presStyleLbl="node1" presStyleIdx="1" presStyleCnt="4"/>
      <dgm:spPr/>
    </dgm:pt>
    <dgm:pt modelId="{C26DB7B9-FAD6-48DB-954D-A5E46F77BD6D}" type="pres">
      <dgm:prSet presAssocID="{8C92A023-B595-4B7E-9FD1-86305B47363F}" presName="childNode1" presStyleLbl="bgAcc1" presStyleIdx="2" presStyleCnt="4">
        <dgm:presLayoutVars>
          <dgm:bulletEnabled val="1"/>
        </dgm:presLayoutVars>
      </dgm:prSet>
      <dgm:spPr>
        <a:noFill/>
      </dgm:spPr>
    </dgm:pt>
    <dgm:pt modelId="{313EE525-068F-4B0D-B80F-E3D1A721A503}" type="pres">
      <dgm:prSet presAssocID="{8C92A023-B595-4B7E-9FD1-86305B47363F}" presName="childNode1tx" presStyleLbl="bgAcc1" presStyleIdx="2" presStyleCnt="4">
        <dgm:presLayoutVars>
          <dgm:bulletEnabled val="1"/>
        </dgm:presLayoutVars>
      </dgm:prSet>
      <dgm:spPr/>
    </dgm:pt>
    <dgm:pt modelId="{47A26F57-A010-4072-9EBD-86BD6484D91B}" type="pres">
      <dgm:prSet presAssocID="{8C92A023-B595-4B7E-9FD1-86305B47363F}" presName="parentNode1" presStyleLbl="node1" presStyleIdx="2" presStyleCnt="4">
        <dgm:presLayoutVars>
          <dgm:chMax val="1"/>
          <dgm:bulletEnabled val="1"/>
        </dgm:presLayoutVars>
      </dgm:prSet>
      <dgm:spPr/>
      <dgm:t>
        <a:bodyPr/>
        <a:lstStyle/>
        <a:p>
          <a:endParaRPr lang="en-US"/>
        </a:p>
      </dgm:t>
    </dgm:pt>
    <dgm:pt modelId="{48206F52-42E7-4248-B79E-9B1077913B20}" type="pres">
      <dgm:prSet presAssocID="{8C92A023-B595-4B7E-9FD1-86305B47363F}" presName="connSite1" presStyleCnt="0"/>
      <dgm:spPr/>
    </dgm:pt>
    <dgm:pt modelId="{2467359E-7225-4CFB-BBD2-900CCD5D7BDE}" type="pres">
      <dgm:prSet presAssocID="{45610BF7-B096-4636-A867-71803911F6BC}" presName="Name9" presStyleLbl="sibTrans2D1" presStyleIdx="2" presStyleCnt="3" custLinFactNeighborY="-2591"/>
      <dgm:spPr/>
      <dgm:t>
        <a:bodyPr/>
        <a:lstStyle/>
        <a:p>
          <a:endParaRPr lang="en-US"/>
        </a:p>
      </dgm:t>
    </dgm:pt>
    <dgm:pt modelId="{0F447C47-A4FF-407A-BC1F-16AC042D6327}" type="pres">
      <dgm:prSet presAssocID="{839B389E-0F3A-4E44-B6E2-13F1399C142F}" presName="composite2" presStyleCnt="0"/>
      <dgm:spPr/>
    </dgm:pt>
    <dgm:pt modelId="{21F77DA2-0E77-43BA-AFE7-885029D8FC3B}" type="pres">
      <dgm:prSet presAssocID="{839B389E-0F3A-4E44-B6E2-13F1399C142F}" presName="dummyNode2" presStyleLbl="node1" presStyleIdx="2" presStyleCnt="4"/>
      <dgm:spPr/>
    </dgm:pt>
    <dgm:pt modelId="{939DFC11-B217-40F1-B0EE-ADA1D5FE8FDC}" type="pres">
      <dgm:prSet presAssocID="{839B389E-0F3A-4E44-B6E2-13F1399C142F}" presName="childNode2" presStyleLbl="bgAcc1" presStyleIdx="3" presStyleCnt="4">
        <dgm:presLayoutVars>
          <dgm:bulletEnabled val="1"/>
        </dgm:presLayoutVars>
      </dgm:prSet>
      <dgm:spPr>
        <a:noFill/>
        <a:ln>
          <a:solidFill>
            <a:schemeClr val="accent1"/>
          </a:solidFill>
        </a:ln>
      </dgm:spPr>
      <dgm:t>
        <a:bodyPr/>
        <a:lstStyle/>
        <a:p>
          <a:endParaRPr lang="vi-VN"/>
        </a:p>
      </dgm:t>
    </dgm:pt>
    <dgm:pt modelId="{999DAA6F-B9C3-4EA2-A461-724C3FC87C73}" type="pres">
      <dgm:prSet presAssocID="{839B389E-0F3A-4E44-B6E2-13F1399C142F}" presName="childNode2tx" presStyleLbl="bgAcc1" presStyleIdx="3" presStyleCnt="4">
        <dgm:presLayoutVars>
          <dgm:bulletEnabled val="1"/>
        </dgm:presLayoutVars>
      </dgm:prSet>
      <dgm:spPr/>
    </dgm:pt>
    <dgm:pt modelId="{A9F63716-280D-4A8A-8AF8-9D84FEF36D8F}" type="pres">
      <dgm:prSet presAssocID="{839B389E-0F3A-4E44-B6E2-13F1399C142F}" presName="parentNode2" presStyleLbl="node1" presStyleIdx="3" presStyleCnt="4">
        <dgm:presLayoutVars>
          <dgm:chMax val="0"/>
          <dgm:bulletEnabled val="1"/>
        </dgm:presLayoutVars>
      </dgm:prSet>
      <dgm:spPr/>
      <dgm:t>
        <a:bodyPr/>
        <a:lstStyle/>
        <a:p>
          <a:endParaRPr lang="en-US"/>
        </a:p>
      </dgm:t>
    </dgm:pt>
    <dgm:pt modelId="{FCAE0843-F8C6-41B9-81A8-7C72B81CAA10}" type="pres">
      <dgm:prSet presAssocID="{839B389E-0F3A-4E44-B6E2-13F1399C142F}" presName="connSite2" presStyleCnt="0"/>
      <dgm:spPr/>
    </dgm:pt>
  </dgm:ptLst>
  <dgm:cxnLst>
    <dgm:cxn modelId="{E9F581C8-1891-4557-8FD4-140226A54CF9}" srcId="{ABB6AAD5-BB22-443A-B98E-11707CBE16C9}" destId="{839B389E-0F3A-4E44-B6E2-13F1399C142F}" srcOrd="3" destOrd="0" parTransId="{9C2D419A-4208-435A-8DFE-59E57C79B927}" sibTransId="{8F45AFFE-9FF4-4A34-B11A-ED475E2D4999}"/>
    <dgm:cxn modelId="{6393EA77-6C35-4795-B9F8-BC384CEB01BB}" srcId="{ABB6AAD5-BB22-443A-B98E-11707CBE16C9}" destId="{8C92A023-B595-4B7E-9FD1-86305B47363F}" srcOrd="2" destOrd="0" parTransId="{126030B6-AD92-4139-8AC7-ED96A61FFA13}" sibTransId="{45610BF7-B096-4636-A867-71803911F6BC}"/>
    <dgm:cxn modelId="{E83FE9BB-6C4E-46C6-B62D-9AEC03EEC717}" type="presOf" srcId="{45610BF7-B096-4636-A867-71803911F6BC}" destId="{2467359E-7225-4CFB-BBD2-900CCD5D7BDE}" srcOrd="0" destOrd="0" presId="urn:microsoft.com/office/officeart/2005/8/layout/hProcess4"/>
    <dgm:cxn modelId="{4E7C3574-CA7A-4231-BF63-AA426B97C26B}" type="presOf" srcId="{AACFA7FC-124D-47F0-AAB7-D837F03A13D6}" destId="{BF198A36-C0C4-4E90-AC13-6C982ACE8400}" srcOrd="0" destOrd="0" presId="urn:microsoft.com/office/officeart/2005/8/layout/hProcess4"/>
    <dgm:cxn modelId="{90FEFF14-E92E-45E6-9C62-536E2135EEC6}" type="presOf" srcId="{37FDA6AE-027B-4120-90CE-09301A415796}" destId="{D1957E8D-52E6-47CA-9E1F-B3BE7EB3E09B}" srcOrd="0" destOrd="0" presId="urn:microsoft.com/office/officeart/2005/8/layout/hProcess4"/>
    <dgm:cxn modelId="{A131B0D8-DA9C-4BB6-831C-553211232A33}" type="presOf" srcId="{839B389E-0F3A-4E44-B6E2-13F1399C142F}" destId="{A9F63716-280D-4A8A-8AF8-9D84FEF36D8F}" srcOrd="0" destOrd="0" presId="urn:microsoft.com/office/officeart/2005/8/layout/hProcess4"/>
    <dgm:cxn modelId="{924CF04B-32A9-47A4-B4A4-8217A88D5476}" type="presOf" srcId="{ABB6AAD5-BB22-443A-B98E-11707CBE16C9}" destId="{329F22C9-55CE-4923-A3AD-2FFA227599C0}" srcOrd="0" destOrd="0" presId="urn:microsoft.com/office/officeart/2005/8/layout/hProcess4"/>
    <dgm:cxn modelId="{1B6EC46A-8794-4456-8418-B164C4EB5D3C}" type="presOf" srcId="{8C92A023-B595-4B7E-9FD1-86305B47363F}" destId="{47A26F57-A010-4072-9EBD-86BD6484D91B}" srcOrd="0" destOrd="0" presId="urn:microsoft.com/office/officeart/2005/8/layout/hProcess4"/>
    <dgm:cxn modelId="{78D5CF50-3633-4A11-9FE0-D306D94A091D}" srcId="{ABB6AAD5-BB22-443A-B98E-11707CBE16C9}" destId="{62F3A35F-EA2B-462C-89DA-224952DBD84B}" srcOrd="0" destOrd="0" parTransId="{68C8E73F-A05A-4DC8-914A-C484D8568F55}" sibTransId="{12A631F8-73E8-4437-A632-1DA4C96C2081}"/>
    <dgm:cxn modelId="{D759510E-0E93-4830-8CBB-99FFEDA25238}" type="presOf" srcId="{62F3A35F-EA2B-462C-89DA-224952DBD84B}" destId="{3B837679-D346-4EBB-AB0C-EE653ACF3C6C}" srcOrd="0" destOrd="0" presId="urn:microsoft.com/office/officeart/2005/8/layout/hProcess4"/>
    <dgm:cxn modelId="{5C8B0590-4113-490D-AE1A-9CA0112813FB}" type="presOf" srcId="{12A631F8-73E8-4437-A632-1DA4C96C2081}" destId="{1FE64DFD-23AF-4F50-BCBC-C27132FB3B0D}" srcOrd="0" destOrd="0" presId="urn:microsoft.com/office/officeart/2005/8/layout/hProcess4"/>
    <dgm:cxn modelId="{97371629-EAFB-49C5-8D4C-1C2CC8EF98DA}" srcId="{ABB6AAD5-BB22-443A-B98E-11707CBE16C9}" destId="{37FDA6AE-027B-4120-90CE-09301A415796}" srcOrd="1" destOrd="0" parTransId="{F547554B-51EF-4D52-BD83-B530786A53F6}" sibTransId="{AACFA7FC-124D-47F0-AAB7-D837F03A13D6}"/>
    <dgm:cxn modelId="{061D30A3-EAFE-4E14-8849-7A95FDABC462}" type="presParOf" srcId="{329F22C9-55CE-4923-A3AD-2FFA227599C0}" destId="{872017F4-5903-43E5-A816-F3AC98CFF3B1}" srcOrd="0" destOrd="0" presId="urn:microsoft.com/office/officeart/2005/8/layout/hProcess4"/>
    <dgm:cxn modelId="{7E372837-CF13-44B8-BD20-3C6451369810}" type="presParOf" srcId="{329F22C9-55CE-4923-A3AD-2FFA227599C0}" destId="{D9FC563C-D769-4101-9655-D8B5A1C6252F}" srcOrd="1" destOrd="0" presId="urn:microsoft.com/office/officeart/2005/8/layout/hProcess4"/>
    <dgm:cxn modelId="{807B07A5-AD76-4F90-AE40-355898548AA1}" type="presParOf" srcId="{329F22C9-55CE-4923-A3AD-2FFA227599C0}" destId="{ED6524A3-5A32-48CD-B667-DFB44CF40773}" srcOrd="2" destOrd="0" presId="urn:microsoft.com/office/officeart/2005/8/layout/hProcess4"/>
    <dgm:cxn modelId="{93C85EE6-D2F5-4D9F-B2D4-8CCBE47EB1ED}" type="presParOf" srcId="{ED6524A3-5A32-48CD-B667-DFB44CF40773}" destId="{D2991228-8CF8-4943-9450-6060DB6B2D0D}" srcOrd="0" destOrd="0" presId="urn:microsoft.com/office/officeart/2005/8/layout/hProcess4"/>
    <dgm:cxn modelId="{BD8BEB07-DA47-491B-838B-B12F0D9E7A39}" type="presParOf" srcId="{D2991228-8CF8-4943-9450-6060DB6B2D0D}" destId="{0A6DDAA2-A8F8-4C83-A2A4-E718221F4F47}" srcOrd="0" destOrd="0" presId="urn:microsoft.com/office/officeart/2005/8/layout/hProcess4"/>
    <dgm:cxn modelId="{97B32102-FAD1-4011-BCD7-A5DA96E4CC31}" type="presParOf" srcId="{D2991228-8CF8-4943-9450-6060DB6B2D0D}" destId="{5CD9D2C4-CA47-4E2F-9386-15BF2C5BFCE9}" srcOrd="1" destOrd="0" presId="urn:microsoft.com/office/officeart/2005/8/layout/hProcess4"/>
    <dgm:cxn modelId="{CDF00271-0458-4598-B3B4-F01DA0A6CAFA}" type="presParOf" srcId="{D2991228-8CF8-4943-9450-6060DB6B2D0D}" destId="{0AA0795C-3E61-4B6C-BFBF-9678D7606329}" srcOrd="2" destOrd="0" presId="urn:microsoft.com/office/officeart/2005/8/layout/hProcess4"/>
    <dgm:cxn modelId="{BEE319F4-C9C5-4E89-BF4E-8828A3919042}" type="presParOf" srcId="{D2991228-8CF8-4943-9450-6060DB6B2D0D}" destId="{3B837679-D346-4EBB-AB0C-EE653ACF3C6C}" srcOrd="3" destOrd="0" presId="urn:microsoft.com/office/officeart/2005/8/layout/hProcess4"/>
    <dgm:cxn modelId="{7C215923-DC65-492D-9CC0-BC8B118CCE15}" type="presParOf" srcId="{D2991228-8CF8-4943-9450-6060DB6B2D0D}" destId="{89312213-4838-4C30-A681-20C663B3ED12}" srcOrd="4" destOrd="0" presId="urn:microsoft.com/office/officeart/2005/8/layout/hProcess4"/>
    <dgm:cxn modelId="{9D8CB1A1-C60E-4AE6-A0D6-0F3CFFB071C1}" type="presParOf" srcId="{ED6524A3-5A32-48CD-B667-DFB44CF40773}" destId="{1FE64DFD-23AF-4F50-BCBC-C27132FB3B0D}" srcOrd="1" destOrd="0" presId="urn:microsoft.com/office/officeart/2005/8/layout/hProcess4"/>
    <dgm:cxn modelId="{814287F1-0EBD-4B54-909F-DCAF1281B1AA}" type="presParOf" srcId="{ED6524A3-5A32-48CD-B667-DFB44CF40773}" destId="{3E192D9B-A9E7-40C2-8A43-829922D5ACBF}" srcOrd="2" destOrd="0" presId="urn:microsoft.com/office/officeart/2005/8/layout/hProcess4"/>
    <dgm:cxn modelId="{D4C1A462-810F-4DED-AAB2-7DA9E11CBA2D}" type="presParOf" srcId="{3E192D9B-A9E7-40C2-8A43-829922D5ACBF}" destId="{C4A7D10B-4C13-456F-9E6C-9F9985127CE1}" srcOrd="0" destOrd="0" presId="urn:microsoft.com/office/officeart/2005/8/layout/hProcess4"/>
    <dgm:cxn modelId="{B7F0FA2C-3202-4E79-9EE9-9E81FD6F3932}" type="presParOf" srcId="{3E192D9B-A9E7-40C2-8A43-829922D5ACBF}" destId="{B651F1CF-D429-4713-ABB8-9F7461E4F7F5}" srcOrd="1" destOrd="0" presId="urn:microsoft.com/office/officeart/2005/8/layout/hProcess4"/>
    <dgm:cxn modelId="{64ADFD6A-478E-4B95-9512-FA29656EC6F4}" type="presParOf" srcId="{3E192D9B-A9E7-40C2-8A43-829922D5ACBF}" destId="{935188BB-FF57-4D09-84D9-19ECEEFAA612}" srcOrd="2" destOrd="0" presId="urn:microsoft.com/office/officeart/2005/8/layout/hProcess4"/>
    <dgm:cxn modelId="{C7B3C861-63FA-4E38-94D0-7B636D816531}" type="presParOf" srcId="{3E192D9B-A9E7-40C2-8A43-829922D5ACBF}" destId="{D1957E8D-52E6-47CA-9E1F-B3BE7EB3E09B}" srcOrd="3" destOrd="0" presId="urn:microsoft.com/office/officeart/2005/8/layout/hProcess4"/>
    <dgm:cxn modelId="{B6C6A425-2958-445B-BA6D-44E1CA57913B}" type="presParOf" srcId="{3E192D9B-A9E7-40C2-8A43-829922D5ACBF}" destId="{99CED883-7DB5-4B78-B4E7-386BDE96A531}" srcOrd="4" destOrd="0" presId="urn:microsoft.com/office/officeart/2005/8/layout/hProcess4"/>
    <dgm:cxn modelId="{341708F0-A038-495E-8555-9DD89EACF88A}" type="presParOf" srcId="{ED6524A3-5A32-48CD-B667-DFB44CF40773}" destId="{BF198A36-C0C4-4E90-AC13-6C982ACE8400}" srcOrd="3" destOrd="0" presId="urn:microsoft.com/office/officeart/2005/8/layout/hProcess4"/>
    <dgm:cxn modelId="{A081EAAA-2CCB-4534-B1B6-6C9EB9E5BAAC}" type="presParOf" srcId="{ED6524A3-5A32-48CD-B667-DFB44CF40773}" destId="{D6723E67-A432-4FEE-AC6B-8E6B17DEE5B7}" srcOrd="4" destOrd="0" presId="urn:microsoft.com/office/officeart/2005/8/layout/hProcess4"/>
    <dgm:cxn modelId="{F0449A0B-2ECD-4503-A5AB-BA9273080350}" type="presParOf" srcId="{D6723E67-A432-4FEE-AC6B-8E6B17DEE5B7}" destId="{47D1E680-C156-4E6D-86C6-95E9E423BCC9}" srcOrd="0" destOrd="0" presId="urn:microsoft.com/office/officeart/2005/8/layout/hProcess4"/>
    <dgm:cxn modelId="{0D9DC226-0E52-460B-B91D-207518857CFA}" type="presParOf" srcId="{D6723E67-A432-4FEE-AC6B-8E6B17DEE5B7}" destId="{C26DB7B9-FAD6-48DB-954D-A5E46F77BD6D}" srcOrd="1" destOrd="0" presId="urn:microsoft.com/office/officeart/2005/8/layout/hProcess4"/>
    <dgm:cxn modelId="{56295178-2536-4F0A-BF0E-16272F284774}" type="presParOf" srcId="{D6723E67-A432-4FEE-AC6B-8E6B17DEE5B7}" destId="{313EE525-068F-4B0D-B80F-E3D1A721A503}" srcOrd="2" destOrd="0" presId="urn:microsoft.com/office/officeart/2005/8/layout/hProcess4"/>
    <dgm:cxn modelId="{C628F3E7-348E-4F22-B423-4E2429B5A155}" type="presParOf" srcId="{D6723E67-A432-4FEE-AC6B-8E6B17DEE5B7}" destId="{47A26F57-A010-4072-9EBD-86BD6484D91B}" srcOrd="3" destOrd="0" presId="urn:microsoft.com/office/officeart/2005/8/layout/hProcess4"/>
    <dgm:cxn modelId="{EA08C0BF-0B52-4472-9CA5-38F163C3CB32}" type="presParOf" srcId="{D6723E67-A432-4FEE-AC6B-8E6B17DEE5B7}" destId="{48206F52-42E7-4248-B79E-9B1077913B20}" srcOrd="4" destOrd="0" presId="urn:microsoft.com/office/officeart/2005/8/layout/hProcess4"/>
    <dgm:cxn modelId="{E3CD9FB5-9AB0-4D61-B006-B0681C0FB5CF}" type="presParOf" srcId="{ED6524A3-5A32-48CD-B667-DFB44CF40773}" destId="{2467359E-7225-4CFB-BBD2-900CCD5D7BDE}" srcOrd="5" destOrd="0" presId="urn:microsoft.com/office/officeart/2005/8/layout/hProcess4"/>
    <dgm:cxn modelId="{A39A8FCB-14F4-4BA0-900E-EE1A86BFA7C2}" type="presParOf" srcId="{ED6524A3-5A32-48CD-B667-DFB44CF40773}" destId="{0F447C47-A4FF-407A-BC1F-16AC042D6327}" srcOrd="6" destOrd="0" presId="urn:microsoft.com/office/officeart/2005/8/layout/hProcess4"/>
    <dgm:cxn modelId="{1896DC96-F5E2-46AC-9A9F-9E656D34CE9D}" type="presParOf" srcId="{0F447C47-A4FF-407A-BC1F-16AC042D6327}" destId="{21F77DA2-0E77-43BA-AFE7-885029D8FC3B}" srcOrd="0" destOrd="0" presId="urn:microsoft.com/office/officeart/2005/8/layout/hProcess4"/>
    <dgm:cxn modelId="{4E25F252-E0E9-421C-B1F7-C217F1351B49}" type="presParOf" srcId="{0F447C47-A4FF-407A-BC1F-16AC042D6327}" destId="{939DFC11-B217-40F1-B0EE-ADA1D5FE8FDC}" srcOrd="1" destOrd="0" presId="urn:microsoft.com/office/officeart/2005/8/layout/hProcess4"/>
    <dgm:cxn modelId="{A9538EE3-ECE1-4E94-86ED-083CBF4DC430}" type="presParOf" srcId="{0F447C47-A4FF-407A-BC1F-16AC042D6327}" destId="{999DAA6F-B9C3-4EA2-A461-724C3FC87C73}" srcOrd="2" destOrd="0" presId="urn:microsoft.com/office/officeart/2005/8/layout/hProcess4"/>
    <dgm:cxn modelId="{AEF3BC3E-E6C4-49BE-BCA5-7F7706FF6F40}" type="presParOf" srcId="{0F447C47-A4FF-407A-BC1F-16AC042D6327}" destId="{A9F63716-280D-4A8A-8AF8-9D84FEF36D8F}" srcOrd="3" destOrd="0" presId="urn:microsoft.com/office/officeart/2005/8/layout/hProcess4"/>
    <dgm:cxn modelId="{09D2D5D8-6075-4CEC-8D6A-2A6AE4B9C14B}" type="presParOf" srcId="{0F447C47-A4FF-407A-BC1F-16AC042D6327}" destId="{FCAE0843-F8C6-41B9-81A8-7C72B81CAA10}"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AB9C49-68F3-4BE4-AC3D-A2E9D96BFE3A}" type="datetimeFigureOut">
              <a:rPr lang="en-US" smtClean="0"/>
              <a:t>11/26/2015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432A70-A70B-4CC5-8452-D4A384B300AE}" type="slidenum">
              <a:rPr lang="en-US" smtClean="0"/>
              <a:t>‹#›</a:t>
            </a:fld>
            <a:endParaRPr lang="en-US"/>
          </a:p>
        </p:txBody>
      </p:sp>
    </p:spTree>
    <p:extLst>
      <p:ext uri="{BB962C8B-B14F-4D97-AF65-F5344CB8AC3E}">
        <p14:creationId xmlns:p14="http://schemas.microsoft.com/office/powerpoint/2010/main" val="627499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3</a:t>
            </a:fld>
            <a:endParaRPr lang="id-ID"/>
          </a:p>
        </p:txBody>
      </p:sp>
    </p:spTree>
    <p:extLst>
      <p:ext uri="{BB962C8B-B14F-4D97-AF65-F5344CB8AC3E}">
        <p14:creationId xmlns:p14="http://schemas.microsoft.com/office/powerpoint/2010/main" val="4194883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4</a:t>
            </a:fld>
            <a:endParaRPr lang="id-ID"/>
          </a:p>
        </p:txBody>
      </p:sp>
    </p:spTree>
    <p:extLst>
      <p:ext uri="{BB962C8B-B14F-4D97-AF65-F5344CB8AC3E}">
        <p14:creationId xmlns:p14="http://schemas.microsoft.com/office/powerpoint/2010/main" val="17678545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5</a:t>
            </a:fld>
            <a:endParaRPr lang="id-ID"/>
          </a:p>
        </p:txBody>
      </p:sp>
    </p:spTree>
    <p:extLst>
      <p:ext uri="{BB962C8B-B14F-4D97-AF65-F5344CB8AC3E}">
        <p14:creationId xmlns:p14="http://schemas.microsoft.com/office/powerpoint/2010/main" val="528416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6</a:t>
            </a:fld>
            <a:endParaRPr lang="id-ID"/>
          </a:p>
        </p:txBody>
      </p:sp>
    </p:spTree>
    <p:extLst>
      <p:ext uri="{BB962C8B-B14F-4D97-AF65-F5344CB8AC3E}">
        <p14:creationId xmlns:p14="http://schemas.microsoft.com/office/powerpoint/2010/main" val="1279370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7</a:t>
            </a:fld>
            <a:endParaRPr lang="id-ID"/>
          </a:p>
        </p:txBody>
      </p:sp>
    </p:spTree>
    <p:extLst>
      <p:ext uri="{BB962C8B-B14F-4D97-AF65-F5344CB8AC3E}">
        <p14:creationId xmlns:p14="http://schemas.microsoft.com/office/powerpoint/2010/main" val="126742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8</a:t>
            </a:fld>
            <a:endParaRPr lang="id-ID"/>
          </a:p>
        </p:txBody>
      </p:sp>
    </p:spTree>
    <p:extLst>
      <p:ext uri="{BB962C8B-B14F-4D97-AF65-F5344CB8AC3E}">
        <p14:creationId xmlns:p14="http://schemas.microsoft.com/office/powerpoint/2010/main" val="4258233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9</a:t>
            </a:fld>
            <a:endParaRPr lang="id-ID"/>
          </a:p>
        </p:txBody>
      </p:sp>
    </p:spTree>
    <p:extLst>
      <p:ext uri="{BB962C8B-B14F-4D97-AF65-F5344CB8AC3E}">
        <p14:creationId xmlns:p14="http://schemas.microsoft.com/office/powerpoint/2010/main" val="2285040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10</a:t>
            </a:fld>
            <a:endParaRPr lang="id-ID"/>
          </a:p>
        </p:txBody>
      </p:sp>
    </p:spTree>
    <p:extLst>
      <p:ext uri="{BB962C8B-B14F-4D97-AF65-F5344CB8AC3E}">
        <p14:creationId xmlns:p14="http://schemas.microsoft.com/office/powerpoint/2010/main" val="2483674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12</a:t>
            </a:fld>
            <a:endParaRPr lang="id-ID"/>
          </a:p>
        </p:txBody>
      </p:sp>
    </p:spTree>
    <p:extLst>
      <p:ext uri="{BB962C8B-B14F-4D97-AF65-F5344CB8AC3E}">
        <p14:creationId xmlns:p14="http://schemas.microsoft.com/office/powerpoint/2010/main" val="3477885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13</a:t>
            </a:fld>
            <a:endParaRPr lang="id-ID"/>
          </a:p>
        </p:txBody>
      </p:sp>
    </p:spTree>
    <p:extLst>
      <p:ext uri="{BB962C8B-B14F-4D97-AF65-F5344CB8AC3E}">
        <p14:creationId xmlns:p14="http://schemas.microsoft.com/office/powerpoint/2010/main" val="29634243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14</a:t>
            </a:fld>
            <a:endParaRPr lang="id-ID"/>
          </a:p>
        </p:txBody>
      </p:sp>
    </p:spTree>
    <p:extLst>
      <p:ext uri="{BB962C8B-B14F-4D97-AF65-F5344CB8AC3E}">
        <p14:creationId xmlns:p14="http://schemas.microsoft.com/office/powerpoint/2010/main" val="1665457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19</a:t>
            </a:fld>
            <a:endParaRPr lang="id-ID"/>
          </a:p>
        </p:txBody>
      </p:sp>
    </p:spTree>
    <p:extLst>
      <p:ext uri="{BB962C8B-B14F-4D97-AF65-F5344CB8AC3E}">
        <p14:creationId xmlns:p14="http://schemas.microsoft.com/office/powerpoint/2010/main" val="942934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21</a:t>
            </a:fld>
            <a:endParaRPr lang="id-ID"/>
          </a:p>
        </p:txBody>
      </p:sp>
    </p:spTree>
    <p:extLst>
      <p:ext uri="{BB962C8B-B14F-4D97-AF65-F5344CB8AC3E}">
        <p14:creationId xmlns:p14="http://schemas.microsoft.com/office/powerpoint/2010/main" val="80541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26</a:t>
            </a:fld>
            <a:endParaRPr lang="id-ID"/>
          </a:p>
        </p:txBody>
      </p:sp>
    </p:spTree>
    <p:extLst>
      <p:ext uri="{BB962C8B-B14F-4D97-AF65-F5344CB8AC3E}">
        <p14:creationId xmlns:p14="http://schemas.microsoft.com/office/powerpoint/2010/main" val="28806236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30</a:t>
            </a:fld>
            <a:endParaRPr lang="id-ID"/>
          </a:p>
        </p:txBody>
      </p:sp>
    </p:spTree>
    <p:extLst>
      <p:ext uri="{BB962C8B-B14F-4D97-AF65-F5344CB8AC3E}">
        <p14:creationId xmlns:p14="http://schemas.microsoft.com/office/powerpoint/2010/main" val="29608664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32</a:t>
            </a:fld>
            <a:endParaRPr lang="id-ID"/>
          </a:p>
        </p:txBody>
      </p:sp>
    </p:spTree>
    <p:extLst>
      <p:ext uri="{BB962C8B-B14F-4D97-AF65-F5344CB8AC3E}">
        <p14:creationId xmlns:p14="http://schemas.microsoft.com/office/powerpoint/2010/main" val="39950525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34</a:t>
            </a:fld>
            <a:endParaRPr lang="id-ID"/>
          </a:p>
        </p:txBody>
      </p:sp>
    </p:spTree>
    <p:extLst>
      <p:ext uri="{BB962C8B-B14F-4D97-AF65-F5344CB8AC3E}">
        <p14:creationId xmlns:p14="http://schemas.microsoft.com/office/powerpoint/2010/main" val="21062298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4DDAD74B-4254-4A15-B920-236F271C9A39}" type="slidenum">
              <a:rPr lang="id-ID" smtClean="0"/>
              <a:t>37</a:t>
            </a:fld>
            <a:endParaRPr lang="id-ID"/>
          </a:p>
        </p:txBody>
      </p:sp>
    </p:spTree>
    <p:extLst>
      <p:ext uri="{BB962C8B-B14F-4D97-AF65-F5344CB8AC3E}">
        <p14:creationId xmlns:p14="http://schemas.microsoft.com/office/powerpoint/2010/main" val="1535073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9" name="Content Placeholder 20"/>
          <p:cNvSpPr>
            <a:spLocks noGrp="1"/>
          </p:cNvSpPr>
          <p:nvPr>
            <p:ph sz="quarter" idx="16" hasCustomPrompt="1"/>
          </p:nvPr>
        </p:nvSpPr>
        <p:spPr>
          <a:xfrm>
            <a:off x="6360330" y="2343835"/>
            <a:ext cx="854795"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err="1" smtClean="0"/>
              <a:t>Mr.</a:t>
            </a:r>
            <a:r>
              <a:rPr lang="en-GB" dirty="0" smtClean="0"/>
              <a:t> </a:t>
            </a:r>
            <a:r>
              <a:rPr lang="en-GB" dirty="0" err="1" smtClean="0"/>
              <a:t>Phon</a:t>
            </a:r>
            <a:endParaRPr lang="en-GB" dirty="0" smtClean="0"/>
          </a:p>
        </p:txBody>
      </p:sp>
      <p:sp>
        <p:nvSpPr>
          <p:cNvPr id="10" name="Text Placeholder 17"/>
          <p:cNvSpPr>
            <a:spLocks noGrp="1"/>
          </p:cNvSpPr>
          <p:nvPr>
            <p:ph type="body" sz="quarter" idx="21" hasCustomPrompt="1"/>
          </p:nvPr>
        </p:nvSpPr>
        <p:spPr>
          <a:xfrm>
            <a:off x="6360326" y="2576069"/>
            <a:ext cx="980880" cy="367387"/>
          </a:xfrm>
        </p:spPr>
        <p:txBody>
          <a:bodyPr lIns="0" tIns="0" rIns="0" bIns="0">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Owner</a:t>
            </a:r>
          </a:p>
        </p:txBody>
      </p:sp>
      <p:sp>
        <p:nvSpPr>
          <p:cNvPr id="70" name="Picture Placeholder 2"/>
          <p:cNvSpPr>
            <a:spLocks noGrp="1"/>
          </p:cNvSpPr>
          <p:nvPr>
            <p:ph type="pic" sz="quarter" idx="43"/>
          </p:nvPr>
        </p:nvSpPr>
        <p:spPr>
          <a:xfrm>
            <a:off x="8047344" y="4770680"/>
            <a:ext cx="804672" cy="832104"/>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69" name="Picture Placeholder 2"/>
          <p:cNvSpPr>
            <a:spLocks noGrp="1"/>
          </p:cNvSpPr>
          <p:nvPr>
            <p:ph type="pic" sz="quarter" idx="42"/>
          </p:nvPr>
        </p:nvSpPr>
        <p:spPr>
          <a:xfrm>
            <a:off x="5291635" y="4774705"/>
            <a:ext cx="804672" cy="832104"/>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68" name="Picture Placeholder 2"/>
          <p:cNvSpPr>
            <a:spLocks noGrp="1"/>
          </p:cNvSpPr>
          <p:nvPr>
            <p:ph type="pic" sz="quarter" idx="41"/>
          </p:nvPr>
        </p:nvSpPr>
        <p:spPr>
          <a:xfrm>
            <a:off x="5297581" y="1905000"/>
            <a:ext cx="804672" cy="832104"/>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67" name="Picture Placeholder 2"/>
          <p:cNvSpPr>
            <a:spLocks noGrp="1"/>
          </p:cNvSpPr>
          <p:nvPr>
            <p:ph type="pic" sz="quarter" idx="40"/>
          </p:nvPr>
        </p:nvSpPr>
        <p:spPr>
          <a:xfrm>
            <a:off x="3886567" y="3319514"/>
            <a:ext cx="804672" cy="832104"/>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58" name="Picture Placeholder 2"/>
          <p:cNvSpPr>
            <a:spLocks noGrp="1"/>
          </p:cNvSpPr>
          <p:nvPr>
            <p:ph type="pic" sz="quarter" idx="24"/>
          </p:nvPr>
        </p:nvSpPr>
        <p:spPr>
          <a:xfrm>
            <a:off x="2545567" y="4773163"/>
            <a:ext cx="804672" cy="832104"/>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42" name="Shape 335"/>
          <p:cNvSpPr/>
          <p:nvPr userDrawn="1"/>
        </p:nvSpPr>
        <p:spPr>
          <a:xfrm>
            <a:off x="8847336" y="5268966"/>
            <a:ext cx="119032" cy="334963"/>
          </a:xfrm>
          <a:prstGeom prst="rect">
            <a:avLst/>
          </a:prstGeom>
          <a:solidFill>
            <a:schemeClr val="accent4"/>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43" name="Shape 336"/>
          <p:cNvSpPr/>
          <p:nvPr userDrawn="1"/>
        </p:nvSpPr>
        <p:spPr>
          <a:xfrm>
            <a:off x="6095990" y="5268966"/>
            <a:ext cx="119032" cy="334963"/>
          </a:xfrm>
          <a:prstGeom prst="rect">
            <a:avLst/>
          </a:prstGeom>
          <a:solidFill>
            <a:schemeClr val="accent2"/>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44" name="Shape 337"/>
          <p:cNvSpPr/>
          <p:nvPr userDrawn="1"/>
        </p:nvSpPr>
        <p:spPr>
          <a:xfrm>
            <a:off x="3350749" y="5268966"/>
            <a:ext cx="119032" cy="334963"/>
          </a:xfrm>
          <a:prstGeom prst="rect">
            <a:avLst/>
          </a:prstGeom>
          <a:solidFill>
            <a:schemeClr val="accent3"/>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45" name="Shape 338"/>
          <p:cNvSpPr/>
          <p:nvPr userDrawn="1"/>
        </p:nvSpPr>
        <p:spPr>
          <a:xfrm>
            <a:off x="4690232" y="3816655"/>
            <a:ext cx="119032" cy="334963"/>
          </a:xfrm>
          <a:prstGeom prst="rect">
            <a:avLst/>
          </a:prstGeom>
          <a:solidFill>
            <a:schemeClr val="accent5"/>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46" name="Shape 339"/>
          <p:cNvSpPr/>
          <p:nvPr userDrawn="1"/>
        </p:nvSpPr>
        <p:spPr>
          <a:xfrm>
            <a:off x="6095990" y="2397155"/>
            <a:ext cx="119032" cy="336676"/>
          </a:xfrm>
          <a:prstGeom prst="rect">
            <a:avLst/>
          </a:prstGeom>
          <a:solidFill>
            <a:schemeClr val="accent1">
              <a:lumMod val="75000"/>
            </a:schemeClr>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60" name="Shape 354"/>
          <p:cNvSpPr/>
          <p:nvPr userDrawn="1"/>
        </p:nvSpPr>
        <p:spPr>
          <a:xfrm flipH="1" flipV="1">
            <a:off x="3234598" y="3042902"/>
            <a:ext cx="5756174" cy="1"/>
          </a:xfrm>
          <a:prstGeom prst="line">
            <a:avLst/>
          </a:prstGeom>
          <a:ln w="19050">
            <a:solidFill>
              <a:schemeClr val="bg1">
                <a:lumMod val="85000"/>
              </a:schemeClr>
            </a:solidFill>
            <a:custDash>
              <a:ds d="200000" sp="200000"/>
            </a:custDash>
            <a:miter lim="400000"/>
          </a:ln>
        </p:spPr>
        <p:txBody>
          <a:bodyPr lIns="0" tIns="0" rIns="0" bIns="0"/>
          <a:lstStyle/>
          <a:p>
            <a:pPr defTabSz="228539">
              <a:defRPr sz="1200">
                <a:solidFill>
                  <a:srgbClr val="000000"/>
                </a:solidFill>
                <a:latin typeface="Helvetica"/>
                <a:ea typeface="Helvetica"/>
                <a:cs typeface="Helvetica"/>
                <a:sym typeface="Helvetica"/>
              </a:defRPr>
            </a:pPr>
            <a:endParaRPr dirty="0"/>
          </a:p>
        </p:txBody>
      </p:sp>
      <p:sp>
        <p:nvSpPr>
          <p:cNvPr id="61" name="Shape 355"/>
          <p:cNvSpPr/>
          <p:nvPr userDrawn="1"/>
        </p:nvSpPr>
        <p:spPr>
          <a:xfrm flipH="1" flipV="1">
            <a:off x="1942472" y="4479092"/>
            <a:ext cx="8340429" cy="1"/>
          </a:xfrm>
          <a:prstGeom prst="line">
            <a:avLst/>
          </a:prstGeom>
          <a:ln w="19050">
            <a:solidFill>
              <a:schemeClr val="bg1">
                <a:lumMod val="85000"/>
              </a:schemeClr>
            </a:solidFill>
            <a:custDash>
              <a:ds d="200000" sp="200000"/>
            </a:custDash>
            <a:miter lim="400000"/>
          </a:ln>
        </p:spPr>
        <p:txBody>
          <a:bodyPr lIns="0" tIns="0" rIns="0" bIns="0"/>
          <a:lstStyle/>
          <a:p>
            <a:pPr defTabSz="228539">
              <a:defRPr sz="1200">
                <a:solidFill>
                  <a:srgbClr val="000000"/>
                </a:solidFill>
                <a:latin typeface="Helvetica"/>
                <a:ea typeface="Helvetica"/>
                <a:cs typeface="Helvetica"/>
                <a:sym typeface="Helvetica"/>
              </a:defRPr>
            </a:pPr>
            <a:endParaRPr dirty="0"/>
          </a:p>
        </p:txBody>
      </p:sp>
      <p:sp>
        <p:nvSpPr>
          <p:cNvPr id="71" name="Content Placeholder 20"/>
          <p:cNvSpPr>
            <a:spLocks noGrp="1"/>
          </p:cNvSpPr>
          <p:nvPr>
            <p:ph sz="quarter" idx="44" hasCustomPrompt="1"/>
          </p:nvPr>
        </p:nvSpPr>
        <p:spPr>
          <a:xfrm>
            <a:off x="4955974" y="3761184"/>
            <a:ext cx="854795"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err="1" smtClean="0"/>
              <a:t>Mr.</a:t>
            </a:r>
            <a:r>
              <a:rPr lang="en-GB" dirty="0" smtClean="0"/>
              <a:t> </a:t>
            </a:r>
            <a:r>
              <a:rPr lang="en-GB" dirty="0" err="1" smtClean="0"/>
              <a:t>Phon</a:t>
            </a:r>
            <a:endParaRPr lang="en-GB" dirty="0" smtClean="0"/>
          </a:p>
        </p:txBody>
      </p:sp>
      <p:sp>
        <p:nvSpPr>
          <p:cNvPr id="72" name="Text Placeholder 17"/>
          <p:cNvSpPr>
            <a:spLocks noGrp="1"/>
          </p:cNvSpPr>
          <p:nvPr>
            <p:ph type="body" sz="quarter" idx="45" hasCustomPrompt="1"/>
          </p:nvPr>
        </p:nvSpPr>
        <p:spPr>
          <a:xfrm>
            <a:off x="4955971" y="3993419"/>
            <a:ext cx="980880" cy="367387"/>
          </a:xfrm>
        </p:spPr>
        <p:txBody>
          <a:bodyPr lIns="0" tIns="0" rIns="0" bIns="0">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Owner</a:t>
            </a:r>
          </a:p>
        </p:txBody>
      </p:sp>
      <p:sp>
        <p:nvSpPr>
          <p:cNvPr id="73" name="Content Placeholder 20"/>
          <p:cNvSpPr>
            <a:spLocks noGrp="1"/>
          </p:cNvSpPr>
          <p:nvPr>
            <p:ph sz="quarter" idx="46" hasCustomPrompt="1"/>
          </p:nvPr>
        </p:nvSpPr>
        <p:spPr>
          <a:xfrm>
            <a:off x="3646355" y="5204212"/>
            <a:ext cx="854795"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err="1" smtClean="0"/>
              <a:t>Mr.</a:t>
            </a:r>
            <a:r>
              <a:rPr lang="en-GB" dirty="0" smtClean="0"/>
              <a:t> </a:t>
            </a:r>
            <a:r>
              <a:rPr lang="en-GB" dirty="0" err="1" smtClean="0"/>
              <a:t>Phon</a:t>
            </a:r>
            <a:endParaRPr lang="en-GB" dirty="0" smtClean="0"/>
          </a:p>
        </p:txBody>
      </p:sp>
      <p:sp>
        <p:nvSpPr>
          <p:cNvPr id="74" name="Text Placeholder 17"/>
          <p:cNvSpPr>
            <a:spLocks noGrp="1"/>
          </p:cNvSpPr>
          <p:nvPr>
            <p:ph type="body" sz="quarter" idx="47" hasCustomPrompt="1"/>
          </p:nvPr>
        </p:nvSpPr>
        <p:spPr>
          <a:xfrm>
            <a:off x="3646350" y="5436447"/>
            <a:ext cx="980880" cy="367387"/>
          </a:xfrm>
        </p:spPr>
        <p:txBody>
          <a:bodyPr lIns="0" tIns="0" rIns="0" bIns="0">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Owner</a:t>
            </a:r>
          </a:p>
        </p:txBody>
      </p:sp>
      <p:sp>
        <p:nvSpPr>
          <p:cNvPr id="75" name="Content Placeholder 20"/>
          <p:cNvSpPr>
            <a:spLocks noGrp="1"/>
          </p:cNvSpPr>
          <p:nvPr>
            <p:ph sz="quarter" idx="48" hasCustomPrompt="1"/>
          </p:nvPr>
        </p:nvSpPr>
        <p:spPr>
          <a:xfrm>
            <a:off x="6376686" y="5214721"/>
            <a:ext cx="854795"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err="1" smtClean="0"/>
              <a:t>Mr.</a:t>
            </a:r>
            <a:r>
              <a:rPr lang="en-GB" dirty="0" smtClean="0"/>
              <a:t> </a:t>
            </a:r>
            <a:r>
              <a:rPr lang="en-GB" dirty="0" err="1" smtClean="0"/>
              <a:t>Phon</a:t>
            </a:r>
            <a:endParaRPr lang="en-GB" dirty="0" smtClean="0"/>
          </a:p>
        </p:txBody>
      </p:sp>
      <p:sp>
        <p:nvSpPr>
          <p:cNvPr id="76" name="Text Placeholder 17"/>
          <p:cNvSpPr>
            <a:spLocks noGrp="1"/>
          </p:cNvSpPr>
          <p:nvPr>
            <p:ph type="body" sz="quarter" idx="49" hasCustomPrompt="1"/>
          </p:nvPr>
        </p:nvSpPr>
        <p:spPr>
          <a:xfrm>
            <a:off x="6376682" y="5446956"/>
            <a:ext cx="980880" cy="367387"/>
          </a:xfrm>
        </p:spPr>
        <p:txBody>
          <a:bodyPr lIns="0" tIns="0" rIns="0" bIns="0">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Owner</a:t>
            </a:r>
          </a:p>
        </p:txBody>
      </p:sp>
      <p:sp>
        <p:nvSpPr>
          <p:cNvPr id="77" name="Content Placeholder 20"/>
          <p:cNvSpPr>
            <a:spLocks noGrp="1"/>
          </p:cNvSpPr>
          <p:nvPr>
            <p:ph sz="quarter" idx="50" hasCustomPrompt="1"/>
          </p:nvPr>
        </p:nvSpPr>
        <p:spPr>
          <a:xfrm>
            <a:off x="9147612" y="5214721"/>
            <a:ext cx="854795"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err="1" smtClean="0"/>
              <a:t>Mr.</a:t>
            </a:r>
            <a:r>
              <a:rPr lang="en-GB" dirty="0" smtClean="0"/>
              <a:t> </a:t>
            </a:r>
            <a:r>
              <a:rPr lang="en-GB" dirty="0" err="1" smtClean="0"/>
              <a:t>Phon</a:t>
            </a:r>
            <a:endParaRPr lang="en-GB" dirty="0" smtClean="0"/>
          </a:p>
        </p:txBody>
      </p:sp>
      <p:sp>
        <p:nvSpPr>
          <p:cNvPr id="78" name="Text Placeholder 17"/>
          <p:cNvSpPr>
            <a:spLocks noGrp="1"/>
          </p:cNvSpPr>
          <p:nvPr>
            <p:ph type="body" sz="quarter" idx="51" hasCustomPrompt="1"/>
          </p:nvPr>
        </p:nvSpPr>
        <p:spPr>
          <a:xfrm>
            <a:off x="9147608" y="5446956"/>
            <a:ext cx="980880" cy="367387"/>
          </a:xfrm>
        </p:spPr>
        <p:txBody>
          <a:bodyPr lIns="0" tIns="0" rIns="0" bIns="0">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Owner</a:t>
            </a:r>
          </a:p>
        </p:txBody>
      </p:sp>
      <p:sp>
        <p:nvSpPr>
          <p:cNvPr id="26" name="Picture Placeholder 2"/>
          <p:cNvSpPr>
            <a:spLocks noGrp="1"/>
          </p:cNvSpPr>
          <p:nvPr>
            <p:ph type="pic" sz="quarter" idx="52"/>
          </p:nvPr>
        </p:nvSpPr>
        <p:spPr>
          <a:xfrm>
            <a:off x="6519956" y="3319514"/>
            <a:ext cx="804672" cy="832104"/>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27" name="Shape 338"/>
          <p:cNvSpPr/>
          <p:nvPr userDrawn="1"/>
        </p:nvSpPr>
        <p:spPr>
          <a:xfrm>
            <a:off x="7323623" y="3816655"/>
            <a:ext cx="119032" cy="334963"/>
          </a:xfrm>
          <a:prstGeom prst="rect">
            <a:avLst/>
          </a:prstGeom>
          <a:solidFill>
            <a:srgbClr val="FFC000"/>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8" name="Content Placeholder 20"/>
          <p:cNvSpPr>
            <a:spLocks noGrp="1"/>
          </p:cNvSpPr>
          <p:nvPr>
            <p:ph sz="quarter" idx="53" hasCustomPrompt="1"/>
          </p:nvPr>
        </p:nvSpPr>
        <p:spPr>
          <a:xfrm>
            <a:off x="7589362" y="3761184"/>
            <a:ext cx="854795"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err="1" smtClean="0"/>
              <a:t>Mr.</a:t>
            </a:r>
            <a:r>
              <a:rPr lang="en-GB" dirty="0" smtClean="0"/>
              <a:t> </a:t>
            </a:r>
            <a:r>
              <a:rPr lang="en-GB" dirty="0" err="1" smtClean="0"/>
              <a:t>Phon</a:t>
            </a:r>
            <a:endParaRPr lang="en-GB" dirty="0" smtClean="0"/>
          </a:p>
        </p:txBody>
      </p:sp>
      <p:sp>
        <p:nvSpPr>
          <p:cNvPr id="29" name="Text Placeholder 17"/>
          <p:cNvSpPr>
            <a:spLocks noGrp="1"/>
          </p:cNvSpPr>
          <p:nvPr>
            <p:ph type="body" sz="quarter" idx="54" hasCustomPrompt="1"/>
          </p:nvPr>
        </p:nvSpPr>
        <p:spPr>
          <a:xfrm>
            <a:off x="7589359" y="3993419"/>
            <a:ext cx="980880" cy="367387"/>
          </a:xfrm>
        </p:spPr>
        <p:txBody>
          <a:bodyPr lIns="0" tIns="0" rIns="0" bIns="0">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Owner</a:t>
            </a:r>
          </a:p>
        </p:txBody>
      </p:sp>
    </p:spTree>
    <p:extLst>
      <p:ext uri="{BB962C8B-B14F-4D97-AF65-F5344CB8AC3E}">
        <p14:creationId xmlns:p14="http://schemas.microsoft.com/office/powerpoint/2010/main" val="1534551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68"/>
                                        </p:tgtEl>
                                        <p:attrNameLst>
                                          <p:attrName>style.visibility</p:attrName>
                                        </p:attrNameLst>
                                      </p:cBhvr>
                                      <p:to>
                                        <p:strVal val="visible"/>
                                      </p:to>
                                    </p:set>
                                    <p:animEffect transition="in" filter="fade">
                                      <p:cBhvr>
                                        <p:cTn id="7" dur="500"/>
                                        <p:tgtEl>
                                          <p:spTgt spid="6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left)">
                                      <p:cBhvr>
                                        <p:cTn id="11" dur="500"/>
                                        <p:tgtEl>
                                          <p:spTgt spid="4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wipe(left)">
                                      <p:cBhvr>
                                        <p:cTn id="15" dur="500"/>
                                        <p:tgtEl>
                                          <p:spTgt spid="9">
                                            <p:txEl>
                                              <p:pRg st="0" end="0"/>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animEffect transition="in" filter="dissolve">
                                      <p:cBhvr>
                                        <p:cTn id="19" dur="500"/>
                                        <p:tgtEl>
                                          <p:spTgt spid="10">
                                            <p:txEl>
                                              <p:pRg st="0" end="0"/>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0"/>
                                        </p:tgtEl>
                                        <p:attrNameLst>
                                          <p:attrName>style.visibility</p:attrName>
                                        </p:attrNameLst>
                                      </p:cBhvr>
                                      <p:to>
                                        <p:strVal val="visible"/>
                                      </p:to>
                                    </p:set>
                                    <p:animEffect transition="in" filter="wipe(left)">
                                      <p:cBhvr>
                                        <p:cTn id="23" dur="500"/>
                                        <p:tgtEl>
                                          <p:spTgt spid="60"/>
                                        </p:tgtEl>
                                      </p:cBhvr>
                                    </p:animEffect>
                                  </p:childTnLst>
                                </p:cTn>
                              </p:par>
                            </p:childTnLst>
                          </p:cTn>
                        </p:par>
                        <p:par>
                          <p:cTn id="24" fill="hold">
                            <p:stCondLst>
                              <p:cond delay="2500"/>
                            </p:stCondLst>
                            <p:childTnLst>
                              <p:par>
                                <p:cTn id="25" presetID="10" presetClass="entr" presetSubtype="0" fill="hold" grpId="0" nodeType="afterEffect" nodePh="1">
                                  <p:stCondLst>
                                    <p:cond delay="0"/>
                                  </p:stCondLst>
                                  <p:endCondLst>
                                    <p:cond evt="begin" delay="0">
                                      <p:tn val="25"/>
                                    </p:cond>
                                  </p:endCondLst>
                                  <p:childTnLst>
                                    <p:set>
                                      <p:cBhvr>
                                        <p:cTn id="26" dur="1" fill="hold">
                                          <p:stCondLst>
                                            <p:cond delay="0"/>
                                          </p:stCondLst>
                                        </p:cTn>
                                        <p:tgtEl>
                                          <p:spTgt spid="67"/>
                                        </p:tgtEl>
                                        <p:attrNameLst>
                                          <p:attrName>style.visibility</p:attrName>
                                        </p:attrNameLst>
                                      </p:cBhvr>
                                      <p:to>
                                        <p:strVal val="visible"/>
                                      </p:to>
                                    </p:set>
                                    <p:animEffect transition="in" filter="fade">
                                      <p:cBhvr>
                                        <p:cTn id="27" dur="500"/>
                                        <p:tgtEl>
                                          <p:spTgt spid="67"/>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500"/>
                                        <p:tgtEl>
                                          <p:spTgt spid="45"/>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71">
                                            <p:txEl>
                                              <p:pRg st="0" end="0"/>
                                            </p:txEl>
                                          </p:spTgt>
                                        </p:tgtEl>
                                        <p:attrNameLst>
                                          <p:attrName>style.visibility</p:attrName>
                                        </p:attrNameLst>
                                      </p:cBhvr>
                                      <p:to>
                                        <p:strVal val="visible"/>
                                      </p:to>
                                    </p:set>
                                    <p:animEffect transition="in" filter="wipe(left)">
                                      <p:cBhvr>
                                        <p:cTn id="35" dur="500"/>
                                        <p:tgtEl>
                                          <p:spTgt spid="71">
                                            <p:txEl>
                                              <p:pRg st="0" end="0"/>
                                            </p:txEl>
                                          </p:spTgt>
                                        </p:tgtEl>
                                      </p:cBhvr>
                                    </p:animEffect>
                                  </p:childTnLst>
                                </p:cTn>
                              </p:par>
                            </p:childTnLst>
                          </p:cTn>
                        </p:par>
                        <p:par>
                          <p:cTn id="36" fill="hold">
                            <p:stCondLst>
                              <p:cond delay="4000"/>
                            </p:stCondLst>
                            <p:childTnLst>
                              <p:par>
                                <p:cTn id="37" presetID="9" presetClass="entr" presetSubtype="0" fill="hold" grpId="0" nodeType="afterEffect">
                                  <p:stCondLst>
                                    <p:cond delay="0"/>
                                  </p:stCondLst>
                                  <p:childTnLst>
                                    <p:set>
                                      <p:cBhvr>
                                        <p:cTn id="38" dur="1" fill="hold">
                                          <p:stCondLst>
                                            <p:cond delay="0"/>
                                          </p:stCondLst>
                                        </p:cTn>
                                        <p:tgtEl>
                                          <p:spTgt spid="72">
                                            <p:txEl>
                                              <p:pRg st="0" end="0"/>
                                            </p:txEl>
                                          </p:spTgt>
                                        </p:tgtEl>
                                        <p:attrNameLst>
                                          <p:attrName>style.visibility</p:attrName>
                                        </p:attrNameLst>
                                      </p:cBhvr>
                                      <p:to>
                                        <p:strVal val="visible"/>
                                      </p:to>
                                    </p:set>
                                    <p:animEffect transition="in" filter="dissolve">
                                      <p:cBhvr>
                                        <p:cTn id="39" dur="500"/>
                                        <p:tgtEl>
                                          <p:spTgt spid="72">
                                            <p:txEl>
                                              <p:pRg st="0" end="0"/>
                                            </p:txEl>
                                          </p:spTgt>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wipe(left)">
                                      <p:cBhvr>
                                        <p:cTn id="43" dur="500"/>
                                        <p:tgtEl>
                                          <p:spTgt spid="61"/>
                                        </p:tgtEl>
                                      </p:cBhvr>
                                    </p:animEffect>
                                  </p:childTnLst>
                                </p:cTn>
                              </p:par>
                            </p:childTnLst>
                          </p:cTn>
                        </p:par>
                        <p:par>
                          <p:cTn id="44" fill="hold">
                            <p:stCondLst>
                              <p:cond delay="5000"/>
                            </p:stCondLst>
                            <p:childTnLst>
                              <p:par>
                                <p:cTn id="45" presetID="10" presetClass="entr" presetSubtype="0" fill="hold" grpId="0" nodeType="afterEffect" nodePh="1">
                                  <p:stCondLst>
                                    <p:cond delay="0"/>
                                  </p:stCondLst>
                                  <p:endCondLst>
                                    <p:cond evt="begin" delay="0">
                                      <p:tn val="45"/>
                                    </p:cond>
                                  </p:endCondLst>
                                  <p:childTnLst>
                                    <p:set>
                                      <p:cBhvr>
                                        <p:cTn id="46" dur="1" fill="hold">
                                          <p:stCondLst>
                                            <p:cond delay="0"/>
                                          </p:stCondLst>
                                        </p:cTn>
                                        <p:tgtEl>
                                          <p:spTgt spid="58"/>
                                        </p:tgtEl>
                                        <p:attrNameLst>
                                          <p:attrName>style.visibility</p:attrName>
                                        </p:attrNameLst>
                                      </p:cBhvr>
                                      <p:to>
                                        <p:strVal val="visible"/>
                                      </p:to>
                                    </p:set>
                                    <p:animEffect transition="in" filter="fade">
                                      <p:cBhvr>
                                        <p:cTn id="47" dur="500"/>
                                        <p:tgtEl>
                                          <p:spTgt spid="58"/>
                                        </p:tgtEl>
                                      </p:cBhvr>
                                    </p:animEffect>
                                  </p:childTnLst>
                                </p:cTn>
                              </p:par>
                            </p:childTnLst>
                          </p:cTn>
                        </p:par>
                        <p:par>
                          <p:cTn id="48" fill="hold">
                            <p:stCondLst>
                              <p:cond delay="5500"/>
                            </p:stCondLst>
                            <p:childTnLst>
                              <p:par>
                                <p:cTn id="49" presetID="22" presetClass="entr" presetSubtype="8" fill="hold" grpId="0" nodeType="after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wipe(left)">
                                      <p:cBhvr>
                                        <p:cTn id="51" dur="500"/>
                                        <p:tgtEl>
                                          <p:spTgt spid="44"/>
                                        </p:tgtEl>
                                      </p:cBhvr>
                                    </p:animEffect>
                                  </p:childTnLst>
                                </p:cTn>
                              </p:par>
                            </p:childTnLst>
                          </p:cTn>
                        </p:par>
                        <p:par>
                          <p:cTn id="52" fill="hold">
                            <p:stCondLst>
                              <p:cond delay="6000"/>
                            </p:stCondLst>
                            <p:childTnLst>
                              <p:par>
                                <p:cTn id="53" presetID="22" presetClass="entr" presetSubtype="8" fill="hold" grpId="0" nodeType="afterEffect">
                                  <p:stCondLst>
                                    <p:cond delay="0"/>
                                  </p:stCondLst>
                                  <p:childTnLst>
                                    <p:set>
                                      <p:cBhvr>
                                        <p:cTn id="54" dur="1" fill="hold">
                                          <p:stCondLst>
                                            <p:cond delay="0"/>
                                          </p:stCondLst>
                                        </p:cTn>
                                        <p:tgtEl>
                                          <p:spTgt spid="73">
                                            <p:txEl>
                                              <p:pRg st="0" end="0"/>
                                            </p:txEl>
                                          </p:spTgt>
                                        </p:tgtEl>
                                        <p:attrNameLst>
                                          <p:attrName>style.visibility</p:attrName>
                                        </p:attrNameLst>
                                      </p:cBhvr>
                                      <p:to>
                                        <p:strVal val="visible"/>
                                      </p:to>
                                    </p:set>
                                    <p:animEffect transition="in" filter="wipe(left)">
                                      <p:cBhvr>
                                        <p:cTn id="55" dur="500"/>
                                        <p:tgtEl>
                                          <p:spTgt spid="73">
                                            <p:txEl>
                                              <p:pRg st="0" end="0"/>
                                            </p:txEl>
                                          </p:spTgt>
                                        </p:tgtEl>
                                      </p:cBhvr>
                                    </p:animEffect>
                                  </p:childTnLst>
                                </p:cTn>
                              </p:par>
                            </p:childTnLst>
                          </p:cTn>
                        </p:par>
                        <p:par>
                          <p:cTn id="56" fill="hold">
                            <p:stCondLst>
                              <p:cond delay="6500"/>
                            </p:stCondLst>
                            <p:childTnLst>
                              <p:par>
                                <p:cTn id="57" presetID="9" presetClass="entr" presetSubtype="0" fill="hold" grpId="0" nodeType="afterEffect">
                                  <p:stCondLst>
                                    <p:cond delay="0"/>
                                  </p:stCondLst>
                                  <p:childTnLst>
                                    <p:set>
                                      <p:cBhvr>
                                        <p:cTn id="58" dur="1" fill="hold">
                                          <p:stCondLst>
                                            <p:cond delay="0"/>
                                          </p:stCondLst>
                                        </p:cTn>
                                        <p:tgtEl>
                                          <p:spTgt spid="74">
                                            <p:txEl>
                                              <p:pRg st="0" end="0"/>
                                            </p:txEl>
                                          </p:spTgt>
                                        </p:tgtEl>
                                        <p:attrNameLst>
                                          <p:attrName>style.visibility</p:attrName>
                                        </p:attrNameLst>
                                      </p:cBhvr>
                                      <p:to>
                                        <p:strVal val="visible"/>
                                      </p:to>
                                    </p:set>
                                    <p:animEffect transition="in" filter="dissolve">
                                      <p:cBhvr>
                                        <p:cTn id="59" dur="500"/>
                                        <p:tgtEl>
                                          <p:spTgt spid="74">
                                            <p:txEl>
                                              <p:pRg st="0" end="0"/>
                                            </p:txEl>
                                          </p:spTgt>
                                        </p:tgtEl>
                                      </p:cBhvr>
                                    </p:animEffect>
                                  </p:childTnLst>
                                </p:cTn>
                              </p:par>
                            </p:childTnLst>
                          </p:cTn>
                        </p:par>
                        <p:par>
                          <p:cTn id="60" fill="hold">
                            <p:stCondLst>
                              <p:cond delay="7000"/>
                            </p:stCondLst>
                            <p:childTnLst>
                              <p:par>
                                <p:cTn id="61" presetID="10" presetClass="entr" presetSubtype="0" fill="hold" grpId="0" nodeType="afterEffect" nodePh="1">
                                  <p:stCondLst>
                                    <p:cond delay="0"/>
                                  </p:stCondLst>
                                  <p:endCondLst>
                                    <p:cond evt="begin" delay="0">
                                      <p:tn val="61"/>
                                    </p:cond>
                                  </p:endCondLst>
                                  <p:childTnLst>
                                    <p:set>
                                      <p:cBhvr>
                                        <p:cTn id="62" dur="1" fill="hold">
                                          <p:stCondLst>
                                            <p:cond delay="0"/>
                                          </p:stCondLst>
                                        </p:cTn>
                                        <p:tgtEl>
                                          <p:spTgt spid="69"/>
                                        </p:tgtEl>
                                        <p:attrNameLst>
                                          <p:attrName>style.visibility</p:attrName>
                                        </p:attrNameLst>
                                      </p:cBhvr>
                                      <p:to>
                                        <p:strVal val="visible"/>
                                      </p:to>
                                    </p:set>
                                    <p:animEffect transition="in" filter="fade">
                                      <p:cBhvr>
                                        <p:cTn id="63" dur="500"/>
                                        <p:tgtEl>
                                          <p:spTgt spid="69"/>
                                        </p:tgtEl>
                                      </p:cBhvr>
                                    </p:animEffect>
                                  </p:childTnLst>
                                </p:cTn>
                              </p:par>
                            </p:childTnLst>
                          </p:cTn>
                        </p:par>
                        <p:par>
                          <p:cTn id="64" fill="hold">
                            <p:stCondLst>
                              <p:cond delay="7500"/>
                            </p:stCondLst>
                            <p:childTnLst>
                              <p:par>
                                <p:cTn id="65" presetID="22" presetClass="entr" presetSubtype="8" fill="hold" grpId="0" nodeType="after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wipe(left)">
                                      <p:cBhvr>
                                        <p:cTn id="67" dur="500"/>
                                        <p:tgtEl>
                                          <p:spTgt spid="43"/>
                                        </p:tgtEl>
                                      </p:cBhvr>
                                    </p:animEffect>
                                  </p:childTnLst>
                                </p:cTn>
                              </p:par>
                            </p:childTnLst>
                          </p:cTn>
                        </p:par>
                        <p:par>
                          <p:cTn id="68" fill="hold">
                            <p:stCondLst>
                              <p:cond delay="8000"/>
                            </p:stCondLst>
                            <p:childTnLst>
                              <p:par>
                                <p:cTn id="69" presetID="22" presetClass="entr" presetSubtype="8" fill="hold" grpId="0" nodeType="afterEffect">
                                  <p:stCondLst>
                                    <p:cond delay="0"/>
                                  </p:stCondLst>
                                  <p:childTnLst>
                                    <p:set>
                                      <p:cBhvr>
                                        <p:cTn id="70" dur="1" fill="hold">
                                          <p:stCondLst>
                                            <p:cond delay="0"/>
                                          </p:stCondLst>
                                        </p:cTn>
                                        <p:tgtEl>
                                          <p:spTgt spid="75">
                                            <p:txEl>
                                              <p:pRg st="0" end="0"/>
                                            </p:txEl>
                                          </p:spTgt>
                                        </p:tgtEl>
                                        <p:attrNameLst>
                                          <p:attrName>style.visibility</p:attrName>
                                        </p:attrNameLst>
                                      </p:cBhvr>
                                      <p:to>
                                        <p:strVal val="visible"/>
                                      </p:to>
                                    </p:set>
                                    <p:animEffect transition="in" filter="wipe(left)">
                                      <p:cBhvr>
                                        <p:cTn id="71" dur="500"/>
                                        <p:tgtEl>
                                          <p:spTgt spid="75">
                                            <p:txEl>
                                              <p:pRg st="0" end="0"/>
                                            </p:txEl>
                                          </p:spTgt>
                                        </p:tgtEl>
                                      </p:cBhvr>
                                    </p:animEffect>
                                  </p:childTnLst>
                                </p:cTn>
                              </p:par>
                            </p:childTnLst>
                          </p:cTn>
                        </p:par>
                        <p:par>
                          <p:cTn id="72" fill="hold">
                            <p:stCondLst>
                              <p:cond delay="8500"/>
                            </p:stCondLst>
                            <p:childTnLst>
                              <p:par>
                                <p:cTn id="73" presetID="9" presetClass="entr" presetSubtype="0" fill="hold" grpId="0" nodeType="afterEffect">
                                  <p:stCondLst>
                                    <p:cond delay="0"/>
                                  </p:stCondLst>
                                  <p:childTnLst>
                                    <p:set>
                                      <p:cBhvr>
                                        <p:cTn id="74" dur="1" fill="hold">
                                          <p:stCondLst>
                                            <p:cond delay="0"/>
                                          </p:stCondLst>
                                        </p:cTn>
                                        <p:tgtEl>
                                          <p:spTgt spid="76">
                                            <p:txEl>
                                              <p:pRg st="0" end="0"/>
                                            </p:txEl>
                                          </p:spTgt>
                                        </p:tgtEl>
                                        <p:attrNameLst>
                                          <p:attrName>style.visibility</p:attrName>
                                        </p:attrNameLst>
                                      </p:cBhvr>
                                      <p:to>
                                        <p:strVal val="visible"/>
                                      </p:to>
                                    </p:set>
                                    <p:animEffect transition="in" filter="dissolve">
                                      <p:cBhvr>
                                        <p:cTn id="75" dur="500"/>
                                        <p:tgtEl>
                                          <p:spTgt spid="76">
                                            <p:txEl>
                                              <p:pRg st="0" end="0"/>
                                            </p:txEl>
                                          </p:spTgt>
                                        </p:tgtEl>
                                      </p:cBhvr>
                                    </p:animEffect>
                                  </p:childTnLst>
                                </p:cTn>
                              </p:par>
                            </p:childTnLst>
                          </p:cTn>
                        </p:par>
                        <p:par>
                          <p:cTn id="76" fill="hold">
                            <p:stCondLst>
                              <p:cond delay="9000"/>
                            </p:stCondLst>
                            <p:childTnLst>
                              <p:par>
                                <p:cTn id="77" presetID="10" presetClass="entr" presetSubtype="0" fill="hold" grpId="0" nodeType="afterEffect" nodePh="1">
                                  <p:stCondLst>
                                    <p:cond delay="0"/>
                                  </p:stCondLst>
                                  <p:endCondLst>
                                    <p:cond evt="begin" delay="0">
                                      <p:tn val="77"/>
                                    </p:cond>
                                  </p:endCondLst>
                                  <p:childTnLst>
                                    <p:set>
                                      <p:cBhvr>
                                        <p:cTn id="78" dur="1" fill="hold">
                                          <p:stCondLst>
                                            <p:cond delay="0"/>
                                          </p:stCondLst>
                                        </p:cTn>
                                        <p:tgtEl>
                                          <p:spTgt spid="70"/>
                                        </p:tgtEl>
                                        <p:attrNameLst>
                                          <p:attrName>style.visibility</p:attrName>
                                        </p:attrNameLst>
                                      </p:cBhvr>
                                      <p:to>
                                        <p:strVal val="visible"/>
                                      </p:to>
                                    </p:set>
                                    <p:animEffect transition="in" filter="fade">
                                      <p:cBhvr>
                                        <p:cTn id="79" dur="500"/>
                                        <p:tgtEl>
                                          <p:spTgt spid="70"/>
                                        </p:tgtEl>
                                      </p:cBhvr>
                                    </p:animEffect>
                                  </p:childTnLst>
                                </p:cTn>
                              </p:par>
                            </p:childTnLst>
                          </p:cTn>
                        </p:par>
                        <p:par>
                          <p:cTn id="80" fill="hold">
                            <p:stCondLst>
                              <p:cond delay="9500"/>
                            </p:stCondLst>
                            <p:childTnLst>
                              <p:par>
                                <p:cTn id="81" presetID="22" presetClass="entr" presetSubtype="8" fill="hold" grpId="0"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wipe(left)">
                                      <p:cBhvr>
                                        <p:cTn id="83" dur="500"/>
                                        <p:tgtEl>
                                          <p:spTgt spid="42"/>
                                        </p:tgtEl>
                                      </p:cBhvr>
                                    </p:animEffect>
                                  </p:childTnLst>
                                </p:cTn>
                              </p:par>
                            </p:childTnLst>
                          </p:cTn>
                        </p:par>
                        <p:par>
                          <p:cTn id="84" fill="hold">
                            <p:stCondLst>
                              <p:cond delay="10000"/>
                            </p:stCondLst>
                            <p:childTnLst>
                              <p:par>
                                <p:cTn id="85" presetID="22" presetClass="entr" presetSubtype="8" fill="hold" grpId="0" nodeType="afterEffect">
                                  <p:stCondLst>
                                    <p:cond delay="0"/>
                                  </p:stCondLst>
                                  <p:childTnLst>
                                    <p:set>
                                      <p:cBhvr>
                                        <p:cTn id="86" dur="1" fill="hold">
                                          <p:stCondLst>
                                            <p:cond delay="0"/>
                                          </p:stCondLst>
                                        </p:cTn>
                                        <p:tgtEl>
                                          <p:spTgt spid="77">
                                            <p:txEl>
                                              <p:pRg st="0" end="0"/>
                                            </p:txEl>
                                          </p:spTgt>
                                        </p:tgtEl>
                                        <p:attrNameLst>
                                          <p:attrName>style.visibility</p:attrName>
                                        </p:attrNameLst>
                                      </p:cBhvr>
                                      <p:to>
                                        <p:strVal val="visible"/>
                                      </p:to>
                                    </p:set>
                                    <p:animEffect transition="in" filter="wipe(left)">
                                      <p:cBhvr>
                                        <p:cTn id="87" dur="500"/>
                                        <p:tgtEl>
                                          <p:spTgt spid="77">
                                            <p:txEl>
                                              <p:pRg st="0" end="0"/>
                                            </p:txEl>
                                          </p:spTgt>
                                        </p:tgtEl>
                                      </p:cBhvr>
                                    </p:animEffect>
                                  </p:childTnLst>
                                </p:cTn>
                              </p:par>
                            </p:childTnLst>
                          </p:cTn>
                        </p:par>
                        <p:par>
                          <p:cTn id="88" fill="hold">
                            <p:stCondLst>
                              <p:cond delay="10500"/>
                            </p:stCondLst>
                            <p:childTnLst>
                              <p:par>
                                <p:cTn id="89" presetID="9" presetClass="entr" presetSubtype="0" fill="hold" grpId="0" nodeType="afterEffect">
                                  <p:stCondLst>
                                    <p:cond delay="0"/>
                                  </p:stCondLst>
                                  <p:childTnLst>
                                    <p:set>
                                      <p:cBhvr>
                                        <p:cTn id="90" dur="1" fill="hold">
                                          <p:stCondLst>
                                            <p:cond delay="0"/>
                                          </p:stCondLst>
                                        </p:cTn>
                                        <p:tgtEl>
                                          <p:spTgt spid="78">
                                            <p:txEl>
                                              <p:pRg st="0" end="0"/>
                                            </p:txEl>
                                          </p:spTgt>
                                        </p:tgtEl>
                                        <p:attrNameLst>
                                          <p:attrName>style.visibility</p:attrName>
                                        </p:attrNameLst>
                                      </p:cBhvr>
                                      <p:to>
                                        <p:strVal val="visible"/>
                                      </p:to>
                                    </p:set>
                                    <p:animEffect transition="in" filter="dissolve">
                                      <p:cBhvr>
                                        <p:cTn id="91" dur="500"/>
                                        <p:tgtEl>
                                          <p:spTgt spid="78">
                                            <p:txEl>
                                              <p:pRg st="0" end="0"/>
                                            </p:txEl>
                                          </p:spTgt>
                                        </p:tgtEl>
                                      </p:cBhvr>
                                    </p:animEffect>
                                  </p:childTnLst>
                                </p:cTn>
                              </p:par>
                            </p:childTnLst>
                          </p:cTn>
                        </p:par>
                        <p:par>
                          <p:cTn id="92" fill="hold">
                            <p:stCondLst>
                              <p:cond delay="11000"/>
                            </p:stCondLst>
                            <p:childTnLst>
                              <p:par>
                                <p:cTn id="93" presetID="10" presetClass="entr" presetSubtype="0" fill="hold" grpId="0" nodeType="afterEffect" nodePh="1">
                                  <p:stCondLst>
                                    <p:cond delay="0"/>
                                  </p:stCondLst>
                                  <p:endCondLst>
                                    <p:cond evt="begin" delay="0">
                                      <p:tn val="93"/>
                                    </p:cond>
                                  </p:endCondLst>
                                  <p:childTnLst>
                                    <p:set>
                                      <p:cBhvr>
                                        <p:cTn id="94" dur="1" fill="hold">
                                          <p:stCondLst>
                                            <p:cond delay="0"/>
                                          </p:stCondLst>
                                        </p:cTn>
                                        <p:tgtEl>
                                          <p:spTgt spid="26"/>
                                        </p:tgtEl>
                                        <p:attrNameLst>
                                          <p:attrName>style.visibility</p:attrName>
                                        </p:attrNameLst>
                                      </p:cBhvr>
                                      <p:to>
                                        <p:strVal val="visible"/>
                                      </p:to>
                                    </p:set>
                                    <p:animEffect transition="in" filter="fade">
                                      <p:cBhvr>
                                        <p:cTn id="95" dur="500"/>
                                        <p:tgtEl>
                                          <p:spTgt spid="26"/>
                                        </p:tgtEl>
                                      </p:cBhvr>
                                    </p:animEffect>
                                  </p:childTnLst>
                                </p:cTn>
                              </p:par>
                            </p:childTnLst>
                          </p:cTn>
                        </p:par>
                        <p:par>
                          <p:cTn id="96" fill="hold">
                            <p:stCondLst>
                              <p:cond delay="11500"/>
                            </p:stCondLst>
                            <p:childTnLst>
                              <p:par>
                                <p:cTn id="97" presetID="22" presetClass="entr" presetSubtype="8" fill="hold" grpId="0" nodeType="afterEffect">
                                  <p:stCondLst>
                                    <p:cond delay="0"/>
                                  </p:stCondLst>
                                  <p:childTnLst>
                                    <p:set>
                                      <p:cBhvr>
                                        <p:cTn id="98" dur="1" fill="hold">
                                          <p:stCondLst>
                                            <p:cond delay="0"/>
                                          </p:stCondLst>
                                        </p:cTn>
                                        <p:tgtEl>
                                          <p:spTgt spid="27"/>
                                        </p:tgtEl>
                                        <p:attrNameLst>
                                          <p:attrName>style.visibility</p:attrName>
                                        </p:attrNameLst>
                                      </p:cBhvr>
                                      <p:to>
                                        <p:strVal val="visible"/>
                                      </p:to>
                                    </p:set>
                                    <p:animEffect transition="in" filter="wipe(left)">
                                      <p:cBhvr>
                                        <p:cTn id="99" dur="500"/>
                                        <p:tgtEl>
                                          <p:spTgt spid="27"/>
                                        </p:tgtEl>
                                      </p:cBhvr>
                                    </p:animEffect>
                                  </p:childTnLst>
                                </p:cTn>
                              </p:par>
                            </p:childTnLst>
                          </p:cTn>
                        </p:par>
                        <p:par>
                          <p:cTn id="100" fill="hold">
                            <p:stCondLst>
                              <p:cond delay="12000"/>
                            </p:stCondLst>
                            <p:childTnLst>
                              <p:par>
                                <p:cTn id="101" presetID="22" presetClass="entr" presetSubtype="8" fill="hold" grpId="0" nodeType="afterEffect">
                                  <p:stCondLst>
                                    <p:cond delay="0"/>
                                  </p:stCondLst>
                                  <p:childTnLst>
                                    <p:set>
                                      <p:cBhvr>
                                        <p:cTn id="102" dur="1" fill="hold">
                                          <p:stCondLst>
                                            <p:cond delay="0"/>
                                          </p:stCondLst>
                                        </p:cTn>
                                        <p:tgtEl>
                                          <p:spTgt spid="28">
                                            <p:txEl>
                                              <p:pRg st="0" end="0"/>
                                            </p:txEl>
                                          </p:spTgt>
                                        </p:tgtEl>
                                        <p:attrNameLst>
                                          <p:attrName>style.visibility</p:attrName>
                                        </p:attrNameLst>
                                      </p:cBhvr>
                                      <p:to>
                                        <p:strVal val="visible"/>
                                      </p:to>
                                    </p:set>
                                    <p:animEffect transition="in" filter="wipe(left)">
                                      <p:cBhvr>
                                        <p:cTn id="103" dur="500"/>
                                        <p:tgtEl>
                                          <p:spTgt spid="28">
                                            <p:txEl>
                                              <p:pRg st="0" end="0"/>
                                            </p:txEl>
                                          </p:spTgt>
                                        </p:tgtEl>
                                      </p:cBhvr>
                                    </p:animEffect>
                                  </p:childTnLst>
                                </p:cTn>
                              </p:par>
                            </p:childTnLst>
                          </p:cTn>
                        </p:par>
                        <p:par>
                          <p:cTn id="104" fill="hold">
                            <p:stCondLst>
                              <p:cond delay="12500"/>
                            </p:stCondLst>
                            <p:childTnLst>
                              <p:par>
                                <p:cTn id="105" presetID="9" presetClass="entr" presetSubtype="0" fill="hold" grpId="0" nodeType="afterEffect">
                                  <p:stCondLst>
                                    <p:cond delay="0"/>
                                  </p:stCondLst>
                                  <p:childTnLst>
                                    <p:set>
                                      <p:cBhvr>
                                        <p:cTn id="106" dur="1" fill="hold">
                                          <p:stCondLst>
                                            <p:cond delay="0"/>
                                          </p:stCondLst>
                                        </p:cTn>
                                        <p:tgtEl>
                                          <p:spTgt spid="29">
                                            <p:txEl>
                                              <p:pRg st="0" end="0"/>
                                            </p:txEl>
                                          </p:spTgt>
                                        </p:tgtEl>
                                        <p:attrNameLst>
                                          <p:attrName>style.visibility</p:attrName>
                                        </p:attrNameLst>
                                      </p:cBhvr>
                                      <p:to>
                                        <p:strVal val="visible"/>
                                      </p:to>
                                    </p:set>
                                    <p:animEffect transition="in" filter="dissolve">
                                      <p:cBhvr>
                                        <p:cTn id="107"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22" presetClass="entr" presetSubtype="8"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wipe(left)">
                      <p:cBhvr>
                        <p:cTn dur="500"/>
                        <p:tgtEl>
                          <p:spTgt spid="9"/>
                        </p:tgtEl>
                      </p:cBhvr>
                    </p:animEffect>
                  </p:childTnLst>
                </p:cTn>
              </p:par>
            </p:tnLst>
          </p:tmpl>
        </p:tmplLst>
      </p:bldP>
      <p:bldP spid="10" grpId="0" build="p">
        <p:tmplLst>
          <p:tmpl lvl="1">
            <p:tnLst>
              <p:par>
                <p:cTn presetID="9"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dissolve">
                      <p:cBhvr>
                        <p:cTn dur="500"/>
                        <p:tgtEl>
                          <p:spTgt spid="10"/>
                        </p:tgtEl>
                      </p:cBhvr>
                    </p:animEffect>
                  </p:childTnLst>
                </p:cTn>
              </p:par>
            </p:tnLst>
          </p:tmpl>
        </p:tmplLst>
      </p:bldP>
      <p:bldP spid="70" grpId="0"/>
      <p:bldP spid="69" grpId="0"/>
      <p:bldP spid="68" grpId="0"/>
      <p:bldP spid="67" grpId="0"/>
      <p:bldP spid="58" grpId="0"/>
      <p:bldP spid="42" grpId="0" animBg="1"/>
      <p:bldP spid="43" grpId="0" animBg="1"/>
      <p:bldP spid="44" grpId="0" animBg="1"/>
      <p:bldP spid="45" grpId="0" animBg="1"/>
      <p:bldP spid="46" grpId="0" animBg="1"/>
      <p:bldP spid="60" grpId="0" animBg="1"/>
      <p:bldP spid="61" grpId="0" animBg="1"/>
      <p:bldP spid="71" grpId="0" build="p">
        <p:tmplLst>
          <p:tmpl lvl="1">
            <p:tnLst>
              <p:par>
                <p:cTn presetID="22" presetClass="entr" presetSubtype="8" fill="hold" nodeType="afterEffect">
                  <p:stCondLst>
                    <p:cond delay="0"/>
                  </p:stCondLst>
                  <p:childTnLst>
                    <p:set>
                      <p:cBhvr>
                        <p:cTn dur="1" fill="hold">
                          <p:stCondLst>
                            <p:cond delay="0"/>
                          </p:stCondLst>
                        </p:cTn>
                        <p:tgtEl>
                          <p:spTgt spid="71"/>
                        </p:tgtEl>
                        <p:attrNameLst>
                          <p:attrName>style.visibility</p:attrName>
                        </p:attrNameLst>
                      </p:cBhvr>
                      <p:to>
                        <p:strVal val="visible"/>
                      </p:to>
                    </p:set>
                    <p:animEffect transition="in" filter="wipe(left)">
                      <p:cBhvr>
                        <p:cTn dur="500"/>
                        <p:tgtEl>
                          <p:spTgt spid="71"/>
                        </p:tgtEl>
                      </p:cBhvr>
                    </p:animEffect>
                  </p:childTnLst>
                </p:cTn>
              </p:par>
            </p:tnLst>
          </p:tmpl>
        </p:tmplLst>
      </p:bldP>
      <p:bldP spid="72" grpId="0" build="p">
        <p:tmplLst>
          <p:tmpl lvl="1">
            <p:tnLst>
              <p:par>
                <p:cTn presetID="9" presetClass="entr" presetSubtype="0" fill="hold" nodeType="after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dissolve">
                      <p:cBhvr>
                        <p:cTn dur="500"/>
                        <p:tgtEl>
                          <p:spTgt spid="72"/>
                        </p:tgtEl>
                      </p:cBhvr>
                    </p:animEffect>
                  </p:childTnLst>
                </p:cTn>
              </p:par>
            </p:tnLst>
          </p:tmpl>
        </p:tmplLst>
      </p:bldP>
      <p:bldP spid="73" grpId="0" build="p">
        <p:tmplLst>
          <p:tmpl lvl="1">
            <p:tnLst>
              <p:par>
                <p:cTn presetID="22" presetClass="entr" presetSubtype="8" fill="hold" nodeType="afterEffect">
                  <p:stCondLst>
                    <p:cond delay="0"/>
                  </p:stCondLst>
                  <p:childTnLst>
                    <p:set>
                      <p:cBhvr>
                        <p:cTn dur="1" fill="hold">
                          <p:stCondLst>
                            <p:cond delay="0"/>
                          </p:stCondLst>
                        </p:cTn>
                        <p:tgtEl>
                          <p:spTgt spid="73"/>
                        </p:tgtEl>
                        <p:attrNameLst>
                          <p:attrName>style.visibility</p:attrName>
                        </p:attrNameLst>
                      </p:cBhvr>
                      <p:to>
                        <p:strVal val="visible"/>
                      </p:to>
                    </p:set>
                    <p:animEffect transition="in" filter="wipe(left)">
                      <p:cBhvr>
                        <p:cTn dur="500"/>
                        <p:tgtEl>
                          <p:spTgt spid="73"/>
                        </p:tgtEl>
                      </p:cBhvr>
                    </p:animEffect>
                  </p:childTnLst>
                </p:cTn>
              </p:par>
            </p:tnLst>
          </p:tmpl>
        </p:tmplLst>
      </p:bldP>
      <p:bldP spid="74" grpId="0" build="p">
        <p:tmplLst>
          <p:tmpl lvl="1">
            <p:tnLst>
              <p:par>
                <p:cTn presetID="9" presetClass="entr" presetSubtype="0" fill="hold" nodeType="afterEffect">
                  <p:stCondLst>
                    <p:cond delay="0"/>
                  </p:stCondLst>
                  <p:childTnLst>
                    <p:set>
                      <p:cBhvr>
                        <p:cTn dur="1" fill="hold">
                          <p:stCondLst>
                            <p:cond delay="0"/>
                          </p:stCondLst>
                        </p:cTn>
                        <p:tgtEl>
                          <p:spTgt spid="74"/>
                        </p:tgtEl>
                        <p:attrNameLst>
                          <p:attrName>style.visibility</p:attrName>
                        </p:attrNameLst>
                      </p:cBhvr>
                      <p:to>
                        <p:strVal val="visible"/>
                      </p:to>
                    </p:set>
                    <p:animEffect transition="in" filter="dissolve">
                      <p:cBhvr>
                        <p:cTn dur="500"/>
                        <p:tgtEl>
                          <p:spTgt spid="74"/>
                        </p:tgtEl>
                      </p:cBhvr>
                    </p:animEffect>
                  </p:childTnLst>
                </p:cTn>
              </p:par>
            </p:tnLst>
          </p:tmpl>
        </p:tmplLst>
      </p:bldP>
      <p:bldP spid="75" grpId="0" build="p">
        <p:tmplLst>
          <p:tmpl lvl="1">
            <p:tnLst>
              <p:par>
                <p:cTn presetID="22" presetClass="entr" presetSubtype="8" fill="hold" nodeType="after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wipe(left)">
                      <p:cBhvr>
                        <p:cTn dur="500"/>
                        <p:tgtEl>
                          <p:spTgt spid="75"/>
                        </p:tgtEl>
                      </p:cBhvr>
                    </p:animEffect>
                  </p:childTnLst>
                </p:cTn>
              </p:par>
            </p:tnLst>
          </p:tmpl>
        </p:tmplLst>
      </p:bldP>
      <p:bldP spid="76" grpId="0" build="p">
        <p:tmplLst>
          <p:tmpl lvl="1">
            <p:tnLst>
              <p:par>
                <p:cTn presetID="9" presetClass="entr" presetSubtype="0" fill="hold" nodeType="afterEffect">
                  <p:stCondLst>
                    <p:cond delay="0"/>
                  </p:stCondLst>
                  <p:childTnLst>
                    <p:set>
                      <p:cBhvr>
                        <p:cTn dur="1" fill="hold">
                          <p:stCondLst>
                            <p:cond delay="0"/>
                          </p:stCondLst>
                        </p:cTn>
                        <p:tgtEl>
                          <p:spTgt spid="76"/>
                        </p:tgtEl>
                        <p:attrNameLst>
                          <p:attrName>style.visibility</p:attrName>
                        </p:attrNameLst>
                      </p:cBhvr>
                      <p:to>
                        <p:strVal val="visible"/>
                      </p:to>
                    </p:set>
                    <p:animEffect transition="in" filter="dissolve">
                      <p:cBhvr>
                        <p:cTn dur="500"/>
                        <p:tgtEl>
                          <p:spTgt spid="76"/>
                        </p:tgtEl>
                      </p:cBhvr>
                    </p:animEffect>
                  </p:childTnLst>
                </p:cTn>
              </p:par>
            </p:tnLst>
          </p:tmpl>
        </p:tmplLst>
      </p:bldP>
      <p:bldP spid="77" grpId="0" build="p">
        <p:tmplLst>
          <p:tmpl lvl="1">
            <p:tnLst>
              <p:par>
                <p:cTn presetID="22" presetClass="entr" presetSubtype="8" fill="hold" nodeType="afterEffect">
                  <p:stCondLst>
                    <p:cond delay="0"/>
                  </p:stCondLst>
                  <p:childTnLst>
                    <p:set>
                      <p:cBhvr>
                        <p:cTn dur="1" fill="hold">
                          <p:stCondLst>
                            <p:cond delay="0"/>
                          </p:stCondLst>
                        </p:cTn>
                        <p:tgtEl>
                          <p:spTgt spid="77"/>
                        </p:tgtEl>
                        <p:attrNameLst>
                          <p:attrName>style.visibility</p:attrName>
                        </p:attrNameLst>
                      </p:cBhvr>
                      <p:to>
                        <p:strVal val="visible"/>
                      </p:to>
                    </p:set>
                    <p:animEffect transition="in" filter="wipe(left)">
                      <p:cBhvr>
                        <p:cTn dur="500"/>
                        <p:tgtEl>
                          <p:spTgt spid="77"/>
                        </p:tgtEl>
                      </p:cBhvr>
                    </p:animEffect>
                  </p:childTnLst>
                </p:cTn>
              </p:par>
            </p:tnLst>
          </p:tmpl>
        </p:tmplLst>
      </p:bldP>
      <p:bldP spid="78" grpId="0" build="p">
        <p:tmplLst>
          <p:tmpl lvl="1">
            <p:tnLst>
              <p:par>
                <p:cTn presetID="9" presetClass="entr" presetSubtype="0" fill="hold" nodeType="after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dissolve">
                      <p:cBhvr>
                        <p:cTn dur="500"/>
                        <p:tgtEl>
                          <p:spTgt spid="78"/>
                        </p:tgtEl>
                      </p:cBhvr>
                    </p:animEffect>
                  </p:childTnLst>
                </p:cTn>
              </p:par>
            </p:tnLst>
          </p:tmpl>
        </p:tmplLst>
      </p:bldP>
      <p:bldP spid="26" grpId="0"/>
      <p:bldP spid="27" grpId="0" animBg="1"/>
      <p:bldP spid="28" grpId="0" build="p">
        <p:tmplLst>
          <p:tmpl lvl="1">
            <p:tnLst>
              <p:par>
                <p:cTn presetID="22" presetClass="entr" presetSubtype="8"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left)">
                      <p:cBhvr>
                        <p:cTn dur="500"/>
                        <p:tgtEl>
                          <p:spTgt spid="28"/>
                        </p:tgtEl>
                      </p:cBhvr>
                    </p:animEffect>
                  </p:childTnLst>
                </p:cTn>
              </p:par>
            </p:tnLst>
          </p:tmpl>
        </p:tmplLst>
      </p:bldP>
      <p:bldP spid="29" grpId="0" build="p">
        <p:tmplLst>
          <p:tmpl lvl="1">
            <p:tnLst>
              <p:par>
                <p:cTn presetID="9" presetClass="entr" presetSubtype="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dissolve">
                      <p:cBhvr>
                        <p:cTn dur="500"/>
                        <p:tgtEl>
                          <p:spTgt spid="29"/>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4611742" y="3002509"/>
            <a:ext cx="2843043" cy="3855493"/>
          </a:xfrm>
        </p:spPr>
        <p:txBody>
          <a:bodyPr/>
          <a:lstStyle/>
          <a:p>
            <a:endParaRPr lang="en-US"/>
          </a:p>
        </p:txBody>
      </p:sp>
    </p:spTree>
    <p:extLst>
      <p:ext uri="{BB962C8B-B14F-4D97-AF65-F5344CB8AC3E}">
        <p14:creationId xmlns:p14="http://schemas.microsoft.com/office/powerpoint/2010/main" val="220205907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8_Title Slide">
    <p:spTree>
      <p:nvGrpSpPr>
        <p:cNvPr id="1" name=""/>
        <p:cNvGrpSpPr/>
        <p:nvPr/>
      </p:nvGrpSpPr>
      <p:grpSpPr>
        <a:xfrm>
          <a:off x="0" y="0"/>
          <a:ext cx="0" cy="0"/>
          <a:chOff x="0" y="0"/>
          <a:chExt cx="0" cy="0"/>
        </a:xfrm>
      </p:grpSpPr>
      <p:sp>
        <p:nvSpPr>
          <p:cNvPr id="86" name="Picture Placeholder 2"/>
          <p:cNvSpPr>
            <a:spLocks noGrp="1"/>
          </p:cNvSpPr>
          <p:nvPr>
            <p:ph type="pic" sz="quarter" idx="36"/>
          </p:nvPr>
        </p:nvSpPr>
        <p:spPr>
          <a:xfrm>
            <a:off x="6303202" y="2286000"/>
            <a:ext cx="853218" cy="850392"/>
          </a:xfrm>
          <a:prstGeom prst="ellipse">
            <a:avLst/>
          </a:prstGeo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87" name="Picture Placeholder 2"/>
          <p:cNvSpPr>
            <a:spLocks noGrp="1"/>
          </p:cNvSpPr>
          <p:nvPr>
            <p:ph type="pic" sz="quarter" idx="37"/>
          </p:nvPr>
        </p:nvSpPr>
        <p:spPr>
          <a:xfrm>
            <a:off x="6300715" y="4214532"/>
            <a:ext cx="853218" cy="850392"/>
          </a:xfrm>
          <a:prstGeom prst="ellipse">
            <a:avLst/>
          </a:prstGeo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32" name="Shape 700"/>
          <p:cNvSpPr/>
          <p:nvPr userDrawn="1"/>
        </p:nvSpPr>
        <p:spPr>
          <a:xfrm>
            <a:off x="1903129" y="2420438"/>
            <a:ext cx="310504" cy="480934"/>
          </a:xfrm>
          <a:prstGeom prst="rect">
            <a:avLst/>
          </a:prstGeom>
          <a:solidFill>
            <a:schemeClr val="accent1"/>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64" name="Picture Placeholder 2"/>
          <p:cNvSpPr>
            <a:spLocks noGrp="1"/>
          </p:cNvSpPr>
          <p:nvPr>
            <p:ph type="pic" sz="quarter" idx="29"/>
          </p:nvPr>
        </p:nvSpPr>
        <p:spPr>
          <a:xfrm>
            <a:off x="1248303" y="2286000"/>
            <a:ext cx="853218" cy="850392"/>
          </a:xfrm>
          <a:prstGeom prst="ellipse">
            <a:avLst/>
          </a:prstGeo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28" name="Shape 697"/>
          <p:cNvSpPr/>
          <p:nvPr userDrawn="1"/>
        </p:nvSpPr>
        <p:spPr>
          <a:xfrm>
            <a:off x="1906864" y="4347383"/>
            <a:ext cx="306769" cy="480934"/>
          </a:xfrm>
          <a:prstGeom prst="rect">
            <a:avLst/>
          </a:prstGeom>
          <a:solidFill>
            <a:schemeClr val="accent3"/>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26" name="Picture Placeholder 2"/>
          <p:cNvSpPr>
            <a:spLocks noGrp="1"/>
          </p:cNvSpPr>
          <p:nvPr>
            <p:ph type="pic" sz="quarter" idx="24"/>
          </p:nvPr>
        </p:nvSpPr>
        <p:spPr>
          <a:xfrm>
            <a:off x="1245815" y="4212945"/>
            <a:ext cx="853218" cy="850392"/>
          </a:xfrm>
          <a:prstGeom prst="ellipse">
            <a:avLst/>
          </a:prstGeo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16" name="Title 15"/>
          <p:cNvSpPr>
            <a:spLocks noGrp="1"/>
          </p:cNvSpPr>
          <p:nvPr>
            <p:ph type="title"/>
          </p:nvPr>
        </p:nvSpPr>
        <p:spPr>
          <a:xfrm>
            <a:off x="1523603" y="381001"/>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23" name="Text Placeholder 17"/>
          <p:cNvSpPr>
            <a:spLocks noGrp="1"/>
          </p:cNvSpPr>
          <p:nvPr>
            <p:ph type="body" sz="quarter" idx="18" hasCustomPrompt="1"/>
          </p:nvPr>
        </p:nvSpPr>
        <p:spPr>
          <a:xfrm>
            <a:off x="1523603" y="996517"/>
            <a:ext cx="9141619" cy="248083"/>
          </a:xfrm>
        </p:spPr>
        <p:txBody>
          <a:bodyPr lIns="0" tIns="0" rIns="0" bIns="0">
            <a:normAutofit/>
          </a:bodyPr>
          <a:lstStyle>
            <a:lvl1pPr marL="0" indent="0" algn="ctr">
              <a:lnSpc>
                <a:spcPts val="1400"/>
              </a:lnSpc>
              <a:buNone/>
              <a:defRPr sz="1000">
                <a:solidFill>
                  <a:schemeClr val="bg1">
                    <a:lumMod val="50000"/>
                  </a:schemeClr>
                </a:solidFill>
                <a:latin typeface="Source Sans Pro Light"/>
              </a:defRPr>
            </a:lvl1pPr>
          </a:lstStyle>
          <a:p>
            <a:pPr lvl="0"/>
            <a:r>
              <a:rPr lang="en-GB" dirty="0" smtClean="0"/>
              <a:t>write your relevant text here</a:t>
            </a:r>
          </a:p>
        </p:txBody>
      </p:sp>
      <p:sp>
        <p:nvSpPr>
          <p:cNvPr id="9" name="Content Placeholder 20"/>
          <p:cNvSpPr>
            <a:spLocks noGrp="1"/>
          </p:cNvSpPr>
          <p:nvPr>
            <p:ph sz="quarter" idx="16" hasCustomPrompt="1"/>
          </p:nvPr>
        </p:nvSpPr>
        <p:spPr>
          <a:xfrm>
            <a:off x="2458089" y="5144455"/>
            <a:ext cx="1600201"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err="1" smtClean="0"/>
              <a:t>Mr.</a:t>
            </a:r>
            <a:r>
              <a:rPr lang="en-GB" dirty="0" smtClean="0"/>
              <a:t> </a:t>
            </a:r>
            <a:r>
              <a:rPr lang="en-GB" dirty="0" err="1" smtClean="0"/>
              <a:t>Agem</a:t>
            </a:r>
            <a:endParaRPr lang="en-GB" dirty="0" smtClean="0"/>
          </a:p>
        </p:txBody>
      </p:sp>
      <p:sp>
        <p:nvSpPr>
          <p:cNvPr id="10" name="Text Placeholder 17"/>
          <p:cNvSpPr>
            <a:spLocks noGrp="1"/>
          </p:cNvSpPr>
          <p:nvPr>
            <p:ph type="body" sz="quarter" idx="21" hasCustomPrompt="1"/>
          </p:nvPr>
        </p:nvSpPr>
        <p:spPr>
          <a:xfrm>
            <a:off x="2473491" y="4280128"/>
            <a:ext cx="3561590" cy="685800"/>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r>
              <a:rPr lang="en-US" dirty="0" smtClean="0"/>
              <a:t>“ Body text here or </a:t>
            </a:r>
            <a:r>
              <a:rPr lang="en-US" dirty="0" err="1" smtClean="0"/>
              <a:t>pokok</a:t>
            </a:r>
            <a:r>
              <a:rPr lang="en-US" dirty="0" smtClean="0"/>
              <a:t> </a:t>
            </a:r>
            <a:r>
              <a:rPr lang="en-US" dirty="0" err="1" smtClean="0"/>
              <a:t>jih</a:t>
            </a:r>
            <a:r>
              <a:rPr lang="en-US" dirty="0" smtClean="0"/>
              <a:t> </a:t>
            </a:r>
            <a:r>
              <a:rPr lang="en-US" dirty="0" err="1" smtClean="0"/>
              <a:t>lon</a:t>
            </a:r>
            <a:r>
              <a:rPr lang="en-US" dirty="0" smtClean="0"/>
              <a:t> </a:t>
            </a:r>
            <a:r>
              <a:rPr lang="en-US" dirty="0" err="1" smtClean="0"/>
              <a:t>puas</a:t>
            </a:r>
            <a:r>
              <a:rPr lang="en-US" dirty="0" smtClean="0"/>
              <a:t> kali </a:t>
            </a:r>
            <a:r>
              <a:rPr lang="en-US" dirty="0" err="1" smtClean="0"/>
              <a:t>nyoe</a:t>
            </a:r>
            <a:r>
              <a:rPr lang="en-US" dirty="0" smtClean="0"/>
              <a:t> </a:t>
            </a:r>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lorem</a:t>
            </a:r>
            <a:r>
              <a:rPr lang="en-US" dirty="0" smtClean="0"/>
              <a:t> </a:t>
            </a:r>
            <a:r>
              <a:rPr lang="en-US" dirty="0" err="1" smtClean="0"/>
              <a:t>tamah</a:t>
            </a:r>
            <a:r>
              <a:rPr lang="en-US" dirty="0" smtClean="0"/>
              <a:t> </a:t>
            </a:r>
            <a:r>
              <a:rPr lang="en-US" dirty="0" err="1" smtClean="0"/>
              <a:t>ata</a:t>
            </a:r>
            <a:r>
              <a:rPr lang="en-US" dirty="0" smtClean="0"/>
              <a:t> </a:t>
            </a:r>
            <a:r>
              <a:rPr lang="en-US" dirty="0" err="1" smtClean="0"/>
              <a:t>si</a:t>
            </a:r>
            <a:r>
              <a:rPr lang="en-US" dirty="0" smtClean="0"/>
              <a:t> </a:t>
            </a:r>
            <a:r>
              <a:rPr lang="en-US" dirty="0" err="1" smtClean="0"/>
              <a:t>memet</a:t>
            </a:r>
            <a:r>
              <a:rPr lang="en-US" dirty="0" smtClean="0"/>
              <a:t> </a:t>
            </a:r>
            <a:r>
              <a:rPr lang="en-US" dirty="0" err="1" smtClean="0"/>
              <a:t>bacut</a:t>
            </a:r>
            <a:r>
              <a:rPr lang="en-US" dirty="0" smtClean="0"/>
              <a:t> </a:t>
            </a:r>
            <a:r>
              <a:rPr lang="en-US" dirty="0" err="1" smtClean="0"/>
              <a:t>nyang</a:t>
            </a:r>
            <a:r>
              <a:rPr lang="en-US" dirty="0" smtClean="0"/>
              <a:t> </a:t>
            </a:r>
            <a:r>
              <a:rPr lang="en-US" dirty="0" err="1" smtClean="0"/>
              <a:t>peunting</a:t>
            </a:r>
            <a:r>
              <a:rPr lang="en-US" dirty="0" smtClean="0"/>
              <a:t> </a:t>
            </a:r>
            <a:r>
              <a:rPr lang="en-US" dirty="0" err="1" smtClean="0"/>
              <a:t>olah</a:t>
            </a:r>
            <a:r>
              <a:rPr lang="en-US" dirty="0" smtClean="0"/>
              <a:t> </a:t>
            </a:r>
            <a:r>
              <a:rPr lang="en-US" dirty="0" err="1" smtClean="0"/>
              <a:t>consectetur</a:t>
            </a:r>
            <a:r>
              <a:rPr lang="en-US" dirty="0" smtClean="0"/>
              <a:t> </a:t>
            </a:r>
            <a:r>
              <a:rPr lang="en-US" dirty="0" err="1" smtClean="0"/>
              <a:t>adipiscing</a:t>
            </a:r>
            <a:r>
              <a:rPr lang="en-US" dirty="0" smtClean="0"/>
              <a:t> </a:t>
            </a:r>
            <a:r>
              <a:rPr lang="en-US" dirty="0" err="1" smtClean="0"/>
              <a:t>elit</a:t>
            </a:r>
            <a:r>
              <a:rPr lang="en-US" dirty="0" smtClean="0"/>
              <a:t> ”</a:t>
            </a:r>
          </a:p>
        </p:txBody>
      </p:sp>
      <p:sp>
        <p:nvSpPr>
          <p:cNvPr id="29" name="Shape 698"/>
          <p:cNvSpPr/>
          <p:nvPr userDrawn="1"/>
        </p:nvSpPr>
        <p:spPr>
          <a:xfrm>
            <a:off x="6950754" y="2420438"/>
            <a:ext cx="310504" cy="480934"/>
          </a:xfrm>
          <a:prstGeom prst="rect">
            <a:avLst/>
          </a:prstGeom>
          <a:solidFill>
            <a:schemeClr val="accent2"/>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30" name="Shape 699"/>
          <p:cNvSpPr/>
          <p:nvPr userDrawn="1"/>
        </p:nvSpPr>
        <p:spPr>
          <a:xfrm>
            <a:off x="6954487" y="4348970"/>
            <a:ext cx="306769" cy="480934"/>
          </a:xfrm>
          <a:prstGeom prst="rect">
            <a:avLst/>
          </a:prstGeom>
          <a:solidFill>
            <a:schemeClr val="accent4"/>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60" name="Text Placeholder 17"/>
          <p:cNvSpPr>
            <a:spLocks noGrp="1"/>
          </p:cNvSpPr>
          <p:nvPr>
            <p:ph type="body" sz="quarter" idx="25" hasCustomPrompt="1"/>
          </p:nvPr>
        </p:nvSpPr>
        <p:spPr>
          <a:xfrm>
            <a:off x="2458086" y="5412125"/>
            <a:ext cx="1583670" cy="228600"/>
          </a:xfrm>
        </p:spPr>
        <p:txBody>
          <a:bodyPr lIns="0" tIns="0" rIns="0" bIns="0">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Sales Promotion</a:t>
            </a:r>
          </a:p>
        </p:txBody>
      </p:sp>
      <p:sp>
        <p:nvSpPr>
          <p:cNvPr id="61" name="Content Placeholder 20"/>
          <p:cNvSpPr>
            <a:spLocks noGrp="1"/>
          </p:cNvSpPr>
          <p:nvPr>
            <p:ph sz="quarter" idx="26" hasCustomPrompt="1"/>
          </p:nvPr>
        </p:nvSpPr>
        <p:spPr>
          <a:xfrm>
            <a:off x="2473495" y="3224214"/>
            <a:ext cx="1600201"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err="1" smtClean="0"/>
              <a:t>Mr.</a:t>
            </a:r>
            <a:r>
              <a:rPr lang="en-GB" dirty="0" smtClean="0"/>
              <a:t> </a:t>
            </a:r>
            <a:r>
              <a:rPr lang="en-GB" dirty="0" err="1" smtClean="0"/>
              <a:t>Agem</a:t>
            </a:r>
            <a:endParaRPr lang="en-GB" dirty="0" smtClean="0"/>
          </a:p>
        </p:txBody>
      </p:sp>
      <p:sp>
        <p:nvSpPr>
          <p:cNvPr id="62" name="Text Placeholder 17"/>
          <p:cNvSpPr>
            <a:spLocks noGrp="1"/>
          </p:cNvSpPr>
          <p:nvPr>
            <p:ph type="body" sz="quarter" idx="27" hasCustomPrompt="1"/>
          </p:nvPr>
        </p:nvSpPr>
        <p:spPr>
          <a:xfrm>
            <a:off x="2473491" y="2359888"/>
            <a:ext cx="3561590" cy="685800"/>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r>
              <a:rPr lang="en-US" dirty="0" smtClean="0"/>
              <a:t>“ Body text here or </a:t>
            </a:r>
            <a:r>
              <a:rPr lang="en-US" dirty="0" err="1" smtClean="0"/>
              <a:t>pokok</a:t>
            </a:r>
            <a:r>
              <a:rPr lang="en-US" dirty="0" smtClean="0"/>
              <a:t> </a:t>
            </a:r>
            <a:r>
              <a:rPr lang="en-US" dirty="0" err="1" smtClean="0"/>
              <a:t>jih</a:t>
            </a:r>
            <a:r>
              <a:rPr lang="en-US" dirty="0" smtClean="0"/>
              <a:t> </a:t>
            </a:r>
            <a:r>
              <a:rPr lang="en-US" dirty="0" err="1" smtClean="0"/>
              <a:t>lon</a:t>
            </a:r>
            <a:r>
              <a:rPr lang="en-US" dirty="0" smtClean="0"/>
              <a:t> </a:t>
            </a:r>
            <a:r>
              <a:rPr lang="en-US" dirty="0" err="1" smtClean="0"/>
              <a:t>puas</a:t>
            </a:r>
            <a:r>
              <a:rPr lang="en-US" dirty="0" smtClean="0"/>
              <a:t> kali </a:t>
            </a:r>
            <a:r>
              <a:rPr lang="en-US" dirty="0" err="1" smtClean="0"/>
              <a:t>nyoe</a:t>
            </a:r>
            <a:r>
              <a:rPr lang="en-US" dirty="0" smtClean="0"/>
              <a:t> </a:t>
            </a:r>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lorem</a:t>
            </a:r>
            <a:r>
              <a:rPr lang="en-US" dirty="0" smtClean="0"/>
              <a:t> </a:t>
            </a:r>
            <a:r>
              <a:rPr lang="en-US" dirty="0" err="1" smtClean="0"/>
              <a:t>tamah</a:t>
            </a:r>
            <a:r>
              <a:rPr lang="en-US" dirty="0" smtClean="0"/>
              <a:t> </a:t>
            </a:r>
            <a:r>
              <a:rPr lang="en-US" dirty="0" err="1" smtClean="0"/>
              <a:t>ata</a:t>
            </a:r>
            <a:r>
              <a:rPr lang="en-US" dirty="0" smtClean="0"/>
              <a:t> </a:t>
            </a:r>
            <a:r>
              <a:rPr lang="en-US" dirty="0" err="1" smtClean="0"/>
              <a:t>si</a:t>
            </a:r>
            <a:r>
              <a:rPr lang="en-US" dirty="0" smtClean="0"/>
              <a:t> </a:t>
            </a:r>
            <a:r>
              <a:rPr lang="en-US" dirty="0" err="1" smtClean="0"/>
              <a:t>memet</a:t>
            </a:r>
            <a:r>
              <a:rPr lang="en-US" dirty="0" smtClean="0"/>
              <a:t> </a:t>
            </a:r>
            <a:r>
              <a:rPr lang="en-US" dirty="0" err="1" smtClean="0"/>
              <a:t>bacut</a:t>
            </a:r>
            <a:r>
              <a:rPr lang="en-US" dirty="0" smtClean="0"/>
              <a:t> </a:t>
            </a:r>
            <a:r>
              <a:rPr lang="en-US" dirty="0" err="1" smtClean="0"/>
              <a:t>nyang</a:t>
            </a:r>
            <a:r>
              <a:rPr lang="en-US" dirty="0" smtClean="0"/>
              <a:t> </a:t>
            </a:r>
            <a:r>
              <a:rPr lang="en-US" dirty="0" err="1" smtClean="0"/>
              <a:t>peunting</a:t>
            </a:r>
            <a:r>
              <a:rPr lang="en-US" dirty="0" smtClean="0"/>
              <a:t> </a:t>
            </a:r>
            <a:r>
              <a:rPr lang="en-US" dirty="0" err="1" smtClean="0"/>
              <a:t>olah</a:t>
            </a:r>
            <a:r>
              <a:rPr lang="en-US" dirty="0" smtClean="0"/>
              <a:t> </a:t>
            </a:r>
            <a:r>
              <a:rPr lang="en-US" dirty="0" err="1" smtClean="0"/>
              <a:t>consectetur</a:t>
            </a:r>
            <a:r>
              <a:rPr lang="en-US" dirty="0" smtClean="0"/>
              <a:t> </a:t>
            </a:r>
            <a:r>
              <a:rPr lang="en-US" dirty="0" err="1" smtClean="0"/>
              <a:t>adipiscing</a:t>
            </a:r>
            <a:r>
              <a:rPr lang="en-US" dirty="0" smtClean="0"/>
              <a:t> </a:t>
            </a:r>
            <a:r>
              <a:rPr lang="en-US" dirty="0" err="1" smtClean="0"/>
              <a:t>elit</a:t>
            </a:r>
            <a:r>
              <a:rPr lang="en-US" dirty="0" smtClean="0"/>
              <a:t> ”</a:t>
            </a:r>
          </a:p>
        </p:txBody>
      </p:sp>
      <p:sp>
        <p:nvSpPr>
          <p:cNvPr id="63" name="Text Placeholder 17"/>
          <p:cNvSpPr>
            <a:spLocks noGrp="1"/>
          </p:cNvSpPr>
          <p:nvPr>
            <p:ph type="body" sz="quarter" idx="28" hasCustomPrompt="1"/>
          </p:nvPr>
        </p:nvSpPr>
        <p:spPr>
          <a:xfrm>
            <a:off x="2473492" y="3491885"/>
            <a:ext cx="1583670" cy="228600"/>
          </a:xfrm>
        </p:spPr>
        <p:txBody>
          <a:bodyPr lIns="0" tIns="0" rIns="0" bIns="0">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Sales Promotion</a:t>
            </a:r>
          </a:p>
        </p:txBody>
      </p:sp>
      <p:sp>
        <p:nvSpPr>
          <p:cNvPr id="65" name="Content Placeholder 20"/>
          <p:cNvSpPr>
            <a:spLocks noGrp="1"/>
          </p:cNvSpPr>
          <p:nvPr>
            <p:ph sz="quarter" idx="30" hasCustomPrompt="1"/>
          </p:nvPr>
        </p:nvSpPr>
        <p:spPr>
          <a:xfrm>
            <a:off x="7497583" y="5144455"/>
            <a:ext cx="1600201"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err="1" smtClean="0"/>
              <a:t>Mr.</a:t>
            </a:r>
            <a:r>
              <a:rPr lang="en-GB" dirty="0" smtClean="0"/>
              <a:t> </a:t>
            </a:r>
            <a:r>
              <a:rPr lang="en-GB" dirty="0" err="1" smtClean="0"/>
              <a:t>Agem</a:t>
            </a:r>
            <a:endParaRPr lang="en-GB" dirty="0" smtClean="0"/>
          </a:p>
        </p:txBody>
      </p:sp>
      <p:sp>
        <p:nvSpPr>
          <p:cNvPr id="66" name="Text Placeholder 17"/>
          <p:cNvSpPr>
            <a:spLocks noGrp="1"/>
          </p:cNvSpPr>
          <p:nvPr>
            <p:ph type="body" sz="quarter" idx="31" hasCustomPrompt="1"/>
          </p:nvPr>
        </p:nvSpPr>
        <p:spPr>
          <a:xfrm>
            <a:off x="7512985" y="4280128"/>
            <a:ext cx="3561590" cy="685800"/>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r>
              <a:rPr lang="en-US" dirty="0" smtClean="0"/>
              <a:t>“ Body text here or </a:t>
            </a:r>
            <a:r>
              <a:rPr lang="en-US" dirty="0" err="1" smtClean="0"/>
              <a:t>pokok</a:t>
            </a:r>
            <a:r>
              <a:rPr lang="en-US" dirty="0" smtClean="0"/>
              <a:t> </a:t>
            </a:r>
            <a:r>
              <a:rPr lang="en-US" dirty="0" err="1" smtClean="0"/>
              <a:t>jih</a:t>
            </a:r>
            <a:r>
              <a:rPr lang="en-US" dirty="0" smtClean="0"/>
              <a:t> </a:t>
            </a:r>
            <a:r>
              <a:rPr lang="en-US" dirty="0" err="1" smtClean="0"/>
              <a:t>lon</a:t>
            </a:r>
            <a:r>
              <a:rPr lang="en-US" dirty="0" smtClean="0"/>
              <a:t> </a:t>
            </a:r>
            <a:r>
              <a:rPr lang="en-US" dirty="0" err="1" smtClean="0"/>
              <a:t>puas</a:t>
            </a:r>
            <a:r>
              <a:rPr lang="en-US" dirty="0" smtClean="0"/>
              <a:t> kali </a:t>
            </a:r>
            <a:r>
              <a:rPr lang="en-US" dirty="0" err="1" smtClean="0"/>
              <a:t>nyoe</a:t>
            </a:r>
            <a:r>
              <a:rPr lang="en-US" dirty="0" smtClean="0"/>
              <a:t> </a:t>
            </a:r>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lorem</a:t>
            </a:r>
            <a:r>
              <a:rPr lang="en-US" dirty="0" smtClean="0"/>
              <a:t> </a:t>
            </a:r>
            <a:r>
              <a:rPr lang="en-US" dirty="0" err="1" smtClean="0"/>
              <a:t>tamah</a:t>
            </a:r>
            <a:r>
              <a:rPr lang="en-US" dirty="0" smtClean="0"/>
              <a:t> </a:t>
            </a:r>
            <a:r>
              <a:rPr lang="en-US" dirty="0" err="1" smtClean="0"/>
              <a:t>ata</a:t>
            </a:r>
            <a:r>
              <a:rPr lang="en-US" dirty="0" smtClean="0"/>
              <a:t> </a:t>
            </a:r>
            <a:r>
              <a:rPr lang="en-US" dirty="0" err="1" smtClean="0"/>
              <a:t>si</a:t>
            </a:r>
            <a:r>
              <a:rPr lang="en-US" dirty="0" smtClean="0"/>
              <a:t> </a:t>
            </a:r>
            <a:r>
              <a:rPr lang="en-US" dirty="0" err="1" smtClean="0"/>
              <a:t>memet</a:t>
            </a:r>
            <a:r>
              <a:rPr lang="en-US" dirty="0" smtClean="0"/>
              <a:t> </a:t>
            </a:r>
            <a:r>
              <a:rPr lang="en-US" dirty="0" err="1" smtClean="0"/>
              <a:t>bacut</a:t>
            </a:r>
            <a:r>
              <a:rPr lang="en-US" dirty="0" smtClean="0"/>
              <a:t> </a:t>
            </a:r>
            <a:r>
              <a:rPr lang="en-US" dirty="0" err="1" smtClean="0"/>
              <a:t>nyang</a:t>
            </a:r>
            <a:r>
              <a:rPr lang="en-US" dirty="0" smtClean="0"/>
              <a:t> </a:t>
            </a:r>
            <a:r>
              <a:rPr lang="en-US" dirty="0" err="1" smtClean="0"/>
              <a:t>peunting</a:t>
            </a:r>
            <a:r>
              <a:rPr lang="en-US" dirty="0" smtClean="0"/>
              <a:t> </a:t>
            </a:r>
            <a:r>
              <a:rPr lang="en-US" dirty="0" err="1" smtClean="0"/>
              <a:t>olah</a:t>
            </a:r>
            <a:r>
              <a:rPr lang="en-US" dirty="0" smtClean="0"/>
              <a:t> </a:t>
            </a:r>
            <a:r>
              <a:rPr lang="en-US" dirty="0" err="1" smtClean="0"/>
              <a:t>consectetur</a:t>
            </a:r>
            <a:r>
              <a:rPr lang="en-US" dirty="0" smtClean="0"/>
              <a:t> </a:t>
            </a:r>
            <a:r>
              <a:rPr lang="en-US" dirty="0" err="1" smtClean="0"/>
              <a:t>adipiscing</a:t>
            </a:r>
            <a:r>
              <a:rPr lang="en-US" dirty="0" smtClean="0"/>
              <a:t> </a:t>
            </a:r>
            <a:r>
              <a:rPr lang="en-US" dirty="0" err="1" smtClean="0"/>
              <a:t>elit</a:t>
            </a:r>
            <a:r>
              <a:rPr lang="en-US" dirty="0" smtClean="0"/>
              <a:t> ”</a:t>
            </a:r>
          </a:p>
        </p:txBody>
      </p:sp>
      <p:sp>
        <p:nvSpPr>
          <p:cNvPr id="67" name="Text Placeholder 17"/>
          <p:cNvSpPr>
            <a:spLocks noGrp="1"/>
          </p:cNvSpPr>
          <p:nvPr>
            <p:ph type="body" sz="quarter" idx="32" hasCustomPrompt="1"/>
          </p:nvPr>
        </p:nvSpPr>
        <p:spPr>
          <a:xfrm>
            <a:off x="7497580" y="5412125"/>
            <a:ext cx="1583670" cy="228600"/>
          </a:xfrm>
        </p:spPr>
        <p:txBody>
          <a:bodyPr lIns="0" tIns="0" rIns="0" bIns="0">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Sales Promotion</a:t>
            </a:r>
          </a:p>
        </p:txBody>
      </p:sp>
      <p:sp>
        <p:nvSpPr>
          <p:cNvPr id="68" name="Content Placeholder 20"/>
          <p:cNvSpPr>
            <a:spLocks noGrp="1"/>
          </p:cNvSpPr>
          <p:nvPr>
            <p:ph sz="quarter" idx="33" hasCustomPrompt="1"/>
          </p:nvPr>
        </p:nvSpPr>
        <p:spPr>
          <a:xfrm>
            <a:off x="7512989" y="3224214"/>
            <a:ext cx="1600201"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err="1" smtClean="0"/>
              <a:t>Mr.</a:t>
            </a:r>
            <a:r>
              <a:rPr lang="en-GB" dirty="0" smtClean="0"/>
              <a:t> </a:t>
            </a:r>
            <a:r>
              <a:rPr lang="en-GB" dirty="0" err="1" smtClean="0"/>
              <a:t>Agem</a:t>
            </a:r>
            <a:endParaRPr lang="en-GB" dirty="0" smtClean="0"/>
          </a:p>
        </p:txBody>
      </p:sp>
      <p:sp>
        <p:nvSpPr>
          <p:cNvPr id="69" name="Text Placeholder 17"/>
          <p:cNvSpPr>
            <a:spLocks noGrp="1"/>
          </p:cNvSpPr>
          <p:nvPr>
            <p:ph type="body" sz="quarter" idx="34" hasCustomPrompt="1"/>
          </p:nvPr>
        </p:nvSpPr>
        <p:spPr>
          <a:xfrm>
            <a:off x="7512985" y="2359888"/>
            <a:ext cx="3561590" cy="685800"/>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r>
              <a:rPr lang="en-US" dirty="0" smtClean="0"/>
              <a:t>“ Body text here or </a:t>
            </a:r>
            <a:r>
              <a:rPr lang="en-US" dirty="0" err="1" smtClean="0"/>
              <a:t>pokok</a:t>
            </a:r>
            <a:r>
              <a:rPr lang="en-US" dirty="0" smtClean="0"/>
              <a:t> </a:t>
            </a:r>
            <a:r>
              <a:rPr lang="en-US" dirty="0" err="1" smtClean="0"/>
              <a:t>jih</a:t>
            </a:r>
            <a:r>
              <a:rPr lang="en-US" dirty="0" smtClean="0"/>
              <a:t> </a:t>
            </a:r>
            <a:r>
              <a:rPr lang="en-US" dirty="0" err="1" smtClean="0"/>
              <a:t>lon</a:t>
            </a:r>
            <a:r>
              <a:rPr lang="en-US" dirty="0" smtClean="0"/>
              <a:t> </a:t>
            </a:r>
            <a:r>
              <a:rPr lang="en-US" dirty="0" err="1" smtClean="0"/>
              <a:t>puas</a:t>
            </a:r>
            <a:r>
              <a:rPr lang="en-US" dirty="0" smtClean="0"/>
              <a:t> kali </a:t>
            </a:r>
            <a:r>
              <a:rPr lang="en-US" dirty="0" err="1" smtClean="0"/>
              <a:t>nyoe</a:t>
            </a:r>
            <a:r>
              <a:rPr lang="en-US" dirty="0" smtClean="0"/>
              <a:t> </a:t>
            </a:r>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lorem</a:t>
            </a:r>
            <a:r>
              <a:rPr lang="en-US" dirty="0" smtClean="0"/>
              <a:t> </a:t>
            </a:r>
            <a:r>
              <a:rPr lang="en-US" dirty="0" err="1" smtClean="0"/>
              <a:t>tamah</a:t>
            </a:r>
            <a:r>
              <a:rPr lang="en-US" dirty="0" smtClean="0"/>
              <a:t> </a:t>
            </a:r>
            <a:r>
              <a:rPr lang="en-US" dirty="0" err="1" smtClean="0"/>
              <a:t>ata</a:t>
            </a:r>
            <a:r>
              <a:rPr lang="en-US" dirty="0" smtClean="0"/>
              <a:t> </a:t>
            </a:r>
            <a:r>
              <a:rPr lang="en-US" dirty="0" err="1" smtClean="0"/>
              <a:t>si</a:t>
            </a:r>
            <a:r>
              <a:rPr lang="en-US" dirty="0" smtClean="0"/>
              <a:t> </a:t>
            </a:r>
            <a:r>
              <a:rPr lang="en-US" dirty="0" err="1" smtClean="0"/>
              <a:t>memet</a:t>
            </a:r>
            <a:r>
              <a:rPr lang="en-US" dirty="0" smtClean="0"/>
              <a:t> </a:t>
            </a:r>
            <a:r>
              <a:rPr lang="en-US" dirty="0" err="1" smtClean="0"/>
              <a:t>bacut</a:t>
            </a:r>
            <a:r>
              <a:rPr lang="en-US" dirty="0" smtClean="0"/>
              <a:t> </a:t>
            </a:r>
            <a:r>
              <a:rPr lang="en-US" dirty="0" err="1" smtClean="0"/>
              <a:t>nyang</a:t>
            </a:r>
            <a:r>
              <a:rPr lang="en-US" dirty="0" smtClean="0"/>
              <a:t> </a:t>
            </a:r>
            <a:r>
              <a:rPr lang="en-US" dirty="0" err="1" smtClean="0"/>
              <a:t>peunting</a:t>
            </a:r>
            <a:r>
              <a:rPr lang="en-US" dirty="0" smtClean="0"/>
              <a:t> </a:t>
            </a:r>
            <a:r>
              <a:rPr lang="en-US" dirty="0" err="1" smtClean="0"/>
              <a:t>olah</a:t>
            </a:r>
            <a:r>
              <a:rPr lang="en-US" dirty="0" smtClean="0"/>
              <a:t> </a:t>
            </a:r>
            <a:r>
              <a:rPr lang="en-US" dirty="0" err="1" smtClean="0"/>
              <a:t>consectetur</a:t>
            </a:r>
            <a:r>
              <a:rPr lang="en-US" dirty="0" smtClean="0"/>
              <a:t> </a:t>
            </a:r>
            <a:r>
              <a:rPr lang="en-US" dirty="0" err="1" smtClean="0"/>
              <a:t>adipiscing</a:t>
            </a:r>
            <a:r>
              <a:rPr lang="en-US" dirty="0" smtClean="0"/>
              <a:t> </a:t>
            </a:r>
            <a:r>
              <a:rPr lang="en-US" dirty="0" err="1" smtClean="0"/>
              <a:t>elit</a:t>
            </a:r>
            <a:r>
              <a:rPr lang="en-US" dirty="0" smtClean="0"/>
              <a:t> ”</a:t>
            </a:r>
          </a:p>
        </p:txBody>
      </p:sp>
      <p:sp>
        <p:nvSpPr>
          <p:cNvPr id="82" name="Text Placeholder 17"/>
          <p:cNvSpPr>
            <a:spLocks noGrp="1"/>
          </p:cNvSpPr>
          <p:nvPr>
            <p:ph type="body" sz="quarter" idx="35" hasCustomPrompt="1"/>
          </p:nvPr>
        </p:nvSpPr>
        <p:spPr>
          <a:xfrm>
            <a:off x="7512986" y="3491885"/>
            <a:ext cx="1583670" cy="228600"/>
          </a:xfrm>
        </p:spPr>
        <p:txBody>
          <a:bodyPr lIns="0" tIns="0" rIns="0" bIns="0">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Sales Promotion</a:t>
            </a:r>
          </a:p>
        </p:txBody>
      </p:sp>
    </p:spTree>
    <p:extLst>
      <p:ext uri="{BB962C8B-B14F-4D97-AF65-F5344CB8AC3E}">
        <p14:creationId xmlns:p14="http://schemas.microsoft.com/office/powerpoint/2010/main" val="105398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dissolve">
                                      <p:cBhvr>
                                        <p:cTn id="11" dur="500"/>
                                        <p:tgtEl>
                                          <p:spTgt spid="23">
                                            <p:txEl>
                                              <p:pRg st="0" end="0"/>
                                            </p:txEl>
                                          </p:spTgt>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500"/>
                                        <p:tgtEl>
                                          <p:spTgt spid="32"/>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62">
                                            <p:txEl>
                                              <p:pRg st="0" end="0"/>
                                            </p:txEl>
                                          </p:spTgt>
                                        </p:tgtEl>
                                        <p:attrNameLst>
                                          <p:attrName>style.visibility</p:attrName>
                                        </p:attrNameLst>
                                      </p:cBhvr>
                                      <p:to>
                                        <p:strVal val="visible"/>
                                      </p:to>
                                    </p:set>
                                    <p:animEffect transition="in" filter="dissolve">
                                      <p:cBhvr>
                                        <p:cTn id="23" dur="500"/>
                                        <p:tgtEl>
                                          <p:spTgt spid="62">
                                            <p:txEl>
                                              <p:pRg st="0" end="0"/>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61">
                                            <p:txEl>
                                              <p:pRg st="0" end="0"/>
                                            </p:txEl>
                                          </p:spTgt>
                                        </p:tgtEl>
                                        <p:attrNameLst>
                                          <p:attrName>style.visibility</p:attrName>
                                        </p:attrNameLst>
                                      </p:cBhvr>
                                      <p:to>
                                        <p:strVal val="visible"/>
                                      </p:to>
                                    </p:set>
                                    <p:animEffect transition="in" filter="dissolve">
                                      <p:cBhvr>
                                        <p:cTn id="27" dur="500"/>
                                        <p:tgtEl>
                                          <p:spTgt spid="61">
                                            <p:txEl>
                                              <p:pRg st="0" end="0"/>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63">
                                            <p:txEl>
                                              <p:pRg st="0" end="0"/>
                                            </p:txEl>
                                          </p:spTgt>
                                        </p:tgtEl>
                                        <p:attrNameLst>
                                          <p:attrName>style.visibility</p:attrName>
                                        </p:attrNameLst>
                                      </p:cBhvr>
                                      <p:to>
                                        <p:strVal val="visible"/>
                                      </p:to>
                                    </p:set>
                                    <p:animEffect transition="in" filter="dissolve">
                                      <p:cBhvr>
                                        <p:cTn id="30" dur="500"/>
                                        <p:tgtEl>
                                          <p:spTgt spid="63">
                                            <p:txEl>
                                              <p:pRg st="0" end="0"/>
                                            </p:txEl>
                                          </p:spTgt>
                                        </p:tgtEl>
                                      </p:cBhvr>
                                    </p:animEffect>
                                  </p:childTnLst>
                                </p:cTn>
                              </p:par>
                            </p:childTnLst>
                          </p:cTn>
                        </p:par>
                        <p:par>
                          <p:cTn id="31" fill="hold">
                            <p:stCondLst>
                              <p:cond delay="3000"/>
                            </p:stCondLst>
                            <p:childTnLst>
                              <p:par>
                                <p:cTn id="32" presetID="10" presetClass="entr" presetSubtype="0" fill="hold" grpId="0" nodeType="afterEffect" nodePh="1">
                                  <p:stCondLst>
                                    <p:cond delay="0"/>
                                  </p:stCondLst>
                                  <p:endCondLst>
                                    <p:cond evt="begin" delay="0">
                                      <p:tn val="32"/>
                                    </p:cond>
                                  </p:endCondLst>
                                  <p:childTnLst>
                                    <p:set>
                                      <p:cBhvr>
                                        <p:cTn id="33" dur="1" fill="hold">
                                          <p:stCondLst>
                                            <p:cond delay="0"/>
                                          </p:stCondLst>
                                        </p:cTn>
                                        <p:tgtEl>
                                          <p:spTgt spid="86"/>
                                        </p:tgtEl>
                                        <p:attrNameLst>
                                          <p:attrName>style.visibility</p:attrName>
                                        </p:attrNameLst>
                                      </p:cBhvr>
                                      <p:to>
                                        <p:strVal val="visible"/>
                                      </p:to>
                                    </p:set>
                                    <p:animEffect transition="in" filter="fade">
                                      <p:cBhvr>
                                        <p:cTn id="34" dur="500"/>
                                        <p:tgtEl>
                                          <p:spTgt spid="86"/>
                                        </p:tgtEl>
                                      </p:cBhvr>
                                    </p:animEffect>
                                  </p:childTnLst>
                                </p:cTn>
                              </p:par>
                            </p:childTnLst>
                          </p:cTn>
                        </p:par>
                        <p:par>
                          <p:cTn id="35" fill="hold">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left)">
                                      <p:cBhvr>
                                        <p:cTn id="38" dur="500"/>
                                        <p:tgtEl>
                                          <p:spTgt spid="29"/>
                                        </p:tgtEl>
                                      </p:cBhvr>
                                    </p:animEffect>
                                  </p:childTnLst>
                                </p:cTn>
                              </p:par>
                            </p:childTnLst>
                          </p:cTn>
                        </p:par>
                        <p:par>
                          <p:cTn id="39" fill="hold">
                            <p:stCondLst>
                              <p:cond delay="4000"/>
                            </p:stCondLst>
                            <p:childTnLst>
                              <p:par>
                                <p:cTn id="40" presetID="9" presetClass="entr" presetSubtype="0" fill="hold" grpId="0" nodeType="afterEffect">
                                  <p:stCondLst>
                                    <p:cond delay="0"/>
                                  </p:stCondLst>
                                  <p:childTnLst>
                                    <p:set>
                                      <p:cBhvr>
                                        <p:cTn id="41" dur="1" fill="hold">
                                          <p:stCondLst>
                                            <p:cond delay="0"/>
                                          </p:stCondLst>
                                        </p:cTn>
                                        <p:tgtEl>
                                          <p:spTgt spid="69">
                                            <p:txEl>
                                              <p:pRg st="0" end="0"/>
                                            </p:txEl>
                                          </p:spTgt>
                                        </p:tgtEl>
                                        <p:attrNameLst>
                                          <p:attrName>style.visibility</p:attrName>
                                        </p:attrNameLst>
                                      </p:cBhvr>
                                      <p:to>
                                        <p:strVal val="visible"/>
                                      </p:to>
                                    </p:set>
                                    <p:animEffect transition="in" filter="dissolve">
                                      <p:cBhvr>
                                        <p:cTn id="42" dur="500"/>
                                        <p:tgtEl>
                                          <p:spTgt spid="69">
                                            <p:txEl>
                                              <p:pRg st="0" end="0"/>
                                            </p:txEl>
                                          </p:spTgt>
                                        </p:tgtEl>
                                      </p:cBhvr>
                                    </p:animEffect>
                                  </p:childTnLst>
                                </p:cTn>
                              </p:par>
                            </p:childTnLst>
                          </p:cTn>
                        </p:par>
                        <p:par>
                          <p:cTn id="43" fill="hold">
                            <p:stCondLst>
                              <p:cond delay="4500"/>
                            </p:stCondLst>
                            <p:childTnLst>
                              <p:par>
                                <p:cTn id="44" presetID="9" presetClass="entr" presetSubtype="0" fill="hold" grpId="0" nodeType="afterEffect">
                                  <p:stCondLst>
                                    <p:cond delay="0"/>
                                  </p:stCondLst>
                                  <p:childTnLst>
                                    <p:set>
                                      <p:cBhvr>
                                        <p:cTn id="45" dur="1" fill="hold">
                                          <p:stCondLst>
                                            <p:cond delay="0"/>
                                          </p:stCondLst>
                                        </p:cTn>
                                        <p:tgtEl>
                                          <p:spTgt spid="68">
                                            <p:txEl>
                                              <p:pRg st="0" end="0"/>
                                            </p:txEl>
                                          </p:spTgt>
                                        </p:tgtEl>
                                        <p:attrNameLst>
                                          <p:attrName>style.visibility</p:attrName>
                                        </p:attrNameLst>
                                      </p:cBhvr>
                                      <p:to>
                                        <p:strVal val="visible"/>
                                      </p:to>
                                    </p:set>
                                    <p:animEffect transition="in" filter="dissolve">
                                      <p:cBhvr>
                                        <p:cTn id="46" dur="500"/>
                                        <p:tgtEl>
                                          <p:spTgt spid="68">
                                            <p:txEl>
                                              <p:pRg st="0" end="0"/>
                                            </p:txEl>
                                          </p:spTgt>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82">
                                            <p:txEl>
                                              <p:pRg st="0" end="0"/>
                                            </p:txEl>
                                          </p:spTgt>
                                        </p:tgtEl>
                                        <p:attrNameLst>
                                          <p:attrName>style.visibility</p:attrName>
                                        </p:attrNameLst>
                                      </p:cBhvr>
                                      <p:to>
                                        <p:strVal val="visible"/>
                                      </p:to>
                                    </p:set>
                                    <p:animEffect transition="in" filter="dissolve">
                                      <p:cBhvr>
                                        <p:cTn id="49" dur="500"/>
                                        <p:tgtEl>
                                          <p:spTgt spid="82">
                                            <p:txEl>
                                              <p:pRg st="0" end="0"/>
                                            </p:txEl>
                                          </p:spTgt>
                                        </p:tgtEl>
                                      </p:cBhvr>
                                    </p:animEffect>
                                  </p:childTnLst>
                                </p:cTn>
                              </p:par>
                            </p:childTnLst>
                          </p:cTn>
                        </p:par>
                        <p:par>
                          <p:cTn id="50" fill="hold">
                            <p:stCondLst>
                              <p:cond delay="5000"/>
                            </p:stCondLst>
                            <p:childTnLst>
                              <p:par>
                                <p:cTn id="51" presetID="10" presetClass="entr" presetSubtype="0" fill="hold" grpId="0" nodeType="afterEffect" nodePh="1">
                                  <p:stCondLst>
                                    <p:cond delay="0"/>
                                  </p:stCondLst>
                                  <p:endCondLst>
                                    <p:cond evt="begin" delay="0">
                                      <p:tn val="51"/>
                                    </p:cond>
                                  </p:end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childTnLst>
                          </p:cTn>
                        </p:par>
                        <p:par>
                          <p:cTn id="54" fill="hold">
                            <p:stCondLst>
                              <p:cond delay="5500"/>
                            </p:stCondLst>
                            <p:childTnLst>
                              <p:par>
                                <p:cTn id="55" presetID="22" presetClass="entr" presetSubtype="8" fill="hold" grpId="0" nodeType="after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left)">
                                      <p:cBhvr>
                                        <p:cTn id="57" dur="500"/>
                                        <p:tgtEl>
                                          <p:spTgt spid="28"/>
                                        </p:tgtEl>
                                      </p:cBhvr>
                                    </p:animEffect>
                                  </p:childTnLst>
                                </p:cTn>
                              </p:par>
                            </p:childTnLst>
                          </p:cTn>
                        </p:par>
                        <p:par>
                          <p:cTn id="58" fill="hold">
                            <p:stCondLst>
                              <p:cond delay="6000"/>
                            </p:stCondLst>
                            <p:childTnLst>
                              <p:par>
                                <p:cTn id="59" presetID="9" presetClass="entr" presetSubtype="0" fill="hold" grpId="0" nodeType="afterEffect">
                                  <p:stCondLst>
                                    <p:cond delay="0"/>
                                  </p:stCondLst>
                                  <p:childTnLst>
                                    <p:set>
                                      <p:cBhvr>
                                        <p:cTn id="60" dur="1" fill="hold">
                                          <p:stCondLst>
                                            <p:cond delay="0"/>
                                          </p:stCondLst>
                                        </p:cTn>
                                        <p:tgtEl>
                                          <p:spTgt spid="10">
                                            <p:txEl>
                                              <p:pRg st="0" end="0"/>
                                            </p:txEl>
                                          </p:spTgt>
                                        </p:tgtEl>
                                        <p:attrNameLst>
                                          <p:attrName>style.visibility</p:attrName>
                                        </p:attrNameLst>
                                      </p:cBhvr>
                                      <p:to>
                                        <p:strVal val="visible"/>
                                      </p:to>
                                    </p:set>
                                    <p:animEffect transition="in" filter="dissolve">
                                      <p:cBhvr>
                                        <p:cTn id="61" dur="500"/>
                                        <p:tgtEl>
                                          <p:spTgt spid="10">
                                            <p:txEl>
                                              <p:pRg st="0" end="0"/>
                                            </p:txEl>
                                          </p:spTgt>
                                        </p:tgtEl>
                                      </p:cBhvr>
                                    </p:animEffect>
                                  </p:childTnLst>
                                </p:cTn>
                              </p:par>
                            </p:childTnLst>
                          </p:cTn>
                        </p:par>
                        <p:par>
                          <p:cTn id="62" fill="hold">
                            <p:stCondLst>
                              <p:cond delay="6500"/>
                            </p:stCondLst>
                            <p:childTnLst>
                              <p:par>
                                <p:cTn id="63" presetID="9" presetClass="entr" presetSubtype="0" fill="hold" grpId="0" nodeType="afterEffect">
                                  <p:stCondLst>
                                    <p:cond delay="0"/>
                                  </p:stCondLst>
                                  <p:childTnLst>
                                    <p:set>
                                      <p:cBhvr>
                                        <p:cTn id="64" dur="1" fill="hold">
                                          <p:stCondLst>
                                            <p:cond delay="0"/>
                                          </p:stCondLst>
                                        </p:cTn>
                                        <p:tgtEl>
                                          <p:spTgt spid="9">
                                            <p:txEl>
                                              <p:pRg st="0" end="0"/>
                                            </p:txEl>
                                          </p:spTgt>
                                        </p:tgtEl>
                                        <p:attrNameLst>
                                          <p:attrName>style.visibility</p:attrName>
                                        </p:attrNameLst>
                                      </p:cBhvr>
                                      <p:to>
                                        <p:strVal val="visible"/>
                                      </p:to>
                                    </p:set>
                                    <p:animEffect transition="in" filter="dissolve">
                                      <p:cBhvr>
                                        <p:cTn id="65" dur="500"/>
                                        <p:tgtEl>
                                          <p:spTgt spid="9">
                                            <p:txEl>
                                              <p:pRg st="0" end="0"/>
                                            </p:txEl>
                                          </p:spTgt>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60">
                                            <p:txEl>
                                              <p:pRg st="0" end="0"/>
                                            </p:txEl>
                                          </p:spTgt>
                                        </p:tgtEl>
                                        <p:attrNameLst>
                                          <p:attrName>style.visibility</p:attrName>
                                        </p:attrNameLst>
                                      </p:cBhvr>
                                      <p:to>
                                        <p:strVal val="visible"/>
                                      </p:to>
                                    </p:set>
                                    <p:animEffect transition="in" filter="dissolve">
                                      <p:cBhvr>
                                        <p:cTn id="68" dur="500"/>
                                        <p:tgtEl>
                                          <p:spTgt spid="60">
                                            <p:txEl>
                                              <p:pRg st="0" end="0"/>
                                            </p:txEl>
                                          </p:spTgt>
                                        </p:tgtEl>
                                      </p:cBhvr>
                                    </p:animEffect>
                                  </p:childTnLst>
                                </p:cTn>
                              </p:par>
                            </p:childTnLst>
                          </p:cTn>
                        </p:par>
                        <p:par>
                          <p:cTn id="69" fill="hold">
                            <p:stCondLst>
                              <p:cond delay="7000"/>
                            </p:stCondLst>
                            <p:childTnLst>
                              <p:par>
                                <p:cTn id="70" presetID="10" presetClass="entr" presetSubtype="0" fill="hold" grpId="0" nodeType="afterEffect" nodePh="1">
                                  <p:stCondLst>
                                    <p:cond delay="0"/>
                                  </p:stCondLst>
                                  <p:endCondLst>
                                    <p:cond evt="begin" delay="0">
                                      <p:tn val="70"/>
                                    </p:cond>
                                  </p:endCondLst>
                                  <p:childTnLst>
                                    <p:set>
                                      <p:cBhvr>
                                        <p:cTn id="71" dur="1" fill="hold">
                                          <p:stCondLst>
                                            <p:cond delay="0"/>
                                          </p:stCondLst>
                                        </p:cTn>
                                        <p:tgtEl>
                                          <p:spTgt spid="87"/>
                                        </p:tgtEl>
                                        <p:attrNameLst>
                                          <p:attrName>style.visibility</p:attrName>
                                        </p:attrNameLst>
                                      </p:cBhvr>
                                      <p:to>
                                        <p:strVal val="visible"/>
                                      </p:to>
                                    </p:set>
                                    <p:animEffect transition="in" filter="fade">
                                      <p:cBhvr>
                                        <p:cTn id="72" dur="500"/>
                                        <p:tgtEl>
                                          <p:spTgt spid="87"/>
                                        </p:tgtEl>
                                      </p:cBhvr>
                                    </p:animEffect>
                                  </p:childTnLst>
                                </p:cTn>
                              </p:par>
                            </p:childTnLst>
                          </p:cTn>
                        </p:par>
                        <p:par>
                          <p:cTn id="73" fill="hold">
                            <p:stCondLst>
                              <p:cond delay="7500"/>
                            </p:stCondLst>
                            <p:childTnLst>
                              <p:par>
                                <p:cTn id="74" presetID="22" presetClass="entr" presetSubtype="8" fill="hold" grpId="0" nodeType="after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wipe(left)">
                                      <p:cBhvr>
                                        <p:cTn id="76" dur="500"/>
                                        <p:tgtEl>
                                          <p:spTgt spid="30"/>
                                        </p:tgtEl>
                                      </p:cBhvr>
                                    </p:animEffect>
                                  </p:childTnLst>
                                </p:cTn>
                              </p:par>
                            </p:childTnLst>
                          </p:cTn>
                        </p:par>
                        <p:par>
                          <p:cTn id="77" fill="hold">
                            <p:stCondLst>
                              <p:cond delay="8000"/>
                            </p:stCondLst>
                            <p:childTnLst>
                              <p:par>
                                <p:cTn id="78" presetID="9" presetClass="entr" presetSubtype="0" fill="hold" grpId="0" nodeType="afterEffect">
                                  <p:stCondLst>
                                    <p:cond delay="0"/>
                                  </p:stCondLst>
                                  <p:childTnLst>
                                    <p:set>
                                      <p:cBhvr>
                                        <p:cTn id="79" dur="1" fill="hold">
                                          <p:stCondLst>
                                            <p:cond delay="0"/>
                                          </p:stCondLst>
                                        </p:cTn>
                                        <p:tgtEl>
                                          <p:spTgt spid="66">
                                            <p:txEl>
                                              <p:pRg st="0" end="0"/>
                                            </p:txEl>
                                          </p:spTgt>
                                        </p:tgtEl>
                                        <p:attrNameLst>
                                          <p:attrName>style.visibility</p:attrName>
                                        </p:attrNameLst>
                                      </p:cBhvr>
                                      <p:to>
                                        <p:strVal val="visible"/>
                                      </p:to>
                                    </p:set>
                                    <p:animEffect transition="in" filter="dissolve">
                                      <p:cBhvr>
                                        <p:cTn id="80" dur="500"/>
                                        <p:tgtEl>
                                          <p:spTgt spid="66">
                                            <p:txEl>
                                              <p:pRg st="0" end="0"/>
                                            </p:txEl>
                                          </p:spTgt>
                                        </p:tgtEl>
                                      </p:cBhvr>
                                    </p:animEffect>
                                  </p:childTnLst>
                                </p:cTn>
                              </p:par>
                            </p:childTnLst>
                          </p:cTn>
                        </p:par>
                        <p:par>
                          <p:cTn id="81" fill="hold">
                            <p:stCondLst>
                              <p:cond delay="8500"/>
                            </p:stCondLst>
                            <p:childTnLst>
                              <p:par>
                                <p:cTn id="82" presetID="9" presetClass="entr" presetSubtype="0" fill="hold" grpId="0" nodeType="afterEffect">
                                  <p:stCondLst>
                                    <p:cond delay="0"/>
                                  </p:stCondLst>
                                  <p:childTnLst>
                                    <p:set>
                                      <p:cBhvr>
                                        <p:cTn id="83" dur="1" fill="hold">
                                          <p:stCondLst>
                                            <p:cond delay="0"/>
                                          </p:stCondLst>
                                        </p:cTn>
                                        <p:tgtEl>
                                          <p:spTgt spid="65">
                                            <p:txEl>
                                              <p:pRg st="0" end="0"/>
                                            </p:txEl>
                                          </p:spTgt>
                                        </p:tgtEl>
                                        <p:attrNameLst>
                                          <p:attrName>style.visibility</p:attrName>
                                        </p:attrNameLst>
                                      </p:cBhvr>
                                      <p:to>
                                        <p:strVal val="visible"/>
                                      </p:to>
                                    </p:set>
                                    <p:animEffect transition="in" filter="dissolve">
                                      <p:cBhvr>
                                        <p:cTn id="84" dur="500"/>
                                        <p:tgtEl>
                                          <p:spTgt spid="65">
                                            <p:txEl>
                                              <p:pRg st="0" end="0"/>
                                            </p:txEl>
                                          </p:spTgt>
                                        </p:tgtEl>
                                      </p:cBhvr>
                                    </p:animEffect>
                                  </p:childTnLst>
                                </p:cTn>
                              </p:par>
                              <p:par>
                                <p:cTn id="85" presetID="9" presetClass="entr" presetSubtype="0" fill="hold" grpId="0" nodeType="withEffect">
                                  <p:stCondLst>
                                    <p:cond delay="0"/>
                                  </p:stCondLst>
                                  <p:childTnLst>
                                    <p:set>
                                      <p:cBhvr>
                                        <p:cTn id="86" dur="1" fill="hold">
                                          <p:stCondLst>
                                            <p:cond delay="0"/>
                                          </p:stCondLst>
                                        </p:cTn>
                                        <p:tgtEl>
                                          <p:spTgt spid="67">
                                            <p:txEl>
                                              <p:pRg st="0" end="0"/>
                                            </p:txEl>
                                          </p:spTgt>
                                        </p:tgtEl>
                                        <p:attrNameLst>
                                          <p:attrName>style.visibility</p:attrName>
                                        </p:attrNameLst>
                                      </p:cBhvr>
                                      <p:to>
                                        <p:strVal val="visible"/>
                                      </p:to>
                                    </p:set>
                                    <p:animEffect transition="in" filter="dissolve">
                                      <p:cBhvr>
                                        <p:cTn id="87" dur="500"/>
                                        <p:tgtEl>
                                          <p:spTgt spid="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87" grpId="0"/>
      <p:bldP spid="32" grpId="0" animBg="1"/>
      <p:bldP spid="64" grpId="0"/>
      <p:bldP spid="28" grpId="0" animBg="1"/>
      <p:bldP spid="26" grpId="0"/>
      <p:bldP spid="16" grpId="0"/>
      <p:bldP spid="23" grpId="0" build="p">
        <p:tmplLst>
          <p:tmpl lvl="1">
            <p:tnLst>
              <p:par>
                <p:cTn presetID="9"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dissolve">
                      <p:cBhvr>
                        <p:cTn dur="500"/>
                        <p:tgtEl>
                          <p:spTgt spid="23"/>
                        </p:tgtEl>
                      </p:cBhvr>
                    </p:animEffect>
                  </p:childTnLst>
                </p:cTn>
              </p:par>
            </p:tnLst>
          </p:tmpl>
        </p:tmplLst>
      </p:bldP>
      <p:bldP spid="9" grpId="0" build="p">
        <p:tmplLst>
          <p:tmpl lvl="1">
            <p:tnLst>
              <p:par>
                <p:cTn presetID="9"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dissolve">
                      <p:cBhvr>
                        <p:cTn dur="500"/>
                        <p:tgtEl>
                          <p:spTgt spid="9"/>
                        </p:tgtEl>
                      </p:cBhvr>
                    </p:animEffect>
                  </p:childTnLst>
                </p:cTn>
              </p:par>
            </p:tnLst>
          </p:tmpl>
        </p:tmplLst>
      </p:bldP>
      <p:bldP spid="10" grpId="0" build="p">
        <p:tmplLst>
          <p:tmpl lvl="1">
            <p:tnLst>
              <p:par>
                <p:cTn presetID="9"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dissolve">
                      <p:cBhvr>
                        <p:cTn dur="500"/>
                        <p:tgtEl>
                          <p:spTgt spid="10"/>
                        </p:tgtEl>
                      </p:cBhvr>
                    </p:animEffect>
                  </p:childTnLst>
                </p:cTn>
              </p:par>
            </p:tnLst>
          </p:tmpl>
        </p:tmplLst>
      </p:bldP>
      <p:bldP spid="29" grpId="0" animBg="1"/>
      <p:bldP spid="30" grpId="0" animBg="1"/>
      <p:bldP spid="60" grpId="0" build="p">
        <p:tmplLst>
          <p:tmpl lvl="1">
            <p:tnLst>
              <p:par>
                <p:cTn presetID="9" presetClass="entr" presetSubtype="0" fill="hold" nodeType="withEffect">
                  <p:stCondLst>
                    <p:cond delay="0"/>
                  </p:stCondLst>
                  <p:childTnLst>
                    <p:set>
                      <p:cBhvr>
                        <p:cTn dur="1" fill="hold">
                          <p:stCondLst>
                            <p:cond delay="0"/>
                          </p:stCondLst>
                        </p:cTn>
                        <p:tgtEl>
                          <p:spTgt spid="60"/>
                        </p:tgtEl>
                        <p:attrNameLst>
                          <p:attrName>style.visibility</p:attrName>
                        </p:attrNameLst>
                      </p:cBhvr>
                      <p:to>
                        <p:strVal val="visible"/>
                      </p:to>
                    </p:set>
                    <p:animEffect transition="in" filter="dissolve">
                      <p:cBhvr>
                        <p:cTn dur="500"/>
                        <p:tgtEl>
                          <p:spTgt spid="60"/>
                        </p:tgtEl>
                      </p:cBhvr>
                    </p:animEffect>
                  </p:childTnLst>
                </p:cTn>
              </p:par>
            </p:tnLst>
          </p:tmpl>
        </p:tmplLst>
      </p:bldP>
      <p:bldP spid="61" grpId="0" build="p">
        <p:tmplLst>
          <p:tmpl lvl="1">
            <p:tnLst>
              <p:par>
                <p:cTn presetID="9" presetClass="entr" presetSubtype="0" fill="hold" nodeType="after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dissolve">
                      <p:cBhvr>
                        <p:cTn dur="500"/>
                        <p:tgtEl>
                          <p:spTgt spid="61"/>
                        </p:tgtEl>
                      </p:cBhvr>
                    </p:animEffect>
                  </p:childTnLst>
                </p:cTn>
              </p:par>
            </p:tnLst>
          </p:tmpl>
        </p:tmplLst>
      </p:bldP>
      <p:bldP spid="62" grpId="0" build="p">
        <p:tmplLst>
          <p:tmpl lvl="1">
            <p:tnLst>
              <p:par>
                <p:cTn presetID="9" presetClass="entr" presetSubtype="0" fill="hold" nodeType="afterEffect">
                  <p:stCondLst>
                    <p:cond delay="0"/>
                  </p:stCondLst>
                  <p:childTnLst>
                    <p:set>
                      <p:cBhvr>
                        <p:cTn dur="1" fill="hold">
                          <p:stCondLst>
                            <p:cond delay="0"/>
                          </p:stCondLst>
                        </p:cTn>
                        <p:tgtEl>
                          <p:spTgt spid="62"/>
                        </p:tgtEl>
                        <p:attrNameLst>
                          <p:attrName>style.visibility</p:attrName>
                        </p:attrNameLst>
                      </p:cBhvr>
                      <p:to>
                        <p:strVal val="visible"/>
                      </p:to>
                    </p:set>
                    <p:animEffect transition="in" filter="dissolve">
                      <p:cBhvr>
                        <p:cTn dur="500"/>
                        <p:tgtEl>
                          <p:spTgt spid="62"/>
                        </p:tgtEl>
                      </p:cBhvr>
                    </p:animEffect>
                  </p:childTnLst>
                </p:cTn>
              </p:par>
            </p:tnLst>
          </p:tmpl>
        </p:tmplLst>
      </p:bldP>
      <p:bldP spid="63" grpId="0" build="p">
        <p:tmplLst>
          <p:tmpl lvl="1">
            <p:tnLst>
              <p:par>
                <p:cTn presetID="9"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dissolve">
                      <p:cBhvr>
                        <p:cTn dur="500"/>
                        <p:tgtEl>
                          <p:spTgt spid="63"/>
                        </p:tgtEl>
                      </p:cBhvr>
                    </p:animEffect>
                  </p:childTnLst>
                </p:cTn>
              </p:par>
            </p:tnLst>
          </p:tmpl>
        </p:tmplLst>
      </p:bldP>
      <p:bldP spid="65" grpId="0" build="p">
        <p:tmplLst>
          <p:tmpl lvl="1">
            <p:tnLst>
              <p:par>
                <p:cTn presetID="9" presetClass="entr" presetSubtype="0" fill="hold" nodeType="afterEffect">
                  <p:stCondLst>
                    <p:cond delay="0"/>
                  </p:stCondLst>
                  <p:childTnLst>
                    <p:set>
                      <p:cBhvr>
                        <p:cTn dur="1" fill="hold">
                          <p:stCondLst>
                            <p:cond delay="0"/>
                          </p:stCondLst>
                        </p:cTn>
                        <p:tgtEl>
                          <p:spTgt spid="65"/>
                        </p:tgtEl>
                        <p:attrNameLst>
                          <p:attrName>style.visibility</p:attrName>
                        </p:attrNameLst>
                      </p:cBhvr>
                      <p:to>
                        <p:strVal val="visible"/>
                      </p:to>
                    </p:set>
                    <p:animEffect transition="in" filter="dissolve">
                      <p:cBhvr>
                        <p:cTn dur="500"/>
                        <p:tgtEl>
                          <p:spTgt spid="65"/>
                        </p:tgtEl>
                      </p:cBhvr>
                    </p:animEffect>
                  </p:childTnLst>
                </p:cTn>
              </p:par>
            </p:tnLst>
          </p:tmpl>
        </p:tmplLst>
      </p:bldP>
      <p:bldP spid="66" grpId="0" build="p">
        <p:tmplLst>
          <p:tmpl lvl="1">
            <p:tnLst>
              <p:par>
                <p:cTn presetID="9" presetClass="entr" presetSubtype="0" fill="hold" nodeType="after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dissolve">
                      <p:cBhvr>
                        <p:cTn dur="500"/>
                        <p:tgtEl>
                          <p:spTgt spid="66"/>
                        </p:tgtEl>
                      </p:cBhvr>
                    </p:animEffect>
                  </p:childTnLst>
                </p:cTn>
              </p:par>
            </p:tnLst>
          </p:tmpl>
        </p:tmplLst>
      </p:bldP>
      <p:bldP spid="67" grpId="0" build="p">
        <p:tmplLst>
          <p:tmpl lvl="1">
            <p:tnLst>
              <p:par>
                <p:cTn presetID="9" presetClass="entr" presetSubtype="0" fill="hold" nodeType="withEffect">
                  <p:stCondLst>
                    <p:cond delay="0"/>
                  </p:stCondLst>
                  <p:childTnLst>
                    <p:set>
                      <p:cBhvr>
                        <p:cTn dur="1" fill="hold">
                          <p:stCondLst>
                            <p:cond delay="0"/>
                          </p:stCondLst>
                        </p:cTn>
                        <p:tgtEl>
                          <p:spTgt spid="67"/>
                        </p:tgtEl>
                        <p:attrNameLst>
                          <p:attrName>style.visibility</p:attrName>
                        </p:attrNameLst>
                      </p:cBhvr>
                      <p:to>
                        <p:strVal val="visible"/>
                      </p:to>
                    </p:set>
                    <p:animEffect transition="in" filter="dissolve">
                      <p:cBhvr>
                        <p:cTn dur="500"/>
                        <p:tgtEl>
                          <p:spTgt spid="67"/>
                        </p:tgtEl>
                      </p:cBhvr>
                    </p:animEffect>
                  </p:childTnLst>
                </p:cTn>
              </p:par>
            </p:tnLst>
          </p:tmpl>
        </p:tmplLst>
      </p:bldP>
      <p:bldP spid="68" grpId="0" build="p">
        <p:tmplLst>
          <p:tmpl lvl="1">
            <p:tnLst>
              <p:par>
                <p:cTn presetID="9" presetClass="entr" presetSubtype="0" fill="hold" nodeType="afterEffect">
                  <p:stCondLst>
                    <p:cond delay="0"/>
                  </p:stCondLst>
                  <p:childTnLst>
                    <p:set>
                      <p:cBhvr>
                        <p:cTn dur="1" fill="hold">
                          <p:stCondLst>
                            <p:cond delay="0"/>
                          </p:stCondLst>
                        </p:cTn>
                        <p:tgtEl>
                          <p:spTgt spid="68"/>
                        </p:tgtEl>
                        <p:attrNameLst>
                          <p:attrName>style.visibility</p:attrName>
                        </p:attrNameLst>
                      </p:cBhvr>
                      <p:to>
                        <p:strVal val="visible"/>
                      </p:to>
                    </p:set>
                    <p:animEffect transition="in" filter="dissolve">
                      <p:cBhvr>
                        <p:cTn dur="500"/>
                        <p:tgtEl>
                          <p:spTgt spid="68"/>
                        </p:tgtEl>
                      </p:cBhvr>
                    </p:animEffect>
                  </p:childTnLst>
                </p:cTn>
              </p:par>
            </p:tnLst>
          </p:tmpl>
        </p:tmplLst>
      </p:bldP>
      <p:bldP spid="69" grpId="0" build="p">
        <p:tmplLst>
          <p:tmpl lvl="1">
            <p:tnLst>
              <p:par>
                <p:cTn presetID="9" presetClass="entr" presetSubtype="0" fill="hold" nodeType="after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dissolve">
                      <p:cBhvr>
                        <p:cTn dur="500"/>
                        <p:tgtEl>
                          <p:spTgt spid="69"/>
                        </p:tgtEl>
                      </p:cBhvr>
                    </p:animEffect>
                  </p:childTnLst>
                </p:cTn>
              </p:par>
            </p:tnLst>
          </p:tmpl>
        </p:tmplLst>
      </p:bldP>
      <p:bldP spid="82" grpId="0" build="p">
        <p:tmplLst>
          <p:tmpl lvl="1">
            <p:tnLst>
              <p:par>
                <p:cTn presetID="9" presetClass="entr" presetSubtype="0" fill="hold" nodeType="withEffect">
                  <p:stCondLst>
                    <p:cond delay="0"/>
                  </p:stCondLst>
                  <p:childTnLst>
                    <p:set>
                      <p:cBhvr>
                        <p:cTn dur="1" fill="hold">
                          <p:stCondLst>
                            <p:cond delay="0"/>
                          </p:stCondLst>
                        </p:cTn>
                        <p:tgtEl>
                          <p:spTgt spid="82"/>
                        </p:tgtEl>
                        <p:attrNameLst>
                          <p:attrName>style.visibility</p:attrName>
                        </p:attrNameLst>
                      </p:cBhvr>
                      <p:to>
                        <p:strVal val="visible"/>
                      </p:to>
                    </p:set>
                    <p:animEffect transition="in" filter="dissolve">
                      <p:cBhvr>
                        <p:cTn dur="500"/>
                        <p:tgtEl>
                          <p:spTgt spid="82"/>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1615440"/>
            <a:ext cx="12188825" cy="1813560"/>
          </a:xfrm>
        </p:spPr>
        <p:txBody>
          <a:bodyPr>
            <a:normAutofit/>
          </a:bodyPr>
          <a:lstStyle>
            <a:lvl1pPr>
              <a:defRPr sz="1500"/>
            </a:lvl1pPr>
          </a:lstStyle>
          <a:p>
            <a:endParaRPr lang="en-US"/>
          </a:p>
        </p:txBody>
      </p:sp>
    </p:spTree>
    <p:extLst>
      <p:ext uri="{BB962C8B-B14F-4D97-AF65-F5344CB8AC3E}">
        <p14:creationId xmlns:p14="http://schemas.microsoft.com/office/powerpoint/2010/main" val="289213438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6" name="Rectangle 5"/>
          <p:cNvSpPr/>
          <p:nvPr userDrawn="1"/>
        </p:nvSpPr>
        <p:spPr>
          <a:xfrm>
            <a:off x="0" y="1"/>
            <a:ext cx="12188825" cy="5095569"/>
          </a:xfrm>
          <a:prstGeom prst="rect">
            <a:avLst/>
          </a:prstGeom>
          <a:solidFill>
            <a:schemeClr val="accent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299" dirty="0"/>
          </a:p>
        </p:txBody>
      </p:sp>
      <p:pic>
        <p:nvPicPr>
          <p:cNvPr id="29" name="Picture 28"/>
          <p:cNvPicPr>
            <a:picLocks noChangeAspect="1"/>
          </p:cNvPicPr>
          <p:nvPr userDrawn="1"/>
        </p:nvPicPr>
        <p:blipFill rotWithShape="1">
          <a:blip r:embed="rId2" cstate="print">
            <a:extLst>
              <a:ext uri="{28A0092B-C50C-407E-A947-70E740481C1C}">
                <a14:useLocalDpi xmlns:a14="http://schemas.microsoft.com/office/drawing/2010/main" val="0"/>
              </a:ext>
            </a:extLst>
          </a:blip>
          <a:srcRect l="5354" t="8440" r="6203" b="10137"/>
          <a:stretch/>
        </p:blipFill>
        <p:spPr>
          <a:xfrm rot="16200000">
            <a:off x="1971492" y="1094420"/>
            <a:ext cx="3478736" cy="4421962"/>
          </a:xfrm>
          <a:prstGeom prst="rect">
            <a:avLst/>
          </a:prstGeom>
          <a:effectLst/>
        </p:spPr>
      </p:pic>
      <p:sp>
        <p:nvSpPr>
          <p:cNvPr id="30" name="Rectangle 29"/>
          <p:cNvSpPr>
            <a:spLocks noChangeAspect="1"/>
          </p:cNvSpPr>
          <p:nvPr userDrawn="1"/>
        </p:nvSpPr>
        <p:spPr>
          <a:xfrm>
            <a:off x="2002450" y="2061576"/>
            <a:ext cx="3340611" cy="24451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p>
        </p:txBody>
      </p:sp>
      <p:sp>
        <p:nvSpPr>
          <p:cNvPr id="41" name="Picture Placeholder 40"/>
          <p:cNvSpPr>
            <a:spLocks noGrp="1"/>
          </p:cNvSpPr>
          <p:nvPr>
            <p:ph type="pic" sz="quarter" idx="10"/>
          </p:nvPr>
        </p:nvSpPr>
        <p:spPr>
          <a:xfrm>
            <a:off x="2002450" y="2061576"/>
            <a:ext cx="3340611" cy="2445110"/>
          </a:xfrm>
        </p:spPr>
        <p:txBody>
          <a:bodyPr/>
          <a:lstStyle/>
          <a:p>
            <a:endParaRPr lang="en-US"/>
          </a:p>
        </p:txBody>
      </p:sp>
    </p:spTree>
    <p:extLst>
      <p:ext uri="{BB962C8B-B14F-4D97-AF65-F5344CB8AC3E}">
        <p14:creationId xmlns:p14="http://schemas.microsoft.com/office/powerpoint/2010/main" val="14231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250" fill="hold"/>
                                        <p:tgtEl>
                                          <p:spTgt spid="29"/>
                                        </p:tgtEl>
                                        <p:attrNameLst>
                                          <p:attrName>ppt_x</p:attrName>
                                        </p:attrNameLst>
                                      </p:cBhvr>
                                      <p:tavLst>
                                        <p:tav tm="0">
                                          <p:val>
                                            <p:strVal val="#ppt_x"/>
                                          </p:val>
                                        </p:tav>
                                        <p:tav tm="100000">
                                          <p:val>
                                            <p:strVal val="#ppt_x"/>
                                          </p:val>
                                        </p:tav>
                                      </p:tavLst>
                                    </p:anim>
                                    <p:anim calcmode="lin" valueType="num">
                                      <p:cBhvr additive="base">
                                        <p:cTn id="12" dur="250" fill="hold"/>
                                        <p:tgtEl>
                                          <p:spTgt spid="29"/>
                                        </p:tgtEl>
                                        <p:attrNameLst>
                                          <p:attrName>ppt_y</p:attrName>
                                        </p:attrNameLst>
                                      </p:cBhvr>
                                      <p:tavLst>
                                        <p:tav tm="0">
                                          <p:val>
                                            <p:strVal val="1+#ppt_h/2"/>
                                          </p:val>
                                        </p:tav>
                                        <p:tav tm="100000">
                                          <p:val>
                                            <p:strVal val="#ppt_y"/>
                                          </p:val>
                                        </p:tav>
                                      </p:tavLst>
                                    </p:anim>
                                  </p:childTnLst>
                                </p:cTn>
                              </p:par>
                            </p:childTnLst>
                          </p:cTn>
                        </p:par>
                        <p:par>
                          <p:cTn id="13" fill="hold">
                            <p:stCondLst>
                              <p:cond delay="750"/>
                            </p:stCondLst>
                            <p:childTnLst>
                              <p:par>
                                <p:cTn id="14" presetID="2" presetClass="entr" presetSubtype="4"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additive="base">
                                        <p:cTn id="16" dur="250" fill="hold"/>
                                        <p:tgtEl>
                                          <p:spTgt spid="30"/>
                                        </p:tgtEl>
                                        <p:attrNameLst>
                                          <p:attrName>ppt_x</p:attrName>
                                        </p:attrNameLst>
                                      </p:cBhvr>
                                      <p:tavLst>
                                        <p:tav tm="0">
                                          <p:val>
                                            <p:strVal val="#ppt_x"/>
                                          </p:val>
                                        </p:tav>
                                        <p:tav tm="100000">
                                          <p:val>
                                            <p:strVal val="#ppt_x"/>
                                          </p:val>
                                        </p:tav>
                                      </p:tavLst>
                                    </p:anim>
                                    <p:anim calcmode="lin" valueType="num">
                                      <p:cBhvr additive="base">
                                        <p:cTn id="17" dur="25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0"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6" name="Picture Placeholder 10"/>
          <p:cNvSpPr>
            <a:spLocks noGrp="1"/>
          </p:cNvSpPr>
          <p:nvPr>
            <p:ph type="pic" sz="quarter" idx="12"/>
          </p:nvPr>
        </p:nvSpPr>
        <p:spPr>
          <a:xfrm>
            <a:off x="8270424" y="4343400"/>
            <a:ext cx="731330" cy="658368"/>
          </a:xfrm>
          <a:prstGeom prst="ellipse">
            <a:avLst/>
          </a:prstGeom>
        </p:spPr>
        <p:txBody>
          <a:bodyPr/>
          <a:lstStyle/>
          <a:p>
            <a:endParaRPr lang="en-US" dirty="0"/>
          </a:p>
        </p:txBody>
      </p:sp>
      <p:sp>
        <p:nvSpPr>
          <p:cNvPr id="7" name="Picture Placeholder 10"/>
          <p:cNvSpPr>
            <a:spLocks noGrp="1"/>
          </p:cNvSpPr>
          <p:nvPr>
            <p:ph type="pic" sz="quarter" idx="10"/>
          </p:nvPr>
        </p:nvSpPr>
        <p:spPr>
          <a:xfrm>
            <a:off x="1518140" y="4343400"/>
            <a:ext cx="731330" cy="658368"/>
          </a:xfrm>
          <a:prstGeom prst="ellipse">
            <a:avLst/>
          </a:prstGeom>
        </p:spPr>
        <p:txBody>
          <a:bodyPr/>
          <a:lstStyle/>
          <a:p>
            <a:endParaRPr lang="en-US"/>
          </a:p>
        </p:txBody>
      </p:sp>
      <p:sp>
        <p:nvSpPr>
          <p:cNvPr id="8" name="Picture Placeholder 10"/>
          <p:cNvSpPr>
            <a:spLocks noGrp="1"/>
          </p:cNvSpPr>
          <p:nvPr>
            <p:ph type="pic" sz="quarter" idx="11"/>
          </p:nvPr>
        </p:nvSpPr>
        <p:spPr>
          <a:xfrm>
            <a:off x="4894729" y="4343400"/>
            <a:ext cx="731330" cy="658368"/>
          </a:xfrm>
          <a:prstGeom prst="ellipse">
            <a:avLst/>
          </a:prstGeom>
        </p:spPr>
        <p:txBody>
          <a:bodyPr/>
          <a:lstStyle/>
          <a:p>
            <a:endParaRPr lang="en-US"/>
          </a:p>
        </p:txBody>
      </p:sp>
    </p:spTree>
    <p:extLst>
      <p:ext uri="{BB962C8B-B14F-4D97-AF65-F5344CB8AC3E}">
        <p14:creationId xmlns:p14="http://schemas.microsoft.com/office/powerpoint/2010/main" val="23587866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3" name="Picture Placeholder 2"/>
          <p:cNvSpPr>
            <a:spLocks noGrp="1"/>
          </p:cNvSpPr>
          <p:nvPr>
            <p:ph type="pic" sz="quarter" idx="22"/>
          </p:nvPr>
        </p:nvSpPr>
        <p:spPr>
          <a:xfrm>
            <a:off x="1217612" y="1867007"/>
            <a:ext cx="4145022" cy="2218342"/>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Tree>
    <p:extLst>
      <p:ext uri="{BB962C8B-B14F-4D97-AF65-F5344CB8AC3E}">
        <p14:creationId xmlns:p14="http://schemas.microsoft.com/office/powerpoint/2010/main" val="4164658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14" name="Shape 216"/>
          <p:cNvSpPr/>
          <p:nvPr/>
        </p:nvSpPr>
        <p:spPr>
          <a:xfrm>
            <a:off x="1212821" y="4643323"/>
            <a:ext cx="4329166" cy="1437437"/>
          </a:xfrm>
          <a:prstGeom prst="rect">
            <a:avLst/>
          </a:prstGeom>
          <a:solidFill>
            <a:srgbClr val="254061"/>
          </a:solidFill>
          <a:ln w="12700" cap="flat">
            <a:noFill/>
            <a:miter lim="400000"/>
          </a:ln>
          <a:effectLst/>
        </p:spPr>
        <p:txBody>
          <a:bodyPr wrap="square" lIns="65115" tIns="65115" rIns="65115" bIns="65115"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15" name="Shape 217"/>
          <p:cNvSpPr/>
          <p:nvPr/>
        </p:nvSpPr>
        <p:spPr>
          <a:xfrm>
            <a:off x="4717539" y="4920665"/>
            <a:ext cx="323118" cy="305270"/>
          </a:xfrm>
          <a:custGeom>
            <a:avLst/>
            <a:gdLst/>
            <a:ahLst/>
            <a:cxnLst>
              <a:cxn ang="0">
                <a:pos x="wd2" y="hd2"/>
              </a:cxn>
              <a:cxn ang="5400000">
                <a:pos x="wd2" y="hd2"/>
              </a:cxn>
              <a:cxn ang="10800000">
                <a:pos x="wd2" y="hd2"/>
              </a:cxn>
              <a:cxn ang="16200000">
                <a:pos x="wd2" y="hd2"/>
              </a:cxn>
            </a:cxnLst>
            <a:rect l="0" t="0" r="r" b="b"/>
            <a:pathLst>
              <a:path w="21431" h="16923" extrusionOk="0">
                <a:moveTo>
                  <a:pt x="20819" y="3166"/>
                </a:moveTo>
                <a:cubicBezTo>
                  <a:pt x="7236" y="7712"/>
                  <a:pt x="12737" y="-4524"/>
                  <a:pt x="2202" y="1917"/>
                </a:cubicBezTo>
                <a:lnTo>
                  <a:pt x="0" y="2579"/>
                </a:lnTo>
                <a:lnTo>
                  <a:pt x="4363" y="16923"/>
                </a:lnTo>
                <a:lnTo>
                  <a:pt x="6767" y="16923"/>
                </a:lnTo>
                <a:lnTo>
                  <a:pt x="4629" y="9897"/>
                </a:lnTo>
                <a:cubicBezTo>
                  <a:pt x="14029" y="3309"/>
                  <a:pt x="10224" y="17076"/>
                  <a:pt x="21342" y="3569"/>
                </a:cubicBezTo>
                <a:cubicBezTo>
                  <a:pt x="21600" y="3255"/>
                  <a:pt x="21254" y="3020"/>
                  <a:pt x="20819" y="3166"/>
                </a:cubicBezTo>
                <a:close/>
              </a:path>
            </a:pathLst>
          </a:custGeom>
          <a:solidFill>
            <a:srgbClr val="FFFFFF"/>
          </a:solidFill>
          <a:ln w="12700" cap="flat">
            <a:noFill/>
            <a:miter lim="400000"/>
          </a:ln>
          <a:effectLst/>
        </p:spPr>
        <p:txBody>
          <a:bodyPr wrap="square" lIns="58603" tIns="58603" rIns="58603" bIns="58603"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27" name="Picture Placeholder 2"/>
          <p:cNvSpPr>
            <a:spLocks noGrp="1"/>
          </p:cNvSpPr>
          <p:nvPr userDrawn="1">
            <p:ph type="pic" sz="quarter" idx="25"/>
          </p:nvPr>
        </p:nvSpPr>
        <p:spPr>
          <a:xfrm>
            <a:off x="1685109" y="4226863"/>
            <a:ext cx="1877079" cy="1691640"/>
          </a:xfrm>
          <a:prstGeom prst="ellipse">
            <a:avLst/>
          </a:prstGeo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11" name="Shape 213"/>
          <p:cNvSpPr/>
          <p:nvPr userDrawn="1"/>
        </p:nvSpPr>
        <p:spPr>
          <a:xfrm>
            <a:off x="1212821" y="2573435"/>
            <a:ext cx="4329166" cy="1437437"/>
          </a:xfrm>
          <a:prstGeom prst="rect">
            <a:avLst/>
          </a:prstGeom>
          <a:solidFill>
            <a:schemeClr val="accent5"/>
          </a:solidFill>
          <a:ln w="12700" cap="flat">
            <a:noFill/>
            <a:miter lim="400000"/>
          </a:ln>
          <a:effectLst/>
        </p:spPr>
        <p:txBody>
          <a:bodyPr wrap="square" lIns="65115" tIns="65115" rIns="65115" bIns="65115"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12" name="Shape 214"/>
          <p:cNvSpPr/>
          <p:nvPr userDrawn="1"/>
        </p:nvSpPr>
        <p:spPr>
          <a:xfrm>
            <a:off x="4717539" y="2851798"/>
            <a:ext cx="323118" cy="309469"/>
          </a:xfrm>
          <a:custGeom>
            <a:avLst/>
            <a:gdLst/>
            <a:ahLst/>
            <a:cxnLst>
              <a:cxn ang="0">
                <a:pos x="wd2" y="hd2"/>
              </a:cxn>
              <a:cxn ang="5400000">
                <a:pos x="wd2" y="hd2"/>
              </a:cxn>
              <a:cxn ang="10800000">
                <a:pos x="wd2" y="hd2"/>
              </a:cxn>
              <a:cxn ang="16200000">
                <a:pos x="wd2" y="hd2"/>
              </a:cxn>
            </a:cxnLst>
            <a:rect l="0" t="0" r="r" b="b"/>
            <a:pathLst>
              <a:path w="21401" h="21363" extrusionOk="0">
                <a:moveTo>
                  <a:pt x="7274" y="21020"/>
                </a:moveTo>
                <a:cubicBezTo>
                  <a:pt x="7274" y="21376"/>
                  <a:pt x="7435" y="21475"/>
                  <a:pt x="7659" y="21222"/>
                </a:cubicBezTo>
                <a:cubicBezTo>
                  <a:pt x="7951" y="20894"/>
                  <a:pt x="10973" y="17529"/>
                  <a:pt x="10973" y="17529"/>
                </a:cubicBezTo>
                <a:lnTo>
                  <a:pt x="7274" y="15153"/>
                </a:lnTo>
                <a:cubicBezTo>
                  <a:pt x="7274" y="15153"/>
                  <a:pt x="7274" y="21020"/>
                  <a:pt x="7274" y="21020"/>
                </a:cubicBezTo>
                <a:close/>
                <a:moveTo>
                  <a:pt x="20812" y="50"/>
                </a:moveTo>
                <a:cubicBezTo>
                  <a:pt x="20412" y="224"/>
                  <a:pt x="667" y="8860"/>
                  <a:pt x="277" y="9030"/>
                </a:cubicBezTo>
                <a:cubicBezTo>
                  <a:pt x="-53" y="9174"/>
                  <a:pt x="-126" y="9528"/>
                  <a:pt x="266" y="9723"/>
                </a:cubicBezTo>
                <a:cubicBezTo>
                  <a:pt x="733" y="9955"/>
                  <a:pt x="4681" y="11919"/>
                  <a:pt x="4681" y="11919"/>
                </a:cubicBezTo>
                <a:lnTo>
                  <a:pt x="7298" y="13221"/>
                </a:lnTo>
                <a:cubicBezTo>
                  <a:pt x="7298" y="13221"/>
                  <a:pt x="19903" y="1732"/>
                  <a:pt x="20073" y="1577"/>
                </a:cubicBezTo>
                <a:cubicBezTo>
                  <a:pt x="20246" y="1420"/>
                  <a:pt x="20443" y="1713"/>
                  <a:pt x="20319" y="1881"/>
                </a:cubicBezTo>
                <a:cubicBezTo>
                  <a:pt x="20194" y="2050"/>
                  <a:pt x="11163" y="14170"/>
                  <a:pt x="11163" y="14170"/>
                </a:cubicBezTo>
                <a:cubicBezTo>
                  <a:pt x="11163" y="14170"/>
                  <a:pt x="11163" y="14170"/>
                  <a:pt x="11163" y="14171"/>
                </a:cubicBezTo>
                <a:lnTo>
                  <a:pt x="10637" y="14898"/>
                </a:lnTo>
                <a:lnTo>
                  <a:pt x="11333" y="15363"/>
                </a:lnTo>
                <a:cubicBezTo>
                  <a:pt x="11333" y="15363"/>
                  <a:pt x="16742" y="18976"/>
                  <a:pt x="17127" y="19234"/>
                </a:cubicBezTo>
                <a:cubicBezTo>
                  <a:pt x="17464" y="19459"/>
                  <a:pt x="17904" y="19272"/>
                  <a:pt x="18001" y="18750"/>
                </a:cubicBezTo>
                <a:cubicBezTo>
                  <a:pt x="18117" y="18135"/>
                  <a:pt x="21310" y="1052"/>
                  <a:pt x="21382" y="671"/>
                </a:cubicBezTo>
                <a:cubicBezTo>
                  <a:pt x="21474" y="177"/>
                  <a:pt x="21211" y="-125"/>
                  <a:pt x="20812" y="50"/>
                </a:cubicBezTo>
                <a:close/>
              </a:path>
            </a:pathLst>
          </a:custGeom>
          <a:solidFill>
            <a:srgbClr val="FFFFFF"/>
          </a:solidFill>
          <a:ln w="12700" cap="flat">
            <a:noFill/>
            <a:miter lim="400000"/>
          </a:ln>
          <a:effectLst/>
        </p:spPr>
        <p:txBody>
          <a:bodyPr wrap="square" lIns="58603" tIns="58603" rIns="58603" bIns="58603"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26" name="Picture Placeholder 2"/>
          <p:cNvSpPr>
            <a:spLocks noGrp="1"/>
          </p:cNvSpPr>
          <p:nvPr userDrawn="1">
            <p:ph type="pic" sz="quarter" idx="24"/>
          </p:nvPr>
        </p:nvSpPr>
        <p:spPr>
          <a:xfrm>
            <a:off x="1685465" y="2157589"/>
            <a:ext cx="1877079" cy="1691640"/>
          </a:xfrm>
          <a:prstGeom prst="ellipse">
            <a:avLst/>
          </a:prstGeo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9" name="Content Placeholder 20"/>
          <p:cNvSpPr>
            <a:spLocks noGrp="1"/>
          </p:cNvSpPr>
          <p:nvPr userDrawn="1">
            <p:ph sz="quarter" idx="16" hasCustomPrompt="1"/>
          </p:nvPr>
        </p:nvSpPr>
        <p:spPr>
          <a:xfrm>
            <a:off x="6087637" y="2667000"/>
            <a:ext cx="2971801"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smtClean="0"/>
              <a:t>Vision</a:t>
            </a:r>
          </a:p>
        </p:txBody>
      </p:sp>
      <p:sp>
        <p:nvSpPr>
          <p:cNvPr id="10" name="Text Placeholder 17"/>
          <p:cNvSpPr>
            <a:spLocks noGrp="1"/>
          </p:cNvSpPr>
          <p:nvPr userDrawn="1">
            <p:ph type="body" sz="quarter" idx="21" hasCustomPrompt="1"/>
          </p:nvPr>
        </p:nvSpPr>
        <p:spPr>
          <a:xfrm>
            <a:off x="6087636" y="3048001"/>
            <a:ext cx="5264578" cy="1036838"/>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r>
              <a:rPr lang="en-US" dirty="0" err="1" smtClean="0"/>
              <a:t>conseSed</a:t>
            </a:r>
            <a:r>
              <a:rPr lang="en-US" dirty="0" smtClean="0"/>
              <a:t> </a:t>
            </a:r>
            <a:r>
              <a:rPr lang="en-US" dirty="0" err="1" smtClean="0"/>
              <a:t>ut</a:t>
            </a:r>
            <a:r>
              <a:rPr lang="en-US" dirty="0" smtClean="0"/>
              <a:t> </a:t>
            </a:r>
            <a:r>
              <a:rPr lang="en-US" dirty="0" err="1" smtClean="0"/>
              <a:t>perspiciatis</a:t>
            </a:r>
            <a:r>
              <a:rPr lang="en-US" dirty="0" smtClean="0"/>
              <a:t> </a:t>
            </a:r>
            <a:r>
              <a:rPr lang="en-US" dirty="0" err="1" smtClean="0"/>
              <a:t>uomnis</a:t>
            </a:r>
            <a:r>
              <a:rPr lang="en-US" dirty="0" smtClean="0"/>
              <a:t> </a:t>
            </a:r>
            <a:r>
              <a:rPr lang="en-US" dirty="0" err="1" smtClean="0"/>
              <a:t>iste</a:t>
            </a:r>
            <a:r>
              <a:rPr lang="en-US" dirty="0" smtClean="0"/>
              <a:t> </a:t>
            </a:r>
            <a:r>
              <a:rPr lang="en-US" dirty="0" err="1" smtClean="0"/>
              <a:t>natus</a:t>
            </a:r>
            <a:r>
              <a:rPr lang="en-US" dirty="0" smtClean="0"/>
              <a:t> error sit </a:t>
            </a:r>
            <a:r>
              <a:rPr lang="en-US" dirty="0" err="1" smtClean="0"/>
              <a:t>voluptatem</a:t>
            </a:r>
            <a:r>
              <a:rPr lang="en-US" dirty="0" smtClean="0"/>
              <a:t> </a:t>
            </a:r>
            <a:r>
              <a:rPr lang="en-US" dirty="0" err="1" smtClean="0"/>
              <a:t>accusantium</a:t>
            </a:r>
            <a:r>
              <a:rPr lang="en-US" dirty="0" smtClean="0"/>
              <a:t> </a:t>
            </a:r>
            <a:r>
              <a:rPr lang="en-US" dirty="0" err="1" smtClean="0"/>
              <a:t>doloremque</a:t>
            </a:r>
            <a:r>
              <a:rPr lang="en-US" dirty="0" smtClean="0"/>
              <a:t> </a:t>
            </a:r>
            <a:r>
              <a:rPr lang="en-US" dirty="0" err="1" smtClean="0"/>
              <a:t>laudantium</a:t>
            </a:r>
            <a:r>
              <a:rPr lang="en-US" dirty="0" smtClean="0"/>
              <a:t>, </a:t>
            </a:r>
            <a:r>
              <a:rPr lang="en-US" dirty="0" err="1" smtClean="0"/>
              <a:t>totamconseSed</a:t>
            </a:r>
            <a:r>
              <a:rPr lang="en-US" dirty="0" smtClean="0"/>
              <a:t> </a:t>
            </a:r>
            <a:r>
              <a:rPr lang="en-US" dirty="0" err="1" smtClean="0"/>
              <a:t>ut</a:t>
            </a:r>
            <a:r>
              <a:rPr lang="en-US" dirty="0" smtClean="0"/>
              <a:t> </a:t>
            </a:r>
            <a:r>
              <a:rPr lang="en-US" dirty="0" err="1" smtClean="0"/>
              <a:t>perspiciatis</a:t>
            </a:r>
            <a:r>
              <a:rPr lang="en-US" dirty="0" smtClean="0"/>
              <a:t> </a:t>
            </a:r>
            <a:r>
              <a:rPr lang="en-US" dirty="0" err="1" smtClean="0"/>
              <a:t>uomnis</a:t>
            </a:r>
            <a:r>
              <a:rPr lang="en-US" dirty="0" smtClean="0"/>
              <a:t> </a:t>
            </a:r>
            <a:r>
              <a:rPr lang="en-US" dirty="0" err="1" smtClean="0"/>
              <a:t>iste</a:t>
            </a:r>
            <a:r>
              <a:rPr lang="en-US" dirty="0" smtClean="0"/>
              <a:t> </a:t>
            </a:r>
            <a:r>
              <a:rPr lang="en-US" dirty="0" err="1" smtClean="0"/>
              <a:t>natus</a:t>
            </a:r>
            <a:r>
              <a:rPr lang="en-US" dirty="0" smtClean="0"/>
              <a:t> error sit </a:t>
            </a:r>
            <a:r>
              <a:rPr lang="en-US" dirty="0" err="1" smtClean="0"/>
              <a:t>voluptatem</a:t>
            </a:r>
            <a:r>
              <a:rPr lang="en-US" dirty="0" smtClean="0"/>
              <a:t> </a:t>
            </a:r>
            <a:r>
              <a:rPr lang="en-US" dirty="0" err="1" smtClean="0"/>
              <a:t>accusantium</a:t>
            </a:r>
            <a:r>
              <a:rPr lang="en-US" dirty="0" smtClean="0"/>
              <a:t> </a:t>
            </a:r>
            <a:r>
              <a:rPr lang="en-US" dirty="0" err="1" smtClean="0"/>
              <a:t>doloremquudantium</a:t>
            </a:r>
            <a:r>
              <a:rPr lang="en-US" dirty="0" smtClean="0"/>
              <a:t>, </a:t>
            </a:r>
            <a:r>
              <a:rPr lang="en-US" dirty="0" err="1" smtClean="0"/>
              <a:t>totamconseSed</a:t>
            </a:r>
            <a:r>
              <a:rPr lang="en-US" dirty="0" smtClean="0"/>
              <a:t> </a:t>
            </a:r>
            <a:r>
              <a:rPr lang="en-US" dirty="0" err="1" smtClean="0"/>
              <a:t>ut</a:t>
            </a:r>
            <a:r>
              <a:rPr lang="en-US" dirty="0" smtClean="0"/>
              <a:t> </a:t>
            </a:r>
            <a:r>
              <a:rPr lang="en-US" dirty="0" err="1" smtClean="0"/>
              <a:t>perspiciatis</a:t>
            </a:r>
            <a:endParaRPr lang="en-US" dirty="0" smtClean="0"/>
          </a:p>
        </p:txBody>
      </p:sp>
      <p:sp>
        <p:nvSpPr>
          <p:cNvPr id="24" name="Content Placeholder 20"/>
          <p:cNvSpPr>
            <a:spLocks noGrp="1"/>
          </p:cNvSpPr>
          <p:nvPr userDrawn="1">
            <p:ph sz="quarter" idx="22" hasCustomPrompt="1"/>
          </p:nvPr>
        </p:nvSpPr>
        <p:spPr>
          <a:xfrm>
            <a:off x="6094414" y="4754362"/>
            <a:ext cx="2971801"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smtClean="0"/>
              <a:t>Vision</a:t>
            </a:r>
          </a:p>
        </p:txBody>
      </p:sp>
      <p:sp>
        <p:nvSpPr>
          <p:cNvPr id="25" name="Text Placeholder 17"/>
          <p:cNvSpPr>
            <a:spLocks noGrp="1"/>
          </p:cNvSpPr>
          <p:nvPr userDrawn="1">
            <p:ph type="body" sz="quarter" idx="23" hasCustomPrompt="1"/>
          </p:nvPr>
        </p:nvSpPr>
        <p:spPr>
          <a:xfrm>
            <a:off x="6094412" y="5135362"/>
            <a:ext cx="5264578" cy="1036838"/>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r>
              <a:rPr lang="en-US" dirty="0" err="1" smtClean="0"/>
              <a:t>conseSed</a:t>
            </a:r>
            <a:r>
              <a:rPr lang="en-US" dirty="0" smtClean="0"/>
              <a:t> </a:t>
            </a:r>
            <a:r>
              <a:rPr lang="en-US" dirty="0" err="1" smtClean="0"/>
              <a:t>ut</a:t>
            </a:r>
            <a:r>
              <a:rPr lang="en-US" dirty="0" smtClean="0"/>
              <a:t> </a:t>
            </a:r>
            <a:r>
              <a:rPr lang="en-US" dirty="0" err="1" smtClean="0"/>
              <a:t>perspiciatis</a:t>
            </a:r>
            <a:r>
              <a:rPr lang="en-US" dirty="0" smtClean="0"/>
              <a:t> </a:t>
            </a:r>
            <a:r>
              <a:rPr lang="en-US" dirty="0" err="1" smtClean="0"/>
              <a:t>uomnis</a:t>
            </a:r>
            <a:r>
              <a:rPr lang="en-US" dirty="0" smtClean="0"/>
              <a:t> </a:t>
            </a:r>
            <a:r>
              <a:rPr lang="en-US" dirty="0" err="1" smtClean="0"/>
              <a:t>iste</a:t>
            </a:r>
            <a:r>
              <a:rPr lang="en-US" dirty="0" smtClean="0"/>
              <a:t> </a:t>
            </a:r>
            <a:r>
              <a:rPr lang="en-US" dirty="0" err="1" smtClean="0"/>
              <a:t>natus</a:t>
            </a:r>
            <a:r>
              <a:rPr lang="en-US" dirty="0" smtClean="0"/>
              <a:t> error sit </a:t>
            </a:r>
            <a:r>
              <a:rPr lang="en-US" dirty="0" err="1" smtClean="0"/>
              <a:t>voluptatem</a:t>
            </a:r>
            <a:r>
              <a:rPr lang="en-US" dirty="0" smtClean="0"/>
              <a:t> </a:t>
            </a:r>
            <a:r>
              <a:rPr lang="en-US" dirty="0" err="1" smtClean="0"/>
              <a:t>accusantium</a:t>
            </a:r>
            <a:r>
              <a:rPr lang="en-US" dirty="0" smtClean="0"/>
              <a:t> </a:t>
            </a:r>
            <a:r>
              <a:rPr lang="en-US" dirty="0" err="1" smtClean="0"/>
              <a:t>doloremque</a:t>
            </a:r>
            <a:r>
              <a:rPr lang="en-US" dirty="0" smtClean="0"/>
              <a:t> </a:t>
            </a:r>
            <a:r>
              <a:rPr lang="en-US" dirty="0" err="1" smtClean="0"/>
              <a:t>laudantium</a:t>
            </a:r>
            <a:r>
              <a:rPr lang="en-US" dirty="0" smtClean="0"/>
              <a:t>, </a:t>
            </a:r>
            <a:r>
              <a:rPr lang="en-US" dirty="0" err="1" smtClean="0"/>
              <a:t>totamconseSed</a:t>
            </a:r>
            <a:r>
              <a:rPr lang="en-US" dirty="0" smtClean="0"/>
              <a:t> </a:t>
            </a:r>
            <a:r>
              <a:rPr lang="en-US" dirty="0" err="1" smtClean="0"/>
              <a:t>ut</a:t>
            </a:r>
            <a:r>
              <a:rPr lang="en-US" dirty="0" smtClean="0"/>
              <a:t> </a:t>
            </a:r>
            <a:r>
              <a:rPr lang="en-US" dirty="0" err="1" smtClean="0"/>
              <a:t>perspiciatis</a:t>
            </a:r>
            <a:r>
              <a:rPr lang="en-US" dirty="0" smtClean="0"/>
              <a:t> </a:t>
            </a:r>
            <a:r>
              <a:rPr lang="en-US" dirty="0" err="1" smtClean="0"/>
              <a:t>uomnis</a:t>
            </a:r>
            <a:r>
              <a:rPr lang="en-US" dirty="0" smtClean="0"/>
              <a:t> </a:t>
            </a:r>
            <a:r>
              <a:rPr lang="en-US" dirty="0" err="1" smtClean="0"/>
              <a:t>iste</a:t>
            </a:r>
            <a:r>
              <a:rPr lang="en-US" dirty="0" smtClean="0"/>
              <a:t> </a:t>
            </a:r>
            <a:r>
              <a:rPr lang="en-US" dirty="0" err="1" smtClean="0"/>
              <a:t>natus</a:t>
            </a:r>
            <a:r>
              <a:rPr lang="en-US" dirty="0" smtClean="0"/>
              <a:t> error sit </a:t>
            </a:r>
            <a:r>
              <a:rPr lang="en-US" dirty="0" err="1" smtClean="0"/>
              <a:t>voluptatem</a:t>
            </a:r>
            <a:r>
              <a:rPr lang="en-US" dirty="0" smtClean="0"/>
              <a:t> </a:t>
            </a:r>
            <a:r>
              <a:rPr lang="en-US" dirty="0" err="1" smtClean="0"/>
              <a:t>accusantium</a:t>
            </a:r>
            <a:r>
              <a:rPr lang="en-US" dirty="0" smtClean="0"/>
              <a:t> </a:t>
            </a:r>
            <a:r>
              <a:rPr lang="en-US" dirty="0" err="1" smtClean="0"/>
              <a:t>doloremquudantium</a:t>
            </a:r>
            <a:r>
              <a:rPr lang="en-US" dirty="0" smtClean="0"/>
              <a:t>, </a:t>
            </a:r>
            <a:r>
              <a:rPr lang="en-US" dirty="0" err="1" smtClean="0"/>
              <a:t>totamconseSed</a:t>
            </a:r>
            <a:r>
              <a:rPr lang="en-US" dirty="0" smtClean="0"/>
              <a:t> </a:t>
            </a:r>
            <a:r>
              <a:rPr lang="en-US" dirty="0" err="1" smtClean="0"/>
              <a:t>ut</a:t>
            </a:r>
            <a:r>
              <a:rPr lang="en-US" dirty="0" smtClean="0"/>
              <a:t> </a:t>
            </a:r>
            <a:r>
              <a:rPr lang="en-US" dirty="0" err="1" smtClean="0"/>
              <a:t>perspiciatis</a:t>
            </a:r>
            <a:endParaRPr lang="en-US" dirty="0" smtClean="0"/>
          </a:p>
        </p:txBody>
      </p:sp>
    </p:spTree>
    <p:extLst>
      <p:ext uri="{BB962C8B-B14F-4D97-AF65-F5344CB8AC3E}">
        <p14:creationId xmlns:p14="http://schemas.microsoft.com/office/powerpoint/2010/main" val="3190555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dissolve">
                                      <p:cBhvr>
                                        <p:cTn id="11" dur="500"/>
                                        <p:tgtEl>
                                          <p:spTgt spid="9">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dissolve">
                                      <p:cBhvr>
                                        <p:cTn id="15" dur="500"/>
                                        <p:tgtEl>
                                          <p:spTgt spid="10">
                                            <p:txEl>
                                              <p:pRg st="0" end="0"/>
                                            </p:txEl>
                                          </p:spTgt>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24">
                                            <p:txEl>
                                              <p:pRg st="0" end="0"/>
                                            </p:txEl>
                                          </p:spTgt>
                                        </p:tgtEl>
                                        <p:attrNameLst>
                                          <p:attrName>style.visibility</p:attrName>
                                        </p:attrNameLst>
                                      </p:cBhvr>
                                      <p:to>
                                        <p:strVal val="visible"/>
                                      </p:to>
                                    </p:set>
                                    <p:animEffect transition="in" filter="dissolve">
                                      <p:cBhvr>
                                        <p:cTn id="23" dur="500"/>
                                        <p:tgtEl>
                                          <p:spTgt spid="24">
                                            <p:txEl>
                                              <p:pRg st="0" end="0"/>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dissolve">
                                      <p:cBhvr>
                                        <p:cTn id="27"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6" grpId="0"/>
      <p:bldP spid="9" grpId="0" build="p">
        <p:tmplLst>
          <p:tmpl lvl="1">
            <p:tnLst>
              <p:par>
                <p:cTn presetID="9"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dissolve">
                      <p:cBhvr>
                        <p:cTn dur="500"/>
                        <p:tgtEl>
                          <p:spTgt spid="9"/>
                        </p:tgtEl>
                      </p:cBhvr>
                    </p:animEffect>
                  </p:childTnLst>
                </p:cTn>
              </p:par>
            </p:tnLst>
          </p:tmpl>
        </p:tmplLst>
      </p:bldP>
      <p:bldP spid="10" grpId="0" build="p">
        <p:tmplLst>
          <p:tmpl lvl="1">
            <p:tnLst>
              <p:par>
                <p:cTn presetID="9"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dissolve">
                      <p:cBhvr>
                        <p:cTn dur="500"/>
                        <p:tgtEl>
                          <p:spTgt spid="10"/>
                        </p:tgtEl>
                      </p:cBhvr>
                    </p:animEffect>
                  </p:childTnLst>
                </p:cTn>
              </p:par>
            </p:tnLst>
          </p:tmpl>
        </p:tmplLst>
      </p:bldP>
      <p:bldP spid="24" grpId="0" build="p">
        <p:tmplLst>
          <p:tmpl lvl="1">
            <p:tnLst>
              <p:par>
                <p:cTn presetID="9" presetClass="entr" presetSubtype="0"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dissolve">
                      <p:cBhvr>
                        <p:cTn dur="500"/>
                        <p:tgtEl>
                          <p:spTgt spid="24"/>
                        </p:tgtEl>
                      </p:cBhvr>
                    </p:animEffect>
                  </p:childTnLst>
                </p:cTn>
              </p:par>
            </p:tnLst>
          </p:tmpl>
        </p:tmplLst>
      </p:bldP>
      <p:bldP spid="25" grpId="0" build="p">
        <p:tmplLst>
          <p:tmpl lvl="1">
            <p:tnLst>
              <p:par>
                <p:cTn presetID="9" presetClass="entr" presetSubtype="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dissolve">
                      <p:cBhvr>
                        <p:cTn dur="500"/>
                        <p:tgtEl>
                          <p:spTgt spid="25"/>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88825" cy="685800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88825" cy="4343400"/>
          </a:xfrm>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1055127" y="1783041"/>
            <a:ext cx="4778401" cy="3883456"/>
          </a:xfrm>
        </p:spPr>
        <p:txBody>
          <a:bodyPr/>
          <a:lstStyle/>
          <a:p>
            <a:endParaRPr lang="en-US"/>
          </a:p>
        </p:txBody>
      </p:sp>
    </p:spTree>
    <p:extLst>
      <p:ext uri="{BB962C8B-B14F-4D97-AF65-F5344CB8AC3E}">
        <p14:creationId xmlns:p14="http://schemas.microsoft.com/office/powerpoint/2010/main" val="411303424"/>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5_Title Slide">
    <p:spTree>
      <p:nvGrpSpPr>
        <p:cNvPr id="1" name=""/>
        <p:cNvGrpSpPr/>
        <p:nvPr/>
      </p:nvGrpSpPr>
      <p:grpSpPr>
        <a:xfrm>
          <a:off x="0" y="0"/>
          <a:ext cx="0" cy="0"/>
          <a:chOff x="0" y="0"/>
          <a:chExt cx="0" cy="0"/>
        </a:xfrm>
      </p:grpSpPr>
      <p:sp>
        <p:nvSpPr>
          <p:cNvPr id="21" name="Text Placeholder 17"/>
          <p:cNvSpPr>
            <a:spLocks noGrp="1"/>
          </p:cNvSpPr>
          <p:nvPr>
            <p:ph type="body" sz="quarter" idx="36" hasCustomPrompt="1"/>
          </p:nvPr>
        </p:nvSpPr>
        <p:spPr>
          <a:xfrm>
            <a:off x="7884423" y="3086089"/>
            <a:ext cx="2515825" cy="721552"/>
          </a:xfrm>
        </p:spPr>
        <p:txBody>
          <a:bodyPr lIns="0" tIns="0" rIns="0" bIns="0" anchor="t">
            <a:normAutofit/>
          </a:bodyPr>
          <a:lstStyle>
            <a:lvl1pPr marL="0" indent="0" algn="l">
              <a:lnSpc>
                <a:spcPts val="1700"/>
              </a:lnSpc>
              <a:buNone/>
              <a:defRPr sz="1200">
                <a:solidFill>
                  <a:schemeClr val="tx2"/>
                </a:solidFill>
              </a:defRPr>
            </a:lvl1pPr>
          </a:lstStyle>
          <a:p>
            <a:pPr lvl="0"/>
            <a:r>
              <a:rPr lang="id-ID" dirty="0" smtClean="0"/>
              <a:t>Click to edit Master text  styles lorem ipsum dolor sit amet aleh pue h om alah hai meutuwah ka abeh cara pen</a:t>
            </a:r>
          </a:p>
        </p:txBody>
      </p:sp>
      <p:sp>
        <p:nvSpPr>
          <p:cNvPr id="15" name="Text Placeholder 17"/>
          <p:cNvSpPr>
            <a:spLocks noGrp="1"/>
          </p:cNvSpPr>
          <p:nvPr>
            <p:ph type="body" sz="quarter" idx="39" hasCustomPrompt="1"/>
          </p:nvPr>
        </p:nvSpPr>
        <p:spPr>
          <a:xfrm>
            <a:off x="8411560" y="2634645"/>
            <a:ext cx="1887115" cy="303488"/>
          </a:xfrm>
        </p:spPr>
        <p:txBody>
          <a:bodyPr lIns="0" tIns="0" rIns="0" bIns="0" anchor="ctr">
            <a:normAutofit/>
          </a:bodyPr>
          <a:lstStyle>
            <a:lvl1pPr marL="0" indent="0" algn="l">
              <a:lnSpc>
                <a:spcPts val="1700"/>
              </a:lnSpc>
              <a:buNone/>
              <a:defRPr sz="1600" b="1">
                <a:solidFill>
                  <a:schemeClr val="bg1"/>
                </a:solidFill>
              </a:defRPr>
            </a:lvl1pPr>
          </a:lstStyle>
          <a:p>
            <a:pPr lvl="0"/>
            <a:r>
              <a:rPr lang="id-ID" dirty="0" smtClean="0"/>
              <a:t>Info Portofolio</a:t>
            </a:r>
          </a:p>
        </p:txBody>
      </p:sp>
      <p:grpSp>
        <p:nvGrpSpPr>
          <p:cNvPr id="2" name="Group 13"/>
          <p:cNvGrpSpPr/>
          <p:nvPr userDrawn="1"/>
        </p:nvGrpSpPr>
        <p:grpSpPr>
          <a:xfrm>
            <a:off x="6821145" y="2619073"/>
            <a:ext cx="378241" cy="346346"/>
            <a:chOff x="1166868" y="2106605"/>
            <a:chExt cx="780242" cy="714264"/>
          </a:xfrm>
        </p:grpSpPr>
        <p:sp>
          <p:nvSpPr>
            <p:cNvPr id="20" name="Shape 1716"/>
            <p:cNvSpPr/>
            <p:nvPr/>
          </p:nvSpPr>
          <p:spPr>
            <a:xfrm>
              <a:off x="1166868" y="2106605"/>
              <a:ext cx="714263" cy="714264"/>
            </a:xfrm>
            <a:prstGeom prst="rect">
              <a:avLst/>
            </a:prstGeom>
            <a:solidFill>
              <a:schemeClr val="accent1"/>
            </a:solidFill>
            <a:ln w="12700" cap="flat">
              <a:noFill/>
              <a:miter lim="400000"/>
            </a:ln>
            <a:effectLst/>
          </p:spPr>
          <p:txBody>
            <a:bodyPr wrap="square" lIns="50800" tIns="50800" rIns="50800" bIns="50800" numCol="1" anchor="ctr">
              <a:noAutofit/>
            </a:bodyP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sp>
          <p:nvSpPr>
            <p:cNvPr id="22" name="Shape 1934"/>
            <p:cNvSpPr/>
            <p:nvPr/>
          </p:nvSpPr>
          <p:spPr>
            <a:xfrm>
              <a:off x="1353147" y="2189791"/>
              <a:ext cx="593963" cy="623019"/>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wrap="square" lIns="43656" tIns="43656" rIns="43656" bIns="43656" numCol="1" anchor="ctr">
              <a:noAutofit/>
            </a:bodyP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grpSp>
      <p:grpSp>
        <p:nvGrpSpPr>
          <p:cNvPr id="3" name="Group 23"/>
          <p:cNvGrpSpPr/>
          <p:nvPr userDrawn="1"/>
        </p:nvGrpSpPr>
        <p:grpSpPr>
          <a:xfrm>
            <a:off x="6821145" y="4395527"/>
            <a:ext cx="378241" cy="346346"/>
            <a:chOff x="1166868" y="2106605"/>
            <a:chExt cx="780242" cy="714264"/>
          </a:xfrm>
        </p:grpSpPr>
        <p:sp>
          <p:nvSpPr>
            <p:cNvPr id="25" name="Shape 1716"/>
            <p:cNvSpPr/>
            <p:nvPr/>
          </p:nvSpPr>
          <p:spPr>
            <a:xfrm>
              <a:off x="1166868" y="2106605"/>
              <a:ext cx="714263" cy="714264"/>
            </a:xfrm>
            <a:prstGeom prst="rect">
              <a:avLst/>
            </a:prstGeom>
            <a:solidFill>
              <a:schemeClr val="accent3"/>
            </a:solidFill>
            <a:ln w="12700" cap="flat">
              <a:noFill/>
              <a:miter lim="400000"/>
            </a:ln>
            <a:effectLst/>
          </p:spPr>
          <p:txBody>
            <a:bodyPr wrap="square" lIns="50800" tIns="50800" rIns="50800" bIns="50800" numCol="1" anchor="ctr">
              <a:noAutofit/>
            </a:bodyP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sp>
          <p:nvSpPr>
            <p:cNvPr id="26" name="Shape 1934"/>
            <p:cNvSpPr/>
            <p:nvPr/>
          </p:nvSpPr>
          <p:spPr>
            <a:xfrm>
              <a:off x="1353147" y="2189791"/>
              <a:ext cx="593963" cy="623019"/>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wrap="square" lIns="43656" tIns="43656" rIns="43656" bIns="43656" numCol="1" anchor="ctr">
              <a:noAutofit/>
            </a:bodyP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grpSp>
      <p:grpSp>
        <p:nvGrpSpPr>
          <p:cNvPr id="4" name="Group 26"/>
          <p:cNvGrpSpPr/>
          <p:nvPr userDrawn="1"/>
        </p:nvGrpSpPr>
        <p:grpSpPr>
          <a:xfrm>
            <a:off x="7884423" y="2619073"/>
            <a:ext cx="378241" cy="346346"/>
            <a:chOff x="1166868" y="2106605"/>
            <a:chExt cx="780242" cy="714264"/>
          </a:xfrm>
        </p:grpSpPr>
        <p:sp>
          <p:nvSpPr>
            <p:cNvPr id="28" name="Shape 1716"/>
            <p:cNvSpPr/>
            <p:nvPr/>
          </p:nvSpPr>
          <p:spPr>
            <a:xfrm>
              <a:off x="1166868" y="2106605"/>
              <a:ext cx="714263" cy="714264"/>
            </a:xfrm>
            <a:prstGeom prst="rect">
              <a:avLst/>
            </a:prstGeom>
            <a:solidFill>
              <a:schemeClr val="accent2"/>
            </a:solidFill>
            <a:ln w="12700" cap="flat">
              <a:noFill/>
              <a:miter lim="400000"/>
            </a:ln>
            <a:effectLst/>
          </p:spPr>
          <p:txBody>
            <a:bodyPr wrap="square" lIns="50800" tIns="50800" rIns="50800" bIns="50800" numCol="1" anchor="ctr">
              <a:noAutofit/>
            </a:bodyP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sp>
          <p:nvSpPr>
            <p:cNvPr id="29" name="Shape 1934"/>
            <p:cNvSpPr/>
            <p:nvPr/>
          </p:nvSpPr>
          <p:spPr>
            <a:xfrm>
              <a:off x="1353147" y="2189791"/>
              <a:ext cx="593963" cy="623019"/>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wrap="square" lIns="43656" tIns="43656" rIns="43656" bIns="43656" numCol="1" anchor="ctr">
              <a:noAutofit/>
            </a:bodyP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grpSp>
      <p:grpSp>
        <p:nvGrpSpPr>
          <p:cNvPr id="5" name="Group 29"/>
          <p:cNvGrpSpPr/>
          <p:nvPr userDrawn="1"/>
        </p:nvGrpSpPr>
        <p:grpSpPr>
          <a:xfrm>
            <a:off x="7884423" y="4395527"/>
            <a:ext cx="378241" cy="346346"/>
            <a:chOff x="1166868" y="2106605"/>
            <a:chExt cx="780242" cy="714264"/>
          </a:xfrm>
        </p:grpSpPr>
        <p:sp>
          <p:nvSpPr>
            <p:cNvPr id="31" name="Shape 1716"/>
            <p:cNvSpPr/>
            <p:nvPr/>
          </p:nvSpPr>
          <p:spPr>
            <a:xfrm>
              <a:off x="1166868" y="2106605"/>
              <a:ext cx="714263" cy="714264"/>
            </a:xfrm>
            <a:prstGeom prst="rect">
              <a:avLst/>
            </a:prstGeom>
            <a:solidFill>
              <a:schemeClr val="accent4"/>
            </a:solidFill>
            <a:ln w="12700" cap="flat">
              <a:noFill/>
              <a:miter lim="400000"/>
            </a:ln>
            <a:effectLst/>
          </p:spPr>
          <p:txBody>
            <a:bodyPr wrap="square" lIns="50800" tIns="50800" rIns="50800" bIns="50800" numCol="1" anchor="ctr">
              <a:noAutofit/>
            </a:bodyP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sp>
          <p:nvSpPr>
            <p:cNvPr id="32" name="Shape 1934"/>
            <p:cNvSpPr/>
            <p:nvPr/>
          </p:nvSpPr>
          <p:spPr>
            <a:xfrm>
              <a:off x="1353147" y="2189791"/>
              <a:ext cx="593963" cy="623019"/>
            </a:xfrm>
            <a:custGeom>
              <a:avLst/>
              <a:gdLst/>
              <a:ahLst/>
              <a:cxnLst>
                <a:cxn ang="0">
                  <a:pos x="wd2" y="hd2"/>
                </a:cxn>
                <a:cxn ang="5400000">
                  <a:pos x="wd2" y="hd2"/>
                </a:cxn>
                <a:cxn ang="10800000">
                  <a:pos x="wd2" y="hd2"/>
                </a:cxn>
                <a:cxn ang="16200000">
                  <a:pos x="wd2" y="hd2"/>
                </a:cxn>
              </a:cxnLst>
              <a:rect l="0" t="0" r="r" b="b"/>
              <a:pathLst>
                <a:path w="21004" h="21302" extrusionOk="0">
                  <a:moveTo>
                    <a:pt x="7816" y="21302"/>
                  </a:moveTo>
                  <a:cubicBezTo>
                    <a:pt x="7132" y="21302"/>
                    <a:pt x="6483" y="20993"/>
                    <a:pt x="6068" y="20461"/>
                  </a:cubicBezTo>
                  <a:lnTo>
                    <a:pt x="445" y="13277"/>
                  </a:lnTo>
                  <a:cubicBezTo>
                    <a:pt x="-287" y="12344"/>
                    <a:pt x="-97" y="11016"/>
                    <a:pt x="870" y="10308"/>
                  </a:cubicBezTo>
                  <a:cubicBezTo>
                    <a:pt x="1838" y="9597"/>
                    <a:pt x="3211" y="9785"/>
                    <a:pt x="3943" y="10719"/>
                  </a:cubicBezTo>
                  <a:lnTo>
                    <a:pt x="7643" y="15442"/>
                  </a:lnTo>
                  <a:lnTo>
                    <a:pt x="16946" y="999"/>
                  </a:lnTo>
                  <a:cubicBezTo>
                    <a:pt x="17586" y="6"/>
                    <a:pt x="18940" y="-298"/>
                    <a:pt x="19969" y="321"/>
                  </a:cubicBezTo>
                  <a:cubicBezTo>
                    <a:pt x="20997" y="939"/>
                    <a:pt x="21313" y="2248"/>
                    <a:pt x="20671" y="3243"/>
                  </a:cubicBezTo>
                  <a:lnTo>
                    <a:pt x="9680" y="20301"/>
                  </a:lnTo>
                  <a:cubicBezTo>
                    <a:pt x="9299" y="20896"/>
                    <a:pt x="8639" y="21267"/>
                    <a:pt x="7917" y="21299"/>
                  </a:cubicBezTo>
                  <a:cubicBezTo>
                    <a:pt x="7882" y="21302"/>
                    <a:pt x="7851" y="21302"/>
                    <a:pt x="7816" y="21302"/>
                  </a:cubicBezTo>
                  <a:close/>
                </a:path>
              </a:pathLst>
            </a:custGeom>
            <a:solidFill>
              <a:srgbClr val="FFFFFF"/>
            </a:solidFill>
            <a:ln w="12700" cap="flat">
              <a:noFill/>
              <a:miter lim="400000"/>
            </a:ln>
            <a:effectLst/>
          </p:spPr>
          <p:txBody>
            <a:bodyPr wrap="square" lIns="43656" tIns="43656" rIns="43656" bIns="43656" numCol="1" anchor="ctr">
              <a:noAutofit/>
            </a:bodyP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grpSp>
      <p:sp>
        <p:nvSpPr>
          <p:cNvPr id="35" name="Shape 1737"/>
          <p:cNvSpPr/>
          <p:nvPr/>
        </p:nvSpPr>
        <p:spPr>
          <a:xfrm>
            <a:off x="1618660" y="1973305"/>
            <a:ext cx="2328480" cy="4122695"/>
          </a:xfrm>
          <a:custGeom>
            <a:avLst/>
            <a:gdLst/>
            <a:ahLst/>
            <a:cxnLst>
              <a:cxn ang="0">
                <a:pos x="wd2" y="hd2"/>
              </a:cxn>
              <a:cxn ang="5400000">
                <a:pos x="wd2" y="hd2"/>
              </a:cxn>
              <a:cxn ang="10800000">
                <a:pos x="wd2" y="hd2"/>
              </a:cxn>
              <a:cxn ang="16200000">
                <a:pos x="wd2" y="hd2"/>
              </a:cxn>
            </a:cxnLst>
            <a:rect l="0" t="0" r="r" b="b"/>
            <a:pathLst>
              <a:path w="21600" h="21600" extrusionOk="0">
                <a:moveTo>
                  <a:pt x="19529" y="17270"/>
                </a:moveTo>
                <a:cubicBezTo>
                  <a:pt x="10800" y="17270"/>
                  <a:pt x="6436" y="17270"/>
                  <a:pt x="4253" y="17270"/>
                </a:cubicBezTo>
                <a:cubicBezTo>
                  <a:pt x="2071" y="17270"/>
                  <a:pt x="2071" y="17270"/>
                  <a:pt x="2071" y="17270"/>
                </a:cubicBezTo>
                <a:cubicBezTo>
                  <a:pt x="2071" y="9999"/>
                  <a:pt x="2071" y="6362"/>
                  <a:pt x="2071" y="4542"/>
                </a:cubicBezTo>
                <a:cubicBezTo>
                  <a:pt x="2071" y="2679"/>
                  <a:pt x="2071" y="2679"/>
                  <a:pt x="2071" y="2679"/>
                </a:cubicBezTo>
                <a:cubicBezTo>
                  <a:pt x="10800" y="2679"/>
                  <a:pt x="15164" y="2679"/>
                  <a:pt x="17347" y="2679"/>
                </a:cubicBezTo>
                <a:cubicBezTo>
                  <a:pt x="19529" y="2679"/>
                  <a:pt x="19529" y="2679"/>
                  <a:pt x="19529" y="2679"/>
                </a:cubicBezTo>
                <a:cubicBezTo>
                  <a:pt x="19529" y="3607"/>
                  <a:pt x="19529" y="4535"/>
                  <a:pt x="19529" y="5463"/>
                </a:cubicBezTo>
                <a:cubicBezTo>
                  <a:pt x="19529" y="8083"/>
                  <a:pt x="19529" y="10703"/>
                  <a:pt x="19529" y="13323"/>
                </a:cubicBezTo>
                <a:cubicBezTo>
                  <a:pt x="20564" y="13323"/>
                  <a:pt x="21082" y="13323"/>
                  <a:pt x="21341" y="13323"/>
                </a:cubicBezTo>
                <a:cubicBezTo>
                  <a:pt x="21600" y="13323"/>
                  <a:pt x="21600" y="13323"/>
                  <a:pt x="21600" y="13323"/>
                </a:cubicBezTo>
                <a:cubicBezTo>
                  <a:pt x="21600" y="9615"/>
                  <a:pt x="21600" y="5906"/>
                  <a:pt x="21600" y="2198"/>
                </a:cubicBezTo>
                <a:cubicBezTo>
                  <a:pt x="21600" y="2023"/>
                  <a:pt x="21600" y="1849"/>
                  <a:pt x="21600" y="1674"/>
                </a:cubicBezTo>
                <a:cubicBezTo>
                  <a:pt x="21600" y="837"/>
                  <a:pt x="20121" y="0"/>
                  <a:pt x="18641" y="0"/>
                </a:cubicBezTo>
                <a:cubicBezTo>
                  <a:pt x="2663" y="0"/>
                  <a:pt x="2663" y="0"/>
                  <a:pt x="2663" y="0"/>
                </a:cubicBezTo>
                <a:cubicBezTo>
                  <a:pt x="1184" y="0"/>
                  <a:pt x="0" y="837"/>
                  <a:pt x="0" y="1674"/>
                </a:cubicBezTo>
                <a:cubicBezTo>
                  <a:pt x="0" y="20093"/>
                  <a:pt x="0" y="20093"/>
                  <a:pt x="0" y="20093"/>
                </a:cubicBezTo>
                <a:cubicBezTo>
                  <a:pt x="0" y="20930"/>
                  <a:pt x="1184" y="21600"/>
                  <a:pt x="2663" y="21600"/>
                </a:cubicBezTo>
                <a:cubicBezTo>
                  <a:pt x="18641" y="21600"/>
                  <a:pt x="18641" y="21600"/>
                  <a:pt x="18641" y="21600"/>
                </a:cubicBezTo>
                <a:cubicBezTo>
                  <a:pt x="20121" y="21600"/>
                  <a:pt x="21600" y="20930"/>
                  <a:pt x="21600" y="20093"/>
                </a:cubicBezTo>
                <a:cubicBezTo>
                  <a:pt x="21600" y="13228"/>
                  <a:pt x="21600" y="13228"/>
                  <a:pt x="21600" y="13228"/>
                </a:cubicBezTo>
                <a:cubicBezTo>
                  <a:pt x="20564" y="13228"/>
                  <a:pt x="20047" y="13228"/>
                  <a:pt x="19788" y="13228"/>
                </a:cubicBezTo>
                <a:cubicBezTo>
                  <a:pt x="19529" y="13228"/>
                  <a:pt x="19529" y="13228"/>
                  <a:pt x="19529" y="13228"/>
                </a:cubicBezTo>
                <a:lnTo>
                  <a:pt x="19529" y="17270"/>
                </a:lnTo>
                <a:close/>
                <a:moveTo>
                  <a:pt x="16866" y="1005"/>
                </a:moveTo>
                <a:cubicBezTo>
                  <a:pt x="17162" y="1005"/>
                  <a:pt x="17753" y="1172"/>
                  <a:pt x="17753" y="1507"/>
                </a:cubicBezTo>
                <a:cubicBezTo>
                  <a:pt x="17753" y="1674"/>
                  <a:pt x="17162" y="1842"/>
                  <a:pt x="16866" y="1842"/>
                </a:cubicBezTo>
                <a:cubicBezTo>
                  <a:pt x="16570" y="1842"/>
                  <a:pt x="16274" y="1674"/>
                  <a:pt x="16274" y="1507"/>
                </a:cubicBezTo>
                <a:cubicBezTo>
                  <a:pt x="16274" y="1172"/>
                  <a:pt x="16570" y="1005"/>
                  <a:pt x="16866" y="1005"/>
                </a:cubicBezTo>
                <a:close/>
                <a:moveTo>
                  <a:pt x="7101" y="1172"/>
                </a:moveTo>
                <a:cubicBezTo>
                  <a:pt x="10800" y="1172"/>
                  <a:pt x="12649" y="1172"/>
                  <a:pt x="13574" y="1172"/>
                </a:cubicBezTo>
                <a:cubicBezTo>
                  <a:pt x="14499" y="1172"/>
                  <a:pt x="14499" y="1172"/>
                  <a:pt x="14499" y="1172"/>
                </a:cubicBezTo>
                <a:cubicBezTo>
                  <a:pt x="14499" y="1423"/>
                  <a:pt x="14499" y="1549"/>
                  <a:pt x="14499" y="1612"/>
                </a:cubicBezTo>
                <a:cubicBezTo>
                  <a:pt x="14499" y="1674"/>
                  <a:pt x="14499" y="1674"/>
                  <a:pt x="14499" y="1674"/>
                </a:cubicBezTo>
                <a:cubicBezTo>
                  <a:pt x="10800" y="1674"/>
                  <a:pt x="8951" y="1674"/>
                  <a:pt x="8026" y="1674"/>
                </a:cubicBezTo>
                <a:cubicBezTo>
                  <a:pt x="7101" y="1674"/>
                  <a:pt x="7101" y="1674"/>
                  <a:pt x="7101" y="1674"/>
                </a:cubicBezTo>
                <a:lnTo>
                  <a:pt x="7101" y="1172"/>
                </a:lnTo>
                <a:close/>
                <a:moveTo>
                  <a:pt x="14203" y="19926"/>
                </a:moveTo>
                <a:cubicBezTo>
                  <a:pt x="10800" y="19926"/>
                  <a:pt x="9099" y="19926"/>
                  <a:pt x="8248" y="19926"/>
                </a:cubicBezTo>
                <a:cubicBezTo>
                  <a:pt x="7397" y="19926"/>
                  <a:pt x="7397" y="19926"/>
                  <a:pt x="7397" y="19926"/>
                </a:cubicBezTo>
                <a:cubicBezTo>
                  <a:pt x="7397" y="19340"/>
                  <a:pt x="7397" y="19047"/>
                  <a:pt x="7397" y="18900"/>
                </a:cubicBezTo>
                <a:cubicBezTo>
                  <a:pt x="7397" y="18753"/>
                  <a:pt x="7397" y="18753"/>
                  <a:pt x="7397" y="18753"/>
                </a:cubicBezTo>
                <a:cubicBezTo>
                  <a:pt x="10800" y="18753"/>
                  <a:pt x="12501" y="18753"/>
                  <a:pt x="13352" y="18753"/>
                </a:cubicBezTo>
                <a:cubicBezTo>
                  <a:pt x="14203" y="18753"/>
                  <a:pt x="14203" y="18753"/>
                  <a:pt x="14203" y="18753"/>
                </a:cubicBezTo>
                <a:lnTo>
                  <a:pt x="14203" y="19926"/>
                </a:lnTo>
                <a:close/>
              </a:path>
            </a:pathLst>
          </a:custGeom>
          <a:solidFill>
            <a:schemeClr val="accent1"/>
          </a:solidFill>
          <a:ln w="12700">
            <a:miter lim="400000"/>
          </a:ln>
        </p:spPr>
        <p:txBody>
          <a:bodyPr lIns="45719" rIns="45719"/>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sp>
        <p:nvSpPr>
          <p:cNvPr id="47" name="Picture Placeholder 6"/>
          <p:cNvSpPr>
            <a:spLocks noGrp="1"/>
          </p:cNvSpPr>
          <p:nvPr>
            <p:ph type="pic" sz="quarter" idx="27"/>
          </p:nvPr>
        </p:nvSpPr>
        <p:spPr>
          <a:xfrm>
            <a:off x="1828324" y="2453919"/>
            <a:ext cx="1920240" cy="2849218"/>
          </a:xfrm>
          <a:prstGeom prst="rect">
            <a:avLst/>
          </a:prstGeom>
          <a:noFill/>
          <a:ln w="6350">
            <a:noFill/>
          </a:ln>
        </p:spPr>
        <p:txBody>
          <a:bodyPr>
            <a:normAutofit/>
          </a:bodyPr>
          <a:lstStyle>
            <a:lvl1pPr>
              <a:defRPr sz="1400"/>
            </a:lvl1pPr>
          </a:lstStyle>
          <a:p>
            <a:endParaRPr lang="en-GB" dirty="0"/>
          </a:p>
        </p:txBody>
      </p:sp>
      <p:sp>
        <p:nvSpPr>
          <p:cNvPr id="46" name="Text Placeholder 17"/>
          <p:cNvSpPr>
            <a:spLocks noGrp="1"/>
          </p:cNvSpPr>
          <p:nvPr>
            <p:ph type="body" sz="quarter" idx="40" hasCustomPrompt="1"/>
          </p:nvPr>
        </p:nvSpPr>
        <p:spPr>
          <a:xfrm>
            <a:off x="4695016" y="3086089"/>
            <a:ext cx="2472386" cy="721552"/>
          </a:xfrm>
        </p:spPr>
        <p:txBody>
          <a:bodyPr lIns="0" tIns="0" rIns="0" bIns="0" anchor="t">
            <a:normAutofit/>
          </a:bodyPr>
          <a:lstStyle>
            <a:lvl1pPr marL="0" indent="0" algn="r">
              <a:lnSpc>
                <a:spcPts val="1700"/>
              </a:lnSpc>
              <a:buNone/>
              <a:defRPr sz="1200">
                <a:solidFill>
                  <a:schemeClr val="tx2"/>
                </a:solidFill>
              </a:defRPr>
            </a:lvl1pPr>
          </a:lstStyle>
          <a:p>
            <a:pPr lvl="0"/>
            <a:r>
              <a:rPr lang="id-ID" dirty="0" smtClean="0"/>
              <a:t>Click to edit Master text  styles lorem ipsum dolor sit amet aleh pue h om alah hai meutuwah ka</a:t>
            </a:r>
          </a:p>
        </p:txBody>
      </p:sp>
      <p:sp>
        <p:nvSpPr>
          <p:cNvPr id="48" name="Text Placeholder 17"/>
          <p:cNvSpPr>
            <a:spLocks noGrp="1"/>
          </p:cNvSpPr>
          <p:nvPr>
            <p:ph type="body" sz="quarter" idx="41" hasCustomPrompt="1"/>
          </p:nvPr>
        </p:nvSpPr>
        <p:spPr>
          <a:xfrm>
            <a:off x="4895767" y="2619405"/>
            <a:ext cx="1674911" cy="303488"/>
          </a:xfrm>
        </p:spPr>
        <p:txBody>
          <a:bodyPr lIns="0" tIns="0" rIns="0" bIns="0" anchor="ctr">
            <a:normAutofit/>
          </a:bodyPr>
          <a:lstStyle>
            <a:lvl1pPr marL="0" indent="0" algn="r">
              <a:lnSpc>
                <a:spcPts val="1700"/>
              </a:lnSpc>
              <a:buNone/>
              <a:defRPr sz="1600" b="1">
                <a:solidFill>
                  <a:schemeClr val="bg1"/>
                </a:solidFill>
              </a:defRPr>
            </a:lvl1pPr>
          </a:lstStyle>
          <a:p>
            <a:pPr lvl="0"/>
            <a:r>
              <a:rPr lang="id-ID" dirty="0" smtClean="0"/>
              <a:t>Info Portofolio</a:t>
            </a:r>
          </a:p>
        </p:txBody>
      </p:sp>
      <p:sp>
        <p:nvSpPr>
          <p:cNvPr id="49" name="Text Placeholder 17"/>
          <p:cNvSpPr>
            <a:spLocks noGrp="1"/>
          </p:cNvSpPr>
          <p:nvPr>
            <p:ph type="body" sz="quarter" idx="42" hasCustomPrompt="1"/>
          </p:nvPr>
        </p:nvSpPr>
        <p:spPr>
          <a:xfrm>
            <a:off x="4695016" y="4942361"/>
            <a:ext cx="2472386" cy="721552"/>
          </a:xfrm>
        </p:spPr>
        <p:txBody>
          <a:bodyPr lIns="0" tIns="0" rIns="0" bIns="0" anchor="t">
            <a:normAutofit/>
          </a:bodyPr>
          <a:lstStyle>
            <a:lvl1pPr marL="0" indent="0" algn="r">
              <a:lnSpc>
                <a:spcPts val="1700"/>
              </a:lnSpc>
              <a:buNone/>
              <a:defRPr sz="1200">
                <a:solidFill>
                  <a:schemeClr val="tx2"/>
                </a:solidFill>
              </a:defRPr>
            </a:lvl1pPr>
          </a:lstStyle>
          <a:p>
            <a:pPr lvl="0"/>
            <a:r>
              <a:rPr lang="id-ID" dirty="0" smtClean="0"/>
              <a:t>Click to edit Master text  styles lorem ipsum dolor sit amet aleh pue h om alah hai meutuwah ka</a:t>
            </a:r>
          </a:p>
        </p:txBody>
      </p:sp>
      <p:sp>
        <p:nvSpPr>
          <p:cNvPr id="50" name="Text Placeholder 17"/>
          <p:cNvSpPr>
            <a:spLocks noGrp="1"/>
          </p:cNvSpPr>
          <p:nvPr>
            <p:ph type="body" sz="quarter" idx="43" hasCustomPrompt="1"/>
          </p:nvPr>
        </p:nvSpPr>
        <p:spPr>
          <a:xfrm>
            <a:off x="4895767" y="4422337"/>
            <a:ext cx="1674911" cy="303488"/>
          </a:xfrm>
        </p:spPr>
        <p:txBody>
          <a:bodyPr lIns="0" tIns="0" rIns="0" bIns="0" anchor="ctr">
            <a:normAutofit/>
          </a:bodyPr>
          <a:lstStyle>
            <a:lvl1pPr marL="0" indent="0" algn="r">
              <a:lnSpc>
                <a:spcPts val="1700"/>
              </a:lnSpc>
              <a:buNone/>
              <a:defRPr sz="1600" b="1">
                <a:solidFill>
                  <a:schemeClr val="bg1"/>
                </a:solidFill>
              </a:defRPr>
            </a:lvl1pPr>
          </a:lstStyle>
          <a:p>
            <a:pPr lvl="0"/>
            <a:r>
              <a:rPr lang="id-ID" dirty="0" smtClean="0"/>
              <a:t>Info Portofolio</a:t>
            </a:r>
          </a:p>
        </p:txBody>
      </p:sp>
      <p:sp>
        <p:nvSpPr>
          <p:cNvPr id="51" name="Text Placeholder 17"/>
          <p:cNvSpPr>
            <a:spLocks noGrp="1"/>
          </p:cNvSpPr>
          <p:nvPr>
            <p:ph type="body" sz="quarter" idx="44" hasCustomPrompt="1"/>
          </p:nvPr>
        </p:nvSpPr>
        <p:spPr>
          <a:xfrm>
            <a:off x="7884423" y="4953688"/>
            <a:ext cx="2515825" cy="721552"/>
          </a:xfrm>
        </p:spPr>
        <p:txBody>
          <a:bodyPr lIns="0" tIns="0" rIns="0" bIns="0" anchor="t">
            <a:normAutofit/>
          </a:bodyPr>
          <a:lstStyle>
            <a:lvl1pPr marL="0" indent="0" algn="l">
              <a:lnSpc>
                <a:spcPts val="1700"/>
              </a:lnSpc>
              <a:buNone/>
              <a:defRPr sz="1200">
                <a:solidFill>
                  <a:schemeClr val="tx2"/>
                </a:solidFill>
              </a:defRPr>
            </a:lvl1pPr>
          </a:lstStyle>
          <a:p>
            <a:pPr lvl="0"/>
            <a:r>
              <a:rPr lang="id-ID" dirty="0" smtClean="0"/>
              <a:t>Click to edit Master text  styles lorem ipsum dolor sit amet aleh pue h om alah hai meutuwah ka abeh cara pen</a:t>
            </a:r>
          </a:p>
        </p:txBody>
      </p:sp>
      <p:sp>
        <p:nvSpPr>
          <p:cNvPr id="52" name="Text Placeholder 17"/>
          <p:cNvSpPr>
            <a:spLocks noGrp="1"/>
          </p:cNvSpPr>
          <p:nvPr>
            <p:ph type="body" sz="quarter" idx="45" hasCustomPrompt="1"/>
          </p:nvPr>
        </p:nvSpPr>
        <p:spPr>
          <a:xfrm>
            <a:off x="8411560" y="4433664"/>
            <a:ext cx="1887115" cy="303488"/>
          </a:xfrm>
        </p:spPr>
        <p:txBody>
          <a:bodyPr lIns="0" tIns="0" rIns="0" bIns="0" anchor="ctr">
            <a:normAutofit/>
          </a:bodyPr>
          <a:lstStyle>
            <a:lvl1pPr marL="0" indent="0" algn="l">
              <a:lnSpc>
                <a:spcPts val="1700"/>
              </a:lnSpc>
              <a:buNone/>
              <a:defRPr sz="1600" b="1">
                <a:solidFill>
                  <a:schemeClr val="bg1"/>
                </a:solidFill>
              </a:defRPr>
            </a:lvl1pPr>
          </a:lstStyle>
          <a:p>
            <a:pPr lvl="0"/>
            <a:r>
              <a:rPr lang="id-ID" dirty="0" smtClean="0"/>
              <a:t>Info Portofolio</a:t>
            </a:r>
          </a:p>
        </p:txBody>
      </p:sp>
    </p:spTree>
    <p:extLst>
      <p:ext uri="{BB962C8B-B14F-4D97-AF65-F5344CB8AC3E}">
        <p14:creationId xmlns:p14="http://schemas.microsoft.com/office/powerpoint/2010/main" val="2641902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0-#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stCondLst>
                                    <p:cond delay="0"/>
                                  </p:stCondLst>
                                  <p:endCondLst>
                                    <p:cond evt="begin" delay="0">
                                      <p:tn val="9"/>
                                    </p:cond>
                                  </p:endCondLst>
                                  <p:childTnLst>
                                    <p:set>
                                      <p:cBhvr>
                                        <p:cTn id="10" dur="1" fill="hold">
                                          <p:stCondLst>
                                            <p:cond delay="0"/>
                                          </p:stCondLst>
                                        </p:cTn>
                                        <p:tgtEl>
                                          <p:spTgt spid="47"/>
                                        </p:tgtEl>
                                        <p:attrNameLst>
                                          <p:attrName>style.visibility</p:attrName>
                                        </p:attrNameLst>
                                      </p:cBhvr>
                                      <p:to>
                                        <p:strVal val="visible"/>
                                      </p:to>
                                    </p:set>
                                    <p:anim calcmode="lin" valueType="num">
                                      <p:cBhvr additive="base">
                                        <p:cTn id="11" dur="500" fill="hold"/>
                                        <p:tgtEl>
                                          <p:spTgt spid="47"/>
                                        </p:tgtEl>
                                        <p:attrNameLst>
                                          <p:attrName>ppt_x</p:attrName>
                                        </p:attrNameLst>
                                      </p:cBhvr>
                                      <p:tavLst>
                                        <p:tav tm="0">
                                          <p:val>
                                            <p:strVal val="0-#ppt_w/2"/>
                                          </p:val>
                                        </p:tav>
                                        <p:tav tm="100000">
                                          <p:val>
                                            <p:strVal val="#ppt_x"/>
                                          </p:val>
                                        </p:tav>
                                      </p:tavLst>
                                    </p:anim>
                                    <p:anim calcmode="lin" valueType="num">
                                      <p:cBhvr additive="base">
                                        <p:cTn id="12" dur="500" fill="hold"/>
                                        <p:tgtEl>
                                          <p:spTgt spid="47"/>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500" fill="hold"/>
                                        <p:tgtEl>
                                          <p:spTgt spid="2"/>
                                        </p:tgtEl>
                                        <p:attrNameLst>
                                          <p:attrName>ppt_w</p:attrName>
                                        </p:attrNameLst>
                                      </p:cBhvr>
                                      <p:tavLst>
                                        <p:tav tm="0">
                                          <p:val>
                                            <p:fltVal val="0"/>
                                          </p:val>
                                        </p:tav>
                                        <p:tav tm="100000">
                                          <p:val>
                                            <p:strVal val="#ppt_w"/>
                                          </p:val>
                                        </p:tav>
                                      </p:tavLst>
                                    </p:anim>
                                    <p:anim calcmode="lin" valueType="num">
                                      <p:cBhvr>
                                        <p:cTn id="17" dur="500" fill="hold"/>
                                        <p:tgtEl>
                                          <p:spTgt spid="2"/>
                                        </p:tgtEl>
                                        <p:attrNameLst>
                                          <p:attrName>ppt_h</p:attrName>
                                        </p:attrNameLst>
                                      </p:cBhvr>
                                      <p:tavLst>
                                        <p:tav tm="0">
                                          <p:val>
                                            <p:fltVal val="0"/>
                                          </p:val>
                                        </p:tav>
                                        <p:tav tm="100000">
                                          <p:val>
                                            <p:strVal val="#ppt_h"/>
                                          </p:val>
                                        </p:tav>
                                      </p:tavLst>
                                    </p:anim>
                                    <p:animEffect transition="in" filter="fade">
                                      <p:cBhvr>
                                        <p:cTn id="18" dur="500"/>
                                        <p:tgtEl>
                                          <p:spTgt spid="2"/>
                                        </p:tgtEl>
                                      </p:cBhvr>
                                    </p:animEffect>
                                  </p:childTnLst>
                                </p:cTn>
                              </p:par>
                            </p:childTnLst>
                          </p:cTn>
                        </p:par>
                        <p:par>
                          <p:cTn id="19" fill="hold">
                            <p:stCondLst>
                              <p:cond delay="1000"/>
                            </p:stCondLst>
                            <p:childTnLst>
                              <p:par>
                                <p:cTn id="20" presetID="22" presetClass="entr" presetSubtype="2" fill="hold" grpId="0" nodeType="afterEffect">
                                  <p:stCondLst>
                                    <p:cond delay="0"/>
                                  </p:stCondLst>
                                  <p:childTnLst>
                                    <p:set>
                                      <p:cBhvr>
                                        <p:cTn id="21" dur="1" fill="hold">
                                          <p:stCondLst>
                                            <p:cond delay="0"/>
                                          </p:stCondLst>
                                        </p:cTn>
                                        <p:tgtEl>
                                          <p:spTgt spid="48">
                                            <p:txEl>
                                              <p:pRg st="0" end="0"/>
                                            </p:txEl>
                                          </p:spTgt>
                                        </p:tgtEl>
                                        <p:attrNameLst>
                                          <p:attrName>style.visibility</p:attrName>
                                        </p:attrNameLst>
                                      </p:cBhvr>
                                      <p:to>
                                        <p:strVal val="visible"/>
                                      </p:to>
                                    </p:set>
                                    <p:animEffect transition="in" filter="wipe(right)">
                                      <p:cBhvr>
                                        <p:cTn id="22" dur="500"/>
                                        <p:tgtEl>
                                          <p:spTgt spid="48">
                                            <p:txEl>
                                              <p:pRg st="0" end="0"/>
                                            </p:txEl>
                                          </p:spTgt>
                                        </p:tgtEl>
                                      </p:cBhvr>
                                    </p:animEffect>
                                  </p:childTnLst>
                                </p:cTn>
                              </p:par>
                            </p:childTnLst>
                          </p:cTn>
                        </p:par>
                        <p:par>
                          <p:cTn id="23" fill="hold">
                            <p:stCondLst>
                              <p:cond delay="1500"/>
                            </p:stCondLst>
                            <p:childTnLst>
                              <p:par>
                                <p:cTn id="24" presetID="10" presetClass="entr" presetSubtype="0" fill="hold" grpId="0" nodeType="afterEffect">
                                  <p:stCondLst>
                                    <p:cond delay="0"/>
                                  </p:stCondLst>
                                  <p:childTnLst>
                                    <p:set>
                                      <p:cBhvr>
                                        <p:cTn id="25" dur="1" fill="hold">
                                          <p:stCondLst>
                                            <p:cond delay="0"/>
                                          </p:stCondLst>
                                        </p:cTn>
                                        <p:tgtEl>
                                          <p:spTgt spid="46">
                                            <p:txEl>
                                              <p:pRg st="0" end="0"/>
                                            </p:txEl>
                                          </p:spTgt>
                                        </p:tgtEl>
                                        <p:attrNameLst>
                                          <p:attrName>style.visibility</p:attrName>
                                        </p:attrNameLst>
                                      </p:cBhvr>
                                      <p:to>
                                        <p:strVal val="visible"/>
                                      </p:to>
                                    </p:set>
                                    <p:animEffect transition="in" filter="fade">
                                      <p:cBhvr>
                                        <p:cTn id="26" dur="500"/>
                                        <p:tgtEl>
                                          <p:spTgt spid="46">
                                            <p:txEl>
                                              <p:pRg st="0" end="0"/>
                                            </p:txEl>
                                          </p:spTgt>
                                        </p:tgtEl>
                                      </p:cBhvr>
                                    </p:animEffect>
                                  </p:childTnLst>
                                </p:cTn>
                              </p:par>
                            </p:childTnLst>
                          </p:cTn>
                        </p:par>
                        <p:par>
                          <p:cTn id="27" fill="hold">
                            <p:stCondLst>
                              <p:cond delay="2000"/>
                            </p:stCondLst>
                            <p:childTnLst>
                              <p:par>
                                <p:cTn id="28" presetID="53" presetClass="entr" presetSubtype="16" fill="hold" nodeType="after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p:cTn id="30" dur="500" fill="hold"/>
                                        <p:tgtEl>
                                          <p:spTgt spid="3"/>
                                        </p:tgtEl>
                                        <p:attrNameLst>
                                          <p:attrName>ppt_w</p:attrName>
                                        </p:attrNameLst>
                                      </p:cBhvr>
                                      <p:tavLst>
                                        <p:tav tm="0">
                                          <p:val>
                                            <p:fltVal val="0"/>
                                          </p:val>
                                        </p:tav>
                                        <p:tav tm="100000">
                                          <p:val>
                                            <p:strVal val="#ppt_w"/>
                                          </p:val>
                                        </p:tav>
                                      </p:tavLst>
                                    </p:anim>
                                    <p:anim calcmode="lin" valueType="num">
                                      <p:cBhvr>
                                        <p:cTn id="31" dur="500" fill="hold"/>
                                        <p:tgtEl>
                                          <p:spTgt spid="3"/>
                                        </p:tgtEl>
                                        <p:attrNameLst>
                                          <p:attrName>ppt_h</p:attrName>
                                        </p:attrNameLst>
                                      </p:cBhvr>
                                      <p:tavLst>
                                        <p:tav tm="0">
                                          <p:val>
                                            <p:fltVal val="0"/>
                                          </p:val>
                                        </p:tav>
                                        <p:tav tm="100000">
                                          <p:val>
                                            <p:strVal val="#ppt_h"/>
                                          </p:val>
                                        </p:tav>
                                      </p:tavLst>
                                    </p:anim>
                                    <p:animEffect transition="in" filter="fade">
                                      <p:cBhvr>
                                        <p:cTn id="32" dur="500"/>
                                        <p:tgtEl>
                                          <p:spTgt spid="3"/>
                                        </p:tgtEl>
                                      </p:cBhvr>
                                    </p:animEffect>
                                  </p:childTnLst>
                                </p:cTn>
                              </p:par>
                            </p:childTnLst>
                          </p:cTn>
                        </p:par>
                        <p:par>
                          <p:cTn id="33" fill="hold">
                            <p:stCondLst>
                              <p:cond delay="2500"/>
                            </p:stCondLst>
                            <p:childTnLst>
                              <p:par>
                                <p:cTn id="34" presetID="22" presetClass="entr" presetSubtype="2" fill="hold" grpId="0" nodeType="afterEffect">
                                  <p:stCondLst>
                                    <p:cond delay="0"/>
                                  </p:stCondLst>
                                  <p:childTnLst>
                                    <p:set>
                                      <p:cBhvr>
                                        <p:cTn id="35" dur="1" fill="hold">
                                          <p:stCondLst>
                                            <p:cond delay="0"/>
                                          </p:stCondLst>
                                        </p:cTn>
                                        <p:tgtEl>
                                          <p:spTgt spid="50">
                                            <p:txEl>
                                              <p:pRg st="0" end="0"/>
                                            </p:txEl>
                                          </p:spTgt>
                                        </p:tgtEl>
                                        <p:attrNameLst>
                                          <p:attrName>style.visibility</p:attrName>
                                        </p:attrNameLst>
                                      </p:cBhvr>
                                      <p:to>
                                        <p:strVal val="visible"/>
                                      </p:to>
                                    </p:set>
                                    <p:animEffect transition="in" filter="wipe(right)">
                                      <p:cBhvr>
                                        <p:cTn id="36" dur="500"/>
                                        <p:tgtEl>
                                          <p:spTgt spid="50">
                                            <p:txEl>
                                              <p:pRg st="0" end="0"/>
                                            </p:txEl>
                                          </p:spTgt>
                                        </p:tgtEl>
                                      </p:cBhvr>
                                    </p:animEffect>
                                  </p:childTnLst>
                                </p:cTn>
                              </p:par>
                            </p:childTnLst>
                          </p:cTn>
                        </p:par>
                        <p:par>
                          <p:cTn id="37" fill="hold">
                            <p:stCondLst>
                              <p:cond delay="3000"/>
                            </p:stCondLst>
                            <p:childTnLst>
                              <p:par>
                                <p:cTn id="38" presetID="10" presetClass="entr" presetSubtype="0" fill="hold" grpId="0" nodeType="afterEffect">
                                  <p:stCondLst>
                                    <p:cond delay="0"/>
                                  </p:stCondLst>
                                  <p:childTnLst>
                                    <p:set>
                                      <p:cBhvr>
                                        <p:cTn id="39" dur="1" fill="hold">
                                          <p:stCondLst>
                                            <p:cond delay="0"/>
                                          </p:stCondLst>
                                        </p:cTn>
                                        <p:tgtEl>
                                          <p:spTgt spid="49">
                                            <p:txEl>
                                              <p:pRg st="0" end="0"/>
                                            </p:txEl>
                                          </p:spTgt>
                                        </p:tgtEl>
                                        <p:attrNameLst>
                                          <p:attrName>style.visibility</p:attrName>
                                        </p:attrNameLst>
                                      </p:cBhvr>
                                      <p:to>
                                        <p:strVal val="visible"/>
                                      </p:to>
                                    </p:set>
                                    <p:animEffect transition="in" filter="fade">
                                      <p:cBhvr>
                                        <p:cTn id="40" dur="500"/>
                                        <p:tgtEl>
                                          <p:spTgt spid="49">
                                            <p:txEl>
                                              <p:pRg st="0" end="0"/>
                                            </p:txEl>
                                          </p:spTgt>
                                        </p:tgtEl>
                                      </p:cBhvr>
                                    </p:animEffect>
                                  </p:childTnLst>
                                </p:cTn>
                              </p:par>
                            </p:childTnLst>
                          </p:cTn>
                        </p:par>
                        <p:par>
                          <p:cTn id="41" fill="hold">
                            <p:stCondLst>
                              <p:cond delay="3500"/>
                            </p:stCondLst>
                            <p:childTnLst>
                              <p:par>
                                <p:cTn id="42" presetID="53" presetClass="entr" presetSubtype="16" fill="hold" nodeType="afterEffect">
                                  <p:stCondLst>
                                    <p:cond delay="0"/>
                                  </p:stCondLst>
                                  <p:childTnLst>
                                    <p:set>
                                      <p:cBhvr>
                                        <p:cTn id="43" dur="1" fill="hold">
                                          <p:stCondLst>
                                            <p:cond delay="0"/>
                                          </p:stCondLst>
                                        </p:cTn>
                                        <p:tgtEl>
                                          <p:spTgt spid="4"/>
                                        </p:tgtEl>
                                        <p:attrNameLst>
                                          <p:attrName>style.visibility</p:attrName>
                                        </p:attrNameLst>
                                      </p:cBhvr>
                                      <p:to>
                                        <p:strVal val="visible"/>
                                      </p:to>
                                    </p:set>
                                    <p:anim calcmode="lin" valueType="num">
                                      <p:cBhvr>
                                        <p:cTn id="44" dur="500" fill="hold"/>
                                        <p:tgtEl>
                                          <p:spTgt spid="4"/>
                                        </p:tgtEl>
                                        <p:attrNameLst>
                                          <p:attrName>ppt_w</p:attrName>
                                        </p:attrNameLst>
                                      </p:cBhvr>
                                      <p:tavLst>
                                        <p:tav tm="0">
                                          <p:val>
                                            <p:fltVal val="0"/>
                                          </p:val>
                                        </p:tav>
                                        <p:tav tm="100000">
                                          <p:val>
                                            <p:strVal val="#ppt_w"/>
                                          </p:val>
                                        </p:tav>
                                      </p:tavLst>
                                    </p:anim>
                                    <p:anim calcmode="lin" valueType="num">
                                      <p:cBhvr>
                                        <p:cTn id="45" dur="500" fill="hold"/>
                                        <p:tgtEl>
                                          <p:spTgt spid="4"/>
                                        </p:tgtEl>
                                        <p:attrNameLst>
                                          <p:attrName>ppt_h</p:attrName>
                                        </p:attrNameLst>
                                      </p:cBhvr>
                                      <p:tavLst>
                                        <p:tav tm="0">
                                          <p:val>
                                            <p:fltVal val="0"/>
                                          </p:val>
                                        </p:tav>
                                        <p:tav tm="100000">
                                          <p:val>
                                            <p:strVal val="#ppt_h"/>
                                          </p:val>
                                        </p:tav>
                                      </p:tavLst>
                                    </p:anim>
                                    <p:animEffect transition="in" filter="fade">
                                      <p:cBhvr>
                                        <p:cTn id="46" dur="500"/>
                                        <p:tgtEl>
                                          <p:spTgt spid="4"/>
                                        </p:tgtEl>
                                      </p:cBhvr>
                                    </p:animEffect>
                                  </p:childTnLst>
                                </p:cTn>
                              </p:par>
                            </p:childTnLst>
                          </p:cTn>
                        </p:par>
                        <p:par>
                          <p:cTn id="47" fill="hold">
                            <p:stCondLst>
                              <p:cond delay="4000"/>
                            </p:stCondLst>
                            <p:childTnLst>
                              <p:par>
                                <p:cTn id="48" presetID="22" presetClass="entr" presetSubtype="8" fill="hold" grpId="0" nodeType="afterEffect">
                                  <p:stCondLst>
                                    <p:cond delay="0"/>
                                  </p:stCondLst>
                                  <p:childTnLst>
                                    <p:set>
                                      <p:cBhvr>
                                        <p:cTn id="49" dur="1" fill="hold">
                                          <p:stCondLst>
                                            <p:cond delay="0"/>
                                          </p:stCondLst>
                                        </p:cTn>
                                        <p:tgtEl>
                                          <p:spTgt spid="15">
                                            <p:txEl>
                                              <p:pRg st="0" end="0"/>
                                            </p:txEl>
                                          </p:spTgt>
                                        </p:tgtEl>
                                        <p:attrNameLst>
                                          <p:attrName>style.visibility</p:attrName>
                                        </p:attrNameLst>
                                      </p:cBhvr>
                                      <p:to>
                                        <p:strVal val="visible"/>
                                      </p:to>
                                    </p:set>
                                    <p:animEffect transition="in" filter="wipe(left)">
                                      <p:cBhvr>
                                        <p:cTn id="50" dur="500"/>
                                        <p:tgtEl>
                                          <p:spTgt spid="15">
                                            <p:txEl>
                                              <p:pRg st="0" end="0"/>
                                            </p:txEl>
                                          </p:spTgt>
                                        </p:tgtEl>
                                      </p:cBhvr>
                                    </p:animEffect>
                                  </p:childTnLst>
                                </p:cTn>
                              </p:par>
                            </p:childTnLst>
                          </p:cTn>
                        </p:par>
                        <p:par>
                          <p:cTn id="51" fill="hold">
                            <p:stCondLst>
                              <p:cond delay="4500"/>
                            </p:stCondLst>
                            <p:childTnLst>
                              <p:par>
                                <p:cTn id="52" presetID="10" presetClass="entr" presetSubtype="0" fill="hold" grpId="0" nodeType="afterEffect">
                                  <p:stCondLst>
                                    <p:cond delay="0"/>
                                  </p:stCondLst>
                                  <p:childTnLst>
                                    <p:set>
                                      <p:cBhvr>
                                        <p:cTn id="53" dur="1" fill="hold">
                                          <p:stCondLst>
                                            <p:cond delay="0"/>
                                          </p:stCondLst>
                                        </p:cTn>
                                        <p:tgtEl>
                                          <p:spTgt spid="21">
                                            <p:txEl>
                                              <p:pRg st="0" end="0"/>
                                            </p:txEl>
                                          </p:spTgt>
                                        </p:tgtEl>
                                        <p:attrNameLst>
                                          <p:attrName>style.visibility</p:attrName>
                                        </p:attrNameLst>
                                      </p:cBhvr>
                                      <p:to>
                                        <p:strVal val="visible"/>
                                      </p:to>
                                    </p:set>
                                    <p:animEffect transition="in" filter="fade">
                                      <p:cBhvr>
                                        <p:cTn id="54" dur="500"/>
                                        <p:tgtEl>
                                          <p:spTgt spid="21">
                                            <p:txEl>
                                              <p:pRg st="0" end="0"/>
                                            </p:txEl>
                                          </p:spTgt>
                                        </p:tgtEl>
                                      </p:cBhvr>
                                    </p:animEffect>
                                  </p:childTnLst>
                                </p:cTn>
                              </p:par>
                            </p:childTnLst>
                          </p:cTn>
                        </p:par>
                        <p:par>
                          <p:cTn id="55" fill="hold">
                            <p:stCondLst>
                              <p:cond delay="5000"/>
                            </p:stCondLst>
                            <p:childTnLst>
                              <p:par>
                                <p:cTn id="56" presetID="53" presetClass="entr" presetSubtype="16" fill="hold" nodeType="afterEffect">
                                  <p:stCondLst>
                                    <p:cond delay="0"/>
                                  </p:stCondLst>
                                  <p:childTnLst>
                                    <p:set>
                                      <p:cBhvr>
                                        <p:cTn id="57" dur="1" fill="hold">
                                          <p:stCondLst>
                                            <p:cond delay="0"/>
                                          </p:stCondLst>
                                        </p:cTn>
                                        <p:tgtEl>
                                          <p:spTgt spid="5"/>
                                        </p:tgtEl>
                                        <p:attrNameLst>
                                          <p:attrName>style.visibility</p:attrName>
                                        </p:attrNameLst>
                                      </p:cBhvr>
                                      <p:to>
                                        <p:strVal val="visible"/>
                                      </p:to>
                                    </p:set>
                                    <p:anim calcmode="lin" valueType="num">
                                      <p:cBhvr>
                                        <p:cTn id="58" dur="500" fill="hold"/>
                                        <p:tgtEl>
                                          <p:spTgt spid="5"/>
                                        </p:tgtEl>
                                        <p:attrNameLst>
                                          <p:attrName>ppt_w</p:attrName>
                                        </p:attrNameLst>
                                      </p:cBhvr>
                                      <p:tavLst>
                                        <p:tav tm="0">
                                          <p:val>
                                            <p:fltVal val="0"/>
                                          </p:val>
                                        </p:tav>
                                        <p:tav tm="100000">
                                          <p:val>
                                            <p:strVal val="#ppt_w"/>
                                          </p:val>
                                        </p:tav>
                                      </p:tavLst>
                                    </p:anim>
                                    <p:anim calcmode="lin" valueType="num">
                                      <p:cBhvr>
                                        <p:cTn id="59" dur="500" fill="hold"/>
                                        <p:tgtEl>
                                          <p:spTgt spid="5"/>
                                        </p:tgtEl>
                                        <p:attrNameLst>
                                          <p:attrName>ppt_h</p:attrName>
                                        </p:attrNameLst>
                                      </p:cBhvr>
                                      <p:tavLst>
                                        <p:tav tm="0">
                                          <p:val>
                                            <p:fltVal val="0"/>
                                          </p:val>
                                        </p:tav>
                                        <p:tav tm="100000">
                                          <p:val>
                                            <p:strVal val="#ppt_h"/>
                                          </p:val>
                                        </p:tav>
                                      </p:tavLst>
                                    </p:anim>
                                    <p:animEffect transition="in" filter="fade">
                                      <p:cBhvr>
                                        <p:cTn id="60" dur="500"/>
                                        <p:tgtEl>
                                          <p:spTgt spid="5"/>
                                        </p:tgtEl>
                                      </p:cBhvr>
                                    </p:animEffect>
                                  </p:childTnLst>
                                </p:cTn>
                              </p:par>
                            </p:childTnLst>
                          </p:cTn>
                        </p:par>
                        <p:par>
                          <p:cTn id="61" fill="hold">
                            <p:stCondLst>
                              <p:cond delay="5500"/>
                            </p:stCondLst>
                            <p:childTnLst>
                              <p:par>
                                <p:cTn id="62" presetID="22" presetClass="entr" presetSubtype="8" fill="hold" grpId="0" nodeType="afterEffect">
                                  <p:stCondLst>
                                    <p:cond delay="0"/>
                                  </p:stCondLst>
                                  <p:childTnLst>
                                    <p:set>
                                      <p:cBhvr>
                                        <p:cTn id="63" dur="1" fill="hold">
                                          <p:stCondLst>
                                            <p:cond delay="0"/>
                                          </p:stCondLst>
                                        </p:cTn>
                                        <p:tgtEl>
                                          <p:spTgt spid="52">
                                            <p:txEl>
                                              <p:pRg st="0" end="0"/>
                                            </p:txEl>
                                          </p:spTgt>
                                        </p:tgtEl>
                                        <p:attrNameLst>
                                          <p:attrName>style.visibility</p:attrName>
                                        </p:attrNameLst>
                                      </p:cBhvr>
                                      <p:to>
                                        <p:strVal val="visible"/>
                                      </p:to>
                                    </p:set>
                                    <p:animEffect transition="in" filter="wipe(left)">
                                      <p:cBhvr>
                                        <p:cTn id="64" dur="500"/>
                                        <p:tgtEl>
                                          <p:spTgt spid="52">
                                            <p:txEl>
                                              <p:pRg st="0" end="0"/>
                                            </p:txEl>
                                          </p:spTgt>
                                        </p:tgtEl>
                                      </p:cBhvr>
                                    </p:animEffect>
                                  </p:childTnLst>
                                </p:cTn>
                              </p:par>
                            </p:childTnLst>
                          </p:cTn>
                        </p:par>
                        <p:par>
                          <p:cTn id="65" fill="hold">
                            <p:stCondLst>
                              <p:cond delay="6000"/>
                            </p:stCondLst>
                            <p:childTnLst>
                              <p:par>
                                <p:cTn id="66" presetID="10" presetClass="entr" presetSubtype="0" fill="hold" grpId="0" nodeType="afterEffect">
                                  <p:stCondLst>
                                    <p:cond delay="0"/>
                                  </p:stCondLst>
                                  <p:childTnLst>
                                    <p:set>
                                      <p:cBhvr>
                                        <p:cTn id="67" dur="1" fill="hold">
                                          <p:stCondLst>
                                            <p:cond delay="0"/>
                                          </p:stCondLst>
                                        </p:cTn>
                                        <p:tgtEl>
                                          <p:spTgt spid="51">
                                            <p:txEl>
                                              <p:pRg st="0" end="0"/>
                                            </p:txEl>
                                          </p:spTgt>
                                        </p:tgtEl>
                                        <p:attrNameLst>
                                          <p:attrName>style.visibility</p:attrName>
                                        </p:attrNameLst>
                                      </p:cBhvr>
                                      <p:to>
                                        <p:strVal val="visible"/>
                                      </p:to>
                                    </p:set>
                                    <p:animEffect transition="in" filter="fade">
                                      <p:cBhvr>
                                        <p:cTn id="68" dur="500"/>
                                        <p:tgtEl>
                                          <p:spTgt spid="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tmplLst>
          <p:tmpl lvl="1">
            <p:tnLst>
              <p:par>
                <p:cTn presetID="10" presetClass="entr" presetSubtype="0"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15" grpId="0" build="p">
        <p:tmplLst>
          <p:tmpl lvl="1">
            <p:tnLst>
              <p:par>
                <p:cTn presetID="22" presetClass="entr" presetSubtype="8"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wipe(left)">
                      <p:cBhvr>
                        <p:cTn dur="500"/>
                        <p:tgtEl>
                          <p:spTgt spid="15"/>
                        </p:tgtEl>
                      </p:cBhvr>
                    </p:animEffect>
                  </p:childTnLst>
                </p:cTn>
              </p:par>
            </p:tnLst>
          </p:tmpl>
        </p:tmplLst>
      </p:bldP>
      <p:bldP spid="35" grpId="0" animBg="1"/>
      <p:bldP spid="47" grpId="0"/>
      <p:bldP spid="46" grpId="0" build="p">
        <p:tmplLst>
          <p:tmpl lvl="1">
            <p:tnLst>
              <p:par>
                <p:cTn presetID="10" presetClass="entr" presetSubtype="0" fill="hold" nodeType="after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fade">
                      <p:cBhvr>
                        <p:cTn dur="500"/>
                        <p:tgtEl>
                          <p:spTgt spid="46"/>
                        </p:tgtEl>
                      </p:cBhvr>
                    </p:animEffect>
                  </p:childTnLst>
                </p:cTn>
              </p:par>
            </p:tnLst>
          </p:tmpl>
        </p:tmplLst>
      </p:bldP>
      <p:bldP spid="48" grpId="0" build="p">
        <p:tmplLst>
          <p:tmpl lvl="1">
            <p:tnLst>
              <p:par>
                <p:cTn presetID="22" presetClass="entr" presetSubtype="2" fill="hold" nodeType="after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wipe(right)">
                      <p:cBhvr>
                        <p:cTn dur="500"/>
                        <p:tgtEl>
                          <p:spTgt spid="48"/>
                        </p:tgtEl>
                      </p:cBhvr>
                    </p:animEffect>
                  </p:childTnLst>
                </p:cTn>
              </p:par>
            </p:tnLst>
          </p:tmpl>
        </p:tmplLst>
      </p:bldP>
      <p:bldP spid="49" grpId="0" build="p">
        <p:tmplLst>
          <p:tmpl lvl="1">
            <p:tnLst>
              <p:par>
                <p:cTn presetID="10" presetClass="entr" presetSubtype="0" fill="hold" nodeType="after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fade">
                      <p:cBhvr>
                        <p:cTn dur="500"/>
                        <p:tgtEl>
                          <p:spTgt spid="49"/>
                        </p:tgtEl>
                      </p:cBhvr>
                    </p:animEffect>
                  </p:childTnLst>
                </p:cTn>
              </p:par>
            </p:tnLst>
          </p:tmpl>
        </p:tmplLst>
      </p:bldP>
      <p:bldP spid="50" grpId="0" build="p">
        <p:tmplLst>
          <p:tmpl lvl="1">
            <p:tnLst>
              <p:par>
                <p:cTn presetID="22" presetClass="entr" presetSubtype="2" fill="hold" nodeType="after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wipe(right)">
                      <p:cBhvr>
                        <p:cTn dur="500"/>
                        <p:tgtEl>
                          <p:spTgt spid="50"/>
                        </p:tgtEl>
                      </p:cBhvr>
                    </p:animEffect>
                  </p:childTnLst>
                </p:cTn>
              </p:par>
            </p:tnLst>
          </p:tmpl>
        </p:tmplLst>
      </p:bldP>
      <p:bldP spid="51" grpId="0" build="p">
        <p:tmplLst>
          <p:tmpl lvl="1">
            <p:tnLst>
              <p:par>
                <p:cTn presetID="10" presetClass="entr" presetSubtype="0" fill="hold" nodeType="after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fade">
                      <p:cBhvr>
                        <p:cTn dur="500"/>
                        <p:tgtEl>
                          <p:spTgt spid="51"/>
                        </p:tgtEl>
                      </p:cBhvr>
                    </p:animEffect>
                  </p:childTnLst>
                </p:cTn>
              </p:par>
            </p:tnLst>
          </p:tmpl>
        </p:tmplLst>
      </p:bldP>
      <p:bldP spid="52" grpId="0" build="p">
        <p:tmplLst>
          <p:tmpl lvl="1">
            <p:tnLst>
              <p:par>
                <p:cTn presetID="22" presetClass="entr" presetSubtype="8" fill="hold" nodeType="afterEffect">
                  <p:stCondLst>
                    <p:cond delay="0"/>
                  </p:stCondLst>
                  <p:childTnLst>
                    <p:set>
                      <p:cBhvr>
                        <p:cTn dur="1" fill="hold">
                          <p:stCondLst>
                            <p:cond delay="0"/>
                          </p:stCondLst>
                        </p:cTn>
                        <p:tgtEl>
                          <p:spTgt spid="52"/>
                        </p:tgtEl>
                        <p:attrNameLst>
                          <p:attrName>style.visibility</p:attrName>
                        </p:attrNameLst>
                      </p:cBhvr>
                      <p:to>
                        <p:strVal val="visible"/>
                      </p:to>
                    </p:set>
                    <p:animEffect transition="in" filter="wipe(left)">
                      <p:cBhvr>
                        <p:cTn dur="500"/>
                        <p:tgtEl>
                          <p:spTgt spid="52"/>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93" name="phone-white.png"/>
          <p:cNvPicPr/>
          <p:nvPr userDrawn="1"/>
        </p:nvPicPr>
        <p:blipFill>
          <a:blip r:embed="rId2" cstate="print">
            <a:extLst/>
          </a:blip>
          <a:stretch>
            <a:fillRect/>
          </a:stretch>
        </p:blipFill>
        <p:spPr>
          <a:xfrm>
            <a:off x="1899028" y="2152649"/>
            <a:ext cx="2031471" cy="4019551"/>
          </a:xfrm>
          <a:prstGeom prst="rect">
            <a:avLst/>
          </a:prstGeom>
          <a:ln w="12700">
            <a:miter lim="400000"/>
          </a:ln>
        </p:spPr>
      </p:pic>
      <p:sp>
        <p:nvSpPr>
          <p:cNvPr id="16" name="Title 15"/>
          <p:cNvSpPr>
            <a:spLocks noGrp="1"/>
          </p:cNvSpPr>
          <p:nvPr>
            <p:ph type="title"/>
          </p:nvPr>
        </p:nvSpPr>
        <p:spPr>
          <a:xfrm>
            <a:off x="1523603" y="381000"/>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23" name="Text Placeholder 17"/>
          <p:cNvSpPr>
            <a:spLocks noGrp="1"/>
          </p:cNvSpPr>
          <p:nvPr>
            <p:ph type="body" sz="quarter" idx="18" hasCustomPrompt="1"/>
          </p:nvPr>
        </p:nvSpPr>
        <p:spPr>
          <a:xfrm>
            <a:off x="1523603" y="996517"/>
            <a:ext cx="9141619" cy="248082"/>
          </a:xfrm>
        </p:spPr>
        <p:txBody>
          <a:bodyPr lIns="0" tIns="0" rIns="0" bIns="0">
            <a:normAutofit/>
          </a:bodyPr>
          <a:lstStyle>
            <a:lvl1pPr marL="0" indent="0" algn="ctr">
              <a:lnSpc>
                <a:spcPts val="1400"/>
              </a:lnSpc>
              <a:buNone/>
              <a:defRPr sz="1000">
                <a:solidFill>
                  <a:schemeClr val="bg1">
                    <a:lumMod val="50000"/>
                  </a:schemeClr>
                </a:solidFill>
                <a:latin typeface="Source Sans Pro Light"/>
              </a:defRPr>
            </a:lvl1pPr>
          </a:lstStyle>
          <a:p>
            <a:pPr lvl="0"/>
            <a:r>
              <a:rPr lang="en-GB" dirty="0" smtClean="0"/>
              <a:t>write your relevant text here</a:t>
            </a:r>
          </a:p>
        </p:txBody>
      </p:sp>
      <p:sp>
        <p:nvSpPr>
          <p:cNvPr id="9" name="Content Placeholder 20"/>
          <p:cNvSpPr>
            <a:spLocks noGrp="1"/>
          </p:cNvSpPr>
          <p:nvPr>
            <p:ph sz="quarter" idx="16"/>
          </p:nvPr>
        </p:nvSpPr>
        <p:spPr>
          <a:xfrm>
            <a:off x="4524860" y="2590800"/>
            <a:ext cx="2971800"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10" name="Text Placeholder 17"/>
          <p:cNvSpPr>
            <a:spLocks noGrp="1"/>
          </p:cNvSpPr>
          <p:nvPr>
            <p:ph type="body" sz="quarter" idx="21"/>
          </p:nvPr>
        </p:nvSpPr>
        <p:spPr>
          <a:xfrm>
            <a:off x="4524860" y="2971800"/>
            <a:ext cx="5264578" cy="1126717"/>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grpSp>
        <p:nvGrpSpPr>
          <p:cNvPr id="2" name="Group 684"/>
          <p:cNvGrpSpPr/>
          <p:nvPr userDrawn="1"/>
        </p:nvGrpSpPr>
        <p:grpSpPr>
          <a:xfrm>
            <a:off x="4527858" y="4634270"/>
            <a:ext cx="455687" cy="455814"/>
            <a:chOff x="0" y="0"/>
            <a:chExt cx="911610" cy="911627"/>
          </a:xfrm>
        </p:grpSpPr>
        <p:sp>
          <p:nvSpPr>
            <p:cNvPr id="46" name="Shape 682"/>
            <p:cNvSpPr/>
            <p:nvPr/>
          </p:nvSpPr>
          <p:spPr>
            <a:xfrm>
              <a:off x="0" y="0"/>
              <a:ext cx="911611" cy="911628"/>
            </a:xfrm>
            <a:custGeom>
              <a:avLst/>
              <a:gdLst/>
              <a:ahLst/>
              <a:cxnLst>
                <a:cxn ang="0">
                  <a:pos x="wd2" y="hd2"/>
                </a:cxn>
                <a:cxn ang="5400000">
                  <a:pos x="wd2" y="hd2"/>
                </a:cxn>
                <a:cxn ang="10800000">
                  <a:pos x="wd2" y="hd2"/>
                </a:cxn>
                <a:cxn ang="16200000">
                  <a:pos x="wd2" y="hd2"/>
                </a:cxn>
              </a:cxnLst>
              <a:rect l="0" t="0" r="r" b="b"/>
              <a:pathLst>
                <a:path w="19806" h="19807" extrusionOk="0">
                  <a:moveTo>
                    <a:pt x="7908" y="205"/>
                  </a:moveTo>
                  <a:cubicBezTo>
                    <a:pt x="13264" y="-897"/>
                    <a:pt x="18499" y="2552"/>
                    <a:pt x="19601" y="7908"/>
                  </a:cubicBezTo>
                  <a:cubicBezTo>
                    <a:pt x="20703" y="13265"/>
                    <a:pt x="17255" y="18500"/>
                    <a:pt x="11899" y="19602"/>
                  </a:cubicBezTo>
                  <a:cubicBezTo>
                    <a:pt x="6545" y="20703"/>
                    <a:pt x="1313" y="17258"/>
                    <a:pt x="207" y="11907"/>
                  </a:cubicBezTo>
                  <a:cubicBezTo>
                    <a:pt x="207" y="11904"/>
                    <a:pt x="206" y="11901"/>
                    <a:pt x="206" y="11899"/>
                  </a:cubicBezTo>
                  <a:cubicBezTo>
                    <a:pt x="-897" y="6543"/>
                    <a:pt x="2552" y="1307"/>
                    <a:pt x="7908" y="205"/>
                  </a:cubicBezTo>
                  <a:close/>
                </a:path>
              </a:pathLst>
            </a:custGeom>
            <a:solidFill>
              <a:schemeClr val="accent4"/>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47" name="Shape 683"/>
            <p:cNvSpPr/>
            <p:nvPr/>
          </p:nvSpPr>
          <p:spPr>
            <a:xfrm>
              <a:off x="291291" y="290673"/>
              <a:ext cx="278230" cy="313031"/>
            </a:xfrm>
            <a:custGeom>
              <a:avLst/>
              <a:gdLst/>
              <a:ahLst/>
              <a:cxnLst>
                <a:cxn ang="0">
                  <a:pos x="wd2" y="hd2"/>
                </a:cxn>
                <a:cxn ang="5400000">
                  <a:pos x="wd2" y="hd2"/>
                </a:cxn>
                <a:cxn ang="10800000">
                  <a:pos x="wd2" y="hd2"/>
                </a:cxn>
                <a:cxn ang="16200000">
                  <a:pos x="wd2" y="hd2"/>
                </a:cxn>
              </a:cxnLst>
              <a:rect l="0" t="0" r="r" b="b"/>
              <a:pathLst>
                <a:path w="21600" h="21600" extrusionOk="0">
                  <a:moveTo>
                    <a:pt x="4049" y="14400"/>
                  </a:moveTo>
                  <a:lnTo>
                    <a:pt x="1079" y="14400"/>
                  </a:lnTo>
                  <a:cubicBezTo>
                    <a:pt x="333" y="14400"/>
                    <a:pt x="0" y="14938"/>
                    <a:pt x="0" y="15599"/>
                  </a:cubicBezTo>
                  <a:lnTo>
                    <a:pt x="0" y="21600"/>
                  </a:lnTo>
                  <a:lnTo>
                    <a:pt x="5400" y="21600"/>
                  </a:lnTo>
                  <a:lnTo>
                    <a:pt x="5400" y="15599"/>
                  </a:lnTo>
                  <a:cubicBezTo>
                    <a:pt x="5400" y="14938"/>
                    <a:pt x="4796" y="14400"/>
                    <a:pt x="4049" y="14400"/>
                  </a:cubicBezTo>
                  <a:close/>
                  <a:moveTo>
                    <a:pt x="12150" y="7200"/>
                  </a:moveTo>
                  <a:lnTo>
                    <a:pt x="9180" y="7200"/>
                  </a:lnTo>
                  <a:cubicBezTo>
                    <a:pt x="8434" y="7200"/>
                    <a:pt x="8099" y="7738"/>
                    <a:pt x="8099" y="8401"/>
                  </a:cubicBezTo>
                  <a:lnTo>
                    <a:pt x="8099" y="21600"/>
                  </a:lnTo>
                  <a:lnTo>
                    <a:pt x="13499" y="21600"/>
                  </a:lnTo>
                  <a:lnTo>
                    <a:pt x="13499" y="8401"/>
                  </a:lnTo>
                  <a:cubicBezTo>
                    <a:pt x="13499" y="7738"/>
                    <a:pt x="12895" y="7200"/>
                    <a:pt x="12150" y="7200"/>
                  </a:cubicBezTo>
                  <a:close/>
                  <a:moveTo>
                    <a:pt x="20251" y="0"/>
                  </a:moveTo>
                  <a:lnTo>
                    <a:pt x="17281" y="0"/>
                  </a:lnTo>
                  <a:cubicBezTo>
                    <a:pt x="16534" y="0"/>
                    <a:pt x="16200" y="538"/>
                    <a:pt x="16200" y="1201"/>
                  </a:cubicBezTo>
                  <a:lnTo>
                    <a:pt x="16200" y="21600"/>
                  </a:lnTo>
                  <a:lnTo>
                    <a:pt x="21600" y="21600"/>
                  </a:lnTo>
                  <a:lnTo>
                    <a:pt x="21600" y="1201"/>
                  </a:lnTo>
                  <a:cubicBezTo>
                    <a:pt x="21600" y="538"/>
                    <a:pt x="20995" y="0"/>
                    <a:pt x="20251" y="0"/>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3" name="Group 687"/>
          <p:cNvGrpSpPr/>
          <p:nvPr userDrawn="1"/>
        </p:nvGrpSpPr>
        <p:grpSpPr>
          <a:xfrm>
            <a:off x="7569985" y="4634270"/>
            <a:ext cx="455700" cy="455814"/>
            <a:chOff x="0" y="0"/>
            <a:chExt cx="911635" cy="911627"/>
          </a:xfrm>
        </p:grpSpPr>
        <p:sp>
          <p:nvSpPr>
            <p:cNvPr id="49" name="Shape 685"/>
            <p:cNvSpPr/>
            <p:nvPr/>
          </p:nvSpPr>
          <p:spPr>
            <a:xfrm>
              <a:off x="-1" y="-1"/>
              <a:ext cx="911637" cy="911629"/>
            </a:xfrm>
            <a:custGeom>
              <a:avLst/>
              <a:gdLst/>
              <a:ahLst/>
              <a:cxnLst>
                <a:cxn ang="0">
                  <a:pos x="wd2" y="hd2"/>
                </a:cxn>
                <a:cxn ang="5400000">
                  <a:pos x="wd2" y="hd2"/>
                </a:cxn>
                <a:cxn ang="10800000">
                  <a:pos x="wd2" y="hd2"/>
                </a:cxn>
                <a:cxn ang="16200000">
                  <a:pos x="wd2" y="hd2"/>
                </a:cxn>
              </a:cxnLst>
              <a:rect l="0" t="0" r="r" b="b"/>
              <a:pathLst>
                <a:path w="19807" h="19806" extrusionOk="0">
                  <a:moveTo>
                    <a:pt x="7908" y="205"/>
                  </a:moveTo>
                  <a:cubicBezTo>
                    <a:pt x="13264" y="-897"/>
                    <a:pt x="18500" y="2551"/>
                    <a:pt x="19602" y="7907"/>
                  </a:cubicBezTo>
                  <a:cubicBezTo>
                    <a:pt x="20703" y="13264"/>
                    <a:pt x="17254" y="18499"/>
                    <a:pt x="11899" y="19601"/>
                  </a:cubicBezTo>
                  <a:cubicBezTo>
                    <a:pt x="6545" y="20703"/>
                    <a:pt x="1312" y="17258"/>
                    <a:pt x="207" y="11907"/>
                  </a:cubicBezTo>
                  <a:cubicBezTo>
                    <a:pt x="206" y="11904"/>
                    <a:pt x="206" y="11901"/>
                    <a:pt x="205" y="11898"/>
                  </a:cubicBezTo>
                  <a:cubicBezTo>
                    <a:pt x="-897" y="6542"/>
                    <a:pt x="2552" y="1307"/>
                    <a:pt x="7908" y="205"/>
                  </a:cubicBezTo>
                  <a:close/>
                </a:path>
              </a:pathLst>
            </a:custGeom>
            <a:solidFill>
              <a:schemeClr val="accent2"/>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50" name="Shape 686"/>
            <p:cNvSpPr/>
            <p:nvPr/>
          </p:nvSpPr>
          <p:spPr>
            <a:xfrm>
              <a:off x="259862" y="305627"/>
              <a:ext cx="391913" cy="313520"/>
            </a:xfrm>
            <a:custGeom>
              <a:avLst/>
              <a:gdLst/>
              <a:ahLst/>
              <a:cxnLst>
                <a:cxn ang="0">
                  <a:pos x="wd2" y="hd2"/>
                </a:cxn>
                <a:cxn ang="5400000">
                  <a:pos x="wd2" y="hd2"/>
                </a:cxn>
                <a:cxn ang="10800000">
                  <a:pos x="wd2" y="hd2"/>
                </a:cxn>
                <a:cxn ang="16200000">
                  <a:pos x="wd2" y="hd2"/>
                </a:cxn>
              </a:cxnLst>
              <a:rect l="0" t="0" r="r" b="b"/>
              <a:pathLst>
                <a:path w="21600" h="21600" extrusionOk="0">
                  <a:moveTo>
                    <a:pt x="18143" y="10800"/>
                  </a:moveTo>
                  <a:cubicBezTo>
                    <a:pt x="17065" y="10800"/>
                    <a:pt x="16800" y="11898"/>
                    <a:pt x="16709" y="12419"/>
                  </a:cubicBezTo>
                  <a:cubicBezTo>
                    <a:pt x="16115" y="15817"/>
                    <a:pt x="13696" y="18359"/>
                    <a:pt x="10800" y="18359"/>
                  </a:cubicBezTo>
                  <a:cubicBezTo>
                    <a:pt x="9130" y="18359"/>
                    <a:pt x="7618" y="17514"/>
                    <a:pt x="6524" y="16146"/>
                  </a:cubicBezTo>
                  <a:cubicBezTo>
                    <a:pt x="6018" y="15513"/>
                    <a:pt x="5198" y="15513"/>
                    <a:pt x="4691" y="16146"/>
                  </a:cubicBezTo>
                  <a:cubicBezTo>
                    <a:pt x="4185" y="16779"/>
                    <a:pt x="4185" y="17804"/>
                    <a:pt x="4691" y="18437"/>
                  </a:cubicBezTo>
                  <a:cubicBezTo>
                    <a:pt x="6255" y="20391"/>
                    <a:pt x="8415" y="21600"/>
                    <a:pt x="10800" y="21600"/>
                  </a:cubicBezTo>
                  <a:cubicBezTo>
                    <a:pt x="14669" y="21600"/>
                    <a:pt x="17943" y="18421"/>
                    <a:pt x="19043" y="14039"/>
                  </a:cubicBezTo>
                  <a:lnTo>
                    <a:pt x="21600" y="14039"/>
                  </a:lnTo>
                  <a:lnTo>
                    <a:pt x="21600" y="10800"/>
                  </a:lnTo>
                  <a:cubicBezTo>
                    <a:pt x="21600" y="10800"/>
                    <a:pt x="18143" y="10800"/>
                    <a:pt x="18143" y="10800"/>
                  </a:cubicBezTo>
                  <a:close/>
                  <a:moveTo>
                    <a:pt x="4891" y="9180"/>
                  </a:moveTo>
                  <a:cubicBezTo>
                    <a:pt x="5484" y="5783"/>
                    <a:pt x="7904" y="3240"/>
                    <a:pt x="10800" y="3240"/>
                  </a:cubicBezTo>
                  <a:cubicBezTo>
                    <a:pt x="12470" y="3240"/>
                    <a:pt x="13982" y="4086"/>
                    <a:pt x="15076" y="5454"/>
                  </a:cubicBezTo>
                  <a:cubicBezTo>
                    <a:pt x="15582" y="6086"/>
                    <a:pt x="16404" y="6086"/>
                    <a:pt x="16909" y="5454"/>
                  </a:cubicBezTo>
                  <a:cubicBezTo>
                    <a:pt x="17415" y="4821"/>
                    <a:pt x="17415" y="3796"/>
                    <a:pt x="16909" y="3163"/>
                  </a:cubicBezTo>
                  <a:cubicBezTo>
                    <a:pt x="15346" y="1209"/>
                    <a:pt x="13186" y="0"/>
                    <a:pt x="10800" y="0"/>
                  </a:cubicBezTo>
                  <a:cubicBezTo>
                    <a:pt x="6931" y="0"/>
                    <a:pt x="3658" y="3178"/>
                    <a:pt x="2557" y="7560"/>
                  </a:cubicBezTo>
                  <a:lnTo>
                    <a:pt x="0" y="7560"/>
                  </a:lnTo>
                  <a:lnTo>
                    <a:pt x="0" y="10800"/>
                  </a:lnTo>
                  <a:lnTo>
                    <a:pt x="3457" y="10800"/>
                  </a:lnTo>
                  <a:cubicBezTo>
                    <a:pt x="4535" y="10800"/>
                    <a:pt x="4800" y="9702"/>
                    <a:pt x="4891" y="9180"/>
                  </a:cubicBezTo>
                  <a:close/>
                  <a:moveTo>
                    <a:pt x="7343" y="10800"/>
                  </a:moveTo>
                  <a:cubicBezTo>
                    <a:pt x="7343" y="13185"/>
                    <a:pt x="8891" y="15120"/>
                    <a:pt x="10800" y="15120"/>
                  </a:cubicBezTo>
                  <a:cubicBezTo>
                    <a:pt x="12709" y="15120"/>
                    <a:pt x="14255" y="13185"/>
                    <a:pt x="14255" y="10800"/>
                  </a:cubicBezTo>
                  <a:cubicBezTo>
                    <a:pt x="14255" y="8415"/>
                    <a:pt x="12709" y="6480"/>
                    <a:pt x="10800" y="6480"/>
                  </a:cubicBezTo>
                  <a:cubicBezTo>
                    <a:pt x="8891" y="6480"/>
                    <a:pt x="7343" y="8415"/>
                    <a:pt x="7343" y="10800"/>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4" name="Group 690"/>
          <p:cNvGrpSpPr/>
          <p:nvPr userDrawn="1"/>
        </p:nvGrpSpPr>
        <p:grpSpPr>
          <a:xfrm>
            <a:off x="4527856" y="5478327"/>
            <a:ext cx="455691" cy="455814"/>
            <a:chOff x="0" y="0"/>
            <a:chExt cx="911618" cy="911627"/>
          </a:xfrm>
        </p:grpSpPr>
        <p:sp>
          <p:nvSpPr>
            <p:cNvPr id="52" name="Shape 688"/>
            <p:cNvSpPr/>
            <p:nvPr/>
          </p:nvSpPr>
          <p:spPr>
            <a:xfrm>
              <a:off x="-1" y="-1"/>
              <a:ext cx="911620" cy="911629"/>
            </a:xfrm>
            <a:custGeom>
              <a:avLst/>
              <a:gdLst/>
              <a:ahLst/>
              <a:cxnLst>
                <a:cxn ang="0">
                  <a:pos x="wd2" y="hd2"/>
                </a:cxn>
                <a:cxn ang="5400000">
                  <a:pos x="wd2" y="hd2"/>
                </a:cxn>
                <a:cxn ang="10800000">
                  <a:pos x="wd2" y="hd2"/>
                </a:cxn>
                <a:cxn ang="16200000">
                  <a:pos x="wd2" y="hd2"/>
                </a:cxn>
              </a:cxnLst>
              <a:rect l="0" t="0" r="r" b="b"/>
              <a:pathLst>
                <a:path w="19807" h="19807" extrusionOk="0">
                  <a:moveTo>
                    <a:pt x="7907" y="205"/>
                  </a:moveTo>
                  <a:cubicBezTo>
                    <a:pt x="13264" y="-897"/>
                    <a:pt x="18498" y="2551"/>
                    <a:pt x="19601" y="7908"/>
                  </a:cubicBezTo>
                  <a:cubicBezTo>
                    <a:pt x="20703" y="13264"/>
                    <a:pt x="17254" y="18500"/>
                    <a:pt x="11898" y="19602"/>
                  </a:cubicBezTo>
                  <a:cubicBezTo>
                    <a:pt x="6545" y="20703"/>
                    <a:pt x="1312" y="17258"/>
                    <a:pt x="206" y="11907"/>
                  </a:cubicBezTo>
                  <a:cubicBezTo>
                    <a:pt x="206" y="11904"/>
                    <a:pt x="205" y="11901"/>
                    <a:pt x="204" y="11899"/>
                  </a:cubicBezTo>
                  <a:cubicBezTo>
                    <a:pt x="-897" y="6542"/>
                    <a:pt x="2551" y="1307"/>
                    <a:pt x="7907" y="205"/>
                  </a:cubicBezTo>
                  <a:close/>
                </a:path>
              </a:pathLst>
            </a:custGeom>
            <a:solidFill>
              <a:schemeClr val="accent1"/>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53" name="Shape 689"/>
            <p:cNvSpPr/>
            <p:nvPr/>
          </p:nvSpPr>
          <p:spPr>
            <a:xfrm>
              <a:off x="331710" y="251864"/>
              <a:ext cx="248199" cy="397101"/>
            </a:xfrm>
            <a:custGeom>
              <a:avLst/>
              <a:gdLst/>
              <a:ahLst/>
              <a:cxnLst>
                <a:cxn ang="0">
                  <a:pos x="wd2" y="hd2"/>
                </a:cxn>
                <a:cxn ang="5400000">
                  <a:pos x="wd2" y="hd2"/>
                </a:cxn>
                <a:cxn ang="10800000">
                  <a:pos x="wd2" y="hd2"/>
                </a:cxn>
                <a:cxn ang="16200000">
                  <a:pos x="wd2" y="hd2"/>
                </a:cxn>
              </a:cxnLst>
              <a:rect l="0" t="0" r="r" b="b"/>
              <a:pathLst>
                <a:path w="21600" h="21600" extrusionOk="0">
                  <a:moveTo>
                    <a:pt x="10801" y="10476"/>
                  </a:moveTo>
                  <a:cubicBezTo>
                    <a:pt x="7579" y="10476"/>
                    <a:pt x="4968" y="8844"/>
                    <a:pt x="4968" y="6831"/>
                  </a:cubicBezTo>
                  <a:cubicBezTo>
                    <a:pt x="4968" y="4818"/>
                    <a:pt x="7579" y="3186"/>
                    <a:pt x="10801" y="3186"/>
                  </a:cubicBezTo>
                  <a:cubicBezTo>
                    <a:pt x="14021" y="3186"/>
                    <a:pt x="16632" y="4818"/>
                    <a:pt x="16632" y="6831"/>
                  </a:cubicBezTo>
                  <a:cubicBezTo>
                    <a:pt x="16632" y="8844"/>
                    <a:pt x="14021" y="10476"/>
                    <a:pt x="10801" y="10476"/>
                  </a:cubicBezTo>
                  <a:close/>
                  <a:moveTo>
                    <a:pt x="10801" y="0"/>
                  </a:moveTo>
                  <a:cubicBezTo>
                    <a:pt x="4835" y="0"/>
                    <a:pt x="0" y="3022"/>
                    <a:pt x="0" y="6749"/>
                  </a:cubicBezTo>
                  <a:cubicBezTo>
                    <a:pt x="0" y="13195"/>
                    <a:pt x="10801" y="21600"/>
                    <a:pt x="10801" y="21600"/>
                  </a:cubicBezTo>
                  <a:cubicBezTo>
                    <a:pt x="10801" y="21600"/>
                    <a:pt x="21600" y="13195"/>
                    <a:pt x="21600" y="6749"/>
                  </a:cubicBezTo>
                  <a:cubicBezTo>
                    <a:pt x="21600" y="3022"/>
                    <a:pt x="16765" y="0"/>
                    <a:pt x="10801" y="0"/>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5" name="Group 693"/>
          <p:cNvGrpSpPr/>
          <p:nvPr userDrawn="1"/>
        </p:nvGrpSpPr>
        <p:grpSpPr>
          <a:xfrm>
            <a:off x="7569995" y="5478327"/>
            <a:ext cx="455680" cy="455814"/>
            <a:chOff x="0" y="0"/>
            <a:chExt cx="911596" cy="911627"/>
          </a:xfrm>
        </p:grpSpPr>
        <p:sp>
          <p:nvSpPr>
            <p:cNvPr id="55" name="Shape 691"/>
            <p:cNvSpPr/>
            <p:nvPr/>
          </p:nvSpPr>
          <p:spPr>
            <a:xfrm>
              <a:off x="-1" y="0"/>
              <a:ext cx="911598" cy="911628"/>
            </a:xfrm>
            <a:custGeom>
              <a:avLst/>
              <a:gdLst/>
              <a:ahLst/>
              <a:cxnLst>
                <a:cxn ang="0">
                  <a:pos x="wd2" y="hd2"/>
                </a:cxn>
                <a:cxn ang="5400000">
                  <a:pos x="wd2" y="hd2"/>
                </a:cxn>
                <a:cxn ang="10800000">
                  <a:pos x="wd2" y="hd2"/>
                </a:cxn>
                <a:cxn ang="16200000">
                  <a:pos x="wd2" y="hd2"/>
                </a:cxn>
              </a:cxnLst>
              <a:rect l="0" t="0" r="r" b="b"/>
              <a:pathLst>
                <a:path w="19806" h="19806" extrusionOk="0">
                  <a:moveTo>
                    <a:pt x="11898" y="19600"/>
                  </a:moveTo>
                  <a:cubicBezTo>
                    <a:pt x="6542" y="20703"/>
                    <a:pt x="1307" y="17254"/>
                    <a:pt x="205" y="11898"/>
                  </a:cubicBezTo>
                  <a:cubicBezTo>
                    <a:pt x="-897" y="6542"/>
                    <a:pt x="2551" y="1307"/>
                    <a:pt x="7908" y="205"/>
                  </a:cubicBezTo>
                  <a:cubicBezTo>
                    <a:pt x="13261" y="-897"/>
                    <a:pt x="18494" y="2548"/>
                    <a:pt x="19599" y="7899"/>
                  </a:cubicBezTo>
                  <a:cubicBezTo>
                    <a:pt x="19600" y="7902"/>
                    <a:pt x="19600" y="7905"/>
                    <a:pt x="19600" y="7907"/>
                  </a:cubicBezTo>
                  <a:cubicBezTo>
                    <a:pt x="20703" y="13263"/>
                    <a:pt x="17254" y="18499"/>
                    <a:pt x="11898" y="19600"/>
                  </a:cubicBezTo>
                  <a:close/>
                </a:path>
              </a:pathLst>
            </a:custGeom>
            <a:solidFill>
              <a:schemeClr val="accent3"/>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56" name="Shape 692"/>
            <p:cNvSpPr/>
            <p:nvPr/>
          </p:nvSpPr>
          <p:spPr>
            <a:xfrm>
              <a:off x="295953" y="290581"/>
              <a:ext cx="319690" cy="319667"/>
            </a:xfrm>
            <a:custGeom>
              <a:avLst/>
              <a:gdLst/>
              <a:ahLst/>
              <a:cxnLst>
                <a:cxn ang="0">
                  <a:pos x="wd2" y="hd2"/>
                </a:cxn>
                <a:cxn ang="5400000">
                  <a:pos x="wd2" y="hd2"/>
                </a:cxn>
                <a:cxn ang="10800000">
                  <a:pos x="wd2" y="hd2"/>
                </a:cxn>
                <a:cxn ang="16200000">
                  <a:pos x="wd2" y="hd2"/>
                </a:cxn>
              </a:cxnLst>
              <a:rect l="0" t="0" r="r" b="b"/>
              <a:pathLst>
                <a:path w="21600" h="21600" extrusionOk="0">
                  <a:moveTo>
                    <a:pt x="10800" y="15497"/>
                  </a:moveTo>
                  <a:cubicBezTo>
                    <a:pt x="8207" y="15497"/>
                    <a:pt x="6104" y="13394"/>
                    <a:pt x="6104" y="10801"/>
                  </a:cubicBezTo>
                  <a:cubicBezTo>
                    <a:pt x="6104" y="8206"/>
                    <a:pt x="8207" y="6103"/>
                    <a:pt x="10800" y="6103"/>
                  </a:cubicBezTo>
                  <a:cubicBezTo>
                    <a:pt x="13395" y="6103"/>
                    <a:pt x="15497" y="8206"/>
                    <a:pt x="15497" y="10801"/>
                  </a:cubicBezTo>
                  <a:cubicBezTo>
                    <a:pt x="15497" y="13394"/>
                    <a:pt x="13395" y="15497"/>
                    <a:pt x="10800" y="15497"/>
                  </a:cubicBezTo>
                  <a:close/>
                  <a:moveTo>
                    <a:pt x="19522" y="10801"/>
                  </a:moveTo>
                  <a:cubicBezTo>
                    <a:pt x="19522" y="9454"/>
                    <a:pt x="20352" y="8390"/>
                    <a:pt x="21600" y="7659"/>
                  </a:cubicBezTo>
                  <a:cubicBezTo>
                    <a:pt x="21376" y="6908"/>
                    <a:pt x="21077" y="6187"/>
                    <a:pt x="20711" y="5509"/>
                  </a:cubicBezTo>
                  <a:cubicBezTo>
                    <a:pt x="19310" y="5876"/>
                    <a:pt x="18177" y="5328"/>
                    <a:pt x="17225" y="4375"/>
                  </a:cubicBezTo>
                  <a:cubicBezTo>
                    <a:pt x="16273" y="3423"/>
                    <a:pt x="15982" y="2288"/>
                    <a:pt x="16347" y="889"/>
                  </a:cubicBezTo>
                  <a:cubicBezTo>
                    <a:pt x="15671" y="522"/>
                    <a:pt x="14951" y="225"/>
                    <a:pt x="14198" y="0"/>
                  </a:cubicBezTo>
                  <a:cubicBezTo>
                    <a:pt x="13467" y="1248"/>
                    <a:pt x="12147" y="2078"/>
                    <a:pt x="10800" y="2078"/>
                  </a:cubicBezTo>
                  <a:cubicBezTo>
                    <a:pt x="9453" y="2078"/>
                    <a:pt x="8134" y="1248"/>
                    <a:pt x="7403" y="0"/>
                  </a:cubicBezTo>
                  <a:cubicBezTo>
                    <a:pt x="6651" y="225"/>
                    <a:pt x="5931" y="522"/>
                    <a:pt x="5253" y="889"/>
                  </a:cubicBezTo>
                  <a:cubicBezTo>
                    <a:pt x="5620" y="2288"/>
                    <a:pt x="5329" y="3422"/>
                    <a:pt x="4375" y="4375"/>
                  </a:cubicBezTo>
                  <a:cubicBezTo>
                    <a:pt x="3423" y="5328"/>
                    <a:pt x="2290" y="5876"/>
                    <a:pt x="890" y="5510"/>
                  </a:cubicBezTo>
                  <a:cubicBezTo>
                    <a:pt x="523" y="6187"/>
                    <a:pt x="224" y="6908"/>
                    <a:pt x="0" y="7659"/>
                  </a:cubicBezTo>
                  <a:cubicBezTo>
                    <a:pt x="1249" y="8390"/>
                    <a:pt x="2078" y="9454"/>
                    <a:pt x="2078" y="10801"/>
                  </a:cubicBezTo>
                  <a:cubicBezTo>
                    <a:pt x="2078" y="12146"/>
                    <a:pt x="1249" y="13467"/>
                    <a:pt x="0" y="14198"/>
                  </a:cubicBezTo>
                  <a:cubicBezTo>
                    <a:pt x="224" y="14950"/>
                    <a:pt x="523" y="15670"/>
                    <a:pt x="890" y="16348"/>
                  </a:cubicBezTo>
                  <a:cubicBezTo>
                    <a:pt x="2290" y="15981"/>
                    <a:pt x="3423" y="16272"/>
                    <a:pt x="4375" y="17226"/>
                  </a:cubicBezTo>
                  <a:cubicBezTo>
                    <a:pt x="5327" y="18178"/>
                    <a:pt x="5620" y="19312"/>
                    <a:pt x="5253" y="20711"/>
                  </a:cubicBezTo>
                  <a:cubicBezTo>
                    <a:pt x="5931" y="21078"/>
                    <a:pt x="6651" y="21377"/>
                    <a:pt x="7403" y="21600"/>
                  </a:cubicBezTo>
                  <a:cubicBezTo>
                    <a:pt x="8134" y="20352"/>
                    <a:pt x="9453" y="19524"/>
                    <a:pt x="10800" y="19524"/>
                  </a:cubicBezTo>
                  <a:cubicBezTo>
                    <a:pt x="12147" y="19524"/>
                    <a:pt x="13467" y="20352"/>
                    <a:pt x="14198" y="21600"/>
                  </a:cubicBezTo>
                  <a:cubicBezTo>
                    <a:pt x="14951" y="21376"/>
                    <a:pt x="15671" y="21078"/>
                    <a:pt x="16349" y="20711"/>
                  </a:cubicBezTo>
                  <a:cubicBezTo>
                    <a:pt x="15982" y="19312"/>
                    <a:pt x="16273" y="18178"/>
                    <a:pt x="17225" y="17226"/>
                  </a:cubicBezTo>
                  <a:cubicBezTo>
                    <a:pt x="18177" y="16272"/>
                    <a:pt x="19310" y="15724"/>
                    <a:pt x="20711" y="16091"/>
                  </a:cubicBezTo>
                  <a:cubicBezTo>
                    <a:pt x="21077" y="15413"/>
                    <a:pt x="21376" y="14693"/>
                    <a:pt x="21600" y="13941"/>
                  </a:cubicBezTo>
                  <a:cubicBezTo>
                    <a:pt x="20352" y="13210"/>
                    <a:pt x="19522" y="12146"/>
                    <a:pt x="19522" y="10801"/>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sp>
        <p:nvSpPr>
          <p:cNvPr id="57" name="Picture Placeholder 2"/>
          <p:cNvSpPr>
            <a:spLocks noGrp="1"/>
          </p:cNvSpPr>
          <p:nvPr>
            <p:ph type="pic" sz="quarter" idx="23"/>
          </p:nvPr>
        </p:nvSpPr>
        <p:spPr>
          <a:xfrm>
            <a:off x="2139597" y="2747968"/>
            <a:ext cx="1550332" cy="2828912"/>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59" name="Content Placeholder 20"/>
          <p:cNvSpPr>
            <a:spLocks noGrp="1"/>
          </p:cNvSpPr>
          <p:nvPr>
            <p:ph sz="quarter" idx="25"/>
          </p:nvPr>
        </p:nvSpPr>
        <p:spPr>
          <a:xfrm>
            <a:off x="5256212" y="4659024"/>
            <a:ext cx="1676400"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60" name="Text Placeholder 17"/>
          <p:cNvSpPr>
            <a:spLocks noGrp="1"/>
          </p:cNvSpPr>
          <p:nvPr>
            <p:ph type="body" sz="quarter" idx="26"/>
          </p:nvPr>
        </p:nvSpPr>
        <p:spPr>
          <a:xfrm>
            <a:off x="5256212" y="4887624"/>
            <a:ext cx="1981200" cy="359306"/>
          </a:xfrm>
        </p:spPr>
        <p:txBody>
          <a:bodyPr lIns="0" tIns="0" rIns="0" bIns="0">
            <a:normAutofit/>
          </a:bodyPr>
          <a:lstStyle>
            <a:lvl1pPr marL="0" indent="0" algn="l">
              <a:lnSpc>
                <a:spcPct val="1500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61" name="Content Placeholder 20"/>
          <p:cNvSpPr>
            <a:spLocks noGrp="1"/>
          </p:cNvSpPr>
          <p:nvPr>
            <p:ph sz="quarter" idx="27"/>
          </p:nvPr>
        </p:nvSpPr>
        <p:spPr>
          <a:xfrm>
            <a:off x="5256212" y="5503081"/>
            <a:ext cx="1676400"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62" name="Text Placeholder 17"/>
          <p:cNvSpPr>
            <a:spLocks noGrp="1"/>
          </p:cNvSpPr>
          <p:nvPr>
            <p:ph type="body" sz="quarter" idx="28"/>
          </p:nvPr>
        </p:nvSpPr>
        <p:spPr>
          <a:xfrm>
            <a:off x="5256212" y="5731681"/>
            <a:ext cx="1981200" cy="359306"/>
          </a:xfrm>
        </p:spPr>
        <p:txBody>
          <a:bodyPr lIns="0" tIns="0" rIns="0" bIns="0">
            <a:normAutofit/>
          </a:bodyPr>
          <a:lstStyle>
            <a:lvl1pPr marL="0" indent="0" algn="l">
              <a:lnSpc>
                <a:spcPct val="1500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63" name="Content Placeholder 20"/>
          <p:cNvSpPr>
            <a:spLocks noGrp="1"/>
          </p:cNvSpPr>
          <p:nvPr>
            <p:ph sz="quarter" idx="29"/>
          </p:nvPr>
        </p:nvSpPr>
        <p:spPr>
          <a:xfrm>
            <a:off x="8228012" y="4664037"/>
            <a:ext cx="1676400"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64" name="Text Placeholder 17"/>
          <p:cNvSpPr>
            <a:spLocks noGrp="1"/>
          </p:cNvSpPr>
          <p:nvPr>
            <p:ph type="body" sz="quarter" idx="30"/>
          </p:nvPr>
        </p:nvSpPr>
        <p:spPr>
          <a:xfrm>
            <a:off x="8228012" y="4892637"/>
            <a:ext cx="1981200" cy="359306"/>
          </a:xfrm>
        </p:spPr>
        <p:txBody>
          <a:bodyPr lIns="0" tIns="0" rIns="0" bIns="0">
            <a:normAutofit/>
          </a:bodyPr>
          <a:lstStyle>
            <a:lvl1pPr marL="0" indent="0" algn="l">
              <a:lnSpc>
                <a:spcPct val="1500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65" name="Content Placeholder 20"/>
          <p:cNvSpPr>
            <a:spLocks noGrp="1"/>
          </p:cNvSpPr>
          <p:nvPr>
            <p:ph sz="quarter" idx="31"/>
          </p:nvPr>
        </p:nvSpPr>
        <p:spPr>
          <a:xfrm>
            <a:off x="8228012" y="5508094"/>
            <a:ext cx="1676400"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66" name="Text Placeholder 17"/>
          <p:cNvSpPr>
            <a:spLocks noGrp="1"/>
          </p:cNvSpPr>
          <p:nvPr>
            <p:ph type="body" sz="quarter" idx="32"/>
          </p:nvPr>
        </p:nvSpPr>
        <p:spPr>
          <a:xfrm>
            <a:off x="8228012" y="5736694"/>
            <a:ext cx="1981200" cy="359306"/>
          </a:xfrm>
        </p:spPr>
        <p:txBody>
          <a:bodyPr lIns="0" tIns="0" rIns="0" bIns="0">
            <a:normAutofit/>
          </a:bodyPr>
          <a:lstStyle>
            <a:lvl1pPr marL="0" indent="0" algn="l">
              <a:lnSpc>
                <a:spcPct val="1500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Tree>
    <p:extLst>
      <p:ext uri="{BB962C8B-B14F-4D97-AF65-F5344CB8AC3E}">
        <p14:creationId xmlns:p14="http://schemas.microsoft.com/office/powerpoint/2010/main" val="84583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dissolve">
                                      <p:cBhvr>
                                        <p:cTn id="11" dur="500"/>
                                        <p:tgtEl>
                                          <p:spTgt spid="23">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3"/>
                                        </p:tgtEl>
                                        <p:attrNameLst>
                                          <p:attrName>style.visibility</p:attrName>
                                        </p:attrNameLst>
                                      </p:cBhvr>
                                      <p:to>
                                        <p:strVal val="visible"/>
                                      </p:to>
                                    </p:set>
                                    <p:animEffect transition="in" filter="wipe(up)">
                                      <p:cBhvr>
                                        <p:cTn id="15" dur="500"/>
                                        <p:tgtEl>
                                          <p:spTgt spid="93"/>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par>
                          <p:cTn id="20" fill="hold">
                            <p:stCondLst>
                              <p:cond delay="2000"/>
                            </p:stCondLst>
                            <p:childTnLst>
                              <p:par>
                                <p:cTn id="21" presetID="9" presetClass="entr" presetSubtype="0" fill="hold" grpId="0" nodeType="afterEffect" nodePh="1">
                                  <p:stCondLst>
                                    <p:cond delay="0"/>
                                  </p:stCondLst>
                                  <p:endCondLst>
                                    <p:cond evt="begin" delay="0">
                                      <p:tn val="21"/>
                                    </p:cond>
                                  </p:end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dissolve">
                                      <p:cBhvr>
                                        <p:cTn id="23" dur="500"/>
                                        <p:tgtEl>
                                          <p:spTgt spid="9">
                                            <p:txEl>
                                              <p:pRg st="0" end="0"/>
                                            </p:txEl>
                                          </p:spTgt>
                                        </p:tgtEl>
                                      </p:cBhvr>
                                    </p:animEffect>
                                  </p:childTnLst>
                                </p:cTn>
                              </p:par>
                            </p:childTnLst>
                          </p:cTn>
                        </p:par>
                        <p:par>
                          <p:cTn id="24" fill="hold">
                            <p:stCondLst>
                              <p:cond delay="2500"/>
                            </p:stCondLst>
                            <p:childTnLst>
                              <p:par>
                                <p:cTn id="25" presetID="9" presetClass="entr" presetSubtype="0" fill="hold" grpId="0" nodeType="afterEffect" nodePh="1">
                                  <p:stCondLst>
                                    <p:cond delay="0"/>
                                  </p:stCondLst>
                                  <p:endCondLst>
                                    <p:cond evt="begin" delay="0">
                                      <p:tn val="25"/>
                                    </p:cond>
                                  </p:end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dissolve">
                                      <p:cBhvr>
                                        <p:cTn id="27" dur="500"/>
                                        <p:tgtEl>
                                          <p:spTgt spid="10">
                                            <p:txEl>
                                              <p:pRg st="0" end="0"/>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childTnLst>
                          </p:cTn>
                        </p:par>
                        <p:par>
                          <p:cTn id="32" fill="hold">
                            <p:stCondLst>
                              <p:cond delay="3500"/>
                            </p:stCondLst>
                            <p:childTnLst>
                              <p:par>
                                <p:cTn id="33" presetID="10" presetClass="entr" presetSubtype="0" fill="hold" grpId="0" nodeType="afterEffect" nodePh="1">
                                  <p:stCondLst>
                                    <p:cond delay="0"/>
                                  </p:stCondLst>
                                  <p:endCondLst>
                                    <p:cond evt="begin" delay="0">
                                      <p:tn val="33"/>
                                    </p:cond>
                                  </p:endCondLst>
                                  <p:childTnLst>
                                    <p:set>
                                      <p:cBhvr>
                                        <p:cTn id="34" dur="1" fill="hold">
                                          <p:stCondLst>
                                            <p:cond delay="0"/>
                                          </p:stCondLst>
                                        </p:cTn>
                                        <p:tgtEl>
                                          <p:spTgt spid="59">
                                            <p:txEl>
                                              <p:pRg st="0" end="0"/>
                                            </p:txEl>
                                          </p:spTgt>
                                        </p:tgtEl>
                                        <p:attrNameLst>
                                          <p:attrName>style.visibility</p:attrName>
                                        </p:attrNameLst>
                                      </p:cBhvr>
                                      <p:to>
                                        <p:strVal val="visible"/>
                                      </p:to>
                                    </p:set>
                                    <p:animEffect transition="in" filter="fade">
                                      <p:cBhvr>
                                        <p:cTn id="35" dur="500"/>
                                        <p:tgtEl>
                                          <p:spTgt spid="59">
                                            <p:txEl>
                                              <p:pRg st="0" end="0"/>
                                            </p:txEl>
                                          </p:spTgt>
                                        </p:tgtEl>
                                      </p:cBhvr>
                                    </p:animEffect>
                                  </p:childTnLst>
                                </p:cTn>
                              </p:par>
                              <p:par>
                                <p:cTn id="36" presetID="10" presetClass="entr" presetSubtype="0" fill="hold" grpId="0" nodeType="withEffect" nodePh="1">
                                  <p:stCondLst>
                                    <p:cond delay="0"/>
                                  </p:stCondLst>
                                  <p:endCondLst>
                                    <p:cond evt="begin" delay="0">
                                      <p:tn val="36"/>
                                    </p:cond>
                                  </p:endCondLst>
                                  <p:childTnLst>
                                    <p:set>
                                      <p:cBhvr>
                                        <p:cTn id="37" dur="1" fill="hold">
                                          <p:stCondLst>
                                            <p:cond delay="0"/>
                                          </p:stCondLst>
                                        </p:cTn>
                                        <p:tgtEl>
                                          <p:spTgt spid="60">
                                            <p:txEl>
                                              <p:pRg st="0" end="0"/>
                                            </p:txEl>
                                          </p:spTgt>
                                        </p:tgtEl>
                                        <p:attrNameLst>
                                          <p:attrName>style.visibility</p:attrName>
                                        </p:attrNameLst>
                                      </p:cBhvr>
                                      <p:to>
                                        <p:strVal val="visible"/>
                                      </p:to>
                                    </p:set>
                                    <p:animEffect transition="in" filter="fade">
                                      <p:cBhvr>
                                        <p:cTn id="38" dur="500"/>
                                        <p:tgtEl>
                                          <p:spTgt spid="60">
                                            <p:txEl>
                                              <p:pRg st="0" end="0"/>
                                            </p:txEl>
                                          </p:spTgt>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childTnLst>
                          </p:cTn>
                        </p:par>
                        <p:par>
                          <p:cTn id="43" fill="hold">
                            <p:stCondLst>
                              <p:cond delay="4500"/>
                            </p:stCondLst>
                            <p:childTnLst>
                              <p:par>
                                <p:cTn id="44" presetID="10" presetClass="entr" presetSubtype="0" fill="hold" grpId="0" nodeType="afterEffect" nodePh="1">
                                  <p:stCondLst>
                                    <p:cond delay="0"/>
                                  </p:stCondLst>
                                  <p:endCondLst>
                                    <p:cond evt="begin" delay="0">
                                      <p:tn val="44"/>
                                    </p:cond>
                                  </p:endCondLst>
                                  <p:childTnLst>
                                    <p:set>
                                      <p:cBhvr>
                                        <p:cTn id="45" dur="1" fill="hold">
                                          <p:stCondLst>
                                            <p:cond delay="0"/>
                                          </p:stCondLst>
                                        </p:cTn>
                                        <p:tgtEl>
                                          <p:spTgt spid="63">
                                            <p:txEl>
                                              <p:pRg st="0" end="0"/>
                                            </p:txEl>
                                          </p:spTgt>
                                        </p:tgtEl>
                                        <p:attrNameLst>
                                          <p:attrName>style.visibility</p:attrName>
                                        </p:attrNameLst>
                                      </p:cBhvr>
                                      <p:to>
                                        <p:strVal val="visible"/>
                                      </p:to>
                                    </p:set>
                                    <p:animEffect transition="in" filter="fade">
                                      <p:cBhvr>
                                        <p:cTn id="46" dur="500"/>
                                        <p:tgtEl>
                                          <p:spTgt spid="63">
                                            <p:txEl>
                                              <p:pRg st="0" end="0"/>
                                            </p:txEl>
                                          </p:spTgt>
                                        </p:tgtEl>
                                      </p:cBhvr>
                                    </p:animEffect>
                                  </p:childTnLst>
                                </p:cTn>
                              </p:par>
                              <p:par>
                                <p:cTn id="47" presetID="10" presetClass="entr" presetSubtype="0" fill="hold" grpId="0" nodeType="withEffect" nodePh="1">
                                  <p:stCondLst>
                                    <p:cond delay="0"/>
                                  </p:stCondLst>
                                  <p:endCondLst>
                                    <p:cond evt="begin" delay="0">
                                      <p:tn val="47"/>
                                    </p:cond>
                                  </p:endCondLst>
                                  <p:childTnLst>
                                    <p:set>
                                      <p:cBhvr>
                                        <p:cTn id="48" dur="1" fill="hold">
                                          <p:stCondLst>
                                            <p:cond delay="0"/>
                                          </p:stCondLst>
                                        </p:cTn>
                                        <p:tgtEl>
                                          <p:spTgt spid="64">
                                            <p:txEl>
                                              <p:pRg st="0" end="0"/>
                                            </p:txEl>
                                          </p:spTgt>
                                        </p:tgtEl>
                                        <p:attrNameLst>
                                          <p:attrName>style.visibility</p:attrName>
                                        </p:attrNameLst>
                                      </p:cBhvr>
                                      <p:to>
                                        <p:strVal val="visible"/>
                                      </p:to>
                                    </p:set>
                                    <p:animEffect transition="in" filter="fade">
                                      <p:cBhvr>
                                        <p:cTn id="49" dur="500"/>
                                        <p:tgtEl>
                                          <p:spTgt spid="64">
                                            <p:txEl>
                                              <p:pRg st="0" end="0"/>
                                            </p:txEl>
                                          </p:spTgt>
                                        </p:tgtEl>
                                      </p:cBhvr>
                                    </p:animEffect>
                                  </p:childTnLst>
                                </p:cTn>
                              </p:par>
                            </p:childTnLst>
                          </p:cTn>
                        </p:par>
                        <p:par>
                          <p:cTn id="50" fill="hold">
                            <p:stCondLst>
                              <p:cond delay="5000"/>
                            </p:stCondLst>
                            <p:childTnLst>
                              <p:par>
                                <p:cTn id="51" presetID="10" presetClass="entr" presetSubtype="0" fill="hold" nodeType="after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fade">
                                      <p:cBhvr>
                                        <p:cTn id="53" dur="500"/>
                                        <p:tgtEl>
                                          <p:spTgt spid="4"/>
                                        </p:tgtEl>
                                      </p:cBhvr>
                                    </p:animEffect>
                                  </p:childTnLst>
                                </p:cTn>
                              </p:par>
                            </p:childTnLst>
                          </p:cTn>
                        </p:par>
                        <p:par>
                          <p:cTn id="54" fill="hold">
                            <p:stCondLst>
                              <p:cond delay="5500"/>
                            </p:stCondLst>
                            <p:childTnLst>
                              <p:par>
                                <p:cTn id="55" presetID="10" presetClass="entr" presetSubtype="0" fill="hold" grpId="0" nodeType="afterEffect" nodePh="1">
                                  <p:stCondLst>
                                    <p:cond delay="0"/>
                                  </p:stCondLst>
                                  <p:endCondLst>
                                    <p:cond evt="begin" delay="0">
                                      <p:tn val="55"/>
                                    </p:cond>
                                  </p:endCondLst>
                                  <p:childTnLst>
                                    <p:set>
                                      <p:cBhvr>
                                        <p:cTn id="56" dur="1" fill="hold">
                                          <p:stCondLst>
                                            <p:cond delay="0"/>
                                          </p:stCondLst>
                                        </p:cTn>
                                        <p:tgtEl>
                                          <p:spTgt spid="61">
                                            <p:txEl>
                                              <p:pRg st="0" end="0"/>
                                            </p:txEl>
                                          </p:spTgt>
                                        </p:tgtEl>
                                        <p:attrNameLst>
                                          <p:attrName>style.visibility</p:attrName>
                                        </p:attrNameLst>
                                      </p:cBhvr>
                                      <p:to>
                                        <p:strVal val="visible"/>
                                      </p:to>
                                    </p:set>
                                    <p:animEffect transition="in" filter="fade">
                                      <p:cBhvr>
                                        <p:cTn id="57" dur="500"/>
                                        <p:tgtEl>
                                          <p:spTgt spid="61">
                                            <p:txEl>
                                              <p:pRg st="0" end="0"/>
                                            </p:txEl>
                                          </p:spTgt>
                                        </p:tgtEl>
                                      </p:cBhvr>
                                    </p:animEffect>
                                  </p:childTnLst>
                                </p:cTn>
                              </p:par>
                              <p:par>
                                <p:cTn id="58" presetID="10" presetClass="entr" presetSubtype="0" fill="hold" grpId="0" nodeType="withEffect" nodePh="1">
                                  <p:stCondLst>
                                    <p:cond delay="0"/>
                                  </p:stCondLst>
                                  <p:endCondLst>
                                    <p:cond evt="begin" delay="0">
                                      <p:tn val="58"/>
                                    </p:cond>
                                  </p:endCondLst>
                                  <p:childTnLst>
                                    <p:set>
                                      <p:cBhvr>
                                        <p:cTn id="59" dur="1" fill="hold">
                                          <p:stCondLst>
                                            <p:cond delay="0"/>
                                          </p:stCondLst>
                                        </p:cTn>
                                        <p:tgtEl>
                                          <p:spTgt spid="62">
                                            <p:txEl>
                                              <p:pRg st="0" end="0"/>
                                            </p:txEl>
                                          </p:spTgt>
                                        </p:tgtEl>
                                        <p:attrNameLst>
                                          <p:attrName>style.visibility</p:attrName>
                                        </p:attrNameLst>
                                      </p:cBhvr>
                                      <p:to>
                                        <p:strVal val="visible"/>
                                      </p:to>
                                    </p:set>
                                    <p:animEffect transition="in" filter="fade">
                                      <p:cBhvr>
                                        <p:cTn id="60" dur="500"/>
                                        <p:tgtEl>
                                          <p:spTgt spid="62">
                                            <p:txEl>
                                              <p:pRg st="0" end="0"/>
                                            </p:txEl>
                                          </p:spTgt>
                                        </p:tgtEl>
                                      </p:cBhvr>
                                    </p:animEffect>
                                  </p:childTnLst>
                                </p:cTn>
                              </p:par>
                            </p:childTnLst>
                          </p:cTn>
                        </p:par>
                        <p:par>
                          <p:cTn id="61" fill="hold">
                            <p:stCondLst>
                              <p:cond delay="6000"/>
                            </p:stCondLst>
                            <p:childTnLst>
                              <p:par>
                                <p:cTn id="62" presetID="10" presetClass="entr" presetSubtype="0" fill="hold" nodeType="after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fade">
                                      <p:cBhvr>
                                        <p:cTn id="64" dur="500"/>
                                        <p:tgtEl>
                                          <p:spTgt spid="5"/>
                                        </p:tgtEl>
                                      </p:cBhvr>
                                    </p:animEffect>
                                  </p:childTnLst>
                                </p:cTn>
                              </p:par>
                            </p:childTnLst>
                          </p:cTn>
                        </p:par>
                        <p:par>
                          <p:cTn id="65" fill="hold">
                            <p:stCondLst>
                              <p:cond delay="6500"/>
                            </p:stCondLst>
                            <p:childTnLst>
                              <p:par>
                                <p:cTn id="66" presetID="10" presetClass="entr" presetSubtype="0" fill="hold" grpId="0" nodeType="afterEffect" nodePh="1">
                                  <p:stCondLst>
                                    <p:cond delay="0"/>
                                  </p:stCondLst>
                                  <p:endCondLst>
                                    <p:cond evt="begin" delay="0">
                                      <p:tn val="66"/>
                                    </p:cond>
                                  </p:endCondLst>
                                  <p:childTnLst>
                                    <p:set>
                                      <p:cBhvr>
                                        <p:cTn id="67" dur="1" fill="hold">
                                          <p:stCondLst>
                                            <p:cond delay="0"/>
                                          </p:stCondLst>
                                        </p:cTn>
                                        <p:tgtEl>
                                          <p:spTgt spid="65">
                                            <p:txEl>
                                              <p:pRg st="0" end="0"/>
                                            </p:txEl>
                                          </p:spTgt>
                                        </p:tgtEl>
                                        <p:attrNameLst>
                                          <p:attrName>style.visibility</p:attrName>
                                        </p:attrNameLst>
                                      </p:cBhvr>
                                      <p:to>
                                        <p:strVal val="visible"/>
                                      </p:to>
                                    </p:set>
                                    <p:animEffect transition="in" filter="fade">
                                      <p:cBhvr>
                                        <p:cTn id="68" dur="500"/>
                                        <p:tgtEl>
                                          <p:spTgt spid="65">
                                            <p:txEl>
                                              <p:pRg st="0" end="0"/>
                                            </p:txEl>
                                          </p:spTgt>
                                        </p:tgtEl>
                                      </p:cBhvr>
                                    </p:animEffect>
                                  </p:childTnLst>
                                </p:cTn>
                              </p:par>
                              <p:par>
                                <p:cTn id="69" presetID="10" presetClass="entr" presetSubtype="0" fill="hold" grpId="0" nodeType="withEffect" nodePh="1">
                                  <p:stCondLst>
                                    <p:cond delay="0"/>
                                  </p:stCondLst>
                                  <p:endCondLst>
                                    <p:cond evt="begin" delay="0">
                                      <p:tn val="69"/>
                                    </p:cond>
                                  </p:endCondLst>
                                  <p:childTnLst>
                                    <p:set>
                                      <p:cBhvr>
                                        <p:cTn id="70" dur="1" fill="hold">
                                          <p:stCondLst>
                                            <p:cond delay="0"/>
                                          </p:stCondLst>
                                        </p:cTn>
                                        <p:tgtEl>
                                          <p:spTgt spid="66">
                                            <p:txEl>
                                              <p:pRg st="0" end="0"/>
                                            </p:txEl>
                                          </p:spTgt>
                                        </p:tgtEl>
                                        <p:attrNameLst>
                                          <p:attrName>style.visibility</p:attrName>
                                        </p:attrNameLst>
                                      </p:cBhvr>
                                      <p:to>
                                        <p:strVal val="visible"/>
                                      </p:to>
                                    </p:set>
                                    <p:animEffect transition="in" filter="fade">
                                      <p:cBhvr>
                                        <p:cTn id="71" dur="500"/>
                                        <p:tgtEl>
                                          <p:spTgt spid="6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build="p">
        <p:tmplLst>
          <p:tmpl lvl="1">
            <p:tnLst>
              <p:par>
                <p:cTn presetID="9"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dissolve">
                      <p:cBhvr>
                        <p:cTn dur="500"/>
                        <p:tgtEl>
                          <p:spTgt spid="23"/>
                        </p:tgtEl>
                      </p:cBhvr>
                    </p:animEffect>
                  </p:childTnLst>
                </p:cTn>
              </p:par>
            </p:tnLst>
          </p:tmpl>
        </p:tmplLst>
      </p:bldP>
      <p:bldP spid="9"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9"/>
                        </p:tgtEl>
                        <p:attrNameLst>
                          <p:attrName>style.visibility</p:attrName>
                        </p:attrNameLst>
                      </p:cBhvr>
                      <p:to>
                        <p:strVal val="visible"/>
                      </p:to>
                    </p:set>
                    <p:animEffect transition="in" filter="dissolve">
                      <p:cBhvr>
                        <p:cTn dur="500"/>
                        <p:tgtEl>
                          <p:spTgt spid="9"/>
                        </p:tgtEl>
                      </p:cBhvr>
                    </p:animEffect>
                  </p:childTnLst>
                </p:cTn>
              </p:par>
            </p:tnLst>
          </p:tmpl>
        </p:tmplLst>
      </p:bldP>
      <p:bldP spid="1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dissolve">
                      <p:cBhvr>
                        <p:cTn dur="500"/>
                        <p:tgtEl>
                          <p:spTgt spid="10"/>
                        </p:tgtEl>
                      </p:cBhvr>
                    </p:animEffect>
                  </p:childTnLst>
                </p:cTn>
              </p:par>
            </p:tnLst>
          </p:tmpl>
        </p:tmplLst>
      </p:bldP>
      <p:bldP spid="57" grpId="0"/>
      <p:bldP spid="59"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59"/>
                        </p:tgtEl>
                        <p:attrNameLst>
                          <p:attrName>style.visibility</p:attrName>
                        </p:attrNameLst>
                      </p:cBhvr>
                      <p:to>
                        <p:strVal val="visible"/>
                      </p:to>
                    </p:set>
                    <p:animEffect transition="in" filter="fade">
                      <p:cBhvr>
                        <p:cTn dur="500"/>
                        <p:tgtEl>
                          <p:spTgt spid="59"/>
                        </p:tgtEl>
                      </p:cBhvr>
                    </p:animEffect>
                  </p:childTnLst>
                </p:cTn>
              </p:par>
            </p:tnLst>
          </p:tmpl>
        </p:tmplLst>
      </p:bldP>
      <p:bldP spid="60"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60"/>
                        </p:tgtEl>
                        <p:attrNameLst>
                          <p:attrName>style.visibility</p:attrName>
                        </p:attrNameLst>
                      </p:cBhvr>
                      <p:to>
                        <p:strVal val="visible"/>
                      </p:to>
                    </p:set>
                    <p:animEffect transition="in" filter="fade">
                      <p:cBhvr>
                        <p:cTn dur="500"/>
                        <p:tgtEl>
                          <p:spTgt spid="60"/>
                        </p:tgtEl>
                      </p:cBhvr>
                    </p:animEffect>
                  </p:childTnLst>
                </p:cTn>
              </p:par>
            </p:tnLst>
          </p:tmpl>
        </p:tmplLst>
      </p:bldP>
      <p:bldP spid="61"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61"/>
                        </p:tgtEl>
                        <p:attrNameLst>
                          <p:attrName>style.visibility</p:attrName>
                        </p:attrNameLst>
                      </p:cBhvr>
                      <p:to>
                        <p:strVal val="visible"/>
                      </p:to>
                    </p:set>
                    <p:animEffect transition="in" filter="fade">
                      <p:cBhvr>
                        <p:cTn dur="500"/>
                        <p:tgtEl>
                          <p:spTgt spid="61"/>
                        </p:tgtEl>
                      </p:cBhvr>
                    </p:animEffect>
                  </p:childTnLst>
                </p:cTn>
              </p:par>
            </p:tnLst>
          </p:tmpl>
        </p:tmplLst>
      </p:bldP>
      <p:bldP spid="62"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62"/>
                        </p:tgtEl>
                        <p:attrNameLst>
                          <p:attrName>style.visibility</p:attrName>
                        </p:attrNameLst>
                      </p:cBhvr>
                      <p:to>
                        <p:strVal val="visible"/>
                      </p:to>
                    </p:set>
                    <p:animEffect transition="in" filter="fade">
                      <p:cBhvr>
                        <p:cTn dur="500"/>
                        <p:tgtEl>
                          <p:spTgt spid="62"/>
                        </p:tgtEl>
                      </p:cBhvr>
                    </p:animEffect>
                  </p:childTnLst>
                </p:cTn>
              </p:par>
            </p:tnLst>
          </p:tmpl>
        </p:tmplLst>
      </p:bldP>
      <p:bldP spid="63"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4"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64"/>
                        </p:tgtEl>
                        <p:attrNameLst>
                          <p:attrName>style.visibility</p:attrName>
                        </p:attrNameLst>
                      </p:cBhvr>
                      <p:to>
                        <p:strVal val="visible"/>
                      </p:to>
                    </p:set>
                    <p:animEffect transition="in" filter="fade">
                      <p:cBhvr>
                        <p:cTn dur="500"/>
                        <p:tgtEl>
                          <p:spTgt spid="64"/>
                        </p:tgtEl>
                      </p:cBhvr>
                    </p:animEffect>
                  </p:childTnLst>
                </p:cTn>
              </p:par>
            </p:tnLst>
          </p:tmpl>
        </p:tmplLst>
      </p:bldP>
      <p:bldP spid="65"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65"/>
                        </p:tgtEl>
                        <p:attrNameLst>
                          <p:attrName>style.visibility</p:attrName>
                        </p:attrNameLst>
                      </p:cBhvr>
                      <p:to>
                        <p:strVal val="visible"/>
                      </p:to>
                    </p:set>
                    <p:animEffect transition="in" filter="fade">
                      <p:cBhvr>
                        <p:cTn dur="500"/>
                        <p:tgtEl>
                          <p:spTgt spid="65"/>
                        </p:tgtEl>
                      </p:cBhvr>
                    </p:animEffect>
                  </p:childTnLst>
                </p:cTn>
              </p:par>
            </p:tnLst>
          </p:tmpl>
        </p:tmplLst>
      </p:bldP>
      <p:bldP spid="66"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18" name="Shape 985"/>
          <p:cNvSpPr/>
          <p:nvPr/>
        </p:nvSpPr>
        <p:spPr>
          <a:xfrm>
            <a:off x="8494425" y="2919553"/>
            <a:ext cx="562574" cy="586899"/>
          </a:xfrm>
          <a:prstGeom prst="rect">
            <a:avLst/>
          </a:prstGeom>
          <a:solidFill>
            <a:schemeClr val="accent2"/>
          </a:solidFill>
          <a:ln w="12700" cap="flat">
            <a:noFill/>
            <a:miter lim="400000"/>
          </a:ln>
          <a:effectLst/>
        </p:spPr>
        <p:txBody>
          <a:bodyPr wrap="square" lIns="50800" tIns="50800" rIns="50800" bIns="508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21" name="Shape 988"/>
          <p:cNvSpPr/>
          <p:nvPr/>
        </p:nvSpPr>
        <p:spPr>
          <a:xfrm>
            <a:off x="4240985" y="2919553"/>
            <a:ext cx="562574" cy="586899"/>
          </a:xfrm>
          <a:prstGeom prst="rect">
            <a:avLst/>
          </a:prstGeom>
          <a:solidFill>
            <a:schemeClr val="accent1"/>
          </a:solidFill>
          <a:ln w="12700" cap="flat">
            <a:noFill/>
            <a:miter lim="400000"/>
          </a:ln>
          <a:effectLst/>
        </p:spPr>
        <p:txBody>
          <a:bodyPr wrap="square" lIns="50800" tIns="50800" rIns="50800" bIns="508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pic>
        <p:nvPicPr>
          <p:cNvPr id="34" name="phone-black.png"/>
          <p:cNvPicPr/>
          <p:nvPr userDrawn="1"/>
        </p:nvPicPr>
        <p:blipFill>
          <a:blip r:embed="rId2" cstate="print">
            <a:extLst/>
          </a:blip>
          <a:stretch>
            <a:fillRect/>
          </a:stretch>
        </p:blipFill>
        <p:spPr>
          <a:xfrm>
            <a:off x="1939895" y="2076141"/>
            <a:ext cx="1877582" cy="3715059"/>
          </a:xfrm>
          <a:prstGeom prst="rect">
            <a:avLst/>
          </a:prstGeom>
          <a:ln w="12700">
            <a:miter lim="400000"/>
          </a:ln>
        </p:spPr>
      </p:pic>
      <p:pic>
        <p:nvPicPr>
          <p:cNvPr id="36" name="phone-white.png"/>
          <p:cNvPicPr/>
          <p:nvPr userDrawn="1"/>
        </p:nvPicPr>
        <p:blipFill>
          <a:blip r:embed="rId3" cstate="print">
            <a:extLst/>
          </a:blip>
          <a:stretch>
            <a:fillRect/>
          </a:stretch>
        </p:blipFill>
        <p:spPr>
          <a:xfrm>
            <a:off x="6200261" y="2076141"/>
            <a:ext cx="1877582" cy="3715059"/>
          </a:xfrm>
          <a:prstGeom prst="rect">
            <a:avLst/>
          </a:prstGeom>
          <a:ln w="12700">
            <a:miter lim="400000"/>
          </a:ln>
        </p:spPr>
      </p:pic>
      <p:sp>
        <p:nvSpPr>
          <p:cNvPr id="16" name="Title 15"/>
          <p:cNvSpPr>
            <a:spLocks noGrp="1"/>
          </p:cNvSpPr>
          <p:nvPr>
            <p:ph type="title"/>
          </p:nvPr>
        </p:nvSpPr>
        <p:spPr>
          <a:xfrm>
            <a:off x="1523603" y="381000"/>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23" name="Text Placeholder 17"/>
          <p:cNvSpPr>
            <a:spLocks noGrp="1"/>
          </p:cNvSpPr>
          <p:nvPr>
            <p:ph type="body" sz="quarter" idx="18" hasCustomPrompt="1"/>
          </p:nvPr>
        </p:nvSpPr>
        <p:spPr>
          <a:xfrm>
            <a:off x="1523603" y="996517"/>
            <a:ext cx="9141619" cy="248082"/>
          </a:xfrm>
        </p:spPr>
        <p:txBody>
          <a:bodyPr lIns="0" tIns="0" rIns="0" bIns="0">
            <a:normAutofit/>
          </a:bodyPr>
          <a:lstStyle>
            <a:lvl1pPr marL="0" indent="0" algn="ctr">
              <a:lnSpc>
                <a:spcPts val="1400"/>
              </a:lnSpc>
              <a:buNone/>
              <a:defRPr sz="1000">
                <a:solidFill>
                  <a:schemeClr val="bg1">
                    <a:lumMod val="50000"/>
                  </a:schemeClr>
                </a:solidFill>
                <a:latin typeface="Source Sans Pro Light"/>
              </a:defRPr>
            </a:lvl1pPr>
          </a:lstStyle>
          <a:p>
            <a:pPr lvl="0"/>
            <a:r>
              <a:rPr lang="en-GB" dirty="0" smtClean="0"/>
              <a:t>write your relevant text here</a:t>
            </a:r>
          </a:p>
        </p:txBody>
      </p:sp>
      <p:sp>
        <p:nvSpPr>
          <p:cNvPr id="9" name="Content Placeholder 20"/>
          <p:cNvSpPr>
            <a:spLocks noGrp="1"/>
          </p:cNvSpPr>
          <p:nvPr>
            <p:ph sz="quarter" idx="16"/>
          </p:nvPr>
        </p:nvSpPr>
        <p:spPr>
          <a:xfrm>
            <a:off x="4234362" y="3761939"/>
            <a:ext cx="1222036"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10" name="Text Placeholder 17"/>
          <p:cNvSpPr>
            <a:spLocks noGrp="1"/>
          </p:cNvSpPr>
          <p:nvPr>
            <p:ph type="body" sz="quarter" idx="21"/>
          </p:nvPr>
        </p:nvSpPr>
        <p:spPr>
          <a:xfrm>
            <a:off x="4234362" y="4136870"/>
            <a:ext cx="1477464" cy="1126717"/>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57" name="Picture Placeholder 2"/>
          <p:cNvSpPr>
            <a:spLocks noGrp="1"/>
          </p:cNvSpPr>
          <p:nvPr>
            <p:ph type="pic" sz="quarter" idx="23"/>
          </p:nvPr>
        </p:nvSpPr>
        <p:spPr>
          <a:xfrm>
            <a:off x="2132012" y="2655766"/>
            <a:ext cx="1463040" cy="2590312"/>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42" name="Picture Placeholder 2"/>
          <p:cNvSpPr>
            <a:spLocks noGrp="1"/>
          </p:cNvSpPr>
          <p:nvPr>
            <p:ph type="pic" sz="quarter" idx="24" hasCustomPrompt="1"/>
          </p:nvPr>
        </p:nvSpPr>
        <p:spPr>
          <a:xfrm>
            <a:off x="6415152" y="2655766"/>
            <a:ext cx="1447800" cy="2590312"/>
          </a:xfrm>
          <a:ln w="19050">
            <a:noFill/>
          </a:ln>
        </p:spPr>
        <p:txBody>
          <a:bodyPr>
            <a:normAutofit/>
          </a:bodyPr>
          <a:lstStyle>
            <a:lvl1pPr marL="0" indent="0">
              <a:buNone/>
              <a:defRPr sz="1200">
                <a:solidFill>
                  <a:schemeClr val="bg1">
                    <a:lumMod val="50000"/>
                  </a:schemeClr>
                </a:solidFill>
                <a:latin typeface="Source Sans Pro Light"/>
              </a:defRPr>
            </a:lvl1pPr>
          </a:lstStyle>
          <a:p>
            <a:r>
              <a:rPr lang="en-US" dirty="0" smtClean="0"/>
              <a:t> </a:t>
            </a:r>
            <a:endParaRPr lang="en-US" dirty="0"/>
          </a:p>
        </p:txBody>
      </p:sp>
      <p:sp>
        <p:nvSpPr>
          <p:cNvPr id="69" name="Content Placeholder 20"/>
          <p:cNvSpPr>
            <a:spLocks noGrp="1"/>
          </p:cNvSpPr>
          <p:nvPr>
            <p:ph sz="quarter" idx="25"/>
          </p:nvPr>
        </p:nvSpPr>
        <p:spPr>
          <a:xfrm>
            <a:off x="8567598" y="3761939"/>
            <a:ext cx="1222036"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70" name="Text Placeholder 17"/>
          <p:cNvSpPr>
            <a:spLocks noGrp="1"/>
          </p:cNvSpPr>
          <p:nvPr>
            <p:ph type="body" sz="quarter" idx="26"/>
          </p:nvPr>
        </p:nvSpPr>
        <p:spPr>
          <a:xfrm>
            <a:off x="8567598" y="4136870"/>
            <a:ext cx="1477464" cy="1126717"/>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3" name="Content Placeholder 2"/>
          <p:cNvSpPr>
            <a:spLocks noGrp="1"/>
          </p:cNvSpPr>
          <p:nvPr>
            <p:ph sz="quarter" idx="27" hasCustomPrompt="1"/>
          </p:nvPr>
        </p:nvSpPr>
        <p:spPr>
          <a:xfrm>
            <a:off x="4291995" y="2982725"/>
            <a:ext cx="460555" cy="460555"/>
          </a:xfrm>
        </p:spPr>
        <p:txBody>
          <a:bodyPr anchor="ctr">
            <a:normAutofit/>
          </a:bodyPr>
          <a:lstStyle>
            <a:lvl1pPr marL="0" indent="0" algn="ctr">
              <a:buNone/>
              <a:defRPr sz="2700">
                <a:solidFill>
                  <a:schemeClr val="bg1"/>
                </a:solidFill>
                <a:latin typeface="Source Sans Pro Light"/>
              </a:defRPr>
            </a:lvl1pPr>
          </a:lstStyle>
          <a:p>
            <a:pPr lvl="0"/>
            <a:r>
              <a:rPr lang="en-US" dirty="0" smtClean="0"/>
              <a:t>a</a:t>
            </a:r>
            <a:endParaRPr lang="en-US" dirty="0"/>
          </a:p>
        </p:txBody>
      </p:sp>
      <p:sp>
        <p:nvSpPr>
          <p:cNvPr id="26" name="Content Placeholder 2"/>
          <p:cNvSpPr>
            <a:spLocks noGrp="1"/>
          </p:cNvSpPr>
          <p:nvPr>
            <p:ph sz="quarter" idx="28" hasCustomPrompt="1"/>
          </p:nvPr>
        </p:nvSpPr>
        <p:spPr>
          <a:xfrm>
            <a:off x="8545435" y="2982725"/>
            <a:ext cx="460555" cy="460555"/>
          </a:xfrm>
        </p:spPr>
        <p:txBody>
          <a:bodyPr anchor="ctr">
            <a:normAutofit/>
          </a:bodyPr>
          <a:lstStyle>
            <a:lvl1pPr marL="0" indent="0" algn="ctr">
              <a:buNone/>
              <a:defRPr sz="2700">
                <a:solidFill>
                  <a:schemeClr val="bg1"/>
                </a:solidFill>
                <a:latin typeface="Source Sans Pro Light"/>
              </a:defRPr>
            </a:lvl1pPr>
          </a:lstStyle>
          <a:p>
            <a:pPr lvl="0"/>
            <a:r>
              <a:rPr lang="en-US" dirty="0" smtClean="0"/>
              <a:t>a</a:t>
            </a:r>
            <a:endParaRPr lang="en-US" dirty="0"/>
          </a:p>
        </p:txBody>
      </p:sp>
    </p:spTree>
    <p:extLst>
      <p:ext uri="{BB962C8B-B14F-4D97-AF65-F5344CB8AC3E}">
        <p14:creationId xmlns:p14="http://schemas.microsoft.com/office/powerpoint/2010/main" val="300460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dissolve">
                                      <p:cBhvr>
                                        <p:cTn id="11" dur="500"/>
                                        <p:tgtEl>
                                          <p:spTgt spid="23">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ipe(up)">
                                      <p:cBhvr>
                                        <p:cTn id="15" dur="500"/>
                                        <p:tgtEl>
                                          <p:spTgt spid="34"/>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left)">
                                      <p:cBhvr>
                                        <p:cTn id="23" dur="500"/>
                                        <p:tgtEl>
                                          <p:spTgt spid="21"/>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3">
                                            <p:txEl>
                                              <p:pRg st="0" end="0"/>
                                            </p:txEl>
                                          </p:spTgt>
                                        </p:tgtEl>
                                        <p:attrNameLst>
                                          <p:attrName>style.visibility</p:attrName>
                                        </p:attrNameLst>
                                      </p:cBhvr>
                                      <p:to>
                                        <p:strVal val="visible"/>
                                      </p:to>
                                    </p:set>
                                    <p:animEffect transition="in" filter="wipe(left)">
                                      <p:cBhvr>
                                        <p:cTn id="26" dur="500"/>
                                        <p:tgtEl>
                                          <p:spTgt spid="3">
                                            <p:txEl>
                                              <p:pRg st="0" end="0"/>
                                            </p:txEl>
                                          </p:spTgt>
                                        </p:tgtEl>
                                      </p:cBhvr>
                                    </p:animEffect>
                                  </p:childTnLst>
                                </p:cTn>
                              </p:par>
                            </p:childTnLst>
                          </p:cTn>
                        </p:par>
                        <p:par>
                          <p:cTn id="27" fill="hold">
                            <p:stCondLst>
                              <p:cond delay="2500"/>
                            </p:stCondLst>
                            <p:childTnLst>
                              <p:par>
                                <p:cTn id="28" presetID="9" presetClass="entr" presetSubtype="0" fill="hold" grpId="0" nodeType="afterEffect" nodePh="1">
                                  <p:stCondLst>
                                    <p:cond delay="0"/>
                                  </p:stCondLst>
                                  <p:endCondLst>
                                    <p:cond evt="begin" delay="0">
                                      <p:tn val="28"/>
                                    </p:cond>
                                  </p:endCondLst>
                                  <p:childTnLst>
                                    <p:set>
                                      <p:cBhvr>
                                        <p:cTn id="29" dur="1" fill="hold">
                                          <p:stCondLst>
                                            <p:cond delay="0"/>
                                          </p:stCondLst>
                                        </p:cTn>
                                        <p:tgtEl>
                                          <p:spTgt spid="9">
                                            <p:txEl>
                                              <p:pRg st="0" end="0"/>
                                            </p:txEl>
                                          </p:spTgt>
                                        </p:tgtEl>
                                        <p:attrNameLst>
                                          <p:attrName>style.visibility</p:attrName>
                                        </p:attrNameLst>
                                      </p:cBhvr>
                                      <p:to>
                                        <p:strVal val="visible"/>
                                      </p:to>
                                    </p:set>
                                    <p:animEffect transition="in" filter="dissolve">
                                      <p:cBhvr>
                                        <p:cTn id="30" dur="500"/>
                                        <p:tgtEl>
                                          <p:spTgt spid="9">
                                            <p:txEl>
                                              <p:pRg st="0" end="0"/>
                                            </p:txEl>
                                          </p:spTgt>
                                        </p:tgtEl>
                                      </p:cBhvr>
                                    </p:animEffect>
                                  </p:childTnLst>
                                </p:cTn>
                              </p:par>
                            </p:childTnLst>
                          </p:cTn>
                        </p:par>
                        <p:par>
                          <p:cTn id="31" fill="hold">
                            <p:stCondLst>
                              <p:cond delay="3000"/>
                            </p:stCondLst>
                            <p:childTnLst>
                              <p:par>
                                <p:cTn id="32" presetID="9" presetClass="entr" presetSubtype="0" fill="hold" grpId="0" nodeType="afterEffect" nodePh="1">
                                  <p:stCondLst>
                                    <p:cond delay="0"/>
                                  </p:stCondLst>
                                  <p:endCondLst>
                                    <p:cond evt="begin" delay="0">
                                      <p:tn val="32"/>
                                    </p:cond>
                                  </p:endCondLst>
                                  <p:childTnLst>
                                    <p:set>
                                      <p:cBhvr>
                                        <p:cTn id="33" dur="1" fill="hold">
                                          <p:stCondLst>
                                            <p:cond delay="0"/>
                                          </p:stCondLst>
                                        </p:cTn>
                                        <p:tgtEl>
                                          <p:spTgt spid="10">
                                            <p:txEl>
                                              <p:pRg st="0" end="0"/>
                                            </p:txEl>
                                          </p:spTgt>
                                        </p:tgtEl>
                                        <p:attrNameLst>
                                          <p:attrName>style.visibility</p:attrName>
                                        </p:attrNameLst>
                                      </p:cBhvr>
                                      <p:to>
                                        <p:strVal val="visible"/>
                                      </p:to>
                                    </p:set>
                                    <p:animEffect transition="in" filter="dissolve">
                                      <p:cBhvr>
                                        <p:cTn id="34" dur="500"/>
                                        <p:tgtEl>
                                          <p:spTgt spid="10">
                                            <p:txEl>
                                              <p:pRg st="0" end="0"/>
                                            </p:txEl>
                                          </p:spTgt>
                                        </p:tgtEl>
                                      </p:cBhvr>
                                    </p:animEffect>
                                  </p:childTnLst>
                                </p:cTn>
                              </p:par>
                            </p:childTnLst>
                          </p:cTn>
                        </p:par>
                        <p:par>
                          <p:cTn id="35" fill="hold">
                            <p:stCondLst>
                              <p:cond delay="3500"/>
                            </p:stCondLst>
                            <p:childTnLst>
                              <p:par>
                                <p:cTn id="36" presetID="22" presetClass="entr" presetSubtype="1" fill="hold" nodeType="after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wipe(up)">
                                      <p:cBhvr>
                                        <p:cTn id="38" dur="500"/>
                                        <p:tgtEl>
                                          <p:spTgt spid="36"/>
                                        </p:tgtEl>
                                      </p:cBhvr>
                                    </p:animEffect>
                                  </p:childTnLst>
                                </p:cTn>
                              </p:par>
                            </p:childTnLst>
                          </p:cTn>
                        </p:par>
                        <p:par>
                          <p:cTn id="39" fill="hold">
                            <p:stCondLst>
                              <p:cond delay="4000"/>
                            </p:stCondLst>
                            <p:childTnLst>
                              <p:par>
                                <p:cTn id="40" presetID="10" presetClass="entr" presetSubtype="0" fill="hold" grpId="0" nodeType="after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500"/>
                                        <p:tgtEl>
                                          <p:spTgt spid="42"/>
                                        </p:tgtEl>
                                      </p:cBhvr>
                                    </p:animEffect>
                                  </p:childTnLst>
                                </p:cTn>
                              </p:par>
                            </p:childTnLst>
                          </p:cTn>
                        </p:par>
                        <p:par>
                          <p:cTn id="43" fill="hold">
                            <p:stCondLst>
                              <p:cond delay="4500"/>
                            </p:stCondLst>
                            <p:childTnLst>
                              <p:par>
                                <p:cTn id="44" presetID="22" presetClass="entr" presetSubtype="8"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26">
                                            <p:txEl>
                                              <p:pRg st="0" end="0"/>
                                            </p:txEl>
                                          </p:spTgt>
                                        </p:tgtEl>
                                        <p:attrNameLst>
                                          <p:attrName>style.visibility</p:attrName>
                                        </p:attrNameLst>
                                      </p:cBhvr>
                                      <p:to>
                                        <p:strVal val="visible"/>
                                      </p:to>
                                    </p:set>
                                    <p:animEffect transition="in" filter="wipe(left)">
                                      <p:cBhvr>
                                        <p:cTn id="49" dur="500"/>
                                        <p:tgtEl>
                                          <p:spTgt spid="26">
                                            <p:txEl>
                                              <p:pRg st="0" end="0"/>
                                            </p:txEl>
                                          </p:spTgt>
                                        </p:tgtEl>
                                      </p:cBhvr>
                                    </p:animEffect>
                                  </p:childTnLst>
                                </p:cTn>
                              </p:par>
                            </p:childTnLst>
                          </p:cTn>
                        </p:par>
                        <p:par>
                          <p:cTn id="50" fill="hold">
                            <p:stCondLst>
                              <p:cond delay="5000"/>
                            </p:stCondLst>
                            <p:childTnLst>
                              <p:par>
                                <p:cTn id="51" presetID="9" presetClass="entr" presetSubtype="0" fill="hold" grpId="0" nodeType="afterEffect" nodePh="1">
                                  <p:stCondLst>
                                    <p:cond delay="0"/>
                                  </p:stCondLst>
                                  <p:endCondLst>
                                    <p:cond evt="begin" delay="0">
                                      <p:tn val="51"/>
                                    </p:cond>
                                  </p:endCondLst>
                                  <p:childTnLst>
                                    <p:set>
                                      <p:cBhvr>
                                        <p:cTn id="52" dur="1" fill="hold">
                                          <p:stCondLst>
                                            <p:cond delay="0"/>
                                          </p:stCondLst>
                                        </p:cTn>
                                        <p:tgtEl>
                                          <p:spTgt spid="69">
                                            <p:txEl>
                                              <p:pRg st="0" end="0"/>
                                            </p:txEl>
                                          </p:spTgt>
                                        </p:tgtEl>
                                        <p:attrNameLst>
                                          <p:attrName>style.visibility</p:attrName>
                                        </p:attrNameLst>
                                      </p:cBhvr>
                                      <p:to>
                                        <p:strVal val="visible"/>
                                      </p:to>
                                    </p:set>
                                    <p:animEffect transition="in" filter="dissolve">
                                      <p:cBhvr>
                                        <p:cTn id="53" dur="500"/>
                                        <p:tgtEl>
                                          <p:spTgt spid="69">
                                            <p:txEl>
                                              <p:pRg st="0" end="0"/>
                                            </p:txEl>
                                          </p:spTgt>
                                        </p:tgtEl>
                                      </p:cBhvr>
                                    </p:animEffect>
                                  </p:childTnLst>
                                </p:cTn>
                              </p:par>
                            </p:childTnLst>
                          </p:cTn>
                        </p:par>
                        <p:par>
                          <p:cTn id="54" fill="hold">
                            <p:stCondLst>
                              <p:cond delay="5500"/>
                            </p:stCondLst>
                            <p:childTnLst>
                              <p:par>
                                <p:cTn id="55" presetID="9" presetClass="entr" presetSubtype="0" fill="hold" grpId="0" nodeType="afterEffect" nodePh="1">
                                  <p:stCondLst>
                                    <p:cond delay="0"/>
                                  </p:stCondLst>
                                  <p:endCondLst>
                                    <p:cond evt="begin" delay="0">
                                      <p:tn val="55"/>
                                    </p:cond>
                                  </p:endCondLst>
                                  <p:childTnLst>
                                    <p:set>
                                      <p:cBhvr>
                                        <p:cTn id="56" dur="1" fill="hold">
                                          <p:stCondLst>
                                            <p:cond delay="0"/>
                                          </p:stCondLst>
                                        </p:cTn>
                                        <p:tgtEl>
                                          <p:spTgt spid="70">
                                            <p:txEl>
                                              <p:pRg st="0" end="0"/>
                                            </p:txEl>
                                          </p:spTgt>
                                        </p:tgtEl>
                                        <p:attrNameLst>
                                          <p:attrName>style.visibility</p:attrName>
                                        </p:attrNameLst>
                                      </p:cBhvr>
                                      <p:to>
                                        <p:strVal val="visible"/>
                                      </p:to>
                                    </p:set>
                                    <p:animEffect transition="in" filter="dissolve">
                                      <p:cBhvr>
                                        <p:cTn id="57" dur="500"/>
                                        <p:tgtEl>
                                          <p:spTgt spid="7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16" grpId="0"/>
      <p:bldP spid="23" grpId="0" build="p">
        <p:tmplLst>
          <p:tmpl lvl="1">
            <p:tnLst>
              <p:par>
                <p:cTn presetID="9"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dissolve">
                      <p:cBhvr>
                        <p:cTn dur="500"/>
                        <p:tgtEl>
                          <p:spTgt spid="23"/>
                        </p:tgtEl>
                      </p:cBhvr>
                    </p:animEffect>
                  </p:childTnLst>
                </p:cTn>
              </p:par>
            </p:tnLst>
          </p:tmpl>
        </p:tmplLst>
      </p:bldP>
      <p:bldP spid="9"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9"/>
                        </p:tgtEl>
                        <p:attrNameLst>
                          <p:attrName>style.visibility</p:attrName>
                        </p:attrNameLst>
                      </p:cBhvr>
                      <p:to>
                        <p:strVal val="visible"/>
                      </p:to>
                    </p:set>
                    <p:animEffect transition="in" filter="dissolve">
                      <p:cBhvr>
                        <p:cTn dur="500"/>
                        <p:tgtEl>
                          <p:spTgt spid="9"/>
                        </p:tgtEl>
                      </p:cBhvr>
                    </p:animEffect>
                  </p:childTnLst>
                </p:cTn>
              </p:par>
            </p:tnLst>
          </p:tmpl>
        </p:tmplLst>
      </p:bldP>
      <p:bldP spid="1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dissolve">
                      <p:cBhvr>
                        <p:cTn dur="500"/>
                        <p:tgtEl>
                          <p:spTgt spid="10"/>
                        </p:tgtEl>
                      </p:cBhvr>
                    </p:animEffect>
                  </p:childTnLst>
                </p:cTn>
              </p:par>
            </p:tnLst>
          </p:tmpl>
        </p:tmplLst>
      </p:bldP>
      <p:bldP spid="57" grpId="0"/>
      <p:bldP spid="42" grpId="0"/>
      <p:bldP spid="69"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69"/>
                        </p:tgtEl>
                        <p:attrNameLst>
                          <p:attrName>style.visibility</p:attrName>
                        </p:attrNameLst>
                      </p:cBhvr>
                      <p:to>
                        <p:strVal val="visible"/>
                      </p:to>
                    </p:set>
                    <p:animEffect transition="in" filter="dissolve">
                      <p:cBhvr>
                        <p:cTn dur="500"/>
                        <p:tgtEl>
                          <p:spTgt spid="69"/>
                        </p:tgtEl>
                      </p:cBhvr>
                    </p:animEffect>
                  </p:childTnLst>
                </p:cTn>
              </p:par>
            </p:tnLst>
          </p:tmpl>
        </p:tmplLst>
      </p:bldP>
      <p:bldP spid="7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70"/>
                        </p:tgtEl>
                        <p:attrNameLst>
                          <p:attrName>style.visibility</p:attrName>
                        </p:attrNameLst>
                      </p:cBhvr>
                      <p:to>
                        <p:strVal val="visible"/>
                      </p:to>
                    </p:set>
                    <p:animEffect transition="in" filter="dissolve">
                      <p:cBhvr>
                        <p:cTn dur="500"/>
                        <p:tgtEl>
                          <p:spTgt spid="70"/>
                        </p:tgtEl>
                      </p:cBhvr>
                    </p:animEffect>
                  </p:childTnLst>
                </p:cTn>
              </p:par>
            </p:tnLst>
          </p:tmpl>
        </p:tmplLst>
      </p:bldP>
      <p:bldP spid="3" grpId="0" build="p">
        <p:tmplLst>
          <p:tmpl lvl="1">
            <p:tnLst>
              <p:par>
                <p:cTn presetID="22" presetClass="entr" presetSubtype="8"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26" grpId="0" build="p">
        <p:tmplLst>
          <p:tmpl lvl="1">
            <p:tnLst>
              <p:par>
                <p:cTn presetID="22" presetClass="entr" presetSubtype="8"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wipe(left)">
                      <p:cBhvr>
                        <p:cTn dur="500"/>
                        <p:tgtEl>
                          <p:spTgt spid="26"/>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18" name="Shape 1097"/>
          <p:cNvSpPr/>
          <p:nvPr/>
        </p:nvSpPr>
        <p:spPr>
          <a:xfrm>
            <a:off x="9394396" y="2544702"/>
            <a:ext cx="562575" cy="586899"/>
          </a:xfrm>
          <a:prstGeom prst="rect">
            <a:avLst/>
          </a:prstGeom>
          <a:solidFill>
            <a:schemeClr val="accent2"/>
          </a:solidFill>
          <a:ln w="12700" cap="flat">
            <a:noFill/>
            <a:miter lim="400000"/>
          </a:ln>
          <a:effectLst/>
        </p:spPr>
        <p:txBody>
          <a:bodyPr wrap="square" lIns="50800" tIns="50800" rIns="50800" bIns="508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21" name="Shape 1100"/>
          <p:cNvSpPr/>
          <p:nvPr/>
        </p:nvSpPr>
        <p:spPr>
          <a:xfrm>
            <a:off x="4355292" y="2544702"/>
            <a:ext cx="562575" cy="586899"/>
          </a:xfrm>
          <a:prstGeom prst="rect">
            <a:avLst/>
          </a:prstGeom>
          <a:solidFill>
            <a:schemeClr val="accent1"/>
          </a:solidFill>
          <a:ln w="12700" cap="flat">
            <a:noFill/>
            <a:miter lim="400000"/>
          </a:ln>
          <a:effectLst/>
        </p:spPr>
        <p:txBody>
          <a:bodyPr wrap="square" lIns="50800" tIns="50800" rIns="50800" bIns="508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pic>
        <p:nvPicPr>
          <p:cNvPr id="27" name="tablet-black.png"/>
          <p:cNvPicPr/>
          <p:nvPr userDrawn="1"/>
        </p:nvPicPr>
        <p:blipFill>
          <a:blip r:embed="rId2" cstate="print">
            <a:extLst/>
          </a:blip>
          <a:stretch>
            <a:fillRect/>
          </a:stretch>
        </p:blipFill>
        <p:spPr>
          <a:xfrm>
            <a:off x="6248373" y="1675177"/>
            <a:ext cx="2596335" cy="3666026"/>
          </a:xfrm>
          <a:prstGeom prst="rect">
            <a:avLst/>
          </a:prstGeom>
          <a:ln w="12700">
            <a:miter lim="400000"/>
          </a:ln>
        </p:spPr>
      </p:pic>
      <p:pic>
        <p:nvPicPr>
          <p:cNvPr id="30" name="tablet-white.png"/>
          <p:cNvPicPr/>
          <p:nvPr userDrawn="1"/>
        </p:nvPicPr>
        <p:blipFill>
          <a:blip r:embed="rId3" cstate="print">
            <a:extLst/>
          </a:blip>
          <a:stretch>
            <a:fillRect/>
          </a:stretch>
        </p:blipFill>
        <p:spPr>
          <a:xfrm>
            <a:off x="1269728" y="1668561"/>
            <a:ext cx="2598001" cy="3668379"/>
          </a:xfrm>
          <a:prstGeom prst="rect">
            <a:avLst/>
          </a:prstGeom>
          <a:ln w="12700">
            <a:miter lim="400000"/>
          </a:ln>
        </p:spPr>
      </p:pic>
      <p:sp>
        <p:nvSpPr>
          <p:cNvPr id="16" name="Title 15"/>
          <p:cNvSpPr>
            <a:spLocks noGrp="1"/>
          </p:cNvSpPr>
          <p:nvPr>
            <p:ph type="title"/>
          </p:nvPr>
        </p:nvSpPr>
        <p:spPr>
          <a:xfrm>
            <a:off x="1523603" y="381000"/>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23" name="Text Placeholder 17"/>
          <p:cNvSpPr>
            <a:spLocks noGrp="1"/>
          </p:cNvSpPr>
          <p:nvPr>
            <p:ph type="body" sz="quarter" idx="18" hasCustomPrompt="1"/>
          </p:nvPr>
        </p:nvSpPr>
        <p:spPr>
          <a:xfrm>
            <a:off x="1523603" y="996517"/>
            <a:ext cx="9141619" cy="248082"/>
          </a:xfrm>
        </p:spPr>
        <p:txBody>
          <a:bodyPr lIns="0" tIns="0" rIns="0" bIns="0">
            <a:normAutofit/>
          </a:bodyPr>
          <a:lstStyle>
            <a:lvl1pPr marL="0" indent="0" algn="ctr">
              <a:lnSpc>
                <a:spcPts val="1400"/>
              </a:lnSpc>
              <a:buNone/>
              <a:defRPr sz="1000">
                <a:solidFill>
                  <a:schemeClr val="bg1">
                    <a:lumMod val="50000"/>
                  </a:schemeClr>
                </a:solidFill>
                <a:latin typeface="Source Sans Pro Light"/>
              </a:defRPr>
            </a:lvl1pPr>
          </a:lstStyle>
          <a:p>
            <a:pPr lvl="0"/>
            <a:r>
              <a:rPr lang="en-GB" dirty="0" smtClean="0"/>
              <a:t>write your relevant text here</a:t>
            </a:r>
          </a:p>
        </p:txBody>
      </p:sp>
      <p:sp>
        <p:nvSpPr>
          <p:cNvPr id="9" name="Content Placeholder 20"/>
          <p:cNvSpPr>
            <a:spLocks noGrp="1"/>
          </p:cNvSpPr>
          <p:nvPr>
            <p:ph sz="quarter" idx="16"/>
          </p:nvPr>
        </p:nvSpPr>
        <p:spPr>
          <a:xfrm>
            <a:off x="4341812" y="3375152"/>
            <a:ext cx="1222036"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10" name="Text Placeholder 17"/>
          <p:cNvSpPr>
            <a:spLocks noGrp="1"/>
          </p:cNvSpPr>
          <p:nvPr>
            <p:ph type="body" sz="quarter" idx="21"/>
          </p:nvPr>
        </p:nvSpPr>
        <p:spPr>
          <a:xfrm>
            <a:off x="4341812" y="3750083"/>
            <a:ext cx="1477464" cy="1126717"/>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57" name="Picture Placeholder 2"/>
          <p:cNvSpPr>
            <a:spLocks noGrp="1"/>
          </p:cNvSpPr>
          <p:nvPr>
            <p:ph type="pic" sz="quarter" idx="23"/>
          </p:nvPr>
        </p:nvSpPr>
        <p:spPr>
          <a:xfrm>
            <a:off x="1501928" y="2059870"/>
            <a:ext cx="2133600" cy="2896640"/>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69" name="Content Placeholder 20"/>
          <p:cNvSpPr>
            <a:spLocks noGrp="1"/>
          </p:cNvSpPr>
          <p:nvPr>
            <p:ph sz="quarter" idx="25"/>
          </p:nvPr>
        </p:nvSpPr>
        <p:spPr>
          <a:xfrm>
            <a:off x="9386971" y="3375152"/>
            <a:ext cx="1222036"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70" name="Text Placeholder 17"/>
          <p:cNvSpPr>
            <a:spLocks noGrp="1"/>
          </p:cNvSpPr>
          <p:nvPr>
            <p:ph type="body" sz="quarter" idx="26"/>
          </p:nvPr>
        </p:nvSpPr>
        <p:spPr>
          <a:xfrm>
            <a:off x="9386971" y="3750083"/>
            <a:ext cx="1477464" cy="1126717"/>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33" name="Picture Placeholder 2"/>
          <p:cNvSpPr>
            <a:spLocks noGrp="1"/>
          </p:cNvSpPr>
          <p:nvPr>
            <p:ph type="pic" sz="quarter" idx="27"/>
          </p:nvPr>
        </p:nvSpPr>
        <p:spPr>
          <a:xfrm>
            <a:off x="6479740" y="2059870"/>
            <a:ext cx="2133600" cy="2896640"/>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3" name="Text Placeholder 2"/>
          <p:cNvSpPr>
            <a:spLocks noGrp="1"/>
          </p:cNvSpPr>
          <p:nvPr>
            <p:ph type="body" sz="quarter" idx="28"/>
          </p:nvPr>
        </p:nvSpPr>
        <p:spPr>
          <a:xfrm>
            <a:off x="4446080" y="2647652"/>
            <a:ext cx="380999" cy="380999"/>
          </a:xfrm>
        </p:spPr>
        <p:txBody>
          <a:bodyPr anchor="ctr">
            <a:noAutofit/>
          </a:bodyPr>
          <a:lstStyle>
            <a:lvl1pPr marL="0" indent="0" algn="ctr">
              <a:buFontTx/>
              <a:buNone/>
              <a:defRPr sz="3000">
                <a:solidFill>
                  <a:schemeClr val="bg1"/>
                </a:solidFill>
                <a:latin typeface="Source Sans Pro Light"/>
              </a:defRPr>
            </a:lvl1pPr>
            <a:lvl2pPr>
              <a:defRPr sz="3000">
                <a:latin typeface="Source Sans Pro Light"/>
              </a:defRPr>
            </a:lvl2pPr>
            <a:lvl3pPr>
              <a:defRPr sz="3000">
                <a:latin typeface="Source Sans Pro Light"/>
              </a:defRPr>
            </a:lvl3pPr>
            <a:lvl4pPr>
              <a:defRPr sz="3000">
                <a:latin typeface="Source Sans Pro Light"/>
              </a:defRPr>
            </a:lvl4pPr>
            <a:lvl5pPr>
              <a:defRPr sz="3000">
                <a:latin typeface="Source Sans Pro Light"/>
              </a:defRPr>
            </a:lvl5pPr>
          </a:lstStyle>
          <a:p>
            <a:pPr lvl="0"/>
            <a:endParaRPr lang="en-US" dirty="0"/>
          </a:p>
        </p:txBody>
      </p:sp>
      <p:sp>
        <p:nvSpPr>
          <p:cNvPr id="37" name="Text Placeholder 2"/>
          <p:cNvSpPr>
            <a:spLocks noGrp="1"/>
          </p:cNvSpPr>
          <p:nvPr>
            <p:ph type="body" sz="quarter" idx="29"/>
          </p:nvPr>
        </p:nvSpPr>
        <p:spPr>
          <a:xfrm>
            <a:off x="9485184" y="2647652"/>
            <a:ext cx="380999" cy="380999"/>
          </a:xfrm>
        </p:spPr>
        <p:txBody>
          <a:bodyPr anchor="ctr">
            <a:noAutofit/>
          </a:bodyPr>
          <a:lstStyle>
            <a:lvl1pPr marL="0" indent="0" algn="ctr">
              <a:buFontTx/>
              <a:buNone/>
              <a:defRPr sz="3000">
                <a:solidFill>
                  <a:schemeClr val="bg1"/>
                </a:solidFill>
                <a:latin typeface="Source Sans Pro Light"/>
              </a:defRPr>
            </a:lvl1pPr>
            <a:lvl2pPr>
              <a:defRPr sz="3000">
                <a:latin typeface="Source Sans Pro Light"/>
              </a:defRPr>
            </a:lvl2pPr>
            <a:lvl3pPr>
              <a:defRPr sz="3000">
                <a:latin typeface="Source Sans Pro Light"/>
              </a:defRPr>
            </a:lvl3pPr>
            <a:lvl4pPr>
              <a:defRPr sz="3000">
                <a:latin typeface="Source Sans Pro Light"/>
              </a:defRPr>
            </a:lvl4pPr>
            <a:lvl5pPr>
              <a:defRPr sz="3000">
                <a:latin typeface="Source Sans Pro Light"/>
              </a:defRPr>
            </a:lvl5pPr>
          </a:lstStyle>
          <a:p>
            <a:pPr lvl="0"/>
            <a:endParaRPr lang="en-US" dirty="0"/>
          </a:p>
        </p:txBody>
      </p:sp>
    </p:spTree>
    <p:extLst>
      <p:ext uri="{BB962C8B-B14F-4D97-AF65-F5344CB8AC3E}">
        <p14:creationId xmlns:p14="http://schemas.microsoft.com/office/powerpoint/2010/main" val="83293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dissolve">
                                      <p:cBhvr>
                                        <p:cTn id="11" dur="500"/>
                                        <p:tgtEl>
                                          <p:spTgt spid="23">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up)">
                                      <p:cBhvr>
                                        <p:cTn id="15" dur="500"/>
                                        <p:tgtEl>
                                          <p:spTgt spid="30"/>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left)">
                                      <p:cBhvr>
                                        <p:cTn id="23" dur="500"/>
                                        <p:tgtEl>
                                          <p:spTgt spid="21"/>
                                        </p:tgtEl>
                                      </p:cBhvr>
                                    </p:animEffect>
                                  </p:childTnLst>
                                </p:cTn>
                              </p:par>
                              <p:par>
                                <p:cTn id="24" presetID="22" presetClass="entr" presetSubtype="8" fill="hold" grpId="0" nodeType="withEffect" nodePh="1">
                                  <p:stCondLst>
                                    <p:cond delay="0"/>
                                  </p:stCondLst>
                                  <p:endCondLst>
                                    <p:cond evt="begin" delay="0">
                                      <p:tn val="24"/>
                                    </p:cond>
                                  </p:endCondLst>
                                  <p:childTnLst>
                                    <p:set>
                                      <p:cBhvr>
                                        <p:cTn id="25" dur="1" fill="hold">
                                          <p:stCondLst>
                                            <p:cond delay="0"/>
                                          </p:stCondLst>
                                        </p:cTn>
                                        <p:tgtEl>
                                          <p:spTgt spid="3">
                                            <p:txEl>
                                              <p:pRg st="0" end="0"/>
                                            </p:txEl>
                                          </p:spTgt>
                                        </p:tgtEl>
                                        <p:attrNameLst>
                                          <p:attrName>style.visibility</p:attrName>
                                        </p:attrNameLst>
                                      </p:cBhvr>
                                      <p:to>
                                        <p:strVal val="visible"/>
                                      </p:to>
                                    </p:set>
                                    <p:animEffect transition="in" filter="wipe(left)">
                                      <p:cBhvr>
                                        <p:cTn id="26" dur="500"/>
                                        <p:tgtEl>
                                          <p:spTgt spid="3">
                                            <p:txEl>
                                              <p:pRg st="0" end="0"/>
                                            </p:txEl>
                                          </p:spTgt>
                                        </p:tgtEl>
                                      </p:cBhvr>
                                    </p:animEffect>
                                  </p:childTnLst>
                                </p:cTn>
                              </p:par>
                            </p:childTnLst>
                          </p:cTn>
                        </p:par>
                        <p:par>
                          <p:cTn id="27" fill="hold">
                            <p:stCondLst>
                              <p:cond delay="2500"/>
                            </p:stCondLst>
                            <p:childTnLst>
                              <p:par>
                                <p:cTn id="28" presetID="9" presetClass="entr" presetSubtype="0" fill="hold" grpId="0" nodeType="afterEffect" nodePh="1">
                                  <p:stCondLst>
                                    <p:cond delay="0"/>
                                  </p:stCondLst>
                                  <p:endCondLst>
                                    <p:cond evt="begin" delay="0">
                                      <p:tn val="28"/>
                                    </p:cond>
                                  </p:endCondLst>
                                  <p:childTnLst>
                                    <p:set>
                                      <p:cBhvr>
                                        <p:cTn id="29" dur="1" fill="hold">
                                          <p:stCondLst>
                                            <p:cond delay="0"/>
                                          </p:stCondLst>
                                        </p:cTn>
                                        <p:tgtEl>
                                          <p:spTgt spid="9">
                                            <p:txEl>
                                              <p:pRg st="0" end="0"/>
                                            </p:txEl>
                                          </p:spTgt>
                                        </p:tgtEl>
                                        <p:attrNameLst>
                                          <p:attrName>style.visibility</p:attrName>
                                        </p:attrNameLst>
                                      </p:cBhvr>
                                      <p:to>
                                        <p:strVal val="visible"/>
                                      </p:to>
                                    </p:set>
                                    <p:animEffect transition="in" filter="dissolve">
                                      <p:cBhvr>
                                        <p:cTn id="30" dur="500"/>
                                        <p:tgtEl>
                                          <p:spTgt spid="9">
                                            <p:txEl>
                                              <p:pRg st="0" end="0"/>
                                            </p:txEl>
                                          </p:spTgt>
                                        </p:tgtEl>
                                      </p:cBhvr>
                                    </p:animEffect>
                                  </p:childTnLst>
                                </p:cTn>
                              </p:par>
                            </p:childTnLst>
                          </p:cTn>
                        </p:par>
                        <p:par>
                          <p:cTn id="31" fill="hold">
                            <p:stCondLst>
                              <p:cond delay="3000"/>
                            </p:stCondLst>
                            <p:childTnLst>
                              <p:par>
                                <p:cTn id="32" presetID="9" presetClass="entr" presetSubtype="0" fill="hold" grpId="0" nodeType="afterEffect" nodePh="1">
                                  <p:stCondLst>
                                    <p:cond delay="0"/>
                                  </p:stCondLst>
                                  <p:endCondLst>
                                    <p:cond evt="begin" delay="0">
                                      <p:tn val="32"/>
                                    </p:cond>
                                  </p:endCondLst>
                                  <p:childTnLst>
                                    <p:set>
                                      <p:cBhvr>
                                        <p:cTn id="33" dur="1" fill="hold">
                                          <p:stCondLst>
                                            <p:cond delay="0"/>
                                          </p:stCondLst>
                                        </p:cTn>
                                        <p:tgtEl>
                                          <p:spTgt spid="10">
                                            <p:txEl>
                                              <p:pRg st="0" end="0"/>
                                            </p:txEl>
                                          </p:spTgt>
                                        </p:tgtEl>
                                        <p:attrNameLst>
                                          <p:attrName>style.visibility</p:attrName>
                                        </p:attrNameLst>
                                      </p:cBhvr>
                                      <p:to>
                                        <p:strVal val="visible"/>
                                      </p:to>
                                    </p:set>
                                    <p:animEffect transition="in" filter="dissolve">
                                      <p:cBhvr>
                                        <p:cTn id="34" dur="500"/>
                                        <p:tgtEl>
                                          <p:spTgt spid="10">
                                            <p:txEl>
                                              <p:pRg st="0" end="0"/>
                                            </p:txEl>
                                          </p:spTgt>
                                        </p:tgtEl>
                                      </p:cBhvr>
                                    </p:animEffect>
                                  </p:childTnLst>
                                </p:cTn>
                              </p:par>
                            </p:childTnLst>
                          </p:cTn>
                        </p:par>
                        <p:par>
                          <p:cTn id="35" fill="hold">
                            <p:stCondLst>
                              <p:cond delay="3500"/>
                            </p:stCondLst>
                            <p:childTnLst>
                              <p:par>
                                <p:cTn id="36" presetID="22" presetClass="entr" presetSubtype="1" fill="hold" nodeType="after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up)">
                                      <p:cBhvr>
                                        <p:cTn id="38" dur="500"/>
                                        <p:tgtEl>
                                          <p:spTgt spid="27"/>
                                        </p:tgtEl>
                                      </p:cBhvr>
                                    </p:animEffect>
                                  </p:childTnLst>
                                </p:cTn>
                              </p:par>
                            </p:childTnLst>
                          </p:cTn>
                        </p:par>
                        <p:par>
                          <p:cTn id="39" fill="hold">
                            <p:stCondLst>
                              <p:cond delay="4000"/>
                            </p:stCondLst>
                            <p:childTnLst>
                              <p:par>
                                <p:cTn id="40" presetID="10" presetClass="entr" presetSubtype="0" fill="hold" grpId="0" nodeType="afterEffect" nodePh="1">
                                  <p:stCondLst>
                                    <p:cond delay="0"/>
                                  </p:stCondLst>
                                  <p:endCondLst>
                                    <p:cond evt="begin" delay="0">
                                      <p:tn val="40"/>
                                    </p:cond>
                                  </p:endCondLst>
                                  <p:childTnLst>
                                    <p:set>
                                      <p:cBhvr>
                                        <p:cTn id="41" dur="1" fill="hold">
                                          <p:stCondLst>
                                            <p:cond delay="0"/>
                                          </p:stCondLst>
                                        </p:cTn>
                                        <p:tgtEl>
                                          <p:spTgt spid="33"/>
                                        </p:tgtEl>
                                        <p:attrNameLst>
                                          <p:attrName>style.visibility</p:attrName>
                                        </p:attrNameLst>
                                      </p:cBhvr>
                                      <p:to>
                                        <p:strVal val="visible"/>
                                      </p:to>
                                    </p:set>
                                    <p:animEffect transition="in" filter="fade">
                                      <p:cBhvr>
                                        <p:cTn id="42" dur="500"/>
                                        <p:tgtEl>
                                          <p:spTgt spid="33"/>
                                        </p:tgtEl>
                                      </p:cBhvr>
                                    </p:animEffect>
                                  </p:childTnLst>
                                </p:cTn>
                              </p:par>
                            </p:childTnLst>
                          </p:cTn>
                        </p:par>
                        <p:par>
                          <p:cTn id="43" fill="hold">
                            <p:stCondLst>
                              <p:cond delay="4500"/>
                            </p:stCondLst>
                            <p:childTnLst>
                              <p:par>
                                <p:cTn id="44" presetID="22" presetClass="entr" presetSubtype="8"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par>
                                <p:cTn id="47" presetID="22" presetClass="entr" presetSubtype="8" fill="hold" grpId="0" nodeType="withEffect" nodePh="1">
                                  <p:stCondLst>
                                    <p:cond delay="0"/>
                                  </p:stCondLst>
                                  <p:endCondLst>
                                    <p:cond evt="begin" delay="0">
                                      <p:tn val="47"/>
                                    </p:cond>
                                  </p:endCondLst>
                                  <p:childTnLst>
                                    <p:set>
                                      <p:cBhvr>
                                        <p:cTn id="48" dur="1" fill="hold">
                                          <p:stCondLst>
                                            <p:cond delay="0"/>
                                          </p:stCondLst>
                                        </p:cTn>
                                        <p:tgtEl>
                                          <p:spTgt spid="37">
                                            <p:txEl>
                                              <p:pRg st="0" end="0"/>
                                            </p:txEl>
                                          </p:spTgt>
                                        </p:tgtEl>
                                        <p:attrNameLst>
                                          <p:attrName>style.visibility</p:attrName>
                                        </p:attrNameLst>
                                      </p:cBhvr>
                                      <p:to>
                                        <p:strVal val="visible"/>
                                      </p:to>
                                    </p:set>
                                    <p:animEffect transition="in" filter="wipe(left)">
                                      <p:cBhvr>
                                        <p:cTn id="49" dur="500"/>
                                        <p:tgtEl>
                                          <p:spTgt spid="37">
                                            <p:txEl>
                                              <p:pRg st="0" end="0"/>
                                            </p:txEl>
                                          </p:spTgt>
                                        </p:tgtEl>
                                      </p:cBhvr>
                                    </p:animEffect>
                                  </p:childTnLst>
                                </p:cTn>
                              </p:par>
                            </p:childTnLst>
                          </p:cTn>
                        </p:par>
                        <p:par>
                          <p:cTn id="50" fill="hold">
                            <p:stCondLst>
                              <p:cond delay="5000"/>
                            </p:stCondLst>
                            <p:childTnLst>
                              <p:par>
                                <p:cTn id="51" presetID="9" presetClass="entr" presetSubtype="0" fill="hold" grpId="0" nodeType="afterEffect" nodePh="1">
                                  <p:stCondLst>
                                    <p:cond delay="0"/>
                                  </p:stCondLst>
                                  <p:endCondLst>
                                    <p:cond evt="begin" delay="0">
                                      <p:tn val="51"/>
                                    </p:cond>
                                  </p:endCondLst>
                                  <p:childTnLst>
                                    <p:set>
                                      <p:cBhvr>
                                        <p:cTn id="52" dur="1" fill="hold">
                                          <p:stCondLst>
                                            <p:cond delay="0"/>
                                          </p:stCondLst>
                                        </p:cTn>
                                        <p:tgtEl>
                                          <p:spTgt spid="69">
                                            <p:txEl>
                                              <p:pRg st="0" end="0"/>
                                            </p:txEl>
                                          </p:spTgt>
                                        </p:tgtEl>
                                        <p:attrNameLst>
                                          <p:attrName>style.visibility</p:attrName>
                                        </p:attrNameLst>
                                      </p:cBhvr>
                                      <p:to>
                                        <p:strVal val="visible"/>
                                      </p:to>
                                    </p:set>
                                    <p:animEffect transition="in" filter="dissolve">
                                      <p:cBhvr>
                                        <p:cTn id="53" dur="500"/>
                                        <p:tgtEl>
                                          <p:spTgt spid="69">
                                            <p:txEl>
                                              <p:pRg st="0" end="0"/>
                                            </p:txEl>
                                          </p:spTgt>
                                        </p:tgtEl>
                                      </p:cBhvr>
                                    </p:animEffect>
                                  </p:childTnLst>
                                </p:cTn>
                              </p:par>
                            </p:childTnLst>
                          </p:cTn>
                        </p:par>
                        <p:par>
                          <p:cTn id="54" fill="hold">
                            <p:stCondLst>
                              <p:cond delay="5500"/>
                            </p:stCondLst>
                            <p:childTnLst>
                              <p:par>
                                <p:cTn id="55" presetID="9" presetClass="entr" presetSubtype="0" fill="hold" grpId="0" nodeType="afterEffect" nodePh="1">
                                  <p:stCondLst>
                                    <p:cond delay="0"/>
                                  </p:stCondLst>
                                  <p:endCondLst>
                                    <p:cond evt="begin" delay="0">
                                      <p:tn val="55"/>
                                    </p:cond>
                                  </p:endCondLst>
                                  <p:childTnLst>
                                    <p:set>
                                      <p:cBhvr>
                                        <p:cTn id="56" dur="1" fill="hold">
                                          <p:stCondLst>
                                            <p:cond delay="0"/>
                                          </p:stCondLst>
                                        </p:cTn>
                                        <p:tgtEl>
                                          <p:spTgt spid="70">
                                            <p:txEl>
                                              <p:pRg st="0" end="0"/>
                                            </p:txEl>
                                          </p:spTgt>
                                        </p:tgtEl>
                                        <p:attrNameLst>
                                          <p:attrName>style.visibility</p:attrName>
                                        </p:attrNameLst>
                                      </p:cBhvr>
                                      <p:to>
                                        <p:strVal val="visible"/>
                                      </p:to>
                                    </p:set>
                                    <p:animEffect transition="in" filter="dissolve">
                                      <p:cBhvr>
                                        <p:cTn id="57" dur="500"/>
                                        <p:tgtEl>
                                          <p:spTgt spid="7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1" grpId="0" animBg="1"/>
      <p:bldP spid="16" grpId="0"/>
      <p:bldP spid="23" grpId="0" build="p">
        <p:tmplLst>
          <p:tmpl lvl="1">
            <p:tnLst>
              <p:par>
                <p:cTn presetID="9"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dissolve">
                      <p:cBhvr>
                        <p:cTn dur="500"/>
                        <p:tgtEl>
                          <p:spTgt spid="23"/>
                        </p:tgtEl>
                      </p:cBhvr>
                    </p:animEffect>
                  </p:childTnLst>
                </p:cTn>
              </p:par>
            </p:tnLst>
          </p:tmpl>
        </p:tmplLst>
      </p:bldP>
      <p:bldP spid="9"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9"/>
                        </p:tgtEl>
                        <p:attrNameLst>
                          <p:attrName>style.visibility</p:attrName>
                        </p:attrNameLst>
                      </p:cBhvr>
                      <p:to>
                        <p:strVal val="visible"/>
                      </p:to>
                    </p:set>
                    <p:animEffect transition="in" filter="dissolve">
                      <p:cBhvr>
                        <p:cTn dur="500"/>
                        <p:tgtEl>
                          <p:spTgt spid="9"/>
                        </p:tgtEl>
                      </p:cBhvr>
                    </p:animEffect>
                  </p:childTnLst>
                </p:cTn>
              </p:par>
            </p:tnLst>
          </p:tmpl>
        </p:tmplLst>
      </p:bldP>
      <p:bldP spid="1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dissolve">
                      <p:cBhvr>
                        <p:cTn dur="500"/>
                        <p:tgtEl>
                          <p:spTgt spid="10"/>
                        </p:tgtEl>
                      </p:cBhvr>
                    </p:animEffect>
                  </p:childTnLst>
                </p:cTn>
              </p:par>
            </p:tnLst>
          </p:tmpl>
        </p:tmplLst>
      </p:bldP>
      <p:bldP spid="57" grpId="0"/>
      <p:bldP spid="69"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69"/>
                        </p:tgtEl>
                        <p:attrNameLst>
                          <p:attrName>style.visibility</p:attrName>
                        </p:attrNameLst>
                      </p:cBhvr>
                      <p:to>
                        <p:strVal val="visible"/>
                      </p:to>
                    </p:set>
                    <p:animEffect transition="in" filter="dissolve">
                      <p:cBhvr>
                        <p:cTn dur="500"/>
                        <p:tgtEl>
                          <p:spTgt spid="69"/>
                        </p:tgtEl>
                      </p:cBhvr>
                    </p:animEffect>
                  </p:childTnLst>
                </p:cTn>
              </p:par>
            </p:tnLst>
          </p:tmpl>
        </p:tmplLst>
      </p:bldP>
      <p:bldP spid="7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70"/>
                        </p:tgtEl>
                        <p:attrNameLst>
                          <p:attrName>style.visibility</p:attrName>
                        </p:attrNameLst>
                      </p:cBhvr>
                      <p:to>
                        <p:strVal val="visible"/>
                      </p:to>
                    </p:set>
                    <p:animEffect transition="in" filter="dissolve">
                      <p:cBhvr>
                        <p:cTn dur="500"/>
                        <p:tgtEl>
                          <p:spTgt spid="70"/>
                        </p:tgtEl>
                      </p:cBhvr>
                    </p:animEffect>
                  </p:childTnLst>
                </p:cTn>
              </p:par>
            </p:tnLst>
          </p:tmpl>
        </p:tmplLst>
      </p:bldP>
      <p:bldP spid="33" grpId="0"/>
      <p:bldP spid="3" grpId="0" build="p">
        <p:tmplLst>
          <p:tmpl lvl="1">
            <p:tnLst>
              <p:par>
                <p:cTn presetID="22" presetClass="entr" presetSubtype="8" fill="hold" nodeType="withEffect" nodePh="1">
                  <p:stCondLst>
                    <p:cond delay="0"/>
                  </p:stCondLst>
                  <p:endCondLst>
                    <p:cond delay="0"/>
                  </p:end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37" grpId="0" build="p">
        <p:tmplLst>
          <p:tmpl lvl="1">
            <p:tnLst>
              <p:par>
                <p:cTn presetID="22" presetClass="entr" presetSubtype="8" fill="hold" nodeType="withEffect" nodePh="1">
                  <p:stCondLst>
                    <p:cond delay="0"/>
                  </p:stCondLst>
                  <p:endCondLst>
                    <p:cond delay="0"/>
                  </p:endCondLst>
                  <p:childTnLst>
                    <p:set>
                      <p:cBhvr>
                        <p:cTn dur="1" fill="hold">
                          <p:stCondLst>
                            <p:cond delay="0"/>
                          </p:stCondLst>
                        </p:cTn>
                        <p:tgtEl>
                          <p:spTgt spid="37"/>
                        </p:tgtEl>
                        <p:attrNameLst>
                          <p:attrName>style.visibility</p:attrName>
                        </p:attrNameLst>
                      </p:cBhvr>
                      <p:to>
                        <p:strVal val="visible"/>
                      </p:to>
                    </p:set>
                    <p:animEffect transition="in" filter="wipe(left)">
                      <p:cBhvr>
                        <p:cTn dur="500"/>
                        <p:tgtEl>
                          <p:spTgt spid="37"/>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pic>
        <p:nvPicPr>
          <p:cNvPr id="61" name="tablet-black.png"/>
          <p:cNvPicPr/>
          <p:nvPr userDrawn="1"/>
        </p:nvPicPr>
        <p:blipFill>
          <a:blip r:embed="rId2" cstate="print">
            <a:extLst/>
          </a:blip>
          <a:stretch>
            <a:fillRect/>
          </a:stretch>
        </p:blipFill>
        <p:spPr>
          <a:xfrm>
            <a:off x="4796245" y="1675177"/>
            <a:ext cx="2596335" cy="3666026"/>
          </a:xfrm>
          <a:prstGeom prst="rect">
            <a:avLst/>
          </a:prstGeom>
          <a:ln w="12700">
            <a:miter lim="400000"/>
          </a:ln>
        </p:spPr>
      </p:pic>
      <p:grpSp>
        <p:nvGrpSpPr>
          <p:cNvPr id="2" name="Group 835"/>
          <p:cNvGrpSpPr/>
          <p:nvPr userDrawn="1"/>
        </p:nvGrpSpPr>
        <p:grpSpPr>
          <a:xfrm>
            <a:off x="8095272" y="2013907"/>
            <a:ext cx="455700" cy="455814"/>
            <a:chOff x="0" y="0"/>
            <a:chExt cx="911635" cy="911627"/>
          </a:xfrm>
        </p:grpSpPr>
        <p:sp>
          <p:nvSpPr>
            <p:cNvPr id="152" name="Shape 833"/>
            <p:cNvSpPr/>
            <p:nvPr/>
          </p:nvSpPr>
          <p:spPr>
            <a:xfrm>
              <a:off x="-1" y="-1"/>
              <a:ext cx="911637" cy="911629"/>
            </a:xfrm>
            <a:custGeom>
              <a:avLst/>
              <a:gdLst/>
              <a:ahLst/>
              <a:cxnLst>
                <a:cxn ang="0">
                  <a:pos x="wd2" y="hd2"/>
                </a:cxn>
                <a:cxn ang="5400000">
                  <a:pos x="wd2" y="hd2"/>
                </a:cxn>
                <a:cxn ang="10800000">
                  <a:pos x="wd2" y="hd2"/>
                </a:cxn>
                <a:cxn ang="16200000">
                  <a:pos x="wd2" y="hd2"/>
                </a:cxn>
              </a:cxnLst>
              <a:rect l="0" t="0" r="r" b="b"/>
              <a:pathLst>
                <a:path w="19807" h="19806" extrusionOk="0">
                  <a:moveTo>
                    <a:pt x="7908" y="205"/>
                  </a:moveTo>
                  <a:cubicBezTo>
                    <a:pt x="13264" y="-897"/>
                    <a:pt x="18500" y="2551"/>
                    <a:pt x="19602" y="7907"/>
                  </a:cubicBezTo>
                  <a:cubicBezTo>
                    <a:pt x="20703" y="13264"/>
                    <a:pt x="17254" y="18499"/>
                    <a:pt x="11899" y="19601"/>
                  </a:cubicBezTo>
                  <a:cubicBezTo>
                    <a:pt x="6545" y="20703"/>
                    <a:pt x="1312" y="17258"/>
                    <a:pt x="207" y="11907"/>
                  </a:cubicBezTo>
                  <a:cubicBezTo>
                    <a:pt x="206" y="11904"/>
                    <a:pt x="206" y="11901"/>
                    <a:pt x="205" y="11898"/>
                  </a:cubicBezTo>
                  <a:cubicBezTo>
                    <a:pt x="-897" y="6542"/>
                    <a:pt x="2552" y="1307"/>
                    <a:pt x="7908" y="205"/>
                  </a:cubicBezTo>
                  <a:close/>
                </a:path>
              </a:pathLst>
            </a:custGeom>
            <a:solidFill>
              <a:srgbClr val="C0392B"/>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153" name="Shape 834"/>
            <p:cNvSpPr/>
            <p:nvPr/>
          </p:nvSpPr>
          <p:spPr>
            <a:xfrm>
              <a:off x="287863" y="322425"/>
              <a:ext cx="335910" cy="239927"/>
            </a:xfrm>
            <a:custGeom>
              <a:avLst/>
              <a:gdLst/>
              <a:ahLst/>
              <a:cxnLst>
                <a:cxn ang="0">
                  <a:pos x="wd2" y="hd2"/>
                </a:cxn>
                <a:cxn ang="5400000">
                  <a:pos x="wd2" y="hd2"/>
                </a:cxn>
                <a:cxn ang="10800000">
                  <a:pos x="wd2" y="hd2"/>
                </a:cxn>
                <a:cxn ang="16200000">
                  <a:pos x="wd2" y="hd2"/>
                </a:cxn>
              </a:cxnLst>
              <a:rect l="0" t="0" r="r" b="b"/>
              <a:pathLst>
                <a:path w="21600" h="21600" extrusionOk="0">
                  <a:moveTo>
                    <a:pt x="8376" y="15428"/>
                  </a:moveTo>
                  <a:lnTo>
                    <a:pt x="8376" y="6172"/>
                  </a:lnTo>
                  <a:lnTo>
                    <a:pt x="13886" y="10798"/>
                  </a:lnTo>
                  <a:cubicBezTo>
                    <a:pt x="13886" y="10798"/>
                    <a:pt x="8376" y="15428"/>
                    <a:pt x="8376" y="15428"/>
                  </a:cubicBezTo>
                  <a:close/>
                  <a:moveTo>
                    <a:pt x="21600" y="3084"/>
                  </a:moveTo>
                  <a:lnTo>
                    <a:pt x="21600" y="1234"/>
                  </a:lnTo>
                  <a:cubicBezTo>
                    <a:pt x="21600" y="554"/>
                    <a:pt x="21205" y="0"/>
                    <a:pt x="20719" y="0"/>
                  </a:cubicBezTo>
                  <a:lnTo>
                    <a:pt x="881" y="0"/>
                  </a:lnTo>
                  <a:cubicBezTo>
                    <a:pt x="394" y="0"/>
                    <a:pt x="0" y="554"/>
                    <a:pt x="0" y="1234"/>
                  </a:cubicBezTo>
                  <a:lnTo>
                    <a:pt x="0" y="3084"/>
                  </a:lnTo>
                  <a:lnTo>
                    <a:pt x="2204" y="3084"/>
                  </a:lnTo>
                  <a:lnTo>
                    <a:pt x="2204" y="6172"/>
                  </a:lnTo>
                  <a:lnTo>
                    <a:pt x="0" y="6172"/>
                  </a:lnTo>
                  <a:lnTo>
                    <a:pt x="0" y="9256"/>
                  </a:lnTo>
                  <a:lnTo>
                    <a:pt x="2204" y="9256"/>
                  </a:lnTo>
                  <a:lnTo>
                    <a:pt x="2204" y="12344"/>
                  </a:lnTo>
                  <a:lnTo>
                    <a:pt x="0" y="12344"/>
                  </a:lnTo>
                  <a:lnTo>
                    <a:pt x="0" y="15428"/>
                  </a:lnTo>
                  <a:lnTo>
                    <a:pt x="2204" y="15428"/>
                  </a:lnTo>
                  <a:lnTo>
                    <a:pt x="2204" y="18516"/>
                  </a:lnTo>
                  <a:lnTo>
                    <a:pt x="0" y="18516"/>
                  </a:lnTo>
                  <a:lnTo>
                    <a:pt x="0" y="20366"/>
                  </a:lnTo>
                  <a:cubicBezTo>
                    <a:pt x="0" y="21046"/>
                    <a:pt x="394" y="21600"/>
                    <a:pt x="881" y="21600"/>
                  </a:cubicBezTo>
                  <a:lnTo>
                    <a:pt x="20719" y="21600"/>
                  </a:lnTo>
                  <a:cubicBezTo>
                    <a:pt x="21205" y="21600"/>
                    <a:pt x="21600" y="21046"/>
                    <a:pt x="21600" y="20366"/>
                  </a:cubicBezTo>
                  <a:lnTo>
                    <a:pt x="21600" y="18516"/>
                  </a:lnTo>
                  <a:lnTo>
                    <a:pt x="19396" y="18516"/>
                  </a:lnTo>
                  <a:lnTo>
                    <a:pt x="19396" y="15428"/>
                  </a:lnTo>
                  <a:lnTo>
                    <a:pt x="21600" y="15428"/>
                  </a:lnTo>
                  <a:lnTo>
                    <a:pt x="21600" y="12344"/>
                  </a:lnTo>
                  <a:lnTo>
                    <a:pt x="19396" y="12344"/>
                  </a:lnTo>
                  <a:lnTo>
                    <a:pt x="19396" y="9256"/>
                  </a:lnTo>
                  <a:lnTo>
                    <a:pt x="21600" y="9256"/>
                  </a:lnTo>
                  <a:lnTo>
                    <a:pt x="21600" y="6172"/>
                  </a:lnTo>
                  <a:lnTo>
                    <a:pt x="19396" y="6172"/>
                  </a:lnTo>
                  <a:lnTo>
                    <a:pt x="19396" y="3084"/>
                  </a:lnTo>
                  <a:cubicBezTo>
                    <a:pt x="19396" y="3084"/>
                    <a:pt x="21600" y="3084"/>
                    <a:pt x="21600" y="3084"/>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3" name="Group 718"/>
          <p:cNvGrpSpPr/>
          <p:nvPr userDrawn="1"/>
        </p:nvGrpSpPr>
        <p:grpSpPr>
          <a:xfrm>
            <a:off x="3645818" y="2006289"/>
            <a:ext cx="455687" cy="455814"/>
            <a:chOff x="0" y="0"/>
            <a:chExt cx="911610" cy="911627"/>
          </a:xfrm>
        </p:grpSpPr>
        <p:sp>
          <p:nvSpPr>
            <p:cNvPr id="78" name="Shape 716"/>
            <p:cNvSpPr/>
            <p:nvPr/>
          </p:nvSpPr>
          <p:spPr>
            <a:xfrm>
              <a:off x="0" y="0"/>
              <a:ext cx="911611" cy="911628"/>
            </a:xfrm>
            <a:custGeom>
              <a:avLst/>
              <a:gdLst/>
              <a:ahLst/>
              <a:cxnLst>
                <a:cxn ang="0">
                  <a:pos x="wd2" y="hd2"/>
                </a:cxn>
                <a:cxn ang="5400000">
                  <a:pos x="wd2" y="hd2"/>
                </a:cxn>
                <a:cxn ang="10800000">
                  <a:pos x="wd2" y="hd2"/>
                </a:cxn>
                <a:cxn ang="16200000">
                  <a:pos x="wd2" y="hd2"/>
                </a:cxn>
              </a:cxnLst>
              <a:rect l="0" t="0" r="r" b="b"/>
              <a:pathLst>
                <a:path w="19806" h="19807" extrusionOk="0">
                  <a:moveTo>
                    <a:pt x="7908" y="205"/>
                  </a:moveTo>
                  <a:cubicBezTo>
                    <a:pt x="13264" y="-897"/>
                    <a:pt x="18499" y="2552"/>
                    <a:pt x="19601" y="7908"/>
                  </a:cubicBezTo>
                  <a:cubicBezTo>
                    <a:pt x="20703" y="13265"/>
                    <a:pt x="17255" y="18500"/>
                    <a:pt x="11899" y="19602"/>
                  </a:cubicBezTo>
                  <a:cubicBezTo>
                    <a:pt x="6545" y="20703"/>
                    <a:pt x="1313" y="17258"/>
                    <a:pt x="207" y="11907"/>
                  </a:cubicBezTo>
                  <a:cubicBezTo>
                    <a:pt x="207" y="11904"/>
                    <a:pt x="206" y="11901"/>
                    <a:pt x="206" y="11899"/>
                  </a:cubicBezTo>
                  <a:cubicBezTo>
                    <a:pt x="-897" y="6543"/>
                    <a:pt x="2552" y="1307"/>
                    <a:pt x="7908" y="205"/>
                  </a:cubicBezTo>
                  <a:close/>
                </a:path>
              </a:pathLst>
            </a:custGeom>
            <a:solidFill>
              <a:schemeClr val="accent1">
                <a:lumMod val="75000"/>
              </a:schemeClr>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79" name="Shape 717"/>
            <p:cNvSpPr/>
            <p:nvPr/>
          </p:nvSpPr>
          <p:spPr>
            <a:xfrm>
              <a:off x="334270" y="282472"/>
              <a:ext cx="243070" cy="335885"/>
            </a:xfrm>
            <a:custGeom>
              <a:avLst/>
              <a:gdLst/>
              <a:ahLst/>
              <a:cxnLst>
                <a:cxn ang="0">
                  <a:pos x="wd2" y="hd2"/>
                </a:cxn>
                <a:cxn ang="5400000">
                  <a:pos x="wd2" y="hd2"/>
                </a:cxn>
                <a:cxn ang="10800000">
                  <a:pos x="wd2" y="hd2"/>
                </a:cxn>
                <a:cxn ang="16200000">
                  <a:pos x="wd2" y="hd2"/>
                </a:cxn>
              </a:cxnLst>
              <a:rect l="0" t="0" r="r" b="b"/>
              <a:pathLst>
                <a:path w="21565" h="21086" extrusionOk="0">
                  <a:moveTo>
                    <a:pt x="21023" y="5250"/>
                  </a:moveTo>
                  <a:lnTo>
                    <a:pt x="7163" y="195"/>
                  </a:lnTo>
                  <a:cubicBezTo>
                    <a:pt x="5264" y="-514"/>
                    <a:pt x="1521" y="853"/>
                    <a:pt x="445" y="2057"/>
                  </a:cubicBezTo>
                  <a:cubicBezTo>
                    <a:pt x="-35" y="2595"/>
                    <a:pt x="0" y="2983"/>
                    <a:pt x="0" y="3203"/>
                  </a:cubicBezTo>
                  <a:lnTo>
                    <a:pt x="173" y="14619"/>
                  </a:lnTo>
                  <a:cubicBezTo>
                    <a:pt x="184" y="14862"/>
                    <a:pt x="614" y="15188"/>
                    <a:pt x="983" y="15348"/>
                  </a:cubicBezTo>
                  <a:cubicBezTo>
                    <a:pt x="1753" y="15682"/>
                    <a:pt x="13399" y="20826"/>
                    <a:pt x="13729" y="20972"/>
                  </a:cubicBezTo>
                  <a:cubicBezTo>
                    <a:pt x="13905" y="21051"/>
                    <a:pt x="14115" y="21086"/>
                    <a:pt x="14322" y="21086"/>
                  </a:cubicBezTo>
                  <a:cubicBezTo>
                    <a:pt x="14499" y="21086"/>
                    <a:pt x="14675" y="21058"/>
                    <a:pt x="14834" y="21002"/>
                  </a:cubicBezTo>
                  <a:cubicBezTo>
                    <a:pt x="15185" y="20881"/>
                    <a:pt x="15404" y="20645"/>
                    <a:pt x="15404" y="20388"/>
                  </a:cubicBezTo>
                  <a:lnTo>
                    <a:pt x="15404" y="8397"/>
                  </a:lnTo>
                  <a:cubicBezTo>
                    <a:pt x="15404" y="8148"/>
                    <a:pt x="15198" y="7917"/>
                    <a:pt x="14862" y="7792"/>
                  </a:cubicBezTo>
                  <a:lnTo>
                    <a:pt x="2263" y="2817"/>
                  </a:lnTo>
                  <a:cubicBezTo>
                    <a:pt x="2408" y="2620"/>
                    <a:pt x="2968" y="2205"/>
                    <a:pt x="3997" y="1825"/>
                  </a:cubicBezTo>
                  <a:cubicBezTo>
                    <a:pt x="5082" y="1422"/>
                    <a:pt x="5896" y="1574"/>
                    <a:pt x="6082" y="1625"/>
                  </a:cubicBezTo>
                  <a:cubicBezTo>
                    <a:pt x="6082" y="1625"/>
                    <a:pt x="18173" y="6203"/>
                    <a:pt x="18544" y="6339"/>
                  </a:cubicBezTo>
                  <a:cubicBezTo>
                    <a:pt x="18911" y="6476"/>
                    <a:pt x="18918" y="6495"/>
                    <a:pt x="18918" y="6729"/>
                  </a:cubicBezTo>
                  <a:cubicBezTo>
                    <a:pt x="18918" y="6961"/>
                    <a:pt x="18918" y="18107"/>
                    <a:pt x="18918" y="18107"/>
                  </a:cubicBezTo>
                  <a:cubicBezTo>
                    <a:pt x="18918" y="18674"/>
                    <a:pt x="19733" y="18906"/>
                    <a:pt x="20330" y="18906"/>
                  </a:cubicBezTo>
                  <a:cubicBezTo>
                    <a:pt x="20927" y="18906"/>
                    <a:pt x="21565" y="18493"/>
                    <a:pt x="21565" y="18107"/>
                  </a:cubicBezTo>
                  <a:lnTo>
                    <a:pt x="21565" y="5855"/>
                  </a:lnTo>
                  <a:cubicBezTo>
                    <a:pt x="21565" y="5605"/>
                    <a:pt x="21357" y="5375"/>
                    <a:pt x="21023" y="5250"/>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sp>
        <p:nvSpPr>
          <p:cNvPr id="16" name="Title 15"/>
          <p:cNvSpPr>
            <a:spLocks noGrp="1"/>
          </p:cNvSpPr>
          <p:nvPr>
            <p:ph type="title"/>
          </p:nvPr>
        </p:nvSpPr>
        <p:spPr>
          <a:xfrm>
            <a:off x="1523603" y="381000"/>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23" name="Text Placeholder 17"/>
          <p:cNvSpPr>
            <a:spLocks noGrp="1"/>
          </p:cNvSpPr>
          <p:nvPr>
            <p:ph type="body" sz="quarter" idx="18" hasCustomPrompt="1"/>
          </p:nvPr>
        </p:nvSpPr>
        <p:spPr>
          <a:xfrm>
            <a:off x="1523603" y="996517"/>
            <a:ext cx="9141619" cy="248082"/>
          </a:xfrm>
        </p:spPr>
        <p:txBody>
          <a:bodyPr lIns="0" tIns="0" rIns="0" bIns="0">
            <a:normAutofit/>
          </a:bodyPr>
          <a:lstStyle>
            <a:lvl1pPr marL="0" indent="0" algn="ctr">
              <a:lnSpc>
                <a:spcPts val="1400"/>
              </a:lnSpc>
              <a:buNone/>
              <a:defRPr sz="1000">
                <a:solidFill>
                  <a:schemeClr val="bg1">
                    <a:lumMod val="50000"/>
                  </a:schemeClr>
                </a:solidFill>
                <a:latin typeface="Source Sans Pro Light"/>
              </a:defRPr>
            </a:lvl1pPr>
          </a:lstStyle>
          <a:p>
            <a:pPr lvl="0"/>
            <a:r>
              <a:rPr lang="en-GB" dirty="0" smtClean="0"/>
              <a:t>write your relevant text here</a:t>
            </a:r>
          </a:p>
        </p:txBody>
      </p:sp>
      <p:sp>
        <p:nvSpPr>
          <p:cNvPr id="9" name="Content Placeholder 20"/>
          <p:cNvSpPr>
            <a:spLocks noGrp="1"/>
          </p:cNvSpPr>
          <p:nvPr>
            <p:ph sz="quarter" idx="16"/>
          </p:nvPr>
        </p:nvSpPr>
        <p:spPr>
          <a:xfrm>
            <a:off x="8761412" y="2006502"/>
            <a:ext cx="1420812"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10" name="Text Placeholder 17"/>
          <p:cNvSpPr>
            <a:spLocks noGrp="1"/>
          </p:cNvSpPr>
          <p:nvPr>
            <p:ph type="body" sz="quarter" idx="21"/>
          </p:nvPr>
        </p:nvSpPr>
        <p:spPr>
          <a:xfrm>
            <a:off x="8761412" y="2250651"/>
            <a:ext cx="2133600" cy="332532"/>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57" name="Picture Placeholder 2"/>
          <p:cNvSpPr>
            <a:spLocks noGrp="1"/>
          </p:cNvSpPr>
          <p:nvPr>
            <p:ph type="pic" sz="quarter" idx="23"/>
          </p:nvPr>
        </p:nvSpPr>
        <p:spPr>
          <a:xfrm>
            <a:off x="5027612" y="2057400"/>
            <a:ext cx="2133600" cy="2869376"/>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grpSp>
        <p:nvGrpSpPr>
          <p:cNvPr id="4" name="Group 715"/>
          <p:cNvGrpSpPr/>
          <p:nvPr userDrawn="1"/>
        </p:nvGrpSpPr>
        <p:grpSpPr>
          <a:xfrm>
            <a:off x="3645765" y="4538461"/>
            <a:ext cx="455691" cy="455814"/>
            <a:chOff x="0" y="0"/>
            <a:chExt cx="911618" cy="911627"/>
          </a:xfrm>
        </p:grpSpPr>
        <p:sp>
          <p:nvSpPr>
            <p:cNvPr id="75" name="Shape 713"/>
            <p:cNvSpPr/>
            <p:nvPr/>
          </p:nvSpPr>
          <p:spPr>
            <a:xfrm>
              <a:off x="-1" y="-1"/>
              <a:ext cx="911620" cy="911629"/>
            </a:xfrm>
            <a:custGeom>
              <a:avLst/>
              <a:gdLst/>
              <a:ahLst/>
              <a:cxnLst>
                <a:cxn ang="0">
                  <a:pos x="wd2" y="hd2"/>
                </a:cxn>
                <a:cxn ang="5400000">
                  <a:pos x="wd2" y="hd2"/>
                </a:cxn>
                <a:cxn ang="10800000">
                  <a:pos x="wd2" y="hd2"/>
                </a:cxn>
                <a:cxn ang="16200000">
                  <a:pos x="wd2" y="hd2"/>
                </a:cxn>
              </a:cxnLst>
              <a:rect l="0" t="0" r="r" b="b"/>
              <a:pathLst>
                <a:path w="19807" h="19807" extrusionOk="0">
                  <a:moveTo>
                    <a:pt x="7907" y="205"/>
                  </a:moveTo>
                  <a:cubicBezTo>
                    <a:pt x="13264" y="-897"/>
                    <a:pt x="18498" y="2551"/>
                    <a:pt x="19601" y="7908"/>
                  </a:cubicBezTo>
                  <a:cubicBezTo>
                    <a:pt x="20703" y="13264"/>
                    <a:pt x="17254" y="18500"/>
                    <a:pt x="11898" y="19602"/>
                  </a:cubicBezTo>
                  <a:cubicBezTo>
                    <a:pt x="6545" y="20703"/>
                    <a:pt x="1312" y="17258"/>
                    <a:pt x="206" y="11907"/>
                  </a:cubicBezTo>
                  <a:cubicBezTo>
                    <a:pt x="206" y="11904"/>
                    <a:pt x="205" y="11901"/>
                    <a:pt x="204" y="11899"/>
                  </a:cubicBezTo>
                  <a:cubicBezTo>
                    <a:pt x="-897" y="6542"/>
                    <a:pt x="2551" y="1307"/>
                    <a:pt x="7907" y="205"/>
                  </a:cubicBezTo>
                  <a:close/>
                </a:path>
              </a:pathLst>
            </a:custGeom>
            <a:solidFill>
              <a:schemeClr val="accent2"/>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76" name="Shape 714"/>
            <p:cNvSpPr/>
            <p:nvPr/>
          </p:nvSpPr>
          <p:spPr>
            <a:xfrm>
              <a:off x="325844" y="282472"/>
              <a:ext cx="259931" cy="335885"/>
            </a:xfrm>
            <a:custGeom>
              <a:avLst/>
              <a:gdLst/>
              <a:ahLst/>
              <a:cxnLst>
                <a:cxn ang="0">
                  <a:pos x="wd2" y="hd2"/>
                </a:cxn>
                <a:cxn ang="5400000">
                  <a:pos x="wd2" y="hd2"/>
                </a:cxn>
                <a:cxn ang="10800000">
                  <a:pos x="wd2" y="hd2"/>
                </a:cxn>
                <a:cxn ang="16200000">
                  <a:pos x="wd2" y="hd2"/>
                </a:cxn>
              </a:cxnLst>
              <a:rect l="0" t="0" r="r" b="b"/>
              <a:pathLst>
                <a:path w="21137" h="21205" extrusionOk="0">
                  <a:moveTo>
                    <a:pt x="5865" y="2548"/>
                  </a:moveTo>
                  <a:lnTo>
                    <a:pt x="5867" y="15695"/>
                  </a:lnTo>
                  <a:cubicBezTo>
                    <a:pt x="4944" y="15546"/>
                    <a:pt x="3872" y="15602"/>
                    <a:pt x="2808" y="15909"/>
                  </a:cubicBezTo>
                  <a:cubicBezTo>
                    <a:pt x="413" y="16599"/>
                    <a:pt x="-431" y="18279"/>
                    <a:pt x="203" y="19659"/>
                  </a:cubicBezTo>
                  <a:cubicBezTo>
                    <a:pt x="839" y="21041"/>
                    <a:pt x="2710" y="21600"/>
                    <a:pt x="5104" y="20909"/>
                  </a:cubicBezTo>
                  <a:cubicBezTo>
                    <a:pt x="7137" y="20323"/>
                    <a:pt x="8468" y="19024"/>
                    <a:pt x="8434" y="17799"/>
                  </a:cubicBezTo>
                  <a:cubicBezTo>
                    <a:pt x="8434" y="17799"/>
                    <a:pt x="8434" y="10827"/>
                    <a:pt x="8434" y="6940"/>
                  </a:cubicBezTo>
                  <a:lnTo>
                    <a:pt x="18567" y="5136"/>
                  </a:lnTo>
                  <a:lnTo>
                    <a:pt x="18567" y="13479"/>
                  </a:lnTo>
                  <a:cubicBezTo>
                    <a:pt x="17645" y="13330"/>
                    <a:pt x="16572" y="13386"/>
                    <a:pt x="15509" y="13693"/>
                  </a:cubicBezTo>
                  <a:cubicBezTo>
                    <a:pt x="13115" y="14384"/>
                    <a:pt x="12270" y="16064"/>
                    <a:pt x="12905" y="17443"/>
                  </a:cubicBezTo>
                  <a:cubicBezTo>
                    <a:pt x="13539" y="18825"/>
                    <a:pt x="15411" y="19384"/>
                    <a:pt x="17806" y="18694"/>
                  </a:cubicBezTo>
                  <a:cubicBezTo>
                    <a:pt x="19839" y="18107"/>
                    <a:pt x="21169" y="16808"/>
                    <a:pt x="21136" y="15583"/>
                  </a:cubicBezTo>
                  <a:lnTo>
                    <a:pt x="21136" y="0"/>
                  </a:lnTo>
                  <a:cubicBezTo>
                    <a:pt x="21136" y="0"/>
                    <a:pt x="5865" y="2548"/>
                    <a:pt x="5865" y="2548"/>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5" name="Group 721"/>
          <p:cNvGrpSpPr/>
          <p:nvPr userDrawn="1"/>
        </p:nvGrpSpPr>
        <p:grpSpPr>
          <a:xfrm>
            <a:off x="8099788" y="3694403"/>
            <a:ext cx="455701" cy="455815"/>
            <a:chOff x="-1" y="-1"/>
            <a:chExt cx="911637" cy="911629"/>
          </a:xfrm>
        </p:grpSpPr>
        <p:sp>
          <p:nvSpPr>
            <p:cNvPr id="81" name="Shape 719"/>
            <p:cNvSpPr/>
            <p:nvPr/>
          </p:nvSpPr>
          <p:spPr>
            <a:xfrm>
              <a:off x="-1" y="-1"/>
              <a:ext cx="911637" cy="911629"/>
            </a:xfrm>
            <a:custGeom>
              <a:avLst/>
              <a:gdLst/>
              <a:ahLst/>
              <a:cxnLst>
                <a:cxn ang="0">
                  <a:pos x="wd2" y="hd2"/>
                </a:cxn>
                <a:cxn ang="5400000">
                  <a:pos x="wd2" y="hd2"/>
                </a:cxn>
                <a:cxn ang="10800000">
                  <a:pos x="wd2" y="hd2"/>
                </a:cxn>
                <a:cxn ang="16200000">
                  <a:pos x="wd2" y="hd2"/>
                </a:cxn>
              </a:cxnLst>
              <a:rect l="0" t="0" r="r" b="b"/>
              <a:pathLst>
                <a:path w="19807" h="19806" extrusionOk="0">
                  <a:moveTo>
                    <a:pt x="7908" y="205"/>
                  </a:moveTo>
                  <a:cubicBezTo>
                    <a:pt x="13264" y="-897"/>
                    <a:pt x="18500" y="2551"/>
                    <a:pt x="19602" y="7907"/>
                  </a:cubicBezTo>
                  <a:cubicBezTo>
                    <a:pt x="20703" y="13264"/>
                    <a:pt x="17254" y="18499"/>
                    <a:pt x="11899" y="19601"/>
                  </a:cubicBezTo>
                  <a:cubicBezTo>
                    <a:pt x="6545" y="20703"/>
                    <a:pt x="1312" y="17258"/>
                    <a:pt x="207" y="11907"/>
                  </a:cubicBezTo>
                  <a:cubicBezTo>
                    <a:pt x="206" y="11904"/>
                    <a:pt x="206" y="11901"/>
                    <a:pt x="205" y="11898"/>
                  </a:cubicBezTo>
                  <a:cubicBezTo>
                    <a:pt x="-897" y="6542"/>
                    <a:pt x="2552" y="1307"/>
                    <a:pt x="7908" y="205"/>
                  </a:cubicBezTo>
                  <a:close/>
                </a:path>
              </a:pathLst>
            </a:custGeom>
            <a:solidFill>
              <a:schemeClr val="accent5"/>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82" name="Shape 720"/>
            <p:cNvSpPr/>
            <p:nvPr/>
          </p:nvSpPr>
          <p:spPr>
            <a:xfrm>
              <a:off x="287861" y="287871"/>
              <a:ext cx="335911" cy="335886"/>
            </a:xfrm>
            <a:custGeom>
              <a:avLst/>
              <a:gdLst/>
              <a:ahLst/>
              <a:cxnLst>
                <a:cxn ang="0">
                  <a:pos x="wd2" y="hd2"/>
                </a:cxn>
                <a:cxn ang="5400000">
                  <a:pos x="wd2" y="hd2"/>
                </a:cxn>
                <a:cxn ang="10800000">
                  <a:pos x="wd2" y="hd2"/>
                </a:cxn>
                <a:cxn ang="16200000">
                  <a:pos x="wd2" y="hd2"/>
                </a:cxn>
              </a:cxnLst>
              <a:rect l="0" t="0" r="r" b="b"/>
              <a:pathLst>
                <a:path w="21600" h="21600" extrusionOk="0">
                  <a:moveTo>
                    <a:pt x="10800" y="15497"/>
                  </a:moveTo>
                  <a:cubicBezTo>
                    <a:pt x="8207" y="15497"/>
                    <a:pt x="6104" y="13394"/>
                    <a:pt x="6104" y="10801"/>
                  </a:cubicBezTo>
                  <a:cubicBezTo>
                    <a:pt x="6104" y="8206"/>
                    <a:pt x="8207" y="6103"/>
                    <a:pt x="10800" y="6103"/>
                  </a:cubicBezTo>
                  <a:cubicBezTo>
                    <a:pt x="13395" y="6103"/>
                    <a:pt x="15497" y="8206"/>
                    <a:pt x="15497" y="10801"/>
                  </a:cubicBezTo>
                  <a:cubicBezTo>
                    <a:pt x="15497" y="13394"/>
                    <a:pt x="13395" y="15497"/>
                    <a:pt x="10800" y="15497"/>
                  </a:cubicBezTo>
                  <a:close/>
                  <a:moveTo>
                    <a:pt x="19522" y="10801"/>
                  </a:moveTo>
                  <a:cubicBezTo>
                    <a:pt x="19522" y="9454"/>
                    <a:pt x="20352" y="8390"/>
                    <a:pt x="21600" y="7659"/>
                  </a:cubicBezTo>
                  <a:cubicBezTo>
                    <a:pt x="21376" y="6908"/>
                    <a:pt x="21077" y="6187"/>
                    <a:pt x="20711" y="5509"/>
                  </a:cubicBezTo>
                  <a:cubicBezTo>
                    <a:pt x="19310" y="5876"/>
                    <a:pt x="18177" y="5328"/>
                    <a:pt x="17225" y="4375"/>
                  </a:cubicBezTo>
                  <a:cubicBezTo>
                    <a:pt x="16273" y="3423"/>
                    <a:pt x="15982" y="2288"/>
                    <a:pt x="16347" y="889"/>
                  </a:cubicBezTo>
                  <a:cubicBezTo>
                    <a:pt x="15671" y="522"/>
                    <a:pt x="14951" y="224"/>
                    <a:pt x="14198" y="0"/>
                  </a:cubicBezTo>
                  <a:cubicBezTo>
                    <a:pt x="13467" y="1248"/>
                    <a:pt x="12147" y="2078"/>
                    <a:pt x="10800" y="2078"/>
                  </a:cubicBezTo>
                  <a:cubicBezTo>
                    <a:pt x="9453" y="2078"/>
                    <a:pt x="8134" y="1248"/>
                    <a:pt x="7403" y="0"/>
                  </a:cubicBezTo>
                  <a:cubicBezTo>
                    <a:pt x="6651" y="224"/>
                    <a:pt x="5931" y="522"/>
                    <a:pt x="5253" y="889"/>
                  </a:cubicBezTo>
                  <a:cubicBezTo>
                    <a:pt x="5620" y="2288"/>
                    <a:pt x="5329" y="3422"/>
                    <a:pt x="4375" y="4375"/>
                  </a:cubicBezTo>
                  <a:cubicBezTo>
                    <a:pt x="3423" y="5328"/>
                    <a:pt x="2290" y="5876"/>
                    <a:pt x="890" y="5510"/>
                  </a:cubicBezTo>
                  <a:cubicBezTo>
                    <a:pt x="523" y="6187"/>
                    <a:pt x="224" y="6908"/>
                    <a:pt x="0" y="7659"/>
                  </a:cubicBezTo>
                  <a:cubicBezTo>
                    <a:pt x="1249" y="8390"/>
                    <a:pt x="2078" y="9454"/>
                    <a:pt x="2078" y="10801"/>
                  </a:cubicBezTo>
                  <a:cubicBezTo>
                    <a:pt x="2078" y="12146"/>
                    <a:pt x="1249" y="13467"/>
                    <a:pt x="0" y="14198"/>
                  </a:cubicBezTo>
                  <a:cubicBezTo>
                    <a:pt x="224" y="14950"/>
                    <a:pt x="523" y="15670"/>
                    <a:pt x="890" y="16348"/>
                  </a:cubicBezTo>
                  <a:cubicBezTo>
                    <a:pt x="2290" y="15981"/>
                    <a:pt x="3423" y="16272"/>
                    <a:pt x="4375" y="17226"/>
                  </a:cubicBezTo>
                  <a:cubicBezTo>
                    <a:pt x="5327" y="18178"/>
                    <a:pt x="5620" y="19312"/>
                    <a:pt x="5253" y="20711"/>
                  </a:cubicBezTo>
                  <a:cubicBezTo>
                    <a:pt x="5931" y="21078"/>
                    <a:pt x="6651" y="21377"/>
                    <a:pt x="7403" y="21600"/>
                  </a:cubicBezTo>
                  <a:cubicBezTo>
                    <a:pt x="8134" y="20352"/>
                    <a:pt x="9453" y="19524"/>
                    <a:pt x="10800" y="19524"/>
                  </a:cubicBezTo>
                  <a:cubicBezTo>
                    <a:pt x="12147" y="19524"/>
                    <a:pt x="13467" y="20352"/>
                    <a:pt x="14198" y="21600"/>
                  </a:cubicBezTo>
                  <a:cubicBezTo>
                    <a:pt x="14951" y="21376"/>
                    <a:pt x="15671" y="21078"/>
                    <a:pt x="16349" y="20711"/>
                  </a:cubicBezTo>
                  <a:cubicBezTo>
                    <a:pt x="15982" y="19312"/>
                    <a:pt x="16273" y="18178"/>
                    <a:pt x="17225" y="17226"/>
                  </a:cubicBezTo>
                  <a:cubicBezTo>
                    <a:pt x="18177" y="16272"/>
                    <a:pt x="19310" y="15724"/>
                    <a:pt x="20711" y="16091"/>
                  </a:cubicBezTo>
                  <a:cubicBezTo>
                    <a:pt x="21077" y="15413"/>
                    <a:pt x="21376" y="14693"/>
                    <a:pt x="21600" y="13941"/>
                  </a:cubicBezTo>
                  <a:cubicBezTo>
                    <a:pt x="20352" y="13210"/>
                    <a:pt x="19522" y="12146"/>
                    <a:pt x="19522" y="10801"/>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6" name="Group 727"/>
          <p:cNvGrpSpPr/>
          <p:nvPr userDrawn="1"/>
        </p:nvGrpSpPr>
        <p:grpSpPr>
          <a:xfrm>
            <a:off x="8099798" y="4538461"/>
            <a:ext cx="455681" cy="455815"/>
            <a:chOff x="-1" y="0"/>
            <a:chExt cx="911598" cy="911628"/>
          </a:xfrm>
        </p:grpSpPr>
        <p:sp>
          <p:nvSpPr>
            <p:cNvPr id="87" name="Shape 725"/>
            <p:cNvSpPr/>
            <p:nvPr/>
          </p:nvSpPr>
          <p:spPr>
            <a:xfrm>
              <a:off x="-1" y="0"/>
              <a:ext cx="911598" cy="911628"/>
            </a:xfrm>
            <a:custGeom>
              <a:avLst/>
              <a:gdLst/>
              <a:ahLst/>
              <a:cxnLst>
                <a:cxn ang="0">
                  <a:pos x="wd2" y="hd2"/>
                </a:cxn>
                <a:cxn ang="5400000">
                  <a:pos x="wd2" y="hd2"/>
                </a:cxn>
                <a:cxn ang="10800000">
                  <a:pos x="wd2" y="hd2"/>
                </a:cxn>
                <a:cxn ang="16200000">
                  <a:pos x="wd2" y="hd2"/>
                </a:cxn>
              </a:cxnLst>
              <a:rect l="0" t="0" r="r" b="b"/>
              <a:pathLst>
                <a:path w="19806" h="19806" extrusionOk="0">
                  <a:moveTo>
                    <a:pt x="11898" y="19600"/>
                  </a:moveTo>
                  <a:cubicBezTo>
                    <a:pt x="6542" y="20703"/>
                    <a:pt x="1307" y="17254"/>
                    <a:pt x="205" y="11898"/>
                  </a:cubicBezTo>
                  <a:cubicBezTo>
                    <a:pt x="-897" y="6542"/>
                    <a:pt x="2551" y="1307"/>
                    <a:pt x="7908" y="205"/>
                  </a:cubicBezTo>
                  <a:cubicBezTo>
                    <a:pt x="13261" y="-897"/>
                    <a:pt x="18494" y="2548"/>
                    <a:pt x="19599" y="7899"/>
                  </a:cubicBezTo>
                  <a:cubicBezTo>
                    <a:pt x="19600" y="7902"/>
                    <a:pt x="19600" y="7905"/>
                    <a:pt x="19600" y="7907"/>
                  </a:cubicBezTo>
                  <a:cubicBezTo>
                    <a:pt x="20703" y="13263"/>
                    <a:pt x="17254" y="18499"/>
                    <a:pt x="11898" y="19600"/>
                  </a:cubicBezTo>
                  <a:close/>
                </a:path>
              </a:pathLst>
            </a:custGeom>
            <a:solidFill>
              <a:schemeClr val="accent3"/>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88" name="Shape 726"/>
            <p:cNvSpPr/>
            <p:nvPr/>
          </p:nvSpPr>
          <p:spPr>
            <a:xfrm>
              <a:off x="287844" y="306407"/>
              <a:ext cx="335911" cy="298811"/>
            </a:xfrm>
            <a:custGeom>
              <a:avLst/>
              <a:gdLst/>
              <a:ahLst/>
              <a:cxnLst>
                <a:cxn ang="0">
                  <a:pos x="wd2" y="hd2"/>
                </a:cxn>
                <a:cxn ang="5400000">
                  <a:pos x="wd2" y="hd2"/>
                </a:cxn>
                <a:cxn ang="10800000">
                  <a:pos x="wd2" y="hd2"/>
                </a:cxn>
                <a:cxn ang="16200000">
                  <a:pos x="wd2" y="hd2"/>
                </a:cxn>
              </a:cxnLst>
              <a:rect l="0" t="0" r="r" b="b"/>
              <a:pathLst>
                <a:path w="21446" h="21471" extrusionOk="0">
                  <a:moveTo>
                    <a:pt x="2906" y="19280"/>
                  </a:moveTo>
                  <a:cubicBezTo>
                    <a:pt x="2683" y="19534"/>
                    <a:pt x="2683" y="19946"/>
                    <a:pt x="2906" y="20200"/>
                  </a:cubicBezTo>
                  <a:lnTo>
                    <a:pt x="3930" y="21326"/>
                  </a:lnTo>
                  <a:cubicBezTo>
                    <a:pt x="4154" y="21580"/>
                    <a:pt x="4510" y="21473"/>
                    <a:pt x="4734" y="21220"/>
                  </a:cubicBezTo>
                  <a:lnTo>
                    <a:pt x="10017" y="15372"/>
                  </a:lnTo>
                  <a:lnTo>
                    <a:pt x="8398" y="13299"/>
                  </a:lnTo>
                  <a:cubicBezTo>
                    <a:pt x="8398" y="13299"/>
                    <a:pt x="2906" y="19280"/>
                    <a:pt x="2906" y="19280"/>
                  </a:cubicBezTo>
                  <a:close/>
                  <a:moveTo>
                    <a:pt x="21387" y="2723"/>
                  </a:moveTo>
                  <a:cubicBezTo>
                    <a:pt x="21307" y="2125"/>
                    <a:pt x="21031" y="2252"/>
                    <a:pt x="20888" y="2505"/>
                  </a:cubicBezTo>
                  <a:cubicBezTo>
                    <a:pt x="20746" y="2758"/>
                    <a:pt x="20111" y="3840"/>
                    <a:pt x="19852" y="4329"/>
                  </a:cubicBezTo>
                  <a:cubicBezTo>
                    <a:pt x="19593" y="4815"/>
                    <a:pt x="18956" y="5772"/>
                    <a:pt x="17770" y="4826"/>
                  </a:cubicBezTo>
                  <a:cubicBezTo>
                    <a:pt x="16533" y="3843"/>
                    <a:pt x="16963" y="3157"/>
                    <a:pt x="17179" y="2694"/>
                  </a:cubicBezTo>
                  <a:cubicBezTo>
                    <a:pt x="17395" y="2232"/>
                    <a:pt x="18059" y="931"/>
                    <a:pt x="18155" y="768"/>
                  </a:cubicBezTo>
                  <a:cubicBezTo>
                    <a:pt x="18251" y="605"/>
                    <a:pt x="18139" y="129"/>
                    <a:pt x="17756" y="329"/>
                  </a:cubicBezTo>
                  <a:cubicBezTo>
                    <a:pt x="17372" y="527"/>
                    <a:pt x="15039" y="1572"/>
                    <a:pt x="14715" y="3066"/>
                  </a:cubicBezTo>
                  <a:cubicBezTo>
                    <a:pt x="14386" y="4590"/>
                    <a:pt x="14993" y="5950"/>
                    <a:pt x="13800" y="7301"/>
                  </a:cubicBezTo>
                  <a:lnTo>
                    <a:pt x="12355" y="8998"/>
                  </a:lnTo>
                  <a:lnTo>
                    <a:pt x="13806" y="10898"/>
                  </a:lnTo>
                  <a:lnTo>
                    <a:pt x="15589" y="8995"/>
                  </a:lnTo>
                  <a:cubicBezTo>
                    <a:pt x="16013" y="8514"/>
                    <a:pt x="16919" y="8048"/>
                    <a:pt x="17740" y="8257"/>
                  </a:cubicBezTo>
                  <a:cubicBezTo>
                    <a:pt x="19498" y="8705"/>
                    <a:pt x="20456" y="7962"/>
                    <a:pt x="21035" y="6733"/>
                  </a:cubicBezTo>
                  <a:cubicBezTo>
                    <a:pt x="21552" y="5635"/>
                    <a:pt x="21466" y="3322"/>
                    <a:pt x="21387" y="2723"/>
                  </a:cubicBezTo>
                  <a:close/>
                  <a:moveTo>
                    <a:pt x="9478" y="7592"/>
                  </a:moveTo>
                  <a:cubicBezTo>
                    <a:pt x="9350" y="7424"/>
                    <a:pt x="9189" y="7421"/>
                    <a:pt x="9050" y="7558"/>
                  </a:cubicBezTo>
                  <a:lnTo>
                    <a:pt x="7506" y="9074"/>
                  </a:lnTo>
                  <a:cubicBezTo>
                    <a:pt x="7384" y="9194"/>
                    <a:pt x="7369" y="9419"/>
                    <a:pt x="7477" y="9559"/>
                  </a:cubicBezTo>
                  <a:lnTo>
                    <a:pt x="16408" y="20996"/>
                  </a:lnTo>
                  <a:cubicBezTo>
                    <a:pt x="16616" y="21268"/>
                    <a:pt x="16979" y="21295"/>
                    <a:pt x="17217" y="21061"/>
                  </a:cubicBezTo>
                  <a:lnTo>
                    <a:pt x="18263" y="20076"/>
                  </a:lnTo>
                  <a:cubicBezTo>
                    <a:pt x="18500" y="19839"/>
                    <a:pt x="18526" y="19429"/>
                    <a:pt x="18317" y="19158"/>
                  </a:cubicBezTo>
                  <a:cubicBezTo>
                    <a:pt x="18317" y="19158"/>
                    <a:pt x="9478" y="7592"/>
                    <a:pt x="9478" y="7592"/>
                  </a:cubicBezTo>
                  <a:close/>
                  <a:moveTo>
                    <a:pt x="3331" y="6965"/>
                  </a:moveTo>
                  <a:cubicBezTo>
                    <a:pt x="4336" y="6088"/>
                    <a:pt x="5170" y="6693"/>
                    <a:pt x="6282" y="8142"/>
                  </a:cubicBezTo>
                  <a:cubicBezTo>
                    <a:pt x="6408" y="8304"/>
                    <a:pt x="6575" y="8114"/>
                    <a:pt x="6671" y="8021"/>
                  </a:cubicBezTo>
                  <a:cubicBezTo>
                    <a:pt x="6766" y="7926"/>
                    <a:pt x="8233" y="6440"/>
                    <a:pt x="8306" y="6370"/>
                  </a:cubicBezTo>
                  <a:cubicBezTo>
                    <a:pt x="8377" y="6300"/>
                    <a:pt x="8464" y="6167"/>
                    <a:pt x="8349" y="6018"/>
                  </a:cubicBezTo>
                  <a:cubicBezTo>
                    <a:pt x="8235" y="5868"/>
                    <a:pt x="7817" y="5261"/>
                    <a:pt x="7550" y="4867"/>
                  </a:cubicBezTo>
                  <a:cubicBezTo>
                    <a:pt x="5603" y="2001"/>
                    <a:pt x="12876" y="57"/>
                    <a:pt x="11758" y="25"/>
                  </a:cubicBezTo>
                  <a:cubicBezTo>
                    <a:pt x="11190" y="9"/>
                    <a:pt x="8909" y="-20"/>
                    <a:pt x="8569" y="21"/>
                  </a:cubicBezTo>
                  <a:cubicBezTo>
                    <a:pt x="7186" y="186"/>
                    <a:pt x="5452" y="1638"/>
                    <a:pt x="4578" y="2313"/>
                  </a:cubicBezTo>
                  <a:cubicBezTo>
                    <a:pt x="3437" y="3196"/>
                    <a:pt x="3011" y="3711"/>
                    <a:pt x="2939" y="3781"/>
                  </a:cubicBezTo>
                  <a:cubicBezTo>
                    <a:pt x="2617" y="4099"/>
                    <a:pt x="2887" y="4832"/>
                    <a:pt x="2303" y="5410"/>
                  </a:cubicBezTo>
                  <a:cubicBezTo>
                    <a:pt x="1683" y="6021"/>
                    <a:pt x="1297" y="5560"/>
                    <a:pt x="939" y="5913"/>
                  </a:cubicBezTo>
                  <a:cubicBezTo>
                    <a:pt x="761" y="6090"/>
                    <a:pt x="264" y="6509"/>
                    <a:pt x="122" y="6650"/>
                  </a:cubicBezTo>
                  <a:cubicBezTo>
                    <a:pt x="-22" y="6790"/>
                    <a:pt x="-48" y="7030"/>
                    <a:pt x="99" y="7219"/>
                  </a:cubicBezTo>
                  <a:cubicBezTo>
                    <a:pt x="99" y="7219"/>
                    <a:pt x="1459" y="8912"/>
                    <a:pt x="1574" y="9061"/>
                  </a:cubicBezTo>
                  <a:cubicBezTo>
                    <a:pt x="1688" y="9210"/>
                    <a:pt x="1994" y="9337"/>
                    <a:pt x="2185" y="9149"/>
                  </a:cubicBezTo>
                  <a:cubicBezTo>
                    <a:pt x="2375" y="8960"/>
                    <a:pt x="2864" y="8477"/>
                    <a:pt x="2947" y="8394"/>
                  </a:cubicBezTo>
                  <a:cubicBezTo>
                    <a:pt x="3031" y="8312"/>
                    <a:pt x="2893" y="7349"/>
                    <a:pt x="3331" y="6965"/>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7" name="Group 730"/>
          <p:cNvGrpSpPr/>
          <p:nvPr userDrawn="1"/>
        </p:nvGrpSpPr>
        <p:grpSpPr>
          <a:xfrm>
            <a:off x="8099798" y="2850347"/>
            <a:ext cx="455681" cy="455815"/>
            <a:chOff x="0" y="0"/>
            <a:chExt cx="911598" cy="911629"/>
          </a:xfrm>
        </p:grpSpPr>
        <p:sp>
          <p:nvSpPr>
            <p:cNvPr id="90" name="Shape 728"/>
            <p:cNvSpPr/>
            <p:nvPr/>
          </p:nvSpPr>
          <p:spPr>
            <a:xfrm>
              <a:off x="0" y="0"/>
              <a:ext cx="911598" cy="911629"/>
            </a:xfrm>
            <a:custGeom>
              <a:avLst/>
              <a:gdLst/>
              <a:ahLst/>
              <a:cxnLst>
                <a:cxn ang="0">
                  <a:pos x="wd2" y="hd2"/>
                </a:cxn>
                <a:cxn ang="5400000">
                  <a:pos x="wd2" y="hd2"/>
                </a:cxn>
                <a:cxn ang="10800000">
                  <a:pos x="wd2" y="hd2"/>
                </a:cxn>
                <a:cxn ang="16200000">
                  <a:pos x="wd2" y="hd2"/>
                </a:cxn>
              </a:cxnLst>
              <a:rect l="0" t="0" r="r" b="b"/>
              <a:pathLst>
                <a:path w="19806" h="19806" extrusionOk="0">
                  <a:moveTo>
                    <a:pt x="11898" y="19600"/>
                  </a:moveTo>
                  <a:cubicBezTo>
                    <a:pt x="6542" y="20703"/>
                    <a:pt x="1307" y="17254"/>
                    <a:pt x="205" y="11898"/>
                  </a:cubicBezTo>
                  <a:cubicBezTo>
                    <a:pt x="-897" y="6542"/>
                    <a:pt x="2551" y="1307"/>
                    <a:pt x="7908" y="205"/>
                  </a:cubicBezTo>
                  <a:cubicBezTo>
                    <a:pt x="13261" y="-897"/>
                    <a:pt x="18494" y="2548"/>
                    <a:pt x="19599" y="7899"/>
                  </a:cubicBezTo>
                  <a:cubicBezTo>
                    <a:pt x="19600" y="7902"/>
                    <a:pt x="19600" y="7905"/>
                    <a:pt x="19600" y="7907"/>
                  </a:cubicBezTo>
                  <a:cubicBezTo>
                    <a:pt x="20703" y="13263"/>
                    <a:pt x="17254" y="18499"/>
                    <a:pt x="11898" y="19600"/>
                  </a:cubicBezTo>
                  <a:close/>
                </a:path>
              </a:pathLst>
            </a:custGeom>
            <a:solidFill>
              <a:schemeClr val="accent1"/>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91" name="Shape 729"/>
            <p:cNvSpPr/>
            <p:nvPr/>
          </p:nvSpPr>
          <p:spPr>
            <a:xfrm>
              <a:off x="285188" y="305676"/>
              <a:ext cx="341220" cy="300278"/>
            </a:xfrm>
            <a:custGeom>
              <a:avLst/>
              <a:gdLst/>
              <a:ahLst/>
              <a:cxnLst>
                <a:cxn ang="0">
                  <a:pos x="wd2" y="hd2"/>
                </a:cxn>
                <a:cxn ang="5400000">
                  <a:pos x="wd2" y="hd2"/>
                </a:cxn>
                <a:cxn ang="10800000">
                  <a:pos x="wd2" y="hd2"/>
                </a:cxn>
                <a:cxn ang="16200000">
                  <a:pos x="wd2" y="hd2"/>
                </a:cxn>
              </a:cxnLst>
              <a:rect l="0" t="0" r="r" b="b"/>
              <a:pathLst>
                <a:path w="21600" h="21600" extrusionOk="0">
                  <a:moveTo>
                    <a:pt x="19440" y="15832"/>
                  </a:moveTo>
                  <a:lnTo>
                    <a:pt x="2160" y="15832"/>
                  </a:lnTo>
                  <a:lnTo>
                    <a:pt x="2160" y="2209"/>
                  </a:lnTo>
                  <a:lnTo>
                    <a:pt x="19440" y="2209"/>
                  </a:lnTo>
                  <a:cubicBezTo>
                    <a:pt x="19440" y="2209"/>
                    <a:pt x="19440" y="15832"/>
                    <a:pt x="19440" y="15832"/>
                  </a:cubicBezTo>
                  <a:close/>
                  <a:moveTo>
                    <a:pt x="19440" y="0"/>
                  </a:moveTo>
                  <a:lnTo>
                    <a:pt x="2160" y="0"/>
                  </a:lnTo>
                  <a:cubicBezTo>
                    <a:pt x="971" y="0"/>
                    <a:pt x="0" y="1104"/>
                    <a:pt x="0" y="2455"/>
                  </a:cubicBezTo>
                  <a:lnTo>
                    <a:pt x="0" y="15955"/>
                  </a:lnTo>
                  <a:cubicBezTo>
                    <a:pt x="0" y="17304"/>
                    <a:pt x="953" y="18627"/>
                    <a:pt x="2119" y="18891"/>
                  </a:cubicBezTo>
                  <a:lnTo>
                    <a:pt x="6839" y="19964"/>
                  </a:lnTo>
                  <a:cubicBezTo>
                    <a:pt x="6839" y="19964"/>
                    <a:pt x="2775" y="21600"/>
                    <a:pt x="5400" y="21600"/>
                  </a:cubicBezTo>
                  <a:lnTo>
                    <a:pt x="16200" y="21600"/>
                  </a:lnTo>
                  <a:cubicBezTo>
                    <a:pt x="18825" y="21600"/>
                    <a:pt x="14761" y="19964"/>
                    <a:pt x="14761" y="19964"/>
                  </a:cubicBezTo>
                  <a:lnTo>
                    <a:pt x="19483" y="18891"/>
                  </a:lnTo>
                  <a:cubicBezTo>
                    <a:pt x="20647" y="18627"/>
                    <a:pt x="21600" y="17304"/>
                    <a:pt x="21600" y="15955"/>
                  </a:cubicBezTo>
                  <a:lnTo>
                    <a:pt x="21600" y="2455"/>
                  </a:lnTo>
                  <a:cubicBezTo>
                    <a:pt x="21600" y="1104"/>
                    <a:pt x="20629" y="0"/>
                    <a:pt x="19440" y="0"/>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8" name="Group 733"/>
          <p:cNvGrpSpPr/>
          <p:nvPr userDrawn="1"/>
        </p:nvGrpSpPr>
        <p:grpSpPr>
          <a:xfrm>
            <a:off x="3645765" y="2850347"/>
            <a:ext cx="455691" cy="455814"/>
            <a:chOff x="0" y="0"/>
            <a:chExt cx="911618" cy="911627"/>
          </a:xfrm>
        </p:grpSpPr>
        <p:sp>
          <p:nvSpPr>
            <p:cNvPr id="94" name="Shape 731"/>
            <p:cNvSpPr/>
            <p:nvPr/>
          </p:nvSpPr>
          <p:spPr>
            <a:xfrm>
              <a:off x="-1" y="-1"/>
              <a:ext cx="911620" cy="911629"/>
            </a:xfrm>
            <a:custGeom>
              <a:avLst/>
              <a:gdLst/>
              <a:ahLst/>
              <a:cxnLst>
                <a:cxn ang="0">
                  <a:pos x="wd2" y="hd2"/>
                </a:cxn>
                <a:cxn ang="5400000">
                  <a:pos x="wd2" y="hd2"/>
                </a:cxn>
                <a:cxn ang="10800000">
                  <a:pos x="wd2" y="hd2"/>
                </a:cxn>
                <a:cxn ang="16200000">
                  <a:pos x="wd2" y="hd2"/>
                </a:cxn>
              </a:cxnLst>
              <a:rect l="0" t="0" r="r" b="b"/>
              <a:pathLst>
                <a:path w="19807" h="19807" extrusionOk="0">
                  <a:moveTo>
                    <a:pt x="7907" y="205"/>
                  </a:moveTo>
                  <a:cubicBezTo>
                    <a:pt x="13264" y="-897"/>
                    <a:pt x="18498" y="2551"/>
                    <a:pt x="19601" y="7908"/>
                  </a:cubicBezTo>
                  <a:cubicBezTo>
                    <a:pt x="20703" y="13264"/>
                    <a:pt x="17254" y="18500"/>
                    <a:pt x="11898" y="19602"/>
                  </a:cubicBezTo>
                  <a:cubicBezTo>
                    <a:pt x="6545" y="20703"/>
                    <a:pt x="1312" y="17258"/>
                    <a:pt x="206" y="11907"/>
                  </a:cubicBezTo>
                  <a:cubicBezTo>
                    <a:pt x="206" y="11904"/>
                    <a:pt x="205" y="11901"/>
                    <a:pt x="204" y="11899"/>
                  </a:cubicBezTo>
                  <a:cubicBezTo>
                    <a:pt x="-897" y="6542"/>
                    <a:pt x="2551" y="1307"/>
                    <a:pt x="7907" y="205"/>
                  </a:cubicBezTo>
                  <a:close/>
                </a:path>
              </a:pathLst>
            </a:custGeom>
            <a:solidFill>
              <a:schemeClr val="accent5"/>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95" name="Shape 732"/>
            <p:cNvSpPr/>
            <p:nvPr/>
          </p:nvSpPr>
          <p:spPr>
            <a:xfrm>
              <a:off x="287277" y="355105"/>
              <a:ext cx="337065" cy="202231"/>
            </a:xfrm>
            <a:custGeom>
              <a:avLst/>
              <a:gdLst/>
              <a:ahLst/>
              <a:cxnLst>
                <a:cxn ang="0">
                  <a:pos x="wd2" y="hd2"/>
                </a:cxn>
                <a:cxn ang="5400000">
                  <a:pos x="wd2" y="hd2"/>
                </a:cxn>
                <a:cxn ang="10800000">
                  <a:pos x="wd2" y="hd2"/>
                </a:cxn>
                <a:cxn ang="16200000">
                  <a:pos x="wd2" y="hd2"/>
                </a:cxn>
              </a:cxnLst>
              <a:rect l="0" t="0" r="r" b="b"/>
              <a:pathLst>
                <a:path w="21600" h="21600" extrusionOk="0">
                  <a:moveTo>
                    <a:pt x="19440" y="7201"/>
                  </a:moveTo>
                  <a:lnTo>
                    <a:pt x="15120" y="7201"/>
                  </a:lnTo>
                  <a:lnTo>
                    <a:pt x="15120" y="3600"/>
                  </a:lnTo>
                  <a:lnTo>
                    <a:pt x="19440" y="3600"/>
                  </a:lnTo>
                  <a:cubicBezTo>
                    <a:pt x="19440" y="3600"/>
                    <a:pt x="19440" y="7201"/>
                    <a:pt x="19440" y="7201"/>
                  </a:cubicBezTo>
                  <a:close/>
                  <a:moveTo>
                    <a:pt x="16200" y="12600"/>
                  </a:moveTo>
                  <a:lnTo>
                    <a:pt x="16200" y="9000"/>
                  </a:lnTo>
                  <a:lnTo>
                    <a:pt x="18359" y="9000"/>
                  </a:lnTo>
                  <a:lnTo>
                    <a:pt x="18359" y="12600"/>
                  </a:lnTo>
                  <a:cubicBezTo>
                    <a:pt x="18359" y="12600"/>
                    <a:pt x="16200" y="12600"/>
                    <a:pt x="16200" y="12600"/>
                  </a:cubicBezTo>
                  <a:close/>
                  <a:moveTo>
                    <a:pt x="19440" y="18000"/>
                  </a:moveTo>
                  <a:lnTo>
                    <a:pt x="17280" y="18000"/>
                  </a:lnTo>
                  <a:lnTo>
                    <a:pt x="17280" y="14401"/>
                  </a:lnTo>
                  <a:lnTo>
                    <a:pt x="19440" y="14401"/>
                  </a:lnTo>
                  <a:cubicBezTo>
                    <a:pt x="19440" y="14401"/>
                    <a:pt x="19440" y="18000"/>
                    <a:pt x="19440" y="18000"/>
                  </a:cubicBezTo>
                  <a:close/>
                  <a:moveTo>
                    <a:pt x="16200" y="18000"/>
                  </a:moveTo>
                  <a:lnTo>
                    <a:pt x="5400" y="18000"/>
                  </a:lnTo>
                  <a:lnTo>
                    <a:pt x="5400" y="14401"/>
                  </a:lnTo>
                  <a:lnTo>
                    <a:pt x="16200" y="14401"/>
                  </a:lnTo>
                  <a:cubicBezTo>
                    <a:pt x="16200" y="14401"/>
                    <a:pt x="16200" y="18000"/>
                    <a:pt x="16200" y="18000"/>
                  </a:cubicBezTo>
                  <a:close/>
                  <a:moveTo>
                    <a:pt x="4319" y="18000"/>
                  </a:moveTo>
                  <a:lnTo>
                    <a:pt x="2160" y="18000"/>
                  </a:lnTo>
                  <a:lnTo>
                    <a:pt x="2160" y="14401"/>
                  </a:lnTo>
                  <a:lnTo>
                    <a:pt x="4319" y="14401"/>
                  </a:lnTo>
                  <a:cubicBezTo>
                    <a:pt x="4319" y="14401"/>
                    <a:pt x="4319" y="18000"/>
                    <a:pt x="4319" y="18000"/>
                  </a:cubicBezTo>
                  <a:close/>
                  <a:moveTo>
                    <a:pt x="5400" y="9000"/>
                  </a:moveTo>
                  <a:lnTo>
                    <a:pt x="5400" y="12600"/>
                  </a:lnTo>
                  <a:lnTo>
                    <a:pt x="3240" y="12600"/>
                  </a:lnTo>
                  <a:lnTo>
                    <a:pt x="3240" y="9000"/>
                  </a:lnTo>
                  <a:cubicBezTo>
                    <a:pt x="3240" y="9000"/>
                    <a:pt x="5400" y="9000"/>
                    <a:pt x="5400" y="9000"/>
                  </a:cubicBezTo>
                  <a:close/>
                  <a:moveTo>
                    <a:pt x="2160" y="3600"/>
                  </a:moveTo>
                  <a:lnTo>
                    <a:pt x="4319" y="3600"/>
                  </a:lnTo>
                  <a:lnTo>
                    <a:pt x="4319" y="7201"/>
                  </a:lnTo>
                  <a:lnTo>
                    <a:pt x="2160" y="7201"/>
                  </a:lnTo>
                  <a:cubicBezTo>
                    <a:pt x="2160" y="7201"/>
                    <a:pt x="2160" y="3600"/>
                    <a:pt x="2160" y="3600"/>
                  </a:cubicBezTo>
                  <a:close/>
                  <a:moveTo>
                    <a:pt x="8639" y="9000"/>
                  </a:moveTo>
                  <a:lnTo>
                    <a:pt x="8639" y="12600"/>
                  </a:lnTo>
                  <a:lnTo>
                    <a:pt x="6479" y="12600"/>
                  </a:lnTo>
                  <a:lnTo>
                    <a:pt x="6479" y="9000"/>
                  </a:lnTo>
                  <a:cubicBezTo>
                    <a:pt x="6479" y="9000"/>
                    <a:pt x="8639" y="9000"/>
                    <a:pt x="8639" y="9000"/>
                  </a:cubicBezTo>
                  <a:close/>
                  <a:moveTo>
                    <a:pt x="5400" y="3600"/>
                  </a:moveTo>
                  <a:lnTo>
                    <a:pt x="7560" y="3600"/>
                  </a:lnTo>
                  <a:lnTo>
                    <a:pt x="7560" y="7201"/>
                  </a:lnTo>
                  <a:lnTo>
                    <a:pt x="5400" y="7201"/>
                  </a:lnTo>
                  <a:cubicBezTo>
                    <a:pt x="5400" y="7201"/>
                    <a:pt x="5400" y="3600"/>
                    <a:pt x="5400" y="3600"/>
                  </a:cubicBezTo>
                  <a:close/>
                  <a:moveTo>
                    <a:pt x="11880" y="9000"/>
                  </a:moveTo>
                  <a:lnTo>
                    <a:pt x="11880" y="12600"/>
                  </a:lnTo>
                  <a:lnTo>
                    <a:pt x="9720" y="12600"/>
                  </a:lnTo>
                  <a:lnTo>
                    <a:pt x="9720" y="9000"/>
                  </a:lnTo>
                  <a:cubicBezTo>
                    <a:pt x="9720" y="9000"/>
                    <a:pt x="11880" y="9000"/>
                    <a:pt x="11880" y="9000"/>
                  </a:cubicBezTo>
                  <a:close/>
                  <a:moveTo>
                    <a:pt x="8639" y="3600"/>
                  </a:moveTo>
                  <a:lnTo>
                    <a:pt x="10799" y="3600"/>
                  </a:lnTo>
                  <a:lnTo>
                    <a:pt x="10799" y="7201"/>
                  </a:lnTo>
                  <a:lnTo>
                    <a:pt x="8639" y="7201"/>
                  </a:lnTo>
                  <a:cubicBezTo>
                    <a:pt x="8639" y="7201"/>
                    <a:pt x="8639" y="3600"/>
                    <a:pt x="8639" y="3600"/>
                  </a:cubicBezTo>
                  <a:close/>
                  <a:moveTo>
                    <a:pt x="15120" y="9000"/>
                  </a:moveTo>
                  <a:lnTo>
                    <a:pt x="15120" y="12600"/>
                  </a:lnTo>
                  <a:lnTo>
                    <a:pt x="12959" y="12600"/>
                  </a:lnTo>
                  <a:lnTo>
                    <a:pt x="12959" y="9000"/>
                  </a:lnTo>
                  <a:cubicBezTo>
                    <a:pt x="12959" y="9000"/>
                    <a:pt x="15120" y="9000"/>
                    <a:pt x="15120" y="9000"/>
                  </a:cubicBezTo>
                  <a:close/>
                  <a:moveTo>
                    <a:pt x="11880" y="3600"/>
                  </a:moveTo>
                  <a:lnTo>
                    <a:pt x="14040" y="3600"/>
                  </a:lnTo>
                  <a:lnTo>
                    <a:pt x="14040" y="7201"/>
                  </a:lnTo>
                  <a:lnTo>
                    <a:pt x="11880" y="7201"/>
                  </a:lnTo>
                  <a:cubicBezTo>
                    <a:pt x="11880" y="7201"/>
                    <a:pt x="11880" y="3600"/>
                    <a:pt x="11880" y="3600"/>
                  </a:cubicBezTo>
                  <a:close/>
                  <a:moveTo>
                    <a:pt x="20088" y="0"/>
                  </a:moveTo>
                  <a:lnTo>
                    <a:pt x="1511" y="0"/>
                  </a:lnTo>
                  <a:cubicBezTo>
                    <a:pt x="680" y="0"/>
                    <a:pt x="0" y="1134"/>
                    <a:pt x="0" y="2519"/>
                  </a:cubicBezTo>
                  <a:lnTo>
                    <a:pt x="0" y="19081"/>
                  </a:lnTo>
                  <a:cubicBezTo>
                    <a:pt x="0" y="20466"/>
                    <a:pt x="680" y="21600"/>
                    <a:pt x="1511" y="21600"/>
                  </a:cubicBezTo>
                  <a:lnTo>
                    <a:pt x="20088" y="21600"/>
                  </a:lnTo>
                  <a:cubicBezTo>
                    <a:pt x="20920" y="21600"/>
                    <a:pt x="21600" y="20466"/>
                    <a:pt x="21600" y="19081"/>
                  </a:cubicBezTo>
                  <a:lnTo>
                    <a:pt x="21600" y="2519"/>
                  </a:lnTo>
                  <a:cubicBezTo>
                    <a:pt x="21600" y="1134"/>
                    <a:pt x="20920" y="0"/>
                    <a:pt x="20088" y="0"/>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11" name="Group 736"/>
          <p:cNvGrpSpPr/>
          <p:nvPr userDrawn="1"/>
        </p:nvGrpSpPr>
        <p:grpSpPr>
          <a:xfrm>
            <a:off x="3645767" y="3694404"/>
            <a:ext cx="455687" cy="455814"/>
            <a:chOff x="0" y="0"/>
            <a:chExt cx="911610" cy="911627"/>
          </a:xfrm>
        </p:grpSpPr>
        <p:sp>
          <p:nvSpPr>
            <p:cNvPr id="97" name="Shape 734"/>
            <p:cNvSpPr/>
            <p:nvPr/>
          </p:nvSpPr>
          <p:spPr>
            <a:xfrm>
              <a:off x="0" y="0"/>
              <a:ext cx="911611" cy="911628"/>
            </a:xfrm>
            <a:custGeom>
              <a:avLst/>
              <a:gdLst/>
              <a:ahLst/>
              <a:cxnLst>
                <a:cxn ang="0">
                  <a:pos x="wd2" y="hd2"/>
                </a:cxn>
                <a:cxn ang="5400000">
                  <a:pos x="wd2" y="hd2"/>
                </a:cxn>
                <a:cxn ang="10800000">
                  <a:pos x="wd2" y="hd2"/>
                </a:cxn>
                <a:cxn ang="16200000">
                  <a:pos x="wd2" y="hd2"/>
                </a:cxn>
              </a:cxnLst>
              <a:rect l="0" t="0" r="r" b="b"/>
              <a:pathLst>
                <a:path w="19806" h="19807" extrusionOk="0">
                  <a:moveTo>
                    <a:pt x="7908" y="205"/>
                  </a:moveTo>
                  <a:cubicBezTo>
                    <a:pt x="13264" y="-897"/>
                    <a:pt x="18499" y="2552"/>
                    <a:pt x="19601" y="7908"/>
                  </a:cubicBezTo>
                  <a:cubicBezTo>
                    <a:pt x="20703" y="13265"/>
                    <a:pt x="17255" y="18500"/>
                    <a:pt x="11899" y="19602"/>
                  </a:cubicBezTo>
                  <a:cubicBezTo>
                    <a:pt x="6545" y="20703"/>
                    <a:pt x="1313" y="17258"/>
                    <a:pt x="207" y="11907"/>
                  </a:cubicBezTo>
                  <a:cubicBezTo>
                    <a:pt x="207" y="11904"/>
                    <a:pt x="206" y="11901"/>
                    <a:pt x="206" y="11899"/>
                  </a:cubicBezTo>
                  <a:cubicBezTo>
                    <a:pt x="-897" y="6543"/>
                    <a:pt x="2552" y="1307"/>
                    <a:pt x="7908" y="205"/>
                  </a:cubicBezTo>
                  <a:close/>
                </a:path>
              </a:pathLst>
            </a:custGeom>
            <a:solidFill>
              <a:schemeClr val="accent3"/>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98" name="Shape 735"/>
            <p:cNvSpPr/>
            <p:nvPr/>
          </p:nvSpPr>
          <p:spPr>
            <a:xfrm>
              <a:off x="344357" y="315715"/>
              <a:ext cx="222897" cy="280197"/>
            </a:xfrm>
            <a:custGeom>
              <a:avLst/>
              <a:gdLst/>
              <a:ahLst/>
              <a:cxnLst>
                <a:cxn ang="0">
                  <a:pos x="wd2" y="hd2"/>
                </a:cxn>
                <a:cxn ang="5400000">
                  <a:pos x="wd2" y="hd2"/>
                </a:cxn>
                <a:cxn ang="10800000">
                  <a:pos x="wd2" y="hd2"/>
                </a:cxn>
                <a:cxn ang="16200000">
                  <a:pos x="wd2" y="hd2"/>
                </a:cxn>
              </a:cxnLst>
              <a:rect l="0" t="0" r="r" b="b"/>
              <a:pathLst>
                <a:path w="21600" h="21600" extrusionOk="0">
                  <a:moveTo>
                    <a:pt x="10799" y="0"/>
                  </a:moveTo>
                  <a:cubicBezTo>
                    <a:pt x="4836" y="0"/>
                    <a:pt x="0" y="1447"/>
                    <a:pt x="0" y="3231"/>
                  </a:cubicBezTo>
                  <a:lnTo>
                    <a:pt x="0" y="4776"/>
                  </a:lnTo>
                  <a:cubicBezTo>
                    <a:pt x="0" y="6669"/>
                    <a:pt x="4836" y="8203"/>
                    <a:pt x="10799" y="8203"/>
                  </a:cubicBezTo>
                  <a:cubicBezTo>
                    <a:pt x="16764" y="8203"/>
                    <a:pt x="21600" y="6669"/>
                    <a:pt x="21600" y="4776"/>
                  </a:cubicBezTo>
                  <a:lnTo>
                    <a:pt x="21600" y="3231"/>
                  </a:lnTo>
                  <a:cubicBezTo>
                    <a:pt x="21600" y="1447"/>
                    <a:pt x="16764" y="0"/>
                    <a:pt x="10799" y="0"/>
                  </a:cubicBezTo>
                  <a:close/>
                  <a:moveTo>
                    <a:pt x="21195" y="8008"/>
                  </a:moveTo>
                  <a:cubicBezTo>
                    <a:pt x="19915" y="9488"/>
                    <a:pt x="15746" y="10572"/>
                    <a:pt x="10799" y="10572"/>
                  </a:cubicBezTo>
                  <a:cubicBezTo>
                    <a:pt x="5856" y="10572"/>
                    <a:pt x="1685" y="9488"/>
                    <a:pt x="405" y="8008"/>
                  </a:cubicBezTo>
                  <a:cubicBezTo>
                    <a:pt x="141" y="7702"/>
                    <a:pt x="0" y="7868"/>
                    <a:pt x="0" y="8007"/>
                  </a:cubicBezTo>
                  <a:cubicBezTo>
                    <a:pt x="0" y="8144"/>
                    <a:pt x="0" y="10898"/>
                    <a:pt x="0" y="10898"/>
                  </a:cubicBezTo>
                  <a:cubicBezTo>
                    <a:pt x="0" y="13061"/>
                    <a:pt x="4836" y="14814"/>
                    <a:pt x="10799" y="14814"/>
                  </a:cubicBezTo>
                  <a:cubicBezTo>
                    <a:pt x="16764" y="14814"/>
                    <a:pt x="21600" y="13061"/>
                    <a:pt x="21600" y="10898"/>
                  </a:cubicBezTo>
                  <a:cubicBezTo>
                    <a:pt x="21600" y="10898"/>
                    <a:pt x="21600" y="8144"/>
                    <a:pt x="21600" y="8007"/>
                  </a:cubicBezTo>
                  <a:cubicBezTo>
                    <a:pt x="21600" y="7868"/>
                    <a:pt x="21459" y="7702"/>
                    <a:pt x="21195" y="8008"/>
                  </a:cubicBezTo>
                  <a:close/>
                  <a:moveTo>
                    <a:pt x="21176" y="14285"/>
                  </a:moveTo>
                  <a:cubicBezTo>
                    <a:pt x="19876" y="15959"/>
                    <a:pt x="15722" y="17184"/>
                    <a:pt x="10799" y="17184"/>
                  </a:cubicBezTo>
                  <a:cubicBezTo>
                    <a:pt x="5878" y="17184"/>
                    <a:pt x="1724" y="15959"/>
                    <a:pt x="424" y="14285"/>
                  </a:cubicBezTo>
                  <a:cubicBezTo>
                    <a:pt x="147" y="13932"/>
                    <a:pt x="0" y="14121"/>
                    <a:pt x="0" y="14297"/>
                  </a:cubicBezTo>
                  <a:cubicBezTo>
                    <a:pt x="0" y="14472"/>
                    <a:pt x="0" y="16754"/>
                    <a:pt x="0" y="16754"/>
                  </a:cubicBezTo>
                  <a:cubicBezTo>
                    <a:pt x="0" y="19133"/>
                    <a:pt x="4836" y="21600"/>
                    <a:pt x="10799" y="21600"/>
                  </a:cubicBezTo>
                  <a:cubicBezTo>
                    <a:pt x="16764" y="21600"/>
                    <a:pt x="21600" y="19133"/>
                    <a:pt x="21600" y="16754"/>
                  </a:cubicBezTo>
                  <a:cubicBezTo>
                    <a:pt x="21600" y="16754"/>
                    <a:pt x="21600" y="14472"/>
                    <a:pt x="21600" y="14297"/>
                  </a:cubicBezTo>
                  <a:cubicBezTo>
                    <a:pt x="21600" y="14121"/>
                    <a:pt x="21453" y="13932"/>
                    <a:pt x="21176" y="14285"/>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sp>
        <p:nvSpPr>
          <p:cNvPr id="100" name="Content Placeholder 20"/>
          <p:cNvSpPr>
            <a:spLocks noGrp="1"/>
          </p:cNvSpPr>
          <p:nvPr>
            <p:ph sz="quarter" idx="24"/>
          </p:nvPr>
        </p:nvSpPr>
        <p:spPr>
          <a:xfrm>
            <a:off x="2006600" y="2006502"/>
            <a:ext cx="1420812" cy="228600"/>
          </a:xfrm>
        </p:spPr>
        <p:txBody>
          <a:bodyPr lIns="0" tIns="0" rIns="0" bIns="0" anchor="ctr">
            <a:normAutofit/>
          </a:bodyPr>
          <a:lstStyle>
            <a:lvl1pPr marL="0" indent="0" algn="r">
              <a:buNone/>
              <a:defRPr sz="1200" b="1">
                <a:solidFill>
                  <a:schemeClr val="tx1">
                    <a:lumMod val="65000"/>
                    <a:lumOff val="35000"/>
                  </a:schemeClr>
                </a:solidFill>
                <a:latin typeface="Source Sans Pro Light"/>
              </a:defRPr>
            </a:lvl1pPr>
          </a:lstStyle>
          <a:p>
            <a:pPr lvl="0"/>
            <a:endParaRPr lang="en-GB" dirty="0" smtClean="0"/>
          </a:p>
        </p:txBody>
      </p:sp>
      <p:sp>
        <p:nvSpPr>
          <p:cNvPr id="101" name="Text Placeholder 17"/>
          <p:cNvSpPr>
            <a:spLocks noGrp="1"/>
          </p:cNvSpPr>
          <p:nvPr>
            <p:ph type="body" sz="quarter" idx="25"/>
          </p:nvPr>
        </p:nvSpPr>
        <p:spPr>
          <a:xfrm>
            <a:off x="1293812" y="2250651"/>
            <a:ext cx="2133600" cy="332532"/>
          </a:xfrm>
        </p:spPr>
        <p:txBody>
          <a:bodyPr lIns="0" tIns="0" rIns="0" bIns="0">
            <a:normAutofit/>
          </a:bodyPr>
          <a:lstStyle>
            <a:lvl1pPr marL="0" indent="0" algn="r">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106" name="Content Placeholder 20"/>
          <p:cNvSpPr>
            <a:spLocks noGrp="1"/>
          </p:cNvSpPr>
          <p:nvPr>
            <p:ph sz="quarter" idx="26"/>
          </p:nvPr>
        </p:nvSpPr>
        <p:spPr>
          <a:xfrm>
            <a:off x="8761412" y="2859552"/>
            <a:ext cx="1420812"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107" name="Text Placeholder 17"/>
          <p:cNvSpPr>
            <a:spLocks noGrp="1"/>
          </p:cNvSpPr>
          <p:nvPr>
            <p:ph type="body" sz="quarter" idx="27"/>
          </p:nvPr>
        </p:nvSpPr>
        <p:spPr>
          <a:xfrm>
            <a:off x="8761412" y="3103701"/>
            <a:ext cx="2133600" cy="332532"/>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108" name="Content Placeholder 20"/>
          <p:cNvSpPr>
            <a:spLocks noGrp="1"/>
          </p:cNvSpPr>
          <p:nvPr>
            <p:ph sz="quarter" idx="28"/>
          </p:nvPr>
        </p:nvSpPr>
        <p:spPr>
          <a:xfrm>
            <a:off x="2006600" y="2859552"/>
            <a:ext cx="1420812" cy="228600"/>
          </a:xfrm>
        </p:spPr>
        <p:txBody>
          <a:bodyPr lIns="0" tIns="0" rIns="0" bIns="0" anchor="ctr">
            <a:normAutofit/>
          </a:bodyPr>
          <a:lstStyle>
            <a:lvl1pPr marL="0" indent="0" algn="r">
              <a:buNone/>
              <a:defRPr sz="1200" b="1">
                <a:solidFill>
                  <a:schemeClr val="tx1">
                    <a:lumMod val="65000"/>
                    <a:lumOff val="35000"/>
                  </a:schemeClr>
                </a:solidFill>
                <a:latin typeface="Source Sans Pro Light"/>
              </a:defRPr>
            </a:lvl1pPr>
          </a:lstStyle>
          <a:p>
            <a:pPr lvl="0"/>
            <a:endParaRPr lang="en-GB" dirty="0" smtClean="0"/>
          </a:p>
        </p:txBody>
      </p:sp>
      <p:sp>
        <p:nvSpPr>
          <p:cNvPr id="109" name="Text Placeholder 17"/>
          <p:cNvSpPr>
            <a:spLocks noGrp="1"/>
          </p:cNvSpPr>
          <p:nvPr>
            <p:ph type="body" sz="quarter" idx="29"/>
          </p:nvPr>
        </p:nvSpPr>
        <p:spPr>
          <a:xfrm>
            <a:off x="1293812" y="3103701"/>
            <a:ext cx="2133600" cy="332532"/>
          </a:xfrm>
        </p:spPr>
        <p:txBody>
          <a:bodyPr lIns="0" tIns="0" rIns="0" bIns="0">
            <a:normAutofit/>
          </a:bodyPr>
          <a:lstStyle>
            <a:lvl1pPr marL="0" indent="0" algn="r">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110" name="Content Placeholder 20"/>
          <p:cNvSpPr>
            <a:spLocks noGrp="1"/>
          </p:cNvSpPr>
          <p:nvPr>
            <p:ph sz="quarter" idx="30"/>
          </p:nvPr>
        </p:nvSpPr>
        <p:spPr>
          <a:xfrm>
            <a:off x="8761412" y="3694404"/>
            <a:ext cx="1420812"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111" name="Text Placeholder 17"/>
          <p:cNvSpPr>
            <a:spLocks noGrp="1"/>
          </p:cNvSpPr>
          <p:nvPr>
            <p:ph type="body" sz="quarter" idx="31"/>
          </p:nvPr>
        </p:nvSpPr>
        <p:spPr>
          <a:xfrm>
            <a:off x="8761412" y="3938553"/>
            <a:ext cx="2133600" cy="332532"/>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112" name="Content Placeholder 20"/>
          <p:cNvSpPr>
            <a:spLocks noGrp="1"/>
          </p:cNvSpPr>
          <p:nvPr>
            <p:ph sz="quarter" idx="32"/>
          </p:nvPr>
        </p:nvSpPr>
        <p:spPr>
          <a:xfrm>
            <a:off x="2006600" y="3694404"/>
            <a:ext cx="1420812" cy="228600"/>
          </a:xfrm>
        </p:spPr>
        <p:txBody>
          <a:bodyPr lIns="0" tIns="0" rIns="0" bIns="0" anchor="ctr">
            <a:normAutofit/>
          </a:bodyPr>
          <a:lstStyle>
            <a:lvl1pPr marL="0" indent="0" algn="r">
              <a:buNone/>
              <a:defRPr sz="1200" b="1">
                <a:solidFill>
                  <a:schemeClr val="tx1">
                    <a:lumMod val="65000"/>
                    <a:lumOff val="35000"/>
                  </a:schemeClr>
                </a:solidFill>
                <a:latin typeface="Source Sans Pro Light"/>
              </a:defRPr>
            </a:lvl1pPr>
          </a:lstStyle>
          <a:p>
            <a:pPr lvl="0"/>
            <a:endParaRPr lang="en-GB" dirty="0" smtClean="0"/>
          </a:p>
        </p:txBody>
      </p:sp>
      <p:sp>
        <p:nvSpPr>
          <p:cNvPr id="113" name="Text Placeholder 17"/>
          <p:cNvSpPr>
            <a:spLocks noGrp="1"/>
          </p:cNvSpPr>
          <p:nvPr>
            <p:ph type="body" sz="quarter" idx="33"/>
          </p:nvPr>
        </p:nvSpPr>
        <p:spPr>
          <a:xfrm>
            <a:off x="1293812" y="3938553"/>
            <a:ext cx="2133600" cy="332532"/>
          </a:xfrm>
        </p:spPr>
        <p:txBody>
          <a:bodyPr lIns="0" tIns="0" rIns="0" bIns="0">
            <a:normAutofit/>
          </a:bodyPr>
          <a:lstStyle>
            <a:lvl1pPr marL="0" indent="0" algn="r">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114" name="Content Placeholder 20"/>
          <p:cNvSpPr>
            <a:spLocks noGrp="1"/>
          </p:cNvSpPr>
          <p:nvPr>
            <p:ph sz="quarter" idx="34"/>
          </p:nvPr>
        </p:nvSpPr>
        <p:spPr>
          <a:xfrm>
            <a:off x="8761412" y="4547454"/>
            <a:ext cx="1420812"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115" name="Text Placeholder 17"/>
          <p:cNvSpPr>
            <a:spLocks noGrp="1"/>
          </p:cNvSpPr>
          <p:nvPr>
            <p:ph type="body" sz="quarter" idx="35"/>
          </p:nvPr>
        </p:nvSpPr>
        <p:spPr>
          <a:xfrm>
            <a:off x="8761412" y="4791603"/>
            <a:ext cx="2133600" cy="332532"/>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116" name="Content Placeholder 20"/>
          <p:cNvSpPr>
            <a:spLocks noGrp="1"/>
          </p:cNvSpPr>
          <p:nvPr>
            <p:ph sz="quarter" idx="36"/>
          </p:nvPr>
        </p:nvSpPr>
        <p:spPr>
          <a:xfrm>
            <a:off x="2006600" y="4547454"/>
            <a:ext cx="1420812" cy="228600"/>
          </a:xfrm>
        </p:spPr>
        <p:txBody>
          <a:bodyPr lIns="0" tIns="0" rIns="0" bIns="0" anchor="ctr">
            <a:normAutofit/>
          </a:bodyPr>
          <a:lstStyle>
            <a:lvl1pPr marL="0" indent="0" algn="r">
              <a:buNone/>
              <a:defRPr sz="1200" b="1">
                <a:solidFill>
                  <a:schemeClr val="tx1">
                    <a:lumMod val="65000"/>
                    <a:lumOff val="35000"/>
                  </a:schemeClr>
                </a:solidFill>
                <a:latin typeface="Source Sans Pro Light"/>
              </a:defRPr>
            </a:lvl1pPr>
          </a:lstStyle>
          <a:p>
            <a:pPr lvl="0"/>
            <a:endParaRPr lang="en-GB" dirty="0" smtClean="0"/>
          </a:p>
        </p:txBody>
      </p:sp>
      <p:sp>
        <p:nvSpPr>
          <p:cNvPr id="117" name="Text Placeholder 17"/>
          <p:cNvSpPr>
            <a:spLocks noGrp="1"/>
          </p:cNvSpPr>
          <p:nvPr>
            <p:ph type="body" sz="quarter" idx="37"/>
          </p:nvPr>
        </p:nvSpPr>
        <p:spPr>
          <a:xfrm>
            <a:off x="1293812" y="4791603"/>
            <a:ext cx="2133600" cy="332532"/>
          </a:xfrm>
        </p:spPr>
        <p:txBody>
          <a:bodyPr lIns="0" tIns="0" rIns="0" bIns="0">
            <a:normAutofit/>
          </a:bodyPr>
          <a:lstStyle>
            <a:lvl1pPr marL="0" indent="0" algn="r">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Tree>
    <p:extLst>
      <p:ext uri="{BB962C8B-B14F-4D97-AF65-F5344CB8AC3E}">
        <p14:creationId xmlns:p14="http://schemas.microsoft.com/office/powerpoint/2010/main" val="2604296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dissolve">
                                      <p:cBhvr>
                                        <p:cTn id="11" dur="500"/>
                                        <p:tgtEl>
                                          <p:spTgt spid="23">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wipe(up)">
                                      <p:cBhvr>
                                        <p:cTn id="15" dur="500"/>
                                        <p:tgtEl>
                                          <p:spTgt spid="61"/>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par>
                          <p:cTn id="24" fill="hold">
                            <p:stCondLst>
                              <p:cond delay="2500"/>
                            </p:stCondLst>
                            <p:childTnLst>
                              <p:par>
                                <p:cTn id="25" presetID="9" presetClass="entr" presetSubtype="0" fill="hold" grpId="0" nodeType="afterEffect" nodePh="1">
                                  <p:stCondLst>
                                    <p:cond delay="0"/>
                                  </p:stCondLst>
                                  <p:endCondLst>
                                    <p:cond evt="begin" delay="0">
                                      <p:tn val="25"/>
                                    </p:cond>
                                  </p:endCondLst>
                                  <p:childTnLst>
                                    <p:set>
                                      <p:cBhvr>
                                        <p:cTn id="26" dur="1" fill="hold">
                                          <p:stCondLst>
                                            <p:cond delay="0"/>
                                          </p:stCondLst>
                                        </p:cTn>
                                        <p:tgtEl>
                                          <p:spTgt spid="100">
                                            <p:txEl>
                                              <p:pRg st="0" end="0"/>
                                            </p:txEl>
                                          </p:spTgt>
                                        </p:tgtEl>
                                        <p:attrNameLst>
                                          <p:attrName>style.visibility</p:attrName>
                                        </p:attrNameLst>
                                      </p:cBhvr>
                                      <p:to>
                                        <p:strVal val="visible"/>
                                      </p:to>
                                    </p:set>
                                    <p:animEffect transition="in" filter="dissolve">
                                      <p:cBhvr>
                                        <p:cTn id="27" dur="500"/>
                                        <p:tgtEl>
                                          <p:spTgt spid="100">
                                            <p:txEl>
                                              <p:pRg st="0" end="0"/>
                                            </p:txEl>
                                          </p:spTgt>
                                        </p:tgtEl>
                                      </p:cBhvr>
                                    </p:animEffect>
                                  </p:childTnLst>
                                </p:cTn>
                              </p:par>
                              <p:par>
                                <p:cTn id="28" presetID="9" presetClass="entr" presetSubtype="0" fill="hold" grpId="0" nodeType="withEffect" nodePh="1">
                                  <p:stCondLst>
                                    <p:cond delay="0"/>
                                  </p:stCondLst>
                                  <p:endCondLst>
                                    <p:cond evt="begin" delay="0">
                                      <p:tn val="28"/>
                                    </p:cond>
                                  </p:endCondLst>
                                  <p:childTnLst>
                                    <p:set>
                                      <p:cBhvr>
                                        <p:cTn id="29" dur="1" fill="hold">
                                          <p:stCondLst>
                                            <p:cond delay="0"/>
                                          </p:stCondLst>
                                        </p:cTn>
                                        <p:tgtEl>
                                          <p:spTgt spid="101">
                                            <p:txEl>
                                              <p:pRg st="0" end="0"/>
                                            </p:txEl>
                                          </p:spTgt>
                                        </p:tgtEl>
                                        <p:attrNameLst>
                                          <p:attrName>style.visibility</p:attrName>
                                        </p:attrNameLst>
                                      </p:cBhvr>
                                      <p:to>
                                        <p:strVal val="visible"/>
                                      </p:to>
                                    </p:set>
                                    <p:animEffect transition="in" filter="dissolve">
                                      <p:cBhvr>
                                        <p:cTn id="30" dur="500"/>
                                        <p:tgtEl>
                                          <p:spTgt spid="101">
                                            <p:txEl>
                                              <p:pRg st="0" end="0"/>
                                            </p:txEl>
                                          </p:spTgt>
                                        </p:tgtEl>
                                      </p:cBhvr>
                                    </p:animEffect>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par>
                          <p:cTn id="35" fill="hold">
                            <p:stCondLst>
                              <p:cond delay="3500"/>
                            </p:stCondLst>
                            <p:childTnLst>
                              <p:par>
                                <p:cTn id="36" presetID="9" presetClass="entr" presetSubtype="0" fill="hold" grpId="0" nodeType="afterEffect" nodePh="1">
                                  <p:stCondLst>
                                    <p:cond delay="0"/>
                                  </p:stCondLst>
                                  <p:endCondLst>
                                    <p:cond evt="begin" delay="0">
                                      <p:tn val="36"/>
                                    </p:cond>
                                  </p:endCondLst>
                                  <p:childTnLst>
                                    <p:set>
                                      <p:cBhvr>
                                        <p:cTn id="37" dur="1" fill="hold">
                                          <p:stCondLst>
                                            <p:cond delay="0"/>
                                          </p:stCondLst>
                                        </p:cTn>
                                        <p:tgtEl>
                                          <p:spTgt spid="108">
                                            <p:txEl>
                                              <p:pRg st="0" end="0"/>
                                            </p:txEl>
                                          </p:spTgt>
                                        </p:tgtEl>
                                        <p:attrNameLst>
                                          <p:attrName>style.visibility</p:attrName>
                                        </p:attrNameLst>
                                      </p:cBhvr>
                                      <p:to>
                                        <p:strVal val="visible"/>
                                      </p:to>
                                    </p:set>
                                    <p:animEffect transition="in" filter="dissolve">
                                      <p:cBhvr>
                                        <p:cTn id="38" dur="500"/>
                                        <p:tgtEl>
                                          <p:spTgt spid="108">
                                            <p:txEl>
                                              <p:pRg st="0" end="0"/>
                                            </p:txEl>
                                          </p:spTgt>
                                        </p:tgtEl>
                                      </p:cBhvr>
                                    </p:animEffect>
                                  </p:childTnLst>
                                </p:cTn>
                              </p:par>
                              <p:par>
                                <p:cTn id="39" presetID="9" presetClass="entr" presetSubtype="0" fill="hold" grpId="0" nodeType="withEffect" nodePh="1">
                                  <p:stCondLst>
                                    <p:cond delay="0"/>
                                  </p:stCondLst>
                                  <p:endCondLst>
                                    <p:cond evt="begin" delay="0">
                                      <p:tn val="39"/>
                                    </p:cond>
                                  </p:endCondLst>
                                  <p:childTnLst>
                                    <p:set>
                                      <p:cBhvr>
                                        <p:cTn id="40" dur="1" fill="hold">
                                          <p:stCondLst>
                                            <p:cond delay="0"/>
                                          </p:stCondLst>
                                        </p:cTn>
                                        <p:tgtEl>
                                          <p:spTgt spid="109">
                                            <p:txEl>
                                              <p:pRg st="0" end="0"/>
                                            </p:txEl>
                                          </p:spTgt>
                                        </p:tgtEl>
                                        <p:attrNameLst>
                                          <p:attrName>style.visibility</p:attrName>
                                        </p:attrNameLst>
                                      </p:cBhvr>
                                      <p:to>
                                        <p:strVal val="visible"/>
                                      </p:to>
                                    </p:set>
                                    <p:animEffect transition="in" filter="dissolve">
                                      <p:cBhvr>
                                        <p:cTn id="41" dur="500"/>
                                        <p:tgtEl>
                                          <p:spTgt spid="109">
                                            <p:txEl>
                                              <p:pRg st="0" end="0"/>
                                            </p:txEl>
                                          </p:spTgt>
                                        </p:tgtEl>
                                      </p:cBhvr>
                                    </p:animEffect>
                                  </p:childTnLst>
                                </p:cTn>
                              </p:par>
                            </p:childTnLst>
                          </p:cTn>
                        </p:par>
                        <p:par>
                          <p:cTn id="42" fill="hold">
                            <p:stCondLst>
                              <p:cond delay="4000"/>
                            </p:stCondLst>
                            <p:childTnLst>
                              <p:par>
                                <p:cTn id="43" presetID="10" presetClass="entr" presetSubtype="0" fill="hold" nodeType="after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childTnLst>
                          </p:cTn>
                        </p:par>
                        <p:par>
                          <p:cTn id="46" fill="hold">
                            <p:stCondLst>
                              <p:cond delay="4500"/>
                            </p:stCondLst>
                            <p:childTnLst>
                              <p:par>
                                <p:cTn id="47" presetID="9" presetClass="entr" presetSubtype="0" fill="hold" grpId="0" nodeType="afterEffect" nodePh="1">
                                  <p:stCondLst>
                                    <p:cond delay="0"/>
                                  </p:stCondLst>
                                  <p:endCondLst>
                                    <p:cond evt="begin" delay="0">
                                      <p:tn val="47"/>
                                    </p:cond>
                                  </p:endCondLst>
                                  <p:childTnLst>
                                    <p:set>
                                      <p:cBhvr>
                                        <p:cTn id="48" dur="1" fill="hold">
                                          <p:stCondLst>
                                            <p:cond delay="0"/>
                                          </p:stCondLst>
                                        </p:cTn>
                                        <p:tgtEl>
                                          <p:spTgt spid="112">
                                            <p:txEl>
                                              <p:pRg st="0" end="0"/>
                                            </p:txEl>
                                          </p:spTgt>
                                        </p:tgtEl>
                                        <p:attrNameLst>
                                          <p:attrName>style.visibility</p:attrName>
                                        </p:attrNameLst>
                                      </p:cBhvr>
                                      <p:to>
                                        <p:strVal val="visible"/>
                                      </p:to>
                                    </p:set>
                                    <p:animEffect transition="in" filter="dissolve">
                                      <p:cBhvr>
                                        <p:cTn id="49" dur="500"/>
                                        <p:tgtEl>
                                          <p:spTgt spid="112">
                                            <p:txEl>
                                              <p:pRg st="0" end="0"/>
                                            </p:txEl>
                                          </p:spTgt>
                                        </p:tgtEl>
                                      </p:cBhvr>
                                    </p:animEffect>
                                  </p:childTnLst>
                                </p:cTn>
                              </p:par>
                              <p:par>
                                <p:cTn id="50" presetID="9" presetClass="entr" presetSubtype="0" fill="hold" grpId="0" nodeType="withEffect" nodePh="1">
                                  <p:stCondLst>
                                    <p:cond delay="0"/>
                                  </p:stCondLst>
                                  <p:endCondLst>
                                    <p:cond evt="begin" delay="0">
                                      <p:tn val="50"/>
                                    </p:cond>
                                  </p:endCondLst>
                                  <p:childTnLst>
                                    <p:set>
                                      <p:cBhvr>
                                        <p:cTn id="51" dur="1" fill="hold">
                                          <p:stCondLst>
                                            <p:cond delay="0"/>
                                          </p:stCondLst>
                                        </p:cTn>
                                        <p:tgtEl>
                                          <p:spTgt spid="113">
                                            <p:txEl>
                                              <p:pRg st="0" end="0"/>
                                            </p:txEl>
                                          </p:spTgt>
                                        </p:tgtEl>
                                        <p:attrNameLst>
                                          <p:attrName>style.visibility</p:attrName>
                                        </p:attrNameLst>
                                      </p:cBhvr>
                                      <p:to>
                                        <p:strVal val="visible"/>
                                      </p:to>
                                    </p:set>
                                    <p:animEffect transition="in" filter="dissolve">
                                      <p:cBhvr>
                                        <p:cTn id="52" dur="500"/>
                                        <p:tgtEl>
                                          <p:spTgt spid="113">
                                            <p:txEl>
                                              <p:pRg st="0" end="0"/>
                                            </p:txEl>
                                          </p:spTgt>
                                        </p:tgtEl>
                                      </p:cBhvr>
                                    </p:animEffect>
                                  </p:childTnLst>
                                </p:cTn>
                              </p:par>
                            </p:childTnLst>
                          </p:cTn>
                        </p:par>
                        <p:par>
                          <p:cTn id="53" fill="hold">
                            <p:stCondLst>
                              <p:cond delay="5000"/>
                            </p:stCondLst>
                            <p:childTnLst>
                              <p:par>
                                <p:cTn id="54" presetID="10" presetClass="entr" presetSubtype="0" fill="hold" nodeType="after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fade">
                                      <p:cBhvr>
                                        <p:cTn id="56" dur="500"/>
                                        <p:tgtEl>
                                          <p:spTgt spid="4"/>
                                        </p:tgtEl>
                                      </p:cBhvr>
                                    </p:animEffect>
                                  </p:childTnLst>
                                </p:cTn>
                              </p:par>
                            </p:childTnLst>
                          </p:cTn>
                        </p:par>
                        <p:par>
                          <p:cTn id="57" fill="hold">
                            <p:stCondLst>
                              <p:cond delay="5500"/>
                            </p:stCondLst>
                            <p:childTnLst>
                              <p:par>
                                <p:cTn id="58" presetID="9" presetClass="entr" presetSubtype="0" fill="hold" grpId="0" nodeType="afterEffect" nodePh="1">
                                  <p:stCondLst>
                                    <p:cond delay="0"/>
                                  </p:stCondLst>
                                  <p:endCondLst>
                                    <p:cond evt="begin" delay="0">
                                      <p:tn val="58"/>
                                    </p:cond>
                                  </p:endCondLst>
                                  <p:childTnLst>
                                    <p:set>
                                      <p:cBhvr>
                                        <p:cTn id="59" dur="1" fill="hold">
                                          <p:stCondLst>
                                            <p:cond delay="0"/>
                                          </p:stCondLst>
                                        </p:cTn>
                                        <p:tgtEl>
                                          <p:spTgt spid="116">
                                            <p:txEl>
                                              <p:pRg st="0" end="0"/>
                                            </p:txEl>
                                          </p:spTgt>
                                        </p:tgtEl>
                                        <p:attrNameLst>
                                          <p:attrName>style.visibility</p:attrName>
                                        </p:attrNameLst>
                                      </p:cBhvr>
                                      <p:to>
                                        <p:strVal val="visible"/>
                                      </p:to>
                                    </p:set>
                                    <p:animEffect transition="in" filter="dissolve">
                                      <p:cBhvr>
                                        <p:cTn id="60" dur="500"/>
                                        <p:tgtEl>
                                          <p:spTgt spid="116">
                                            <p:txEl>
                                              <p:pRg st="0" end="0"/>
                                            </p:txEl>
                                          </p:spTgt>
                                        </p:tgtEl>
                                      </p:cBhvr>
                                    </p:animEffect>
                                  </p:childTnLst>
                                </p:cTn>
                              </p:par>
                              <p:par>
                                <p:cTn id="61" presetID="9" presetClass="entr" presetSubtype="0" fill="hold" grpId="0" nodeType="withEffect" nodePh="1">
                                  <p:stCondLst>
                                    <p:cond delay="0"/>
                                  </p:stCondLst>
                                  <p:endCondLst>
                                    <p:cond evt="begin" delay="0">
                                      <p:tn val="61"/>
                                    </p:cond>
                                  </p:endCondLst>
                                  <p:childTnLst>
                                    <p:set>
                                      <p:cBhvr>
                                        <p:cTn id="62" dur="1" fill="hold">
                                          <p:stCondLst>
                                            <p:cond delay="0"/>
                                          </p:stCondLst>
                                        </p:cTn>
                                        <p:tgtEl>
                                          <p:spTgt spid="117">
                                            <p:txEl>
                                              <p:pRg st="0" end="0"/>
                                            </p:txEl>
                                          </p:spTgt>
                                        </p:tgtEl>
                                        <p:attrNameLst>
                                          <p:attrName>style.visibility</p:attrName>
                                        </p:attrNameLst>
                                      </p:cBhvr>
                                      <p:to>
                                        <p:strVal val="visible"/>
                                      </p:to>
                                    </p:set>
                                    <p:animEffect transition="in" filter="dissolve">
                                      <p:cBhvr>
                                        <p:cTn id="63" dur="500"/>
                                        <p:tgtEl>
                                          <p:spTgt spid="117">
                                            <p:txEl>
                                              <p:pRg st="0" end="0"/>
                                            </p:txEl>
                                          </p:spTgt>
                                        </p:tgtEl>
                                      </p:cBhvr>
                                    </p:animEffect>
                                  </p:childTnLst>
                                </p:cTn>
                              </p:par>
                            </p:childTnLst>
                          </p:cTn>
                        </p:par>
                        <p:par>
                          <p:cTn id="64" fill="hold">
                            <p:stCondLst>
                              <p:cond delay="6000"/>
                            </p:stCondLst>
                            <p:childTnLst>
                              <p:par>
                                <p:cTn id="65" presetID="10" presetClass="entr" presetSubtype="0" fill="hold" grpId="0" nodeType="afterEffect">
                                  <p:stCondLst>
                                    <p:cond delay="0"/>
                                  </p:stCondLst>
                                  <p:iterate>
                                    <p:tmAbs val="0"/>
                                  </p:iterate>
                                  <p:childTnLst>
                                    <p:set>
                                      <p:cBhvr>
                                        <p:cTn id="66" fill="hold"/>
                                        <p:tgtEl>
                                          <p:spTgt spid="2"/>
                                        </p:tgtEl>
                                        <p:attrNameLst>
                                          <p:attrName>style.visibility</p:attrName>
                                        </p:attrNameLst>
                                      </p:cBhvr>
                                      <p:to>
                                        <p:strVal val="visible"/>
                                      </p:to>
                                    </p:set>
                                    <p:animEffect transition="in" filter="fade">
                                      <p:cBhvr>
                                        <p:cTn id="67" dur="500"/>
                                        <p:tgtEl>
                                          <p:spTgt spid="2"/>
                                        </p:tgtEl>
                                      </p:cBhvr>
                                    </p:animEffect>
                                  </p:childTnLst>
                                </p:cTn>
                              </p:par>
                            </p:childTnLst>
                          </p:cTn>
                        </p:par>
                        <p:par>
                          <p:cTn id="68" fill="hold">
                            <p:stCondLst>
                              <p:cond delay="6500"/>
                            </p:stCondLst>
                            <p:childTnLst>
                              <p:par>
                                <p:cTn id="69" presetID="9" presetClass="entr" presetSubtype="0" fill="hold" grpId="0" nodeType="afterEffect" nodePh="1">
                                  <p:stCondLst>
                                    <p:cond delay="0"/>
                                  </p:stCondLst>
                                  <p:endCondLst>
                                    <p:cond evt="begin" delay="0">
                                      <p:tn val="69"/>
                                    </p:cond>
                                  </p:endCondLst>
                                  <p:childTnLst>
                                    <p:set>
                                      <p:cBhvr>
                                        <p:cTn id="70" dur="1" fill="hold">
                                          <p:stCondLst>
                                            <p:cond delay="0"/>
                                          </p:stCondLst>
                                        </p:cTn>
                                        <p:tgtEl>
                                          <p:spTgt spid="9">
                                            <p:txEl>
                                              <p:pRg st="0" end="0"/>
                                            </p:txEl>
                                          </p:spTgt>
                                        </p:tgtEl>
                                        <p:attrNameLst>
                                          <p:attrName>style.visibility</p:attrName>
                                        </p:attrNameLst>
                                      </p:cBhvr>
                                      <p:to>
                                        <p:strVal val="visible"/>
                                      </p:to>
                                    </p:set>
                                    <p:animEffect transition="in" filter="dissolve">
                                      <p:cBhvr>
                                        <p:cTn id="71" dur="500"/>
                                        <p:tgtEl>
                                          <p:spTgt spid="9">
                                            <p:txEl>
                                              <p:pRg st="0" end="0"/>
                                            </p:txEl>
                                          </p:spTgt>
                                        </p:tgtEl>
                                      </p:cBhvr>
                                    </p:animEffect>
                                  </p:childTnLst>
                                </p:cTn>
                              </p:par>
                              <p:par>
                                <p:cTn id="72" presetID="9" presetClass="entr" presetSubtype="0" fill="hold" grpId="0" nodeType="withEffect" nodePh="1">
                                  <p:stCondLst>
                                    <p:cond delay="0"/>
                                  </p:stCondLst>
                                  <p:endCondLst>
                                    <p:cond evt="begin" delay="0">
                                      <p:tn val="72"/>
                                    </p:cond>
                                  </p:endCondLst>
                                  <p:childTnLst>
                                    <p:set>
                                      <p:cBhvr>
                                        <p:cTn id="73" dur="1" fill="hold">
                                          <p:stCondLst>
                                            <p:cond delay="0"/>
                                          </p:stCondLst>
                                        </p:cTn>
                                        <p:tgtEl>
                                          <p:spTgt spid="10">
                                            <p:txEl>
                                              <p:pRg st="0" end="0"/>
                                            </p:txEl>
                                          </p:spTgt>
                                        </p:tgtEl>
                                        <p:attrNameLst>
                                          <p:attrName>style.visibility</p:attrName>
                                        </p:attrNameLst>
                                      </p:cBhvr>
                                      <p:to>
                                        <p:strVal val="visible"/>
                                      </p:to>
                                    </p:set>
                                    <p:animEffect transition="in" filter="dissolve">
                                      <p:cBhvr>
                                        <p:cTn id="74" dur="500"/>
                                        <p:tgtEl>
                                          <p:spTgt spid="10">
                                            <p:txEl>
                                              <p:pRg st="0" end="0"/>
                                            </p:txEl>
                                          </p:spTgt>
                                        </p:tgtEl>
                                      </p:cBhvr>
                                    </p:animEffect>
                                  </p:childTnLst>
                                </p:cTn>
                              </p:par>
                            </p:childTnLst>
                          </p:cTn>
                        </p:par>
                        <p:par>
                          <p:cTn id="75" fill="hold">
                            <p:stCondLst>
                              <p:cond delay="7000"/>
                            </p:stCondLst>
                            <p:childTnLst>
                              <p:par>
                                <p:cTn id="76" presetID="10" presetClass="entr" presetSubtype="0" fill="hold" nodeType="afterEffect">
                                  <p:stCondLst>
                                    <p:cond delay="0"/>
                                  </p:stCondLst>
                                  <p:childTnLst>
                                    <p:set>
                                      <p:cBhvr>
                                        <p:cTn id="77" dur="1" fill="hold">
                                          <p:stCondLst>
                                            <p:cond delay="0"/>
                                          </p:stCondLst>
                                        </p:cTn>
                                        <p:tgtEl>
                                          <p:spTgt spid="7"/>
                                        </p:tgtEl>
                                        <p:attrNameLst>
                                          <p:attrName>style.visibility</p:attrName>
                                        </p:attrNameLst>
                                      </p:cBhvr>
                                      <p:to>
                                        <p:strVal val="visible"/>
                                      </p:to>
                                    </p:set>
                                    <p:animEffect transition="in" filter="fade">
                                      <p:cBhvr>
                                        <p:cTn id="78" dur="500"/>
                                        <p:tgtEl>
                                          <p:spTgt spid="7"/>
                                        </p:tgtEl>
                                      </p:cBhvr>
                                    </p:animEffect>
                                  </p:childTnLst>
                                </p:cTn>
                              </p:par>
                            </p:childTnLst>
                          </p:cTn>
                        </p:par>
                        <p:par>
                          <p:cTn id="79" fill="hold">
                            <p:stCondLst>
                              <p:cond delay="7500"/>
                            </p:stCondLst>
                            <p:childTnLst>
                              <p:par>
                                <p:cTn id="80" presetID="9" presetClass="entr" presetSubtype="0" fill="hold" grpId="0" nodeType="afterEffect" nodePh="1">
                                  <p:stCondLst>
                                    <p:cond delay="0"/>
                                  </p:stCondLst>
                                  <p:endCondLst>
                                    <p:cond evt="begin" delay="0">
                                      <p:tn val="80"/>
                                    </p:cond>
                                  </p:endCondLst>
                                  <p:childTnLst>
                                    <p:set>
                                      <p:cBhvr>
                                        <p:cTn id="81" dur="1" fill="hold">
                                          <p:stCondLst>
                                            <p:cond delay="0"/>
                                          </p:stCondLst>
                                        </p:cTn>
                                        <p:tgtEl>
                                          <p:spTgt spid="106">
                                            <p:txEl>
                                              <p:pRg st="0" end="0"/>
                                            </p:txEl>
                                          </p:spTgt>
                                        </p:tgtEl>
                                        <p:attrNameLst>
                                          <p:attrName>style.visibility</p:attrName>
                                        </p:attrNameLst>
                                      </p:cBhvr>
                                      <p:to>
                                        <p:strVal val="visible"/>
                                      </p:to>
                                    </p:set>
                                    <p:animEffect transition="in" filter="dissolve">
                                      <p:cBhvr>
                                        <p:cTn id="82" dur="500"/>
                                        <p:tgtEl>
                                          <p:spTgt spid="106">
                                            <p:txEl>
                                              <p:pRg st="0" end="0"/>
                                            </p:txEl>
                                          </p:spTgt>
                                        </p:tgtEl>
                                      </p:cBhvr>
                                    </p:animEffect>
                                  </p:childTnLst>
                                </p:cTn>
                              </p:par>
                              <p:par>
                                <p:cTn id="83" presetID="9" presetClass="entr" presetSubtype="0" fill="hold" grpId="0" nodeType="withEffect" nodePh="1">
                                  <p:stCondLst>
                                    <p:cond delay="0"/>
                                  </p:stCondLst>
                                  <p:endCondLst>
                                    <p:cond evt="begin" delay="0">
                                      <p:tn val="83"/>
                                    </p:cond>
                                  </p:endCondLst>
                                  <p:childTnLst>
                                    <p:set>
                                      <p:cBhvr>
                                        <p:cTn id="84" dur="1" fill="hold">
                                          <p:stCondLst>
                                            <p:cond delay="0"/>
                                          </p:stCondLst>
                                        </p:cTn>
                                        <p:tgtEl>
                                          <p:spTgt spid="107">
                                            <p:txEl>
                                              <p:pRg st="0" end="0"/>
                                            </p:txEl>
                                          </p:spTgt>
                                        </p:tgtEl>
                                        <p:attrNameLst>
                                          <p:attrName>style.visibility</p:attrName>
                                        </p:attrNameLst>
                                      </p:cBhvr>
                                      <p:to>
                                        <p:strVal val="visible"/>
                                      </p:to>
                                    </p:set>
                                    <p:animEffect transition="in" filter="dissolve">
                                      <p:cBhvr>
                                        <p:cTn id="85" dur="500"/>
                                        <p:tgtEl>
                                          <p:spTgt spid="107">
                                            <p:txEl>
                                              <p:pRg st="0" end="0"/>
                                            </p:txEl>
                                          </p:spTgt>
                                        </p:tgtEl>
                                      </p:cBhvr>
                                    </p:animEffect>
                                  </p:childTnLst>
                                </p:cTn>
                              </p:par>
                            </p:childTnLst>
                          </p:cTn>
                        </p:par>
                        <p:par>
                          <p:cTn id="86" fill="hold">
                            <p:stCondLst>
                              <p:cond delay="8000"/>
                            </p:stCondLst>
                            <p:childTnLst>
                              <p:par>
                                <p:cTn id="87" presetID="10" presetClass="entr" presetSubtype="0" fill="hold" nodeType="afterEffect">
                                  <p:stCondLst>
                                    <p:cond delay="0"/>
                                  </p:stCondLst>
                                  <p:childTnLst>
                                    <p:set>
                                      <p:cBhvr>
                                        <p:cTn id="88" dur="1" fill="hold">
                                          <p:stCondLst>
                                            <p:cond delay="0"/>
                                          </p:stCondLst>
                                        </p:cTn>
                                        <p:tgtEl>
                                          <p:spTgt spid="5"/>
                                        </p:tgtEl>
                                        <p:attrNameLst>
                                          <p:attrName>style.visibility</p:attrName>
                                        </p:attrNameLst>
                                      </p:cBhvr>
                                      <p:to>
                                        <p:strVal val="visible"/>
                                      </p:to>
                                    </p:set>
                                    <p:animEffect transition="in" filter="fade">
                                      <p:cBhvr>
                                        <p:cTn id="89" dur="500"/>
                                        <p:tgtEl>
                                          <p:spTgt spid="5"/>
                                        </p:tgtEl>
                                      </p:cBhvr>
                                    </p:animEffect>
                                  </p:childTnLst>
                                </p:cTn>
                              </p:par>
                            </p:childTnLst>
                          </p:cTn>
                        </p:par>
                        <p:par>
                          <p:cTn id="90" fill="hold">
                            <p:stCondLst>
                              <p:cond delay="8500"/>
                            </p:stCondLst>
                            <p:childTnLst>
                              <p:par>
                                <p:cTn id="91" presetID="9" presetClass="entr" presetSubtype="0" fill="hold" grpId="0" nodeType="afterEffect" nodePh="1">
                                  <p:stCondLst>
                                    <p:cond delay="0"/>
                                  </p:stCondLst>
                                  <p:endCondLst>
                                    <p:cond evt="begin" delay="0">
                                      <p:tn val="91"/>
                                    </p:cond>
                                  </p:endCondLst>
                                  <p:childTnLst>
                                    <p:set>
                                      <p:cBhvr>
                                        <p:cTn id="92" dur="1" fill="hold">
                                          <p:stCondLst>
                                            <p:cond delay="0"/>
                                          </p:stCondLst>
                                        </p:cTn>
                                        <p:tgtEl>
                                          <p:spTgt spid="110">
                                            <p:txEl>
                                              <p:pRg st="0" end="0"/>
                                            </p:txEl>
                                          </p:spTgt>
                                        </p:tgtEl>
                                        <p:attrNameLst>
                                          <p:attrName>style.visibility</p:attrName>
                                        </p:attrNameLst>
                                      </p:cBhvr>
                                      <p:to>
                                        <p:strVal val="visible"/>
                                      </p:to>
                                    </p:set>
                                    <p:animEffect transition="in" filter="dissolve">
                                      <p:cBhvr>
                                        <p:cTn id="93" dur="500"/>
                                        <p:tgtEl>
                                          <p:spTgt spid="110">
                                            <p:txEl>
                                              <p:pRg st="0" end="0"/>
                                            </p:txEl>
                                          </p:spTgt>
                                        </p:tgtEl>
                                      </p:cBhvr>
                                    </p:animEffect>
                                  </p:childTnLst>
                                </p:cTn>
                              </p:par>
                              <p:par>
                                <p:cTn id="94" presetID="9" presetClass="entr" presetSubtype="0" fill="hold" grpId="0" nodeType="withEffect" nodePh="1">
                                  <p:stCondLst>
                                    <p:cond delay="0"/>
                                  </p:stCondLst>
                                  <p:endCondLst>
                                    <p:cond evt="begin" delay="0">
                                      <p:tn val="94"/>
                                    </p:cond>
                                  </p:endCondLst>
                                  <p:childTnLst>
                                    <p:set>
                                      <p:cBhvr>
                                        <p:cTn id="95" dur="1" fill="hold">
                                          <p:stCondLst>
                                            <p:cond delay="0"/>
                                          </p:stCondLst>
                                        </p:cTn>
                                        <p:tgtEl>
                                          <p:spTgt spid="111">
                                            <p:txEl>
                                              <p:pRg st="0" end="0"/>
                                            </p:txEl>
                                          </p:spTgt>
                                        </p:tgtEl>
                                        <p:attrNameLst>
                                          <p:attrName>style.visibility</p:attrName>
                                        </p:attrNameLst>
                                      </p:cBhvr>
                                      <p:to>
                                        <p:strVal val="visible"/>
                                      </p:to>
                                    </p:set>
                                    <p:animEffect transition="in" filter="dissolve">
                                      <p:cBhvr>
                                        <p:cTn id="96" dur="500"/>
                                        <p:tgtEl>
                                          <p:spTgt spid="111">
                                            <p:txEl>
                                              <p:pRg st="0" end="0"/>
                                            </p:txEl>
                                          </p:spTgt>
                                        </p:tgtEl>
                                      </p:cBhvr>
                                    </p:animEffect>
                                  </p:childTnLst>
                                </p:cTn>
                              </p:par>
                            </p:childTnLst>
                          </p:cTn>
                        </p:par>
                        <p:par>
                          <p:cTn id="97" fill="hold">
                            <p:stCondLst>
                              <p:cond delay="9000"/>
                            </p:stCondLst>
                            <p:childTnLst>
                              <p:par>
                                <p:cTn id="98" presetID="10" presetClass="entr" presetSubtype="0" fill="hold" nodeType="afterEffect">
                                  <p:stCondLst>
                                    <p:cond delay="0"/>
                                  </p:stCondLst>
                                  <p:childTnLst>
                                    <p:set>
                                      <p:cBhvr>
                                        <p:cTn id="99" dur="1" fill="hold">
                                          <p:stCondLst>
                                            <p:cond delay="0"/>
                                          </p:stCondLst>
                                        </p:cTn>
                                        <p:tgtEl>
                                          <p:spTgt spid="6"/>
                                        </p:tgtEl>
                                        <p:attrNameLst>
                                          <p:attrName>style.visibility</p:attrName>
                                        </p:attrNameLst>
                                      </p:cBhvr>
                                      <p:to>
                                        <p:strVal val="visible"/>
                                      </p:to>
                                    </p:set>
                                    <p:animEffect transition="in" filter="fade">
                                      <p:cBhvr>
                                        <p:cTn id="100" dur="500"/>
                                        <p:tgtEl>
                                          <p:spTgt spid="6"/>
                                        </p:tgtEl>
                                      </p:cBhvr>
                                    </p:animEffect>
                                  </p:childTnLst>
                                </p:cTn>
                              </p:par>
                            </p:childTnLst>
                          </p:cTn>
                        </p:par>
                        <p:par>
                          <p:cTn id="101" fill="hold">
                            <p:stCondLst>
                              <p:cond delay="9500"/>
                            </p:stCondLst>
                            <p:childTnLst>
                              <p:par>
                                <p:cTn id="102" presetID="9" presetClass="entr" presetSubtype="0" fill="hold" grpId="0" nodeType="afterEffect" nodePh="1">
                                  <p:stCondLst>
                                    <p:cond delay="0"/>
                                  </p:stCondLst>
                                  <p:endCondLst>
                                    <p:cond evt="begin" delay="0">
                                      <p:tn val="102"/>
                                    </p:cond>
                                  </p:endCondLst>
                                  <p:childTnLst>
                                    <p:set>
                                      <p:cBhvr>
                                        <p:cTn id="103" dur="1" fill="hold">
                                          <p:stCondLst>
                                            <p:cond delay="0"/>
                                          </p:stCondLst>
                                        </p:cTn>
                                        <p:tgtEl>
                                          <p:spTgt spid="114">
                                            <p:txEl>
                                              <p:pRg st="0" end="0"/>
                                            </p:txEl>
                                          </p:spTgt>
                                        </p:tgtEl>
                                        <p:attrNameLst>
                                          <p:attrName>style.visibility</p:attrName>
                                        </p:attrNameLst>
                                      </p:cBhvr>
                                      <p:to>
                                        <p:strVal val="visible"/>
                                      </p:to>
                                    </p:set>
                                    <p:animEffect transition="in" filter="dissolve">
                                      <p:cBhvr>
                                        <p:cTn id="104" dur="500"/>
                                        <p:tgtEl>
                                          <p:spTgt spid="114">
                                            <p:txEl>
                                              <p:pRg st="0" end="0"/>
                                            </p:txEl>
                                          </p:spTgt>
                                        </p:tgtEl>
                                      </p:cBhvr>
                                    </p:animEffect>
                                  </p:childTnLst>
                                </p:cTn>
                              </p:par>
                              <p:par>
                                <p:cTn id="105" presetID="9" presetClass="entr" presetSubtype="0" fill="hold" grpId="0" nodeType="withEffect" nodePh="1">
                                  <p:stCondLst>
                                    <p:cond delay="0"/>
                                  </p:stCondLst>
                                  <p:endCondLst>
                                    <p:cond evt="begin" delay="0">
                                      <p:tn val="105"/>
                                    </p:cond>
                                  </p:endCondLst>
                                  <p:childTnLst>
                                    <p:set>
                                      <p:cBhvr>
                                        <p:cTn id="106" dur="1" fill="hold">
                                          <p:stCondLst>
                                            <p:cond delay="0"/>
                                          </p:stCondLst>
                                        </p:cTn>
                                        <p:tgtEl>
                                          <p:spTgt spid="115">
                                            <p:txEl>
                                              <p:pRg st="0" end="0"/>
                                            </p:txEl>
                                          </p:spTgt>
                                        </p:tgtEl>
                                        <p:attrNameLst>
                                          <p:attrName>style.visibility</p:attrName>
                                        </p:attrNameLst>
                                      </p:cBhvr>
                                      <p:to>
                                        <p:strVal val="visible"/>
                                      </p:to>
                                    </p:set>
                                    <p:animEffect transition="in" filter="dissolve">
                                      <p:cBhvr>
                                        <p:cTn id="107" dur="500"/>
                                        <p:tgtEl>
                                          <p:spTgt spid="1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advAuto="0"/>
      <p:bldP spid="2" grpId="0" animBg="1" advAuto="0"/>
      <p:bldP spid="16" grpId="0"/>
      <p:bldP spid="23" grpId="0" build="p">
        <p:tmplLst>
          <p:tmpl lvl="1">
            <p:tnLst>
              <p:par>
                <p:cTn presetID="9"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dissolve">
                      <p:cBhvr>
                        <p:cTn dur="500"/>
                        <p:tgtEl>
                          <p:spTgt spid="23"/>
                        </p:tgtEl>
                      </p:cBhvr>
                    </p:animEffect>
                  </p:childTnLst>
                </p:cTn>
              </p:par>
            </p:tnLst>
          </p:tmpl>
        </p:tmplLst>
      </p:bldP>
      <p:bldP spid="9"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9"/>
                        </p:tgtEl>
                        <p:attrNameLst>
                          <p:attrName>style.visibility</p:attrName>
                        </p:attrNameLst>
                      </p:cBhvr>
                      <p:to>
                        <p:strVal val="visible"/>
                      </p:to>
                    </p:set>
                    <p:animEffect transition="in" filter="dissolve">
                      <p:cBhvr>
                        <p:cTn dur="500"/>
                        <p:tgtEl>
                          <p:spTgt spid="9"/>
                        </p:tgtEl>
                      </p:cBhvr>
                    </p:animEffect>
                  </p:childTnLst>
                </p:cTn>
              </p:par>
            </p:tnLst>
          </p:tmpl>
        </p:tmplLst>
      </p:bldP>
      <p:bldP spid="10"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dissolve">
                      <p:cBhvr>
                        <p:cTn dur="500"/>
                        <p:tgtEl>
                          <p:spTgt spid="10"/>
                        </p:tgtEl>
                      </p:cBhvr>
                    </p:animEffect>
                  </p:childTnLst>
                </p:cTn>
              </p:par>
            </p:tnLst>
          </p:tmpl>
        </p:tmplLst>
      </p:bldP>
      <p:bldP spid="57" grpId="0"/>
      <p:bldP spid="10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00"/>
                        </p:tgtEl>
                        <p:attrNameLst>
                          <p:attrName>style.visibility</p:attrName>
                        </p:attrNameLst>
                      </p:cBhvr>
                      <p:to>
                        <p:strVal val="visible"/>
                      </p:to>
                    </p:set>
                    <p:animEffect transition="in" filter="dissolve">
                      <p:cBhvr>
                        <p:cTn dur="500"/>
                        <p:tgtEl>
                          <p:spTgt spid="100"/>
                        </p:tgtEl>
                      </p:cBhvr>
                    </p:animEffect>
                  </p:childTnLst>
                </p:cTn>
              </p:par>
            </p:tnLst>
          </p:tmpl>
        </p:tmplLst>
      </p:bldP>
      <p:bldP spid="101"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01"/>
                        </p:tgtEl>
                        <p:attrNameLst>
                          <p:attrName>style.visibility</p:attrName>
                        </p:attrNameLst>
                      </p:cBhvr>
                      <p:to>
                        <p:strVal val="visible"/>
                      </p:to>
                    </p:set>
                    <p:animEffect transition="in" filter="dissolve">
                      <p:cBhvr>
                        <p:cTn dur="500"/>
                        <p:tgtEl>
                          <p:spTgt spid="101"/>
                        </p:tgtEl>
                      </p:cBhvr>
                    </p:animEffect>
                  </p:childTnLst>
                </p:cTn>
              </p:par>
            </p:tnLst>
          </p:tmpl>
        </p:tmplLst>
      </p:bldP>
      <p:bldP spid="106"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06"/>
                        </p:tgtEl>
                        <p:attrNameLst>
                          <p:attrName>style.visibility</p:attrName>
                        </p:attrNameLst>
                      </p:cBhvr>
                      <p:to>
                        <p:strVal val="visible"/>
                      </p:to>
                    </p:set>
                    <p:animEffect transition="in" filter="dissolve">
                      <p:cBhvr>
                        <p:cTn dur="500"/>
                        <p:tgtEl>
                          <p:spTgt spid="106"/>
                        </p:tgtEl>
                      </p:cBhvr>
                    </p:animEffect>
                  </p:childTnLst>
                </p:cTn>
              </p:par>
            </p:tnLst>
          </p:tmpl>
        </p:tmplLst>
      </p:bldP>
      <p:bldP spid="107"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07"/>
                        </p:tgtEl>
                        <p:attrNameLst>
                          <p:attrName>style.visibility</p:attrName>
                        </p:attrNameLst>
                      </p:cBhvr>
                      <p:to>
                        <p:strVal val="visible"/>
                      </p:to>
                    </p:set>
                    <p:animEffect transition="in" filter="dissolve">
                      <p:cBhvr>
                        <p:cTn dur="500"/>
                        <p:tgtEl>
                          <p:spTgt spid="107"/>
                        </p:tgtEl>
                      </p:cBhvr>
                    </p:animEffect>
                  </p:childTnLst>
                </p:cTn>
              </p:par>
            </p:tnLst>
          </p:tmpl>
        </p:tmplLst>
      </p:bldP>
      <p:bldP spid="108"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08"/>
                        </p:tgtEl>
                        <p:attrNameLst>
                          <p:attrName>style.visibility</p:attrName>
                        </p:attrNameLst>
                      </p:cBhvr>
                      <p:to>
                        <p:strVal val="visible"/>
                      </p:to>
                    </p:set>
                    <p:animEffect transition="in" filter="dissolve">
                      <p:cBhvr>
                        <p:cTn dur="500"/>
                        <p:tgtEl>
                          <p:spTgt spid="108"/>
                        </p:tgtEl>
                      </p:cBhvr>
                    </p:animEffect>
                  </p:childTnLst>
                </p:cTn>
              </p:par>
            </p:tnLst>
          </p:tmpl>
        </p:tmplLst>
      </p:bldP>
      <p:bldP spid="109"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09"/>
                        </p:tgtEl>
                        <p:attrNameLst>
                          <p:attrName>style.visibility</p:attrName>
                        </p:attrNameLst>
                      </p:cBhvr>
                      <p:to>
                        <p:strVal val="visible"/>
                      </p:to>
                    </p:set>
                    <p:animEffect transition="in" filter="dissolve">
                      <p:cBhvr>
                        <p:cTn dur="500"/>
                        <p:tgtEl>
                          <p:spTgt spid="109"/>
                        </p:tgtEl>
                      </p:cBhvr>
                    </p:animEffect>
                  </p:childTnLst>
                </p:cTn>
              </p:par>
            </p:tnLst>
          </p:tmpl>
        </p:tmplLst>
      </p:bldP>
      <p:bldP spid="11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10"/>
                        </p:tgtEl>
                        <p:attrNameLst>
                          <p:attrName>style.visibility</p:attrName>
                        </p:attrNameLst>
                      </p:cBhvr>
                      <p:to>
                        <p:strVal val="visible"/>
                      </p:to>
                    </p:set>
                    <p:animEffect transition="in" filter="dissolve">
                      <p:cBhvr>
                        <p:cTn dur="500"/>
                        <p:tgtEl>
                          <p:spTgt spid="110"/>
                        </p:tgtEl>
                      </p:cBhvr>
                    </p:animEffect>
                  </p:childTnLst>
                </p:cTn>
              </p:par>
            </p:tnLst>
          </p:tmpl>
        </p:tmplLst>
      </p:bldP>
      <p:bldP spid="111"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11"/>
                        </p:tgtEl>
                        <p:attrNameLst>
                          <p:attrName>style.visibility</p:attrName>
                        </p:attrNameLst>
                      </p:cBhvr>
                      <p:to>
                        <p:strVal val="visible"/>
                      </p:to>
                    </p:set>
                    <p:animEffect transition="in" filter="dissolve">
                      <p:cBhvr>
                        <p:cTn dur="500"/>
                        <p:tgtEl>
                          <p:spTgt spid="111"/>
                        </p:tgtEl>
                      </p:cBhvr>
                    </p:animEffect>
                  </p:childTnLst>
                </p:cTn>
              </p:par>
            </p:tnLst>
          </p:tmpl>
        </p:tmplLst>
      </p:bldP>
      <p:bldP spid="112"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12"/>
                        </p:tgtEl>
                        <p:attrNameLst>
                          <p:attrName>style.visibility</p:attrName>
                        </p:attrNameLst>
                      </p:cBhvr>
                      <p:to>
                        <p:strVal val="visible"/>
                      </p:to>
                    </p:set>
                    <p:animEffect transition="in" filter="dissolve">
                      <p:cBhvr>
                        <p:cTn dur="500"/>
                        <p:tgtEl>
                          <p:spTgt spid="112"/>
                        </p:tgtEl>
                      </p:cBhvr>
                    </p:animEffect>
                  </p:childTnLst>
                </p:cTn>
              </p:par>
            </p:tnLst>
          </p:tmpl>
        </p:tmplLst>
      </p:bldP>
      <p:bldP spid="113"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13"/>
                        </p:tgtEl>
                        <p:attrNameLst>
                          <p:attrName>style.visibility</p:attrName>
                        </p:attrNameLst>
                      </p:cBhvr>
                      <p:to>
                        <p:strVal val="visible"/>
                      </p:to>
                    </p:set>
                    <p:animEffect transition="in" filter="dissolve">
                      <p:cBhvr>
                        <p:cTn dur="500"/>
                        <p:tgtEl>
                          <p:spTgt spid="113"/>
                        </p:tgtEl>
                      </p:cBhvr>
                    </p:animEffect>
                  </p:childTnLst>
                </p:cTn>
              </p:par>
            </p:tnLst>
          </p:tmpl>
        </p:tmplLst>
      </p:bldP>
      <p:bldP spid="114"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14"/>
                        </p:tgtEl>
                        <p:attrNameLst>
                          <p:attrName>style.visibility</p:attrName>
                        </p:attrNameLst>
                      </p:cBhvr>
                      <p:to>
                        <p:strVal val="visible"/>
                      </p:to>
                    </p:set>
                    <p:animEffect transition="in" filter="dissolve">
                      <p:cBhvr>
                        <p:cTn dur="500"/>
                        <p:tgtEl>
                          <p:spTgt spid="114"/>
                        </p:tgtEl>
                      </p:cBhvr>
                    </p:animEffect>
                  </p:childTnLst>
                </p:cTn>
              </p:par>
            </p:tnLst>
          </p:tmpl>
        </p:tmplLst>
      </p:bldP>
      <p:bldP spid="115"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15"/>
                        </p:tgtEl>
                        <p:attrNameLst>
                          <p:attrName>style.visibility</p:attrName>
                        </p:attrNameLst>
                      </p:cBhvr>
                      <p:to>
                        <p:strVal val="visible"/>
                      </p:to>
                    </p:set>
                    <p:animEffect transition="in" filter="dissolve">
                      <p:cBhvr>
                        <p:cTn dur="500"/>
                        <p:tgtEl>
                          <p:spTgt spid="115"/>
                        </p:tgtEl>
                      </p:cBhvr>
                    </p:animEffect>
                  </p:childTnLst>
                </p:cTn>
              </p:par>
            </p:tnLst>
          </p:tmpl>
        </p:tmplLst>
      </p:bldP>
      <p:bldP spid="116"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16"/>
                        </p:tgtEl>
                        <p:attrNameLst>
                          <p:attrName>style.visibility</p:attrName>
                        </p:attrNameLst>
                      </p:cBhvr>
                      <p:to>
                        <p:strVal val="visible"/>
                      </p:to>
                    </p:set>
                    <p:animEffect transition="in" filter="dissolve">
                      <p:cBhvr>
                        <p:cTn dur="500"/>
                        <p:tgtEl>
                          <p:spTgt spid="116"/>
                        </p:tgtEl>
                      </p:cBhvr>
                    </p:animEffect>
                  </p:childTnLst>
                </p:cTn>
              </p:par>
            </p:tnLst>
          </p:tmpl>
        </p:tmplLst>
      </p:bldP>
      <p:bldP spid="117"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17"/>
                        </p:tgtEl>
                        <p:attrNameLst>
                          <p:attrName>style.visibility</p:attrName>
                        </p:attrNameLst>
                      </p:cBhvr>
                      <p:to>
                        <p:strVal val="visible"/>
                      </p:to>
                    </p:set>
                    <p:animEffect transition="in" filter="dissolve">
                      <p:cBhvr>
                        <p:cTn dur="500"/>
                        <p:tgtEl>
                          <p:spTgt spid="117"/>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1_Title Slide">
    <p:spTree>
      <p:nvGrpSpPr>
        <p:cNvPr id="1" name=""/>
        <p:cNvGrpSpPr/>
        <p:nvPr/>
      </p:nvGrpSpPr>
      <p:grpSpPr>
        <a:xfrm>
          <a:off x="0" y="0"/>
          <a:ext cx="0" cy="0"/>
          <a:chOff x="0" y="0"/>
          <a:chExt cx="0" cy="0"/>
        </a:xfrm>
      </p:grpSpPr>
      <p:pic>
        <p:nvPicPr>
          <p:cNvPr id="46" name="phone-black.png"/>
          <p:cNvPicPr/>
          <p:nvPr userDrawn="1"/>
        </p:nvPicPr>
        <p:blipFill>
          <a:blip r:embed="rId2" cstate="print">
            <a:extLst/>
          </a:blip>
          <a:stretch>
            <a:fillRect/>
          </a:stretch>
        </p:blipFill>
        <p:spPr>
          <a:xfrm>
            <a:off x="5078677" y="1495425"/>
            <a:ext cx="2031471" cy="4019550"/>
          </a:xfrm>
          <a:prstGeom prst="rect">
            <a:avLst/>
          </a:prstGeom>
          <a:ln w="12700">
            <a:miter lim="400000"/>
          </a:ln>
        </p:spPr>
      </p:pic>
      <p:grpSp>
        <p:nvGrpSpPr>
          <p:cNvPr id="2" name="Group 835"/>
          <p:cNvGrpSpPr/>
          <p:nvPr userDrawn="1"/>
        </p:nvGrpSpPr>
        <p:grpSpPr>
          <a:xfrm>
            <a:off x="7694612" y="2013907"/>
            <a:ext cx="455700" cy="455814"/>
            <a:chOff x="0" y="0"/>
            <a:chExt cx="911635" cy="911627"/>
          </a:xfrm>
        </p:grpSpPr>
        <p:sp>
          <p:nvSpPr>
            <p:cNvPr id="152" name="Shape 833"/>
            <p:cNvSpPr/>
            <p:nvPr/>
          </p:nvSpPr>
          <p:spPr>
            <a:xfrm>
              <a:off x="-1" y="-1"/>
              <a:ext cx="911637" cy="911629"/>
            </a:xfrm>
            <a:custGeom>
              <a:avLst/>
              <a:gdLst/>
              <a:ahLst/>
              <a:cxnLst>
                <a:cxn ang="0">
                  <a:pos x="wd2" y="hd2"/>
                </a:cxn>
                <a:cxn ang="5400000">
                  <a:pos x="wd2" y="hd2"/>
                </a:cxn>
                <a:cxn ang="10800000">
                  <a:pos x="wd2" y="hd2"/>
                </a:cxn>
                <a:cxn ang="16200000">
                  <a:pos x="wd2" y="hd2"/>
                </a:cxn>
              </a:cxnLst>
              <a:rect l="0" t="0" r="r" b="b"/>
              <a:pathLst>
                <a:path w="19807" h="19806" extrusionOk="0">
                  <a:moveTo>
                    <a:pt x="7908" y="205"/>
                  </a:moveTo>
                  <a:cubicBezTo>
                    <a:pt x="13264" y="-897"/>
                    <a:pt x="18500" y="2551"/>
                    <a:pt x="19602" y="7907"/>
                  </a:cubicBezTo>
                  <a:cubicBezTo>
                    <a:pt x="20703" y="13264"/>
                    <a:pt x="17254" y="18499"/>
                    <a:pt x="11899" y="19601"/>
                  </a:cubicBezTo>
                  <a:cubicBezTo>
                    <a:pt x="6545" y="20703"/>
                    <a:pt x="1312" y="17258"/>
                    <a:pt x="207" y="11907"/>
                  </a:cubicBezTo>
                  <a:cubicBezTo>
                    <a:pt x="206" y="11904"/>
                    <a:pt x="206" y="11901"/>
                    <a:pt x="205" y="11898"/>
                  </a:cubicBezTo>
                  <a:cubicBezTo>
                    <a:pt x="-897" y="6542"/>
                    <a:pt x="2552" y="1307"/>
                    <a:pt x="7908" y="205"/>
                  </a:cubicBezTo>
                  <a:close/>
                </a:path>
              </a:pathLst>
            </a:custGeom>
            <a:solidFill>
              <a:srgbClr val="C0392B"/>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153" name="Shape 834"/>
            <p:cNvSpPr/>
            <p:nvPr/>
          </p:nvSpPr>
          <p:spPr>
            <a:xfrm>
              <a:off x="287863" y="322425"/>
              <a:ext cx="335910" cy="239927"/>
            </a:xfrm>
            <a:custGeom>
              <a:avLst/>
              <a:gdLst/>
              <a:ahLst/>
              <a:cxnLst>
                <a:cxn ang="0">
                  <a:pos x="wd2" y="hd2"/>
                </a:cxn>
                <a:cxn ang="5400000">
                  <a:pos x="wd2" y="hd2"/>
                </a:cxn>
                <a:cxn ang="10800000">
                  <a:pos x="wd2" y="hd2"/>
                </a:cxn>
                <a:cxn ang="16200000">
                  <a:pos x="wd2" y="hd2"/>
                </a:cxn>
              </a:cxnLst>
              <a:rect l="0" t="0" r="r" b="b"/>
              <a:pathLst>
                <a:path w="21600" h="21600" extrusionOk="0">
                  <a:moveTo>
                    <a:pt x="8376" y="15428"/>
                  </a:moveTo>
                  <a:lnTo>
                    <a:pt x="8376" y="6172"/>
                  </a:lnTo>
                  <a:lnTo>
                    <a:pt x="13886" y="10798"/>
                  </a:lnTo>
                  <a:cubicBezTo>
                    <a:pt x="13886" y="10798"/>
                    <a:pt x="8376" y="15428"/>
                    <a:pt x="8376" y="15428"/>
                  </a:cubicBezTo>
                  <a:close/>
                  <a:moveTo>
                    <a:pt x="21600" y="3084"/>
                  </a:moveTo>
                  <a:lnTo>
                    <a:pt x="21600" y="1234"/>
                  </a:lnTo>
                  <a:cubicBezTo>
                    <a:pt x="21600" y="554"/>
                    <a:pt x="21205" y="0"/>
                    <a:pt x="20719" y="0"/>
                  </a:cubicBezTo>
                  <a:lnTo>
                    <a:pt x="881" y="0"/>
                  </a:lnTo>
                  <a:cubicBezTo>
                    <a:pt x="394" y="0"/>
                    <a:pt x="0" y="554"/>
                    <a:pt x="0" y="1234"/>
                  </a:cubicBezTo>
                  <a:lnTo>
                    <a:pt x="0" y="3084"/>
                  </a:lnTo>
                  <a:lnTo>
                    <a:pt x="2204" y="3084"/>
                  </a:lnTo>
                  <a:lnTo>
                    <a:pt x="2204" y="6172"/>
                  </a:lnTo>
                  <a:lnTo>
                    <a:pt x="0" y="6172"/>
                  </a:lnTo>
                  <a:lnTo>
                    <a:pt x="0" y="9256"/>
                  </a:lnTo>
                  <a:lnTo>
                    <a:pt x="2204" y="9256"/>
                  </a:lnTo>
                  <a:lnTo>
                    <a:pt x="2204" y="12344"/>
                  </a:lnTo>
                  <a:lnTo>
                    <a:pt x="0" y="12344"/>
                  </a:lnTo>
                  <a:lnTo>
                    <a:pt x="0" y="15428"/>
                  </a:lnTo>
                  <a:lnTo>
                    <a:pt x="2204" y="15428"/>
                  </a:lnTo>
                  <a:lnTo>
                    <a:pt x="2204" y="18516"/>
                  </a:lnTo>
                  <a:lnTo>
                    <a:pt x="0" y="18516"/>
                  </a:lnTo>
                  <a:lnTo>
                    <a:pt x="0" y="20366"/>
                  </a:lnTo>
                  <a:cubicBezTo>
                    <a:pt x="0" y="21046"/>
                    <a:pt x="394" y="21600"/>
                    <a:pt x="881" y="21600"/>
                  </a:cubicBezTo>
                  <a:lnTo>
                    <a:pt x="20719" y="21600"/>
                  </a:lnTo>
                  <a:cubicBezTo>
                    <a:pt x="21205" y="21600"/>
                    <a:pt x="21600" y="21046"/>
                    <a:pt x="21600" y="20366"/>
                  </a:cubicBezTo>
                  <a:lnTo>
                    <a:pt x="21600" y="18516"/>
                  </a:lnTo>
                  <a:lnTo>
                    <a:pt x="19396" y="18516"/>
                  </a:lnTo>
                  <a:lnTo>
                    <a:pt x="19396" y="15428"/>
                  </a:lnTo>
                  <a:lnTo>
                    <a:pt x="21600" y="15428"/>
                  </a:lnTo>
                  <a:lnTo>
                    <a:pt x="21600" y="12344"/>
                  </a:lnTo>
                  <a:lnTo>
                    <a:pt x="19396" y="12344"/>
                  </a:lnTo>
                  <a:lnTo>
                    <a:pt x="19396" y="9256"/>
                  </a:lnTo>
                  <a:lnTo>
                    <a:pt x="21600" y="9256"/>
                  </a:lnTo>
                  <a:lnTo>
                    <a:pt x="21600" y="6172"/>
                  </a:lnTo>
                  <a:lnTo>
                    <a:pt x="19396" y="6172"/>
                  </a:lnTo>
                  <a:lnTo>
                    <a:pt x="19396" y="3084"/>
                  </a:lnTo>
                  <a:cubicBezTo>
                    <a:pt x="19396" y="3084"/>
                    <a:pt x="21600" y="3084"/>
                    <a:pt x="21600" y="3084"/>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3" name="Group 718"/>
          <p:cNvGrpSpPr/>
          <p:nvPr userDrawn="1"/>
        </p:nvGrpSpPr>
        <p:grpSpPr>
          <a:xfrm>
            <a:off x="4038525" y="2006289"/>
            <a:ext cx="455687" cy="455814"/>
            <a:chOff x="0" y="0"/>
            <a:chExt cx="911610" cy="911627"/>
          </a:xfrm>
        </p:grpSpPr>
        <p:sp>
          <p:nvSpPr>
            <p:cNvPr id="78" name="Shape 716"/>
            <p:cNvSpPr/>
            <p:nvPr/>
          </p:nvSpPr>
          <p:spPr>
            <a:xfrm>
              <a:off x="0" y="0"/>
              <a:ext cx="911611" cy="911628"/>
            </a:xfrm>
            <a:custGeom>
              <a:avLst/>
              <a:gdLst/>
              <a:ahLst/>
              <a:cxnLst>
                <a:cxn ang="0">
                  <a:pos x="wd2" y="hd2"/>
                </a:cxn>
                <a:cxn ang="5400000">
                  <a:pos x="wd2" y="hd2"/>
                </a:cxn>
                <a:cxn ang="10800000">
                  <a:pos x="wd2" y="hd2"/>
                </a:cxn>
                <a:cxn ang="16200000">
                  <a:pos x="wd2" y="hd2"/>
                </a:cxn>
              </a:cxnLst>
              <a:rect l="0" t="0" r="r" b="b"/>
              <a:pathLst>
                <a:path w="19806" h="19807" extrusionOk="0">
                  <a:moveTo>
                    <a:pt x="7908" y="205"/>
                  </a:moveTo>
                  <a:cubicBezTo>
                    <a:pt x="13264" y="-897"/>
                    <a:pt x="18499" y="2552"/>
                    <a:pt x="19601" y="7908"/>
                  </a:cubicBezTo>
                  <a:cubicBezTo>
                    <a:pt x="20703" y="13265"/>
                    <a:pt x="17255" y="18500"/>
                    <a:pt x="11899" y="19602"/>
                  </a:cubicBezTo>
                  <a:cubicBezTo>
                    <a:pt x="6545" y="20703"/>
                    <a:pt x="1313" y="17258"/>
                    <a:pt x="207" y="11907"/>
                  </a:cubicBezTo>
                  <a:cubicBezTo>
                    <a:pt x="207" y="11904"/>
                    <a:pt x="206" y="11901"/>
                    <a:pt x="206" y="11899"/>
                  </a:cubicBezTo>
                  <a:cubicBezTo>
                    <a:pt x="-897" y="6543"/>
                    <a:pt x="2552" y="1307"/>
                    <a:pt x="7908" y="205"/>
                  </a:cubicBezTo>
                  <a:close/>
                </a:path>
              </a:pathLst>
            </a:custGeom>
            <a:solidFill>
              <a:schemeClr val="accent1"/>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79" name="Shape 717"/>
            <p:cNvSpPr/>
            <p:nvPr/>
          </p:nvSpPr>
          <p:spPr>
            <a:xfrm>
              <a:off x="334270" y="282472"/>
              <a:ext cx="243070" cy="335885"/>
            </a:xfrm>
            <a:custGeom>
              <a:avLst/>
              <a:gdLst/>
              <a:ahLst/>
              <a:cxnLst>
                <a:cxn ang="0">
                  <a:pos x="wd2" y="hd2"/>
                </a:cxn>
                <a:cxn ang="5400000">
                  <a:pos x="wd2" y="hd2"/>
                </a:cxn>
                <a:cxn ang="10800000">
                  <a:pos x="wd2" y="hd2"/>
                </a:cxn>
                <a:cxn ang="16200000">
                  <a:pos x="wd2" y="hd2"/>
                </a:cxn>
              </a:cxnLst>
              <a:rect l="0" t="0" r="r" b="b"/>
              <a:pathLst>
                <a:path w="21565" h="21086" extrusionOk="0">
                  <a:moveTo>
                    <a:pt x="21023" y="5250"/>
                  </a:moveTo>
                  <a:lnTo>
                    <a:pt x="7163" y="195"/>
                  </a:lnTo>
                  <a:cubicBezTo>
                    <a:pt x="5264" y="-514"/>
                    <a:pt x="1521" y="853"/>
                    <a:pt x="445" y="2057"/>
                  </a:cubicBezTo>
                  <a:cubicBezTo>
                    <a:pt x="-35" y="2595"/>
                    <a:pt x="0" y="2983"/>
                    <a:pt x="0" y="3203"/>
                  </a:cubicBezTo>
                  <a:lnTo>
                    <a:pt x="173" y="14619"/>
                  </a:lnTo>
                  <a:cubicBezTo>
                    <a:pt x="184" y="14862"/>
                    <a:pt x="614" y="15188"/>
                    <a:pt x="983" y="15348"/>
                  </a:cubicBezTo>
                  <a:cubicBezTo>
                    <a:pt x="1753" y="15682"/>
                    <a:pt x="13399" y="20826"/>
                    <a:pt x="13729" y="20972"/>
                  </a:cubicBezTo>
                  <a:cubicBezTo>
                    <a:pt x="13905" y="21051"/>
                    <a:pt x="14115" y="21086"/>
                    <a:pt x="14322" y="21086"/>
                  </a:cubicBezTo>
                  <a:cubicBezTo>
                    <a:pt x="14499" y="21086"/>
                    <a:pt x="14675" y="21058"/>
                    <a:pt x="14834" y="21002"/>
                  </a:cubicBezTo>
                  <a:cubicBezTo>
                    <a:pt x="15185" y="20881"/>
                    <a:pt x="15404" y="20645"/>
                    <a:pt x="15404" y="20388"/>
                  </a:cubicBezTo>
                  <a:lnTo>
                    <a:pt x="15404" y="8397"/>
                  </a:lnTo>
                  <a:cubicBezTo>
                    <a:pt x="15404" y="8148"/>
                    <a:pt x="15198" y="7917"/>
                    <a:pt x="14862" y="7792"/>
                  </a:cubicBezTo>
                  <a:lnTo>
                    <a:pt x="2263" y="2817"/>
                  </a:lnTo>
                  <a:cubicBezTo>
                    <a:pt x="2408" y="2620"/>
                    <a:pt x="2968" y="2205"/>
                    <a:pt x="3997" y="1825"/>
                  </a:cubicBezTo>
                  <a:cubicBezTo>
                    <a:pt x="5082" y="1422"/>
                    <a:pt x="5896" y="1574"/>
                    <a:pt x="6082" y="1625"/>
                  </a:cubicBezTo>
                  <a:cubicBezTo>
                    <a:pt x="6082" y="1625"/>
                    <a:pt x="18173" y="6203"/>
                    <a:pt x="18544" y="6339"/>
                  </a:cubicBezTo>
                  <a:cubicBezTo>
                    <a:pt x="18911" y="6476"/>
                    <a:pt x="18918" y="6495"/>
                    <a:pt x="18918" y="6729"/>
                  </a:cubicBezTo>
                  <a:cubicBezTo>
                    <a:pt x="18918" y="6961"/>
                    <a:pt x="18918" y="18107"/>
                    <a:pt x="18918" y="18107"/>
                  </a:cubicBezTo>
                  <a:cubicBezTo>
                    <a:pt x="18918" y="18674"/>
                    <a:pt x="19733" y="18906"/>
                    <a:pt x="20330" y="18906"/>
                  </a:cubicBezTo>
                  <a:cubicBezTo>
                    <a:pt x="20927" y="18906"/>
                    <a:pt x="21565" y="18493"/>
                    <a:pt x="21565" y="18107"/>
                  </a:cubicBezTo>
                  <a:lnTo>
                    <a:pt x="21565" y="5855"/>
                  </a:lnTo>
                  <a:cubicBezTo>
                    <a:pt x="21565" y="5605"/>
                    <a:pt x="21357" y="5375"/>
                    <a:pt x="21023" y="5250"/>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sp>
        <p:nvSpPr>
          <p:cNvPr id="16" name="Title 15"/>
          <p:cNvSpPr>
            <a:spLocks noGrp="1"/>
          </p:cNvSpPr>
          <p:nvPr>
            <p:ph type="title"/>
          </p:nvPr>
        </p:nvSpPr>
        <p:spPr>
          <a:xfrm>
            <a:off x="1523603" y="381000"/>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23" name="Text Placeholder 17"/>
          <p:cNvSpPr>
            <a:spLocks noGrp="1"/>
          </p:cNvSpPr>
          <p:nvPr>
            <p:ph type="body" sz="quarter" idx="18" hasCustomPrompt="1"/>
          </p:nvPr>
        </p:nvSpPr>
        <p:spPr>
          <a:xfrm>
            <a:off x="1523603" y="996517"/>
            <a:ext cx="9141619" cy="248082"/>
          </a:xfrm>
        </p:spPr>
        <p:txBody>
          <a:bodyPr lIns="0" tIns="0" rIns="0" bIns="0">
            <a:normAutofit/>
          </a:bodyPr>
          <a:lstStyle>
            <a:lvl1pPr marL="0" indent="0" algn="ctr">
              <a:lnSpc>
                <a:spcPts val="1400"/>
              </a:lnSpc>
              <a:buNone/>
              <a:defRPr sz="1000">
                <a:solidFill>
                  <a:schemeClr val="bg1">
                    <a:lumMod val="50000"/>
                  </a:schemeClr>
                </a:solidFill>
                <a:latin typeface="Source Sans Pro Light"/>
              </a:defRPr>
            </a:lvl1pPr>
          </a:lstStyle>
          <a:p>
            <a:pPr lvl="0"/>
            <a:r>
              <a:rPr lang="en-GB" dirty="0" smtClean="0"/>
              <a:t>write your relevant text here</a:t>
            </a:r>
          </a:p>
        </p:txBody>
      </p:sp>
      <p:sp>
        <p:nvSpPr>
          <p:cNvPr id="9" name="Content Placeholder 20"/>
          <p:cNvSpPr>
            <a:spLocks noGrp="1"/>
          </p:cNvSpPr>
          <p:nvPr>
            <p:ph sz="quarter" idx="16"/>
          </p:nvPr>
        </p:nvSpPr>
        <p:spPr>
          <a:xfrm>
            <a:off x="8360752" y="2006502"/>
            <a:ext cx="1420812"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10" name="Text Placeholder 17"/>
          <p:cNvSpPr>
            <a:spLocks noGrp="1"/>
          </p:cNvSpPr>
          <p:nvPr>
            <p:ph type="body" sz="quarter" idx="21"/>
          </p:nvPr>
        </p:nvSpPr>
        <p:spPr>
          <a:xfrm>
            <a:off x="8360752" y="2250651"/>
            <a:ext cx="2133600" cy="332532"/>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57" name="Picture Placeholder 2"/>
          <p:cNvSpPr>
            <a:spLocks noGrp="1"/>
          </p:cNvSpPr>
          <p:nvPr>
            <p:ph type="pic" sz="quarter" idx="23"/>
          </p:nvPr>
        </p:nvSpPr>
        <p:spPr>
          <a:xfrm>
            <a:off x="5294312" y="2070512"/>
            <a:ext cx="1600200" cy="2869376"/>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grpSp>
        <p:nvGrpSpPr>
          <p:cNvPr id="4" name="Group 715"/>
          <p:cNvGrpSpPr/>
          <p:nvPr userDrawn="1"/>
        </p:nvGrpSpPr>
        <p:grpSpPr>
          <a:xfrm>
            <a:off x="4038472" y="4538461"/>
            <a:ext cx="455691" cy="455814"/>
            <a:chOff x="0" y="0"/>
            <a:chExt cx="911618" cy="911627"/>
          </a:xfrm>
        </p:grpSpPr>
        <p:sp>
          <p:nvSpPr>
            <p:cNvPr id="75" name="Shape 713"/>
            <p:cNvSpPr/>
            <p:nvPr/>
          </p:nvSpPr>
          <p:spPr>
            <a:xfrm>
              <a:off x="-1" y="-1"/>
              <a:ext cx="911620" cy="911629"/>
            </a:xfrm>
            <a:custGeom>
              <a:avLst/>
              <a:gdLst/>
              <a:ahLst/>
              <a:cxnLst>
                <a:cxn ang="0">
                  <a:pos x="wd2" y="hd2"/>
                </a:cxn>
                <a:cxn ang="5400000">
                  <a:pos x="wd2" y="hd2"/>
                </a:cxn>
                <a:cxn ang="10800000">
                  <a:pos x="wd2" y="hd2"/>
                </a:cxn>
                <a:cxn ang="16200000">
                  <a:pos x="wd2" y="hd2"/>
                </a:cxn>
              </a:cxnLst>
              <a:rect l="0" t="0" r="r" b="b"/>
              <a:pathLst>
                <a:path w="19807" h="19807" extrusionOk="0">
                  <a:moveTo>
                    <a:pt x="7907" y="205"/>
                  </a:moveTo>
                  <a:cubicBezTo>
                    <a:pt x="13264" y="-897"/>
                    <a:pt x="18498" y="2551"/>
                    <a:pt x="19601" y="7908"/>
                  </a:cubicBezTo>
                  <a:cubicBezTo>
                    <a:pt x="20703" y="13264"/>
                    <a:pt x="17254" y="18500"/>
                    <a:pt x="11898" y="19602"/>
                  </a:cubicBezTo>
                  <a:cubicBezTo>
                    <a:pt x="6545" y="20703"/>
                    <a:pt x="1312" y="17258"/>
                    <a:pt x="206" y="11907"/>
                  </a:cubicBezTo>
                  <a:cubicBezTo>
                    <a:pt x="206" y="11904"/>
                    <a:pt x="205" y="11901"/>
                    <a:pt x="204" y="11899"/>
                  </a:cubicBezTo>
                  <a:cubicBezTo>
                    <a:pt x="-897" y="6542"/>
                    <a:pt x="2551" y="1307"/>
                    <a:pt x="7907" y="205"/>
                  </a:cubicBezTo>
                  <a:close/>
                </a:path>
              </a:pathLst>
            </a:custGeom>
            <a:solidFill>
              <a:schemeClr val="accent2"/>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76" name="Shape 714"/>
            <p:cNvSpPr/>
            <p:nvPr/>
          </p:nvSpPr>
          <p:spPr>
            <a:xfrm>
              <a:off x="325844" y="282472"/>
              <a:ext cx="259931" cy="335885"/>
            </a:xfrm>
            <a:custGeom>
              <a:avLst/>
              <a:gdLst/>
              <a:ahLst/>
              <a:cxnLst>
                <a:cxn ang="0">
                  <a:pos x="wd2" y="hd2"/>
                </a:cxn>
                <a:cxn ang="5400000">
                  <a:pos x="wd2" y="hd2"/>
                </a:cxn>
                <a:cxn ang="10800000">
                  <a:pos x="wd2" y="hd2"/>
                </a:cxn>
                <a:cxn ang="16200000">
                  <a:pos x="wd2" y="hd2"/>
                </a:cxn>
              </a:cxnLst>
              <a:rect l="0" t="0" r="r" b="b"/>
              <a:pathLst>
                <a:path w="21137" h="21205" extrusionOk="0">
                  <a:moveTo>
                    <a:pt x="5865" y="2548"/>
                  </a:moveTo>
                  <a:lnTo>
                    <a:pt x="5867" y="15695"/>
                  </a:lnTo>
                  <a:cubicBezTo>
                    <a:pt x="4944" y="15546"/>
                    <a:pt x="3872" y="15602"/>
                    <a:pt x="2808" y="15909"/>
                  </a:cubicBezTo>
                  <a:cubicBezTo>
                    <a:pt x="413" y="16599"/>
                    <a:pt x="-431" y="18279"/>
                    <a:pt x="203" y="19659"/>
                  </a:cubicBezTo>
                  <a:cubicBezTo>
                    <a:pt x="839" y="21041"/>
                    <a:pt x="2710" y="21600"/>
                    <a:pt x="5104" y="20909"/>
                  </a:cubicBezTo>
                  <a:cubicBezTo>
                    <a:pt x="7137" y="20323"/>
                    <a:pt x="8468" y="19024"/>
                    <a:pt x="8434" y="17799"/>
                  </a:cubicBezTo>
                  <a:cubicBezTo>
                    <a:pt x="8434" y="17799"/>
                    <a:pt x="8434" y="10827"/>
                    <a:pt x="8434" y="6940"/>
                  </a:cubicBezTo>
                  <a:lnTo>
                    <a:pt x="18567" y="5136"/>
                  </a:lnTo>
                  <a:lnTo>
                    <a:pt x="18567" y="13479"/>
                  </a:lnTo>
                  <a:cubicBezTo>
                    <a:pt x="17645" y="13330"/>
                    <a:pt x="16572" y="13386"/>
                    <a:pt x="15509" y="13693"/>
                  </a:cubicBezTo>
                  <a:cubicBezTo>
                    <a:pt x="13115" y="14384"/>
                    <a:pt x="12270" y="16064"/>
                    <a:pt x="12905" y="17443"/>
                  </a:cubicBezTo>
                  <a:cubicBezTo>
                    <a:pt x="13539" y="18825"/>
                    <a:pt x="15411" y="19384"/>
                    <a:pt x="17806" y="18694"/>
                  </a:cubicBezTo>
                  <a:cubicBezTo>
                    <a:pt x="19839" y="18107"/>
                    <a:pt x="21169" y="16808"/>
                    <a:pt x="21136" y="15583"/>
                  </a:cubicBezTo>
                  <a:lnTo>
                    <a:pt x="21136" y="0"/>
                  </a:lnTo>
                  <a:cubicBezTo>
                    <a:pt x="21136" y="0"/>
                    <a:pt x="5865" y="2548"/>
                    <a:pt x="5865" y="2548"/>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5" name="Group 721"/>
          <p:cNvGrpSpPr/>
          <p:nvPr userDrawn="1"/>
        </p:nvGrpSpPr>
        <p:grpSpPr>
          <a:xfrm>
            <a:off x="7699128" y="3694403"/>
            <a:ext cx="455701" cy="455815"/>
            <a:chOff x="-1" y="-1"/>
            <a:chExt cx="911637" cy="911629"/>
          </a:xfrm>
        </p:grpSpPr>
        <p:sp>
          <p:nvSpPr>
            <p:cNvPr id="81" name="Shape 719"/>
            <p:cNvSpPr/>
            <p:nvPr/>
          </p:nvSpPr>
          <p:spPr>
            <a:xfrm>
              <a:off x="-1" y="-1"/>
              <a:ext cx="911637" cy="911629"/>
            </a:xfrm>
            <a:custGeom>
              <a:avLst/>
              <a:gdLst/>
              <a:ahLst/>
              <a:cxnLst>
                <a:cxn ang="0">
                  <a:pos x="wd2" y="hd2"/>
                </a:cxn>
                <a:cxn ang="5400000">
                  <a:pos x="wd2" y="hd2"/>
                </a:cxn>
                <a:cxn ang="10800000">
                  <a:pos x="wd2" y="hd2"/>
                </a:cxn>
                <a:cxn ang="16200000">
                  <a:pos x="wd2" y="hd2"/>
                </a:cxn>
              </a:cxnLst>
              <a:rect l="0" t="0" r="r" b="b"/>
              <a:pathLst>
                <a:path w="19807" h="19806" extrusionOk="0">
                  <a:moveTo>
                    <a:pt x="7908" y="205"/>
                  </a:moveTo>
                  <a:cubicBezTo>
                    <a:pt x="13264" y="-897"/>
                    <a:pt x="18500" y="2551"/>
                    <a:pt x="19602" y="7907"/>
                  </a:cubicBezTo>
                  <a:cubicBezTo>
                    <a:pt x="20703" y="13264"/>
                    <a:pt x="17254" y="18499"/>
                    <a:pt x="11899" y="19601"/>
                  </a:cubicBezTo>
                  <a:cubicBezTo>
                    <a:pt x="6545" y="20703"/>
                    <a:pt x="1312" y="17258"/>
                    <a:pt x="207" y="11907"/>
                  </a:cubicBezTo>
                  <a:cubicBezTo>
                    <a:pt x="206" y="11904"/>
                    <a:pt x="206" y="11901"/>
                    <a:pt x="205" y="11898"/>
                  </a:cubicBezTo>
                  <a:cubicBezTo>
                    <a:pt x="-897" y="6542"/>
                    <a:pt x="2552" y="1307"/>
                    <a:pt x="7908" y="205"/>
                  </a:cubicBezTo>
                  <a:close/>
                </a:path>
              </a:pathLst>
            </a:custGeom>
            <a:solidFill>
              <a:schemeClr val="accent5"/>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82" name="Shape 720"/>
            <p:cNvSpPr/>
            <p:nvPr/>
          </p:nvSpPr>
          <p:spPr>
            <a:xfrm>
              <a:off x="287861" y="287871"/>
              <a:ext cx="335911" cy="335886"/>
            </a:xfrm>
            <a:custGeom>
              <a:avLst/>
              <a:gdLst/>
              <a:ahLst/>
              <a:cxnLst>
                <a:cxn ang="0">
                  <a:pos x="wd2" y="hd2"/>
                </a:cxn>
                <a:cxn ang="5400000">
                  <a:pos x="wd2" y="hd2"/>
                </a:cxn>
                <a:cxn ang="10800000">
                  <a:pos x="wd2" y="hd2"/>
                </a:cxn>
                <a:cxn ang="16200000">
                  <a:pos x="wd2" y="hd2"/>
                </a:cxn>
              </a:cxnLst>
              <a:rect l="0" t="0" r="r" b="b"/>
              <a:pathLst>
                <a:path w="21600" h="21600" extrusionOk="0">
                  <a:moveTo>
                    <a:pt x="10800" y="15497"/>
                  </a:moveTo>
                  <a:cubicBezTo>
                    <a:pt x="8207" y="15497"/>
                    <a:pt x="6104" y="13394"/>
                    <a:pt x="6104" y="10801"/>
                  </a:cubicBezTo>
                  <a:cubicBezTo>
                    <a:pt x="6104" y="8206"/>
                    <a:pt x="8207" y="6103"/>
                    <a:pt x="10800" y="6103"/>
                  </a:cubicBezTo>
                  <a:cubicBezTo>
                    <a:pt x="13395" y="6103"/>
                    <a:pt x="15497" y="8206"/>
                    <a:pt x="15497" y="10801"/>
                  </a:cubicBezTo>
                  <a:cubicBezTo>
                    <a:pt x="15497" y="13394"/>
                    <a:pt x="13395" y="15497"/>
                    <a:pt x="10800" y="15497"/>
                  </a:cubicBezTo>
                  <a:close/>
                  <a:moveTo>
                    <a:pt x="19522" y="10801"/>
                  </a:moveTo>
                  <a:cubicBezTo>
                    <a:pt x="19522" y="9454"/>
                    <a:pt x="20352" y="8390"/>
                    <a:pt x="21600" y="7659"/>
                  </a:cubicBezTo>
                  <a:cubicBezTo>
                    <a:pt x="21376" y="6908"/>
                    <a:pt x="21077" y="6187"/>
                    <a:pt x="20711" y="5509"/>
                  </a:cubicBezTo>
                  <a:cubicBezTo>
                    <a:pt x="19310" y="5876"/>
                    <a:pt x="18177" y="5328"/>
                    <a:pt x="17225" y="4375"/>
                  </a:cubicBezTo>
                  <a:cubicBezTo>
                    <a:pt x="16273" y="3423"/>
                    <a:pt x="15982" y="2288"/>
                    <a:pt x="16347" y="889"/>
                  </a:cubicBezTo>
                  <a:cubicBezTo>
                    <a:pt x="15671" y="522"/>
                    <a:pt x="14951" y="224"/>
                    <a:pt x="14198" y="0"/>
                  </a:cubicBezTo>
                  <a:cubicBezTo>
                    <a:pt x="13467" y="1248"/>
                    <a:pt x="12147" y="2078"/>
                    <a:pt x="10800" y="2078"/>
                  </a:cubicBezTo>
                  <a:cubicBezTo>
                    <a:pt x="9453" y="2078"/>
                    <a:pt x="8134" y="1248"/>
                    <a:pt x="7403" y="0"/>
                  </a:cubicBezTo>
                  <a:cubicBezTo>
                    <a:pt x="6651" y="224"/>
                    <a:pt x="5931" y="522"/>
                    <a:pt x="5253" y="889"/>
                  </a:cubicBezTo>
                  <a:cubicBezTo>
                    <a:pt x="5620" y="2288"/>
                    <a:pt x="5329" y="3422"/>
                    <a:pt x="4375" y="4375"/>
                  </a:cubicBezTo>
                  <a:cubicBezTo>
                    <a:pt x="3423" y="5328"/>
                    <a:pt x="2290" y="5876"/>
                    <a:pt x="890" y="5510"/>
                  </a:cubicBezTo>
                  <a:cubicBezTo>
                    <a:pt x="523" y="6187"/>
                    <a:pt x="224" y="6908"/>
                    <a:pt x="0" y="7659"/>
                  </a:cubicBezTo>
                  <a:cubicBezTo>
                    <a:pt x="1249" y="8390"/>
                    <a:pt x="2078" y="9454"/>
                    <a:pt x="2078" y="10801"/>
                  </a:cubicBezTo>
                  <a:cubicBezTo>
                    <a:pt x="2078" y="12146"/>
                    <a:pt x="1249" y="13467"/>
                    <a:pt x="0" y="14198"/>
                  </a:cubicBezTo>
                  <a:cubicBezTo>
                    <a:pt x="224" y="14950"/>
                    <a:pt x="523" y="15670"/>
                    <a:pt x="890" y="16348"/>
                  </a:cubicBezTo>
                  <a:cubicBezTo>
                    <a:pt x="2290" y="15981"/>
                    <a:pt x="3423" y="16272"/>
                    <a:pt x="4375" y="17226"/>
                  </a:cubicBezTo>
                  <a:cubicBezTo>
                    <a:pt x="5327" y="18178"/>
                    <a:pt x="5620" y="19312"/>
                    <a:pt x="5253" y="20711"/>
                  </a:cubicBezTo>
                  <a:cubicBezTo>
                    <a:pt x="5931" y="21078"/>
                    <a:pt x="6651" y="21377"/>
                    <a:pt x="7403" y="21600"/>
                  </a:cubicBezTo>
                  <a:cubicBezTo>
                    <a:pt x="8134" y="20352"/>
                    <a:pt x="9453" y="19524"/>
                    <a:pt x="10800" y="19524"/>
                  </a:cubicBezTo>
                  <a:cubicBezTo>
                    <a:pt x="12147" y="19524"/>
                    <a:pt x="13467" y="20352"/>
                    <a:pt x="14198" y="21600"/>
                  </a:cubicBezTo>
                  <a:cubicBezTo>
                    <a:pt x="14951" y="21376"/>
                    <a:pt x="15671" y="21078"/>
                    <a:pt x="16349" y="20711"/>
                  </a:cubicBezTo>
                  <a:cubicBezTo>
                    <a:pt x="15982" y="19312"/>
                    <a:pt x="16273" y="18178"/>
                    <a:pt x="17225" y="17226"/>
                  </a:cubicBezTo>
                  <a:cubicBezTo>
                    <a:pt x="18177" y="16272"/>
                    <a:pt x="19310" y="15724"/>
                    <a:pt x="20711" y="16091"/>
                  </a:cubicBezTo>
                  <a:cubicBezTo>
                    <a:pt x="21077" y="15413"/>
                    <a:pt x="21376" y="14693"/>
                    <a:pt x="21600" y="13941"/>
                  </a:cubicBezTo>
                  <a:cubicBezTo>
                    <a:pt x="20352" y="13210"/>
                    <a:pt x="19522" y="12146"/>
                    <a:pt x="19522" y="10801"/>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6" name="Group 727"/>
          <p:cNvGrpSpPr/>
          <p:nvPr userDrawn="1"/>
        </p:nvGrpSpPr>
        <p:grpSpPr>
          <a:xfrm>
            <a:off x="7699138" y="4538461"/>
            <a:ext cx="455681" cy="455815"/>
            <a:chOff x="-1" y="0"/>
            <a:chExt cx="911598" cy="911628"/>
          </a:xfrm>
        </p:grpSpPr>
        <p:sp>
          <p:nvSpPr>
            <p:cNvPr id="87" name="Shape 725"/>
            <p:cNvSpPr/>
            <p:nvPr/>
          </p:nvSpPr>
          <p:spPr>
            <a:xfrm>
              <a:off x="-1" y="0"/>
              <a:ext cx="911598" cy="911628"/>
            </a:xfrm>
            <a:custGeom>
              <a:avLst/>
              <a:gdLst/>
              <a:ahLst/>
              <a:cxnLst>
                <a:cxn ang="0">
                  <a:pos x="wd2" y="hd2"/>
                </a:cxn>
                <a:cxn ang="5400000">
                  <a:pos x="wd2" y="hd2"/>
                </a:cxn>
                <a:cxn ang="10800000">
                  <a:pos x="wd2" y="hd2"/>
                </a:cxn>
                <a:cxn ang="16200000">
                  <a:pos x="wd2" y="hd2"/>
                </a:cxn>
              </a:cxnLst>
              <a:rect l="0" t="0" r="r" b="b"/>
              <a:pathLst>
                <a:path w="19806" h="19806" extrusionOk="0">
                  <a:moveTo>
                    <a:pt x="11898" y="19600"/>
                  </a:moveTo>
                  <a:cubicBezTo>
                    <a:pt x="6542" y="20703"/>
                    <a:pt x="1307" y="17254"/>
                    <a:pt x="205" y="11898"/>
                  </a:cubicBezTo>
                  <a:cubicBezTo>
                    <a:pt x="-897" y="6542"/>
                    <a:pt x="2551" y="1307"/>
                    <a:pt x="7908" y="205"/>
                  </a:cubicBezTo>
                  <a:cubicBezTo>
                    <a:pt x="13261" y="-897"/>
                    <a:pt x="18494" y="2548"/>
                    <a:pt x="19599" y="7899"/>
                  </a:cubicBezTo>
                  <a:cubicBezTo>
                    <a:pt x="19600" y="7902"/>
                    <a:pt x="19600" y="7905"/>
                    <a:pt x="19600" y="7907"/>
                  </a:cubicBezTo>
                  <a:cubicBezTo>
                    <a:pt x="20703" y="13263"/>
                    <a:pt x="17254" y="18499"/>
                    <a:pt x="11898" y="19600"/>
                  </a:cubicBezTo>
                  <a:close/>
                </a:path>
              </a:pathLst>
            </a:custGeom>
            <a:solidFill>
              <a:schemeClr val="accent3"/>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88" name="Shape 726"/>
            <p:cNvSpPr/>
            <p:nvPr/>
          </p:nvSpPr>
          <p:spPr>
            <a:xfrm>
              <a:off x="287844" y="306407"/>
              <a:ext cx="335911" cy="298811"/>
            </a:xfrm>
            <a:custGeom>
              <a:avLst/>
              <a:gdLst/>
              <a:ahLst/>
              <a:cxnLst>
                <a:cxn ang="0">
                  <a:pos x="wd2" y="hd2"/>
                </a:cxn>
                <a:cxn ang="5400000">
                  <a:pos x="wd2" y="hd2"/>
                </a:cxn>
                <a:cxn ang="10800000">
                  <a:pos x="wd2" y="hd2"/>
                </a:cxn>
                <a:cxn ang="16200000">
                  <a:pos x="wd2" y="hd2"/>
                </a:cxn>
              </a:cxnLst>
              <a:rect l="0" t="0" r="r" b="b"/>
              <a:pathLst>
                <a:path w="21446" h="21471" extrusionOk="0">
                  <a:moveTo>
                    <a:pt x="2906" y="19280"/>
                  </a:moveTo>
                  <a:cubicBezTo>
                    <a:pt x="2683" y="19534"/>
                    <a:pt x="2683" y="19946"/>
                    <a:pt x="2906" y="20200"/>
                  </a:cubicBezTo>
                  <a:lnTo>
                    <a:pt x="3930" y="21326"/>
                  </a:lnTo>
                  <a:cubicBezTo>
                    <a:pt x="4154" y="21580"/>
                    <a:pt x="4510" y="21473"/>
                    <a:pt x="4734" y="21220"/>
                  </a:cubicBezTo>
                  <a:lnTo>
                    <a:pt x="10017" y="15372"/>
                  </a:lnTo>
                  <a:lnTo>
                    <a:pt x="8398" y="13299"/>
                  </a:lnTo>
                  <a:cubicBezTo>
                    <a:pt x="8398" y="13299"/>
                    <a:pt x="2906" y="19280"/>
                    <a:pt x="2906" y="19280"/>
                  </a:cubicBezTo>
                  <a:close/>
                  <a:moveTo>
                    <a:pt x="21387" y="2723"/>
                  </a:moveTo>
                  <a:cubicBezTo>
                    <a:pt x="21307" y="2125"/>
                    <a:pt x="21031" y="2252"/>
                    <a:pt x="20888" y="2505"/>
                  </a:cubicBezTo>
                  <a:cubicBezTo>
                    <a:pt x="20746" y="2758"/>
                    <a:pt x="20111" y="3840"/>
                    <a:pt x="19852" y="4329"/>
                  </a:cubicBezTo>
                  <a:cubicBezTo>
                    <a:pt x="19593" y="4815"/>
                    <a:pt x="18956" y="5772"/>
                    <a:pt x="17770" y="4826"/>
                  </a:cubicBezTo>
                  <a:cubicBezTo>
                    <a:pt x="16533" y="3843"/>
                    <a:pt x="16963" y="3157"/>
                    <a:pt x="17179" y="2694"/>
                  </a:cubicBezTo>
                  <a:cubicBezTo>
                    <a:pt x="17395" y="2232"/>
                    <a:pt x="18059" y="931"/>
                    <a:pt x="18155" y="768"/>
                  </a:cubicBezTo>
                  <a:cubicBezTo>
                    <a:pt x="18251" y="605"/>
                    <a:pt x="18139" y="129"/>
                    <a:pt x="17756" y="329"/>
                  </a:cubicBezTo>
                  <a:cubicBezTo>
                    <a:pt x="17372" y="527"/>
                    <a:pt x="15039" y="1572"/>
                    <a:pt x="14715" y="3066"/>
                  </a:cubicBezTo>
                  <a:cubicBezTo>
                    <a:pt x="14386" y="4590"/>
                    <a:pt x="14993" y="5950"/>
                    <a:pt x="13800" y="7301"/>
                  </a:cubicBezTo>
                  <a:lnTo>
                    <a:pt x="12355" y="8998"/>
                  </a:lnTo>
                  <a:lnTo>
                    <a:pt x="13806" y="10898"/>
                  </a:lnTo>
                  <a:lnTo>
                    <a:pt x="15589" y="8995"/>
                  </a:lnTo>
                  <a:cubicBezTo>
                    <a:pt x="16013" y="8514"/>
                    <a:pt x="16919" y="8048"/>
                    <a:pt x="17740" y="8257"/>
                  </a:cubicBezTo>
                  <a:cubicBezTo>
                    <a:pt x="19498" y="8705"/>
                    <a:pt x="20456" y="7962"/>
                    <a:pt x="21035" y="6733"/>
                  </a:cubicBezTo>
                  <a:cubicBezTo>
                    <a:pt x="21552" y="5635"/>
                    <a:pt x="21466" y="3322"/>
                    <a:pt x="21387" y="2723"/>
                  </a:cubicBezTo>
                  <a:close/>
                  <a:moveTo>
                    <a:pt x="9478" y="7592"/>
                  </a:moveTo>
                  <a:cubicBezTo>
                    <a:pt x="9350" y="7424"/>
                    <a:pt x="9189" y="7421"/>
                    <a:pt x="9050" y="7558"/>
                  </a:cubicBezTo>
                  <a:lnTo>
                    <a:pt x="7506" y="9074"/>
                  </a:lnTo>
                  <a:cubicBezTo>
                    <a:pt x="7384" y="9194"/>
                    <a:pt x="7369" y="9419"/>
                    <a:pt x="7477" y="9559"/>
                  </a:cubicBezTo>
                  <a:lnTo>
                    <a:pt x="16408" y="20996"/>
                  </a:lnTo>
                  <a:cubicBezTo>
                    <a:pt x="16616" y="21268"/>
                    <a:pt x="16979" y="21295"/>
                    <a:pt x="17217" y="21061"/>
                  </a:cubicBezTo>
                  <a:lnTo>
                    <a:pt x="18263" y="20076"/>
                  </a:lnTo>
                  <a:cubicBezTo>
                    <a:pt x="18500" y="19839"/>
                    <a:pt x="18526" y="19429"/>
                    <a:pt x="18317" y="19158"/>
                  </a:cubicBezTo>
                  <a:cubicBezTo>
                    <a:pt x="18317" y="19158"/>
                    <a:pt x="9478" y="7592"/>
                    <a:pt x="9478" y="7592"/>
                  </a:cubicBezTo>
                  <a:close/>
                  <a:moveTo>
                    <a:pt x="3331" y="6965"/>
                  </a:moveTo>
                  <a:cubicBezTo>
                    <a:pt x="4336" y="6088"/>
                    <a:pt x="5170" y="6693"/>
                    <a:pt x="6282" y="8142"/>
                  </a:cubicBezTo>
                  <a:cubicBezTo>
                    <a:pt x="6408" y="8304"/>
                    <a:pt x="6575" y="8114"/>
                    <a:pt x="6671" y="8021"/>
                  </a:cubicBezTo>
                  <a:cubicBezTo>
                    <a:pt x="6766" y="7926"/>
                    <a:pt x="8233" y="6440"/>
                    <a:pt x="8306" y="6370"/>
                  </a:cubicBezTo>
                  <a:cubicBezTo>
                    <a:pt x="8377" y="6300"/>
                    <a:pt x="8464" y="6167"/>
                    <a:pt x="8349" y="6018"/>
                  </a:cubicBezTo>
                  <a:cubicBezTo>
                    <a:pt x="8235" y="5868"/>
                    <a:pt x="7817" y="5261"/>
                    <a:pt x="7550" y="4867"/>
                  </a:cubicBezTo>
                  <a:cubicBezTo>
                    <a:pt x="5603" y="2001"/>
                    <a:pt x="12876" y="57"/>
                    <a:pt x="11758" y="25"/>
                  </a:cubicBezTo>
                  <a:cubicBezTo>
                    <a:pt x="11190" y="9"/>
                    <a:pt x="8909" y="-20"/>
                    <a:pt x="8569" y="21"/>
                  </a:cubicBezTo>
                  <a:cubicBezTo>
                    <a:pt x="7186" y="186"/>
                    <a:pt x="5452" y="1638"/>
                    <a:pt x="4578" y="2313"/>
                  </a:cubicBezTo>
                  <a:cubicBezTo>
                    <a:pt x="3437" y="3196"/>
                    <a:pt x="3011" y="3711"/>
                    <a:pt x="2939" y="3781"/>
                  </a:cubicBezTo>
                  <a:cubicBezTo>
                    <a:pt x="2617" y="4099"/>
                    <a:pt x="2887" y="4832"/>
                    <a:pt x="2303" y="5410"/>
                  </a:cubicBezTo>
                  <a:cubicBezTo>
                    <a:pt x="1683" y="6021"/>
                    <a:pt x="1297" y="5560"/>
                    <a:pt x="939" y="5913"/>
                  </a:cubicBezTo>
                  <a:cubicBezTo>
                    <a:pt x="761" y="6090"/>
                    <a:pt x="264" y="6509"/>
                    <a:pt x="122" y="6650"/>
                  </a:cubicBezTo>
                  <a:cubicBezTo>
                    <a:pt x="-22" y="6790"/>
                    <a:pt x="-48" y="7030"/>
                    <a:pt x="99" y="7219"/>
                  </a:cubicBezTo>
                  <a:cubicBezTo>
                    <a:pt x="99" y="7219"/>
                    <a:pt x="1459" y="8912"/>
                    <a:pt x="1574" y="9061"/>
                  </a:cubicBezTo>
                  <a:cubicBezTo>
                    <a:pt x="1688" y="9210"/>
                    <a:pt x="1994" y="9337"/>
                    <a:pt x="2185" y="9149"/>
                  </a:cubicBezTo>
                  <a:cubicBezTo>
                    <a:pt x="2375" y="8960"/>
                    <a:pt x="2864" y="8477"/>
                    <a:pt x="2947" y="8394"/>
                  </a:cubicBezTo>
                  <a:cubicBezTo>
                    <a:pt x="3031" y="8312"/>
                    <a:pt x="2893" y="7349"/>
                    <a:pt x="3331" y="6965"/>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7" name="Group 730"/>
          <p:cNvGrpSpPr/>
          <p:nvPr userDrawn="1"/>
        </p:nvGrpSpPr>
        <p:grpSpPr>
          <a:xfrm>
            <a:off x="7699138" y="2850347"/>
            <a:ext cx="455681" cy="455815"/>
            <a:chOff x="0" y="0"/>
            <a:chExt cx="911598" cy="911629"/>
          </a:xfrm>
        </p:grpSpPr>
        <p:sp>
          <p:nvSpPr>
            <p:cNvPr id="90" name="Shape 728"/>
            <p:cNvSpPr/>
            <p:nvPr/>
          </p:nvSpPr>
          <p:spPr>
            <a:xfrm>
              <a:off x="0" y="0"/>
              <a:ext cx="911598" cy="911629"/>
            </a:xfrm>
            <a:custGeom>
              <a:avLst/>
              <a:gdLst/>
              <a:ahLst/>
              <a:cxnLst>
                <a:cxn ang="0">
                  <a:pos x="wd2" y="hd2"/>
                </a:cxn>
                <a:cxn ang="5400000">
                  <a:pos x="wd2" y="hd2"/>
                </a:cxn>
                <a:cxn ang="10800000">
                  <a:pos x="wd2" y="hd2"/>
                </a:cxn>
                <a:cxn ang="16200000">
                  <a:pos x="wd2" y="hd2"/>
                </a:cxn>
              </a:cxnLst>
              <a:rect l="0" t="0" r="r" b="b"/>
              <a:pathLst>
                <a:path w="19806" h="19806" extrusionOk="0">
                  <a:moveTo>
                    <a:pt x="11898" y="19600"/>
                  </a:moveTo>
                  <a:cubicBezTo>
                    <a:pt x="6542" y="20703"/>
                    <a:pt x="1307" y="17254"/>
                    <a:pt x="205" y="11898"/>
                  </a:cubicBezTo>
                  <a:cubicBezTo>
                    <a:pt x="-897" y="6542"/>
                    <a:pt x="2551" y="1307"/>
                    <a:pt x="7908" y="205"/>
                  </a:cubicBezTo>
                  <a:cubicBezTo>
                    <a:pt x="13261" y="-897"/>
                    <a:pt x="18494" y="2548"/>
                    <a:pt x="19599" y="7899"/>
                  </a:cubicBezTo>
                  <a:cubicBezTo>
                    <a:pt x="19600" y="7902"/>
                    <a:pt x="19600" y="7905"/>
                    <a:pt x="19600" y="7907"/>
                  </a:cubicBezTo>
                  <a:cubicBezTo>
                    <a:pt x="20703" y="13263"/>
                    <a:pt x="17254" y="18499"/>
                    <a:pt x="11898" y="19600"/>
                  </a:cubicBezTo>
                  <a:close/>
                </a:path>
              </a:pathLst>
            </a:custGeom>
            <a:solidFill>
              <a:schemeClr val="accent1"/>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91" name="Shape 729"/>
            <p:cNvSpPr/>
            <p:nvPr/>
          </p:nvSpPr>
          <p:spPr>
            <a:xfrm>
              <a:off x="285188" y="305676"/>
              <a:ext cx="341220" cy="300278"/>
            </a:xfrm>
            <a:custGeom>
              <a:avLst/>
              <a:gdLst/>
              <a:ahLst/>
              <a:cxnLst>
                <a:cxn ang="0">
                  <a:pos x="wd2" y="hd2"/>
                </a:cxn>
                <a:cxn ang="5400000">
                  <a:pos x="wd2" y="hd2"/>
                </a:cxn>
                <a:cxn ang="10800000">
                  <a:pos x="wd2" y="hd2"/>
                </a:cxn>
                <a:cxn ang="16200000">
                  <a:pos x="wd2" y="hd2"/>
                </a:cxn>
              </a:cxnLst>
              <a:rect l="0" t="0" r="r" b="b"/>
              <a:pathLst>
                <a:path w="21600" h="21600" extrusionOk="0">
                  <a:moveTo>
                    <a:pt x="19440" y="15832"/>
                  </a:moveTo>
                  <a:lnTo>
                    <a:pt x="2160" y="15832"/>
                  </a:lnTo>
                  <a:lnTo>
                    <a:pt x="2160" y="2209"/>
                  </a:lnTo>
                  <a:lnTo>
                    <a:pt x="19440" y="2209"/>
                  </a:lnTo>
                  <a:cubicBezTo>
                    <a:pt x="19440" y="2209"/>
                    <a:pt x="19440" y="15832"/>
                    <a:pt x="19440" y="15832"/>
                  </a:cubicBezTo>
                  <a:close/>
                  <a:moveTo>
                    <a:pt x="19440" y="0"/>
                  </a:moveTo>
                  <a:lnTo>
                    <a:pt x="2160" y="0"/>
                  </a:lnTo>
                  <a:cubicBezTo>
                    <a:pt x="971" y="0"/>
                    <a:pt x="0" y="1104"/>
                    <a:pt x="0" y="2455"/>
                  </a:cubicBezTo>
                  <a:lnTo>
                    <a:pt x="0" y="15955"/>
                  </a:lnTo>
                  <a:cubicBezTo>
                    <a:pt x="0" y="17304"/>
                    <a:pt x="953" y="18627"/>
                    <a:pt x="2119" y="18891"/>
                  </a:cubicBezTo>
                  <a:lnTo>
                    <a:pt x="6839" y="19964"/>
                  </a:lnTo>
                  <a:cubicBezTo>
                    <a:pt x="6839" y="19964"/>
                    <a:pt x="2775" y="21600"/>
                    <a:pt x="5400" y="21600"/>
                  </a:cubicBezTo>
                  <a:lnTo>
                    <a:pt x="16200" y="21600"/>
                  </a:lnTo>
                  <a:cubicBezTo>
                    <a:pt x="18825" y="21600"/>
                    <a:pt x="14761" y="19964"/>
                    <a:pt x="14761" y="19964"/>
                  </a:cubicBezTo>
                  <a:lnTo>
                    <a:pt x="19483" y="18891"/>
                  </a:lnTo>
                  <a:cubicBezTo>
                    <a:pt x="20647" y="18627"/>
                    <a:pt x="21600" y="17304"/>
                    <a:pt x="21600" y="15955"/>
                  </a:cubicBezTo>
                  <a:lnTo>
                    <a:pt x="21600" y="2455"/>
                  </a:lnTo>
                  <a:cubicBezTo>
                    <a:pt x="21600" y="1104"/>
                    <a:pt x="20629" y="0"/>
                    <a:pt x="19440" y="0"/>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8" name="Group 733"/>
          <p:cNvGrpSpPr/>
          <p:nvPr userDrawn="1"/>
        </p:nvGrpSpPr>
        <p:grpSpPr>
          <a:xfrm>
            <a:off x="4038472" y="2850347"/>
            <a:ext cx="455691" cy="455814"/>
            <a:chOff x="0" y="0"/>
            <a:chExt cx="911618" cy="911627"/>
          </a:xfrm>
        </p:grpSpPr>
        <p:sp>
          <p:nvSpPr>
            <p:cNvPr id="94" name="Shape 731"/>
            <p:cNvSpPr/>
            <p:nvPr/>
          </p:nvSpPr>
          <p:spPr>
            <a:xfrm>
              <a:off x="-1" y="-1"/>
              <a:ext cx="911620" cy="911629"/>
            </a:xfrm>
            <a:custGeom>
              <a:avLst/>
              <a:gdLst/>
              <a:ahLst/>
              <a:cxnLst>
                <a:cxn ang="0">
                  <a:pos x="wd2" y="hd2"/>
                </a:cxn>
                <a:cxn ang="5400000">
                  <a:pos x="wd2" y="hd2"/>
                </a:cxn>
                <a:cxn ang="10800000">
                  <a:pos x="wd2" y="hd2"/>
                </a:cxn>
                <a:cxn ang="16200000">
                  <a:pos x="wd2" y="hd2"/>
                </a:cxn>
              </a:cxnLst>
              <a:rect l="0" t="0" r="r" b="b"/>
              <a:pathLst>
                <a:path w="19807" h="19807" extrusionOk="0">
                  <a:moveTo>
                    <a:pt x="7907" y="205"/>
                  </a:moveTo>
                  <a:cubicBezTo>
                    <a:pt x="13264" y="-897"/>
                    <a:pt x="18498" y="2551"/>
                    <a:pt x="19601" y="7908"/>
                  </a:cubicBezTo>
                  <a:cubicBezTo>
                    <a:pt x="20703" y="13264"/>
                    <a:pt x="17254" y="18500"/>
                    <a:pt x="11898" y="19602"/>
                  </a:cubicBezTo>
                  <a:cubicBezTo>
                    <a:pt x="6545" y="20703"/>
                    <a:pt x="1312" y="17258"/>
                    <a:pt x="206" y="11907"/>
                  </a:cubicBezTo>
                  <a:cubicBezTo>
                    <a:pt x="206" y="11904"/>
                    <a:pt x="205" y="11901"/>
                    <a:pt x="204" y="11899"/>
                  </a:cubicBezTo>
                  <a:cubicBezTo>
                    <a:pt x="-897" y="6542"/>
                    <a:pt x="2551" y="1307"/>
                    <a:pt x="7907" y="205"/>
                  </a:cubicBezTo>
                  <a:close/>
                </a:path>
              </a:pathLst>
            </a:custGeom>
            <a:solidFill>
              <a:schemeClr val="accent5"/>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95" name="Shape 732"/>
            <p:cNvSpPr/>
            <p:nvPr/>
          </p:nvSpPr>
          <p:spPr>
            <a:xfrm>
              <a:off x="287277" y="355105"/>
              <a:ext cx="337065" cy="202231"/>
            </a:xfrm>
            <a:custGeom>
              <a:avLst/>
              <a:gdLst/>
              <a:ahLst/>
              <a:cxnLst>
                <a:cxn ang="0">
                  <a:pos x="wd2" y="hd2"/>
                </a:cxn>
                <a:cxn ang="5400000">
                  <a:pos x="wd2" y="hd2"/>
                </a:cxn>
                <a:cxn ang="10800000">
                  <a:pos x="wd2" y="hd2"/>
                </a:cxn>
                <a:cxn ang="16200000">
                  <a:pos x="wd2" y="hd2"/>
                </a:cxn>
              </a:cxnLst>
              <a:rect l="0" t="0" r="r" b="b"/>
              <a:pathLst>
                <a:path w="21600" h="21600" extrusionOk="0">
                  <a:moveTo>
                    <a:pt x="19440" y="7201"/>
                  </a:moveTo>
                  <a:lnTo>
                    <a:pt x="15120" y="7201"/>
                  </a:lnTo>
                  <a:lnTo>
                    <a:pt x="15120" y="3600"/>
                  </a:lnTo>
                  <a:lnTo>
                    <a:pt x="19440" y="3600"/>
                  </a:lnTo>
                  <a:cubicBezTo>
                    <a:pt x="19440" y="3600"/>
                    <a:pt x="19440" y="7201"/>
                    <a:pt x="19440" y="7201"/>
                  </a:cubicBezTo>
                  <a:close/>
                  <a:moveTo>
                    <a:pt x="16200" y="12600"/>
                  </a:moveTo>
                  <a:lnTo>
                    <a:pt x="16200" y="9000"/>
                  </a:lnTo>
                  <a:lnTo>
                    <a:pt x="18359" y="9000"/>
                  </a:lnTo>
                  <a:lnTo>
                    <a:pt x="18359" y="12600"/>
                  </a:lnTo>
                  <a:cubicBezTo>
                    <a:pt x="18359" y="12600"/>
                    <a:pt x="16200" y="12600"/>
                    <a:pt x="16200" y="12600"/>
                  </a:cubicBezTo>
                  <a:close/>
                  <a:moveTo>
                    <a:pt x="19440" y="18000"/>
                  </a:moveTo>
                  <a:lnTo>
                    <a:pt x="17280" y="18000"/>
                  </a:lnTo>
                  <a:lnTo>
                    <a:pt x="17280" y="14401"/>
                  </a:lnTo>
                  <a:lnTo>
                    <a:pt x="19440" y="14401"/>
                  </a:lnTo>
                  <a:cubicBezTo>
                    <a:pt x="19440" y="14401"/>
                    <a:pt x="19440" y="18000"/>
                    <a:pt x="19440" y="18000"/>
                  </a:cubicBezTo>
                  <a:close/>
                  <a:moveTo>
                    <a:pt x="16200" y="18000"/>
                  </a:moveTo>
                  <a:lnTo>
                    <a:pt x="5400" y="18000"/>
                  </a:lnTo>
                  <a:lnTo>
                    <a:pt x="5400" y="14401"/>
                  </a:lnTo>
                  <a:lnTo>
                    <a:pt x="16200" y="14401"/>
                  </a:lnTo>
                  <a:cubicBezTo>
                    <a:pt x="16200" y="14401"/>
                    <a:pt x="16200" y="18000"/>
                    <a:pt x="16200" y="18000"/>
                  </a:cubicBezTo>
                  <a:close/>
                  <a:moveTo>
                    <a:pt x="4319" y="18000"/>
                  </a:moveTo>
                  <a:lnTo>
                    <a:pt x="2160" y="18000"/>
                  </a:lnTo>
                  <a:lnTo>
                    <a:pt x="2160" y="14401"/>
                  </a:lnTo>
                  <a:lnTo>
                    <a:pt x="4319" y="14401"/>
                  </a:lnTo>
                  <a:cubicBezTo>
                    <a:pt x="4319" y="14401"/>
                    <a:pt x="4319" y="18000"/>
                    <a:pt x="4319" y="18000"/>
                  </a:cubicBezTo>
                  <a:close/>
                  <a:moveTo>
                    <a:pt x="5400" y="9000"/>
                  </a:moveTo>
                  <a:lnTo>
                    <a:pt x="5400" y="12600"/>
                  </a:lnTo>
                  <a:lnTo>
                    <a:pt x="3240" y="12600"/>
                  </a:lnTo>
                  <a:lnTo>
                    <a:pt x="3240" y="9000"/>
                  </a:lnTo>
                  <a:cubicBezTo>
                    <a:pt x="3240" y="9000"/>
                    <a:pt x="5400" y="9000"/>
                    <a:pt x="5400" y="9000"/>
                  </a:cubicBezTo>
                  <a:close/>
                  <a:moveTo>
                    <a:pt x="2160" y="3600"/>
                  </a:moveTo>
                  <a:lnTo>
                    <a:pt x="4319" y="3600"/>
                  </a:lnTo>
                  <a:lnTo>
                    <a:pt x="4319" y="7201"/>
                  </a:lnTo>
                  <a:lnTo>
                    <a:pt x="2160" y="7201"/>
                  </a:lnTo>
                  <a:cubicBezTo>
                    <a:pt x="2160" y="7201"/>
                    <a:pt x="2160" y="3600"/>
                    <a:pt x="2160" y="3600"/>
                  </a:cubicBezTo>
                  <a:close/>
                  <a:moveTo>
                    <a:pt x="8639" y="9000"/>
                  </a:moveTo>
                  <a:lnTo>
                    <a:pt x="8639" y="12600"/>
                  </a:lnTo>
                  <a:lnTo>
                    <a:pt x="6479" y="12600"/>
                  </a:lnTo>
                  <a:lnTo>
                    <a:pt x="6479" y="9000"/>
                  </a:lnTo>
                  <a:cubicBezTo>
                    <a:pt x="6479" y="9000"/>
                    <a:pt x="8639" y="9000"/>
                    <a:pt x="8639" y="9000"/>
                  </a:cubicBezTo>
                  <a:close/>
                  <a:moveTo>
                    <a:pt x="5400" y="3600"/>
                  </a:moveTo>
                  <a:lnTo>
                    <a:pt x="7560" y="3600"/>
                  </a:lnTo>
                  <a:lnTo>
                    <a:pt x="7560" y="7201"/>
                  </a:lnTo>
                  <a:lnTo>
                    <a:pt x="5400" y="7201"/>
                  </a:lnTo>
                  <a:cubicBezTo>
                    <a:pt x="5400" y="7201"/>
                    <a:pt x="5400" y="3600"/>
                    <a:pt x="5400" y="3600"/>
                  </a:cubicBezTo>
                  <a:close/>
                  <a:moveTo>
                    <a:pt x="11880" y="9000"/>
                  </a:moveTo>
                  <a:lnTo>
                    <a:pt x="11880" y="12600"/>
                  </a:lnTo>
                  <a:lnTo>
                    <a:pt x="9720" y="12600"/>
                  </a:lnTo>
                  <a:lnTo>
                    <a:pt x="9720" y="9000"/>
                  </a:lnTo>
                  <a:cubicBezTo>
                    <a:pt x="9720" y="9000"/>
                    <a:pt x="11880" y="9000"/>
                    <a:pt x="11880" y="9000"/>
                  </a:cubicBezTo>
                  <a:close/>
                  <a:moveTo>
                    <a:pt x="8639" y="3600"/>
                  </a:moveTo>
                  <a:lnTo>
                    <a:pt x="10799" y="3600"/>
                  </a:lnTo>
                  <a:lnTo>
                    <a:pt x="10799" y="7201"/>
                  </a:lnTo>
                  <a:lnTo>
                    <a:pt x="8639" y="7201"/>
                  </a:lnTo>
                  <a:cubicBezTo>
                    <a:pt x="8639" y="7201"/>
                    <a:pt x="8639" y="3600"/>
                    <a:pt x="8639" y="3600"/>
                  </a:cubicBezTo>
                  <a:close/>
                  <a:moveTo>
                    <a:pt x="15120" y="9000"/>
                  </a:moveTo>
                  <a:lnTo>
                    <a:pt x="15120" y="12600"/>
                  </a:lnTo>
                  <a:lnTo>
                    <a:pt x="12959" y="12600"/>
                  </a:lnTo>
                  <a:lnTo>
                    <a:pt x="12959" y="9000"/>
                  </a:lnTo>
                  <a:cubicBezTo>
                    <a:pt x="12959" y="9000"/>
                    <a:pt x="15120" y="9000"/>
                    <a:pt x="15120" y="9000"/>
                  </a:cubicBezTo>
                  <a:close/>
                  <a:moveTo>
                    <a:pt x="11880" y="3600"/>
                  </a:moveTo>
                  <a:lnTo>
                    <a:pt x="14040" y="3600"/>
                  </a:lnTo>
                  <a:lnTo>
                    <a:pt x="14040" y="7201"/>
                  </a:lnTo>
                  <a:lnTo>
                    <a:pt x="11880" y="7201"/>
                  </a:lnTo>
                  <a:cubicBezTo>
                    <a:pt x="11880" y="7201"/>
                    <a:pt x="11880" y="3600"/>
                    <a:pt x="11880" y="3600"/>
                  </a:cubicBezTo>
                  <a:close/>
                  <a:moveTo>
                    <a:pt x="20088" y="0"/>
                  </a:moveTo>
                  <a:lnTo>
                    <a:pt x="1511" y="0"/>
                  </a:lnTo>
                  <a:cubicBezTo>
                    <a:pt x="680" y="0"/>
                    <a:pt x="0" y="1134"/>
                    <a:pt x="0" y="2519"/>
                  </a:cubicBezTo>
                  <a:lnTo>
                    <a:pt x="0" y="19081"/>
                  </a:lnTo>
                  <a:cubicBezTo>
                    <a:pt x="0" y="20466"/>
                    <a:pt x="680" y="21600"/>
                    <a:pt x="1511" y="21600"/>
                  </a:cubicBezTo>
                  <a:lnTo>
                    <a:pt x="20088" y="21600"/>
                  </a:lnTo>
                  <a:cubicBezTo>
                    <a:pt x="20920" y="21600"/>
                    <a:pt x="21600" y="20466"/>
                    <a:pt x="21600" y="19081"/>
                  </a:cubicBezTo>
                  <a:lnTo>
                    <a:pt x="21600" y="2519"/>
                  </a:lnTo>
                  <a:cubicBezTo>
                    <a:pt x="21600" y="1134"/>
                    <a:pt x="20920" y="0"/>
                    <a:pt x="20088" y="0"/>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grpSp>
        <p:nvGrpSpPr>
          <p:cNvPr id="11" name="Group 736"/>
          <p:cNvGrpSpPr/>
          <p:nvPr userDrawn="1"/>
        </p:nvGrpSpPr>
        <p:grpSpPr>
          <a:xfrm>
            <a:off x="4038474" y="3694404"/>
            <a:ext cx="455687" cy="455814"/>
            <a:chOff x="0" y="0"/>
            <a:chExt cx="911610" cy="911627"/>
          </a:xfrm>
        </p:grpSpPr>
        <p:sp>
          <p:nvSpPr>
            <p:cNvPr id="97" name="Shape 734"/>
            <p:cNvSpPr/>
            <p:nvPr/>
          </p:nvSpPr>
          <p:spPr>
            <a:xfrm>
              <a:off x="0" y="0"/>
              <a:ext cx="911611" cy="911628"/>
            </a:xfrm>
            <a:custGeom>
              <a:avLst/>
              <a:gdLst/>
              <a:ahLst/>
              <a:cxnLst>
                <a:cxn ang="0">
                  <a:pos x="wd2" y="hd2"/>
                </a:cxn>
                <a:cxn ang="5400000">
                  <a:pos x="wd2" y="hd2"/>
                </a:cxn>
                <a:cxn ang="10800000">
                  <a:pos x="wd2" y="hd2"/>
                </a:cxn>
                <a:cxn ang="16200000">
                  <a:pos x="wd2" y="hd2"/>
                </a:cxn>
              </a:cxnLst>
              <a:rect l="0" t="0" r="r" b="b"/>
              <a:pathLst>
                <a:path w="19806" h="19807" extrusionOk="0">
                  <a:moveTo>
                    <a:pt x="7908" y="205"/>
                  </a:moveTo>
                  <a:cubicBezTo>
                    <a:pt x="13264" y="-897"/>
                    <a:pt x="18499" y="2552"/>
                    <a:pt x="19601" y="7908"/>
                  </a:cubicBezTo>
                  <a:cubicBezTo>
                    <a:pt x="20703" y="13265"/>
                    <a:pt x="17255" y="18500"/>
                    <a:pt x="11899" y="19602"/>
                  </a:cubicBezTo>
                  <a:cubicBezTo>
                    <a:pt x="6545" y="20703"/>
                    <a:pt x="1313" y="17258"/>
                    <a:pt x="207" y="11907"/>
                  </a:cubicBezTo>
                  <a:cubicBezTo>
                    <a:pt x="207" y="11904"/>
                    <a:pt x="206" y="11901"/>
                    <a:pt x="206" y="11899"/>
                  </a:cubicBezTo>
                  <a:cubicBezTo>
                    <a:pt x="-897" y="6543"/>
                    <a:pt x="2552" y="1307"/>
                    <a:pt x="7908" y="205"/>
                  </a:cubicBezTo>
                  <a:close/>
                </a:path>
              </a:pathLst>
            </a:custGeom>
            <a:solidFill>
              <a:schemeClr val="accent3"/>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98" name="Shape 735"/>
            <p:cNvSpPr/>
            <p:nvPr/>
          </p:nvSpPr>
          <p:spPr>
            <a:xfrm>
              <a:off x="344357" y="315715"/>
              <a:ext cx="222897" cy="280197"/>
            </a:xfrm>
            <a:custGeom>
              <a:avLst/>
              <a:gdLst/>
              <a:ahLst/>
              <a:cxnLst>
                <a:cxn ang="0">
                  <a:pos x="wd2" y="hd2"/>
                </a:cxn>
                <a:cxn ang="5400000">
                  <a:pos x="wd2" y="hd2"/>
                </a:cxn>
                <a:cxn ang="10800000">
                  <a:pos x="wd2" y="hd2"/>
                </a:cxn>
                <a:cxn ang="16200000">
                  <a:pos x="wd2" y="hd2"/>
                </a:cxn>
              </a:cxnLst>
              <a:rect l="0" t="0" r="r" b="b"/>
              <a:pathLst>
                <a:path w="21600" h="21600" extrusionOk="0">
                  <a:moveTo>
                    <a:pt x="10799" y="0"/>
                  </a:moveTo>
                  <a:cubicBezTo>
                    <a:pt x="4836" y="0"/>
                    <a:pt x="0" y="1447"/>
                    <a:pt x="0" y="3231"/>
                  </a:cubicBezTo>
                  <a:lnTo>
                    <a:pt x="0" y="4776"/>
                  </a:lnTo>
                  <a:cubicBezTo>
                    <a:pt x="0" y="6669"/>
                    <a:pt x="4836" y="8203"/>
                    <a:pt x="10799" y="8203"/>
                  </a:cubicBezTo>
                  <a:cubicBezTo>
                    <a:pt x="16764" y="8203"/>
                    <a:pt x="21600" y="6669"/>
                    <a:pt x="21600" y="4776"/>
                  </a:cubicBezTo>
                  <a:lnTo>
                    <a:pt x="21600" y="3231"/>
                  </a:lnTo>
                  <a:cubicBezTo>
                    <a:pt x="21600" y="1447"/>
                    <a:pt x="16764" y="0"/>
                    <a:pt x="10799" y="0"/>
                  </a:cubicBezTo>
                  <a:close/>
                  <a:moveTo>
                    <a:pt x="21195" y="8008"/>
                  </a:moveTo>
                  <a:cubicBezTo>
                    <a:pt x="19915" y="9488"/>
                    <a:pt x="15746" y="10572"/>
                    <a:pt x="10799" y="10572"/>
                  </a:cubicBezTo>
                  <a:cubicBezTo>
                    <a:pt x="5856" y="10572"/>
                    <a:pt x="1685" y="9488"/>
                    <a:pt x="405" y="8008"/>
                  </a:cubicBezTo>
                  <a:cubicBezTo>
                    <a:pt x="141" y="7702"/>
                    <a:pt x="0" y="7868"/>
                    <a:pt x="0" y="8007"/>
                  </a:cubicBezTo>
                  <a:cubicBezTo>
                    <a:pt x="0" y="8144"/>
                    <a:pt x="0" y="10898"/>
                    <a:pt x="0" y="10898"/>
                  </a:cubicBezTo>
                  <a:cubicBezTo>
                    <a:pt x="0" y="13061"/>
                    <a:pt x="4836" y="14814"/>
                    <a:pt x="10799" y="14814"/>
                  </a:cubicBezTo>
                  <a:cubicBezTo>
                    <a:pt x="16764" y="14814"/>
                    <a:pt x="21600" y="13061"/>
                    <a:pt x="21600" y="10898"/>
                  </a:cubicBezTo>
                  <a:cubicBezTo>
                    <a:pt x="21600" y="10898"/>
                    <a:pt x="21600" y="8144"/>
                    <a:pt x="21600" y="8007"/>
                  </a:cubicBezTo>
                  <a:cubicBezTo>
                    <a:pt x="21600" y="7868"/>
                    <a:pt x="21459" y="7702"/>
                    <a:pt x="21195" y="8008"/>
                  </a:cubicBezTo>
                  <a:close/>
                  <a:moveTo>
                    <a:pt x="21176" y="14285"/>
                  </a:moveTo>
                  <a:cubicBezTo>
                    <a:pt x="19876" y="15959"/>
                    <a:pt x="15722" y="17184"/>
                    <a:pt x="10799" y="17184"/>
                  </a:cubicBezTo>
                  <a:cubicBezTo>
                    <a:pt x="5878" y="17184"/>
                    <a:pt x="1724" y="15959"/>
                    <a:pt x="424" y="14285"/>
                  </a:cubicBezTo>
                  <a:cubicBezTo>
                    <a:pt x="147" y="13932"/>
                    <a:pt x="0" y="14121"/>
                    <a:pt x="0" y="14297"/>
                  </a:cubicBezTo>
                  <a:cubicBezTo>
                    <a:pt x="0" y="14472"/>
                    <a:pt x="0" y="16754"/>
                    <a:pt x="0" y="16754"/>
                  </a:cubicBezTo>
                  <a:cubicBezTo>
                    <a:pt x="0" y="19133"/>
                    <a:pt x="4836" y="21600"/>
                    <a:pt x="10799" y="21600"/>
                  </a:cubicBezTo>
                  <a:cubicBezTo>
                    <a:pt x="16764" y="21600"/>
                    <a:pt x="21600" y="19133"/>
                    <a:pt x="21600" y="16754"/>
                  </a:cubicBezTo>
                  <a:cubicBezTo>
                    <a:pt x="21600" y="16754"/>
                    <a:pt x="21600" y="14472"/>
                    <a:pt x="21600" y="14297"/>
                  </a:cubicBezTo>
                  <a:cubicBezTo>
                    <a:pt x="21600" y="14121"/>
                    <a:pt x="21453" y="13932"/>
                    <a:pt x="21176" y="14285"/>
                  </a:cubicBezTo>
                  <a:close/>
                </a:path>
              </a:pathLst>
            </a:custGeom>
            <a:solidFill>
              <a:srgbClr val="FFFFFF"/>
            </a:solidFill>
            <a:ln w="12700" cap="flat">
              <a:noFill/>
              <a:miter lim="400000"/>
            </a:ln>
            <a:effectLst/>
          </p:spPr>
          <p:txBody>
            <a:bodyPr wrap="square" lIns="38100" tIns="38100" rIns="38100" bIns="381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sp>
        <p:nvSpPr>
          <p:cNvPr id="100" name="Content Placeholder 20"/>
          <p:cNvSpPr>
            <a:spLocks noGrp="1"/>
          </p:cNvSpPr>
          <p:nvPr>
            <p:ph sz="quarter" idx="24"/>
          </p:nvPr>
        </p:nvSpPr>
        <p:spPr>
          <a:xfrm>
            <a:off x="2399307" y="2006502"/>
            <a:ext cx="1420812" cy="228600"/>
          </a:xfrm>
        </p:spPr>
        <p:txBody>
          <a:bodyPr lIns="0" tIns="0" rIns="0" bIns="0" anchor="ctr">
            <a:normAutofit/>
          </a:bodyPr>
          <a:lstStyle>
            <a:lvl1pPr marL="0" indent="0" algn="r">
              <a:buNone/>
              <a:defRPr sz="1200" b="1">
                <a:solidFill>
                  <a:schemeClr val="tx1">
                    <a:lumMod val="65000"/>
                    <a:lumOff val="35000"/>
                  </a:schemeClr>
                </a:solidFill>
                <a:latin typeface="Source Sans Pro Light"/>
              </a:defRPr>
            </a:lvl1pPr>
          </a:lstStyle>
          <a:p>
            <a:pPr lvl="0"/>
            <a:endParaRPr lang="en-GB" dirty="0" smtClean="0"/>
          </a:p>
        </p:txBody>
      </p:sp>
      <p:sp>
        <p:nvSpPr>
          <p:cNvPr id="101" name="Text Placeholder 17"/>
          <p:cNvSpPr>
            <a:spLocks noGrp="1"/>
          </p:cNvSpPr>
          <p:nvPr>
            <p:ph type="body" sz="quarter" idx="25"/>
          </p:nvPr>
        </p:nvSpPr>
        <p:spPr>
          <a:xfrm>
            <a:off x="1686519" y="2250651"/>
            <a:ext cx="2133600" cy="332532"/>
          </a:xfrm>
        </p:spPr>
        <p:txBody>
          <a:bodyPr lIns="0" tIns="0" rIns="0" bIns="0">
            <a:normAutofit/>
          </a:bodyPr>
          <a:lstStyle>
            <a:lvl1pPr marL="0" indent="0" algn="r">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106" name="Content Placeholder 20"/>
          <p:cNvSpPr>
            <a:spLocks noGrp="1"/>
          </p:cNvSpPr>
          <p:nvPr>
            <p:ph sz="quarter" idx="26"/>
          </p:nvPr>
        </p:nvSpPr>
        <p:spPr>
          <a:xfrm>
            <a:off x="8360752" y="2859552"/>
            <a:ext cx="1420812"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107" name="Text Placeholder 17"/>
          <p:cNvSpPr>
            <a:spLocks noGrp="1"/>
          </p:cNvSpPr>
          <p:nvPr>
            <p:ph type="body" sz="quarter" idx="27"/>
          </p:nvPr>
        </p:nvSpPr>
        <p:spPr>
          <a:xfrm>
            <a:off x="8360752" y="3103701"/>
            <a:ext cx="2133600" cy="332532"/>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108" name="Content Placeholder 20"/>
          <p:cNvSpPr>
            <a:spLocks noGrp="1"/>
          </p:cNvSpPr>
          <p:nvPr>
            <p:ph sz="quarter" idx="28"/>
          </p:nvPr>
        </p:nvSpPr>
        <p:spPr>
          <a:xfrm>
            <a:off x="2399307" y="2859552"/>
            <a:ext cx="1420812" cy="228600"/>
          </a:xfrm>
        </p:spPr>
        <p:txBody>
          <a:bodyPr lIns="0" tIns="0" rIns="0" bIns="0" anchor="ctr">
            <a:normAutofit/>
          </a:bodyPr>
          <a:lstStyle>
            <a:lvl1pPr marL="0" indent="0" algn="r">
              <a:buNone/>
              <a:defRPr sz="1200" b="1">
                <a:solidFill>
                  <a:schemeClr val="tx1">
                    <a:lumMod val="65000"/>
                    <a:lumOff val="35000"/>
                  </a:schemeClr>
                </a:solidFill>
                <a:latin typeface="Source Sans Pro Light"/>
              </a:defRPr>
            </a:lvl1pPr>
          </a:lstStyle>
          <a:p>
            <a:pPr lvl="0"/>
            <a:endParaRPr lang="en-GB" dirty="0" smtClean="0"/>
          </a:p>
        </p:txBody>
      </p:sp>
      <p:sp>
        <p:nvSpPr>
          <p:cNvPr id="109" name="Text Placeholder 17"/>
          <p:cNvSpPr>
            <a:spLocks noGrp="1"/>
          </p:cNvSpPr>
          <p:nvPr>
            <p:ph type="body" sz="quarter" idx="29"/>
          </p:nvPr>
        </p:nvSpPr>
        <p:spPr>
          <a:xfrm>
            <a:off x="1686519" y="3103701"/>
            <a:ext cx="2133600" cy="332532"/>
          </a:xfrm>
        </p:spPr>
        <p:txBody>
          <a:bodyPr lIns="0" tIns="0" rIns="0" bIns="0">
            <a:normAutofit/>
          </a:bodyPr>
          <a:lstStyle>
            <a:lvl1pPr marL="0" indent="0" algn="r">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110" name="Content Placeholder 20"/>
          <p:cNvSpPr>
            <a:spLocks noGrp="1"/>
          </p:cNvSpPr>
          <p:nvPr>
            <p:ph sz="quarter" idx="30"/>
          </p:nvPr>
        </p:nvSpPr>
        <p:spPr>
          <a:xfrm>
            <a:off x="8360752" y="3694404"/>
            <a:ext cx="1420812"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111" name="Text Placeholder 17"/>
          <p:cNvSpPr>
            <a:spLocks noGrp="1"/>
          </p:cNvSpPr>
          <p:nvPr>
            <p:ph type="body" sz="quarter" idx="31"/>
          </p:nvPr>
        </p:nvSpPr>
        <p:spPr>
          <a:xfrm>
            <a:off x="8360752" y="3938553"/>
            <a:ext cx="2133600" cy="332532"/>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112" name="Content Placeholder 20"/>
          <p:cNvSpPr>
            <a:spLocks noGrp="1"/>
          </p:cNvSpPr>
          <p:nvPr>
            <p:ph sz="quarter" idx="32"/>
          </p:nvPr>
        </p:nvSpPr>
        <p:spPr>
          <a:xfrm>
            <a:off x="2399307" y="3694404"/>
            <a:ext cx="1420812" cy="228600"/>
          </a:xfrm>
        </p:spPr>
        <p:txBody>
          <a:bodyPr lIns="0" tIns="0" rIns="0" bIns="0" anchor="ctr">
            <a:normAutofit/>
          </a:bodyPr>
          <a:lstStyle>
            <a:lvl1pPr marL="0" indent="0" algn="r">
              <a:buNone/>
              <a:defRPr sz="1200" b="1">
                <a:solidFill>
                  <a:schemeClr val="tx1">
                    <a:lumMod val="65000"/>
                    <a:lumOff val="35000"/>
                  </a:schemeClr>
                </a:solidFill>
                <a:latin typeface="Source Sans Pro Light"/>
              </a:defRPr>
            </a:lvl1pPr>
          </a:lstStyle>
          <a:p>
            <a:pPr lvl="0"/>
            <a:endParaRPr lang="en-GB" dirty="0" smtClean="0"/>
          </a:p>
        </p:txBody>
      </p:sp>
      <p:sp>
        <p:nvSpPr>
          <p:cNvPr id="113" name="Text Placeholder 17"/>
          <p:cNvSpPr>
            <a:spLocks noGrp="1"/>
          </p:cNvSpPr>
          <p:nvPr>
            <p:ph type="body" sz="quarter" idx="33"/>
          </p:nvPr>
        </p:nvSpPr>
        <p:spPr>
          <a:xfrm>
            <a:off x="1686519" y="3938553"/>
            <a:ext cx="2133600" cy="332532"/>
          </a:xfrm>
        </p:spPr>
        <p:txBody>
          <a:bodyPr lIns="0" tIns="0" rIns="0" bIns="0">
            <a:normAutofit/>
          </a:bodyPr>
          <a:lstStyle>
            <a:lvl1pPr marL="0" indent="0" algn="r">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114" name="Content Placeholder 20"/>
          <p:cNvSpPr>
            <a:spLocks noGrp="1"/>
          </p:cNvSpPr>
          <p:nvPr>
            <p:ph sz="quarter" idx="34"/>
          </p:nvPr>
        </p:nvSpPr>
        <p:spPr>
          <a:xfrm>
            <a:off x="8360752" y="4547454"/>
            <a:ext cx="1420812"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115" name="Text Placeholder 17"/>
          <p:cNvSpPr>
            <a:spLocks noGrp="1"/>
          </p:cNvSpPr>
          <p:nvPr>
            <p:ph type="body" sz="quarter" idx="35"/>
          </p:nvPr>
        </p:nvSpPr>
        <p:spPr>
          <a:xfrm>
            <a:off x="8360752" y="4791603"/>
            <a:ext cx="2133600" cy="332532"/>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116" name="Content Placeholder 20"/>
          <p:cNvSpPr>
            <a:spLocks noGrp="1"/>
          </p:cNvSpPr>
          <p:nvPr>
            <p:ph sz="quarter" idx="36"/>
          </p:nvPr>
        </p:nvSpPr>
        <p:spPr>
          <a:xfrm>
            <a:off x="2399307" y="4547454"/>
            <a:ext cx="1420812" cy="228600"/>
          </a:xfrm>
        </p:spPr>
        <p:txBody>
          <a:bodyPr lIns="0" tIns="0" rIns="0" bIns="0" anchor="ctr">
            <a:normAutofit/>
          </a:bodyPr>
          <a:lstStyle>
            <a:lvl1pPr marL="0" indent="0" algn="r">
              <a:buNone/>
              <a:defRPr sz="1200" b="1">
                <a:solidFill>
                  <a:schemeClr val="tx1">
                    <a:lumMod val="65000"/>
                    <a:lumOff val="35000"/>
                  </a:schemeClr>
                </a:solidFill>
                <a:latin typeface="Source Sans Pro Light"/>
              </a:defRPr>
            </a:lvl1pPr>
          </a:lstStyle>
          <a:p>
            <a:pPr lvl="0"/>
            <a:endParaRPr lang="en-GB" dirty="0" smtClean="0"/>
          </a:p>
        </p:txBody>
      </p:sp>
      <p:sp>
        <p:nvSpPr>
          <p:cNvPr id="117" name="Text Placeholder 17"/>
          <p:cNvSpPr>
            <a:spLocks noGrp="1"/>
          </p:cNvSpPr>
          <p:nvPr>
            <p:ph type="body" sz="quarter" idx="37"/>
          </p:nvPr>
        </p:nvSpPr>
        <p:spPr>
          <a:xfrm>
            <a:off x="1686519" y="4791603"/>
            <a:ext cx="2133600" cy="332532"/>
          </a:xfrm>
        </p:spPr>
        <p:txBody>
          <a:bodyPr lIns="0" tIns="0" rIns="0" bIns="0">
            <a:normAutofit/>
          </a:bodyPr>
          <a:lstStyle>
            <a:lvl1pPr marL="0" indent="0" algn="r">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Tree>
    <p:extLst>
      <p:ext uri="{BB962C8B-B14F-4D97-AF65-F5344CB8AC3E}">
        <p14:creationId xmlns:p14="http://schemas.microsoft.com/office/powerpoint/2010/main" val="3881119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dissolve">
                                      <p:cBhvr>
                                        <p:cTn id="11" dur="500"/>
                                        <p:tgtEl>
                                          <p:spTgt spid="23">
                                            <p:txEl>
                                              <p:pRg st="0" end="0"/>
                                            </p:txEl>
                                          </p:spTgt>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57"/>
                                        </p:tgtEl>
                                        <p:attrNameLst>
                                          <p:attrName>style.visibility</p:attrName>
                                        </p:attrNameLst>
                                      </p:cBhvr>
                                      <p:to>
                                        <p:strVal val="visible"/>
                                      </p:to>
                                    </p:set>
                                    <p:animEffect transition="in" filter="fade">
                                      <p:cBhvr>
                                        <p:cTn id="15" dur="500"/>
                                        <p:tgtEl>
                                          <p:spTgt spid="5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00"/>
                            </p:stCondLst>
                            <p:childTnLst>
                              <p:par>
                                <p:cTn id="21" presetID="9" presetClass="entr" presetSubtype="0" fill="hold" grpId="0" nodeType="afterEffect" nodePh="1">
                                  <p:stCondLst>
                                    <p:cond delay="0"/>
                                  </p:stCondLst>
                                  <p:endCondLst>
                                    <p:cond evt="begin" delay="0">
                                      <p:tn val="21"/>
                                    </p:cond>
                                  </p:endCondLst>
                                  <p:childTnLst>
                                    <p:set>
                                      <p:cBhvr>
                                        <p:cTn id="22" dur="1" fill="hold">
                                          <p:stCondLst>
                                            <p:cond delay="0"/>
                                          </p:stCondLst>
                                        </p:cTn>
                                        <p:tgtEl>
                                          <p:spTgt spid="100">
                                            <p:txEl>
                                              <p:pRg st="0" end="0"/>
                                            </p:txEl>
                                          </p:spTgt>
                                        </p:tgtEl>
                                        <p:attrNameLst>
                                          <p:attrName>style.visibility</p:attrName>
                                        </p:attrNameLst>
                                      </p:cBhvr>
                                      <p:to>
                                        <p:strVal val="visible"/>
                                      </p:to>
                                    </p:set>
                                    <p:animEffect transition="in" filter="dissolve">
                                      <p:cBhvr>
                                        <p:cTn id="23" dur="500"/>
                                        <p:tgtEl>
                                          <p:spTgt spid="100">
                                            <p:txEl>
                                              <p:pRg st="0" end="0"/>
                                            </p:txEl>
                                          </p:spTgt>
                                        </p:tgtEl>
                                      </p:cBhvr>
                                    </p:animEffect>
                                  </p:childTnLst>
                                </p:cTn>
                              </p:par>
                              <p:par>
                                <p:cTn id="24" presetID="9" presetClass="entr" presetSubtype="0" fill="hold" grpId="0" nodeType="withEffect" nodePh="1">
                                  <p:stCondLst>
                                    <p:cond delay="0"/>
                                  </p:stCondLst>
                                  <p:endCondLst>
                                    <p:cond evt="begin" delay="0">
                                      <p:tn val="24"/>
                                    </p:cond>
                                  </p:endCondLst>
                                  <p:childTnLst>
                                    <p:set>
                                      <p:cBhvr>
                                        <p:cTn id="25" dur="1" fill="hold">
                                          <p:stCondLst>
                                            <p:cond delay="0"/>
                                          </p:stCondLst>
                                        </p:cTn>
                                        <p:tgtEl>
                                          <p:spTgt spid="101">
                                            <p:txEl>
                                              <p:pRg st="0" end="0"/>
                                            </p:txEl>
                                          </p:spTgt>
                                        </p:tgtEl>
                                        <p:attrNameLst>
                                          <p:attrName>style.visibility</p:attrName>
                                        </p:attrNameLst>
                                      </p:cBhvr>
                                      <p:to>
                                        <p:strVal val="visible"/>
                                      </p:to>
                                    </p:set>
                                    <p:animEffect transition="in" filter="dissolve">
                                      <p:cBhvr>
                                        <p:cTn id="26" dur="500"/>
                                        <p:tgtEl>
                                          <p:spTgt spid="101">
                                            <p:txEl>
                                              <p:pRg st="0" end="0"/>
                                            </p:txEl>
                                          </p:spTgt>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3000"/>
                            </p:stCondLst>
                            <p:childTnLst>
                              <p:par>
                                <p:cTn id="32" presetID="9" presetClass="entr" presetSubtype="0" fill="hold" grpId="0" nodeType="afterEffect" nodePh="1">
                                  <p:stCondLst>
                                    <p:cond delay="0"/>
                                  </p:stCondLst>
                                  <p:endCondLst>
                                    <p:cond evt="begin" delay="0">
                                      <p:tn val="32"/>
                                    </p:cond>
                                  </p:endCondLst>
                                  <p:childTnLst>
                                    <p:set>
                                      <p:cBhvr>
                                        <p:cTn id="33" dur="1" fill="hold">
                                          <p:stCondLst>
                                            <p:cond delay="0"/>
                                          </p:stCondLst>
                                        </p:cTn>
                                        <p:tgtEl>
                                          <p:spTgt spid="108">
                                            <p:txEl>
                                              <p:pRg st="0" end="0"/>
                                            </p:txEl>
                                          </p:spTgt>
                                        </p:tgtEl>
                                        <p:attrNameLst>
                                          <p:attrName>style.visibility</p:attrName>
                                        </p:attrNameLst>
                                      </p:cBhvr>
                                      <p:to>
                                        <p:strVal val="visible"/>
                                      </p:to>
                                    </p:set>
                                    <p:animEffect transition="in" filter="dissolve">
                                      <p:cBhvr>
                                        <p:cTn id="34" dur="500"/>
                                        <p:tgtEl>
                                          <p:spTgt spid="108">
                                            <p:txEl>
                                              <p:pRg st="0" end="0"/>
                                            </p:txEl>
                                          </p:spTgt>
                                        </p:tgtEl>
                                      </p:cBhvr>
                                    </p:animEffect>
                                  </p:childTnLst>
                                </p:cTn>
                              </p:par>
                              <p:par>
                                <p:cTn id="35" presetID="9" presetClass="entr" presetSubtype="0" fill="hold" grpId="0" nodeType="withEffect" nodePh="1">
                                  <p:stCondLst>
                                    <p:cond delay="0"/>
                                  </p:stCondLst>
                                  <p:endCondLst>
                                    <p:cond evt="begin" delay="0">
                                      <p:tn val="35"/>
                                    </p:cond>
                                  </p:endCondLst>
                                  <p:childTnLst>
                                    <p:set>
                                      <p:cBhvr>
                                        <p:cTn id="36" dur="1" fill="hold">
                                          <p:stCondLst>
                                            <p:cond delay="0"/>
                                          </p:stCondLst>
                                        </p:cTn>
                                        <p:tgtEl>
                                          <p:spTgt spid="109">
                                            <p:txEl>
                                              <p:pRg st="0" end="0"/>
                                            </p:txEl>
                                          </p:spTgt>
                                        </p:tgtEl>
                                        <p:attrNameLst>
                                          <p:attrName>style.visibility</p:attrName>
                                        </p:attrNameLst>
                                      </p:cBhvr>
                                      <p:to>
                                        <p:strVal val="visible"/>
                                      </p:to>
                                    </p:set>
                                    <p:animEffect transition="in" filter="dissolve">
                                      <p:cBhvr>
                                        <p:cTn id="37" dur="500"/>
                                        <p:tgtEl>
                                          <p:spTgt spid="109">
                                            <p:txEl>
                                              <p:pRg st="0" end="0"/>
                                            </p:txEl>
                                          </p:spTgt>
                                        </p:tgtEl>
                                      </p:cBhvr>
                                    </p:animEffect>
                                  </p:childTnLst>
                                </p:cTn>
                              </p:par>
                            </p:childTnLst>
                          </p:cTn>
                        </p:par>
                        <p:par>
                          <p:cTn id="38" fill="hold">
                            <p:stCondLst>
                              <p:cond delay="3500"/>
                            </p:stCondLst>
                            <p:childTnLst>
                              <p:par>
                                <p:cTn id="39" presetID="10" presetClass="entr" presetSubtype="0" fill="hold"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childTnLst>
                          </p:cTn>
                        </p:par>
                        <p:par>
                          <p:cTn id="42" fill="hold">
                            <p:stCondLst>
                              <p:cond delay="4000"/>
                            </p:stCondLst>
                            <p:childTnLst>
                              <p:par>
                                <p:cTn id="43" presetID="9" presetClass="entr" presetSubtype="0" fill="hold" grpId="0" nodeType="afterEffect" nodePh="1">
                                  <p:stCondLst>
                                    <p:cond delay="0"/>
                                  </p:stCondLst>
                                  <p:endCondLst>
                                    <p:cond evt="begin" delay="0">
                                      <p:tn val="43"/>
                                    </p:cond>
                                  </p:endCondLst>
                                  <p:childTnLst>
                                    <p:set>
                                      <p:cBhvr>
                                        <p:cTn id="44" dur="1" fill="hold">
                                          <p:stCondLst>
                                            <p:cond delay="0"/>
                                          </p:stCondLst>
                                        </p:cTn>
                                        <p:tgtEl>
                                          <p:spTgt spid="112">
                                            <p:txEl>
                                              <p:pRg st="0" end="0"/>
                                            </p:txEl>
                                          </p:spTgt>
                                        </p:tgtEl>
                                        <p:attrNameLst>
                                          <p:attrName>style.visibility</p:attrName>
                                        </p:attrNameLst>
                                      </p:cBhvr>
                                      <p:to>
                                        <p:strVal val="visible"/>
                                      </p:to>
                                    </p:set>
                                    <p:animEffect transition="in" filter="dissolve">
                                      <p:cBhvr>
                                        <p:cTn id="45" dur="500"/>
                                        <p:tgtEl>
                                          <p:spTgt spid="112">
                                            <p:txEl>
                                              <p:pRg st="0" end="0"/>
                                            </p:txEl>
                                          </p:spTgt>
                                        </p:tgtEl>
                                      </p:cBhvr>
                                    </p:animEffect>
                                  </p:childTnLst>
                                </p:cTn>
                              </p:par>
                              <p:par>
                                <p:cTn id="46" presetID="9" presetClass="entr" presetSubtype="0" fill="hold" grpId="0" nodeType="withEffect" nodePh="1">
                                  <p:stCondLst>
                                    <p:cond delay="0"/>
                                  </p:stCondLst>
                                  <p:endCondLst>
                                    <p:cond evt="begin" delay="0">
                                      <p:tn val="46"/>
                                    </p:cond>
                                  </p:endCondLst>
                                  <p:childTnLst>
                                    <p:set>
                                      <p:cBhvr>
                                        <p:cTn id="47" dur="1" fill="hold">
                                          <p:stCondLst>
                                            <p:cond delay="0"/>
                                          </p:stCondLst>
                                        </p:cTn>
                                        <p:tgtEl>
                                          <p:spTgt spid="113">
                                            <p:txEl>
                                              <p:pRg st="0" end="0"/>
                                            </p:txEl>
                                          </p:spTgt>
                                        </p:tgtEl>
                                        <p:attrNameLst>
                                          <p:attrName>style.visibility</p:attrName>
                                        </p:attrNameLst>
                                      </p:cBhvr>
                                      <p:to>
                                        <p:strVal val="visible"/>
                                      </p:to>
                                    </p:set>
                                    <p:animEffect transition="in" filter="dissolve">
                                      <p:cBhvr>
                                        <p:cTn id="48" dur="500"/>
                                        <p:tgtEl>
                                          <p:spTgt spid="113">
                                            <p:txEl>
                                              <p:pRg st="0" end="0"/>
                                            </p:txEl>
                                          </p:spTgt>
                                        </p:tgtEl>
                                      </p:cBhvr>
                                    </p:animEffect>
                                  </p:childTnLst>
                                </p:cTn>
                              </p:par>
                            </p:childTnLst>
                          </p:cTn>
                        </p:par>
                        <p:par>
                          <p:cTn id="49" fill="hold">
                            <p:stCondLst>
                              <p:cond delay="4500"/>
                            </p:stCondLst>
                            <p:childTnLst>
                              <p:par>
                                <p:cTn id="50" presetID="10" presetClass="entr" presetSubtype="0" fill="hold" nodeType="after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fade">
                                      <p:cBhvr>
                                        <p:cTn id="52" dur="500"/>
                                        <p:tgtEl>
                                          <p:spTgt spid="4"/>
                                        </p:tgtEl>
                                      </p:cBhvr>
                                    </p:animEffect>
                                  </p:childTnLst>
                                </p:cTn>
                              </p:par>
                            </p:childTnLst>
                          </p:cTn>
                        </p:par>
                        <p:par>
                          <p:cTn id="53" fill="hold">
                            <p:stCondLst>
                              <p:cond delay="5000"/>
                            </p:stCondLst>
                            <p:childTnLst>
                              <p:par>
                                <p:cTn id="54" presetID="9" presetClass="entr" presetSubtype="0" fill="hold" grpId="0" nodeType="afterEffect" nodePh="1">
                                  <p:stCondLst>
                                    <p:cond delay="0"/>
                                  </p:stCondLst>
                                  <p:endCondLst>
                                    <p:cond evt="begin" delay="0">
                                      <p:tn val="54"/>
                                    </p:cond>
                                  </p:endCondLst>
                                  <p:childTnLst>
                                    <p:set>
                                      <p:cBhvr>
                                        <p:cTn id="55" dur="1" fill="hold">
                                          <p:stCondLst>
                                            <p:cond delay="0"/>
                                          </p:stCondLst>
                                        </p:cTn>
                                        <p:tgtEl>
                                          <p:spTgt spid="116">
                                            <p:txEl>
                                              <p:pRg st="0" end="0"/>
                                            </p:txEl>
                                          </p:spTgt>
                                        </p:tgtEl>
                                        <p:attrNameLst>
                                          <p:attrName>style.visibility</p:attrName>
                                        </p:attrNameLst>
                                      </p:cBhvr>
                                      <p:to>
                                        <p:strVal val="visible"/>
                                      </p:to>
                                    </p:set>
                                    <p:animEffect transition="in" filter="dissolve">
                                      <p:cBhvr>
                                        <p:cTn id="56" dur="500"/>
                                        <p:tgtEl>
                                          <p:spTgt spid="116">
                                            <p:txEl>
                                              <p:pRg st="0" end="0"/>
                                            </p:txEl>
                                          </p:spTgt>
                                        </p:tgtEl>
                                      </p:cBhvr>
                                    </p:animEffect>
                                  </p:childTnLst>
                                </p:cTn>
                              </p:par>
                              <p:par>
                                <p:cTn id="57" presetID="9" presetClass="entr" presetSubtype="0" fill="hold" grpId="0" nodeType="withEffect" nodePh="1">
                                  <p:stCondLst>
                                    <p:cond delay="0"/>
                                  </p:stCondLst>
                                  <p:endCondLst>
                                    <p:cond evt="begin" delay="0">
                                      <p:tn val="57"/>
                                    </p:cond>
                                  </p:endCondLst>
                                  <p:childTnLst>
                                    <p:set>
                                      <p:cBhvr>
                                        <p:cTn id="58" dur="1" fill="hold">
                                          <p:stCondLst>
                                            <p:cond delay="0"/>
                                          </p:stCondLst>
                                        </p:cTn>
                                        <p:tgtEl>
                                          <p:spTgt spid="117">
                                            <p:txEl>
                                              <p:pRg st="0" end="0"/>
                                            </p:txEl>
                                          </p:spTgt>
                                        </p:tgtEl>
                                        <p:attrNameLst>
                                          <p:attrName>style.visibility</p:attrName>
                                        </p:attrNameLst>
                                      </p:cBhvr>
                                      <p:to>
                                        <p:strVal val="visible"/>
                                      </p:to>
                                    </p:set>
                                    <p:animEffect transition="in" filter="dissolve">
                                      <p:cBhvr>
                                        <p:cTn id="59" dur="500"/>
                                        <p:tgtEl>
                                          <p:spTgt spid="117">
                                            <p:txEl>
                                              <p:pRg st="0" end="0"/>
                                            </p:txEl>
                                          </p:spTgt>
                                        </p:tgtEl>
                                      </p:cBhvr>
                                    </p:animEffect>
                                  </p:childTnLst>
                                </p:cTn>
                              </p:par>
                            </p:childTnLst>
                          </p:cTn>
                        </p:par>
                        <p:par>
                          <p:cTn id="60" fill="hold">
                            <p:stCondLst>
                              <p:cond delay="5500"/>
                            </p:stCondLst>
                            <p:childTnLst>
                              <p:par>
                                <p:cTn id="61" presetID="10" presetClass="entr" presetSubtype="0" fill="hold" grpId="0" nodeType="afterEffect">
                                  <p:stCondLst>
                                    <p:cond delay="0"/>
                                  </p:stCondLst>
                                  <p:iterate>
                                    <p:tmAbs val="0"/>
                                  </p:iterate>
                                  <p:childTnLst>
                                    <p:set>
                                      <p:cBhvr>
                                        <p:cTn id="62" fill="hold"/>
                                        <p:tgtEl>
                                          <p:spTgt spid="2"/>
                                        </p:tgtEl>
                                        <p:attrNameLst>
                                          <p:attrName>style.visibility</p:attrName>
                                        </p:attrNameLst>
                                      </p:cBhvr>
                                      <p:to>
                                        <p:strVal val="visible"/>
                                      </p:to>
                                    </p:set>
                                    <p:animEffect transition="in" filter="fade">
                                      <p:cBhvr>
                                        <p:cTn id="63" dur="500"/>
                                        <p:tgtEl>
                                          <p:spTgt spid="2"/>
                                        </p:tgtEl>
                                      </p:cBhvr>
                                    </p:animEffect>
                                  </p:childTnLst>
                                </p:cTn>
                              </p:par>
                            </p:childTnLst>
                          </p:cTn>
                        </p:par>
                        <p:par>
                          <p:cTn id="64" fill="hold">
                            <p:stCondLst>
                              <p:cond delay="6000"/>
                            </p:stCondLst>
                            <p:childTnLst>
                              <p:par>
                                <p:cTn id="65" presetID="9" presetClass="entr" presetSubtype="0" fill="hold" grpId="0" nodeType="afterEffect" nodePh="1">
                                  <p:stCondLst>
                                    <p:cond delay="0"/>
                                  </p:stCondLst>
                                  <p:endCondLst>
                                    <p:cond evt="begin" delay="0">
                                      <p:tn val="65"/>
                                    </p:cond>
                                  </p:endCondLst>
                                  <p:childTnLst>
                                    <p:set>
                                      <p:cBhvr>
                                        <p:cTn id="66" dur="1" fill="hold">
                                          <p:stCondLst>
                                            <p:cond delay="0"/>
                                          </p:stCondLst>
                                        </p:cTn>
                                        <p:tgtEl>
                                          <p:spTgt spid="9">
                                            <p:txEl>
                                              <p:pRg st="0" end="0"/>
                                            </p:txEl>
                                          </p:spTgt>
                                        </p:tgtEl>
                                        <p:attrNameLst>
                                          <p:attrName>style.visibility</p:attrName>
                                        </p:attrNameLst>
                                      </p:cBhvr>
                                      <p:to>
                                        <p:strVal val="visible"/>
                                      </p:to>
                                    </p:set>
                                    <p:animEffect transition="in" filter="dissolve">
                                      <p:cBhvr>
                                        <p:cTn id="67" dur="500"/>
                                        <p:tgtEl>
                                          <p:spTgt spid="9">
                                            <p:txEl>
                                              <p:pRg st="0" end="0"/>
                                            </p:txEl>
                                          </p:spTgt>
                                        </p:tgtEl>
                                      </p:cBhvr>
                                    </p:animEffect>
                                  </p:childTnLst>
                                </p:cTn>
                              </p:par>
                              <p:par>
                                <p:cTn id="68" presetID="9" presetClass="entr" presetSubtype="0" fill="hold" grpId="0" nodeType="withEffect" nodePh="1">
                                  <p:stCondLst>
                                    <p:cond delay="0"/>
                                  </p:stCondLst>
                                  <p:endCondLst>
                                    <p:cond evt="begin" delay="0">
                                      <p:tn val="68"/>
                                    </p:cond>
                                  </p:endCondLst>
                                  <p:childTnLst>
                                    <p:set>
                                      <p:cBhvr>
                                        <p:cTn id="69" dur="1" fill="hold">
                                          <p:stCondLst>
                                            <p:cond delay="0"/>
                                          </p:stCondLst>
                                        </p:cTn>
                                        <p:tgtEl>
                                          <p:spTgt spid="10">
                                            <p:txEl>
                                              <p:pRg st="0" end="0"/>
                                            </p:txEl>
                                          </p:spTgt>
                                        </p:tgtEl>
                                        <p:attrNameLst>
                                          <p:attrName>style.visibility</p:attrName>
                                        </p:attrNameLst>
                                      </p:cBhvr>
                                      <p:to>
                                        <p:strVal val="visible"/>
                                      </p:to>
                                    </p:set>
                                    <p:animEffect transition="in" filter="dissolve">
                                      <p:cBhvr>
                                        <p:cTn id="70" dur="500"/>
                                        <p:tgtEl>
                                          <p:spTgt spid="10">
                                            <p:txEl>
                                              <p:pRg st="0" end="0"/>
                                            </p:txEl>
                                          </p:spTgt>
                                        </p:tgtEl>
                                      </p:cBhvr>
                                    </p:animEffect>
                                  </p:childTnLst>
                                </p:cTn>
                              </p:par>
                            </p:childTnLst>
                          </p:cTn>
                        </p:par>
                        <p:par>
                          <p:cTn id="71" fill="hold">
                            <p:stCondLst>
                              <p:cond delay="6500"/>
                            </p:stCondLst>
                            <p:childTnLst>
                              <p:par>
                                <p:cTn id="72" presetID="10" presetClass="entr" presetSubtype="0" fill="hold" nodeType="afterEffect">
                                  <p:stCondLst>
                                    <p:cond delay="0"/>
                                  </p:stCondLst>
                                  <p:childTnLst>
                                    <p:set>
                                      <p:cBhvr>
                                        <p:cTn id="73" dur="1" fill="hold">
                                          <p:stCondLst>
                                            <p:cond delay="0"/>
                                          </p:stCondLst>
                                        </p:cTn>
                                        <p:tgtEl>
                                          <p:spTgt spid="7"/>
                                        </p:tgtEl>
                                        <p:attrNameLst>
                                          <p:attrName>style.visibility</p:attrName>
                                        </p:attrNameLst>
                                      </p:cBhvr>
                                      <p:to>
                                        <p:strVal val="visible"/>
                                      </p:to>
                                    </p:set>
                                    <p:animEffect transition="in" filter="fade">
                                      <p:cBhvr>
                                        <p:cTn id="74" dur="500"/>
                                        <p:tgtEl>
                                          <p:spTgt spid="7"/>
                                        </p:tgtEl>
                                      </p:cBhvr>
                                    </p:animEffect>
                                  </p:childTnLst>
                                </p:cTn>
                              </p:par>
                            </p:childTnLst>
                          </p:cTn>
                        </p:par>
                        <p:par>
                          <p:cTn id="75" fill="hold">
                            <p:stCondLst>
                              <p:cond delay="7000"/>
                            </p:stCondLst>
                            <p:childTnLst>
                              <p:par>
                                <p:cTn id="76" presetID="9" presetClass="entr" presetSubtype="0" fill="hold" grpId="0" nodeType="afterEffect" nodePh="1">
                                  <p:stCondLst>
                                    <p:cond delay="0"/>
                                  </p:stCondLst>
                                  <p:endCondLst>
                                    <p:cond evt="begin" delay="0">
                                      <p:tn val="76"/>
                                    </p:cond>
                                  </p:endCondLst>
                                  <p:childTnLst>
                                    <p:set>
                                      <p:cBhvr>
                                        <p:cTn id="77" dur="1" fill="hold">
                                          <p:stCondLst>
                                            <p:cond delay="0"/>
                                          </p:stCondLst>
                                        </p:cTn>
                                        <p:tgtEl>
                                          <p:spTgt spid="106">
                                            <p:txEl>
                                              <p:pRg st="0" end="0"/>
                                            </p:txEl>
                                          </p:spTgt>
                                        </p:tgtEl>
                                        <p:attrNameLst>
                                          <p:attrName>style.visibility</p:attrName>
                                        </p:attrNameLst>
                                      </p:cBhvr>
                                      <p:to>
                                        <p:strVal val="visible"/>
                                      </p:to>
                                    </p:set>
                                    <p:animEffect transition="in" filter="dissolve">
                                      <p:cBhvr>
                                        <p:cTn id="78" dur="500"/>
                                        <p:tgtEl>
                                          <p:spTgt spid="106">
                                            <p:txEl>
                                              <p:pRg st="0" end="0"/>
                                            </p:txEl>
                                          </p:spTgt>
                                        </p:tgtEl>
                                      </p:cBhvr>
                                    </p:animEffect>
                                  </p:childTnLst>
                                </p:cTn>
                              </p:par>
                              <p:par>
                                <p:cTn id="79" presetID="9" presetClass="entr" presetSubtype="0" fill="hold" grpId="0" nodeType="withEffect" nodePh="1">
                                  <p:stCondLst>
                                    <p:cond delay="0"/>
                                  </p:stCondLst>
                                  <p:endCondLst>
                                    <p:cond evt="begin" delay="0">
                                      <p:tn val="79"/>
                                    </p:cond>
                                  </p:endCondLst>
                                  <p:childTnLst>
                                    <p:set>
                                      <p:cBhvr>
                                        <p:cTn id="80" dur="1" fill="hold">
                                          <p:stCondLst>
                                            <p:cond delay="0"/>
                                          </p:stCondLst>
                                        </p:cTn>
                                        <p:tgtEl>
                                          <p:spTgt spid="107">
                                            <p:txEl>
                                              <p:pRg st="0" end="0"/>
                                            </p:txEl>
                                          </p:spTgt>
                                        </p:tgtEl>
                                        <p:attrNameLst>
                                          <p:attrName>style.visibility</p:attrName>
                                        </p:attrNameLst>
                                      </p:cBhvr>
                                      <p:to>
                                        <p:strVal val="visible"/>
                                      </p:to>
                                    </p:set>
                                    <p:animEffect transition="in" filter="dissolve">
                                      <p:cBhvr>
                                        <p:cTn id="81" dur="500"/>
                                        <p:tgtEl>
                                          <p:spTgt spid="107">
                                            <p:txEl>
                                              <p:pRg st="0" end="0"/>
                                            </p:txEl>
                                          </p:spTgt>
                                        </p:tgtEl>
                                      </p:cBhvr>
                                    </p:animEffect>
                                  </p:childTnLst>
                                </p:cTn>
                              </p:par>
                            </p:childTnLst>
                          </p:cTn>
                        </p:par>
                        <p:par>
                          <p:cTn id="82" fill="hold">
                            <p:stCondLst>
                              <p:cond delay="7500"/>
                            </p:stCondLst>
                            <p:childTnLst>
                              <p:par>
                                <p:cTn id="83" presetID="10" presetClass="entr" presetSubtype="0" fill="hold" nodeType="afterEffect">
                                  <p:stCondLst>
                                    <p:cond delay="0"/>
                                  </p:stCondLst>
                                  <p:childTnLst>
                                    <p:set>
                                      <p:cBhvr>
                                        <p:cTn id="84" dur="1" fill="hold">
                                          <p:stCondLst>
                                            <p:cond delay="0"/>
                                          </p:stCondLst>
                                        </p:cTn>
                                        <p:tgtEl>
                                          <p:spTgt spid="5"/>
                                        </p:tgtEl>
                                        <p:attrNameLst>
                                          <p:attrName>style.visibility</p:attrName>
                                        </p:attrNameLst>
                                      </p:cBhvr>
                                      <p:to>
                                        <p:strVal val="visible"/>
                                      </p:to>
                                    </p:set>
                                    <p:animEffect transition="in" filter="fade">
                                      <p:cBhvr>
                                        <p:cTn id="85" dur="500"/>
                                        <p:tgtEl>
                                          <p:spTgt spid="5"/>
                                        </p:tgtEl>
                                      </p:cBhvr>
                                    </p:animEffect>
                                  </p:childTnLst>
                                </p:cTn>
                              </p:par>
                            </p:childTnLst>
                          </p:cTn>
                        </p:par>
                        <p:par>
                          <p:cTn id="86" fill="hold">
                            <p:stCondLst>
                              <p:cond delay="8000"/>
                            </p:stCondLst>
                            <p:childTnLst>
                              <p:par>
                                <p:cTn id="87" presetID="9" presetClass="entr" presetSubtype="0" fill="hold" grpId="0" nodeType="afterEffect" nodePh="1">
                                  <p:stCondLst>
                                    <p:cond delay="0"/>
                                  </p:stCondLst>
                                  <p:endCondLst>
                                    <p:cond evt="begin" delay="0">
                                      <p:tn val="87"/>
                                    </p:cond>
                                  </p:endCondLst>
                                  <p:childTnLst>
                                    <p:set>
                                      <p:cBhvr>
                                        <p:cTn id="88" dur="1" fill="hold">
                                          <p:stCondLst>
                                            <p:cond delay="0"/>
                                          </p:stCondLst>
                                        </p:cTn>
                                        <p:tgtEl>
                                          <p:spTgt spid="110">
                                            <p:txEl>
                                              <p:pRg st="0" end="0"/>
                                            </p:txEl>
                                          </p:spTgt>
                                        </p:tgtEl>
                                        <p:attrNameLst>
                                          <p:attrName>style.visibility</p:attrName>
                                        </p:attrNameLst>
                                      </p:cBhvr>
                                      <p:to>
                                        <p:strVal val="visible"/>
                                      </p:to>
                                    </p:set>
                                    <p:animEffect transition="in" filter="dissolve">
                                      <p:cBhvr>
                                        <p:cTn id="89" dur="500"/>
                                        <p:tgtEl>
                                          <p:spTgt spid="110">
                                            <p:txEl>
                                              <p:pRg st="0" end="0"/>
                                            </p:txEl>
                                          </p:spTgt>
                                        </p:tgtEl>
                                      </p:cBhvr>
                                    </p:animEffect>
                                  </p:childTnLst>
                                </p:cTn>
                              </p:par>
                              <p:par>
                                <p:cTn id="90" presetID="9" presetClass="entr" presetSubtype="0" fill="hold" grpId="0" nodeType="withEffect" nodePh="1">
                                  <p:stCondLst>
                                    <p:cond delay="0"/>
                                  </p:stCondLst>
                                  <p:endCondLst>
                                    <p:cond evt="begin" delay="0">
                                      <p:tn val="90"/>
                                    </p:cond>
                                  </p:endCondLst>
                                  <p:childTnLst>
                                    <p:set>
                                      <p:cBhvr>
                                        <p:cTn id="91" dur="1" fill="hold">
                                          <p:stCondLst>
                                            <p:cond delay="0"/>
                                          </p:stCondLst>
                                        </p:cTn>
                                        <p:tgtEl>
                                          <p:spTgt spid="111">
                                            <p:txEl>
                                              <p:pRg st="0" end="0"/>
                                            </p:txEl>
                                          </p:spTgt>
                                        </p:tgtEl>
                                        <p:attrNameLst>
                                          <p:attrName>style.visibility</p:attrName>
                                        </p:attrNameLst>
                                      </p:cBhvr>
                                      <p:to>
                                        <p:strVal val="visible"/>
                                      </p:to>
                                    </p:set>
                                    <p:animEffect transition="in" filter="dissolve">
                                      <p:cBhvr>
                                        <p:cTn id="92" dur="500"/>
                                        <p:tgtEl>
                                          <p:spTgt spid="111">
                                            <p:txEl>
                                              <p:pRg st="0" end="0"/>
                                            </p:txEl>
                                          </p:spTgt>
                                        </p:tgtEl>
                                      </p:cBhvr>
                                    </p:animEffect>
                                  </p:childTnLst>
                                </p:cTn>
                              </p:par>
                            </p:childTnLst>
                          </p:cTn>
                        </p:par>
                        <p:par>
                          <p:cTn id="93" fill="hold">
                            <p:stCondLst>
                              <p:cond delay="8500"/>
                            </p:stCondLst>
                            <p:childTnLst>
                              <p:par>
                                <p:cTn id="94" presetID="10" presetClass="entr" presetSubtype="0" fill="hold" nodeType="afterEffect">
                                  <p:stCondLst>
                                    <p:cond delay="0"/>
                                  </p:stCondLst>
                                  <p:childTnLst>
                                    <p:set>
                                      <p:cBhvr>
                                        <p:cTn id="95" dur="1" fill="hold">
                                          <p:stCondLst>
                                            <p:cond delay="0"/>
                                          </p:stCondLst>
                                        </p:cTn>
                                        <p:tgtEl>
                                          <p:spTgt spid="6"/>
                                        </p:tgtEl>
                                        <p:attrNameLst>
                                          <p:attrName>style.visibility</p:attrName>
                                        </p:attrNameLst>
                                      </p:cBhvr>
                                      <p:to>
                                        <p:strVal val="visible"/>
                                      </p:to>
                                    </p:set>
                                    <p:animEffect transition="in" filter="fade">
                                      <p:cBhvr>
                                        <p:cTn id="96" dur="500"/>
                                        <p:tgtEl>
                                          <p:spTgt spid="6"/>
                                        </p:tgtEl>
                                      </p:cBhvr>
                                    </p:animEffect>
                                  </p:childTnLst>
                                </p:cTn>
                              </p:par>
                            </p:childTnLst>
                          </p:cTn>
                        </p:par>
                        <p:par>
                          <p:cTn id="97" fill="hold">
                            <p:stCondLst>
                              <p:cond delay="9000"/>
                            </p:stCondLst>
                            <p:childTnLst>
                              <p:par>
                                <p:cTn id="98" presetID="9" presetClass="entr" presetSubtype="0" fill="hold" grpId="0" nodeType="afterEffect" nodePh="1">
                                  <p:stCondLst>
                                    <p:cond delay="0"/>
                                  </p:stCondLst>
                                  <p:endCondLst>
                                    <p:cond evt="begin" delay="0">
                                      <p:tn val="98"/>
                                    </p:cond>
                                  </p:endCondLst>
                                  <p:childTnLst>
                                    <p:set>
                                      <p:cBhvr>
                                        <p:cTn id="99" dur="1" fill="hold">
                                          <p:stCondLst>
                                            <p:cond delay="0"/>
                                          </p:stCondLst>
                                        </p:cTn>
                                        <p:tgtEl>
                                          <p:spTgt spid="114">
                                            <p:txEl>
                                              <p:pRg st="0" end="0"/>
                                            </p:txEl>
                                          </p:spTgt>
                                        </p:tgtEl>
                                        <p:attrNameLst>
                                          <p:attrName>style.visibility</p:attrName>
                                        </p:attrNameLst>
                                      </p:cBhvr>
                                      <p:to>
                                        <p:strVal val="visible"/>
                                      </p:to>
                                    </p:set>
                                    <p:animEffect transition="in" filter="dissolve">
                                      <p:cBhvr>
                                        <p:cTn id="100" dur="500"/>
                                        <p:tgtEl>
                                          <p:spTgt spid="114">
                                            <p:txEl>
                                              <p:pRg st="0" end="0"/>
                                            </p:txEl>
                                          </p:spTgt>
                                        </p:tgtEl>
                                      </p:cBhvr>
                                    </p:animEffect>
                                  </p:childTnLst>
                                </p:cTn>
                              </p:par>
                              <p:par>
                                <p:cTn id="101" presetID="9" presetClass="entr" presetSubtype="0" fill="hold" grpId="0" nodeType="withEffect" nodePh="1">
                                  <p:stCondLst>
                                    <p:cond delay="0"/>
                                  </p:stCondLst>
                                  <p:endCondLst>
                                    <p:cond evt="begin" delay="0">
                                      <p:tn val="101"/>
                                    </p:cond>
                                  </p:endCondLst>
                                  <p:childTnLst>
                                    <p:set>
                                      <p:cBhvr>
                                        <p:cTn id="102" dur="1" fill="hold">
                                          <p:stCondLst>
                                            <p:cond delay="0"/>
                                          </p:stCondLst>
                                        </p:cTn>
                                        <p:tgtEl>
                                          <p:spTgt spid="115">
                                            <p:txEl>
                                              <p:pRg st="0" end="0"/>
                                            </p:txEl>
                                          </p:spTgt>
                                        </p:tgtEl>
                                        <p:attrNameLst>
                                          <p:attrName>style.visibility</p:attrName>
                                        </p:attrNameLst>
                                      </p:cBhvr>
                                      <p:to>
                                        <p:strVal val="visible"/>
                                      </p:to>
                                    </p:set>
                                    <p:animEffect transition="in" filter="dissolve">
                                      <p:cBhvr>
                                        <p:cTn id="103" dur="500"/>
                                        <p:tgtEl>
                                          <p:spTgt spid="115">
                                            <p:txEl>
                                              <p:pRg st="0" end="0"/>
                                            </p:txEl>
                                          </p:spTgt>
                                        </p:tgtEl>
                                      </p:cBhvr>
                                    </p:animEffect>
                                  </p:childTnLst>
                                </p:cTn>
                              </p:par>
                            </p:childTnLst>
                          </p:cTn>
                        </p:par>
                        <p:par>
                          <p:cTn id="104" fill="hold">
                            <p:stCondLst>
                              <p:cond delay="9500"/>
                            </p:stCondLst>
                            <p:childTnLst>
                              <p:par>
                                <p:cTn id="105" presetID="10" presetClass="entr" presetSubtype="0" fill="hold" grpId="0" nodeType="afterEffect">
                                  <p:stCondLst>
                                    <p:cond delay="0"/>
                                  </p:stCondLst>
                                  <p:iterate>
                                    <p:tmAbs val="0"/>
                                  </p:iterate>
                                  <p:childTnLst>
                                    <p:set>
                                      <p:cBhvr>
                                        <p:cTn id="106" fill="hold"/>
                                        <p:tgtEl>
                                          <p:spTgt spid="46"/>
                                        </p:tgtEl>
                                        <p:attrNameLst>
                                          <p:attrName>style.visibility</p:attrName>
                                        </p:attrNameLst>
                                      </p:cBhvr>
                                      <p:to>
                                        <p:strVal val="visible"/>
                                      </p:to>
                                    </p:set>
                                    <p:animEffect transition="in" filter="fade">
                                      <p:cBhvr>
                                        <p:cTn id="10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advAuto="0"/>
      <p:bldP spid="2" grpId="0" animBg="1" advAuto="0"/>
      <p:bldP spid="16" grpId="0"/>
      <p:bldP spid="23" grpId="0" build="p">
        <p:tmplLst>
          <p:tmpl lvl="1">
            <p:tnLst>
              <p:par>
                <p:cTn presetID="9"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dissolve">
                      <p:cBhvr>
                        <p:cTn dur="500"/>
                        <p:tgtEl>
                          <p:spTgt spid="23"/>
                        </p:tgtEl>
                      </p:cBhvr>
                    </p:animEffect>
                  </p:childTnLst>
                </p:cTn>
              </p:par>
            </p:tnLst>
          </p:tmpl>
        </p:tmplLst>
      </p:bldP>
      <p:bldP spid="9"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9"/>
                        </p:tgtEl>
                        <p:attrNameLst>
                          <p:attrName>style.visibility</p:attrName>
                        </p:attrNameLst>
                      </p:cBhvr>
                      <p:to>
                        <p:strVal val="visible"/>
                      </p:to>
                    </p:set>
                    <p:animEffect transition="in" filter="dissolve">
                      <p:cBhvr>
                        <p:cTn dur="500"/>
                        <p:tgtEl>
                          <p:spTgt spid="9"/>
                        </p:tgtEl>
                      </p:cBhvr>
                    </p:animEffect>
                  </p:childTnLst>
                </p:cTn>
              </p:par>
            </p:tnLst>
          </p:tmpl>
        </p:tmplLst>
      </p:bldP>
      <p:bldP spid="10"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dissolve">
                      <p:cBhvr>
                        <p:cTn dur="500"/>
                        <p:tgtEl>
                          <p:spTgt spid="10"/>
                        </p:tgtEl>
                      </p:cBhvr>
                    </p:animEffect>
                  </p:childTnLst>
                </p:cTn>
              </p:par>
            </p:tnLst>
          </p:tmpl>
        </p:tmplLst>
      </p:bldP>
      <p:bldP spid="57" grpId="0"/>
      <p:bldP spid="10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00"/>
                        </p:tgtEl>
                        <p:attrNameLst>
                          <p:attrName>style.visibility</p:attrName>
                        </p:attrNameLst>
                      </p:cBhvr>
                      <p:to>
                        <p:strVal val="visible"/>
                      </p:to>
                    </p:set>
                    <p:animEffect transition="in" filter="dissolve">
                      <p:cBhvr>
                        <p:cTn dur="500"/>
                        <p:tgtEl>
                          <p:spTgt spid="100"/>
                        </p:tgtEl>
                      </p:cBhvr>
                    </p:animEffect>
                  </p:childTnLst>
                </p:cTn>
              </p:par>
            </p:tnLst>
          </p:tmpl>
        </p:tmplLst>
      </p:bldP>
      <p:bldP spid="101"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01"/>
                        </p:tgtEl>
                        <p:attrNameLst>
                          <p:attrName>style.visibility</p:attrName>
                        </p:attrNameLst>
                      </p:cBhvr>
                      <p:to>
                        <p:strVal val="visible"/>
                      </p:to>
                    </p:set>
                    <p:animEffect transition="in" filter="dissolve">
                      <p:cBhvr>
                        <p:cTn dur="500"/>
                        <p:tgtEl>
                          <p:spTgt spid="101"/>
                        </p:tgtEl>
                      </p:cBhvr>
                    </p:animEffect>
                  </p:childTnLst>
                </p:cTn>
              </p:par>
            </p:tnLst>
          </p:tmpl>
        </p:tmplLst>
      </p:bldP>
      <p:bldP spid="106"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06"/>
                        </p:tgtEl>
                        <p:attrNameLst>
                          <p:attrName>style.visibility</p:attrName>
                        </p:attrNameLst>
                      </p:cBhvr>
                      <p:to>
                        <p:strVal val="visible"/>
                      </p:to>
                    </p:set>
                    <p:animEffect transition="in" filter="dissolve">
                      <p:cBhvr>
                        <p:cTn dur="500"/>
                        <p:tgtEl>
                          <p:spTgt spid="106"/>
                        </p:tgtEl>
                      </p:cBhvr>
                    </p:animEffect>
                  </p:childTnLst>
                </p:cTn>
              </p:par>
            </p:tnLst>
          </p:tmpl>
        </p:tmplLst>
      </p:bldP>
      <p:bldP spid="107"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07"/>
                        </p:tgtEl>
                        <p:attrNameLst>
                          <p:attrName>style.visibility</p:attrName>
                        </p:attrNameLst>
                      </p:cBhvr>
                      <p:to>
                        <p:strVal val="visible"/>
                      </p:to>
                    </p:set>
                    <p:animEffect transition="in" filter="dissolve">
                      <p:cBhvr>
                        <p:cTn dur="500"/>
                        <p:tgtEl>
                          <p:spTgt spid="107"/>
                        </p:tgtEl>
                      </p:cBhvr>
                    </p:animEffect>
                  </p:childTnLst>
                </p:cTn>
              </p:par>
            </p:tnLst>
          </p:tmpl>
        </p:tmplLst>
      </p:bldP>
      <p:bldP spid="108"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08"/>
                        </p:tgtEl>
                        <p:attrNameLst>
                          <p:attrName>style.visibility</p:attrName>
                        </p:attrNameLst>
                      </p:cBhvr>
                      <p:to>
                        <p:strVal val="visible"/>
                      </p:to>
                    </p:set>
                    <p:animEffect transition="in" filter="dissolve">
                      <p:cBhvr>
                        <p:cTn dur="500"/>
                        <p:tgtEl>
                          <p:spTgt spid="108"/>
                        </p:tgtEl>
                      </p:cBhvr>
                    </p:animEffect>
                  </p:childTnLst>
                </p:cTn>
              </p:par>
            </p:tnLst>
          </p:tmpl>
        </p:tmplLst>
      </p:bldP>
      <p:bldP spid="109"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09"/>
                        </p:tgtEl>
                        <p:attrNameLst>
                          <p:attrName>style.visibility</p:attrName>
                        </p:attrNameLst>
                      </p:cBhvr>
                      <p:to>
                        <p:strVal val="visible"/>
                      </p:to>
                    </p:set>
                    <p:animEffect transition="in" filter="dissolve">
                      <p:cBhvr>
                        <p:cTn dur="500"/>
                        <p:tgtEl>
                          <p:spTgt spid="109"/>
                        </p:tgtEl>
                      </p:cBhvr>
                    </p:animEffect>
                  </p:childTnLst>
                </p:cTn>
              </p:par>
            </p:tnLst>
          </p:tmpl>
        </p:tmplLst>
      </p:bldP>
      <p:bldP spid="11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10"/>
                        </p:tgtEl>
                        <p:attrNameLst>
                          <p:attrName>style.visibility</p:attrName>
                        </p:attrNameLst>
                      </p:cBhvr>
                      <p:to>
                        <p:strVal val="visible"/>
                      </p:to>
                    </p:set>
                    <p:animEffect transition="in" filter="dissolve">
                      <p:cBhvr>
                        <p:cTn dur="500"/>
                        <p:tgtEl>
                          <p:spTgt spid="110"/>
                        </p:tgtEl>
                      </p:cBhvr>
                    </p:animEffect>
                  </p:childTnLst>
                </p:cTn>
              </p:par>
            </p:tnLst>
          </p:tmpl>
        </p:tmplLst>
      </p:bldP>
      <p:bldP spid="111"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11"/>
                        </p:tgtEl>
                        <p:attrNameLst>
                          <p:attrName>style.visibility</p:attrName>
                        </p:attrNameLst>
                      </p:cBhvr>
                      <p:to>
                        <p:strVal val="visible"/>
                      </p:to>
                    </p:set>
                    <p:animEffect transition="in" filter="dissolve">
                      <p:cBhvr>
                        <p:cTn dur="500"/>
                        <p:tgtEl>
                          <p:spTgt spid="111"/>
                        </p:tgtEl>
                      </p:cBhvr>
                    </p:animEffect>
                  </p:childTnLst>
                </p:cTn>
              </p:par>
            </p:tnLst>
          </p:tmpl>
        </p:tmplLst>
      </p:bldP>
      <p:bldP spid="112"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12"/>
                        </p:tgtEl>
                        <p:attrNameLst>
                          <p:attrName>style.visibility</p:attrName>
                        </p:attrNameLst>
                      </p:cBhvr>
                      <p:to>
                        <p:strVal val="visible"/>
                      </p:to>
                    </p:set>
                    <p:animEffect transition="in" filter="dissolve">
                      <p:cBhvr>
                        <p:cTn dur="500"/>
                        <p:tgtEl>
                          <p:spTgt spid="112"/>
                        </p:tgtEl>
                      </p:cBhvr>
                    </p:animEffect>
                  </p:childTnLst>
                </p:cTn>
              </p:par>
            </p:tnLst>
          </p:tmpl>
        </p:tmplLst>
      </p:bldP>
      <p:bldP spid="113"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13"/>
                        </p:tgtEl>
                        <p:attrNameLst>
                          <p:attrName>style.visibility</p:attrName>
                        </p:attrNameLst>
                      </p:cBhvr>
                      <p:to>
                        <p:strVal val="visible"/>
                      </p:to>
                    </p:set>
                    <p:animEffect transition="in" filter="dissolve">
                      <p:cBhvr>
                        <p:cTn dur="500"/>
                        <p:tgtEl>
                          <p:spTgt spid="113"/>
                        </p:tgtEl>
                      </p:cBhvr>
                    </p:animEffect>
                  </p:childTnLst>
                </p:cTn>
              </p:par>
            </p:tnLst>
          </p:tmpl>
        </p:tmplLst>
      </p:bldP>
      <p:bldP spid="114"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14"/>
                        </p:tgtEl>
                        <p:attrNameLst>
                          <p:attrName>style.visibility</p:attrName>
                        </p:attrNameLst>
                      </p:cBhvr>
                      <p:to>
                        <p:strVal val="visible"/>
                      </p:to>
                    </p:set>
                    <p:animEffect transition="in" filter="dissolve">
                      <p:cBhvr>
                        <p:cTn dur="500"/>
                        <p:tgtEl>
                          <p:spTgt spid="114"/>
                        </p:tgtEl>
                      </p:cBhvr>
                    </p:animEffect>
                  </p:childTnLst>
                </p:cTn>
              </p:par>
            </p:tnLst>
          </p:tmpl>
        </p:tmplLst>
      </p:bldP>
      <p:bldP spid="115"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15"/>
                        </p:tgtEl>
                        <p:attrNameLst>
                          <p:attrName>style.visibility</p:attrName>
                        </p:attrNameLst>
                      </p:cBhvr>
                      <p:to>
                        <p:strVal val="visible"/>
                      </p:to>
                    </p:set>
                    <p:animEffect transition="in" filter="dissolve">
                      <p:cBhvr>
                        <p:cTn dur="500"/>
                        <p:tgtEl>
                          <p:spTgt spid="115"/>
                        </p:tgtEl>
                      </p:cBhvr>
                    </p:animEffect>
                  </p:childTnLst>
                </p:cTn>
              </p:par>
            </p:tnLst>
          </p:tmpl>
        </p:tmplLst>
      </p:bldP>
      <p:bldP spid="116"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16"/>
                        </p:tgtEl>
                        <p:attrNameLst>
                          <p:attrName>style.visibility</p:attrName>
                        </p:attrNameLst>
                      </p:cBhvr>
                      <p:to>
                        <p:strVal val="visible"/>
                      </p:to>
                    </p:set>
                    <p:animEffect transition="in" filter="dissolve">
                      <p:cBhvr>
                        <p:cTn dur="500"/>
                        <p:tgtEl>
                          <p:spTgt spid="116"/>
                        </p:tgtEl>
                      </p:cBhvr>
                    </p:animEffect>
                  </p:childTnLst>
                </p:cTn>
              </p:par>
            </p:tnLst>
          </p:tmpl>
        </p:tmplLst>
      </p:bldP>
      <p:bldP spid="117" grpId="0" build="p">
        <p:tmplLst>
          <p:tmpl lvl="1">
            <p:tnLst>
              <p:par>
                <p:cTn presetID="9" presetClass="entr" presetSubtype="0" fill="hold" nodeType="withEffect" nodePh="1">
                  <p:stCondLst>
                    <p:cond delay="0"/>
                  </p:stCondLst>
                  <p:endCondLst>
                    <p:cond delay="0"/>
                  </p:endCondLst>
                  <p:childTnLst>
                    <p:set>
                      <p:cBhvr>
                        <p:cTn dur="1" fill="hold">
                          <p:stCondLst>
                            <p:cond delay="0"/>
                          </p:stCondLst>
                        </p:cTn>
                        <p:tgtEl>
                          <p:spTgt spid="117"/>
                        </p:tgtEl>
                        <p:attrNameLst>
                          <p:attrName>style.visibility</p:attrName>
                        </p:attrNameLst>
                      </p:cBhvr>
                      <p:to>
                        <p:strVal val="visible"/>
                      </p:to>
                    </p:set>
                    <p:animEffect transition="in" filter="dissolve">
                      <p:cBhvr>
                        <p:cTn dur="500"/>
                        <p:tgtEl>
                          <p:spTgt spid="117"/>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9_Title Slide">
    <p:spTree>
      <p:nvGrpSpPr>
        <p:cNvPr id="1" name=""/>
        <p:cNvGrpSpPr/>
        <p:nvPr/>
      </p:nvGrpSpPr>
      <p:grpSpPr>
        <a:xfrm>
          <a:off x="0" y="0"/>
          <a:ext cx="0" cy="0"/>
          <a:chOff x="0" y="0"/>
          <a:chExt cx="0" cy="0"/>
        </a:xfrm>
      </p:grpSpPr>
      <p:sp>
        <p:nvSpPr>
          <p:cNvPr id="119" name="Picture Placeholder 2"/>
          <p:cNvSpPr>
            <a:spLocks noGrp="1"/>
          </p:cNvSpPr>
          <p:nvPr userDrawn="1">
            <p:ph type="pic" sz="quarter" idx="24"/>
          </p:nvPr>
        </p:nvSpPr>
        <p:spPr>
          <a:xfrm>
            <a:off x="7229670" y="1711191"/>
            <a:ext cx="2972736" cy="1764973"/>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16" name="Title 15"/>
          <p:cNvSpPr>
            <a:spLocks noGrp="1"/>
          </p:cNvSpPr>
          <p:nvPr>
            <p:ph type="title"/>
          </p:nvPr>
        </p:nvSpPr>
        <p:spPr>
          <a:xfrm>
            <a:off x="1523603" y="381000"/>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23" name="Text Placeholder 17"/>
          <p:cNvSpPr>
            <a:spLocks noGrp="1"/>
          </p:cNvSpPr>
          <p:nvPr>
            <p:ph type="body" sz="quarter" idx="18" hasCustomPrompt="1"/>
          </p:nvPr>
        </p:nvSpPr>
        <p:spPr>
          <a:xfrm>
            <a:off x="1523603" y="996517"/>
            <a:ext cx="9141619" cy="248082"/>
          </a:xfrm>
        </p:spPr>
        <p:txBody>
          <a:bodyPr lIns="0" tIns="0" rIns="0" bIns="0">
            <a:normAutofit/>
          </a:bodyPr>
          <a:lstStyle>
            <a:lvl1pPr marL="0" indent="0" algn="ctr">
              <a:lnSpc>
                <a:spcPts val="1400"/>
              </a:lnSpc>
              <a:buNone/>
              <a:defRPr sz="1000">
                <a:solidFill>
                  <a:schemeClr val="bg1">
                    <a:lumMod val="50000"/>
                  </a:schemeClr>
                </a:solidFill>
                <a:latin typeface="Source Sans Pro Light"/>
              </a:defRPr>
            </a:lvl1pPr>
          </a:lstStyle>
          <a:p>
            <a:pPr lvl="0"/>
            <a:r>
              <a:rPr lang="en-GB" dirty="0" smtClean="0"/>
              <a:t>write your relevant text here</a:t>
            </a:r>
          </a:p>
        </p:txBody>
      </p:sp>
      <p:sp>
        <p:nvSpPr>
          <p:cNvPr id="57" name="Picture Placeholder 2"/>
          <p:cNvSpPr>
            <a:spLocks noGrp="1"/>
          </p:cNvSpPr>
          <p:nvPr>
            <p:ph type="pic" sz="quarter" idx="23"/>
          </p:nvPr>
        </p:nvSpPr>
        <p:spPr>
          <a:xfrm>
            <a:off x="1981309" y="1709886"/>
            <a:ext cx="2983072" cy="1766314"/>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grpSp>
        <p:nvGrpSpPr>
          <p:cNvPr id="2" name="Group 971"/>
          <p:cNvGrpSpPr/>
          <p:nvPr userDrawn="1"/>
        </p:nvGrpSpPr>
        <p:grpSpPr>
          <a:xfrm>
            <a:off x="1981309" y="3829050"/>
            <a:ext cx="8226208" cy="1571331"/>
            <a:chOff x="0" y="0"/>
            <a:chExt cx="16456700" cy="3142661"/>
          </a:xfrm>
        </p:grpSpPr>
        <p:sp>
          <p:nvSpPr>
            <p:cNvPr id="53" name="Shape 963"/>
            <p:cNvSpPr/>
            <p:nvPr/>
          </p:nvSpPr>
          <p:spPr>
            <a:xfrm>
              <a:off x="0" y="0"/>
              <a:ext cx="5967697" cy="123357"/>
            </a:xfrm>
            <a:prstGeom prst="rect">
              <a:avLst/>
            </a:prstGeom>
            <a:solidFill>
              <a:schemeClr val="bg1">
                <a:lumMod val="85000"/>
              </a:schemeClr>
            </a:solidFill>
            <a:ln w="12700" cap="flat">
              <a:noFill/>
              <a:miter lim="400000"/>
            </a:ln>
            <a:effectLst/>
          </p:spPr>
          <p:txBody>
            <a:bodyPr wrap="square" lIns="50800" tIns="50800" rIns="50800" bIns="508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54" name="Shape 964"/>
            <p:cNvSpPr/>
            <p:nvPr/>
          </p:nvSpPr>
          <p:spPr>
            <a:xfrm>
              <a:off x="10489003" y="0"/>
              <a:ext cx="5967698" cy="123357"/>
            </a:xfrm>
            <a:prstGeom prst="rect">
              <a:avLst/>
            </a:prstGeom>
            <a:solidFill>
              <a:schemeClr val="bg1">
                <a:lumMod val="85000"/>
              </a:schemeClr>
            </a:solidFill>
            <a:ln w="12700" cap="flat">
              <a:noFill/>
              <a:miter lim="400000"/>
            </a:ln>
            <a:effectLst/>
          </p:spPr>
          <p:txBody>
            <a:bodyPr wrap="square" lIns="50800" tIns="50800" rIns="50800" bIns="508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55" name="Shape 965"/>
            <p:cNvSpPr/>
            <p:nvPr/>
          </p:nvSpPr>
          <p:spPr>
            <a:xfrm>
              <a:off x="0" y="1002504"/>
              <a:ext cx="5967697" cy="123358"/>
            </a:xfrm>
            <a:prstGeom prst="rect">
              <a:avLst/>
            </a:prstGeom>
            <a:solidFill>
              <a:schemeClr val="bg1">
                <a:lumMod val="85000"/>
              </a:schemeClr>
            </a:solidFill>
            <a:ln w="12700" cap="flat">
              <a:noFill/>
              <a:miter lim="400000"/>
            </a:ln>
            <a:effectLst/>
          </p:spPr>
          <p:txBody>
            <a:bodyPr wrap="square" lIns="50800" tIns="50800" rIns="50800" bIns="508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56" name="Shape 966"/>
            <p:cNvSpPr/>
            <p:nvPr/>
          </p:nvSpPr>
          <p:spPr>
            <a:xfrm>
              <a:off x="10489003" y="1002504"/>
              <a:ext cx="5967698" cy="123358"/>
            </a:xfrm>
            <a:prstGeom prst="rect">
              <a:avLst/>
            </a:prstGeom>
            <a:solidFill>
              <a:schemeClr val="bg1">
                <a:lumMod val="85000"/>
              </a:schemeClr>
            </a:solidFill>
            <a:ln w="12700" cap="flat">
              <a:noFill/>
              <a:miter lim="400000"/>
            </a:ln>
            <a:effectLst/>
          </p:spPr>
          <p:txBody>
            <a:bodyPr wrap="square" lIns="50800" tIns="50800" rIns="50800" bIns="508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58" name="Shape 967"/>
            <p:cNvSpPr/>
            <p:nvPr/>
          </p:nvSpPr>
          <p:spPr>
            <a:xfrm>
              <a:off x="0" y="2016800"/>
              <a:ext cx="5967697" cy="123357"/>
            </a:xfrm>
            <a:prstGeom prst="rect">
              <a:avLst/>
            </a:prstGeom>
            <a:solidFill>
              <a:schemeClr val="bg1">
                <a:lumMod val="85000"/>
              </a:schemeClr>
            </a:solidFill>
            <a:ln w="12700" cap="flat">
              <a:noFill/>
              <a:miter lim="400000"/>
            </a:ln>
            <a:effectLst/>
          </p:spPr>
          <p:txBody>
            <a:bodyPr wrap="square" lIns="50800" tIns="50800" rIns="50800" bIns="508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59" name="Shape 968"/>
            <p:cNvSpPr/>
            <p:nvPr/>
          </p:nvSpPr>
          <p:spPr>
            <a:xfrm>
              <a:off x="10489003" y="2016800"/>
              <a:ext cx="5967698" cy="123357"/>
            </a:xfrm>
            <a:prstGeom prst="rect">
              <a:avLst/>
            </a:prstGeom>
            <a:solidFill>
              <a:schemeClr val="bg1">
                <a:lumMod val="85000"/>
              </a:schemeClr>
            </a:solidFill>
            <a:ln w="12700" cap="flat">
              <a:noFill/>
              <a:miter lim="400000"/>
            </a:ln>
            <a:effectLst/>
          </p:spPr>
          <p:txBody>
            <a:bodyPr wrap="square" lIns="50800" tIns="50800" rIns="50800" bIns="508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60" name="Shape 969"/>
            <p:cNvSpPr/>
            <p:nvPr/>
          </p:nvSpPr>
          <p:spPr>
            <a:xfrm>
              <a:off x="0" y="3019304"/>
              <a:ext cx="5967697" cy="123358"/>
            </a:xfrm>
            <a:prstGeom prst="rect">
              <a:avLst/>
            </a:prstGeom>
            <a:solidFill>
              <a:schemeClr val="bg1">
                <a:lumMod val="85000"/>
              </a:schemeClr>
            </a:solidFill>
            <a:ln w="12700" cap="flat">
              <a:noFill/>
              <a:miter lim="400000"/>
            </a:ln>
            <a:effectLst/>
          </p:spPr>
          <p:txBody>
            <a:bodyPr wrap="square" lIns="50800" tIns="50800" rIns="50800" bIns="508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61" name="Shape 970"/>
            <p:cNvSpPr/>
            <p:nvPr/>
          </p:nvSpPr>
          <p:spPr>
            <a:xfrm>
              <a:off x="10489003" y="3019304"/>
              <a:ext cx="5967698" cy="123358"/>
            </a:xfrm>
            <a:prstGeom prst="rect">
              <a:avLst/>
            </a:prstGeom>
            <a:solidFill>
              <a:schemeClr val="bg1">
                <a:lumMod val="85000"/>
              </a:schemeClr>
            </a:solidFill>
            <a:ln w="12700" cap="flat">
              <a:noFill/>
              <a:miter lim="400000"/>
            </a:ln>
            <a:effectLst/>
          </p:spPr>
          <p:txBody>
            <a:bodyPr wrap="square" lIns="50800" tIns="50800" rIns="50800" bIns="5080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grpSp>
      <p:sp>
        <p:nvSpPr>
          <p:cNvPr id="62" name="Shape 972"/>
          <p:cNvSpPr/>
          <p:nvPr userDrawn="1"/>
        </p:nvSpPr>
        <p:spPr>
          <a:xfrm>
            <a:off x="2294447" y="3829050"/>
            <a:ext cx="2669934" cy="61679"/>
          </a:xfrm>
          <a:prstGeom prst="rect">
            <a:avLst/>
          </a:prstGeom>
          <a:solidFill>
            <a:schemeClr val="accent5"/>
          </a:solidFill>
          <a:ln w="12700">
            <a:miter lim="400000"/>
          </a:ln>
        </p:spPr>
        <p:txBody>
          <a:bodyPr lIns="25395" tIns="25395" rIns="25395" bIns="25395" anchor="ct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64" name="Shape 973"/>
          <p:cNvSpPr/>
          <p:nvPr/>
        </p:nvSpPr>
        <p:spPr>
          <a:xfrm>
            <a:off x="5131947" y="1711191"/>
            <a:ext cx="1924931" cy="1764973"/>
          </a:xfrm>
          <a:prstGeom prst="rect">
            <a:avLst/>
          </a:prstGeom>
          <a:solidFill>
            <a:schemeClr val="accent1"/>
          </a:solidFill>
          <a:ln w="12700" cap="flat">
            <a:noFill/>
            <a:miter lim="400000"/>
          </a:ln>
          <a:effectLst/>
        </p:spPr>
        <p:txBody>
          <a:bodyPr wrap="square" lIns="50800" tIns="50800" rIns="50800" bIns="50800" numCol="1" anchor="ctr">
            <a:noAutofit/>
          </a:bodyPr>
          <a:lstStyle/>
          <a:p>
            <a:pPr algn="ct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66" name="Shape 976"/>
          <p:cNvSpPr/>
          <p:nvPr userDrawn="1"/>
        </p:nvSpPr>
        <p:spPr>
          <a:xfrm>
            <a:off x="7224635" y="3829050"/>
            <a:ext cx="2451785" cy="61679"/>
          </a:xfrm>
          <a:prstGeom prst="rect">
            <a:avLst/>
          </a:prstGeom>
          <a:solidFill>
            <a:schemeClr val="accent2"/>
          </a:solidFill>
          <a:ln w="12700">
            <a:miter lim="400000"/>
          </a:ln>
        </p:spPr>
        <p:txBody>
          <a:bodyPr lIns="25395" tIns="25395" rIns="25395" bIns="25395" anchor="ct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69" name="Shape 979"/>
          <p:cNvSpPr/>
          <p:nvPr userDrawn="1"/>
        </p:nvSpPr>
        <p:spPr>
          <a:xfrm>
            <a:off x="3344295" y="4330302"/>
            <a:ext cx="1620085" cy="61679"/>
          </a:xfrm>
          <a:prstGeom prst="rect">
            <a:avLst/>
          </a:prstGeom>
          <a:solidFill>
            <a:schemeClr val="accent5"/>
          </a:solidFill>
          <a:ln w="12700">
            <a:miter lim="400000"/>
          </a:ln>
        </p:spPr>
        <p:txBody>
          <a:bodyPr lIns="25395" tIns="25395" rIns="25395" bIns="25395" anchor="ct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70" name="Shape 980"/>
          <p:cNvSpPr/>
          <p:nvPr userDrawn="1"/>
        </p:nvSpPr>
        <p:spPr>
          <a:xfrm>
            <a:off x="7224635" y="4330302"/>
            <a:ext cx="745673" cy="61679"/>
          </a:xfrm>
          <a:prstGeom prst="rect">
            <a:avLst/>
          </a:prstGeom>
          <a:solidFill>
            <a:schemeClr val="accent2"/>
          </a:solidFill>
          <a:ln w="12700">
            <a:miter lim="400000"/>
          </a:ln>
        </p:spPr>
        <p:txBody>
          <a:bodyPr lIns="25395" tIns="25395" rIns="25395" bIns="25395" anchor="ct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73" name="Shape 983"/>
          <p:cNvSpPr/>
          <p:nvPr userDrawn="1"/>
        </p:nvSpPr>
        <p:spPr>
          <a:xfrm>
            <a:off x="2950615" y="4837450"/>
            <a:ext cx="2013765" cy="61679"/>
          </a:xfrm>
          <a:prstGeom prst="rect">
            <a:avLst/>
          </a:prstGeom>
          <a:solidFill>
            <a:schemeClr val="accent5"/>
          </a:solidFill>
          <a:ln w="12700">
            <a:miter lim="400000"/>
          </a:ln>
        </p:spPr>
        <p:txBody>
          <a:bodyPr lIns="25395" tIns="25395" rIns="25395" bIns="25395" anchor="ct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83" name="Shape 984"/>
          <p:cNvSpPr/>
          <p:nvPr userDrawn="1"/>
        </p:nvSpPr>
        <p:spPr>
          <a:xfrm>
            <a:off x="7224635" y="4837450"/>
            <a:ext cx="1561929" cy="61679"/>
          </a:xfrm>
          <a:prstGeom prst="rect">
            <a:avLst/>
          </a:prstGeom>
          <a:solidFill>
            <a:schemeClr val="accent2"/>
          </a:solidFill>
          <a:ln w="12700">
            <a:miter lim="400000"/>
          </a:ln>
        </p:spPr>
        <p:txBody>
          <a:bodyPr lIns="25395" tIns="25395" rIns="25395" bIns="25395" anchor="ct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93" name="Shape 987"/>
          <p:cNvSpPr/>
          <p:nvPr userDrawn="1"/>
        </p:nvSpPr>
        <p:spPr>
          <a:xfrm>
            <a:off x="2057430" y="5338702"/>
            <a:ext cx="2906950" cy="61679"/>
          </a:xfrm>
          <a:prstGeom prst="rect">
            <a:avLst/>
          </a:prstGeom>
          <a:solidFill>
            <a:schemeClr val="accent5"/>
          </a:solidFill>
          <a:ln w="12700">
            <a:miter lim="400000"/>
          </a:ln>
        </p:spPr>
        <p:txBody>
          <a:bodyPr lIns="25395" tIns="25395" rIns="25395" bIns="25395" anchor="ct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99" name="Shape 988"/>
          <p:cNvSpPr/>
          <p:nvPr userDrawn="1"/>
        </p:nvSpPr>
        <p:spPr>
          <a:xfrm>
            <a:off x="7224635" y="5338702"/>
            <a:ext cx="1924930" cy="61679"/>
          </a:xfrm>
          <a:prstGeom prst="rect">
            <a:avLst/>
          </a:prstGeom>
          <a:solidFill>
            <a:schemeClr val="accent2"/>
          </a:solidFill>
          <a:ln w="12700">
            <a:miter lim="400000"/>
          </a:ln>
        </p:spPr>
        <p:txBody>
          <a:bodyPr lIns="25395" tIns="25395" rIns="25395" bIns="25395" anchor="ct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120" name="Text Placeholder 17"/>
          <p:cNvSpPr>
            <a:spLocks noGrp="1"/>
          </p:cNvSpPr>
          <p:nvPr>
            <p:ph type="body" sz="quarter" idx="25" hasCustomPrompt="1"/>
          </p:nvPr>
        </p:nvSpPr>
        <p:spPr>
          <a:xfrm>
            <a:off x="5256213" y="3706565"/>
            <a:ext cx="1676398" cy="281245"/>
          </a:xfrm>
        </p:spPr>
        <p:txBody>
          <a:bodyPr lIns="0" tIns="0" rIns="0" bIns="0" anchor="ctr">
            <a:normAutofit/>
          </a:bodyPr>
          <a:lstStyle>
            <a:lvl1pPr marL="0" indent="0" algn="ctr">
              <a:lnSpc>
                <a:spcPts val="1500"/>
              </a:lnSpc>
              <a:buNone/>
              <a:defRPr sz="1000">
                <a:solidFill>
                  <a:schemeClr val="tx1">
                    <a:lumMod val="65000"/>
                    <a:lumOff val="35000"/>
                  </a:schemeClr>
                </a:solidFill>
                <a:latin typeface="Source Sans Pro Light"/>
              </a:defRPr>
            </a:lvl1pPr>
          </a:lstStyle>
          <a:p>
            <a:pPr lvl="0"/>
            <a:r>
              <a:rPr lang="en-US" dirty="0" smtClean="0"/>
              <a:t>Professional Design</a:t>
            </a:r>
          </a:p>
        </p:txBody>
      </p:sp>
      <p:sp>
        <p:nvSpPr>
          <p:cNvPr id="121" name="Text Placeholder 17"/>
          <p:cNvSpPr>
            <a:spLocks noGrp="1"/>
          </p:cNvSpPr>
          <p:nvPr>
            <p:ph type="body" sz="quarter" idx="26" hasCustomPrompt="1"/>
          </p:nvPr>
        </p:nvSpPr>
        <p:spPr>
          <a:xfrm>
            <a:off x="5256213" y="4220518"/>
            <a:ext cx="1676398" cy="281245"/>
          </a:xfrm>
        </p:spPr>
        <p:txBody>
          <a:bodyPr lIns="0" tIns="0" rIns="0" bIns="0" anchor="ctr">
            <a:normAutofit/>
          </a:bodyPr>
          <a:lstStyle>
            <a:lvl1pPr marL="0" indent="0" algn="ctr">
              <a:lnSpc>
                <a:spcPts val="1500"/>
              </a:lnSpc>
              <a:buNone/>
              <a:defRPr sz="1000">
                <a:solidFill>
                  <a:schemeClr val="tx1">
                    <a:lumMod val="65000"/>
                    <a:lumOff val="35000"/>
                  </a:schemeClr>
                </a:solidFill>
                <a:latin typeface="Source Sans Pro Light"/>
              </a:defRPr>
            </a:lvl1pPr>
          </a:lstStyle>
          <a:p>
            <a:pPr lvl="0"/>
            <a:r>
              <a:rPr lang="en-US" dirty="0" smtClean="0"/>
              <a:t>Compatibility</a:t>
            </a:r>
          </a:p>
        </p:txBody>
      </p:sp>
      <p:sp>
        <p:nvSpPr>
          <p:cNvPr id="122" name="Text Placeholder 17"/>
          <p:cNvSpPr>
            <a:spLocks noGrp="1"/>
          </p:cNvSpPr>
          <p:nvPr>
            <p:ph type="body" sz="quarter" idx="27" hasCustomPrompt="1"/>
          </p:nvPr>
        </p:nvSpPr>
        <p:spPr>
          <a:xfrm>
            <a:off x="5256213" y="4714966"/>
            <a:ext cx="1676398" cy="281245"/>
          </a:xfrm>
        </p:spPr>
        <p:txBody>
          <a:bodyPr lIns="0" tIns="0" rIns="0" bIns="0" anchor="ctr">
            <a:normAutofit/>
          </a:bodyPr>
          <a:lstStyle>
            <a:lvl1pPr marL="0" indent="0" algn="ctr">
              <a:lnSpc>
                <a:spcPts val="1500"/>
              </a:lnSpc>
              <a:buNone/>
              <a:defRPr sz="1000">
                <a:solidFill>
                  <a:schemeClr val="tx1">
                    <a:lumMod val="65000"/>
                    <a:lumOff val="35000"/>
                  </a:schemeClr>
                </a:solidFill>
                <a:latin typeface="Source Sans Pro Light"/>
              </a:defRPr>
            </a:lvl1pPr>
          </a:lstStyle>
          <a:p>
            <a:pPr lvl="0"/>
            <a:r>
              <a:rPr lang="en-US" dirty="0" smtClean="0"/>
              <a:t>Responsive</a:t>
            </a:r>
          </a:p>
        </p:txBody>
      </p:sp>
      <p:sp>
        <p:nvSpPr>
          <p:cNvPr id="123" name="Text Placeholder 17"/>
          <p:cNvSpPr>
            <a:spLocks noGrp="1"/>
          </p:cNvSpPr>
          <p:nvPr>
            <p:ph type="body" sz="quarter" idx="28" hasCustomPrompt="1"/>
          </p:nvPr>
        </p:nvSpPr>
        <p:spPr>
          <a:xfrm>
            <a:off x="5256213" y="5228919"/>
            <a:ext cx="1676398" cy="281245"/>
          </a:xfrm>
        </p:spPr>
        <p:txBody>
          <a:bodyPr lIns="0" tIns="0" rIns="0" bIns="0" anchor="ctr">
            <a:normAutofit/>
          </a:bodyPr>
          <a:lstStyle>
            <a:lvl1pPr marL="0" indent="0" algn="ctr">
              <a:lnSpc>
                <a:spcPts val="1500"/>
              </a:lnSpc>
              <a:buNone/>
              <a:defRPr sz="1000">
                <a:solidFill>
                  <a:schemeClr val="tx1">
                    <a:lumMod val="65000"/>
                    <a:lumOff val="35000"/>
                  </a:schemeClr>
                </a:solidFill>
                <a:latin typeface="Source Sans Pro Light"/>
              </a:defRPr>
            </a:lvl1pPr>
          </a:lstStyle>
          <a:p>
            <a:pPr lvl="0"/>
            <a:r>
              <a:rPr lang="en-US" dirty="0" smtClean="0"/>
              <a:t>Multicolor</a:t>
            </a:r>
          </a:p>
        </p:txBody>
      </p:sp>
      <p:sp>
        <p:nvSpPr>
          <p:cNvPr id="125" name="Text Placeholder 17"/>
          <p:cNvSpPr>
            <a:spLocks noGrp="1"/>
          </p:cNvSpPr>
          <p:nvPr>
            <p:ph type="body" sz="quarter" idx="29" hasCustomPrompt="1"/>
          </p:nvPr>
        </p:nvSpPr>
        <p:spPr>
          <a:xfrm>
            <a:off x="9488123" y="3962400"/>
            <a:ext cx="492489" cy="226775"/>
          </a:xfrm>
        </p:spPr>
        <p:txBody>
          <a:bodyPr lIns="0" tIns="0" rIns="0" bIns="0" anchor="ctr">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80%</a:t>
            </a:r>
          </a:p>
        </p:txBody>
      </p:sp>
      <p:sp>
        <p:nvSpPr>
          <p:cNvPr id="126" name="Text Placeholder 17"/>
          <p:cNvSpPr>
            <a:spLocks noGrp="1"/>
          </p:cNvSpPr>
          <p:nvPr>
            <p:ph type="body" sz="quarter" idx="30" hasCustomPrompt="1"/>
          </p:nvPr>
        </p:nvSpPr>
        <p:spPr>
          <a:xfrm>
            <a:off x="7797187" y="4454814"/>
            <a:ext cx="492489" cy="226775"/>
          </a:xfrm>
        </p:spPr>
        <p:txBody>
          <a:bodyPr lIns="0" tIns="0" rIns="0" bIns="0" anchor="ctr">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25%</a:t>
            </a:r>
          </a:p>
        </p:txBody>
      </p:sp>
      <p:sp>
        <p:nvSpPr>
          <p:cNvPr id="127" name="Text Placeholder 17"/>
          <p:cNvSpPr>
            <a:spLocks noGrp="1"/>
          </p:cNvSpPr>
          <p:nvPr>
            <p:ph type="body" sz="quarter" idx="31" hasCustomPrompt="1"/>
          </p:nvPr>
        </p:nvSpPr>
        <p:spPr>
          <a:xfrm>
            <a:off x="8620324" y="4961962"/>
            <a:ext cx="492489" cy="226775"/>
          </a:xfrm>
        </p:spPr>
        <p:txBody>
          <a:bodyPr lIns="0" tIns="0" rIns="0" bIns="0" anchor="ctr">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55%</a:t>
            </a:r>
          </a:p>
        </p:txBody>
      </p:sp>
      <p:sp>
        <p:nvSpPr>
          <p:cNvPr id="128" name="Text Placeholder 17"/>
          <p:cNvSpPr>
            <a:spLocks noGrp="1"/>
          </p:cNvSpPr>
          <p:nvPr>
            <p:ph type="body" sz="quarter" idx="32" hasCustomPrompt="1"/>
          </p:nvPr>
        </p:nvSpPr>
        <p:spPr>
          <a:xfrm>
            <a:off x="8954723" y="5463215"/>
            <a:ext cx="492489" cy="226775"/>
          </a:xfrm>
        </p:spPr>
        <p:txBody>
          <a:bodyPr lIns="0" tIns="0" rIns="0" bIns="0" anchor="ctr">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65%</a:t>
            </a:r>
          </a:p>
        </p:txBody>
      </p:sp>
      <p:sp>
        <p:nvSpPr>
          <p:cNvPr id="129" name="Text Placeholder 17"/>
          <p:cNvSpPr>
            <a:spLocks noGrp="1"/>
          </p:cNvSpPr>
          <p:nvPr>
            <p:ph type="body" sz="quarter" idx="33" hasCustomPrompt="1"/>
          </p:nvPr>
        </p:nvSpPr>
        <p:spPr>
          <a:xfrm>
            <a:off x="2268681" y="3941345"/>
            <a:ext cx="492489" cy="226775"/>
          </a:xfrm>
        </p:spPr>
        <p:txBody>
          <a:bodyPr lIns="0" tIns="0" rIns="0" bIns="0" anchor="ctr">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90%</a:t>
            </a:r>
          </a:p>
        </p:txBody>
      </p:sp>
      <p:sp>
        <p:nvSpPr>
          <p:cNvPr id="130" name="Text Placeholder 17"/>
          <p:cNvSpPr>
            <a:spLocks noGrp="1"/>
          </p:cNvSpPr>
          <p:nvPr>
            <p:ph type="body" sz="quarter" idx="34" hasCustomPrompt="1"/>
          </p:nvPr>
        </p:nvSpPr>
        <p:spPr>
          <a:xfrm>
            <a:off x="3310957" y="4448689"/>
            <a:ext cx="492489" cy="226775"/>
          </a:xfrm>
        </p:spPr>
        <p:txBody>
          <a:bodyPr lIns="0" tIns="0" rIns="0" bIns="0" anchor="ctr">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55%</a:t>
            </a:r>
          </a:p>
        </p:txBody>
      </p:sp>
      <p:sp>
        <p:nvSpPr>
          <p:cNvPr id="131" name="Text Placeholder 17"/>
          <p:cNvSpPr>
            <a:spLocks noGrp="1"/>
          </p:cNvSpPr>
          <p:nvPr>
            <p:ph type="body" sz="quarter" idx="35" hasCustomPrompt="1"/>
          </p:nvPr>
        </p:nvSpPr>
        <p:spPr>
          <a:xfrm>
            <a:off x="2923098" y="4970542"/>
            <a:ext cx="492489" cy="226775"/>
          </a:xfrm>
        </p:spPr>
        <p:txBody>
          <a:bodyPr lIns="0" tIns="0" rIns="0" bIns="0" anchor="ctr">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70%</a:t>
            </a:r>
          </a:p>
        </p:txBody>
      </p:sp>
      <p:sp>
        <p:nvSpPr>
          <p:cNvPr id="132" name="Text Placeholder 17"/>
          <p:cNvSpPr>
            <a:spLocks noGrp="1"/>
          </p:cNvSpPr>
          <p:nvPr>
            <p:ph type="body" sz="quarter" idx="36" hasCustomPrompt="1"/>
          </p:nvPr>
        </p:nvSpPr>
        <p:spPr>
          <a:xfrm>
            <a:off x="2029907" y="5457805"/>
            <a:ext cx="492489" cy="226775"/>
          </a:xfrm>
        </p:spPr>
        <p:txBody>
          <a:bodyPr lIns="0" tIns="0" rIns="0" bIns="0" anchor="ctr">
            <a:normAutofit/>
          </a:bodyPr>
          <a:lstStyle>
            <a:lvl1pPr marL="0" indent="0" algn="l">
              <a:lnSpc>
                <a:spcPts val="1500"/>
              </a:lnSpc>
              <a:buNone/>
              <a:defRPr sz="1000">
                <a:solidFill>
                  <a:schemeClr val="tx1">
                    <a:lumMod val="65000"/>
                    <a:lumOff val="35000"/>
                  </a:schemeClr>
                </a:solidFill>
                <a:latin typeface="Source Sans Pro Light"/>
              </a:defRPr>
            </a:lvl1pPr>
          </a:lstStyle>
          <a:p>
            <a:pPr lvl="0"/>
            <a:r>
              <a:rPr lang="en-US" dirty="0" smtClean="0"/>
              <a:t>97%</a:t>
            </a:r>
          </a:p>
        </p:txBody>
      </p:sp>
      <p:sp>
        <p:nvSpPr>
          <p:cNvPr id="133" name="Text Placeholder 17"/>
          <p:cNvSpPr>
            <a:spLocks noGrp="1"/>
          </p:cNvSpPr>
          <p:nvPr>
            <p:ph type="body" sz="quarter" idx="37" hasCustomPrompt="1"/>
          </p:nvPr>
        </p:nvSpPr>
        <p:spPr>
          <a:xfrm>
            <a:off x="5256213" y="2133601"/>
            <a:ext cx="1676398" cy="920154"/>
          </a:xfrm>
        </p:spPr>
        <p:txBody>
          <a:bodyPr lIns="0" tIns="0" rIns="0" bIns="0" anchor="ctr">
            <a:normAutofit/>
          </a:bodyPr>
          <a:lstStyle>
            <a:lvl1pPr marL="0" indent="0" algn="ctr">
              <a:lnSpc>
                <a:spcPts val="1500"/>
              </a:lnSpc>
              <a:buNone/>
              <a:defRPr sz="2700">
                <a:solidFill>
                  <a:schemeClr val="bg1"/>
                </a:solidFill>
                <a:latin typeface="Source Sans Pro Light"/>
              </a:defRPr>
            </a:lvl1pPr>
          </a:lstStyle>
          <a:p>
            <a:pPr lvl="0"/>
            <a:r>
              <a:rPr lang="en-US" dirty="0" err="1" smtClean="0"/>
              <a:t>vs</a:t>
            </a:r>
            <a:endParaRPr lang="en-US" dirty="0" smtClean="0"/>
          </a:p>
        </p:txBody>
      </p:sp>
    </p:spTree>
    <p:extLst>
      <p:ext uri="{BB962C8B-B14F-4D97-AF65-F5344CB8AC3E}">
        <p14:creationId xmlns:p14="http://schemas.microsoft.com/office/powerpoint/2010/main" val="3150212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dissolve">
                                      <p:cBhvr>
                                        <p:cTn id="11" dur="500"/>
                                        <p:tgtEl>
                                          <p:spTgt spid="23">
                                            <p:txEl>
                                              <p:pRg st="0" end="0"/>
                                            </p:txEl>
                                          </p:spTgt>
                                        </p:tgtEl>
                                      </p:cBhvr>
                                    </p:animEffect>
                                  </p:childTnLst>
                                </p:cTn>
                              </p:par>
                            </p:childTnLst>
                          </p:cTn>
                        </p:par>
                        <p:par>
                          <p:cTn id="12" fill="hold">
                            <p:stCondLst>
                              <p:cond delay="1000"/>
                            </p:stCondLst>
                            <p:childTnLst>
                              <p:par>
                                <p:cTn id="13" presetID="9" presetClass="entr" presetSubtype="0" fill="hold" grpId="0" nodeType="afterEffect" nodePh="1">
                                  <p:stCondLst>
                                    <p:cond delay="0"/>
                                  </p:stCondLst>
                                  <p:endCondLst>
                                    <p:cond evt="begin" delay="0">
                                      <p:tn val="13"/>
                                    </p:cond>
                                  </p:endCondLst>
                                  <p:childTnLst>
                                    <p:set>
                                      <p:cBhvr>
                                        <p:cTn id="14" dur="1" fill="hold">
                                          <p:stCondLst>
                                            <p:cond delay="0"/>
                                          </p:stCondLst>
                                        </p:cTn>
                                        <p:tgtEl>
                                          <p:spTgt spid="57"/>
                                        </p:tgtEl>
                                        <p:attrNameLst>
                                          <p:attrName>style.visibility</p:attrName>
                                        </p:attrNameLst>
                                      </p:cBhvr>
                                      <p:to>
                                        <p:strVal val="visible"/>
                                      </p:to>
                                    </p:set>
                                    <p:animEffect transition="in" filter="dissolve">
                                      <p:cBhvr>
                                        <p:cTn id="15" dur="500"/>
                                        <p:tgtEl>
                                          <p:spTgt spid="57"/>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dissolve">
                                      <p:cBhvr>
                                        <p:cTn id="19" dur="500"/>
                                        <p:tgtEl>
                                          <p:spTgt spid="64"/>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33">
                                            <p:txEl>
                                              <p:pRg st="0" end="0"/>
                                            </p:txEl>
                                          </p:spTgt>
                                        </p:tgtEl>
                                        <p:attrNameLst>
                                          <p:attrName>style.visibility</p:attrName>
                                        </p:attrNameLst>
                                      </p:cBhvr>
                                      <p:to>
                                        <p:strVal val="visible"/>
                                      </p:to>
                                    </p:set>
                                    <p:animEffect transition="in" filter="dissolve">
                                      <p:cBhvr>
                                        <p:cTn id="22" dur="500"/>
                                        <p:tgtEl>
                                          <p:spTgt spid="133">
                                            <p:txEl>
                                              <p:pRg st="0" end="0"/>
                                            </p:txEl>
                                          </p:spTgt>
                                        </p:tgtEl>
                                      </p:cBhvr>
                                    </p:animEffect>
                                  </p:childTnLst>
                                </p:cTn>
                              </p:par>
                            </p:childTnLst>
                          </p:cTn>
                        </p:par>
                        <p:par>
                          <p:cTn id="23" fill="hold">
                            <p:stCondLst>
                              <p:cond delay="2000"/>
                            </p:stCondLst>
                            <p:childTnLst>
                              <p:par>
                                <p:cTn id="24" presetID="9" presetClass="entr" presetSubtype="0" fill="hold" grpId="0" nodeType="afterEffect" nodePh="1">
                                  <p:stCondLst>
                                    <p:cond delay="0"/>
                                  </p:stCondLst>
                                  <p:endCondLst>
                                    <p:cond evt="begin" delay="0">
                                      <p:tn val="24"/>
                                    </p:cond>
                                  </p:endCondLst>
                                  <p:childTnLst>
                                    <p:set>
                                      <p:cBhvr>
                                        <p:cTn id="25" dur="1" fill="hold">
                                          <p:stCondLst>
                                            <p:cond delay="0"/>
                                          </p:stCondLst>
                                        </p:cTn>
                                        <p:tgtEl>
                                          <p:spTgt spid="119"/>
                                        </p:tgtEl>
                                        <p:attrNameLst>
                                          <p:attrName>style.visibility</p:attrName>
                                        </p:attrNameLst>
                                      </p:cBhvr>
                                      <p:to>
                                        <p:strVal val="visible"/>
                                      </p:to>
                                    </p:set>
                                    <p:animEffect transition="in" filter="dissolve">
                                      <p:cBhvr>
                                        <p:cTn id="26" dur="500"/>
                                        <p:tgtEl>
                                          <p:spTgt spid="119"/>
                                        </p:tgtEl>
                                      </p:cBhvr>
                                    </p:animEffect>
                                  </p:childTnLst>
                                </p:cTn>
                              </p:par>
                            </p:childTnLst>
                          </p:cTn>
                        </p:par>
                        <p:par>
                          <p:cTn id="27" fill="hold">
                            <p:stCondLst>
                              <p:cond delay="2500"/>
                            </p:stCondLst>
                            <p:childTnLst>
                              <p:par>
                                <p:cTn id="28" presetID="9" presetClass="entr" presetSubtype="0" fill="hold" grpId="0" nodeType="afterEffect">
                                  <p:stCondLst>
                                    <p:cond delay="0"/>
                                  </p:stCondLst>
                                  <p:childTnLst>
                                    <p:set>
                                      <p:cBhvr>
                                        <p:cTn id="29" dur="1" fill="hold">
                                          <p:stCondLst>
                                            <p:cond delay="0"/>
                                          </p:stCondLst>
                                        </p:cTn>
                                        <p:tgtEl>
                                          <p:spTgt spid="120">
                                            <p:txEl>
                                              <p:pRg st="0" end="0"/>
                                            </p:txEl>
                                          </p:spTgt>
                                        </p:tgtEl>
                                        <p:attrNameLst>
                                          <p:attrName>style.visibility</p:attrName>
                                        </p:attrNameLst>
                                      </p:cBhvr>
                                      <p:to>
                                        <p:strVal val="visible"/>
                                      </p:to>
                                    </p:set>
                                    <p:animEffect transition="in" filter="dissolve">
                                      <p:cBhvr>
                                        <p:cTn id="30" dur="500"/>
                                        <p:tgtEl>
                                          <p:spTgt spid="120">
                                            <p:txEl>
                                              <p:pRg st="0" end="0"/>
                                            </p:txEl>
                                          </p:spTgt>
                                        </p:tgtEl>
                                      </p:cBhvr>
                                    </p:animEffect>
                                  </p:childTnLst>
                                </p:cTn>
                              </p:par>
                            </p:childTnLst>
                          </p:cTn>
                        </p:par>
                        <p:par>
                          <p:cTn id="31" fill="hold">
                            <p:stCondLst>
                              <p:cond delay="3000"/>
                            </p:stCondLst>
                            <p:childTnLst>
                              <p:par>
                                <p:cTn id="32" presetID="9" presetClass="entr" presetSubtype="0" fill="hold" grpId="0" nodeType="afterEffect">
                                  <p:stCondLst>
                                    <p:cond delay="0"/>
                                  </p:stCondLst>
                                  <p:childTnLst>
                                    <p:set>
                                      <p:cBhvr>
                                        <p:cTn id="33" dur="1" fill="hold">
                                          <p:stCondLst>
                                            <p:cond delay="0"/>
                                          </p:stCondLst>
                                        </p:cTn>
                                        <p:tgtEl>
                                          <p:spTgt spid="121">
                                            <p:txEl>
                                              <p:pRg st="0" end="0"/>
                                            </p:txEl>
                                          </p:spTgt>
                                        </p:tgtEl>
                                        <p:attrNameLst>
                                          <p:attrName>style.visibility</p:attrName>
                                        </p:attrNameLst>
                                      </p:cBhvr>
                                      <p:to>
                                        <p:strVal val="visible"/>
                                      </p:to>
                                    </p:set>
                                    <p:animEffect transition="in" filter="dissolve">
                                      <p:cBhvr>
                                        <p:cTn id="34" dur="500"/>
                                        <p:tgtEl>
                                          <p:spTgt spid="121">
                                            <p:txEl>
                                              <p:pRg st="0" end="0"/>
                                            </p:txEl>
                                          </p:spTgt>
                                        </p:tgtEl>
                                      </p:cBhvr>
                                    </p:animEffect>
                                  </p:childTnLst>
                                </p:cTn>
                              </p:par>
                            </p:childTnLst>
                          </p:cTn>
                        </p:par>
                        <p:par>
                          <p:cTn id="35" fill="hold">
                            <p:stCondLst>
                              <p:cond delay="3500"/>
                            </p:stCondLst>
                            <p:childTnLst>
                              <p:par>
                                <p:cTn id="36" presetID="9" presetClass="entr" presetSubtype="0" fill="hold" grpId="0" nodeType="afterEffect">
                                  <p:stCondLst>
                                    <p:cond delay="0"/>
                                  </p:stCondLst>
                                  <p:childTnLst>
                                    <p:set>
                                      <p:cBhvr>
                                        <p:cTn id="37" dur="1" fill="hold">
                                          <p:stCondLst>
                                            <p:cond delay="0"/>
                                          </p:stCondLst>
                                        </p:cTn>
                                        <p:tgtEl>
                                          <p:spTgt spid="122">
                                            <p:txEl>
                                              <p:pRg st="0" end="0"/>
                                            </p:txEl>
                                          </p:spTgt>
                                        </p:tgtEl>
                                        <p:attrNameLst>
                                          <p:attrName>style.visibility</p:attrName>
                                        </p:attrNameLst>
                                      </p:cBhvr>
                                      <p:to>
                                        <p:strVal val="visible"/>
                                      </p:to>
                                    </p:set>
                                    <p:animEffect transition="in" filter="dissolve">
                                      <p:cBhvr>
                                        <p:cTn id="38" dur="500"/>
                                        <p:tgtEl>
                                          <p:spTgt spid="122">
                                            <p:txEl>
                                              <p:pRg st="0" end="0"/>
                                            </p:txEl>
                                          </p:spTgt>
                                        </p:tgtEl>
                                      </p:cBhvr>
                                    </p:animEffect>
                                  </p:childTnLst>
                                </p:cTn>
                              </p:par>
                            </p:childTnLst>
                          </p:cTn>
                        </p:par>
                        <p:par>
                          <p:cTn id="39" fill="hold">
                            <p:stCondLst>
                              <p:cond delay="4000"/>
                            </p:stCondLst>
                            <p:childTnLst>
                              <p:par>
                                <p:cTn id="40" presetID="9" presetClass="entr" presetSubtype="0" fill="hold" grpId="0" nodeType="afterEffect">
                                  <p:stCondLst>
                                    <p:cond delay="0"/>
                                  </p:stCondLst>
                                  <p:childTnLst>
                                    <p:set>
                                      <p:cBhvr>
                                        <p:cTn id="41" dur="1" fill="hold">
                                          <p:stCondLst>
                                            <p:cond delay="0"/>
                                          </p:stCondLst>
                                        </p:cTn>
                                        <p:tgtEl>
                                          <p:spTgt spid="123">
                                            <p:txEl>
                                              <p:pRg st="0" end="0"/>
                                            </p:txEl>
                                          </p:spTgt>
                                        </p:tgtEl>
                                        <p:attrNameLst>
                                          <p:attrName>style.visibility</p:attrName>
                                        </p:attrNameLst>
                                      </p:cBhvr>
                                      <p:to>
                                        <p:strVal val="visible"/>
                                      </p:to>
                                    </p:set>
                                    <p:animEffect transition="in" filter="dissolve">
                                      <p:cBhvr>
                                        <p:cTn id="42" dur="500"/>
                                        <p:tgtEl>
                                          <p:spTgt spid="123">
                                            <p:txEl>
                                              <p:pRg st="0" end="0"/>
                                            </p:txEl>
                                          </p:spTgt>
                                        </p:tgtEl>
                                      </p:cBhvr>
                                    </p:animEffect>
                                  </p:childTnLst>
                                </p:cTn>
                              </p:par>
                            </p:childTnLst>
                          </p:cTn>
                        </p:par>
                        <p:par>
                          <p:cTn id="43" fill="hold">
                            <p:stCondLst>
                              <p:cond delay="4500"/>
                            </p:stCondLst>
                            <p:childTnLst>
                              <p:par>
                                <p:cTn id="44" presetID="10" presetClass="entr" presetSubtype="0" fill="hold" nodeType="after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fade">
                                      <p:cBhvr>
                                        <p:cTn id="46" dur="500"/>
                                        <p:tgtEl>
                                          <p:spTgt spid="2"/>
                                        </p:tgtEl>
                                      </p:cBhvr>
                                    </p:animEffect>
                                  </p:childTnLst>
                                </p:cTn>
                              </p:par>
                            </p:childTnLst>
                          </p:cTn>
                        </p:par>
                        <p:par>
                          <p:cTn id="47" fill="hold">
                            <p:stCondLst>
                              <p:cond delay="5000"/>
                            </p:stCondLst>
                            <p:childTnLst>
                              <p:par>
                                <p:cTn id="48" presetID="22" presetClass="entr" presetSubtype="2" fill="hold" grpId="0" nodeType="afterEffect">
                                  <p:stCondLst>
                                    <p:cond delay="0"/>
                                  </p:stCondLst>
                                  <p:childTnLst>
                                    <p:set>
                                      <p:cBhvr>
                                        <p:cTn id="49" dur="1" fill="hold">
                                          <p:stCondLst>
                                            <p:cond delay="0"/>
                                          </p:stCondLst>
                                        </p:cTn>
                                        <p:tgtEl>
                                          <p:spTgt spid="62"/>
                                        </p:tgtEl>
                                        <p:attrNameLst>
                                          <p:attrName>style.visibility</p:attrName>
                                        </p:attrNameLst>
                                      </p:cBhvr>
                                      <p:to>
                                        <p:strVal val="visible"/>
                                      </p:to>
                                    </p:set>
                                    <p:animEffect transition="in" filter="wipe(right)">
                                      <p:cBhvr>
                                        <p:cTn id="50" dur="500"/>
                                        <p:tgtEl>
                                          <p:spTgt spid="62"/>
                                        </p:tgtEl>
                                      </p:cBhvr>
                                    </p:animEffect>
                                  </p:childTnLst>
                                </p:cTn>
                              </p:par>
                            </p:childTnLst>
                          </p:cTn>
                        </p:par>
                        <p:par>
                          <p:cTn id="51" fill="hold">
                            <p:stCondLst>
                              <p:cond delay="5500"/>
                            </p:stCondLst>
                            <p:childTnLst>
                              <p:par>
                                <p:cTn id="52" presetID="9" presetClass="entr" presetSubtype="0" fill="hold" grpId="0" nodeType="afterEffect">
                                  <p:stCondLst>
                                    <p:cond delay="0"/>
                                  </p:stCondLst>
                                  <p:childTnLst>
                                    <p:set>
                                      <p:cBhvr>
                                        <p:cTn id="53" dur="1" fill="hold">
                                          <p:stCondLst>
                                            <p:cond delay="0"/>
                                          </p:stCondLst>
                                        </p:cTn>
                                        <p:tgtEl>
                                          <p:spTgt spid="129">
                                            <p:txEl>
                                              <p:pRg st="0" end="0"/>
                                            </p:txEl>
                                          </p:spTgt>
                                        </p:tgtEl>
                                        <p:attrNameLst>
                                          <p:attrName>style.visibility</p:attrName>
                                        </p:attrNameLst>
                                      </p:cBhvr>
                                      <p:to>
                                        <p:strVal val="visible"/>
                                      </p:to>
                                    </p:set>
                                    <p:animEffect transition="in" filter="dissolve">
                                      <p:cBhvr>
                                        <p:cTn id="54" dur="500"/>
                                        <p:tgtEl>
                                          <p:spTgt spid="129">
                                            <p:txEl>
                                              <p:pRg st="0" end="0"/>
                                            </p:txEl>
                                          </p:spTgt>
                                        </p:tgtEl>
                                      </p:cBhvr>
                                    </p:animEffect>
                                  </p:childTnLst>
                                </p:cTn>
                              </p:par>
                            </p:childTnLst>
                          </p:cTn>
                        </p:par>
                        <p:par>
                          <p:cTn id="55" fill="hold">
                            <p:stCondLst>
                              <p:cond delay="6000"/>
                            </p:stCondLst>
                            <p:childTnLst>
                              <p:par>
                                <p:cTn id="56" presetID="22" presetClass="entr" presetSubtype="8" fill="hold" grpId="0" nodeType="afterEffect">
                                  <p:stCondLst>
                                    <p:cond delay="0"/>
                                  </p:stCondLst>
                                  <p:childTnLst>
                                    <p:set>
                                      <p:cBhvr>
                                        <p:cTn id="57" dur="1" fill="hold">
                                          <p:stCondLst>
                                            <p:cond delay="0"/>
                                          </p:stCondLst>
                                        </p:cTn>
                                        <p:tgtEl>
                                          <p:spTgt spid="66"/>
                                        </p:tgtEl>
                                        <p:attrNameLst>
                                          <p:attrName>style.visibility</p:attrName>
                                        </p:attrNameLst>
                                      </p:cBhvr>
                                      <p:to>
                                        <p:strVal val="visible"/>
                                      </p:to>
                                    </p:set>
                                    <p:animEffect transition="in" filter="wipe(left)">
                                      <p:cBhvr>
                                        <p:cTn id="58" dur="500"/>
                                        <p:tgtEl>
                                          <p:spTgt spid="66"/>
                                        </p:tgtEl>
                                      </p:cBhvr>
                                    </p:animEffect>
                                  </p:childTnLst>
                                </p:cTn>
                              </p:par>
                            </p:childTnLst>
                          </p:cTn>
                        </p:par>
                        <p:par>
                          <p:cTn id="59" fill="hold">
                            <p:stCondLst>
                              <p:cond delay="6500"/>
                            </p:stCondLst>
                            <p:childTnLst>
                              <p:par>
                                <p:cTn id="60" presetID="9" presetClass="entr" presetSubtype="0" fill="hold" grpId="0" nodeType="afterEffect">
                                  <p:stCondLst>
                                    <p:cond delay="0"/>
                                  </p:stCondLst>
                                  <p:childTnLst>
                                    <p:set>
                                      <p:cBhvr>
                                        <p:cTn id="61" dur="1" fill="hold">
                                          <p:stCondLst>
                                            <p:cond delay="0"/>
                                          </p:stCondLst>
                                        </p:cTn>
                                        <p:tgtEl>
                                          <p:spTgt spid="125">
                                            <p:txEl>
                                              <p:pRg st="0" end="0"/>
                                            </p:txEl>
                                          </p:spTgt>
                                        </p:tgtEl>
                                        <p:attrNameLst>
                                          <p:attrName>style.visibility</p:attrName>
                                        </p:attrNameLst>
                                      </p:cBhvr>
                                      <p:to>
                                        <p:strVal val="visible"/>
                                      </p:to>
                                    </p:set>
                                    <p:animEffect transition="in" filter="dissolve">
                                      <p:cBhvr>
                                        <p:cTn id="62" dur="500"/>
                                        <p:tgtEl>
                                          <p:spTgt spid="125">
                                            <p:txEl>
                                              <p:pRg st="0" end="0"/>
                                            </p:txEl>
                                          </p:spTgt>
                                        </p:tgtEl>
                                      </p:cBhvr>
                                    </p:animEffect>
                                  </p:childTnLst>
                                </p:cTn>
                              </p:par>
                            </p:childTnLst>
                          </p:cTn>
                        </p:par>
                        <p:par>
                          <p:cTn id="63" fill="hold">
                            <p:stCondLst>
                              <p:cond delay="7000"/>
                            </p:stCondLst>
                            <p:childTnLst>
                              <p:par>
                                <p:cTn id="64" presetID="22" presetClass="entr" presetSubtype="2" fill="hold" grpId="0" nodeType="afterEffect">
                                  <p:stCondLst>
                                    <p:cond delay="0"/>
                                  </p:stCondLst>
                                  <p:childTnLst>
                                    <p:set>
                                      <p:cBhvr>
                                        <p:cTn id="65" dur="1" fill="hold">
                                          <p:stCondLst>
                                            <p:cond delay="0"/>
                                          </p:stCondLst>
                                        </p:cTn>
                                        <p:tgtEl>
                                          <p:spTgt spid="69"/>
                                        </p:tgtEl>
                                        <p:attrNameLst>
                                          <p:attrName>style.visibility</p:attrName>
                                        </p:attrNameLst>
                                      </p:cBhvr>
                                      <p:to>
                                        <p:strVal val="visible"/>
                                      </p:to>
                                    </p:set>
                                    <p:animEffect transition="in" filter="wipe(right)">
                                      <p:cBhvr>
                                        <p:cTn id="66" dur="500"/>
                                        <p:tgtEl>
                                          <p:spTgt spid="69"/>
                                        </p:tgtEl>
                                      </p:cBhvr>
                                    </p:animEffect>
                                  </p:childTnLst>
                                </p:cTn>
                              </p:par>
                            </p:childTnLst>
                          </p:cTn>
                        </p:par>
                        <p:par>
                          <p:cTn id="67" fill="hold">
                            <p:stCondLst>
                              <p:cond delay="7500"/>
                            </p:stCondLst>
                            <p:childTnLst>
                              <p:par>
                                <p:cTn id="68" presetID="9" presetClass="entr" presetSubtype="0" fill="hold" grpId="0" nodeType="afterEffect">
                                  <p:stCondLst>
                                    <p:cond delay="0"/>
                                  </p:stCondLst>
                                  <p:childTnLst>
                                    <p:set>
                                      <p:cBhvr>
                                        <p:cTn id="69" dur="1" fill="hold">
                                          <p:stCondLst>
                                            <p:cond delay="0"/>
                                          </p:stCondLst>
                                        </p:cTn>
                                        <p:tgtEl>
                                          <p:spTgt spid="130">
                                            <p:txEl>
                                              <p:pRg st="0" end="0"/>
                                            </p:txEl>
                                          </p:spTgt>
                                        </p:tgtEl>
                                        <p:attrNameLst>
                                          <p:attrName>style.visibility</p:attrName>
                                        </p:attrNameLst>
                                      </p:cBhvr>
                                      <p:to>
                                        <p:strVal val="visible"/>
                                      </p:to>
                                    </p:set>
                                    <p:animEffect transition="in" filter="dissolve">
                                      <p:cBhvr>
                                        <p:cTn id="70" dur="500"/>
                                        <p:tgtEl>
                                          <p:spTgt spid="130">
                                            <p:txEl>
                                              <p:pRg st="0" end="0"/>
                                            </p:txEl>
                                          </p:spTgt>
                                        </p:tgtEl>
                                      </p:cBhvr>
                                    </p:animEffect>
                                  </p:childTnLst>
                                </p:cTn>
                              </p:par>
                            </p:childTnLst>
                          </p:cTn>
                        </p:par>
                        <p:par>
                          <p:cTn id="71" fill="hold">
                            <p:stCondLst>
                              <p:cond delay="8000"/>
                            </p:stCondLst>
                            <p:childTnLst>
                              <p:par>
                                <p:cTn id="72" presetID="22" presetClass="entr" presetSubtype="8" fill="hold" grpId="0" nodeType="afterEffect">
                                  <p:stCondLst>
                                    <p:cond delay="0"/>
                                  </p:stCondLst>
                                  <p:childTnLst>
                                    <p:set>
                                      <p:cBhvr>
                                        <p:cTn id="73" dur="1" fill="hold">
                                          <p:stCondLst>
                                            <p:cond delay="0"/>
                                          </p:stCondLst>
                                        </p:cTn>
                                        <p:tgtEl>
                                          <p:spTgt spid="70"/>
                                        </p:tgtEl>
                                        <p:attrNameLst>
                                          <p:attrName>style.visibility</p:attrName>
                                        </p:attrNameLst>
                                      </p:cBhvr>
                                      <p:to>
                                        <p:strVal val="visible"/>
                                      </p:to>
                                    </p:set>
                                    <p:animEffect transition="in" filter="wipe(left)">
                                      <p:cBhvr>
                                        <p:cTn id="74" dur="500"/>
                                        <p:tgtEl>
                                          <p:spTgt spid="70"/>
                                        </p:tgtEl>
                                      </p:cBhvr>
                                    </p:animEffect>
                                  </p:childTnLst>
                                </p:cTn>
                              </p:par>
                            </p:childTnLst>
                          </p:cTn>
                        </p:par>
                        <p:par>
                          <p:cTn id="75" fill="hold">
                            <p:stCondLst>
                              <p:cond delay="8500"/>
                            </p:stCondLst>
                            <p:childTnLst>
                              <p:par>
                                <p:cTn id="76" presetID="9" presetClass="entr" presetSubtype="0" fill="hold" grpId="0" nodeType="afterEffect">
                                  <p:stCondLst>
                                    <p:cond delay="0"/>
                                  </p:stCondLst>
                                  <p:childTnLst>
                                    <p:set>
                                      <p:cBhvr>
                                        <p:cTn id="77" dur="1" fill="hold">
                                          <p:stCondLst>
                                            <p:cond delay="0"/>
                                          </p:stCondLst>
                                        </p:cTn>
                                        <p:tgtEl>
                                          <p:spTgt spid="126">
                                            <p:txEl>
                                              <p:pRg st="0" end="0"/>
                                            </p:txEl>
                                          </p:spTgt>
                                        </p:tgtEl>
                                        <p:attrNameLst>
                                          <p:attrName>style.visibility</p:attrName>
                                        </p:attrNameLst>
                                      </p:cBhvr>
                                      <p:to>
                                        <p:strVal val="visible"/>
                                      </p:to>
                                    </p:set>
                                    <p:animEffect transition="in" filter="dissolve">
                                      <p:cBhvr>
                                        <p:cTn id="78" dur="500"/>
                                        <p:tgtEl>
                                          <p:spTgt spid="126">
                                            <p:txEl>
                                              <p:pRg st="0" end="0"/>
                                            </p:txEl>
                                          </p:spTgt>
                                        </p:tgtEl>
                                      </p:cBhvr>
                                    </p:animEffect>
                                  </p:childTnLst>
                                </p:cTn>
                              </p:par>
                            </p:childTnLst>
                          </p:cTn>
                        </p:par>
                        <p:par>
                          <p:cTn id="79" fill="hold">
                            <p:stCondLst>
                              <p:cond delay="9000"/>
                            </p:stCondLst>
                            <p:childTnLst>
                              <p:par>
                                <p:cTn id="80" presetID="22" presetClass="entr" presetSubtype="2" fill="hold" grpId="0" nodeType="afterEffect">
                                  <p:stCondLst>
                                    <p:cond delay="0"/>
                                  </p:stCondLst>
                                  <p:childTnLst>
                                    <p:set>
                                      <p:cBhvr>
                                        <p:cTn id="81" dur="1" fill="hold">
                                          <p:stCondLst>
                                            <p:cond delay="0"/>
                                          </p:stCondLst>
                                        </p:cTn>
                                        <p:tgtEl>
                                          <p:spTgt spid="73"/>
                                        </p:tgtEl>
                                        <p:attrNameLst>
                                          <p:attrName>style.visibility</p:attrName>
                                        </p:attrNameLst>
                                      </p:cBhvr>
                                      <p:to>
                                        <p:strVal val="visible"/>
                                      </p:to>
                                    </p:set>
                                    <p:animEffect transition="in" filter="wipe(right)">
                                      <p:cBhvr>
                                        <p:cTn id="82" dur="500"/>
                                        <p:tgtEl>
                                          <p:spTgt spid="73"/>
                                        </p:tgtEl>
                                      </p:cBhvr>
                                    </p:animEffect>
                                  </p:childTnLst>
                                </p:cTn>
                              </p:par>
                            </p:childTnLst>
                          </p:cTn>
                        </p:par>
                        <p:par>
                          <p:cTn id="83" fill="hold">
                            <p:stCondLst>
                              <p:cond delay="9500"/>
                            </p:stCondLst>
                            <p:childTnLst>
                              <p:par>
                                <p:cTn id="84" presetID="9" presetClass="entr" presetSubtype="0" fill="hold" grpId="0" nodeType="afterEffect">
                                  <p:stCondLst>
                                    <p:cond delay="0"/>
                                  </p:stCondLst>
                                  <p:childTnLst>
                                    <p:set>
                                      <p:cBhvr>
                                        <p:cTn id="85" dur="1" fill="hold">
                                          <p:stCondLst>
                                            <p:cond delay="0"/>
                                          </p:stCondLst>
                                        </p:cTn>
                                        <p:tgtEl>
                                          <p:spTgt spid="131">
                                            <p:txEl>
                                              <p:pRg st="0" end="0"/>
                                            </p:txEl>
                                          </p:spTgt>
                                        </p:tgtEl>
                                        <p:attrNameLst>
                                          <p:attrName>style.visibility</p:attrName>
                                        </p:attrNameLst>
                                      </p:cBhvr>
                                      <p:to>
                                        <p:strVal val="visible"/>
                                      </p:to>
                                    </p:set>
                                    <p:animEffect transition="in" filter="dissolve">
                                      <p:cBhvr>
                                        <p:cTn id="86" dur="500"/>
                                        <p:tgtEl>
                                          <p:spTgt spid="131">
                                            <p:txEl>
                                              <p:pRg st="0" end="0"/>
                                            </p:txEl>
                                          </p:spTgt>
                                        </p:tgtEl>
                                      </p:cBhvr>
                                    </p:animEffect>
                                  </p:childTnLst>
                                </p:cTn>
                              </p:par>
                            </p:childTnLst>
                          </p:cTn>
                        </p:par>
                        <p:par>
                          <p:cTn id="87" fill="hold">
                            <p:stCondLst>
                              <p:cond delay="10000"/>
                            </p:stCondLst>
                            <p:childTnLst>
                              <p:par>
                                <p:cTn id="88" presetID="22" presetClass="entr" presetSubtype="8" fill="hold" grpId="0" nodeType="afterEffect">
                                  <p:stCondLst>
                                    <p:cond delay="0"/>
                                  </p:stCondLst>
                                  <p:childTnLst>
                                    <p:set>
                                      <p:cBhvr>
                                        <p:cTn id="89" dur="1" fill="hold">
                                          <p:stCondLst>
                                            <p:cond delay="0"/>
                                          </p:stCondLst>
                                        </p:cTn>
                                        <p:tgtEl>
                                          <p:spTgt spid="83"/>
                                        </p:tgtEl>
                                        <p:attrNameLst>
                                          <p:attrName>style.visibility</p:attrName>
                                        </p:attrNameLst>
                                      </p:cBhvr>
                                      <p:to>
                                        <p:strVal val="visible"/>
                                      </p:to>
                                    </p:set>
                                    <p:animEffect transition="in" filter="wipe(left)">
                                      <p:cBhvr>
                                        <p:cTn id="90" dur="500"/>
                                        <p:tgtEl>
                                          <p:spTgt spid="83"/>
                                        </p:tgtEl>
                                      </p:cBhvr>
                                    </p:animEffect>
                                  </p:childTnLst>
                                </p:cTn>
                              </p:par>
                            </p:childTnLst>
                          </p:cTn>
                        </p:par>
                        <p:par>
                          <p:cTn id="91" fill="hold">
                            <p:stCondLst>
                              <p:cond delay="10500"/>
                            </p:stCondLst>
                            <p:childTnLst>
                              <p:par>
                                <p:cTn id="92" presetID="9" presetClass="entr" presetSubtype="0" fill="hold" grpId="0" nodeType="afterEffect">
                                  <p:stCondLst>
                                    <p:cond delay="0"/>
                                  </p:stCondLst>
                                  <p:childTnLst>
                                    <p:set>
                                      <p:cBhvr>
                                        <p:cTn id="93" dur="1" fill="hold">
                                          <p:stCondLst>
                                            <p:cond delay="0"/>
                                          </p:stCondLst>
                                        </p:cTn>
                                        <p:tgtEl>
                                          <p:spTgt spid="127">
                                            <p:txEl>
                                              <p:pRg st="0" end="0"/>
                                            </p:txEl>
                                          </p:spTgt>
                                        </p:tgtEl>
                                        <p:attrNameLst>
                                          <p:attrName>style.visibility</p:attrName>
                                        </p:attrNameLst>
                                      </p:cBhvr>
                                      <p:to>
                                        <p:strVal val="visible"/>
                                      </p:to>
                                    </p:set>
                                    <p:animEffect transition="in" filter="dissolve">
                                      <p:cBhvr>
                                        <p:cTn id="94" dur="500"/>
                                        <p:tgtEl>
                                          <p:spTgt spid="127">
                                            <p:txEl>
                                              <p:pRg st="0" end="0"/>
                                            </p:txEl>
                                          </p:spTgt>
                                        </p:tgtEl>
                                      </p:cBhvr>
                                    </p:animEffect>
                                  </p:childTnLst>
                                </p:cTn>
                              </p:par>
                            </p:childTnLst>
                          </p:cTn>
                        </p:par>
                        <p:par>
                          <p:cTn id="95" fill="hold">
                            <p:stCondLst>
                              <p:cond delay="11000"/>
                            </p:stCondLst>
                            <p:childTnLst>
                              <p:par>
                                <p:cTn id="96" presetID="22" presetClass="entr" presetSubtype="2" fill="hold" grpId="0" nodeType="afterEffect">
                                  <p:stCondLst>
                                    <p:cond delay="0"/>
                                  </p:stCondLst>
                                  <p:childTnLst>
                                    <p:set>
                                      <p:cBhvr>
                                        <p:cTn id="97" dur="1" fill="hold">
                                          <p:stCondLst>
                                            <p:cond delay="0"/>
                                          </p:stCondLst>
                                        </p:cTn>
                                        <p:tgtEl>
                                          <p:spTgt spid="93"/>
                                        </p:tgtEl>
                                        <p:attrNameLst>
                                          <p:attrName>style.visibility</p:attrName>
                                        </p:attrNameLst>
                                      </p:cBhvr>
                                      <p:to>
                                        <p:strVal val="visible"/>
                                      </p:to>
                                    </p:set>
                                    <p:animEffect transition="in" filter="wipe(right)">
                                      <p:cBhvr>
                                        <p:cTn id="98" dur="500"/>
                                        <p:tgtEl>
                                          <p:spTgt spid="93"/>
                                        </p:tgtEl>
                                      </p:cBhvr>
                                    </p:animEffect>
                                  </p:childTnLst>
                                </p:cTn>
                              </p:par>
                            </p:childTnLst>
                          </p:cTn>
                        </p:par>
                        <p:par>
                          <p:cTn id="99" fill="hold">
                            <p:stCondLst>
                              <p:cond delay="11500"/>
                            </p:stCondLst>
                            <p:childTnLst>
                              <p:par>
                                <p:cTn id="100" presetID="9" presetClass="entr" presetSubtype="0" fill="hold" grpId="0" nodeType="afterEffect">
                                  <p:stCondLst>
                                    <p:cond delay="0"/>
                                  </p:stCondLst>
                                  <p:childTnLst>
                                    <p:set>
                                      <p:cBhvr>
                                        <p:cTn id="101" dur="1" fill="hold">
                                          <p:stCondLst>
                                            <p:cond delay="0"/>
                                          </p:stCondLst>
                                        </p:cTn>
                                        <p:tgtEl>
                                          <p:spTgt spid="132">
                                            <p:txEl>
                                              <p:pRg st="0" end="0"/>
                                            </p:txEl>
                                          </p:spTgt>
                                        </p:tgtEl>
                                        <p:attrNameLst>
                                          <p:attrName>style.visibility</p:attrName>
                                        </p:attrNameLst>
                                      </p:cBhvr>
                                      <p:to>
                                        <p:strVal val="visible"/>
                                      </p:to>
                                    </p:set>
                                    <p:animEffect transition="in" filter="dissolve">
                                      <p:cBhvr>
                                        <p:cTn id="102" dur="500"/>
                                        <p:tgtEl>
                                          <p:spTgt spid="132">
                                            <p:txEl>
                                              <p:pRg st="0" end="0"/>
                                            </p:txEl>
                                          </p:spTgt>
                                        </p:tgtEl>
                                      </p:cBhvr>
                                    </p:animEffect>
                                  </p:childTnLst>
                                </p:cTn>
                              </p:par>
                            </p:childTnLst>
                          </p:cTn>
                        </p:par>
                        <p:par>
                          <p:cTn id="103" fill="hold">
                            <p:stCondLst>
                              <p:cond delay="12000"/>
                            </p:stCondLst>
                            <p:childTnLst>
                              <p:par>
                                <p:cTn id="104" presetID="22" presetClass="entr" presetSubtype="8" fill="hold" grpId="0" nodeType="afterEffect">
                                  <p:stCondLst>
                                    <p:cond delay="0"/>
                                  </p:stCondLst>
                                  <p:childTnLst>
                                    <p:set>
                                      <p:cBhvr>
                                        <p:cTn id="105" dur="1" fill="hold">
                                          <p:stCondLst>
                                            <p:cond delay="0"/>
                                          </p:stCondLst>
                                        </p:cTn>
                                        <p:tgtEl>
                                          <p:spTgt spid="99"/>
                                        </p:tgtEl>
                                        <p:attrNameLst>
                                          <p:attrName>style.visibility</p:attrName>
                                        </p:attrNameLst>
                                      </p:cBhvr>
                                      <p:to>
                                        <p:strVal val="visible"/>
                                      </p:to>
                                    </p:set>
                                    <p:animEffect transition="in" filter="wipe(left)">
                                      <p:cBhvr>
                                        <p:cTn id="106" dur="500"/>
                                        <p:tgtEl>
                                          <p:spTgt spid="99"/>
                                        </p:tgtEl>
                                      </p:cBhvr>
                                    </p:animEffect>
                                  </p:childTnLst>
                                </p:cTn>
                              </p:par>
                            </p:childTnLst>
                          </p:cTn>
                        </p:par>
                        <p:par>
                          <p:cTn id="107" fill="hold">
                            <p:stCondLst>
                              <p:cond delay="12500"/>
                            </p:stCondLst>
                            <p:childTnLst>
                              <p:par>
                                <p:cTn id="108" presetID="9" presetClass="entr" presetSubtype="0" fill="hold" grpId="0" nodeType="afterEffect">
                                  <p:stCondLst>
                                    <p:cond delay="0"/>
                                  </p:stCondLst>
                                  <p:childTnLst>
                                    <p:set>
                                      <p:cBhvr>
                                        <p:cTn id="109" dur="1" fill="hold">
                                          <p:stCondLst>
                                            <p:cond delay="0"/>
                                          </p:stCondLst>
                                        </p:cTn>
                                        <p:tgtEl>
                                          <p:spTgt spid="128">
                                            <p:txEl>
                                              <p:pRg st="0" end="0"/>
                                            </p:txEl>
                                          </p:spTgt>
                                        </p:tgtEl>
                                        <p:attrNameLst>
                                          <p:attrName>style.visibility</p:attrName>
                                        </p:attrNameLst>
                                      </p:cBhvr>
                                      <p:to>
                                        <p:strVal val="visible"/>
                                      </p:to>
                                    </p:set>
                                    <p:animEffect transition="in" filter="dissolve">
                                      <p:cBhvr>
                                        <p:cTn id="110" dur="500"/>
                                        <p:tgtEl>
                                          <p:spTgt spid="1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6" grpId="0"/>
      <p:bldP spid="23" grpId="0" build="p">
        <p:tmplLst>
          <p:tmpl lvl="1">
            <p:tnLst>
              <p:par>
                <p:cTn presetID="9"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dissolve">
                      <p:cBhvr>
                        <p:cTn dur="500"/>
                        <p:tgtEl>
                          <p:spTgt spid="23"/>
                        </p:tgtEl>
                      </p:cBhvr>
                    </p:animEffect>
                  </p:childTnLst>
                </p:cTn>
              </p:par>
            </p:tnLst>
          </p:tmpl>
        </p:tmplLst>
      </p:bldP>
      <p:bldP spid="57" grpId="0"/>
      <p:bldP spid="62" grpId="0" animBg="1"/>
      <p:bldP spid="64" grpId="0" animBg="1"/>
      <p:bldP spid="66" grpId="0" animBg="1"/>
      <p:bldP spid="69" grpId="0" animBg="1"/>
      <p:bldP spid="70" grpId="0" animBg="1"/>
      <p:bldP spid="73" grpId="0" animBg="1"/>
      <p:bldP spid="83" grpId="0" animBg="1"/>
      <p:bldP spid="93" grpId="0" animBg="1"/>
      <p:bldP spid="99" grpId="0" animBg="1"/>
      <p:bldP spid="120" grpId="0" build="p">
        <p:tmplLst>
          <p:tmpl lvl="1">
            <p:tnLst>
              <p:par>
                <p:cTn presetID="9" presetClass="entr" presetSubtype="0" fill="hold" nodeType="afterEffect">
                  <p:stCondLst>
                    <p:cond delay="0"/>
                  </p:stCondLst>
                  <p:childTnLst>
                    <p:set>
                      <p:cBhvr>
                        <p:cTn dur="1" fill="hold">
                          <p:stCondLst>
                            <p:cond delay="0"/>
                          </p:stCondLst>
                        </p:cTn>
                        <p:tgtEl>
                          <p:spTgt spid="120"/>
                        </p:tgtEl>
                        <p:attrNameLst>
                          <p:attrName>style.visibility</p:attrName>
                        </p:attrNameLst>
                      </p:cBhvr>
                      <p:to>
                        <p:strVal val="visible"/>
                      </p:to>
                    </p:set>
                    <p:animEffect transition="in" filter="dissolve">
                      <p:cBhvr>
                        <p:cTn dur="500"/>
                        <p:tgtEl>
                          <p:spTgt spid="120"/>
                        </p:tgtEl>
                      </p:cBhvr>
                    </p:animEffect>
                  </p:childTnLst>
                </p:cTn>
              </p:par>
            </p:tnLst>
          </p:tmpl>
        </p:tmplLst>
      </p:bldP>
      <p:bldP spid="121" grpId="0" build="p">
        <p:tmplLst>
          <p:tmpl lvl="1">
            <p:tnLst>
              <p:par>
                <p:cTn presetID="9" presetClass="entr" presetSubtype="0" fill="hold" nodeType="afterEffect">
                  <p:stCondLst>
                    <p:cond delay="0"/>
                  </p:stCondLst>
                  <p:childTnLst>
                    <p:set>
                      <p:cBhvr>
                        <p:cTn dur="1" fill="hold">
                          <p:stCondLst>
                            <p:cond delay="0"/>
                          </p:stCondLst>
                        </p:cTn>
                        <p:tgtEl>
                          <p:spTgt spid="121"/>
                        </p:tgtEl>
                        <p:attrNameLst>
                          <p:attrName>style.visibility</p:attrName>
                        </p:attrNameLst>
                      </p:cBhvr>
                      <p:to>
                        <p:strVal val="visible"/>
                      </p:to>
                    </p:set>
                    <p:animEffect transition="in" filter="dissolve">
                      <p:cBhvr>
                        <p:cTn dur="500"/>
                        <p:tgtEl>
                          <p:spTgt spid="121"/>
                        </p:tgtEl>
                      </p:cBhvr>
                    </p:animEffect>
                  </p:childTnLst>
                </p:cTn>
              </p:par>
            </p:tnLst>
          </p:tmpl>
        </p:tmplLst>
      </p:bldP>
      <p:bldP spid="122" grpId="0" build="p">
        <p:tmplLst>
          <p:tmpl lvl="1">
            <p:tnLst>
              <p:par>
                <p:cTn presetID="9" presetClass="entr" presetSubtype="0" fill="hold" nodeType="afterEffect">
                  <p:stCondLst>
                    <p:cond delay="0"/>
                  </p:stCondLst>
                  <p:childTnLst>
                    <p:set>
                      <p:cBhvr>
                        <p:cTn dur="1" fill="hold">
                          <p:stCondLst>
                            <p:cond delay="0"/>
                          </p:stCondLst>
                        </p:cTn>
                        <p:tgtEl>
                          <p:spTgt spid="122"/>
                        </p:tgtEl>
                        <p:attrNameLst>
                          <p:attrName>style.visibility</p:attrName>
                        </p:attrNameLst>
                      </p:cBhvr>
                      <p:to>
                        <p:strVal val="visible"/>
                      </p:to>
                    </p:set>
                    <p:animEffect transition="in" filter="dissolve">
                      <p:cBhvr>
                        <p:cTn dur="500"/>
                        <p:tgtEl>
                          <p:spTgt spid="122"/>
                        </p:tgtEl>
                      </p:cBhvr>
                    </p:animEffect>
                  </p:childTnLst>
                </p:cTn>
              </p:par>
            </p:tnLst>
          </p:tmpl>
        </p:tmplLst>
      </p:bldP>
      <p:bldP spid="123" grpId="0" build="p">
        <p:tmplLst>
          <p:tmpl lvl="1">
            <p:tnLst>
              <p:par>
                <p:cTn presetID="9" presetClass="entr" presetSubtype="0" fill="hold" nodeType="afterEffect">
                  <p:stCondLst>
                    <p:cond delay="0"/>
                  </p:stCondLst>
                  <p:childTnLst>
                    <p:set>
                      <p:cBhvr>
                        <p:cTn dur="1" fill="hold">
                          <p:stCondLst>
                            <p:cond delay="0"/>
                          </p:stCondLst>
                        </p:cTn>
                        <p:tgtEl>
                          <p:spTgt spid="123"/>
                        </p:tgtEl>
                        <p:attrNameLst>
                          <p:attrName>style.visibility</p:attrName>
                        </p:attrNameLst>
                      </p:cBhvr>
                      <p:to>
                        <p:strVal val="visible"/>
                      </p:to>
                    </p:set>
                    <p:animEffect transition="in" filter="dissolve">
                      <p:cBhvr>
                        <p:cTn dur="500"/>
                        <p:tgtEl>
                          <p:spTgt spid="123"/>
                        </p:tgtEl>
                      </p:cBhvr>
                    </p:animEffect>
                  </p:childTnLst>
                </p:cTn>
              </p:par>
            </p:tnLst>
          </p:tmpl>
        </p:tmplLst>
      </p:bldP>
      <p:bldP spid="125" grpId="0" build="p">
        <p:tmplLst>
          <p:tmpl lvl="1">
            <p:tnLst>
              <p:par>
                <p:cTn presetID="9" presetClass="entr" presetSubtype="0" fill="hold" nodeType="afterEffect">
                  <p:stCondLst>
                    <p:cond delay="0"/>
                  </p:stCondLst>
                  <p:childTnLst>
                    <p:set>
                      <p:cBhvr>
                        <p:cTn dur="1" fill="hold">
                          <p:stCondLst>
                            <p:cond delay="0"/>
                          </p:stCondLst>
                        </p:cTn>
                        <p:tgtEl>
                          <p:spTgt spid="125"/>
                        </p:tgtEl>
                        <p:attrNameLst>
                          <p:attrName>style.visibility</p:attrName>
                        </p:attrNameLst>
                      </p:cBhvr>
                      <p:to>
                        <p:strVal val="visible"/>
                      </p:to>
                    </p:set>
                    <p:animEffect transition="in" filter="dissolve">
                      <p:cBhvr>
                        <p:cTn dur="500"/>
                        <p:tgtEl>
                          <p:spTgt spid="125"/>
                        </p:tgtEl>
                      </p:cBhvr>
                    </p:animEffect>
                  </p:childTnLst>
                </p:cTn>
              </p:par>
            </p:tnLst>
          </p:tmpl>
        </p:tmplLst>
      </p:bldP>
      <p:bldP spid="126" grpId="0" build="p">
        <p:tmplLst>
          <p:tmpl lvl="1">
            <p:tnLst>
              <p:par>
                <p:cTn presetID="9" presetClass="entr" presetSubtype="0" fill="hold" nodeType="afterEffect">
                  <p:stCondLst>
                    <p:cond delay="0"/>
                  </p:stCondLst>
                  <p:childTnLst>
                    <p:set>
                      <p:cBhvr>
                        <p:cTn dur="1" fill="hold">
                          <p:stCondLst>
                            <p:cond delay="0"/>
                          </p:stCondLst>
                        </p:cTn>
                        <p:tgtEl>
                          <p:spTgt spid="126"/>
                        </p:tgtEl>
                        <p:attrNameLst>
                          <p:attrName>style.visibility</p:attrName>
                        </p:attrNameLst>
                      </p:cBhvr>
                      <p:to>
                        <p:strVal val="visible"/>
                      </p:to>
                    </p:set>
                    <p:animEffect transition="in" filter="dissolve">
                      <p:cBhvr>
                        <p:cTn dur="500"/>
                        <p:tgtEl>
                          <p:spTgt spid="126"/>
                        </p:tgtEl>
                      </p:cBhvr>
                    </p:animEffect>
                  </p:childTnLst>
                </p:cTn>
              </p:par>
            </p:tnLst>
          </p:tmpl>
        </p:tmplLst>
      </p:bldP>
      <p:bldP spid="127" grpId="0" build="p">
        <p:tmplLst>
          <p:tmpl lvl="1">
            <p:tnLst>
              <p:par>
                <p:cTn presetID="9" presetClass="entr" presetSubtype="0" fill="hold" nodeType="afterEffect">
                  <p:stCondLst>
                    <p:cond delay="0"/>
                  </p:stCondLst>
                  <p:childTnLst>
                    <p:set>
                      <p:cBhvr>
                        <p:cTn dur="1" fill="hold">
                          <p:stCondLst>
                            <p:cond delay="0"/>
                          </p:stCondLst>
                        </p:cTn>
                        <p:tgtEl>
                          <p:spTgt spid="127"/>
                        </p:tgtEl>
                        <p:attrNameLst>
                          <p:attrName>style.visibility</p:attrName>
                        </p:attrNameLst>
                      </p:cBhvr>
                      <p:to>
                        <p:strVal val="visible"/>
                      </p:to>
                    </p:set>
                    <p:animEffect transition="in" filter="dissolve">
                      <p:cBhvr>
                        <p:cTn dur="500"/>
                        <p:tgtEl>
                          <p:spTgt spid="127"/>
                        </p:tgtEl>
                      </p:cBhvr>
                    </p:animEffect>
                  </p:childTnLst>
                </p:cTn>
              </p:par>
            </p:tnLst>
          </p:tmpl>
        </p:tmplLst>
      </p:bldP>
      <p:bldP spid="128" grpId="0" build="p">
        <p:tmplLst>
          <p:tmpl lvl="1">
            <p:tnLst>
              <p:par>
                <p:cTn presetID="9" presetClass="entr" presetSubtype="0" fill="hold" nodeType="afterEffect">
                  <p:stCondLst>
                    <p:cond delay="0"/>
                  </p:stCondLst>
                  <p:childTnLst>
                    <p:set>
                      <p:cBhvr>
                        <p:cTn dur="1" fill="hold">
                          <p:stCondLst>
                            <p:cond delay="0"/>
                          </p:stCondLst>
                        </p:cTn>
                        <p:tgtEl>
                          <p:spTgt spid="128"/>
                        </p:tgtEl>
                        <p:attrNameLst>
                          <p:attrName>style.visibility</p:attrName>
                        </p:attrNameLst>
                      </p:cBhvr>
                      <p:to>
                        <p:strVal val="visible"/>
                      </p:to>
                    </p:set>
                    <p:animEffect transition="in" filter="dissolve">
                      <p:cBhvr>
                        <p:cTn dur="500"/>
                        <p:tgtEl>
                          <p:spTgt spid="128"/>
                        </p:tgtEl>
                      </p:cBhvr>
                    </p:animEffect>
                  </p:childTnLst>
                </p:cTn>
              </p:par>
            </p:tnLst>
          </p:tmpl>
        </p:tmplLst>
      </p:bldP>
      <p:bldP spid="129" grpId="0" build="p">
        <p:tmplLst>
          <p:tmpl lvl="1">
            <p:tnLst>
              <p:par>
                <p:cTn presetID="9" presetClass="entr" presetSubtype="0" fill="hold" nodeType="afterEffect">
                  <p:stCondLst>
                    <p:cond delay="0"/>
                  </p:stCondLst>
                  <p:childTnLst>
                    <p:set>
                      <p:cBhvr>
                        <p:cTn dur="1" fill="hold">
                          <p:stCondLst>
                            <p:cond delay="0"/>
                          </p:stCondLst>
                        </p:cTn>
                        <p:tgtEl>
                          <p:spTgt spid="129"/>
                        </p:tgtEl>
                        <p:attrNameLst>
                          <p:attrName>style.visibility</p:attrName>
                        </p:attrNameLst>
                      </p:cBhvr>
                      <p:to>
                        <p:strVal val="visible"/>
                      </p:to>
                    </p:set>
                    <p:animEffect transition="in" filter="dissolve">
                      <p:cBhvr>
                        <p:cTn dur="500"/>
                        <p:tgtEl>
                          <p:spTgt spid="129"/>
                        </p:tgtEl>
                      </p:cBhvr>
                    </p:animEffect>
                  </p:childTnLst>
                </p:cTn>
              </p:par>
            </p:tnLst>
          </p:tmpl>
        </p:tmplLst>
      </p:bldP>
      <p:bldP spid="130" grpId="0" build="p">
        <p:tmplLst>
          <p:tmpl lvl="1">
            <p:tnLst>
              <p:par>
                <p:cTn presetID="9" presetClass="entr" presetSubtype="0" fill="hold" nodeType="afterEffect">
                  <p:stCondLst>
                    <p:cond delay="0"/>
                  </p:stCondLst>
                  <p:childTnLst>
                    <p:set>
                      <p:cBhvr>
                        <p:cTn dur="1" fill="hold">
                          <p:stCondLst>
                            <p:cond delay="0"/>
                          </p:stCondLst>
                        </p:cTn>
                        <p:tgtEl>
                          <p:spTgt spid="130"/>
                        </p:tgtEl>
                        <p:attrNameLst>
                          <p:attrName>style.visibility</p:attrName>
                        </p:attrNameLst>
                      </p:cBhvr>
                      <p:to>
                        <p:strVal val="visible"/>
                      </p:to>
                    </p:set>
                    <p:animEffect transition="in" filter="dissolve">
                      <p:cBhvr>
                        <p:cTn dur="500"/>
                        <p:tgtEl>
                          <p:spTgt spid="130"/>
                        </p:tgtEl>
                      </p:cBhvr>
                    </p:animEffect>
                  </p:childTnLst>
                </p:cTn>
              </p:par>
            </p:tnLst>
          </p:tmpl>
        </p:tmplLst>
      </p:bldP>
      <p:bldP spid="131" grpId="0" build="p">
        <p:tmplLst>
          <p:tmpl lvl="1">
            <p:tnLst>
              <p:par>
                <p:cTn presetID="9" presetClass="entr" presetSubtype="0" fill="hold" nodeType="afterEffect">
                  <p:stCondLst>
                    <p:cond delay="0"/>
                  </p:stCondLst>
                  <p:childTnLst>
                    <p:set>
                      <p:cBhvr>
                        <p:cTn dur="1" fill="hold">
                          <p:stCondLst>
                            <p:cond delay="0"/>
                          </p:stCondLst>
                        </p:cTn>
                        <p:tgtEl>
                          <p:spTgt spid="131"/>
                        </p:tgtEl>
                        <p:attrNameLst>
                          <p:attrName>style.visibility</p:attrName>
                        </p:attrNameLst>
                      </p:cBhvr>
                      <p:to>
                        <p:strVal val="visible"/>
                      </p:to>
                    </p:set>
                    <p:animEffect transition="in" filter="dissolve">
                      <p:cBhvr>
                        <p:cTn dur="500"/>
                        <p:tgtEl>
                          <p:spTgt spid="131"/>
                        </p:tgtEl>
                      </p:cBhvr>
                    </p:animEffect>
                  </p:childTnLst>
                </p:cTn>
              </p:par>
            </p:tnLst>
          </p:tmpl>
        </p:tmplLst>
      </p:bldP>
      <p:bldP spid="132" grpId="0" build="p">
        <p:tmplLst>
          <p:tmpl lvl="1">
            <p:tnLst>
              <p:par>
                <p:cTn presetID="9" presetClass="entr" presetSubtype="0" fill="hold" nodeType="afterEffect">
                  <p:stCondLst>
                    <p:cond delay="0"/>
                  </p:stCondLst>
                  <p:childTnLst>
                    <p:set>
                      <p:cBhvr>
                        <p:cTn dur="1" fill="hold">
                          <p:stCondLst>
                            <p:cond delay="0"/>
                          </p:stCondLst>
                        </p:cTn>
                        <p:tgtEl>
                          <p:spTgt spid="132"/>
                        </p:tgtEl>
                        <p:attrNameLst>
                          <p:attrName>style.visibility</p:attrName>
                        </p:attrNameLst>
                      </p:cBhvr>
                      <p:to>
                        <p:strVal val="visible"/>
                      </p:to>
                    </p:set>
                    <p:animEffect transition="in" filter="dissolve">
                      <p:cBhvr>
                        <p:cTn dur="500"/>
                        <p:tgtEl>
                          <p:spTgt spid="132"/>
                        </p:tgtEl>
                      </p:cBhvr>
                    </p:animEffect>
                  </p:childTnLst>
                </p:cTn>
              </p:par>
            </p:tnLst>
          </p:tmpl>
        </p:tmplLst>
      </p:bldP>
      <p:bldP spid="133" grpId="0" build="p">
        <p:tmplLst>
          <p:tmpl lvl="1">
            <p:tnLst>
              <p:par>
                <p:cTn presetID="9" presetClass="entr" presetSubtype="0" fill="hold" nodeType="withEffect">
                  <p:stCondLst>
                    <p:cond delay="0"/>
                  </p:stCondLst>
                  <p:childTnLst>
                    <p:set>
                      <p:cBhvr>
                        <p:cTn dur="1" fill="hold">
                          <p:stCondLst>
                            <p:cond delay="0"/>
                          </p:stCondLst>
                        </p:cTn>
                        <p:tgtEl>
                          <p:spTgt spid="133"/>
                        </p:tgtEl>
                        <p:attrNameLst>
                          <p:attrName>style.visibility</p:attrName>
                        </p:attrNameLst>
                      </p:cBhvr>
                      <p:to>
                        <p:strVal val="visible"/>
                      </p:to>
                    </p:set>
                    <p:animEffect transition="in" filter="dissolve">
                      <p:cBhvr>
                        <p:cTn dur="500"/>
                        <p:tgtEl>
                          <p:spTgt spid="133"/>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67" name="Shape 106"/>
          <p:cNvSpPr/>
          <p:nvPr userDrawn="1"/>
        </p:nvSpPr>
        <p:spPr>
          <a:xfrm>
            <a:off x="1212821" y="2910539"/>
            <a:ext cx="4329165" cy="1437847"/>
          </a:xfrm>
          <a:prstGeom prst="rect">
            <a:avLst/>
          </a:prstGeom>
          <a:solidFill>
            <a:schemeClr val="accent5"/>
          </a:solidFill>
          <a:ln w="12700">
            <a:miter lim="400000"/>
          </a:ln>
        </p:spPr>
        <p:txBody>
          <a:bodyPr lIns="25395" tIns="25395" rIns="25395" bIns="25395" anchor="ct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p>
        </p:txBody>
      </p:sp>
      <p:sp>
        <p:nvSpPr>
          <p:cNvPr id="3" name="Picture Placeholder 2"/>
          <p:cNvSpPr>
            <a:spLocks noGrp="1"/>
          </p:cNvSpPr>
          <p:nvPr>
            <p:ph type="pic" sz="quarter" idx="22"/>
          </p:nvPr>
        </p:nvSpPr>
        <p:spPr>
          <a:xfrm>
            <a:off x="2574904" y="2734658"/>
            <a:ext cx="2787730" cy="1781093"/>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16" name="Title 15"/>
          <p:cNvSpPr>
            <a:spLocks noGrp="1"/>
          </p:cNvSpPr>
          <p:nvPr>
            <p:ph type="title"/>
          </p:nvPr>
        </p:nvSpPr>
        <p:spPr>
          <a:xfrm>
            <a:off x="1523603" y="381000"/>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23" name="Text Placeholder 17"/>
          <p:cNvSpPr>
            <a:spLocks noGrp="1"/>
          </p:cNvSpPr>
          <p:nvPr>
            <p:ph type="body" sz="quarter" idx="18" hasCustomPrompt="1"/>
          </p:nvPr>
        </p:nvSpPr>
        <p:spPr>
          <a:xfrm>
            <a:off x="1523603" y="996517"/>
            <a:ext cx="9141619" cy="248082"/>
          </a:xfrm>
        </p:spPr>
        <p:txBody>
          <a:bodyPr lIns="0" tIns="0" rIns="0" bIns="0">
            <a:normAutofit/>
          </a:bodyPr>
          <a:lstStyle>
            <a:lvl1pPr marL="0" indent="0" algn="ctr">
              <a:lnSpc>
                <a:spcPts val="1400"/>
              </a:lnSpc>
              <a:buNone/>
              <a:defRPr sz="1000">
                <a:solidFill>
                  <a:schemeClr val="bg1">
                    <a:lumMod val="50000"/>
                  </a:schemeClr>
                </a:solidFill>
                <a:latin typeface="Source Sans Pro Light"/>
              </a:defRPr>
            </a:lvl1pPr>
          </a:lstStyle>
          <a:p>
            <a:pPr lvl="0"/>
            <a:r>
              <a:rPr lang="en-GB" dirty="0" smtClean="0"/>
              <a:t>write your relevant text here</a:t>
            </a:r>
          </a:p>
        </p:txBody>
      </p:sp>
      <p:sp>
        <p:nvSpPr>
          <p:cNvPr id="9" name="Content Placeholder 20"/>
          <p:cNvSpPr>
            <a:spLocks noGrp="1"/>
          </p:cNvSpPr>
          <p:nvPr>
            <p:ph sz="quarter" idx="16"/>
          </p:nvPr>
        </p:nvSpPr>
        <p:spPr>
          <a:xfrm>
            <a:off x="6087634" y="2861878"/>
            <a:ext cx="2971800"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10" name="Text Placeholder 17"/>
          <p:cNvSpPr>
            <a:spLocks noGrp="1"/>
          </p:cNvSpPr>
          <p:nvPr>
            <p:ph type="body" sz="quarter" idx="21"/>
          </p:nvPr>
        </p:nvSpPr>
        <p:spPr>
          <a:xfrm>
            <a:off x="6087634" y="3292883"/>
            <a:ext cx="5188378" cy="1126717"/>
          </a:xfrm>
        </p:spPr>
        <p:txBody>
          <a:bodyPr lIns="0" tIns="0" rIns="0" bIns="0">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Tree>
    <p:extLst>
      <p:ext uri="{BB962C8B-B14F-4D97-AF65-F5344CB8AC3E}">
        <p14:creationId xmlns:p14="http://schemas.microsoft.com/office/powerpoint/2010/main" val="4164658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dissolve">
                                      <p:cBhvr>
                                        <p:cTn id="11" dur="500"/>
                                        <p:tgtEl>
                                          <p:spTgt spid="2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7"/>
                                        </p:tgtEl>
                                        <p:attrNameLst>
                                          <p:attrName>style.visibility</p:attrName>
                                        </p:attrNameLst>
                                      </p:cBhvr>
                                      <p:to>
                                        <p:strVal val="visible"/>
                                      </p:to>
                                    </p:set>
                                    <p:animEffect transition="in" filter="wipe(left)">
                                      <p:cBhvr>
                                        <p:cTn id="15" dur="500"/>
                                        <p:tgtEl>
                                          <p:spTgt spid="67"/>
                                        </p:tgtEl>
                                      </p:cBhvr>
                                    </p:animEffect>
                                  </p:childTnLst>
                                </p:cTn>
                              </p:par>
                            </p:childTnLst>
                          </p:cTn>
                        </p:par>
                        <p:par>
                          <p:cTn id="16" fill="hold">
                            <p:stCondLst>
                              <p:cond delay="1500"/>
                            </p:stCondLst>
                            <p:childTnLst>
                              <p:par>
                                <p:cTn id="17" presetID="22" presetClass="entr" presetSubtype="2" fill="hold" grpId="0" nodeType="afterEffect" nodePh="1">
                                  <p:stCondLst>
                                    <p:cond delay="0"/>
                                  </p:stCondLst>
                                  <p:endCondLst>
                                    <p:cond evt="begin" delay="0">
                                      <p:tn val="17"/>
                                    </p:cond>
                                  </p:end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2000"/>
                            </p:stCondLst>
                            <p:childTnLst>
                              <p:par>
                                <p:cTn id="21" presetID="9" presetClass="entr" presetSubtype="0" fill="hold" grpId="0" nodeType="afterEffect" nodePh="1">
                                  <p:stCondLst>
                                    <p:cond delay="0"/>
                                  </p:stCondLst>
                                  <p:endCondLst>
                                    <p:cond evt="begin" delay="0">
                                      <p:tn val="21"/>
                                    </p:cond>
                                  </p:end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dissolve">
                                      <p:cBhvr>
                                        <p:cTn id="23" dur="500"/>
                                        <p:tgtEl>
                                          <p:spTgt spid="9">
                                            <p:txEl>
                                              <p:pRg st="0" end="0"/>
                                            </p:txEl>
                                          </p:spTgt>
                                        </p:tgtEl>
                                      </p:cBhvr>
                                    </p:animEffect>
                                  </p:childTnLst>
                                </p:cTn>
                              </p:par>
                            </p:childTnLst>
                          </p:cTn>
                        </p:par>
                        <p:par>
                          <p:cTn id="24" fill="hold">
                            <p:stCondLst>
                              <p:cond delay="2500"/>
                            </p:stCondLst>
                            <p:childTnLst>
                              <p:par>
                                <p:cTn id="25" presetID="9" presetClass="entr" presetSubtype="0" fill="hold" grpId="0" nodeType="afterEffect" nodePh="1">
                                  <p:stCondLst>
                                    <p:cond delay="0"/>
                                  </p:stCondLst>
                                  <p:endCondLst>
                                    <p:cond evt="begin" delay="0">
                                      <p:tn val="25"/>
                                    </p:cond>
                                  </p:end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dissolve">
                                      <p:cBhvr>
                                        <p:cTn id="2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3" grpId="0"/>
      <p:bldP spid="16" grpId="0"/>
      <p:bldP spid="23" grpId="0" build="p">
        <p:tmplLst>
          <p:tmpl lvl="1">
            <p:tnLst>
              <p:par>
                <p:cTn presetID="9"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dissolve">
                      <p:cBhvr>
                        <p:cTn dur="500"/>
                        <p:tgtEl>
                          <p:spTgt spid="23"/>
                        </p:tgtEl>
                      </p:cBhvr>
                    </p:animEffect>
                  </p:childTnLst>
                </p:cTn>
              </p:par>
            </p:tnLst>
          </p:tmpl>
        </p:tmplLst>
      </p:bldP>
      <p:bldP spid="9"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9"/>
                        </p:tgtEl>
                        <p:attrNameLst>
                          <p:attrName>style.visibility</p:attrName>
                        </p:attrNameLst>
                      </p:cBhvr>
                      <p:to>
                        <p:strVal val="visible"/>
                      </p:to>
                    </p:set>
                    <p:animEffect transition="in" filter="dissolve">
                      <p:cBhvr>
                        <p:cTn dur="500"/>
                        <p:tgtEl>
                          <p:spTgt spid="9"/>
                        </p:tgtEl>
                      </p:cBhvr>
                    </p:animEffect>
                  </p:childTnLst>
                </p:cTn>
              </p:par>
            </p:tnLst>
          </p:tmpl>
        </p:tmplLst>
      </p:bldP>
      <p:bldP spid="1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dissolve">
                      <p:cBhvr>
                        <p:cTn dur="500"/>
                        <p:tgtEl>
                          <p:spTgt spid="10"/>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pic>
        <p:nvPicPr>
          <p:cNvPr id="15" name="macbook-pro.png"/>
          <p:cNvPicPr/>
          <p:nvPr userDrawn="1"/>
        </p:nvPicPr>
        <p:blipFill>
          <a:blip r:embed="rId2" cstate="print">
            <a:extLst/>
          </a:blip>
          <a:stretch>
            <a:fillRect/>
          </a:stretch>
        </p:blipFill>
        <p:spPr>
          <a:xfrm>
            <a:off x="6170612" y="2183215"/>
            <a:ext cx="4876050" cy="2780420"/>
          </a:xfrm>
          <a:prstGeom prst="rect">
            <a:avLst/>
          </a:prstGeom>
          <a:ln w="12700">
            <a:miter lim="400000"/>
          </a:ln>
        </p:spPr>
      </p:pic>
      <p:sp>
        <p:nvSpPr>
          <p:cNvPr id="16" name="Title 15"/>
          <p:cNvSpPr>
            <a:spLocks noGrp="1"/>
          </p:cNvSpPr>
          <p:nvPr>
            <p:ph type="title"/>
          </p:nvPr>
        </p:nvSpPr>
        <p:spPr>
          <a:xfrm>
            <a:off x="1523603" y="381000"/>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23" name="Text Placeholder 17"/>
          <p:cNvSpPr>
            <a:spLocks noGrp="1"/>
          </p:cNvSpPr>
          <p:nvPr>
            <p:ph type="body" sz="quarter" idx="18" hasCustomPrompt="1"/>
          </p:nvPr>
        </p:nvSpPr>
        <p:spPr>
          <a:xfrm>
            <a:off x="1523603" y="996517"/>
            <a:ext cx="9141619" cy="248082"/>
          </a:xfrm>
        </p:spPr>
        <p:txBody>
          <a:bodyPr lIns="0" tIns="0" rIns="0" bIns="0">
            <a:normAutofit/>
          </a:bodyPr>
          <a:lstStyle>
            <a:lvl1pPr marL="0" indent="0" algn="ctr">
              <a:lnSpc>
                <a:spcPts val="1400"/>
              </a:lnSpc>
              <a:buNone/>
              <a:defRPr sz="1000">
                <a:solidFill>
                  <a:schemeClr val="bg1">
                    <a:lumMod val="50000"/>
                  </a:schemeClr>
                </a:solidFill>
                <a:latin typeface="Source Sans Pro Light"/>
              </a:defRPr>
            </a:lvl1pPr>
          </a:lstStyle>
          <a:p>
            <a:pPr lvl="0"/>
            <a:r>
              <a:rPr lang="en-GB" dirty="0" smtClean="0"/>
              <a:t>write your relevant text here</a:t>
            </a:r>
          </a:p>
        </p:txBody>
      </p:sp>
      <p:sp>
        <p:nvSpPr>
          <p:cNvPr id="9" name="Content Placeholder 20"/>
          <p:cNvSpPr>
            <a:spLocks noGrp="1"/>
          </p:cNvSpPr>
          <p:nvPr>
            <p:ph sz="quarter" idx="16"/>
          </p:nvPr>
        </p:nvSpPr>
        <p:spPr>
          <a:xfrm>
            <a:off x="1217612" y="2644287"/>
            <a:ext cx="2971800"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endParaRPr lang="en-GB" dirty="0" smtClean="0"/>
          </a:p>
        </p:txBody>
      </p:sp>
      <p:sp>
        <p:nvSpPr>
          <p:cNvPr id="10" name="Text Placeholder 17"/>
          <p:cNvSpPr>
            <a:spLocks noGrp="1"/>
          </p:cNvSpPr>
          <p:nvPr>
            <p:ph type="body" sz="quarter" idx="21"/>
          </p:nvPr>
        </p:nvSpPr>
        <p:spPr>
          <a:xfrm>
            <a:off x="1217612" y="2988083"/>
            <a:ext cx="4661641" cy="2035649"/>
          </a:xfrm>
        </p:spPr>
        <p:txBody>
          <a:bodyPr lIns="0" tIns="0" rIns="0" bIns="0">
            <a:normAutofit/>
          </a:bodyPr>
          <a:lstStyle>
            <a:lvl1pPr marL="0" indent="0" algn="l">
              <a:lnSpc>
                <a:spcPts val="1600"/>
              </a:lnSpc>
              <a:spcBef>
                <a:spcPts val="1500"/>
              </a:spcBef>
              <a:buNone/>
              <a:defRPr sz="1000">
                <a:solidFill>
                  <a:schemeClr val="tx1">
                    <a:lumMod val="65000"/>
                    <a:lumOff val="35000"/>
                  </a:schemeClr>
                </a:solidFill>
                <a:latin typeface="Source Sans Pro Light"/>
              </a:defRPr>
            </a:lvl1pPr>
          </a:lstStyle>
          <a:p>
            <a:pPr lvl="0"/>
            <a:endParaRPr lang="en-US" dirty="0" smtClean="0"/>
          </a:p>
        </p:txBody>
      </p:sp>
      <p:sp>
        <p:nvSpPr>
          <p:cNvPr id="57" name="Picture Placeholder 2"/>
          <p:cNvSpPr>
            <a:spLocks noGrp="1"/>
          </p:cNvSpPr>
          <p:nvPr>
            <p:ph type="pic" sz="quarter" idx="23"/>
          </p:nvPr>
        </p:nvSpPr>
        <p:spPr>
          <a:xfrm>
            <a:off x="6932237" y="2362200"/>
            <a:ext cx="3352800" cy="2150559"/>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Tree>
    <p:extLst>
      <p:ext uri="{BB962C8B-B14F-4D97-AF65-F5344CB8AC3E}">
        <p14:creationId xmlns:p14="http://schemas.microsoft.com/office/powerpoint/2010/main" val="214058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dissolve">
                                      <p:cBhvr>
                                        <p:cTn id="11" dur="500"/>
                                        <p:tgtEl>
                                          <p:spTgt spid="23">
                                            <p:txEl>
                                              <p:pRg st="0" end="0"/>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par>
                          <p:cTn id="20" fill="hold">
                            <p:stCondLst>
                              <p:cond delay="2000"/>
                            </p:stCondLst>
                            <p:childTnLst>
                              <p:par>
                                <p:cTn id="21" presetID="9" presetClass="entr" presetSubtype="0" fill="hold" grpId="0" nodeType="afterEffect" nodePh="1">
                                  <p:stCondLst>
                                    <p:cond delay="0"/>
                                  </p:stCondLst>
                                  <p:endCondLst>
                                    <p:cond evt="begin" delay="0">
                                      <p:tn val="21"/>
                                    </p:cond>
                                  </p:end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dissolve">
                                      <p:cBhvr>
                                        <p:cTn id="23" dur="500"/>
                                        <p:tgtEl>
                                          <p:spTgt spid="9">
                                            <p:txEl>
                                              <p:pRg st="0" end="0"/>
                                            </p:txEl>
                                          </p:spTgt>
                                        </p:tgtEl>
                                      </p:cBhvr>
                                    </p:animEffect>
                                  </p:childTnLst>
                                </p:cTn>
                              </p:par>
                            </p:childTnLst>
                          </p:cTn>
                        </p:par>
                        <p:par>
                          <p:cTn id="24" fill="hold">
                            <p:stCondLst>
                              <p:cond delay="2500"/>
                            </p:stCondLst>
                            <p:childTnLst>
                              <p:par>
                                <p:cTn id="25" presetID="9" presetClass="entr" presetSubtype="0" fill="hold" grpId="0" nodeType="afterEffect" nodePh="1">
                                  <p:stCondLst>
                                    <p:cond delay="0"/>
                                  </p:stCondLst>
                                  <p:endCondLst>
                                    <p:cond evt="begin" delay="0">
                                      <p:tn val="25"/>
                                    </p:cond>
                                  </p:end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dissolve">
                                      <p:cBhvr>
                                        <p:cTn id="2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build="p">
        <p:tmplLst>
          <p:tmpl lvl="1">
            <p:tnLst>
              <p:par>
                <p:cTn presetID="9"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dissolve">
                      <p:cBhvr>
                        <p:cTn dur="500"/>
                        <p:tgtEl>
                          <p:spTgt spid="23"/>
                        </p:tgtEl>
                      </p:cBhvr>
                    </p:animEffect>
                  </p:childTnLst>
                </p:cTn>
              </p:par>
            </p:tnLst>
          </p:tmpl>
        </p:tmplLst>
      </p:bldP>
      <p:bldP spid="9"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9"/>
                        </p:tgtEl>
                        <p:attrNameLst>
                          <p:attrName>style.visibility</p:attrName>
                        </p:attrNameLst>
                      </p:cBhvr>
                      <p:to>
                        <p:strVal val="visible"/>
                      </p:to>
                    </p:set>
                    <p:animEffect transition="in" filter="dissolve">
                      <p:cBhvr>
                        <p:cTn dur="500"/>
                        <p:tgtEl>
                          <p:spTgt spid="9"/>
                        </p:tgtEl>
                      </p:cBhvr>
                    </p:animEffect>
                  </p:childTnLst>
                </p:cTn>
              </p:par>
            </p:tnLst>
          </p:tmpl>
        </p:tmplLst>
      </p:bldP>
      <p:bldP spid="1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dissolve">
                      <p:cBhvr>
                        <p:cTn dur="500"/>
                        <p:tgtEl>
                          <p:spTgt spid="10"/>
                        </p:tgtEl>
                      </p:cBhvr>
                    </p:animEffect>
                  </p:childTnLst>
                </p:cTn>
              </p:par>
            </p:tnLst>
          </p:tmpl>
        </p:tmplLst>
      </p:bldP>
      <p:bldP spid="57"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pic>
        <p:nvPicPr>
          <p:cNvPr id="8" name="macbook-pro.png"/>
          <p:cNvPicPr/>
          <p:nvPr userDrawn="1"/>
        </p:nvPicPr>
        <p:blipFill>
          <a:blip r:embed="rId2" cstate="print">
            <a:extLst/>
          </a:blip>
          <a:stretch>
            <a:fillRect/>
          </a:stretch>
        </p:blipFill>
        <p:spPr>
          <a:xfrm>
            <a:off x="8151812" y="3595799"/>
            <a:ext cx="2801325" cy="1597372"/>
          </a:xfrm>
          <a:prstGeom prst="rect">
            <a:avLst/>
          </a:prstGeom>
          <a:ln w="12700">
            <a:miter lim="400000"/>
          </a:ln>
        </p:spPr>
      </p:pic>
      <p:pic>
        <p:nvPicPr>
          <p:cNvPr id="12" name="imac.png"/>
          <p:cNvPicPr/>
          <p:nvPr userDrawn="1"/>
        </p:nvPicPr>
        <p:blipFill>
          <a:blip r:embed="rId3" cstate="print">
            <a:extLst/>
          </a:blip>
          <a:stretch>
            <a:fillRect/>
          </a:stretch>
        </p:blipFill>
        <p:spPr>
          <a:xfrm>
            <a:off x="3934298" y="1870157"/>
            <a:ext cx="4320230" cy="3451284"/>
          </a:xfrm>
          <a:prstGeom prst="rect">
            <a:avLst/>
          </a:prstGeom>
          <a:ln w="12700">
            <a:miter lim="400000"/>
          </a:ln>
        </p:spPr>
      </p:pic>
      <p:pic>
        <p:nvPicPr>
          <p:cNvPr id="14" name="tablet-black.png"/>
          <p:cNvPicPr/>
          <p:nvPr userDrawn="1"/>
        </p:nvPicPr>
        <p:blipFill>
          <a:blip r:embed="rId4" cstate="print">
            <a:extLst/>
          </a:blip>
          <a:stretch>
            <a:fillRect/>
          </a:stretch>
        </p:blipFill>
        <p:spPr>
          <a:xfrm rot="5400000">
            <a:off x="1695779" y="3806509"/>
            <a:ext cx="1039680" cy="1467263"/>
          </a:xfrm>
          <a:prstGeom prst="rect">
            <a:avLst/>
          </a:prstGeom>
          <a:ln w="12700">
            <a:miter lim="400000"/>
          </a:ln>
        </p:spPr>
      </p:pic>
      <p:pic>
        <p:nvPicPr>
          <p:cNvPr id="18" name="tablet-white.png"/>
          <p:cNvPicPr/>
          <p:nvPr userDrawn="1"/>
        </p:nvPicPr>
        <p:blipFill>
          <a:blip r:embed="rId5" cstate="print">
            <a:extLst/>
          </a:blip>
          <a:stretch>
            <a:fillRect/>
          </a:stretch>
        </p:blipFill>
        <p:spPr>
          <a:xfrm>
            <a:off x="1480447" y="2505431"/>
            <a:ext cx="1040076" cy="1468587"/>
          </a:xfrm>
          <a:prstGeom prst="rect">
            <a:avLst/>
          </a:prstGeom>
          <a:ln w="12700">
            <a:miter lim="400000"/>
          </a:ln>
        </p:spPr>
      </p:pic>
      <p:pic>
        <p:nvPicPr>
          <p:cNvPr id="20" name="phone-black.png"/>
          <p:cNvPicPr/>
          <p:nvPr userDrawn="1"/>
        </p:nvPicPr>
        <p:blipFill>
          <a:blip r:embed="rId6" cstate="print">
            <a:extLst/>
          </a:blip>
          <a:srcRect/>
          <a:stretch>
            <a:fillRect/>
          </a:stretch>
        </p:blipFill>
        <p:spPr>
          <a:xfrm rot="16200000">
            <a:off x="2881949" y="3036823"/>
            <a:ext cx="622287" cy="1230639"/>
          </a:xfrm>
          <a:prstGeom prst="rect">
            <a:avLst/>
          </a:prstGeom>
          <a:ln w="12700">
            <a:miter lim="400000"/>
          </a:ln>
        </p:spPr>
      </p:pic>
      <p:pic>
        <p:nvPicPr>
          <p:cNvPr id="22" name="phone-white.png"/>
          <p:cNvPicPr/>
          <p:nvPr userDrawn="1"/>
        </p:nvPicPr>
        <p:blipFill>
          <a:blip r:embed="rId7" cstate="print">
            <a:extLst/>
          </a:blip>
          <a:stretch>
            <a:fillRect/>
          </a:stretch>
        </p:blipFill>
        <p:spPr>
          <a:xfrm>
            <a:off x="3032285" y="4026840"/>
            <a:ext cx="622124" cy="1230960"/>
          </a:xfrm>
          <a:prstGeom prst="rect">
            <a:avLst/>
          </a:prstGeom>
          <a:ln w="12700">
            <a:miter lim="400000"/>
          </a:ln>
        </p:spPr>
      </p:pic>
      <p:sp>
        <p:nvSpPr>
          <p:cNvPr id="16" name="Title 15"/>
          <p:cNvSpPr>
            <a:spLocks noGrp="1"/>
          </p:cNvSpPr>
          <p:nvPr>
            <p:ph type="title"/>
          </p:nvPr>
        </p:nvSpPr>
        <p:spPr>
          <a:xfrm>
            <a:off x="1523603" y="381000"/>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23" name="Text Placeholder 17"/>
          <p:cNvSpPr>
            <a:spLocks noGrp="1"/>
          </p:cNvSpPr>
          <p:nvPr>
            <p:ph type="body" sz="quarter" idx="18" hasCustomPrompt="1"/>
          </p:nvPr>
        </p:nvSpPr>
        <p:spPr>
          <a:xfrm>
            <a:off x="1523603" y="996517"/>
            <a:ext cx="9141619" cy="248082"/>
          </a:xfrm>
        </p:spPr>
        <p:txBody>
          <a:bodyPr lIns="0" tIns="0" rIns="0" bIns="0">
            <a:normAutofit/>
          </a:bodyPr>
          <a:lstStyle>
            <a:lvl1pPr marL="0" indent="0" algn="ctr">
              <a:lnSpc>
                <a:spcPts val="1400"/>
              </a:lnSpc>
              <a:buNone/>
              <a:defRPr sz="1000">
                <a:solidFill>
                  <a:schemeClr val="bg1">
                    <a:lumMod val="50000"/>
                  </a:schemeClr>
                </a:solidFill>
                <a:latin typeface="Source Sans Pro Light"/>
              </a:defRPr>
            </a:lvl1pPr>
          </a:lstStyle>
          <a:p>
            <a:pPr lvl="0"/>
            <a:r>
              <a:rPr lang="en-GB" dirty="0" smtClean="0"/>
              <a:t>write your relevant text here</a:t>
            </a:r>
          </a:p>
        </p:txBody>
      </p:sp>
      <p:sp>
        <p:nvSpPr>
          <p:cNvPr id="57" name="Picture Placeholder 2"/>
          <p:cNvSpPr>
            <a:spLocks noGrp="1"/>
          </p:cNvSpPr>
          <p:nvPr>
            <p:ph type="pic" sz="quarter" idx="23"/>
          </p:nvPr>
        </p:nvSpPr>
        <p:spPr>
          <a:xfrm>
            <a:off x="4127004" y="2048131"/>
            <a:ext cx="3934818" cy="2244174"/>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25" name="Picture Placeholder 2"/>
          <p:cNvSpPr>
            <a:spLocks noGrp="1"/>
          </p:cNvSpPr>
          <p:nvPr>
            <p:ph type="pic" sz="quarter" idx="24"/>
          </p:nvPr>
        </p:nvSpPr>
        <p:spPr>
          <a:xfrm>
            <a:off x="8599974" y="3715450"/>
            <a:ext cx="1905000" cy="1237549"/>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26" name="Picture Placeholder 2"/>
          <p:cNvSpPr>
            <a:spLocks noGrp="1"/>
          </p:cNvSpPr>
          <p:nvPr>
            <p:ph type="pic" sz="quarter" idx="25"/>
          </p:nvPr>
        </p:nvSpPr>
        <p:spPr>
          <a:xfrm>
            <a:off x="1571391" y="2659219"/>
            <a:ext cx="858188" cy="1161011"/>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27" name="Picture Placeholder 2"/>
          <p:cNvSpPr>
            <a:spLocks noGrp="1"/>
          </p:cNvSpPr>
          <p:nvPr>
            <p:ph type="pic" sz="quarter" idx="26"/>
          </p:nvPr>
        </p:nvSpPr>
        <p:spPr>
          <a:xfrm>
            <a:off x="1628707" y="4102417"/>
            <a:ext cx="1173825" cy="875446"/>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28" name="Picture Placeholder 2"/>
          <p:cNvSpPr>
            <a:spLocks noGrp="1"/>
          </p:cNvSpPr>
          <p:nvPr>
            <p:ph type="pic" sz="quarter" idx="27"/>
          </p:nvPr>
        </p:nvSpPr>
        <p:spPr>
          <a:xfrm>
            <a:off x="2767387" y="3411196"/>
            <a:ext cx="851410" cy="481893"/>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29" name="Picture Placeholder 2"/>
          <p:cNvSpPr>
            <a:spLocks noGrp="1"/>
          </p:cNvSpPr>
          <p:nvPr>
            <p:ph type="pic" sz="quarter" idx="28"/>
          </p:nvPr>
        </p:nvSpPr>
        <p:spPr>
          <a:xfrm>
            <a:off x="3105997" y="4217447"/>
            <a:ext cx="474700" cy="849746"/>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Tree>
    <p:extLst>
      <p:ext uri="{BB962C8B-B14F-4D97-AF65-F5344CB8AC3E}">
        <p14:creationId xmlns:p14="http://schemas.microsoft.com/office/powerpoint/2010/main" val="2906736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fade">
                                      <p:cBhvr>
                                        <p:cTn id="11" dur="500"/>
                                        <p:tgtEl>
                                          <p:spTgt spid="23">
                                            <p:txEl>
                                              <p:pRg st="0" end="0"/>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down)">
                                      <p:cBhvr>
                                        <p:cTn id="23" dur="500"/>
                                        <p:tgtEl>
                                          <p:spTgt spid="8"/>
                                        </p:tgtEl>
                                      </p:cBhvr>
                                    </p:animEffect>
                                  </p:childTnLst>
                                </p:cTn>
                              </p:par>
                            </p:childTnLst>
                          </p:cTn>
                        </p:par>
                        <p:par>
                          <p:cTn id="24" fill="hold">
                            <p:stCondLst>
                              <p:cond delay="2500"/>
                            </p:stCondLst>
                            <p:childTnLst>
                              <p:par>
                                <p:cTn id="25" presetID="10" presetClass="entr" presetSubtype="0" fill="hold" grpId="0" nodeType="afterEffect" nodePh="1">
                                  <p:stCondLst>
                                    <p:cond delay="0"/>
                                  </p:stCondLst>
                                  <p:endCondLst>
                                    <p:cond evt="begin" delay="0">
                                      <p:tn val="25"/>
                                    </p:cond>
                                  </p:end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par>
                          <p:cTn id="28" fill="hold">
                            <p:stCondLst>
                              <p:cond delay="3000"/>
                            </p:stCondLst>
                            <p:childTnLst>
                              <p:par>
                                <p:cTn id="29" presetID="22" presetClass="entr" presetSubtype="4" fill="hold"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down)">
                                      <p:cBhvr>
                                        <p:cTn id="31" dur="500"/>
                                        <p:tgtEl>
                                          <p:spTgt spid="18"/>
                                        </p:tgtEl>
                                      </p:cBhvr>
                                    </p:animEffect>
                                  </p:childTnLst>
                                </p:cTn>
                              </p:par>
                            </p:childTnLst>
                          </p:cTn>
                        </p:par>
                        <p:par>
                          <p:cTn id="32" fill="hold">
                            <p:stCondLst>
                              <p:cond delay="3500"/>
                            </p:stCondLst>
                            <p:childTnLst>
                              <p:par>
                                <p:cTn id="33" presetID="10" presetClass="entr" presetSubtype="0" fill="hold" grpId="0" nodeType="afterEffect" nodePh="1">
                                  <p:stCondLst>
                                    <p:cond delay="0"/>
                                  </p:stCondLst>
                                  <p:endCondLst>
                                    <p:cond evt="begin" delay="0">
                                      <p:tn val="33"/>
                                    </p:cond>
                                  </p:end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par>
                          <p:cTn id="36" fill="hold">
                            <p:stCondLst>
                              <p:cond delay="4000"/>
                            </p:stCondLst>
                            <p:childTnLst>
                              <p:par>
                                <p:cTn id="37" presetID="22" presetClass="entr" presetSubtype="4"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down)">
                                      <p:cBhvr>
                                        <p:cTn id="39" dur="500"/>
                                        <p:tgtEl>
                                          <p:spTgt spid="14"/>
                                        </p:tgtEl>
                                      </p:cBhvr>
                                    </p:animEffect>
                                  </p:childTnLst>
                                </p:cTn>
                              </p:par>
                            </p:childTnLst>
                          </p:cTn>
                        </p:par>
                        <p:par>
                          <p:cTn id="40" fill="hold">
                            <p:stCondLst>
                              <p:cond delay="4500"/>
                            </p:stCondLst>
                            <p:childTnLst>
                              <p:par>
                                <p:cTn id="41" presetID="10" presetClass="entr" presetSubtype="0" fill="hold" grpId="0" nodeType="afterEffect" nodePh="1">
                                  <p:stCondLst>
                                    <p:cond delay="0"/>
                                  </p:stCondLst>
                                  <p:endCondLst>
                                    <p:cond evt="begin" delay="0">
                                      <p:tn val="41"/>
                                    </p:cond>
                                  </p:end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par>
                          <p:cTn id="44" fill="hold">
                            <p:stCondLst>
                              <p:cond delay="5000"/>
                            </p:stCondLst>
                            <p:childTnLst>
                              <p:par>
                                <p:cTn id="45" presetID="22" presetClass="entr" presetSubtype="4" fill="hold"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down)">
                                      <p:cBhvr>
                                        <p:cTn id="47" dur="500"/>
                                        <p:tgtEl>
                                          <p:spTgt spid="22"/>
                                        </p:tgtEl>
                                      </p:cBhvr>
                                    </p:animEffect>
                                  </p:childTnLst>
                                </p:cTn>
                              </p:par>
                            </p:childTnLst>
                          </p:cTn>
                        </p:par>
                        <p:par>
                          <p:cTn id="48" fill="hold">
                            <p:stCondLst>
                              <p:cond delay="5500"/>
                            </p:stCondLst>
                            <p:childTnLst>
                              <p:par>
                                <p:cTn id="49" presetID="10" presetClass="entr" presetSubtype="0" fill="hold" grpId="0" nodeType="afterEffect" nodePh="1">
                                  <p:stCondLst>
                                    <p:cond delay="0"/>
                                  </p:stCondLst>
                                  <p:endCondLst>
                                    <p:cond evt="begin" delay="0">
                                      <p:tn val="49"/>
                                    </p:cond>
                                  </p:endCondLst>
                                  <p:childTnLst>
                                    <p:set>
                                      <p:cBhvr>
                                        <p:cTn id="50" dur="1" fill="hold">
                                          <p:stCondLst>
                                            <p:cond delay="0"/>
                                          </p:stCondLst>
                                        </p:cTn>
                                        <p:tgtEl>
                                          <p:spTgt spid="29"/>
                                        </p:tgtEl>
                                        <p:attrNameLst>
                                          <p:attrName>style.visibility</p:attrName>
                                        </p:attrNameLst>
                                      </p:cBhvr>
                                      <p:to>
                                        <p:strVal val="visible"/>
                                      </p:to>
                                    </p:set>
                                    <p:animEffect transition="in" filter="fade">
                                      <p:cBhvr>
                                        <p:cTn id="51" dur="500"/>
                                        <p:tgtEl>
                                          <p:spTgt spid="29"/>
                                        </p:tgtEl>
                                      </p:cBhvr>
                                    </p:animEffect>
                                  </p:childTnLst>
                                </p:cTn>
                              </p:par>
                            </p:childTnLst>
                          </p:cTn>
                        </p:par>
                        <p:par>
                          <p:cTn id="52" fill="hold">
                            <p:stCondLst>
                              <p:cond delay="6000"/>
                            </p:stCondLst>
                            <p:childTnLst>
                              <p:par>
                                <p:cTn id="53" presetID="22" presetClass="entr" presetSubtype="4"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wipe(down)">
                                      <p:cBhvr>
                                        <p:cTn id="55" dur="500"/>
                                        <p:tgtEl>
                                          <p:spTgt spid="20"/>
                                        </p:tgtEl>
                                      </p:cBhvr>
                                    </p:animEffect>
                                  </p:childTnLst>
                                </p:cTn>
                              </p:par>
                            </p:childTnLst>
                          </p:cTn>
                        </p:par>
                        <p:par>
                          <p:cTn id="56" fill="hold">
                            <p:stCondLst>
                              <p:cond delay="6500"/>
                            </p:stCondLst>
                            <p:childTnLst>
                              <p:par>
                                <p:cTn id="57" presetID="10" presetClass="entr" presetSubtype="0" fill="hold" grpId="0" nodeType="afterEffect" nodePh="1">
                                  <p:stCondLst>
                                    <p:cond delay="0"/>
                                  </p:stCondLst>
                                  <p:endCondLst>
                                    <p:cond evt="begin" delay="0">
                                      <p:tn val="57"/>
                                    </p:cond>
                                  </p:end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build="p">
        <p:tmplLst>
          <p:tmpl lvl="1">
            <p:tnLst>
              <p:par>
                <p:cTn presetID="10"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57" grpId="0"/>
      <p:bldP spid="25" grpId="0"/>
      <p:bldP spid="26" grpId="0"/>
      <p:bldP spid="27" grpId="0"/>
      <p:bldP spid="28" grpId="0"/>
      <p:bldP spid="29"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sp>
        <p:nvSpPr>
          <p:cNvPr id="42" name="Text Placeholder 17"/>
          <p:cNvSpPr>
            <a:spLocks noGrp="1"/>
          </p:cNvSpPr>
          <p:nvPr>
            <p:ph type="body" sz="quarter" idx="27"/>
          </p:nvPr>
        </p:nvSpPr>
        <p:spPr>
          <a:xfrm>
            <a:off x="1238782" y="4981299"/>
            <a:ext cx="1263639" cy="228600"/>
          </a:xfrm>
        </p:spPr>
        <p:txBody>
          <a:bodyPr lIns="0" tIns="0" rIns="0" bIns="0">
            <a:normAutofit/>
          </a:bodyPr>
          <a:lstStyle>
            <a:lvl1pPr marL="0" indent="0" algn="l">
              <a:lnSpc>
                <a:spcPts val="1600"/>
              </a:lnSpc>
              <a:buNone/>
              <a:defRPr sz="1000">
                <a:solidFill>
                  <a:schemeClr val="tx1">
                    <a:lumMod val="65000"/>
                    <a:lumOff val="35000"/>
                  </a:schemeClr>
                </a:solidFill>
                <a:latin typeface="Open Sans Light" pitchFamily="34" charset="0"/>
                <a:ea typeface="Open Sans Light" pitchFamily="34" charset="0"/>
                <a:cs typeface="Open Sans Light" pitchFamily="34" charset="0"/>
              </a:defRPr>
            </a:lvl1pPr>
          </a:lstStyle>
          <a:p>
            <a:pPr lvl="0"/>
            <a:endParaRPr lang="en-US" dirty="0" smtClean="0"/>
          </a:p>
        </p:txBody>
      </p:sp>
      <p:sp>
        <p:nvSpPr>
          <p:cNvPr id="43" name="Text Placeholder 17"/>
          <p:cNvSpPr>
            <a:spLocks noGrp="1"/>
          </p:cNvSpPr>
          <p:nvPr>
            <p:ph type="body" sz="quarter" idx="28"/>
          </p:nvPr>
        </p:nvSpPr>
        <p:spPr>
          <a:xfrm>
            <a:off x="1238782" y="5310884"/>
            <a:ext cx="1263639" cy="228600"/>
          </a:xfrm>
        </p:spPr>
        <p:txBody>
          <a:bodyPr lIns="0" tIns="0" rIns="0" bIns="0">
            <a:normAutofit/>
          </a:bodyPr>
          <a:lstStyle>
            <a:lvl1pPr marL="0" indent="0" algn="l">
              <a:lnSpc>
                <a:spcPts val="1600"/>
              </a:lnSpc>
              <a:buNone/>
              <a:defRPr sz="1000">
                <a:solidFill>
                  <a:schemeClr val="tx1">
                    <a:lumMod val="65000"/>
                    <a:lumOff val="35000"/>
                  </a:schemeClr>
                </a:solidFill>
                <a:latin typeface="Open Sans Light" pitchFamily="34" charset="0"/>
                <a:ea typeface="Open Sans Light" pitchFamily="34" charset="0"/>
                <a:cs typeface="Open Sans Light" pitchFamily="34" charset="0"/>
              </a:defRPr>
            </a:lvl1pPr>
          </a:lstStyle>
          <a:p>
            <a:pPr lvl="0"/>
            <a:endParaRPr lang="en-US" dirty="0" smtClean="0"/>
          </a:p>
        </p:txBody>
      </p:sp>
      <p:sp>
        <p:nvSpPr>
          <p:cNvPr id="40" name="Text Placeholder 17"/>
          <p:cNvSpPr>
            <a:spLocks noGrp="1"/>
          </p:cNvSpPr>
          <p:nvPr>
            <p:ph type="body" sz="quarter" idx="25"/>
          </p:nvPr>
        </p:nvSpPr>
        <p:spPr>
          <a:xfrm>
            <a:off x="1249373" y="4291605"/>
            <a:ext cx="1263639" cy="228600"/>
          </a:xfrm>
        </p:spPr>
        <p:txBody>
          <a:bodyPr lIns="0" tIns="0" rIns="0" bIns="0">
            <a:normAutofit/>
          </a:bodyPr>
          <a:lstStyle>
            <a:lvl1pPr marL="0" indent="0" algn="l">
              <a:lnSpc>
                <a:spcPts val="1600"/>
              </a:lnSpc>
              <a:buNone/>
              <a:defRPr sz="1000">
                <a:solidFill>
                  <a:schemeClr val="tx1">
                    <a:lumMod val="65000"/>
                    <a:lumOff val="35000"/>
                  </a:schemeClr>
                </a:solidFill>
                <a:latin typeface="Open Sans Light" pitchFamily="34" charset="0"/>
                <a:ea typeface="Open Sans Light" pitchFamily="34" charset="0"/>
                <a:cs typeface="Open Sans Light" pitchFamily="34" charset="0"/>
              </a:defRPr>
            </a:lvl1pPr>
          </a:lstStyle>
          <a:p>
            <a:pPr lvl="0"/>
            <a:endParaRPr lang="en-US" dirty="0" smtClean="0"/>
          </a:p>
        </p:txBody>
      </p:sp>
      <p:sp>
        <p:nvSpPr>
          <p:cNvPr id="41" name="Text Placeholder 17"/>
          <p:cNvSpPr>
            <a:spLocks noGrp="1"/>
          </p:cNvSpPr>
          <p:nvPr>
            <p:ph type="body" sz="quarter" idx="26"/>
          </p:nvPr>
        </p:nvSpPr>
        <p:spPr>
          <a:xfrm>
            <a:off x="1249373" y="4638621"/>
            <a:ext cx="1263639" cy="228600"/>
          </a:xfrm>
        </p:spPr>
        <p:txBody>
          <a:bodyPr lIns="0" tIns="0" rIns="0" bIns="0">
            <a:normAutofit/>
          </a:bodyPr>
          <a:lstStyle>
            <a:lvl1pPr marL="0" indent="0" algn="l">
              <a:lnSpc>
                <a:spcPts val="1600"/>
              </a:lnSpc>
              <a:buNone/>
              <a:defRPr sz="1000">
                <a:solidFill>
                  <a:schemeClr val="tx1">
                    <a:lumMod val="65000"/>
                    <a:lumOff val="35000"/>
                  </a:schemeClr>
                </a:solidFill>
                <a:latin typeface="Open Sans Light" pitchFamily="34" charset="0"/>
                <a:ea typeface="Open Sans Light" pitchFamily="34" charset="0"/>
                <a:cs typeface="Open Sans Light" pitchFamily="34" charset="0"/>
              </a:defRPr>
            </a:lvl1pPr>
          </a:lstStyle>
          <a:p>
            <a:pPr lvl="0"/>
            <a:endParaRPr lang="en-US" dirty="0" smtClean="0"/>
          </a:p>
        </p:txBody>
      </p:sp>
      <p:pic>
        <p:nvPicPr>
          <p:cNvPr id="8" name="imac.png"/>
          <p:cNvPicPr/>
          <p:nvPr userDrawn="1"/>
        </p:nvPicPr>
        <p:blipFill>
          <a:blip r:embed="rId2" cstate="print">
            <a:extLst/>
          </a:blip>
          <a:stretch>
            <a:fillRect/>
          </a:stretch>
        </p:blipFill>
        <p:spPr>
          <a:xfrm>
            <a:off x="6709037" y="2630220"/>
            <a:ext cx="4338375" cy="3465780"/>
          </a:xfrm>
          <a:prstGeom prst="rect">
            <a:avLst/>
          </a:prstGeom>
          <a:ln w="12700">
            <a:miter lim="400000"/>
          </a:ln>
        </p:spPr>
      </p:pic>
      <p:sp>
        <p:nvSpPr>
          <p:cNvPr id="16" name="Title 15"/>
          <p:cNvSpPr>
            <a:spLocks noGrp="1"/>
          </p:cNvSpPr>
          <p:nvPr>
            <p:ph type="title"/>
          </p:nvPr>
        </p:nvSpPr>
        <p:spPr>
          <a:xfrm>
            <a:off x="1523603" y="381000"/>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23" name="Text Placeholder 17"/>
          <p:cNvSpPr>
            <a:spLocks noGrp="1"/>
          </p:cNvSpPr>
          <p:nvPr>
            <p:ph type="body" sz="quarter" idx="18" hasCustomPrompt="1"/>
          </p:nvPr>
        </p:nvSpPr>
        <p:spPr>
          <a:xfrm>
            <a:off x="1523603" y="996517"/>
            <a:ext cx="9141619" cy="248082"/>
          </a:xfrm>
        </p:spPr>
        <p:txBody>
          <a:bodyPr lIns="0" tIns="0" rIns="0" bIns="0">
            <a:normAutofit/>
          </a:bodyPr>
          <a:lstStyle>
            <a:lvl1pPr marL="0" indent="0" algn="ctr">
              <a:lnSpc>
                <a:spcPts val="1400"/>
              </a:lnSpc>
              <a:buNone/>
              <a:defRPr sz="1000">
                <a:solidFill>
                  <a:schemeClr val="bg1">
                    <a:lumMod val="50000"/>
                  </a:schemeClr>
                </a:solidFill>
                <a:latin typeface="Source Sans Pro Light"/>
              </a:defRPr>
            </a:lvl1pPr>
          </a:lstStyle>
          <a:p>
            <a:pPr lvl="0"/>
            <a:r>
              <a:rPr lang="en-GB" dirty="0" smtClean="0"/>
              <a:t>write your relevant text here</a:t>
            </a:r>
          </a:p>
        </p:txBody>
      </p:sp>
      <p:sp>
        <p:nvSpPr>
          <p:cNvPr id="9" name="Content Placeholder 20"/>
          <p:cNvSpPr>
            <a:spLocks noGrp="1"/>
          </p:cNvSpPr>
          <p:nvPr>
            <p:ph sz="quarter" idx="16"/>
          </p:nvPr>
        </p:nvSpPr>
        <p:spPr>
          <a:xfrm>
            <a:off x="1217612" y="2639244"/>
            <a:ext cx="2971800" cy="228600"/>
          </a:xfrm>
        </p:spPr>
        <p:txBody>
          <a:bodyPr lIns="0" tIns="0" rIns="0" bIns="0" anchor="ctr">
            <a:normAutofit/>
          </a:bodyPr>
          <a:lstStyle>
            <a:lvl1pPr marL="0" indent="0" algn="l">
              <a:buNone/>
              <a:defRPr sz="1200" b="1">
                <a:solidFill>
                  <a:schemeClr val="tx1">
                    <a:lumMod val="65000"/>
                    <a:lumOff val="35000"/>
                  </a:schemeClr>
                </a:solidFill>
                <a:latin typeface="Open Sans Light" pitchFamily="34" charset="0"/>
                <a:ea typeface="Open Sans Light" pitchFamily="34" charset="0"/>
                <a:cs typeface="Open Sans Light" pitchFamily="34" charset="0"/>
              </a:defRPr>
            </a:lvl1pPr>
          </a:lstStyle>
          <a:p>
            <a:pPr lvl="0"/>
            <a:endParaRPr lang="en-GB" dirty="0" smtClean="0"/>
          </a:p>
        </p:txBody>
      </p:sp>
      <p:sp>
        <p:nvSpPr>
          <p:cNvPr id="10" name="Text Placeholder 17"/>
          <p:cNvSpPr>
            <a:spLocks noGrp="1"/>
          </p:cNvSpPr>
          <p:nvPr>
            <p:ph type="body" sz="quarter" idx="21"/>
          </p:nvPr>
        </p:nvSpPr>
        <p:spPr>
          <a:xfrm>
            <a:off x="1217612" y="2983041"/>
            <a:ext cx="4661641" cy="651444"/>
          </a:xfrm>
        </p:spPr>
        <p:txBody>
          <a:bodyPr lIns="0" tIns="0" rIns="0" bIns="0">
            <a:normAutofit/>
          </a:bodyPr>
          <a:lstStyle>
            <a:lvl1pPr marL="0" indent="0" algn="l">
              <a:lnSpc>
                <a:spcPts val="1600"/>
              </a:lnSpc>
              <a:spcBef>
                <a:spcPts val="1500"/>
              </a:spcBef>
              <a:buNone/>
              <a:defRPr sz="1000">
                <a:solidFill>
                  <a:schemeClr val="tx1">
                    <a:lumMod val="65000"/>
                    <a:lumOff val="35000"/>
                  </a:schemeClr>
                </a:solidFill>
                <a:latin typeface="Open Sans Light" pitchFamily="34" charset="0"/>
                <a:ea typeface="Open Sans Light" pitchFamily="34" charset="0"/>
                <a:cs typeface="Open Sans Light" pitchFamily="34" charset="0"/>
              </a:defRPr>
            </a:lvl1pPr>
          </a:lstStyle>
          <a:p>
            <a:pPr lvl="0"/>
            <a:endParaRPr lang="en-US" dirty="0" smtClean="0"/>
          </a:p>
        </p:txBody>
      </p:sp>
      <p:sp>
        <p:nvSpPr>
          <p:cNvPr id="57" name="Picture Placeholder 2"/>
          <p:cNvSpPr>
            <a:spLocks noGrp="1"/>
          </p:cNvSpPr>
          <p:nvPr>
            <p:ph type="pic" sz="quarter" idx="23"/>
          </p:nvPr>
        </p:nvSpPr>
        <p:spPr>
          <a:xfrm>
            <a:off x="6897024" y="2796284"/>
            <a:ext cx="3962400" cy="2267895"/>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39" name="Content Placeholder 20"/>
          <p:cNvSpPr>
            <a:spLocks noGrp="1"/>
          </p:cNvSpPr>
          <p:nvPr>
            <p:ph sz="quarter" idx="24"/>
          </p:nvPr>
        </p:nvSpPr>
        <p:spPr>
          <a:xfrm>
            <a:off x="1227202" y="3913331"/>
            <a:ext cx="2971800" cy="228600"/>
          </a:xfrm>
        </p:spPr>
        <p:txBody>
          <a:bodyPr lIns="0" tIns="0" rIns="0" bIns="0" anchor="ctr">
            <a:normAutofit/>
          </a:bodyPr>
          <a:lstStyle>
            <a:lvl1pPr marL="0" indent="0" algn="l">
              <a:buNone/>
              <a:defRPr sz="1200" b="1">
                <a:solidFill>
                  <a:schemeClr val="tx1">
                    <a:lumMod val="65000"/>
                    <a:lumOff val="35000"/>
                  </a:schemeClr>
                </a:solidFill>
                <a:latin typeface="Open Sans Light" pitchFamily="34" charset="0"/>
                <a:ea typeface="Open Sans Light" pitchFamily="34" charset="0"/>
                <a:cs typeface="Open Sans Light" pitchFamily="34" charset="0"/>
              </a:defRPr>
            </a:lvl1pPr>
          </a:lstStyle>
          <a:p>
            <a:pPr lvl="0"/>
            <a:endParaRPr lang="en-GB" dirty="0" smtClean="0"/>
          </a:p>
        </p:txBody>
      </p:sp>
      <p:sp>
        <p:nvSpPr>
          <p:cNvPr id="44" name="Shape 882"/>
          <p:cNvSpPr/>
          <p:nvPr userDrawn="1"/>
        </p:nvSpPr>
        <p:spPr>
          <a:xfrm>
            <a:off x="2754411" y="5401727"/>
            <a:ext cx="2434130" cy="62726"/>
          </a:xfrm>
          <a:prstGeom prst="rect">
            <a:avLst/>
          </a:prstGeom>
          <a:solidFill>
            <a:srgbClr val="F39C26">
              <a:alpha val="25000"/>
            </a:srgbClr>
          </a:solidFill>
          <a:ln w="12700" cap="flat">
            <a:noFill/>
            <a:miter lim="400000"/>
          </a:ln>
          <a:effectLst/>
        </p:spPr>
        <p:txBody>
          <a:bodyPr wrap="square" lIns="0" tIns="0" rIns="0" bIns="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latin typeface="Open Sans Light" pitchFamily="34" charset="0"/>
              <a:ea typeface="Open Sans Light" pitchFamily="34" charset="0"/>
              <a:cs typeface="Open Sans Light" pitchFamily="34" charset="0"/>
            </a:endParaRPr>
          </a:p>
        </p:txBody>
      </p:sp>
      <p:sp>
        <p:nvSpPr>
          <p:cNvPr id="45" name="Shape 885"/>
          <p:cNvSpPr/>
          <p:nvPr userDrawn="1"/>
        </p:nvSpPr>
        <p:spPr>
          <a:xfrm>
            <a:off x="2754411" y="5064179"/>
            <a:ext cx="2433914" cy="62726"/>
          </a:xfrm>
          <a:prstGeom prst="rect">
            <a:avLst/>
          </a:prstGeom>
          <a:solidFill>
            <a:srgbClr val="2980B9">
              <a:alpha val="25000"/>
            </a:srgbClr>
          </a:solidFill>
          <a:ln w="12700" cap="flat">
            <a:noFill/>
            <a:miter lim="400000"/>
          </a:ln>
          <a:effectLst/>
        </p:spPr>
        <p:txBody>
          <a:bodyPr wrap="square" lIns="0" tIns="0" rIns="0" bIns="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latin typeface="Open Sans Light" pitchFamily="34" charset="0"/>
              <a:ea typeface="Open Sans Light" pitchFamily="34" charset="0"/>
              <a:cs typeface="Open Sans Light" pitchFamily="34" charset="0"/>
            </a:endParaRPr>
          </a:p>
        </p:txBody>
      </p:sp>
      <p:sp>
        <p:nvSpPr>
          <p:cNvPr id="46" name="Shape 888"/>
          <p:cNvSpPr/>
          <p:nvPr userDrawn="1"/>
        </p:nvSpPr>
        <p:spPr>
          <a:xfrm>
            <a:off x="2754410" y="4721558"/>
            <a:ext cx="2433798" cy="62726"/>
          </a:xfrm>
          <a:prstGeom prst="rect">
            <a:avLst/>
          </a:prstGeom>
          <a:solidFill>
            <a:srgbClr val="9BBB59">
              <a:alpha val="25000"/>
            </a:srgbClr>
          </a:solidFill>
          <a:ln w="12700" cap="flat">
            <a:noFill/>
            <a:miter lim="400000"/>
          </a:ln>
          <a:effectLst/>
        </p:spPr>
        <p:txBody>
          <a:bodyPr wrap="square" lIns="0" tIns="0" rIns="0" bIns="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latin typeface="Open Sans Light" pitchFamily="34" charset="0"/>
              <a:ea typeface="Open Sans Light" pitchFamily="34" charset="0"/>
              <a:cs typeface="Open Sans Light" pitchFamily="34" charset="0"/>
            </a:endParaRPr>
          </a:p>
        </p:txBody>
      </p:sp>
      <p:sp>
        <p:nvSpPr>
          <p:cNvPr id="47" name="Shape 891"/>
          <p:cNvSpPr/>
          <p:nvPr userDrawn="1"/>
        </p:nvSpPr>
        <p:spPr>
          <a:xfrm>
            <a:off x="2754411" y="4374542"/>
            <a:ext cx="2435840" cy="62726"/>
          </a:xfrm>
          <a:prstGeom prst="rect">
            <a:avLst/>
          </a:prstGeom>
          <a:solidFill>
            <a:srgbClr val="17A085">
              <a:alpha val="25000"/>
            </a:srgbClr>
          </a:solidFill>
          <a:ln w="12700" cap="flat">
            <a:noFill/>
            <a:miter lim="400000"/>
          </a:ln>
          <a:effectLst/>
        </p:spPr>
        <p:txBody>
          <a:bodyPr wrap="square" lIns="0" tIns="0" rIns="0" bIns="0" numCol="1" anchor="ctr">
            <a:noAutofit/>
          </a:bodyP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latin typeface="Open Sans Light" pitchFamily="34" charset="0"/>
              <a:ea typeface="Open Sans Light" pitchFamily="34" charset="0"/>
              <a:cs typeface="Open Sans Light" pitchFamily="34" charset="0"/>
            </a:endParaRPr>
          </a:p>
        </p:txBody>
      </p:sp>
      <p:sp>
        <p:nvSpPr>
          <p:cNvPr id="48" name="Shape 897"/>
          <p:cNvSpPr/>
          <p:nvPr userDrawn="1"/>
        </p:nvSpPr>
        <p:spPr>
          <a:xfrm>
            <a:off x="2748585" y="4374542"/>
            <a:ext cx="1880374" cy="62726"/>
          </a:xfrm>
          <a:prstGeom prst="rect">
            <a:avLst/>
          </a:prstGeom>
          <a:solidFill>
            <a:srgbClr val="17A085"/>
          </a:solidFill>
          <a:ln w="12700">
            <a:miter lim="400000"/>
          </a:ln>
        </p:spPr>
        <p:txBody>
          <a:bodyPr lIns="0" tIns="0" rIns="0" bIns="0" anchor="ct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latin typeface="Open Sans Light" pitchFamily="34" charset="0"/>
              <a:ea typeface="Open Sans Light" pitchFamily="34" charset="0"/>
              <a:cs typeface="Open Sans Light" pitchFamily="34" charset="0"/>
            </a:endParaRPr>
          </a:p>
        </p:txBody>
      </p:sp>
      <p:sp>
        <p:nvSpPr>
          <p:cNvPr id="49" name="Shape 898"/>
          <p:cNvSpPr/>
          <p:nvPr userDrawn="1"/>
        </p:nvSpPr>
        <p:spPr>
          <a:xfrm>
            <a:off x="2748585" y="4721558"/>
            <a:ext cx="1235918" cy="62726"/>
          </a:xfrm>
          <a:prstGeom prst="rect">
            <a:avLst/>
          </a:prstGeom>
          <a:solidFill>
            <a:srgbClr val="9BBB59"/>
          </a:solidFill>
          <a:ln w="12700">
            <a:miter lim="400000"/>
          </a:ln>
        </p:spPr>
        <p:txBody>
          <a:bodyPr lIns="0" tIns="0" rIns="0" bIns="0" anchor="ct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latin typeface="Open Sans Light" pitchFamily="34" charset="0"/>
              <a:ea typeface="Open Sans Light" pitchFamily="34" charset="0"/>
              <a:cs typeface="Open Sans Light" pitchFamily="34" charset="0"/>
            </a:endParaRPr>
          </a:p>
        </p:txBody>
      </p:sp>
      <p:sp>
        <p:nvSpPr>
          <p:cNvPr id="50" name="Shape 899"/>
          <p:cNvSpPr/>
          <p:nvPr userDrawn="1"/>
        </p:nvSpPr>
        <p:spPr>
          <a:xfrm>
            <a:off x="2748585" y="5064179"/>
            <a:ext cx="2272372" cy="62726"/>
          </a:xfrm>
          <a:prstGeom prst="rect">
            <a:avLst/>
          </a:prstGeom>
          <a:solidFill>
            <a:srgbClr val="2980B9"/>
          </a:solidFill>
          <a:ln w="12700">
            <a:miter lim="400000"/>
          </a:ln>
        </p:spPr>
        <p:txBody>
          <a:bodyPr lIns="0" tIns="0" rIns="0" bIns="0" anchor="ct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latin typeface="Open Sans Light" pitchFamily="34" charset="0"/>
              <a:ea typeface="Open Sans Light" pitchFamily="34" charset="0"/>
              <a:cs typeface="Open Sans Light" pitchFamily="34" charset="0"/>
            </a:endParaRPr>
          </a:p>
        </p:txBody>
      </p:sp>
      <p:sp>
        <p:nvSpPr>
          <p:cNvPr id="51" name="Shape 900"/>
          <p:cNvSpPr/>
          <p:nvPr userDrawn="1"/>
        </p:nvSpPr>
        <p:spPr>
          <a:xfrm>
            <a:off x="2748585" y="5401727"/>
            <a:ext cx="1716420" cy="62726"/>
          </a:xfrm>
          <a:prstGeom prst="rect">
            <a:avLst/>
          </a:prstGeom>
          <a:solidFill>
            <a:srgbClr val="F39C26"/>
          </a:solidFill>
          <a:ln w="12700">
            <a:miter lim="400000"/>
          </a:ln>
        </p:spPr>
        <p:txBody>
          <a:bodyPr lIns="0" tIns="0" rIns="0" bIns="0" anchor="ctr"/>
          <a:lstStyle/>
          <a:p>
            <a:pPr defTabSz="228554">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a:latin typeface="Open Sans Light" pitchFamily="34" charset="0"/>
              <a:ea typeface="Open Sans Light" pitchFamily="34" charset="0"/>
              <a:cs typeface="Open Sans Light" pitchFamily="34" charset="0"/>
            </a:endParaRPr>
          </a:p>
        </p:txBody>
      </p:sp>
      <p:sp>
        <p:nvSpPr>
          <p:cNvPr id="52" name="Text Placeholder 17"/>
          <p:cNvSpPr>
            <a:spLocks noGrp="1"/>
          </p:cNvSpPr>
          <p:nvPr>
            <p:ph type="body" sz="quarter" idx="29"/>
          </p:nvPr>
        </p:nvSpPr>
        <p:spPr>
          <a:xfrm>
            <a:off x="5540432" y="4981299"/>
            <a:ext cx="390990" cy="228600"/>
          </a:xfrm>
        </p:spPr>
        <p:txBody>
          <a:bodyPr lIns="0" tIns="0" rIns="0" bIns="0">
            <a:normAutofit/>
          </a:bodyPr>
          <a:lstStyle>
            <a:lvl1pPr marL="0" indent="0" algn="l">
              <a:lnSpc>
                <a:spcPts val="1600"/>
              </a:lnSpc>
              <a:buNone/>
              <a:defRPr sz="1000">
                <a:solidFill>
                  <a:schemeClr val="tx1">
                    <a:lumMod val="65000"/>
                    <a:lumOff val="35000"/>
                  </a:schemeClr>
                </a:solidFill>
                <a:latin typeface="Open Sans Light" pitchFamily="34" charset="0"/>
                <a:ea typeface="Open Sans Light" pitchFamily="34" charset="0"/>
                <a:cs typeface="Open Sans Light" pitchFamily="34" charset="0"/>
              </a:defRPr>
            </a:lvl1pPr>
          </a:lstStyle>
          <a:p>
            <a:pPr lvl="0"/>
            <a:endParaRPr lang="en-US" dirty="0" smtClean="0"/>
          </a:p>
        </p:txBody>
      </p:sp>
      <p:sp>
        <p:nvSpPr>
          <p:cNvPr id="53" name="Text Placeholder 17"/>
          <p:cNvSpPr>
            <a:spLocks noGrp="1"/>
          </p:cNvSpPr>
          <p:nvPr>
            <p:ph type="body" sz="quarter" idx="30"/>
          </p:nvPr>
        </p:nvSpPr>
        <p:spPr>
          <a:xfrm>
            <a:off x="5540432" y="5310884"/>
            <a:ext cx="390990" cy="228600"/>
          </a:xfrm>
        </p:spPr>
        <p:txBody>
          <a:bodyPr lIns="0" tIns="0" rIns="0" bIns="0">
            <a:normAutofit/>
          </a:bodyPr>
          <a:lstStyle>
            <a:lvl1pPr marL="0" indent="0" algn="l">
              <a:lnSpc>
                <a:spcPts val="1600"/>
              </a:lnSpc>
              <a:buNone/>
              <a:defRPr sz="1000">
                <a:solidFill>
                  <a:schemeClr val="tx1">
                    <a:lumMod val="65000"/>
                    <a:lumOff val="35000"/>
                  </a:schemeClr>
                </a:solidFill>
                <a:latin typeface="Open Sans Light" pitchFamily="34" charset="0"/>
                <a:ea typeface="Open Sans Light" pitchFamily="34" charset="0"/>
                <a:cs typeface="Open Sans Light" pitchFamily="34" charset="0"/>
              </a:defRPr>
            </a:lvl1pPr>
          </a:lstStyle>
          <a:p>
            <a:pPr lvl="0"/>
            <a:endParaRPr lang="en-US" dirty="0" smtClean="0"/>
          </a:p>
        </p:txBody>
      </p:sp>
      <p:sp>
        <p:nvSpPr>
          <p:cNvPr id="54" name="Text Placeholder 17"/>
          <p:cNvSpPr>
            <a:spLocks noGrp="1"/>
          </p:cNvSpPr>
          <p:nvPr>
            <p:ph type="body" sz="quarter" idx="31"/>
          </p:nvPr>
        </p:nvSpPr>
        <p:spPr>
          <a:xfrm>
            <a:off x="5551023" y="4291605"/>
            <a:ext cx="390990" cy="228600"/>
          </a:xfrm>
        </p:spPr>
        <p:txBody>
          <a:bodyPr lIns="0" tIns="0" rIns="0" bIns="0">
            <a:normAutofit/>
          </a:bodyPr>
          <a:lstStyle>
            <a:lvl1pPr marL="0" indent="0" algn="l">
              <a:lnSpc>
                <a:spcPts val="1600"/>
              </a:lnSpc>
              <a:buNone/>
              <a:defRPr sz="1000">
                <a:solidFill>
                  <a:schemeClr val="tx1">
                    <a:lumMod val="65000"/>
                    <a:lumOff val="35000"/>
                  </a:schemeClr>
                </a:solidFill>
                <a:latin typeface="Open Sans Light" pitchFamily="34" charset="0"/>
                <a:ea typeface="Open Sans Light" pitchFamily="34" charset="0"/>
                <a:cs typeface="Open Sans Light" pitchFamily="34" charset="0"/>
              </a:defRPr>
            </a:lvl1pPr>
          </a:lstStyle>
          <a:p>
            <a:pPr lvl="0"/>
            <a:endParaRPr lang="en-US" dirty="0" smtClean="0"/>
          </a:p>
        </p:txBody>
      </p:sp>
      <p:sp>
        <p:nvSpPr>
          <p:cNvPr id="55" name="Text Placeholder 17"/>
          <p:cNvSpPr>
            <a:spLocks noGrp="1"/>
          </p:cNvSpPr>
          <p:nvPr>
            <p:ph type="body" sz="quarter" idx="32"/>
          </p:nvPr>
        </p:nvSpPr>
        <p:spPr>
          <a:xfrm>
            <a:off x="5551023" y="4638621"/>
            <a:ext cx="390990" cy="228600"/>
          </a:xfrm>
        </p:spPr>
        <p:txBody>
          <a:bodyPr lIns="0" tIns="0" rIns="0" bIns="0">
            <a:normAutofit/>
          </a:bodyPr>
          <a:lstStyle>
            <a:lvl1pPr marL="0" indent="0" algn="l">
              <a:lnSpc>
                <a:spcPts val="1600"/>
              </a:lnSpc>
              <a:buNone/>
              <a:defRPr sz="1000">
                <a:solidFill>
                  <a:schemeClr val="tx1">
                    <a:lumMod val="65000"/>
                    <a:lumOff val="35000"/>
                  </a:schemeClr>
                </a:solidFill>
                <a:latin typeface="Open Sans Light" pitchFamily="34" charset="0"/>
                <a:ea typeface="Open Sans Light" pitchFamily="34" charset="0"/>
                <a:cs typeface="Open Sans Light" pitchFamily="34" charset="0"/>
              </a:defRPr>
            </a:lvl1pPr>
          </a:lstStyle>
          <a:p>
            <a:pPr lvl="0"/>
            <a:endParaRPr lang="en-US" dirty="0" smtClean="0"/>
          </a:p>
        </p:txBody>
      </p:sp>
    </p:spTree>
    <p:extLst>
      <p:ext uri="{BB962C8B-B14F-4D97-AF65-F5344CB8AC3E}">
        <p14:creationId xmlns:p14="http://schemas.microsoft.com/office/powerpoint/2010/main" val="4216992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animEffect transition="in" filter="dissolve">
                                      <p:cBhvr>
                                        <p:cTn id="11" dur="500"/>
                                        <p:tgtEl>
                                          <p:spTgt spid="23">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grpId="0" nodeType="afterEffect" nodePh="1">
                                  <p:stCondLst>
                                    <p:cond delay="0"/>
                                  </p:stCondLst>
                                  <p:endCondLst>
                                    <p:cond evt="begin" delay="0">
                                      <p:tn val="17"/>
                                    </p:cond>
                                  </p:end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par>
                          <p:cTn id="20" fill="hold">
                            <p:stCondLst>
                              <p:cond delay="2000"/>
                            </p:stCondLst>
                            <p:childTnLst>
                              <p:par>
                                <p:cTn id="21" presetID="9" presetClass="entr" presetSubtype="0" fill="hold" grpId="0" nodeType="afterEffect" nodePh="1">
                                  <p:stCondLst>
                                    <p:cond delay="0"/>
                                  </p:stCondLst>
                                  <p:endCondLst>
                                    <p:cond evt="begin" delay="0">
                                      <p:tn val="21"/>
                                    </p:cond>
                                  </p:end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dissolve">
                                      <p:cBhvr>
                                        <p:cTn id="23" dur="500"/>
                                        <p:tgtEl>
                                          <p:spTgt spid="9">
                                            <p:txEl>
                                              <p:pRg st="0" end="0"/>
                                            </p:txEl>
                                          </p:spTgt>
                                        </p:tgtEl>
                                      </p:cBhvr>
                                    </p:animEffect>
                                  </p:childTnLst>
                                </p:cTn>
                              </p:par>
                            </p:childTnLst>
                          </p:cTn>
                        </p:par>
                        <p:par>
                          <p:cTn id="24" fill="hold">
                            <p:stCondLst>
                              <p:cond delay="2500"/>
                            </p:stCondLst>
                            <p:childTnLst>
                              <p:par>
                                <p:cTn id="25" presetID="9" presetClass="entr" presetSubtype="0" fill="hold" grpId="0" nodeType="afterEffect" nodePh="1">
                                  <p:stCondLst>
                                    <p:cond delay="0"/>
                                  </p:stCondLst>
                                  <p:endCondLst>
                                    <p:cond evt="begin" delay="0">
                                      <p:tn val="25"/>
                                    </p:cond>
                                  </p:end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dissolve">
                                      <p:cBhvr>
                                        <p:cTn id="27" dur="500"/>
                                        <p:tgtEl>
                                          <p:spTgt spid="10">
                                            <p:txEl>
                                              <p:pRg st="0" end="0"/>
                                            </p:txEl>
                                          </p:spTgt>
                                        </p:tgtEl>
                                      </p:cBhvr>
                                    </p:animEffect>
                                  </p:childTnLst>
                                </p:cTn>
                              </p:par>
                            </p:childTnLst>
                          </p:cTn>
                        </p:par>
                        <p:par>
                          <p:cTn id="28" fill="hold">
                            <p:stCondLst>
                              <p:cond delay="3000"/>
                            </p:stCondLst>
                            <p:childTnLst>
                              <p:par>
                                <p:cTn id="29" presetID="10" presetClass="entr" presetSubtype="0" fill="hold" grpId="0" nodeType="afterEffect" nodePh="1">
                                  <p:stCondLst>
                                    <p:cond delay="0"/>
                                  </p:stCondLst>
                                  <p:endCondLst>
                                    <p:cond evt="begin" delay="0">
                                      <p:tn val="29"/>
                                    </p:cond>
                                  </p:endCondLst>
                                  <p:childTnLst>
                                    <p:set>
                                      <p:cBhvr>
                                        <p:cTn id="30" dur="1" fill="hold">
                                          <p:stCondLst>
                                            <p:cond delay="0"/>
                                          </p:stCondLst>
                                        </p:cTn>
                                        <p:tgtEl>
                                          <p:spTgt spid="39">
                                            <p:txEl>
                                              <p:pRg st="0" end="0"/>
                                            </p:txEl>
                                          </p:spTgt>
                                        </p:tgtEl>
                                        <p:attrNameLst>
                                          <p:attrName>style.visibility</p:attrName>
                                        </p:attrNameLst>
                                      </p:cBhvr>
                                      <p:to>
                                        <p:strVal val="visible"/>
                                      </p:to>
                                    </p:set>
                                    <p:animEffect transition="in" filter="fade">
                                      <p:cBhvr>
                                        <p:cTn id="31" dur="500"/>
                                        <p:tgtEl>
                                          <p:spTgt spid="39">
                                            <p:txEl>
                                              <p:pRg st="0" end="0"/>
                                            </p:txEl>
                                          </p:spTgt>
                                        </p:tgtEl>
                                      </p:cBhvr>
                                    </p:animEffect>
                                  </p:childTnLst>
                                </p:cTn>
                              </p:par>
                            </p:childTnLst>
                          </p:cTn>
                        </p:par>
                        <p:par>
                          <p:cTn id="32" fill="hold">
                            <p:stCondLst>
                              <p:cond delay="3500"/>
                            </p:stCondLst>
                            <p:childTnLst>
                              <p:par>
                                <p:cTn id="33" presetID="10" presetClass="entr" presetSubtype="0" fill="hold" grpId="0" nodeType="afterEffect" nodePh="1">
                                  <p:stCondLst>
                                    <p:cond delay="0"/>
                                  </p:stCondLst>
                                  <p:endCondLst>
                                    <p:cond evt="begin" delay="0">
                                      <p:tn val="33"/>
                                    </p:cond>
                                  </p:endCondLst>
                                  <p:childTnLst>
                                    <p:set>
                                      <p:cBhvr>
                                        <p:cTn id="34" dur="1" fill="hold">
                                          <p:stCondLst>
                                            <p:cond delay="0"/>
                                          </p:stCondLst>
                                        </p:cTn>
                                        <p:tgtEl>
                                          <p:spTgt spid="40">
                                            <p:txEl>
                                              <p:pRg st="0" end="0"/>
                                            </p:txEl>
                                          </p:spTgt>
                                        </p:tgtEl>
                                        <p:attrNameLst>
                                          <p:attrName>style.visibility</p:attrName>
                                        </p:attrNameLst>
                                      </p:cBhvr>
                                      <p:to>
                                        <p:strVal val="visible"/>
                                      </p:to>
                                    </p:set>
                                    <p:animEffect transition="in" filter="fade">
                                      <p:cBhvr>
                                        <p:cTn id="35" dur="500"/>
                                        <p:tgtEl>
                                          <p:spTgt spid="40">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fade">
                                      <p:cBhvr>
                                        <p:cTn id="38" dur="500"/>
                                        <p:tgtEl>
                                          <p:spTgt spid="47"/>
                                        </p:tgtEl>
                                      </p:cBhvr>
                                    </p:animEffect>
                                  </p:childTnLst>
                                </p:cTn>
                              </p:par>
                            </p:childTnLst>
                          </p:cTn>
                        </p:par>
                        <p:par>
                          <p:cTn id="39" fill="hold">
                            <p:stCondLst>
                              <p:cond delay="4000"/>
                            </p:stCondLst>
                            <p:childTnLst>
                              <p:par>
                                <p:cTn id="40" presetID="22" presetClass="entr" presetSubtype="8" fill="hold" grpId="0" nodeType="after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wipe(left)">
                                      <p:cBhvr>
                                        <p:cTn id="42" dur="500"/>
                                        <p:tgtEl>
                                          <p:spTgt spid="48"/>
                                        </p:tgtEl>
                                      </p:cBhvr>
                                    </p:animEffect>
                                  </p:childTnLst>
                                </p:cTn>
                              </p:par>
                            </p:childTnLst>
                          </p:cTn>
                        </p:par>
                        <p:par>
                          <p:cTn id="43" fill="hold">
                            <p:stCondLst>
                              <p:cond delay="4500"/>
                            </p:stCondLst>
                            <p:childTnLst>
                              <p:par>
                                <p:cTn id="44" presetID="9" presetClass="entr" presetSubtype="0" fill="hold" grpId="0" nodeType="afterEffect" nodePh="1">
                                  <p:stCondLst>
                                    <p:cond delay="0"/>
                                  </p:stCondLst>
                                  <p:endCondLst>
                                    <p:cond evt="begin" delay="0">
                                      <p:tn val="44"/>
                                    </p:cond>
                                  </p:endCondLst>
                                  <p:childTnLst>
                                    <p:set>
                                      <p:cBhvr>
                                        <p:cTn id="45" dur="1" fill="hold">
                                          <p:stCondLst>
                                            <p:cond delay="0"/>
                                          </p:stCondLst>
                                        </p:cTn>
                                        <p:tgtEl>
                                          <p:spTgt spid="54">
                                            <p:txEl>
                                              <p:pRg st="0" end="0"/>
                                            </p:txEl>
                                          </p:spTgt>
                                        </p:tgtEl>
                                        <p:attrNameLst>
                                          <p:attrName>style.visibility</p:attrName>
                                        </p:attrNameLst>
                                      </p:cBhvr>
                                      <p:to>
                                        <p:strVal val="visible"/>
                                      </p:to>
                                    </p:set>
                                    <p:animEffect transition="in" filter="dissolve">
                                      <p:cBhvr>
                                        <p:cTn id="46" dur="500"/>
                                        <p:tgtEl>
                                          <p:spTgt spid="54">
                                            <p:txEl>
                                              <p:pRg st="0" end="0"/>
                                            </p:txEl>
                                          </p:spTgt>
                                        </p:tgtEl>
                                      </p:cBhvr>
                                    </p:animEffect>
                                  </p:childTnLst>
                                </p:cTn>
                              </p:par>
                            </p:childTnLst>
                          </p:cTn>
                        </p:par>
                        <p:par>
                          <p:cTn id="47" fill="hold">
                            <p:stCondLst>
                              <p:cond delay="5000"/>
                            </p:stCondLst>
                            <p:childTnLst>
                              <p:par>
                                <p:cTn id="48" presetID="10" presetClass="entr" presetSubtype="0" fill="hold" grpId="0" nodeType="afterEffect" nodePh="1">
                                  <p:stCondLst>
                                    <p:cond delay="0"/>
                                  </p:stCondLst>
                                  <p:endCondLst>
                                    <p:cond evt="begin" delay="0">
                                      <p:tn val="48"/>
                                    </p:cond>
                                  </p:endCondLst>
                                  <p:childTnLst>
                                    <p:set>
                                      <p:cBhvr>
                                        <p:cTn id="49" dur="1" fill="hold">
                                          <p:stCondLst>
                                            <p:cond delay="0"/>
                                          </p:stCondLst>
                                        </p:cTn>
                                        <p:tgtEl>
                                          <p:spTgt spid="41">
                                            <p:txEl>
                                              <p:pRg st="0" end="0"/>
                                            </p:txEl>
                                          </p:spTgt>
                                        </p:tgtEl>
                                        <p:attrNameLst>
                                          <p:attrName>style.visibility</p:attrName>
                                        </p:attrNameLst>
                                      </p:cBhvr>
                                      <p:to>
                                        <p:strVal val="visible"/>
                                      </p:to>
                                    </p:set>
                                    <p:animEffect transition="in" filter="fade">
                                      <p:cBhvr>
                                        <p:cTn id="50" dur="500"/>
                                        <p:tgtEl>
                                          <p:spTgt spid="41">
                                            <p:txEl>
                                              <p:pRg st="0" end="0"/>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500"/>
                                        <p:tgtEl>
                                          <p:spTgt spid="46"/>
                                        </p:tgtEl>
                                      </p:cBhvr>
                                    </p:animEffect>
                                  </p:childTnLst>
                                </p:cTn>
                              </p:par>
                            </p:childTnLst>
                          </p:cTn>
                        </p:par>
                        <p:par>
                          <p:cTn id="54" fill="hold">
                            <p:stCondLst>
                              <p:cond delay="5500"/>
                            </p:stCondLst>
                            <p:childTnLst>
                              <p:par>
                                <p:cTn id="55" presetID="22" presetClass="entr" presetSubtype="8" fill="hold" grpId="0" nodeType="after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wipe(left)">
                                      <p:cBhvr>
                                        <p:cTn id="57" dur="500"/>
                                        <p:tgtEl>
                                          <p:spTgt spid="49"/>
                                        </p:tgtEl>
                                      </p:cBhvr>
                                    </p:animEffect>
                                  </p:childTnLst>
                                </p:cTn>
                              </p:par>
                            </p:childTnLst>
                          </p:cTn>
                        </p:par>
                        <p:par>
                          <p:cTn id="58" fill="hold">
                            <p:stCondLst>
                              <p:cond delay="6000"/>
                            </p:stCondLst>
                            <p:childTnLst>
                              <p:par>
                                <p:cTn id="59" presetID="9" presetClass="entr" presetSubtype="0" fill="hold" grpId="0" nodeType="afterEffect" nodePh="1">
                                  <p:stCondLst>
                                    <p:cond delay="0"/>
                                  </p:stCondLst>
                                  <p:endCondLst>
                                    <p:cond evt="begin" delay="0">
                                      <p:tn val="59"/>
                                    </p:cond>
                                  </p:endCondLst>
                                  <p:childTnLst>
                                    <p:set>
                                      <p:cBhvr>
                                        <p:cTn id="60" dur="1" fill="hold">
                                          <p:stCondLst>
                                            <p:cond delay="0"/>
                                          </p:stCondLst>
                                        </p:cTn>
                                        <p:tgtEl>
                                          <p:spTgt spid="55">
                                            <p:txEl>
                                              <p:pRg st="0" end="0"/>
                                            </p:txEl>
                                          </p:spTgt>
                                        </p:tgtEl>
                                        <p:attrNameLst>
                                          <p:attrName>style.visibility</p:attrName>
                                        </p:attrNameLst>
                                      </p:cBhvr>
                                      <p:to>
                                        <p:strVal val="visible"/>
                                      </p:to>
                                    </p:set>
                                    <p:animEffect transition="in" filter="dissolve">
                                      <p:cBhvr>
                                        <p:cTn id="61" dur="500"/>
                                        <p:tgtEl>
                                          <p:spTgt spid="55">
                                            <p:txEl>
                                              <p:pRg st="0" end="0"/>
                                            </p:txEl>
                                          </p:spTgt>
                                        </p:tgtEl>
                                      </p:cBhvr>
                                    </p:animEffect>
                                  </p:childTnLst>
                                </p:cTn>
                              </p:par>
                            </p:childTnLst>
                          </p:cTn>
                        </p:par>
                        <p:par>
                          <p:cTn id="62" fill="hold">
                            <p:stCondLst>
                              <p:cond delay="6500"/>
                            </p:stCondLst>
                            <p:childTnLst>
                              <p:par>
                                <p:cTn id="63" presetID="10" presetClass="entr" presetSubtype="0" fill="hold" grpId="0" nodeType="afterEffect" nodePh="1">
                                  <p:stCondLst>
                                    <p:cond delay="0"/>
                                  </p:stCondLst>
                                  <p:endCondLst>
                                    <p:cond evt="begin" delay="0">
                                      <p:tn val="63"/>
                                    </p:cond>
                                  </p:endCondLst>
                                  <p:childTnLst>
                                    <p:set>
                                      <p:cBhvr>
                                        <p:cTn id="64" dur="1" fill="hold">
                                          <p:stCondLst>
                                            <p:cond delay="0"/>
                                          </p:stCondLst>
                                        </p:cTn>
                                        <p:tgtEl>
                                          <p:spTgt spid="42">
                                            <p:txEl>
                                              <p:pRg st="0" end="0"/>
                                            </p:txEl>
                                          </p:spTgt>
                                        </p:tgtEl>
                                        <p:attrNameLst>
                                          <p:attrName>style.visibility</p:attrName>
                                        </p:attrNameLst>
                                      </p:cBhvr>
                                      <p:to>
                                        <p:strVal val="visible"/>
                                      </p:to>
                                    </p:set>
                                    <p:animEffect transition="in" filter="fade">
                                      <p:cBhvr>
                                        <p:cTn id="65" dur="500"/>
                                        <p:tgtEl>
                                          <p:spTgt spid="42">
                                            <p:txEl>
                                              <p:pRg st="0" end="0"/>
                                            </p:tx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fade">
                                      <p:cBhvr>
                                        <p:cTn id="68" dur="500"/>
                                        <p:tgtEl>
                                          <p:spTgt spid="45"/>
                                        </p:tgtEl>
                                      </p:cBhvr>
                                    </p:animEffect>
                                  </p:childTnLst>
                                </p:cTn>
                              </p:par>
                            </p:childTnLst>
                          </p:cTn>
                        </p:par>
                        <p:par>
                          <p:cTn id="69" fill="hold">
                            <p:stCondLst>
                              <p:cond delay="7000"/>
                            </p:stCondLst>
                            <p:childTnLst>
                              <p:par>
                                <p:cTn id="70" presetID="22" presetClass="entr" presetSubtype="8" fill="hold" grpId="0" nodeType="after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wipe(left)">
                                      <p:cBhvr>
                                        <p:cTn id="72" dur="500"/>
                                        <p:tgtEl>
                                          <p:spTgt spid="50"/>
                                        </p:tgtEl>
                                      </p:cBhvr>
                                    </p:animEffect>
                                  </p:childTnLst>
                                </p:cTn>
                              </p:par>
                            </p:childTnLst>
                          </p:cTn>
                        </p:par>
                        <p:par>
                          <p:cTn id="73" fill="hold">
                            <p:stCondLst>
                              <p:cond delay="7500"/>
                            </p:stCondLst>
                            <p:childTnLst>
                              <p:par>
                                <p:cTn id="74" presetID="9" presetClass="entr" presetSubtype="0" fill="hold" grpId="0" nodeType="afterEffect" nodePh="1">
                                  <p:stCondLst>
                                    <p:cond delay="0"/>
                                  </p:stCondLst>
                                  <p:endCondLst>
                                    <p:cond evt="begin" delay="0">
                                      <p:tn val="74"/>
                                    </p:cond>
                                  </p:endCondLst>
                                  <p:childTnLst>
                                    <p:set>
                                      <p:cBhvr>
                                        <p:cTn id="75" dur="1" fill="hold">
                                          <p:stCondLst>
                                            <p:cond delay="0"/>
                                          </p:stCondLst>
                                        </p:cTn>
                                        <p:tgtEl>
                                          <p:spTgt spid="52">
                                            <p:txEl>
                                              <p:pRg st="0" end="0"/>
                                            </p:txEl>
                                          </p:spTgt>
                                        </p:tgtEl>
                                        <p:attrNameLst>
                                          <p:attrName>style.visibility</p:attrName>
                                        </p:attrNameLst>
                                      </p:cBhvr>
                                      <p:to>
                                        <p:strVal val="visible"/>
                                      </p:to>
                                    </p:set>
                                    <p:animEffect transition="in" filter="dissolve">
                                      <p:cBhvr>
                                        <p:cTn id="76" dur="500"/>
                                        <p:tgtEl>
                                          <p:spTgt spid="52">
                                            <p:txEl>
                                              <p:pRg st="0" end="0"/>
                                            </p:txEl>
                                          </p:spTgt>
                                        </p:tgtEl>
                                      </p:cBhvr>
                                    </p:animEffect>
                                  </p:childTnLst>
                                </p:cTn>
                              </p:par>
                            </p:childTnLst>
                          </p:cTn>
                        </p:par>
                        <p:par>
                          <p:cTn id="77" fill="hold">
                            <p:stCondLst>
                              <p:cond delay="8000"/>
                            </p:stCondLst>
                            <p:childTnLst>
                              <p:par>
                                <p:cTn id="78" presetID="10" presetClass="entr" presetSubtype="0" fill="hold" grpId="0" nodeType="afterEffect" nodePh="1">
                                  <p:stCondLst>
                                    <p:cond delay="0"/>
                                  </p:stCondLst>
                                  <p:endCondLst>
                                    <p:cond evt="begin" delay="0">
                                      <p:tn val="78"/>
                                    </p:cond>
                                  </p:endCondLst>
                                  <p:childTnLst>
                                    <p:set>
                                      <p:cBhvr>
                                        <p:cTn id="79" dur="1" fill="hold">
                                          <p:stCondLst>
                                            <p:cond delay="0"/>
                                          </p:stCondLst>
                                        </p:cTn>
                                        <p:tgtEl>
                                          <p:spTgt spid="43">
                                            <p:txEl>
                                              <p:pRg st="0" end="0"/>
                                            </p:txEl>
                                          </p:spTgt>
                                        </p:tgtEl>
                                        <p:attrNameLst>
                                          <p:attrName>style.visibility</p:attrName>
                                        </p:attrNameLst>
                                      </p:cBhvr>
                                      <p:to>
                                        <p:strVal val="visible"/>
                                      </p:to>
                                    </p:set>
                                    <p:animEffect transition="in" filter="fade">
                                      <p:cBhvr>
                                        <p:cTn id="80" dur="500"/>
                                        <p:tgtEl>
                                          <p:spTgt spid="43">
                                            <p:txEl>
                                              <p:pRg st="0" end="0"/>
                                            </p:txEl>
                                          </p:spTgt>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fade">
                                      <p:cBhvr>
                                        <p:cTn id="83" dur="500"/>
                                        <p:tgtEl>
                                          <p:spTgt spid="44"/>
                                        </p:tgtEl>
                                      </p:cBhvr>
                                    </p:animEffect>
                                  </p:childTnLst>
                                </p:cTn>
                              </p:par>
                            </p:childTnLst>
                          </p:cTn>
                        </p:par>
                        <p:par>
                          <p:cTn id="84" fill="hold">
                            <p:stCondLst>
                              <p:cond delay="8500"/>
                            </p:stCondLst>
                            <p:childTnLst>
                              <p:par>
                                <p:cTn id="85" presetID="22" presetClass="entr" presetSubtype="8" fill="hold" grpId="0" nodeType="afterEffect">
                                  <p:stCondLst>
                                    <p:cond delay="0"/>
                                  </p:stCondLst>
                                  <p:childTnLst>
                                    <p:set>
                                      <p:cBhvr>
                                        <p:cTn id="86" dur="1" fill="hold">
                                          <p:stCondLst>
                                            <p:cond delay="0"/>
                                          </p:stCondLst>
                                        </p:cTn>
                                        <p:tgtEl>
                                          <p:spTgt spid="51"/>
                                        </p:tgtEl>
                                        <p:attrNameLst>
                                          <p:attrName>style.visibility</p:attrName>
                                        </p:attrNameLst>
                                      </p:cBhvr>
                                      <p:to>
                                        <p:strVal val="visible"/>
                                      </p:to>
                                    </p:set>
                                    <p:animEffect transition="in" filter="wipe(left)">
                                      <p:cBhvr>
                                        <p:cTn id="87" dur="500"/>
                                        <p:tgtEl>
                                          <p:spTgt spid="51"/>
                                        </p:tgtEl>
                                      </p:cBhvr>
                                    </p:animEffect>
                                  </p:childTnLst>
                                </p:cTn>
                              </p:par>
                            </p:childTnLst>
                          </p:cTn>
                        </p:par>
                        <p:par>
                          <p:cTn id="88" fill="hold">
                            <p:stCondLst>
                              <p:cond delay="9000"/>
                            </p:stCondLst>
                            <p:childTnLst>
                              <p:par>
                                <p:cTn id="89" presetID="9" presetClass="entr" presetSubtype="0" fill="hold" grpId="0" nodeType="afterEffect" nodePh="1">
                                  <p:stCondLst>
                                    <p:cond delay="0"/>
                                  </p:stCondLst>
                                  <p:endCondLst>
                                    <p:cond evt="begin" delay="0">
                                      <p:tn val="89"/>
                                    </p:cond>
                                  </p:endCondLst>
                                  <p:childTnLst>
                                    <p:set>
                                      <p:cBhvr>
                                        <p:cTn id="90" dur="1" fill="hold">
                                          <p:stCondLst>
                                            <p:cond delay="0"/>
                                          </p:stCondLst>
                                        </p:cTn>
                                        <p:tgtEl>
                                          <p:spTgt spid="53">
                                            <p:txEl>
                                              <p:pRg st="0" end="0"/>
                                            </p:txEl>
                                          </p:spTgt>
                                        </p:tgtEl>
                                        <p:attrNameLst>
                                          <p:attrName>style.visibility</p:attrName>
                                        </p:attrNameLst>
                                      </p:cBhvr>
                                      <p:to>
                                        <p:strVal val="visible"/>
                                      </p:to>
                                    </p:set>
                                    <p:animEffect transition="in" filter="dissolve">
                                      <p:cBhvr>
                                        <p:cTn id="91" dur="500"/>
                                        <p:tgtEl>
                                          <p:spTgt spid="5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3"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0"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1"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16" grpId="0"/>
      <p:bldP spid="23" grpId="0" build="p">
        <p:tmplLst>
          <p:tmpl lvl="1">
            <p:tnLst>
              <p:par>
                <p:cTn presetID="9"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dissolve">
                      <p:cBhvr>
                        <p:cTn dur="500"/>
                        <p:tgtEl>
                          <p:spTgt spid="23"/>
                        </p:tgtEl>
                      </p:cBhvr>
                    </p:animEffect>
                  </p:childTnLst>
                </p:cTn>
              </p:par>
            </p:tnLst>
          </p:tmpl>
        </p:tmplLst>
      </p:bldP>
      <p:bldP spid="9"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9"/>
                        </p:tgtEl>
                        <p:attrNameLst>
                          <p:attrName>style.visibility</p:attrName>
                        </p:attrNameLst>
                      </p:cBhvr>
                      <p:to>
                        <p:strVal val="visible"/>
                      </p:to>
                    </p:set>
                    <p:animEffect transition="in" filter="dissolve">
                      <p:cBhvr>
                        <p:cTn dur="500"/>
                        <p:tgtEl>
                          <p:spTgt spid="9"/>
                        </p:tgtEl>
                      </p:cBhvr>
                    </p:animEffect>
                  </p:childTnLst>
                </p:cTn>
              </p:par>
            </p:tnLst>
          </p:tmpl>
        </p:tmplLst>
      </p:bldP>
      <p:bldP spid="1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dissolve">
                      <p:cBhvr>
                        <p:cTn dur="500"/>
                        <p:tgtEl>
                          <p:spTgt spid="10"/>
                        </p:tgtEl>
                      </p:cBhvr>
                    </p:animEffect>
                  </p:childTnLst>
                </p:cTn>
              </p:par>
            </p:tnLst>
          </p:tmpl>
        </p:tmplLst>
      </p:bldP>
      <p:bldP spid="57" grpId="0"/>
      <p:bldP spid="39"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4" grpId="0" animBg="1"/>
      <p:bldP spid="45" grpId="0" animBg="1"/>
      <p:bldP spid="46" grpId="0" animBg="1"/>
      <p:bldP spid="47" grpId="0" animBg="1"/>
      <p:bldP spid="48" grpId="0" animBg="1"/>
      <p:bldP spid="49" grpId="0" animBg="1"/>
      <p:bldP spid="50" grpId="0" animBg="1"/>
      <p:bldP spid="51" grpId="0" animBg="1"/>
      <p:bldP spid="52"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52"/>
                        </p:tgtEl>
                        <p:attrNameLst>
                          <p:attrName>style.visibility</p:attrName>
                        </p:attrNameLst>
                      </p:cBhvr>
                      <p:to>
                        <p:strVal val="visible"/>
                      </p:to>
                    </p:set>
                    <p:animEffect transition="in" filter="dissolve">
                      <p:cBhvr>
                        <p:cTn dur="500"/>
                        <p:tgtEl>
                          <p:spTgt spid="52"/>
                        </p:tgtEl>
                      </p:cBhvr>
                    </p:animEffect>
                  </p:childTnLst>
                </p:cTn>
              </p:par>
            </p:tnLst>
          </p:tmpl>
        </p:tmplLst>
      </p:bldP>
      <p:bldP spid="53"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53"/>
                        </p:tgtEl>
                        <p:attrNameLst>
                          <p:attrName>style.visibility</p:attrName>
                        </p:attrNameLst>
                      </p:cBhvr>
                      <p:to>
                        <p:strVal val="visible"/>
                      </p:to>
                    </p:set>
                    <p:animEffect transition="in" filter="dissolve">
                      <p:cBhvr>
                        <p:cTn dur="500"/>
                        <p:tgtEl>
                          <p:spTgt spid="53"/>
                        </p:tgtEl>
                      </p:cBhvr>
                    </p:animEffect>
                  </p:childTnLst>
                </p:cTn>
              </p:par>
            </p:tnLst>
          </p:tmpl>
        </p:tmplLst>
      </p:bldP>
      <p:bldP spid="54"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54"/>
                        </p:tgtEl>
                        <p:attrNameLst>
                          <p:attrName>style.visibility</p:attrName>
                        </p:attrNameLst>
                      </p:cBhvr>
                      <p:to>
                        <p:strVal val="visible"/>
                      </p:to>
                    </p:set>
                    <p:animEffect transition="in" filter="dissolve">
                      <p:cBhvr>
                        <p:cTn dur="500"/>
                        <p:tgtEl>
                          <p:spTgt spid="54"/>
                        </p:tgtEl>
                      </p:cBhvr>
                    </p:animEffect>
                  </p:childTnLst>
                </p:cTn>
              </p:par>
            </p:tnLst>
          </p:tmpl>
        </p:tmplLst>
      </p:bldP>
      <p:bldP spid="55"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55"/>
                        </p:tgtEl>
                        <p:attrNameLst>
                          <p:attrName>style.visibility</p:attrName>
                        </p:attrNameLst>
                      </p:cBhvr>
                      <p:to>
                        <p:strVal val="visible"/>
                      </p:to>
                    </p:set>
                    <p:animEffect transition="in" filter="dissolve">
                      <p:cBhvr>
                        <p:cTn dur="500"/>
                        <p:tgtEl>
                          <p:spTgt spid="5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9EEC15F-C0F1-4D36-8735-275B51627F31}" type="datetimeFigureOut">
              <a:rPr lang="en-US" smtClean="0"/>
              <a:pPr/>
              <a:t>11/26/2015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F52289-4012-4053-9770-FE82CEB9514F}"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2_Title Slide">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1532645" y="2844003"/>
            <a:ext cx="2118535" cy="297544"/>
          </a:xfrm>
        </p:spPr>
        <p:txBody>
          <a:bodyPr lIns="0" tIns="0" rIns="0" bIns="0">
            <a:normAutofit/>
          </a:bodyPr>
          <a:lstStyle>
            <a:lvl1pPr marL="0" indent="0">
              <a:buNone/>
              <a:defRPr sz="1500">
                <a:solidFill>
                  <a:schemeClr val="accent1"/>
                </a:solidFill>
              </a:defRPr>
            </a:lvl1pPr>
          </a:lstStyle>
          <a:p>
            <a:pPr lvl="0"/>
            <a:r>
              <a:rPr lang="en-US" dirty="0" smtClean="0"/>
              <a:t>Graphic Designer</a:t>
            </a:r>
          </a:p>
        </p:txBody>
      </p:sp>
      <p:sp>
        <p:nvSpPr>
          <p:cNvPr id="6" name="Text Placeholder 5"/>
          <p:cNvSpPr>
            <a:spLocks noGrp="1"/>
          </p:cNvSpPr>
          <p:nvPr>
            <p:ph type="body" sz="quarter" idx="11" hasCustomPrompt="1"/>
          </p:nvPr>
        </p:nvSpPr>
        <p:spPr>
          <a:xfrm>
            <a:off x="1532643" y="3309267"/>
            <a:ext cx="2782465" cy="1689974"/>
          </a:xfrm>
        </p:spPr>
        <p:txBody>
          <a:bodyPr lIns="0" tIns="0" rIns="0" bIns="0">
            <a:normAutofit/>
          </a:bodyPr>
          <a:lstStyle>
            <a:lvl1pPr marL="0" indent="0">
              <a:lnSpc>
                <a:spcPts val="1400"/>
              </a:lnSpc>
              <a:buNone/>
              <a:defRPr sz="1000">
                <a:solidFill>
                  <a:schemeClr val="bg1">
                    <a:lumMod val="95000"/>
                  </a:schemeClr>
                </a:solidFill>
              </a:defRPr>
            </a:lvl1pPr>
          </a:lstStyle>
          <a:p>
            <a:pPr lvl="0"/>
            <a:r>
              <a:rPr lang="en-US" dirty="0" err="1" smtClean="0"/>
              <a:t>conseSed</a:t>
            </a:r>
            <a:r>
              <a:rPr lang="en-US" dirty="0" smtClean="0"/>
              <a:t> </a:t>
            </a:r>
            <a:r>
              <a:rPr lang="en-US" dirty="0" err="1" smtClean="0"/>
              <a:t>ut</a:t>
            </a:r>
            <a:r>
              <a:rPr lang="en-US" dirty="0" smtClean="0"/>
              <a:t> </a:t>
            </a:r>
            <a:r>
              <a:rPr lang="en-US" dirty="0" err="1" smtClean="0"/>
              <a:t>perspiciatis</a:t>
            </a:r>
            <a:r>
              <a:rPr lang="en-US" dirty="0" smtClean="0"/>
              <a:t> </a:t>
            </a:r>
            <a:r>
              <a:rPr lang="en-US" dirty="0" err="1" smtClean="0"/>
              <a:t>unde</a:t>
            </a:r>
            <a:r>
              <a:rPr lang="en-US" dirty="0" smtClean="0"/>
              <a:t> </a:t>
            </a:r>
            <a:r>
              <a:rPr lang="en-US" dirty="0" err="1" smtClean="0"/>
              <a:t>omnis</a:t>
            </a:r>
            <a:r>
              <a:rPr lang="en-US" dirty="0" smtClean="0"/>
              <a:t> </a:t>
            </a:r>
            <a:r>
              <a:rPr lang="en-US" dirty="0" err="1" smtClean="0"/>
              <a:t>iste</a:t>
            </a:r>
            <a:r>
              <a:rPr lang="en-US" dirty="0" smtClean="0"/>
              <a:t> </a:t>
            </a:r>
            <a:r>
              <a:rPr lang="en-US" dirty="0" err="1" smtClean="0"/>
              <a:t>natus</a:t>
            </a:r>
            <a:r>
              <a:rPr lang="en-US" dirty="0" smtClean="0"/>
              <a:t> error sit </a:t>
            </a:r>
            <a:r>
              <a:rPr lang="en-US" dirty="0" err="1" smtClean="0"/>
              <a:t>volupue</a:t>
            </a:r>
            <a:r>
              <a:rPr lang="en-US" dirty="0" smtClean="0"/>
              <a:t> </a:t>
            </a:r>
            <a:r>
              <a:rPr lang="en-US" dirty="0" err="1" smtClean="0"/>
              <a:t>laudantium</a:t>
            </a:r>
            <a:r>
              <a:rPr lang="en-US" dirty="0" smtClean="0"/>
              <a:t>, </a:t>
            </a:r>
            <a:r>
              <a:rPr lang="en-US" dirty="0" err="1" smtClean="0"/>
              <a:t>totam</a:t>
            </a:r>
            <a:r>
              <a:rPr lang="en-US" dirty="0" smtClean="0"/>
              <a:t> rem </a:t>
            </a:r>
            <a:r>
              <a:rPr lang="en-US" dirty="0" err="1" smtClean="0"/>
              <a:t>aperiam</a:t>
            </a:r>
            <a:r>
              <a:rPr lang="en-US" dirty="0" smtClean="0"/>
              <a:t>, </a:t>
            </a:r>
            <a:r>
              <a:rPr lang="en-US" dirty="0" err="1" smtClean="0"/>
              <a:t>eaque</a:t>
            </a:r>
            <a:r>
              <a:rPr lang="en-US" dirty="0" smtClean="0"/>
              <a:t> </a:t>
            </a:r>
            <a:r>
              <a:rPr lang="en-US" dirty="0" err="1" smtClean="0"/>
              <a:t>ipsa</a:t>
            </a:r>
            <a:r>
              <a:rPr lang="en-US" dirty="0" smtClean="0"/>
              <a:t> quae </a:t>
            </a:r>
            <a:r>
              <a:rPr lang="en-US" dirty="0" err="1" smtClean="0"/>
              <a:t>conseSed</a:t>
            </a:r>
            <a:r>
              <a:rPr lang="en-US" dirty="0" smtClean="0"/>
              <a:t> </a:t>
            </a:r>
            <a:r>
              <a:rPr lang="en-US" dirty="0" err="1" smtClean="0"/>
              <a:t>ut</a:t>
            </a:r>
            <a:r>
              <a:rPr lang="en-US" dirty="0" smtClean="0"/>
              <a:t> </a:t>
            </a:r>
            <a:r>
              <a:rPr lang="en-US" dirty="0" err="1" smtClean="0"/>
              <a:t>perspiciatis</a:t>
            </a:r>
            <a:r>
              <a:rPr lang="en-US" dirty="0" smtClean="0"/>
              <a:t> </a:t>
            </a:r>
            <a:r>
              <a:rPr lang="en-US" dirty="0" err="1" smtClean="0"/>
              <a:t>unde</a:t>
            </a:r>
            <a:r>
              <a:rPr lang="en-US" dirty="0" smtClean="0"/>
              <a:t> </a:t>
            </a:r>
            <a:r>
              <a:rPr lang="en-US" dirty="0" err="1" smtClean="0"/>
              <a:t>omnis</a:t>
            </a:r>
            <a:r>
              <a:rPr lang="en-US" dirty="0" smtClean="0"/>
              <a:t> </a:t>
            </a:r>
            <a:r>
              <a:rPr lang="en-US" dirty="0" err="1" smtClean="0"/>
              <a:t>iste</a:t>
            </a:r>
            <a:r>
              <a:rPr lang="en-US" dirty="0" smtClean="0"/>
              <a:t> </a:t>
            </a:r>
            <a:r>
              <a:rPr lang="en-US" dirty="0" err="1" smtClean="0"/>
              <a:t>natus</a:t>
            </a:r>
            <a:r>
              <a:rPr lang="en-US" dirty="0" smtClean="0"/>
              <a:t> error sit </a:t>
            </a:r>
            <a:r>
              <a:rPr lang="en-US" dirty="0" err="1" smtClean="0"/>
              <a:t>volupue</a:t>
            </a:r>
            <a:r>
              <a:rPr lang="en-US" dirty="0" smtClean="0"/>
              <a:t> </a:t>
            </a:r>
            <a:r>
              <a:rPr lang="en-US" dirty="0" err="1" smtClean="0"/>
              <a:t>laudan</a:t>
            </a:r>
            <a:endParaRPr lang="en-US" dirty="0" smtClean="0"/>
          </a:p>
          <a:p>
            <a:pPr lvl="0"/>
            <a:r>
              <a:rPr lang="en-US" dirty="0" err="1" smtClean="0"/>
              <a:t>conseSed</a:t>
            </a:r>
            <a:r>
              <a:rPr lang="en-US" dirty="0" smtClean="0"/>
              <a:t> </a:t>
            </a:r>
            <a:r>
              <a:rPr lang="en-US" dirty="0" err="1" smtClean="0"/>
              <a:t>ut</a:t>
            </a:r>
            <a:r>
              <a:rPr lang="en-US" dirty="0" smtClean="0"/>
              <a:t> </a:t>
            </a:r>
            <a:r>
              <a:rPr lang="en-US" dirty="0" err="1" smtClean="0"/>
              <a:t>perspiciatis</a:t>
            </a:r>
            <a:r>
              <a:rPr lang="en-US" dirty="0" smtClean="0"/>
              <a:t> </a:t>
            </a:r>
            <a:r>
              <a:rPr lang="en-US" dirty="0" err="1" smtClean="0"/>
              <a:t>unde</a:t>
            </a:r>
            <a:r>
              <a:rPr lang="en-US" dirty="0" smtClean="0"/>
              <a:t> </a:t>
            </a:r>
            <a:r>
              <a:rPr lang="en-US" dirty="0" err="1" smtClean="0"/>
              <a:t>omnis</a:t>
            </a:r>
            <a:r>
              <a:rPr lang="en-US" dirty="0" smtClean="0"/>
              <a:t> </a:t>
            </a:r>
            <a:r>
              <a:rPr lang="en-US" dirty="0" err="1" smtClean="0"/>
              <a:t>iste</a:t>
            </a:r>
            <a:r>
              <a:rPr lang="en-US" dirty="0" smtClean="0"/>
              <a:t> </a:t>
            </a:r>
            <a:r>
              <a:rPr lang="en-US" dirty="0" err="1" smtClean="0"/>
              <a:t>natus</a:t>
            </a:r>
            <a:r>
              <a:rPr lang="en-US" dirty="0" smtClean="0"/>
              <a:t> error sit </a:t>
            </a:r>
            <a:r>
              <a:rPr lang="en-US" dirty="0" err="1" smtClean="0"/>
              <a:t>volupue</a:t>
            </a:r>
            <a:r>
              <a:rPr lang="en-US" dirty="0" smtClean="0"/>
              <a:t> </a:t>
            </a:r>
            <a:r>
              <a:rPr lang="en-US" dirty="0" err="1" smtClean="0"/>
              <a:t>laudantium</a:t>
            </a:r>
            <a:r>
              <a:rPr lang="en-US" dirty="0" smtClean="0"/>
              <a:t>, </a:t>
            </a:r>
            <a:r>
              <a:rPr lang="en-US" dirty="0" err="1" smtClean="0"/>
              <a:t>totam</a:t>
            </a:r>
            <a:r>
              <a:rPr lang="en-US" dirty="0" smtClean="0"/>
              <a:t> rem </a:t>
            </a:r>
            <a:r>
              <a:rPr lang="en-US" dirty="0" err="1" smtClean="0"/>
              <a:t>aperiam</a:t>
            </a:r>
            <a:r>
              <a:rPr lang="en-US" dirty="0" smtClean="0"/>
              <a:t>, </a:t>
            </a:r>
            <a:r>
              <a:rPr lang="en-US" dirty="0" err="1" smtClean="0"/>
              <a:t>eaque</a:t>
            </a:r>
            <a:r>
              <a:rPr lang="en-US" dirty="0" smtClean="0"/>
              <a:t> </a:t>
            </a:r>
            <a:r>
              <a:rPr lang="en-US" dirty="0" err="1" smtClean="0"/>
              <a:t>ipsa</a:t>
            </a:r>
            <a:r>
              <a:rPr lang="en-US" dirty="0" smtClean="0"/>
              <a:t> quae </a:t>
            </a:r>
          </a:p>
        </p:txBody>
      </p:sp>
      <p:sp>
        <p:nvSpPr>
          <p:cNvPr id="12" name="Text Placeholder 4"/>
          <p:cNvSpPr>
            <a:spLocks noGrp="1"/>
          </p:cNvSpPr>
          <p:nvPr>
            <p:ph type="body" sz="quarter" idx="15" hasCustomPrompt="1"/>
          </p:nvPr>
        </p:nvSpPr>
        <p:spPr>
          <a:xfrm>
            <a:off x="4933542" y="2874080"/>
            <a:ext cx="1247904" cy="202294"/>
          </a:xfrm>
        </p:spPr>
        <p:txBody>
          <a:bodyPr lIns="0" tIns="0" rIns="0" bIns="0">
            <a:normAutofit/>
          </a:bodyPr>
          <a:lstStyle>
            <a:lvl1pPr marL="0" indent="0">
              <a:buNone/>
              <a:defRPr sz="1500">
                <a:solidFill>
                  <a:schemeClr val="accent1"/>
                </a:solidFill>
              </a:defRPr>
            </a:lvl1pPr>
          </a:lstStyle>
          <a:p>
            <a:pPr lvl="0"/>
            <a:r>
              <a:rPr lang="en-US" dirty="0" smtClean="0"/>
              <a:t>Skills</a:t>
            </a:r>
          </a:p>
        </p:txBody>
      </p:sp>
      <p:sp>
        <p:nvSpPr>
          <p:cNvPr id="14" name="Shape 486"/>
          <p:cNvSpPr/>
          <p:nvPr/>
        </p:nvSpPr>
        <p:spPr>
          <a:xfrm>
            <a:off x="1571088" y="5793908"/>
            <a:ext cx="238191" cy="240442"/>
          </a:xfrm>
          <a:prstGeom prst="ellipse">
            <a:avLst/>
          </a:prstGeom>
          <a:solidFill>
            <a:srgbClr val="00B050"/>
          </a:solid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solidFill>
                <a:schemeClr val="bg1">
                  <a:lumMod val="95000"/>
                </a:schemeClr>
              </a:solidFill>
            </a:endParaRPr>
          </a:p>
        </p:txBody>
      </p:sp>
      <p:sp>
        <p:nvSpPr>
          <p:cNvPr id="15" name="Shape 487"/>
          <p:cNvSpPr/>
          <p:nvPr/>
        </p:nvSpPr>
        <p:spPr>
          <a:xfrm>
            <a:off x="1658891" y="5859127"/>
            <a:ext cx="58516" cy="105376"/>
          </a:xfrm>
          <a:custGeom>
            <a:avLst/>
            <a:gdLst/>
            <a:ahLst/>
            <a:cxnLst>
              <a:cxn ang="0">
                <a:pos x="wd2" y="hd2"/>
              </a:cxn>
              <a:cxn ang="5400000">
                <a:pos x="wd2" y="hd2"/>
              </a:cxn>
              <a:cxn ang="10800000">
                <a:pos x="wd2" y="hd2"/>
              </a:cxn>
              <a:cxn ang="16200000">
                <a:pos x="wd2" y="hd2"/>
              </a:cxn>
            </a:cxnLst>
            <a:rect l="0" t="0" r="r" b="b"/>
            <a:pathLst>
              <a:path w="21600" h="21600" extrusionOk="0">
                <a:moveTo>
                  <a:pt x="21600" y="3757"/>
                </a:moveTo>
                <a:lnTo>
                  <a:pt x="15430" y="3757"/>
                </a:lnTo>
                <a:cubicBezTo>
                  <a:pt x="14702" y="3757"/>
                  <a:pt x="13885" y="4288"/>
                  <a:pt x="13885" y="5002"/>
                </a:cubicBezTo>
                <a:lnTo>
                  <a:pt x="13885" y="7478"/>
                </a:lnTo>
                <a:lnTo>
                  <a:pt x="21600" y="7478"/>
                </a:lnTo>
                <a:lnTo>
                  <a:pt x="21600" y="11004"/>
                </a:lnTo>
                <a:lnTo>
                  <a:pt x="13885" y="11004"/>
                </a:lnTo>
                <a:lnTo>
                  <a:pt x="13885" y="21600"/>
                </a:lnTo>
                <a:lnTo>
                  <a:pt x="6602" y="21600"/>
                </a:lnTo>
                <a:lnTo>
                  <a:pt x="6602" y="11004"/>
                </a:lnTo>
                <a:lnTo>
                  <a:pt x="0" y="11004"/>
                </a:lnTo>
                <a:lnTo>
                  <a:pt x="0" y="7478"/>
                </a:lnTo>
                <a:lnTo>
                  <a:pt x="6602" y="7478"/>
                </a:lnTo>
                <a:lnTo>
                  <a:pt x="6602" y="5401"/>
                </a:lnTo>
                <a:cubicBezTo>
                  <a:pt x="6602" y="2424"/>
                  <a:pt x="10324" y="0"/>
                  <a:pt x="15430" y="0"/>
                </a:cubicBezTo>
                <a:lnTo>
                  <a:pt x="21600" y="0"/>
                </a:lnTo>
                <a:cubicBezTo>
                  <a:pt x="21600" y="0"/>
                  <a:pt x="21600" y="3757"/>
                  <a:pt x="21600" y="3757"/>
                </a:cubicBezTo>
                <a:close/>
              </a:path>
            </a:pathLst>
          </a:custGeom>
          <a:solidFill>
            <a:srgbClr val="FFFFFF"/>
          </a:solid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solidFill>
                <a:schemeClr val="bg1">
                  <a:lumMod val="95000"/>
                </a:schemeClr>
              </a:solidFill>
            </a:endParaRPr>
          </a:p>
        </p:txBody>
      </p:sp>
      <p:sp>
        <p:nvSpPr>
          <p:cNvPr id="17" name="Shape 490"/>
          <p:cNvSpPr/>
          <p:nvPr/>
        </p:nvSpPr>
        <p:spPr>
          <a:xfrm>
            <a:off x="1571088" y="6138071"/>
            <a:ext cx="238191" cy="240442"/>
          </a:xfrm>
          <a:prstGeom prst="ellipse">
            <a:avLst/>
          </a:prstGeom>
          <a:solidFill>
            <a:srgbClr val="00B050"/>
          </a:solid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solidFill>
                <a:schemeClr val="bg1">
                  <a:lumMod val="95000"/>
                </a:schemeClr>
              </a:solidFill>
            </a:endParaRPr>
          </a:p>
        </p:txBody>
      </p:sp>
      <p:sp>
        <p:nvSpPr>
          <p:cNvPr id="21" name="Shape 491"/>
          <p:cNvSpPr/>
          <p:nvPr/>
        </p:nvSpPr>
        <p:spPr>
          <a:xfrm>
            <a:off x="1640815" y="6209743"/>
            <a:ext cx="108950" cy="88560"/>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804" y="2992"/>
                  <a:pt x="19950" y="3284"/>
                  <a:pt x="19054" y="3416"/>
                </a:cubicBezTo>
                <a:cubicBezTo>
                  <a:pt x="19970" y="2741"/>
                  <a:pt x="20673" y="1673"/>
                  <a:pt x="21003" y="400"/>
                </a:cubicBezTo>
                <a:cubicBezTo>
                  <a:pt x="20147" y="1023"/>
                  <a:pt x="19198" y="1478"/>
                  <a:pt x="18189" y="1722"/>
                </a:cubicBezTo>
                <a:cubicBezTo>
                  <a:pt x="17381" y="661"/>
                  <a:pt x="16229" y="0"/>
                  <a:pt x="14955" y="0"/>
                </a:cubicBezTo>
                <a:cubicBezTo>
                  <a:pt x="12507" y="0"/>
                  <a:pt x="10524" y="2442"/>
                  <a:pt x="10524" y="5451"/>
                </a:cubicBezTo>
                <a:cubicBezTo>
                  <a:pt x="10524" y="5879"/>
                  <a:pt x="10562" y="6297"/>
                  <a:pt x="10638" y="6697"/>
                </a:cubicBezTo>
                <a:cubicBezTo>
                  <a:pt x="6956" y="6467"/>
                  <a:pt x="3689" y="4296"/>
                  <a:pt x="1504" y="998"/>
                </a:cubicBezTo>
                <a:cubicBezTo>
                  <a:pt x="1122" y="1802"/>
                  <a:pt x="903" y="2741"/>
                  <a:pt x="903" y="3740"/>
                </a:cubicBezTo>
                <a:cubicBezTo>
                  <a:pt x="903" y="5632"/>
                  <a:pt x="1686" y="7299"/>
                  <a:pt x="2875" y="8280"/>
                </a:cubicBezTo>
                <a:cubicBezTo>
                  <a:pt x="2150" y="8248"/>
                  <a:pt x="1466" y="8005"/>
                  <a:pt x="868" y="7598"/>
                </a:cubicBezTo>
                <a:cubicBezTo>
                  <a:pt x="868" y="7619"/>
                  <a:pt x="868" y="7643"/>
                  <a:pt x="868" y="7664"/>
                </a:cubicBezTo>
                <a:cubicBezTo>
                  <a:pt x="868" y="10308"/>
                  <a:pt x="2396" y="12510"/>
                  <a:pt x="4423" y="13011"/>
                </a:cubicBezTo>
                <a:cubicBezTo>
                  <a:pt x="4051" y="13136"/>
                  <a:pt x="3660" y="13202"/>
                  <a:pt x="3255" y="13202"/>
                </a:cubicBezTo>
                <a:cubicBezTo>
                  <a:pt x="2970" y="13202"/>
                  <a:pt x="2693" y="13167"/>
                  <a:pt x="2421" y="13105"/>
                </a:cubicBezTo>
                <a:cubicBezTo>
                  <a:pt x="2985" y="15272"/>
                  <a:pt x="4622" y="16848"/>
                  <a:pt x="6560" y="16893"/>
                </a:cubicBezTo>
                <a:cubicBezTo>
                  <a:pt x="5043" y="18354"/>
                  <a:pt x="3134" y="19227"/>
                  <a:pt x="1057" y="19227"/>
                </a:cubicBezTo>
                <a:cubicBezTo>
                  <a:pt x="700" y="19227"/>
                  <a:pt x="348" y="19200"/>
                  <a:pt x="0" y="19151"/>
                </a:cubicBezTo>
                <a:cubicBezTo>
                  <a:pt x="1961" y="20699"/>
                  <a:pt x="4290" y="21600"/>
                  <a:pt x="6793" y="21600"/>
                </a:cubicBezTo>
                <a:cubicBezTo>
                  <a:pt x="14944" y="21600"/>
                  <a:pt x="19402" y="13293"/>
                  <a:pt x="19402" y="6084"/>
                </a:cubicBezTo>
                <a:cubicBezTo>
                  <a:pt x="19402" y="5848"/>
                  <a:pt x="19398" y="5615"/>
                  <a:pt x="19389" y="5378"/>
                </a:cubicBezTo>
                <a:cubicBezTo>
                  <a:pt x="20254" y="4609"/>
                  <a:pt x="21005" y="3649"/>
                  <a:pt x="21600" y="2557"/>
                </a:cubicBezTo>
                <a:close/>
              </a:path>
            </a:pathLst>
          </a:custGeom>
          <a:solidFill>
            <a:srgbClr val="FFFFFF"/>
          </a:solid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solidFill>
                <a:schemeClr val="bg1">
                  <a:lumMod val="95000"/>
                </a:schemeClr>
              </a:solidFill>
            </a:endParaRPr>
          </a:p>
        </p:txBody>
      </p:sp>
      <p:sp>
        <p:nvSpPr>
          <p:cNvPr id="8" name="Picture Placeholder 7"/>
          <p:cNvSpPr>
            <a:spLocks noGrp="1"/>
          </p:cNvSpPr>
          <p:nvPr userDrawn="1">
            <p:ph type="pic" sz="quarter" idx="14"/>
          </p:nvPr>
        </p:nvSpPr>
        <p:spPr>
          <a:xfrm>
            <a:off x="7611921" y="2808724"/>
            <a:ext cx="3053301" cy="3056425"/>
          </a:xfrm>
          <a:prstGeom prst="rect">
            <a:avLst/>
          </a:prstGeom>
          <a:solidFill>
            <a:schemeClr val="bg1">
              <a:lumMod val="65000"/>
            </a:schemeClr>
          </a:solidFill>
          <a:ln w="38100">
            <a:solidFill>
              <a:srgbClr val="00B050"/>
            </a:solidFill>
          </a:ln>
        </p:spPr>
        <p:txBody>
          <a:bodyPr>
            <a:normAutofit/>
          </a:bodyPr>
          <a:lstStyle>
            <a:lvl1pPr>
              <a:defRPr sz="1400"/>
            </a:lvl1pPr>
          </a:lstStyle>
          <a:p>
            <a:endParaRPr lang="en-GB" dirty="0"/>
          </a:p>
        </p:txBody>
      </p:sp>
      <p:sp>
        <p:nvSpPr>
          <p:cNvPr id="35" name="Text Placeholder 5"/>
          <p:cNvSpPr>
            <a:spLocks noGrp="1"/>
          </p:cNvSpPr>
          <p:nvPr userDrawn="1">
            <p:ph type="body" sz="quarter" idx="16" hasCustomPrompt="1"/>
          </p:nvPr>
        </p:nvSpPr>
        <p:spPr>
          <a:xfrm>
            <a:off x="4907503" y="3313156"/>
            <a:ext cx="1299981" cy="211548"/>
          </a:xfrm>
        </p:spPr>
        <p:txBody>
          <a:bodyPr lIns="0" tIns="0" rIns="0" bIns="0">
            <a:normAutofit/>
          </a:bodyPr>
          <a:lstStyle>
            <a:lvl1pPr marL="0" indent="0" algn="l">
              <a:lnSpc>
                <a:spcPct val="100000"/>
              </a:lnSpc>
              <a:spcBef>
                <a:spcPts val="200"/>
              </a:spcBef>
              <a:buNone/>
              <a:defRPr sz="1000" baseline="0">
                <a:solidFill>
                  <a:schemeClr val="bg1">
                    <a:lumMod val="95000"/>
                  </a:schemeClr>
                </a:solidFill>
              </a:defRPr>
            </a:lvl1pPr>
          </a:lstStyle>
          <a:p>
            <a:pPr lvl="0"/>
            <a:r>
              <a:rPr lang="en-US" dirty="0" smtClean="0"/>
              <a:t>Adobe Photoshop</a:t>
            </a:r>
          </a:p>
        </p:txBody>
      </p:sp>
      <p:sp>
        <p:nvSpPr>
          <p:cNvPr id="36" name="Text Placeholder 5"/>
          <p:cNvSpPr>
            <a:spLocks noGrp="1"/>
          </p:cNvSpPr>
          <p:nvPr userDrawn="1">
            <p:ph type="body" sz="quarter" idx="17" hasCustomPrompt="1"/>
          </p:nvPr>
        </p:nvSpPr>
        <p:spPr>
          <a:xfrm>
            <a:off x="6329637" y="3693782"/>
            <a:ext cx="425256" cy="165538"/>
          </a:xfrm>
        </p:spPr>
        <p:txBody>
          <a:bodyPr lIns="0" tIns="0" rIns="0" bIns="0">
            <a:noAutofit/>
          </a:bodyPr>
          <a:lstStyle>
            <a:lvl1pPr marL="0" indent="0" algn="ctr">
              <a:lnSpc>
                <a:spcPts val="1400"/>
              </a:lnSpc>
              <a:buNone/>
              <a:defRPr sz="1000">
                <a:solidFill>
                  <a:schemeClr val="bg1">
                    <a:lumMod val="95000"/>
                  </a:schemeClr>
                </a:solidFill>
              </a:defRPr>
            </a:lvl1pPr>
          </a:lstStyle>
          <a:p>
            <a:pPr lvl="0"/>
            <a:r>
              <a:rPr lang="en-US" dirty="0" smtClean="0"/>
              <a:t>62%</a:t>
            </a:r>
          </a:p>
        </p:txBody>
      </p:sp>
      <p:sp>
        <p:nvSpPr>
          <p:cNvPr id="43" name="Text Placeholder 5"/>
          <p:cNvSpPr>
            <a:spLocks noGrp="1"/>
          </p:cNvSpPr>
          <p:nvPr userDrawn="1">
            <p:ph type="body" sz="quarter" idx="24" hasCustomPrompt="1"/>
          </p:nvPr>
        </p:nvSpPr>
        <p:spPr>
          <a:xfrm>
            <a:off x="1967335" y="5810541"/>
            <a:ext cx="1186558" cy="197056"/>
          </a:xfrm>
        </p:spPr>
        <p:txBody>
          <a:bodyPr lIns="0" tIns="0" rIns="0" bIns="0">
            <a:normAutofit/>
          </a:bodyPr>
          <a:lstStyle>
            <a:lvl1pPr marL="0" indent="0">
              <a:lnSpc>
                <a:spcPts val="1400"/>
              </a:lnSpc>
              <a:buNone/>
              <a:defRPr sz="1000">
                <a:solidFill>
                  <a:schemeClr val="bg1">
                    <a:lumMod val="95000"/>
                  </a:schemeClr>
                </a:solidFill>
              </a:defRPr>
            </a:lvl1pPr>
          </a:lstStyle>
          <a:p>
            <a:pPr lvl="0"/>
            <a:r>
              <a:rPr lang="en-US" dirty="0" smtClean="0"/>
              <a:t>agam_banda90</a:t>
            </a:r>
          </a:p>
        </p:txBody>
      </p:sp>
      <p:sp>
        <p:nvSpPr>
          <p:cNvPr id="44" name="Text Placeholder 5"/>
          <p:cNvSpPr>
            <a:spLocks noGrp="1"/>
          </p:cNvSpPr>
          <p:nvPr userDrawn="1">
            <p:ph type="body" sz="quarter" idx="25" hasCustomPrompt="1"/>
          </p:nvPr>
        </p:nvSpPr>
        <p:spPr>
          <a:xfrm>
            <a:off x="1967336" y="6163676"/>
            <a:ext cx="1415098" cy="197056"/>
          </a:xfrm>
        </p:spPr>
        <p:txBody>
          <a:bodyPr lIns="0" tIns="0" rIns="0" bIns="0">
            <a:normAutofit/>
          </a:bodyPr>
          <a:lstStyle>
            <a:lvl1pPr marL="0" indent="0">
              <a:lnSpc>
                <a:spcPts val="1400"/>
              </a:lnSpc>
              <a:buNone/>
              <a:defRPr sz="1000">
                <a:solidFill>
                  <a:schemeClr val="bg1">
                    <a:lumMod val="95000"/>
                  </a:schemeClr>
                </a:solidFill>
              </a:defRPr>
            </a:lvl1pPr>
          </a:lstStyle>
          <a:p>
            <a:pPr lvl="0"/>
            <a:r>
              <a:rPr lang="en-US" dirty="0" smtClean="0"/>
              <a:t>banda_keren1990</a:t>
            </a:r>
          </a:p>
        </p:txBody>
      </p:sp>
      <p:sp>
        <p:nvSpPr>
          <p:cNvPr id="25" name="Rectangle 24"/>
          <p:cNvSpPr/>
          <p:nvPr userDrawn="1"/>
        </p:nvSpPr>
        <p:spPr>
          <a:xfrm>
            <a:off x="4901776" y="3539543"/>
            <a:ext cx="2182982" cy="652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2" rIns="91422" bIns="45712" rtlCol="0" anchor="ctr"/>
          <a:lstStyle/>
          <a:p>
            <a:pPr algn="ctr"/>
            <a:endParaRPr lang="en-GB"/>
          </a:p>
        </p:txBody>
      </p:sp>
      <p:sp>
        <p:nvSpPr>
          <p:cNvPr id="26" name="Rectangle 25"/>
          <p:cNvSpPr/>
          <p:nvPr userDrawn="1"/>
        </p:nvSpPr>
        <p:spPr>
          <a:xfrm>
            <a:off x="4901776" y="3538571"/>
            <a:ext cx="1628540" cy="652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2" rIns="91422" bIns="45712" rtlCol="0" anchor="ctr"/>
          <a:lstStyle/>
          <a:p>
            <a:pPr algn="ctr"/>
            <a:endParaRPr lang="en-GB"/>
          </a:p>
        </p:txBody>
      </p:sp>
      <p:sp>
        <p:nvSpPr>
          <p:cNvPr id="77" name="Text Placeholder 5"/>
          <p:cNvSpPr>
            <a:spLocks noGrp="1"/>
          </p:cNvSpPr>
          <p:nvPr userDrawn="1">
            <p:ph type="body" sz="quarter" idx="27" hasCustomPrompt="1"/>
          </p:nvPr>
        </p:nvSpPr>
        <p:spPr>
          <a:xfrm>
            <a:off x="4907503" y="3980285"/>
            <a:ext cx="1299981" cy="211548"/>
          </a:xfrm>
        </p:spPr>
        <p:txBody>
          <a:bodyPr lIns="0" tIns="0" rIns="0" bIns="0">
            <a:normAutofit/>
          </a:bodyPr>
          <a:lstStyle>
            <a:lvl1pPr marL="0" indent="0" algn="l">
              <a:lnSpc>
                <a:spcPct val="100000"/>
              </a:lnSpc>
              <a:spcBef>
                <a:spcPts val="200"/>
              </a:spcBef>
              <a:buNone/>
              <a:defRPr sz="1000" baseline="0">
                <a:solidFill>
                  <a:schemeClr val="bg1">
                    <a:lumMod val="95000"/>
                  </a:schemeClr>
                </a:solidFill>
              </a:defRPr>
            </a:lvl1pPr>
          </a:lstStyle>
          <a:p>
            <a:pPr lvl="0"/>
            <a:r>
              <a:rPr lang="en-US" dirty="0" smtClean="0"/>
              <a:t>Adobe Photoshop</a:t>
            </a:r>
          </a:p>
        </p:txBody>
      </p:sp>
      <p:sp>
        <p:nvSpPr>
          <p:cNvPr id="78" name="Text Placeholder 5"/>
          <p:cNvSpPr>
            <a:spLocks noGrp="1"/>
          </p:cNvSpPr>
          <p:nvPr userDrawn="1">
            <p:ph type="body" sz="quarter" idx="28" hasCustomPrompt="1"/>
          </p:nvPr>
        </p:nvSpPr>
        <p:spPr>
          <a:xfrm>
            <a:off x="5886834" y="4360913"/>
            <a:ext cx="425256" cy="165538"/>
          </a:xfrm>
        </p:spPr>
        <p:txBody>
          <a:bodyPr lIns="0" tIns="0" rIns="0" bIns="0">
            <a:noAutofit/>
          </a:bodyPr>
          <a:lstStyle>
            <a:lvl1pPr marL="0" indent="0" algn="ctr">
              <a:lnSpc>
                <a:spcPts val="1400"/>
              </a:lnSpc>
              <a:buNone/>
              <a:defRPr sz="1000">
                <a:solidFill>
                  <a:schemeClr val="bg1">
                    <a:lumMod val="95000"/>
                  </a:schemeClr>
                </a:solidFill>
              </a:defRPr>
            </a:lvl1pPr>
          </a:lstStyle>
          <a:p>
            <a:pPr lvl="0"/>
            <a:r>
              <a:rPr lang="en-US" dirty="0" smtClean="0"/>
              <a:t>50%</a:t>
            </a:r>
          </a:p>
        </p:txBody>
      </p:sp>
      <p:sp>
        <p:nvSpPr>
          <p:cNvPr id="80" name="Rectangle 79"/>
          <p:cNvSpPr/>
          <p:nvPr userDrawn="1"/>
        </p:nvSpPr>
        <p:spPr>
          <a:xfrm>
            <a:off x="4901776" y="4206671"/>
            <a:ext cx="2182982" cy="652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2" rIns="91422" bIns="45712" rtlCol="0" anchor="ctr"/>
          <a:lstStyle/>
          <a:p>
            <a:pPr algn="ctr"/>
            <a:endParaRPr lang="en-GB"/>
          </a:p>
        </p:txBody>
      </p:sp>
      <p:sp>
        <p:nvSpPr>
          <p:cNvPr id="81" name="Rectangle 80"/>
          <p:cNvSpPr/>
          <p:nvPr userDrawn="1"/>
        </p:nvSpPr>
        <p:spPr>
          <a:xfrm>
            <a:off x="4901772" y="4205699"/>
            <a:ext cx="1197403" cy="652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2" rIns="91422" bIns="45712" rtlCol="0" anchor="ctr"/>
          <a:lstStyle/>
          <a:p>
            <a:pPr algn="ctr"/>
            <a:endParaRPr lang="en-GB"/>
          </a:p>
        </p:txBody>
      </p:sp>
      <p:sp>
        <p:nvSpPr>
          <p:cNvPr id="82" name="Text Placeholder 5"/>
          <p:cNvSpPr>
            <a:spLocks noGrp="1"/>
          </p:cNvSpPr>
          <p:nvPr userDrawn="1">
            <p:ph type="body" sz="quarter" idx="29" hasCustomPrompt="1"/>
          </p:nvPr>
        </p:nvSpPr>
        <p:spPr>
          <a:xfrm>
            <a:off x="4907503" y="4637570"/>
            <a:ext cx="1299981" cy="211548"/>
          </a:xfrm>
        </p:spPr>
        <p:txBody>
          <a:bodyPr lIns="0" tIns="0" rIns="0" bIns="0">
            <a:normAutofit/>
          </a:bodyPr>
          <a:lstStyle>
            <a:lvl1pPr marL="0" indent="0" algn="l">
              <a:lnSpc>
                <a:spcPct val="100000"/>
              </a:lnSpc>
              <a:spcBef>
                <a:spcPts val="200"/>
              </a:spcBef>
              <a:buNone/>
              <a:defRPr sz="1000" baseline="0">
                <a:solidFill>
                  <a:schemeClr val="bg1">
                    <a:lumMod val="95000"/>
                  </a:schemeClr>
                </a:solidFill>
              </a:defRPr>
            </a:lvl1pPr>
          </a:lstStyle>
          <a:p>
            <a:pPr lvl="0"/>
            <a:r>
              <a:rPr lang="en-US" dirty="0" smtClean="0"/>
              <a:t>Adobe Photoshop</a:t>
            </a:r>
          </a:p>
        </p:txBody>
      </p:sp>
      <p:sp>
        <p:nvSpPr>
          <p:cNvPr id="83" name="Text Placeholder 5"/>
          <p:cNvSpPr>
            <a:spLocks noGrp="1"/>
          </p:cNvSpPr>
          <p:nvPr userDrawn="1">
            <p:ph type="body" sz="quarter" idx="30" hasCustomPrompt="1"/>
          </p:nvPr>
        </p:nvSpPr>
        <p:spPr>
          <a:xfrm>
            <a:off x="6698636" y="5018196"/>
            <a:ext cx="425256" cy="165538"/>
          </a:xfrm>
        </p:spPr>
        <p:txBody>
          <a:bodyPr lIns="0" tIns="0" rIns="0" bIns="0">
            <a:noAutofit/>
          </a:bodyPr>
          <a:lstStyle>
            <a:lvl1pPr marL="0" indent="0" algn="ctr">
              <a:lnSpc>
                <a:spcPts val="1400"/>
              </a:lnSpc>
              <a:buNone/>
              <a:defRPr sz="1000">
                <a:solidFill>
                  <a:schemeClr val="bg1">
                    <a:lumMod val="95000"/>
                  </a:schemeClr>
                </a:solidFill>
              </a:defRPr>
            </a:lvl1pPr>
          </a:lstStyle>
          <a:p>
            <a:pPr lvl="0"/>
            <a:r>
              <a:rPr lang="en-US" dirty="0" smtClean="0"/>
              <a:t>90%</a:t>
            </a:r>
          </a:p>
        </p:txBody>
      </p:sp>
      <p:sp>
        <p:nvSpPr>
          <p:cNvPr id="85" name="Rectangle 84"/>
          <p:cNvSpPr/>
          <p:nvPr userDrawn="1"/>
        </p:nvSpPr>
        <p:spPr>
          <a:xfrm>
            <a:off x="4901776" y="4863958"/>
            <a:ext cx="2182982" cy="652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2" rIns="91422" bIns="45712" rtlCol="0" anchor="ctr"/>
          <a:lstStyle/>
          <a:p>
            <a:pPr algn="ctr"/>
            <a:endParaRPr lang="en-GB"/>
          </a:p>
        </p:txBody>
      </p:sp>
      <p:sp>
        <p:nvSpPr>
          <p:cNvPr id="86" name="Rectangle 85"/>
          <p:cNvSpPr/>
          <p:nvPr userDrawn="1"/>
        </p:nvSpPr>
        <p:spPr>
          <a:xfrm>
            <a:off x="4901772" y="4862986"/>
            <a:ext cx="2016339" cy="652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2" tIns="45712" rIns="91422" bIns="45712" rtlCol="0" anchor="ctr"/>
          <a:lstStyle/>
          <a:p>
            <a:pPr algn="ctr"/>
            <a:endParaRPr lang="en-GB"/>
          </a:p>
        </p:txBody>
      </p:sp>
      <p:sp>
        <p:nvSpPr>
          <p:cNvPr id="34" name="Text Placeholder 5"/>
          <p:cNvSpPr>
            <a:spLocks noGrp="1"/>
          </p:cNvSpPr>
          <p:nvPr userDrawn="1">
            <p:ph type="body" sz="quarter" idx="31" hasCustomPrompt="1"/>
          </p:nvPr>
        </p:nvSpPr>
        <p:spPr>
          <a:xfrm>
            <a:off x="5264150" y="5810541"/>
            <a:ext cx="1186558" cy="197056"/>
          </a:xfrm>
        </p:spPr>
        <p:txBody>
          <a:bodyPr lIns="0" tIns="0" rIns="0" bIns="0">
            <a:normAutofit/>
          </a:bodyPr>
          <a:lstStyle>
            <a:lvl1pPr marL="0" indent="0">
              <a:lnSpc>
                <a:spcPts val="1400"/>
              </a:lnSpc>
              <a:buNone/>
              <a:defRPr sz="1000">
                <a:solidFill>
                  <a:schemeClr val="bg1">
                    <a:lumMod val="95000"/>
                  </a:schemeClr>
                </a:solidFill>
              </a:defRPr>
            </a:lvl1pPr>
          </a:lstStyle>
          <a:p>
            <a:pPr lvl="0"/>
            <a:r>
              <a:rPr lang="en-US" dirty="0" smtClean="0"/>
              <a:t>agam_banda90</a:t>
            </a:r>
          </a:p>
        </p:txBody>
      </p:sp>
      <p:sp>
        <p:nvSpPr>
          <p:cNvPr id="37" name="Text Placeholder 5"/>
          <p:cNvSpPr>
            <a:spLocks noGrp="1"/>
          </p:cNvSpPr>
          <p:nvPr userDrawn="1">
            <p:ph type="body" sz="quarter" idx="32" hasCustomPrompt="1"/>
          </p:nvPr>
        </p:nvSpPr>
        <p:spPr>
          <a:xfrm>
            <a:off x="5264150" y="6163676"/>
            <a:ext cx="1415098" cy="197056"/>
          </a:xfrm>
        </p:spPr>
        <p:txBody>
          <a:bodyPr lIns="0" tIns="0" rIns="0" bIns="0">
            <a:normAutofit/>
          </a:bodyPr>
          <a:lstStyle>
            <a:lvl1pPr marL="0" indent="0">
              <a:lnSpc>
                <a:spcPts val="1400"/>
              </a:lnSpc>
              <a:buNone/>
              <a:defRPr sz="1000">
                <a:solidFill>
                  <a:schemeClr val="bg1">
                    <a:lumMod val="95000"/>
                  </a:schemeClr>
                </a:solidFill>
              </a:defRPr>
            </a:lvl1pPr>
          </a:lstStyle>
          <a:p>
            <a:pPr lvl="0"/>
            <a:r>
              <a:rPr lang="en-US" dirty="0" smtClean="0"/>
              <a:t>banda_keren1990</a:t>
            </a:r>
          </a:p>
        </p:txBody>
      </p:sp>
      <p:sp>
        <p:nvSpPr>
          <p:cNvPr id="29" name="Shape 486"/>
          <p:cNvSpPr/>
          <p:nvPr/>
        </p:nvSpPr>
        <p:spPr>
          <a:xfrm>
            <a:off x="4867903" y="5793908"/>
            <a:ext cx="238191" cy="240442"/>
          </a:xfrm>
          <a:prstGeom prst="ellipse">
            <a:avLst/>
          </a:prstGeom>
          <a:solidFill>
            <a:srgbClr val="00B050"/>
          </a:solid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solidFill>
                <a:schemeClr val="bg1">
                  <a:lumMod val="95000"/>
                </a:schemeClr>
              </a:solidFill>
            </a:endParaRPr>
          </a:p>
        </p:txBody>
      </p:sp>
      <p:sp>
        <p:nvSpPr>
          <p:cNvPr id="38" name="Shape 1186"/>
          <p:cNvSpPr/>
          <p:nvPr userDrawn="1"/>
        </p:nvSpPr>
        <p:spPr>
          <a:xfrm>
            <a:off x="4921641" y="5843354"/>
            <a:ext cx="137633" cy="121149"/>
          </a:xfrm>
          <a:custGeom>
            <a:avLst/>
            <a:gdLst/>
            <a:ahLst/>
            <a:cxnLst>
              <a:cxn ang="0">
                <a:pos x="wd2" y="hd2"/>
              </a:cxn>
              <a:cxn ang="5400000">
                <a:pos x="wd2" y="hd2"/>
              </a:cxn>
              <a:cxn ang="10800000">
                <a:pos x="wd2" y="hd2"/>
              </a:cxn>
              <a:cxn ang="16200000">
                <a:pos x="wd2" y="hd2"/>
              </a:cxn>
            </a:cxnLst>
            <a:rect l="0" t="0" r="r" b="b"/>
            <a:pathLst>
              <a:path w="21600" h="21600" extrusionOk="0">
                <a:moveTo>
                  <a:pt x="11041" y="15188"/>
                </a:moveTo>
                <a:cubicBezTo>
                  <a:pt x="8905" y="14174"/>
                  <a:pt x="8222" y="13317"/>
                  <a:pt x="8222" y="11485"/>
                </a:cubicBezTo>
                <a:cubicBezTo>
                  <a:pt x="8222" y="10385"/>
                  <a:pt x="8875" y="10744"/>
                  <a:pt x="9161" y="8730"/>
                </a:cubicBezTo>
                <a:cubicBezTo>
                  <a:pt x="9279" y="7894"/>
                  <a:pt x="9855" y="8716"/>
                  <a:pt x="9966" y="6808"/>
                </a:cubicBezTo>
                <a:cubicBezTo>
                  <a:pt x="9966" y="6047"/>
                  <a:pt x="9651" y="5858"/>
                  <a:pt x="9651" y="5858"/>
                </a:cubicBezTo>
                <a:cubicBezTo>
                  <a:pt x="9651" y="5858"/>
                  <a:pt x="9811" y="4733"/>
                  <a:pt x="9873" y="3867"/>
                </a:cubicBezTo>
                <a:cubicBezTo>
                  <a:pt x="9951" y="2788"/>
                  <a:pt x="9396" y="0"/>
                  <a:pt x="6431" y="0"/>
                </a:cubicBezTo>
                <a:cubicBezTo>
                  <a:pt x="3466" y="0"/>
                  <a:pt x="2909" y="2788"/>
                  <a:pt x="2987" y="3867"/>
                </a:cubicBezTo>
                <a:cubicBezTo>
                  <a:pt x="3050" y="4733"/>
                  <a:pt x="3210" y="5858"/>
                  <a:pt x="3210" y="5858"/>
                </a:cubicBezTo>
                <a:cubicBezTo>
                  <a:pt x="3210" y="5858"/>
                  <a:pt x="2895" y="6047"/>
                  <a:pt x="2895" y="6808"/>
                </a:cubicBezTo>
                <a:cubicBezTo>
                  <a:pt x="3005" y="8716"/>
                  <a:pt x="3582" y="7894"/>
                  <a:pt x="3700" y="8730"/>
                </a:cubicBezTo>
                <a:cubicBezTo>
                  <a:pt x="3987" y="10744"/>
                  <a:pt x="4639" y="10385"/>
                  <a:pt x="4639" y="11485"/>
                </a:cubicBezTo>
                <a:cubicBezTo>
                  <a:pt x="4639" y="13317"/>
                  <a:pt x="3956" y="14174"/>
                  <a:pt x="1819" y="15188"/>
                </a:cubicBezTo>
                <a:cubicBezTo>
                  <a:pt x="1169" y="15497"/>
                  <a:pt x="0" y="15976"/>
                  <a:pt x="0" y="17129"/>
                </a:cubicBezTo>
                <a:lnTo>
                  <a:pt x="0" y="21600"/>
                </a:lnTo>
                <a:lnTo>
                  <a:pt x="15005" y="21600"/>
                </a:lnTo>
                <a:cubicBezTo>
                  <a:pt x="15005" y="21600"/>
                  <a:pt x="15005" y="18955"/>
                  <a:pt x="15005" y="18248"/>
                </a:cubicBezTo>
                <a:cubicBezTo>
                  <a:pt x="15005" y="17196"/>
                  <a:pt x="13184" y="16207"/>
                  <a:pt x="11041" y="15188"/>
                </a:cubicBezTo>
                <a:close/>
                <a:moveTo>
                  <a:pt x="21600" y="21600"/>
                </a:moveTo>
                <a:cubicBezTo>
                  <a:pt x="21600" y="21600"/>
                  <a:pt x="21557" y="16953"/>
                  <a:pt x="21307" y="16471"/>
                </a:cubicBezTo>
                <a:cubicBezTo>
                  <a:pt x="20935" y="15754"/>
                  <a:pt x="20071" y="15261"/>
                  <a:pt x="18463" y="14498"/>
                </a:cubicBezTo>
                <a:cubicBezTo>
                  <a:pt x="16861" y="13736"/>
                  <a:pt x="16349" y="13094"/>
                  <a:pt x="16349" y="11720"/>
                </a:cubicBezTo>
                <a:cubicBezTo>
                  <a:pt x="16349" y="10894"/>
                  <a:pt x="16838" y="11164"/>
                  <a:pt x="17053" y="9653"/>
                </a:cubicBezTo>
                <a:cubicBezTo>
                  <a:pt x="17142" y="9026"/>
                  <a:pt x="17574" y="9643"/>
                  <a:pt x="17657" y="8212"/>
                </a:cubicBezTo>
                <a:cubicBezTo>
                  <a:pt x="17657" y="7642"/>
                  <a:pt x="17420" y="7499"/>
                  <a:pt x="17420" y="7499"/>
                </a:cubicBezTo>
                <a:cubicBezTo>
                  <a:pt x="17420" y="7499"/>
                  <a:pt x="17541" y="6656"/>
                  <a:pt x="17588" y="6006"/>
                </a:cubicBezTo>
                <a:cubicBezTo>
                  <a:pt x="17646" y="5197"/>
                  <a:pt x="17229" y="3106"/>
                  <a:pt x="15005" y="3106"/>
                </a:cubicBezTo>
                <a:cubicBezTo>
                  <a:pt x="12781" y="3106"/>
                  <a:pt x="12365" y="5197"/>
                  <a:pt x="12422" y="6006"/>
                </a:cubicBezTo>
                <a:cubicBezTo>
                  <a:pt x="12469" y="6656"/>
                  <a:pt x="12589" y="7499"/>
                  <a:pt x="12589" y="7499"/>
                </a:cubicBezTo>
                <a:cubicBezTo>
                  <a:pt x="12589" y="7499"/>
                  <a:pt x="12353" y="7642"/>
                  <a:pt x="12353" y="8212"/>
                </a:cubicBezTo>
                <a:cubicBezTo>
                  <a:pt x="12437" y="9643"/>
                  <a:pt x="12868" y="9026"/>
                  <a:pt x="12957" y="9653"/>
                </a:cubicBezTo>
                <a:cubicBezTo>
                  <a:pt x="13173" y="11164"/>
                  <a:pt x="13662" y="10894"/>
                  <a:pt x="13662" y="11720"/>
                </a:cubicBezTo>
                <a:cubicBezTo>
                  <a:pt x="13662" y="12655"/>
                  <a:pt x="13424" y="13250"/>
                  <a:pt x="12768" y="13776"/>
                </a:cubicBezTo>
                <a:cubicBezTo>
                  <a:pt x="16268" y="15766"/>
                  <a:pt x="16737" y="16172"/>
                  <a:pt x="16737" y="17952"/>
                </a:cubicBezTo>
                <a:lnTo>
                  <a:pt x="16737" y="21600"/>
                </a:lnTo>
                <a:cubicBezTo>
                  <a:pt x="16737" y="21600"/>
                  <a:pt x="21600" y="21600"/>
                  <a:pt x="21600" y="21600"/>
                </a:cubicBezTo>
                <a:close/>
              </a:path>
            </a:pathLst>
          </a:custGeom>
          <a:solidFill>
            <a:schemeClr val="bg1"/>
          </a:solidFill>
          <a:ln w="12700" cap="flat">
            <a:noFill/>
            <a:miter lim="400000"/>
          </a:ln>
          <a:effectLst/>
        </p:spPr>
        <p:txBody>
          <a:bodyPr wrap="square" lIns="38100" tIns="38100" rIns="38100" bIns="38100" numCol="1" anchor="ctr">
            <a:noAutofit/>
          </a:bodyPr>
          <a:lstStyle/>
          <a:p>
            <a:pPr lvl="0" algn="l">
              <a:lnSpc>
                <a:spcPct val="100000"/>
              </a:lnSpc>
              <a:spcBef>
                <a:spcPts val="4499"/>
              </a:spcBef>
              <a:defRPr sz="2500">
                <a:latin typeface="Aleo Light"/>
                <a:ea typeface="Aleo Light"/>
                <a:cs typeface="Aleo Light"/>
                <a:sym typeface="Aleo Light"/>
              </a:defRPr>
            </a:pPr>
            <a:endParaRPr dirty="0">
              <a:solidFill>
                <a:schemeClr val="bg1">
                  <a:lumMod val="95000"/>
                </a:schemeClr>
              </a:solidFill>
            </a:endParaRPr>
          </a:p>
        </p:txBody>
      </p:sp>
      <p:sp>
        <p:nvSpPr>
          <p:cNvPr id="32" name="Shape 490"/>
          <p:cNvSpPr/>
          <p:nvPr/>
        </p:nvSpPr>
        <p:spPr>
          <a:xfrm>
            <a:off x="4867903" y="6138071"/>
            <a:ext cx="238191" cy="240442"/>
          </a:xfrm>
          <a:prstGeom prst="ellipse">
            <a:avLst/>
          </a:prstGeom>
          <a:solidFill>
            <a:srgbClr val="00B050"/>
          </a:solidFill>
          <a:ln w="12700" cap="flat">
            <a:noFill/>
            <a:miter lim="400000"/>
          </a:ln>
          <a:effectLst/>
        </p:spPr>
        <p:txBody>
          <a:bodyPr wrap="square" lIns="50800" tIns="50800" rIns="50800" bIns="50800" numCol="1" anchor="ctr">
            <a:noAutofit/>
          </a:bodyPr>
          <a:lstStyle/>
          <a:p>
            <a:pPr lvl="0">
              <a:lnSpc>
                <a:spcPct val="100000"/>
              </a:lnSpc>
              <a:defRPr sz="3200">
                <a:solidFill>
                  <a:srgbClr val="FFFFFF"/>
                </a:solidFill>
                <a:latin typeface="+mn-lt"/>
                <a:ea typeface="+mn-ea"/>
                <a:cs typeface="+mn-cs"/>
                <a:sym typeface="Helvetica Light"/>
              </a:defRPr>
            </a:pPr>
            <a:endParaRPr>
              <a:solidFill>
                <a:schemeClr val="bg1">
                  <a:lumMod val="95000"/>
                </a:schemeClr>
              </a:solidFill>
            </a:endParaRPr>
          </a:p>
        </p:txBody>
      </p:sp>
      <p:sp>
        <p:nvSpPr>
          <p:cNvPr id="39" name="Shape 384"/>
          <p:cNvSpPr/>
          <p:nvPr userDrawn="1"/>
        </p:nvSpPr>
        <p:spPr>
          <a:xfrm>
            <a:off x="4940684" y="6212124"/>
            <a:ext cx="95264" cy="97412"/>
          </a:xfrm>
          <a:custGeom>
            <a:avLst/>
            <a:gdLst/>
            <a:ahLst/>
            <a:cxnLst>
              <a:cxn ang="0">
                <a:pos x="wd2" y="hd2"/>
              </a:cxn>
              <a:cxn ang="5400000">
                <a:pos x="wd2" y="hd2"/>
              </a:cxn>
              <a:cxn ang="10800000">
                <a:pos x="wd2" y="hd2"/>
              </a:cxn>
              <a:cxn ang="16200000">
                <a:pos x="wd2" y="hd2"/>
              </a:cxn>
            </a:cxnLst>
            <a:rect l="0" t="0" r="r" b="b"/>
            <a:pathLst>
              <a:path w="21600" h="21600" extrusionOk="0">
                <a:moveTo>
                  <a:pt x="1735" y="3821"/>
                </a:moveTo>
                <a:lnTo>
                  <a:pt x="4745" y="3821"/>
                </a:lnTo>
                <a:cubicBezTo>
                  <a:pt x="4832" y="6659"/>
                  <a:pt x="5371" y="8569"/>
                  <a:pt x="6052" y="9978"/>
                </a:cubicBezTo>
                <a:cubicBezTo>
                  <a:pt x="3968" y="8590"/>
                  <a:pt x="2022" y="6988"/>
                  <a:pt x="1735" y="3821"/>
                </a:cubicBezTo>
                <a:close/>
                <a:moveTo>
                  <a:pt x="10800" y="1439"/>
                </a:moveTo>
                <a:cubicBezTo>
                  <a:pt x="14079" y="1438"/>
                  <a:pt x="15359" y="2749"/>
                  <a:pt x="15358" y="3236"/>
                </a:cubicBezTo>
                <a:cubicBezTo>
                  <a:pt x="15358" y="3725"/>
                  <a:pt x="14080" y="5035"/>
                  <a:pt x="10800" y="5038"/>
                </a:cubicBezTo>
                <a:cubicBezTo>
                  <a:pt x="7521" y="5035"/>
                  <a:pt x="6242" y="3725"/>
                  <a:pt x="6242" y="3236"/>
                </a:cubicBezTo>
                <a:cubicBezTo>
                  <a:pt x="6241" y="2749"/>
                  <a:pt x="7521" y="1438"/>
                  <a:pt x="10800" y="1439"/>
                </a:cubicBezTo>
                <a:close/>
                <a:moveTo>
                  <a:pt x="15548" y="9978"/>
                </a:moveTo>
                <a:cubicBezTo>
                  <a:pt x="16230" y="8569"/>
                  <a:pt x="16768" y="6659"/>
                  <a:pt x="16855" y="3821"/>
                </a:cubicBezTo>
                <a:lnTo>
                  <a:pt x="19866" y="3821"/>
                </a:lnTo>
                <a:cubicBezTo>
                  <a:pt x="19580" y="6988"/>
                  <a:pt x="17632" y="8590"/>
                  <a:pt x="15548" y="9978"/>
                </a:cubicBezTo>
                <a:close/>
                <a:moveTo>
                  <a:pt x="12216" y="15911"/>
                </a:moveTo>
                <a:cubicBezTo>
                  <a:pt x="12216" y="14207"/>
                  <a:pt x="13537" y="13266"/>
                  <a:pt x="15690" y="11871"/>
                </a:cubicBezTo>
                <a:cubicBezTo>
                  <a:pt x="18323" y="10163"/>
                  <a:pt x="21600" y="8040"/>
                  <a:pt x="21600" y="2998"/>
                </a:cubicBezTo>
                <a:cubicBezTo>
                  <a:pt x="21600" y="2544"/>
                  <a:pt x="21220" y="2177"/>
                  <a:pt x="20750" y="2177"/>
                </a:cubicBezTo>
                <a:lnTo>
                  <a:pt x="16635" y="2177"/>
                </a:lnTo>
                <a:cubicBezTo>
                  <a:pt x="16053" y="1125"/>
                  <a:pt x="14320" y="0"/>
                  <a:pt x="10800" y="0"/>
                </a:cubicBezTo>
                <a:cubicBezTo>
                  <a:pt x="7281" y="0"/>
                  <a:pt x="5547" y="1125"/>
                  <a:pt x="4966" y="2177"/>
                </a:cubicBezTo>
                <a:lnTo>
                  <a:pt x="850" y="2177"/>
                </a:lnTo>
                <a:cubicBezTo>
                  <a:pt x="380" y="2177"/>
                  <a:pt x="0" y="2544"/>
                  <a:pt x="0" y="2998"/>
                </a:cubicBezTo>
                <a:cubicBezTo>
                  <a:pt x="0" y="8040"/>
                  <a:pt x="3277" y="10163"/>
                  <a:pt x="5912" y="11871"/>
                </a:cubicBezTo>
                <a:cubicBezTo>
                  <a:pt x="8065" y="13266"/>
                  <a:pt x="9384" y="14207"/>
                  <a:pt x="9384" y="15911"/>
                </a:cubicBezTo>
                <a:lnTo>
                  <a:pt x="9384" y="17450"/>
                </a:lnTo>
                <a:cubicBezTo>
                  <a:pt x="7122" y="17696"/>
                  <a:pt x="5461" y="18514"/>
                  <a:pt x="5461" y="19487"/>
                </a:cubicBezTo>
                <a:cubicBezTo>
                  <a:pt x="5461" y="20654"/>
                  <a:pt x="7851" y="21600"/>
                  <a:pt x="10800" y="21600"/>
                </a:cubicBezTo>
                <a:cubicBezTo>
                  <a:pt x="13749" y="21600"/>
                  <a:pt x="16139" y="20654"/>
                  <a:pt x="16139" y="19487"/>
                </a:cubicBezTo>
                <a:cubicBezTo>
                  <a:pt x="16139" y="18514"/>
                  <a:pt x="14478" y="17696"/>
                  <a:pt x="12216" y="17450"/>
                </a:cubicBezTo>
                <a:cubicBezTo>
                  <a:pt x="12216" y="17450"/>
                  <a:pt x="12216" y="15911"/>
                  <a:pt x="12216" y="15911"/>
                </a:cubicBezTo>
                <a:close/>
              </a:path>
            </a:pathLst>
          </a:custGeom>
          <a:solidFill>
            <a:schemeClr val="bg1"/>
          </a:solidFill>
          <a:ln w="12700" cap="flat">
            <a:noFill/>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solidFill>
                <a:schemeClr val="bg1">
                  <a:lumMod val="95000"/>
                </a:schemeClr>
              </a:solidFill>
            </a:endParaRPr>
          </a:p>
        </p:txBody>
      </p:sp>
    </p:spTree>
    <p:extLst>
      <p:ext uri="{BB962C8B-B14F-4D97-AF65-F5344CB8AC3E}">
        <p14:creationId xmlns:p14="http://schemas.microsoft.com/office/powerpoint/2010/main" val="414407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fade">
                                      <p:cBhvr>
                                        <p:cTn id="11" dur="500"/>
                                        <p:tgtEl>
                                          <p:spTgt spid="6">
                                            <p:txEl>
                                              <p:pRg st="0" end="0"/>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500"/>
                                        <p:tgtEl>
                                          <p:spTgt spid="6">
                                            <p:txEl>
                                              <p:pRg st="1" end="1"/>
                                            </p:txEl>
                                          </p:spTgt>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43">
                                            <p:txEl>
                                              <p:pRg st="0" end="0"/>
                                            </p:txEl>
                                          </p:spTgt>
                                        </p:tgtEl>
                                        <p:attrNameLst>
                                          <p:attrName>style.visibility</p:attrName>
                                        </p:attrNameLst>
                                      </p:cBhvr>
                                      <p:to>
                                        <p:strVal val="visible"/>
                                      </p:to>
                                    </p:set>
                                    <p:animEffect transition="in" filter="wipe(left)">
                                      <p:cBhvr>
                                        <p:cTn id="18" dur="500"/>
                                        <p:tgtEl>
                                          <p:spTgt spid="43">
                                            <p:txEl>
                                              <p:pRg st="0" end="0"/>
                                            </p:txEl>
                                          </p:spTgt>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44">
                                            <p:txEl>
                                              <p:pRg st="0" end="0"/>
                                            </p:txEl>
                                          </p:spTgt>
                                        </p:tgtEl>
                                        <p:attrNameLst>
                                          <p:attrName>style.visibility</p:attrName>
                                        </p:attrNameLst>
                                      </p:cBhvr>
                                      <p:to>
                                        <p:strVal val="visible"/>
                                      </p:to>
                                    </p:set>
                                    <p:animEffect transition="in" filter="wipe(left)">
                                      <p:cBhvr>
                                        <p:cTn id="22" dur="500"/>
                                        <p:tgtEl>
                                          <p:spTgt spid="44">
                                            <p:txEl>
                                              <p:pRg st="0" end="0"/>
                                            </p:txEl>
                                          </p:spTgt>
                                        </p:tgtEl>
                                      </p:cBhvr>
                                    </p:animEffect>
                                  </p:childTnLst>
                                </p:cTn>
                              </p:par>
                            </p:childTnLst>
                          </p:cTn>
                        </p:par>
                        <p:par>
                          <p:cTn id="23" fill="hold">
                            <p:stCondLst>
                              <p:cond delay="2000"/>
                            </p:stCondLst>
                            <p:childTnLst>
                              <p:par>
                                <p:cTn id="24" presetID="2" presetClass="entr" presetSubtype="2"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1+#ppt_w/2"/>
                                          </p:val>
                                        </p:tav>
                                        <p:tav tm="100000">
                                          <p:val>
                                            <p:strVal val="#ppt_x"/>
                                          </p:val>
                                        </p:tav>
                                      </p:tavLst>
                                    </p:anim>
                                    <p:anim calcmode="lin" valueType="num">
                                      <p:cBhvr additive="base">
                                        <p:cTn id="27" dur="500" fill="hold"/>
                                        <p:tgtEl>
                                          <p:spTgt spid="8"/>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2" presetClass="entr" presetSubtype="8" fill="hold" grpId="0" nodeType="after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animEffect transition="in" filter="wipe(left)">
                                      <p:cBhvr>
                                        <p:cTn id="31" dur="500"/>
                                        <p:tgtEl>
                                          <p:spTgt spid="12">
                                            <p:txEl>
                                              <p:pRg st="0" end="0"/>
                                            </p:txEl>
                                          </p:spTgt>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35">
                                            <p:txEl>
                                              <p:pRg st="0" end="0"/>
                                            </p:txEl>
                                          </p:spTgt>
                                        </p:tgtEl>
                                        <p:attrNameLst>
                                          <p:attrName>style.visibility</p:attrName>
                                        </p:attrNameLst>
                                      </p:cBhvr>
                                      <p:to>
                                        <p:strVal val="visible"/>
                                      </p:to>
                                    </p:set>
                                    <p:animEffect transition="in" filter="fade">
                                      <p:cBhvr>
                                        <p:cTn id="35" dur="500"/>
                                        <p:tgtEl>
                                          <p:spTgt spid="35">
                                            <p:txEl>
                                              <p:pRg st="0" end="0"/>
                                            </p:txEl>
                                          </p:spTgt>
                                        </p:tgtEl>
                                      </p:cBhvr>
                                    </p:animEffect>
                                  </p:childTnLst>
                                </p:cTn>
                              </p:par>
                            </p:childTnLst>
                          </p:cTn>
                        </p:par>
                        <p:par>
                          <p:cTn id="36" fill="hold">
                            <p:stCondLst>
                              <p:cond delay="3500"/>
                            </p:stCondLst>
                            <p:childTnLst>
                              <p:par>
                                <p:cTn id="37" presetID="22" presetClass="entr" presetSubtype="8"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left)">
                                      <p:cBhvr>
                                        <p:cTn id="39" dur="500"/>
                                        <p:tgtEl>
                                          <p:spTgt spid="25"/>
                                        </p:tgtEl>
                                      </p:cBhvr>
                                    </p:animEffect>
                                  </p:childTnLst>
                                </p:cTn>
                              </p:par>
                            </p:childTnLst>
                          </p:cTn>
                        </p:par>
                        <p:par>
                          <p:cTn id="40" fill="hold">
                            <p:stCondLst>
                              <p:cond delay="4000"/>
                            </p:stCondLst>
                            <p:childTnLst>
                              <p:par>
                                <p:cTn id="41" presetID="22" presetClass="entr" presetSubtype="8"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left)">
                                      <p:cBhvr>
                                        <p:cTn id="43" dur="500"/>
                                        <p:tgtEl>
                                          <p:spTgt spid="26"/>
                                        </p:tgtEl>
                                      </p:cBhvr>
                                    </p:animEffect>
                                  </p:childTnLst>
                                </p:cTn>
                              </p:par>
                            </p:childTnLst>
                          </p:cTn>
                        </p:par>
                        <p:par>
                          <p:cTn id="44" fill="hold">
                            <p:stCondLst>
                              <p:cond delay="4500"/>
                            </p:stCondLst>
                            <p:childTnLst>
                              <p:par>
                                <p:cTn id="45" presetID="10" presetClass="entr" presetSubtype="0" fill="hold" grpId="0" nodeType="afterEffect">
                                  <p:stCondLst>
                                    <p:cond delay="0"/>
                                  </p:stCondLst>
                                  <p:childTnLst>
                                    <p:set>
                                      <p:cBhvr>
                                        <p:cTn id="46" dur="1" fill="hold">
                                          <p:stCondLst>
                                            <p:cond delay="0"/>
                                          </p:stCondLst>
                                        </p:cTn>
                                        <p:tgtEl>
                                          <p:spTgt spid="36">
                                            <p:txEl>
                                              <p:pRg st="0" end="0"/>
                                            </p:txEl>
                                          </p:spTgt>
                                        </p:tgtEl>
                                        <p:attrNameLst>
                                          <p:attrName>style.visibility</p:attrName>
                                        </p:attrNameLst>
                                      </p:cBhvr>
                                      <p:to>
                                        <p:strVal val="visible"/>
                                      </p:to>
                                    </p:set>
                                    <p:animEffect transition="in" filter="fade">
                                      <p:cBhvr>
                                        <p:cTn id="47" dur="500"/>
                                        <p:tgtEl>
                                          <p:spTgt spid="36">
                                            <p:txEl>
                                              <p:pRg st="0" end="0"/>
                                            </p:txEl>
                                          </p:spTgt>
                                        </p:tgtEl>
                                      </p:cBhvr>
                                    </p:animEffect>
                                  </p:childTnLst>
                                </p:cTn>
                              </p:par>
                            </p:childTnLst>
                          </p:cTn>
                        </p:par>
                        <p:par>
                          <p:cTn id="48" fill="hold">
                            <p:stCondLst>
                              <p:cond delay="5000"/>
                            </p:stCondLst>
                            <p:childTnLst>
                              <p:par>
                                <p:cTn id="49" presetID="10" presetClass="entr" presetSubtype="0" fill="hold" grpId="0" nodeType="afterEffect">
                                  <p:stCondLst>
                                    <p:cond delay="0"/>
                                  </p:stCondLst>
                                  <p:childTnLst>
                                    <p:set>
                                      <p:cBhvr>
                                        <p:cTn id="50" dur="1" fill="hold">
                                          <p:stCondLst>
                                            <p:cond delay="0"/>
                                          </p:stCondLst>
                                        </p:cTn>
                                        <p:tgtEl>
                                          <p:spTgt spid="77">
                                            <p:txEl>
                                              <p:pRg st="0" end="0"/>
                                            </p:txEl>
                                          </p:spTgt>
                                        </p:tgtEl>
                                        <p:attrNameLst>
                                          <p:attrName>style.visibility</p:attrName>
                                        </p:attrNameLst>
                                      </p:cBhvr>
                                      <p:to>
                                        <p:strVal val="visible"/>
                                      </p:to>
                                    </p:set>
                                    <p:animEffect transition="in" filter="fade">
                                      <p:cBhvr>
                                        <p:cTn id="51" dur="500"/>
                                        <p:tgtEl>
                                          <p:spTgt spid="77">
                                            <p:txEl>
                                              <p:pRg st="0" end="0"/>
                                            </p:txEl>
                                          </p:spTgt>
                                        </p:tgtEl>
                                      </p:cBhvr>
                                    </p:animEffect>
                                  </p:childTnLst>
                                </p:cTn>
                              </p:par>
                            </p:childTnLst>
                          </p:cTn>
                        </p:par>
                        <p:par>
                          <p:cTn id="52" fill="hold">
                            <p:stCondLst>
                              <p:cond delay="5500"/>
                            </p:stCondLst>
                            <p:childTnLst>
                              <p:par>
                                <p:cTn id="53" presetID="22" presetClass="entr" presetSubtype="8" fill="hold" grpId="0" nodeType="afterEffect">
                                  <p:stCondLst>
                                    <p:cond delay="0"/>
                                  </p:stCondLst>
                                  <p:childTnLst>
                                    <p:set>
                                      <p:cBhvr>
                                        <p:cTn id="54" dur="1" fill="hold">
                                          <p:stCondLst>
                                            <p:cond delay="0"/>
                                          </p:stCondLst>
                                        </p:cTn>
                                        <p:tgtEl>
                                          <p:spTgt spid="80"/>
                                        </p:tgtEl>
                                        <p:attrNameLst>
                                          <p:attrName>style.visibility</p:attrName>
                                        </p:attrNameLst>
                                      </p:cBhvr>
                                      <p:to>
                                        <p:strVal val="visible"/>
                                      </p:to>
                                    </p:set>
                                    <p:animEffect transition="in" filter="wipe(left)">
                                      <p:cBhvr>
                                        <p:cTn id="55" dur="500"/>
                                        <p:tgtEl>
                                          <p:spTgt spid="80"/>
                                        </p:tgtEl>
                                      </p:cBhvr>
                                    </p:animEffect>
                                  </p:childTnLst>
                                </p:cTn>
                              </p:par>
                            </p:childTnLst>
                          </p:cTn>
                        </p:par>
                        <p:par>
                          <p:cTn id="56" fill="hold">
                            <p:stCondLst>
                              <p:cond delay="6000"/>
                            </p:stCondLst>
                            <p:childTnLst>
                              <p:par>
                                <p:cTn id="57" presetID="22" presetClass="entr" presetSubtype="8" fill="hold" grpId="0" nodeType="afterEffect">
                                  <p:stCondLst>
                                    <p:cond delay="0"/>
                                  </p:stCondLst>
                                  <p:childTnLst>
                                    <p:set>
                                      <p:cBhvr>
                                        <p:cTn id="58" dur="1" fill="hold">
                                          <p:stCondLst>
                                            <p:cond delay="0"/>
                                          </p:stCondLst>
                                        </p:cTn>
                                        <p:tgtEl>
                                          <p:spTgt spid="81"/>
                                        </p:tgtEl>
                                        <p:attrNameLst>
                                          <p:attrName>style.visibility</p:attrName>
                                        </p:attrNameLst>
                                      </p:cBhvr>
                                      <p:to>
                                        <p:strVal val="visible"/>
                                      </p:to>
                                    </p:set>
                                    <p:animEffect transition="in" filter="wipe(left)">
                                      <p:cBhvr>
                                        <p:cTn id="59" dur="500"/>
                                        <p:tgtEl>
                                          <p:spTgt spid="81"/>
                                        </p:tgtEl>
                                      </p:cBhvr>
                                    </p:animEffect>
                                  </p:childTnLst>
                                </p:cTn>
                              </p:par>
                            </p:childTnLst>
                          </p:cTn>
                        </p:par>
                        <p:par>
                          <p:cTn id="60" fill="hold">
                            <p:stCondLst>
                              <p:cond delay="6500"/>
                            </p:stCondLst>
                            <p:childTnLst>
                              <p:par>
                                <p:cTn id="61" presetID="10" presetClass="entr" presetSubtype="0" fill="hold" grpId="0" nodeType="afterEffect">
                                  <p:stCondLst>
                                    <p:cond delay="0"/>
                                  </p:stCondLst>
                                  <p:childTnLst>
                                    <p:set>
                                      <p:cBhvr>
                                        <p:cTn id="62" dur="1" fill="hold">
                                          <p:stCondLst>
                                            <p:cond delay="0"/>
                                          </p:stCondLst>
                                        </p:cTn>
                                        <p:tgtEl>
                                          <p:spTgt spid="78">
                                            <p:txEl>
                                              <p:pRg st="0" end="0"/>
                                            </p:txEl>
                                          </p:spTgt>
                                        </p:tgtEl>
                                        <p:attrNameLst>
                                          <p:attrName>style.visibility</p:attrName>
                                        </p:attrNameLst>
                                      </p:cBhvr>
                                      <p:to>
                                        <p:strVal val="visible"/>
                                      </p:to>
                                    </p:set>
                                    <p:animEffect transition="in" filter="fade">
                                      <p:cBhvr>
                                        <p:cTn id="63" dur="500"/>
                                        <p:tgtEl>
                                          <p:spTgt spid="78">
                                            <p:txEl>
                                              <p:pRg st="0" end="0"/>
                                            </p:txEl>
                                          </p:spTgt>
                                        </p:tgtEl>
                                      </p:cBhvr>
                                    </p:animEffect>
                                  </p:childTnLst>
                                </p:cTn>
                              </p:par>
                            </p:childTnLst>
                          </p:cTn>
                        </p:par>
                        <p:par>
                          <p:cTn id="64" fill="hold">
                            <p:stCondLst>
                              <p:cond delay="7000"/>
                            </p:stCondLst>
                            <p:childTnLst>
                              <p:par>
                                <p:cTn id="65" presetID="10" presetClass="entr" presetSubtype="0" fill="hold" grpId="0" nodeType="afterEffect">
                                  <p:stCondLst>
                                    <p:cond delay="0"/>
                                  </p:stCondLst>
                                  <p:childTnLst>
                                    <p:set>
                                      <p:cBhvr>
                                        <p:cTn id="66" dur="1" fill="hold">
                                          <p:stCondLst>
                                            <p:cond delay="0"/>
                                          </p:stCondLst>
                                        </p:cTn>
                                        <p:tgtEl>
                                          <p:spTgt spid="82">
                                            <p:txEl>
                                              <p:pRg st="0" end="0"/>
                                            </p:txEl>
                                          </p:spTgt>
                                        </p:tgtEl>
                                        <p:attrNameLst>
                                          <p:attrName>style.visibility</p:attrName>
                                        </p:attrNameLst>
                                      </p:cBhvr>
                                      <p:to>
                                        <p:strVal val="visible"/>
                                      </p:to>
                                    </p:set>
                                    <p:animEffect transition="in" filter="fade">
                                      <p:cBhvr>
                                        <p:cTn id="67" dur="500"/>
                                        <p:tgtEl>
                                          <p:spTgt spid="82">
                                            <p:txEl>
                                              <p:pRg st="0" end="0"/>
                                            </p:txEl>
                                          </p:spTgt>
                                        </p:tgtEl>
                                      </p:cBhvr>
                                    </p:animEffect>
                                  </p:childTnLst>
                                </p:cTn>
                              </p:par>
                            </p:childTnLst>
                          </p:cTn>
                        </p:par>
                        <p:par>
                          <p:cTn id="68" fill="hold">
                            <p:stCondLst>
                              <p:cond delay="7500"/>
                            </p:stCondLst>
                            <p:childTnLst>
                              <p:par>
                                <p:cTn id="69" presetID="22" presetClass="entr" presetSubtype="8" fill="hold" grpId="0" nodeType="afterEffect">
                                  <p:stCondLst>
                                    <p:cond delay="0"/>
                                  </p:stCondLst>
                                  <p:childTnLst>
                                    <p:set>
                                      <p:cBhvr>
                                        <p:cTn id="70" dur="1" fill="hold">
                                          <p:stCondLst>
                                            <p:cond delay="0"/>
                                          </p:stCondLst>
                                        </p:cTn>
                                        <p:tgtEl>
                                          <p:spTgt spid="85"/>
                                        </p:tgtEl>
                                        <p:attrNameLst>
                                          <p:attrName>style.visibility</p:attrName>
                                        </p:attrNameLst>
                                      </p:cBhvr>
                                      <p:to>
                                        <p:strVal val="visible"/>
                                      </p:to>
                                    </p:set>
                                    <p:animEffect transition="in" filter="wipe(left)">
                                      <p:cBhvr>
                                        <p:cTn id="71" dur="500"/>
                                        <p:tgtEl>
                                          <p:spTgt spid="85"/>
                                        </p:tgtEl>
                                      </p:cBhvr>
                                    </p:animEffect>
                                  </p:childTnLst>
                                </p:cTn>
                              </p:par>
                            </p:childTnLst>
                          </p:cTn>
                        </p:par>
                        <p:par>
                          <p:cTn id="72" fill="hold">
                            <p:stCondLst>
                              <p:cond delay="8000"/>
                            </p:stCondLst>
                            <p:childTnLst>
                              <p:par>
                                <p:cTn id="73" presetID="22" presetClass="entr" presetSubtype="8" fill="hold" grpId="0" nodeType="afterEffect">
                                  <p:stCondLst>
                                    <p:cond delay="0"/>
                                  </p:stCondLst>
                                  <p:childTnLst>
                                    <p:set>
                                      <p:cBhvr>
                                        <p:cTn id="74" dur="1" fill="hold">
                                          <p:stCondLst>
                                            <p:cond delay="0"/>
                                          </p:stCondLst>
                                        </p:cTn>
                                        <p:tgtEl>
                                          <p:spTgt spid="86"/>
                                        </p:tgtEl>
                                        <p:attrNameLst>
                                          <p:attrName>style.visibility</p:attrName>
                                        </p:attrNameLst>
                                      </p:cBhvr>
                                      <p:to>
                                        <p:strVal val="visible"/>
                                      </p:to>
                                    </p:set>
                                    <p:animEffect transition="in" filter="wipe(left)">
                                      <p:cBhvr>
                                        <p:cTn id="75" dur="500"/>
                                        <p:tgtEl>
                                          <p:spTgt spid="86"/>
                                        </p:tgtEl>
                                      </p:cBhvr>
                                    </p:animEffect>
                                  </p:childTnLst>
                                </p:cTn>
                              </p:par>
                            </p:childTnLst>
                          </p:cTn>
                        </p:par>
                        <p:par>
                          <p:cTn id="76" fill="hold">
                            <p:stCondLst>
                              <p:cond delay="8500"/>
                            </p:stCondLst>
                            <p:childTnLst>
                              <p:par>
                                <p:cTn id="77" presetID="10" presetClass="entr" presetSubtype="0" fill="hold" grpId="0" nodeType="afterEffect">
                                  <p:stCondLst>
                                    <p:cond delay="0"/>
                                  </p:stCondLst>
                                  <p:childTnLst>
                                    <p:set>
                                      <p:cBhvr>
                                        <p:cTn id="78" dur="1" fill="hold">
                                          <p:stCondLst>
                                            <p:cond delay="0"/>
                                          </p:stCondLst>
                                        </p:cTn>
                                        <p:tgtEl>
                                          <p:spTgt spid="83">
                                            <p:txEl>
                                              <p:pRg st="0" end="0"/>
                                            </p:txEl>
                                          </p:spTgt>
                                        </p:tgtEl>
                                        <p:attrNameLst>
                                          <p:attrName>style.visibility</p:attrName>
                                        </p:attrNameLst>
                                      </p:cBhvr>
                                      <p:to>
                                        <p:strVal val="visible"/>
                                      </p:to>
                                    </p:set>
                                    <p:animEffect transition="in" filter="fade">
                                      <p:cBhvr>
                                        <p:cTn id="79" dur="500"/>
                                        <p:tgtEl>
                                          <p:spTgt spid="83">
                                            <p:txEl>
                                              <p:pRg st="0" end="0"/>
                                            </p:txEl>
                                          </p:spTgt>
                                        </p:tgtEl>
                                      </p:cBhvr>
                                    </p:animEffect>
                                  </p:childTnLst>
                                </p:cTn>
                              </p:par>
                            </p:childTnLst>
                          </p:cTn>
                        </p:par>
                        <p:par>
                          <p:cTn id="80" fill="hold">
                            <p:stCondLst>
                              <p:cond delay="9000"/>
                            </p:stCondLst>
                            <p:childTnLst>
                              <p:par>
                                <p:cTn id="81" presetID="22" presetClass="entr" presetSubtype="8" fill="hold" grpId="0" nodeType="afterEffect">
                                  <p:stCondLst>
                                    <p:cond delay="0"/>
                                  </p:stCondLst>
                                  <p:childTnLst>
                                    <p:set>
                                      <p:cBhvr>
                                        <p:cTn id="82" dur="1" fill="hold">
                                          <p:stCondLst>
                                            <p:cond delay="0"/>
                                          </p:stCondLst>
                                        </p:cTn>
                                        <p:tgtEl>
                                          <p:spTgt spid="34">
                                            <p:txEl>
                                              <p:pRg st="0" end="0"/>
                                            </p:txEl>
                                          </p:spTgt>
                                        </p:tgtEl>
                                        <p:attrNameLst>
                                          <p:attrName>style.visibility</p:attrName>
                                        </p:attrNameLst>
                                      </p:cBhvr>
                                      <p:to>
                                        <p:strVal val="visible"/>
                                      </p:to>
                                    </p:set>
                                    <p:animEffect transition="in" filter="wipe(left)">
                                      <p:cBhvr>
                                        <p:cTn id="83" dur="500"/>
                                        <p:tgtEl>
                                          <p:spTgt spid="34">
                                            <p:txEl>
                                              <p:pRg st="0" end="0"/>
                                            </p:txEl>
                                          </p:spTgt>
                                        </p:tgtEl>
                                      </p:cBhvr>
                                    </p:animEffect>
                                  </p:childTnLst>
                                </p:cTn>
                              </p:par>
                            </p:childTnLst>
                          </p:cTn>
                        </p:par>
                        <p:par>
                          <p:cTn id="84" fill="hold">
                            <p:stCondLst>
                              <p:cond delay="9500"/>
                            </p:stCondLst>
                            <p:childTnLst>
                              <p:par>
                                <p:cTn id="85" presetID="22" presetClass="entr" presetSubtype="8" fill="hold" grpId="0" nodeType="afterEffect">
                                  <p:stCondLst>
                                    <p:cond delay="0"/>
                                  </p:stCondLst>
                                  <p:childTnLst>
                                    <p:set>
                                      <p:cBhvr>
                                        <p:cTn id="86" dur="1" fill="hold">
                                          <p:stCondLst>
                                            <p:cond delay="0"/>
                                          </p:stCondLst>
                                        </p:cTn>
                                        <p:tgtEl>
                                          <p:spTgt spid="37">
                                            <p:txEl>
                                              <p:pRg st="0" end="0"/>
                                            </p:txEl>
                                          </p:spTgt>
                                        </p:tgtEl>
                                        <p:attrNameLst>
                                          <p:attrName>style.visibility</p:attrName>
                                        </p:attrNameLst>
                                      </p:cBhvr>
                                      <p:to>
                                        <p:strVal val="visible"/>
                                      </p:to>
                                    </p:set>
                                    <p:animEffect transition="in" filter="wipe(left)">
                                      <p:cBhvr>
                                        <p:cTn id="87" dur="500"/>
                                        <p:tgtEl>
                                          <p:spTgt spid="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2" presetClass="entr" presetSubtype="8" fill="hold" nodeType="after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wipe(left)">
                      <p:cBhvr>
                        <p:cTn dur="500"/>
                        <p:tgtEl>
                          <p:spTgt spid="5"/>
                        </p:tgtEl>
                      </p:cBhvr>
                    </p:animEffect>
                  </p:childTnLst>
                </p:cTn>
              </p:par>
            </p:tnLst>
          </p:tmpl>
        </p:tmplLst>
      </p:bldP>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12" grpId="0" build="p">
        <p:tmplLst>
          <p:tmpl lvl="1">
            <p:tnLst>
              <p:par>
                <p:cTn presetID="22" presetClass="entr" presetSubtype="8"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wipe(left)">
                      <p:cBhvr>
                        <p:cTn dur="500"/>
                        <p:tgtEl>
                          <p:spTgt spid="12"/>
                        </p:tgtEl>
                      </p:cBhvr>
                    </p:animEffect>
                  </p:childTnLst>
                </p:cTn>
              </p:par>
            </p:tnLst>
          </p:tmpl>
        </p:tmplLst>
      </p:bldP>
      <p:bldP spid="8" grpId="0" animBg="1"/>
      <p:bldP spid="35" grpId="0" build="p">
        <p:tmplLst>
          <p:tmpl lvl="1">
            <p:tnLst>
              <p:par>
                <p:cTn presetID="10" presetClass="entr" presetSubtype="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build="p">
        <p:tmplLst>
          <p:tmpl lvl="1">
            <p:tnLst>
              <p:par>
                <p:cTn presetID="10" presetClass="entr" presetSubtype="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43" grpId="0" build="p">
        <p:tmplLst>
          <p:tmpl lvl="1">
            <p:tnLst>
              <p:par>
                <p:cTn presetID="22" presetClass="entr" presetSubtype="8"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wipe(left)">
                      <p:cBhvr>
                        <p:cTn dur="500"/>
                        <p:tgtEl>
                          <p:spTgt spid="43"/>
                        </p:tgtEl>
                      </p:cBhvr>
                    </p:animEffect>
                  </p:childTnLst>
                </p:cTn>
              </p:par>
            </p:tnLst>
          </p:tmpl>
        </p:tmplLst>
      </p:bldP>
      <p:bldP spid="44" grpId="0" build="p">
        <p:tmplLst>
          <p:tmpl lvl="1">
            <p:tnLst>
              <p:par>
                <p:cTn presetID="22" presetClass="entr" presetSubtype="8"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wipe(left)">
                      <p:cBhvr>
                        <p:cTn dur="500"/>
                        <p:tgtEl>
                          <p:spTgt spid="44"/>
                        </p:tgtEl>
                      </p:cBhvr>
                    </p:animEffect>
                  </p:childTnLst>
                </p:cTn>
              </p:par>
            </p:tnLst>
          </p:tmpl>
        </p:tmplLst>
      </p:bldP>
      <p:bldP spid="25" grpId="0" animBg="1"/>
      <p:bldP spid="26" grpId="0" animBg="1"/>
      <p:bldP spid="77" grpId="0" build="p">
        <p:tmplLst>
          <p:tmpl lvl="1">
            <p:tnLst>
              <p:par>
                <p:cTn presetID="10" presetClass="entr" presetSubtype="0" fill="hold" nodeType="afterEffect">
                  <p:stCondLst>
                    <p:cond delay="0"/>
                  </p:stCondLst>
                  <p:childTnLst>
                    <p:set>
                      <p:cBhvr>
                        <p:cTn dur="1" fill="hold">
                          <p:stCondLst>
                            <p:cond delay="0"/>
                          </p:stCondLst>
                        </p:cTn>
                        <p:tgtEl>
                          <p:spTgt spid="77"/>
                        </p:tgtEl>
                        <p:attrNameLst>
                          <p:attrName>style.visibility</p:attrName>
                        </p:attrNameLst>
                      </p:cBhvr>
                      <p:to>
                        <p:strVal val="visible"/>
                      </p:to>
                    </p:set>
                    <p:animEffect transition="in" filter="fade">
                      <p:cBhvr>
                        <p:cTn dur="500"/>
                        <p:tgtEl>
                          <p:spTgt spid="77"/>
                        </p:tgtEl>
                      </p:cBhvr>
                    </p:animEffect>
                  </p:childTnLst>
                </p:cTn>
              </p:par>
            </p:tnLst>
          </p:tmpl>
        </p:tmplLst>
      </p:bldP>
      <p:bldP spid="78" grpId="0" build="p">
        <p:tmplLst>
          <p:tmpl lvl="1">
            <p:tnLst>
              <p:par>
                <p:cTn presetID="10" presetClass="entr" presetSubtype="0" fill="hold" nodeType="after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0" grpId="0" animBg="1"/>
      <p:bldP spid="81" grpId="0" animBg="1"/>
      <p:bldP spid="82" grpId="0" build="p">
        <p:tmplLst>
          <p:tmpl lvl="1">
            <p:tnLst>
              <p:par>
                <p:cTn presetID="10" presetClass="entr" presetSubtype="0" fill="hold" nodeType="afterEffect">
                  <p:stCondLst>
                    <p:cond delay="0"/>
                  </p:stCondLst>
                  <p:childTnLst>
                    <p:set>
                      <p:cBhvr>
                        <p:cTn dur="1" fill="hold">
                          <p:stCondLst>
                            <p:cond delay="0"/>
                          </p:stCondLst>
                        </p:cTn>
                        <p:tgtEl>
                          <p:spTgt spid="82"/>
                        </p:tgtEl>
                        <p:attrNameLst>
                          <p:attrName>style.visibility</p:attrName>
                        </p:attrNameLst>
                      </p:cBhvr>
                      <p:to>
                        <p:strVal val="visible"/>
                      </p:to>
                    </p:set>
                    <p:animEffect transition="in" filter="fade">
                      <p:cBhvr>
                        <p:cTn dur="500"/>
                        <p:tgtEl>
                          <p:spTgt spid="82"/>
                        </p:tgtEl>
                      </p:cBhvr>
                    </p:animEffect>
                  </p:childTnLst>
                </p:cTn>
              </p:par>
            </p:tnLst>
          </p:tmpl>
        </p:tmplLst>
      </p:bldP>
      <p:bldP spid="83" grpId="0" build="p">
        <p:tmplLst>
          <p:tmpl lvl="1">
            <p:tnLst>
              <p:par>
                <p:cTn presetID="10" presetClass="entr" presetSubtype="0" fill="hold" nodeType="afterEffect">
                  <p:stCondLst>
                    <p:cond delay="0"/>
                  </p:stCondLst>
                  <p:childTnLst>
                    <p:set>
                      <p:cBhvr>
                        <p:cTn dur="1" fill="hold">
                          <p:stCondLst>
                            <p:cond delay="0"/>
                          </p:stCondLst>
                        </p:cTn>
                        <p:tgtEl>
                          <p:spTgt spid="83"/>
                        </p:tgtEl>
                        <p:attrNameLst>
                          <p:attrName>style.visibility</p:attrName>
                        </p:attrNameLst>
                      </p:cBhvr>
                      <p:to>
                        <p:strVal val="visible"/>
                      </p:to>
                    </p:set>
                    <p:animEffect transition="in" filter="fade">
                      <p:cBhvr>
                        <p:cTn dur="500"/>
                        <p:tgtEl>
                          <p:spTgt spid="83"/>
                        </p:tgtEl>
                      </p:cBhvr>
                    </p:animEffect>
                  </p:childTnLst>
                </p:cTn>
              </p:par>
            </p:tnLst>
          </p:tmpl>
        </p:tmplLst>
      </p:bldP>
      <p:bldP spid="85" grpId="0" animBg="1"/>
      <p:bldP spid="86" grpId="0" animBg="1"/>
      <p:bldP spid="34" grpId="0" build="p">
        <p:tmplLst>
          <p:tmpl lvl="1">
            <p:tnLst>
              <p:par>
                <p:cTn presetID="22" presetClass="entr" presetSubtype="8"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wipe(left)">
                      <p:cBhvr>
                        <p:cTn dur="500"/>
                        <p:tgtEl>
                          <p:spTgt spid="34"/>
                        </p:tgtEl>
                      </p:cBhvr>
                    </p:animEffect>
                  </p:childTnLst>
                </p:cTn>
              </p:par>
            </p:tnLst>
          </p:tmpl>
        </p:tmplLst>
      </p:bldP>
      <p:bldP spid="37" grpId="0" build="p">
        <p:tmplLst>
          <p:tmpl lvl="1">
            <p:tnLst>
              <p:par>
                <p:cTn presetID="22" presetClass="entr" presetSubtype="8"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wipe(left)">
                      <p:cBhvr>
                        <p:cTn dur="500"/>
                        <p:tgtEl>
                          <p:spTgt spid="37"/>
                        </p:tgtEl>
                      </p:cBhvr>
                    </p:animEffect>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Meet_the_team1">
    <p:spTree>
      <p:nvGrpSpPr>
        <p:cNvPr id="1" name=""/>
        <p:cNvGrpSpPr/>
        <p:nvPr/>
      </p:nvGrpSpPr>
      <p:grpSpPr>
        <a:xfrm>
          <a:off x="0" y="0"/>
          <a:ext cx="0" cy="0"/>
          <a:chOff x="0" y="0"/>
          <a:chExt cx="0" cy="0"/>
        </a:xfrm>
      </p:grpSpPr>
      <p:sp>
        <p:nvSpPr>
          <p:cNvPr id="5" name="Picture Placeholder 22"/>
          <p:cNvSpPr>
            <a:spLocks noGrp="1"/>
          </p:cNvSpPr>
          <p:nvPr>
            <p:ph type="pic" sz="quarter" idx="14"/>
          </p:nvPr>
        </p:nvSpPr>
        <p:spPr>
          <a:xfrm>
            <a:off x="1289958" y="2061634"/>
            <a:ext cx="1821975" cy="1824566"/>
          </a:xfrm>
        </p:spPr>
        <p:txBody>
          <a:bodyPr>
            <a:normAutofit/>
          </a:bodyPr>
          <a:lstStyle>
            <a:lvl1pPr marL="0" indent="0">
              <a:buNone/>
              <a:defRPr sz="1500">
                <a:solidFill>
                  <a:schemeClr val="bg1"/>
                </a:solidFill>
                <a:latin typeface="Calibri Light"/>
                <a:cs typeface="Calibri Light"/>
              </a:defRPr>
            </a:lvl1pPr>
          </a:lstStyle>
          <a:p>
            <a:endParaRPr lang="id-ID" dirty="0"/>
          </a:p>
        </p:txBody>
      </p:sp>
      <p:sp>
        <p:nvSpPr>
          <p:cNvPr id="18" name="Picture Placeholder 22"/>
          <p:cNvSpPr>
            <a:spLocks noGrp="1"/>
          </p:cNvSpPr>
          <p:nvPr>
            <p:ph type="pic" sz="quarter" idx="15"/>
          </p:nvPr>
        </p:nvSpPr>
        <p:spPr>
          <a:xfrm>
            <a:off x="3895736" y="2061634"/>
            <a:ext cx="1821975" cy="1824566"/>
          </a:xfrm>
        </p:spPr>
        <p:txBody>
          <a:bodyPr>
            <a:normAutofit/>
          </a:bodyPr>
          <a:lstStyle>
            <a:lvl1pPr marL="0" indent="0">
              <a:buNone/>
              <a:defRPr sz="1500">
                <a:solidFill>
                  <a:schemeClr val="bg1"/>
                </a:solidFill>
                <a:latin typeface="Calibri Light"/>
                <a:cs typeface="Calibri Light"/>
              </a:defRPr>
            </a:lvl1pPr>
          </a:lstStyle>
          <a:p>
            <a:endParaRPr lang="id-ID" dirty="0"/>
          </a:p>
        </p:txBody>
      </p:sp>
      <p:sp>
        <p:nvSpPr>
          <p:cNvPr id="19" name="Picture Placeholder 22"/>
          <p:cNvSpPr>
            <a:spLocks noGrp="1"/>
          </p:cNvSpPr>
          <p:nvPr>
            <p:ph type="pic" sz="quarter" idx="16"/>
          </p:nvPr>
        </p:nvSpPr>
        <p:spPr>
          <a:xfrm>
            <a:off x="6548158" y="2061634"/>
            <a:ext cx="1821975" cy="1824566"/>
          </a:xfrm>
        </p:spPr>
        <p:txBody>
          <a:bodyPr>
            <a:normAutofit/>
          </a:bodyPr>
          <a:lstStyle>
            <a:lvl1pPr marL="0" indent="0">
              <a:buNone/>
              <a:defRPr sz="1500">
                <a:solidFill>
                  <a:schemeClr val="bg1"/>
                </a:solidFill>
                <a:latin typeface="Calibri Light"/>
                <a:cs typeface="Calibri Light"/>
              </a:defRPr>
            </a:lvl1pPr>
          </a:lstStyle>
          <a:p>
            <a:endParaRPr lang="id-ID" dirty="0"/>
          </a:p>
        </p:txBody>
      </p:sp>
      <p:sp>
        <p:nvSpPr>
          <p:cNvPr id="20" name="Picture Placeholder 22"/>
          <p:cNvSpPr>
            <a:spLocks noGrp="1"/>
          </p:cNvSpPr>
          <p:nvPr>
            <p:ph type="pic" sz="quarter" idx="17"/>
          </p:nvPr>
        </p:nvSpPr>
        <p:spPr>
          <a:xfrm>
            <a:off x="9132696" y="2061634"/>
            <a:ext cx="1821975" cy="1824566"/>
          </a:xfrm>
        </p:spPr>
        <p:txBody>
          <a:bodyPr>
            <a:normAutofit/>
          </a:bodyPr>
          <a:lstStyle>
            <a:lvl1pPr marL="0" indent="0">
              <a:buNone/>
              <a:defRPr sz="1500">
                <a:solidFill>
                  <a:schemeClr val="bg1"/>
                </a:solidFill>
                <a:latin typeface="Calibri Light"/>
                <a:cs typeface="Calibri Light"/>
              </a:defRPr>
            </a:lvl1pPr>
          </a:lstStyle>
          <a:p>
            <a:endParaRPr lang="id-ID" dirty="0"/>
          </a:p>
        </p:txBody>
      </p:sp>
    </p:spTree>
    <p:extLst>
      <p:ext uri="{BB962C8B-B14F-4D97-AF65-F5344CB8AC3E}">
        <p14:creationId xmlns:p14="http://schemas.microsoft.com/office/powerpoint/2010/main" val="2080264972"/>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Meet_the_team">
    <p:spTree>
      <p:nvGrpSpPr>
        <p:cNvPr id="1" name=""/>
        <p:cNvGrpSpPr/>
        <p:nvPr/>
      </p:nvGrpSpPr>
      <p:grpSpPr>
        <a:xfrm>
          <a:off x="0" y="0"/>
          <a:ext cx="0" cy="0"/>
          <a:chOff x="0" y="0"/>
          <a:chExt cx="0" cy="0"/>
        </a:xfrm>
      </p:grpSpPr>
      <p:sp>
        <p:nvSpPr>
          <p:cNvPr id="5" name="Picture Placeholder 22"/>
          <p:cNvSpPr>
            <a:spLocks noGrp="1"/>
          </p:cNvSpPr>
          <p:nvPr>
            <p:ph type="pic" sz="quarter" idx="14"/>
          </p:nvPr>
        </p:nvSpPr>
        <p:spPr>
          <a:xfrm>
            <a:off x="988228" y="1821006"/>
            <a:ext cx="1821975" cy="1824566"/>
          </a:xfrm>
        </p:spPr>
        <p:txBody>
          <a:bodyPr>
            <a:normAutofit/>
          </a:bodyPr>
          <a:lstStyle>
            <a:lvl1pPr marL="0" indent="0">
              <a:buNone/>
              <a:defRPr sz="1500">
                <a:solidFill>
                  <a:schemeClr val="bg1"/>
                </a:solidFill>
                <a:latin typeface="Calibri Light"/>
                <a:cs typeface="Calibri Light"/>
              </a:defRPr>
            </a:lvl1pPr>
          </a:lstStyle>
          <a:p>
            <a:endParaRPr lang="id-ID" dirty="0"/>
          </a:p>
        </p:txBody>
      </p:sp>
    </p:spTree>
    <p:extLst>
      <p:ext uri="{BB962C8B-B14F-4D97-AF65-F5344CB8AC3E}">
        <p14:creationId xmlns:p14="http://schemas.microsoft.com/office/powerpoint/2010/main" val="4209183355"/>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Meet_the_team">
    <p:spTree>
      <p:nvGrpSpPr>
        <p:cNvPr id="1" name=""/>
        <p:cNvGrpSpPr/>
        <p:nvPr/>
      </p:nvGrpSpPr>
      <p:grpSpPr>
        <a:xfrm>
          <a:off x="0" y="0"/>
          <a:ext cx="0" cy="0"/>
          <a:chOff x="0" y="0"/>
          <a:chExt cx="0" cy="0"/>
        </a:xfrm>
      </p:grpSpPr>
      <p:sp>
        <p:nvSpPr>
          <p:cNvPr id="5" name="Picture Placeholder 22"/>
          <p:cNvSpPr>
            <a:spLocks noGrp="1"/>
          </p:cNvSpPr>
          <p:nvPr>
            <p:ph type="pic" sz="quarter" idx="14"/>
          </p:nvPr>
        </p:nvSpPr>
        <p:spPr>
          <a:xfrm>
            <a:off x="912812" y="3733800"/>
            <a:ext cx="6706384" cy="1824566"/>
          </a:xfrm>
        </p:spPr>
        <p:txBody>
          <a:bodyPr>
            <a:normAutofit/>
          </a:bodyPr>
          <a:lstStyle>
            <a:lvl1pPr marL="0" indent="0">
              <a:buNone/>
              <a:defRPr sz="1500">
                <a:solidFill>
                  <a:schemeClr val="bg1"/>
                </a:solidFill>
                <a:latin typeface="Calibri Light"/>
                <a:cs typeface="Calibri Light"/>
              </a:defRPr>
            </a:lvl1pPr>
          </a:lstStyle>
          <a:p>
            <a:endParaRPr lang="id-ID" dirty="0"/>
          </a:p>
        </p:txBody>
      </p:sp>
    </p:spTree>
    <p:extLst>
      <p:ext uri="{BB962C8B-B14F-4D97-AF65-F5344CB8AC3E}">
        <p14:creationId xmlns:p14="http://schemas.microsoft.com/office/powerpoint/2010/main" val="4209183355"/>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1209652" y="2743200"/>
            <a:ext cx="2843043" cy="3108960"/>
          </a:xfrm>
        </p:spPr>
        <p:txBody>
          <a:bodyPr/>
          <a:lstStyle/>
          <a:p>
            <a:endParaRPr lang="en-US" dirty="0"/>
          </a:p>
        </p:txBody>
      </p:sp>
    </p:spTree>
    <p:extLst>
      <p:ext uri="{BB962C8B-B14F-4D97-AF65-F5344CB8AC3E}">
        <p14:creationId xmlns:p14="http://schemas.microsoft.com/office/powerpoint/2010/main" val="2202059074"/>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6" name="Rectangle 5"/>
          <p:cNvSpPr/>
          <p:nvPr userDrawn="1"/>
        </p:nvSpPr>
        <p:spPr>
          <a:xfrm flipH="1">
            <a:off x="0" y="-1"/>
            <a:ext cx="12188825" cy="50452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dirty="0"/>
          </a:p>
        </p:txBody>
      </p:sp>
      <p:sp>
        <p:nvSpPr>
          <p:cNvPr id="7" name="Rectangle 6"/>
          <p:cNvSpPr/>
          <p:nvPr userDrawn="1"/>
        </p:nvSpPr>
        <p:spPr>
          <a:xfrm>
            <a:off x="1" y="0"/>
            <a:ext cx="12188824" cy="5045294"/>
          </a:xfrm>
          <a:prstGeom prst="rect">
            <a:avLst/>
          </a:prstGeom>
          <a:solidFill>
            <a:schemeClr val="tx2">
              <a:lumMod val="50000"/>
              <a:alpha val="75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299" dirty="0"/>
          </a:p>
        </p:txBody>
      </p:sp>
      <p:pic>
        <p:nvPicPr>
          <p:cNvPr id="33" name="Picture 32"/>
          <p:cNvPicPr>
            <a:picLocks noChangeAspect="1"/>
          </p:cNvPicPr>
          <p:nvPr userDrawn="1"/>
        </p:nvPicPr>
        <p:blipFill rotWithShape="1">
          <a:blip r:embed="rId2" cstate="print">
            <a:extLst>
              <a:ext uri="{28A0092B-C50C-407E-A947-70E740481C1C}">
                <a14:useLocalDpi xmlns:a14="http://schemas.microsoft.com/office/drawing/2010/main" val="0"/>
              </a:ext>
            </a:extLst>
          </a:blip>
          <a:srcRect l="19221" t="29398" r="17922" b="13718"/>
          <a:stretch/>
        </p:blipFill>
        <p:spPr>
          <a:xfrm>
            <a:off x="509581" y="1572550"/>
            <a:ext cx="5616111" cy="3389114"/>
          </a:xfrm>
          <a:prstGeom prst="rect">
            <a:avLst/>
          </a:prstGeom>
        </p:spPr>
      </p:pic>
      <p:sp>
        <p:nvSpPr>
          <p:cNvPr id="34" name="Rectangle 33"/>
          <p:cNvSpPr/>
          <p:nvPr userDrawn="1"/>
        </p:nvSpPr>
        <p:spPr>
          <a:xfrm>
            <a:off x="1328293" y="1971593"/>
            <a:ext cx="3891628" cy="24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p>
        </p:txBody>
      </p:sp>
      <p:sp>
        <p:nvSpPr>
          <p:cNvPr id="44" name="Picture Placeholder 43"/>
          <p:cNvSpPr>
            <a:spLocks noGrp="1"/>
          </p:cNvSpPr>
          <p:nvPr>
            <p:ph type="pic" sz="quarter" idx="10"/>
          </p:nvPr>
        </p:nvSpPr>
        <p:spPr>
          <a:xfrm>
            <a:off x="1328292" y="1959007"/>
            <a:ext cx="3891629" cy="2460586"/>
          </a:xfrm>
        </p:spPr>
        <p:txBody>
          <a:bodyPr/>
          <a:lstStyle/>
          <a:p>
            <a:endParaRPr lang="en-US"/>
          </a:p>
        </p:txBody>
      </p:sp>
    </p:spTree>
    <p:extLst>
      <p:ext uri="{BB962C8B-B14F-4D97-AF65-F5344CB8AC3E}">
        <p14:creationId xmlns:p14="http://schemas.microsoft.com/office/powerpoint/2010/main" val="1182590656"/>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Rectangle 5"/>
          <p:cNvSpPr/>
          <p:nvPr userDrawn="1"/>
        </p:nvSpPr>
        <p:spPr>
          <a:xfrm>
            <a:off x="2438113" y="3184498"/>
            <a:ext cx="2438112" cy="164025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7208" tIns="58604" rIns="117208" bIns="58604" rtlCol="0" anchor="ctr"/>
          <a:lstStyle/>
          <a:p>
            <a:pPr algn="ctr"/>
            <a:endParaRPr lang="en-US" sz="3100" dirty="0"/>
          </a:p>
        </p:txBody>
      </p:sp>
      <p:sp>
        <p:nvSpPr>
          <p:cNvPr id="7" name="Rectangle 6"/>
          <p:cNvSpPr/>
          <p:nvPr userDrawn="1"/>
        </p:nvSpPr>
        <p:spPr>
          <a:xfrm>
            <a:off x="7312602" y="3184498"/>
            <a:ext cx="2438112" cy="164025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7208" tIns="58604" rIns="117208" bIns="58604" rtlCol="0" anchor="ctr"/>
          <a:lstStyle/>
          <a:p>
            <a:pPr algn="ctr"/>
            <a:endParaRPr lang="en-US" sz="3100" dirty="0"/>
          </a:p>
        </p:txBody>
      </p:sp>
      <p:sp>
        <p:nvSpPr>
          <p:cNvPr id="8" name="Rectangle 7"/>
          <p:cNvSpPr/>
          <p:nvPr userDrawn="1"/>
        </p:nvSpPr>
        <p:spPr>
          <a:xfrm>
            <a:off x="0" y="4824750"/>
            <a:ext cx="2438112" cy="203325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7208" tIns="58604" rIns="117208" bIns="58604" rtlCol="0" anchor="ctr"/>
          <a:lstStyle/>
          <a:p>
            <a:pPr algn="ctr"/>
            <a:endParaRPr lang="en-US" sz="3100" dirty="0"/>
          </a:p>
        </p:txBody>
      </p:sp>
      <p:sp>
        <p:nvSpPr>
          <p:cNvPr id="9" name="Rectangle 8"/>
          <p:cNvSpPr/>
          <p:nvPr userDrawn="1"/>
        </p:nvSpPr>
        <p:spPr>
          <a:xfrm>
            <a:off x="4876226" y="4824750"/>
            <a:ext cx="2438112" cy="203325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7208" tIns="58604" rIns="117208" bIns="58604" rtlCol="0" anchor="ctr"/>
          <a:lstStyle/>
          <a:p>
            <a:pPr algn="ctr"/>
            <a:endParaRPr lang="en-US" sz="3100" dirty="0"/>
          </a:p>
        </p:txBody>
      </p:sp>
      <p:sp>
        <p:nvSpPr>
          <p:cNvPr id="10" name="Rectangle 9"/>
          <p:cNvSpPr/>
          <p:nvPr userDrawn="1"/>
        </p:nvSpPr>
        <p:spPr>
          <a:xfrm>
            <a:off x="9750712" y="4824750"/>
            <a:ext cx="2438112" cy="203325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7208" tIns="58604" rIns="117208" bIns="58604" rtlCol="0" anchor="ctr"/>
          <a:lstStyle/>
          <a:p>
            <a:pPr algn="ctr"/>
            <a:endParaRPr lang="en-US" sz="3100" dirty="0"/>
          </a:p>
        </p:txBody>
      </p:sp>
      <p:sp>
        <p:nvSpPr>
          <p:cNvPr id="19" name="Picture Placeholder 18"/>
          <p:cNvSpPr>
            <a:spLocks noGrp="1"/>
          </p:cNvSpPr>
          <p:nvPr>
            <p:ph type="pic" sz="quarter" idx="11"/>
          </p:nvPr>
        </p:nvSpPr>
        <p:spPr>
          <a:xfrm>
            <a:off x="0" y="4800600"/>
            <a:ext cx="2437765" cy="2057400"/>
          </a:xfrm>
        </p:spPr>
        <p:txBody>
          <a:bodyPr/>
          <a:lstStyle/>
          <a:p>
            <a:endParaRPr lang="en-US"/>
          </a:p>
        </p:txBody>
      </p:sp>
      <p:sp>
        <p:nvSpPr>
          <p:cNvPr id="21" name="Picture Placeholder 20"/>
          <p:cNvSpPr>
            <a:spLocks noGrp="1"/>
          </p:cNvSpPr>
          <p:nvPr>
            <p:ph type="pic" sz="quarter" idx="12"/>
          </p:nvPr>
        </p:nvSpPr>
        <p:spPr>
          <a:xfrm>
            <a:off x="4875530" y="4800600"/>
            <a:ext cx="2437765" cy="2057400"/>
          </a:xfrm>
        </p:spPr>
        <p:txBody>
          <a:bodyPr/>
          <a:lstStyle/>
          <a:p>
            <a:endParaRPr lang="en-US"/>
          </a:p>
        </p:txBody>
      </p:sp>
      <p:sp>
        <p:nvSpPr>
          <p:cNvPr id="23" name="Picture Placeholder 22"/>
          <p:cNvSpPr>
            <a:spLocks noGrp="1"/>
          </p:cNvSpPr>
          <p:nvPr>
            <p:ph type="pic" sz="quarter" idx="13"/>
          </p:nvPr>
        </p:nvSpPr>
        <p:spPr>
          <a:xfrm>
            <a:off x="9751060" y="4800600"/>
            <a:ext cx="2437765" cy="2057400"/>
          </a:xfrm>
        </p:spPr>
        <p:txBody>
          <a:bodyPr/>
          <a:lstStyle/>
          <a:p>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35" name="Picture Placeholder 2"/>
          <p:cNvSpPr>
            <a:spLocks noGrp="1"/>
          </p:cNvSpPr>
          <p:nvPr>
            <p:ph type="pic" sz="quarter" idx="27"/>
          </p:nvPr>
        </p:nvSpPr>
        <p:spPr>
          <a:xfrm>
            <a:off x="7754679" y="4012519"/>
            <a:ext cx="3209544" cy="1737360"/>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36" name="Picture Placeholder 2"/>
          <p:cNvSpPr>
            <a:spLocks noGrp="1"/>
          </p:cNvSpPr>
          <p:nvPr>
            <p:ph type="pic" sz="quarter" idx="28"/>
          </p:nvPr>
        </p:nvSpPr>
        <p:spPr>
          <a:xfrm>
            <a:off x="7754679" y="2209769"/>
            <a:ext cx="3209544" cy="1737360"/>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33" name="Picture Placeholder 2"/>
          <p:cNvSpPr>
            <a:spLocks noGrp="1"/>
          </p:cNvSpPr>
          <p:nvPr>
            <p:ph type="pic" sz="quarter" idx="25"/>
          </p:nvPr>
        </p:nvSpPr>
        <p:spPr>
          <a:xfrm>
            <a:off x="4488773" y="4012519"/>
            <a:ext cx="3209544" cy="1737360"/>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34" name="Picture Placeholder 2"/>
          <p:cNvSpPr>
            <a:spLocks noGrp="1"/>
          </p:cNvSpPr>
          <p:nvPr>
            <p:ph type="pic" sz="quarter" idx="26"/>
          </p:nvPr>
        </p:nvSpPr>
        <p:spPr>
          <a:xfrm>
            <a:off x="4488773" y="2209769"/>
            <a:ext cx="3209544" cy="1737360"/>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32" name="Picture Placeholder 2"/>
          <p:cNvSpPr>
            <a:spLocks noGrp="1"/>
          </p:cNvSpPr>
          <p:nvPr>
            <p:ph type="pic" sz="quarter" idx="24"/>
          </p:nvPr>
        </p:nvSpPr>
        <p:spPr>
          <a:xfrm>
            <a:off x="1225587" y="4012519"/>
            <a:ext cx="3209544" cy="1737360"/>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3" name="Picture Placeholder 2"/>
          <p:cNvSpPr>
            <a:spLocks noGrp="1"/>
          </p:cNvSpPr>
          <p:nvPr>
            <p:ph type="pic" sz="quarter" idx="22"/>
          </p:nvPr>
        </p:nvSpPr>
        <p:spPr>
          <a:xfrm>
            <a:off x="1225587" y="2209769"/>
            <a:ext cx="3209544" cy="1737360"/>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16" name="Title 15"/>
          <p:cNvSpPr>
            <a:spLocks noGrp="1"/>
          </p:cNvSpPr>
          <p:nvPr>
            <p:ph type="title"/>
          </p:nvPr>
        </p:nvSpPr>
        <p:spPr>
          <a:xfrm>
            <a:off x="1523603" y="381001"/>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10" name="Text Placeholder 17"/>
          <p:cNvSpPr>
            <a:spLocks noGrp="1"/>
          </p:cNvSpPr>
          <p:nvPr>
            <p:ph type="body" sz="quarter" idx="21"/>
          </p:nvPr>
        </p:nvSpPr>
        <p:spPr>
          <a:xfrm>
            <a:off x="4938318" y="1783082"/>
            <a:ext cx="1689497" cy="274417"/>
          </a:xfrm>
        </p:spPr>
        <p:txBody>
          <a:bodyPr lIns="0" tIns="0" rIns="0" bIns="0" anchor="ctr">
            <a:normAutofit/>
          </a:bodyPr>
          <a:lstStyle>
            <a:lvl1pPr marL="0" indent="0" algn="l">
              <a:lnSpc>
                <a:spcPct val="150000"/>
              </a:lnSpc>
              <a:buNone/>
              <a:defRPr sz="1000">
                <a:solidFill>
                  <a:schemeClr val="tx1">
                    <a:lumMod val="65000"/>
                    <a:lumOff val="35000"/>
                  </a:schemeClr>
                </a:solidFill>
                <a:latin typeface="Source Sans Pro Light"/>
              </a:defRPr>
            </a:lvl1pPr>
          </a:lstStyle>
          <a:p>
            <a:pPr lvl="0"/>
            <a:endParaRPr lang="en-US" dirty="0" smtClean="0"/>
          </a:p>
        </p:txBody>
      </p:sp>
      <p:sp>
        <p:nvSpPr>
          <p:cNvPr id="24" name="Shape 575"/>
          <p:cNvSpPr/>
          <p:nvPr userDrawn="1"/>
        </p:nvSpPr>
        <p:spPr>
          <a:xfrm>
            <a:off x="1232001" y="1894290"/>
            <a:ext cx="232109" cy="111343"/>
          </a:xfrm>
          <a:prstGeom prst="rect">
            <a:avLst/>
          </a:prstGeom>
          <a:solidFill>
            <a:schemeClr val="accent1">
              <a:lumMod val="75000"/>
            </a:schemeClr>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25" name="Shape 576"/>
          <p:cNvSpPr/>
          <p:nvPr userDrawn="1"/>
        </p:nvSpPr>
        <p:spPr>
          <a:xfrm>
            <a:off x="4490618" y="1894290"/>
            <a:ext cx="232109" cy="111343"/>
          </a:xfrm>
          <a:prstGeom prst="rect">
            <a:avLst/>
          </a:prstGeom>
          <a:solidFill>
            <a:schemeClr val="accent5"/>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26" name="Shape 577"/>
          <p:cNvSpPr/>
          <p:nvPr userDrawn="1"/>
        </p:nvSpPr>
        <p:spPr>
          <a:xfrm>
            <a:off x="7761627" y="1894290"/>
            <a:ext cx="232109" cy="111343"/>
          </a:xfrm>
          <a:prstGeom prst="rect">
            <a:avLst/>
          </a:prstGeom>
          <a:solidFill>
            <a:schemeClr val="accent3"/>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27" name="Shape 578"/>
          <p:cNvSpPr/>
          <p:nvPr userDrawn="1"/>
        </p:nvSpPr>
        <p:spPr>
          <a:xfrm>
            <a:off x="1232001" y="5924011"/>
            <a:ext cx="232109" cy="134714"/>
          </a:xfrm>
          <a:prstGeom prst="rect">
            <a:avLst/>
          </a:prstGeom>
          <a:solidFill>
            <a:schemeClr val="accent2"/>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28" name="Shape 579"/>
          <p:cNvSpPr/>
          <p:nvPr userDrawn="1"/>
        </p:nvSpPr>
        <p:spPr>
          <a:xfrm>
            <a:off x="4490618" y="5924011"/>
            <a:ext cx="232109" cy="134714"/>
          </a:xfrm>
          <a:prstGeom prst="rect">
            <a:avLst/>
          </a:prstGeom>
          <a:solidFill>
            <a:schemeClr val="accent4"/>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29" name="Shape 580"/>
          <p:cNvSpPr/>
          <p:nvPr userDrawn="1"/>
        </p:nvSpPr>
        <p:spPr>
          <a:xfrm>
            <a:off x="7761627" y="5924011"/>
            <a:ext cx="232109" cy="134714"/>
          </a:xfrm>
          <a:prstGeom prst="rect">
            <a:avLst/>
          </a:prstGeom>
          <a:solidFill>
            <a:schemeClr val="accent1"/>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30" name="Text Placeholder 17"/>
          <p:cNvSpPr>
            <a:spLocks noGrp="1"/>
          </p:cNvSpPr>
          <p:nvPr>
            <p:ph type="body" sz="quarter" idx="23"/>
          </p:nvPr>
        </p:nvSpPr>
        <p:spPr>
          <a:xfrm>
            <a:off x="1674815" y="1783082"/>
            <a:ext cx="1689497" cy="274417"/>
          </a:xfrm>
        </p:spPr>
        <p:txBody>
          <a:bodyPr lIns="0" tIns="0" rIns="0" bIns="0" anchor="ctr">
            <a:normAutofit/>
          </a:bodyPr>
          <a:lstStyle>
            <a:lvl1pPr marL="0" indent="0" algn="l">
              <a:lnSpc>
                <a:spcPct val="150000"/>
              </a:lnSpc>
              <a:buNone/>
              <a:defRPr sz="1000">
                <a:solidFill>
                  <a:schemeClr val="tx1">
                    <a:lumMod val="65000"/>
                    <a:lumOff val="35000"/>
                  </a:schemeClr>
                </a:solidFill>
                <a:latin typeface="Source Sans Pro Light"/>
              </a:defRPr>
            </a:lvl1pPr>
          </a:lstStyle>
          <a:p>
            <a:pPr lvl="0"/>
            <a:endParaRPr lang="en-US" dirty="0" smtClean="0"/>
          </a:p>
        </p:txBody>
      </p:sp>
      <p:sp>
        <p:nvSpPr>
          <p:cNvPr id="37" name="Text Placeholder 17"/>
          <p:cNvSpPr>
            <a:spLocks noGrp="1"/>
          </p:cNvSpPr>
          <p:nvPr>
            <p:ph type="body" sz="quarter" idx="29"/>
          </p:nvPr>
        </p:nvSpPr>
        <p:spPr>
          <a:xfrm>
            <a:off x="4938318" y="5845371"/>
            <a:ext cx="1689497" cy="274417"/>
          </a:xfrm>
        </p:spPr>
        <p:txBody>
          <a:bodyPr lIns="0" tIns="0" rIns="0" bIns="0" anchor="ctr">
            <a:normAutofit/>
          </a:bodyPr>
          <a:lstStyle>
            <a:lvl1pPr marL="0" indent="0" algn="l">
              <a:lnSpc>
                <a:spcPct val="150000"/>
              </a:lnSpc>
              <a:buNone/>
              <a:defRPr sz="1000">
                <a:solidFill>
                  <a:schemeClr val="tx1">
                    <a:lumMod val="65000"/>
                    <a:lumOff val="35000"/>
                  </a:schemeClr>
                </a:solidFill>
                <a:latin typeface="Source Sans Pro Light"/>
              </a:defRPr>
            </a:lvl1pPr>
          </a:lstStyle>
          <a:p>
            <a:pPr lvl="0"/>
            <a:endParaRPr lang="en-US" dirty="0" smtClean="0"/>
          </a:p>
        </p:txBody>
      </p:sp>
      <p:sp>
        <p:nvSpPr>
          <p:cNvPr id="38" name="Text Placeholder 17"/>
          <p:cNvSpPr>
            <a:spLocks noGrp="1"/>
          </p:cNvSpPr>
          <p:nvPr>
            <p:ph type="body" sz="quarter" idx="30"/>
          </p:nvPr>
        </p:nvSpPr>
        <p:spPr>
          <a:xfrm>
            <a:off x="1674815" y="5845371"/>
            <a:ext cx="1689497" cy="274417"/>
          </a:xfrm>
        </p:spPr>
        <p:txBody>
          <a:bodyPr lIns="0" tIns="0" rIns="0" bIns="0" anchor="ctr">
            <a:normAutofit/>
          </a:bodyPr>
          <a:lstStyle>
            <a:lvl1pPr marL="0" indent="0" algn="l">
              <a:lnSpc>
                <a:spcPct val="150000"/>
              </a:lnSpc>
              <a:buNone/>
              <a:defRPr sz="1000">
                <a:solidFill>
                  <a:schemeClr val="tx1">
                    <a:lumMod val="65000"/>
                    <a:lumOff val="35000"/>
                  </a:schemeClr>
                </a:solidFill>
                <a:latin typeface="Source Sans Pro Light"/>
              </a:defRPr>
            </a:lvl1pPr>
          </a:lstStyle>
          <a:p>
            <a:pPr lvl="0"/>
            <a:endParaRPr lang="en-US" dirty="0" smtClean="0"/>
          </a:p>
        </p:txBody>
      </p:sp>
      <p:sp>
        <p:nvSpPr>
          <p:cNvPr id="39" name="Text Placeholder 17"/>
          <p:cNvSpPr>
            <a:spLocks noGrp="1"/>
          </p:cNvSpPr>
          <p:nvPr>
            <p:ph type="body" sz="quarter" idx="31"/>
          </p:nvPr>
        </p:nvSpPr>
        <p:spPr>
          <a:xfrm>
            <a:off x="8188930" y="1783082"/>
            <a:ext cx="1689497" cy="274417"/>
          </a:xfrm>
        </p:spPr>
        <p:txBody>
          <a:bodyPr lIns="0" tIns="0" rIns="0" bIns="0" anchor="ctr">
            <a:normAutofit/>
          </a:bodyPr>
          <a:lstStyle>
            <a:lvl1pPr marL="0" indent="0" algn="l">
              <a:lnSpc>
                <a:spcPct val="150000"/>
              </a:lnSpc>
              <a:buNone/>
              <a:defRPr sz="1000">
                <a:solidFill>
                  <a:schemeClr val="tx1">
                    <a:lumMod val="65000"/>
                    <a:lumOff val="35000"/>
                  </a:schemeClr>
                </a:solidFill>
                <a:latin typeface="Source Sans Pro Light"/>
              </a:defRPr>
            </a:lvl1pPr>
          </a:lstStyle>
          <a:p>
            <a:pPr lvl="0"/>
            <a:endParaRPr lang="en-US" dirty="0" smtClean="0"/>
          </a:p>
        </p:txBody>
      </p:sp>
      <p:sp>
        <p:nvSpPr>
          <p:cNvPr id="40" name="Text Placeholder 17"/>
          <p:cNvSpPr>
            <a:spLocks noGrp="1"/>
          </p:cNvSpPr>
          <p:nvPr>
            <p:ph type="body" sz="quarter" idx="32"/>
          </p:nvPr>
        </p:nvSpPr>
        <p:spPr>
          <a:xfrm>
            <a:off x="8188930" y="5845371"/>
            <a:ext cx="1689497" cy="274417"/>
          </a:xfrm>
        </p:spPr>
        <p:txBody>
          <a:bodyPr lIns="0" tIns="0" rIns="0" bIns="0" anchor="ctr">
            <a:normAutofit/>
          </a:bodyPr>
          <a:lstStyle>
            <a:lvl1pPr marL="0" indent="0" algn="l">
              <a:lnSpc>
                <a:spcPct val="150000"/>
              </a:lnSpc>
              <a:buNone/>
              <a:defRPr sz="1000">
                <a:solidFill>
                  <a:schemeClr val="tx1">
                    <a:lumMod val="65000"/>
                    <a:lumOff val="35000"/>
                  </a:schemeClr>
                </a:solidFill>
                <a:latin typeface="Source Sans Pro Light"/>
              </a:defRPr>
            </a:lvl1pPr>
          </a:lstStyle>
          <a:p>
            <a:pPr lvl="0"/>
            <a:endParaRPr lang="en-US" dirty="0" smtClean="0"/>
          </a:p>
        </p:txBody>
      </p:sp>
    </p:spTree>
    <p:extLst>
      <p:ext uri="{BB962C8B-B14F-4D97-AF65-F5344CB8AC3E}">
        <p14:creationId xmlns:p14="http://schemas.microsoft.com/office/powerpoint/2010/main" val="2275550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down)">
                                      <p:cBhvr>
                                        <p:cTn id="15" dur="500"/>
                                        <p:tgtEl>
                                          <p:spTgt spid="24"/>
                                        </p:tgtEl>
                                      </p:cBhvr>
                                    </p:animEffect>
                                  </p:childTnLst>
                                </p:cTn>
                              </p:par>
                            </p:childTnLst>
                          </p:cTn>
                        </p:par>
                        <p:par>
                          <p:cTn id="16" fill="hold">
                            <p:stCondLst>
                              <p:cond delay="1500"/>
                            </p:stCondLst>
                            <p:childTnLst>
                              <p:par>
                                <p:cTn id="17" presetID="9" presetClass="entr" presetSubtype="0" fill="hold" grpId="0" nodeType="afterEffect" nodePh="1">
                                  <p:stCondLst>
                                    <p:cond delay="0"/>
                                  </p:stCondLst>
                                  <p:endCondLst>
                                    <p:cond evt="begin" delay="0">
                                      <p:tn val="17"/>
                                    </p:cond>
                                  </p:endCondLst>
                                  <p:childTnLst>
                                    <p:set>
                                      <p:cBhvr>
                                        <p:cTn id="18" dur="1" fill="hold">
                                          <p:stCondLst>
                                            <p:cond delay="0"/>
                                          </p:stCondLst>
                                        </p:cTn>
                                        <p:tgtEl>
                                          <p:spTgt spid="30">
                                            <p:txEl>
                                              <p:pRg st="0" end="0"/>
                                            </p:txEl>
                                          </p:spTgt>
                                        </p:tgtEl>
                                        <p:attrNameLst>
                                          <p:attrName>style.visibility</p:attrName>
                                        </p:attrNameLst>
                                      </p:cBhvr>
                                      <p:to>
                                        <p:strVal val="visible"/>
                                      </p:to>
                                    </p:set>
                                    <p:animEffect transition="in" filter="dissolve">
                                      <p:cBhvr>
                                        <p:cTn id="19" dur="500"/>
                                        <p:tgtEl>
                                          <p:spTgt spid="30">
                                            <p:txEl>
                                              <p:pRg st="0" end="0"/>
                                            </p:txEl>
                                          </p:spTgt>
                                        </p:tgtEl>
                                      </p:cBhvr>
                                    </p:animEffect>
                                  </p:childTnLst>
                                </p:cTn>
                              </p:par>
                            </p:childTnLst>
                          </p:cTn>
                        </p:par>
                        <p:par>
                          <p:cTn id="20" fill="hold">
                            <p:stCondLst>
                              <p:cond delay="2000"/>
                            </p:stCondLst>
                            <p:childTnLst>
                              <p:par>
                                <p:cTn id="21" presetID="10" presetClass="entr" presetSubtype="0" fill="hold" grpId="0" nodeType="afterEffect" nodePh="1">
                                  <p:stCondLst>
                                    <p:cond delay="0"/>
                                  </p:stCondLst>
                                  <p:endCondLst>
                                    <p:cond evt="begin" delay="0">
                                      <p:tn val="21"/>
                                    </p:cond>
                                  </p:endCondLst>
                                  <p:childTnLst>
                                    <p:set>
                                      <p:cBhvr>
                                        <p:cTn id="22" dur="1" fill="hold">
                                          <p:stCondLst>
                                            <p:cond delay="0"/>
                                          </p:stCondLst>
                                        </p:cTn>
                                        <p:tgtEl>
                                          <p:spTgt spid="34"/>
                                        </p:tgtEl>
                                        <p:attrNameLst>
                                          <p:attrName>style.visibility</p:attrName>
                                        </p:attrNameLst>
                                      </p:cBhvr>
                                      <p:to>
                                        <p:strVal val="visible"/>
                                      </p:to>
                                    </p:set>
                                    <p:animEffect transition="in" filter="fade">
                                      <p:cBhvr>
                                        <p:cTn id="23" dur="500"/>
                                        <p:tgtEl>
                                          <p:spTgt spid="34"/>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down)">
                                      <p:cBhvr>
                                        <p:cTn id="27" dur="500"/>
                                        <p:tgtEl>
                                          <p:spTgt spid="25"/>
                                        </p:tgtEl>
                                      </p:cBhvr>
                                    </p:animEffect>
                                  </p:childTnLst>
                                </p:cTn>
                              </p:par>
                            </p:childTnLst>
                          </p:cTn>
                        </p:par>
                        <p:par>
                          <p:cTn id="28" fill="hold">
                            <p:stCondLst>
                              <p:cond delay="3000"/>
                            </p:stCondLst>
                            <p:childTnLst>
                              <p:par>
                                <p:cTn id="29" presetID="9" presetClass="entr" presetSubtype="0" fill="hold" grpId="0" nodeType="afterEffect" nodePh="1">
                                  <p:stCondLst>
                                    <p:cond delay="0"/>
                                  </p:stCondLst>
                                  <p:endCondLst>
                                    <p:cond evt="begin" delay="0">
                                      <p:tn val="29"/>
                                    </p:cond>
                                  </p:endCondLst>
                                  <p:childTnLst>
                                    <p:set>
                                      <p:cBhvr>
                                        <p:cTn id="30" dur="1" fill="hold">
                                          <p:stCondLst>
                                            <p:cond delay="0"/>
                                          </p:stCondLst>
                                        </p:cTn>
                                        <p:tgtEl>
                                          <p:spTgt spid="10">
                                            <p:txEl>
                                              <p:pRg st="0" end="0"/>
                                            </p:txEl>
                                          </p:spTgt>
                                        </p:tgtEl>
                                        <p:attrNameLst>
                                          <p:attrName>style.visibility</p:attrName>
                                        </p:attrNameLst>
                                      </p:cBhvr>
                                      <p:to>
                                        <p:strVal val="visible"/>
                                      </p:to>
                                    </p:set>
                                    <p:animEffect transition="in" filter="dissolve">
                                      <p:cBhvr>
                                        <p:cTn id="31" dur="500"/>
                                        <p:tgtEl>
                                          <p:spTgt spid="10">
                                            <p:txEl>
                                              <p:pRg st="0" end="0"/>
                                            </p:txEl>
                                          </p:spTgt>
                                        </p:tgtEl>
                                      </p:cBhvr>
                                    </p:animEffect>
                                  </p:childTnLst>
                                </p:cTn>
                              </p:par>
                            </p:childTnLst>
                          </p:cTn>
                        </p:par>
                        <p:par>
                          <p:cTn id="32" fill="hold">
                            <p:stCondLst>
                              <p:cond delay="3500"/>
                            </p:stCondLst>
                            <p:childTnLst>
                              <p:par>
                                <p:cTn id="33" presetID="10" presetClass="entr" presetSubtype="0" fill="hold" grpId="0" nodeType="afterEffect" nodePh="1">
                                  <p:stCondLst>
                                    <p:cond delay="0"/>
                                  </p:stCondLst>
                                  <p:endCondLst>
                                    <p:cond evt="begin" delay="0">
                                      <p:tn val="33"/>
                                    </p:cond>
                                  </p:endCondLst>
                                  <p:childTnLst>
                                    <p:set>
                                      <p:cBhvr>
                                        <p:cTn id="34" dur="1" fill="hold">
                                          <p:stCondLst>
                                            <p:cond delay="0"/>
                                          </p:stCondLst>
                                        </p:cTn>
                                        <p:tgtEl>
                                          <p:spTgt spid="36"/>
                                        </p:tgtEl>
                                        <p:attrNameLst>
                                          <p:attrName>style.visibility</p:attrName>
                                        </p:attrNameLst>
                                      </p:cBhvr>
                                      <p:to>
                                        <p:strVal val="visible"/>
                                      </p:to>
                                    </p:set>
                                    <p:animEffect transition="in" filter="fade">
                                      <p:cBhvr>
                                        <p:cTn id="35" dur="500"/>
                                        <p:tgtEl>
                                          <p:spTgt spid="36"/>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wipe(down)">
                                      <p:cBhvr>
                                        <p:cTn id="39" dur="500"/>
                                        <p:tgtEl>
                                          <p:spTgt spid="26"/>
                                        </p:tgtEl>
                                      </p:cBhvr>
                                    </p:animEffect>
                                  </p:childTnLst>
                                </p:cTn>
                              </p:par>
                            </p:childTnLst>
                          </p:cTn>
                        </p:par>
                        <p:par>
                          <p:cTn id="40" fill="hold">
                            <p:stCondLst>
                              <p:cond delay="4500"/>
                            </p:stCondLst>
                            <p:childTnLst>
                              <p:par>
                                <p:cTn id="41" presetID="9" presetClass="entr" presetSubtype="0" fill="hold" grpId="0" nodeType="afterEffect" nodePh="1">
                                  <p:stCondLst>
                                    <p:cond delay="0"/>
                                  </p:stCondLst>
                                  <p:endCondLst>
                                    <p:cond evt="begin" delay="0">
                                      <p:tn val="41"/>
                                    </p:cond>
                                  </p:endCondLst>
                                  <p:childTnLst>
                                    <p:set>
                                      <p:cBhvr>
                                        <p:cTn id="42" dur="1" fill="hold">
                                          <p:stCondLst>
                                            <p:cond delay="0"/>
                                          </p:stCondLst>
                                        </p:cTn>
                                        <p:tgtEl>
                                          <p:spTgt spid="39">
                                            <p:txEl>
                                              <p:pRg st="0" end="0"/>
                                            </p:txEl>
                                          </p:spTgt>
                                        </p:tgtEl>
                                        <p:attrNameLst>
                                          <p:attrName>style.visibility</p:attrName>
                                        </p:attrNameLst>
                                      </p:cBhvr>
                                      <p:to>
                                        <p:strVal val="visible"/>
                                      </p:to>
                                    </p:set>
                                    <p:animEffect transition="in" filter="dissolve">
                                      <p:cBhvr>
                                        <p:cTn id="43" dur="500"/>
                                        <p:tgtEl>
                                          <p:spTgt spid="39">
                                            <p:txEl>
                                              <p:pRg st="0" end="0"/>
                                            </p:txEl>
                                          </p:spTgt>
                                        </p:tgtEl>
                                      </p:cBhvr>
                                    </p:animEffect>
                                  </p:childTnLst>
                                </p:cTn>
                              </p:par>
                            </p:childTnLst>
                          </p:cTn>
                        </p:par>
                        <p:par>
                          <p:cTn id="44" fill="hold">
                            <p:stCondLst>
                              <p:cond delay="5000"/>
                            </p:stCondLst>
                            <p:childTnLst>
                              <p:par>
                                <p:cTn id="45" presetID="10" presetClass="entr" presetSubtype="0" fill="hold" grpId="0" nodeType="afterEffect" nodePh="1">
                                  <p:stCondLst>
                                    <p:cond delay="0"/>
                                  </p:stCondLst>
                                  <p:endCondLst>
                                    <p:cond evt="begin" delay="0">
                                      <p:tn val="45"/>
                                    </p:cond>
                                  </p:end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00"/>
                                        <p:tgtEl>
                                          <p:spTgt spid="32"/>
                                        </p:tgtEl>
                                      </p:cBhvr>
                                    </p:animEffect>
                                  </p:childTnLst>
                                </p:cTn>
                              </p:par>
                            </p:childTnLst>
                          </p:cTn>
                        </p:par>
                        <p:par>
                          <p:cTn id="48" fill="hold">
                            <p:stCondLst>
                              <p:cond delay="5500"/>
                            </p:stCondLst>
                            <p:childTnLst>
                              <p:par>
                                <p:cTn id="49" presetID="22" presetClass="entr" presetSubtype="1" fill="hold" grpId="0" nodeType="after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wipe(up)">
                                      <p:cBhvr>
                                        <p:cTn id="51" dur="500"/>
                                        <p:tgtEl>
                                          <p:spTgt spid="27"/>
                                        </p:tgtEl>
                                      </p:cBhvr>
                                    </p:animEffect>
                                  </p:childTnLst>
                                </p:cTn>
                              </p:par>
                            </p:childTnLst>
                          </p:cTn>
                        </p:par>
                        <p:par>
                          <p:cTn id="52" fill="hold">
                            <p:stCondLst>
                              <p:cond delay="6000"/>
                            </p:stCondLst>
                            <p:childTnLst>
                              <p:par>
                                <p:cTn id="53" presetID="9" presetClass="entr" presetSubtype="0" fill="hold" grpId="0" nodeType="afterEffect" nodePh="1">
                                  <p:stCondLst>
                                    <p:cond delay="0"/>
                                  </p:stCondLst>
                                  <p:endCondLst>
                                    <p:cond evt="begin" delay="0">
                                      <p:tn val="53"/>
                                    </p:cond>
                                  </p:endCondLst>
                                  <p:childTnLst>
                                    <p:set>
                                      <p:cBhvr>
                                        <p:cTn id="54" dur="1" fill="hold">
                                          <p:stCondLst>
                                            <p:cond delay="0"/>
                                          </p:stCondLst>
                                        </p:cTn>
                                        <p:tgtEl>
                                          <p:spTgt spid="38">
                                            <p:txEl>
                                              <p:pRg st="0" end="0"/>
                                            </p:txEl>
                                          </p:spTgt>
                                        </p:tgtEl>
                                        <p:attrNameLst>
                                          <p:attrName>style.visibility</p:attrName>
                                        </p:attrNameLst>
                                      </p:cBhvr>
                                      <p:to>
                                        <p:strVal val="visible"/>
                                      </p:to>
                                    </p:set>
                                    <p:animEffect transition="in" filter="dissolve">
                                      <p:cBhvr>
                                        <p:cTn id="55" dur="500"/>
                                        <p:tgtEl>
                                          <p:spTgt spid="38">
                                            <p:txEl>
                                              <p:pRg st="0" end="0"/>
                                            </p:txEl>
                                          </p:spTgt>
                                        </p:tgtEl>
                                      </p:cBhvr>
                                    </p:animEffect>
                                  </p:childTnLst>
                                </p:cTn>
                              </p:par>
                            </p:childTnLst>
                          </p:cTn>
                        </p:par>
                        <p:par>
                          <p:cTn id="56" fill="hold">
                            <p:stCondLst>
                              <p:cond delay="6500"/>
                            </p:stCondLst>
                            <p:childTnLst>
                              <p:par>
                                <p:cTn id="57" presetID="10" presetClass="entr" presetSubtype="0" fill="hold" grpId="0" nodeType="afterEffect" nodePh="1">
                                  <p:stCondLst>
                                    <p:cond delay="0"/>
                                  </p:stCondLst>
                                  <p:endCondLst>
                                    <p:cond evt="begin" delay="0">
                                      <p:tn val="57"/>
                                    </p:cond>
                                  </p:endCondLst>
                                  <p:childTnLst>
                                    <p:set>
                                      <p:cBhvr>
                                        <p:cTn id="58" dur="1" fill="hold">
                                          <p:stCondLst>
                                            <p:cond delay="0"/>
                                          </p:stCondLst>
                                        </p:cTn>
                                        <p:tgtEl>
                                          <p:spTgt spid="33"/>
                                        </p:tgtEl>
                                        <p:attrNameLst>
                                          <p:attrName>style.visibility</p:attrName>
                                        </p:attrNameLst>
                                      </p:cBhvr>
                                      <p:to>
                                        <p:strVal val="visible"/>
                                      </p:to>
                                    </p:set>
                                    <p:animEffect transition="in" filter="fade">
                                      <p:cBhvr>
                                        <p:cTn id="59" dur="500"/>
                                        <p:tgtEl>
                                          <p:spTgt spid="33"/>
                                        </p:tgtEl>
                                      </p:cBhvr>
                                    </p:animEffect>
                                  </p:childTnLst>
                                </p:cTn>
                              </p:par>
                            </p:childTnLst>
                          </p:cTn>
                        </p:par>
                        <p:par>
                          <p:cTn id="60" fill="hold">
                            <p:stCondLst>
                              <p:cond delay="7000"/>
                            </p:stCondLst>
                            <p:childTnLst>
                              <p:par>
                                <p:cTn id="61" presetID="22" presetClass="entr" presetSubtype="1" fill="hold" grpId="0" nodeType="after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wipe(up)">
                                      <p:cBhvr>
                                        <p:cTn id="63" dur="500"/>
                                        <p:tgtEl>
                                          <p:spTgt spid="28"/>
                                        </p:tgtEl>
                                      </p:cBhvr>
                                    </p:animEffect>
                                  </p:childTnLst>
                                </p:cTn>
                              </p:par>
                            </p:childTnLst>
                          </p:cTn>
                        </p:par>
                        <p:par>
                          <p:cTn id="64" fill="hold">
                            <p:stCondLst>
                              <p:cond delay="7500"/>
                            </p:stCondLst>
                            <p:childTnLst>
                              <p:par>
                                <p:cTn id="65" presetID="9" presetClass="entr" presetSubtype="0" fill="hold" grpId="0" nodeType="afterEffect" nodePh="1">
                                  <p:stCondLst>
                                    <p:cond delay="0"/>
                                  </p:stCondLst>
                                  <p:endCondLst>
                                    <p:cond evt="begin" delay="0">
                                      <p:tn val="65"/>
                                    </p:cond>
                                  </p:endCondLst>
                                  <p:childTnLst>
                                    <p:set>
                                      <p:cBhvr>
                                        <p:cTn id="66" dur="1" fill="hold">
                                          <p:stCondLst>
                                            <p:cond delay="0"/>
                                          </p:stCondLst>
                                        </p:cTn>
                                        <p:tgtEl>
                                          <p:spTgt spid="37">
                                            <p:txEl>
                                              <p:pRg st="0" end="0"/>
                                            </p:txEl>
                                          </p:spTgt>
                                        </p:tgtEl>
                                        <p:attrNameLst>
                                          <p:attrName>style.visibility</p:attrName>
                                        </p:attrNameLst>
                                      </p:cBhvr>
                                      <p:to>
                                        <p:strVal val="visible"/>
                                      </p:to>
                                    </p:set>
                                    <p:animEffect transition="in" filter="dissolve">
                                      <p:cBhvr>
                                        <p:cTn id="67" dur="500"/>
                                        <p:tgtEl>
                                          <p:spTgt spid="37">
                                            <p:txEl>
                                              <p:pRg st="0" end="0"/>
                                            </p:txEl>
                                          </p:spTgt>
                                        </p:tgtEl>
                                      </p:cBhvr>
                                    </p:animEffect>
                                  </p:childTnLst>
                                </p:cTn>
                              </p:par>
                            </p:childTnLst>
                          </p:cTn>
                        </p:par>
                        <p:par>
                          <p:cTn id="68" fill="hold">
                            <p:stCondLst>
                              <p:cond delay="8000"/>
                            </p:stCondLst>
                            <p:childTnLst>
                              <p:par>
                                <p:cTn id="69" presetID="10" presetClass="entr" presetSubtype="0" fill="hold" grpId="0" nodeType="afterEffect" nodePh="1">
                                  <p:stCondLst>
                                    <p:cond delay="0"/>
                                  </p:stCondLst>
                                  <p:endCondLst>
                                    <p:cond evt="begin" delay="0">
                                      <p:tn val="69"/>
                                    </p:cond>
                                  </p:end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00"/>
                                        <p:tgtEl>
                                          <p:spTgt spid="35"/>
                                        </p:tgtEl>
                                      </p:cBhvr>
                                    </p:animEffect>
                                  </p:childTnLst>
                                </p:cTn>
                              </p:par>
                            </p:childTnLst>
                          </p:cTn>
                        </p:par>
                        <p:par>
                          <p:cTn id="72" fill="hold">
                            <p:stCondLst>
                              <p:cond delay="8500"/>
                            </p:stCondLst>
                            <p:childTnLst>
                              <p:par>
                                <p:cTn id="73" presetID="22" presetClass="entr" presetSubtype="1" fill="hold" grpId="0" nodeType="after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wipe(up)">
                                      <p:cBhvr>
                                        <p:cTn id="75" dur="500"/>
                                        <p:tgtEl>
                                          <p:spTgt spid="29"/>
                                        </p:tgtEl>
                                      </p:cBhvr>
                                    </p:animEffect>
                                  </p:childTnLst>
                                </p:cTn>
                              </p:par>
                            </p:childTnLst>
                          </p:cTn>
                        </p:par>
                        <p:par>
                          <p:cTn id="76" fill="hold">
                            <p:stCondLst>
                              <p:cond delay="9000"/>
                            </p:stCondLst>
                            <p:childTnLst>
                              <p:par>
                                <p:cTn id="77" presetID="9" presetClass="entr" presetSubtype="0" fill="hold" grpId="0" nodeType="afterEffect" nodePh="1">
                                  <p:stCondLst>
                                    <p:cond delay="0"/>
                                  </p:stCondLst>
                                  <p:endCondLst>
                                    <p:cond evt="begin" delay="0">
                                      <p:tn val="77"/>
                                    </p:cond>
                                  </p:endCondLst>
                                  <p:childTnLst>
                                    <p:set>
                                      <p:cBhvr>
                                        <p:cTn id="78" dur="1" fill="hold">
                                          <p:stCondLst>
                                            <p:cond delay="0"/>
                                          </p:stCondLst>
                                        </p:cTn>
                                        <p:tgtEl>
                                          <p:spTgt spid="40">
                                            <p:txEl>
                                              <p:pRg st="0" end="0"/>
                                            </p:txEl>
                                          </p:spTgt>
                                        </p:tgtEl>
                                        <p:attrNameLst>
                                          <p:attrName>style.visibility</p:attrName>
                                        </p:attrNameLst>
                                      </p:cBhvr>
                                      <p:to>
                                        <p:strVal val="visible"/>
                                      </p:to>
                                    </p:set>
                                    <p:animEffect transition="in" filter="dissolve">
                                      <p:cBhvr>
                                        <p:cTn id="79" dur="50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3" grpId="0"/>
      <p:bldP spid="34" grpId="0"/>
      <p:bldP spid="32" grpId="0"/>
      <p:bldP spid="3" grpId="0"/>
      <p:bldP spid="16" grpId="0"/>
      <p:bldP spid="1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dissolve">
                      <p:cBhvr>
                        <p:cTn dur="500"/>
                        <p:tgtEl>
                          <p:spTgt spid="10"/>
                        </p:tgtEl>
                      </p:cBhvr>
                    </p:animEffect>
                  </p:childTnLst>
                </p:cTn>
              </p:par>
            </p:tnLst>
          </p:tmpl>
        </p:tmplLst>
      </p:bldP>
      <p:bldP spid="24" grpId="0" animBg="1"/>
      <p:bldP spid="25" grpId="0" animBg="1"/>
      <p:bldP spid="26" grpId="0" animBg="1"/>
      <p:bldP spid="27" grpId="0" animBg="1"/>
      <p:bldP spid="28" grpId="0" animBg="1"/>
      <p:bldP spid="29" grpId="0" animBg="1"/>
      <p:bldP spid="3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30"/>
                        </p:tgtEl>
                        <p:attrNameLst>
                          <p:attrName>style.visibility</p:attrName>
                        </p:attrNameLst>
                      </p:cBhvr>
                      <p:to>
                        <p:strVal val="visible"/>
                      </p:to>
                    </p:set>
                    <p:animEffect transition="in" filter="dissolve">
                      <p:cBhvr>
                        <p:cTn dur="500"/>
                        <p:tgtEl>
                          <p:spTgt spid="30"/>
                        </p:tgtEl>
                      </p:cBhvr>
                    </p:animEffect>
                  </p:childTnLst>
                </p:cTn>
              </p:par>
            </p:tnLst>
          </p:tmpl>
        </p:tmplLst>
      </p:bldP>
      <p:bldP spid="37"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37"/>
                        </p:tgtEl>
                        <p:attrNameLst>
                          <p:attrName>style.visibility</p:attrName>
                        </p:attrNameLst>
                      </p:cBhvr>
                      <p:to>
                        <p:strVal val="visible"/>
                      </p:to>
                    </p:set>
                    <p:animEffect transition="in" filter="dissolve">
                      <p:cBhvr>
                        <p:cTn dur="500"/>
                        <p:tgtEl>
                          <p:spTgt spid="37"/>
                        </p:tgtEl>
                      </p:cBhvr>
                    </p:animEffect>
                  </p:childTnLst>
                </p:cTn>
              </p:par>
            </p:tnLst>
          </p:tmpl>
        </p:tmplLst>
      </p:bldP>
      <p:bldP spid="38"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38"/>
                        </p:tgtEl>
                        <p:attrNameLst>
                          <p:attrName>style.visibility</p:attrName>
                        </p:attrNameLst>
                      </p:cBhvr>
                      <p:to>
                        <p:strVal val="visible"/>
                      </p:to>
                    </p:set>
                    <p:animEffect transition="in" filter="dissolve">
                      <p:cBhvr>
                        <p:cTn dur="500"/>
                        <p:tgtEl>
                          <p:spTgt spid="38"/>
                        </p:tgtEl>
                      </p:cBhvr>
                    </p:animEffect>
                  </p:childTnLst>
                </p:cTn>
              </p:par>
            </p:tnLst>
          </p:tmpl>
        </p:tmplLst>
      </p:bldP>
      <p:bldP spid="39"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39"/>
                        </p:tgtEl>
                        <p:attrNameLst>
                          <p:attrName>style.visibility</p:attrName>
                        </p:attrNameLst>
                      </p:cBhvr>
                      <p:to>
                        <p:strVal val="visible"/>
                      </p:to>
                    </p:set>
                    <p:animEffect transition="in" filter="dissolve">
                      <p:cBhvr>
                        <p:cTn dur="500"/>
                        <p:tgtEl>
                          <p:spTgt spid="39"/>
                        </p:tgtEl>
                      </p:cBhvr>
                    </p:animEffect>
                  </p:childTnLst>
                </p:cTn>
              </p:par>
            </p:tnLst>
          </p:tmpl>
        </p:tmplLst>
      </p:bldP>
      <p:bldP spid="40" grpId="0" build="p">
        <p:tmplLst>
          <p:tmpl lvl="1">
            <p:tnLst>
              <p:par>
                <p:cTn presetID="9" presetClass="entr" presetSubtype="0" fill="hold" nodeType="afterEffect" nodePh="1">
                  <p:stCondLst>
                    <p:cond delay="0"/>
                  </p:stCondLst>
                  <p:endCondLst>
                    <p:cond delay="0"/>
                  </p:endCondLst>
                  <p:childTnLst>
                    <p:set>
                      <p:cBhvr>
                        <p:cTn dur="1" fill="hold">
                          <p:stCondLst>
                            <p:cond delay="0"/>
                          </p:stCondLst>
                        </p:cTn>
                        <p:tgtEl>
                          <p:spTgt spid="40"/>
                        </p:tgtEl>
                        <p:attrNameLst>
                          <p:attrName>style.visibility</p:attrName>
                        </p:attrNameLst>
                      </p:cBhvr>
                      <p:to>
                        <p:strVal val="visible"/>
                      </p:to>
                    </p:set>
                    <p:animEffect transition="in" filter="dissolve">
                      <p:cBhvr>
                        <p:cTn dur="500"/>
                        <p:tgtEl>
                          <p:spTgt spid="40"/>
                        </p:tgtEl>
                      </p:cBhvr>
                    </p:animEffec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59" name="Picture Placeholder 2"/>
          <p:cNvSpPr>
            <a:spLocks noGrp="1"/>
          </p:cNvSpPr>
          <p:nvPr>
            <p:ph type="pic" sz="quarter" idx="33"/>
          </p:nvPr>
        </p:nvSpPr>
        <p:spPr>
          <a:xfrm>
            <a:off x="6161470" y="2362200"/>
            <a:ext cx="2672173" cy="1588588"/>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58" name="Picture Placeholder 2"/>
          <p:cNvSpPr>
            <a:spLocks noGrp="1"/>
          </p:cNvSpPr>
          <p:nvPr>
            <p:ph type="pic" sz="quarter" idx="32"/>
          </p:nvPr>
        </p:nvSpPr>
        <p:spPr>
          <a:xfrm>
            <a:off x="6161470" y="4041885"/>
            <a:ext cx="2672175" cy="1588586"/>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57" name="Picture Placeholder 2"/>
          <p:cNvSpPr>
            <a:spLocks noGrp="1"/>
          </p:cNvSpPr>
          <p:nvPr>
            <p:ph type="pic" sz="quarter" idx="31"/>
          </p:nvPr>
        </p:nvSpPr>
        <p:spPr>
          <a:xfrm>
            <a:off x="3368501" y="4041887"/>
            <a:ext cx="2668146" cy="1588588"/>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3" name="Picture Placeholder 2"/>
          <p:cNvSpPr>
            <a:spLocks noGrp="1"/>
          </p:cNvSpPr>
          <p:nvPr>
            <p:ph type="pic" sz="quarter" idx="22"/>
          </p:nvPr>
        </p:nvSpPr>
        <p:spPr>
          <a:xfrm>
            <a:off x="3365326" y="2362200"/>
            <a:ext cx="2674499" cy="1588588"/>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16" name="Title 15"/>
          <p:cNvSpPr>
            <a:spLocks noGrp="1"/>
          </p:cNvSpPr>
          <p:nvPr>
            <p:ph type="title"/>
          </p:nvPr>
        </p:nvSpPr>
        <p:spPr>
          <a:xfrm>
            <a:off x="1523603" y="381001"/>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30" name="Text Placeholder 17"/>
          <p:cNvSpPr>
            <a:spLocks noGrp="1"/>
          </p:cNvSpPr>
          <p:nvPr>
            <p:ph type="body" sz="quarter" idx="23" hasCustomPrompt="1"/>
          </p:nvPr>
        </p:nvSpPr>
        <p:spPr>
          <a:xfrm>
            <a:off x="1370013" y="3026462"/>
            <a:ext cx="1524000" cy="838200"/>
          </a:xfrm>
        </p:spPr>
        <p:txBody>
          <a:bodyPr lIns="0" tIns="0" rIns="0" bIns="0" anchor="t">
            <a:normAutofit/>
          </a:bodyPr>
          <a:lstStyle>
            <a:lvl1pPr marL="0" indent="0" algn="r">
              <a:lnSpc>
                <a:spcPts val="1500"/>
              </a:lnSpc>
              <a:spcBef>
                <a:spcPts val="1500"/>
              </a:spcBef>
              <a:buNone/>
              <a:defRPr sz="1000">
                <a:solidFill>
                  <a:schemeClr val="tx1">
                    <a:lumMod val="65000"/>
                    <a:lumOff val="35000"/>
                  </a:schemeClr>
                </a:solidFill>
                <a:latin typeface="Source Sans Pro Light"/>
              </a:defRPr>
            </a:lvl1pPr>
          </a:lstStyle>
          <a:p>
            <a:pPr lvl="0"/>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adipiscing</a:t>
            </a:r>
            <a:r>
              <a:rPr lang="en-US" dirty="0" smtClean="0"/>
              <a:t> </a:t>
            </a:r>
            <a:r>
              <a:rPr lang="en-US" dirty="0" err="1" smtClean="0"/>
              <a:t>elit</a:t>
            </a:r>
            <a:r>
              <a:rPr lang="en-US" dirty="0" smtClean="0"/>
              <a:t>, </a:t>
            </a:r>
            <a:r>
              <a:rPr lang="en-US" dirty="0" err="1" smtClean="0"/>
              <a:t>sed</a:t>
            </a:r>
            <a:r>
              <a:rPr lang="en-US" dirty="0" smtClean="0"/>
              <a:t> do </a:t>
            </a:r>
            <a:r>
              <a:rPr lang="en-US" dirty="0" err="1" smtClean="0"/>
              <a:t>eiusmod</a:t>
            </a:r>
            <a:r>
              <a:rPr lang="en-US" dirty="0" smtClean="0"/>
              <a:t> temp</a:t>
            </a:r>
          </a:p>
          <a:p>
            <a:pPr lvl="0"/>
            <a:endParaRPr lang="en-US" dirty="0" smtClean="0"/>
          </a:p>
        </p:txBody>
      </p:sp>
      <p:sp>
        <p:nvSpPr>
          <p:cNvPr id="21" name="Shape 717"/>
          <p:cNvSpPr/>
          <p:nvPr userDrawn="1"/>
        </p:nvSpPr>
        <p:spPr>
          <a:xfrm>
            <a:off x="8833645" y="4434595"/>
            <a:ext cx="166737" cy="844133"/>
          </a:xfrm>
          <a:prstGeom prst="rect">
            <a:avLst/>
          </a:prstGeom>
          <a:solidFill>
            <a:schemeClr val="accent2"/>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41" name="Shape 723"/>
          <p:cNvSpPr/>
          <p:nvPr userDrawn="1"/>
        </p:nvSpPr>
        <p:spPr>
          <a:xfrm>
            <a:off x="3204940" y="2734378"/>
            <a:ext cx="166737" cy="844133"/>
          </a:xfrm>
          <a:prstGeom prst="rect">
            <a:avLst/>
          </a:prstGeom>
          <a:solidFill>
            <a:schemeClr val="accent1"/>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42" name="Shape 724"/>
          <p:cNvSpPr/>
          <p:nvPr userDrawn="1"/>
        </p:nvSpPr>
        <p:spPr>
          <a:xfrm>
            <a:off x="8833645" y="2734378"/>
            <a:ext cx="166737" cy="844133"/>
          </a:xfrm>
          <a:prstGeom prst="rect">
            <a:avLst/>
          </a:prstGeom>
          <a:solidFill>
            <a:schemeClr val="accent5"/>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53" name="Shape 735"/>
          <p:cNvSpPr/>
          <p:nvPr userDrawn="1"/>
        </p:nvSpPr>
        <p:spPr>
          <a:xfrm>
            <a:off x="3204940" y="4434595"/>
            <a:ext cx="166737" cy="844133"/>
          </a:xfrm>
          <a:prstGeom prst="rect">
            <a:avLst/>
          </a:prstGeom>
          <a:solidFill>
            <a:schemeClr val="accent3"/>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60" name="Content Placeholder 20"/>
          <p:cNvSpPr>
            <a:spLocks noGrp="1"/>
          </p:cNvSpPr>
          <p:nvPr>
            <p:ph sz="quarter" idx="16" hasCustomPrompt="1"/>
          </p:nvPr>
        </p:nvSpPr>
        <p:spPr>
          <a:xfrm>
            <a:off x="1664403" y="2719934"/>
            <a:ext cx="1229612" cy="228600"/>
          </a:xfrm>
        </p:spPr>
        <p:txBody>
          <a:bodyPr lIns="0" tIns="0" rIns="0" bIns="0" anchor="ctr">
            <a:normAutofit/>
          </a:bodyPr>
          <a:lstStyle>
            <a:lvl1pPr marL="0" indent="0" algn="r">
              <a:buNone/>
              <a:defRPr sz="1200" b="1">
                <a:solidFill>
                  <a:schemeClr val="tx1">
                    <a:lumMod val="65000"/>
                    <a:lumOff val="35000"/>
                  </a:schemeClr>
                </a:solidFill>
                <a:latin typeface="Source Sans Pro Light"/>
              </a:defRPr>
            </a:lvl1pPr>
          </a:lstStyle>
          <a:p>
            <a:pPr lvl="0"/>
            <a:r>
              <a:rPr lang="en-GB" dirty="0" smtClean="0"/>
              <a:t>Product 1</a:t>
            </a:r>
          </a:p>
        </p:txBody>
      </p:sp>
      <p:sp>
        <p:nvSpPr>
          <p:cNvPr id="61" name="Text Placeholder 17"/>
          <p:cNvSpPr>
            <a:spLocks noGrp="1"/>
          </p:cNvSpPr>
          <p:nvPr>
            <p:ph type="body" sz="quarter" idx="34" hasCustomPrompt="1"/>
          </p:nvPr>
        </p:nvSpPr>
        <p:spPr>
          <a:xfrm>
            <a:off x="1370013" y="4726680"/>
            <a:ext cx="1524000" cy="838200"/>
          </a:xfrm>
        </p:spPr>
        <p:txBody>
          <a:bodyPr lIns="0" tIns="0" rIns="0" bIns="0" anchor="t">
            <a:normAutofit/>
          </a:bodyPr>
          <a:lstStyle>
            <a:lvl1pPr marL="0" indent="0" algn="r">
              <a:lnSpc>
                <a:spcPts val="1500"/>
              </a:lnSpc>
              <a:spcBef>
                <a:spcPts val="1500"/>
              </a:spcBef>
              <a:buNone/>
              <a:defRPr sz="1000">
                <a:solidFill>
                  <a:schemeClr val="tx1">
                    <a:lumMod val="65000"/>
                    <a:lumOff val="35000"/>
                  </a:schemeClr>
                </a:solidFill>
                <a:latin typeface="Source Sans Pro Light"/>
              </a:defRPr>
            </a:lvl1pPr>
          </a:lstStyle>
          <a:p>
            <a:pPr lvl="0"/>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adipiscing</a:t>
            </a:r>
            <a:r>
              <a:rPr lang="en-US" dirty="0" smtClean="0"/>
              <a:t> </a:t>
            </a:r>
            <a:r>
              <a:rPr lang="en-US" dirty="0" err="1" smtClean="0"/>
              <a:t>elit</a:t>
            </a:r>
            <a:r>
              <a:rPr lang="en-US" dirty="0" smtClean="0"/>
              <a:t>, </a:t>
            </a:r>
            <a:r>
              <a:rPr lang="en-US" dirty="0" err="1" smtClean="0"/>
              <a:t>sed</a:t>
            </a:r>
            <a:r>
              <a:rPr lang="en-US" dirty="0" smtClean="0"/>
              <a:t> do </a:t>
            </a:r>
            <a:r>
              <a:rPr lang="en-US" dirty="0" err="1" smtClean="0"/>
              <a:t>eiusmod</a:t>
            </a:r>
            <a:r>
              <a:rPr lang="en-US" dirty="0" smtClean="0"/>
              <a:t> temp</a:t>
            </a:r>
          </a:p>
          <a:p>
            <a:pPr lvl="0"/>
            <a:endParaRPr lang="en-US" dirty="0" smtClean="0"/>
          </a:p>
        </p:txBody>
      </p:sp>
      <p:sp>
        <p:nvSpPr>
          <p:cNvPr id="62" name="Content Placeholder 20"/>
          <p:cNvSpPr>
            <a:spLocks noGrp="1"/>
          </p:cNvSpPr>
          <p:nvPr>
            <p:ph sz="quarter" idx="35" hasCustomPrompt="1"/>
          </p:nvPr>
        </p:nvSpPr>
        <p:spPr>
          <a:xfrm>
            <a:off x="1664403" y="4420152"/>
            <a:ext cx="1229612" cy="228600"/>
          </a:xfrm>
        </p:spPr>
        <p:txBody>
          <a:bodyPr lIns="0" tIns="0" rIns="0" bIns="0" anchor="ctr">
            <a:normAutofit/>
          </a:bodyPr>
          <a:lstStyle>
            <a:lvl1pPr marL="0" indent="0" algn="r">
              <a:buNone/>
              <a:defRPr sz="1200" b="1">
                <a:solidFill>
                  <a:schemeClr val="tx1">
                    <a:lumMod val="65000"/>
                    <a:lumOff val="35000"/>
                  </a:schemeClr>
                </a:solidFill>
                <a:latin typeface="Source Sans Pro Light"/>
              </a:defRPr>
            </a:lvl1pPr>
          </a:lstStyle>
          <a:p>
            <a:pPr lvl="0"/>
            <a:r>
              <a:rPr lang="en-GB" dirty="0" smtClean="0"/>
              <a:t>Product 1</a:t>
            </a:r>
          </a:p>
        </p:txBody>
      </p:sp>
      <p:sp>
        <p:nvSpPr>
          <p:cNvPr id="63" name="Text Placeholder 17"/>
          <p:cNvSpPr>
            <a:spLocks noGrp="1"/>
          </p:cNvSpPr>
          <p:nvPr>
            <p:ph type="body" sz="quarter" idx="36" hasCustomPrompt="1"/>
          </p:nvPr>
        </p:nvSpPr>
        <p:spPr>
          <a:xfrm>
            <a:off x="9294812" y="3026462"/>
            <a:ext cx="1524000" cy="838200"/>
          </a:xfrm>
        </p:spPr>
        <p:txBody>
          <a:bodyPr lIns="0" tIns="0" rIns="0" bIns="0" anchor="t">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adipiscing</a:t>
            </a:r>
            <a:r>
              <a:rPr lang="en-US" dirty="0" smtClean="0"/>
              <a:t> </a:t>
            </a:r>
            <a:r>
              <a:rPr lang="en-US" dirty="0" err="1" smtClean="0"/>
              <a:t>elit</a:t>
            </a:r>
            <a:r>
              <a:rPr lang="en-US" dirty="0" smtClean="0"/>
              <a:t>, </a:t>
            </a:r>
            <a:r>
              <a:rPr lang="en-US" dirty="0" err="1" smtClean="0"/>
              <a:t>sed</a:t>
            </a:r>
            <a:r>
              <a:rPr lang="en-US" dirty="0" smtClean="0"/>
              <a:t> do </a:t>
            </a:r>
            <a:r>
              <a:rPr lang="en-US" dirty="0" err="1" smtClean="0"/>
              <a:t>eiusmod</a:t>
            </a:r>
            <a:r>
              <a:rPr lang="en-US" dirty="0" smtClean="0"/>
              <a:t> temp</a:t>
            </a:r>
          </a:p>
          <a:p>
            <a:pPr lvl="0"/>
            <a:endParaRPr lang="en-US" dirty="0" smtClean="0"/>
          </a:p>
        </p:txBody>
      </p:sp>
      <p:sp>
        <p:nvSpPr>
          <p:cNvPr id="64" name="Content Placeholder 20"/>
          <p:cNvSpPr>
            <a:spLocks noGrp="1"/>
          </p:cNvSpPr>
          <p:nvPr>
            <p:ph sz="quarter" idx="37" hasCustomPrompt="1"/>
          </p:nvPr>
        </p:nvSpPr>
        <p:spPr>
          <a:xfrm>
            <a:off x="9294815" y="2719934"/>
            <a:ext cx="1229612"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smtClean="0"/>
              <a:t>Product 1</a:t>
            </a:r>
          </a:p>
        </p:txBody>
      </p:sp>
      <p:sp>
        <p:nvSpPr>
          <p:cNvPr id="65" name="Text Placeholder 17"/>
          <p:cNvSpPr>
            <a:spLocks noGrp="1"/>
          </p:cNvSpPr>
          <p:nvPr>
            <p:ph type="body" sz="quarter" idx="38" hasCustomPrompt="1"/>
          </p:nvPr>
        </p:nvSpPr>
        <p:spPr>
          <a:xfrm>
            <a:off x="9294812" y="4726680"/>
            <a:ext cx="1524000" cy="838200"/>
          </a:xfrm>
        </p:spPr>
        <p:txBody>
          <a:bodyPr lIns="0" tIns="0" rIns="0" bIns="0" anchor="t">
            <a:normAutofit/>
          </a:bodyPr>
          <a:lstStyle>
            <a:lvl1pPr marL="0" indent="0" algn="l">
              <a:lnSpc>
                <a:spcPts val="1500"/>
              </a:lnSpc>
              <a:spcBef>
                <a:spcPts val="1500"/>
              </a:spcBef>
              <a:buNone/>
              <a:defRPr sz="1000">
                <a:solidFill>
                  <a:schemeClr val="tx1">
                    <a:lumMod val="65000"/>
                    <a:lumOff val="35000"/>
                  </a:schemeClr>
                </a:solidFill>
                <a:latin typeface="Source Sans Pro Light"/>
              </a:defRPr>
            </a:lvl1pPr>
          </a:lstStyle>
          <a:p>
            <a:pPr lvl="0"/>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adipiscing</a:t>
            </a:r>
            <a:r>
              <a:rPr lang="en-US" dirty="0" smtClean="0"/>
              <a:t> </a:t>
            </a:r>
            <a:r>
              <a:rPr lang="en-US" dirty="0" err="1" smtClean="0"/>
              <a:t>elit</a:t>
            </a:r>
            <a:r>
              <a:rPr lang="en-US" dirty="0" smtClean="0"/>
              <a:t>, </a:t>
            </a:r>
            <a:r>
              <a:rPr lang="en-US" dirty="0" err="1" smtClean="0"/>
              <a:t>sed</a:t>
            </a:r>
            <a:r>
              <a:rPr lang="en-US" dirty="0" smtClean="0"/>
              <a:t> do </a:t>
            </a:r>
            <a:r>
              <a:rPr lang="en-US" dirty="0" err="1" smtClean="0"/>
              <a:t>eiusmod</a:t>
            </a:r>
            <a:r>
              <a:rPr lang="en-US" dirty="0" smtClean="0"/>
              <a:t> temp</a:t>
            </a:r>
          </a:p>
          <a:p>
            <a:pPr lvl="0"/>
            <a:endParaRPr lang="en-US" dirty="0" smtClean="0"/>
          </a:p>
        </p:txBody>
      </p:sp>
      <p:sp>
        <p:nvSpPr>
          <p:cNvPr id="66" name="Content Placeholder 20"/>
          <p:cNvSpPr>
            <a:spLocks noGrp="1"/>
          </p:cNvSpPr>
          <p:nvPr>
            <p:ph sz="quarter" idx="39" hasCustomPrompt="1"/>
          </p:nvPr>
        </p:nvSpPr>
        <p:spPr>
          <a:xfrm>
            <a:off x="9294815" y="4420152"/>
            <a:ext cx="1229612" cy="228600"/>
          </a:xfrm>
        </p:spPr>
        <p:txBody>
          <a:bodyPr lIns="0" tIns="0" rIns="0" bIns="0" anchor="ctr">
            <a:normAutofit/>
          </a:bodyPr>
          <a:lstStyle>
            <a:lvl1pPr marL="0" indent="0" algn="l">
              <a:buNone/>
              <a:defRPr sz="1200" b="1">
                <a:solidFill>
                  <a:schemeClr val="tx1">
                    <a:lumMod val="65000"/>
                    <a:lumOff val="35000"/>
                  </a:schemeClr>
                </a:solidFill>
                <a:latin typeface="Source Sans Pro Light"/>
              </a:defRPr>
            </a:lvl1pPr>
          </a:lstStyle>
          <a:p>
            <a:pPr lvl="0"/>
            <a:r>
              <a:rPr lang="en-GB" dirty="0" smtClean="0"/>
              <a:t>Product 1</a:t>
            </a:r>
          </a:p>
        </p:txBody>
      </p:sp>
    </p:spTree>
    <p:extLst>
      <p:ext uri="{BB962C8B-B14F-4D97-AF65-F5344CB8AC3E}">
        <p14:creationId xmlns:p14="http://schemas.microsoft.com/office/powerpoint/2010/main" val="3600145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9" presetClass="entr" presetSubtype="0" fill="hold" grpId="0" nodeType="afterEffect" nodePh="1">
                                  <p:stCondLst>
                                    <p:cond delay="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wipe(right)">
                                      <p:cBhvr>
                                        <p:cTn id="15" dur="500"/>
                                        <p:tgtEl>
                                          <p:spTgt spid="41"/>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60">
                                            <p:txEl>
                                              <p:pRg st="0" end="0"/>
                                            </p:txEl>
                                          </p:spTgt>
                                        </p:tgtEl>
                                        <p:attrNameLst>
                                          <p:attrName>style.visibility</p:attrName>
                                        </p:attrNameLst>
                                      </p:cBhvr>
                                      <p:to>
                                        <p:strVal val="visible"/>
                                      </p:to>
                                    </p:set>
                                    <p:animEffect transition="in" filter="dissolve">
                                      <p:cBhvr>
                                        <p:cTn id="19" dur="500"/>
                                        <p:tgtEl>
                                          <p:spTgt spid="60">
                                            <p:txEl>
                                              <p:pRg st="0" end="0"/>
                                            </p:txEl>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30">
                                            <p:txEl>
                                              <p:pRg st="0" end="0"/>
                                            </p:txEl>
                                          </p:spTgt>
                                        </p:tgtEl>
                                        <p:attrNameLst>
                                          <p:attrName>style.visibility</p:attrName>
                                        </p:attrNameLst>
                                      </p:cBhvr>
                                      <p:to>
                                        <p:strVal val="visible"/>
                                      </p:to>
                                    </p:set>
                                    <p:animEffect transition="in" filter="dissolve">
                                      <p:cBhvr>
                                        <p:cTn id="22" dur="500"/>
                                        <p:tgtEl>
                                          <p:spTgt spid="30">
                                            <p:txEl>
                                              <p:pRg st="0" end="0"/>
                                            </p:txEl>
                                          </p:spTgt>
                                        </p:tgtEl>
                                      </p:cBhvr>
                                    </p:animEffect>
                                  </p:childTnLst>
                                </p:cTn>
                              </p:par>
                            </p:childTnLst>
                          </p:cTn>
                        </p:par>
                        <p:par>
                          <p:cTn id="23" fill="hold">
                            <p:stCondLst>
                              <p:cond delay="2000"/>
                            </p:stCondLst>
                            <p:childTnLst>
                              <p:par>
                                <p:cTn id="24" presetID="9" presetClass="entr" presetSubtype="0" fill="hold" grpId="0" nodeType="afterEffect" nodePh="1">
                                  <p:stCondLst>
                                    <p:cond delay="0"/>
                                  </p:stCondLst>
                                  <p:endCondLst>
                                    <p:cond evt="begin" delay="0">
                                      <p:tn val="24"/>
                                    </p:cond>
                                  </p:endCondLst>
                                  <p:childTnLst>
                                    <p:set>
                                      <p:cBhvr>
                                        <p:cTn id="25" dur="1" fill="hold">
                                          <p:stCondLst>
                                            <p:cond delay="0"/>
                                          </p:stCondLst>
                                        </p:cTn>
                                        <p:tgtEl>
                                          <p:spTgt spid="59"/>
                                        </p:tgtEl>
                                        <p:attrNameLst>
                                          <p:attrName>style.visibility</p:attrName>
                                        </p:attrNameLst>
                                      </p:cBhvr>
                                      <p:to>
                                        <p:strVal val="visible"/>
                                      </p:to>
                                    </p:set>
                                    <p:animEffect transition="in" filter="dissolve">
                                      <p:cBhvr>
                                        <p:cTn id="26" dur="500"/>
                                        <p:tgtEl>
                                          <p:spTgt spid="59"/>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wipe(left)">
                                      <p:cBhvr>
                                        <p:cTn id="30" dur="500"/>
                                        <p:tgtEl>
                                          <p:spTgt spid="42"/>
                                        </p:tgtEl>
                                      </p:cBhvr>
                                    </p:animEffect>
                                  </p:childTnLst>
                                </p:cTn>
                              </p:par>
                            </p:childTnLst>
                          </p:cTn>
                        </p:par>
                        <p:par>
                          <p:cTn id="31" fill="hold">
                            <p:stCondLst>
                              <p:cond delay="3000"/>
                            </p:stCondLst>
                            <p:childTnLst>
                              <p:par>
                                <p:cTn id="32" presetID="9" presetClass="entr" presetSubtype="0" fill="hold" grpId="0" nodeType="afterEffect">
                                  <p:stCondLst>
                                    <p:cond delay="0"/>
                                  </p:stCondLst>
                                  <p:childTnLst>
                                    <p:set>
                                      <p:cBhvr>
                                        <p:cTn id="33" dur="1" fill="hold">
                                          <p:stCondLst>
                                            <p:cond delay="0"/>
                                          </p:stCondLst>
                                        </p:cTn>
                                        <p:tgtEl>
                                          <p:spTgt spid="64">
                                            <p:txEl>
                                              <p:pRg st="0" end="0"/>
                                            </p:txEl>
                                          </p:spTgt>
                                        </p:tgtEl>
                                        <p:attrNameLst>
                                          <p:attrName>style.visibility</p:attrName>
                                        </p:attrNameLst>
                                      </p:cBhvr>
                                      <p:to>
                                        <p:strVal val="visible"/>
                                      </p:to>
                                    </p:set>
                                    <p:animEffect transition="in" filter="dissolve">
                                      <p:cBhvr>
                                        <p:cTn id="34" dur="500"/>
                                        <p:tgtEl>
                                          <p:spTgt spid="64">
                                            <p:txEl>
                                              <p:pRg st="0" end="0"/>
                                            </p:txEl>
                                          </p:spTgt>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63">
                                            <p:txEl>
                                              <p:pRg st="0" end="0"/>
                                            </p:txEl>
                                          </p:spTgt>
                                        </p:tgtEl>
                                        <p:attrNameLst>
                                          <p:attrName>style.visibility</p:attrName>
                                        </p:attrNameLst>
                                      </p:cBhvr>
                                      <p:to>
                                        <p:strVal val="visible"/>
                                      </p:to>
                                    </p:set>
                                    <p:animEffect transition="in" filter="dissolve">
                                      <p:cBhvr>
                                        <p:cTn id="37" dur="500"/>
                                        <p:tgtEl>
                                          <p:spTgt spid="63">
                                            <p:txEl>
                                              <p:pRg st="0" end="0"/>
                                            </p:txEl>
                                          </p:spTgt>
                                        </p:tgtEl>
                                      </p:cBhvr>
                                    </p:animEffect>
                                  </p:childTnLst>
                                </p:cTn>
                              </p:par>
                            </p:childTnLst>
                          </p:cTn>
                        </p:par>
                        <p:par>
                          <p:cTn id="38" fill="hold">
                            <p:stCondLst>
                              <p:cond delay="3500"/>
                            </p:stCondLst>
                            <p:childTnLst>
                              <p:par>
                                <p:cTn id="39" presetID="9" presetClass="entr" presetSubtype="0" fill="hold" grpId="0" nodeType="afterEffect" nodePh="1">
                                  <p:stCondLst>
                                    <p:cond delay="0"/>
                                  </p:stCondLst>
                                  <p:endCondLst>
                                    <p:cond evt="begin" delay="0">
                                      <p:tn val="39"/>
                                    </p:cond>
                                  </p:endCondLst>
                                  <p:childTnLst>
                                    <p:set>
                                      <p:cBhvr>
                                        <p:cTn id="40" dur="1" fill="hold">
                                          <p:stCondLst>
                                            <p:cond delay="0"/>
                                          </p:stCondLst>
                                        </p:cTn>
                                        <p:tgtEl>
                                          <p:spTgt spid="57"/>
                                        </p:tgtEl>
                                        <p:attrNameLst>
                                          <p:attrName>style.visibility</p:attrName>
                                        </p:attrNameLst>
                                      </p:cBhvr>
                                      <p:to>
                                        <p:strVal val="visible"/>
                                      </p:to>
                                    </p:set>
                                    <p:animEffect transition="in" filter="dissolve">
                                      <p:cBhvr>
                                        <p:cTn id="41" dur="500"/>
                                        <p:tgtEl>
                                          <p:spTgt spid="57"/>
                                        </p:tgtEl>
                                      </p:cBhvr>
                                    </p:animEffect>
                                  </p:childTnLst>
                                </p:cTn>
                              </p:par>
                            </p:childTnLst>
                          </p:cTn>
                        </p:par>
                        <p:par>
                          <p:cTn id="42" fill="hold">
                            <p:stCondLst>
                              <p:cond delay="4000"/>
                            </p:stCondLst>
                            <p:childTnLst>
                              <p:par>
                                <p:cTn id="43" presetID="22" presetClass="entr" presetSubtype="2" fill="hold" grpId="0" nodeType="afterEffect">
                                  <p:stCondLst>
                                    <p:cond delay="0"/>
                                  </p:stCondLst>
                                  <p:childTnLst>
                                    <p:set>
                                      <p:cBhvr>
                                        <p:cTn id="44" dur="1" fill="hold">
                                          <p:stCondLst>
                                            <p:cond delay="0"/>
                                          </p:stCondLst>
                                        </p:cTn>
                                        <p:tgtEl>
                                          <p:spTgt spid="53"/>
                                        </p:tgtEl>
                                        <p:attrNameLst>
                                          <p:attrName>style.visibility</p:attrName>
                                        </p:attrNameLst>
                                      </p:cBhvr>
                                      <p:to>
                                        <p:strVal val="visible"/>
                                      </p:to>
                                    </p:set>
                                    <p:animEffect transition="in" filter="wipe(right)">
                                      <p:cBhvr>
                                        <p:cTn id="45" dur="500"/>
                                        <p:tgtEl>
                                          <p:spTgt spid="53"/>
                                        </p:tgtEl>
                                      </p:cBhvr>
                                    </p:animEffect>
                                  </p:childTnLst>
                                </p:cTn>
                              </p:par>
                            </p:childTnLst>
                          </p:cTn>
                        </p:par>
                        <p:par>
                          <p:cTn id="46" fill="hold">
                            <p:stCondLst>
                              <p:cond delay="4500"/>
                            </p:stCondLst>
                            <p:childTnLst>
                              <p:par>
                                <p:cTn id="47" presetID="9" presetClass="entr" presetSubtype="0" fill="hold" grpId="0" nodeType="afterEffect">
                                  <p:stCondLst>
                                    <p:cond delay="0"/>
                                  </p:stCondLst>
                                  <p:childTnLst>
                                    <p:set>
                                      <p:cBhvr>
                                        <p:cTn id="48" dur="1" fill="hold">
                                          <p:stCondLst>
                                            <p:cond delay="0"/>
                                          </p:stCondLst>
                                        </p:cTn>
                                        <p:tgtEl>
                                          <p:spTgt spid="62">
                                            <p:txEl>
                                              <p:pRg st="0" end="0"/>
                                            </p:txEl>
                                          </p:spTgt>
                                        </p:tgtEl>
                                        <p:attrNameLst>
                                          <p:attrName>style.visibility</p:attrName>
                                        </p:attrNameLst>
                                      </p:cBhvr>
                                      <p:to>
                                        <p:strVal val="visible"/>
                                      </p:to>
                                    </p:set>
                                    <p:animEffect transition="in" filter="dissolve">
                                      <p:cBhvr>
                                        <p:cTn id="49" dur="500"/>
                                        <p:tgtEl>
                                          <p:spTgt spid="62">
                                            <p:txEl>
                                              <p:pRg st="0" end="0"/>
                                            </p:txEl>
                                          </p:spTgt>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61">
                                            <p:txEl>
                                              <p:pRg st="0" end="0"/>
                                            </p:txEl>
                                          </p:spTgt>
                                        </p:tgtEl>
                                        <p:attrNameLst>
                                          <p:attrName>style.visibility</p:attrName>
                                        </p:attrNameLst>
                                      </p:cBhvr>
                                      <p:to>
                                        <p:strVal val="visible"/>
                                      </p:to>
                                    </p:set>
                                    <p:animEffect transition="in" filter="dissolve">
                                      <p:cBhvr>
                                        <p:cTn id="52" dur="500"/>
                                        <p:tgtEl>
                                          <p:spTgt spid="61">
                                            <p:txEl>
                                              <p:pRg st="0" end="0"/>
                                            </p:txEl>
                                          </p:spTgt>
                                        </p:tgtEl>
                                      </p:cBhvr>
                                    </p:animEffect>
                                  </p:childTnLst>
                                </p:cTn>
                              </p:par>
                            </p:childTnLst>
                          </p:cTn>
                        </p:par>
                        <p:par>
                          <p:cTn id="53" fill="hold">
                            <p:stCondLst>
                              <p:cond delay="5000"/>
                            </p:stCondLst>
                            <p:childTnLst>
                              <p:par>
                                <p:cTn id="54" presetID="9" presetClass="entr" presetSubtype="0" fill="hold" grpId="0" nodeType="afterEffect" nodePh="1">
                                  <p:stCondLst>
                                    <p:cond delay="0"/>
                                  </p:stCondLst>
                                  <p:endCondLst>
                                    <p:cond evt="begin" delay="0">
                                      <p:tn val="54"/>
                                    </p:cond>
                                  </p:endCondLst>
                                  <p:childTnLst>
                                    <p:set>
                                      <p:cBhvr>
                                        <p:cTn id="55" dur="1" fill="hold">
                                          <p:stCondLst>
                                            <p:cond delay="0"/>
                                          </p:stCondLst>
                                        </p:cTn>
                                        <p:tgtEl>
                                          <p:spTgt spid="58"/>
                                        </p:tgtEl>
                                        <p:attrNameLst>
                                          <p:attrName>style.visibility</p:attrName>
                                        </p:attrNameLst>
                                      </p:cBhvr>
                                      <p:to>
                                        <p:strVal val="visible"/>
                                      </p:to>
                                    </p:set>
                                    <p:animEffect transition="in" filter="dissolve">
                                      <p:cBhvr>
                                        <p:cTn id="56" dur="500"/>
                                        <p:tgtEl>
                                          <p:spTgt spid="58"/>
                                        </p:tgtEl>
                                      </p:cBhvr>
                                    </p:animEffect>
                                  </p:childTnLst>
                                </p:cTn>
                              </p:par>
                            </p:childTnLst>
                          </p:cTn>
                        </p:par>
                        <p:par>
                          <p:cTn id="57" fill="hold">
                            <p:stCondLst>
                              <p:cond delay="5500"/>
                            </p:stCondLst>
                            <p:childTnLst>
                              <p:par>
                                <p:cTn id="58" presetID="22" presetClass="entr" presetSubtype="8" fill="hold" grpId="0" nodeType="after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wipe(left)">
                                      <p:cBhvr>
                                        <p:cTn id="60" dur="500"/>
                                        <p:tgtEl>
                                          <p:spTgt spid="21"/>
                                        </p:tgtEl>
                                      </p:cBhvr>
                                    </p:animEffect>
                                  </p:childTnLst>
                                </p:cTn>
                              </p:par>
                            </p:childTnLst>
                          </p:cTn>
                        </p:par>
                        <p:par>
                          <p:cTn id="61" fill="hold">
                            <p:stCondLst>
                              <p:cond delay="6000"/>
                            </p:stCondLst>
                            <p:childTnLst>
                              <p:par>
                                <p:cTn id="62" presetID="9" presetClass="entr" presetSubtype="0" fill="hold" grpId="0" nodeType="afterEffect">
                                  <p:stCondLst>
                                    <p:cond delay="0"/>
                                  </p:stCondLst>
                                  <p:childTnLst>
                                    <p:set>
                                      <p:cBhvr>
                                        <p:cTn id="63" dur="1" fill="hold">
                                          <p:stCondLst>
                                            <p:cond delay="0"/>
                                          </p:stCondLst>
                                        </p:cTn>
                                        <p:tgtEl>
                                          <p:spTgt spid="66">
                                            <p:txEl>
                                              <p:pRg st="0" end="0"/>
                                            </p:txEl>
                                          </p:spTgt>
                                        </p:tgtEl>
                                        <p:attrNameLst>
                                          <p:attrName>style.visibility</p:attrName>
                                        </p:attrNameLst>
                                      </p:cBhvr>
                                      <p:to>
                                        <p:strVal val="visible"/>
                                      </p:to>
                                    </p:set>
                                    <p:animEffect transition="in" filter="dissolve">
                                      <p:cBhvr>
                                        <p:cTn id="64" dur="500"/>
                                        <p:tgtEl>
                                          <p:spTgt spid="66">
                                            <p:txEl>
                                              <p:pRg st="0" end="0"/>
                                            </p:txEl>
                                          </p:spTgt>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65">
                                            <p:txEl>
                                              <p:pRg st="0" end="0"/>
                                            </p:txEl>
                                          </p:spTgt>
                                        </p:tgtEl>
                                        <p:attrNameLst>
                                          <p:attrName>style.visibility</p:attrName>
                                        </p:attrNameLst>
                                      </p:cBhvr>
                                      <p:to>
                                        <p:strVal val="visible"/>
                                      </p:to>
                                    </p:set>
                                    <p:animEffect transition="in" filter="dissolve">
                                      <p:cBhvr>
                                        <p:cTn id="67" dur="500"/>
                                        <p:tgtEl>
                                          <p:spTgt spid="6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58" grpId="0"/>
      <p:bldP spid="57" grpId="0"/>
      <p:bldP spid="3" grpId="0"/>
      <p:bldP spid="16" grpId="0"/>
      <p:bldP spid="30" grpId="0" build="p">
        <p:tmplLst>
          <p:tmpl lvl="1">
            <p:tnLst>
              <p:par>
                <p:cTn presetID="9" presetClass="entr" presetSubtype="0" fill="hold" nodeType="with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dissolve">
                      <p:cBhvr>
                        <p:cTn dur="500"/>
                        <p:tgtEl>
                          <p:spTgt spid="30"/>
                        </p:tgtEl>
                      </p:cBhvr>
                    </p:animEffect>
                  </p:childTnLst>
                </p:cTn>
              </p:par>
            </p:tnLst>
          </p:tmpl>
        </p:tmplLst>
      </p:bldP>
      <p:bldP spid="21" grpId="0" animBg="1"/>
      <p:bldP spid="41" grpId="0" animBg="1"/>
      <p:bldP spid="42" grpId="0" animBg="1"/>
      <p:bldP spid="53" grpId="0" animBg="1"/>
      <p:bldP spid="60" grpId="0" build="p">
        <p:tmplLst>
          <p:tmpl lvl="1">
            <p:tnLst>
              <p:par>
                <p:cTn presetID="9" presetClass="entr" presetSubtype="0" fill="hold" nodeType="afterEffect">
                  <p:stCondLst>
                    <p:cond delay="0"/>
                  </p:stCondLst>
                  <p:childTnLst>
                    <p:set>
                      <p:cBhvr>
                        <p:cTn dur="1" fill="hold">
                          <p:stCondLst>
                            <p:cond delay="0"/>
                          </p:stCondLst>
                        </p:cTn>
                        <p:tgtEl>
                          <p:spTgt spid="60"/>
                        </p:tgtEl>
                        <p:attrNameLst>
                          <p:attrName>style.visibility</p:attrName>
                        </p:attrNameLst>
                      </p:cBhvr>
                      <p:to>
                        <p:strVal val="visible"/>
                      </p:to>
                    </p:set>
                    <p:animEffect transition="in" filter="dissolve">
                      <p:cBhvr>
                        <p:cTn dur="500"/>
                        <p:tgtEl>
                          <p:spTgt spid="60"/>
                        </p:tgtEl>
                      </p:cBhvr>
                    </p:animEffect>
                  </p:childTnLst>
                </p:cTn>
              </p:par>
            </p:tnLst>
          </p:tmpl>
        </p:tmplLst>
      </p:bldP>
      <p:bldP spid="61" grpId="0" build="p">
        <p:tmplLst>
          <p:tmpl lvl="1">
            <p:tnLst>
              <p:par>
                <p:cTn presetID="9" presetClass="entr" presetSubtype="0" fill="hold" nodeType="with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dissolve">
                      <p:cBhvr>
                        <p:cTn dur="500"/>
                        <p:tgtEl>
                          <p:spTgt spid="61"/>
                        </p:tgtEl>
                      </p:cBhvr>
                    </p:animEffect>
                  </p:childTnLst>
                </p:cTn>
              </p:par>
            </p:tnLst>
          </p:tmpl>
        </p:tmplLst>
      </p:bldP>
      <p:bldP spid="62" grpId="0" build="p">
        <p:tmplLst>
          <p:tmpl lvl="1">
            <p:tnLst>
              <p:par>
                <p:cTn presetID="9" presetClass="entr" presetSubtype="0" fill="hold" nodeType="afterEffect">
                  <p:stCondLst>
                    <p:cond delay="0"/>
                  </p:stCondLst>
                  <p:childTnLst>
                    <p:set>
                      <p:cBhvr>
                        <p:cTn dur="1" fill="hold">
                          <p:stCondLst>
                            <p:cond delay="0"/>
                          </p:stCondLst>
                        </p:cTn>
                        <p:tgtEl>
                          <p:spTgt spid="62"/>
                        </p:tgtEl>
                        <p:attrNameLst>
                          <p:attrName>style.visibility</p:attrName>
                        </p:attrNameLst>
                      </p:cBhvr>
                      <p:to>
                        <p:strVal val="visible"/>
                      </p:to>
                    </p:set>
                    <p:animEffect transition="in" filter="dissolve">
                      <p:cBhvr>
                        <p:cTn dur="500"/>
                        <p:tgtEl>
                          <p:spTgt spid="62"/>
                        </p:tgtEl>
                      </p:cBhvr>
                    </p:animEffect>
                  </p:childTnLst>
                </p:cTn>
              </p:par>
            </p:tnLst>
          </p:tmpl>
        </p:tmplLst>
      </p:bldP>
      <p:bldP spid="63" grpId="0" build="p">
        <p:tmplLst>
          <p:tmpl lvl="1">
            <p:tnLst>
              <p:par>
                <p:cTn presetID="9"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dissolve">
                      <p:cBhvr>
                        <p:cTn dur="500"/>
                        <p:tgtEl>
                          <p:spTgt spid="63"/>
                        </p:tgtEl>
                      </p:cBhvr>
                    </p:animEffect>
                  </p:childTnLst>
                </p:cTn>
              </p:par>
            </p:tnLst>
          </p:tmpl>
        </p:tmplLst>
      </p:bldP>
      <p:bldP spid="64" grpId="0" build="p">
        <p:tmplLst>
          <p:tmpl lvl="1">
            <p:tnLst>
              <p:par>
                <p:cTn presetID="9" presetClass="entr" presetSubtype="0" fill="hold" nodeType="afterEffect">
                  <p:stCondLst>
                    <p:cond delay="0"/>
                  </p:stCondLst>
                  <p:childTnLst>
                    <p:set>
                      <p:cBhvr>
                        <p:cTn dur="1" fill="hold">
                          <p:stCondLst>
                            <p:cond delay="0"/>
                          </p:stCondLst>
                        </p:cTn>
                        <p:tgtEl>
                          <p:spTgt spid="64"/>
                        </p:tgtEl>
                        <p:attrNameLst>
                          <p:attrName>style.visibility</p:attrName>
                        </p:attrNameLst>
                      </p:cBhvr>
                      <p:to>
                        <p:strVal val="visible"/>
                      </p:to>
                    </p:set>
                    <p:animEffect transition="in" filter="dissolve">
                      <p:cBhvr>
                        <p:cTn dur="500"/>
                        <p:tgtEl>
                          <p:spTgt spid="64"/>
                        </p:tgtEl>
                      </p:cBhvr>
                    </p:animEffect>
                  </p:childTnLst>
                </p:cTn>
              </p:par>
            </p:tnLst>
          </p:tmpl>
        </p:tmplLst>
      </p:bldP>
      <p:bldP spid="65" grpId="0" build="p">
        <p:tmplLst>
          <p:tmpl lvl="1">
            <p:tnLst>
              <p:par>
                <p:cTn presetID="9" presetClass="entr" presetSubtype="0" fill="hold" nodeType="withEffect">
                  <p:stCondLst>
                    <p:cond delay="0"/>
                  </p:stCondLst>
                  <p:childTnLst>
                    <p:set>
                      <p:cBhvr>
                        <p:cTn dur="1" fill="hold">
                          <p:stCondLst>
                            <p:cond delay="0"/>
                          </p:stCondLst>
                        </p:cTn>
                        <p:tgtEl>
                          <p:spTgt spid="65"/>
                        </p:tgtEl>
                        <p:attrNameLst>
                          <p:attrName>style.visibility</p:attrName>
                        </p:attrNameLst>
                      </p:cBhvr>
                      <p:to>
                        <p:strVal val="visible"/>
                      </p:to>
                    </p:set>
                    <p:animEffect transition="in" filter="dissolve">
                      <p:cBhvr>
                        <p:cTn dur="500"/>
                        <p:tgtEl>
                          <p:spTgt spid="65"/>
                        </p:tgtEl>
                      </p:cBhvr>
                    </p:animEffect>
                  </p:childTnLst>
                </p:cTn>
              </p:par>
            </p:tnLst>
          </p:tmpl>
        </p:tmplLst>
      </p:bldP>
      <p:bldP spid="66" grpId="0" build="p">
        <p:tmplLst>
          <p:tmpl lvl="1">
            <p:tnLst>
              <p:par>
                <p:cTn presetID="9" presetClass="entr" presetSubtype="0" fill="hold" nodeType="after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dissolve">
                      <p:cBhvr>
                        <p:cTn dur="500"/>
                        <p:tgtEl>
                          <p:spTgt spid="66"/>
                        </p:tgtEl>
                      </p:cBhvr>
                    </p:animEffect>
                  </p:childTnLst>
                </p:cTn>
              </p:par>
            </p:tnLst>
          </p:tmpl>
        </p:tmplLst>
      </p:bldP>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6" name="Picture Placeholder 3"/>
          <p:cNvSpPr>
            <a:spLocks noGrp="1"/>
          </p:cNvSpPr>
          <p:nvPr>
            <p:ph type="pic" sz="quarter" idx="10"/>
          </p:nvPr>
        </p:nvSpPr>
        <p:spPr>
          <a:xfrm>
            <a:off x="750431" y="2006224"/>
            <a:ext cx="10701607" cy="4163820"/>
          </a:xfrm>
        </p:spPr>
        <p:txBody>
          <a:bodyPr/>
          <a:lstStyle/>
          <a:p>
            <a:endParaRPr lang="en-US"/>
          </a:p>
        </p:txBody>
      </p:sp>
    </p:spTree>
    <p:extLst>
      <p:ext uri="{BB962C8B-B14F-4D97-AF65-F5344CB8AC3E}">
        <p14:creationId xmlns:p14="http://schemas.microsoft.com/office/powerpoint/2010/main" val="9314571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2" name="Rectangle 1"/>
          <p:cNvSpPr/>
          <p:nvPr userDrawn="1"/>
        </p:nvSpPr>
        <p:spPr>
          <a:xfrm>
            <a:off x="1144" y="6096002"/>
            <a:ext cx="9293671" cy="762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3" tIns="45717" rIns="91433" bIns="45717" rtlCol="0" anchor="ctr"/>
          <a:lstStyle/>
          <a:p>
            <a:pPr algn="ctr"/>
            <a:endParaRPr lang="en-US"/>
          </a:p>
        </p:txBody>
      </p:sp>
      <p:sp>
        <p:nvSpPr>
          <p:cNvPr id="78" name="Picture Placeholder 2"/>
          <p:cNvSpPr>
            <a:spLocks noGrp="1"/>
          </p:cNvSpPr>
          <p:nvPr>
            <p:ph type="pic" sz="quarter" idx="22"/>
          </p:nvPr>
        </p:nvSpPr>
        <p:spPr>
          <a:xfrm>
            <a:off x="1145" y="2061941"/>
            <a:ext cx="2388257" cy="2388878"/>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79" name="Picture Placeholder 2"/>
          <p:cNvSpPr>
            <a:spLocks noGrp="1"/>
          </p:cNvSpPr>
          <p:nvPr>
            <p:ph type="pic" sz="quarter" idx="23"/>
          </p:nvPr>
        </p:nvSpPr>
        <p:spPr>
          <a:xfrm>
            <a:off x="4903283" y="2061942"/>
            <a:ext cx="2388257" cy="2388880"/>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80" name="Picture Placeholder 2"/>
          <p:cNvSpPr>
            <a:spLocks noGrp="1"/>
          </p:cNvSpPr>
          <p:nvPr>
            <p:ph type="pic" sz="quarter" idx="24"/>
          </p:nvPr>
        </p:nvSpPr>
        <p:spPr>
          <a:xfrm>
            <a:off x="9799429" y="2061944"/>
            <a:ext cx="2388255" cy="2388877"/>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81" name="Picture Placeholder 2"/>
          <p:cNvSpPr>
            <a:spLocks noGrp="1"/>
          </p:cNvSpPr>
          <p:nvPr>
            <p:ph type="pic" sz="quarter" idx="25"/>
          </p:nvPr>
        </p:nvSpPr>
        <p:spPr>
          <a:xfrm>
            <a:off x="7351475" y="4510423"/>
            <a:ext cx="2388169" cy="2347579"/>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82" name="Picture Placeholder 2"/>
          <p:cNvSpPr>
            <a:spLocks noGrp="1"/>
          </p:cNvSpPr>
          <p:nvPr>
            <p:ph type="pic" sz="quarter" idx="26"/>
          </p:nvPr>
        </p:nvSpPr>
        <p:spPr>
          <a:xfrm>
            <a:off x="2455326" y="4507680"/>
            <a:ext cx="2388169" cy="2350324"/>
          </a:xfrm>
          <a:ln w="19050">
            <a:noFill/>
          </a:ln>
        </p:spPr>
        <p:txBody>
          <a:bodyPr>
            <a:normAutofit/>
          </a:bodyPr>
          <a:lstStyle>
            <a:lvl1pPr marL="0" indent="0">
              <a:buNone/>
              <a:defRPr sz="1200">
                <a:solidFill>
                  <a:schemeClr val="bg1">
                    <a:lumMod val="50000"/>
                  </a:schemeClr>
                </a:solidFill>
                <a:latin typeface="Source Sans Pro Light"/>
              </a:defRPr>
            </a:lvl1pPr>
          </a:lstStyle>
          <a:p>
            <a:endParaRPr lang="en-US" dirty="0"/>
          </a:p>
        </p:txBody>
      </p:sp>
      <p:sp>
        <p:nvSpPr>
          <p:cNvPr id="16" name="Title 15"/>
          <p:cNvSpPr>
            <a:spLocks noGrp="1"/>
          </p:cNvSpPr>
          <p:nvPr>
            <p:ph type="title"/>
          </p:nvPr>
        </p:nvSpPr>
        <p:spPr>
          <a:xfrm>
            <a:off x="1523603" y="381001"/>
            <a:ext cx="9141619" cy="535812"/>
          </a:xfrm>
        </p:spPr>
        <p:txBody>
          <a:bodyPr>
            <a:noAutofit/>
          </a:bodyPr>
          <a:lstStyle>
            <a:lvl1pPr algn="ctr">
              <a:defRPr sz="2700" b="0">
                <a:solidFill>
                  <a:schemeClr val="tx1">
                    <a:lumMod val="65000"/>
                    <a:lumOff val="35000"/>
                  </a:schemeClr>
                </a:solidFill>
                <a:latin typeface="Source Sans Pro Light"/>
              </a:defRPr>
            </a:lvl1pPr>
          </a:lstStyle>
          <a:p>
            <a:r>
              <a:rPr lang="en-US" dirty="0" smtClean="0"/>
              <a:t>Click to edit Master title style</a:t>
            </a:r>
            <a:endParaRPr lang="en-GB" dirty="0"/>
          </a:p>
        </p:txBody>
      </p:sp>
      <p:sp>
        <p:nvSpPr>
          <p:cNvPr id="21" name="Text Placeholder 17"/>
          <p:cNvSpPr>
            <a:spLocks noGrp="1"/>
          </p:cNvSpPr>
          <p:nvPr>
            <p:ph type="body" sz="quarter" idx="18" hasCustomPrompt="1"/>
          </p:nvPr>
        </p:nvSpPr>
        <p:spPr>
          <a:xfrm>
            <a:off x="1523603" y="996517"/>
            <a:ext cx="9141619" cy="248083"/>
          </a:xfrm>
        </p:spPr>
        <p:txBody>
          <a:bodyPr lIns="0" tIns="0" rIns="0" bIns="0">
            <a:normAutofit/>
          </a:bodyPr>
          <a:lstStyle>
            <a:lvl1pPr marL="0" indent="0" algn="ctr">
              <a:lnSpc>
                <a:spcPts val="1400"/>
              </a:lnSpc>
              <a:buNone/>
              <a:defRPr sz="1000">
                <a:solidFill>
                  <a:schemeClr val="tx1">
                    <a:lumMod val="65000"/>
                    <a:lumOff val="35000"/>
                  </a:schemeClr>
                </a:solidFill>
                <a:latin typeface="Source Sans Pro Light"/>
              </a:defRPr>
            </a:lvl1pPr>
          </a:lstStyle>
          <a:p>
            <a:pPr lvl="0"/>
            <a:r>
              <a:rPr lang="en-GB" dirty="0" smtClean="0"/>
              <a:t>write your relevant text here</a:t>
            </a:r>
          </a:p>
        </p:txBody>
      </p:sp>
      <p:sp>
        <p:nvSpPr>
          <p:cNvPr id="23" name="Shape 583"/>
          <p:cNvSpPr/>
          <p:nvPr userDrawn="1"/>
        </p:nvSpPr>
        <p:spPr>
          <a:xfrm>
            <a:off x="2455238" y="2061941"/>
            <a:ext cx="2388257" cy="2388878"/>
          </a:xfrm>
          <a:prstGeom prst="rect">
            <a:avLst/>
          </a:prstGeom>
          <a:solidFill>
            <a:schemeClr val="accent1"/>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41" name="Shape 585"/>
          <p:cNvSpPr/>
          <p:nvPr userDrawn="1"/>
        </p:nvSpPr>
        <p:spPr>
          <a:xfrm rot="10800000">
            <a:off x="1144" y="4510335"/>
            <a:ext cx="2388257" cy="2347666"/>
          </a:xfrm>
          <a:prstGeom prst="rect">
            <a:avLst/>
          </a:prstGeom>
          <a:solidFill>
            <a:schemeClr val="accent4"/>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43" name="Shape 587"/>
          <p:cNvSpPr/>
          <p:nvPr userDrawn="1"/>
        </p:nvSpPr>
        <p:spPr>
          <a:xfrm>
            <a:off x="7351387" y="2061941"/>
            <a:ext cx="2388257" cy="2388878"/>
          </a:xfrm>
          <a:prstGeom prst="rect">
            <a:avLst/>
          </a:prstGeom>
          <a:solidFill>
            <a:schemeClr val="accent5"/>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45" name="Shape 589"/>
          <p:cNvSpPr/>
          <p:nvPr userDrawn="1"/>
        </p:nvSpPr>
        <p:spPr>
          <a:xfrm rot="10800000">
            <a:off x="4903283" y="4510335"/>
            <a:ext cx="2388257" cy="2347666"/>
          </a:xfrm>
          <a:prstGeom prst="rect">
            <a:avLst/>
          </a:prstGeom>
          <a:solidFill>
            <a:schemeClr val="accent2"/>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47" name="Shape 591"/>
          <p:cNvSpPr/>
          <p:nvPr userDrawn="1"/>
        </p:nvSpPr>
        <p:spPr>
          <a:xfrm rot="10800000">
            <a:off x="9799432" y="4510335"/>
            <a:ext cx="2388257" cy="2347666"/>
          </a:xfrm>
          <a:prstGeom prst="rect">
            <a:avLst/>
          </a:prstGeom>
          <a:solidFill>
            <a:schemeClr val="accent3"/>
          </a:solidFill>
          <a:ln w="12700">
            <a:miter lim="400000"/>
          </a:ln>
        </p:spPr>
        <p:txBody>
          <a:bodyPr lIns="25394" tIns="25394" rIns="25394" bIns="25394" anchor="ct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grpSp>
        <p:nvGrpSpPr>
          <p:cNvPr id="3" name="Group 599"/>
          <p:cNvGrpSpPr/>
          <p:nvPr userDrawn="1"/>
        </p:nvGrpSpPr>
        <p:grpSpPr>
          <a:xfrm>
            <a:off x="2799919" y="2053956"/>
            <a:ext cx="512796" cy="512930"/>
            <a:chOff x="0" y="0"/>
            <a:chExt cx="1025858" cy="1025858"/>
          </a:xfrm>
        </p:grpSpPr>
        <p:sp>
          <p:nvSpPr>
            <p:cNvPr id="52" name="Shape 597"/>
            <p:cNvSpPr/>
            <p:nvPr/>
          </p:nvSpPr>
          <p:spPr>
            <a:xfrm>
              <a:off x="0" y="0"/>
              <a:ext cx="1025859" cy="1025859"/>
            </a:xfrm>
            <a:prstGeom prst="rect">
              <a:avLst/>
            </a:prstGeom>
            <a:solidFill>
              <a:srgbClr val="FFFFFF"/>
            </a:solidFill>
            <a:ln w="12700" cap="flat">
              <a:noFill/>
              <a:miter lim="400000"/>
            </a:ln>
            <a:effectLst/>
          </p:spPr>
          <p:txBody>
            <a:bodyPr wrap="square" lIns="50800" tIns="50800" rIns="50800" bIns="50800"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53" name="Shape 598"/>
            <p:cNvSpPr/>
            <p:nvPr/>
          </p:nvSpPr>
          <p:spPr>
            <a:xfrm>
              <a:off x="401490" y="322808"/>
              <a:ext cx="222878" cy="380243"/>
            </a:xfrm>
            <a:custGeom>
              <a:avLst/>
              <a:gdLst/>
              <a:ahLst/>
              <a:cxnLst>
                <a:cxn ang="0">
                  <a:pos x="wd2" y="hd2"/>
                </a:cxn>
                <a:cxn ang="5400000">
                  <a:pos x="wd2" y="hd2"/>
                </a:cxn>
                <a:cxn ang="10800000">
                  <a:pos x="wd2" y="hd2"/>
                </a:cxn>
                <a:cxn ang="16200000">
                  <a:pos x="wd2" y="hd2"/>
                </a:cxn>
              </a:cxnLst>
              <a:rect l="0" t="0" r="r" b="b"/>
              <a:pathLst>
                <a:path w="21183" h="21165" extrusionOk="0">
                  <a:moveTo>
                    <a:pt x="15065" y="577"/>
                  </a:moveTo>
                  <a:cubicBezTo>
                    <a:pt x="13764" y="1320"/>
                    <a:pt x="1039" y="9145"/>
                    <a:pt x="1039" y="9145"/>
                  </a:cubicBezTo>
                  <a:cubicBezTo>
                    <a:pt x="345" y="9541"/>
                    <a:pt x="0" y="10064"/>
                    <a:pt x="0" y="10582"/>
                  </a:cubicBezTo>
                  <a:cubicBezTo>
                    <a:pt x="0" y="11105"/>
                    <a:pt x="345" y="11623"/>
                    <a:pt x="1039" y="12019"/>
                  </a:cubicBezTo>
                  <a:cubicBezTo>
                    <a:pt x="1039" y="12019"/>
                    <a:pt x="13764" y="19844"/>
                    <a:pt x="15065" y="20587"/>
                  </a:cubicBezTo>
                  <a:cubicBezTo>
                    <a:pt x="16367" y="21334"/>
                    <a:pt x="18711" y="21382"/>
                    <a:pt x="20099" y="20587"/>
                  </a:cubicBezTo>
                  <a:cubicBezTo>
                    <a:pt x="21487" y="19796"/>
                    <a:pt x="21600" y="18689"/>
                    <a:pt x="20099" y="17713"/>
                  </a:cubicBezTo>
                  <a:lnTo>
                    <a:pt x="8425" y="10582"/>
                  </a:lnTo>
                  <a:lnTo>
                    <a:pt x="20099" y="3451"/>
                  </a:lnTo>
                  <a:cubicBezTo>
                    <a:pt x="21600" y="2480"/>
                    <a:pt x="21487" y="1373"/>
                    <a:pt x="20099" y="577"/>
                  </a:cubicBezTo>
                  <a:cubicBezTo>
                    <a:pt x="18711" y="-218"/>
                    <a:pt x="16367" y="-165"/>
                    <a:pt x="15065" y="577"/>
                  </a:cubicBezTo>
                  <a:close/>
                </a:path>
              </a:pathLst>
            </a:custGeom>
            <a:solidFill>
              <a:schemeClr val="accent1"/>
            </a:solidFill>
            <a:ln w="12700" cap="flat">
              <a:noFill/>
              <a:miter lim="400000"/>
            </a:ln>
            <a:effectLst/>
          </p:spPr>
          <p:txBody>
            <a:bodyPr wrap="square" lIns="38100" tIns="38100" rIns="38100" bIns="38100"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grpSp>
      <p:grpSp>
        <p:nvGrpSpPr>
          <p:cNvPr id="4" name="Group 605"/>
          <p:cNvGrpSpPr/>
          <p:nvPr userDrawn="1"/>
        </p:nvGrpSpPr>
        <p:grpSpPr>
          <a:xfrm>
            <a:off x="7699064" y="2053956"/>
            <a:ext cx="512796" cy="512930"/>
            <a:chOff x="0" y="0"/>
            <a:chExt cx="1025858" cy="1025858"/>
          </a:xfrm>
        </p:grpSpPr>
        <p:sp>
          <p:nvSpPr>
            <p:cNvPr id="58" name="Shape 603"/>
            <p:cNvSpPr/>
            <p:nvPr/>
          </p:nvSpPr>
          <p:spPr>
            <a:xfrm>
              <a:off x="0" y="0"/>
              <a:ext cx="1025859" cy="1025859"/>
            </a:xfrm>
            <a:prstGeom prst="rect">
              <a:avLst/>
            </a:prstGeom>
            <a:solidFill>
              <a:srgbClr val="FFFFFF"/>
            </a:solidFill>
            <a:ln w="12700" cap="flat">
              <a:noFill/>
              <a:miter lim="400000"/>
            </a:ln>
            <a:effectLst/>
          </p:spPr>
          <p:txBody>
            <a:bodyPr wrap="square" lIns="50800" tIns="50800" rIns="50800" bIns="50800"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59" name="Shape 604"/>
            <p:cNvSpPr/>
            <p:nvPr/>
          </p:nvSpPr>
          <p:spPr>
            <a:xfrm>
              <a:off x="401490" y="322808"/>
              <a:ext cx="222878" cy="380243"/>
            </a:xfrm>
            <a:custGeom>
              <a:avLst/>
              <a:gdLst/>
              <a:ahLst/>
              <a:cxnLst>
                <a:cxn ang="0">
                  <a:pos x="wd2" y="hd2"/>
                </a:cxn>
                <a:cxn ang="5400000">
                  <a:pos x="wd2" y="hd2"/>
                </a:cxn>
                <a:cxn ang="10800000">
                  <a:pos x="wd2" y="hd2"/>
                </a:cxn>
                <a:cxn ang="16200000">
                  <a:pos x="wd2" y="hd2"/>
                </a:cxn>
              </a:cxnLst>
              <a:rect l="0" t="0" r="r" b="b"/>
              <a:pathLst>
                <a:path w="21183" h="21165" extrusionOk="0">
                  <a:moveTo>
                    <a:pt x="15065" y="577"/>
                  </a:moveTo>
                  <a:cubicBezTo>
                    <a:pt x="13764" y="1320"/>
                    <a:pt x="1039" y="9145"/>
                    <a:pt x="1039" y="9145"/>
                  </a:cubicBezTo>
                  <a:cubicBezTo>
                    <a:pt x="345" y="9541"/>
                    <a:pt x="0" y="10064"/>
                    <a:pt x="0" y="10582"/>
                  </a:cubicBezTo>
                  <a:cubicBezTo>
                    <a:pt x="0" y="11105"/>
                    <a:pt x="345" y="11623"/>
                    <a:pt x="1039" y="12019"/>
                  </a:cubicBezTo>
                  <a:cubicBezTo>
                    <a:pt x="1039" y="12019"/>
                    <a:pt x="13764" y="19844"/>
                    <a:pt x="15065" y="20587"/>
                  </a:cubicBezTo>
                  <a:cubicBezTo>
                    <a:pt x="16367" y="21334"/>
                    <a:pt x="18711" y="21382"/>
                    <a:pt x="20099" y="20587"/>
                  </a:cubicBezTo>
                  <a:cubicBezTo>
                    <a:pt x="21487" y="19796"/>
                    <a:pt x="21600" y="18689"/>
                    <a:pt x="20099" y="17713"/>
                  </a:cubicBezTo>
                  <a:lnTo>
                    <a:pt x="8425" y="10582"/>
                  </a:lnTo>
                  <a:lnTo>
                    <a:pt x="20099" y="3451"/>
                  </a:lnTo>
                  <a:cubicBezTo>
                    <a:pt x="21600" y="2480"/>
                    <a:pt x="21487" y="1373"/>
                    <a:pt x="20099" y="577"/>
                  </a:cubicBezTo>
                  <a:cubicBezTo>
                    <a:pt x="18711" y="-218"/>
                    <a:pt x="16367" y="-165"/>
                    <a:pt x="15065" y="577"/>
                  </a:cubicBezTo>
                  <a:close/>
                </a:path>
              </a:pathLst>
            </a:custGeom>
            <a:solidFill>
              <a:schemeClr val="accent5"/>
            </a:solidFill>
            <a:ln w="12700" cap="flat">
              <a:noFill/>
              <a:miter lim="400000"/>
            </a:ln>
            <a:effectLst/>
          </p:spPr>
          <p:txBody>
            <a:bodyPr wrap="square" lIns="38100" tIns="38100" rIns="38100" bIns="38100"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grpSp>
      <p:grpSp>
        <p:nvGrpSpPr>
          <p:cNvPr id="5" name="Group 611"/>
          <p:cNvGrpSpPr/>
          <p:nvPr userDrawn="1"/>
        </p:nvGrpSpPr>
        <p:grpSpPr>
          <a:xfrm>
            <a:off x="10147139" y="4507677"/>
            <a:ext cx="512796" cy="512930"/>
            <a:chOff x="0" y="0"/>
            <a:chExt cx="1025858" cy="1025858"/>
          </a:xfrm>
        </p:grpSpPr>
        <p:sp>
          <p:nvSpPr>
            <p:cNvPr id="64" name="Shape 609"/>
            <p:cNvSpPr/>
            <p:nvPr/>
          </p:nvSpPr>
          <p:spPr>
            <a:xfrm>
              <a:off x="0" y="0"/>
              <a:ext cx="1025859" cy="1025859"/>
            </a:xfrm>
            <a:prstGeom prst="rect">
              <a:avLst/>
            </a:prstGeom>
            <a:solidFill>
              <a:srgbClr val="FFFFFF"/>
            </a:solidFill>
            <a:ln w="12700" cap="flat">
              <a:noFill/>
              <a:miter lim="400000"/>
            </a:ln>
            <a:effectLst/>
          </p:spPr>
          <p:txBody>
            <a:bodyPr wrap="square" lIns="50800" tIns="50800" rIns="50800" bIns="50800"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65" name="Shape 610"/>
            <p:cNvSpPr/>
            <p:nvPr/>
          </p:nvSpPr>
          <p:spPr>
            <a:xfrm rot="5400000">
              <a:off x="401490" y="322808"/>
              <a:ext cx="222878" cy="380243"/>
            </a:xfrm>
            <a:custGeom>
              <a:avLst/>
              <a:gdLst/>
              <a:ahLst/>
              <a:cxnLst>
                <a:cxn ang="0">
                  <a:pos x="wd2" y="hd2"/>
                </a:cxn>
                <a:cxn ang="5400000">
                  <a:pos x="wd2" y="hd2"/>
                </a:cxn>
                <a:cxn ang="10800000">
                  <a:pos x="wd2" y="hd2"/>
                </a:cxn>
                <a:cxn ang="16200000">
                  <a:pos x="wd2" y="hd2"/>
                </a:cxn>
              </a:cxnLst>
              <a:rect l="0" t="0" r="r" b="b"/>
              <a:pathLst>
                <a:path w="21183" h="21165" extrusionOk="0">
                  <a:moveTo>
                    <a:pt x="15065" y="577"/>
                  </a:moveTo>
                  <a:cubicBezTo>
                    <a:pt x="13764" y="1320"/>
                    <a:pt x="1039" y="9145"/>
                    <a:pt x="1039" y="9145"/>
                  </a:cubicBezTo>
                  <a:cubicBezTo>
                    <a:pt x="345" y="9541"/>
                    <a:pt x="0" y="10064"/>
                    <a:pt x="0" y="10582"/>
                  </a:cubicBezTo>
                  <a:cubicBezTo>
                    <a:pt x="0" y="11105"/>
                    <a:pt x="345" y="11623"/>
                    <a:pt x="1039" y="12019"/>
                  </a:cubicBezTo>
                  <a:cubicBezTo>
                    <a:pt x="1039" y="12019"/>
                    <a:pt x="13764" y="19844"/>
                    <a:pt x="15065" y="20587"/>
                  </a:cubicBezTo>
                  <a:cubicBezTo>
                    <a:pt x="16367" y="21334"/>
                    <a:pt x="18711" y="21382"/>
                    <a:pt x="20099" y="20587"/>
                  </a:cubicBezTo>
                  <a:cubicBezTo>
                    <a:pt x="21487" y="19796"/>
                    <a:pt x="21600" y="18689"/>
                    <a:pt x="20099" y="17713"/>
                  </a:cubicBezTo>
                  <a:lnTo>
                    <a:pt x="8425" y="10582"/>
                  </a:lnTo>
                  <a:lnTo>
                    <a:pt x="20099" y="3451"/>
                  </a:lnTo>
                  <a:cubicBezTo>
                    <a:pt x="21600" y="2480"/>
                    <a:pt x="21487" y="1373"/>
                    <a:pt x="20099" y="577"/>
                  </a:cubicBezTo>
                  <a:cubicBezTo>
                    <a:pt x="18711" y="-218"/>
                    <a:pt x="16367" y="-165"/>
                    <a:pt x="15065" y="577"/>
                  </a:cubicBezTo>
                  <a:close/>
                </a:path>
              </a:pathLst>
            </a:custGeom>
            <a:solidFill>
              <a:schemeClr val="accent3"/>
            </a:solidFill>
            <a:ln w="12700" cap="flat">
              <a:noFill/>
              <a:miter lim="400000"/>
            </a:ln>
            <a:effectLst/>
          </p:spPr>
          <p:txBody>
            <a:bodyPr wrap="square" lIns="38100" tIns="38100" rIns="38100" bIns="38100"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grpSp>
      <p:grpSp>
        <p:nvGrpSpPr>
          <p:cNvPr id="6" name="Group 617"/>
          <p:cNvGrpSpPr/>
          <p:nvPr userDrawn="1"/>
        </p:nvGrpSpPr>
        <p:grpSpPr>
          <a:xfrm>
            <a:off x="5248111" y="4507677"/>
            <a:ext cx="512796" cy="512930"/>
            <a:chOff x="0" y="0"/>
            <a:chExt cx="1025858" cy="1025858"/>
          </a:xfrm>
        </p:grpSpPr>
        <p:sp>
          <p:nvSpPr>
            <p:cNvPr id="70" name="Shape 615"/>
            <p:cNvSpPr/>
            <p:nvPr/>
          </p:nvSpPr>
          <p:spPr>
            <a:xfrm>
              <a:off x="0" y="0"/>
              <a:ext cx="1025859" cy="1025859"/>
            </a:xfrm>
            <a:prstGeom prst="rect">
              <a:avLst/>
            </a:prstGeom>
            <a:solidFill>
              <a:srgbClr val="FFFFFF"/>
            </a:solidFill>
            <a:ln w="12700" cap="flat">
              <a:noFill/>
              <a:miter lim="400000"/>
            </a:ln>
            <a:effectLst/>
          </p:spPr>
          <p:txBody>
            <a:bodyPr wrap="square" lIns="50800" tIns="50800" rIns="50800" bIns="50800"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71" name="Shape 616"/>
            <p:cNvSpPr/>
            <p:nvPr/>
          </p:nvSpPr>
          <p:spPr>
            <a:xfrm rot="10800000">
              <a:off x="401490" y="322808"/>
              <a:ext cx="222878" cy="380243"/>
            </a:xfrm>
            <a:custGeom>
              <a:avLst/>
              <a:gdLst/>
              <a:ahLst/>
              <a:cxnLst>
                <a:cxn ang="0">
                  <a:pos x="wd2" y="hd2"/>
                </a:cxn>
                <a:cxn ang="5400000">
                  <a:pos x="wd2" y="hd2"/>
                </a:cxn>
                <a:cxn ang="10800000">
                  <a:pos x="wd2" y="hd2"/>
                </a:cxn>
                <a:cxn ang="16200000">
                  <a:pos x="wd2" y="hd2"/>
                </a:cxn>
              </a:cxnLst>
              <a:rect l="0" t="0" r="r" b="b"/>
              <a:pathLst>
                <a:path w="21183" h="21165" extrusionOk="0">
                  <a:moveTo>
                    <a:pt x="15065" y="577"/>
                  </a:moveTo>
                  <a:cubicBezTo>
                    <a:pt x="13764" y="1320"/>
                    <a:pt x="1039" y="9145"/>
                    <a:pt x="1039" y="9145"/>
                  </a:cubicBezTo>
                  <a:cubicBezTo>
                    <a:pt x="345" y="9541"/>
                    <a:pt x="0" y="10064"/>
                    <a:pt x="0" y="10582"/>
                  </a:cubicBezTo>
                  <a:cubicBezTo>
                    <a:pt x="0" y="11105"/>
                    <a:pt x="345" y="11623"/>
                    <a:pt x="1039" y="12019"/>
                  </a:cubicBezTo>
                  <a:cubicBezTo>
                    <a:pt x="1039" y="12019"/>
                    <a:pt x="13764" y="19844"/>
                    <a:pt x="15065" y="20587"/>
                  </a:cubicBezTo>
                  <a:cubicBezTo>
                    <a:pt x="16367" y="21334"/>
                    <a:pt x="18711" y="21382"/>
                    <a:pt x="20099" y="20587"/>
                  </a:cubicBezTo>
                  <a:cubicBezTo>
                    <a:pt x="21487" y="19796"/>
                    <a:pt x="21600" y="18689"/>
                    <a:pt x="20099" y="17713"/>
                  </a:cubicBezTo>
                  <a:lnTo>
                    <a:pt x="8425" y="10582"/>
                  </a:lnTo>
                  <a:lnTo>
                    <a:pt x="20099" y="3451"/>
                  </a:lnTo>
                  <a:cubicBezTo>
                    <a:pt x="21600" y="2480"/>
                    <a:pt x="21487" y="1373"/>
                    <a:pt x="20099" y="577"/>
                  </a:cubicBezTo>
                  <a:cubicBezTo>
                    <a:pt x="18711" y="-218"/>
                    <a:pt x="16367" y="-165"/>
                    <a:pt x="15065" y="577"/>
                  </a:cubicBezTo>
                  <a:close/>
                </a:path>
              </a:pathLst>
            </a:custGeom>
            <a:solidFill>
              <a:schemeClr val="accent2"/>
            </a:solidFill>
            <a:ln w="12700" cap="flat">
              <a:noFill/>
              <a:miter lim="400000"/>
            </a:ln>
            <a:effectLst/>
          </p:spPr>
          <p:txBody>
            <a:bodyPr wrap="square" lIns="38100" tIns="38100" rIns="38100" bIns="38100"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grpSp>
      <p:grpSp>
        <p:nvGrpSpPr>
          <p:cNvPr id="7" name="Group 623"/>
          <p:cNvGrpSpPr/>
          <p:nvPr userDrawn="1"/>
        </p:nvGrpSpPr>
        <p:grpSpPr>
          <a:xfrm>
            <a:off x="348850" y="4507677"/>
            <a:ext cx="512796" cy="512930"/>
            <a:chOff x="0" y="0"/>
            <a:chExt cx="1025858" cy="1025858"/>
          </a:xfrm>
        </p:grpSpPr>
        <p:sp>
          <p:nvSpPr>
            <p:cNvPr id="76" name="Shape 621"/>
            <p:cNvSpPr/>
            <p:nvPr/>
          </p:nvSpPr>
          <p:spPr>
            <a:xfrm>
              <a:off x="0" y="0"/>
              <a:ext cx="1025859" cy="1025859"/>
            </a:xfrm>
            <a:prstGeom prst="rect">
              <a:avLst/>
            </a:prstGeom>
            <a:solidFill>
              <a:srgbClr val="FFFFFF"/>
            </a:solidFill>
            <a:ln w="12700" cap="flat">
              <a:noFill/>
              <a:miter lim="400000"/>
            </a:ln>
            <a:effectLst/>
          </p:spPr>
          <p:txBody>
            <a:bodyPr wrap="square" lIns="50800" tIns="50800" rIns="50800" bIns="50800"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sp>
          <p:nvSpPr>
            <p:cNvPr id="77" name="Shape 622"/>
            <p:cNvSpPr/>
            <p:nvPr/>
          </p:nvSpPr>
          <p:spPr>
            <a:xfrm rot="10800000">
              <a:off x="401490" y="322808"/>
              <a:ext cx="222878" cy="380243"/>
            </a:xfrm>
            <a:custGeom>
              <a:avLst/>
              <a:gdLst/>
              <a:ahLst/>
              <a:cxnLst>
                <a:cxn ang="0">
                  <a:pos x="wd2" y="hd2"/>
                </a:cxn>
                <a:cxn ang="5400000">
                  <a:pos x="wd2" y="hd2"/>
                </a:cxn>
                <a:cxn ang="10800000">
                  <a:pos x="wd2" y="hd2"/>
                </a:cxn>
                <a:cxn ang="16200000">
                  <a:pos x="wd2" y="hd2"/>
                </a:cxn>
              </a:cxnLst>
              <a:rect l="0" t="0" r="r" b="b"/>
              <a:pathLst>
                <a:path w="21183" h="21165" extrusionOk="0">
                  <a:moveTo>
                    <a:pt x="15065" y="577"/>
                  </a:moveTo>
                  <a:cubicBezTo>
                    <a:pt x="13764" y="1320"/>
                    <a:pt x="1039" y="9145"/>
                    <a:pt x="1039" y="9145"/>
                  </a:cubicBezTo>
                  <a:cubicBezTo>
                    <a:pt x="345" y="9541"/>
                    <a:pt x="0" y="10064"/>
                    <a:pt x="0" y="10582"/>
                  </a:cubicBezTo>
                  <a:cubicBezTo>
                    <a:pt x="0" y="11105"/>
                    <a:pt x="345" y="11623"/>
                    <a:pt x="1039" y="12019"/>
                  </a:cubicBezTo>
                  <a:cubicBezTo>
                    <a:pt x="1039" y="12019"/>
                    <a:pt x="13764" y="19844"/>
                    <a:pt x="15065" y="20587"/>
                  </a:cubicBezTo>
                  <a:cubicBezTo>
                    <a:pt x="16367" y="21334"/>
                    <a:pt x="18711" y="21382"/>
                    <a:pt x="20099" y="20587"/>
                  </a:cubicBezTo>
                  <a:cubicBezTo>
                    <a:pt x="21487" y="19796"/>
                    <a:pt x="21600" y="18689"/>
                    <a:pt x="20099" y="17713"/>
                  </a:cubicBezTo>
                  <a:lnTo>
                    <a:pt x="8425" y="10582"/>
                  </a:lnTo>
                  <a:lnTo>
                    <a:pt x="20099" y="3451"/>
                  </a:lnTo>
                  <a:cubicBezTo>
                    <a:pt x="21600" y="2480"/>
                    <a:pt x="21487" y="1373"/>
                    <a:pt x="20099" y="577"/>
                  </a:cubicBezTo>
                  <a:cubicBezTo>
                    <a:pt x="18711" y="-218"/>
                    <a:pt x="16367" y="-165"/>
                    <a:pt x="15065" y="577"/>
                  </a:cubicBezTo>
                  <a:close/>
                </a:path>
              </a:pathLst>
            </a:custGeom>
            <a:solidFill>
              <a:schemeClr val="accent4"/>
            </a:solidFill>
            <a:ln w="12700" cap="flat">
              <a:noFill/>
              <a:miter lim="400000"/>
            </a:ln>
            <a:effectLst/>
          </p:spPr>
          <p:txBody>
            <a:bodyPr wrap="square" lIns="38100" tIns="38100" rIns="38100" bIns="38100" numCol="1" anchor="ctr">
              <a:noAutofit/>
            </a:bodyPr>
            <a:lstStyle/>
            <a:p>
              <a:pPr defTabSz="228539">
                <a:defRPr sz="3000">
                  <a:solidFill>
                    <a:srgbClr val="FFFFFF"/>
                  </a:solidFill>
                  <a:effectLst>
                    <a:outerShdw blurRad="38100" dist="12700" dir="5400000" rotWithShape="0">
                      <a:srgbClr val="000000">
                        <a:alpha val="50000"/>
                      </a:srgbClr>
                    </a:outerShdw>
                  </a:effectLst>
                  <a:latin typeface="Source Sans Pro Light"/>
                  <a:ea typeface="Source Sans Pro Light"/>
                  <a:cs typeface="Source Sans Pro Light"/>
                  <a:sym typeface="Source Sans Pro Light"/>
                </a:defRPr>
              </a:pPr>
              <a:endParaRPr dirty="0"/>
            </a:p>
          </p:txBody>
        </p:sp>
      </p:grpSp>
      <p:sp>
        <p:nvSpPr>
          <p:cNvPr id="83" name="Content Placeholder 20"/>
          <p:cNvSpPr>
            <a:spLocks noGrp="1"/>
          </p:cNvSpPr>
          <p:nvPr>
            <p:ph sz="quarter" idx="16"/>
          </p:nvPr>
        </p:nvSpPr>
        <p:spPr>
          <a:xfrm>
            <a:off x="2759889" y="2872114"/>
            <a:ext cx="1871281" cy="228600"/>
          </a:xfrm>
        </p:spPr>
        <p:txBody>
          <a:bodyPr lIns="0" tIns="0" rIns="0" bIns="0" anchor="ctr">
            <a:normAutofit/>
          </a:bodyPr>
          <a:lstStyle>
            <a:lvl1pPr marL="0" indent="0" algn="l">
              <a:buNone/>
              <a:defRPr sz="1200" b="1">
                <a:solidFill>
                  <a:schemeClr val="bg1"/>
                </a:solidFill>
                <a:latin typeface="Source Sans Pro Light"/>
              </a:defRPr>
            </a:lvl1pPr>
          </a:lstStyle>
          <a:p>
            <a:pPr lvl="0"/>
            <a:endParaRPr lang="en-GB" dirty="0" smtClean="0"/>
          </a:p>
        </p:txBody>
      </p:sp>
      <p:sp>
        <p:nvSpPr>
          <p:cNvPr id="84" name="Text Placeholder 17"/>
          <p:cNvSpPr>
            <a:spLocks noGrp="1"/>
          </p:cNvSpPr>
          <p:nvPr>
            <p:ph type="body" sz="quarter" idx="21"/>
          </p:nvPr>
        </p:nvSpPr>
        <p:spPr>
          <a:xfrm>
            <a:off x="2759892" y="3176960"/>
            <a:ext cx="1923530" cy="1143000"/>
          </a:xfrm>
        </p:spPr>
        <p:txBody>
          <a:bodyPr lIns="0" tIns="0" rIns="0" bIns="0">
            <a:normAutofit/>
          </a:bodyPr>
          <a:lstStyle>
            <a:lvl1pPr marL="0" indent="0" algn="l">
              <a:lnSpc>
                <a:spcPts val="1500"/>
              </a:lnSpc>
              <a:spcBef>
                <a:spcPts val="1500"/>
              </a:spcBef>
              <a:buNone/>
              <a:defRPr sz="1000">
                <a:solidFill>
                  <a:schemeClr val="bg1"/>
                </a:solidFill>
                <a:latin typeface="Source Sans Pro Light"/>
              </a:defRPr>
            </a:lvl1pPr>
          </a:lstStyle>
          <a:p>
            <a:pPr lvl="0"/>
            <a:endParaRPr lang="en-US" dirty="0" smtClean="0"/>
          </a:p>
        </p:txBody>
      </p:sp>
      <p:sp>
        <p:nvSpPr>
          <p:cNvPr id="85" name="Content Placeholder 20"/>
          <p:cNvSpPr>
            <a:spLocks noGrp="1"/>
          </p:cNvSpPr>
          <p:nvPr>
            <p:ph sz="quarter" idx="27"/>
          </p:nvPr>
        </p:nvSpPr>
        <p:spPr>
          <a:xfrm>
            <a:off x="7659033" y="2872114"/>
            <a:ext cx="1871281" cy="228600"/>
          </a:xfrm>
        </p:spPr>
        <p:txBody>
          <a:bodyPr lIns="0" tIns="0" rIns="0" bIns="0" anchor="ctr">
            <a:normAutofit/>
          </a:bodyPr>
          <a:lstStyle>
            <a:lvl1pPr marL="0" indent="0" algn="l">
              <a:buNone/>
              <a:defRPr sz="1200" b="1">
                <a:solidFill>
                  <a:schemeClr val="bg1"/>
                </a:solidFill>
                <a:latin typeface="Source Sans Pro Light"/>
              </a:defRPr>
            </a:lvl1pPr>
          </a:lstStyle>
          <a:p>
            <a:pPr lvl="0"/>
            <a:endParaRPr lang="en-GB" dirty="0" smtClean="0"/>
          </a:p>
        </p:txBody>
      </p:sp>
      <p:sp>
        <p:nvSpPr>
          <p:cNvPr id="86" name="Text Placeholder 17"/>
          <p:cNvSpPr>
            <a:spLocks noGrp="1"/>
          </p:cNvSpPr>
          <p:nvPr>
            <p:ph type="body" sz="quarter" idx="28"/>
          </p:nvPr>
        </p:nvSpPr>
        <p:spPr>
          <a:xfrm>
            <a:off x="7659033" y="3176960"/>
            <a:ext cx="1923530" cy="1143000"/>
          </a:xfrm>
        </p:spPr>
        <p:txBody>
          <a:bodyPr lIns="0" tIns="0" rIns="0" bIns="0">
            <a:normAutofit/>
          </a:bodyPr>
          <a:lstStyle>
            <a:lvl1pPr marL="0" indent="0" algn="l">
              <a:lnSpc>
                <a:spcPts val="1500"/>
              </a:lnSpc>
              <a:spcBef>
                <a:spcPts val="1500"/>
              </a:spcBef>
              <a:buNone/>
              <a:defRPr sz="1000">
                <a:solidFill>
                  <a:schemeClr val="bg1"/>
                </a:solidFill>
                <a:latin typeface="Source Sans Pro Light"/>
              </a:defRPr>
            </a:lvl1pPr>
          </a:lstStyle>
          <a:p>
            <a:pPr lvl="0"/>
            <a:endParaRPr lang="en-US" dirty="0" smtClean="0"/>
          </a:p>
        </p:txBody>
      </p:sp>
      <p:sp>
        <p:nvSpPr>
          <p:cNvPr id="87" name="Content Placeholder 20"/>
          <p:cNvSpPr>
            <a:spLocks noGrp="1"/>
          </p:cNvSpPr>
          <p:nvPr>
            <p:ph sz="quarter" idx="29"/>
          </p:nvPr>
        </p:nvSpPr>
        <p:spPr>
          <a:xfrm>
            <a:off x="10107107" y="5295853"/>
            <a:ext cx="1871281" cy="228600"/>
          </a:xfrm>
        </p:spPr>
        <p:txBody>
          <a:bodyPr lIns="0" tIns="0" rIns="0" bIns="0" anchor="ctr">
            <a:normAutofit/>
          </a:bodyPr>
          <a:lstStyle>
            <a:lvl1pPr marL="0" indent="0" algn="l">
              <a:buNone/>
              <a:defRPr sz="1200" b="1">
                <a:solidFill>
                  <a:schemeClr val="bg1"/>
                </a:solidFill>
                <a:latin typeface="Source Sans Pro Light"/>
              </a:defRPr>
            </a:lvl1pPr>
          </a:lstStyle>
          <a:p>
            <a:pPr lvl="0"/>
            <a:endParaRPr lang="en-GB" dirty="0" smtClean="0"/>
          </a:p>
        </p:txBody>
      </p:sp>
      <p:sp>
        <p:nvSpPr>
          <p:cNvPr id="88" name="Text Placeholder 17"/>
          <p:cNvSpPr>
            <a:spLocks noGrp="1"/>
          </p:cNvSpPr>
          <p:nvPr>
            <p:ph type="body" sz="quarter" idx="30"/>
          </p:nvPr>
        </p:nvSpPr>
        <p:spPr>
          <a:xfrm>
            <a:off x="10107110" y="5600700"/>
            <a:ext cx="1923530" cy="1143000"/>
          </a:xfrm>
        </p:spPr>
        <p:txBody>
          <a:bodyPr lIns="0" tIns="0" rIns="0" bIns="0">
            <a:normAutofit/>
          </a:bodyPr>
          <a:lstStyle>
            <a:lvl1pPr marL="0" indent="0" algn="l">
              <a:lnSpc>
                <a:spcPts val="1500"/>
              </a:lnSpc>
              <a:spcBef>
                <a:spcPts val="1500"/>
              </a:spcBef>
              <a:buNone/>
              <a:defRPr sz="1000">
                <a:solidFill>
                  <a:schemeClr val="bg1"/>
                </a:solidFill>
                <a:latin typeface="Source Sans Pro Light"/>
              </a:defRPr>
            </a:lvl1pPr>
          </a:lstStyle>
          <a:p>
            <a:pPr lvl="0"/>
            <a:endParaRPr lang="en-US" dirty="0" smtClean="0"/>
          </a:p>
        </p:txBody>
      </p:sp>
      <p:sp>
        <p:nvSpPr>
          <p:cNvPr id="89" name="Content Placeholder 20"/>
          <p:cNvSpPr>
            <a:spLocks noGrp="1"/>
          </p:cNvSpPr>
          <p:nvPr>
            <p:ph sz="quarter" idx="31"/>
          </p:nvPr>
        </p:nvSpPr>
        <p:spPr>
          <a:xfrm>
            <a:off x="308934" y="5295853"/>
            <a:ext cx="1871281" cy="228600"/>
          </a:xfrm>
        </p:spPr>
        <p:txBody>
          <a:bodyPr lIns="0" tIns="0" rIns="0" bIns="0" anchor="ctr">
            <a:normAutofit/>
          </a:bodyPr>
          <a:lstStyle>
            <a:lvl1pPr marL="0" indent="0" algn="l">
              <a:buNone/>
              <a:defRPr sz="1200" b="1">
                <a:solidFill>
                  <a:schemeClr val="bg1"/>
                </a:solidFill>
                <a:latin typeface="Source Sans Pro Light"/>
              </a:defRPr>
            </a:lvl1pPr>
          </a:lstStyle>
          <a:p>
            <a:pPr lvl="0"/>
            <a:endParaRPr lang="en-GB" dirty="0" smtClean="0"/>
          </a:p>
        </p:txBody>
      </p:sp>
      <p:sp>
        <p:nvSpPr>
          <p:cNvPr id="90" name="Text Placeholder 17"/>
          <p:cNvSpPr>
            <a:spLocks noGrp="1"/>
          </p:cNvSpPr>
          <p:nvPr>
            <p:ph type="body" sz="quarter" idx="32"/>
          </p:nvPr>
        </p:nvSpPr>
        <p:spPr>
          <a:xfrm>
            <a:off x="308937" y="5600700"/>
            <a:ext cx="1923530" cy="1143000"/>
          </a:xfrm>
        </p:spPr>
        <p:txBody>
          <a:bodyPr lIns="0" tIns="0" rIns="0" bIns="0">
            <a:normAutofit/>
          </a:bodyPr>
          <a:lstStyle>
            <a:lvl1pPr marL="0" indent="0" algn="l">
              <a:lnSpc>
                <a:spcPts val="1500"/>
              </a:lnSpc>
              <a:spcBef>
                <a:spcPts val="1500"/>
              </a:spcBef>
              <a:buNone/>
              <a:defRPr sz="1000">
                <a:solidFill>
                  <a:schemeClr val="bg1"/>
                </a:solidFill>
                <a:latin typeface="Source Sans Pro Light"/>
              </a:defRPr>
            </a:lvl1pPr>
          </a:lstStyle>
          <a:p>
            <a:pPr lvl="0"/>
            <a:endParaRPr lang="en-US" dirty="0" smtClean="0"/>
          </a:p>
        </p:txBody>
      </p:sp>
      <p:sp>
        <p:nvSpPr>
          <p:cNvPr id="91" name="Content Placeholder 20"/>
          <p:cNvSpPr>
            <a:spLocks noGrp="1"/>
          </p:cNvSpPr>
          <p:nvPr>
            <p:ph sz="quarter" idx="33"/>
          </p:nvPr>
        </p:nvSpPr>
        <p:spPr>
          <a:xfrm>
            <a:off x="5208078" y="5295853"/>
            <a:ext cx="1871281" cy="228600"/>
          </a:xfrm>
        </p:spPr>
        <p:txBody>
          <a:bodyPr lIns="0" tIns="0" rIns="0" bIns="0" anchor="ctr">
            <a:normAutofit/>
          </a:bodyPr>
          <a:lstStyle>
            <a:lvl1pPr marL="0" indent="0" algn="l">
              <a:buNone/>
              <a:defRPr sz="1200" b="1">
                <a:solidFill>
                  <a:schemeClr val="bg1"/>
                </a:solidFill>
                <a:latin typeface="Source Sans Pro Light"/>
              </a:defRPr>
            </a:lvl1pPr>
          </a:lstStyle>
          <a:p>
            <a:pPr lvl="0"/>
            <a:endParaRPr lang="en-GB" dirty="0" smtClean="0"/>
          </a:p>
        </p:txBody>
      </p:sp>
      <p:sp>
        <p:nvSpPr>
          <p:cNvPr id="92" name="Text Placeholder 17"/>
          <p:cNvSpPr>
            <a:spLocks noGrp="1"/>
          </p:cNvSpPr>
          <p:nvPr>
            <p:ph type="body" sz="quarter" idx="34"/>
          </p:nvPr>
        </p:nvSpPr>
        <p:spPr>
          <a:xfrm>
            <a:off x="5208081" y="5600700"/>
            <a:ext cx="1923530" cy="1143000"/>
          </a:xfrm>
        </p:spPr>
        <p:txBody>
          <a:bodyPr lIns="0" tIns="0" rIns="0" bIns="0">
            <a:normAutofit/>
          </a:bodyPr>
          <a:lstStyle>
            <a:lvl1pPr marL="0" indent="0" algn="l">
              <a:lnSpc>
                <a:spcPts val="1500"/>
              </a:lnSpc>
              <a:spcBef>
                <a:spcPts val="1500"/>
              </a:spcBef>
              <a:buNone/>
              <a:defRPr sz="1000">
                <a:solidFill>
                  <a:schemeClr val="bg1"/>
                </a:solidFill>
                <a:latin typeface="Source Sans Pro Light"/>
              </a:defRPr>
            </a:lvl1pPr>
          </a:lstStyle>
          <a:p>
            <a:pPr lvl="0"/>
            <a:endParaRPr lang="en-US" dirty="0" smtClean="0"/>
          </a:p>
        </p:txBody>
      </p:sp>
    </p:spTree>
    <p:extLst>
      <p:ext uri="{BB962C8B-B14F-4D97-AF65-F5344CB8AC3E}">
        <p14:creationId xmlns:p14="http://schemas.microsoft.com/office/powerpoint/2010/main" val="122463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1">
                                            <p:txEl>
                                              <p:pRg st="0" end="0"/>
                                            </p:txEl>
                                          </p:spTgt>
                                        </p:tgtEl>
                                        <p:attrNameLst>
                                          <p:attrName>style.visibility</p:attrName>
                                        </p:attrNameLst>
                                      </p:cBhvr>
                                      <p:to>
                                        <p:strVal val="visible"/>
                                      </p:to>
                                    </p:set>
                                    <p:animEffect transition="in" filter="dissolve">
                                      <p:cBhvr>
                                        <p:cTn id="11" dur="500"/>
                                        <p:tgtEl>
                                          <p:spTgt spid="21">
                                            <p:txEl>
                                              <p:pRg st="0" end="0"/>
                                            </p:txEl>
                                          </p:spTgt>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78"/>
                                        </p:tgtEl>
                                        <p:attrNameLst>
                                          <p:attrName>style.visibility</p:attrName>
                                        </p:attrNameLst>
                                      </p:cBhvr>
                                      <p:to>
                                        <p:strVal val="visible"/>
                                      </p:to>
                                    </p:set>
                                    <p:animEffect transition="in" filter="fade">
                                      <p:cBhvr>
                                        <p:cTn id="15" dur="500"/>
                                        <p:tgtEl>
                                          <p:spTgt spid="78"/>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dissolve">
                                      <p:cBhvr>
                                        <p:cTn id="19" dur="500"/>
                                        <p:tgtEl>
                                          <p:spTgt spid="23"/>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par>
                          <p:cTn id="24" fill="hold">
                            <p:stCondLst>
                              <p:cond delay="2500"/>
                            </p:stCondLst>
                            <p:childTnLst>
                              <p:par>
                                <p:cTn id="25" presetID="10" presetClass="entr" presetSubtype="0" fill="hold" grpId="0" nodeType="afterEffect" nodePh="1">
                                  <p:stCondLst>
                                    <p:cond delay="0"/>
                                  </p:stCondLst>
                                  <p:endCondLst>
                                    <p:cond evt="begin" delay="0">
                                      <p:tn val="25"/>
                                    </p:cond>
                                  </p:endCondLst>
                                  <p:childTnLst>
                                    <p:set>
                                      <p:cBhvr>
                                        <p:cTn id="26" dur="1" fill="hold">
                                          <p:stCondLst>
                                            <p:cond delay="0"/>
                                          </p:stCondLst>
                                        </p:cTn>
                                        <p:tgtEl>
                                          <p:spTgt spid="83">
                                            <p:txEl>
                                              <p:pRg st="0" end="0"/>
                                            </p:txEl>
                                          </p:spTgt>
                                        </p:tgtEl>
                                        <p:attrNameLst>
                                          <p:attrName>style.visibility</p:attrName>
                                        </p:attrNameLst>
                                      </p:cBhvr>
                                      <p:to>
                                        <p:strVal val="visible"/>
                                      </p:to>
                                    </p:set>
                                    <p:animEffect transition="in" filter="fade">
                                      <p:cBhvr>
                                        <p:cTn id="27" dur="500"/>
                                        <p:tgtEl>
                                          <p:spTgt spid="83">
                                            <p:txEl>
                                              <p:pRg st="0" end="0"/>
                                            </p:txEl>
                                          </p:spTgt>
                                        </p:tgtEl>
                                      </p:cBhvr>
                                    </p:animEffect>
                                  </p:childTnLst>
                                </p:cTn>
                              </p:par>
                              <p:par>
                                <p:cTn id="28" presetID="10" presetClass="entr" presetSubtype="0" fill="hold" grpId="0" nodeType="withEffect" nodePh="1">
                                  <p:stCondLst>
                                    <p:cond delay="0"/>
                                  </p:stCondLst>
                                  <p:endCondLst>
                                    <p:cond evt="begin" delay="0">
                                      <p:tn val="28"/>
                                    </p:cond>
                                  </p:endCondLst>
                                  <p:childTnLst>
                                    <p:set>
                                      <p:cBhvr>
                                        <p:cTn id="29" dur="1" fill="hold">
                                          <p:stCondLst>
                                            <p:cond delay="0"/>
                                          </p:stCondLst>
                                        </p:cTn>
                                        <p:tgtEl>
                                          <p:spTgt spid="84">
                                            <p:txEl>
                                              <p:pRg st="0" end="0"/>
                                            </p:txEl>
                                          </p:spTgt>
                                        </p:tgtEl>
                                        <p:attrNameLst>
                                          <p:attrName>style.visibility</p:attrName>
                                        </p:attrNameLst>
                                      </p:cBhvr>
                                      <p:to>
                                        <p:strVal val="visible"/>
                                      </p:to>
                                    </p:set>
                                    <p:animEffect transition="in" filter="fade">
                                      <p:cBhvr>
                                        <p:cTn id="30" dur="500"/>
                                        <p:tgtEl>
                                          <p:spTgt spid="84">
                                            <p:txEl>
                                              <p:pRg st="0" end="0"/>
                                            </p:txEl>
                                          </p:spTgt>
                                        </p:tgtEl>
                                      </p:cBhvr>
                                    </p:animEffect>
                                  </p:childTnLst>
                                </p:cTn>
                              </p:par>
                            </p:childTnLst>
                          </p:cTn>
                        </p:par>
                        <p:par>
                          <p:cTn id="31" fill="hold">
                            <p:stCondLst>
                              <p:cond delay="3000"/>
                            </p:stCondLst>
                            <p:childTnLst>
                              <p:par>
                                <p:cTn id="32" presetID="10" presetClass="entr" presetSubtype="0" fill="hold" grpId="0" nodeType="afterEffect" nodePh="1">
                                  <p:stCondLst>
                                    <p:cond delay="0"/>
                                  </p:stCondLst>
                                  <p:endCondLst>
                                    <p:cond evt="begin" delay="0">
                                      <p:tn val="32"/>
                                    </p:cond>
                                  </p:endCondLst>
                                  <p:childTnLst>
                                    <p:set>
                                      <p:cBhvr>
                                        <p:cTn id="33" dur="1" fill="hold">
                                          <p:stCondLst>
                                            <p:cond delay="0"/>
                                          </p:stCondLst>
                                        </p:cTn>
                                        <p:tgtEl>
                                          <p:spTgt spid="79"/>
                                        </p:tgtEl>
                                        <p:attrNameLst>
                                          <p:attrName>style.visibility</p:attrName>
                                        </p:attrNameLst>
                                      </p:cBhvr>
                                      <p:to>
                                        <p:strVal val="visible"/>
                                      </p:to>
                                    </p:set>
                                    <p:animEffect transition="in" filter="fade">
                                      <p:cBhvr>
                                        <p:cTn id="34" dur="500"/>
                                        <p:tgtEl>
                                          <p:spTgt spid="79"/>
                                        </p:tgtEl>
                                      </p:cBhvr>
                                    </p:animEffect>
                                  </p:childTnLst>
                                </p:cTn>
                              </p:par>
                            </p:childTnLst>
                          </p:cTn>
                        </p:par>
                        <p:par>
                          <p:cTn id="35" fill="hold">
                            <p:stCondLst>
                              <p:cond delay="3500"/>
                            </p:stCondLst>
                            <p:childTnLst>
                              <p:par>
                                <p:cTn id="36" presetID="9" presetClass="entr" presetSubtype="0" fill="hold" grpId="0" nodeType="after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dissolve">
                                      <p:cBhvr>
                                        <p:cTn id="38" dur="500"/>
                                        <p:tgtEl>
                                          <p:spTgt spid="43"/>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childTnLst>
                          </p:cTn>
                        </p:par>
                        <p:par>
                          <p:cTn id="43" fill="hold">
                            <p:stCondLst>
                              <p:cond delay="4500"/>
                            </p:stCondLst>
                            <p:childTnLst>
                              <p:par>
                                <p:cTn id="44" presetID="10" presetClass="entr" presetSubtype="0" fill="hold" grpId="0" nodeType="afterEffect" nodePh="1">
                                  <p:stCondLst>
                                    <p:cond delay="0"/>
                                  </p:stCondLst>
                                  <p:endCondLst>
                                    <p:cond evt="begin" delay="0">
                                      <p:tn val="44"/>
                                    </p:cond>
                                  </p:endCondLst>
                                  <p:childTnLst>
                                    <p:set>
                                      <p:cBhvr>
                                        <p:cTn id="45" dur="1" fill="hold">
                                          <p:stCondLst>
                                            <p:cond delay="0"/>
                                          </p:stCondLst>
                                        </p:cTn>
                                        <p:tgtEl>
                                          <p:spTgt spid="85">
                                            <p:txEl>
                                              <p:pRg st="0" end="0"/>
                                            </p:txEl>
                                          </p:spTgt>
                                        </p:tgtEl>
                                        <p:attrNameLst>
                                          <p:attrName>style.visibility</p:attrName>
                                        </p:attrNameLst>
                                      </p:cBhvr>
                                      <p:to>
                                        <p:strVal val="visible"/>
                                      </p:to>
                                    </p:set>
                                    <p:animEffect transition="in" filter="fade">
                                      <p:cBhvr>
                                        <p:cTn id="46" dur="500"/>
                                        <p:tgtEl>
                                          <p:spTgt spid="85">
                                            <p:txEl>
                                              <p:pRg st="0" end="0"/>
                                            </p:txEl>
                                          </p:spTgt>
                                        </p:tgtEl>
                                      </p:cBhvr>
                                    </p:animEffect>
                                  </p:childTnLst>
                                </p:cTn>
                              </p:par>
                              <p:par>
                                <p:cTn id="47" presetID="10" presetClass="entr" presetSubtype="0" fill="hold" grpId="0" nodeType="withEffect" nodePh="1">
                                  <p:stCondLst>
                                    <p:cond delay="0"/>
                                  </p:stCondLst>
                                  <p:endCondLst>
                                    <p:cond evt="begin" delay="0">
                                      <p:tn val="47"/>
                                    </p:cond>
                                  </p:endCondLst>
                                  <p:childTnLst>
                                    <p:set>
                                      <p:cBhvr>
                                        <p:cTn id="48" dur="1" fill="hold">
                                          <p:stCondLst>
                                            <p:cond delay="0"/>
                                          </p:stCondLst>
                                        </p:cTn>
                                        <p:tgtEl>
                                          <p:spTgt spid="86">
                                            <p:txEl>
                                              <p:pRg st="0" end="0"/>
                                            </p:txEl>
                                          </p:spTgt>
                                        </p:tgtEl>
                                        <p:attrNameLst>
                                          <p:attrName>style.visibility</p:attrName>
                                        </p:attrNameLst>
                                      </p:cBhvr>
                                      <p:to>
                                        <p:strVal val="visible"/>
                                      </p:to>
                                    </p:set>
                                    <p:animEffect transition="in" filter="fade">
                                      <p:cBhvr>
                                        <p:cTn id="49" dur="500"/>
                                        <p:tgtEl>
                                          <p:spTgt spid="86">
                                            <p:txEl>
                                              <p:pRg st="0" end="0"/>
                                            </p:txEl>
                                          </p:spTgt>
                                        </p:tgtEl>
                                      </p:cBhvr>
                                    </p:animEffect>
                                  </p:childTnLst>
                                </p:cTn>
                              </p:par>
                            </p:childTnLst>
                          </p:cTn>
                        </p:par>
                        <p:par>
                          <p:cTn id="50" fill="hold">
                            <p:stCondLst>
                              <p:cond delay="5000"/>
                            </p:stCondLst>
                            <p:childTnLst>
                              <p:par>
                                <p:cTn id="51" presetID="10" presetClass="entr" presetSubtype="0" fill="hold" grpId="0" nodeType="afterEffect" nodePh="1">
                                  <p:stCondLst>
                                    <p:cond delay="0"/>
                                  </p:stCondLst>
                                  <p:endCondLst>
                                    <p:cond evt="begin" delay="0">
                                      <p:tn val="51"/>
                                    </p:cond>
                                  </p:endCondLst>
                                  <p:childTnLst>
                                    <p:set>
                                      <p:cBhvr>
                                        <p:cTn id="52" dur="1" fill="hold">
                                          <p:stCondLst>
                                            <p:cond delay="0"/>
                                          </p:stCondLst>
                                        </p:cTn>
                                        <p:tgtEl>
                                          <p:spTgt spid="80"/>
                                        </p:tgtEl>
                                        <p:attrNameLst>
                                          <p:attrName>style.visibility</p:attrName>
                                        </p:attrNameLst>
                                      </p:cBhvr>
                                      <p:to>
                                        <p:strVal val="visible"/>
                                      </p:to>
                                    </p:set>
                                    <p:animEffect transition="in" filter="fade">
                                      <p:cBhvr>
                                        <p:cTn id="53" dur="500"/>
                                        <p:tgtEl>
                                          <p:spTgt spid="80"/>
                                        </p:tgtEl>
                                      </p:cBhvr>
                                    </p:animEffect>
                                  </p:childTnLst>
                                </p:cTn>
                              </p:par>
                            </p:childTnLst>
                          </p:cTn>
                        </p:par>
                        <p:par>
                          <p:cTn id="54" fill="hold">
                            <p:stCondLst>
                              <p:cond delay="5500"/>
                            </p:stCondLst>
                            <p:childTnLst>
                              <p:par>
                                <p:cTn id="55" presetID="9" presetClass="entr" presetSubtype="0" fill="hold" grpId="0" nodeType="after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dissolve">
                                      <p:cBhvr>
                                        <p:cTn id="57" dur="500"/>
                                        <p:tgtEl>
                                          <p:spTgt spid="47"/>
                                        </p:tgtEl>
                                      </p:cBhvr>
                                    </p:animEffect>
                                  </p:childTnLst>
                                </p:cTn>
                              </p:par>
                            </p:childTnLst>
                          </p:cTn>
                        </p:par>
                        <p:par>
                          <p:cTn id="58" fill="hold">
                            <p:stCondLst>
                              <p:cond delay="6000"/>
                            </p:stCondLst>
                            <p:childTnLst>
                              <p:par>
                                <p:cTn id="59" presetID="10" presetClass="entr" presetSubtype="0" fill="hold" nodeType="after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fade">
                                      <p:cBhvr>
                                        <p:cTn id="61" dur="500"/>
                                        <p:tgtEl>
                                          <p:spTgt spid="5"/>
                                        </p:tgtEl>
                                      </p:cBhvr>
                                    </p:animEffect>
                                  </p:childTnLst>
                                </p:cTn>
                              </p:par>
                            </p:childTnLst>
                          </p:cTn>
                        </p:par>
                        <p:par>
                          <p:cTn id="62" fill="hold">
                            <p:stCondLst>
                              <p:cond delay="6500"/>
                            </p:stCondLst>
                            <p:childTnLst>
                              <p:par>
                                <p:cTn id="63" presetID="10" presetClass="entr" presetSubtype="0" fill="hold" grpId="0" nodeType="afterEffect" nodePh="1">
                                  <p:stCondLst>
                                    <p:cond delay="0"/>
                                  </p:stCondLst>
                                  <p:endCondLst>
                                    <p:cond evt="begin" delay="0">
                                      <p:tn val="63"/>
                                    </p:cond>
                                  </p:endCondLst>
                                  <p:childTnLst>
                                    <p:set>
                                      <p:cBhvr>
                                        <p:cTn id="64" dur="1" fill="hold">
                                          <p:stCondLst>
                                            <p:cond delay="0"/>
                                          </p:stCondLst>
                                        </p:cTn>
                                        <p:tgtEl>
                                          <p:spTgt spid="87">
                                            <p:txEl>
                                              <p:pRg st="0" end="0"/>
                                            </p:txEl>
                                          </p:spTgt>
                                        </p:tgtEl>
                                        <p:attrNameLst>
                                          <p:attrName>style.visibility</p:attrName>
                                        </p:attrNameLst>
                                      </p:cBhvr>
                                      <p:to>
                                        <p:strVal val="visible"/>
                                      </p:to>
                                    </p:set>
                                    <p:animEffect transition="in" filter="fade">
                                      <p:cBhvr>
                                        <p:cTn id="65" dur="500"/>
                                        <p:tgtEl>
                                          <p:spTgt spid="87">
                                            <p:txEl>
                                              <p:pRg st="0" end="0"/>
                                            </p:txEl>
                                          </p:spTgt>
                                        </p:tgtEl>
                                      </p:cBhvr>
                                    </p:animEffect>
                                  </p:childTnLst>
                                </p:cTn>
                              </p:par>
                              <p:par>
                                <p:cTn id="66" presetID="10" presetClass="entr" presetSubtype="0" fill="hold" grpId="0" nodeType="withEffect" nodePh="1">
                                  <p:stCondLst>
                                    <p:cond delay="0"/>
                                  </p:stCondLst>
                                  <p:endCondLst>
                                    <p:cond evt="begin" delay="0">
                                      <p:tn val="66"/>
                                    </p:cond>
                                  </p:endCondLst>
                                  <p:childTnLst>
                                    <p:set>
                                      <p:cBhvr>
                                        <p:cTn id="67" dur="1" fill="hold">
                                          <p:stCondLst>
                                            <p:cond delay="0"/>
                                          </p:stCondLst>
                                        </p:cTn>
                                        <p:tgtEl>
                                          <p:spTgt spid="88">
                                            <p:txEl>
                                              <p:pRg st="0" end="0"/>
                                            </p:txEl>
                                          </p:spTgt>
                                        </p:tgtEl>
                                        <p:attrNameLst>
                                          <p:attrName>style.visibility</p:attrName>
                                        </p:attrNameLst>
                                      </p:cBhvr>
                                      <p:to>
                                        <p:strVal val="visible"/>
                                      </p:to>
                                    </p:set>
                                    <p:animEffect transition="in" filter="fade">
                                      <p:cBhvr>
                                        <p:cTn id="68" dur="500"/>
                                        <p:tgtEl>
                                          <p:spTgt spid="88">
                                            <p:txEl>
                                              <p:pRg st="0" end="0"/>
                                            </p:txEl>
                                          </p:spTgt>
                                        </p:tgtEl>
                                      </p:cBhvr>
                                    </p:animEffect>
                                  </p:childTnLst>
                                </p:cTn>
                              </p:par>
                            </p:childTnLst>
                          </p:cTn>
                        </p:par>
                        <p:par>
                          <p:cTn id="69" fill="hold">
                            <p:stCondLst>
                              <p:cond delay="7000"/>
                            </p:stCondLst>
                            <p:childTnLst>
                              <p:par>
                                <p:cTn id="70" presetID="10" presetClass="entr" presetSubtype="0" fill="hold" grpId="0" nodeType="afterEffect" nodePh="1">
                                  <p:stCondLst>
                                    <p:cond delay="0"/>
                                  </p:stCondLst>
                                  <p:endCondLst>
                                    <p:cond evt="begin" delay="0">
                                      <p:tn val="70"/>
                                    </p:cond>
                                  </p:endCondLst>
                                  <p:childTnLst>
                                    <p:set>
                                      <p:cBhvr>
                                        <p:cTn id="71" dur="1" fill="hold">
                                          <p:stCondLst>
                                            <p:cond delay="0"/>
                                          </p:stCondLst>
                                        </p:cTn>
                                        <p:tgtEl>
                                          <p:spTgt spid="81"/>
                                        </p:tgtEl>
                                        <p:attrNameLst>
                                          <p:attrName>style.visibility</p:attrName>
                                        </p:attrNameLst>
                                      </p:cBhvr>
                                      <p:to>
                                        <p:strVal val="visible"/>
                                      </p:to>
                                    </p:set>
                                    <p:animEffect transition="in" filter="fade">
                                      <p:cBhvr>
                                        <p:cTn id="72" dur="500"/>
                                        <p:tgtEl>
                                          <p:spTgt spid="81"/>
                                        </p:tgtEl>
                                      </p:cBhvr>
                                    </p:animEffect>
                                  </p:childTnLst>
                                </p:cTn>
                              </p:par>
                            </p:childTnLst>
                          </p:cTn>
                        </p:par>
                        <p:par>
                          <p:cTn id="73" fill="hold">
                            <p:stCondLst>
                              <p:cond delay="7500"/>
                            </p:stCondLst>
                            <p:childTnLst>
                              <p:par>
                                <p:cTn id="74" presetID="9" presetClass="entr" presetSubtype="0" fill="hold" grpId="0" nodeType="afterEffect">
                                  <p:stCondLst>
                                    <p:cond delay="0"/>
                                  </p:stCondLst>
                                  <p:childTnLst>
                                    <p:set>
                                      <p:cBhvr>
                                        <p:cTn id="75" dur="1" fill="hold">
                                          <p:stCondLst>
                                            <p:cond delay="0"/>
                                          </p:stCondLst>
                                        </p:cTn>
                                        <p:tgtEl>
                                          <p:spTgt spid="45"/>
                                        </p:tgtEl>
                                        <p:attrNameLst>
                                          <p:attrName>style.visibility</p:attrName>
                                        </p:attrNameLst>
                                      </p:cBhvr>
                                      <p:to>
                                        <p:strVal val="visible"/>
                                      </p:to>
                                    </p:set>
                                    <p:animEffect transition="in" filter="dissolve">
                                      <p:cBhvr>
                                        <p:cTn id="76" dur="500"/>
                                        <p:tgtEl>
                                          <p:spTgt spid="45"/>
                                        </p:tgtEl>
                                      </p:cBhvr>
                                    </p:animEffect>
                                  </p:childTnLst>
                                </p:cTn>
                              </p:par>
                            </p:childTnLst>
                          </p:cTn>
                        </p:par>
                        <p:par>
                          <p:cTn id="77" fill="hold">
                            <p:stCondLst>
                              <p:cond delay="8000"/>
                            </p:stCondLst>
                            <p:childTnLst>
                              <p:par>
                                <p:cTn id="78" presetID="10" presetClass="entr" presetSubtype="0" fill="hold" nodeType="afterEffect">
                                  <p:stCondLst>
                                    <p:cond delay="0"/>
                                  </p:stCondLst>
                                  <p:childTnLst>
                                    <p:set>
                                      <p:cBhvr>
                                        <p:cTn id="79" dur="1" fill="hold">
                                          <p:stCondLst>
                                            <p:cond delay="0"/>
                                          </p:stCondLst>
                                        </p:cTn>
                                        <p:tgtEl>
                                          <p:spTgt spid="6"/>
                                        </p:tgtEl>
                                        <p:attrNameLst>
                                          <p:attrName>style.visibility</p:attrName>
                                        </p:attrNameLst>
                                      </p:cBhvr>
                                      <p:to>
                                        <p:strVal val="visible"/>
                                      </p:to>
                                    </p:set>
                                    <p:animEffect transition="in" filter="fade">
                                      <p:cBhvr>
                                        <p:cTn id="80" dur="500"/>
                                        <p:tgtEl>
                                          <p:spTgt spid="6"/>
                                        </p:tgtEl>
                                      </p:cBhvr>
                                    </p:animEffect>
                                  </p:childTnLst>
                                </p:cTn>
                              </p:par>
                            </p:childTnLst>
                          </p:cTn>
                        </p:par>
                        <p:par>
                          <p:cTn id="81" fill="hold">
                            <p:stCondLst>
                              <p:cond delay="8500"/>
                            </p:stCondLst>
                            <p:childTnLst>
                              <p:par>
                                <p:cTn id="82" presetID="10" presetClass="entr" presetSubtype="0" fill="hold" grpId="0" nodeType="afterEffect" nodePh="1">
                                  <p:stCondLst>
                                    <p:cond delay="0"/>
                                  </p:stCondLst>
                                  <p:endCondLst>
                                    <p:cond evt="begin" delay="0">
                                      <p:tn val="82"/>
                                    </p:cond>
                                  </p:endCondLst>
                                  <p:childTnLst>
                                    <p:set>
                                      <p:cBhvr>
                                        <p:cTn id="83" dur="1" fill="hold">
                                          <p:stCondLst>
                                            <p:cond delay="0"/>
                                          </p:stCondLst>
                                        </p:cTn>
                                        <p:tgtEl>
                                          <p:spTgt spid="91">
                                            <p:txEl>
                                              <p:pRg st="0" end="0"/>
                                            </p:txEl>
                                          </p:spTgt>
                                        </p:tgtEl>
                                        <p:attrNameLst>
                                          <p:attrName>style.visibility</p:attrName>
                                        </p:attrNameLst>
                                      </p:cBhvr>
                                      <p:to>
                                        <p:strVal val="visible"/>
                                      </p:to>
                                    </p:set>
                                    <p:animEffect transition="in" filter="fade">
                                      <p:cBhvr>
                                        <p:cTn id="84" dur="500"/>
                                        <p:tgtEl>
                                          <p:spTgt spid="91">
                                            <p:txEl>
                                              <p:pRg st="0" end="0"/>
                                            </p:txEl>
                                          </p:spTgt>
                                        </p:tgtEl>
                                      </p:cBhvr>
                                    </p:animEffect>
                                  </p:childTnLst>
                                </p:cTn>
                              </p:par>
                              <p:par>
                                <p:cTn id="85" presetID="10" presetClass="entr" presetSubtype="0" fill="hold" grpId="0" nodeType="withEffect" nodePh="1">
                                  <p:stCondLst>
                                    <p:cond delay="0"/>
                                  </p:stCondLst>
                                  <p:endCondLst>
                                    <p:cond evt="begin" delay="0">
                                      <p:tn val="85"/>
                                    </p:cond>
                                  </p:endCondLst>
                                  <p:childTnLst>
                                    <p:set>
                                      <p:cBhvr>
                                        <p:cTn id="86" dur="1" fill="hold">
                                          <p:stCondLst>
                                            <p:cond delay="0"/>
                                          </p:stCondLst>
                                        </p:cTn>
                                        <p:tgtEl>
                                          <p:spTgt spid="92">
                                            <p:txEl>
                                              <p:pRg st="0" end="0"/>
                                            </p:txEl>
                                          </p:spTgt>
                                        </p:tgtEl>
                                        <p:attrNameLst>
                                          <p:attrName>style.visibility</p:attrName>
                                        </p:attrNameLst>
                                      </p:cBhvr>
                                      <p:to>
                                        <p:strVal val="visible"/>
                                      </p:to>
                                    </p:set>
                                    <p:animEffect transition="in" filter="fade">
                                      <p:cBhvr>
                                        <p:cTn id="87" dur="500"/>
                                        <p:tgtEl>
                                          <p:spTgt spid="92">
                                            <p:txEl>
                                              <p:pRg st="0" end="0"/>
                                            </p:txEl>
                                          </p:spTgt>
                                        </p:tgtEl>
                                      </p:cBhvr>
                                    </p:animEffect>
                                  </p:childTnLst>
                                </p:cTn>
                              </p:par>
                            </p:childTnLst>
                          </p:cTn>
                        </p:par>
                        <p:par>
                          <p:cTn id="88" fill="hold">
                            <p:stCondLst>
                              <p:cond delay="9000"/>
                            </p:stCondLst>
                            <p:childTnLst>
                              <p:par>
                                <p:cTn id="89" presetID="10" presetClass="entr" presetSubtype="0" fill="hold" grpId="0" nodeType="afterEffect" nodePh="1">
                                  <p:stCondLst>
                                    <p:cond delay="0"/>
                                  </p:stCondLst>
                                  <p:endCondLst>
                                    <p:cond evt="begin" delay="0">
                                      <p:tn val="89"/>
                                    </p:cond>
                                  </p:endCondLst>
                                  <p:childTnLst>
                                    <p:set>
                                      <p:cBhvr>
                                        <p:cTn id="90" dur="1" fill="hold">
                                          <p:stCondLst>
                                            <p:cond delay="0"/>
                                          </p:stCondLst>
                                        </p:cTn>
                                        <p:tgtEl>
                                          <p:spTgt spid="82"/>
                                        </p:tgtEl>
                                        <p:attrNameLst>
                                          <p:attrName>style.visibility</p:attrName>
                                        </p:attrNameLst>
                                      </p:cBhvr>
                                      <p:to>
                                        <p:strVal val="visible"/>
                                      </p:to>
                                    </p:set>
                                    <p:animEffect transition="in" filter="fade">
                                      <p:cBhvr>
                                        <p:cTn id="91" dur="500"/>
                                        <p:tgtEl>
                                          <p:spTgt spid="82"/>
                                        </p:tgtEl>
                                      </p:cBhvr>
                                    </p:animEffect>
                                  </p:childTnLst>
                                </p:cTn>
                              </p:par>
                            </p:childTnLst>
                          </p:cTn>
                        </p:par>
                        <p:par>
                          <p:cTn id="92" fill="hold">
                            <p:stCondLst>
                              <p:cond delay="9500"/>
                            </p:stCondLst>
                            <p:childTnLst>
                              <p:par>
                                <p:cTn id="93" presetID="9" presetClass="entr" presetSubtype="0" fill="hold" grpId="0" nodeType="after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dissolve">
                                      <p:cBhvr>
                                        <p:cTn id="95" dur="500"/>
                                        <p:tgtEl>
                                          <p:spTgt spid="41"/>
                                        </p:tgtEl>
                                      </p:cBhvr>
                                    </p:animEffect>
                                  </p:childTnLst>
                                </p:cTn>
                              </p:par>
                            </p:childTnLst>
                          </p:cTn>
                        </p:par>
                        <p:par>
                          <p:cTn id="96" fill="hold">
                            <p:stCondLst>
                              <p:cond delay="10000"/>
                            </p:stCondLst>
                            <p:childTnLst>
                              <p:par>
                                <p:cTn id="97" presetID="10" presetClass="entr" presetSubtype="0" fill="hold" nodeType="afterEffect">
                                  <p:stCondLst>
                                    <p:cond delay="0"/>
                                  </p:stCondLst>
                                  <p:childTnLst>
                                    <p:set>
                                      <p:cBhvr>
                                        <p:cTn id="98" dur="1" fill="hold">
                                          <p:stCondLst>
                                            <p:cond delay="0"/>
                                          </p:stCondLst>
                                        </p:cTn>
                                        <p:tgtEl>
                                          <p:spTgt spid="7"/>
                                        </p:tgtEl>
                                        <p:attrNameLst>
                                          <p:attrName>style.visibility</p:attrName>
                                        </p:attrNameLst>
                                      </p:cBhvr>
                                      <p:to>
                                        <p:strVal val="visible"/>
                                      </p:to>
                                    </p:set>
                                    <p:animEffect transition="in" filter="fade">
                                      <p:cBhvr>
                                        <p:cTn id="99" dur="500"/>
                                        <p:tgtEl>
                                          <p:spTgt spid="7"/>
                                        </p:tgtEl>
                                      </p:cBhvr>
                                    </p:animEffect>
                                  </p:childTnLst>
                                </p:cTn>
                              </p:par>
                            </p:childTnLst>
                          </p:cTn>
                        </p:par>
                        <p:par>
                          <p:cTn id="100" fill="hold">
                            <p:stCondLst>
                              <p:cond delay="10500"/>
                            </p:stCondLst>
                            <p:childTnLst>
                              <p:par>
                                <p:cTn id="101" presetID="10" presetClass="entr" presetSubtype="0" fill="hold" grpId="0" nodeType="afterEffect" nodePh="1">
                                  <p:stCondLst>
                                    <p:cond delay="0"/>
                                  </p:stCondLst>
                                  <p:endCondLst>
                                    <p:cond evt="begin" delay="0">
                                      <p:tn val="101"/>
                                    </p:cond>
                                  </p:endCondLst>
                                  <p:childTnLst>
                                    <p:set>
                                      <p:cBhvr>
                                        <p:cTn id="102" dur="1" fill="hold">
                                          <p:stCondLst>
                                            <p:cond delay="0"/>
                                          </p:stCondLst>
                                        </p:cTn>
                                        <p:tgtEl>
                                          <p:spTgt spid="89">
                                            <p:txEl>
                                              <p:pRg st="0" end="0"/>
                                            </p:txEl>
                                          </p:spTgt>
                                        </p:tgtEl>
                                        <p:attrNameLst>
                                          <p:attrName>style.visibility</p:attrName>
                                        </p:attrNameLst>
                                      </p:cBhvr>
                                      <p:to>
                                        <p:strVal val="visible"/>
                                      </p:to>
                                    </p:set>
                                    <p:animEffect transition="in" filter="fade">
                                      <p:cBhvr>
                                        <p:cTn id="103" dur="500"/>
                                        <p:tgtEl>
                                          <p:spTgt spid="89">
                                            <p:txEl>
                                              <p:pRg st="0" end="0"/>
                                            </p:txEl>
                                          </p:spTgt>
                                        </p:tgtEl>
                                      </p:cBhvr>
                                    </p:animEffect>
                                  </p:childTnLst>
                                </p:cTn>
                              </p:par>
                              <p:par>
                                <p:cTn id="104" presetID="10" presetClass="entr" presetSubtype="0" fill="hold" grpId="0" nodeType="withEffect" nodePh="1">
                                  <p:stCondLst>
                                    <p:cond delay="0"/>
                                  </p:stCondLst>
                                  <p:endCondLst>
                                    <p:cond evt="begin" delay="0">
                                      <p:tn val="104"/>
                                    </p:cond>
                                  </p:endCondLst>
                                  <p:childTnLst>
                                    <p:set>
                                      <p:cBhvr>
                                        <p:cTn id="105" dur="1" fill="hold">
                                          <p:stCondLst>
                                            <p:cond delay="0"/>
                                          </p:stCondLst>
                                        </p:cTn>
                                        <p:tgtEl>
                                          <p:spTgt spid="90">
                                            <p:txEl>
                                              <p:pRg st="0" end="0"/>
                                            </p:txEl>
                                          </p:spTgt>
                                        </p:tgtEl>
                                        <p:attrNameLst>
                                          <p:attrName>style.visibility</p:attrName>
                                        </p:attrNameLst>
                                      </p:cBhvr>
                                      <p:to>
                                        <p:strVal val="visible"/>
                                      </p:to>
                                    </p:set>
                                    <p:animEffect transition="in" filter="fade">
                                      <p:cBhvr>
                                        <p:cTn id="106" dur="500"/>
                                        <p:tgtEl>
                                          <p:spTgt spid="9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p:bldP spid="80" grpId="0"/>
      <p:bldP spid="81" grpId="0"/>
      <p:bldP spid="82" grpId="0"/>
      <p:bldP spid="16" grpId="0"/>
      <p:bldP spid="21" grpId="0" build="p">
        <p:tmplLst>
          <p:tmpl lvl="1">
            <p:tnLst>
              <p:par>
                <p:cTn presetID="9" presetClass="entr" presetSubtype="0"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dissolve">
                      <p:cBhvr>
                        <p:cTn dur="500"/>
                        <p:tgtEl>
                          <p:spTgt spid="21"/>
                        </p:tgtEl>
                      </p:cBhvr>
                    </p:animEffect>
                  </p:childTnLst>
                </p:cTn>
              </p:par>
            </p:tnLst>
          </p:tmpl>
        </p:tmplLst>
      </p:bldP>
      <p:bldP spid="23" grpId="0" animBg="1"/>
      <p:bldP spid="41" grpId="0" animBg="1"/>
      <p:bldP spid="43" grpId="0" animBg="1"/>
      <p:bldP spid="45" grpId="0" animBg="1"/>
      <p:bldP spid="47" grpId="0" animBg="1"/>
      <p:bldP spid="83"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83"/>
                        </p:tgtEl>
                        <p:attrNameLst>
                          <p:attrName>style.visibility</p:attrName>
                        </p:attrNameLst>
                      </p:cBhvr>
                      <p:to>
                        <p:strVal val="visible"/>
                      </p:to>
                    </p:set>
                    <p:animEffect transition="in" filter="fade">
                      <p:cBhvr>
                        <p:cTn dur="500"/>
                        <p:tgtEl>
                          <p:spTgt spid="83"/>
                        </p:tgtEl>
                      </p:cBhvr>
                    </p:animEffect>
                  </p:childTnLst>
                </p:cTn>
              </p:par>
            </p:tnLst>
          </p:tmpl>
        </p:tmplLst>
      </p:bldP>
      <p:bldP spid="84"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5"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85"/>
                        </p:tgtEl>
                        <p:attrNameLst>
                          <p:attrName>style.visibility</p:attrName>
                        </p:attrNameLst>
                      </p:cBhvr>
                      <p:to>
                        <p:strVal val="visible"/>
                      </p:to>
                    </p:set>
                    <p:animEffect transition="in" filter="fade">
                      <p:cBhvr>
                        <p:cTn dur="500"/>
                        <p:tgtEl>
                          <p:spTgt spid="85"/>
                        </p:tgtEl>
                      </p:cBhvr>
                    </p:animEffect>
                  </p:childTnLst>
                </p:cTn>
              </p:par>
            </p:tnLst>
          </p:tmpl>
        </p:tmplLst>
      </p:bldP>
      <p:bldP spid="86"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86"/>
                        </p:tgtEl>
                        <p:attrNameLst>
                          <p:attrName>style.visibility</p:attrName>
                        </p:attrNameLst>
                      </p:cBhvr>
                      <p:to>
                        <p:strVal val="visible"/>
                      </p:to>
                    </p:set>
                    <p:animEffect transition="in" filter="fade">
                      <p:cBhvr>
                        <p:cTn dur="500"/>
                        <p:tgtEl>
                          <p:spTgt spid="86"/>
                        </p:tgtEl>
                      </p:cBhvr>
                    </p:animEffect>
                  </p:childTnLst>
                </p:cTn>
              </p:par>
            </p:tnLst>
          </p:tmpl>
        </p:tmplLst>
      </p:bldP>
      <p:bldP spid="87"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88"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88"/>
                        </p:tgtEl>
                        <p:attrNameLst>
                          <p:attrName>style.visibility</p:attrName>
                        </p:attrNameLst>
                      </p:cBhvr>
                      <p:to>
                        <p:strVal val="visible"/>
                      </p:to>
                    </p:set>
                    <p:animEffect transition="in" filter="fade">
                      <p:cBhvr>
                        <p:cTn dur="500"/>
                        <p:tgtEl>
                          <p:spTgt spid="88"/>
                        </p:tgtEl>
                      </p:cBhvr>
                    </p:animEffect>
                  </p:childTnLst>
                </p:cTn>
              </p:par>
            </p:tnLst>
          </p:tmpl>
        </p:tmplLst>
      </p:bldP>
      <p:bldP spid="89"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89"/>
                        </p:tgtEl>
                        <p:attrNameLst>
                          <p:attrName>style.visibility</p:attrName>
                        </p:attrNameLst>
                      </p:cBhvr>
                      <p:to>
                        <p:strVal val="visible"/>
                      </p:to>
                    </p:set>
                    <p:animEffect transition="in" filter="fade">
                      <p:cBhvr>
                        <p:cTn dur="500"/>
                        <p:tgtEl>
                          <p:spTgt spid="89"/>
                        </p:tgtEl>
                      </p:cBhvr>
                    </p:animEffect>
                  </p:childTnLst>
                </p:cTn>
              </p:par>
            </p:tnLst>
          </p:tmpl>
        </p:tmplLst>
      </p:bldP>
      <p:bldP spid="90"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1" grpId="0" build="p">
        <p:tmplLst>
          <p:tmpl lvl="1">
            <p:tnLst>
              <p:par>
                <p:cTn presetID="10" presetClass="entr" presetSubtype="0" fill="hold" nodeType="afterEffect" nodePh="1">
                  <p:stCondLst>
                    <p:cond delay="0"/>
                  </p:stCondLst>
                  <p:endCondLst>
                    <p:cond delay="0"/>
                  </p:endCondLst>
                  <p:childTnLst>
                    <p:set>
                      <p:cBhvr>
                        <p:cTn dur="1" fill="hold">
                          <p:stCondLst>
                            <p:cond delay="0"/>
                          </p:stCondLst>
                        </p:cTn>
                        <p:tgtEl>
                          <p:spTgt spid="91"/>
                        </p:tgtEl>
                        <p:attrNameLst>
                          <p:attrName>style.visibility</p:attrName>
                        </p:attrNameLst>
                      </p:cBhvr>
                      <p:to>
                        <p:strVal val="visible"/>
                      </p:to>
                    </p:set>
                    <p:animEffect transition="in" filter="fade">
                      <p:cBhvr>
                        <p:cTn dur="500"/>
                        <p:tgtEl>
                          <p:spTgt spid="91"/>
                        </p:tgtEl>
                      </p:cBhvr>
                    </p:animEffect>
                  </p:childTnLst>
                </p:cTn>
              </p:par>
            </p:tnLst>
          </p:tmpl>
        </p:tmplLst>
      </p:bldP>
      <p:bldP spid="92"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92"/>
                        </p:tgtEl>
                        <p:attrNameLst>
                          <p:attrName>style.visibility</p:attrName>
                        </p:attrNameLst>
                      </p:cBhvr>
                      <p:to>
                        <p:strVal val="visible"/>
                      </p:to>
                    </p:set>
                    <p:animEffect transition="in" filter="fade">
                      <p:cBhvr>
                        <p:cTn dur="500"/>
                        <p:tgtEl>
                          <p:spTgt spid="92"/>
                        </p:tgtEl>
                      </p:cBhvr>
                    </p:animEffect>
                  </p:childTnLst>
                </p:cTn>
              </p:par>
            </p:tnLst>
          </p:tmpl>
        </p:tmplLst>
      </p:bldP>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aptop 01">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641171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5865813" y="0"/>
            <a:ext cx="6323012" cy="6858000"/>
          </a:xfrm>
        </p:spPr>
        <p:txBody>
          <a:bodyPr/>
          <a:lstStyle/>
          <a:p>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19" name="Picture Placeholder 11"/>
          <p:cNvSpPr>
            <a:spLocks noGrp="1"/>
          </p:cNvSpPr>
          <p:nvPr>
            <p:ph type="pic" sz="quarter" idx="13"/>
          </p:nvPr>
        </p:nvSpPr>
        <p:spPr>
          <a:xfrm>
            <a:off x="8827662" y="4442692"/>
            <a:ext cx="2576274" cy="1699491"/>
          </a:xfrm>
        </p:spPr>
        <p:txBody>
          <a:bodyPr/>
          <a:lstStyle/>
          <a:p>
            <a:endParaRPr lang="en-US"/>
          </a:p>
        </p:txBody>
      </p:sp>
      <p:sp>
        <p:nvSpPr>
          <p:cNvPr id="12" name="Picture Placeholder 11"/>
          <p:cNvSpPr>
            <a:spLocks noGrp="1"/>
          </p:cNvSpPr>
          <p:nvPr>
            <p:ph type="pic" sz="quarter" idx="10"/>
          </p:nvPr>
        </p:nvSpPr>
        <p:spPr>
          <a:xfrm>
            <a:off x="6085176" y="811572"/>
            <a:ext cx="2576274" cy="1699491"/>
          </a:xfrm>
        </p:spPr>
        <p:txBody>
          <a:bodyPr/>
          <a:lstStyle/>
          <a:p>
            <a:endParaRPr lang="en-US"/>
          </a:p>
        </p:txBody>
      </p:sp>
      <p:sp>
        <p:nvSpPr>
          <p:cNvPr id="15" name="Picture Placeholder 14"/>
          <p:cNvSpPr>
            <a:spLocks noGrp="1"/>
          </p:cNvSpPr>
          <p:nvPr>
            <p:ph type="pic" sz="quarter" idx="11"/>
          </p:nvPr>
        </p:nvSpPr>
        <p:spPr>
          <a:xfrm>
            <a:off x="6085175" y="2689197"/>
            <a:ext cx="2576274" cy="3452985"/>
          </a:xfrm>
        </p:spPr>
        <p:txBody>
          <a:bodyPr/>
          <a:lstStyle/>
          <a:p>
            <a:endParaRPr lang="en-US"/>
          </a:p>
        </p:txBody>
      </p:sp>
      <p:sp>
        <p:nvSpPr>
          <p:cNvPr id="18" name="Picture Placeholder 14"/>
          <p:cNvSpPr>
            <a:spLocks noGrp="1"/>
          </p:cNvSpPr>
          <p:nvPr>
            <p:ph type="pic" sz="quarter" idx="12"/>
          </p:nvPr>
        </p:nvSpPr>
        <p:spPr>
          <a:xfrm>
            <a:off x="8827663" y="811572"/>
            <a:ext cx="2576274" cy="3452985"/>
          </a:xfrm>
        </p:spPr>
        <p:txBody>
          <a:bodyPr/>
          <a:lstStyle/>
          <a:p>
            <a:endParaRPr lang="en-US"/>
          </a:p>
        </p:txBody>
      </p:sp>
    </p:spTree>
    <p:extLst>
      <p:ext uri="{BB962C8B-B14F-4D97-AF65-F5344CB8AC3E}">
        <p14:creationId xmlns:p14="http://schemas.microsoft.com/office/powerpoint/2010/main" val="15027980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ortfolio 4">
    <p:spTree>
      <p:nvGrpSpPr>
        <p:cNvPr id="1" name=""/>
        <p:cNvGrpSpPr/>
        <p:nvPr/>
      </p:nvGrpSpPr>
      <p:grpSpPr>
        <a:xfrm>
          <a:off x="0" y="0"/>
          <a:ext cx="0" cy="0"/>
          <a:chOff x="0" y="0"/>
          <a:chExt cx="0" cy="0"/>
        </a:xfrm>
      </p:grpSpPr>
      <p:sp>
        <p:nvSpPr>
          <p:cNvPr id="15" name="Picture Placeholder 13"/>
          <p:cNvSpPr>
            <a:spLocks noGrp="1"/>
          </p:cNvSpPr>
          <p:nvPr>
            <p:ph type="pic" sz="quarter" idx="11"/>
          </p:nvPr>
        </p:nvSpPr>
        <p:spPr>
          <a:xfrm>
            <a:off x="3757374" y="1699657"/>
            <a:ext cx="2286000" cy="2286000"/>
          </a:xfrm>
          <a:effectLst/>
        </p:spPr>
        <p:txBody>
          <a:bodyPr>
            <a:normAutofit/>
          </a:bodyPr>
          <a:lstStyle>
            <a:lvl1pPr marL="0" indent="0">
              <a:buNone/>
              <a:defRPr sz="2100">
                <a:ln>
                  <a:noFill/>
                </a:ln>
                <a:solidFill>
                  <a:schemeClr val="bg1">
                    <a:lumMod val="85000"/>
                  </a:schemeClr>
                </a:solidFill>
              </a:defRPr>
            </a:lvl1pPr>
          </a:lstStyle>
          <a:p>
            <a:endParaRPr lang="en-US"/>
          </a:p>
        </p:txBody>
      </p:sp>
      <p:sp>
        <p:nvSpPr>
          <p:cNvPr id="17" name="Picture Placeholder 13"/>
          <p:cNvSpPr>
            <a:spLocks noGrp="1"/>
          </p:cNvSpPr>
          <p:nvPr>
            <p:ph type="pic" sz="quarter" idx="13"/>
          </p:nvPr>
        </p:nvSpPr>
        <p:spPr>
          <a:xfrm>
            <a:off x="6168111" y="1709920"/>
            <a:ext cx="4693944" cy="4690877"/>
          </a:xfrm>
          <a:effectLst/>
        </p:spPr>
        <p:txBody>
          <a:bodyPr>
            <a:normAutofit/>
          </a:bodyPr>
          <a:lstStyle>
            <a:lvl1pPr marL="0" indent="0">
              <a:buNone/>
              <a:defRPr sz="2100">
                <a:ln>
                  <a:noFill/>
                </a:ln>
                <a:solidFill>
                  <a:schemeClr val="bg1">
                    <a:lumMod val="85000"/>
                  </a:schemeClr>
                </a:solidFill>
              </a:defRPr>
            </a:lvl1pPr>
          </a:lstStyle>
          <a:p>
            <a:endParaRPr lang="en-US"/>
          </a:p>
        </p:txBody>
      </p:sp>
      <p:sp>
        <p:nvSpPr>
          <p:cNvPr id="13" name="Picture Placeholder 13"/>
          <p:cNvSpPr>
            <a:spLocks noGrp="1"/>
          </p:cNvSpPr>
          <p:nvPr>
            <p:ph type="pic" sz="quarter" idx="16"/>
          </p:nvPr>
        </p:nvSpPr>
        <p:spPr>
          <a:xfrm>
            <a:off x="1397328" y="4085505"/>
            <a:ext cx="2286000" cy="2286000"/>
          </a:xfrm>
          <a:effectLst/>
        </p:spPr>
        <p:txBody>
          <a:bodyPr>
            <a:normAutofit/>
          </a:bodyPr>
          <a:lstStyle>
            <a:lvl1pPr marL="0" indent="0">
              <a:buNone/>
              <a:defRPr sz="2100">
                <a:ln>
                  <a:noFill/>
                </a:ln>
                <a:solidFill>
                  <a:schemeClr val="bg1">
                    <a:lumMod val="85000"/>
                  </a:schemeClr>
                </a:solidFill>
              </a:defRPr>
            </a:lvl1pPr>
          </a:lstStyle>
          <a:p>
            <a:endParaRPr lang="en-US"/>
          </a:p>
        </p:txBody>
      </p:sp>
      <p:sp>
        <p:nvSpPr>
          <p:cNvPr id="11" name="Rectangle 10"/>
          <p:cNvSpPr/>
          <p:nvPr userDrawn="1"/>
        </p:nvSpPr>
        <p:spPr>
          <a:xfrm>
            <a:off x="1397722" y="1683330"/>
            <a:ext cx="2286000" cy="2286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3780702" y="4100945"/>
            <a:ext cx="2286000" cy="228600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832417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88825" cy="6858000"/>
          </a:xfrm>
        </p:spPr>
        <p:txBody>
          <a:bodyPr/>
          <a:lstStyle/>
          <a:p>
            <a:endParaRPr lang="en-US"/>
          </a:p>
        </p:txBody>
      </p:sp>
    </p:spTree>
    <p:extLst>
      <p:ext uri="{BB962C8B-B14F-4D97-AF65-F5344CB8AC3E}">
        <p14:creationId xmlns:p14="http://schemas.microsoft.com/office/powerpoint/2010/main" val="1162490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5998"/>
            </a:lvl1pPr>
          </a:lstStyle>
          <a:p>
            <a:r>
              <a:rPr lang="en-US" smtClean="0"/>
              <a:t>Click to edit Master title style</a:t>
            </a:r>
            <a:endParaRPr lang="en-US" dirty="0"/>
          </a:p>
        </p:txBody>
      </p:sp>
      <p:sp>
        <p:nvSpPr>
          <p:cNvPr id="3" name="Subtitle 2"/>
          <p:cNvSpPr>
            <a:spLocks noGrp="1"/>
          </p:cNvSpPr>
          <p:nvPr>
            <p:ph type="subTitle" idx="1"/>
          </p:nvPr>
        </p:nvSpPr>
        <p:spPr>
          <a:xfrm>
            <a:off x="1523603" y="3602038"/>
            <a:ext cx="9141619"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798BDAE-A562-4667-82DD-5BE61974BD31}" type="datetimeFigureOut">
              <a:rPr lang="id-ID" smtClean="0"/>
              <a:t>26/11/2015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C9F2E319-0919-499D-AD1F-7963255D1003}" type="slidenum">
              <a:rPr lang="id-ID" smtClean="0"/>
              <a:t>‹#›</a:t>
            </a:fld>
            <a:endParaRPr lang="id-ID"/>
          </a:p>
        </p:txBody>
      </p:sp>
    </p:spTree>
    <p:extLst>
      <p:ext uri="{BB962C8B-B14F-4D97-AF65-F5344CB8AC3E}">
        <p14:creationId xmlns:p14="http://schemas.microsoft.com/office/powerpoint/2010/main" val="25391866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5_Meet_the_team1">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534671"/>
      </p:ext>
    </p:extLst>
  </p:cSld>
  <p:clrMapOvr>
    <a:masterClrMapping/>
  </p:clrMapOvr>
  <p:transition spd="slow">
    <p:comb/>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88825" cy="6858000"/>
          </a:xfrm>
        </p:spPr>
        <p:txBody>
          <a:bodyPr/>
          <a:lstStyle/>
          <a:p>
            <a:endParaRPr lang="en-US"/>
          </a:p>
        </p:txBody>
      </p:sp>
    </p:spTree>
    <p:extLst>
      <p:ext uri="{BB962C8B-B14F-4D97-AF65-F5344CB8AC3E}">
        <p14:creationId xmlns:p14="http://schemas.microsoft.com/office/powerpoint/2010/main" val="38571359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13" name="Picture Placeholder 10"/>
          <p:cNvSpPr>
            <a:spLocks noGrp="1"/>
          </p:cNvSpPr>
          <p:nvPr>
            <p:ph type="pic" sz="quarter" idx="12"/>
          </p:nvPr>
        </p:nvSpPr>
        <p:spPr>
          <a:xfrm>
            <a:off x="7944668" y="1856511"/>
            <a:ext cx="1984147" cy="1984664"/>
          </a:xfrm>
          <a:prstGeom prst="ellipse">
            <a:avLst/>
          </a:prstGeom>
        </p:spPr>
        <p:txBody>
          <a:bodyPr/>
          <a:lstStyle>
            <a:lvl1pPr marL="0" indent="0">
              <a:buNone/>
              <a:defRPr/>
            </a:lvl1pPr>
          </a:lstStyle>
          <a:p>
            <a:endParaRPr lang="en-US"/>
          </a:p>
        </p:txBody>
      </p:sp>
      <p:sp>
        <p:nvSpPr>
          <p:cNvPr id="11" name="Picture Placeholder 10"/>
          <p:cNvSpPr>
            <a:spLocks noGrp="1"/>
          </p:cNvSpPr>
          <p:nvPr>
            <p:ph type="pic" sz="quarter" idx="10"/>
          </p:nvPr>
        </p:nvSpPr>
        <p:spPr>
          <a:xfrm>
            <a:off x="2275018" y="1856511"/>
            <a:ext cx="1984147" cy="1984664"/>
          </a:xfrm>
          <a:prstGeom prst="ellipse">
            <a:avLst/>
          </a:prstGeom>
        </p:spPr>
        <p:txBody>
          <a:bodyPr/>
          <a:lstStyle>
            <a:lvl1pPr marL="0" indent="0">
              <a:buNone/>
              <a:defRPr/>
            </a:lvl1pPr>
          </a:lstStyle>
          <a:p>
            <a:endParaRPr lang="en-US" dirty="0"/>
          </a:p>
        </p:txBody>
      </p:sp>
      <p:sp>
        <p:nvSpPr>
          <p:cNvPr id="12" name="Picture Placeholder 10"/>
          <p:cNvSpPr>
            <a:spLocks noGrp="1"/>
          </p:cNvSpPr>
          <p:nvPr>
            <p:ph type="pic" sz="quarter" idx="11"/>
          </p:nvPr>
        </p:nvSpPr>
        <p:spPr>
          <a:xfrm>
            <a:off x="5109843" y="1856511"/>
            <a:ext cx="1984147" cy="1984664"/>
          </a:xfrm>
          <a:prstGeom prst="ellipse">
            <a:avLst/>
          </a:prstGeom>
        </p:spPr>
        <p:txBody>
          <a:bodyPr/>
          <a:lstStyle>
            <a:lvl1pPr marL="0" indent="0">
              <a:buNone/>
              <a:defRPr/>
            </a:lvl1pPr>
          </a:lstStyle>
          <a:p>
            <a:endParaRPr lang="en-US"/>
          </a:p>
        </p:txBody>
      </p:sp>
    </p:spTree>
    <p:extLst>
      <p:ext uri="{BB962C8B-B14F-4D97-AF65-F5344CB8AC3E}">
        <p14:creationId xmlns:p14="http://schemas.microsoft.com/office/powerpoint/2010/main" val="393515592"/>
      </p:ext>
    </p:extLst>
  </p:cSld>
  <p:clrMapOvr>
    <a:masterClrMapping/>
  </p:clrMapOvr>
  <p:transition spd="slow">
    <p:comb/>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7_Custom Layout">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1209654" y="2133600"/>
            <a:ext cx="1760560" cy="1925230"/>
          </a:xfrm>
        </p:spPr>
        <p:txBody>
          <a:bodyPr/>
          <a:lstStyle/>
          <a:p>
            <a:endParaRPr lang="en-US" dirty="0"/>
          </a:p>
        </p:txBody>
      </p:sp>
    </p:spTree>
    <p:extLst>
      <p:ext uri="{BB962C8B-B14F-4D97-AF65-F5344CB8AC3E}">
        <p14:creationId xmlns:p14="http://schemas.microsoft.com/office/powerpoint/2010/main" val="620969054"/>
      </p:ext>
    </p:extLst>
  </p:cSld>
  <p:clrMapOvr>
    <a:masterClrMapping/>
  </p:clrMapOvr>
  <p:transition spd="slow">
    <p:comb/>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88825" cy="6858000"/>
          </a:xfrm>
        </p:spPr>
        <p:txBody>
          <a:bodyPr/>
          <a:lstStyle/>
          <a:p>
            <a:endParaRPr lang="en-US"/>
          </a:p>
        </p:txBody>
      </p:sp>
    </p:spTree>
    <p:extLst>
      <p:ext uri="{BB962C8B-B14F-4D97-AF65-F5344CB8AC3E}">
        <p14:creationId xmlns:p14="http://schemas.microsoft.com/office/powerpoint/2010/main" val="119449247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7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724023" y="2086085"/>
            <a:ext cx="3097578" cy="3046095"/>
          </a:xfrm>
        </p:spPr>
        <p:txBody>
          <a:bodyPr/>
          <a:lstStyle>
            <a:lvl1pPr marL="0" indent="0">
              <a:buNone/>
              <a:defRPr/>
            </a:lvl1pPr>
          </a:lstStyle>
          <a:p>
            <a:endParaRPr lang="en-US"/>
          </a:p>
        </p:txBody>
      </p:sp>
      <p:sp>
        <p:nvSpPr>
          <p:cNvPr id="18" name="Picture Placeholder 2"/>
          <p:cNvSpPr>
            <a:spLocks noGrp="1"/>
          </p:cNvSpPr>
          <p:nvPr>
            <p:ph type="pic" sz="quarter" idx="11"/>
          </p:nvPr>
        </p:nvSpPr>
        <p:spPr>
          <a:xfrm>
            <a:off x="4545624" y="2086085"/>
            <a:ext cx="3097578" cy="3046095"/>
          </a:xfrm>
        </p:spPr>
        <p:txBody>
          <a:bodyPr/>
          <a:lstStyle>
            <a:lvl1pPr marL="0" indent="0">
              <a:buNone/>
              <a:defRPr/>
            </a:lvl1pPr>
          </a:lstStyle>
          <a:p>
            <a:endParaRPr lang="en-US"/>
          </a:p>
        </p:txBody>
      </p:sp>
      <p:sp>
        <p:nvSpPr>
          <p:cNvPr id="19" name="Picture Placeholder 2"/>
          <p:cNvSpPr>
            <a:spLocks noGrp="1"/>
          </p:cNvSpPr>
          <p:nvPr>
            <p:ph type="pic" sz="quarter" idx="12"/>
          </p:nvPr>
        </p:nvSpPr>
        <p:spPr>
          <a:xfrm>
            <a:off x="8367224" y="2086085"/>
            <a:ext cx="3097578" cy="3046095"/>
          </a:xfrm>
        </p:spPr>
        <p:txBody>
          <a:bodyPr/>
          <a:lstStyle>
            <a:lvl1pPr marL="0" indent="0">
              <a:buNone/>
              <a:defRPr/>
            </a:lvl1pPr>
          </a:lstStyle>
          <a:p>
            <a:endParaRPr lang="en-US"/>
          </a:p>
        </p:txBody>
      </p:sp>
    </p:spTree>
    <p:extLst>
      <p:ext uri="{BB962C8B-B14F-4D97-AF65-F5344CB8AC3E}">
        <p14:creationId xmlns:p14="http://schemas.microsoft.com/office/powerpoint/2010/main" val="2167792177"/>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17" name="Picture Placeholder 16"/>
          <p:cNvSpPr>
            <a:spLocks noGrp="1"/>
          </p:cNvSpPr>
          <p:nvPr>
            <p:ph type="pic" sz="quarter" idx="11"/>
          </p:nvPr>
        </p:nvSpPr>
        <p:spPr>
          <a:xfrm>
            <a:off x="6419849" y="2251765"/>
            <a:ext cx="4491991" cy="3145736"/>
          </a:xfrm>
        </p:spPr>
        <p:txBody>
          <a:bodyPr/>
          <a:lstStyle/>
          <a:p>
            <a:endParaRPr lang="en-US"/>
          </a:p>
        </p:txBody>
      </p:sp>
      <p:sp>
        <p:nvSpPr>
          <p:cNvPr id="3" name="Picture Placeholder 2"/>
          <p:cNvSpPr>
            <a:spLocks noGrp="1"/>
          </p:cNvSpPr>
          <p:nvPr>
            <p:ph type="pic" sz="quarter" idx="10"/>
          </p:nvPr>
        </p:nvSpPr>
        <p:spPr>
          <a:xfrm>
            <a:off x="1284701" y="2235200"/>
            <a:ext cx="4483639" cy="3162300"/>
          </a:xfrm>
        </p:spPr>
        <p:txBody>
          <a:bodyPr/>
          <a:lstStyle/>
          <a:p>
            <a:endParaRPr lang="en-US"/>
          </a:p>
        </p:txBody>
      </p:sp>
    </p:spTree>
    <p:extLst>
      <p:ext uri="{BB962C8B-B14F-4D97-AF65-F5344CB8AC3E}">
        <p14:creationId xmlns:p14="http://schemas.microsoft.com/office/powerpoint/2010/main" val="3770546161"/>
      </p:ext>
    </p:extLst>
  </p:cSld>
  <p:clrMapOvr>
    <a:masterClrMapping/>
  </p:clrMapOvr>
  <p:transition spd="slow">
    <p:comb/>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8_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1" y="0"/>
            <a:ext cx="12188825" cy="6858000"/>
          </a:xfrm>
        </p:spPr>
        <p:txBody>
          <a:bodyPr/>
          <a:lstStyle/>
          <a:p>
            <a:endParaRPr lang="en-US"/>
          </a:p>
        </p:txBody>
      </p:sp>
    </p:spTree>
    <p:extLst>
      <p:ext uri="{BB962C8B-B14F-4D97-AF65-F5344CB8AC3E}">
        <p14:creationId xmlns:p14="http://schemas.microsoft.com/office/powerpoint/2010/main" val="2445606426"/>
      </p:ext>
    </p:extLst>
  </p:cSld>
  <p:clrMapOvr>
    <a:masterClrMapping/>
  </p:clrMapOvr>
  <p:transition spd="slow">
    <p:cover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19" name="Picture Placeholder 17"/>
          <p:cNvSpPr>
            <a:spLocks noGrp="1"/>
          </p:cNvSpPr>
          <p:nvPr>
            <p:ph type="pic" sz="quarter" idx="11"/>
          </p:nvPr>
        </p:nvSpPr>
        <p:spPr>
          <a:xfrm>
            <a:off x="6134026" y="1883664"/>
            <a:ext cx="1846607" cy="2542032"/>
          </a:xfrm>
        </p:spPr>
        <p:txBody>
          <a:bodyPr/>
          <a:lstStyle/>
          <a:p>
            <a:endParaRPr lang="en-US" dirty="0"/>
          </a:p>
        </p:txBody>
      </p:sp>
      <p:sp>
        <p:nvSpPr>
          <p:cNvPr id="20" name="Picture Placeholder 17"/>
          <p:cNvSpPr>
            <a:spLocks noGrp="1"/>
          </p:cNvSpPr>
          <p:nvPr>
            <p:ph type="pic" sz="quarter" idx="12"/>
          </p:nvPr>
        </p:nvSpPr>
        <p:spPr>
          <a:xfrm>
            <a:off x="4122870" y="1883664"/>
            <a:ext cx="1499225" cy="2542032"/>
          </a:xfrm>
        </p:spPr>
        <p:txBody>
          <a:bodyPr/>
          <a:lstStyle/>
          <a:p>
            <a:endParaRPr lang="en-US" dirty="0"/>
          </a:p>
        </p:txBody>
      </p:sp>
      <p:sp>
        <p:nvSpPr>
          <p:cNvPr id="18" name="Picture Placeholder 17"/>
          <p:cNvSpPr>
            <a:spLocks noGrp="1"/>
          </p:cNvSpPr>
          <p:nvPr>
            <p:ph type="pic" sz="quarter" idx="10"/>
          </p:nvPr>
        </p:nvSpPr>
        <p:spPr>
          <a:xfrm>
            <a:off x="5210723" y="1773936"/>
            <a:ext cx="1636350" cy="2843784"/>
          </a:xfrm>
        </p:spPr>
        <p:txBody>
          <a:bodyPr/>
          <a:lstStyle/>
          <a:p>
            <a:endParaRPr lang="en-US" dirty="0"/>
          </a:p>
        </p:txBody>
      </p:sp>
    </p:spTree>
    <p:extLst>
      <p:ext uri="{BB962C8B-B14F-4D97-AF65-F5344CB8AC3E}">
        <p14:creationId xmlns:p14="http://schemas.microsoft.com/office/powerpoint/2010/main" val="3525770066"/>
      </p:ext>
    </p:extLst>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9_Title Slide">
    <p:spTree>
      <p:nvGrpSpPr>
        <p:cNvPr id="1" name=""/>
        <p:cNvGrpSpPr/>
        <p:nvPr/>
      </p:nvGrpSpPr>
      <p:grpSpPr>
        <a:xfrm>
          <a:off x="0" y="0"/>
          <a:ext cx="0" cy="0"/>
          <a:chOff x="0" y="0"/>
          <a:chExt cx="0" cy="0"/>
        </a:xfrm>
      </p:grpSpPr>
      <p:sp>
        <p:nvSpPr>
          <p:cNvPr id="16" name="Title 15"/>
          <p:cNvSpPr>
            <a:spLocks noGrp="1"/>
          </p:cNvSpPr>
          <p:nvPr>
            <p:ph type="title"/>
          </p:nvPr>
        </p:nvSpPr>
        <p:spPr>
          <a:xfrm>
            <a:off x="1523603" y="619126"/>
            <a:ext cx="9141619" cy="535812"/>
          </a:xfrm>
        </p:spPr>
        <p:txBody>
          <a:bodyPr>
            <a:normAutofit/>
          </a:bodyPr>
          <a:lstStyle>
            <a:lvl1pPr algn="ctr">
              <a:defRPr sz="3999" b="0">
                <a:solidFill>
                  <a:srgbClr val="2D3F51"/>
                </a:solidFill>
                <a:latin typeface="Source Sans Pro" panose="020B0503030403020204" pitchFamily="34" charset="0"/>
              </a:defRPr>
            </a:lvl1pPr>
          </a:lstStyle>
          <a:p>
            <a:r>
              <a:rPr lang="en-US" dirty="0" smtClean="0"/>
              <a:t>Click to edit Master title style</a:t>
            </a:r>
            <a:endParaRPr lang="en-GB" dirty="0"/>
          </a:p>
        </p:txBody>
      </p:sp>
      <p:sp>
        <p:nvSpPr>
          <p:cNvPr id="18" name="Text Placeholder 17"/>
          <p:cNvSpPr>
            <a:spLocks noGrp="1"/>
          </p:cNvSpPr>
          <p:nvPr>
            <p:ph type="body" sz="quarter" idx="14" hasCustomPrompt="1"/>
          </p:nvPr>
        </p:nvSpPr>
        <p:spPr>
          <a:xfrm>
            <a:off x="1523603" y="2998770"/>
            <a:ext cx="2971026" cy="1106505"/>
          </a:xfrm>
        </p:spPr>
        <p:txBody>
          <a:bodyPr lIns="0" tIns="0" rIns="0" bIns="0">
            <a:normAutofit/>
          </a:bodyPr>
          <a:lstStyle>
            <a:lvl1pPr marL="0" indent="0">
              <a:lnSpc>
                <a:spcPts val="1699"/>
              </a:lnSpc>
              <a:buNone/>
              <a:defRPr sz="1200">
                <a:solidFill>
                  <a:schemeClr val="tx2"/>
                </a:solidFill>
              </a:defRPr>
            </a:lvl1pPr>
          </a:lstStyle>
          <a:p>
            <a:pPr lvl="0"/>
            <a:r>
              <a:rPr lang="en-US" dirty="0" smtClean="0"/>
              <a:t>Click to edit Master text  styles </a:t>
            </a:r>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aleh</a:t>
            </a:r>
            <a:r>
              <a:rPr lang="en-US" dirty="0" smtClean="0"/>
              <a:t> </a:t>
            </a:r>
            <a:r>
              <a:rPr lang="en-US" dirty="0" err="1" smtClean="0"/>
              <a:t>pue</a:t>
            </a:r>
            <a:r>
              <a:rPr lang="en-US" dirty="0" smtClean="0"/>
              <a:t> h </a:t>
            </a:r>
            <a:r>
              <a:rPr lang="en-US" dirty="0" err="1" smtClean="0"/>
              <a:t>om</a:t>
            </a:r>
            <a:r>
              <a:rPr lang="en-US" dirty="0" smtClean="0"/>
              <a:t> </a:t>
            </a:r>
            <a:r>
              <a:rPr lang="en-US" dirty="0" err="1" smtClean="0"/>
              <a:t>alah</a:t>
            </a:r>
            <a:r>
              <a:rPr lang="en-US" dirty="0" smtClean="0"/>
              <a:t> </a:t>
            </a:r>
            <a:r>
              <a:rPr lang="en-US" dirty="0" err="1" smtClean="0"/>
              <a:t>hai</a:t>
            </a:r>
            <a:r>
              <a:rPr lang="en-US" dirty="0" smtClean="0"/>
              <a:t> </a:t>
            </a:r>
            <a:r>
              <a:rPr lang="en-US" dirty="0" err="1" smtClean="0"/>
              <a:t>meutuwah</a:t>
            </a:r>
            <a:r>
              <a:rPr lang="en-US" dirty="0" smtClean="0"/>
              <a:t> </a:t>
            </a:r>
            <a:r>
              <a:rPr lang="en-US" dirty="0" err="1" smtClean="0"/>
              <a:t>ka</a:t>
            </a:r>
            <a:r>
              <a:rPr lang="en-US" dirty="0" smtClean="0"/>
              <a:t> </a:t>
            </a:r>
            <a:r>
              <a:rPr lang="en-US" dirty="0" err="1" smtClean="0"/>
              <a:t>abeh</a:t>
            </a:r>
            <a:r>
              <a:rPr lang="en-US" dirty="0" smtClean="0"/>
              <a:t> </a:t>
            </a:r>
            <a:r>
              <a:rPr lang="en-US" dirty="0" err="1" smtClean="0"/>
              <a:t>cara</a:t>
            </a:r>
            <a:r>
              <a:rPr lang="en-US" dirty="0" smtClean="0"/>
              <a:t> </a:t>
            </a:r>
            <a:r>
              <a:rPr lang="en-US" dirty="0" err="1" smtClean="0"/>
              <a:t>mita</a:t>
            </a:r>
            <a:r>
              <a:rPr lang="en-US" dirty="0" smtClean="0"/>
              <a:t> </a:t>
            </a:r>
            <a:r>
              <a:rPr lang="en-US" dirty="0" err="1" smtClean="0"/>
              <a:t>peng</a:t>
            </a:r>
            <a:endParaRPr lang="en-US" dirty="0" smtClean="0"/>
          </a:p>
        </p:txBody>
      </p:sp>
      <p:sp>
        <p:nvSpPr>
          <p:cNvPr id="19" name="Text Placeholder 17"/>
          <p:cNvSpPr>
            <a:spLocks noGrp="1"/>
          </p:cNvSpPr>
          <p:nvPr>
            <p:ph type="body" sz="quarter" idx="15" hasCustomPrompt="1"/>
          </p:nvPr>
        </p:nvSpPr>
        <p:spPr>
          <a:xfrm>
            <a:off x="7402172" y="3000340"/>
            <a:ext cx="2971026" cy="1106505"/>
          </a:xfrm>
        </p:spPr>
        <p:txBody>
          <a:bodyPr lIns="0" tIns="0" rIns="0" bIns="0">
            <a:normAutofit/>
          </a:bodyPr>
          <a:lstStyle>
            <a:lvl1pPr marL="0" indent="0">
              <a:lnSpc>
                <a:spcPts val="1699"/>
              </a:lnSpc>
              <a:buNone/>
              <a:defRPr sz="1200">
                <a:solidFill>
                  <a:schemeClr val="bg1"/>
                </a:solidFill>
              </a:defRPr>
            </a:lvl1pPr>
          </a:lstStyle>
          <a:p>
            <a:pPr lvl="0"/>
            <a:r>
              <a:rPr lang="en-US" dirty="0" smtClean="0"/>
              <a:t>Click to edit Master text  styles </a:t>
            </a:r>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aleh</a:t>
            </a:r>
            <a:r>
              <a:rPr lang="en-US" dirty="0" smtClean="0"/>
              <a:t> </a:t>
            </a:r>
            <a:r>
              <a:rPr lang="en-US" dirty="0" err="1" smtClean="0"/>
              <a:t>pue</a:t>
            </a:r>
            <a:r>
              <a:rPr lang="en-US" dirty="0" smtClean="0"/>
              <a:t> h </a:t>
            </a:r>
            <a:r>
              <a:rPr lang="en-US" dirty="0" err="1" smtClean="0"/>
              <a:t>om</a:t>
            </a:r>
            <a:r>
              <a:rPr lang="en-US" dirty="0" smtClean="0"/>
              <a:t> </a:t>
            </a:r>
            <a:r>
              <a:rPr lang="en-US" dirty="0" err="1" smtClean="0"/>
              <a:t>alah</a:t>
            </a:r>
            <a:r>
              <a:rPr lang="en-US" dirty="0" smtClean="0"/>
              <a:t> </a:t>
            </a:r>
            <a:r>
              <a:rPr lang="en-US" dirty="0" err="1" smtClean="0"/>
              <a:t>hai</a:t>
            </a:r>
            <a:r>
              <a:rPr lang="en-US" dirty="0" smtClean="0"/>
              <a:t> </a:t>
            </a:r>
            <a:r>
              <a:rPr lang="en-US" dirty="0" err="1" smtClean="0"/>
              <a:t>meutuwah</a:t>
            </a:r>
            <a:r>
              <a:rPr lang="en-US" dirty="0" smtClean="0"/>
              <a:t> </a:t>
            </a:r>
            <a:r>
              <a:rPr lang="en-US" dirty="0" err="1" smtClean="0"/>
              <a:t>ka</a:t>
            </a:r>
            <a:r>
              <a:rPr lang="en-US" dirty="0" smtClean="0"/>
              <a:t> </a:t>
            </a:r>
            <a:r>
              <a:rPr lang="en-US" dirty="0" err="1" smtClean="0"/>
              <a:t>abeh</a:t>
            </a:r>
            <a:r>
              <a:rPr lang="en-US" dirty="0" smtClean="0"/>
              <a:t> </a:t>
            </a:r>
            <a:r>
              <a:rPr lang="en-US" dirty="0" err="1" smtClean="0"/>
              <a:t>cara</a:t>
            </a:r>
            <a:r>
              <a:rPr lang="en-US" dirty="0" smtClean="0"/>
              <a:t> </a:t>
            </a:r>
            <a:r>
              <a:rPr lang="en-US" dirty="0" err="1" smtClean="0"/>
              <a:t>mita</a:t>
            </a:r>
            <a:r>
              <a:rPr lang="en-US" dirty="0" smtClean="0"/>
              <a:t> </a:t>
            </a:r>
            <a:r>
              <a:rPr lang="en-US" dirty="0" err="1" smtClean="0"/>
              <a:t>peng</a:t>
            </a:r>
            <a:endParaRPr lang="en-US" dirty="0" smtClean="0"/>
          </a:p>
        </p:txBody>
      </p:sp>
      <p:sp>
        <p:nvSpPr>
          <p:cNvPr id="21" name="Content Placeholder 20"/>
          <p:cNvSpPr>
            <a:spLocks noGrp="1"/>
          </p:cNvSpPr>
          <p:nvPr>
            <p:ph sz="quarter" idx="16" hasCustomPrompt="1"/>
          </p:nvPr>
        </p:nvSpPr>
        <p:spPr>
          <a:xfrm>
            <a:off x="1523603" y="2547522"/>
            <a:ext cx="4710473" cy="292100"/>
          </a:xfrm>
        </p:spPr>
        <p:txBody>
          <a:bodyPr lIns="0" tIns="0" rIns="0" bIns="0">
            <a:normAutofit/>
          </a:bodyPr>
          <a:lstStyle>
            <a:lvl1pPr marL="0" indent="0">
              <a:buNone/>
              <a:defRPr sz="1600">
                <a:solidFill>
                  <a:schemeClr val="bg1">
                    <a:lumMod val="50000"/>
                  </a:schemeClr>
                </a:solidFill>
                <a:latin typeface="Source Sans Pro" panose="020B0503030403020204" pitchFamily="34" charset="0"/>
              </a:defRPr>
            </a:lvl1pPr>
          </a:lstStyle>
          <a:p>
            <a:pPr lvl="0"/>
            <a:r>
              <a:rPr lang="en-GB" dirty="0" smtClean="0"/>
              <a:t>Click to edit Content Heading</a:t>
            </a:r>
          </a:p>
        </p:txBody>
      </p:sp>
      <p:sp>
        <p:nvSpPr>
          <p:cNvPr id="22" name="Content Placeholder 20"/>
          <p:cNvSpPr>
            <a:spLocks noGrp="1"/>
          </p:cNvSpPr>
          <p:nvPr>
            <p:ph sz="quarter" idx="17" hasCustomPrompt="1"/>
          </p:nvPr>
        </p:nvSpPr>
        <p:spPr>
          <a:xfrm>
            <a:off x="6532449" y="2547522"/>
            <a:ext cx="4132773" cy="292100"/>
          </a:xfrm>
        </p:spPr>
        <p:txBody>
          <a:bodyPr lIns="0" tIns="0" rIns="0" bIns="0">
            <a:normAutofit/>
          </a:bodyPr>
          <a:lstStyle>
            <a:lvl1pPr marL="0" indent="0">
              <a:buNone/>
              <a:defRPr sz="1600">
                <a:solidFill>
                  <a:schemeClr val="bg1"/>
                </a:solidFill>
                <a:latin typeface="Source Sans Pro" panose="020B0503030403020204" pitchFamily="34" charset="0"/>
              </a:defRPr>
            </a:lvl1pPr>
          </a:lstStyle>
          <a:p>
            <a:pPr lvl="0"/>
            <a:r>
              <a:rPr lang="en-GB" dirty="0" smtClean="0"/>
              <a:t>Click to edit Content Heading</a:t>
            </a:r>
          </a:p>
        </p:txBody>
      </p:sp>
      <p:sp>
        <p:nvSpPr>
          <p:cNvPr id="23" name="Text Placeholder 17"/>
          <p:cNvSpPr>
            <a:spLocks noGrp="1"/>
          </p:cNvSpPr>
          <p:nvPr>
            <p:ph type="body" sz="quarter" idx="18" hasCustomPrompt="1"/>
          </p:nvPr>
        </p:nvSpPr>
        <p:spPr>
          <a:xfrm>
            <a:off x="1523603" y="1285443"/>
            <a:ext cx="9141619" cy="248082"/>
          </a:xfrm>
        </p:spPr>
        <p:txBody>
          <a:bodyPr lIns="0" tIns="0" rIns="0" bIns="0">
            <a:normAutofit/>
          </a:bodyPr>
          <a:lstStyle>
            <a:lvl1pPr marL="0" indent="0" algn="ctr">
              <a:lnSpc>
                <a:spcPts val="1400"/>
              </a:lnSpc>
              <a:buNone/>
              <a:defRPr sz="1050">
                <a:solidFill>
                  <a:schemeClr val="tx2"/>
                </a:solidFill>
                <a:latin typeface="Source Sans Pro Light" panose="020B0403030403020204" pitchFamily="34" charset="0"/>
              </a:defRPr>
            </a:lvl1pPr>
          </a:lstStyle>
          <a:p>
            <a:pPr lvl="0"/>
            <a:r>
              <a:rPr lang="en-GB" dirty="0" smtClean="0"/>
              <a:t>write your relevant text here</a:t>
            </a:r>
          </a:p>
        </p:txBody>
      </p:sp>
    </p:spTree>
    <p:extLst>
      <p:ext uri="{BB962C8B-B14F-4D97-AF65-F5344CB8AC3E}">
        <p14:creationId xmlns:p14="http://schemas.microsoft.com/office/powerpoint/2010/main" val="218288293"/>
      </p:ext>
    </p:extLst>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1_Title Slide">
    <p:spTree>
      <p:nvGrpSpPr>
        <p:cNvPr id="1" name=""/>
        <p:cNvGrpSpPr/>
        <p:nvPr/>
      </p:nvGrpSpPr>
      <p:grpSpPr>
        <a:xfrm>
          <a:off x="0" y="0"/>
          <a:ext cx="0" cy="0"/>
          <a:chOff x="0" y="0"/>
          <a:chExt cx="0" cy="0"/>
        </a:xfrm>
      </p:grpSpPr>
      <p:sp>
        <p:nvSpPr>
          <p:cNvPr id="16" name="Title 15"/>
          <p:cNvSpPr>
            <a:spLocks noGrp="1"/>
          </p:cNvSpPr>
          <p:nvPr>
            <p:ph type="title"/>
          </p:nvPr>
        </p:nvSpPr>
        <p:spPr>
          <a:xfrm>
            <a:off x="1523603" y="619126"/>
            <a:ext cx="9141619" cy="535812"/>
          </a:xfrm>
        </p:spPr>
        <p:txBody>
          <a:bodyPr>
            <a:normAutofit/>
          </a:bodyPr>
          <a:lstStyle>
            <a:lvl1pPr algn="ctr">
              <a:defRPr sz="3999" b="0">
                <a:solidFill>
                  <a:srgbClr val="2D3F51"/>
                </a:solidFill>
                <a:latin typeface="Source Sans Pro" panose="020B0503030403020204" pitchFamily="34" charset="0"/>
              </a:defRPr>
            </a:lvl1pPr>
          </a:lstStyle>
          <a:p>
            <a:r>
              <a:rPr lang="en-US" dirty="0" smtClean="0"/>
              <a:t>Click to edit Master title style</a:t>
            </a:r>
            <a:endParaRPr lang="en-GB" dirty="0"/>
          </a:p>
        </p:txBody>
      </p:sp>
      <p:sp>
        <p:nvSpPr>
          <p:cNvPr id="18" name="Text Placeholder 17"/>
          <p:cNvSpPr>
            <a:spLocks noGrp="1"/>
          </p:cNvSpPr>
          <p:nvPr>
            <p:ph type="body" sz="quarter" idx="14" hasCustomPrompt="1"/>
          </p:nvPr>
        </p:nvSpPr>
        <p:spPr>
          <a:xfrm>
            <a:off x="1523603" y="2998770"/>
            <a:ext cx="2971026" cy="1106505"/>
          </a:xfrm>
        </p:spPr>
        <p:txBody>
          <a:bodyPr lIns="0" tIns="0" rIns="0" bIns="0">
            <a:normAutofit/>
          </a:bodyPr>
          <a:lstStyle>
            <a:lvl1pPr marL="0" indent="0">
              <a:lnSpc>
                <a:spcPts val="1699"/>
              </a:lnSpc>
              <a:buNone/>
              <a:defRPr sz="1200">
                <a:solidFill>
                  <a:schemeClr val="tx2"/>
                </a:solidFill>
              </a:defRPr>
            </a:lvl1pPr>
          </a:lstStyle>
          <a:p>
            <a:pPr lvl="0"/>
            <a:r>
              <a:rPr lang="en-US" dirty="0" smtClean="0"/>
              <a:t>Click to edit Master text  styles </a:t>
            </a:r>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aleh</a:t>
            </a:r>
            <a:r>
              <a:rPr lang="en-US" dirty="0" smtClean="0"/>
              <a:t> </a:t>
            </a:r>
            <a:r>
              <a:rPr lang="en-US" dirty="0" err="1" smtClean="0"/>
              <a:t>pue</a:t>
            </a:r>
            <a:r>
              <a:rPr lang="en-US" dirty="0" smtClean="0"/>
              <a:t> h </a:t>
            </a:r>
            <a:r>
              <a:rPr lang="en-US" dirty="0" err="1" smtClean="0"/>
              <a:t>om</a:t>
            </a:r>
            <a:r>
              <a:rPr lang="en-US" dirty="0" smtClean="0"/>
              <a:t> </a:t>
            </a:r>
            <a:r>
              <a:rPr lang="en-US" dirty="0" err="1" smtClean="0"/>
              <a:t>alah</a:t>
            </a:r>
            <a:r>
              <a:rPr lang="en-US" dirty="0" smtClean="0"/>
              <a:t> </a:t>
            </a:r>
            <a:r>
              <a:rPr lang="en-US" dirty="0" err="1" smtClean="0"/>
              <a:t>hai</a:t>
            </a:r>
            <a:r>
              <a:rPr lang="en-US" dirty="0" smtClean="0"/>
              <a:t> </a:t>
            </a:r>
            <a:r>
              <a:rPr lang="en-US" dirty="0" err="1" smtClean="0"/>
              <a:t>meutuwah</a:t>
            </a:r>
            <a:r>
              <a:rPr lang="en-US" dirty="0" smtClean="0"/>
              <a:t> </a:t>
            </a:r>
            <a:r>
              <a:rPr lang="en-US" dirty="0" err="1" smtClean="0"/>
              <a:t>ka</a:t>
            </a:r>
            <a:r>
              <a:rPr lang="en-US" dirty="0" smtClean="0"/>
              <a:t> </a:t>
            </a:r>
            <a:r>
              <a:rPr lang="en-US" dirty="0" err="1" smtClean="0"/>
              <a:t>abeh</a:t>
            </a:r>
            <a:r>
              <a:rPr lang="en-US" dirty="0" smtClean="0"/>
              <a:t> </a:t>
            </a:r>
            <a:r>
              <a:rPr lang="en-US" dirty="0" err="1" smtClean="0"/>
              <a:t>cara</a:t>
            </a:r>
            <a:r>
              <a:rPr lang="en-US" dirty="0" smtClean="0"/>
              <a:t> </a:t>
            </a:r>
            <a:r>
              <a:rPr lang="en-US" dirty="0" err="1" smtClean="0"/>
              <a:t>mita</a:t>
            </a:r>
            <a:r>
              <a:rPr lang="en-US" dirty="0" smtClean="0"/>
              <a:t> </a:t>
            </a:r>
            <a:r>
              <a:rPr lang="en-US" dirty="0" err="1" smtClean="0"/>
              <a:t>peng</a:t>
            </a:r>
            <a:endParaRPr lang="en-US" dirty="0" smtClean="0"/>
          </a:p>
        </p:txBody>
      </p:sp>
      <p:sp>
        <p:nvSpPr>
          <p:cNvPr id="19" name="Text Placeholder 17"/>
          <p:cNvSpPr>
            <a:spLocks noGrp="1"/>
          </p:cNvSpPr>
          <p:nvPr>
            <p:ph type="body" sz="quarter" idx="15" hasCustomPrompt="1"/>
          </p:nvPr>
        </p:nvSpPr>
        <p:spPr>
          <a:xfrm>
            <a:off x="7402172" y="3000340"/>
            <a:ext cx="2971026" cy="1106505"/>
          </a:xfrm>
        </p:spPr>
        <p:txBody>
          <a:bodyPr lIns="0" tIns="0" rIns="0" bIns="0">
            <a:normAutofit/>
          </a:bodyPr>
          <a:lstStyle>
            <a:lvl1pPr marL="0" indent="0">
              <a:lnSpc>
                <a:spcPts val="1699"/>
              </a:lnSpc>
              <a:buNone/>
              <a:defRPr sz="1200">
                <a:solidFill>
                  <a:schemeClr val="bg1"/>
                </a:solidFill>
              </a:defRPr>
            </a:lvl1pPr>
          </a:lstStyle>
          <a:p>
            <a:pPr lvl="0"/>
            <a:r>
              <a:rPr lang="en-US" dirty="0" smtClean="0"/>
              <a:t>Click to edit Master text  styles </a:t>
            </a:r>
            <a:r>
              <a:rPr lang="en-US" dirty="0" err="1" smtClean="0"/>
              <a:t>lorem</a:t>
            </a:r>
            <a:r>
              <a:rPr lang="en-US" dirty="0" smtClean="0"/>
              <a:t> </a:t>
            </a:r>
            <a:r>
              <a:rPr lang="en-US" dirty="0" err="1" smtClean="0"/>
              <a:t>ipsum</a:t>
            </a:r>
            <a:r>
              <a:rPr lang="en-US" dirty="0" smtClean="0"/>
              <a:t> dolor sit </a:t>
            </a:r>
            <a:r>
              <a:rPr lang="en-US" dirty="0" err="1" smtClean="0"/>
              <a:t>amet</a:t>
            </a:r>
            <a:r>
              <a:rPr lang="en-US" dirty="0" smtClean="0"/>
              <a:t> </a:t>
            </a:r>
            <a:r>
              <a:rPr lang="en-US" dirty="0" err="1" smtClean="0"/>
              <a:t>aleh</a:t>
            </a:r>
            <a:r>
              <a:rPr lang="en-US" dirty="0" smtClean="0"/>
              <a:t> </a:t>
            </a:r>
            <a:r>
              <a:rPr lang="en-US" dirty="0" err="1" smtClean="0"/>
              <a:t>pue</a:t>
            </a:r>
            <a:r>
              <a:rPr lang="en-US" dirty="0" smtClean="0"/>
              <a:t> h </a:t>
            </a:r>
            <a:r>
              <a:rPr lang="en-US" dirty="0" err="1" smtClean="0"/>
              <a:t>om</a:t>
            </a:r>
            <a:r>
              <a:rPr lang="en-US" dirty="0" smtClean="0"/>
              <a:t> </a:t>
            </a:r>
            <a:r>
              <a:rPr lang="en-US" dirty="0" err="1" smtClean="0"/>
              <a:t>alah</a:t>
            </a:r>
            <a:r>
              <a:rPr lang="en-US" dirty="0" smtClean="0"/>
              <a:t> </a:t>
            </a:r>
            <a:r>
              <a:rPr lang="en-US" dirty="0" err="1" smtClean="0"/>
              <a:t>hai</a:t>
            </a:r>
            <a:r>
              <a:rPr lang="en-US" dirty="0" smtClean="0"/>
              <a:t> </a:t>
            </a:r>
            <a:r>
              <a:rPr lang="en-US" dirty="0" err="1" smtClean="0"/>
              <a:t>meutuwah</a:t>
            </a:r>
            <a:r>
              <a:rPr lang="en-US" dirty="0" smtClean="0"/>
              <a:t> </a:t>
            </a:r>
            <a:r>
              <a:rPr lang="en-US" dirty="0" err="1" smtClean="0"/>
              <a:t>ka</a:t>
            </a:r>
            <a:r>
              <a:rPr lang="en-US" dirty="0" smtClean="0"/>
              <a:t> </a:t>
            </a:r>
            <a:r>
              <a:rPr lang="en-US" dirty="0" err="1" smtClean="0"/>
              <a:t>abeh</a:t>
            </a:r>
            <a:r>
              <a:rPr lang="en-US" dirty="0" smtClean="0"/>
              <a:t> </a:t>
            </a:r>
            <a:r>
              <a:rPr lang="en-US" dirty="0" err="1" smtClean="0"/>
              <a:t>cara</a:t>
            </a:r>
            <a:r>
              <a:rPr lang="en-US" dirty="0" smtClean="0"/>
              <a:t> </a:t>
            </a:r>
            <a:r>
              <a:rPr lang="en-US" dirty="0" err="1" smtClean="0"/>
              <a:t>mita</a:t>
            </a:r>
            <a:r>
              <a:rPr lang="en-US" dirty="0" smtClean="0"/>
              <a:t> </a:t>
            </a:r>
            <a:r>
              <a:rPr lang="en-US" dirty="0" err="1" smtClean="0"/>
              <a:t>peng</a:t>
            </a:r>
            <a:endParaRPr lang="en-US" dirty="0" smtClean="0"/>
          </a:p>
        </p:txBody>
      </p:sp>
      <p:sp>
        <p:nvSpPr>
          <p:cNvPr id="21" name="Content Placeholder 20"/>
          <p:cNvSpPr>
            <a:spLocks noGrp="1"/>
          </p:cNvSpPr>
          <p:nvPr>
            <p:ph sz="quarter" idx="16" hasCustomPrompt="1"/>
          </p:nvPr>
        </p:nvSpPr>
        <p:spPr>
          <a:xfrm>
            <a:off x="1523603" y="2547522"/>
            <a:ext cx="4710473" cy="292100"/>
          </a:xfrm>
        </p:spPr>
        <p:txBody>
          <a:bodyPr lIns="0" tIns="0" rIns="0" bIns="0">
            <a:normAutofit/>
          </a:bodyPr>
          <a:lstStyle>
            <a:lvl1pPr marL="0" indent="0">
              <a:buNone/>
              <a:defRPr sz="1600">
                <a:solidFill>
                  <a:schemeClr val="bg1">
                    <a:lumMod val="50000"/>
                  </a:schemeClr>
                </a:solidFill>
                <a:latin typeface="Source Sans Pro" panose="020B0503030403020204" pitchFamily="34" charset="0"/>
              </a:defRPr>
            </a:lvl1pPr>
          </a:lstStyle>
          <a:p>
            <a:pPr lvl="0"/>
            <a:r>
              <a:rPr lang="en-GB" dirty="0" smtClean="0"/>
              <a:t>Click to edit Content Heading</a:t>
            </a:r>
          </a:p>
        </p:txBody>
      </p:sp>
      <p:sp>
        <p:nvSpPr>
          <p:cNvPr id="22" name="Content Placeholder 20"/>
          <p:cNvSpPr>
            <a:spLocks noGrp="1"/>
          </p:cNvSpPr>
          <p:nvPr>
            <p:ph sz="quarter" idx="17" hasCustomPrompt="1"/>
          </p:nvPr>
        </p:nvSpPr>
        <p:spPr>
          <a:xfrm>
            <a:off x="6532449" y="2547522"/>
            <a:ext cx="4132773" cy="292100"/>
          </a:xfrm>
        </p:spPr>
        <p:txBody>
          <a:bodyPr lIns="0" tIns="0" rIns="0" bIns="0">
            <a:normAutofit/>
          </a:bodyPr>
          <a:lstStyle>
            <a:lvl1pPr marL="0" indent="0">
              <a:buNone/>
              <a:defRPr sz="1600">
                <a:solidFill>
                  <a:schemeClr val="bg1"/>
                </a:solidFill>
                <a:latin typeface="Source Sans Pro" panose="020B0503030403020204" pitchFamily="34" charset="0"/>
              </a:defRPr>
            </a:lvl1pPr>
          </a:lstStyle>
          <a:p>
            <a:pPr lvl="0"/>
            <a:r>
              <a:rPr lang="en-GB" dirty="0" smtClean="0"/>
              <a:t>Click to edit Content Heading</a:t>
            </a:r>
          </a:p>
        </p:txBody>
      </p:sp>
      <p:sp>
        <p:nvSpPr>
          <p:cNvPr id="23" name="Text Placeholder 17"/>
          <p:cNvSpPr>
            <a:spLocks noGrp="1"/>
          </p:cNvSpPr>
          <p:nvPr>
            <p:ph type="body" sz="quarter" idx="18" hasCustomPrompt="1"/>
          </p:nvPr>
        </p:nvSpPr>
        <p:spPr>
          <a:xfrm>
            <a:off x="1523603" y="1285443"/>
            <a:ext cx="9141619" cy="248082"/>
          </a:xfrm>
        </p:spPr>
        <p:txBody>
          <a:bodyPr lIns="0" tIns="0" rIns="0" bIns="0">
            <a:normAutofit/>
          </a:bodyPr>
          <a:lstStyle>
            <a:lvl1pPr marL="0" indent="0" algn="ctr">
              <a:lnSpc>
                <a:spcPts val="1400"/>
              </a:lnSpc>
              <a:buNone/>
              <a:defRPr sz="1050">
                <a:solidFill>
                  <a:schemeClr val="tx2"/>
                </a:solidFill>
                <a:latin typeface="Source Sans Pro Light" panose="020B0403030403020204" pitchFamily="34" charset="0"/>
              </a:defRPr>
            </a:lvl1pPr>
          </a:lstStyle>
          <a:p>
            <a:pPr lvl="0"/>
            <a:r>
              <a:rPr lang="en-GB" dirty="0" smtClean="0"/>
              <a:t>write your relevant text here</a:t>
            </a:r>
          </a:p>
        </p:txBody>
      </p:sp>
    </p:spTree>
    <p:extLst>
      <p:ext uri="{BB962C8B-B14F-4D97-AF65-F5344CB8AC3E}">
        <p14:creationId xmlns:p14="http://schemas.microsoft.com/office/powerpoint/2010/main" val="30703570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1143000"/>
          </a:xfrm>
          <a:prstGeom prst="rect">
            <a:avLst/>
          </a:prstGeom>
        </p:spPr>
        <p:txBody>
          <a:bodyPr vert="horz" lIns="117208" tIns="58604" rIns="117208" bIns="58604"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441" y="1600200"/>
            <a:ext cx="10969943" cy="4525963"/>
          </a:xfrm>
          <a:prstGeom prst="rect">
            <a:avLst/>
          </a:prstGeom>
        </p:spPr>
        <p:txBody>
          <a:bodyPr vert="horz" lIns="117208" tIns="58604" rIns="117208" bIns="58604"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441" y="6356353"/>
            <a:ext cx="2844059" cy="365125"/>
          </a:xfrm>
          <a:prstGeom prst="rect">
            <a:avLst/>
          </a:prstGeom>
        </p:spPr>
        <p:txBody>
          <a:bodyPr vert="horz" lIns="117208" tIns="58604" rIns="117208" bIns="58604" rtlCol="0" anchor="ctr"/>
          <a:lstStyle>
            <a:lvl1pPr algn="l">
              <a:defRPr sz="1500">
                <a:solidFill>
                  <a:schemeClr val="tx1">
                    <a:tint val="75000"/>
                  </a:schemeClr>
                </a:solidFill>
              </a:defRPr>
            </a:lvl1pPr>
          </a:lstStyle>
          <a:p>
            <a:fld id="{59EEC15F-C0F1-4D36-8735-275B51627F31}" type="datetimeFigureOut">
              <a:rPr lang="en-US" smtClean="0"/>
              <a:pPr/>
              <a:t>11/26/2015</a:t>
            </a:fld>
            <a:endParaRPr lang="en-US"/>
          </a:p>
        </p:txBody>
      </p:sp>
      <p:sp>
        <p:nvSpPr>
          <p:cNvPr id="5" name="Footer Placeholder 4"/>
          <p:cNvSpPr>
            <a:spLocks noGrp="1"/>
          </p:cNvSpPr>
          <p:nvPr>
            <p:ph type="ftr" sz="quarter" idx="3"/>
          </p:nvPr>
        </p:nvSpPr>
        <p:spPr>
          <a:xfrm>
            <a:off x="4164515" y="6356353"/>
            <a:ext cx="3859795" cy="365125"/>
          </a:xfrm>
          <a:prstGeom prst="rect">
            <a:avLst/>
          </a:prstGeom>
        </p:spPr>
        <p:txBody>
          <a:bodyPr vert="horz" lIns="117208" tIns="58604" rIns="117208" bIns="58604"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3"/>
            <a:ext cx="2844059" cy="365125"/>
          </a:xfrm>
          <a:prstGeom prst="rect">
            <a:avLst/>
          </a:prstGeom>
        </p:spPr>
        <p:txBody>
          <a:bodyPr vert="horz" lIns="117208" tIns="58604" rIns="117208" bIns="58604" rtlCol="0" anchor="ctr"/>
          <a:lstStyle>
            <a:lvl1pPr algn="r">
              <a:defRPr sz="1500">
                <a:solidFill>
                  <a:schemeClr val="tx1">
                    <a:tint val="75000"/>
                  </a:schemeClr>
                </a:solidFill>
              </a:defRPr>
            </a:lvl1pPr>
          </a:lstStyle>
          <a:p>
            <a:fld id="{C2F52289-4012-4053-9770-FE82CEB9514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4" r:id="rId1"/>
    <p:sldLayoutId id="2147483668" r:id="rId2"/>
    <p:sldLayoutId id="2147483661" r:id="rId3"/>
    <p:sldLayoutId id="2147483651" r:id="rId4"/>
    <p:sldLayoutId id="2147483699" r:id="rId5"/>
    <p:sldLayoutId id="2147483662" r:id="rId6"/>
    <p:sldLayoutId id="2147483653" r:id="rId7"/>
    <p:sldLayoutId id="2147483655" r:id="rId8"/>
    <p:sldLayoutId id="2147483649" r:id="rId9"/>
    <p:sldLayoutId id="2147483652" r:id="rId10"/>
    <p:sldLayoutId id="2147483700" r:id="rId11"/>
    <p:sldLayoutId id="2147483683"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50" r:id="rId23"/>
    <p:sldLayoutId id="2147483656" r:id="rId24"/>
    <p:sldLayoutId id="2147483657" r:id="rId25"/>
    <p:sldLayoutId id="2147483658" r:id="rId26"/>
    <p:sldLayoutId id="2147483669" r:id="rId27"/>
    <p:sldLayoutId id="2147483659" r:id="rId28"/>
    <p:sldLayoutId id="2147483698" r:id="rId29"/>
    <p:sldLayoutId id="2147483660" r:id="rId30"/>
    <p:sldLayoutId id="2147483663" r:id="rId31"/>
    <p:sldLayoutId id="2147483664" r:id="rId32"/>
    <p:sldLayoutId id="2147483665" r:id="rId33"/>
    <p:sldLayoutId id="2147483666" r:id="rId34"/>
    <p:sldLayoutId id="2147483667" r:id="rId35"/>
    <p:sldLayoutId id="2147483681" r:id="rId36"/>
    <p:sldLayoutId id="2147483680" r:id="rId37"/>
    <p:sldLayoutId id="2147483682" r:id="rId38"/>
    <p:sldLayoutId id="2147483684"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Lst>
  <p:txStyles>
    <p:titleStyle>
      <a:lvl1pPr algn="ctr" defTabSz="1172078" rtl="0" eaLnBrk="1" latinLnBrk="0" hangingPunct="1">
        <a:spcBef>
          <a:spcPct val="0"/>
        </a:spcBef>
        <a:buNone/>
        <a:defRPr sz="5600" kern="1200">
          <a:solidFill>
            <a:schemeClr val="tx1"/>
          </a:solidFill>
          <a:latin typeface="+mj-lt"/>
          <a:ea typeface="+mj-ea"/>
          <a:cs typeface="+mj-cs"/>
        </a:defRPr>
      </a:lvl1pPr>
    </p:titleStyle>
    <p:bodyStyle>
      <a:lvl1pPr marL="439529" indent="-439529" algn="l" defTabSz="1172078" rtl="0" eaLnBrk="1" latinLnBrk="0" hangingPunct="1">
        <a:spcBef>
          <a:spcPct val="20000"/>
        </a:spcBef>
        <a:buFont typeface="Arial" pitchFamily="34" charset="0"/>
        <a:buChar char="•"/>
        <a:defRPr sz="4100" kern="1200">
          <a:solidFill>
            <a:schemeClr val="tx1"/>
          </a:solidFill>
          <a:latin typeface="+mn-lt"/>
          <a:ea typeface="+mn-ea"/>
          <a:cs typeface="+mn-cs"/>
        </a:defRPr>
      </a:lvl1pPr>
      <a:lvl2pPr marL="952313" indent="-366274" algn="l" defTabSz="1172078" rtl="0" eaLnBrk="1" latinLnBrk="0" hangingPunct="1">
        <a:spcBef>
          <a:spcPct val="20000"/>
        </a:spcBef>
        <a:buFont typeface="Arial" pitchFamily="34" charset="0"/>
        <a:buChar char="–"/>
        <a:defRPr sz="3600" kern="1200">
          <a:solidFill>
            <a:schemeClr val="tx1"/>
          </a:solidFill>
          <a:latin typeface="+mn-lt"/>
          <a:ea typeface="+mn-ea"/>
          <a:cs typeface="+mn-cs"/>
        </a:defRPr>
      </a:lvl2pPr>
      <a:lvl3pPr marL="1465097" indent="-293019" algn="l" defTabSz="1172078" rtl="0" eaLnBrk="1" latinLnBrk="0" hangingPunct="1">
        <a:spcBef>
          <a:spcPct val="20000"/>
        </a:spcBef>
        <a:buFont typeface="Arial" pitchFamily="34" charset="0"/>
        <a:buChar char="•"/>
        <a:defRPr sz="3100" kern="1200">
          <a:solidFill>
            <a:schemeClr val="tx1"/>
          </a:solidFill>
          <a:latin typeface="+mn-lt"/>
          <a:ea typeface="+mn-ea"/>
          <a:cs typeface="+mn-cs"/>
        </a:defRPr>
      </a:lvl3pPr>
      <a:lvl4pPr marL="2051136" indent="-293019" algn="l" defTabSz="1172078" rtl="0" eaLnBrk="1" latinLnBrk="0" hangingPunct="1">
        <a:spcBef>
          <a:spcPct val="20000"/>
        </a:spcBef>
        <a:buFont typeface="Arial" pitchFamily="34" charset="0"/>
        <a:buChar char="–"/>
        <a:defRPr sz="2600" kern="1200">
          <a:solidFill>
            <a:schemeClr val="tx1"/>
          </a:solidFill>
          <a:latin typeface="+mn-lt"/>
          <a:ea typeface="+mn-ea"/>
          <a:cs typeface="+mn-cs"/>
        </a:defRPr>
      </a:lvl4pPr>
      <a:lvl5pPr marL="2637175" indent="-293019" algn="l" defTabSz="1172078" rtl="0" eaLnBrk="1" latinLnBrk="0" hangingPunct="1">
        <a:spcBef>
          <a:spcPct val="20000"/>
        </a:spcBef>
        <a:buFont typeface="Arial" pitchFamily="34" charset="0"/>
        <a:buChar char="»"/>
        <a:defRPr sz="2600" kern="1200">
          <a:solidFill>
            <a:schemeClr val="tx1"/>
          </a:solidFill>
          <a:latin typeface="+mn-lt"/>
          <a:ea typeface="+mn-ea"/>
          <a:cs typeface="+mn-cs"/>
        </a:defRPr>
      </a:lvl5pPr>
      <a:lvl6pPr marL="3223214" indent="-293019" algn="l" defTabSz="1172078"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09253" indent="-293019" algn="l" defTabSz="1172078"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395292" indent="-293019" algn="l" defTabSz="1172078"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4981331" indent="-293019" algn="l" defTabSz="1172078" rtl="0" eaLnBrk="1" latinLnBrk="0" hangingPunct="1">
        <a:spcBef>
          <a:spcPct val="20000"/>
        </a:spcBef>
        <a:buFont typeface="Arial" pitchFamily="34" charset="0"/>
        <a:buChar char="•"/>
        <a:defRPr sz="2600" kern="1200">
          <a:solidFill>
            <a:schemeClr val="tx1"/>
          </a:solidFill>
          <a:latin typeface="+mn-lt"/>
          <a:ea typeface="+mn-ea"/>
          <a:cs typeface="+mn-cs"/>
        </a:defRPr>
      </a:lvl9pPr>
    </p:bodyStyle>
    <p:otherStyle>
      <a:defPPr>
        <a:defRPr lang="en-US"/>
      </a:defPPr>
      <a:lvl1pPr marL="0" algn="l" defTabSz="1172078" rtl="0" eaLnBrk="1" latinLnBrk="0" hangingPunct="1">
        <a:defRPr sz="2300" kern="1200">
          <a:solidFill>
            <a:schemeClr val="tx1"/>
          </a:solidFill>
          <a:latin typeface="+mn-lt"/>
          <a:ea typeface="+mn-ea"/>
          <a:cs typeface="+mn-cs"/>
        </a:defRPr>
      </a:lvl1pPr>
      <a:lvl2pPr marL="586039" algn="l" defTabSz="1172078" rtl="0" eaLnBrk="1" latinLnBrk="0" hangingPunct="1">
        <a:defRPr sz="2300" kern="1200">
          <a:solidFill>
            <a:schemeClr val="tx1"/>
          </a:solidFill>
          <a:latin typeface="+mn-lt"/>
          <a:ea typeface="+mn-ea"/>
          <a:cs typeface="+mn-cs"/>
        </a:defRPr>
      </a:lvl2pPr>
      <a:lvl3pPr marL="1172078" algn="l" defTabSz="1172078" rtl="0" eaLnBrk="1" latinLnBrk="0" hangingPunct="1">
        <a:defRPr sz="2300" kern="1200">
          <a:solidFill>
            <a:schemeClr val="tx1"/>
          </a:solidFill>
          <a:latin typeface="+mn-lt"/>
          <a:ea typeface="+mn-ea"/>
          <a:cs typeface="+mn-cs"/>
        </a:defRPr>
      </a:lvl3pPr>
      <a:lvl4pPr marL="1758117" algn="l" defTabSz="1172078" rtl="0" eaLnBrk="1" latinLnBrk="0" hangingPunct="1">
        <a:defRPr sz="2300" kern="1200">
          <a:solidFill>
            <a:schemeClr val="tx1"/>
          </a:solidFill>
          <a:latin typeface="+mn-lt"/>
          <a:ea typeface="+mn-ea"/>
          <a:cs typeface="+mn-cs"/>
        </a:defRPr>
      </a:lvl4pPr>
      <a:lvl5pPr marL="2344156" algn="l" defTabSz="1172078" rtl="0" eaLnBrk="1" latinLnBrk="0" hangingPunct="1">
        <a:defRPr sz="2300" kern="1200">
          <a:solidFill>
            <a:schemeClr val="tx1"/>
          </a:solidFill>
          <a:latin typeface="+mn-lt"/>
          <a:ea typeface="+mn-ea"/>
          <a:cs typeface="+mn-cs"/>
        </a:defRPr>
      </a:lvl5pPr>
      <a:lvl6pPr marL="2930195" algn="l" defTabSz="1172078" rtl="0" eaLnBrk="1" latinLnBrk="0" hangingPunct="1">
        <a:defRPr sz="2300" kern="1200">
          <a:solidFill>
            <a:schemeClr val="tx1"/>
          </a:solidFill>
          <a:latin typeface="+mn-lt"/>
          <a:ea typeface="+mn-ea"/>
          <a:cs typeface="+mn-cs"/>
        </a:defRPr>
      </a:lvl6pPr>
      <a:lvl7pPr marL="3516234" algn="l" defTabSz="1172078" rtl="0" eaLnBrk="1" latinLnBrk="0" hangingPunct="1">
        <a:defRPr sz="2300" kern="1200">
          <a:solidFill>
            <a:schemeClr val="tx1"/>
          </a:solidFill>
          <a:latin typeface="+mn-lt"/>
          <a:ea typeface="+mn-ea"/>
          <a:cs typeface="+mn-cs"/>
        </a:defRPr>
      </a:lvl7pPr>
      <a:lvl8pPr marL="4102273" algn="l" defTabSz="1172078" rtl="0" eaLnBrk="1" latinLnBrk="0" hangingPunct="1">
        <a:defRPr sz="2300" kern="1200">
          <a:solidFill>
            <a:schemeClr val="tx1"/>
          </a:solidFill>
          <a:latin typeface="+mn-lt"/>
          <a:ea typeface="+mn-ea"/>
          <a:cs typeface="+mn-cs"/>
        </a:defRPr>
      </a:lvl8pPr>
      <a:lvl9pPr marL="4688312" algn="l" defTabSz="1172078"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4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19047" y="893"/>
            <a:ext cx="12207871" cy="6856214"/>
          </a:xfrm>
          <a:prstGeom prst="rect">
            <a:avLst/>
          </a:prstGeom>
          <a:solidFill>
            <a:schemeClr val="accent6">
              <a:lumMod val="1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299"/>
          </a:p>
        </p:txBody>
      </p:sp>
      <p:grpSp>
        <p:nvGrpSpPr>
          <p:cNvPr id="24" name="Group 23"/>
          <p:cNvGrpSpPr/>
          <p:nvPr/>
        </p:nvGrpSpPr>
        <p:grpSpPr>
          <a:xfrm>
            <a:off x="5517108" y="4289524"/>
            <a:ext cx="1154609" cy="143963"/>
            <a:chOff x="7536566" y="6291405"/>
            <a:chExt cx="1154910" cy="144000"/>
          </a:xfrm>
          <a:solidFill>
            <a:schemeClr val="accent6"/>
          </a:solidFill>
        </p:grpSpPr>
        <p:sp>
          <p:nvSpPr>
            <p:cNvPr id="25" name="Oval 24"/>
            <p:cNvSpPr>
              <a:spLocks noChangeAspect="1"/>
            </p:cNvSpPr>
            <p:nvPr/>
          </p:nvSpPr>
          <p:spPr>
            <a:xfrm>
              <a:off x="7536566" y="6291405"/>
              <a:ext cx="144000" cy="144000"/>
            </a:xfrm>
            <a:prstGeom prst="ellipse">
              <a:avLst/>
            </a:prstGeom>
            <a:grp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26" name="Oval 25"/>
            <p:cNvSpPr>
              <a:spLocks noChangeAspect="1"/>
            </p:cNvSpPr>
            <p:nvPr/>
          </p:nvSpPr>
          <p:spPr>
            <a:xfrm>
              <a:off x="7705051" y="6291405"/>
              <a:ext cx="144000" cy="144000"/>
            </a:xfrm>
            <a:prstGeom prst="ellipse">
              <a:avLst/>
            </a:prstGeom>
            <a:grp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27" name="Oval 26"/>
            <p:cNvSpPr>
              <a:spLocks noChangeAspect="1"/>
            </p:cNvSpPr>
            <p:nvPr/>
          </p:nvSpPr>
          <p:spPr>
            <a:xfrm>
              <a:off x="7864011" y="6291405"/>
              <a:ext cx="144000" cy="144000"/>
            </a:xfrm>
            <a:prstGeom prst="ellipse">
              <a:avLst/>
            </a:prstGeom>
            <a:grp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38" name="Oval 37"/>
            <p:cNvSpPr>
              <a:spLocks noChangeAspect="1"/>
            </p:cNvSpPr>
            <p:nvPr/>
          </p:nvSpPr>
          <p:spPr>
            <a:xfrm>
              <a:off x="8042021" y="6291405"/>
              <a:ext cx="144000" cy="144000"/>
            </a:xfrm>
            <a:prstGeom prst="ellipse">
              <a:avLst/>
            </a:prstGeom>
            <a:grp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39" name="Oval 38"/>
            <p:cNvSpPr>
              <a:spLocks noChangeAspect="1"/>
            </p:cNvSpPr>
            <p:nvPr/>
          </p:nvSpPr>
          <p:spPr>
            <a:xfrm>
              <a:off x="8210506" y="6291405"/>
              <a:ext cx="144000" cy="144000"/>
            </a:xfrm>
            <a:prstGeom prst="ellipse">
              <a:avLst/>
            </a:prstGeom>
            <a:grp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40" name="Oval 39"/>
            <p:cNvSpPr>
              <a:spLocks noChangeAspect="1"/>
            </p:cNvSpPr>
            <p:nvPr/>
          </p:nvSpPr>
          <p:spPr>
            <a:xfrm>
              <a:off x="8378991" y="6291405"/>
              <a:ext cx="144000" cy="144000"/>
            </a:xfrm>
            <a:prstGeom prst="ellipse">
              <a:avLst/>
            </a:prstGeom>
            <a:grp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41" name="Oval 40"/>
            <p:cNvSpPr>
              <a:spLocks noChangeAspect="1"/>
            </p:cNvSpPr>
            <p:nvPr/>
          </p:nvSpPr>
          <p:spPr>
            <a:xfrm>
              <a:off x="8547476" y="6291405"/>
              <a:ext cx="144000" cy="144000"/>
            </a:xfrm>
            <a:prstGeom prst="ellipse">
              <a:avLst/>
            </a:prstGeom>
            <a:grp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grpSp>
      <p:sp>
        <p:nvSpPr>
          <p:cNvPr id="42" name="Title 1"/>
          <p:cNvSpPr txBox="1">
            <a:spLocks/>
          </p:cNvSpPr>
          <p:nvPr/>
        </p:nvSpPr>
        <p:spPr>
          <a:xfrm>
            <a:off x="2997850" y="2392736"/>
            <a:ext cx="6193125" cy="1421558"/>
          </a:xfrm>
          <a:prstGeom prst="rect">
            <a:avLst/>
          </a:prstGeom>
        </p:spPr>
        <p:txBody>
          <a:bodyPr vert="horz" wrap="square" lIns="91416" tIns="45708" rIns="91416" bIns="45708"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9597" spc="-150" dirty="0">
                <a:solidFill>
                  <a:schemeClr val="bg1">
                    <a:lumMod val="95000"/>
                  </a:schemeClr>
                </a:solidFill>
                <a:effectLst>
                  <a:outerShdw blurRad="38100" dist="38100" dir="2700000" algn="tl">
                    <a:srgbClr val="000000">
                      <a:alpha val="43137"/>
                    </a:srgbClr>
                  </a:outerShdw>
                </a:effectLst>
                <a:cs typeface="Arial" panose="020B0604020202020204" pitchFamily="34" charset="0"/>
              </a:rPr>
              <a:t>EXCELL</a:t>
            </a:r>
          </a:p>
        </p:txBody>
      </p:sp>
      <p:sp>
        <p:nvSpPr>
          <p:cNvPr id="43" name="Subtitle 2"/>
          <p:cNvSpPr txBox="1">
            <a:spLocks/>
          </p:cNvSpPr>
          <p:nvPr/>
        </p:nvSpPr>
        <p:spPr>
          <a:xfrm>
            <a:off x="2997849" y="3576026"/>
            <a:ext cx="6193126" cy="276927"/>
          </a:xfrm>
          <a:prstGeom prst="rect">
            <a:avLst/>
          </a:prstGeom>
        </p:spPr>
        <p:txBody>
          <a:bodyPr vert="horz" wrap="square" lIns="91416" tIns="45708" rIns="91416" bIns="45708"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200" dirty="0">
                <a:solidFill>
                  <a:schemeClr val="bg1"/>
                </a:solidFill>
              </a:rPr>
              <a:t>The Ultimate Multipurpose PowerPoint Template</a:t>
            </a:r>
          </a:p>
        </p:txBody>
      </p:sp>
      <p:sp>
        <p:nvSpPr>
          <p:cNvPr id="58" name="Rectangle 57"/>
          <p:cNvSpPr/>
          <p:nvPr/>
        </p:nvSpPr>
        <p:spPr>
          <a:xfrm>
            <a:off x="4635568" y="3816365"/>
            <a:ext cx="2917688" cy="4266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2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PRESENTED BY :  JOHN DOE</a:t>
            </a:r>
          </a:p>
        </p:txBody>
      </p:sp>
      <p:sp>
        <p:nvSpPr>
          <p:cNvPr id="7" name="Rectangle 6"/>
          <p:cNvSpPr/>
          <p:nvPr/>
        </p:nvSpPr>
        <p:spPr>
          <a:xfrm>
            <a:off x="2997850" y="2205649"/>
            <a:ext cx="6193125" cy="2446703"/>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p>
        </p:txBody>
      </p:sp>
      <p:sp>
        <p:nvSpPr>
          <p:cNvPr id="2" name="Picture Placeholder 1"/>
          <p:cNvSpPr>
            <a:spLocks noGrp="1"/>
          </p:cNvSpPr>
          <p:nvPr>
            <p:ph type="pic" sz="quarter" idx="10"/>
          </p:nvPr>
        </p:nvSpPr>
        <p:spPr/>
      </p:sp>
    </p:spTree>
    <p:extLst>
      <p:ext uri="{BB962C8B-B14F-4D97-AF65-F5344CB8AC3E}">
        <p14:creationId xmlns:p14="http://schemas.microsoft.com/office/powerpoint/2010/main" val="12506418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150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wipe(left)">
                                      <p:cBhvr>
                                        <p:cTn id="10" dur="500"/>
                                        <p:tgtEl>
                                          <p:spTgt spid="42"/>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43">
                                            <p:txEl>
                                              <p:pRg st="0" end="0"/>
                                            </p:txEl>
                                          </p:spTgt>
                                        </p:tgtEl>
                                        <p:attrNameLst>
                                          <p:attrName>style.visibility</p:attrName>
                                        </p:attrNameLst>
                                      </p:cBhvr>
                                      <p:to>
                                        <p:strVal val="visible"/>
                                      </p:to>
                                    </p:set>
                                    <p:animEffect transition="in" filter="wipe(left)">
                                      <p:cBhvr>
                                        <p:cTn id="13" dur="500"/>
                                        <p:tgtEl>
                                          <p:spTgt spid="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46412" y="2895600"/>
            <a:ext cx="6096000" cy="2318955"/>
          </a:xfrm>
          <a:prstGeom prst="rect">
            <a:avLst/>
          </a:prstGeom>
        </p:spPr>
        <p:txBody>
          <a:bodyPr wrap="square" lIns="117208" tIns="58604" rIns="117208" bIns="58604">
            <a:spAutoFit/>
          </a:bodyPr>
          <a:lstStyle/>
          <a:p>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Lorem ipsum dolor sit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amet</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consectetuer</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adipiscing</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elit</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Aenean</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commodo</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ligula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eget</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dolor.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Aenean</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massa</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Cum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sociis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natoque</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penatibus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et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magnis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dis parturient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montes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nascetur</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ridiculus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mus.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Donec</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quam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felis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ultricies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nec</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pellentesque</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eu</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pretium</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quis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sem.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Nulla</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consequat</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massa</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quis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enim</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a:t>
            </a:r>
          </a:p>
          <a:p>
            <a:endPar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endParaRPr>
          </a:p>
          <a:p>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Lorem</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ipsum</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dolor sit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amet</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consectetuer</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adipiscing</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elit</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Aenean</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commodo</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ligula</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eget</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dolor.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Aenean</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massa</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Cum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sociis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natoque</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penatibus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et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magnis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dis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parturient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montes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nascetur</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ridiculus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mus.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Donec</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quam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felis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ultricies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nec</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pellentesque</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eu</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pretium</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quis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sem.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Nulla</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consequat</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massa</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quis</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enim</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a:t>
            </a:r>
            <a:r>
              <a:rPr lang="en-US" sz="1300" dirty="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Lorem</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ipsum</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dolor sit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amet</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consectetuer</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adipiscing</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elit</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Aenean</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commodo</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ligula</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a:t>
            </a:r>
            <a:r>
              <a:rPr lang="en-US" sz="1300" dirty="0" err="1" smtClean="0">
                <a:solidFill>
                  <a:schemeClr val="tx1">
                    <a:lumMod val="65000"/>
                    <a:lumOff val="35000"/>
                  </a:schemeClr>
                </a:solidFill>
                <a:latin typeface="Open Sans Light" pitchFamily="34" charset="0"/>
                <a:ea typeface="Open Sans Light" pitchFamily="34" charset="0"/>
                <a:cs typeface="Open Sans Light" pitchFamily="34" charset="0"/>
              </a:rPr>
              <a:t>eget</a:t>
            </a:r>
            <a:r>
              <a:rPr lang="en-US" sz="1300" dirty="0" smtClean="0">
                <a:solidFill>
                  <a:schemeClr val="tx1">
                    <a:lumMod val="65000"/>
                    <a:lumOff val="35000"/>
                  </a:schemeClr>
                </a:solidFill>
                <a:latin typeface="Open Sans Light" pitchFamily="34" charset="0"/>
                <a:ea typeface="Open Sans Light" pitchFamily="34" charset="0"/>
                <a:cs typeface="Open Sans Light" pitchFamily="34" charset="0"/>
              </a:rPr>
              <a:t> dolor.</a:t>
            </a:r>
          </a:p>
        </p:txBody>
      </p:sp>
      <p:pic>
        <p:nvPicPr>
          <p:cNvPr id="6" name="Picture 5" descr="Signature.png"/>
          <p:cNvPicPr>
            <a:picLocks noChangeAspect="1"/>
          </p:cNvPicPr>
          <p:nvPr/>
        </p:nvPicPr>
        <p:blipFill>
          <a:blip r:embed="rId2" cstate="print"/>
          <a:stretch>
            <a:fillRect/>
          </a:stretch>
        </p:blipFill>
        <p:spPr>
          <a:xfrm>
            <a:off x="2970212" y="5477570"/>
            <a:ext cx="2211632" cy="770830"/>
          </a:xfrm>
          <a:prstGeom prst="rect">
            <a:avLst/>
          </a:prstGeom>
        </p:spPr>
      </p:pic>
      <p:sp>
        <p:nvSpPr>
          <p:cNvPr id="7" name="TextBox 6"/>
          <p:cNvSpPr txBox="1"/>
          <p:nvPr/>
        </p:nvSpPr>
        <p:spPr>
          <a:xfrm>
            <a:off x="3046412" y="2133600"/>
            <a:ext cx="3320050" cy="487684"/>
          </a:xfrm>
          <a:prstGeom prst="rect">
            <a:avLst/>
          </a:prstGeom>
          <a:noFill/>
        </p:spPr>
        <p:txBody>
          <a:bodyPr wrap="none" lIns="117208" tIns="58604" rIns="117208" bIns="58604" rtlCol="0">
            <a:spAutoFit/>
          </a:bodyPr>
          <a:lstStyle/>
          <a:p>
            <a:r>
              <a:rPr lang="en-US" sz="2400" dirty="0" smtClean="0">
                <a:solidFill>
                  <a:schemeClr val="tx1">
                    <a:lumMod val="50000"/>
                    <a:lumOff val="50000"/>
                  </a:schemeClr>
                </a:solidFill>
                <a:latin typeface="Open Sans Extrabold" pitchFamily="34" charset="0"/>
                <a:ea typeface="Open Sans Extrabold" pitchFamily="34" charset="0"/>
                <a:cs typeface="Open Sans Extrabold" pitchFamily="34" charset="0"/>
              </a:rPr>
              <a:t>WELCOME MESSAGE</a:t>
            </a:r>
            <a:endParaRPr lang="en-US" sz="2400" b="1" dirty="0">
              <a:solidFill>
                <a:schemeClr val="tx1">
                  <a:lumMod val="50000"/>
                  <a:lumOff val="50000"/>
                </a:schemeClr>
              </a:solidFill>
              <a:latin typeface="Open Sans Extrabold" pitchFamily="34" charset="0"/>
              <a:ea typeface="Open Sans Extrabold" pitchFamily="34" charset="0"/>
              <a:cs typeface="Open Sans Extrabold" pitchFamily="34" charset="0"/>
            </a:endParaRPr>
          </a:p>
        </p:txBody>
      </p:sp>
      <p:grpSp>
        <p:nvGrpSpPr>
          <p:cNvPr id="24" name="Group 23"/>
          <p:cNvGrpSpPr/>
          <p:nvPr/>
        </p:nvGrpSpPr>
        <p:grpSpPr>
          <a:xfrm>
            <a:off x="3171107" y="2609917"/>
            <a:ext cx="3313954" cy="45720"/>
            <a:chOff x="3965945" y="1385354"/>
            <a:chExt cx="4572000" cy="79107"/>
          </a:xfrm>
        </p:grpSpPr>
        <p:sp>
          <p:nvSpPr>
            <p:cNvPr id="25" name="Rectangle 24"/>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p:cNvSpPr/>
            <p:nvPr/>
          </p:nvSpPr>
          <p:spPr>
            <a:xfrm>
              <a:off x="6709145" y="1385354"/>
              <a:ext cx="914400" cy="7910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4" name="Group 53"/>
          <p:cNvGrpSpPr/>
          <p:nvPr/>
        </p:nvGrpSpPr>
        <p:grpSpPr>
          <a:xfrm>
            <a:off x="5408612" y="5548745"/>
            <a:ext cx="1435784" cy="410547"/>
            <a:chOff x="10451396" y="352218"/>
            <a:chExt cx="1435784" cy="410547"/>
          </a:xfrm>
        </p:grpSpPr>
        <p:sp>
          <p:nvSpPr>
            <p:cNvPr id="55" name="Oval 54"/>
            <p:cNvSpPr/>
            <p:nvPr/>
          </p:nvSpPr>
          <p:spPr>
            <a:xfrm>
              <a:off x="10451396" y="352218"/>
              <a:ext cx="410547" cy="41054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10461744" y="397740"/>
              <a:ext cx="389850" cy="338554"/>
            </a:xfrm>
            <a:prstGeom prst="rect">
              <a:avLst/>
            </a:prstGeom>
          </p:spPr>
          <p:txBody>
            <a:bodyPr wrap="none">
              <a:spAutoFit/>
            </a:bodyPr>
            <a:lstStyle/>
            <a:p>
              <a:r>
                <a:rPr lang="en-US" sz="1600" dirty="0">
                  <a:solidFill>
                    <a:schemeClr val="bg1"/>
                  </a:solidFill>
                  <a:latin typeface="et-line" panose="02000503000000000000" pitchFamily="2" charset="2"/>
                </a:rPr>
                <a:t></a:t>
              </a:r>
              <a:endParaRPr lang="en-US" sz="1600" dirty="0">
                <a:solidFill>
                  <a:schemeClr val="bg1"/>
                </a:solidFill>
              </a:endParaRPr>
            </a:p>
          </p:txBody>
        </p:sp>
        <p:sp>
          <p:nvSpPr>
            <p:cNvPr id="57" name="Oval 56"/>
            <p:cNvSpPr/>
            <p:nvPr/>
          </p:nvSpPr>
          <p:spPr>
            <a:xfrm>
              <a:off x="10964014" y="352218"/>
              <a:ext cx="410547" cy="41054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10976743" y="397513"/>
              <a:ext cx="389850" cy="338554"/>
            </a:xfrm>
            <a:prstGeom prst="rect">
              <a:avLst/>
            </a:prstGeom>
          </p:spPr>
          <p:txBody>
            <a:bodyPr wrap="none">
              <a:spAutoFit/>
            </a:bodyPr>
            <a:lstStyle/>
            <a:p>
              <a:r>
                <a:rPr lang="en-US" sz="1600" dirty="0">
                  <a:solidFill>
                    <a:schemeClr val="bg1"/>
                  </a:solidFill>
                  <a:latin typeface="et-line" panose="02000503000000000000" pitchFamily="2" charset="2"/>
                </a:rPr>
                <a:t></a:t>
              </a:r>
              <a:endParaRPr lang="en-US" sz="1600" dirty="0">
                <a:solidFill>
                  <a:schemeClr val="bg1"/>
                </a:solidFill>
              </a:endParaRPr>
            </a:p>
          </p:txBody>
        </p:sp>
        <p:sp>
          <p:nvSpPr>
            <p:cNvPr id="59" name="Oval 58"/>
            <p:cNvSpPr/>
            <p:nvPr/>
          </p:nvSpPr>
          <p:spPr>
            <a:xfrm>
              <a:off x="11476633" y="352218"/>
              <a:ext cx="410547" cy="41054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11489362" y="397513"/>
              <a:ext cx="389850" cy="338554"/>
            </a:xfrm>
            <a:prstGeom prst="rect">
              <a:avLst/>
            </a:prstGeom>
          </p:spPr>
          <p:txBody>
            <a:bodyPr wrap="none">
              <a:spAutoFit/>
            </a:bodyPr>
            <a:lstStyle/>
            <a:p>
              <a:r>
                <a:rPr lang="en-US" sz="1600" dirty="0">
                  <a:solidFill>
                    <a:schemeClr val="bg1"/>
                  </a:solidFill>
                  <a:latin typeface="et-line" panose="02000503000000000000" pitchFamily="2" charset="2"/>
                </a:rPr>
                <a:t></a:t>
              </a:r>
              <a:endParaRPr lang="en-US" sz="1600" dirty="0">
                <a:solidFill>
                  <a:schemeClr val="bg1"/>
                </a:solidFill>
              </a:endParaRPr>
            </a:p>
          </p:txBody>
        </p:sp>
      </p:grpSp>
      <p:sp>
        <p:nvSpPr>
          <p:cNvPr id="2" name="Picture Placeholder 1"/>
          <p:cNvSpPr>
            <a:spLocks noGrp="1"/>
          </p:cNvSpPr>
          <p:nvPr>
            <p:ph type="pic" sz="quarter" idx="14"/>
          </p:nvPr>
        </p:nvSpPr>
        <p:spPr/>
      </p:sp>
    </p:spTree>
  </p:cSld>
  <p:clrMapOvr>
    <a:masterClrMapping/>
  </p:clrMapOvr>
  <p:transition spd="slow" advClick="0" advTm="3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 calcmode="lin" valueType="num">
                                      <p:cBhvr>
                                        <p:cTn id="9" dur="500" fill="hold"/>
                                        <p:tgtEl>
                                          <p:spTgt spid="24"/>
                                        </p:tgtEl>
                                        <p:attrNameLst>
                                          <p:attrName>style.rotation</p:attrName>
                                        </p:attrNameLst>
                                      </p:cBhvr>
                                      <p:tavLst>
                                        <p:tav tm="0">
                                          <p:val>
                                            <p:fltVal val="360"/>
                                          </p:val>
                                        </p:tav>
                                        <p:tav tm="100000">
                                          <p:val>
                                            <p:fltVal val="0"/>
                                          </p:val>
                                        </p:tav>
                                      </p:tavLst>
                                    </p:anim>
                                    <p:animEffect transition="in" filter="fade">
                                      <p:cBhvr>
                                        <p:cTn id="1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9047" y="893"/>
            <a:ext cx="12207871" cy="6856214"/>
          </a:xfrm>
          <a:prstGeom prst="rect">
            <a:avLst/>
          </a:prstGeom>
          <a:solidFill>
            <a:schemeClr val="bg2">
              <a:lumMod val="10000"/>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299"/>
          </a:p>
        </p:txBody>
      </p:sp>
      <p:sp>
        <p:nvSpPr>
          <p:cNvPr id="22" name="Title 1"/>
          <p:cNvSpPr>
            <a:spLocks noGrp="1"/>
          </p:cNvSpPr>
          <p:nvPr>
            <p:ph type="ctrTitle" idx="4294967295"/>
          </p:nvPr>
        </p:nvSpPr>
        <p:spPr>
          <a:xfrm>
            <a:off x="4796969" y="2838686"/>
            <a:ext cx="2594887" cy="548969"/>
          </a:xfrm>
        </p:spPr>
        <p:txBody>
          <a:bodyPr wrap="square">
            <a:spAutoFit/>
          </a:bodyPr>
          <a:lstStyle/>
          <a:p>
            <a:pPr algn="ctr"/>
            <a:r>
              <a:rPr lang="en-US" sz="2799" dirty="0">
                <a:solidFill>
                  <a:schemeClr val="bg1">
                    <a:lumMod val="95000"/>
                  </a:schemeClr>
                </a:solidFill>
                <a:latin typeface="+mn-lt"/>
                <a:cs typeface="Arial" panose="020B0604020202020204" pitchFamily="34" charset="0"/>
              </a:rPr>
              <a:t>welcome</a:t>
            </a:r>
          </a:p>
        </p:txBody>
      </p:sp>
      <p:sp>
        <p:nvSpPr>
          <p:cNvPr id="23" name="Subtitle 2"/>
          <p:cNvSpPr txBox="1">
            <a:spLocks/>
          </p:cNvSpPr>
          <p:nvPr/>
        </p:nvSpPr>
        <p:spPr>
          <a:xfrm>
            <a:off x="2213968" y="3429000"/>
            <a:ext cx="7758553" cy="535392"/>
          </a:xfrm>
          <a:prstGeom prst="rect">
            <a:avLst/>
          </a:prstGeom>
        </p:spPr>
        <p:txBody>
          <a:bodyPr vert="horz" wrap="square" lIns="91416" tIns="45708" rIns="91416" bIns="45708" rtlCol="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199" dirty="0">
                <a:solidFill>
                  <a:schemeClr val="bg1">
                    <a:lumMod val="65000"/>
                  </a:schemeClr>
                </a:solidFill>
              </a:rPr>
              <a:t>C</a:t>
            </a:r>
            <a:r>
              <a:rPr lang="id-ID" sz="3199" dirty="0">
                <a:solidFill>
                  <a:schemeClr val="bg1">
                    <a:lumMod val="65000"/>
                  </a:schemeClr>
                </a:solidFill>
              </a:rPr>
              <a:t>ompany</a:t>
            </a:r>
            <a:r>
              <a:rPr lang="en-US" sz="3199" dirty="0">
                <a:solidFill>
                  <a:schemeClr val="bg1">
                    <a:lumMod val="65000"/>
                  </a:schemeClr>
                </a:solidFill>
              </a:rPr>
              <a:t>’s</a:t>
            </a:r>
            <a:r>
              <a:rPr lang="id-ID" sz="3199" dirty="0">
                <a:solidFill>
                  <a:schemeClr val="bg1">
                    <a:lumMod val="65000"/>
                  </a:schemeClr>
                </a:solidFill>
              </a:rPr>
              <a:t> </a:t>
            </a:r>
            <a:r>
              <a:rPr lang="en-US" sz="3199" dirty="0">
                <a:solidFill>
                  <a:schemeClr val="accent6"/>
                </a:solidFill>
              </a:rPr>
              <a:t>Welcome</a:t>
            </a:r>
            <a:r>
              <a:rPr lang="id-ID" sz="3199" dirty="0">
                <a:solidFill>
                  <a:schemeClr val="bg1">
                    <a:lumMod val="65000"/>
                  </a:schemeClr>
                </a:solidFill>
              </a:rPr>
              <a:t> </a:t>
            </a:r>
            <a:r>
              <a:rPr lang="en-US" sz="3199" dirty="0">
                <a:solidFill>
                  <a:schemeClr val="bg1">
                    <a:lumMod val="65000"/>
                  </a:schemeClr>
                </a:solidFill>
              </a:rPr>
              <a:t>Tagline </a:t>
            </a:r>
            <a:r>
              <a:rPr lang="id-ID" sz="3199" dirty="0">
                <a:solidFill>
                  <a:schemeClr val="bg1">
                    <a:lumMod val="65000"/>
                  </a:schemeClr>
                </a:solidFill>
              </a:rPr>
              <a:t>Here</a:t>
            </a:r>
            <a:endParaRPr lang="en-US" sz="3199" dirty="0">
              <a:solidFill>
                <a:schemeClr val="bg1">
                  <a:lumMod val="65000"/>
                </a:schemeClr>
              </a:solidFill>
            </a:endParaRPr>
          </a:p>
        </p:txBody>
      </p:sp>
      <p:sp>
        <p:nvSpPr>
          <p:cNvPr id="25" name="TextBox 24"/>
          <p:cNvSpPr txBox="1"/>
          <p:nvPr/>
        </p:nvSpPr>
        <p:spPr>
          <a:xfrm>
            <a:off x="3768235" y="6061990"/>
            <a:ext cx="4652354" cy="276927"/>
          </a:xfrm>
          <a:prstGeom prst="rect">
            <a:avLst/>
          </a:prstGeom>
          <a:noFill/>
        </p:spPr>
        <p:txBody>
          <a:bodyPr wrap="square" rtlCol="0">
            <a:spAutoFit/>
          </a:bodyPr>
          <a:lstStyle/>
          <a:p>
            <a:pPr algn="ctr"/>
            <a:r>
              <a:rPr lang="en-US" sz="1200" dirty="0">
                <a:solidFill>
                  <a:schemeClr val="bg1">
                    <a:lumMod val="50000"/>
                  </a:schemeClr>
                </a:solidFill>
                <a:ea typeface="Roboto" panose="02000000000000000000" pitchFamily="2" charset="0"/>
              </a:rPr>
              <a:t>145/299, Broadway, Chennai North, </a:t>
            </a:r>
            <a:r>
              <a:rPr lang="en-US" sz="1200" dirty="0" err="1">
                <a:solidFill>
                  <a:schemeClr val="bg1">
                    <a:lumMod val="50000"/>
                  </a:schemeClr>
                </a:solidFill>
                <a:ea typeface="Roboto" panose="02000000000000000000" pitchFamily="2" charset="0"/>
              </a:rPr>
              <a:t>Tamilnadu</a:t>
            </a:r>
            <a:r>
              <a:rPr lang="en-US" sz="1200" dirty="0">
                <a:solidFill>
                  <a:schemeClr val="bg1">
                    <a:lumMod val="50000"/>
                  </a:schemeClr>
                </a:solidFill>
                <a:ea typeface="Roboto" panose="02000000000000000000" pitchFamily="2" charset="0"/>
              </a:rPr>
              <a:t> India.</a:t>
            </a:r>
            <a:endParaRPr lang="id-ID" sz="1200" dirty="0">
              <a:solidFill>
                <a:schemeClr val="bg1">
                  <a:lumMod val="50000"/>
                </a:schemeClr>
              </a:solidFill>
            </a:endParaRPr>
          </a:p>
        </p:txBody>
      </p:sp>
      <p:sp>
        <p:nvSpPr>
          <p:cNvPr id="46" name="Rectangle 45"/>
          <p:cNvSpPr/>
          <p:nvPr/>
        </p:nvSpPr>
        <p:spPr>
          <a:xfrm>
            <a:off x="4833572" y="3832815"/>
            <a:ext cx="2519344" cy="107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dirty="0"/>
          </a:p>
        </p:txBody>
      </p:sp>
      <p:sp>
        <p:nvSpPr>
          <p:cNvPr id="12" name="Rectangle 11"/>
          <p:cNvSpPr/>
          <p:nvPr/>
        </p:nvSpPr>
        <p:spPr>
          <a:xfrm>
            <a:off x="2133044" y="4040219"/>
            <a:ext cx="7922736" cy="856793"/>
          </a:xfrm>
          <a:prstGeom prst="rect">
            <a:avLst/>
          </a:prstGeom>
        </p:spPr>
        <p:txBody>
          <a:bodyPr wrap="square" lIns="117177" tIns="58589" rIns="117177" bIns="58589" numCol="1" spcCol="228600">
            <a:spAutoFit/>
          </a:bodyPr>
          <a:lstStyle/>
          <a:p>
            <a:pPr algn="ctr"/>
            <a:r>
              <a:rPr lang="en-US" sz="1200" dirty="0" err="1">
                <a:solidFill>
                  <a:schemeClr val="bg1">
                    <a:lumMod val="75000"/>
                  </a:schemeClr>
                </a:solidFill>
                <a:latin typeface="Open Sans Light" pitchFamily="34" charset="0"/>
                <a:ea typeface="Open Sans Light" pitchFamily="34" charset="0"/>
                <a:cs typeface="Open Sans Light" pitchFamily="34" charset="0"/>
              </a:rPr>
              <a:t>Lorem</a:t>
            </a:r>
            <a:r>
              <a:rPr lang="en-US" sz="1200" dirty="0">
                <a:solidFill>
                  <a:schemeClr val="bg1">
                    <a:lumMod val="75000"/>
                  </a:schemeClr>
                </a:solidFill>
                <a:latin typeface="Open Sans Light" pitchFamily="34" charset="0"/>
                <a:ea typeface="Open Sans Light" pitchFamily="34" charset="0"/>
                <a:cs typeface="Open Sans Light" pitchFamily="34" charset="0"/>
              </a:rPr>
              <a:t> </a:t>
            </a:r>
            <a:r>
              <a:rPr lang="en-US" sz="1200" dirty="0" err="1">
                <a:solidFill>
                  <a:schemeClr val="bg1">
                    <a:lumMod val="75000"/>
                  </a:schemeClr>
                </a:solidFill>
                <a:latin typeface="Open Sans Light" pitchFamily="34" charset="0"/>
                <a:ea typeface="Open Sans Light" pitchFamily="34" charset="0"/>
                <a:cs typeface="Open Sans Light" pitchFamily="34" charset="0"/>
              </a:rPr>
              <a:t>Ipsum</a:t>
            </a:r>
            <a:r>
              <a:rPr lang="en-US" sz="1200" dirty="0">
                <a:solidFill>
                  <a:schemeClr val="bg1">
                    <a:lumMod val="75000"/>
                  </a:schemeClr>
                </a:solidFill>
                <a:latin typeface="Open Sans Light" pitchFamily="34" charset="0"/>
                <a:ea typeface="Open Sans Light" pitchFamily="34" charset="0"/>
                <a:cs typeface="Open Sans Light" pitchFamily="34" charset="0"/>
              </a:rPr>
              <a:t> is simply dummy text of the printing and typesetting industry. </a:t>
            </a:r>
            <a:r>
              <a:rPr lang="en-US" sz="1200" dirty="0" err="1">
                <a:solidFill>
                  <a:schemeClr val="bg1">
                    <a:lumMod val="75000"/>
                  </a:schemeClr>
                </a:solidFill>
                <a:latin typeface="Open Sans Light" pitchFamily="34" charset="0"/>
                <a:ea typeface="Open Sans Light" pitchFamily="34" charset="0"/>
                <a:cs typeface="Open Sans Light" pitchFamily="34" charset="0"/>
              </a:rPr>
              <a:t>Lorem</a:t>
            </a:r>
            <a:r>
              <a:rPr lang="en-US" sz="1200" dirty="0">
                <a:solidFill>
                  <a:schemeClr val="bg1">
                    <a:lumMod val="75000"/>
                  </a:schemeClr>
                </a:solidFill>
                <a:latin typeface="Open Sans Light" pitchFamily="34" charset="0"/>
                <a:ea typeface="Open Sans Light" pitchFamily="34" charset="0"/>
                <a:cs typeface="Open Sans Light" pitchFamily="34" charset="0"/>
              </a:rPr>
              <a:t> </a:t>
            </a:r>
            <a:r>
              <a:rPr lang="en-US" sz="1200" dirty="0" err="1">
                <a:solidFill>
                  <a:schemeClr val="bg1">
                    <a:lumMod val="75000"/>
                  </a:schemeClr>
                </a:solidFill>
                <a:latin typeface="Open Sans Light" pitchFamily="34" charset="0"/>
                <a:ea typeface="Open Sans Light" pitchFamily="34" charset="0"/>
                <a:cs typeface="Open Sans Light" pitchFamily="34" charset="0"/>
              </a:rPr>
              <a:t>Ipsum</a:t>
            </a:r>
            <a:r>
              <a:rPr lang="en-US" sz="1200" dirty="0">
                <a:solidFill>
                  <a:schemeClr val="bg1">
                    <a:lumMod val="75000"/>
                  </a:schemeClr>
                </a:solidFill>
                <a:latin typeface="Open Sans Light" pitchFamily="34" charset="0"/>
                <a:ea typeface="Open Sans Light" pitchFamily="34" charset="0"/>
                <a:cs typeface="Open Sans Light" pitchFamily="34" charset="0"/>
              </a:rPr>
              <a:t> has been the industry's standard dummy text ever since the 1500s, when an unknown printer took </a:t>
            </a:r>
            <a:br>
              <a:rPr lang="en-US" sz="1200" dirty="0">
                <a:solidFill>
                  <a:schemeClr val="bg1">
                    <a:lumMod val="75000"/>
                  </a:schemeClr>
                </a:solidFill>
                <a:latin typeface="Open Sans Light" pitchFamily="34" charset="0"/>
                <a:ea typeface="Open Sans Light" pitchFamily="34" charset="0"/>
                <a:cs typeface="Open Sans Light" pitchFamily="34" charset="0"/>
              </a:rPr>
            </a:br>
            <a:r>
              <a:rPr lang="en-US" sz="1200" dirty="0">
                <a:solidFill>
                  <a:schemeClr val="bg1">
                    <a:lumMod val="75000"/>
                  </a:schemeClr>
                </a:solidFill>
                <a:latin typeface="Open Sans Light" pitchFamily="34" charset="0"/>
                <a:ea typeface="Open Sans Light" pitchFamily="34" charset="0"/>
                <a:cs typeface="Open Sans Light" pitchFamily="34" charset="0"/>
              </a:rPr>
              <a:t>a galley of type and scrambled it to make a type specimen book. It has survived not only five centuries, but also the leap into electronic typesetting, remaining essentially unchanged. </a:t>
            </a:r>
          </a:p>
        </p:txBody>
      </p:sp>
      <p:grpSp>
        <p:nvGrpSpPr>
          <p:cNvPr id="13" name="Group 12"/>
          <p:cNvGrpSpPr/>
          <p:nvPr/>
        </p:nvGrpSpPr>
        <p:grpSpPr>
          <a:xfrm>
            <a:off x="5332413" y="5074600"/>
            <a:ext cx="1524000" cy="908053"/>
            <a:chOff x="5332213" y="5597520"/>
            <a:chExt cx="1524397" cy="908290"/>
          </a:xfrm>
        </p:grpSpPr>
        <p:sp>
          <p:nvSpPr>
            <p:cNvPr id="14" name="Freeform 5"/>
            <p:cNvSpPr>
              <a:spLocks/>
            </p:cNvSpPr>
            <p:nvPr/>
          </p:nvSpPr>
          <p:spPr bwMode="auto">
            <a:xfrm>
              <a:off x="5511444" y="5613390"/>
              <a:ext cx="1345166" cy="892420"/>
            </a:xfrm>
            <a:custGeom>
              <a:avLst/>
              <a:gdLst>
                <a:gd name="T0" fmla="*/ 596 w 607"/>
                <a:gd name="T1" fmla="*/ 7 h 402"/>
                <a:gd name="T2" fmla="*/ 602 w 607"/>
                <a:gd name="T3" fmla="*/ 7 h 402"/>
                <a:gd name="T4" fmla="*/ 379 w 607"/>
                <a:gd name="T5" fmla="*/ 73 h 402"/>
                <a:gd name="T6" fmla="*/ 422 w 607"/>
                <a:gd name="T7" fmla="*/ 67 h 402"/>
                <a:gd name="T8" fmla="*/ 456 w 607"/>
                <a:gd name="T9" fmla="*/ 67 h 402"/>
                <a:gd name="T10" fmla="*/ 474 w 607"/>
                <a:gd name="T11" fmla="*/ 87 h 402"/>
                <a:gd name="T12" fmla="*/ 402 w 607"/>
                <a:gd name="T13" fmla="*/ 76 h 402"/>
                <a:gd name="T14" fmla="*/ 384 w 607"/>
                <a:gd name="T15" fmla="*/ 100 h 402"/>
                <a:gd name="T16" fmla="*/ 376 w 607"/>
                <a:gd name="T17" fmla="*/ 109 h 402"/>
                <a:gd name="T18" fmla="*/ 371 w 607"/>
                <a:gd name="T19" fmla="*/ 102 h 402"/>
                <a:gd name="T20" fmla="*/ 361 w 607"/>
                <a:gd name="T21" fmla="*/ 113 h 402"/>
                <a:gd name="T22" fmla="*/ 333 w 607"/>
                <a:gd name="T23" fmla="*/ 115 h 402"/>
                <a:gd name="T24" fmla="*/ 282 w 607"/>
                <a:gd name="T25" fmla="*/ 144 h 402"/>
                <a:gd name="T26" fmla="*/ 277 w 607"/>
                <a:gd name="T27" fmla="*/ 125 h 402"/>
                <a:gd name="T28" fmla="*/ 271 w 607"/>
                <a:gd name="T29" fmla="*/ 138 h 402"/>
                <a:gd name="T30" fmla="*/ 250 w 607"/>
                <a:gd name="T31" fmla="*/ 172 h 402"/>
                <a:gd name="T32" fmla="*/ 204 w 607"/>
                <a:gd name="T33" fmla="*/ 232 h 402"/>
                <a:gd name="T34" fmla="*/ 160 w 607"/>
                <a:gd name="T35" fmla="*/ 279 h 402"/>
                <a:gd name="T36" fmla="*/ 21 w 607"/>
                <a:gd name="T37" fmla="*/ 397 h 402"/>
                <a:gd name="T38" fmla="*/ 2 w 607"/>
                <a:gd name="T39" fmla="*/ 380 h 402"/>
                <a:gd name="T40" fmla="*/ 8 w 607"/>
                <a:gd name="T41" fmla="*/ 362 h 402"/>
                <a:gd name="T42" fmla="*/ 16 w 607"/>
                <a:gd name="T43" fmla="*/ 349 h 402"/>
                <a:gd name="T44" fmla="*/ 20 w 607"/>
                <a:gd name="T45" fmla="*/ 340 h 402"/>
                <a:gd name="T46" fmla="*/ 25 w 607"/>
                <a:gd name="T47" fmla="*/ 334 h 402"/>
                <a:gd name="T48" fmla="*/ 29 w 607"/>
                <a:gd name="T49" fmla="*/ 328 h 402"/>
                <a:gd name="T50" fmla="*/ 32 w 607"/>
                <a:gd name="T51" fmla="*/ 323 h 402"/>
                <a:gd name="T52" fmla="*/ 36 w 607"/>
                <a:gd name="T53" fmla="*/ 318 h 402"/>
                <a:gd name="T54" fmla="*/ 39 w 607"/>
                <a:gd name="T55" fmla="*/ 314 h 402"/>
                <a:gd name="T56" fmla="*/ 51 w 607"/>
                <a:gd name="T57" fmla="*/ 300 h 402"/>
                <a:gd name="T58" fmla="*/ 57 w 607"/>
                <a:gd name="T59" fmla="*/ 291 h 402"/>
                <a:gd name="T60" fmla="*/ 61 w 607"/>
                <a:gd name="T61" fmla="*/ 286 h 402"/>
                <a:gd name="T62" fmla="*/ 65 w 607"/>
                <a:gd name="T63" fmla="*/ 283 h 402"/>
                <a:gd name="T64" fmla="*/ 73 w 607"/>
                <a:gd name="T65" fmla="*/ 274 h 402"/>
                <a:gd name="T66" fmla="*/ 79 w 607"/>
                <a:gd name="T67" fmla="*/ 268 h 402"/>
                <a:gd name="T68" fmla="*/ 87 w 607"/>
                <a:gd name="T69" fmla="*/ 258 h 402"/>
                <a:gd name="T70" fmla="*/ 98 w 607"/>
                <a:gd name="T71" fmla="*/ 247 h 402"/>
                <a:gd name="T72" fmla="*/ 108 w 607"/>
                <a:gd name="T73" fmla="*/ 238 h 402"/>
                <a:gd name="T74" fmla="*/ 110 w 607"/>
                <a:gd name="T75" fmla="*/ 237 h 402"/>
                <a:gd name="T76" fmla="*/ 117 w 607"/>
                <a:gd name="T77" fmla="*/ 230 h 402"/>
                <a:gd name="T78" fmla="*/ 131 w 607"/>
                <a:gd name="T79" fmla="*/ 217 h 402"/>
                <a:gd name="T80" fmla="*/ 141 w 607"/>
                <a:gd name="T81" fmla="*/ 209 h 402"/>
                <a:gd name="T82" fmla="*/ 158 w 607"/>
                <a:gd name="T83" fmla="*/ 196 h 402"/>
                <a:gd name="T84" fmla="*/ 165 w 607"/>
                <a:gd name="T85" fmla="*/ 189 h 402"/>
                <a:gd name="T86" fmla="*/ 171 w 607"/>
                <a:gd name="T87" fmla="*/ 184 h 402"/>
                <a:gd name="T88" fmla="*/ 176 w 607"/>
                <a:gd name="T89" fmla="*/ 181 h 402"/>
                <a:gd name="T90" fmla="*/ 192 w 607"/>
                <a:gd name="T91" fmla="*/ 162 h 402"/>
                <a:gd name="T92" fmla="*/ 206 w 607"/>
                <a:gd name="T93" fmla="*/ 140 h 402"/>
                <a:gd name="T94" fmla="*/ 222 w 607"/>
                <a:gd name="T95" fmla="*/ 122 h 402"/>
                <a:gd name="T96" fmla="*/ 230 w 607"/>
                <a:gd name="T97" fmla="*/ 112 h 402"/>
                <a:gd name="T98" fmla="*/ 250 w 607"/>
                <a:gd name="T99" fmla="*/ 93 h 402"/>
                <a:gd name="T100" fmla="*/ 289 w 607"/>
                <a:gd name="T101" fmla="*/ 79 h 402"/>
                <a:gd name="T102" fmla="*/ 301 w 607"/>
                <a:gd name="T103" fmla="*/ 106 h 402"/>
                <a:gd name="T104" fmla="*/ 370 w 607"/>
                <a:gd name="T105" fmla="*/ 91 h 402"/>
                <a:gd name="T106" fmla="*/ 384 w 607"/>
                <a:gd name="T107" fmla="*/ 80 h 402"/>
                <a:gd name="T108" fmla="*/ 383 w 607"/>
                <a:gd name="T109" fmla="*/ 79 h 402"/>
                <a:gd name="T110" fmla="*/ 412 w 607"/>
                <a:gd name="T111" fmla="*/ 55 h 402"/>
                <a:gd name="T112" fmla="*/ 479 w 607"/>
                <a:gd name="T113" fmla="*/ 34 h 402"/>
                <a:gd name="T114" fmla="*/ 525 w 607"/>
                <a:gd name="T115" fmla="*/ 21 h 402"/>
                <a:gd name="T116" fmla="*/ 548 w 607"/>
                <a:gd name="T117" fmla="*/ 16 h 402"/>
                <a:gd name="T118" fmla="*/ 590 w 607"/>
                <a:gd name="T119" fmla="*/ 6 h 402"/>
                <a:gd name="T120" fmla="*/ 595 w 607"/>
                <a:gd name="T121" fmla="*/ 5 h 402"/>
                <a:gd name="T122" fmla="*/ 607 w 607"/>
                <a:gd name="T123" fmla="*/ 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07" h="402">
                  <a:moveTo>
                    <a:pt x="607" y="3"/>
                  </a:moveTo>
                  <a:cubicBezTo>
                    <a:pt x="606" y="4"/>
                    <a:pt x="605" y="4"/>
                    <a:pt x="604" y="5"/>
                  </a:cubicBezTo>
                  <a:cubicBezTo>
                    <a:pt x="604" y="5"/>
                    <a:pt x="604" y="5"/>
                    <a:pt x="604" y="5"/>
                  </a:cubicBezTo>
                  <a:cubicBezTo>
                    <a:pt x="603" y="5"/>
                    <a:pt x="601" y="6"/>
                    <a:pt x="601" y="6"/>
                  </a:cubicBezTo>
                  <a:cubicBezTo>
                    <a:pt x="599" y="7"/>
                    <a:pt x="598" y="7"/>
                    <a:pt x="596" y="7"/>
                  </a:cubicBezTo>
                  <a:cubicBezTo>
                    <a:pt x="596" y="8"/>
                    <a:pt x="596" y="8"/>
                    <a:pt x="596" y="8"/>
                  </a:cubicBezTo>
                  <a:cubicBezTo>
                    <a:pt x="597" y="8"/>
                    <a:pt x="598" y="8"/>
                    <a:pt x="599" y="8"/>
                  </a:cubicBezTo>
                  <a:cubicBezTo>
                    <a:pt x="599" y="7"/>
                    <a:pt x="599" y="7"/>
                    <a:pt x="599" y="7"/>
                  </a:cubicBezTo>
                  <a:cubicBezTo>
                    <a:pt x="600" y="7"/>
                    <a:pt x="600" y="7"/>
                    <a:pt x="601" y="7"/>
                  </a:cubicBezTo>
                  <a:cubicBezTo>
                    <a:pt x="601" y="7"/>
                    <a:pt x="601" y="7"/>
                    <a:pt x="602" y="7"/>
                  </a:cubicBezTo>
                  <a:cubicBezTo>
                    <a:pt x="602" y="7"/>
                    <a:pt x="603" y="6"/>
                    <a:pt x="604" y="6"/>
                  </a:cubicBezTo>
                  <a:cubicBezTo>
                    <a:pt x="604" y="8"/>
                    <a:pt x="588" y="11"/>
                    <a:pt x="531" y="26"/>
                  </a:cubicBezTo>
                  <a:cubicBezTo>
                    <a:pt x="498" y="34"/>
                    <a:pt x="466" y="43"/>
                    <a:pt x="433" y="54"/>
                  </a:cubicBezTo>
                  <a:cubicBezTo>
                    <a:pt x="411" y="61"/>
                    <a:pt x="411" y="61"/>
                    <a:pt x="380" y="73"/>
                  </a:cubicBezTo>
                  <a:cubicBezTo>
                    <a:pt x="380" y="73"/>
                    <a:pt x="379" y="73"/>
                    <a:pt x="379" y="73"/>
                  </a:cubicBezTo>
                  <a:cubicBezTo>
                    <a:pt x="385" y="72"/>
                    <a:pt x="389" y="72"/>
                    <a:pt x="394" y="71"/>
                  </a:cubicBezTo>
                  <a:cubicBezTo>
                    <a:pt x="394" y="71"/>
                    <a:pt x="394" y="71"/>
                    <a:pt x="394" y="71"/>
                  </a:cubicBezTo>
                  <a:cubicBezTo>
                    <a:pt x="398" y="70"/>
                    <a:pt x="398" y="70"/>
                    <a:pt x="402" y="70"/>
                  </a:cubicBezTo>
                  <a:cubicBezTo>
                    <a:pt x="405" y="66"/>
                    <a:pt x="410" y="62"/>
                    <a:pt x="411" y="69"/>
                  </a:cubicBezTo>
                  <a:cubicBezTo>
                    <a:pt x="414" y="68"/>
                    <a:pt x="418" y="68"/>
                    <a:pt x="422" y="67"/>
                  </a:cubicBezTo>
                  <a:cubicBezTo>
                    <a:pt x="422" y="68"/>
                    <a:pt x="422" y="68"/>
                    <a:pt x="422" y="68"/>
                  </a:cubicBezTo>
                  <a:cubicBezTo>
                    <a:pt x="422" y="68"/>
                    <a:pt x="422" y="68"/>
                    <a:pt x="422" y="67"/>
                  </a:cubicBezTo>
                  <a:cubicBezTo>
                    <a:pt x="423" y="67"/>
                    <a:pt x="424" y="67"/>
                    <a:pt x="428" y="67"/>
                  </a:cubicBezTo>
                  <a:cubicBezTo>
                    <a:pt x="437" y="66"/>
                    <a:pt x="447" y="66"/>
                    <a:pt x="456" y="66"/>
                  </a:cubicBezTo>
                  <a:cubicBezTo>
                    <a:pt x="456" y="67"/>
                    <a:pt x="456" y="67"/>
                    <a:pt x="456" y="67"/>
                  </a:cubicBezTo>
                  <a:cubicBezTo>
                    <a:pt x="456" y="67"/>
                    <a:pt x="456" y="67"/>
                    <a:pt x="457" y="67"/>
                  </a:cubicBezTo>
                  <a:cubicBezTo>
                    <a:pt x="457" y="67"/>
                    <a:pt x="457" y="67"/>
                    <a:pt x="457" y="67"/>
                  </a:cubicBezTo>
                  <a:cubicBezTo>
                    <a:pt x="463" y="67"/>
                    <a:pt x="470" y="70"/>
                    <a:pt x="475" y="75"/>
                  </a:cubicBezTo>
                  <a:cubicBezTo>
                    <a:pt x="475" y="78"/>
                    <a:pt x="477" y="84"/>
                    <a:pt x="474" y="86"/>
                  </a:cubicBezTo>
                  <a:cubicBezTo>
                    <a:pt x="474" y="87"/>
                    <a:pt x="474" y="87"/>
                    <a:pt x="474" y="87"/>
                  </a:cubicBezTo>
                  <a:cubicBezTo>
                    <a:pt x="472" y="89"/>
                    <a:pt x="470" y="91"/>
                    <a:pt x="468" y="93"/>
                  </a:cubicBezTo>
                  <a:cubicBezTo>
                    <a:pt x="457" y="100"/>
                    <a:pt x="447" y="104"/>
                    <a:pt x="437" y="108"/>
                  </a:cubicBezTo>
                  <a:cubicBezTo>
                    <a:pt x="426" y="110"/>
                    <a:pt x="419" y="112"/>
                    <a:pt x="411" y="107"/>
                  </a:cubicBezTo>
                  <a:cubicBezTo>
                    <a:pt x="403" y="99"/>
                    <a:pt x="402" y="90"/>
                    <a:pt x="405" y="76"/>
                  </a:cubicBezTo>
                  <a:cubicBezTo>
                    <a:pt x="404" y="76"/>
                    <a:pt x="403" y="76"/>
                    <a:pt x="402" y="76"/>
                  </a:cubicBezTo>
                  <a:cubicBezTo>
                    <a:pt x="399" y="80"/>
                    <a:pt x="397" y="83"/>
                    <a:pt x="394" y="86"/>
                  </a:cubicBezTo>
                  <a:cubicBezTo>
                    <a:pt x="394" y="86"/>
                    <a:pt x="394" y="86"/>
                    <a:pt x="394" y="87"/>
                  </a:cubicBezTo>
                  <a:cubicBezTo>
                    <a:pt x="392" y="89"/>
                    <a:pt x="390" y="93"/>
                    <a:pt x="388" y="95"/>
                  </a:cubicBezTo>
                  <a:cubicBezTo>
                    <a:pt x="388" y="97"/>
                    <a:pt x="387" y="97"/>
                    <a:pt x="386" y="98"/>
                  </a:cubicBezTo>
                  <a:cubicBezTo>
                    <a:pt x="386" y="99"/>
                    <a:pt x="385" y="100"/>
                    <a:pt x="384" y="100"/>
                  </a:cubicBezTo>
                  <a:cubicBezTo>
                    <a:pt x="384" y="101"/>
                    <a:pt x="385" y="101"/>
                    <a:pt x="385" y="101"/>
                  </a:cubicBezTo>
                  <a:cubicBezTo>
                    <a:pt x="384" y="101"/>
                    <a:pt x="384" y="102"/>
                    <a:pt x="383" y="102"/>
                  </a:cubicBezTo>
                  <a:cubicBezTo>
                    <a:pt x="383" y="102"/>
                    <a:pt x="383" y="102"/>
                    <a:pt x="383" y="103"/>
                  </a:cubicBezTo>
                  <a:cubicBezTo>
                    <a:pt x="382" y="103"/>
                    <a:pt x="379" y="107"/>
                    <a:pt x="379" y="107"/>
                  </a:cubicBezTo>
                  <a:cubicBezTo>
                    <a:pt x="378" y="108"/>
                    <a:pt x="377" y="108"/>
                    <a:pt x="376" y="109"/>
                  </a:cubicBezTo>
                  <a:cubicBezTo>
                    <a:pt x="373" y="107"/>
                    <a:pt x="374" y="103"/>
                    <a:pt x="375" y="98"/>
                  </a:cubicBezTo>
                  <a:cubicBezTo>
                    <a:pt x="375" y="98"/>
                    <a:pt x="375" y="98"/>
                    <a:pt x="375" y="98"/>
                  </a:cubicBezTo>
                  <a:cubicBezTo>
                    <a:pt x="375" y="98"/>
                    <a:pt x="375" y="97"/>
                    <a:pt x="375" y="97"/>
                  </a:cubicBezTo>
                  <a:cubicBezTo>
                    <a:pt x="373" y="99"/>
                    <a:pt x="373" y="99"/>
                    <a:pt x="371" y="101"/>
                  </a:cubicBezTo>
                  <a:cubicBezTo>
                    <a:pt x="371" y="102"/>
                    <a:pt x="371" y="102"/>
                    <a:pt x="371" y="102"/>
                  </a:cubicBezTo>
                  <a:cubicBezTo>
                    <a:pt x="371" y="102"/>
                    <a:pt x="371" y="102"/>
                    <a:pt x="370" y="102"/>
                  </a:cubicBezTo>
                  <a:cubicBezTo>
                    <a:pt x="370" y="103"/>
                    <a:pt x="370" y="103"/>
                    <a:pt x="370" y="103"/>
                  </a:cubicBezTo>
                  <a:cubicBezTo>
                    <a:pt x="370" y="103"/>
                    <a:pt x="370" y="103"/>
                    <a:pt x="370" y="103"/>
                  </a:cubicBezTo>
                  <a:cubicBezTo>
                    <a:pt x="370" y="103"/>
                    <a:pt x="370" y="104"/>
                    <a:pt x="370" y="104"/>
                  </a:cubicBezTo>
                  <a:cubicBezTo>
                    <a:pt x="367" y="107"/>
                    <a:pt x="364" y="111"/>
                    <a:pt x="361" y="113"/>
                  </a:cubicBezTo>
                  <a:cubicBezTo>
                    <a:pt x="360" y="113"/>
                    <a:pt x="359" y="113"/>
                    <a:pt x="358" y="114"/>
                  </a:cubicBezTo>
                  <a:cubicBezTo>
                    <a:pt x="357" y="112"/>
                    <a:pt x="356" y="110"/>
                    <a:pt x="357" y="107"/>
                  </a:cubicBezTo>
                  <a:cubicBezTo>
                    <a:pt x="357" y="107"/>
                    <a:pt x="357" y="107"/>
                    <a:pt x="357" y="107"/>
                  </a:cubicBezTo>
                  <a:cubicBezTo>
                    <a:pt x="351" y="112"/>
                    <a:pt x="346" y="116"/>
                    <a:pt x="341" y="120"/>
                  </a:cubicBezTo>
                  <a:cubicBezTo>
                    <a:pt x="336" y="124"/>
                    <a:pt x="331" y="125"/>
                    <a:pt x="333" y="115"/>
                  </a:cubicBezTo>
                  <a:cubicBezTo>
                    <a:pt x="333" y="115"/>
                    <a:pt x="334" y="114"/>
                    <a:pt x="334" y="113"/>
                  </a:cubicBezTo>
                  <a:cubicBezTo>
                    <a:pt x="328" y="119"/>
                    <a:pt x="322" y="124"/>
                    <a:pt x="317" y="128"/>
                  </a:cubicBezTo>
                  <a:cubicBezTo>
                    <a:pt x="310" y="133"/>
                    <a:pt x="303" y="139"/>
                    <a:pt x="303" y="128"/>
                  </a:cubicBezTo>
                  <a:cubicBezTo>
                    <a:pt x="303" y="126"/>
                    <a:pt x="304" y="125"/>
                    <a:pt x="304" y="124"/>
                  </a:cubicBezTo>
                  <a:cubicBezTo>
                    <a:pt x="297" y="131"/>
                    <a:pt x="289" y="141"/>
                    <a:pt x="282" y="144"/>
                  </a:cubicBezTo>
                  <a:cubicBezTo>
                    <a:pt x="280" y="143"/>
                    <a:pt x="279" y="143"/>
                    <a:pt x="279" y="143"/>
                  </a:cubicBezTo>
                  <a:cubicBezTo>
                    <a:pt x="279" y="143"/>
                    <a:pt x="279" y="142"/>
                    <a:pt x="279" y="142"/>
                  </a:cubicBezTo>
                  <a:cubicBezTo>
                    <a:pt x="278" y="142"/>
                    <a:pt x="278" y="142"/>
                    <a:pt x="278" y="142"/>
                  </a:cubicBezTo>
                  <a:cubicBezTo>
                    <a:pt x="278" y="135"/>
                    <a:pt x="284" y="127"/>
                    <a:pt x="288" y="120"/>
                  </a:cubicBezTo>
                  <a:cubicBezTo>
                    <a:pt x="286" y="121"/>
                    <a:pt x="281" y="124"/>
                    <a:pt x="277" y="125"/>
                  </a:cubicBezTo>
                  <a:cubicBezTo>
                    <a:pt x="276" y="128"/>
                    <a:pt x="274" y="132"/>
                    <a:pt x="273" y="134"/>
                  </a:cubicBezTo>
                  <a:cubicBezTo>
                    <a:pt x="273" y="134"/>
                    <a:pt x="273" y="134"/>
                    <a:pt x="272" y="134"/>
                  </a:cubicBezTo>
                  <a:cubicBezTo>
                    <a:pt x="272" y="135"/>
                    <a:pt x="272" y="135"/>
                    <a:pt x="272" y="135"/>
                  </a:cubicBezTo>
                  <a:cubicBezTo>
                    <a:pt x="272" y="135"/>
                    <a:pt x="272" y="135"/>
                    <a:pt x="272" y="135"/>
                  </a:cubicBezTo>
                  <a:cubicBezTo>
                    <a:pt x="272" y="136"/>
                    <a:pt x="271" y="137"/>
                    <a:pt x="271" y="138"/>
                  </a:cubicBezTo>
                  <a:cubicBezTo>
                    <a:pt x="268" y="140"/>
                    <a:pt x="267" y="145"/>
                    <a:pt x="265" y="148"/>
                  </a:cubicBezTo>
                  <a:cubicBezTo>
                    <a:pt x="263" y="150"/>
                    <a:pt x="259" y="159"/>
                    <a:pt x="257" y="160"/>
                  </a:cubicBezTo>
                  <a:cubicBezTo>
                    <a:pt x="256" y="163"/>
                    <a:pt x="251" y="170"/>
                    <a:pt x="250" y="171"/>
                  </a:cubicBezTo>
                  <a:cubicBezTo>
                    <a:pt x="250" y="171"/>
                    <a:pt x="250" y="172"/>
                    <a:pt x="250" y="172"/>
                  </a:cubicBezTo>
                  <a:cubicBezTo>
                    <a:pt x="250" y="172"/>
                    <a:pt x="250" y="172"/>
                    <a:pt x="250" y="172"/>
                  </a:cubicBezTo>
                  <a:cubicBezTo>
                    <a:pt x="249" y="174"/>
                    <a:pt x="248" y="175"/>
                    <a:pt x="247" y="175"/>
                  </a:cubicBezTo>
                  <a:cubicBezTo>
                    <a:pt x="247" y="176"/>
                    <a:pt x="247" y="176"/>
                    <a:pt x="247" y="176"/>
                  </a:cubicBezTo>
                  <a:cubicBezTo>
                    <a:pt x="247" y="176"/>
                    <a:pt x="246" y="178"/>
                    <a:pt x="245" y="179"/>
                  </a:cubicBezTo>
                  <a:cubicBezTo>
                    <a:pt x="243" y="183"/>
                    <a:pt x="235" y="192"/>
                    <a:pt x="235" y="195"/>
                  </a:cubicBezTo>
                  <a:cubicBezTo>
                    <a:pt x="224" y="208"/>
                    <a:pt x="214" y="220"/>
                    <a:pt x="204" y="232"/>
                  </a:cubicBezTo>
                  <a:cubicBezTo>
                    <a:pt x="203" y="233"/>
                    <a:pt x="201" y="235"/>
                    <a:pt x="200" y="236"/>
                  </a:cubicBezTo>
                  <a:cubicBezTo>
                    <a:pt x="190" y="248"/>
                    <a:pt x="185" y="252"/>
                    <a:pt x="183" y="255"/>
                  </a:cubicBezTo>
                  <a:cubicBezTo>
                    <a:pt x="183" y="255"/>
                    <a:pt x="182" y="255"/>
                    <a:pt x="182" y="256"/>
                  </a:cubicBezTo>
                  <a:cubicBezTo>
                    <a:pt x="181" y="258"/>
                    <a:pt x="162" y="276"/>
                    <a:pt x="160" y="278"/>
                  </a:cubicBezTo>
                  <a:cubicBezTo>
                    <a:pt x="160" y="279"/>
                    <a:pt x="160" y="279"/>
                    <a:pt x="160" y="279"/>
                  </a:cubicBezTo>
                  <a:cubicBezTo>
                    <a:pt x="159" y="279"/>
                    <a:pt x="156" y="282"/>
                    <a:pt x="154" y="284"/>
                  </a:cubicBezTo>
                  <a:cubicBezTo>
                    <a:pt x="154" y="284"/>
                    <a:pt x="154" y="284"/>
                    <a:pt x="154" y="284"/>
                  </a:cubicBezTo>
                  <a:cubicBezTo>
                    <a:pt x="136" y="302"/>
                    <a:pt x="119" y="319"/>
                    <a:pt x="101" y="335"/>
                  </a:cubicBezTo>
                  <a:cubicBezTo>
                    <a:pt x="101" y="335"/>
                    <a:pt x="101" y="335"/>
                    <a:pt x="101" y="336"/>
                  </a:cubicBezTo>
                  <a:cubicBezTo>
                    <a:pt x="75" y="359"/>
                    <a:pt x="49" y="381"/>
                    <a:pt x="21" y="397"/>
                  </a:cubicBezTo>
                  <a:cubicBezTo>
                    <a:pt x="18" y="398"/>
                    <a:pt x="18" y="398"/>
                    <a:pt x="11" y="400"/>
                  </a:cubicBezTo>
                  <a:cubicBezTo>
                    <a:pt x="5" y="401"/>
                    <a:pt x="2" y="402"/>
                    <a:pt x="0" y="395"/>
                  </a:cubicBezTo>
                  <a:cubicBezTo>
                    <a:pt x="0" y="390"/>
                    <a:pt x="0" y="386"/>
                    <a:pt x="2" y="380"/>
                  </a:cubicBezTo>
                  <a:cubicBezTo>
                    <a:pt x="1" y="380"/>
                    <a:pt x="1" y="380"/>
                    <a:pt x="1" y="380"/>
                  </a:cubicBezTo>
                  <a:cubicBezTo>
                    <a:pt x="1" y="380"/>
                    <a:pt x="1" y="380"/>
                    <a:pt x="2" y="380"/>
                  </a:cubicBezTo>
                  <a:cubicBezTo>
                    <a:pt x="2" y="379"/>
                    <a:pt x="2" y="378"/>
                    <a:pt x="2" y="377"/>
                  </a:cubicBezTo>
                  <a:cubicBezTo>
                    <a:pt x="2" y="377"/>
                    <a:pt x="3" y="377"/>
                    <a:pt x="3" y="377"/>
                  </a:cubicBezTo>
                  <a:cubicBezTo>
                    <a:pt x="4" y="373"/>
                    <a:pt x="4" y="372"/>
                    <a:pt x="4" y="371"/>
                  </a:cubicBezTo>
                  <a:cubicBezTo>
                    <a:pt x="4" y="371"/>
                    <a:pt x="5" y="371"/>
                    <a:pt x="5" y="371"/>
                  </a:cubicBezTo>
                  <a:cubicBezTo>
                    <a:pt x="5" y="368"/>
                    <a:pt x="6" y="365"/>
                    <a:pt x="8" y="362"/>
                  </a:cubicBezTo>
                  <a:cubicBezTo>
                    <a:pt x="9" y="361"/>
                    <a:pt x="10" y="358"/>
                    <a:pt x="11" y="357"/>
                  </a:cubicBezTo>
                  <a:cubicBezTo>
                    <a:pt x="11" y="356"/>
                    <a:pt x="13" y="354"/>
                    <a:pt x="13" y="352"/>
                  </a:cubicBezTo>
                  <a:cubicBezTo>
                    <a:pt x="14" y="352"/>
                    <a:pt x="14" y="352"/>
                    <a:pt x="14" y="352"/>
                  </a:cubicBezTo>
                  <a:cubicBezTo>
                    <a:pt x="14" y="351"/>
                    <a:pt x="15" y="350"/>
                    <a:pt x="16" y="350"/>
                  </a:cubicBezTo>
                  <a:cubicBezTo>
                    <a:pt x="16" y="349"/>
                    <a:pt x="16" y="349"/>
                    <a:pt x="16" y="349"/>
                  </a:cubicBezTo>
                  <a:cubicBezTo>
                    <a:pt x="15" y="349"/>
                    <a:pt x="15" y="349"/>
                    <a:pt x="15" y="349"/>
                  </a:cubicBezTo>
                  <a:cubicBezTo>
                    <a:pt x="15" y="349"/>
                    <a:pt x="16" y="348"/>
                    <a:pt x="16" y="348"/>
                  </a:cubicBezTo>
                  <a:cubicBezTo>
                    <a:pt x="16" y="347"/>
                    <a:pt x="16" y="347"/>
                    <a:pt x="16" y="347"/>
                  </a:cubicBezTo>
                  <a:cubicBezTo>
                    <a:pt x="17" y="345"/>
                    <a:pt x="18" y="344"/>
                    <a:pt x="19" y="342"/>
                  </a:cubicBezTo>
                  <a:cubicBezTo>
                    <a:pt x="20" y="342"/>
                    <a:pt x="20" y="341"/>
                    <a:pt x="20" y="340"/>
                  </a:cubicBezTo>
                  <a:cubicBezTo>
                    <a:pt x="21" y="339"/>
                    <a:pt x="22" y="338"/>
                    <a:pt x="23" y="336"/>
                  </a:cubicBezTo>
                  <a:cubicBezTo>
                    <a:pt x="23" y="336"/>
                    <a:pt x="23" y="336"/>
                    <a:pt x="23" y="336"/>
                  </a:cubicBezTo>
                  <a:cubicBezTo>
                    <a:pt x="23" y="336"/>
                    <a:pt x="24" y="336"/>
                    <a:pt x="24" y="335"/>
                  </a:cubicBezTo>
                  <a:cubicBezTo>
                    <a:pt x="24" y="335"/>
                    <a:pt x="24" y="335"/>
                    <a:pt x="24" y="335"/>
                  </a:cubicBezTo>
                  <a:cubicBezTo>
                    <a:pt x="24" y="334"/>
                    <a:pt x="25" y="334"/>
                    <a:pt x="25" y="334"/>
                  </a:cubicBezTo>
                  <a:cubicBezTo>
                    <a:pt x="25" y="334"/>
                    <a:pt x="25" y="334"/>
                    <a:pt x="25" y="334"/>
                  </a:cubicBezTo>
                  <a:cubicBezTo>
                    <a:pt x="26" y="332"/>
                    <a:pt x="27" y="332"/>
                    <a:pt x="27" y="331"/>
                  </a:cubicBezTo>
                  <a:cubicBezTo>
                    <a:pt x="27" y="331"/>
                    <a:pt x="27" y="331"/>
                    <a:pt x="27" y="331"/>
                  </a:cubicBezTo>
                  <a:cubicBezTo>
                    <a:pt x="27" y="331"/>
                    <a:pt x="27" y="331"/>
                    <a:pt x="27" y="330"/>
                  </a:cubicBezTo>
                  <a:cubicBezTo>
                    <a:pt x="27" y="330"/>
                    <a:pt x="28" y="329"/>
                    <a:pt x="29" y="328"/>
                  </a:cubicBezTo>
                  <a:cubicBezTo>
                    <a:pt x="29" y="328"/>
                    <a:pt x="29" y="328"/>
                    <a:pt x="29" y="328"/>
                  </a:cubicBezTo>
                  <a:cubicBezTo>
                    <a:pt x="30" y="326"/>
                    <a:pt x="30" y="326"/>
                    <a:pt x="31" y="325"/>
                  </a:cubicBezTo>
                  <a:cubicBezTo>
                    <a:pt x="31" y="325"/>
                    <a:pt x="31" y="324"/>
                    <a:pt x="31" y="324"/>
                  </a:cubicBezTo>
                  <a:cubicBezTo>
                    <a:pt x="31" y="324"/>
                    <a:pt x="32" y="324"/>
                    <a:pt x="32" y="324"/>
                  </a:cubicBezTo>
                  <a:cubicBezTo>
                    <a:pt x="32" y="324"/>
                    <a:pt x="32" y="324"/>
                    <a:pt x="32" y="323"/>
                  </a:cubicBezTo>
                  <a:cubicBezTo>
                    <a:pt x="33" y="323"/>
                    <a:pt x="33" y="323"/>
                    <a:pt x="34" y="322"/>
                  </a:cubicBezTo>
                  <a:cubicBezTo>
                    <a:pt x="34" y="322"/>
                    <a:pt x="34" y="322"/>
                    <a:pt x="34" y="321"/>
                  </a:cubicBezTo>
                  <a:cubicBezTo>
                    <a:pt x="34" y="321"/>
                    <a:pt x="34" y="321"/>
                    <a:pt x="34" y="321"/>
                  </a:cubicBezTo>
                  <a:cubicBezTo>
                    <a:pt x="34" y="320"/>
                    <a:pt x="34" y="320"/>
                    <a:pt x="35" y="320"/>
                  </a:cubicBezTo>
                  <a:cubicBezTo>
                    <a:pt x="35" y="319"/>
                    <a:pt x="36" y="319"/>
                    <a:pt x="36" y="318"/>
                  </a:cubicBezTo>
                  <a:cubicBezTo>
                    <a:pt x="36" y="318"/>
                    <a:pt x="36" y="318"/>
                    <a:pt x="36" y="318"/>
                  </a:cubicBezTo>
                  <a:cubicBezTo>
                    <a:pt x="37" y="317"/>
                    <a:pt x="37" y="316"/>
                    <a:pt x="38" y="316"/>
                  </a:cubicBezTo>
                  <a:cubicBezTo>
                    <a:pt x="38" y="316"/>
                    <a:pt x="38" y="316"/>
                    <a:pt x="38" y="315"/>
                  </a:cubicBezTo>
                  <a:cubicBezTo>
                    <a:pt x="39" y="315"/>
                    <a:pt x="39" y="315"/>
                    <a:pt x="39" y="314"/>
                  </a:cubicBezTo>
                  <a:cubicBezTo>
                    <a:pt x="39" y="314"/>
                    <a:pt x="39" y="314"/>
                    <a:pt x="39" y="314"/>
                  </a:cubicBezTo>
                  <a:cubicBezTo>
                    <a:pt x="39" y="314"/>
                    <a:pt x="40" y="312"/>
                    <a:pt x="41" y="312"/>
                  </a:cubicBezTo>
                  <a:cubicBezTo>
                    <a:pt x="42" y="310"/>
                    <a:pt x="46" y="305"/>
                    <a:pt x="48" y="303"/>
                  </a:cubicBezTo>
                  <a:cubicBezTo>
                    <a:pt x="48" y="303"/>
                    <a:pt x="48" y="303"/>
                    <a:pt x="48" y="303"/>
                  </a:cubicBezTo>
                  <a:cubicBezTo>
                    <a:pt x="49" y="302"/>
                    <a:pt x="49" y="301"/>
                    <a:pt x="50" y="300"/>
                  </a:cubicBezTo>
                  <a:cubicBezTo>
                    <a:pt x="50" y="300"/>
                    <a:pt x="50" y="300"/>
                    <a:pt x="51" y="300"/>
                  </a:cubicBezTo>
                  <a:cubicBezTo>
                    <a:pt x="51" y="299"/>
                    <a:pt x="51" y="299"/>
                    <a:pt x="51" y="298"/>
                  </a:cubicBezTo>
                  <a:cubicBezTo>
                    <a:pt x="52" y="298"/>
                    <a:pt x="52" y="298"/>
                    <a:pt x="52" y="298"/>
                  </a:cubicBezTo>
                  <a:cubicBezTo>
                    <a:pt x="52" y="296"/>
                    <a:pt x="55" y="294"/>
                    <a:pt x="56" y="292"/>
                  </a:cubicBezTo>
                  <a:cubicBezTo>
                    <a:pt x="56" y="292"/>
                    <a:pt x="56" y="292"/>
                    <a:pt x="57" y="292"/>
                  </a:cubicBezTo>
                  <a:cubicBezTo>
                    <a:pt x="57" y="292"/>
                    <a:pt x="57" y="291"/>
                    <a:pt x="57" y="291"/>
                  </a:cubicBezTo>
                  <a:cubicBezTo>
                    <a:pt x="57" y="291"/>
                    <a:pt x="58" y="290"/>
                    <a:pt x="58" y="290"/>
                  </a:cubicBezTo>
                  <a:cubicBezTo>
                    <a:pt x="58" y="290"/>
                    <a:pt x="58" y="290"/>
                    <a:pt x="58" y="290"/>
                  </a:cubicBezTo>
                  <a:cubicBezTo>
                    <a:pt x="58" y="290"/>
                    <a:pt x="59" y="290"/>
                    <a:pt x="59" y="290"/>
                  </a:cubicBezTo>
                  <a:cubicBezTo>
                    <a:pt x="59" y="288"/>
                    <a:pt x="59" y="288"/>
                    <a:pt x="61" y="287"/>
                  </a:cubicBezTo>
                  <a:cubicBezTo>
                    <a:pt x="61" y="286"/>
                    <a:pt x="61" y="286"/>
                    <a:pt x="61" y="286"/>
                  </a:cubicBezTo>
                  <a:cubicBezTo>
                    <a:pt x="62" y="286"/>
                    <a:pt x="62" y="285"/>
                    <a:pt x="63" y="285"/>
                  </a:cubicBezTo>
                  <a:cubicBezTo>
                    <a:pt x="63" y="284"/>
                    <a:pt x="63" y="284"/>
                    <a:pt x="63" y="283"/>
                  </a:cubicBezTo>
                  <a:cubicBezTo>
                    <a:pt x="64" y="283"/>
                    <a:pt x="64" y="283"/>
                    <a:pt x="64" y="283"/>
                  </a:cubicBezTo>
                  <a:cubicBezTo>
                    <a:pt x="64" y="283"/>
                    <a:pt x="64" y="283"/>
                    <a:pt x="64" y="283"/>
                  </a:cubicBezTo>
                  <a:cubicBezTo>
                    <a:pt x="64" y="283"/>
                    <a:pt x="64" y="283"/>
                    <a:pt x="65" y="283"/>
                  </a:cubicBezTo>
                  <a:cubicBezTo>
                    <a:pt x="65" y="282"/>
                    <a:pt x="65" y="282"/>
                    <a:pt x="65" y="282"/>
                  </a:cubicBezTo>
                  <a:cubicBezTo>
                    <a:pt x="65" y="282"/>
                    <a:pt x="67" y="280"/>
                    <a:pt x="67" y="279"/>
                  </a:cubicBezTo>
                  <a:cubicBezTo>
                    <a:pt x="69" y="278"/>
                    <a:pt x="70" y="277"/>
                    <a:pt x="71" y="276"/>
                  </a:cubicBezTo>
                  <a:cubicBezTo>
                    <a:pt x="71" y="276"/>
                    <a:pt x="71" y="276"/>
                    <a:pt x="71" y="276"/>
                  </a:cubicBezTo>
                  <a:cubicBezTo>
                    <a:pt x="72" y="275"/>
                    <a:pt x="72" y="275"/>
                    <a:pt x="73" y="274"/>
                  </a:cubicBezTo>
                  <a:cubicBezTo>
                    <a:pt x="73" y="273"/>
                    <a:pt x="73" y="273"/>
                    <a:pt x="72" y="273"/>
                  </a:cubicBezTo>
                  <a:cubicBezTo>
                    <a:pt x="73" y="272"/>
                    <a:pt x="73" y="272"/>
                    <a:pt x="74" y="272"/>
                  </a:cubicBezTo>
                  <a:cubicBezTo>
                    <a:pt x="74" y="272"/>
                    <a:pt x="74" y="272"/>
                    <a:pt x="74" y="271"/>
                  </a:cubicBezTo>
                  <a:cubicBezTo>
                    <a:pt x="76" y="270"/>
                    <a:pt x="77" y="269"/>
                    <a:pt x="78" y="268"/>
                  </a:cubicBezTo>
                  <a:cubicBezTo>
                    <a:pt x="78" y="268"/>
                    <a:pt x="79" y="268"/>
                    <a:pt x="79" y="268"/>
                  </a:cubicBezTo>
                  <a:cubicBezTo>
                    <a:pt x="79" y="268"/>
                    <a:pt x="79" y="267"/>
                    <a:pt x="79" y="267"/>
                  </a:cubicBezTo>
                  <a:cubicBezTo>
                    <a:pt x="79" y="266"/>
                    <a:pt x="79" y="266"/>
                    <a:pt x="81" y="265"/>
                  </a:cubicBezTo>
                  <a:cubicBezTo>
                    <a:pt x="81" y="264"/>
                    <a:pt x="83" y="264"/>
                    <a:pt x="84" y="261"/>
                  </a:cubicBezTo>
                  <a:cubicBezTo>
                    <a:pt x="85" y="260"/>
                    <a:pt x="86" y="259"/>
                    <a:pt x="87" y="259"/>
                  </a:cubicBezTo>
                  <a:cubicBezTo>
                    <a:pt x="87" y="259"/>
                    <a:pt x="87" y="259"/>
                    <a:pt x="87" y="258"/>
                  </a:cubicBezTo>
                  <a:cubicBezTo>
                    <a:pt x="87" y="258"/>
                    <a:pt x="87" y="258"/>
                    <a:pt x="88" y="258"/>
                  </a:cubicBezTo>
                  <a:cubicBezTo>
                    <a:pt x="88" y="258"/>
                    <a:pt x="88" y="257"/>
                    <a:pt x="88" y="257"/>
                  </a:cubicBezTo>
                  <a:cubicBezTo>
                    <a:pt x="88" y="257"/>
                    <a:pt x="89" y="256"/>
                    <a:pt x="91" y="255"/>
                  </a:cubicBezTo>
                  <a:cubicBezTo>
                    <a:pt x="91" y="254"/>
                    <a:pt x="96" y="249"/>
                    <a:pt x="98" y="249"/>
                  </a:cubicBezTo>
                  <a:cubicBezTo>
                    <a:pt x="98" y="248"/>
                    <a:pt x="98" y="248"/>
                    <a:pt x="98" y="247"/>
                  </a:cubicBezTo>
                  <a:cubicBezTo>
                    <a:pt x="100" y="246"/>
                    <a:pt x="102" y="244"/>
                    <a:pt x="104" y="242"/>
                  </a:cubicBezTo>
                  <a:cubicBezTo>
                    <a:pt x="104" y="241"/>
                    <a:pt x="104" y="241"/>
                    <a:pt x="104" y="241"/>
                  </a:cubicBezTo>
                  <a:cubicBezTo>
                    <a:pt x="105" y="241"/>
                    <a:pt x="105" y="241"/>
                    <a:pt x="106" y="240"/>
                  </a:cubicBezTo>
                  <a:cubicBezTo>
                    <a:pt x="106" y="240"/>
                    <a:pt x="106" y="240"/>
                    <a:pt x="106" y="240"/>
                  </a:cubicBezTo>
                  <a:cubicBezTo>
                    <a:pt x="107" y="239"/>
                    <a:pt x="107" y="239"/>
                    <a:pt x="108" y="238"/>
                  </a:cubicBezTo>
                  <a:cubicBezTo>
                    <a:pt x="108" y="238"/>
                    <a:pt x="108" y="238"/>
                    <a:pt x="108" y="237"/>
                  </a:cubicBezTo>
                  <a:cubicBezTo>
                    <a:pt x="108" y="237"/>
                    <a:pt x="108" y="237"/>
                    <a:pt x="109" y="237"/>
                  </a:cubicBezTo>
                  <a:cubicBezTo>
                    <a:pt x="109" y="238"/>
                    <a:pt x="109" y="238"/>
                    <a:pt x="109" y="238"/>
                  </a:cubicBezTo>
                  <a:cubicBezTo>
                    <a:pt x="109" y="238"/>
                    <a:pt x="110" y="238"/>
                    <a:pt x="110" y="237"/>
                  </a:cubicBezTo>
                  <a:cubicBezTo>
                    <a:pt x="110" y="237"/>
                    <a:pt x="110" y="237"/>
                    <a:pt x="110" y="237"/>
                  </a:cubicBezTo>
                  <a:cubicBezTo>
                    <a:pt x="110" y="237"/>
                    <a:pt x="109" y="237"/>
                    <a:pt x="109" y="237"/>
                  </a:cubicBezTo>
                  <a:cubicBezTo>
                    <a:pt x="109" y="236"/>
                    <a:pt x="110" y="236"/>
                    <a:pt x="111" y="236"/>
                  </a:cubicBezTo>
                  <a:cubicBezTo>
                    <a:pt x="111" y="235"/>
                    <a:pt x="111" y="235"/>
                    <a:pt x="111" y="235"/>
                  </a:cubicBezTo>
                  <a:cubicBezTo>
                    <a:pt x="113" y="233"/>
                    <a:pt x="114" y="232"/>
                    <a:pt x="116" y="231"/>
                  </a:cubicBezTo>
                  <a:cubicBezTo>
                    <a:pt x="117" y="230"/>
                    <a:pt x="117" y="230"/>
                    <a:pt x="117" y="230"/>
                  </a:cubicBezTo>
                  <a:cubicBezTo>
                    <a:pt x="121" y="226"/>
                    <a:pt x="121" y="226"/>
                    <a:pt x="122" y="225"/>
                  </a:cubicBezTo>
                  <a:cubicBezTo>
                    <a:pt x="122" y="225"/>
                    <a:pt x="122" y="225"/>
                    <a:pt x="122" y="225"/>
                  </a:cubicBezTo>
                  <a:cubicBezTo>
                    <a:pt x="123" y="224"/>
                    <a:pt x="123" y="224"/>
                    <a:pt x="127" y="221"/>
                  </a:cubicBezTo>
                  <a:cubicBezTo>
                    <a:pt x="127" y="220"/>
                    <a:pt x="127" y="220"/>
                    <a:pt x="127" y="220"/>
                  </a:cubicBezTo>
                  <a:cubicBezTo>
                    <a:pt x="128" y="219"/>
                    <a:pt x="130" y="218"/>
                    <a:pt x="131" y="217"/>
                  </a:cubicBezTo>
                  <a:cubicBezTo>
                    <a:pt x="131" y="217"/>
                    <a:pt x="131" y="217"/>
                    <a:pt x="131" y="217"/>
                  </a:cubicBezTo>
                  <a:cubicBezTo>
                    <a:pt x="132" y="216"/>
                    <a:pt x="135" y="213"/>
                    <a:pt x="136" y="213"/>
                  </a:cubicBezTo>
                  <a:cubicBezTo>
                    <a:pt x="136" y="213"/>
                    <a:pt x="136" y="212"/>
                    <a:pt x="136" y="212"/>
                  </a:cubicBezTo>
                  <a:cubicBezTo>
                    <a:pt x="138" y="211"/>
                    <a:pt x="139" y="210"/>
                    <a:pt x="141" y="209"/>
                  </a:cubicBezTo>
                  <a:cubicBezTo>
                    <a:pt x="141" y="209"/>
                    <a:pt x="141" y="209"/>
                    <a:pt x="141" y="209"/>
                  </a:cubicBezTo>
                  <a:cubicBezTo>
                    <a:pt x="143" y="208"/>
                    <a:pt x="145" y="205"/>
                    <a:pt x="147" y="204"/>
                  </a:cubicBezTo>
                  <a:cubicBezTo>
                    <a:pt x="147" y="204"/>
                    <a:pt x="147" y="204"/>
                    <a:pt x="147" y="203"/>
                  </a:cubicBezTo>
                  <a:cubicBezTo>
                    <a:pt x="149" y="202"/>
                    <a:pt x="149" y="202"/>
                    <a:pt x="150" y="202"/>
                  </a:cubicBezTo>
                  <a:cubicBezTo>
                    <a:pt x="152" y="200"/>
                    <a:pt x="155" y="197"/>
                    <a:pt x="158" y="195"/>
                  </a:cubicBezTo>
                  <a:cubicBezTo>
                    <a:pt x="158" y="196"/>
                    <a:pt x="158" y="196"/>
                    <a:pt x="158" y="196"/>
                  </a:cubicBezTo>
                  <a:cubicBezTo>
                    <a:pt x="158" y="195"/>
                    <a:pt x="158" y="195"/>
                    <a:pt x="158" y="195"/>
                  </a:cubicBezTo>
                  <a:cubicBezTo>
                    <a:pt x="160" y="193"/>
                    <a:pt x="160" y="193"/>
                    <a:pt x="161" y="193"/>
                  </a:cubicBezTo>
                  <a:cubicBezTo>
                    <a:pt x="162" y="191"/>
                    <a:pt x="163" y="191"/>
                    <a:pt x="164" y="190"/>
                  </a:cubicBezTo>
                  <a:cubicBezTo>
                    <a:pt x="164" y="190"/>
                    <a:pt x="164" y="190"/>
                    <a:pt x="164" y="190"/>
                  </a:cubicBezTo>
                  <a:cubicBezTo>
                    <a:pt x="165" y="190"/>
                    <a:pt x="165" y="189"/>
                    <a:pt x="165" y="189"/>
                  </a:cubicBezTo>
                  <a:cubicBezTo>
                    <a:pt x="166" y="189"/>
                    <a:pt x="166" y="189"/>
                    <a:pt x="166" y="189"/>
                  </a:cubicBezTo>
                  <a:cubicBezTo>
                    <a:pt x="166" y="189"/>
                    <a:pt x="168" y="186"/>
                    <a:pt x="170" y="186"/>
                  </a:cubicBezTo>
                  <a:cubicBezTo>
                    <a:pt x="170" y="186"/>
                    <a:pt x="170" y="186"/>
                    <a:pt x="170" y="186"/>
                  </a:cubicBezTo>
                  <a:cubicBezTo>
                    <a:pt x="170" y="185"/>
                    <a:pt x="171" y="185"/>
                    <a:pt x="171" y="185"/>
                  </a:cubicBezTo>
                  <a:cubicBezTo>
                    <a:pt x="171" y="185"/>
                    <a:pt x="171" y="185"/>
                    <a:pt x="171" y="184"/>
                  </a:cubicBezTo>
                  <a:cubicBezTo>
                    <a:pt x="172" y="185"/>
                    <a:pt x="173" y="182"/>
                    <a:pt x="175" y="182"/>
                  </a:cubicBezTo>
                  <a:cubicBezTo>
                    <a:pt x="175" y="182"/>
                    <a:pt x="175" y="182"/>
                    <a:pt x="175" y="182"/>
                  </a:cubicBezTo>
                  <a:cubicBezTo>
                    <a:pt x="175" y="182"/>
                    <a:pt x="175" y="181"/>
                    <a:pt x="176" y="181"/>
                  </a:cubicBezTo>
                  <a:cubicBezTo>
                    <a:pt x="176" y="181"/>
                    <a:pt x="176" y="182"/>
                    <a:pt x="176" y="182"/>
                  </a:cubicBezTo>
                  <a:cubicBezTo>
                    <a:pt x="176" y="181"/>
                    <a:pt x="176" y="181"/>
                    <a:pt x="176" y="181"/>
                  </a:cubicBezTo>
                  <a:cubicBezTo>
                    <a:pt x="177" y="180"/>
                    <a:pt x="179" y="179"/>
                    <a:pt x="180" y="179"/>
                  </a:cubicBezTo>
                  <a:cubicBezTo>
                    <a:pt x="180" y="178"/>
                    <a:pt x="180" y="178"/>
                    <a:pt x="180" y="178"/>
                  </a:cubicBezTo>
                  <a:cubicBezTo>
                    <a:pt x="182" y="177"/>
                    <a:pt x="185" y="175"/>
                    <a:pt x="187" y="173"/>
                  </a:cubicBezTo>
                  <a:cubicBezTo>
                    <a:pt x="188" y="169"/>
                    <a:pt x="190" y="166"/>
                    <a:pt x="191" y="162"/>
                  </a:cubicBezTo>
                  <a:cubicBezTo>
                    <a:pt x="191" y="162"/>
                    <a:pt x="191" y="162"/>
                    <a:pt x="192" y="162"/>
                  </a:cubicBezTo>
                  <a:cubicBezTo>
                    <a:pt x="192" y="160"/>
                    <a:pt x="193" y="159"/>
                    <a:pt x="195" y="156"/>
                  </a:cubicBezTo>
                  <a:cubicBezTo>
                    <a:pt x="196" y="154"/>
                    <a:pt x="199" y="150"/>
                    <a:pt x="201" y="148"/>
                  </a:cubicBezTo>
                  <a:cubicBezTo>
                    <a:pt x="201" y="148"/>
                    <a:pt x="201" y="147"/>
                    <a:pt x="201" y="147"/>
                  </a:cubicBezTo>
                  <a:cubicBezTo>
                    <a:pt x="201" y="147"/>
                    <a:pt x="204" y="146"/>
                    <a:pt x="202" y="145"/>
                  </a:cubicBezTo>
                  <a:cubicBezTo>
                    <a:pt x="203" y="145"/>
                    <a:pt x="206" y="142"/>
                    <a:pt x="206" y="140"/>
                  </a:cubicBezTo>
                  <a:cubicBezTo>
                    <a:pt x="207" y="140"/>
                    <a:pt x="207" y="140"/>
                    <a:pt x="208" y="139"/>
                  </a:cubicBezTo>
                  <a:cubicBezTo>
                    <a:pt x="208" y="139"/>
                    <a:pt x="208" y="139"/>
                    <a:pt x="208" y="139"/>
                  </a:cubicBezTo>
                  <a:cubicBezTo>
                    <a:pt x="208" y="139"/>
                    <a:pt x="208" y="139"/>
                    <a:pt x="208" y="139"/>
                  </a:cubicBezTo>
                  <a:cubicBezTo>
                    <a:pt x="208" y="138"/>
                    <a:pt x="211" y="134"/>
                    <a:pt x="212" y="133"/>
                  </a:cubicBezTo>
                  <a:cubicBezTo>
                    <a:pt x="213" y="132"/>
                    <a:pt x="221" y="123"/>
                    <a:pt x="222" y="122"/>
                  </a:cubicBezTo>
                  <a:cubicBezTo>
                    <a:pt x="222" y="122"/>
                    <a:pt x="222" y="121"/>
                    <a:pt x="222" y="121"/>
                  </a:cubicBezTo>
                  <a:cubicBezTo>
                    <a:pt x="224" y="119"/>
                    <a:pt x="226" y="117"/>
                    <a:pt x="228" y="115"/>
                  </a:cubicBezTo>
                  <a:cubicBezTo>
                    <a:pt x="228" y="115"/>
                    <a:pt x="228" y="114"/>
                    <a:pt x="228" y="114"/>
                  </a:cubicBezTo>
                  <a:cubicBezTo>
                    <a:pt x="229" y="114"/>
                    <a:pt x="229" y="113"/>
                    <a:pt x="230" y="113"/>
                  </a:cubicBezTo>
                  <a:cubicBezTo>
                    <a:pt x="230" y="113"/>
                    <a:pt x="230" y="113"/>
                    <a:pt x="230" y="112"/>
                  </a:cubicBezTo>
                  <a:cubicBezTo>
                    <a:pt x="231" y="111"/>
                    <a:pt x="231" y="111"/>
                    <a:pt x="232" y="111"/>
                  </a:cubicBezTo>
                  <a:cubicBezTo>
                    <a:pt x="232" y="110"/>
                    <a:pt x="232" y="110"/>
                    <a:pt x="232" y="110"/>
                  </a:cubicBezTo>
                  <a:cubicBezTo>
                    <a:pt x="236" y="107"/>
                    <a:pt x="240" y="101"/>
                    <a:pt x="244" y="98"/>
                  </a:cubicBezTo>
                  <a:cubicBezTo>
                    <a:pt x="244" y="98"/>
                    <a:pt x="244" y="98"/>
                    <a:pt x="244" y="98"/>
                  </a:cubicBezTo>
                  <a:cubicBezTo>
                    <a:pt x="245" y="97"/>
                    <a:pt x="249" y="95"/>
                    <a:pt x="250" y="93"/>
                  </a:cubicBezTo>
                  <a:cubicBezTo>
                    <a:pt x="260" y="85"/>
                    <a:pt x="274" y="76"/>
                    <a:pt x="285" y="77"/>
                  </a:cubicBezTo>
                  <a:cubicBezTo>
                    <a:pt x="287" y="78"/>
                    <a:pt x="287" y="78"/>
                    <a:pt x="288" y="78"/>
                  </a:cubicBezTo>
                  <a:cubicBezTo>
                    <a:pt x="288" y="78"/>
                    <a:pt x="288" y="79"/>
                    <a:pt x="288" y="79"/>
                  </a:cubicBezTo>
                  <a:cubicBezTo>
                    <a:pt x="288" y="79"/>
                    <a:pt x="288" y="79"/>
                    <a:pt x="288" y="79"/>
                  </a:cubicBezTo>
                  <a:cubicBezTo>
                    <a:pt x="288" y="79"/>
                    <a:pt x="288" y="79"/>
                    <a:pt x="289" y="79"/>
                  </a:cubicBezTo>
                  <a:cubicBezTo>
                    <a:pt x="291" y="82"/>
                    <a:pt x="291" y="88"/>
                    <a:pt x="290" y="92"/>
                  </a:cubicBezTo>
                  <a:cubicBezTo>
                    <a:pt x="289" y="97"/>
                    <a:pt x="288" y="105"/>
                    <a:pt x="285" y="108"/>
                  </a:cubicBezTo>
                  <a:cubicBezTo>
                    <a:pt x="284" y="111"/>
                    <a:pt x="282" y="116"/>
                    <a:pt x="282" y="117"/>
                  </a:cubicBezTo>
                  <a:cubicBezTo>
                    <a:pt x="285" y="116"/>
                    <a:pt x="285" y="116"/>
                    <a:pt x="296" y="110"/>
                  </a:cubicBezTo>
                  <a:cubicBezTo>
                    <a:pt x="298" y="109"/>
                    <a:pt x="299" y="107"/>
                    <a:pt x="301" y="106"/>
                  </a:cubicBezTo>
                  <a:cubicBezTo>
                    <a:pt x="304" y="104"/>
                    <a:pt x="306" y="101"/>
                    <a:pt x="307" y="105"/>
                  </a:cubicBezTo>
                  <a:cubicBezTo>
                    <a:pt x="307" y="105"/>
                    <a:pt x="307" y="106"/>
                    <a:pt x="307" y="106"/>
                  </a:cubicBezTo>
                  <a:cubicBezTo>
                    <a:pt x="325" y="100"/>
                    <a:pt x="344" y="91"/>
                    <a:pt x="361" y="93"/>
                  </a:cubicBezTo>
                  <a:cubicBezTo>
                    <a:pt x="365" y="94"/>
                    <a:pt x="364" y="94"/>
                    <a:pt x="367" y="92"/>
                  </a:cubicBezTo>
                  <a:cubicBezTo>
                    <a:pt x="368" y="91"/>
                    <a:pt x="369" y="91"/>
                    <a:pt x="370" y="91"/>
                  </a:cubicBezTo>
                  <a:cubicBezTo>
                    <a:pt x="371" y="92"/>
                    <a:pt x="371" y="92"/>
                    <a:pt x="371" y="94"/>
                  </a:cubicBezTo>
                  <a:cubicBezTo>
                    <a:pt x="372" y="93"/>
                    <a:pt x="374" y="90"/>
                    <a:pt x="375" y="90"/>
                  </a:cubicBezTo>
                  <a:cubicBezTo>
                    <a:pt x="375" y="89"/>
                    <a:pt x="375" y="89"/>
                    <a:pt x="376" y="88"/>
                  </a:cubicBezTo>
                  <a:cubicBezTo>
                    <a:pt x="376" y="88"/>
                    <a:pt x="376" y="89"/>
                    <a:pt x="376" y="89"/>
                  </a:cubicBezTo>
                  <a:cubicBezTo>
                    <a:pt x="378" y="86"/>
                    <a:pt x="383" y="82"/>
                    <a:pt x="384" y="80"/>
                  </a:cubicBezTo>
                  <a:cubicBezTo>
                    <a:pt x="391" y="80"/>
                    <a:pt x="385" y="89"/>
                    <a:pt x="382" y="95"/>
                  </a:cubicBezTo>
                  <a:cubicBezTo>
                    <a:pt x="382" y="95"/>
                    <a:pt x="382" y="95"/>
                    <a:pt x="382" y="95"/>
                  </a:cubicBezTo>
                  <a:cubicBezTo>
                    <a:pt x="381" y="96"/>
                    <a:pt x="380" y="98"/>
                    <a:pt x="380" y="98"/>
                  </a:cubicBezTo>
                  <a:cubicBezTo>
                    <a:pt x="385" y="92"/>
                    <a:pt x="390" y="84"/>
                    <a:pt x="396" y="77"/>
                  </a:cubicBezTo>
                  <a:cubicBezTo>
                    <a:pt x="391" y="78"/>
                    <a:pt x="387" y="78"/>
                    <a:pt x="383" y="79"/>
                  </a:cubicBezTo>
                  <a:cubicBezTo>
                    <a:pt x="369" y="81"/>
                    <a:pt x="353" y="85"/>
                    <a:pt x="352" y="85"/>
                  </a:cubicBezTo>
                  <a:cubicBezTo>
                    <a:pt x="350" y="84"/>
                    <a:pt x="350" y="82"/>
                    <a:pt x="351" y="79"/>
                  </a:cubicBezTo>
                  <a:cubicBezTo>
                    <a:pt x="358" y="74"/>
                    <a:pt x="370" y="70"/>
                    <a:pt x="378" y="67"/>
                  </a:cubicBezTo>
                  <a:cubicBezTo>
                    <a:pt x="404" y="57"/>
                    <a:pt x="405" y="57"/>
                    <a:pt x="406" y="57"/>
                  </a:cubicBezTo>
                  <a:cubicBezTo>
                    <a:pt x="410" y="55"/>
                    <a:pt x="411" y="55"/>
                    <a:pt x="412" y="55"/>
                  </a:cubicBezTo>
                  <a:cubicBezTo>
                    <a:pt x="417" y="53"/>
                    <a:pt x="451" y="41"/>
                    <a:pt x="452" y="42"/>
                  </a:cubicBezTo>
                  <a:cubicBezTo>
                    <a:pt x="454" y="41"/>
                    <a:pt x="457" y="40"/>
                    <a:pt x="460" y="39"/>
                  </a:cubicBezTo>
                  <a:cubicBezTo>
                    <a:pt x="460" y="39"/>
                    <a:pt x="460" y="39"/>
                    <a:pt x="460" y="39"/>
                  </a:cubicBezTo>
                  <a:cubicBezTo>
                    <a:pt x="466" y="37"/>
                    <a:pt x="473" y="36"/>
                    <a:pt x="479" y="33"/>
                  </a:cubicBezTo>
                  <a:cubicBezTo>
                    <a:pt x="479" y="33"/>
                    <a:pt x="479" y="34"/>
                    <a:pt x="479" y="34"/>
                  </a:cubicBezTo>
                  <a:cubicBezTo>
                    <a:pt x="479" y="34"/>
                    <a:pt x="479" y="34"/>
                    <a:pt x="479" y="33"/>
                  </a:cubicBezTo>
                  <a:cubicBezTo>
                    <a:pt x="480" y="33"/>
                    <a:pt x="480" y="33"/>
                    <a:pt x="481" y="33"/>
                  </a:cubicBezTo>
                  <a:cubicBezTo>
                    <a:pt x="481" y="33"/>
                    <a:pt x="481" y="33"/>
                    <a:pt x="481" y="33"/>
                  </a:cubicBezTo>
                  <a:cubicBezTo>
                    <a:pt x="488" y="30"/>
                    <a:pt x="495" y="29"/>
                    <a:pt x="503" y="27"/>
                  </a:cubicBezTo>
                  <a:cubicBezTo>
                    <a:pt x="510" y="25"/>
                    <a:pt x="517" y="23"/>
                    <a:pt x="525" y="21"/>
                  </a:cubicBezTo>
                  <a:cubicBezTo>
                    <a:pt x="525" y="21"/>
                    <a:pt x="525" y="21"/>
                    <a:pt x="525" y="21"/>
                  </a:cubicBezTo>
                  <a:cubicBezTo>
                    <a:pt x="526" y="21"/>
                    <a:pt x="528" y="20"/>
                    <a:pt x="529" y="21"/>
                  </a:cubicBezTo>
                  <a:cubicBezTo>
                    <a:pt x="529" y="20"/>
                    <a:pt x="529" y="20"/>
                    <a:pt x="530" y="20"/>
                  </a:cubicBezTo>
                  <a:cubicBezTo>
                    <a:pt x="532" y="19"/>
                    <a:pt x="534" y="19"/>
                    <a:pt x="539" y="18"/>
                  </a:cubicBezTo>
                  <a:cubicBezTo>
                    <a:pt x="540" y="18"/>
                    <a:pt x="547" y="14"/>
                    <a:pt x="548" y="16"/>
                  </a:cubicBezTo>
                  <a:cubicBezTo>
                    <a:pt x="549" y="14"/>
                    <a:pt x="559" y="13"/>
                    <a:pt x="562" y="12"/>
                  </a:cubicBezTo>
                  <a:cubicBezTo>
                    <a:pt x="562" y="12"/>
                    <a:pt x="562" y="12"/>
                    <a:pt x="562" y="13"/>
                  </a:cubicBezTo>
                  <a:cubicBezTo>
                    <a:pt x="562" y="12"/>
                    <a:pt x="562" y="12"/>
                    <a:pt x="563" y="12"/>
                  </a:cubicBezTo>
                  <a:cubicBezTo>
                    <a:pt x="569" y="10"/>
                    <a:pt x="589" y="5"/>
                    <a:pt x="591" y="5"/>
                  </a:cubicBezTo>
                  <a:cubicBezTo>
                    <a:pt x="591" y="5"/>
                    <a:pt x="591" y="5"/>
                    <a:pt x="590" y="6"/>
                  </a:cubicBezTo>
                  <a:cubicBezTo>
                    <a:pt x="590" y="6"/>
                    <a:pt x="591" y="6"/>
                    <a:pt x="591" y="6"/>
                  </a:cubicBezTo>
                  <a:cubicBezTo>
                    <a:pt x="592" y="5"/>
                    <a:pt x="592" y="5"/>
                    <a:pt x="593" y="5"/>
                  </a:cubicBezTo>
                  <a:cubicBezTo>
                    <a:pt x="593" y="5"/>
                    <a:pt x="593" y="5"/>
                    <a:pt x="594" y="4"/>
                  </a:cubicBezTo>
                  <a:cubicBezTo>
                    <a:pt x="594" y="4"/>
                    <a:pt x="595" y="4"/>
                    <a:pt x="596" y="4"/>
                  </a:cubicBezTo>
                  <a:cubicBezTo>
                    <a:pt x="596" y="4"/>
                    <a:pt x="595" y="4"/>
                    <a:pt x="595" y="5"/>
                  </a:cubicBezTo>
                  <a:cubicBezTo>
                    <a:pt x="596" y="4"/>
                    <a:pt x="597" y="4"/>
                    <a:pt x="598" y="3"/>
                  </a:cubicBezTo>
                  <a:cubicBezTo>
                    <a:pt x="598" y="3"/>
                    <a:pt x="598" y="4"/>
                    <a:pt x="598" y="4"/>
                  </a:cubicBezTo>
                  <a:cubicBezTo>
                    <a:pt x="599" y="3"/>
                    <a:pt x="599" y="3"/>
                    <a:pt x="600" y="3"/>
                  </a:cubicBezTo>
                  <a:cubicBezTo>
                    <a:pt x="600" y="3"/>
                    <a:pt x="600" y="3"/>
                    <a:pt x="600" y="3"/>
                  </a:cubicBezTo>
                  <a:cubicBezTo>
                    <a:pt x="601" y="2"/>
                    <a:pt x="605" y="1"/>
                    <a:pt x="607" y="0"/>
                  </a:cubicBezTo>
                  <a:cubicBezTo>
                    <a:pt x="607" y="1"/>
                    <a:pt x="607" y="2"/>
                    <a:pt x="607"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endParaRPr lang="en-US" sz="2299"/>
            </a:p>
          </p:txBody>
        </p:sp>
        <p:sp>
          <p:nvSpPr>
            <p:cNvPr id="15" name="Freeform 6"/>
            <p:cNvSpPr>
              <a:spLocks/>
            </p:cNvSpPr>
            <p:nvPr/>
          </p:nvSpPr>
          <p:spPr bwMode="auto">
            <a:xfrm>
              <a:off x="6415067" y="5775818"/>
              <a:ext cx="140024" cy="68145"/>
            </a:xfrm>
            <a:custGeom>
              <a:avLst/>
              <a:gdLst>
                <a:gd name="T0" fmla="*/ 63 w 63"/>
                <a:gd name="T1" fmla="*/ 10 h 31"/>
                <a:gd name="T2" fmla="*/ 58 w 63"/>
                <a:gd name="T3" fmla="*/ 14 h 31"/>
                <a:gd name="T4" fmla="*/ 13 w 63"/>
                <a:gd name="T5" fmla="*/ 31 h 31"/>
                <a:gd name="T6" fmla="*/ 7 w 63"/>
                <a:gd name="T7" fmla="*/ 28 h 31"/>
                <a:gd name="T8" fmla="*/ 1 w 63"/>
                <a:gd name="T9" fmla="*/ 6 h 31"/>
                <a:gd name="T10" fmla="*/ 3 w 63"/>
                <a:gd name="T11" fmla="*/ 2 h 31"/>
                <a:gd name="T12" fmla="*/ 41 w 63"/>
                <a:gd name="T13" fmla="*/ 0 h 31"/>
                <a:gd name="T14" fmla="*/ 61 w 63"/>
                <a:gd name="T15" fmla="*/ 7 h 31"/>
                <a:gd name="T16" fmla="*/ 62 w 63"/>
                <a:gd name="T17" fmla="*/ 7 h 31"/>
                <a:gd name="T18" fmla="*/ 62 w 63"/>
                <a:gd name="T19" fmla="*/ 8 h 31"/>
                <a:gd name="T20" fmla="*/ 63 w 63"/>
                <a:gd name="T21" fmla="*/ 8 h 31"/>
                <a:gd name="T22" fmla="*/ 63 w 63"/>
                <a:gd name="T23" fmla="*/ 1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3" h="31">
                  <a:moveTo>
                    <a:pt x="63" y="10"/>
                  </a:moveTo>
                  <a:cubicBezTo>
                    <a:pt x="62" y="11"/>
                    <a:pt x="61" y="12"/>
                    <a:pt x="58" y="14"/>
                  </a:cubicBezTo>
                  <a:cubicBezTo>
                    <a:pt x="44" y="24"/>
                    <a:pt x="27" y="31"/>
                    <a:pt x="13" y="31"/>
                  </a:cubicBezTo>
                  <a:cubicBezTo>
                    <a:pt x="9" y="30"/>
                    <a:pt x="9" y="30"/>
                    <a:pt x="7" y="28"/>
                  </a:cubicBezTo>
                  <a:cubicBezTo>
                    <a:pt x="0" y="23"/>
                    <a:pt x="0" y="17"/>
                    <a:pt x="1" y="6"/>
                  </a:cubicBezTo>
                  <a:cubicBezTo>
                    <a:pt x="1" y="3"/>
                    <a:pt x="1" y="3"/>
                    <a:pt x="3" y="2"/>
                  </a:cubicBezTo>
                  <a:cubicBezTo>
                    <a:pt x="16" y="1"/>
                    <a:pt x="29" y="0"/>
                    <a:pt x="41" y="0"/>
                  </a:cubicBezTo>
                  <a:cubicBezTo>
                    <a:pt x="47" y="0"/>
                    <a:pt x="58" y="1"/>
                    <a:pt x="61" y="7"/>
                  </a:cubicBezTo>
                  <a:cubicBezTo>
                    <a:pt x="61" y="7"/>
                    <a:pt x="62" y="7"/>
                    <a:pt x="62" y="7"/>
                  </a:cubicBezTo>
                  <a:cubicBezTo>
                    <a:pt x="62" y="7"/>
                    <a:pt x="62" y="8"/>
                    <a:pt x="62" y="8"/>
                  </a:cubicBezTo>
                  <a:cubicBezTo>
                    <a:pt x="62" y="8"/>
                    <a:pt x="62" y="8"/>
                    <a:pt x="63" y="8"/>
                  </a:cubicBezTo>
                  <a:cubicBezTo>
                    <a:pt x="63" y="9"/>
                    <a:pt x="63" y="10"/>
                    <a:pt x="63" y="10"/>
                  </a:cubicBezTo>
                  <a:close/>
                </a:path>
              </a:pathLst>
            </a:custGeom>
            <a:solidFill>
              <a:schemeClr val="tx1">
                <a:lumMod val="85000"/>
                <a:lumOff val="15000"/>
              </a:schemeClr>
            </a:solidFill>
            <a:ln>
              <a:noFill/>
            </a:ln>
          </p:spPr>
          <p:txBody>
            <a:bodyPr vert="horz" wrap="square" lIns="91416" tIns="45708" rIns="91416" bIns="45708" numCol="1" anchor="t" anchorCtr="0" compatLnSpc="1">
              <a:prstTxWarp prst="textNoShape">
                <a:avLst/>
              </a:prstTxWarp>
            </a:bodyPr>
            <a:lstStyle/>
            <a:p>
              <a:endParaRPr lang="en-US" sz="2299"/>
            </a:p>
          </p:txBody>
        </p:sp>
        <p:sp>
          <p:nvSpPr>
            <p:cNvPr id="16" name="Freeform 7"/>
            <p:cNvSpPr>
              <a:spLocks/>
            </p:cNvSpPr>
            <p:nvPr/>
          </p:nvSpPr>
          <p:spPr bwMode="auto">
            <a:xfrm>
              <a:off x="6260107" y="5832761"/>
              <a:ext cx="44808" cy="35473"/>
            </a:xfrm>
            <a:custGeom>
              <a:avLst/>
              <a:gdLst>
                <a:gd name="T0" fmla="*/ 20 w 20"/>
                <a:gd name="T1" fmla="*/ 0 h 16"/>
                <a:gd name="T2" fmla="*/ 9 w 20"/>
                <a:gd name="T3" fmla="*/ 10 h 16"/>
                <a:gd name="T4" fmla="*/ 0 w 20"/>
                <a:gd name="T5" fmla="*/ 16 h 16"/>
                <a:gd name="T6" fmla="*/ 0 w 20"/>
                <a:gd name="T7" fmla="*/ 16 h 16"/>
                <a:gd name="T8" fmla="*/ 1 w 20"/>
                <a:gd name="T9" fmla="*/ 15 h 16"/>
                <a:gd name="T10" fmla="*/ 1 w 20"/>
                <a:gd name="T11" fmla="*/ 15 h 16"/>
                <a:gd name="T12" fmla="*/ 2 w 20"/>
                <a:gd name="T13" fmla="*/ 14 h 16"/>
                <a:gd name="T14" fmla="*/ 8 w 20"/>
                <a:gd name="T15" fmla="*/ 1 h 16"/>
                <a:gd name="T16" fmla="*/ 20 w 20"/>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6">
                  <a:moveTo>
                    <a:pt x="20" y="0"/>
                  </a:moveTo>
                  <a:cubicBezTo>
                    <a:pt x="19" y="1"/>
                    <a:pt x="19" y="1"/>
                    <a:pt x="9" y="10"/>
                  </a:cubicBezTo>
                  <a:cubicBezTo>
                    <a:pt x="6" y="12"/>
                    <a:pt x="3" y="15"/>
                    <a:pt x="0" y="16"/>
                  </a:cubicBezTo>
                  <a:cubicBezTo>
                    <a:pt x="0" y="16"/>
                    <a:pt x="0" y="16"/>
                    <a:pt x="0" y="16"/>
                  </a:cubicBezTo>
                  <a:cubicBezTo>
                    <a:pt x="1" y="16"/>
                    <a:pt x="1" y="16"/>
                    <a:pt x="1" y="15"/>
                  </a:cubicBezTo>
                  <a:cubicBezTo>
                    <a:pt x="1" y="15"/>
                    <a:pt x="1" y="15"/>
                    <a:pt x="1" y="15"/>
                  </a:cubicBezTo>
                  <a:cubicBezTo>
                    <a:pt x="1" y="15"/>
                    <a:pt x="2" y="14"/>
                    <a:pt x="2" y="14"/>
                  </a:cubicBezTo>
                  <a:cubicBezTo>
                    <a:pt x="2" y="13"/>
                    <a:pt x="10" y="3"/>
                    <a:pt x="8" y="1"/>
                  </a:cubicBezTo>
                  <a:cubicBezTo>
                    <a:pt x="11" y="0"/>
                    <a:pt x="16" y="0"/>
                    <a:pt x="20" y="0"/>
                  </a:cubicBezTo>
                  <a:close/>
                </a:path>
              </a:pathLst>
            </a:custGeom>
            <a:solidFill>
              <a:srgbClr val="404040"/>
            </a:solidFill>
            <a:ln>
              <a:noFill/>
            </a:ln>
          </p:spPr>
          <p:txBody>
            <a:bodyPr vert="horz" wrap="square" lIns="91416" tIns="45708" rIns="91416" bIns="45708" numCol="1" anchor="t" anchorCtr="0" compatLnSpc="1">
              <a:prstTxWarp prst="textNoShape">
                <a:avLst/>
              </a:prstTxWarp>
            </a:bodyPr>
            <a:lstStyle/>
            <a:p>
              <a:endParaRPr lang="en-US" sz="2299"/>
            </a:p>
          </p:txBody>
        </p:sp>
        <p:sp>
          <p:nvSpPr>
            <p:cNvPr id="17" name="Freeform 8"/>
            <p:cNvSpPr>
              <a:spLocks/>
            </p:cNvSpPr>
            <p:nvPr/>
          </p:nvSpPr>
          <p:spPr bwMode="auto">
            <a:xfrm>
              <a:off x="6193829" y="5839295"/>
              <a:ext cx="70945" cy="56010"/>
            </a:xfrm>
            <a:custGeom>
              <a:avLst/>
              <a:gdLst>
                <a:gd name="T0" fmla="*/ 32 w 32"/>
                <a:gd name="T1" fmla="*/ 0 h 25"/>
                <a:gd name="T2" fmla="*/ 22 w 32"/>
                <a:gd name="T3" fmla="*/ 7 h 25"/>
                <a:gd name="T4" fmla="*/ 22 w 32"/>
                <a:gd name="T5" fmla="*/ 8 h 25"/>
                <a:gd name="T6" fmla="*/ 11 w 32"/>
                <a:gd name="T7" fmla="*/ 18 h 25"/>
                <a:gd name="T8" fmla="*/ 0 w 32"/>
                <a:gd name="T9" fmla="*/ 25 h 25"/>
                <a:gd name="T10" fmla="*/ 5 w 32"/>
                <a:gd name="T11" fmla="*/ 8 h 25"/>
                <a:gd name="T12" fmla="*/ 32 w 3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32" h="25">
                  <a:moveTo>
                    <a:pt x="32" y="0"/>
                  </a:moveTo>
                  <a:cubicBezTo>
                    <a:pt x="30" y="1"/>
                    <a:pt x="24" y="7"/>
                    <a:pt x="22" y="7"/>
                  </a:cubicBezTo>
                  <a:cubicBezTo>
                    <a:pt x="22" y="7"/>
                    <a:pt x="22" y="8"/>
                    <a:pt x="22" y="8"/>
                  </a:cubicBezTo>
                  <a:cubicBezTo>
                    <a:pt x="18" y="11"/>
                    <a:pt x="14" y="15"/>
                    <a:pt x="11" y="18"/>
                  </a:cubicBezTo>
                  <a:cubicBezTo>
                    <a:pt x="8" y="20"/>
                    <a:pt x="3" y="24"/>
                    <a:pt x="0" y="25"/>
                  </a:cubicBezTo>
                  <a:cubicBezTo>
                    <a:pt x="0" y="21"/>
                    <a:pt x="11" y="11"/>
                    <a:pt x="5" y="8"/>
                  </a:cubicBezTo>
                  <a:cubicBezTo>
                    <a:pt x="14" y="5"/>
                    <a:pt x="23" y="2"/>
                    <a:pt x="32" y="0"/>
                  </a:cubicBezTo>
                  <a:close/>
                </a:path>
              </a:pathLst>
            </a:custGeom>
            <a:solidFill>
              <a:srgbClr val="404040"/>
            </a:solidFill>
            <a:ln>
              <a:noFill/>
            </a:ln>
          </p:spPr>
          <p:txBody>
            <a:bodyPr vert="horz" wrap="square" lIns="91416" tIns="45708" rIns="91416" bIns="45708" numCol="1" anchor="t" anchorCtr="0" compatLnSpc="1">
              <a:prstTxWarp prst="textNoShape">
                <a:avLst/>
              </a:prstTxWarp>
            </a:bodyPr>
            <a:lstStyle/>
            <a:p>
              <a:endParaRPr lang="en-US" sz="2299"/>
            </a:p>
          </p:txBody>
        </p:sp>
        <p:sp>
          <p:nvSpPr>
            <p:cNvPr id="18" name="Freeform 9"/>
            <p:cNvSpPr>
              <a:spLocks/>
            </p:cNvSpPr>
            <p:nvPr/>
          </p:nvSpPr>
          <p:spPr bwMode="auto">
            <a:xfrm>
              <a:off x="6140620" y="5859832"/>
              <a:ext cx="59744" cy="55076"/>
            </a:xfrm>
            <a:custGeom>
              <a:avLst/>
              <a:gdLst>
                <a:gd name="T0" fmla="*/ 27 w 27"/>
                <a:gd name="T1" fmla="*/ 0 h 25"/>
                <a:gd name="T2" fmla="*/ 0 w 27"/>
                <a:gd name="T3" fmla="*/ 25 h 25"/>
                <a:gd name="T4" fmla="*/ 14 w 27"/>
                <a:gd name="T5" fmla="*/ 5 h 25"/>
                <a:gd name="T6" fmla="*/ 27 w 27"/>
                <a:gd name="T7" fmla="*/ 0 h 25"/>
              </a:gdLst>
              <a:ahLst/>
              <a:cxnLst>
                <a:cxn ang="0">
                  <a:pos x="T0" y="T1"/>
                </a:cxn>
                <a:cxn ang="0">
                  <a:pos x="T2" y="T3"/>
                </a:cxn>
                <a:cxn ang="0">
                  <a:pos x="T4" y="T5"/>
                </a:cxn>
                <a:cxn ang="0">
                  <a:pos x="T6" y="T7"/>
                </a:cxn>
              </a:cxnLst>
              <a:rect l="0" t="0" r="r" b="b"/>
              <a:pathLst>
                <a:path w="27" h="25">
                  <a:moveTo>
                    <a:pt x="27" y="0"/>
                  </a:moveTo>
                  <a:cubicBezTo>
                    <a:pt x="17" y="8"/>
                    <a:pt x="9" y="18"/>
                    <a:pt x="0" y="25"/>
                  </a:cubicBezTo>
                  <a:cubicBezTo>
                    <a:pt x="2" y="19"/>
                    <a:pt x="9" y="11"/>
                    <a:pt x="14" y="5"/>
                  </a:cubicBezTo>
                  <a:cubicBezTo>
                    <a:pt x="21" y="2"/>
                    <a:pt x="21" y="2"/>
                    <a:pt x="27"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endParaRPr lang="en-US" sz="2299"/>
            </a:p>
          </p:txBody>
        </p:sp>
        <p:sp>
          <p:nvSpPr>
            <p:cNvPr id="19" name="Freeform 10"/>
            <p:cNvSpPr>
              <a:spLocks/>
            </p:cNvSpPr>
            <p:nvPr/>
          </p:nvSpPr>
          <p:spPr bwMode="auto">
            <a:xfrm>
              <a:off x="5938985" y="5797288"/>
              <a:ext cx="206303" cy="191367"/>
            </a:xfrm>
            <a:custGeom>
              <a:avLst/>
              <a:gdLst>
                <a:gd name="T0" fmla="*/ 52 w 93"/>
                <a:gd name="T1" fmla="*/ 54 h 86"/>
                <a:gd name="T2" fmla="*/ 32 w 93"/>
                <a:gd name="T3" fmla="*/ 65 h 86"/>
                <a:gd name="T4" fmla="*/ 32 w 93"/>
                <a:gd name="T5" fmla="*/ 65 h 86"/>
                <a:gd name="T6" fmla="*/ 31 w 93"/>
                <a:gd name="T7" fmla="*/ 66 h 86"/>
                <a:gd name="T8" fmla="*/ 31 w 93"/>
                <a:gd name="T9" fmla="*/ 65 h 86"/>
                <a:gd name="T10" fmla="*/ 26 w 93"/>
                <a:gd name="T11" fmla="*/ 69 h 86"/>
                <a:gd name="T12" fmla="*/ 6 w 93"/>
                <a:gd name="T13" fmla="*/ 81 h 86"/>
                <a:gd name="T14" fmla="*/ 1 w 93"/>
                <a:gd name="T15" fmla="*/ 85 h 86"/>
                <a:gd name="T16" fmla="*/ 0 w 93"/>
                <a:gd name="T17" fmla="*/ 86 h 86"/>
                <a:gd name="T18" fmla="*/ 0 w 93"/>
                <a:gd name="T19" fmla="*/ 85 h 86"/>
                <a:gd name="T20" fmla="*/ 1 w 93"/>
                <a:gd name="T21" fmla="*/ 85 h 86"/>
                <a:gd name="T22" fmla="*/ 8 w 93"/>
                <a:gd name="T23" fmla="*/ 73 h 86"/>
                <a:gd name="T24" fmla="*/ 8 w 93"/>
                <a:gd name="T25" fmla="*/ 72 h 86"/>
                <a:gd name="T26" fmla="*/ 38 w 93"/>
                <a:gd name="T27" fmla="*/ 35 h 86"/>
                <a:gd name="T28" fmla="*/ 60 w 93"/>
                <a:gd name="T29" fmla="*/ 15 h 86"/>
                <a:gd name="T30" fmla="*/ 81 w 93"/>
                <a:gd name="T31" fmla="*/ 2 h 86"/>
                <a:gd name="T32" fmla="*/ 81 w 93"/>
                <a:gd name="T33" fmla="*/ 2 h 86"/>
                <a:gd name="T34" fmla="*/ 82 w 93"/>
                <a:gd name="T35" fmla="*/ 1 h 86"/>
                <a:gd name="T36" fmla="*/ 82 w 93"/>
                <a:gd name="T37" fmla="*/ 2 h 86"/>
                <a:gd name="T38" fmla="*/ 83 w 93"/>
                <a:gd name="T39" fmla="*/ 2 h 86"/>
                <a:gd name="T40" fmla="*/ 83 w 93"/>
                <a:gd name="T41" fmla="*/ 1 h 86"/>
                <a:gd name="T42" fmla="*/ 83 w 93"/>
                <a:gd name="T43" fmla="*/ 1 h 86"/>
                <a:gd name="T44" fmla="*/ 83 w 93"/>
                <a:gd name="T45" fmla="*/ 2 h 86"/>
                <a:gd name="T46" fmla="*/ 93 w 93"/>
                <a:gd name="T47" fmla="*/ 3 h 86"/>
                <a:gd name="T48" fmla="*/ 83 w 93"/>
                <a:gd name="T49" fmla="*/ 36 h 86"/>
                <a:gd name="T50" fmla="*/ 81 w 93"/>
                <a:gd name="T51" fmla="*/ 38 h 86"/>
                <a:gd name="T52" fmla="*/ 52 w 93"/>
                <a:gd name="T53" fmla="*/ 53 h 86"/>
                <a:gd name="T54" fmla="*/ 52 w 93"/>
                <a:gd name="T55" fmla="*/ 5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3" h="86">
                  <a:moveTo>
                    <a:pt x="52" y="54"/>
                  </a:moveTo>
                  <a:cubicBezTo>
                    <a:pt x="46" y="55"/>
                    <a:pt x="38" y="62"/>
                    <a:pt x="32" y="65"/>
                  </a:cubicBezTo>
                  <a:cubicBezTo>
                    <a:pt x="32" y="65"/>
                    <a:pt x="32" y="65"/>
                    <a:pt x="32" y="65"/>
                  </a:cubicBezTo>
                  <a:cubicBezTo>
                    <a:pt x="32" y="65"/>
                    <a:pt x="31" y="66"/>
                    <a:pt x="31" y="66"/>
                  </a:cubicBezTo>
                  <a:cubicBezTo>
                    <a:pt x="31" y="65"/>
                    <a:pt x="31" y="65"/>
                    <a:pt x="31" y="65"/>
                  </a:cubicBezTo>
                  <a:cubicBezTo>
                    <a:pt x="30" y="66"/>
                    <a:pt x="29" y="66"/>
                    <a:pt x="26" y="69"/>
                  </a:cubicBezTo>
                  <a:cubicBezTo>
                    <a:pt x="19" y="73"/>
                    <a:pt x="12" y="77"/>
                    <a:pt x="6" y="81"/>
                  </a:cubicBezTo>
                  <a:cubicBezTo>
                    <a:pt x="5" y="83"/>
                    <a:pt x="2" y="85"/>
                    <a:pt x="1" y="85"/>
                  </a:cubicBezTo>
                  <a:cubicBezTo>
                    <a:pt x="1" y="86"/>
                    <a:pt x="1" y="86"/>
                    <a:pt x="0" y="86"/>
                  </a:cubicBezTo>
                  <a:cubicBezTo>
                    <a:pt x="0" y="86"/>
                    <a:pt x="0" y="85"/>
                    <a:pt x="0" y="85"/>
                  </a:cubicBezTo>
                  <a:cubicBezTo>
                    <a:pt x="0" y="85"/>
                    <a:pt x="1" y="85"/>
                    <a:pt x="1" y="85"/>
                  </a:cubicBezTo>
                  <a:cubicBezTo>
                    <a:pt x="2" y="82"/>
                    <a:pt x="5" y="76"/>
                    <a:pt x="8" y="73"/>
                  </a:cubicBezTo>
                  <a:cubicBezTo>
                    <a:pt x="8" y="73"/>
                    <a:pt x="8" y="73"/>
                    <a:pt x="8" y="72"/>
                  </a:cubicBezTo>
                  <a:cubicBezTo>
                    <a:pt x="17" y="59"/>
                    <a:pt x="27" y="47"/>
                    <a:pt x="38" y="35"/>
                  </a:cubicBezTo>
                  <a:cubicBezTo>
                    <a:pt x="45" y="28"/>
                    <a:pt x="52" y="21"/>
                    <a:pt x="60" y="15"/>
                  </a:cubicBezTo>
                  <a:cubicBezTo>
                    <a:pt x="67" y="10"/>
                    <a:pt x="73" y="5"/>
                    <a:pt x="81" y="2"/>
                  </a:cubicBezTo>
                  <a:cubicBezTo>
                    <a:pt x="81" y="2"/>
                    <a:pt x="81" y="2"/>
                    <a:pt x="81" y="2"/>
                  </a:cubicBezTo>
                  <a:cubicBezTo>
                    <a:pt x="82" y="2"/>
                    <a:pt x="82" y="2"/>
                    <a:pt x="82" y="1"/>
                  </a:cubicBezTo>
                  <a:cubicBezTo>
                    <a:pt x="82" y="2"/>
                    <a:pt x="82" y="2"/>
                    <a:pt x="82" y="2"/>
                  </a:cubicBezTo>
                  <a:cubicBezTo>
                    <a:pt x="82" y="2"/>
                    <a:pt x="82" y="2"/>
                    <a:pt x="83" y="2"/>
                  </a:cubicBezTo>
                  <a:cubicBezTo>
                    <a:pt x="83" y="2"/>
                    <a:pt x="83" y="2"/>
                    <a:pt x="83" y="1"/>
                  </a:cubicBezTo>
                  <a:cubicBezTo>
                    <a:pt x="83" y="1"/>
                    <a:pt x="83" y="1"/>
                    <a:pt x="83" y="1"/>
                  </a:cubicBezTo>
                  <a:cubicBezTo>
                    <a:pt x="83" y="1"/>
                    <a:pt x="83" y="1"/>
                    <a:pt x="83" y="2"/>
                  </a:cubicBezTo>
                  <a:cubicBezTo>
                    <a:pt x="86" y="1"/>
                    <a:pt x="91" y="0"/>
                    <a:pt x="93" y="3"/>
                  </a:cubicBezTo>
                  <a:cubicBezTo>
                    <a:pt x="93" y="14"/>
                    <a:pt x="87" y="26"/>
                    <a:pt x="83" y="36"/>
                  </a:cubicBezTo>
                  <a:cubicBezTo>
                    <a:pt x="82" y="37"/>
                    <a:pt x="82" y="37"/>
                    <a:pt x="81" y="38"/>
                  </a:cubicBezTo>
                  <a:cubicBezTo>
                    <a:pt x="71" y="42"/>
                    <a:pt x="62" y="48"/>
                    <a:pt x="52" y="53"/>
                  </a:cubicBezTo>
                  <a:cubicBezTo>
                    <a:pt x="52" y="53"/>
                    <a:pt x="52" y="53"/>
                    <a:pt x="52" y="54"/>
                  </a:cubicBezTo>
                  <a:close/>
                </a:path>
              </a:pathLst>
            </a:custGeom>
            <a:solidFill>
              <a:schemeClr val="tx1">
                <a:lumMod val="85000"/>
                <a:lumOff val="15000"/>
              </a:schemeClr>
            </a:solidFill>
            <a:ln>
              <a:noFill/>
            </a:ln>
          </p:spPr>
          <p:txBody>
            <a:bodyPr vert="horz" wrap="square" lIns="91416" tIns="45708" rIns="91416" bIns="45708" numCol="1" anchor="t" anchorCtr="0" compatLnSpc="1">
              <a:prstTxWarp prst="textNoShape">
                <a:avLst/>
              </a:prstTxWarp>
            </a:bodyPr>
            <a:lstStyle/>
            <a:p>
              <a:endParaRPr lang="en-US" sz="2299"/>
            </a:p>
          </p:txBody>
        </p:sp>
        <p:sp>
          <p:nvSpPr>
            <p:cNvPr id="20" name="Freeform 11"/>
            <p:cNvSpPr>
              <a:spLocks/>
            </p:cNvSpPr>
            <p:nvPr/>
          </p:nvSpPr>
          <p:spPr bwMode="auto">
            <a:xfrm>
              <a:off x="5516112" y="5899973"/>
              <a:ext cx="595570" cy="592769"/>
            </a:xfrm>
            <a:custGeom>
              <a:avLst/>
              <a:gdLst>
                <a:gd name="T0" fmla="*/ 269 w 269"/>
                <a:gd name="T1" fmla="*/ 0 h 267"/>
                <a:gd name="T2" fmla="*/ 266 w 269"/>
                <a:gd name="T3" fmla="*/ 4 h 267"/>
                <a:gd name="T4" fmla="*/ 266 w 269"/>
                <a:gd name="T5" fmla="*/ 5 h 267"/>
                <a:gd name="T6" fmla="*/ 258 w 269"/>
                <a:gd name="T7" fmla="*/ 19 h 267"/>
                <a:gd name="T8" fmla="*/ 253 w 269"/>
                <a:gd name="T9" fmla="*/ 28 h 267"/>
                <a:gd name="T10" fmla="*/ 252 w 269"/>
                <a:gd name="T11" fmla="*/ 28 h 267"/>
                <a:gd name="T12" fmla="*/ 252 w 269"/>
                <a:gd name="T13" fmla="*/ 29 h 267"/>
                <a:gd name="T14" fmla="*/ 252 w 269"/>
                <a:gd name="T15" fmla="*/ 29 h 267"/>
                <a:gd name="T16" fmla="*/ 250 w 269"/>
                <a:gd name="T17" fmla="*/ 32 h 267"/>
                <a:gd name="T18" fmla="*/ 244 w 269"/>
                <a:gd name="T19" fmla="*/ 41 h 267"/>
                <a:gd name="T20" fmla="*/ 240 w 269"/>
                <a:gd name="T21" fmla="*/ 48 h 267"/>
                <a:gd name="T22" fmla="*/ 239 w 269"/>
                <a:gd name="T23" fmla="*/ 48 h 267"/>
                <a:gd name="T24" fmla="*/ 239 w 269"/>
                <a:gd name="T25" fmla="*/ 49 h 267"/>
                <a:gd name="T26" fmla="*/ 234 w 269"/>
                <a:gd name="T27" fmla="*/ 56 h 267"/>
                <a:gd name="T28" fmla="*/ 225 w 269"/>
                <a:gd name="T29" fmla="*/ 67 h 267"/>
                <a:gd name="T30" fmla="*/ 225 w 269"/>
                <a:gd name="T31" fmla="*/ 68 h 267"/>
                <a:gd name="T32" fmla="*/ 221 w 269"/>
                <a:gd name="T33" fmla="*/ 73 h 267"/>
                <a:gd name="T34" fmla="*/ 221 w 269"/>
                <a:gd name="T35" fmla="*/ 74 h 267"/>
                <a:gd name="T36" fmla="*/ 215 w 269"/>
                <a:gd name="T37" fmla="*/ 80 h 267"/>
                <a:gd name="T38" fmla="*/ 215 w 269"/>
                <a:gd name="T39" fmla="*/ 81 h 267"/>
                <a:gd name="T40" fmla="*/ 214 w 269"/>
                <a:gd name="T41" fmla="*/ 82 h 267"/>
                <a:gd name="T42" fmla="*/ 214 w 269"/>
                <a:gd name="T43" fmla="*/ 82 h 267"/>
                <a:gd name="T44" fmla="*/ 205 w 269"/>
                <a:gd name="T45" fmla="*/ 93 h 267"/>
                <a:gd name="T46" fmla="*/ 205 w 269"/>
                <a:gd name="T47" fmla="*/ 93 h 267"/>
                <a:gd name="T48" fmla="*/ 202 w 269"/>
                <a:gd name="T49" fmla="*/ 96 h 267"/>
                <a:gd name="T50" fmla="*/ 188 w 269"/>
                <a:gd name="T51" fmla="*/ 112 h 267"/>
                <a:gd name="T52" fmla="*/ 187 w 269"/>
                <a:gd name="T53" fmla="*/ 113 h 267"/>
                <a:gd name="T54" fmla="*/ 187 w 269"/>
                <a:gd name="T55" fmla="*/ 113 h 267"/>
                <a:gd name="T56" fmla="*/ 181 w 269"/>
                <a:gd name="T57" fmla="*/ 118 h 267"/>
                <a:gd name="T58" fmla="*/ 181 w 269"/>
                <a:gd name="T59" fmla="*/ 119 h 267"/>
                <a:gd name="T60" fmla="*/ 179 w 269"/>
                <a:gd name="T61" fmla="*/ 121 h 267"/>
                <a:gd name="T62" fmla="*/ 165 w 269"/>
                <a:gd name="T63" fmla="*/ 136 h 267"/>
                <a:gd name="T64" fmla="*/ 158 w 269"/>
                <a:gd name="T65" fmla="*/ 143 h 267"/>
                <a:gd name="T66" fmla="*/ 158 w 269"/>
                <a:gd name="T67" fmla="*/ 144 h 267"/>
                <a:gd name="T68" fmla="*/ 157 w 269"/>
                <a:gd name="T69" fmla="*/ 144 h 267"/>
                <a:gd name="T70" fmla="*/ 148 w 269"/>
                <a:gd name="T71" fmla="*/ 152 h 267"/>
                <a:gd name="T72" fmla="*/ 148 w 269"/>
                <a:gd name="T73" fmla="*/ 153 h 267"/>
                <a:gd name="T74" fmla="*/ 110 w 269"/>
                <a:gd name="T75" fmla="*/ 189 h 267"/>
                <a:gd name="T76" fmla="*/ 87 w 269"/>
                <a:gd name="T77" fmla="*/ 210 h 267"/>
                <a:gd name="T78" fmla="*/ 73 w 269"/>
                <a:gd name="T79" fmla="*/ 222 h 267"/>
                <a:gd name="T80" fmla="*/ 38 w 269"/>
                <a:gd name="T81" fmla="*/ 250 h 267"/>
                <a:gd name="T82" fmla="*/ 4 w 269"/>
                <a:gd name="T83" fmla="*/ 265 h 267"/>
                <a:gd name="T84" fmla="*/ 9 w 269"/>
                <a:gd name="T85" fmla="*/ 236 h 267"/>
                <a:gd name="T86" fmla="*/ 10 w 269"/>
                <a:gd name="T87" fmla="*/ 236 h 267"/>
                <a:gd name="T88" fmla="*/ 22 w 269"/>
                <a:gd name="T89" fmla="*/ 214 h 267"/>
                <a:gd name="T90" fmla="*/ 22 w 269"/>
                <a:gd name="T91" fmla="*/ 213 h 267"/>
                <a:gd name="T92" fmla="*/ 23 w 269"/>
                <a:gd name="T93" fmla="*/ 213 h 267"/>
                <a:gd name="T94" fmla="*/ 32 w 269"/>
                <a:gd name="T95" fmla="*/ 200 h 267"/>
                <a:gd name="T96" fmla="*/ 33 w 269"/>
                <a:gd name="T97" fmla="*/ 198 h 267"/>
                <a:gd name="T98" fmla="*/ 48 w 269"/>
                <a:gd name="T99" fmla="*/ 179 h 267"/>
                <a:gd name="T100" fmla="*/ 117 w 269"/>
                <a:gd name="T101" fmla="*/ 105 h 267"/>
                <a:gd name="T102" fmla="*/ 117 w 269"/>
                <a:gd name="T103" fmla="*/ 105 h 267"/>
                <a:gd name="T104" fmla="*/ 149 w 269"/>
                <a:gd name="T105" fmla="*/ 78 h 267"/>
                <a:gd name="T106" fmla="*/ 184 w 269"/>
                <a:gd name="T107" fmla="*/ 51 h 267"/>
                <a:gd name="T108" fmla="*/ 202 w 269"/>
                <a:gd name="T109" fmla="*/ 47 h 267"/>
                <a:gd name="T110" fmla="*/ 214 w 269"/>
                <a:gd name="T111" fmla="*/ 37 h 267"/>
                <a:gd name="T112" fmla="*/ 215 w 269"/>
                <a:gd name="T113" fmla="*/ 35 h 267"/>
                <a:gd name="T114" fmla="*/ 216 w 269"/>
                <a:gd name="T115" fmla="*/ 33 h 267"/>
                <a:gd name="T116" fmla="*/ 215 w 269"/>
                <a:gd name="T117" fmla="*/ 33 h 267"/>
                <a:gd name="T118" fmla="*/ 215 w 269"/>
                <a:gd name="T119" fmla="*/ 30 h 267"/>
                <a:gd name="T120" fmla="*/ 255 w 269"/>
                <a:gd name="T121" fmla="*/ 7 h 267"/>
                <a:gd name="T122" fmla="*/ 269 w 269"/>
                <a:gd name="T123" fmla="*/ 0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69" h="267">
                  <a:moveTo>
                    <a:pt x="269" y="0"/>
                  </a:moveTo>
                  <a:cubicBezTo>
                    <a:pt x="268" y="2"/>
                    <a:pt x="267" y="3"/>
                    <a:pt x="266" y="4"/>
                  </a:cubicBezTo>
                  <a:cubicBezTo>
                    <a:pt x="266" y="4"/>
                    <a:pt x="266" y="4"/>
                    <a:pt x="266" y="5"/>
                  </a:cubicBezTo>
                  <a:cubicBezTo>
                    <a:pt x="265" y="10"/>
                    <a:pt x="258" y="15"/>
                    <a:pt x="258" y="19"/>
                  </a:cubicBezTo>
                  <a:cubicBezTo>
                    <a:pt x="256" y="21"/>
                    <a:pt x="253" y="26"/>
                    <a:pt x="253" y="28"/>
                  </a:cubicBezTo>
                  <a:cubicBezTo>
                    <a:pt x="252" y="28"/>
                    <a:pt x="252" y="28"/>
                    <a:pt x="252" y="28"/>
                  </a:cubicBezTo>
                  <a:cubicBezTo>
                    <a:pt x="252" y="28"/>
                    <a:pt x="252" y="28"/>
                    <a:pt x="252" y="29"/>
                  </a:cubicBezTo>
                  <a:cubicBezTo>
                    <a:pt x="252" y="29"/>
                    <a:pt x="252" y="29"/>
                    <a:pt x="252" y="29"/>
                  </a:cubicBezTo>
                  <a:cubicBezTo>
                    <a:pt x="252" y="30"/>
                    <a:pt x="250" y="31"/>
                    <a:pt x="250" y="32"/>
                  </a:cubicBezTo>
                  <a:cubicBezTo>
                    <a:pt x="248" y="33"/>
                    <a:pt x="245" y="40"/>
                    <a:pt x="244" y="41"/>
                  </a:cubicBezTo>
                  <a:cubicBezTo>
                    <a:pt x="243" y="43"/>
                    <a:pt x="240" y="46"/>
                    <a:pt x="240" y="48"/>
                  </a:cubicBezTo>
                  <a:cubicBezTo>
                    <a:pt x="239" y="48"/>
                    <a:pt x="239" y="48"/>
                    <a:pt x="239" y="48"/>
                  </a:cubicBezTo>
                  <a:cubicBezTo>
                    <a:pt x="239" y="49"/>
                    <a:pt x="239" y="49"/>
                    <a:pt x="239" y="49"/>
                  </a:cubicBezTo>
                  <a:cubicBezTo>
                    <a:pt x="238" y="50"/>
                    <a:pt x="234" y="55"/>
                    <a:pt x="234" y="56"/>
                  </a:cubicBezTo>
                  <a:cubicBezTo>
                    <a:pt x="231" y="59"/>
                    <a:pt x="228" y="66"/>
                    <a:pt x="225" y="67"/>
                  </a:cubicBezTo>
                  <a:cubicBezTo>
                    <a:pt x="225" y="67"/>
                    <a:pt x="225" y="68"/>
                    <a:pt x="225" y="68"/>
                  </a:cubicBezTo>
                  <a:cubicBezTo>
                    <a:pt x="223" y="71"/>
                    <a:pt x="221" y="73"/>
                    <a:pt x="221" y="73"/>
                  </a:cubicBezTo>
                  <a:cubicBezTo>
                    <a:pt x="221" y="74"/>
                    <a:pt x="221" y="74"/>
                    <a:pt x="221" y="74"/>
                  </a:cubicBezTo>
                  <a:cubicBezTo>
                    <a:pt x="219" y="75"/>
                    <a:pt x="216" y="79"/>
                    <a:pt x="215" y="80"/>
                  </a:cubicBezTo>
                  <a:cubicBezTo>
                    <a:pt x="215" y="81"/>
                    <a:pt x="215" y="81"/>
                    <a:pt x="215" y="81"/>
                  </a:cubicBezTo>
                  <a:cubicBezTo>
                    <a:pt x="214" y="81"/>
                    <a:pt x="214" y="82"/>
                    <a:pt x="214" y="82"/>
                  </a:cubicBezTo>
                  <a:cubicBezTo>
                    <a:pt x="214" y="82"/>
                    <a:pt x="214" y="82"/>
                    <a:pt x="214" y="82"/>
                  </a:cubicBezTo>
                  <a:cubicBezTo>
                    <a:pt x="210" y="85"/>
                    <a:pt x="208" y="90"/>
                    <a:pt x="205" y="93"/>
                  </a:cubicBezTo>
                  <a:cubicBezTo>
                    <a:pt x="205" y="93"/>
                    <a:pt x="205" y="93"/>
                    <a:pt x="205" y="93"/>
                  </a:cubicBezTo>
                  <a:cubicBezTo>
                    <a:pt x="204" y="94"/>
                    <a:pt x="203" y="95"/>
                    <a:pt x="202" y="96"/>
                  </a:cubicBezTo>
                  <a:cubicBezTo>
                    <a:pt x="197" y="101"/>
                    <a:pt x="192" y="107"/>
                    <a:pt x="188" y="112"/>
                  </a:cubicBezTo>
                  <a:cubicBezTo>
                    <a:pt x="188" y="112"/>
                    <a:pt x="187" y="112"/>
                    <a:pt x="187" y="113"/>
                  </a:cubicBezTo>
                  <a:cubicBezTo>
                    <a:pt x="187" y="113"/>
                    <a:pt x="187" y="113"/>
                    <a:pt x="187" y="113"/>
                  </a:cubicBezTo>
                  <a:cubicBezTo>
                    <a:pt x="185" y="115"/>
                    <a:pt x="183" y="117"/>
                    <a:pt x="181" y="118"/>
                  </a:cubicBezTo>
                  <a:cubicBezTo>
                    <a:pt x="181" y="119"/>
                    <a:pt x="181" y="119"/>
                    <a:pt x="181" y="119"/>
                  </a:cubicBezTo>
                  <a:cubicBezTo>
                    <a:pt x="181" y="119"/>
                    <a:pt x="180" y="120"/>
                    <a:pt x="179" y="121"/>
                  </a:cubicBezTo>
                  <a:cubicBezTo>
                    <a:pt x="178" y="122"/>
                    <a:pt x="166" y="135"/>
                    <a:pt x="165" y="136"/>
                  </a:cubicBezTo>
                  <a:cubicBezTo>
                    <a:pt x="163" y="138"/>
                    <a:pt x="160" y="141"/>
                    <a:pt x="158" y="143"/>
                  </a:cubicBezTo>
                  <a:cubicBezTo>
                    <a:pt x="158" y="143"/>
                    <a:pt x="158" y="143"/>
                    <a:pt x="158" y="144"/>
                  </a:cubicBezTo>
                  <a:cubicBezTo>
                    <a:pt x="158" y="144"/>
                    <a:pt x="157" y="144"/>
                    <a:pt x="157" y="144"/>
                  </a:cubicBezTo>
                  <a:cubicBezTo>
                    <a:pt x="157" y="144"/>
                    <a:pt x="149" y="152"/>
                    <a:pt x="148" y="152"/>
                  </a:cubicBezTo>
                  <a:cubicBezTo>
                    <a:pt x="148" y="153"/>
                    <a:pt x="148" y="153"/>
                    <a:pt x="148" y="153"/>
                  </a:cubicBezTo>
                  <a:cubicBezTo>
                    <a:pt x="146" y="155"/>
                    <a:pt x="137" y="164"/>
                    <a:pt x="110" y="189"/>
                  </a:cubicBezTo>
                  <a:cubicBezTo>
                    <a:pt x="109" y="191"/>
                    <a:pt x="109" y="191"/>
                    <a:pt x="87" y="210"/>
                  </a:cubicBezTo>
                  <a:cubicBezTo>
                    <a:pt x="87" y="212"/>
                    <a:pt x="75" y="221"/>
                    <a:pt x="73" y="222"/>
                  </a:cubicBezTo>
                  <a:cubicBezTo>
                    <a:pt x="62" y="232"/>
                    <a:pt x="50" y="242"/>
                    <a:pt x="38" y="250"/>
                  </a:cubicBezTo>
                  <a:cubicBezTo>
                    <a:pt x="28" y="256"/>
                    <a:pt x="14" y="267"/>
                    <a:pt x="4" y="265"/>
                  </a:cubicBezTo>
                  <a:cubicBezTo>
                    <a:pt x="0" y="257"/>
                    <a:pt x="5" y="246"/>
                    <a:pt x="9" y="236"/>
                  </a:cubicBezTo>
                  <a:cubicBezTo>
                    <a:pt x="9" y="236"/>
                    <a:pt x="10" y="236"/>
                    <a:pt x="10" y="236"/>
                  </a:cubicBezTo>
                  <a:cubicBezTo>
                    <a:pt x="12" y="229"/>
                    <a:pt x="18" y="221"/>
                    <a:pt x="22" y="214"/>
                  </a:cubicBezTo>
                  <a:cubicBezTo>
                    <a:pt x="22" y="214"/>
                    <a:pt x="22" y="214"/>
                    <a:pt x="22" y="213"/>
                  </a:cubicBezTo>
                  <a:cubicBezTo>
                    <a:pt x="22" y="213"/>
                    <a:pt x="23" y="213"/>
                    <a:pt x="23" y="213"/>
                  </a:cubicBezTo>
                  <a:cubicBezTo>
                    <a:pt x="23" y="212"/>
                    <a:pt x="31" y="200"/>
                    <a:pt x="32" y="200"/>
                  </a:cubicBezTo>
                  <a:cubicBezTo>
                    <a:pt x="32" y="199"/>
                    <a:pt x="32" y="199"/>
                    <a:pt x="33" y="198"/>
                  </a:cubicBezTo>
                  <a:cubicBezTo>
                    <a:pt x="38" y="192"/>
                    <a:pt x="43" y="185"/>
                    <a:pt x="48" y="179"/>
                  </a:cubicBezTo>
                  <a:cubicBezTo>
                    <a:pt x="69" y="152"/>
                    <a:pt x="92" y="127"/>
                    <a:pt x="117" y="105"/>
                  </a:cubicBezTo>
                  <a:cubicBezTo>
                    <a:pt x="117" y="105"/>
                    <a:pt x="117" y="105"/>
                    <a:pt x="117" y="105"/>
                  </a:cubicBezTo>
                  <a:cubicBezTo>
                    <a:pt x="118" y="104"/>
                    <a:pt x="138" y="86"/>
                    <a:pt x="149" y="78"/>
                  </a:cubicBezTo>
                  <a:cubicBezTo>
                    <a:pt x="160" y="69"/>
                    <a:pt x="172" y="60"/>
                    <a:pt x="184" y="51"/>
                  </a:cubicBezTo>
                  <a:cubicBezTo>
                    <a:pt x="187" y="58"/>
                    <a:pt x="197" y="51"/>
                    <a:pt x="202" y="47"/>
                  </a:cubicBezTo>
                  <a:cubicBezTo>
                    <a:pt x="206" y="44"/>
                    <a:pt x="210" y="40"/>
                    <a:pt x="214" y="37"/>
                  </a:cubicBezTo>
                  <a:cubicBezTo>
                    <a:pt x="215" y="36"/>
                    <a:pt x="215" y="36"/>
                    <a:pt x="215" y="35"/>
                  </a:cubicBezTo>
                  <a:cubicBezTo>
                    <a:pt x="215" y="34"/>
                    <a:pt x="215" y="34"/>
                    <a:pt x="216" y="33"/>
                  </a:cubicBezTo>
                  <a:cubicBezTo>
                    <a:pt x="216" y="33"/>
                    <a:pt x="215" y="33"/>
                    <a:pt x="215" y="33"/>
                  </a:cubicBezTo>
                  <a:cubicBezTo>
                    <a:pt x="216" y="32"/>
                    <a:pt x="216" y="31"/>
                    <a:pt x="215" y="30"/>
                  </a:cubicBezTo>
                  <a:cubicBezTo>
                    <a:pt x="228" y="22"/>
                    <a:pt x="242" y="14"/>
                    <a:pt x="255" y="7"/>
                  </a:cubicBezTo>
                  <a:cubicBezTo>
                    <a:pt x="268" y="0"/>
                    <a:pt x="268" y="0"/>
                    <a:pt x="269" y="0"/>
                  </a:cubicBezTo>
                  <a:close/>
                </a:path>
              </a:pathLst>
            </a:custGeom>
            <a:solidFill>
              <a:schemeClr val="bg2">
                <a:lumMod val="10000"/>
              </a:schemeClr>
            </a:solidFill>
            <a:ln>
              <a:noFill/>
            </a:ln>
          </p:spPr>
          <p:txBody>
            <a:bodyPr vert="horz" wrap="square" lIns="91416" tIns="45708" rIns="91416" bIns="45708" numCol="1" anchor="t" anchorCtr="0" compatLnSpc="1">
              <a:prstTxWarp prst="textNoShape">
                <a:avLst/>
              </a:prstTxWarp>
            </a:bodyPr>
            <a:lstStyle/>
            <a:p>
              <a:endParaRPr lang="en-US" sz="2299"/>
            </a:p>
          </p:txBody>
        </p:sp>
        <p:sp>
          <p:nvSpPr>
            <p:cNvPr id="21" name="Freeform 12"/>
            <p:cNvSpPr>
              <a:spLocks/>
            </p:cNvSpPr>
            <p:nvPr/>
          </p:nvSpPr>
          <p:spPr bwMode="auto">
            <a:xfrm>
              <a:off x="5332213" y="5597520"/>
              <a:ext cx="755197" cy="499420"/>
            </a:xfrm>
            <a:custGeom>
              <a:avLst/>
              <a:gdLst>
                <a:gd name="T0" fmla="*/ 323 w 341"/>
                <a:gd name="T1" fmla="*/ 100 h 225"/>
                <a:gd name="T2" fmla="*/ 292 w 341"/>
                <a:gd name="T3" fmla="*/ 127 h 225"/>
                <a:gd name="T4" fmla="*/ 269 w 341"/>
                <a:gd name="T5" fmla="*/ 123 h 225"/>
                <a:gd name="T6" fmla="*/ 221 w 341"/>
                <a:gd name="T7" fmla="*/ 141 h 225"/>
                <a:gd name="T8" fmla="*/ 194 w 341"/>
                <a:gd name="T9" fmla="*/ 151 h 225"/>
                <a:gd name="T10" fmla="*/ 228 w 341"/>
                <a:gd name="T11" fmla="*/ 110 h 225"/>
                <a:gd name="T12" fmla="*/ 184 w 341"/>
                <a:gd name="T13" fmla="*/ 141 h 225"/>
                <a:gd name="T14" fmla="*/ 109 w 341"/>
                <a:gd name="T15" fmla="*/ 193 h 225"/>
                <a:gd name="T16" fmla="*/ 39 w 341"/>
                <a:gd name="T17" fmla="*/ 223 h 225"/>
                <a:gd name="T18" fmla="*/ 45 w 341"/>
                <a:gd name="T19" fmla="*/ 206 h 225"/>
                <a:gd name="T20" fmla="*/ 53 w 341"/>
                <a:gd name="T21" fmla="*/ 196 h 225"/>
                <a:gd name="T22" fmla="*/ 61 w 341"/>
                <a:gd name="T23" fmla="*/ 188 h 225"/>
                <a:gd name="T24" fmla="*/ 67 w 341"/>
                <a:gd name="T25" fmla="*/ 182 h 225"/>
                <a:gd name="T26" fmla="*/ 76 w 341"/>
                <a:gd name="T27" fmla="*/ 174 h 225"/>
                <a:gd name="T28" fmla="*/ 105 w 341"/>
                <a:gd name="T29" fmla="*/ 152 h 225"/>
                <a:gd name="T30" fmla="*/ 128 w 341"/>
                <a:gd name="T31" fmla="*/ 113 h 225"/>
                <a:gd name="T32" fmla="*/ 149 w 341"/>
                <a:gd name="T33" fmla="*/ 72 h 225"/>
                <a:gd name="T34" fmla="*/ 136 w 341"/>
                <a:gd name="T35" fmla="*/ 104 h 225"/>
                <a:gd name="T36" fmla="*/ 124 w 341"/>
                <a:gd name="T37" fmla="*/ 131 h 225"/>
                <a:gd name="T38" fmla="*/ 222 w 341"/>
                <a:gd name="T39" fmla="*/ 101 h 225"/>
                <a:gd name="T40" fmla="*/ 233 w 341"/>
                <a:gd name="T41" fmla="*/ 97 h 225"/>
                <a:gd name="T42" fmla="*/ 241 w 341"/>
                <a:gd name="T43" fmla="*/ 90 h 225"/>
                <a:gd name="T44" fmla="*/ 244 w 341"/>
                <a:gd name="T45" fmla="*/ 88 h 225"/>
                <a:gd name="T46" fmla="*/ 253 w 341"/>
                <a:gd name="T47" fmla="*/ 81 h 225"/>
                <a:gd name="T48" fmla="*/ 265 w 341"/>
                <a:gd name="T49" fmla="*/ 69 h 225"/>
                <a:gd name="T50" fmla="*/ 269 w 341"/>
                <a:gd name="T51" fmla="*/ 67 h 225"/>
                <a:gd name="T52" fmla="*/ 280 w 341"/>
                <a:gd name="T53" fmla="*/ 55 h 225"/>
                <a:gd name="T54" fmla="*/ 287 w 341"/>
                <a:gd name="T55" fmla="*/ 46 h 225"/>
                <a:gd name="T56" fmla="*/ 297 w 341"/>
                <a:gd name="T57" fmla="*/ 12 h 225"/>
                <a:gd name="T58" fmla="*/ 244 w 341"/>
                <a:gd name="T59" fmla="*/ 15 h 225"/>
                <a:gd name="T60" fmla="*/ 16 w 341"/>
                <a:gd name="T61" fmla="*/ 155 h 225"/>
                <a:gd name="T62" fmla="*/ 5 w 341"/>
                <a:gd name="T63" fmla="*/ 159 h 225"/>
                <a:gd name="T64" fmla="*/ 95 w 341"/>
                <a:gd name="T65" fmla="*/ 89 h 225"/>
                <a:gd name="T66" fmla="*/ 154 w 341"/>
                <a:gd name="T67" fmla="*/ 52 h 225"/>
                <a:gd name="T68" fmla="*/ 173 w 341"/>
                <a:gd name="T69" fmla="*/ 41 h 225"/>
                <a:gd name="T70" fmla="*/ 292 w 341"/>
                <a:gd name="T71" fmla="*/ 4 h 225"/>
                <a:gd name="T72" fmla="*/ 297 w 341"/>
                <a:gd name="T73" fmla="*/ 39 h 225"/>
                <a:gd name="T74" fmla="*/ 284 w 341"/>
                <a:gd name="T75" fmla="*/ 56 h 225"/>
                <a:gd name="T76" fmla="*/ 237 w 341"/>
                <a:gd name="T77" fmla="*/ 100 h 225"/>
                <a:gd name="T78" fmla="*/ 258 w 341"/>
                <a:gd name="T79" fmla="*/ 116 h 225"/>
                <a:gd name="T80" fmla="*/ 255 w 341"/>
                <a:gd name="T81" fmla="*/ 113 h 225"/>
                <a:gd name="T82" fmla="*/ 244 w 341"/>
                <a:gd name="T83" fmla="*/ 108 h 225"/>
                <a:gd name="T84" fmla="*/ 243 w 341"/>
                <a:gd name="T85" fmla="*/ 116 h 225"/>
                <a:gd name="T86" fmla="*/ 273 w 341"/>
                <a:gd name="T87" fmla="*/ 113 h 225"/>
                <a:gd name="T88" fmla="*/ 290 w 341"/>
                <a:gd name="T89" fmla="*/ 89 h 225"/>
                <a:gd name="T90" fmla="*/ 315 w 341"/>
                <a:gd name="T91" fmla="*/ 68 h 225"/>
                <a:gd name="T92" fmla="*/ 299 w 341"/>
                <a:gd name="T93" fmla="*/ 92 h 225"/>
                <a:gd name="T94" fmla="*/ 274 w 341"/>
                <a:gd name="T95" fmla="*/ 127 h 225"/>
                <a:gd name="T96" fmla="*/ 298 w 341"/>
                <a:gd name="T97" fmla="*/ 110 h 225"/>
                <a:gd name="T98" fmla="*/ 341 w 341"/>
                <a:gd name="T99" fmla="*/ 75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41" h="225">
                  <a:moveTo>
                    <a:pt x="341" y="75"/>
                  </a:moveTo>
                  <a:cubicBezTo>
                    <a:pt x="340" y="77"/>
                    <a:pt x="339" y="80"/>
                    <a:pt x="338" y="81"/>
                  </a:cubicBezTo>
                  <a:cubicBezTo>
                    <a:pt x="338" y="82"/>
                    <a:pt x="325" y="98"/>
                    <a:pt x="323" y="99"/>
                  </a:cubicBezTo>
                  <a:cubicBezTo>
                    <a:pt x="323" y="100"/>
                    <a:pt x="323" y="100"/>
                    <a:pt x="323" y="100"/>
                  </a:cubicBezTo>
                  <a:cubicBezTo>
                    <a:pt x="316" y="107"/>
                    <a:pt x="308" y="114"/>
                    <a:pt x="301" y="120"/>
                  </a:cubicBezTo>
                  <a:cubicBezTo>
                    <a:pt x="301" y="122"/>
                    <a:pt x="299" y="124"/>
                    <a:pt x="300" y="125"/>
                  </a:cubicBezTo>
                  <a:cubicBezTo>
                    <a:pt x="298" y="126"/>
                    <a:pt x="296" y="126"/>
                    <a:pt x="295" y="127"/>
                  </a:cubicBezTo>
                  <a:cubicBezTo>
                    <a:pt x="294" y="127"/>
                    <a:pt x="293" y="126"/>
                    <a:pt x="292" y="127"/>
                  </a:cubicBezTo>
                  <a:cubicBezTo>
                    <a:pt x="285" y="131"/>
                    <a:pt x="281" y="133"/>
                    <a:pt x="275" y="133"/>
                  </a:cubicBezTo>
                  <a:cubicBezTo>
                    <a:pt x="271" y="133"/>
                    <a:pt x="270" y="133"/>
                    <a:pt x="268" y="128"/>
                  </a:cubicBezTo>
                  <a:cubicBezTo>
                    <a:pt x="268" y="127"/>
                    <a:pt x="268" y="126"/>
                    <a:pt x="268" y="124"/>
                  </a:cubicBezTo>
                  <a:cubicBezTo>
                    <a:pt x="269" y="124"/>
                    <a:pt x="269" y="124"/>
                    <a:pt x="269" y="123"/>
                  </a:cubicBezTo>
                  <a:cubicBezTo>
                    <a:pt x="266" y="124"/>
                    <a:pt x="260" y="131"/>
                    <a:pt x="258" y="132"/>
                  </a:cubicBezTo>
                  <a:cubicBezTo>
                    <a:pt x="254" y="135"/>
                    <a:pt x="251" y="138"/>
                    <a:pt x="248" y="140"/>
                  </a:cubicBezTo>
                  <a:cubicBezTo>
                    <a:pt x="238" y="147"/>
                    <a:pt x="226" y="156"/>
                    <a:pt x="221" y="145"/>
                  </a:cubicBezTo>
                  <a:cubicBezTo>
                    <a:pt x="221" y="143"/>
                    <a:pt x="221" y="142"/>
                    <a:pt x="221" y="141"/>
                  </a:cubicBezTo>
                  <a:cubicBezTo>
                    <a:pt x="214" y="147"/>
                    <a:pt x="207" y="154"/>
                    <a:pt x="199" y="158"/>
                  </a:cubicBezTo>
                  <a:cubicBezTo>
                    <a:pt x="196" y="159"/>
                    <a:pt x="195" y="159"/>
                    <a:pt x="194" y="157"/>
                  </a:cubicBezTo>
                  <a:cubicBezTo>
                    <a:pt x="194" y="157"/>
                    <a:pt x="194" y="157"/>
                    <a:pt x="193" y="157"/>
                  </a:cubicBezTo>
                  <a:cubicBezTo>
                    <a:pt x="193" y="155"/>
                    <a:pt x="193" y="154"/>
                    <a:pt x="194" y="151"/>
                  </a:cubicBezTo>
                  <a:cubicBezTo>
                    <a:pt x="198" y="145"/>
                    <a:pt x="203" y="136"/>
                    <a:pt x="208" y="132"/>
                  </a:cubicBezTo>
                  <a:cubicBezTo>
                    <a:pt x="208" y="132"/>
                    <a:pt x="208" y="131"/>
                    <a:pt x="208" y="131"/>
                  </a:cubicBezTo>
                  <a:cubicBezTo>
                    <a:pt x="208" y="131"/>
                    <a:pt x="208" y="131"/>
                    <a:pt x="209" y="131"/>
                  </a:cubicBezTo>
                  <a:cubicBezTo>
                    <a:pt x="209" y="128"/>
                    <a:pt x="225" y="113"/>
                    <a:pt x="228" y="110"/>
                  </a:cubicBezTo>
                  <a:cubicBezTo>
                    <a:pt x="232" y="108"/>
                    <a:pt x="232" y="108"/>
                    <a:pt x="236" y="105"/>
                  </a:cubicBezTo>
                  <a:cubicBezTo>
                    <a:pt x="233" y="106"/>
                    <a:pt x="230" y="106"/>
                    <a:pt x="228" y="107"/>
                  </a:cubicBezTo>
                  <a:cubicBezTo>
                    <a:pt x="201" y="128"/>
                    <a:pt x="201" y="128"/>
                    <a:pt x="200" y="128"/>
                  </a:cubicBezTo>
                  <a:cubicBezTo>
                    <a:pt x="195" y="132"/>
                    <a:pt x="189" y="137"/>
                    <a:pt x="184" y="141"/>
                  </a:cubicBezTo>
                  <a:cubicBezTo>
                    <a:pt x="184" y="141"/>
                    <a:pt x="174" y="148"/>
                    <a:pt x="173" y="149"/>
                  </a:cubicBezTo>
                  <a:cubicBezTo>
                    <a:pt x="166" y="154"/>
                    <a:pt x="165" y="155"/>
                    <a:pt x="159" y="159"/>
                  </a:cubicBezTo>
                  <a:cubicBezTo>
                    <a:pt x="154" y="162"/>
                    <a:pt x="149" y="166"/>
                    <a:pt x="145" y="169"/>
                  </a:cubicBezTo>
                  <a:cubicBezTo>
                    <a:pt x="117" y="188"/>
                    <a:pt x="115" y="189"/>
                    <a:pt x="109" y="193"/>
                  </a:cubicBezTo>
                  <a:cubicBezTo>
                    <a:pt x="109" y="193"/>
                    <a:pt x="107" y="194"/>
                    <a:pt x="106" y="195"/>
                  </a:cubicBezTo>
                  <a:cubicBezTo>
                    <a:pt x="94" y="202"/>
                    <a:pt x="81" y="210"/>
                    <a:pt x="68" y="216"/>
                  </a:cubicBezTo>
                  <a:cubicBezTo>
                    <a:pt x="60" y="220"/>
                    <a:pt x="50" y="225"/>
                    <a:pt x="42" y="224"/>
                  </a:cubicBezTo>
                  <a:cubicBezTo>
                    <a:pt x="40" y="223"/>
                    <a:pt x="40" y="223"/>
                    <a:pt x="39" y="223"/>
                  </a:cubicBezTo>
                  <a:cubicBezTo>
                    <a:pt x="39" y="220"/>
                    <a:pt x="41" y="213"/>
                    <a:pt x="43" y="211"/>
                  </a:cubicBezTo>
                  <a:cubicBezTo>
                    <a:pt x="43" y="211"/>
                    <a:pt x="43" y="210"/>
                    <a:pt x="43" y="210"/>
                  </a:cubicBezTo>
                  <a:cubicBezTo>
                    <a:pt x="44" y="209"/>
                    <a:pt x="44" y="208"/>
                    <a:pt x="45" y="207"/>
                  </a:cubicBezTo>
                  <a:cubicBezTo>
                    <a:pt x="45" y="207"/>
                    <a:pt x="45" y="207"/>
                    <a:pt x="45" y="206"/>
                  </a:cubicBezTo>
                  <a:cubicBezTo>
                    <a:pt x="47" y="206"/>
                    <a:pt x="47" y="202"/>
                    <a:pt x="49" y="201"/>
                  </a:cubicBezTo>
                  <a:cubicBezTo>
                    <a:pt x="50" y="200"/>
                    <a:pt x="51" y="200"/>
                    <a:pt x="51" y="198"/>
                  </a:cubicBezTo>
                  <a:cubicBezTo>
                    <a:pt x="52" y="198"/>
                    <a:pt x="52" y="198"/>
                    <a:pt x="53" y="197"/>
                  </a:cubicBezTo>
                  <a:cubicBezTo>
                    <a:pt x="53" y="197"/>
                    <a:pt x="53" y="197"/>
                    <a:pt x="53" y="196"/>
                  </a:cubicBezTo>
                  <a:cubicBezTo>
                    <a:pt x="55" y="195"/>
                    <a:pt x="57" y="191"/>
                    <a:pt x="60" y="189"/>
                  </a:cubicBezTo>
                  <a:cubicBezTo>
                    <a:pt x="60" y="189"/>
                    <a:pt x="60" y="188"/>
                    <a:pt x="60" y="188"/>
                  </a:cubicBezTo>
                  <a:cubicBezTo>
                    <a:pt x="61" y="188"/>
                    <a:pt x="61" y="188"/>
                    <a:pt x="61" y="188"/>
                  </a:cubicBezTo>
                  <a:cubicBezTo>
                    <a:pt x="61" y="188"/>
                    <a:pt x="61" y="188"/>
                    <a:pt x="61" y="188"/>
                  </a:cubicBezTo>
                  <a:cubicBezTo>
                    <a:pt x="63" y="187"/>
                    <a:pt x="64" y="185"/>
                    <a:pt x="66" y="184"/>
                  </a:cubicBezTo>
                  <a:cubicBezTo>
                    <a:pt x="66" y="184"/>
                    <a:pt x="66" y="183"/>
                    <a:pt x="66" y="183"/>
                  </a:cubicBezTo>
                  <a:cubicBezTo>
                    <a:pt x="66" y="183"/>
                    <a:pt x="66" y="183"/>
                    <a:pt x="67" y="183"/>
                  </a:cubicBezTo>
                  <a:cubicBezTo>
                    <a:pt x="67" y="183"/>
                    <a:pt x="67" y="183"/>
                    <a:pt x="67" y="182"/>
                  </a:cubicBezTo>
                  <a:cubicBezTo>
                    <a:pt x="68" y="181"/>
                    <a:pt x="68" y="181"/>
                    <a:pt x="71" y="179"/>
                  </a:cubicBezTo>
                  <a:cubicBezTo>
                    <a:pt x="71" y="179"/>
                    <a:pt x="71" y="179"/>
                    <a:pt x="71" y="179"/>
                  </a:cubicBezTo>
                  <a:cubicBezTo>
                    <a:pt x="72" y="178"/>
                    <a:pt x="74" y="175"/>
                    <a:pt x="77" y="174"/>
                  </a:cubicBezTo>
                  <a:cubicBezTo>
                    <a:pt x="77" y="174"/>
                    <a:pt x="77" y="174"/>
                    <a:pt x="76" y="174"/>
                  </a:cubicBezTo>
                  <a:cubicBezTo>
                    <a:pt x="77" y="174"/>
                    <a:pt x="77" y="174"/>
                    <a:pt x="78" y="173"/>
                  </a:cubicBezTo>
                  <a:cubicBezTo>
                    <a:pt x="78" y="173"/>
                    <a:pt x="78" y="173"/>
                    <a:pt x="78" y="173"/>
                  </a:cubicBezTo>
                  <a:cubicBezTo>
                    <a:pt x="84" y="168"/>
                    <a:pt x="90" y="163"/>
                    <a:pt x="97" y="158"/>
                  </a:cubicBezTo>
                  <a:cubicBezTo>
                    <a:pt x="98" y="157"/>
                    <a:pt x="98" y="157"/>
                    <a:pt x="105" y="152"/>
                  </a:cubicBezTo>
                  <a:cubicBezTo>
                    <a:pt x="106" y="152"/>
                    <a:pt x="106" y="152"/>
                    <a:pt x="107" y="152"/>
                  </a:cubicBezTo>
                  <a:cubicBezTo>
                    <a:pt x="107" y="152"/>
                    <a:pt x="107" y="152"/>
                    <a:pt x="106" y="151"/>
                  </a:cubicBezTo>
                  <a:cubicBezTo>
                    <a:pt x="110" y="149"/>
                    <a:pt x="113" y="148"/>
                    <a:pt x="114" y="146"/>
                  </a:cubicBezTo>
                  <a:cubicBezTo>
                    <a:pt x="115" y="145"/>
                    <a:pt x="115" y="145"/>
                    <a:pt x="128" y="113"/>
                  </a:cubicBezTo>
                  <a:cubicBezTo>
                    <a:pt x="130" y="109"/>
                    <a:pt x="132" y="104"/>
                    <a:pt x="134" y="100"/>
                  </a:cubicBezTo>
                  <a:cubicBezTo>
                    <a:pt x="135" y="100"/>
                    <a:pt x="135" y="99"/>
                    <a:pt x="135" y="99"/>
                  </a:cubicBezTo>
                  <a:cubicBezTo>
                    <a:pt x="144" y="78"/>
                    <a:pt x="144" y="78"/>
                    <a:pt x="145" y="76"/>
                  </a:cubicBezTo>
                  <a:cubicBezTo>
                    <a:pt x="147" y="74"/>
                    <a:pt x="148" y="73"/>
                    <a:pt x="149" y="72"/>
                  </a:cubicBezTo>
                  <a:cubicBezTo>
                    <a:pt x="150" y="74"/>
                    <a:pt x="150" y="74"/>
                    <a:pt x="150" y="76"/>
                  </a:cubicBezTo>
                  <a:cubicBezTo>
                    <a:pt x="149" y="76"/>
                    <a:pt x="149" y="76"/>
                    <a:pt x="149" y="76"/>
                  </a:cubicBezTo>
                  <a:cubicBezTo>
                    <a:pt x="149" y="78"/>
                    <a:pt x="148" y="79"/>
                    <a:pt x="147" y="80"/>
                  </a:cubicBezTo>
                  <a:cubicBezTo>
                    <a:pt x="143" y="88"/>
                    <a:pt x="140" y="96"/>
                    <a:pt x="136" y="104"/>
                  </a:cubicBezTo>
                  <a:cubicBezTo>
                    <a:pt x="136" y="104"/>
                    <a:pt x="136" y="105"/>
                    <a:pt x="135" y="105"/>
                  </a:cubicBezTo>
                  <a:cubicBezTo>
                    <a:pt x="135" y="105"/>
                    <a:pt x="135" y="105"/>
                    <a:pt x="135" y="105"/>
                  </a:cubicBezTo>
                  <a:cubicBezTo>
                    <a:pt x="132" y="113"/>
                    <a:pt x="127" y="122"/>
                    <a:pt x="125" y="130"/>
                  </a:cubicBezTo>
                  <a:cubicBezTo>
                    <a:pt x="124" y="130"/>
                    <a:pt x="124" y="130"/>
                    <a:pt x="124" y="131"/>
                  </a:cubicBezTo>
                  <a:cubicBezTo>
                    <a:pt x="124" y="134"/>
                    <a:pt x="119" y="140"/>
                    <a:pt x="119" y="144"/>
                  </a:cubicBezTo>
                  <a:cubicBezTo>
                    <a:pt x="129" y="137"/>
                    <a:pt x="140" y="130"/>
                    <a:pt x="151" y="126"/>
                  </a:cubicBezTo>
                  <a:cubicBezTo>
                    <a:pt x="151" y="125"/>
                    <a:pt x="156" y="123"/>
                    <a:pt x="158" y="122"/>
                  </a:cubicBezTo>
                  <a:cubicBezTo>
                    <a:pt x="179" y="112"/>
                    <a:pt x="200" y="105"/>
                    <a:pt x="222" y="101"/>
                  </a:cubicBezTo>
                  <a:cubicBezTo>
                    <a:pt x="230" y="100"/>
                    <a:pt x="230" y="100"/>
                    <a:pt x="231" y="100"/>
                  </a:cubicBezTo>
                  <a:cubicBezTo>
                    <a:pt x="231" y="100"/>
                    <a:pt x="230" y="100"/>
                    <a:pt x="230" y="100"/>
                  </a:cubicBezTo>
                  <a:cubicBezTo>
                    <a:pt x="231" y="99"/>
                    <a:pt x="232" y="98"/>
                    <a:pt x="233" y="97"/>
                  </a:cubicBezTo>
                  <a:cubicBezTo>
                    <a:pt x="233" y="97"/>
                    <a:pt x="233" y="97"/>
                    <a:pt x="233" y="97"/>
                  </a:cubicBezTo>
                  <a:cubicBezTo>
                    <a:pt x="233" y="97"/>
                    <a:pt x="234" y="97"/>
                    <a:pt x="234" y="97"/>
                  </a:cubicBezTo>
                  <a:cubicBezTo>
                    <a:pt x="234" y="97"/>
                    <a:pt x="234" y="97"/>
                    <a:pt x="234" y="96"/>
                  </a:cubicBezTo>
                  <a:cubicBezTo>
                    <a:pt x="236" y="95"/>
                    <a:pt x="239" y="92"/>
                    <a:pt x="241" y="91"/>
                  </a:cubicBezTo>
                  <a:cubicBezTo>
                    <a:pt x="241" y="91"/>
                    <a:pt x="241" y="90"/>
                    <a:pt x="241" y="90"/>
                  </a:cubicBezTo>
                  <a:cubicBezTo>
                    <a:pt x="242" y="90"/>
                    <a:pt x="243" y="90"/>
                    <a:pt x="244" y="89"/>
                  </a:cubicBezTo>
                  <a:cubicBezTo>
                    <a:pt x="243" y="89"/>
                    <a:pt x="243" y="89"/>
                    <a:pt x="243" y="89"/>
                  </a:cubicBezTo>
                  <a:cubicBezTo>
                    <a:pt x="243" y="89"/>
                    <a:pt x="244" y="88"/>
                    <a:pt x="244" y="88"/>
                  </a:cubicBezTo>
                  <a:cubicBezTo>
                    <a:pt x="244" y="88"/>
                    <a:pt x="244" y="88"/>
                    <a:pt x="244" y="88"/>
                  </a:cubicBezTo>
                  <a:cubicBezTo>
                    <a:pt x="245" y="88"/>
                    <a:pt x="245" y="87"/>
                    <a:pt x="246" y="87"/>
                  </a:cubicBezTo>
                  <a:cubicBezTo>
                    <a:pt x="246" y="87"/>
                    <a:pt x="246" y="87"/>
                    <a:pt x="246" y="87"/>
                  </a:cubicBezTo>
                  <a:cubicBezTo>
                    <a:pt x="248" y="85"/>
                    <a:pt x="248" y="85"/>
                    <a:pt x="249" y="84"/>
                  </a:cubicBezTo>
                  <a:cubicBezTo>
                    <a:pt x="250" y="83"/>
                    <a:pt x="252" y="82"/>
                    <a:pt x="253" y="81"/>
                  </a:cubicBezTo>
                  <a:cubicBezTo>
                    <a:pt x="253" y="81"/>
                    <a:pt x="253" y="81"/>
                    <a:pt x="253" y="80"/>
                  </a:cubicBezTo>
                  <a:cubicBezTo>
                    <a:pt x="253" y="80"/>
                    <a:pt x="254" y="80"/>
                    <a:pt x="255" y="80"/>
                  </a:cubicBezTo>
                  <a:cubicBezTo>
                    <a:pt x="255" y="77"/>
                    <a:pt x="260" y="76"/>
                    <a:pt x="261" y="73"/>
                  </a:cubicBezTo>
                  <a:cubicBezTo>
                    <a:pt x="263" y="73"/>
                    <a:pt x="264" y="71"/>
                    <a:pt x="265" y="69"/>
                  </a:cubicBezTo>
                  <a:cubicBezTo>
                    <a:pt x="265" y="69"/>
                    <a:pt x="265" y="69"/>
                    <a:pt x="265" y="69"/>
                  </a:cubicBezTo>
                  <a:cubicBezTo>
                    <a:pt x="266" y="69"/>
                    <a:pt x="267" y="68"/>
                    <a:pt x="268" y="67"/>
                  </a:cubicBezTo>
                  <a:cubicBezTo>
                    <a:pt x="268" y="67"/>
                    <a:pt x="268" y="67"/>
                    <a:pt x="268" y="67"/>
                  </a:cubicBezTo>
                  <a:cubicBezTo>
                    <a:pt x="268" y="67"/>
                    <a:pt x="269" y="67"/>
                    <a:pt x="269" y="67"/>
                  </a:cubicBezTo>
                  <a:cubicBezTo>
                    <a:pt x="269" y="66"/>
                    <a:pt x="269" y="66"/>
                    <a:pt x="269" y="66"/>
                  </a:cubicBezTo>
                  <a:cubicBezTo>
                    <a:pt x="269" y="66"/>
                    <a:pt x="271" y="64"/>
                    <a:pt x="271" y="64"/>
                  </a:cubicBezTo>
                  <a:cubicBezTo>
                    <a:pt x="271" y="64"/>
                    <a:pt x="271" y="63"/>
                    <a:pt x="271" y="63"/>
                  </a:cubicBezTo>
                  <a:cubicBezTo>
                    <a:pt x="274" y="62"/>
                    <a:pt x="277" y="57"/>
                    <a:pt x="280" y="55"/>
                  </a:cubicBezTo>
                  <a:cubicBezTo>
                    <a:pt x="280" y="54"/>
                    <a:pt x="281" y="54"/>
                    <a:pt x="282" y="53"/>
                  </a:cubicBezTo>
                  <a:cubicBezTo>
                    <a:pt x="282" y="53"/>
                    <a:pt x="282" y="53"/>
                    <a:pt x="282" y="52"/>
                  </a:cubicBezTo>
                  <a:cubicBezTo>
                    <a:pt x="282" y="52"/>
                    <a:pt x="282" y="52"/>
                    <a:pt x="283" y="52"/>
                  </a:cubicBezTo>
                  <a:cubicBezTo>
                    <a:pt x="283" y="51"/>
                    <a:pt x="286" y="48"/>
                    <a:pt x="287" y="46"/>
                  </a:cubicBezTo>
                  <a:cubicBezTo>
                    <a:pt x="287" y="46"/>
                    <a:pt x="287" y="46"/>
                    <a:pt x="287" y="46"/>
                  </a:cubicBezTo>
                  <a:cubicBezTo>
                    <a:pt x="289" y="44"/>
                    <a:pt x="295" y="35"/>
                    <a:pt x="296" y="32"/>
                  </a:cubicBezTo>
                  <a:cubicBezTo>
                    <a:pt x="298" y="30"/>
                    <a:pt x="297" y="26"/>
                    <a:pt x="299" y="23"/>
                  </a:cubicBezTo>
                  <a:cubicBezTo>
                    <a:pt x="299" y="18"/>
                    <a:pt x="300" y="16"/>
                    <a:pt x="297" y="12"/>
                  </a:cubicBezTo>
                  <a:cubicBezTo>
                    <a:pt x="296" y="11"/>
                    <a:pt x="291" y="9"/>
                    <a:pt x="291" y="9"/>
                  </a:cubicBezTo>
                  <a:cubicBezTo>
                    <a:pt x="283" y="7"/>
                    <a:pt x="274" y="7"/>
                    <a:pt x="266" y="9"/>
                  </a:cubicBezTo>
                  <a:cubicBezTo>
                    <a:pt x="265" y="9"/>
                    <a:pt x="265" y="9"/>
                    <a:pt x="264" y="9"/>
                  </a:cubicBezTo>
                  <a:cubicBezTo>
                    <a:pt x="261" y="10"/>
                    <a:pt x="261" y="10"/>
                    <a:pt x="244" y="15"/>
                  </a:cubicBezTo>
                  <a:cubicBezTo>
                    <a:pt x="200" y="30"/>
                    <a:pt x="157" y="54"/>
                    <a:pt x="115" y="81"/>
                  </a:cubicBezTo>
                  <a:cubicBezTo>
                    <a:pt x="95" y="94"/>
                    <a:pt x="92" y="96"/>
                    <a:pt x="87" y="100"/>
                  </a:cubicBezTo>
                  <a:cubicBezTo>
                    <a:pt x="76" y="108"/>
                    <a:pt x="72" y="110"/>
                    <a:pt x="72" y="111"/>
                  </a:cubicBezTo>
                  <a:cubicBezTo>
                    <a:pt x="53" y="125"/>
                    <a:pt x="34" y="140"/>
                    <a:pt x="16" y="155"/>
                  </a:cubicBezTo>
                  <a:cubicBezTo>
                    <a:pt x="16" y="155"/>
                    <a:pt x="16" y="155"/>
                    <a:pt x="16" y="155"/>
                  </a:cubicBezTo>
                  <a:cubicBezTo>
                    <a:pt x="7" y="163"/>
                    <a:pt x="5" y="165"/>
                    <a:pt x="2" y="167"/>
                  </a:cubicBezTo>
                  <a:cubicBezTo>
                    <a:pt x="0" y="168"/>
                    <a:pt x="0" y="166"/>
                    <a:pt x="0" y="163"/>
                  </a:cubicBezTo>
                  <a:cubicBezTo>
                    <a:pt x="2" y="162"/>
                    <a:pt x="3" y="160"/>
                    <a:pt x="5" y="159"/>
                  </a:cubicBezTo>
                  <a:cubicBezTo>
                    <a:pt x="5" y="159"/>
                    <a:pt x="5" y="159"/>
                    <a:pt x="5" y="159"/>
                  </a:cubicBezTo>
                  <a:cubicBezTo>
                    <a:pt x="29" y="139"/>
                    <a:pt x="53" y="121"/>
                    <a:pt x="77" y="102"/>
                  </a:cubicBezTo>
                  <a:cubicBezTo>
                    <a:pt x="78" y="102"/>
                    <a:pt x="78" y="101"/>
                    <a:pt x="79" y="100"/>
                  </a:cubicBezTo>
                  <a:cubicBezTo>
                    <a:pt x="85" y="97"/>
                    <a:pt x="90" y="93"/>
                    <a:pt x="95" y="89"/>
                  </a:cubicBezTo>
                  <a:cubicBezTo>
                    <a:pt x="98" y="88"/>
                    <a:pt x="101" y="84"/>
                    <a:pt x="104" y="84"/>
                  </a:cubicBezTo>
                  <a:cubicBezTo>
                    <a:pt x="104" y="83"/>
                    <a:pt x="104" y="83"/>
                    <a:pt x="104" y="83"/>
                  </a:cubicBezTo>
                  <a:cubicBezTo>
                    <a:pt x="118" y="74"/>
                    <a:pt x="132" y="65"/>
                    <a:pt x="147" y="56"/>
                  </a:cubicBezTo>
                  <a:cubicBezTo>
                    <a:pt x="149" y="55"/>
                    <a:pt x="152" y="54"/>
                    <a:pt x="154" y="52"/>
                  </a:cubicBezTo>
                  <a:cubicBezTo>
                    <a:pt x="154" y="52"/>
                    <a:pt x="154" y="52"/>
                    <a:pt x="154" y="52"/>
                  </a:cubicBezTo>
                  <a:cubicBezTo>
                    <a:pt x="154" y="52"/>
                    <a:pt x="157" y="50"/>
                    <a:pt x="158" y="50"/>
                  </a:cubicBezTo>
                  <a:cubicBezTo>
                    <a:pt x="165" y="46"/>
                    <a:pt x="165" y="46"/>
                    <a:pt x="170" y="43"/>
                  </a:cubicBezTo>
                  <a:cubicBezTo>
                    <a:pt x="173" y="41"/>
                    <a:pt x="173" y="41"/>
                    <a:pt x="173" y="41"/>
                  </a:cubicBezTo>
                  <a:cubicBezTo>
                    <a:pt x="195" y="30"/>
                    <a:pt x="216" y="20"/>
                    <a:pt x="238" y="12"/>
                  </a:cubicBezTo>
                  <a:cubicBezTo>
                    <a:pt x="238" y="12"/>
                    <a:pt x="238" y="12"/>
                    <a:pt x="238" y="12"/>
                  </a:cubicBezTo>
                  <a:cubicBezTo>
                    <a:pt x="256" y="6"/>
                    <a:pt x="275" y="0"/>
                    <a:pt x="292" y="3"/>
                  </a:cubicBezTo>
                  <a:cubicBezTo>
                    <a:pt x="292" y="3"/>
                    <a:pt x="292" y="3"/>
                    <a:pt x="292" y="4"/>
                  </a:cubicBezTo>
                  <a:cubicBezTo>
                    <a:pt x="293" y="3"/>
                    <a:pt x="296" y="5"/>
                    <a:pt x="297" y="5"/>
                  </a:cubicBezTo>
                  <a:cubicBezTo>
                    <a:pt x="303" y="9"/>
                    <a:pt x="303" y="13"/>
                    <a:pt x="303" y="22"/>
                  </a:cubicBezTo>
                  <a:cubicBezTo>
                    <a:pt x="303" y="22"/>
                    <a:pt x="303" y="22"/>
                    <a:pt x="303" y="22"/>
                  </a:cubicBezTo>
                  <a:cubicBezTo>
                    <a:pt x="303" y="28"/>
                    <a:pt x="299" y="34"/>
                    <a:pt x="297" y="39"/>
                  </a:cubicBezTo>
                  <a:cubicBezTo>
                    <a:pt x="297" y="39"/>
                    <a:pt x="297" y="39"/>
                    <a:pt x="296" y="39"/>
                  </a:cubicBezTo>
                  <a:cubicBezTo>
                    <a:pt x="296" y="40"/>
                    <a:pt x="296" y="41"/>
                    <a:pt x="296" y="41"/>
                  </a:cubicBezTo>
                  <a:cubicBezTo>
                    <a:pt x="296" y="41"/>
                    <a:pt x="296" y="41"/>
                    <a:pt x="296" y="42"/>
                  </a:cubicBezTo>
                  <a:cubicBezTo>
                    <a:pt x="292" y="47"/>
                    <a:pt x="288" y="52"/>
                    <a:pt x="284" y="56"/>
                  </a:cubicBezTo>
                  <a:cubicBezTo>
                    <a:pt x="281" y="60"/>
                    <a:pt x="277" y="63"/>
                    <a:pt x="274" y="66"/>
                  </a:cubicBezTo>
                  <a:cubicBezTo>
                    <a:pt x="274" y="66"/>
                    <a:pt x="274" y="66"/>
                    <a:pt x="274" y="66"/>
                  </a:cubicBezTo>
                  <a:cubicBezTo>
                    <a:pt x="270" y="71"/>
                    <a:pt x="265" y="75"/>
                    <a:pt x="261" y="79"/>
                  </a:cubicBezTo>
                  <a:cubicBezTo>
                    <a:pt x="237" y="99"/>
                    <a:pt x="237" y="99"/>
                    <a:pt x="237" y="100"/>
                  </a:cubicBezTo>
                  <a:cubicBezTo>
                    <a:pt x="243" y="100"/>
                    <a:pt x="243" y="100"/>
                    <a:pt x="247" y="101"/>
                  </a:cubicBezTo>
                  <a:cubicBezTo>
                    <a:pt x="247" y="101"/>
                    <a:pt x="247" y="101"/>
                    <a:pt x="247" y="101"/>
                  </a:cubicBezTo>
                  <a:cubicBezTo>
                    <a:pt x="253" y="102"/>
                    <a:pt x="255" y="105"/>
                    <a:pt x="258" y="109"/>
                  </a:cubicBezTo>
                  <a:cubicBezTo>
                    <a:pt x="258" y="112"/>
                    <a:pt x="258" y="114"/>
                    <a:pt x="258" y="116"/>
                  </a:cubicBezTo>
                  <a:cubicBezTo>
                    <a:pt x="256" y="117"/>
                    <a:pt x="257" y="118"/>
                    <a:pt x="256" y="118"/>
                  </a:cubicBezTo>
                  <a:cubicBezTo>
                    <a:pt x="256" y="118"/>
                    <a:pt x="256" y="118"/>
                    <a:pt x="255" y="119"/>
                  </a:cubicBezTo>
                  <a:cubicBezTo>
                    <a:pt x="255" y="119"/>
                    <a:pt x="253" y="119"/>
                    <a:pt x="255" y="116"/>
                  </a:cubicBezTo>
                  <a:cubicBezTo>
                    <a:pt x="255" y="115"/>
                    <a:pt x="255" y="114"/>
                    <a:pt x="255" y="113"/>
                  </a:cubicBezTo>
                  <a:cubicBezTo>
                    <a:pt x="250" y="108"/>
                    <a:pt x="247" y="107"/>
                    <a:pt x="241" y="106"/>
                  </a:cubicBezTo>
                  <a:cubicBezTo>
                    <a:pt x="241" y="106"/>
                    <a:pt x="240" y="106"/>
                    <a:pt x="240" y="106"/>
                  </a:cubicBezTo>
                  <a:cubicBezTo>
                    <a:pt x="241" y="107"/>
                    <a:pt x="241" y="108"/>
                    <a:pt x="241" y="110"/>
                  </a:cubicBezTo>
                  <a:cubicBezTo>
                    <a:pt x="242" y="109"/>
                    <a:pt x="243" y="108"/>
                    <a:pt x="244" y="108"/>
                  </a:cubicBezTo>
                  <a:cubicBezTo>
                    <a:pt x="246" y="109"/>
                    <a:pt x="246" y="110"/>
                    <a:pt x="246" y="113"/>
                  </a:cubicBezTo>
                  <a:cubicBezTo>
                    <a:pt x="245" y="113"/>
                    <a:pt x="245" y="113"/>
                    <a:pt x="245" y="113"/>
                  </a:cubicBezTo>
                  <a:cubicBezTo>
                    <a:pt x="245" y="113"/>
                    <a:pt x="245" y="114"/>
                    <a:pt x="245" y="114"/>
                  </a:cubicBezTo>
                  <a:cubicBezTo>
                    <a:pt x="244" y="114"/>
                    <a:pt x="243" y="115"/>
                    <a:pt x="243" y="116"/>
                  </a:cubicBezTo>
                  <a:cubicBezTo>
                    <a:pt x="238" y="122"/>
                    <a:pt x="233" y="128"/>
                    <a:pt x="229" y="133"/>
                  </a:cubicBezTo>
                  <a:cubicBezTo>
                    <a:pt x="227" y="137"/>
                    <a:pt x="224" y="141"/>
                    <a:pt x="226" y="144"/>
                  </a:cubicBezTo>
                  <a:cubicBezTo>
                    <a:pt x="233" y="147"/>
                    <a:pt x="251" y="132"/>
                    <a:pt x="258" y="127"/>
                  </a:cubicBezTo>
                  <a:cubicBezTo>
                    <a:pt x="263" y="122"/>
                    <a:pt x="268" y="118"/>
                    <a:pt x="273" y="113"/>
                  </a:cubicBezTo>
                  <a:cubicBezTo>
                    <a:pt x="274" y="112"/>
                    <a:pt x="274" y="112"/>
                    <a:pt x="274" y="111"/>
                  </a:cubicBezTo>
                  <a:cubicBezTo>
                    <a:pt x="274" y="111"/>
                    <a:pt x="274" y="111"/>
                    <a:pt x="274" y="111"/>
                  </a:cubicBezTo>
                  <a:cubicBezTo>
                    <a:pt x="275" y="109"/>
                    <a:pt x="276" y="107"/>
                    <a:pt x="278" y="105"/>
                  </a:cubicBezTo>
                  <a:cubicBezTo>
                    <a:pt x="281" y="100"/>
                    <a:pt x="286" y="94"/>
                    <a:pt x="290" y="89"/>
                  </a:cubicBezTo>
                  <a:cubicBezTo>
                    <a:pt x="290" y="88"/>
                    <a:pt x="290" y="88"/>
                    <a:pt x="290" y="88"/>
                  </a:cubicBezTo>
                  <a:cubicBezTo>
                    <a:pt x="292" y="86"/>
                    <a:pt x="294" y="84"/>
                    <a:pt x="295" y="84"/>
                  </a:cubicBezTo>
                  <a:cubicBezTo>
                    <a:pt x="295" y="81"/>
                    <a:pt x="307" y="71"/>
                    <a:pt x="310" y="69"/>
                  </a:cubicBezTo>
                  <a:cubicBezTo>
                    <a:pt x="312" y="68"/>
                    <a:pt x="313" y="67"/>
                    <a:pt x="315" y="68"/>
                  </a:cubicBezTo>
                  <a:cubicBezTo>
                    <a:pt x="315" y="68"/>
                    <a:pt x="316" y="68"/>
                    <a:pt x="316" y="69"/>
                  </a:cubicBezTo>
                  <a:cubicBezTo>
                    <a:pt x="316" y="69"/>
                    <a:pt x="316" y="69"/>
                    <a:pt x="316" y="69"/>
                  </a:cubicBezTo>
                  <a:cubicBezTo>
                    <a:pt x="316" y="71"/>
                    <a:pt x="316" y="72"/>
                    <a:pt x="315" y="74"/>
                  </a:cubicBezTo>
                  <a:cubicBezTo>
                    <a:pt x="310" y="81"/>
                    <a:pt x="305" y="88"/>
                    <a:pt x="299" y="92"/>
                  </a:cubicBezTo>
                  <a:cubicBezTo>
                    <a:pt x="299" y="93"/>
                    <a:pt x="299" y="93"/>
                    <a:pt x="299" y="93"/>
                  </a:cubicBezTo>
                  <a:cubicBezTo>
                    <a:pt x="298" y="94"/>
                    <a:pt x="284" y="109"/>
                    <a:pt x="281" y="111"/>
                  </a:cubicBezTo>
                  <a:cubicBezTo>
                    <a:pt x="281" y="111"/>
                    <a:pt x="281" y="112"/>
                    <a:pt x="281" y="112"/>
                  </a:cubicBezTo>
                  <a:cubicBezTo>
                    <a:pt x="277" y="115"/>
                    <a:pt x="270" y="124"/>
                    <a:pt x="274" y="127"/>
                  </a:cubicBezTo>
                  <a:cubicBezTo>
                    <a:pt x="279" y="128"/>
                    <a:pt x="285" y="125"/>
                    <a:pt x="291" y="121"/>
                  </a:cubicBezTo>
                  <a:cubicBezTo>
                    <a:pt x="291" y="121"/>
                    <a:pt x="292" y="121"/>
                    <a:pt x="292" y="120"/>
                  </a:cubicBezTo>
                  <a:cubicBezTo>
                    <a:pt x="292" y="119"/>
                    <a:pt x="296" y="112"/>
                    <a:pt x="298" y="111"/>
                  </a:cubicBezTo>
                  <a:cubicBezTo>
                    <a:pt x="298" y="111"/>
                    <a:pt x="298" y="111"/>
                    <a:pt x="298" y="110"/>
                  </a:cubicBezTo>
                  <a:cubicBezTo>
                    <a:pt x="302" y="107"/>
                    <a:pt x="305" y="102"/>
                    <a:pt x="309" y="98"/>
                  </a:cubicBezTo>
                  <a:cubicBezTo>
                    <a:pt x="309" y="98"/>
                    <a:pt x="309" y="98"/>
                    <a:pt x="309" y="97"/>
                  </a:cubicBezTo>
                  <a:cubicBezTo>
                    <a:pt x="317" y="89"/>
                    <a:pt x="325" y="80"/>
                    <a:pt x="335" y="73"/>
                  </a:cubicBezTo>
                  <a:cubicBezTo>
                    <a:pt x="339" y="72"/>
                    <a:pt x="340" y="71"/>
                    <a:pt x="341" y="7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endParaRPr lang="en-US" sz="2299"/>
            </a:p>
          </p:txBody>
        </p:sp>
        <p:sp>
          <p:nvSpPr>
            <p:cNvPr id="24" name="Freeform 13"/>
            <p:cNvSpPr>
              <a:spLocks/>
            </p:cNvSpPr>
            <p:nvPr/>
          </p:nvSpPr>
          <p:spPr bwMode="auto">
            <a:xfrm>
              <a:off x="6001529" y="5775818"/>
              <a:ext cx="70945" cy="72813"/>
            </a:xfrm>
            <a:custGeom>
              <a:avLst/>
              <a:gdLst>
                <a:gd name="T0" fmla="*/ 32 w 32"/>
                <a:gd name="T1" fmla="*/ 0 h 33"/>
                <a:gd name="T2" fmla="*/ 17 w 32"/>
                <a:gd name="T3" fmla="*/ 18 h 33"/>
                <a:gd name="T4" fmla="*/ 0 w 32"/>
                <a:gd name="T5" fmla="*/ 33 h 33"/>
                <a:gd name="T6" fmla="*/ 0 w 32"/>
                <a:gd name="T7" fmla="*/ 33 h 33"/>
                <a:gd name="T8" fmla="*/ 31 w 32"/>
                <a:gd name="T9" fmla="*/ 0 h 33"/>
                <a:gd name="T10" fmla="*/ 32 w 32"/>
                <a:gd name="T11" fmla="*/ 0 h 33"/>
              </a:gdLst>
              <a:ahLst/>
              <a:cxnLst>
                <a:cxn ang="0">
                  <a:pos x="T0" y="T1"/>
                </a:cxn>
                <a:cxn ang="0">
                  <a:pos x="T2" y="T3"/>
                </a:cxn>
                <a:cxn ang="0">
                  <a:pos x="T4" y="T5"/>
                </a:cxn>
                <a:cxn ang="0">
                  <a:pos x="T6" y="T7"/>
                </a:cxn>
                <a:cxn ang="0">
                  <a:pos x="T8" y="T9"/>
                </a:cxn>
                <a:cxn ang="0">
                  <a:pos x="T10" y="T11"/>
                </a:cxn>
              </a:cxnLst>
              <a:rect l="0" t="0" r="r" b="b"/>
              <a:pathLst>
                <a:path w="32" h="33">
                  <a:moveTo>
                    <a:pt x="32" y="0"/>
                  </a:moveTo>
                  <a:cubicBezTo>
                    <a:pt x="27" y="7"/>
                    <a:pt x="22" y="12"/>
                    <a:pt x="17" y="18"/>
                  </a:cubicBezTo>
                  <a:cubicBezTo>
                    <a:pt x="7" y="27"/>
                    <a:pt x="1" y="32"/>
                    <a:pt x="0" y="33"/>
                  </a:cubicBezTo>
                  <a:cubicBezTo>
                    <a:pt x="0" y="33"/>
                    <a:pt x="0" y="33"/>
                    <a:pt x="0" y="33"/>
                  </a:cubicBezTo>
                  <a:cubicBezTo>
                    <a:pt x="10" y="21"/>
                    <a:pt x="20" y="11"/>
                    <a:pt x="31" y="0"/>
                  </a:cubicBezTo>
                  <a:cubicBezTo>
                    <a:pt x="31" y="0"/>
                    <a:pt x="32" y="0"/>
                    <a:pt x="32"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endParaRPr lang="en-US" sz="2299"/>
            </a:p>
          </p:txBody>
        </p:sp>
        <p:sp>
          <p:nvSpPr>
            <p:cNvPr id="29" name="Freeform 14"/>
            <p:cNvSpPr>
              <a:spLocks/>
            </p:cNvSpPr>
            <p:nvPr/>
          </p:nvSpPr>
          <p:spPr bwMode="auto">
            <a:xfrm>
              <a:off x="5970723" y="5771150"/>
              <a:ext cx="42007" cy="43875"/>
            </a:xfrm>
            <a:custGeom>
              <a:avLst/>
              <a:gdLst>
                <a:gd name="T0" fmla="*/ 19 w 19"/>
                <a:gd name="T1" fmla="*/ 0 h 20"/>
                <a:gd name="T2" fmla="*/ 7 w 19"/>
                <a:gd name="T3" fmla="*/ 14 h 20"/>
                <a:gd name="T4" fmla="*/ 6 w 19"/>
                <a:gd name="T5" fmla="*/ 14 h 20"/>
                <a:gd name="T6" fmla="*/ 0 w 19"/>
                <a:gd name="T7" fmla="*/ 20 h 20"/>
                <a:gd name="T8" fmla="*/ 19 w 19"/>
                <a:gd name="T9" fmla="*/ 0 h 20"/>
                <a:gd name="T10" fmla="*/ 19 w 19"/>
                <a:gd name="T11" fmla="*/ 0 h 20"/>
              </a:gdLst>
              <a:ahLst/>
              <a:cxnLst>
                <a:cxn ang="0">
                  <a:pos x="T0" y="T1"/>
                </a:cxn>
                <a:cxn ang="0">
                  <a:pos x="T2" y="T3"/>
                </a:cxn>
                <a:cxn ang="0">
                  <a:pos x="T4" y="T5"/>
                </a:cxn>
                <a:cxn ang="0">
                  <a:pos x="T6" y="T7"/>
                </a:cxn>
                <a:cxn ang="0">
                  <a:pos x="T8" y="T9"/>
                </a:cxn>
                <a:cxn ang="0">
                  <a:pos x="T10" y="T11"/>
                </a:cxn>
              </a:cxnLst>
              <a:rect l="0" t="0" r="r" b="b"/>
              <a:pathLst>
                <a:path w="19" h="20">
                  <a:moveTo>
                    <a:pt x="19" y="0"/>
                  </a:moveTo>
                  <a:cubicBezTo>
                    <a:pt x="18" y="1"/>
                    <a:pt x="7" y="12"/>
                    <a:pt x="7" y="14"/>
                  </a:cubicBezTo>
                  <a:cubicBezTo>
                    <a:pt x="6" y="14"/>
                    <a:pt x="6" y="14"/>
                    <a:pt x="6" y="14"/>
                  </a:cubicBezTo>
                  <a:cubicBezTo>
                    <a:pt x="5" y="15"/>
                    <a:pt x="2" y="19"/>
                    <a:pt x="0" y="20"/>
                  </a:cubicBezTo>
                  <a:cubicBezTo>
                    <a:pt x="5" y="13"/>
                    <a:pt x="13" y="5"/>
                    <a:pt x="19" y="0"/>
                  </a:cubicBezTo>
                  <a:cubicBezTo>
                    <a:pt x="19" y="0"/>
                    <a:pt x="19" y="0"/>
                    <a:pt x="19"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endParaRPr lang="en-US" sz="2299"/>
            </a:p>
          </p:txBody>
        </p:sp>
        <p:sp>
          <p:nvSpPr>
            <p:cNvPr id="30" name="Freeform 15"/>
            <p:cNvSpPr>
              <a:spLocks/>
            </p:cNvSpPr>
            <p:nvPr/>
          </p:nvSpPr>
          <p:spPr bwMode="auto">
            <a:xfrm>
              <a:off x="5770955" y="5843963"/>
              <a:ext cx="86816" cy="93349"/>
            </a:xfrm>
            <a:custGeom>
              <a:avLst/>
              <a:gdLst>
                <a:gd name="T0" fmla="*/ 39 w 39"/>
                <a:gd name="T1" fmla="*/ 1 h 42"/>
                <a:gd name="T2" fmla="*/ 30 w 39"/>
                <a:gd name="T3" fmla="*/ 14 h 42"/>
                <a:gd name="T4" fmla="*/ 30 w 39"/>
                <a:gd name="T5" fmla="*/ 15 h 42"/>
                <a:gd name="T6" fmla="*/ 27 w 39"/>
                <a:gd name="T7" fmla="*/ 20 h 42"/>
                <a:gd name="T8" fmla="*/ 0 w 39"/>
                <a:gd name="T9" fmla="*/ 42 h 42"/>
                <a:gd name="T10" fmla="*/ 11 w 39"/>
                <a:gd name="T11" fmla="*/ 26 h 42"/>
                <a:gd name="T12" fmla="*/ 11 w 39"/>
                <a:gd name="T13" fmla="*/ 26 h 42"/>
                <a:gd name="T14" fmla="*/ 39 w 39"/>
                <a:gd name="T15" fmla="*/ 0 h 42"/>
                <a:gd name="T16" fmla="*/ 39 w 39"/>
                <a:gd name="T17"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42">
                  <a:moveTo>
                    <a:pt x="39" y="1"/>
                  </a:moveTo>
                  <a:cubicBezTo>
                    <a:pt x="37" y="4"/>
                    <a:pt x="32" y="13"/>
                    <a:pt x="30" y="14"/>
                  </a:cubicBezTo>
                  <a:cubicBezTo>
                    <a:pt x="30" y="14"/>
                    <a:pt x="30" y="14"/>
                    <a:pt x="30" y="15"/>
                  </a:cubicBezTo>
                  <a:cubicBezTo>
                    <a:pt x="29" y="15"/>
                    <a:pt x="27" y="19"/>
                    <a:pt x="27" y="20"/>
                  </a:cubicBezTo>
                  <a:cubicBezTo>
                    <a:pt x="20" y="27"/>
                    <a:pt x="9" y="39"/>
                    <a:pt x="0" y="42"/>
                  </a:cubicBezTo>
                  <a:cubicBezTo>
                    <a:pt x="3" y="38"/>
                    <a:pt x="7" y="29"/>
                    <a:pt x="11" y="26"/>
                  </a:cubicBezTo>
                  <a:cubicBezTo>
                    <a:pt x="11" y="26"/>
                    <a:pt x="11" y="26"/>
                    <a:pt x="11" y="26"/>
                  </a:cubicBezTo>
                  <a:cubicBezTo>
                    <a:pt x="17" y="18"/>
                    <a:pt x="30" y="2"/>
                    <a:pt x="39" y="0"/>
                  </a:cubicBezTo>
                  <a:cubicBezTo>
                    <a:pt x="39" y="0"/>
                    <a:pt x="39" y="1"/>
                    <a:pt x="39" y="1"/>
                  </a:cubicBezTo>
                  <a:close/>
                </a:path>
              </a:pathLst>
            </a:custGeom>
            <a:solidFill>
              <a:srgbClr val="262626"/>
            </a:solidFill>
            <a:ln>
              <a:noFill/>
            </a:ln>
          </p:spPr>
          <p:txBody>
            <a:bodyPr vert="horz" wrap="square" lIns="91416" tIns="45708" rIns="91416" bIns="45708" numCol="1" anchor="t" anchorCtr="0" compatLnSpc="1">
              <a:prstTxWarp prst="textNoShape">
                <a:avLst/>
              </a:prstTxWarp>
            </a:bodyPr>
            <a:lstStyle/>
            <a:p>
              <a:endParaRPr lang="en-US" sz="2299"/>
            </a:p>
          </p:txBody>
        </p:sp>
        <p:sp>
          <p:nvSpPr>
            <p:cNvPr id="31" name="Freeform 16"/>
            <p:cNvSpPr>
              <a:spLocks/>
            </p:cNvSpPr>
            <p:nvPr/>
          </p:nvSpPr>
          <p:spPr bwMode="auto">
            <a:xfrm>
              <a:off x="5430230" y="5835561"/>
              <a:ext cx="392068" cy="252978"/>
            </a:xfrm>
            <a:custGeom>
              <a:avLst/>
              <a:gdLst>
                <a:gd name="T0" fmla="*/ 177 w 177"/>
                <a:gd name="T1" fmla="*/ 0 h 114"/>
                <a:gd name="T2" fmla="*/ 176 w 177"/>
                <a:gd name="T3" fmla="*/ 1 h 114"/>
                <a:gd name="T4" fmla="*/ 176 w 177"/>
                <a:gd name="T5" fmla="*/ 1 h 114"/>
                <a:gd name="T6" fmla="*/ 175 w 177"/>
                <a:gd name="T7" fmla="*/ 2 h 114"/>
                <a:gd name="T8" fmla="*/ 175 w 177"/>
                <a:gd name="T9" fmla="*/ 1 h 114"/>
                <a:gd name="T10" fmla="*/ 175 w 177"/>
                <a:gd name="T11" fmla="*/ 2 h 114"/>
                <a:gd name="T12" fmla="*/ 175 w 177"/>
                <a:gd name="T13" fmla="*/ 2 h 114"/>
                <a:gd name="T14" fmla="*/ 171 w 177"/>
                <a:gd name="T15" fmla="*/ 5 h 114"/>
                <a:gd name="T16" fmla="*/ 170 w 177"/>
                <a:gd name="T17" fmla="*/ 6 h 114"/>
                <a:gd name="T18" fmla="*/ 166 w 177"/>
                <a:gd name="T19" fmla="*/ 8 h 114"/>
                <a:gd name="T20" fmla="*/ 164 w 177"/>
                <a:gd name="T21" fmla="*/ 10 h 114"/>
                <a:gd name="T22" fmla="*/ 164 w 177"/>
                <a:gd name="T23" fmla="*/ 10 h 114"/>
                <a:gd name="T24" fmla="*/ 162 w 177"/>
                <a:gd name="T25" fmla="*/ 12 h 114"/>
                <a:gd name="T26" fmla="*/ 162 w 177"/>
                <a:gd name="T27" fmla="*/ 13 h 114"/>
                <a:gd name="T28" fmla="*/ 158 w 177"/>
                <a:gd name="T29" fmla="*/ 14 h 114"/>
                <a:gd name="T30" fmla="*/ 156 w 177"/>
                <a:gd name="T31" fmla="*/ 16 h 114"/>
                <a:gd name="T32" fmla="*/ 156 w 177"/>
                <a:gd name="T33" fmla="*/ 17 h 114"/>
                <a:gd name="T34" fmla="*/ 148 w 177"/>
                <a:gd name="T35" fmla="*/ 22 h 114"/>
                <a:gd name="T36" fmla="*/ 148 w 177"/>
                <a:gd name="T37" fmla="*/ 23 h 114"/>
                <a:gd name="T38" fmla="*/ 130 w 177"/>
                <a:gd name="T39" fmla="*/ 37 h 114"/>
                <a:gd name="T40" fmla="*/ 130 w 177"/>
                <a:gd name="T41" fmla="*/ 37 h 114"/>
                <a:gd name="T42" fmla="*/ 129 w 177"/>
                <a:gd name="T43" fmla="*/ 37 h 114"/>
                <a:gd name="T44" fmla="*/ 129 w 177"/>
                <a:gd name="T45" fmla="*/ 38 h 114"/>
                <a:gd name="T46" fmla="*/ 126 w 177"/>
                <a:gd name="T47" fmla="*/ 39 h 114"/>
                <a:gd name="T48" fmla="*/ 126 w 177"/>
                <a:gd name="T49" fmla="*/ 40 h 114"/>
                <a:gd name="T50" fmla="*/ 118 w 177"/>
                <a:gd name="T51" fmla="*/ 45 h 114"/>
                <a:gd name="T52" fmla="*/ 118 w 177"/>
                <a:gd name="T53" fmla="*/ 46 h 114"/>
                <a:gd name="T54" fmla="*/ 101 w 177"/>
                <a:gd name="T55" fmla="*/ 57 h 114"/>
                <a:gd name="T56" fmla="*/ 92 w 177"/>
                <a:gd name="T57" fmla="*/ 63 h 114"/>
                <a:gd name="T58" fmla="*/ 92 w 177"/>
                <a:gd name="T59" fmla="*/ 64 h 114"/>
                <a:gd name="T60" fmla="*/ 92 w 177"/>
                <a:gd name="T61" fmla="*/ 64 h 114"/>
                <a:gd name="T62" fmla="*/ 74 w 177"/>
                <a:gd name="T63" fmla="*/ 76 h 114"/>
                <a:gd name="T64" fmla="*/ 74 w 177"/>
                <a:gd name="T65" fmla="*/ 76 h 114"/>
                <a:gd name="T66" fmla="*/ 63 w 177"/>
                <a:gd name="T67" fmla="*/ 83 h 114"/>
                <a:gd name="T68" fmla="*/ 62 w 177"/>
                <a:gd name="T69" fmla="*/ 83 h 114"/>
                <a:gd name="T70" fmla="*/ 62 w 177"/>
                <a:gd name="T71" fmla="*/ 83 h 114"/>
                <a:gd name="T72" fmla="*/ 35 w 177"/>
                <a:gd name="T73" fmla="*/ 99 h 114"/>
                <a:gd name="T74" fmla="*/ 35 w 177"/>
                <a:gd name="T75" fmla="*/ 100 h 114"/>
                <a:gd name="T76" fmla="*/ 19 w 177"/>
                <a:gd name="T77" fmla="*/ 107 h 114"/>
                <a:gd name="T78" fmla="*/ 19 w 177"/>
                <a:gd name="T79" fmla="*/ 107 h 114"/>
                <a:gd name="T80" fmla="*/ 0 w 177"/>
                <a:gd name="T81" fmla="*/ 112 h 114"/>
                <a:gd name="T82" fmla="*/ 6 w 177"/>
                <a:gd name="T83" fmla="*/ 100 h 114"/>
                <a:gd name="T84" fmla="*/ 11 w 177"/>
                <a:gd name="T85" fmla="*/ 93 h 114"/>
                <a:gd name="T86" fmla="*/ 20 w 177"/>
                <a:gd name="T87" fmla="*/ 84 h 114"/>
                <a:gd name="T88" fmla="*/ 20 w 177"/>
                <a:gd name="T89" fmla="*/ 83 h 114"/>
                <a:gd name="T90" fmla="*/ 21 w 177"/>
                <a:gd name="T91" fmla="*/ 83 h 114"/>
                <a:gd name="T92" fmla="*/ 46 w 177"/>
                <a:gd name="T93" fmla="*/ 62 h 114"/>
                <a:gd name="T94" fmla="*/ 60 w 177"/>
                <a:gd name="T95" fmla="*/ 52 h 114"/>
                <a:gd name="T96" fmla="*/ 65 w 177"/>
                <a:gd name="T97" fmla="*/ 53 h 114"/>
                <a:gd name="T98" fmla="*/ 70 w 177"/>
                <a:gd name="T99" fmla="*/ 46 h 114"/>
                <a:gd name="T100" fmla="*/ 71 w 177"/>
                <a:gd name="T101" fmla="*/ 45 h 114"/>
                <a:gd name="T102" fmla="*/ 71 w 177"/>
                <a:gd name="T103" fmla="*/ 45 h 114"/>
                <a:gd name="T104" fmla="*/ 102 w 177"/>
                <a:gd name="T105" fmla="*/ 26 h 114"/>
                <a:gd name="T106" fmla="*/ 177 w 177"/>
                <a:gd name="T10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7" h="114">
                  <a:moveTo>
                    <a:pt x="177" y="0"/>
                  </a:moveTo>
                  <a:cubicBezTo>
                    <a:pt x="177" y="0"/>
                    <a:pt x="176" y="1"/>
                    <a:pt x="176" y="1"/>
                  </a:cubicBezTo>
                  <a:cubicBezTo>
                    <a:pt x="176" y="1"/>
                    <a:pt x="176" y="1"/>
                    <a:pt x="176" y="1"/>
                  </a:cubicBezTo>
                  <a:cubicBezTo>
                    <a:pt x="176" y="2"/>
                    <a:pt x="176" y="2"/>
                    <a:pt x="175" y="2"/>
                  </a:cubicBezTo>
                  <a:cubicBezTo>
                    <a:pt x="175" y="2"/>
                    <a:pt x="175" y="2"/>
                    <a:pt x="175" y="1"/>
                  </a:cubicBezTo>
                  <a:cubicBezTo>
                    <a:pt x="175" y="1"/>
                    <a:pt x="175" y="2"/>
                    <a:pt x="175" y="2"/>
                  </a:cubicBezTo>
                  <a:cubicBezTo>
                    <a:pt x="175" y="2"/>
                    <a:pt x="175" y="2"/>
                    <a:pt x="175" y="2"/>
                  </a:cubicBezTo>
                  <a:cubicBezTo>
                    <a:pt x="173" y="3"/>
                    <a:pt x="172" y="4"/>
                    <a:pt x="171" y="5"/>
                  </a:cubicBezTo>
                  <a:cubicBezTo>
                    <a:pt x="170" y="5"/>
                    <a:pt x="170" y="5"/>
                    <a:pt x="170" y="6"/>
                  </a:cubicBezTo>
                  <a:cubicBezTo>
                    <a:pt x="169" y="7"/>
                    <a:pt x="168" y="8"/>
                    <a:pt x="166" y="8"/>
                  </a:cubicBezTo>
                  <a:cubicBezTo>
                    <a:pt x="165" y="9"/>
                    <a:pt x="164" y="10"/>
                    <a:pt x="164" y="10"/>
                  </a:cubicBezTo>
                  <a:cubicBezTo>
                    <a:pt x="164" y="10"/>
                    <a:pt x="164" y="10"/>
                    <a:pt x="164" y="10"/>
                  </a:cubicBezTo>
                  <a:cubicBezTo>
                    <a:pt x="163" y="11"/>
                    <a:pt x="163" y="12"/>
                    <a:pt x="162" y="12"/>
                  </a:cubicBezTo>
                  <a:cubicBezTo>
                    <a:pt x="162" y="12"/>
                    <a:pt x="162" y="13"/>
                    <a:pt x="162" y="13"/>
                  </a:cubicBezTo>
                  <a:cubicBezTo>
                    <a:pt x="160" y="13"/>
                    <a:pt x="160" y="13"/>
                    <a:pt x="158" y="14"/>
                  </a:cubicBezTo>
                  <a:cubicBezTo>
                    <a:pt x="158" y="16"/>
                    <a:pt x="157" y="16"/>
                    <a:pt x="156" y="16"/>
                  </a:cubicBezTo>
                  <a:cubicBezTo>
                    <a:pt x="156" y="16"/>
                    <a:pt x="156" y="17"/>
                    <a:pt x="156" y="17"/>
                  </a:cubicBezTo>
                  <a:cubicBezTo>
                    <a:pt x="154" y="19"/>
                    <a:pt x="151" y="21"/>
                    <a:pt x="148" y="22"/>
                  </a:cubicBezTo>
                  <a:cubicBezTo>
                    <a:pt x="148" y="22"/>
                    <a:pt x="148" y="23"/>
                    <a:pt x="148" y="23"/>
                  </a:cubicBezTo>
                  <a:cubicBezTo>
                    <a:pt x="142" y="27"/>
                    <a:pt x="135" y="32"/>
                    <a:pt x="130" y="37"/>
                  </a:cubicBezTo>
                  <a:cubicBezTo>
                    <a:pt x="130" y="37"/>
                    <a:pt x="130" y="37"/>
                    <a:pt x="130" y="37"/>
                  </a:cubicBezTo>
                  <a:cubicBezTo>
                    <a:pt x="129" y="37"/>
                    <a:pt x="129" y="37"/>
                    <a:pt x="129" y="37"/>
                  </a:cubicBezTo>
                  <a:cubicBezTo>
                    <a:pt x="129" y="37"/>
                    <a:pt x="129" y="37"/>
                    <a:pt x="129" y="38"/>
                  </a:cubicBezTo>
                  <a:cubicBezTo>
                    <a:pt x="128" y="38"/>
                    <a:pt x="127" y="39"/>
                    <a:pt x="126" y="39"/>
                  </a:cubicBezTo>
                  <a:cubicBezTo>
                    <a:pt x="126" y="39"/>
                    <a:pt x="126" y="40"/>
                    <a:pt x="126" y="40"/>
                  </a:cubicBezTo>
                  <a:cubicBezTo>
                    <a:pt x="124" y="40"/>
                    <a:pt x="120" y="44"/>
                    <a:pt x="118" y="45"/>
                  </a:cubicBezTo>
                  <a:cubicBezTo>
                    <a:pt x="118" y="45"/>
                    <a:pt x="118" y="46"/>
                    <a:pt x="118" y="46"/>
                  </a:cubicBezTo>
                  <a:cubicBezTo>
                    <a:pt x="112" y="50"/>
                    <a:pt x="106" y="54"/>
                    <a:pt x="101" y="57"/>
                  </a:cubicBezTo>
                  <a:cubicBezTo>
                    <a:pt x="99" y="59"/>
                    <a:pt x="95" y="62"/>
                    <a:pt x="92" y="63"/>
                  </a:cubicBezTo>
                  <a:cubicBezTo>
                    <a:pt x="92" y="64"/>
                    <a:pt x="92" y="64"/>
                    <a:pt x="92" y="64"/>
                  </a:cubicBezTo>
                  <a:cubicBezTo>
                    <a:pt x="92" y="64"/>
                    <a:pt x="92" y="64"/>
                    <a:pt x="92" y="64"/>
                  </a:cubicBezTo>
                  <a:cubicBezTo>
                    <a:pt x="86" y="68"/>
                    <a:pt x="80" y="72"/>
                    <a:pt x="74" y="76"/>
                  </a:cubicBezTo>
                  <a:cubicBezTo>
                    <a:pt x="74" y="76"/>
                    <a:pt x="74" y="76"/>
                    <a:pt x="74" y="76"/>
                  </a:cubicBezTo>
                  <a:cubicBezTo>
                    <a:pt x="70" y="78"/>
                    <a:pt x="66" y="82"/>
                    <a:pt x="63" y="83"/>
                  </a:cubicBezTo>
                  <a:cubicBezTo>
                    <a:pt x="63" y="83"/>
                    <a:pt x="63" y="83"/>
                    <a:pt x="62" y="83"/>
                  </a:cubicBezTo>
                  <a:cubicBezTo>
                    <a:pt x="62" y="83"/>
                    <a:pt x="62" y="83"/>
                    <a:pt x="62" y="83"/>
                  </a:cubicBezTo>
                  <a:cubicBezTo>
                    <a:pt x="53" y="88"/>
                    <a:pt x="44" y="94"/>
                    <a:pt x="35" y="99"/>
                  </a:cubicBezTo>
                  <a:cubicBezTo>
                    <a:pt x="35" y="99"/>
                    <a:pt x="35" y="99"/>
                    <a:pt x="35" y="100"/>
                  </a:cubicBezTo>
                  <a:cubicBezTo>
                    <a:pt x="30" y="101"/>
                    <a:pt x="24" y="106"/>
                    <a:pt x="19" y="107"/>
                  </a:cubicBezTo>
                  <a:cubicBezTo>
                    <a:pt x="19" y="107"/>
                    <a:pt x="19" y="107"/>
                    <a:pt x="19" y="107"/>
                  </a:cubicBezTo>
                  <a:cubicBezTo>
                    <a:pt x="13" y="109"/>
                    <a:pt x="5" y="114"/>
                    <a:pt x="0" y="112"/>
                  </a:cubicBezTo>
                  <a:cubicBezTo>
                    <a:pt x="1" y="107"/>
                    <a:pt x="3" y="105"/>
                    <a:pt x="6" y="100"/>
                  </a:cubicBezTo>
                  <a:cubicBezTo>
                    <a:pt x="6" y="99"/>
                    <a:pt x="10" y="95"/>
                    <a:pt x="11" y="93"/>
                  </a:cubicBezTo>
                  <a:cubicBezTo>
                    <a:pt x="19" y="85"/>
                    <a:pt x="19" y="85"/>
                    <a:pt x="20" y="84"/>
                  </a:cubicBezTo>
                  <a:cubicBezTo>
                    <a:pt x="20" y="84"/>
                    <a:pt x="20" y="84"/>
                    <a:pt x="20" y="83"/>
                  </a:cubicBezTo>
                  <a:cubicBezTo>
                    <a:pt x="20" y="83"/>
                    <a:pt x="21" y="83"/>
                    <a:pt x="21" y="83"/>
                  </a:cubicBezTo>
                  <a:cubicBezTo>
                    <a:pt x="29" y="75"/>
                    <a:pt x="38" y="68"/>
                    <a:pt x="46" y="62"/>
                  </a:cubicBezTo>
                  <a:cubicBezTo>
                    <a:pt x="46" y="61"/>
                    <a:pt x="58" y="53"/>
                    <a:pt x="60" y="52"/>
                  </a:cubicBezTo>
                  <a:cubicBezTo>
                    <a:pt x="60" y="54"/>
                    <a:pt x="63" y="54"/>
                    <a:pt x="65" y="53"/>
                  </a:cubicBezTo>
                  <a:cubicBezTo>
                    <a:pt x="66" y="52"/>
                    <a:pt x="70" y="48"/>
                    <a:pt x="70" y="46"/>
                  </a:cubicBezTo>
                  <a:cubicBezTo>
                    <a:pt x="70" y="46"/>
                    <a:pt x="71" y="46"/>
                    <a:pt x="71" y="45"/>
                  </a:cubicBezTo>
                  <a:cubicBezTo>
                    <a:pt x="71" y="45"/>
                    <a:pt x="71" y="45"/>
                    <a:pt x="71" y="45"/>
                  </a:cubicBezTo>
                  <a:cubicBezTo>
                    <a:pt x="81" y="38"/>
                    <a:pt x="91" y="32"/>
                    <a:pt x="102" y="26"/>
                  </a:cubicBezTo>
                  <a:cubicBezTo>
                    <a:pt x="126" y="15"/>
                    <a:pt x="152" y="3"/>
                    <a:pt x="177" y="0"/>
                  </a:cubicBezTo>
                  <a:close/>
                </a:path>
              </a:pathLst>
            </a:custGeom>
            <a:solidFill>
              <a:schemeClr val="tx1">
                <a:lumMod val="85000"/>
                <a:lumOff val="15000"/>
              </a:schemeClr>
            </a:solidFill>
            <a:ln>
              <a:noFill/>
            </a:ln>
          </p:spPr>
          <p:txBody>
            <a:bodyPr vert="horz" wrap="square" lIns="91416" tIns="45708" rIns="91416" bIns="45708" numCol="1" anchor="t" anchorCtr="0" compatLnSpc="1">
              <a:prstTxWarp prst="textNoShape">
                <a:avLst/>
              </a:prstTxWarp>
            </a:bodyPr>
            <a:lstStyle/>
            <a:p>
              <a:endParaRPr lang="en-US" sz="2299"/>
            </a:p>
          </p:txBody>
        </p:sp>
      </p:grpSp>
      <p:sp>
        <p:nvSpPr>
          <p:cNvPr id="2" name="Picture Placeholder 1"/>
          <p:cNvSpPr>
            <a:spLocks noGrp="1"/>
          </p:cNvSpPr>
          <p:nvPr>
            <p:ph type="pic" sz="quarter" idx="10"/>
          </p:nvPr>
        </p:nvSpPr>
        <p:spPr/>
      </p:sp>
    </p:spTree>
    <p:extLst>
      <p:ext uri="{BB962C8B-B14F-4D97-AF65-F5344CB8AC3E}">
        <p14:creationId xmlns:p14="http://schemas.microsoft.com/office/powerpoint/2010/main" val="259297893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00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par>
                                <p:cTn id="8" presetID="22" presetClass="entr" presetSubtype="8" fill="hold" grpId="0" nodeType="withEffect">
                                  <p:stCondLst>
                                    <p:cond delay="2500"/>
                                  </p:stCondLst>
                                  <p:childTnLst>
                                    <p:set>
                                      <p:cBhvr>
                                        <p:cTn id="9" dur="1" fill="hold">
                                          <p:stCondLst>
                                            <p:cond delay="0"/>
                                          </p:stCondLst>
                                        </p:cTn>
                                        <p:tgtEl>
                                          <p:spTgt spid="23">
                                            <p:txEl>
                                              <p:pRg st="0" end="0"/>
                                            </p:txEl>
                                          </p:spTgt>
                                        </p:tgtEl>
                                        <p:attrNameLst>
                                          <p:attrName>style.visibility</p:attrName>
                                        </p:attrNameLst>
                                      </p:cBhvr>
                                      <p:to>
                                        <p:strVal val="visible"/>
                                      </p:to>
                                    </p:set>
                                    <p:animEffect transition="in" filter="wipe(left)">
                                      <p:cBhvr>
                                        <p:cTn id="10" dur="500"/>
                                        <p:tgtEl>
                                          <p:spTgt spid="23">
                                            <p:txEl>
                                              <p:pRg st="0" end="0"/>
                                            </p:txEl>
                                          </p:spTgt>
                                        </p:tgtEl>
                                      </p:cBhvr>
                                    </p:animEffect>
                                  </p:childTnLst>
                                </p:cTn>
                              </p:par>
                              <p:par>
                                <p:cTn id="11" presetID="22" presetClass="entr" presetSubtype="1" fill="hold" grpId="0" nodeType="withEffect">
                                  <p:stCondLst>
                                    <p:cond delay="3000"/>
                                  </p:stCondLst>
                                  <p:childTnLst>
                                    <p:set>
                                      <p:cBhvr>
                                        <p:cTn id="12" dur="1" fill="hold">
                                          <p:stCondLst>
                                            <p:cond delay="0"/>
                                          </p:stCondLst>
                                        </p:cTn>
                                        <p:tgtEl>
                                          <p:spTgt spid="25"/>
                                        </p:tgtEl>
                                        <p:attrNameLst>
                                          <p:attrName>style.visibility</p:attrName>
                                        </p:attrNameLst>
                                      </p:cBhvr>
                                      <p:to>
                                        <p:strVal val="visible"/>
                                      </p:to>
                                    </p:set>
                                    <p:animEffect transition="in" filter="wipe(up)">
                                      <p:cBhvr>
                                        <p:cTn id="13" dur="500"/>
                                        <p:tgtEl>
                                          <p:spTgt spid="25"/>
                                        </p:tgtEl>
                                      </p:cBhvr>
                                    </p:animEffect>
                                  </p:childTnLst>
                                </p:cTn>
                              </p:par>
                            </p:childTnLst>
                          </p:cTn>
                        </p:par>
                        <p:par>
                          <p:cTn id="14" fill="hold">
                            <p:stCondLst>
                              <p:cond delay="3500"/>
                            </p:stCondLst>
                            <p:childTnLst>
                              <p:par>
                                <p:cTn id="15" presetID="10" presetClass="entr" presetSubtype="0" fill="hold" grpId="0" nodeType="after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build="p"/>
      <p:bldP spid="25" grpId="0"/>
      <p:bldP spid="4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Connector 18"/>
          <p:cNvCxnSpPr/>
          <p:nvPr/>
        </p:nvCxnSpPr>
        <p:spPr>
          <a:xfrm>
            <a:off x="6150197" y="1492618"/>
            <a:ext cx="0" cy="979124"/>
          </a:xfrm>
          <a:prstGeom prst="line">
            <a:avLst/>
          </a:prstGeom>
          <a:ln w="101600" cmpd="dbl">
            <a:solidFill>
              <a:schemeClr val="bg2">
                <a:lumMod val="75000"/>
              </a:schemeClr>
            </a:solidFill>
            <a:prstDash val="solid"/>
            <a:headEnd type="oval" w="sm" len="sm"/>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780270" y="2895576"/>
            <a:ext cx="1079719" cy="3214"/>
          </a:xfrm>
          <a:prstGeom prst="line">
            <a:avLst/>
          </a:prstGeom>
          <a:ln w="25400">
            <a:solidFill>
              <a:schemeClr val="bg1">
                <a:lumMod val="75000"/>
              </a:schemeClr>
            </a:solidFill>
            <a:prstDash val="solid"/>
            <a:headEnd type="oval" w="lg" len="lg"/>
            <a:tailEnd type="ova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6527468" y="4640202"/>
            <a:ext cx="1079719" cy="3214"/>
          </a:xfrm>
          <a:prstGeom prst="line">
            <a:avLst/>
          </a:prstGeom>
          <a:ln w="25400">
            <a:solidFill>
              <a:schemeClr val="bg1">
                <a:lumMod val="75000"/>
              </a:schemeClr>
            </a:solidFill>
            <a:prstDash val="solid"/>
            <a:headEnd type="oval"/>
            <a:tailEnd type="oval" w="lg" len="lg"/>
          </a:ln>
        </p:spPr>
        <p:style>
          <a:lnRef idx="1">
            <a:schemeClr val="accent1"/>
          </a:lnRef>
          <a:fillRef idx="0">
            <a:schemeClr val="accent1"/>
          </a:fillRef>
          <a:effectRef idx="0">
            <a:schemeClr val="accent1"/>
          </a:effectRef>
          <a:fontRef idx="minor">
            <a:schemeClr val="tx1"/>
          </a:fontRef>
        </p:style>
      </p:cxnSp>
      <p:sp>
        <p:nvSpPr>
          <p:cNvPr id="39" name="Content Placeholder 2"/>
          <p:cNvSpPr txBox="1">
            <a:spLocks/>
          </p:cNvSpPr>
          <p:nvPr/>
        </p:nvSpPr>
        <p:spPr>
          <a:xfrm>
            <a:off x="1471181" y="2714395"/>
            <a:ext cx="3245106" cy="1000822"/>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fontAlgn="auto">
              <a:defRPr/>
            </a:pPr>
            <a:r>
              <a:rPr lang="id-ID" sz="1600" dirty="0">
                <a:solidFill>
                  <a:schemeClr val="accent4"/>
                </a:solidFill>
                <a:ea typeface="Roboto" panose="02000000000000000000" pitchFamily="2" charset="0"/>
              </a:rPr>
              <a:t>INTRODUCTION</a:t>
            </a:r>
            <a:endParaRPr lang="id-ID" sz="1400" i="1" dirty="0">
              <a:solidFill>
                <a:schemeClr val="accent4"/>
              </a:solidFill>
              <a:ea typeface="Roboto" panose="02000000000000000000" pitchFamily="2" charset="0"/>
            </a:endParaRPr>
          </a:p>
          <a:p>
            <a:pPr fontAlgn="auto">
              <a:defRPr/>
            </a:pPr>
            <a:r>
              <a:rPr lang="id-ID" sz="1100" dirty="0">
                <a:solidFill>
                  <a:schemeClr val="bg1">
                    <a:lumMod val="75000"/>
                  </a:schemeClr>
                </a:solidFill>
                <a:ea typeface="Roboto" panose="02000000000000000000" pitchFamily="2" charset="0"/>
              </a:rPr>
              <a:t>Fusce som libero topi sombrero bikinan meksiko</a:t>
            </a:r>
            <a:r>
              <a:rPr lang="en-US" sz="1100" dirty="0">
                <a:solidFill>
                  <a:schemeClr val="bg1">
                    <a:lumMod val="75000"/>
                  </a:schemeClr>
                </a:solidFill>
                <a:ea typeface="Roboto" panose="02000000000000000000" pitchFamily="2" charset="0"/>
              </a:rPr>
              <a:t> when an unknown printer took a galley of type and scrambled it to make a type specimen book. </a:t>
            </a:r>
            <a:endParaRPr lang="id-ID" sz="1100" dirty="0">
              <a:solidFill>
                <a:schemeClr val="bg1">
                  <a:lumMod val="75000"/>
                </a:schemeClr>
              </a:solidFill>
              <a:ea typeface="Roboto" panose="02000000000000000000" pitchFamily="2" charset="0"/>
            </a:endParaRPr>
          </a:p>
        </p:txBody>
      </p:sp>
      <p:sp>
        <p:nvSpPr>
          <p:cNvPr id="48" name="Content Placeholder 2"/>
          <p:cNvSpPr txBox="1">
            <a:spLocks/>
          </p:cNvSpPr>
          <p:nvPr/>
        </p:nvSpPr>
        <p:spPr>
          <a:xfrm>
            <a:off x="7685686" y="4477935"/>
            <a:ext cx="3245106" cy="1000822"/>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fontAlgn="auto">
              <a:defRPr/>
            </a:pPr>
            <a:r>
              <a:rPr lang="id-ID" sz="1600" dirty="0">
                <a:solidFill>
                  <a:schemeClr val="accent2"/>
                </a:solidFill>
                <a:ea typeface="Roboto" panose="02000000000000000000" pitchFamily="2" charset="0"/>
              </a:rPr>
              <a:t>VISION AND MISSION</a:t>
            </a:r>
            <a:endParaRPr lang="id-ID" sz="1400" i="1" dirty="0">
              <a:solidFill>
                <a:schemeClr val="accent2"/>
              </a:solidFill>
              <a:ea typeface="Roboto" panose="02000000000000000000" pitchFamily="2" charset="0"/>
            </a:endParaRPr>
          </a:p>
          <a:p>
            <a:pPr algn="l" fontAlgn="auto">
              <a:defRPr/>
            </a:pPr>
            <a:r>
              <a:rPr lang="id-ID" sz="1100" dirty="0">
                <a:solidFill>
                  <a:schemeClr val="bg1">
                    <a:lumMod val="75000"/>
                  </a:schemeClr>
                </a:solidFill>
                <a:ea typeface="Roboto" panose="02000000000000000000" pitchFamily="2" charset="0"/>
              </a:rPr>
              <a:t>Fusce som libero topi sombrero bikinan meksiko</a:t>
            </a:r>
            <a:r>
              <a:rPr lang="en-US" sz="1100" dirty="0">
                <a:solidFill>
                  <a:schemeClr val="bg1">
                    <a:lumMod val="75000"/>
                  </a:schemeClr>
                </a:solidFill>
                <a:ea typeface="Roboto" panose="02000000000000000000" pitchFamily="2" charset="0"/>
              </a:rPr>
              <a:t> when an unknown printer took a galley of type and scrambled it to make a type specimen book. </a:t>
            </a:r>
            <a:endParaRPr lang="id-ID" sz="1100" dirty="0">
              <a:solidFill>
                <a:schemeClr val="bg1">
                  <a:lumMod val="75000"/>
                </a:schemeClr>
              </a:solidFill>
              <a:ea typeface="Roboto" panose="02000000000000000000" pitchFamily="2" charset="0"/>
            </a:endParaRPr>
          </a:p>
        </p:txBody>
      </p:sp>
      <p:sp>
        <p:nvSpPr>
          <p:cNvPr id="51" name="Freeform 50"/>
          <p:cNvSpPr/>
          <p:nvPr/>
        </p:nvSpPr>
        <p:spPr>
          <a:xfrm>
            <a:off x="5821661" y="2602762"/>
            <a:ext cx="684269" cy="492990"/>
          </a:xfrm>
          <a:custGeom>
            <a:avLst/>
            <a:gdLst>
              <a:gd name="connsiteX0" fmla="*/ 0 w 1799993"/>
              <a:gd name="connsiteY0" fmla="*/ 899997 h 1799993"/>
              <a:gd name="connsiteX1" fmla="*/ 899997 w 1799993"/>
              <a:gd name="connsiteY1" fmla="*/ 0 h 1799993"/>
              <a:gd name="connsiteX2" fmla="*/ 1799994 w 1799993"/>
              <a:gd name="connsiteY2" fmla="*/ 899997 h 1799993"/>
              <a:gd name="connsiteX3" fmla="*/ 899997 w 1799993"/>
              <a:gd name="connsiteY3" fmla="*/ 1799994 h 1799993"/>
              <a:gd name="connsiteX4" fmla="*/ 0 w 1799993"/>
              <a:gd name="connsiteY4" fmla="*/ 899997 h 179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9993" h="1799993">
                <a:moveTo>
                  <a:pt x="0" y="899997"/>
                </a:moveTo>
                <a:cubicBezTo>
                  <a:pt x="0" y="402942"/>
                  <a:pt x="402942" y="0"/>
                  <a:pt x="899997" y="0"/>
                </a:cubicBezTo>
                <a:cubicBezTo>
                  <a:pt x="1397052" y="0"/>
                  <a:pt x="1799994" y="402942"/>
                  <a:pt x="1799994" y="899997"/>
                </a:cubicBezTo>
                <a:cubicBezTo>
                  <a:pt x="1799994" y="1397052"/>
                  <a:pt x="1397052" y="1799994"/>
                  <a:pt x="899997" y="1799994"/>
                </a:cubicBezTo>
                <a:cubicBezTo>
                  <a:pt x="402942" y="1799994"/>
                  <a:pt x="0" y="1397052"/>
                  <a:pt x="0" y="899997"/>
                </a:cubicBezTo>
                <a:close/>
              </a:path>
            </a:pathLst>
          </a:custGeom>
          <a:noFill/>
          <a:ln w="25400">
            <a:noFill/>
          </a:ln>
        </p:spPr>
        <p:style>
          <a:lnRef idx="2">
            <a:scrgbClr r="0" g="0" b="0"/>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406558" tIns="319400" rIns="406558" bIns="319400" numCol="1" spcCol="1270" anchor="ctr" anchorCtr="0">
            <a:noAutofit/>
          </a:bodyPr>
          <a:lstStyle/>
          <a:p>
            <a:pPr algn="ctr" defTabSz="1955213">
              <a:lnSpc>
                <a:spcPct val="90000"/>
              </a:lnSpc>
              <a:spcBef>
                <a:spcPct val="0"/>
              </a:spcBef>
              <a:spcAft>
                <a:spcPct val="35000"/>
              </a:spcAft>
            </a:pPr>
            <a:r>
              <a:rPr lang="en-US" sz="3999" dirty="0">
                <a:solidFill>
                  <a:schemeClr val="accent4"/>
                </a:solidFill>
                <a:latin typeface="Simple-Line-Icons" panose="02000503000000000000" pitchFamily="2" charset="2"/>
              </a:rPr>
              <a:t></a:t>
            </a:r>
            <a:endParaRPr lang="id-ID" sz="3999" dirty="0">
              <a:solidFill>
                <a:schemeClr val="accent4"/>
              </a:solidFill>
              <a:latin typeface="Simple-Line-Icons" panose="02000503000000000000" pitchFamily="2" charset="2"/>
            </a:endParaRPr>
          </a:p>
        </p:txBody>
      </p:sp>
      <p:sp>
        <p:nvSpPr>
          <p:cNvPr id="52" name="Freeform 51"/>
          <p:cNvSpPr/>
          <p:nvPr/>
        </p:nvSpPr>
        <p:spPr>
          <a:xfrm>
            <a:off x="5828727" y="4318087"/>
            <a:ext cx="684269" cy="492990"/>
          </a:xfrm>
          <a:custGeom>
            <a:avLst/>
            <a:gdLst>
              <a:gd name="connsiteX0" fmla="*/ 0 w 1799993"/>
              <a:gd name="connsiteY0" fmla="*/ 899997 h 1799993"/>
              <a:gd name="connsiteX1" fmla="*/ 899997 w 1799993"/>
              <a:gd name="connsiteY1" fmla="*/ 0 h 1799993"/>
              <a:gd name="connsiteX2" fmla="*/ 1799994 w 1799993"/>
              <a:gd name="connsiteY2" fmla="*/ 899997 h 1799993"/>
              <a:gd name="connsiteX3" fmla="*/ 899997 w 1799993"/>
              <a:gd name="connsiteY3" fmla="*/ 1799994 h 1799993"/>
              <a:gd name="connsiteX4" fmla="*/ 0 w 1799993"/>
              <a:gd name="connsiteY4" fmla="*/ 899997 h 179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9993" h="1799993">
                <a:moveTo>
                  <a:pt x="0" y="899997"/>
                </a:moveTo>
                <a:cubicBezTo>
                  <a:pt x="0" y="402942"/>
                  <a:pt x="402942" y="0"/>
                  <a:pt x="899997" y="0"/>
                </a:cubicBezTo>
                <a:cubicBezTo>
                  <a:pt x="1397052" y="0"/>
                  <a:pt x="1799994" y="402942"/>
                  <a:pt x="1799994" y="899997"/>
                </a:cubicBezTo>
                <a:cubicBezTo>
                  <a:pt x="1799994" y="1397052"/>
                  <a:pt x="1397052" y="1799994"/>
                  <a:pt x="899997" y="1799994"/>
                </a:cubicBezTo>
                <a:cubicBezTo>
                  <a:pt x="402942" y="1799994"/>
                  <a:pt x="0" y="1397052"/>
                  <a:pt x="0" y="899997"/>
                </a:cubicBezTo>
                <a:close/>
              </a:path>
            </a:pathLst>
          </a:custGeom>
          <a:noFill/>
          <a:ln w="25400">
            <a:noFill/>
          </a:ln>
        </p:spPr>
        <p:style>
          <a:lnRef idx="2">
            <a:scrgbClr r="0" g="0" b="0"/>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406558" tIns="319400" rIns="406558" bIns="319400" numCol="1" spcCol="1270" anchor="ctr" anchorCtr="0">
            <a:noAutofit/>
          </a:bodyPr>
          <a:lstStyle/>
          <a:p>
            <a:pPr algn="ctr" defTabSz="1955213">
              <a:lnSpc>
                <a:spcPct val="90000"/>
              </a:lnSpc>
              <a:spcBef>
                <a:spcPct val="0"/>
              </a:spcBef>
              <a:spcAft>
                <a:spcPct val="35000"/>
              </a:spcAft>
            </a:pPr>
            <a:r>
              <a:rPr lang="en-US" sz="3999" dirty="0">
                <a:solidFill>
                  <a:schemeClr val="accent3"/>
                </a:solidFill>
                <a:latin typeface="Simple-Line-Icons" panose="02000503000000000000" pitchFamily="2" charset="2"/>
              </a:rPr>
              <a:t></a:t>
            </a:r>
            <a:endParaRPr lang="id-ID" sz="3999" dirty="0">
              <a:solidFill>
                <a:schemeClr val="accent3"/>
              </a:solidFill>
              <a:latin typeface="Simple-Line-Icons" panose="02000503000000000000" pitchFamily="2" charset="2"/>
            </a:endParaRPr>
          </a:p>
        </p:txBody>
      </p:sp>
      <p:cxnSp>
        <p:nvCxnSpPr>
          <p:cNvPr id="26" name="Straight Connector 25"/>
          <p:cNvCxnSpPr/>
          <p:nvPr/>
        </p:nvCxnSpPr>
        <p:spPr>
          <a:xfrm>
            <a:off x="6150197" y="3255797"/>
            <a:ext cx="0" cy="979124"/>
          </a:xfrm>
          <a:prstGeom prst="line">
            <a:avLst/>
          </a:prstGeom>
          <a:ln w="101600" cmpd="dbl">
            <a:solidFill>
              <a:schemeClr val="bg2">
                <a:lumMod val="75000"/>
              </a:schemeClr>
            </a:solidFill>
            <a:prstDash val="solid"/>
            <a:headEnd type="non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6156350" y="4910798"/>
            <a:ext cx="0" cy="1549510"/>
          </a:xfrm>
          <a:prstGeom prst="line">
            <a:avLst/>
          </a:prstGeom>
          <a:ln w="101600" cmpd="dbl">
            <a:solidFill>
              <a:schemeClr val="bg2">
                <a:lumMod val="75000"/>
              </a:schemeClr>
            </a:solidFill>
            <a:prstDash val="solid"/>
            <a:headEnd type="none" w="med" len="med"/>
          </a:ln>
        </p:spPr>
        <p:style>
          <a:lnRef idx="1">
            <a:schemeClr val="accent1"/>
          </a:lnRef>
          <a:fillRef idx="0">
            <a:schemeClr val="accent1"/>
          </a:fillRef>
          <a:effectRef idx="0">
            <a:schemeClr val="accent1"/>
          </a:effectRef>
          <a:fontRef idx="minor">
            <a:schemeClr val="tx1"/>
          </a:fontRef>
        </p:style>
      </p:cxnSp>
      <p:sp>
        <p:nvSpPr>
          <p:cNvPr id="12"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PRESENTATION AGENDA</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13" name="Rectangle 12"/>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14" name="Group 13"/>
          <p:cNvGrpSpPr/>
          <p:nvPr/>
        </p:nvGrpSpPr>
        <p:grpSpPr>
          <a:xfrm rot="10800000" flipV="1">
            <a:off x="5380522" y="1080697"/>
            <a:ext cx="1427781" cy="45707"/>
            <a:chOff x="3965945" y="1385354"/>
            <a:chExt cx="4572000" cy="79107"/>
          </a:xfrm>
        </p:grpSpPr>
        <p:sp>
          <p:nvSpPr>
            <p:cNvPr id="15" name="Rectangle 14"/>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6" name="Rectangle 15"/>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7" name="Rectangle 16"/>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8" name="Rectangle 17"/>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1" name="Rectangle 20"/>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extLst>
      <p:ext uri="{BB962C8B-B14F-4D97-AF65-F5344CB8AC3E}">
        <p14:creationId xmlns:p14="http://schemas.microsoft.com/office/powerpoint/2010/main" val="132694720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200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1000"/>
                                        <p:tgtEl>
                                          <p:spTgt spid="19"/>
                                        </p:tgtEl>
                                      </p:cBhvr>
                                    </p:animEffect>
                                  </p:childTnLst>
                                </p:cTn>
                              </p:par>
                              <p:par>
                                <p:cTn id="8" presetID="53" presetClass="entr" presetSubtype="16" fill="hold" grpId="0" nodeType="withEffect">
                                  <p:stCondLst>
                                    <p:cond delay="3000"/>
                                  </p:stCondLst>
                                  <p:childTnLst>
                                    <p:set>
                                      <p:cBhvr>
                                        <p:cTn id="9" dur="1" fill="hold">
                                          <p:stCondLst>
                                            <p:cond delay="0"/>
                                          </p:stCondLst>
                                        </p:cTn>
                                        <p:tgtEl>
                                          <p:spTgt spid="51"/>
                                        </p:tgtEl>
                                        <p:attrNameLst>
                                          <p:attrName>style.visibility</p:attrName>
                                        </p:attrNameLst>
                                      </p:cBhvr>
                                      <p:to>
                                        <p:strVal val="visible"/>
                                      </p:to>
                                    </p:set>
                                    <p:anim calcmode="lin" valueType="num">
                                      <p:cBhvr>
                                        <p:cTn id="10" dur="500" fill="hold"/>
                                        <p:tgtEl>
                                          <p:spTgt spid="51"/>
                                        </p:tgtEl>
                                        <p:attrNameLst>
                                          <p:attrName>ppt_w</p:attrName>
                                        </p:attrNameLst>
                                      </p:cBhvr>
                                      <p:tavLst>
                                        <p:tav tm="0">
                                          <p:val>
                                            <p:fltVal val="0"/>
                                          </p:val>
                                        </p:tav>
                                        <p:tav tm="100000">
                                          <p:val>
                                            <p:strVal val="#ppt_w"/>
                                          </p:val>
                                        </p:tav>
                                      </p:tavLst>
                                    </p:anim>
                                    <p:anim calcmode="lin" valueType="num">
                                      <p:cBhvr>
                                        <p:cTn id="11" dur="500" fill="hold"/>
                                        <p:tgtEl>
                                          <p:spTgt spid="51"/>
                                        </p:tgtEl>
                                        <p:attrNameLst>
                                          <p:attrName>ppt_h</p:attrName>
                                        </p:attrNameLst>
                                      </p:cBhvr>
                                      <p:tavLst>
                                        <p:tav tm="0">
                                          <p:val>
                                            <p:fltVal val="0"/>
                                          </p:val>
                                        </p:tav>
                                        <p:tav tm="100000">
                                          <p:val>
                                            <p:strVal val="#ppt_h"/>
                                          </p:val>
                                        </p:tav>
                                      </p:tavLst>
                                    </p:anim>
                                    <p:animEffect transition="in" filter="fade">
                                      <p:cBhvr>
                                        <p:cTn id="12" dur="500"/>
                                        <p:tgtEl>
                                          <p:spTgt spid="51"/>
                                        </p:tgtEl>
                                      </p:cBhvr>
                                    </p:animEffect>
                                  </p:childTnLst>
                                </p:cTn>
                              </p:par>
                              <p:par>
                                <p:cTn id="13" presetID="22" presetClass="entr" presetSubtype="2" fill="hold" nodeType="withEffect">
                                  <p:stCondLst>
                                    <p:cond delay="3500"/>
                                  </p:stCondLst>
                                  <p:childTnLst>
                                    <p:set>
                                      <p:cBhvr>
                                        <p:cTn id="14" dur="1" fill="hold">
                                          <p:stCondLst>
                                            <p:cond delay="0"/>
                                          </p:stCondLst>
                                        </p:cTn>
                                        <p:tgtEl>
                                          <p:spTgt spid="23"/>
                                        </p:tgtEl>
                                        <p:attrNameLst>
                                          <p:attrName>style.visibility</p:attrName>
                                        </p:attrNameLst>
                                      </p:cBhvr>
                                      <p:to>
                                        <p:strVal val="visible"/>
                                      </p:to>
                                    </p:set>
                                    <p:animEffect transition="in" filter="wipe(right)">
                                      <p:cBhvr>
                                        <p:cTn id="15" dur="500"/>
                                        <p:tgtEl>
                                          <p:spTgt spid="23"/>
                                        </p:tgtEl>
                                      </p:cBhvr>
                                    </p:animEffect>
                                  </p:childTnLst>
                                </p:cTn>
                              </p:par>
                              <p:par>
                                <p:cTn id="16" presetID="22" presetClass="entr" presetSubtype="2" fill="hold" grpId="0" nodeType="withEffect">
                                  <p:stCondLst>
                                    <p:cond delay="4000"/>
                                  </p:stCondLst>
                                  <p:childTnLst>
                                    <p:set>
                                      <p:cBhvr>
                                        <p:cTn id="17" dur="1" fill="hold">
                                          <p:stCondLst>
                                            <p:cond delay="0"/>
                                          </p:stCondLst>
                                        </p:cTn>
                                        <p:tgtEl>
                                          <p:spTgt spid="39"/>
                                        </p:tgtEl>
                                        <p:attrNameLst>
                                          <p:attrName>style.visibility</p:attrName>
                                        </p:attrNameLst>
                                      </p:cBhvr>
                                      <p:to>
                                        <p:strVal val="visible"/>
                                      </p:to>
                                    </p:set>
                                    <p:animEffect transition="in" filter="wipe(right)">
                                      <p:cBhvr>
                                        <p:cTn id="18" dur="1000"/>
                                        <p:tgtEl>
                                          <p:spTgt spid="39"/>
                                        </p:tgtEl>
                                      </p:cBhvr>
                                    </p:animEffect>
                                  </p:childTnLst>
                                </p:cTn>
                              </p:par>
                              <p:par>
                                <p:cTn id="19" presetID="22" presetClass="entr" presetSubtype="1" fill="hold" nodeType="withEffect">
                                  <p:stCondLst>
                                    <p:cond delay="5000"/>
                                  </p:stCondLst>
                                  <p:childTnLst>
                                    <p:set>
                                      <p:cBhvr>
                                        <p:cTn id="20" dur="1" fill="hold">
                                          <p:stCondLst>
                                            <p:cond delay="0"/>
                                          </p:stCondLst>
                                        </p:cTn>
                                        <p:tgtEl>
                                          <p:spTgt spid="26"/>
                                        </p:tgtEl>
                                        <p:attrNameLst>
                                          <p:attrName>style.visibility</p:attrName>
                                        </p:attrNameLst>
                                      </p:cBhvr>
                                      <p:to>
                                        <p:strVal val="visible"/>
                                      </p:to>
                                    </p:set>
                                    <p:animEffect transition="in" filter="wipe(up)">
                                      <p:cBhvr>
                                        <p:cTn id="21" dur="1000"/>
                                        <p:tgtEl>
                                          <p:spTgt spid="26"/>
                                        </p:tgtEl>
                                      </p:cBhvr>
                                    </p:animEffect>
                                  </p:childTnLst>
                                </p:cTn>
                              </p:par>
                              <p:par>
                                <p:cTn id="22" presetID="53" presetClass="entr" presetSubtype="16" fill="hold" grpId="0" nodeType="withEffect">
                                  <p:stCondLst>
                                    <p:cond delay="6000"/>
                                  </p:stCondLst>
                                  <p:childTnLst>
                                    <p:set>
                                      <p:cBhvr>
                                        <p:cTn id="23" dur="1" fill="hold">
                                          <p:stCondLst>
                                            <p:cond delay="0"/>
                                          </p:stCondLst>
                                        </p:cTn>
                                        <p:tgtEl>
                                          <p:spTgt spid="52"/>
                                        </p:tgtEl>
                                        <p:attrNameLst>
                                          <p:attrName>style.visibility</p:attrName>
                                        </p:attrNameLst>
                                      </p:cBhvr>
                                      <p:to>
                                        <p:strVal val="visible"/>
                                      </p:to>
                                    </p:set>
                                    <p:anim calcmode="lin" valueType="num">
                                      <p:cBhvr>
                                        <p:cTn id="24" dur="500" fill="hold"/>
                                        <p:tgtEl>
                                          <p:spTgt spid="52"/>
                                        </p:tgtEl>
                                        <p:attrNameLst>
                                          <p:attrName>ppt_w</p:attrName>
                                        </p:attrNameLst>
                                      </p:cBhvr>
                                      <p:tavLst>
                                        <p:tav tm="0">
                                          <p:val>
                                            <p:fltVal val="0"/>
                                          </p:val>
                                        </p:tav>
                                        <p:tav tm="100000">
                                          <p:val>
                                            <p:strVal val="#ppt_w"/>
                                          </p:val>
                                        </p:tav>
                                      </p:tavLst>
                                    </p:anim>
                                    <p:anim calcmode="lin" valueType="num">
                                      <p:cBhvr>
                                        <p:cTn id="25" dur="500" fill="hold"/>
                                        <p:tgtEl>
                                          <p:spTgt spid="52"/>
                                        </p:tgtEl>
                                        <p:attrNameLst>
                                          <p:attrName>ppt_h</p:attrName>
                                        </p:attrNameLst>
                                      </p:cBhvr>
                                      <p:tavLst>
                                        <p:tav tm="0">
                                          <p:val>
                                            <p:fltVal val="0"/>
                                          </p:val>
                                        </p:tav>
                                        <p:tav tm="100000">
                                          <p:val>
                                            <p:strVal val="#ppt_h"/>
                                          </p:val>
                                        </p:tav>
                                      </p:tavLst>
                                    </p:anim>
                                    <p:animEffect transition="in" filter="fade">
                                      <p:cBhvr>
                                        <p:cTn id="26" dur="500"/>
                                        <p:tgtEl>
                                          <p:spTgt spid="52"/>
                                        </p:tgtEl>
                                      </p:cBhvr>
                                    </p:animEffect>
                                  </p:childTnLst>
                                </p:cTn>
                              </p:par>
                              <p:par>
                                <p:cTn id="27" presetID="22" presetClass="entr" presetSubtype="8" fill="hold" nodeType="withEffect">
                                  <p:stCondLst>
                                    <p:cond delay="6500"/>
                                  </p:stCondLst>
                                  <p:childTnLst>
                                    <p:set>
                                      <p:cBhvr>
                                        <p:cTn id="28" dur="1" fill="hold">
                                          <p:stCondLst>
                                            <p:cond delay="0"/>
                                          </p:stCondLst>
                                        </p:cTn>
                                        <p:tgtEl>
                                          <p:spTgt spid="32"/>
                                        </p:tgtEl>
                                        <p:attrNameLst>
                                          <p:attrName>style.visibility</p:attrName>
                                        </p:attrNameLst>
                                      </p:cBhvr>
                                      <p:to>
                                        <p:strVal val="visible"/>
                                      </p:to>
                                    </p:set>
                                    <p:animEffect transition="in" filter="wipe(left)">
                                      <p:cBhvr>
                                        <p:cTn id="29" dur="500"/>
                                        <p:tgtEl>
                                          <p:spTgt spid="32"/>
                                        </p:tgtEl>
                                      </p:cBhvr>
                                    </p:animEffect>
                                  </p:childTnLst>
                                </p:cTn>
                              </p:par>
                              <p:par>
                                <p:cTn id="30" presetID="22" presetClass="entr" presetSubtype="8" fill="hold" grpId="0" nodeType="withEffect">
                                  <p:stCondLst>
                                    <p:cond delay="7000"/>
                                  </p:stCondLst>
                                  <p:childTnLst>
                                    <p:set>
                                      <p:cBhvr>
                                        <p:cTn id="31" dur="1" fill="hold">
                                          <p:stCondLst>
                                            <p:cond delay="0"/>
                                          </p:stCondLst>
                                        </p:cTn>
                                        <p:tgtEl>
                                          <p:spTgt spid="48"/>
                                        </p:tgtEl>
                                        <p:attrNameLst>
                                          <p:attrName>style.visibility</p:attrName>
                                        </p:attrNameLst>
                                      </p:cBhvr>
                                      <p:to>
                                        <p:strVal val="visible"/>
                                      </p:to>
                                    </p:set>
                                    <p:animEffect transition="in" filter="wipe(left)">
                                      <p:cBhvr>
                                        <p:cTn id="32" dur="1000"/>
                                        <p:tgtEl>
                                          <p:spTgt spid="48"/>
                                        </p:tgtEl>
                                      </p:cBhvr>
                                    </p:animEffect>
                                  </p:childTnLst>
                                </p:cTn>
                              </p:par>
                              <p:par>
                                <p:cTn id="33" presetID="22" presetClass="entr" presetSubtype="1" fill="hold" nodeType="withEffect">
                                  <p:stCondLst>
                                    <p:cond delay="8000"/>
                                  </p:stCondLst>
                                  <p:childTnLst>
                                    <p:set>
                                      <p:cBhvr>
                                        <p:cTn id="34" dur="1" fill="hold">
                                          <p:stCondLst>
                                            <p:cond delay="0"/>
                                          </p:stCondLst>
                                        </p:cTn>
                                        <p:tgtEl>
                                          <p:spTgt spid="27"/>
                                        </p:tgtEl>
                                        <p:attrNameLst>
                                          <p:attrName>style.visibility</p:attrName>
                                        </p:attrNameLst>
                                      </p:cBhvr>
                                      <p:to>
                                        <p:strVal val="visible"/>
                                      </p:to>
                                    </p:set>
                                    <p:animEffect transition="in" filter="wipe(up)">
                                      <p:cBhvr>
                                        <p:cTn id="35" dur="1000"/>
                                        <p:tgtEl>
                                          <p:spTgt spid="27"/>
                                        </p:tgtEl>
                                      </p:cBhvr>
                                    </p:animEffect>
                                  </p:childTnLst>
                                </p:cTn>
                              </p:par>
                            </p:childTnLst>
                          </p:cTn>
                        </p:par>
                        <p:par>
                          <p:cTn id="36" fill="hold">
                            <p:stCondLst>
                              <p:cond delay="9000"/>
                            </p:stCondLst>
                            <p:childTnLst>
                              <p:par>
                                <p:cTn id="37" presetID="49" presetClass="entr" presetSubtype="0" decel="100000"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 calcmode="lin" valueType="num">
                                      <p:cBhvr>
                                        <p:cTn id="41" dur="500" fill="hold"/>
                                        <p:tgtEl>
                                          <p:spTgt spid="14"/>
                                        </p:tgtEl>
                                        <p:attrNameLst>
                                          <p:attrName>style.rotation</p:attrName>
                                        </p:attrNameLst>
                                      </p:cBhvr>
                                      <p:tavLst>
                                        <p:tav tm="0">
                                          <p:val>
                                            <p:fltVal val="360"/>
                                          </p:val>
                                        </p:tav>
                                        <p:tav tm="100000">
                                          <p:val>
                                            <p:fltVal val="0"/>
                                          </p:val>
                                        </p:tav>
                                      </p:tavLst>
                                    </p:anim>
                                    <p:animEffect transition="in" filter="fade">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8" grpId="0"/>
      <p:bldP spid="51" grpId="0"/>
      <p:bldP spid="5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Straight Connector 43"/>
          <p:cNvCxnSpPr/>
          <p:nvPr/>
        </p:nvCxnSpPr>
        <p:spPr>
          <a:xfrm>
            <a:off x="6150197" y="-8249"/>
            <a:ext cx="0" cy="979124"/>
          </a:xfrm>
          <a:prstGeom prst="line">
            <a:avLst/>
          </a:prstGeom>
          <a:ln w="101600" cmpd="dbl">
            <a:solidFill>
              <a:schemeClr val="bg2">
                <a:lumMod val="75000"/>
              </a:schemeClr>
            </a:solidFill>
            <a:prstDash val="solid"/>
            <a:headEnd type="none" w="lg" len="lg"/>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4722229" y="1344840"/>
            <a:ext cx="1079719" cy="3214"/>
          </a:xfrm>
          <a:prstGeom prst="line">
            <a:avLst/>
          </a:prstGeom>
          <a:ln w="25400">
            <a:solidFill>
              <a:schemeClr val="bg1">
                <a:lumMod val="75000"/>
              </a:schemeClr>
            </a:solidFill>
            <a:prstDash val="solid"/>
            <a:headEnd type="oval" w="lg" len="lg"/>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527468" y="3126459"/>
            <a:ext cx="1079719" cy="3214"/>
          </a:xfrm>
          <a:prstGeom prst="line">
            <a:avLst/>
          </a:prstGeom>
          <a:ln w="25400">
            <a:solidFill>
              <a:schemeClr val="bg1">
                <a:lumMod val="75000"/>
              </a:schemeClr>
            </a:solidFill>
            <a:prstDash val="solid"/>
            <a:headEnd type="oval"/>
            <a:tailEnd type="oval" w="lg" len="lg"/>
          </a:ln>
        </p:spPr>
        <p:style>
          <a:lnRef idx="1">
            <a:schemeClr val="accent1"/>
          </a:lnRef>
          <a:fillRef idx="0">
            <a:schemeClr val="accent1"/>
          </a:fillRef>
          <a:effectRef idx="0">
            <a:schemeClr val="accent1"/>
          </a:effectRef>
          <a:fontRef idx="minor">
            <a:schemeClr val="tx1"/>
          </a:fontRef>
        </p:style>
      </p:cxnSp>
      <p:sp>
        <p:nvSpPr>
          <p:cNvPr id="47" name="Content Placeholder 2"/>
          <p:cNvSpPr txBox="1">
            <a:spLocks/>
          </p:cNvSpPr>
          <p:nvPr/>
        </p:nvSpPr>
        <p:spPr>
          <a:xfrm>
            <a:off x="1413140" y="1163660"/>
            <a:ext cx="3245106" cy="1000822"/>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fontAlgn="auto">
              <a:defRPr/>
            </a:pPr>
            <a:r>
              <a:rPr lang="id-ID" sz="1600" dirty="0">
                <a:solidFill>
                  <a:schemeClr val="accent6"/>
                </a:solidFill>
                <a:ea typeface="Roboto" panose="02000000000000000000" pitchFamily="2" charset="0"/>
              </a:rPr>
              <a:t>MEET THE TEAM</a:t>
            </a:r>
            <a:endParaRPr lang="id-ID" sz="1400" i="1" dirty="0">
              <a:solidFill>
                <a:schemeClr val="accent6"/>
              </a:solidFill>
              <a:ea typeface="Roboto" panose="02000000000000000000" pitchFamily="2" charset="0"/>
            </a:endParaRPr>
          </a:p>
          <a:p>
            <a:pPr fontAlgn="auto">
              <a:defRPr/>
            </a:pPr>
            <a:r>
              <a:rPr lang="id-ID" sz="1100" dirty="0">
                <a:solidFill>
                  <a:schemeClr val="bg1">
                    <a:lumMod val="75000"/>
                  </a:schemeClr>
                </a:solidFill>
                <a:ea typeface="Roboto" panose="02000000000000000000" pitchFamily="2" charset="0"/>
              </a:rPr>
              <a:t>Fusce som libero topi sombrero bikinan meksiko</a:t>
            </a:r>
            <a:r>
              <a:rPr lang="en-US" sz="1100" dirty="0">
                <a:solidFill>
                  <a:schemeClr val="bg1">
                    <a:lumMod val="75000"/>
                  </a:schemeClr>
                </a:solidFill>
                <a:ea typeface="Roboto" panose="02000000000000000000" pitchFamily="2" charset="0"/>
              </a:rPr>
              <a:t> when an unknown printer took a galley of type and scrambled it to make a type specimen book. </a:t>
            </a:r>
            <a:endParaRPr lang="id-ID" sz="1100" dirty="0">
              <a:solidFill>
                <a:schemeClr val="bg1">
                  <a:lumMod val="75000"/>
                </a:schemeClr>
              </a:solidFill>
              <a:ea typeface="Roboto" panose="02000000000000000000" pitchFamily="2" charset="0"/>
            </a:endParaRPr>
          </a:p>
        </p:txBody>
      </p:sp>
      <p:sp>
        <p:nvSpPr>
          <p:cNvPr id="53" name="Content Placeholder 2"/>
          <p:cNvSpPr txBox="1">
            <a:spLocks/>
          </p:cNvSpPr>
          <p:nvPr/>
        </p:nvSpPr>
        <p:spPr>
          <a:xfrm>
            <a:off x="7685686" y="2964193"/>
            <a:ext cx="3245106" cy="1000822"/>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fontAlgn="auto">
              <a:defRPr/>
            </a:pPr>
            <a:r>
              <a:rPr lang="id-ID" sz="1600" dirty="0">
                <a:solidFill>
                  <a:srgbClr val="7030A0"/>
                </a:solidFill>
                <a:ea typeface="Roboto" panose="02000000000000000000" pitchFamily="2" charset="0"/>
              </a:rPr>
              <a:t>Our Company</a:t>
            </a:r>
            <a:endParaRPr lang="id-ID" sz="1400" i="1" dirty="0">
              <a:solidFill>
                <a:srgbClr val="7030A0"/>
              </a:solidFill>
              <a:ea typeface="Roboto" panose="02000000000000000000" pitchFamily="2" charset="0"/>
            </a:endParaRPr>
          </a:p>
          <a:p>
            <a:pPr algn="l" fontAlgn="auto">
              <a:defRPr/>
            </a:pPr>
            <a:r>
              <a:rPr lang="id-ID" sz="1100" dirty="0">
                <a:solidFill>
                  <a:schemeClr val="bg1">
                    <a:lumMod val="75000"/>
                  </a:schemeClr>
                </a:solidFill>
                <a:ea typeface="Roboto" panose="02000000000000000000" pitchFamily="2" charset="0"/>
              </a:rPr>
              <a:t>Fusce som libero topi sombrero bikinan meksiko</a:t>
            </a:r>
            <a:r>
              <a:rPr lang="en-US" sz="1100" dirty="0">
                <a:solidFill>
                  <a:schemeClr val="bg1">
                    <a:lumMod val="75000"/>
                  </a:schemeClr>
                </a:solidFill>
                <a:ea typeface="Roboto" panose="02000000000000000000" pitchFamily="2" charset="0"/>
              </a:rPr>
              <a:t> when an unknown printer took a galley of type and scrambled it to make a type specimen book. </a:t>
            </a:r>
            <a:endParaRPr lang="id-ID" sz="1100" dirty="0">
              <a:solidFill>
                <a:schemeClr val="bg1">
                  <a:lumMod val="75000"/>
                </a:schemeClr>
              </a:solidFill>
              <a:ea typeface="Roboto" panose="02000000000000000000" pitchFamily="2" charset="0"/>
            </a:endParaRPr>
          </a:p>
        </p:txBody>
      </p:sp>
      <p:sp>
        <p:nvSpPr>
          <p:cNvPr id="54" name="Freeform 53"/>
          <p:cNvSpPr/>
          <p:nvPr/>
        </p:nvSpPr>
        <p:spPr>
          <a:xfrm>
            <a:off x="5821661" y="1114771"/>
            <a:ext cx="684269" cy="492990"/>
          </a:xfrm>
          <a:custGeom>
            <a:avLst/>
            <a:gdLst>
              <a:gd name="connsiteX0" fmla="*/ 0 w 1799993"/>
              <a:gd name="connsiteY0" fmla="*/ 899997 h 1799993"/>
              <a:gd name="connsiteX1" fmla="*/ 899997 w 1799993"/>
              <a:gd name="connsiteY1" fmla="*/ 0 h 1799993"/>
              <a:gd name="connsiteX2" fmla="*/ 1799994 w 1799993"/>
              <a:gd name="connsiteY2" fmla="*/ 899997 h 1799993"/>
              <a:gd name="connsiteX3" fmla="*/ 899997 w 1799993"/>
              <a:gd name="connsiteY3" fmla="*/ 1799994 h 1799993"/>
              <a:gd name="connsiteX4" fmla="*/ 0 w 1799993"/>
              <a:gd name="connsiteY4" fmla="*/ 899997 h 179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9993" h="1799993">
                <a:moveTo>
                  <a:pt x="0" y="899997"/>
                </a:moveTo>
                <a:cubicBezTo>
                  <a:pt x="0" y="402942"/>
                  <a:pt x="402942" y="0"/>
                  <a:pt x="899997" y="0"/>
                </a:cubicBezTo>
                <a:cubicBezTo>
                  <a:pt x="1397052" y="0"/>
                  <a:pt x="1799994" y="402942"/>
                  <a:pt x="1799994" y="899997"/>
                </a:cubicBezTo>
                <a:cubicBezTo>
                  <a:pt x="1799994" y="1397052"/>
                  <a:pt x="1397052" y="1799994"/>
                  <a:pt x="899997" y="1799994"/>
                </a:cubicBezTo>
                <a:cubicBezTo>
                  <a:pt x="402942" y="1799994"/>
                  <a:pt x="0" y="1397052"/>
                  <a:pt x="0" y="899997"/>
                </a:cubicBezTo>
                <a:close/>
              </a:path>
            </a:pathLst>
          </a:custGeom>
          <a:noFill/>
          <a:ln w="25400">
            <a:noFill/>
          </a:ln>
        </p:spPr>
        <p:style>
          <a:lnRef idx="2">
            <a:scrgbClr r="0" g="0" b="0"/>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406558" tIns="319400" rIns="406558" bIns="319400" numCol="1" spcCol="1270" anchor="ctr" anchorCtr="0">
            <a:noAutofit/>
          </a:bodyPr>
          <a:lstStyle/>
          <a:p>
            <a:pPr algn="ctr" defTabSz="1955213">
              <a:lnSpc>
                <a:spcPct val="90000"/>
              </a:lnSpc>
              <a:spcBef>
                <a:spcPct val="0"/>
              </a:spcBef>
              <a:spcAft>
                <a:spcPct val="35000"/>
              </a:spcAft>
            </a:pPr>
            <a:r>
              <a:rPr lang="en-US" sz="3999" dirty="0">
                <a:solidFill>
                  <a:schemeClr val="accent5"/>
                </a:solidFill>
                <a:latin typeface="Simple-Line-Icons" panose="02000503000000000000" pitchFamily="2" charset="2"/>
              </a:rPr>
              <a:t></a:t>
            </a:r>
            <a:endParaRPr lang="id-ID" sz="3999" dirty="0">
              <a:solidFill>
                <a:schemeClr val="accent5"/>
              </a:solidFill>
              <a:latin typeface="Simple-Line-Icons" panose="02000503000000000000" pitchFamily="2" charset="2"/>
            </a:endParaRPr>
          </a:p>
        </p:txBody>
      </p:sp>
      <p:sp>
        <p:nvSpPr>
          <p:cNvPr id="55" name="Freeform 54"/>
          <p:cNvSpPr/>
          <p:nvPr/>
        </p:nvSpPr>
        <p:spPr>
          <a:xfrm>
            <a:off x="5814216" y="2825192"/>
            <a:ext cx="684269" cy="492990"/>
          </a:xfrm>
          <a:custGeom>
            <a:avLst/>
            <a:gdLst>
              <a:gd name="connsiteX0" fmla="*/ 0 w 1799993"/>
              <a:gd name="connsiteY0" fmla="*/ 899997 h 1799993"/>
              <a:gd name="connsiteX1" fmla="*/ 899997 w 1799993"/>
              <a:gd name="connsiteY1" fmla="*/ 0 h 1799993"/>
              <a:gd name="connsiteX2" fmla="*/ 1799994 w 1799993"/>
              <a:gd name="connsiteY2" fmla="*/ 899997 h 1799993"/>
              <a:gd name="connsiteX3" fmla="*/ 899997 w 1799993"/>
              <a:gd name="connsiteY3" fmla="*/ 1799994 h 1799993"/>
              <a:gd name="connsiteX4" fmla="*/ 0 w 1799993"/>
              <a:gd name="connsiteY4" fmla="*/ 899997 h 179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9993" h="1799993">
                <a:moveTo>
                  <a:pt x="0" y="899997"/>
                </a:moveTo>
                <a:cubicBezTo>
                  <a:pt x="0" y="402942"/>
                  <a:pt x="402942" y="0"/>
                  <a:pt x="899997" y="0"/>
                </a:cubicBezTo>
                <a:cubicBezTo>
                  <a:pt x="1397052" y="0"/>
                  <a:pt x="1799994" y="402942"/>
                  <a:pt x="1799994" y="899997"/>
                </a:cubicBezTo>
                <a:cubicBezTo>
                  <a:pt x="1799994" y="1397052"/>
                  <a:pt x="1397052" y="1799994"/>
                  <a:pt x="899997" y="1799994"/>
                </a:cubicBezTo>
                <a:cubicBezTo>
                  <a:pt x="402942" y="1799994"/>
                  <a:pt x="0" y="1397052"/>
                  <a:pt x="0" y="899997"/>
                </a:cubicBezTo>
                <a:close/>
              </a:path>
            </a:pathLst>
          </a:custGeom>
          <a:noFill/>
          <a:ln w="25400">
            <a:noFill/>
          </a:ln>
        </p:spPr>
        <p:style>
          <a:lnRef idx="2">
            <a:scrgbClr r="0" g="0" b="0"/>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406558" tIns="319400" rIns="406558" bIns="319400" numCol="1" spcCol="1270" anchor="ctr" anchorCtr="0">
            <a:noAutofit/>
          </a:bodyPr>
          <a:lstStyle/>
          <a:p>
            <a:pPr algn="ctr" defTabSz="1955213">
              <a:lnSpc>
                <a:spcPct val="90000"/>
              </a:lnSpc>
              <a:spcBef>
                <a:spcPct val="0"/>
              </a:spcBef>
              <a:spcAft>
                <a:spcPct val="35000"/>
              </a:spcAft>
            </a:pPr>
            <a:r>
              <a:rPr lang="en-US" sz="3999" dirty="0">
                <a:solidFill>
                  <a:srgbClr val="7030A0"/>
                </a:solidFill>
                <a:latin typeface="Simple-Line-Icons" panose="02000503000000000000" pitchFamily="2" charset="2"/>
              </a:rPr>
              <a:t></a:t>
            </a:r>
            <a:endParaRPr lang="id-ID" sz="4399" dirty="0">
              <a:solidFill>
                <a:srgbClr val="7030A0"/>
              </a:solidFill>
              <a:latin typeface="Simple-Line-Icons" panose="02000503000000000000" pitchFamily="2" charset="2"/>
            </a:endParaRPr>
          </a:p>
        </p:txBody>
      </p:sp>
      <p:cxnSp>
        <p:nvCxnSpPr>
          <p:cNvPr id="56" name="Straight Connector 55"/>
          <p:cNvCxnSpPr/>
          <p:nvPr/>
        </p:nvCxnSpPr>
        <p:spPr>
          <a:xfrm>
            <a:off x="6150197" y="1754930"/>
            <a:ext cx="0" cy="979124"/>
          </a:xfrm>
          <a:prstGeom prst="line">
            <a:avLst/>
          </a:prstGeom>
          <a:ln w="101600" cmpd="dbl">
            <a:solidFill>
              <a:schemeClr val="bg2">
                <a:lumMod val="75000"/>
              </a:schemeClr>
            </a:solidFill>
            <a:prstDash val="solid"/>
            <a:headEnd type="none" w="lg" len="lg"/>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6156350" y="3409931"/>
            <a:ext cx="0" cy="1549510"/>
          </a:xfrm>
          <a:prstGeom prst="line">
            <a:avLst/>
          </a:prstGeom>
          <a:ln w="101600" cmpd="dbl">
            <a:solidFill>
              <a:schemeClr val="bg2">
                <a:lumMod val="75000"/>
              </a:schemeClr>
            </a:solidFill>
            <a:prstDash val="solid"/>
            <a:headEnd type="none" w="lg" len="lg"/>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5867827" y="4938557"/>
            <a:ext cx="697445" cy="707702"/>
          </a:xfrm>
          <a:prstGeom prst="rect">
            <a:avLst/>
          </a:prstGeom>
        </p:spPr>
        <p:txBody>
          <a:bodyPr wrap="none">
            <a:spAutoFit/>
          </a:bodyPr>
          <a:lstStyle/>
          <a:p>
            <a:pPr algn="ctr"/>
            <a:r>
              <a:rPr lang="en-US" sz="3999" dirty="0">
                <a:solidFill>
                  <a:schemeClr val="accent2"/>
                </a:solidFill>
                <a:latin typeface="Simple-Line-Icons" panose="02000503000000000000" pitchFamily="2" charset="2"/>
              </a:rPr>
              <a:t></a:t>
            </a:r>
            <a:endParaRPr lang="id-ID" sz="3999" dirty="0">
              <a:solidFill>
                <a:schemeClr val="accent2"/>
              </a:solidFill>
              <a:latin typeface="Simple-Line-Icons" panose="02000503000000000000" pitchFamily="2" charset="2"/>
            </a:endParaRPr>
          </a:p>
        </p:txBody>
      </p:sp>
      <p:cxnSp>
        <p:nvCxnSpPr>
          <p:cNvPr id="58" name="Straight Connector 57"/>
          <p:cNvCxnSpPr/>
          <p:nvPr/>
        </p:nvCxnSpPr>
        <p:spPr>
          <a:xfrm>
            <a:off x="4736740" y="5235918"/>
            <a:ext cx="1079719" cy="3214"/>
          </a:xfrm>
          <a:prstGeom prst="line">
            <a:avLst/>
          </a:prstGeom>
          <a:ln w="25400">
            <a:solidFill>
              <a:schemeClr val="bg1">
                <a:lumMod val="75000"/>
              </a:schemeClr>
            </a:solidFill>
            <a:prstDash val="solid"/>
            <a:headEnd type="oval" w="lg" len="lg"/>
            <a:tailEnd type="oval"/>
          </a:ln>
        </p:spPr>
        <p:style>
          <a:lnRef idx="1">
            <a:schemeClr val="accent1"/>
          </a:lnRef>
          <a:fillRef idx="0">
            <a:schemeClr val="accent1"/>
          </a:fillRef>
          <a:effectRef idx="0">
            <a:schemeClr val="accent1"/>
          </a:effectRef>
          <a:fontRef idx="minor">
            <a:schemeClr val="tx1"/>
          </a:fontRef>
        </p:style>
      </p:cxnSp>
      <p:sp>
        <p:nvSpPr>
          <p:cNvPr id="59" name="Content Placeholder 2"/>
          <p:cNvSpPr txBox="1">
            <a:spLocks/>
          </p:cNvSpPr>
          <p:nvPr/>
        </p:nvSpPr>
        <p:spPr>
          <a:xfrm>
            <a:off x="1427650" y="5054737"/>
            <a:ext cx="3245106" cy="1000822"/>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fontAlgn="auto">
              <a:defRPr/>
            </a:pPr>
            <a:r>
              <a:rPr lang="id-ID" sz="1600" dirty="0">
                <a:solidFill>
                  <a:schemeClr val="accent1"/>
                </a:solidFill>
                <a:ea typeface="Roboto" panose="02000000000000000000" pitchFamily="2" charset="0"/>
              </a:rPr>
              <a:t>CoffeeBreak</a:t>
            </a:r>
            <a:endParaRPr lang="id-ID" sz="1400" i="1" dirty="0">
              <a:solidFill>
                <a:schemeClr val="accent1"/>
              </a:solidFill>
              <a:ea typeface="Roboto" panose="02000000000000000000" pitchFamily="2" charset="0"/>
            </a:endParaRPr>
          </a:p>
          <a:p>
            <a:pPr fontAlgn="auto">
              <a:defRPr/>
            </a:pPr>
            <a:r>
              <a:rPr lang="id-ID" sz="1100" dirty="0">
                <a:solidFill>
                  <a:schemeClr val="bg1">
                    <a:lumMod val="75000"/>
                  </a:schemeClr>
                </a:solidFill>
                <a:ea typeface="Roboto" panose="02000000000000000000" pitchFamily="2" charset="0"/>
              </a:rPr>
              <a:t>Fusce som libero topi sombrero bikinan meksiko</a:t>
            </a:r>
            <a:r>
              <a:rPr lang="en-US" sz="1100" dirty="0">
                <a:solidFill>
                  <a:schemeClr val="bg1">
                    <a:lumMod val="75000"/>
                  </a:schemeClr>
                </a:solidFill>
                <a:ea typeface="Roboto" panose="02000000000000000000" pitchFamily="2" charset="0"/>
              </a:rPr>
              <a:t> when an unknown printer took a galley of type and scrambled it to make a type specimen book. </a:t>
            </a:r>
            <a:endParaRPr lang="id-ID" sz="1100" dirty="0">
              <a:solidFill>
                <a:schemeClr val="bg1">
                  <a:lumMod val="75000"/>
                </a:schemeClr>
              </a:solidFill>
              <a:ea typeface="Roboto" panose="02000000000000000000" pitchFamily="2" charset="0"/>
            </a:endParaRPr>
          </a:p>
        </p:txBody>
      </p:sp>
      <p:cxnSp>
        <p:nvCxnSpPr>
          <p:cNvPr id="60" name="Straight Connector 59"/>
          <p:cNvCxnSpPr/>
          <p:nvPr/>
        </p:nvCxnSpPr>
        <p:spPr>
          <a:xfrm>
            <a:off x="6150197" y="5688815"/>
            <a:ext cx="0" cy="771494"/>
          </a:xfrm>
          <a:prstGeom prst="line">
            <a:avLst/>
          </a:prstGeom>
          <a:ln w="101600" cmpd="dbl">
            <a:solidFill>
              <a:schemeClr val="bg2">
                <a:lumMod val="75000"/>
              </a:schemeClr>
            </a:solidFill>
            <a:prstDash val="solid"/>
            <a:head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381295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2000"/>
                                  </p:stCondLst>
                                  <p:childTnLst>
                                    <p:set>
                                      <p:cBhvr>
                                        <p:cTn id="6" dur="1" fill="hold">
                                          <p:stCondLst>
                                            <p:cond delay="0"/>
                                          </p:stCondLst>
                                        </p:cTn>
                                        <p:tgtEl>
                                          <p:spTgt spid="44"/>
                                        </p:tgtEl>
                                        <p:attrNameLst>
                                          <p:attrName>style.visibility</p:attrName>
                                        </p:attrNameLst>
                                      </p:cBhvr>
                                      <p:to>
                                        <p:strVal val="visible"/>
                                      </p:to>
                                    </p:set>
                                    <p:animEffect transition="in" filter="wipe(up)">
                                      <p:cBhvr>
                                        <p:cTn id="7" dur="1000"/>
                                        <p:tgtEl>
                                          <p:spTgt spid="44"/>
                                        </p:tgtEl>
                                      </p:cBhvr>
                                    </p:animEffect>
                                  </p:childTnLst>
                                </p:cTn>
                              </p:par>
                              <p:par>
                                <p:cTn id="8" presetID="53" presetClass="entr" presetSubtype="16" fill="hold" grpId="0" nodeType="withEffect">
                                  <p:stCondLst>
                                    <p:cond delay="3000"/>
                                  </p:stCondLst>
                                  <p:childTnLst>
                                    <p:set>
                                      <p:cBhvr>
                                        <p:cTn id="9" dur="1" fill="hold">
                                          <p:stCondLst>
                                            <p:cond delay="0"/>
                                          </p:stCondLst>
                                        </p:cTn>
                                        <p:tgtEl>
                                          <p:spTgt spid="54"/>
                                        </p:tgtEl>
                                        <p:attrNameLst>
                                          <p:attrName>style.visibility</p:attrName>
                                        </p:attrNameLst>
                                      </p:cBhvr>
                                      <p:to>
                                        <p:strVal val="visible"/>
                                      </p:to>
                                    </p:set>
                                    <p:anim calcmode="lin" valueType="num">
                                      <p:cBhvr>
                                        <p:cTn id="10" dur="500" fill="hold"/>
                                        <p:tgtEl>
                                          <p:spTgt spid="54"/>
                                        </p:tgtEl>
                                        <p:attrNameLst>
                                          <p:attrName>ppt_w</p:attrName>
                                        </p:attrNameLst>
                                      </p:cBhvr>
                                      <p:tavLst>
                                        <p:tav tm="0">
                                          <p:val>
                                            <p:fltVal val="0"/>
                                          </p:val>
                                        </p:tav>
                                        <p:tav tm="100000">
                                          <p:val>
                                            <p:strVal val="#ppt_w"/>
                                          </p:val>
                                        </p:tav>
                                      </p:tavLst>
                                    </p:anim>
                                    <p:anim calcmode="lin" valueType="num">
                                      <p:cBhvr>
                                        <p:cTn id="11" dur="500" fill="hold"/>
                                        <p:tgtEl>
                                          <p:spTgt spid="54"/>
                                        </p:tgtEl>
                                        <p:attrNameLst>
                                          <p:attrName>ppt_h</p:attrName>
                                        </p:attrNameLst>
                                      </p:cBhvr>
                                      <p:tavLst>
                                        <p:tav tm="0">
                                          <p:val>
                                            <p:fltVal val="0"/>
                                          </p:val>
                                        </p:tav>
                                        <p:tav tm="100000">
                                          <p:val>
                                            <p:strVal val="#ppt_h"/>
                                          </p:val>
                                        </p:tav>
                                      </p:tavLst>
                                    </p:anim>
                                    <p:animEffect transition="in" filter="fade">
                                      <p:cBhvr>
                                        <p:cTn id="12" dur="500"/>
                                        <p:tgtEl>
                                          <p:spTgt spid="54"/>
                                        </p:tgtEl>
                                      </p:cBhvr>
                                    </p:animEffect>
                                  </p:childTnLst>
                                </p:cTn>
                              </p:par>
                              <p:par>
                                <p:cTn id="13" presetID="22" presetClass="entr" presetSubtype="2" fill="hold" nodeType="withEffect">
                                  <p:stCondLst>
                                    <p:cond delay="3500"/>
                                  </p:stCondLst>
                                  <p:childTnLst>
                                    <p:set>
                                      <p:cBhvr>
                                        <p:cTn id="14" dur="1" fill="hold">
                                          <p:stCondLst>
                                            <p:cond delay="0"/>
                                          </p:stCondLst>
                                        </p:cTn>
                                        <p:tgtEl>
                                          <p:spTgt spid="45"/>
                                        </p:tgtEl>
                                        <p:attrNameLst>
                                          <p:attrName>style.visibility</p:attrName>
                                        </p:attrNameLst>
                                      </p:cBhvr>
                                      <p:to>
                                        <p:strVal val="visible"/>
                                      </p:to>
                                    </p:set>
                                    <p:animEffect transition="in" filter="wipe(right)">
                                      <p:cBhvr>
                                        <p:cTn id="15" dur="500"/>
                                        <p:tgtEl>
                                          <p:spTgt spid="45"/>
                                        </p:tgtEl>
                                      </p:cBhvr>
                                    </p:animEffect>
                                  </p:childTnLst>
                                </p:cTn>
                              </p:par>
                              <p:par>
                                <p:cTn id="16" presetID="22" presetClass="entr" presetSubtype="2" fill="hold" grpId="0" nodeType="withEffect">
                                  <p:stCondLst>
                                    <p:cond delay="4000"/>
                                  </p:stCondLst>
                                  <p:childTnLst>
                                    <p:set>
                                      <p:cBhvr>
                                        <p:cTn id="17" dur="1" fill="hold">
                                          <p:stCondLst>
                                            <p:cond delay="0"/>
                                          </p:stCondLst>
                                        </p:cTn>
                                        <p:tgtEl>
                                          <p:spTgt spid="47"/>
                                        </p:tgtEl>
                                        <p:attrNameLst>
                                          <p:attrName>style.visibility</p:attrName>
                                        </p:attrNameLst>
                                      </p:cBhvr>
                                      <p:to>
                                        <p:strVal val="visible"/>
                                      </p:to>
                                    </p:set>
                                    <p:animEffect transition="in" filter="wipe(right)">
                                      <p:cBhvr>
                                        <p:cTn id="18" dur="1000"/>
                                        <p:tgtEl>
                                          <p:spTgt spid="47"/>
                                        </p:tgtEl>
                                      </p:cBhvr>
                                    </p:animEffect>
                                  </p:childTnLst>
                                </p:cTn>
                              </p:par>
                              <p:par>
                                <p:cTn id="19" presetID="22" presetClass="entr" presetSubtype="1" fill="hold" nodeType="withEffect">
                                  <p:stCondLst>
                                    <p:cond delay="5000"/>
                                  </p:stCondLst>
                                  <p:childTnLst>
                                    <p:set>
                                      <p:cBhvr>
                                        <p:cTn id="20" dur="1" fill="hold">
                                          <p:stCondLst>
                                            <p:cond delay="0"/>
                                          </p:stCondLst>
                                        </p:cTn>
                                        <p:tgtEl>
                                          <p:spTgt spid="56"/>
                                        </p:tgtEl>
                                        <p:attrNameLst>
                                          <p:attrName>style.visibility</p:attrName>
                                        </p:attrNameLst>
                                      </p:cBhvr>
                                      <p:to>
                                        <p:strVal val="visible"/>
                                      </p:to>
                                    </p:set>
                                    <p:animEffect transition="in" filter="wipe(up)">
                                      <p:cBhvr>
                                        <p:cTn id="21" dur="1000"/>
                                        <p:tgtEl>
                                          <p:spTgt spid="56"/>
                                        </p:tgtEl>
                                      </p:cBhvr>
                                    </p:animEffect>
                                  </p:childTnLst>
                                </p:cTn>
                              </p:par>
                              <p:par>
                                <p:cTn id="22" presetID="53" presetClass="entr" presetSubtype="16" fill="hold" grpId="0" nodeType="withEffect">
                                  <p:stCondLst>
                                    <p:cond delay="6000"/>
                                  </p:stCondLst>
                                  <p:childTnLst>
                                    <p:set>
                                      <p:cBhvr>
                                        <p:cTn id="23" dur="1" fill="hold">
                                          <p:stCondLst>
                                            <p:cond delay="0"/>
                                          </p:stCondLst>
                                        </p:cTn>
                                        <p:tgtEl>
                                          <p:spTgt spid="55"/>
                                        </p:tgtEl>
                                        <p:attrNameLst>
                                          <p:attrName>style.visibility</p:attrName>
                                        </p:attrNameLst>
                                      </p:cBhvr>
                                      <p:to>
                                        <p:strVal val="visible"/>
                                      </p:to>
                                    </p:set>
                                    <p:anim calcmode="lin" valueType="num">
                                      <p:cBhvr>
                                        <p:cTn id="24" dur="500" fill="hold"/>
                                        <p:tgtEl>
                                          <p:spTgt spid="55"/>
                                        </p:tgtEl>
                                        <p:attrNameLst>
                                          <p:attrName>ppt_w</p:attrName>
                                        </p:attrNameLst>
                                      </p:cBhvr>
                                      <p:tavLst>
                                        <p:tav tm="0">
                                          <p:val>
                                            <p:fltVal val="0"/>
                                          </p:val>
                                        </p:tav>
                                        <p:tav tm="100000">
                                          <p:val>
                                            <p:strVal val="#ppt_w"/>
                                          </p:val>
                                        </p:tav>
                                      </p:tavLst>
                                    </p:anim>
                                    <p:anim calcmode="lin" valueType="num">
                                      <p:cBhvr>
                                        <p:cTn id="25" dur="500" fill="hold"/>
                                        <p:tgtEl>
                                          <p:spTgt spid="55"/>
                                        </p:tgtEl>
                                        <p:attrNameLst>
                                          <p:attrName>ppt_h</p:attrName>
                                        </p:attrNameLst>
                                      </p:cBhvr>
                                      <p:tavLst>
                                        <p:tav tm="0">
                                          <p:val>
                                            <p:fltVal val="0"/>
                                          </p:val>
                                        </p:tav>
                                        <p:tav tm="100000">
                                          <p:val>
                                            <p:strVal val="#ppt_h"/>
                                          </p:val>
                                        </p:tav>
                                      </p:tavLst>
                                    </p:anim>
                                    <p:animEffect transition="in" filter="fade">
                                      <p:cBhvr>
                                        <p:cTn id="26" dur="500"/>
                                        <p:tgtEl>
                                          <p:spTgt spid="55"/>
                                        </p:tgtEl>
                                      </p:cBhvr>
                                    </p:animEffect>
                                  </p:childTnLst>
                                </p:cTn>
                              </p:par>
                              <p:par>
                                <p:cTn id="27" presetID="22" presetClass="entr" presetSubtype="8" fill="hold" nodeType="withEffect">
                                  <p:stCondLst>
                                    <p:cond delay="6500"/>
                                  </p:stCondLst>
                                  <p:childTnLst>
                                    <p:set>
                                      <p:cBhvr>
                                        <p:cTn id="28" dur="1" fill="hold">
                                          <p:stCondLst>
                                            <p:cond delay="0"/>
                                          </p:stCondLst>
                                        </p:cTn>
                                        <p:tgtEl>
                                          <p:spTgt spid="46"/>
                                        </p:tgtEl>
                                        <p:attrNameLst>
                                          <p:attrName>style.visibility</p:attrName>
                                        </p:attrNameLst>
                                      </p:cBhvr>
                                      <p:to>
                                        <p:strVal val="visible"/>
                                      </p:to>
                                    </p:set>
                                    <p:animEffect transition="in" filter="wipe(left)">
                                      <p:cBhvr>
                                        <p:cTn id="29" dur="500"/>
                                        <p:tgtEl>
                                          <p:spTgt spid="46"/>
                                        </p:tgtEl>
                                      </p:cBhvr>
                                    </p:animEffect>
                                  </p:childTnLst>
                                </p:cTn>
                              </p:par>
                              <p:par>
                                <p:cTn id="30" presetID="22" presetClass="entr" presetSubtype="8" fill="hold" grpId="0" nodeType="withEffect">
                                  <p:stCondLst>
                                    <p:cond delay="7000"/>
                                  </p:stCondLst>
                                  <p:childTnLst>
                                    <p:set>
                                      <p:cBhvr>
                                        <p:cTn id="31" dur="1" fill="hold">
                                          <p:stCondLst>
                                            <p:cond delay="0"/>
                                          </p:stCondLst>
                                        </p:cTn>
                                        <p:tgtEl>
                                          <p:spTgt spid="53"/>
                                        </p:tgtEl>
                                        <p:attrNameLst>
                                          <p:attrName>style.visibility</p:attrName>
                                        </p:attrNameLst>
                                      </p:cBhvr>
                                      <p:to>
                                        <p:strVal val="visible"/>
                                      </p:to>
                                    </p:set>
                                    <p:animEffect transition="in" filter="wipe(left)">
                                      <p:cBhvr>
                                        <p:cTn id="32" dur="1000"/>
                                        <p:tgtEl>
                                          <p:spTgt spid="53"/>
                                        </p:tgtEl>
                                      </p:cBhvr>
                                    </p:animEffect>
                                  </p:childTnLst>
                                </p:cTn>
                              </p:par>
                              <p:par>
                                <p:cTn id="33" presetID="22" presetClass="entr" presetSubtype="1" fill="hold" nodeType="withEffect">
                                  <p:stCondLst>
                                    <p:cond delay="8000"/>
                                  </p:stCondLst>
                                  <p:childTnLst>
                                    <p:set>
                                      <p:cBhvr>
                                        <p:cTn id="34" dur="1" fill="hold">
                                          <p:stCondLst>
                                            <p:cond delay="0"/>
                                          </p:stCondLst>
                                        </p:cTn>
                                        <p:tgtEl>
                                          <p:spTgt spid="57"/>
                                        </p:tgtEl>
                                        <p:attrNameLst>
                                          <p:attrName>style.visibility</p:attrName>
                                        </p:attrNameLst>
                                      </p:cBhvr>
                                      <p:to>
                                        <p:strVal val="visible"/>
                                      </p:to>
                                    </p:set>
                                    <p:animEffect transition="in" filter="wipe(up)">
                                      <p:cBhvr>
                                        <p:cTn id="35" dur="1000"/>
                                        <p:tgtEl>
                                          <p:spTgt spid="57"/>
                                        </p:tgtEl>
                                      </p:cBhvr>
                                    </p:animEffect>
                                  </p:childTnLst>
                                </p:cTn>
                              </p:par>
                              <p:par>
                                <p:cTn id="36" presetID="53" presetClass="entr" presetSubtype="16" fill="hold" grpId="0" nodeType="withEffect">
                                  <p:stCondLst>
                                    <p:cond delay="9000"/>
                                  </p:stCondLst>
                                  <p:childTnLst>
                                    <p:set>
                                      <p:cBhvr>
                                        <p:cTn id="37" dur="1" fill="hold">
                                          <p:stCondLst>
                                            <p:cond delay="0"/>
                                          </p:stCondLst>
                                        </p:cTn>
                                        <p:tgtEl>
                                          <p:spTgt spid="2"/>
                                        </p:tgtEl>
                                        <p:attrNameLst>
                                          <p:attrName>style.visibility</p:attrName>
                                        </p:attrNameLst>
                                      </p:cBhvr>
                                      <p:to>
                                        <p:strVal val="visible"/>
                                      </p:to>
                                    </p:set>
                                    <p:anim calcmode="lin" valueType="num">
                                      <p:cBhvr>
                                        <p:cTn id="38" dur="500" fill="hold"/>
                                        <p:tgtEl>
                                          <p:spTgt spid="2"/>
                                        </p:tgtEl>
                                        <p:attrNameLst>
                                          <p:attrName>ppt_w</p:attrName>
                                        </p:attrNameLst>
                                      </p:cBhvr>
                                      <p:tavLst>
                                        <p:tav tm="0">
                                          <p:val>
                                            <p:fltVal val="0"/>
                                          </p:val>
                                        </p:tav>
                                        <p:tav tm="100000">
                                          <p:val>
                                            <p:strVal val="#ppt_w"/>
                                          </p:val>
                                        </p:tav>
                                      </p:tavLst>
                                    </p:anim>
                                    <p:anim calcmode="lin" valueType="num">
                                      <p:cBhvr>
                                        <p:cTn id="39" dur="500" fill="hold"/>
                                        <p:tgtEl>
                                          <p:spTgt spid="2"/>
                                        </p:tgtEl>
                                        <p:attrNameLst>
                                          <p:attrName>ppt_h</p:attrName>
                                        </p:attrNameLst>
                                      </p:cBhvr>
                                      <p:tavLst>
                                        <p:tav tm="0">
                                          <p:val>
                                            <p:fltVal val="0"/>
                                          </p:val>
                                        </p:tav>
                                        <p:tav tm="100000">
                                          <p:val>
                                            <p:strVal val="#ppt_h"/>
                                          </p:val>
                                        </p:tav>
                                      </p:tavLst>
                                    </p:anim>
                                    <p:animEffect transition="in" filter="fade">
                                      <p:cBhvr>
                                        <p:cTn id="40" dur="500"/>
                                        <p:tgtEl>
                                          <p:spTgt spid="2"/>
                                        </p:tgtEl>
                                      </p:cBhvr>
                                    </p:animEffect>
                                  </p:childTnLst>
                                </p:cTn>
                              </p:par>
                              <p:par>
                                <p:cTn id="41" presetID="22" presetClass="entr" presetSubtype="2" fill="hold" nodeType="withEffect">
                                  <p:stCondLst>
                                    <p:cond delay="9500"/>
                                  </p:stCondLst>
                                  <p:childTnLst>
                                    <p:set>
                                      <p:cBhvr>
                                        <p:cTn id="42" dur="1" fill="hold">
                                          <p:stCondLst>
                                            <p:cond delay="0"/>
                                          </p:stCondLst>
                                        </p:cTn>
                                        <p:tgtEl>
                                          <p:spTgt spid="58"/>
                                        </p:tgtEl>
                                        <p:attrNameLst>
                                          <p:attrName>style.visibility</p:attrName>
                                        </p:attrNameLst>
                                      </p:cBhvr>
                                      <p:to>
                                        <p:strVal val="visible"/>
                                      </p:to>
                                    </p:set>
                                    <p:animEffect transition="in" filter="wipe(right)">
                                      <p:cBhvr>
                                        <p:cTn id="43" dur="500"/>
                                        <p:tgtEl>
                                          <p:spTgt spid="58"/>
                                        </p:tgtEl>
                                      </p:cBhvr>
                                    </p:animEffect>
                                  </p:childTnLst>
                                </p:cTn>
                              </p:par>
                              <p:par>
                                <p:cTn id="44" presetID="22" presetClass="entr" presetSubtype="2" fill="hold" grpId="0" nodeType="withEffect">
                                  <p:stCondLst>
                                    <p:cond delay="10000"/>
                                  </p:stCondLst>
                                  <p:childTnLst>
                                    <p:set>
                                      <p:cBhvr>
                                        <p:cTn id="45" dur="1" fill="hold">
                                          <p:stCondLst>
                                            <p:cond delay="0"/>
                                          </p:stCondLst>
                                        </p:cTn>
                                        <p:tgtEl>
                                          <p:spTgt spid="59"/>
                                        </p:tgtEl>
                                        <p:attrNameLst>
                                          <p:attrName>style.visibility</p:attrName>
                                        </p:attrNameLst>
                                      </p:cBhvr>
                                      <p:to>
                                        <p:strVal val="visible"/>
                                      </p:to>
                                    </p:set>
                                    <p:animEffect transition="in" filter="wipe(right)">
                                      <p:cBhvr>
                                        <p:cTn id="46" dur="1000"/>
                                        <p:tgtEl>
                                          <p:spTgt spid="59"/>
                                        </p:tgtEl>
                                      </p:cBhvr>
                                    </p:animEffect>
                                  </p:childTnLst>
                                </p:cTn>
                              </p:par>
                              <p:par>
                                <p:cTn id="47" presetID="22" presetClass="entr" presetSubtype="1" fill="hold" nodeType="withEffect">
                                  <p:stCondLst>
                                    <p:cond delay="11000"/>
                                  </p:stCondLst>
                                  <p:childTnLst>
                                    <p:set>
                                      <p:cBhvr>
                                        <p:cTn id="48" dur="1" fill="hold">
                                          <p:stCondLst>
                                            <p:cond delay="0"/>
                                          </p:stCondLst>
                                        </p:cTn>
                                        <p:tgtEl>
                                          <p:spTgt spid="60"/>
                                        </p:tgtEl>
                                        <p:attrNameLst>
                                          <p:attrName>style.visibility</p:attrName>
                                        </p:attrNameLst>
                                      </p:cBhvr>
                                      <p:to>
                                        <p:strVal val="visible"/>
                                      </p:to>
                                    </p:set>
                                    <p:animEffect transition="in" filter="wipe(up)">
                                      <p:cBhvr>
                                        <p:cTn id="49" dur="10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3" grpId="0"/>
      <p:bldP spid="54" grpId="0"/>
      <p:bldP spid="55" grpId="0"/>
      <p:bldP spid="2" grpId="0"/>
      <p:bldP spid="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Straight Connector 43"/>
          <p:cNvCxnSpPr/>
          <p:nvPr/>
        </p:nvCxnSpPr>
        <p:spPr>
          <a:xfrm>
            <a:off x="6150197" y="-8249"/>
            <a:ext cx="0" cy="979124"/>
          </a:xfrm>
          <a:prstGeom prst="line">
            <a:avLst/>
          </a:prstGeom>
          <a:ln w="101600" cmpd="dbl">
            <a:solidFill>
              <a:schemeClr val="bg2">
                <a:lumMod val="75000"/>
              </a:schemeClr>
            </a:solidFill>
            <a:prstDash val="solid"/>
            <a:headEnd type="none" w="lg" len="lg"/>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6527468" y="1358052"/>
            <a:ext cx="1079719" cy="3214"/>
          </a:xfrm>
          <a:prstGeom prst="line">
            <a:avLst/>
          </a:prstGeom>
          <a:ln w="25400">
            <a:solidFill>
              <a:schemeClr val="bg1">
                <a:lumMod val="75000"/>
              </a:schemeClr>
            </a:solidFill>
            <a:prstDash val="solid"/>
            <a:headEnd type="oval" w="med" len="med"/>
            <a:tailEnd type="oval" w="lg" len="lg"/>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4698412" y="3136372"/>
            <a:ext cx="1079719" cy="3214"/>
          </a:xfrm>
          <a:prstGeom prst="line">
            <a:avLst/>
          </a:prstGeom>
          <a:ln w="25400">
            <a:solidFill>
              <a:schemeClr val="bg1">
                <a:lumMod val="75000"/>
              </a:schemeClr>
            </a:solidFill>
            <a:prstDash val="solid"/>
            <a:headEnd type="oval" w="lg" len="lg"/>
            <a:tailEnd type="oval" w="med" len="med"/>
          </a:ln>
        </p:spPr>
        <p:style>
          <a:lnRef idx="1">
            <a:schemeClr val="accent1"/>
          </a:lnRef>
          <a:fillRef idx="0">
            <a:schemeClr val="accent1"/>
          </a:fillRef>
          <a:effectRef idx="0">
            <a:schemeClr val="accent1"/>
          </a:effectRef>
          <a:fontRef idx="minor">
            <a:schemeClr val="tx1"/>
          </a:fontRef>
        </p:style>
      </p:cxnSp>
      <p:sp>
        <p:nvSpPr>
          <p:cNvPr id="47" name="Content Placeholder 2"/>
          <p:cNvSpPr txBox="1">
            <a:spLocks/>
          </p:cNvSpPr>
          <p:nvPr/>
        </p:nvSpPr>
        <p:spPr>
          <a:xfrm>
            <a:off x="7685685" y="1216135"/>
            <a:ext cx="3245106" cy="1000822"/>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fontAlgn="auto">
              <a:defRPr/>
            </a:pPr>
            <a:r>
              <a:rPr lang="id-ID" sz="1600" dirty="0">
                <a:solidFill>
                  <a:schemeClr val="accent6"/>
                </a:solidFill>
                <a:ea typeface="Roboto" panose="02000000000000000000" pitchFamily="2" charset="0"/>
              </a:rPr>
              <a:t>Data and Analisys</a:t>
            </a:r>
            <a:endParaRPr lang="id-ID" sz="1400" i="1" dirty="0">
              <a:solidFill>
                <a:schemeClr val="accent6"/>
              </a:solidFill>
              <a:ea typeface="Roboto" panose="02000000000000000000" pitchFamily="2" charset="0"/>
            </a:endParaRPr>
          </a:p>
          <a:p>
            <a:pPr algn="l" fontAlgn="auto">
              <a:defRPr/>
            </a:pPr>
            <a:r>
              <a:rPr lang="id-ID" sz="1100" dirty="0">
                <a:solidFill>
                  <a:schemeClr val="bg1">
                    <a:lumMod val="75000"/>
                  </a:schemeClr>
                </a:solidFill>
                <a:ea typeface="Roboto" panose="02000000000000000000" pitchFamily="2" charset="0"/>
              </a:rPr>
              <a:t>Fusce som libero topi sombrero bikinan meksiko</a:t>
            </a:r>
            <a:r>
              <a:rPr lang="en-US" sz="1100" dirty="0">
                <a:solidFill>
                  <a:schemeClr val="bg1">
                    <a:lumMod val="75000"/>
                  </a:schemeClr>
                </a:solidFill>
                <a:ea typeface="Roboto" panose="02000000000000000000" pitchFamily="2" charset="0"/>
              </a:rPr>
              <a:t> when an unknown printer took a galley of type and scrambled it to make a type specimen book. </a:t>
            </a:r>
            <a:endParaRPr lang="id-ID" sz="1100" dirty="0">
              <a:solidFill>
                <a:schemeClr val="bg1">
                  <a:lumMod val="75000"/>
                </a:schemeClr>
              </a:solidFill>
              <a:ea typeface="Roboto" panose="02000000000000000000" pitchFamily="2" charset="0"/>
            </a:endParaRPr>
          </a:p>
        </p:txBody>
      </p:sp>
      <p:sp>
        <p:nvSpPr>
          <p:cNvPr id="53" name="Content Placeholder 2"/>
          <p:cNvSpPr txBox="1">
            <a:spLocks/>
          </p:cNvSpPr>
          <p:nvPr/>
        </p:nvSpPr>
        <p:spPr>
          <a:xfrm>
            <a:off x="1404573" y="2942915"/>
            <a:ext cx="3245106" cy="1000822"/>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fontAlgn="auto">
              <a:defRPr/>
            </a:pPr>
            <a:r>
              <a:rPr lang="id-ID" sz="1600" dirty="0">
                <a:solidFill>
                  <a:schemeClr val="accent4">
                    <a:lumMod val="75000"/>
                  </a:schemeClr>
                </a:solidFill>
                <a:ea typeface="Roboto" panose="02000000000000000000" pitchFamily="2" charset="0"/>
              </a:rPr>
              <a:t>Chart and Infographic</a:t>
            </a:r>
            <a:endParaRPr lang="id-ID" sz="1400" i="1" dirty="0">
              <a:solidFill>
                <a:schemeClr val="accent4">
                  <a:lumMod val="75000"/>
                </a:schemeClr>
              </a:solidFill>
              <a:ea typeface="Roboto" panose="02000000000000000000" pitchFamily="2" charset="0"/>
            </a:endParaRPr>
          </a:p>
          <a:p>
            <a:pPr fontAlgn="auto">
              <a:defRPr/>
            </a:pPr>
            <a:r>
              <a:rPr lang="id-ID" sz="1100" dirty="0">
                <a:solidFill>
                  <a:schemeClr val="bg1">
                    <a:lumMod val="75000"/>
                  </a:schemeClr>
                </a:solidFill>
                <a:ea typeface="Roboto" panose="02000000000000000000" pitchFamily="2" charset="0"/>
              </a:rPr>
              <a:t>Fusce som libero topi sombrero bikinan meksiko</a:t>
            </a:r>
            <a:r>
              <a:rPr lang="en-US" sz="1100" dirty="0">
                <a:solidFill>
                  <a:schemeClr val="bg1">
                    <a:lumMod val="75000"/>
                  </a:schemeClr>
                </a:solidFill>
                <a:ea typeface="Roboto" panose="02000000000000000000" pitchFamily="2" charset="0"/>
              </a:rPr>
              <a:t> when an unknown printer took a galley of type and scrambled it to make a type specimen book. </a:t>
            </a:r>
            <a:endParaRPr lang="id-ID" sz="1100" dirty="0">
              <a:solidFill>
                <a:schemeClr val="bg1">
                  <a:lumMod val="75000"/>
                </a:schemeClr>
              </a:solidFill>
              <a:ea typeface="Roboto" panose="02000000000000000000" pitchFamily="2" charset="0"/>
            </a:endParaRPr>
          </a:p>
        </p:txBody>
      </p:sp>
      <p:sp>
        <p:nvSpPr>
          <p:cNvPr id="54" name="Freeform 53"/>
          <p:cNvSpPr/>
          <p:nvPr/>
        </p:nvSpPr>
        <p:spPr>
          <a:xfrm>
            <a:off x="5821661" y="1114771"/>
            <a:ext cx="684269" cy="492990"/>
          </a:xfrm>
          <a:custGeom>
            <a:avLst/>
            <a:gdLst>
              <a:gd name="connsiteX0" fmla="*/ 0 w 1799993"/>
              <a:gd name="connsiteY0" fmla="*/ 899997 h 1799993"/>
              <a:gd name="connsiteX1" fmla="*/ 899997 w 1799993"/>
              <a:gd name="connsiteY1" fmla="*/ 0 h 1799993"/>
              <a:gd name="connsiteX2" fmla="*/ 1799994 w 1799993"/>
              <a:gd name="connsiteY2" fmla="*/ 899997 h 1799993"/>
              <a:gd name="connsiteX3" fmla="*/ 899997 w 1799993"/>
              <a:gd name="connsiteY3" fmla="*/ 1799994 h 1799993"/>
              <a:gd name="connsiteX4" fmla="*/ 0 w 1799993"/>
              <a:gd name="connsiteY4" fmla="*/ 899997 h 179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9993" h="1799993">
                <a:moveTo>
                  <a:pt x="0" y="899997"/>
                </a:moveTo>
                <a:cubicBezTo>
                  <a:pt x="0" y="402942"/>
                  <a:pt x="402942" y="0"/>
                  <a:pt x="899997" y="0"/>
                </a:cubicBezTo>
                <a:cubicBezTo>
                  <a:pt x="1397052" y="0"/>
                  <a:pt x="1799994" y="402942"/>
                  <a:pt x="1799994" y="899997"/>
                </a:cubicBezTo>
                <a:cubicBezTo>
                  <a:pt x="1799994" y="1397052"/>
                  <a:pt x="1397052" y="1799994"/>
                  <a:pt x="899997" y="1799994"/>
                </a:cubicBezTo>
                <a:cubicBezTo>
                  <a:pt x="402942" y="1799994"/>
                  <a:pt x="0" y="1397052"/>
                  <a:pt x="0" y="899997"/>
                </a:cubicBezTo>
                <a:close/>
              </a:path>
            </a:pathLst>
          </a:custGeom>
          <a:noFill/>
          <a:ln w="25400">
            <a:noFill/>
          </a:ln>
        </p:spPr>
        <p:style>
          <a:lnRef idx="2">
            <a:scrgbClr r="0" g="0" b="0"/>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406558" tIns="319400" rIns="406558" bIns="319400" numCol="1" spcCol="1270" anchor="ctr" anchorCtr="0">
            <a:noAutofit/>
          </a:bodyPr>
          <a:lstStyle/>
          <a:p>
            <a:pPr algn="ctr" defTabSz="1955213">
              <a:lnSpc>
                <a:spcPct val="90000"/>
              </a:lnSpc>
              <a:spcBef>
                <a:spcPct val="0"/>
              </a:spcBef>
              <a:spcAft>
                <a:spcPct val="35000"/>
              </a:spcAft>
            </a:pPr>
            <a:r>
              <a:rPr lang="en-US" sz="3999" dirty="0">
                <a:solidFill>
                  <a:srgbClr val="92D050"/>
                </a:solidFill>
                <a:latin typeface="Simple-Line-Icons" panose="02000503000000000000" pitchFamily="2" charset="2"/>
              </a:rPr>
              <a:t></a:t>
            </a:r>
            <a:endParaRPr lang="id-ID" sz="3999" dirty="0">
              <a:solidFill>
                <a:srgbClr val="92D050"/>
              </a:solidFill>
              <a:latin typeface="Simple-Line-Icons" panose="02000503000000000000" pitchFamily="2" charset="2"/>
            </a:endParaRPr>
          </a:p>
        </p:txBody>
      </p:sp>
      <p:sp>
        <p:nvSpPr>
          <p:cNvPr id="55" name="Freeform 54"/>
          <p:cNvSpPr/>
          <p:nvPr/>
        </p:nvSpPr>
        <p:spPr>
          <a:xfrm>
            <a:off x="5814216" y="2850943"/>
            <a:ext cx="684269" cy="492990"/>
          </a:xfrm>
          <a:custGeom>
            <a:avLst/>
            <a:gdLst>
              <a:gd name="connsiteX0" fmla="*/ 0 w 1799993"/>
              <a:gd name="connsiteY0" fmla="*/ 899997 h 1799993"/>
              <a:gd name="connsiteX1" fmla="*/ 899997 w 1799993"/>
              <a:gd name="connsiteY1" fmla="*/ 0 h 1799993"/>
              <a:gd name="connsiteX2" fmla="*/ 1799994 w 1799993"/>
              <a:gd name="connsiteY2" fmla="*/ 899997 h 1799993"/>
              <a:gd name="connsiteX3" fmla="*/ 899997 w 1799993"/>
              <a:gd name="connsiteY3" fmla="*/ 1799994 h 1799993"/>
              <a:gd name="connsiteX4" fmla="*/ 0 w 1799993"/>
              <a:gd name="connsiteY4" fmla="*/ 899997 h 179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9993" h="1799993">
                <a:moveTo>
                  <a:pt x="0" y="899997"/>
                </a:moveTo>
                <a:cubicBezTo>
                  <a:pt x="0" y="402942"/>
                  <a:pt x="402942" y="0"/>
                  <a:pt x="899997" y="0"/>
                </a:cubicBezTo>
                <a:cubicBezTo>
                  <a:pt x="1397052" y="0"/>
                  <a:pt x="1799994" y="402942"/>
                  <a:pt x="1799994" y="899997"/>
                </a:cubicBezTo>
                <a:cubicBezTo>
                  <a:pt x="1799994" y="1397052"/>
                  <a:pt x="1397052" y="1799994"/>
                  <a:pt x="899997" y="1799994"/>
                </a:cubicBezTo>
                <a:cubicBezTo>
                  <a:pt x="402942" y="1799994"/>
                  <a:pt x="0" y="1397052"/>
                  <a:pt x="0" y="899997"/>
                </a:cubicBezTo>
                <a:close/>
              </a:path>
            </a:pathLst>
          </a:custGeom>
          <a:noFill/>
          <a:ln w="25400">
            <a:noFill/>
          </a:ln>
        </p:spPr>
        <p:style>
          <a:lnRef idx="2">
            <a:scrgbClr r="0" g="0" b="0"/>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406558" tIns="319400" rIns="406558" bIns="319400" numCol="1" spcCol="1270" anchor="ctr" anchorCtr="0">
            <a:noAutofit/>
          </a:bodyPr>
          <a:lstStyle/>
          <a:p>
            <a:pPr algn="ctr" defTabSz="1955213">
              <a:lnSpc>
                <a:spcPct val="90000"/>
              </a:lnSpc>
              <a:spcBef>
                <a:spcPct val="0"/>
              </a:spcBef>
              <a:spcAft>
                <a:spcPct val="35000"/>
              </a:spcAft>
            </a:pPr>
            <a:r>
              <a:rPr lang="en-US" sz="3199" dirty="0">
                <a:solidFill>
                  <a:srgbClr val="00B050"/>
                </a:solidFill>
                <a:latin typeface="Simple-Line-Icons" panose="02000503000000000000" pitchFamily="2" charset="2"/>
              </a:rPr>
              <a:t></a:t>
            </a:r>
            <a:endParaRPr lang="id-ID" sz="4399" dirty="0">
              <a:solidFill>
                <a:srgbClr val="00B050"/>
              </a:solidFill>
              <a:latin typeface="Simple-Line-Icons" panose="02000503000000000000" pitchFamily="2" charset="2"/>
            </a:endParaRPr>
          </a:p>
        </p:txBody>
      </p:sp>
      <p:cxnSp>
        <p:nvCxnSpPr>
          <p:cNvPr id="56" name="Straight Connector 55"/>
          <p:cNvCxnSpPr/>
          <p:nvPr/>
        </p:nvCxnSpPr>
        <p:spPr>
          <a:xfrm>
            <a:off x="6150197" y="1754930"/>
            <a:ext cx="0" cy="979124"/>
          </a:xfrm>
          <a:prstGeom prst="line">
            <a:avLst/>
          </a:prstGeom>
          <a:ln w="101600" cmpd="dbl">
            <a:solidFill>
              <a:schemeClr val="bg2">
                <a:lumMod val="75000"/>
              </a:schemeClr>
            </a:solidFill>
            <a:prstDash val="solid"/>
            <a:headEnd type="none" w="lg" len="lg"/>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6156350" y="3409931"/>
            <a:ext cx="0" cy="1549510"/>
          </a:xfrm>
          <a:prstGeom prst="line">
            <a:avLst/>
          </a:prstGeom>
          <a:ln w="101600" cmpd="dbl">
            <a:solidFill>
              <a:schemeClr val="bg2">
                <a:lumMod val="75000"/>
              </a:schemeClr>
            </a:solidFill>
            <a:prstDash val="solid"/>
            <a:headEnd type="none" w="lg" len="lg"/>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5803732" y="4959605"/>
            <a:ext cx="697445" cy="707702"/>
          </a:xfrm>
          <a:prstGeom prst="rect">
            <a:avLst/>
          </a:prstGeom>
        </p:spPr>
        <p:txBody>
          <a:bodyPr wrap="none">
            <a:spAutoFit/>
          </a:bodyPr>
          <a:lstStyle/>
          <a:p>
            <a:pPr algn="ctr"/>
            <a:r>
              <a:rPr lang="en-US" sz="3999" dirty="0">
                <a:solidFill>
                  <a:srgbClr val="002060"/>
                </a:solidFill>
                <a:latin typeface="Simple-Line-Icons" panose="02000503000000000000" pitchFamily="2" charset="2"/>
              </a:rPr>
              <a:t></a:t>
            </a:r>
            <a:endParaRPr lang="id-ID" sz="4799" dirty="0">
              <a:solidFill>
                <a:srgbClr val="002060"/>
              </a:solidFill>
              <a:latin typeface="Simple-Line-Icons" panose="02000503000000000000" pitchFamily="2" charset="2"/>
            </a:endParaRPr>
          </a:p>
        </p:txBody>
      </p:sp>
      <p:cxnSp>
        <p:nvCxnSpPr>
          <p:cNvPr id="58" name="Straight Connector 57"/>
          <p:cNvCxnSpPr/>
          <p:nvPr/>
        </p:nvCxnSpPr>
        <p:spPr>
          <a:xfrm>
            <a:off x="6527468" y="5299230"/>
            <a:ext cx="1079719" cy="3214"/>
          </a:xfrm>
          <a:prstGeom prst="line">
            <a:avLst/>
          </a:prstGeom>
          <a:ln w="25400">
            <a:solidFill>
              <a:schemeClr val="bg1">
                <a:lumMod val="75000"/>
              </a:schemeClr>
            </a:solidFill>
            <a:prstDash val="solid"/>
            <a:headEnd type="oval" w="med" len="med"/>
            <a:tailEnd type="oval" w="lg" len="lg"/>
          </a:ln>
        </p:spPr>
        <p:style>
          <a:lnRef idx="1">
            <a:schemeClr val="accent1"/>
          </a:lnRef>
          <a:fillRef idx="0">
            <a:schemeClr val="accent1"/>
          </a:fillRef>
          <a:effectRef idx="0">
            <a:schemeClr val="accent1"/>
          </a:effectRef>
          <a:fontRef idx="minor">
            <a:schemeClr val="tx1"/>
          </a:fontRef>
        </p:style>
      </p:cxnSp>
      <p:sp>
        <p:nvSpPr>
          <p:cNvPr id="59" name="Content Placeholder 2"/>
          <p:cNvSpPr txBox="1">
            <a:spLocks/>
          </p:cNvSpPr>
          <p:nvPr/>
        </p:nvSpPr>
        <p:spPr>
          <a:xfrm>
            <a:off x="7685684" y="5135352"/>
            <a:ext cx="3245106" cy="1000822"/>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fontAlgn="auto">
              <a:defRPr/>
            </a:pPr>
            <a:r>
              <a:rPr lang="id-ID" sz="1600" dirty="0">
                <a:solidFill>
                  <a:schemeClr val="accent2">
                    <a:lumMod val="50000"/>
                  </a:schemeClr>
                </a:solidFill>
                <a:ea typeface="Roboto" panose="02000000000000000000" pitchFamily="2" charset="0"/>
              </a:rPr>
              <a:t>Portfolio Sample</a:t>
            </a:r>
            <a:endParaRPr lang="id-ID" sz="1400" i="1" dirty="0">
              <a:solidFill>
                <a:schemeClr val="accent2">
                  <a:lumMod val="50000"/>
                </a:schemeClr>
              </a:solidFill>
              <a:ea typeface="Roboto" panose="02000000000000000000" pitchFamily="2" charset="0"/>
            </a:endParaRPr>
          </a:p>
          <a:p>
            <a:pPr algn="l" fontAlgn="auto">
              <a:defRPr/>
            </a:pPr>
            <a:r>
              <a:rPr lang="id-ID" sz="1100" dirty="0">
                <a:solidFill>
                  <a:schemeClr val="bg1">
                    <a:lumMod val="75000"/>
                  </a:schemeClr>
                </a:solidFill>
                <a:ea typeface="Roboto" panose="02000000000000000000" pitchFamily="2" charset="0"/>
              </a:rPr>
              <a:t>Fusce som libero topi sombrero bikinan meksiko</a:t>
            </a:r>
            <a:r>
              <a:rPr lang="en-US" sz="1100" dirty="0">
                <a:solidFill>
                  <a:schemeClr val="bg1">
                    <a:lumMod val="75000"/>
                  </a:schemeClr>
                </a:solidFill>
                <a:ea typeface="Roboto" panose="02000000000000000000" pitchFamily="2" charset="0"/>
              </a:rPr>
              <a:t> when an unknown printer took a galley of type and scrambled it to make a type specimen book. </a:t>
            </a:r>
            <a:endParaRPr lang="id-ID" sz="1100" dirty="0">
              <a:solidFill>
                <a:schemeClr val="bg1">
                  <a:lumMod val="75000"/>
                </a:schemeClr>
              </a:solidFill>
              <a:ea typeface="Roboto" panose="02000000000000000000" pitchFamily="2" charset="0"/>
            </a:endParaRPr>
          </a:p>
        </p:txBody>
      </p:sp>
      <p:cxnSp>
        <p:nvCxnSpPr>
          <p:cNvPr id="60" name="Straight Connector 59"/>
          <p:cNvCxnSpPr/>
          <p:nvPr/>
        </p:nvCxnSpPr>
        <p:spPr>
          <a:xfrm>
            <a:off x="6150197" y="5688815"/>
            <a:ext cx="0" cy="771494"/>
          </a:xfrm>
          <a:prstGeom prst="line">
            <a:avLst/>
          </a:prstGeom>
          <a:ln w="101600" cmpd="dbl">
            <a:solidFill>
              <a:schemeClr val="bg2">
                <a:lumMod val="75000"/>
              </a:schemeClr>
            </a:solidFill>
            <a:prstDash val="solid"/>
            <a:head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7170159"/>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2000"/>
                                  </p:stCondLst>
                                  <p:childTnLst>
                                    <p:set>
                                      <p:cBhvr>
                                        <p:cTn id="6" dur="1" fill="hold">
                                          <p:stCondLst>
                                            <p:cond delay="0"/>
                                          </p:stCondLst>
                                        </p:cTn>
                                        <p:tgtEl>
                                          <p:spTgt spid="44"/>
                                        </p:tgtEl>
                                        <p:attrNameLst>
                                          <p:attrName>style.visibility</p:attrName>
                                        </p:attrNameLst>
                                      </p:cBhvr>
                                      <p:to>
                                        <p:strVal val="visible"/>
                                      </p:to>
                                    </p:set>
                                    <p:animEffect transition="in" filter="wipe(up)">
                                      <p:cBhvr>
                                        <p:cTn id="7" dur="1000"/>
                                        <p:tgtEl>
                                          <p:spTgt spid="44"/>
                                        </p:tgtEl>
                                      </p:cBhvr>
                                    </p:animEffect>
                                  </p:childTnLst>
                                </p:cTn>
                              </p:par>
                              <p:par>
                                <p:cTn id="8" presetID="53" presetClass="entr" presetSubtype="16" fill="hold" grpId="0" nodeType="withEffect">
                                  <p:stCondLst>
                                    <p:cond delay="3000"/>
                                  </p:stCondLst>
                                  <p:childTnLst>
                                    <p:set>
                                      <p:cBhvr>
                                        <p:cTn id="9" dur="1" fill="hold">
                                          <p:stCondLst>
                                            <p:cond delay="0"/>
                                          </p:stCondLst>
                                        </p:cTn>
                                        <p:tgtEl>
                                          <p:spTgt spid="54"/>
                                        </p:tgtEl>
                                        <p:attrNameLst>
                                          <p:attrName>style.visibility</p:attrName>
                                        </p:attrNameLst>
                                      </p:cBhvr>
                                      <p:to>
                                        <p:strVal val="visible"/>
                                      </p:to>
                                    </p:set>
                                    <p:anim calcmode="lin" valueType="num">
                                      <p:cBhvr>
                                        <p:cTn id="10" dur="500" fill="hold"/>
                                        <p:tgtEl>
                                          <p:spTgt spid="54"/>
                                        </p:tgtEl>
                                        <p:attrNameLst>
                                          <p:attrName>ppt_w</p:attrName>
                                        </p:attrNameLst>
                                      </p:cBhvr>
                                      <p:tavLst>
                                        <p:tav tm="0">
                                          <p:val>
                                            <p:fltVal val="0"/>
                                          </p:val>
                                        </p:tav>
                                        <p:tav tm="100000">
                                          <p:val>
                                            <p:strVal val="#ppt_w"/>
                                          </p:val>
                                        </p:tav>
                                      </p:tavLst>
                                    </p:anim>
                                    <p:anim calcmode="lin" valueType="num">
                                      <p:cBhvr>
                                        <p:cTn id="11" dur="500" fill="hold"/>
                                        <p:tgtEl>
                                          <p:spTgt spid="54"/>
                                        </p:tgtEl>
                                        <p:attrNameLst>
                                          <p:attrName>ppt_h</p:attrName>
                                        </p:attrNameLst>
                                      </p:cBhvr>
                                      <p:tavLst>
                                        <p:tav tm="0">
                                          <p:val>
                                            <p:fltVal val="0"/>
                                          </p:val>
                                        </p:tav>
                                        <p:tav tm="100000">
                                          <p:val>
                                            <p:strVal val="#ppt_h"/>
                                          </p:val>
                                        </p:tav>
                                      </p:tavLst>
                                    </p:anim>
                                    <p:animEffect transition="in" filter="fade">
                                      <p:cBhvr>
                                        <p:cTn id="12" dur="500"/>
                                        <p:tgtEl>
                                          <p:spTgt spid="54"/>
                                        </p:tgtEl>
                                      </p:cBhvr>
                                    </p:animEffect>
                                  </p:childTnLst>
                                </p:cTn>
                              </p:par>
                              <p:par>
                                <p:cTn id="13" presetID="22" presetClass="entr" presetSubtype="8" fill="hold" nodeType="withEffect">
                                  <p:stCondLst>
                                    <p:cond delay="3500"/>
                                  </p:stCondLst>
                                  <p:childTnLst>
                                    <p:set>
                                      <p:cBhvr>
                                        <p:cTn id="14" dur="1" fill="hold">
                                          <p:stCondLst>
                                            <p:cond delay="0"/>
                                          </p:stCondLst>
                                        </p:cTn>
                                        <p:tgtEl>
                                          <p:spTgt spid="45"/>
                                        </p:tgtEl>
                                        <p:attrNameLst>
                                          <p:attrName>style.visibility</p:attrName>
                                        </p:attrNameLst>
                                      </p:cBhvr>
                                      <p:to>
                                        <p:strVal val="visible"/>
                                      </p:to>
                                    </p:set>
                                    <p:animEffect transition="in" filter="wipe(left)">
                                      <p:cBhvr>
                                        <p:cTn id="15" dur="500"/>
                                        <p:tgtEl>
                                          <p:spTgt spid="45"/>
                                        </p:tgtEl>
                                      </p:cBhvr>
                                    </p:animEffect>
                                  </p:childTnLst>
                                </p:cTn>
                              </p:par>
                              <p:par>
                                <p:cTn id="16" presetID="22" presetClass="entr" presetSubtype="8" fill="hold" grpId="0" nodeType="withEffect">
                                  <p:stCondLst>
                                    <p:cond delay="4000"/>
                                  </p:stCondLst>
                                  <p:childTnLst>
                                    <p:set>
                                      <p:cBhvr>
                                        <p:cTn id="17" dur="1" fill="hold">
                                          <p:stCondLst>
                                            <p:cond delay="0"/>
                                          </p:stCondLst>
                                        </p:cTn>
                                        <p:tgtEl>
                                          <p:spTgt spid="47"/>
                                        </p:tgtEl>
                                        <p:attrNameLst>
                                          <p:attrName>style.visibility</p:attrName>
                                        </p:attrNameLst>
                                      </p:cBhvr>
                                      <p:to>
                                        <p:strVal val="visible"/>
                                      </p:to>
                                    </p:set>
                                    <p:animEffect transition="in" filter="wipe(left)">
                                      <p:cBhvr>
                                        <p:cTn id="18" dur="1000"/>
                                        <p:tgtEl>
                                          <p:spTgt spid="47"/>
                                        </p:tgtEl>
                                      </p:cBhvr>
                                    </p:animEffect>
                                  </p:childTnLst>
                                </p:cTn>
                              </p:par>
                              <p:par>
                                <p:cTn id="19" presetID="22" presetClass="entr" presetSubtype="1" fill="hold" nodeType="withEffect">
                                  <p:stCondLst>
                                    <p:cond delay="5000"/>
                                  </p:stCondLst>
                                  <p:childTnLst>
                                    <p:set>
                                      <p:cBhvr>
                                        <p:cTn id="20" dur="1" fill="hold">
                                          <p:stCondLst>
                                            <p:cond delay="0"/>
                                          </p:stCondLst>
                                        </p:cTn>
                                        <p:tgtEl>
                                          <p:spTgt spid="56"/>
                                        </p:tgtEl>
                                        <p:attrNameLst>
                                          <p:attrName>style.visibility</p:attrName>
                                        </p:attrNameLst>
                                      </p:cBhvr>
                                      <p:to>
                                        <p:strVal val="visible"/>
                                      </p:to>
                                    </p:set>
                                    <p:animEffect transition="in" filter="wipe(up)">
                                      <p:cBhvr>
                                        <p:cTn id="21" dur="1000"/>
                                        <p:tgtEl>
                                          <p:spTgt spid="56"/>
                                        </p:tgtEl>
                                      </p:cBhvr>
                                    </p:animEffect>
                                  </p:childTnLst>
                                </p:cTn>
                              </p:par>
                              <p:par>
                                <p:cTn id="22" presetID="53" presetClass="entr" presetSubtype="16" fill="hold" grpId="0" nodeType="withEffect">
                                  <p:stCondLst>
                                    <p:cond delay="6000"/>
                                  </p:stCondLst>
                                  <p:childTnLst>
                                    <p:set>
                                      <p:cBhvr>
                                        <p:cTn id="23" dur="1" fill="hold">
                                          <p:stCondLst>
                                            <p:cond delay="0"/>
                                          </p:stCondLst>
                                        </p:cTn>
                                        <p:tgtEl>
                                          <p:spTgt spid="55"/>
                                        </p:tgtEl>
                                        <p:attrNameLst>
                                          <p:attrName>style.visibility</p:attrName>
                                        </p:attrNameLst>
                                      </p:cBhvr>
                                      <p:to>
                                        <p:strVal val="visible"/>
                                      </p:to>
                                    </p:set>
                                    <p:anim calcmode="lin" valueType="num">
                                      <p:cBhvr>
                                        <p:cTn id="24" dur="500" fill="hold"/>
                                        <p:tgtEl>
                                          <p:spTgt spid="55"/>
                                        </p:tgtEl>
                                        <p:attrNameLst>
                                          <p:attrName>ppt_w</p:attrName>
                                        </p:attrNameLst>
                                      </p:cBhvr>
                                      <p:tavLst>
                                        <p:tav tm="0">
                                          <p:val>
                                            <p:fltVal val="0"/>
                                          </p:val>
                                        </p:tav>
                                        <p:tav tm="100000">
                                          <p:val>
                                            <p:strVal val="#ppt_w"/>
                                          </p:val>
                                        </p:tav>
                                      </p:tavLst>
                                    </p:anim>
                                    <p:anim calcmode="lin" valueType="num">
                                      <p:cBhvr>
                                        <p:cTn id="25" dur="500" fill="hold"/>
                                        <p:tgtEl>
                                          <p:spTgt spid="55"/>
                                        </p:tgtEl>
                                        <p:attrNameLst>
                                          <p:attrName>ppt_h</p:attrName>
                                        </p:attrNameLst>
                                      </p:cBhvr>
                                      <p:tavLst>
                                        <p:tav tm="0">
                                          <p:val>
                                            <p:fltVal val="0"/>
                                          </p:val>
                                        </p:tav>
                                        <p:tav tm="100000">
                                          <p:val>
                                            <p:strVal val="#ppt_h"/>
                                          </p:val>
                                        </p:tav>
                                      </p:tavLst>
                                    </p:anim>
                                    <p:animEffect transition="in" filter="fade">
                                      <p:cBhvr>
                                        <p:cTn id="26" dur="500"/>
                                        <p:tgtEl>
                                          <p:spTgt spid="55"/>
                                        </p:tgtEl>
                                      </p:cBhvr>
                                    </p:animEffect>
                                  </p:childTnLst>
                                </p:cTn>
                              </p:par>
                              <p:par>
                                <p:cTn id="27" presetID="22" presetClass="entr" presetSubtype="2" fill="hold" nodeType="withEffect">
                                  <p:stCondLst>
                                    <p:cond delay="6500"/>
                                  </p:stCondLst>
                                  <p:childTnLst>
                                    <p:set>
                                      <p:cBhvr>
                                        <p:cTn id="28" dur="1" fill="hold">
                                          <p:stCondLst>
                                            <p:cond delay="0"/>
                                          </p:stCondLst>
                                        </p:cTn>
                                        <p:tgtEl>
                                          <p:spTgt spid="46"/>
                                        </p:tgtEl>
                                        <p:attrNameLst>
                                          <p:attrName>style.visibility</p:attrName>
                                        </p:attrNameLst>
                                      </p:cBhvr>
                                      <p:to>
                                        <p:strVal val="visible"/>
                                      </p:to>
                                    </p:set>
                                    <p:animEffect transition="in" filter="wipe(right)">
                                      <p:cBhvr>
                                        <p:cTn id="29" dur="500"/>
                                        <p:tgtEl>
                                          <p:spTgt spid="46"/>
                                        </p:tgtEl>
                                      </p:cBhvr>
                                    </p:animEffect>
                                  </p:childTnLst>
                                </p:cTn>
                              </p:par>
                              <p:par>
                                <p:cTn id="30" presetID="22" presetClass="entr" presetSubtype="2" fill="hold" grpId="0" nodeType="withEffect">
                                  <p:stCondLst>
                                    <p:cond delay="7000"/>
                                  </p:stCondLst>
                                  <p:childTnLst>
                                    <p:set>
                                      <p:cBhvr>
                                        <p:cTn id="31" dur="1" fill="hold">
                                          <p:stCondLst>
                                            <p:cond delay="0"/>
                                          </p:stCondLst>
                                        </p:cTn>
                                        <p:tgtEl>
                                          <p:spTgt spid="53"/>
                                        </p:tgtEl>
                                        <p:attrNameLst>
                                          <p:attrName>style.visibility</p:attrName>
                                        </p:attrNameLst>
                                      </p:cBhvr>
                                      <p:to>
                                        <p:strVal val="visible"/>
                                      </p:to>
                                    </p:set>
                                    <p:animEffect transition="in" filter="wipe(right)">
                                      <p:cBhvr>
                                        <p:cTn id="32" dur="1000"/>
                                        <p:tgtEl>
                                          <p:spTgt spid="53"/>
                                        </p:tgtEl>
                                      </p:cBhvr>
                                    </p:animEffect>
                                  </p:childTnLst>
                                </p:cTn>
                              </p:par>
                              <p:par>
                                <p:cTn id="33" presetID="22" presetClass="entr" presetSubtype="1" fill="hold" nodeType="withEffect">
                                  <p:stCondLst>
                                    <p:cond delay="8000"/>
                                  </p:stCondLst>
                                  <p:childTnLst>
                                    <p:set>
                                      <p:cBhvr>
                                        <p:cTn id="34" dur="1" fill="hold">
                                          <p:stCondLst>
                                            <p:cond delay="0"/>
                                          </p:stCondLst>
                                        </p:cTn>
                                        <p:tgtEl>
                                          <p:spTgt spid="57"/>
                                        </p:tgtEl>
                                        <p:attrNameLst>
                                          <p:attrName>style.visibility</p:attrName>
                                        </p:attrNameLst>
                                      </p:cBhvr>
                                      <p:to>
                                        <p:strVal val="visible"/>
                                      </p:to>
                                    </p:set>
                                    <p:animEffect transition="in" filter="wipe(up)">
                                      <p:cBhvr>
                                        <p:cTn id="35" dur="1000"/>
                                        <p:tgtEl>
                                          <p:spTgt spid="57"/>
                                        </p:tgtEl>
                                      </p:cBhvr>
                                    </p:animEffect>
                                  </p:childTnLst>
                                </p:cTn>
                              </p:par>
                              <p:par>
                                <p:cTn id="36" presetID="53" presetClass="entr" presetSubtype="16" fill="hold" grpId="0" nodeType="withEffect">
                                  <p:stCondLst>
                                    <p:cond delay="9000"/>
                                  </p:stCondLst>
                                  <p:childTnLst>
                                    <p:set>
                                      <p:cBhvr>
                                        <p:cTn id="37" dur="1" fill="hold">
                                          <p:stCondLst>
                                            <p:cond delay="0"/>
                                          </p:stCondLst>
                                        </p:cTn>
                                        <p:tgtEl>
                                          <p:spTgt spid="2"/>
                                        </p:tgtEl>
                                        <p:attrNameLst>
                                          <p:attrName>style.visibility</p:attrName>
                                        </p:attrNameLst>
                                      </p:cBhvr>
                                      <p:to>
                                        <p:strVal val="visible"/>
                                      </p:to>
                                    </p:set>
                                    <p:anim calcmode="lin" valueType="num">
                                      <p:cBhvr>
                                        <p:cTn id="38" dur="500" fill="hold"/>
                                        <p:tgtEl>
                                          <p:spTgt spid="2"/>
                                        </p:tgtEl>
                                        <p:attrNameLst>
                                          <p:attrName>ppt_w</p:attrName>
                                        </p:attrNameLst>
                                      </p:cBhvr>
                                      <p:tavLst>
                                        <p:tav tm="0">
                                          <p:val>
                                            <p:fltVal val="0"/>
                                          </p:val>
                                        </p:tav>
                                        <p:tav tm="100000">
                                          <p:val>
                                            <p:strVal val="#ppt_w"/>
                                          </p:val>
                                        </p:tav>
                                      </p:tavLst>
                                    </p:anim>
                                    <p:anim calcmode="lin" valueType="num">
                                      <p:cBhvr>
                                        <p:cTn id="39" dur="500" fill="hold"/>
                                        <p:tgtEl>
                                          <p:spTgt spid="2"/>
                                        </p:tgtEl>
                                        <p:attrNameLst>
                                          <p:attrName>ppt_h</p:attrName>
                                        </p:attrNameLst>
                                      </p:cBhvr>
                                      <p:tavLst>
                                        <p:tav tm="0">
                                          <p:val>
                                            <p:fltVal val="0"/>
                                          </p:val>
                                        </p:tav>
                                        <p:tav tm="100000">
                                          <p:val>
                                            <p:strVal val="#ppt_h"/>
                                          </p:val>
                                        </p:tav>
                                      </p:tavLst>
                                    </p:anim>
                                    <p:animEffect transition="in" filter="fade">
                                      <p:cBhvr>
                                        <p:cTn id="40" dur="500"/>
                                        <p:tgtEl>
                                          <p:spTgt spid="2"/>
                                        </p:tgtEl>
                                      </p:cBhvr>
                                    </p:animEffect>
                                  </p:childTnLst>
                                </p:cTn>
                              </p:par>
                              <p:par>
                                <p:cTn id="41" presetID="22" presetClass="entr" presetSubtype="8" fill="hold" nodeType="withEffect">
                                  <p:stCondLst>
                                    <p:cond delay="9500"/>
                                  </p:stCondLst>
                                  <p:childTnLst>
                                    <p:set>
                                      <p:cBhvr>
                                        <p:cTn id="42" dur="1" fill="hold">
                                          <p:stCondLst>
                                            <p:cond delay="0"/>
                                          </p:stCondLst>
                                        </p:cTn>
                                        <p:tgtEl>
                                          <p:spTgt spid="58"/>
                                        </p:tgtEl>
                                        <p:attrNameLst>
                                          <p:attrName>style.visibility</p:attrName>
                                        </p:attrNameLst>
                                      </p:cBhvr>
                                      <p:to>
                                        <p:strVal val="visible"/>
                                      </p:to>
                                    </p:set>
                                    <p:animEffect transition="in" filter="wipe(left)">
                                      <p:cBhvr>
                                        <p:cTn id="43" dur="500"/>
                                        <p:tgtEl>
                                          <p:spTgt spid="58"/>
                                        </p:tgtEl>
                                      </p:cBhvr>
                                    </p:animEffect>
                                  </p:childTnLst>
                                </p:cTn>
                              </p:par>
                              <p:par>
                                <p:cTn id="44" presetID="22" presetClass="entr" presetSubtype="8" fill="hold" grpId="0" nodeType="withEffect">
                                  <p:stCondLst>
                                    <p:cond delay="10000"/>
                                  </p:stCondLst>
                                  <p:childTnLst>
                                    <p:set>
                                      <p:cBhvr>
                                        <p:cTn id="45" dur="1" fill="hold">
                                          <p:stCondLst>
                                            <p:cond delay="0"/>
                                          </p:stCondLst>
                                        </p:cTn>
                                        <p:tgtEl>
                                          <p:spTgt spid="59"/>
                                        </p:tgtEl>
                                        <p:attrNameLst>
                                          <p:attrName>style.visibility</p:attrName>
                                        </p:attrNameLst>
                                      </p:cBhvr>
                                      <p:to>
                                        <p:strVal val="visible"/>
                                      </p:to>
                                    </p:set>
                                    <p:animEffect transition="in" filter="wipe(left)">
                                      <p:cBhvr>
                                        <p:cTn id="46" dur="1000"/>
                                        <p:tgtEl>
                                          <p:spTgt spid="59"/>
                                        </p:tgtEl>
                                      </p:cBhvr>
                                    </p:animEffect>
                                  </p:childTnLst>
                                </p:cTn>
                              </p:par>
                              <p:par>
                                <p:cTn id="47" presetID="22" presetClass="entr" presetSubtype="1" fill="hold" nodeType="withEffect">
                                  <p:stCondLst>
                                    <p:cond delay="11000"/>
                                  </p:stCondLst>
                                  <p:childTnLst>
                                    <p:set>
                                      <p:cBhvr>
                                        <p:cTn id="48" dur="1" fill="hold">
                                          <p:stCondLst>
                                            <p:cond delay="0"/>
                                          </p:stCondLst>
                                        </p:cTn>
                                        <p:tgtEl>
                                          <p:spTgt spid="60"/>
                                        </p:tgtEl>
                                        <p:attrNameLst>
                                          <p:attrName>style.visibility</p:attrName>
                                        </p:attrNameLst>
                                      </p:cBhvr>
                                      <p:to>
                                        <p:strVal val="visible"/>
                                      </p:to>
                                    </p:set>
                                    <p:animEffect transition="in" filter="wipe(up)">
                                      <p:cBhvr>
                                        <p:cTn id="49" dur="10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3" grpId="0"/>
      <p:bldP spid="54" grpId="0"/>
      <p:bldP spid="55" grpId="0"/>
      <p:bldP spid="2" grpId="0"/>
      <p:bldP spid="5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Straight Connector 43"/>
          <p:cNvCxnSpPr/>
          <p:nvPr/>
        </p:nvCxnSpPr>
        <p:spPr>
          <a:xfrm>
            <a:off x="6150197" y="-8249"/>
            <a:ext cx="0" cy="979124"/>
          </a:xfrm>
          <a:prstGeom prst="line">
            <a:avLst/>
          </a:prstGeom>
          <a:ln w="101600" cmpd="dbl">
            <a:solidFill>
              <a:schemeClr val="bg2">
                <a:lumMod val="75000"/>
              </a:schemeClr>
            </a:solidFill>
            <a:prstDash val="solid"/>
            <a:headEnd type="none" w="lg" len="lg"/>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4722229" y="1344840"/>
            <a:ext cx="1079719" cy="3214"/>
          </a:xfrm>
          <a:prstGeom prst="line">
            <a:avLst/>
          </a:prstGeom>
          <a:ln w="25400">
            <a:solidFill>
              <a:schemeClr val="bg1">
                <a:lumMod val="75000"/>
              </a:schemeClr>
            </a:solidFill>
            <a:prstDash val="solid"/>
            <a:headEnd type="oval" w="lg" len="lg"/>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527468" y="3126459"/>
            <a:ext cx="1079719" cy="3214"/>
          </a:xfrm>
          <a:prstGeom prst="line">
            <a:avLst/>
          </a:prstGeom>
          <a:ln w="25400">
            <a:solidFill>
              <a:schemeClr val="bg1">
                <a:lumMod val="75000"/>
              </a:schemeClr>
            </a:solidFill>
            <a:prstDash val="solid"/>
            <a:headEnd type="oval"/>
            <a:tailEnd type="oval" w="lg" len="lg"/>
          </a:ln>
        </p:spPr>
        <p:style>
          <a:lnRef idx="1">
            <a:schemeClr val="accent1"/>
          </a:lnRef>
          <a:fillRef idx="0">
            <a:schemeClr val="accent1"/>
          </a:fillRef>
          <a:effectRef idx="0">
            <a:schemeClr val="accent1"/>
          </a:effectRef>
          <a:fontRef idx="minor">
            <a:schemeClr val="tx1"/>
          </a:fontRef>
        </p:style>
      </p:cxnSp>
      <p:sp>
        <p:nvSpPr>
          <p:cNvPr id="47" name="Content Placeholder 2"/>
          <p:cNvSpPr txBox="1">
            <a:spLocks/>
          </p:cNvSpPr>
          <p:nvPr/>
        </p:nvSpPr>
        <p:spPr>
          <a:xfrm>
            <a:off x="1413140" y="1163660"/>
            <a:ext cx="3245106" cy="1000822"/>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fontAlgn="auto">
              <a:defRPr/>
            </a:pPr>
            <a:r>
              <a:rPr lang="id-ID" sz="1600" dirty="0">
                <a:solidFill>
                  <a:schemeClr val="accent4"/>
                </a:solidFill>
                <a:ea typeface="Roboto" panose="02000000000000000000" pitchFamily="2" charset="0"/>
              </a:rPr>
              <a:t>SOCIAL MEDIA</a:t>
            </a:r>
            <a:endParaRPr lang="id-ID" sz="1400" i="1" dirty="0">
              <a:solidFill>
                <a:schemeClr val="accent4"/>
              </a:solidFill>
              <a:ea typeface="Roboto" panose="02000000000000000000" pitchFamily="2" charset="0"/>
            </a:endParaRPr>
          </a:p>
          <a:p>
            <a:pPr fontAlgn="auto">
              <a:defRPr/>
            </a:pPr>
            <a:r>
              <a:rPr lang="id-ID" sz="1100" dirty="0">
                <a:solidFill>
                  <a:schemeClr val="bg1">
                    <a:lumMod val="75000"/>
                  </a:schemeClr>
                </a:solidFill>
                <a:ea typeface="Roboto" panose="02000000000000000000" pitchFamily="2" charset="0"/>
              </a:rPr>
              <a:t>Fusce som libero topi sombrero bikinan meksiko</a:t>
            </a:r>
            <a:r>
              <a:rPr lang="en-US" sz="1100" dirty="0">
                <a:solidFill>
                  <a:schemeClr val="bg1">
                    <a:lumMod val="75000"/>
                  </a:schemeClr>
                </a:solidFill>
                <a:ea typeface="Roboto" panose="02000000000000000000" pitchFamily="2" charset="0"/>
              </a:rPr>
              <a:t> when an unknown printer took a galley of type and scrambled it to make a type specimen book. </a:t>
            </a:r>
            <a:endParaRPr lang="id-ID" sz="1100" dirty="0">
              <a:solidFill>
                <a:schemeClr val="bg1">
                  <a:lumMod val="75000"/>
                </a:schemeClr>
              </a:solidFill>
              <a:ea typeface="Roboto" panose="02000000000000000000" pitchFamily="2" charset="0"/>
            </a:endParaRPr>
          </a:p>
        </p:txBody>
      </p:sp>
      <p:sp>
        <p:nvSpPr>
          <p:cNvPr id="53" name="Content Placeholder 2"/>
          <p:cNvSpPr txBox="1">
            <a:spLocks/>
          </p:cNvSpPr>
          <p:nvPr/>
        </p:nvSpPr>
        <p:spPr>
          <a:xfrm>
            <a:off x="7685686" y="2964193"/>
            <a:ext cx="3245106" cy="1000822"/>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fontAlgn="auto">
              <a:defRPr/>
            </a:pPr>
            <a:r>
              <a:rPr lang="id-ID" sz="1600" dirty="0">
                <a:solidFill>
                  <a:schemeClr val="accent1"/>
                </a:solidFill>
                <a:ea typeface="Roboto" panose="02000000000000000000" pitchFamily="2" charset="0"/>
              </a:rPr>
              <a:t>CLOSING</a:t>
            </a:r>
            <a:endParaRPr lang="id-ID" sz="1400" i="1" dirty="0">
              <a:solidFill>
                <a:schemeClr val="accent1"/>
              </a:solidFill>
              <a:ea typeface="Roboto" panose="02000000000000000000" pitchFamily="2" charset="0"/>
            </a:endParaRPr>
          </a:p>
          <a:p>
            <a:pPr algn="l" fontAlgn="auto">
              <a:defRPr/>
            </a:pPr>
            <a:r>
              <a:rPr lang="id-ID" sz="1100" dirty="0">
                <a:solidFill>
                  <a:schemeClr val="bg1">
                    <a:lumMod val="75000"/>
                  </a:schemeClr>
                </a:solidFill>
                <a:ea typeface="Roboto" panose="02000000000000000000" pitchFamily="2" charset="0"/>
              </a:rPr>
              <a:t>Fusce som libero topi sombrero bikinan meksiko</a:t>
            </a:r>
            <a:r>
              <a:rPr lang="en-US" sz="1100" dirty="0">
                <a:solidFill>
                  <a:schemeClr val="bg1">
                    <a:lumMod val="75000"/>
                  </a:schemeClr>
                </a:solidFill>
                <a:ea typeface="Roboto" panose="02000000000000000000" pitchFamily="2" charset="0"/>
              </a:rPr>
              <a:t> when an unknown printer took a galley of type and scrambled it to make a type specimen book. </a:t>
            </a:r>
            <a:endParaRPr lang="id-ID" sz="1100" dirty="0">
              <a:solidFill>
                <a:schemeClr val="bg1">
                  <a:lumMod val="75000"/>
                </a:schemeClr>
              </a:solidFill>
              <a:ea typeface="Roboto" panose="02000000000000000000" pitchFamily="2" charset="0"/>
            </a:endParaRPr>
          </a:p>
        </p:txBody>
      </p:sp>
      <p:sp>
        <p:nvSpPr>
          <p:cNvPr id="54" name="Freeform 53"/>
          <p:cNvSpPr/>
          <p:nvPr/>
        </p:nvSpPr>
        <p:spPr>
          <a:xfrm>
            <a:off x="5821661" y="1114771"/>
            <a:ext cx="684269" cy="492990"/>
          </a:xfrm>
          <a:custGeom>
            <a:avLst/>
            <a:gdLst>
              <a:gd name="connsiteX0" fmla="*/ 0 w 1799993"/>
              <a:gd name="connsiteY0" fmla="*/ 899997 h 1799993"/>
              <a:gd name="connsiteX1" fmla="*/ 899997 w 1799993"/>
              <a:gd name="connsiteY1" fmla="*/ 0 h 1799993"/>
              <a:gd name="connsiteX2" fmla="*/ 1799994 w 1799993"/>
              <a:gd name="connsiteY2" fmla="*/ 899997 h 1799993"/>
              <a:gd name="connsiteX3" fmla="*/ 899997 w 1799993"/>
              <a:gd name="connsiteY3" fmla="*/ 1799994 h 1799993"/>
              <a:gd name="connsiteX4" fmla="*/ 0 w 1799993"/>
              <a:gd name="connsiteY4" fmla="*/ 899997 h 179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9993" h="1799993">
                <a:moveTo>
                  <a:pt x="0" y="899997"/>
                </a:moveTo>
                <a:cubicBezTo>
                  <a:pt x="0" y="402942"/>
                  <a:pt x="402942" y="0"/>
                  <a:pt x="899997" y="0"/>
                </a:cubicBezTo>
                <a:cubicBezTo>
                  <a:pt x="1397052" y="0"/>
                  <a:pt x="1799994" y="402942"/>
                  <a:pt x="1799994" y="899997"/>
                </a:cubicBezTo>
                <a:cubicBezTo>
                  <a:pt x="1799994" y="1397052"/>
                  <a:pt x="1397052" y="1799994"/>
                  <a:pt x="899997" y="1799994"/>
                </a:cubicBezTo>
                <a:cubicBezTo>
                  <a:pt x="402942" y="1799994"/>
                  <a:pt x="0" y="1397052"/>
                  <a:pt x="0" y="899997"/>
                </a:cubicBezTo>
                <a:close/>
              </a:path>
            </a:pathLst>
          </a:custGeom>
          <a:noFill/>
          <a:ln w="25400">
            <a:noFill/>
          </a:ln>
        </p:spPr>
        <p:style>
          <a:lnRef idx="2">
            <a:scrgbClr r="0" g="0" b="0"/>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406558" tIns="319400" rIns="406558" bIns="319400" numCol="1" spcCol="1270" anchor="ctr" anchorCtr="0">
            <a:noAutofit/>
          </a:bodyPr>
          <a:lstStyle/>
          <a:p>
            <a:pPr algn="ctr" defTabSz="1955213">
              <a:lnSpc>
                <a:spcPct val="90000"/>
              </a:lnSpc>
              <a:spcBef>
                <a:spcPct val="0"/>
              </a:spcBef>
              <a:spcAft>
                <a:spcPct val="35000"/>
              </a:spcAft>
            </a:pPr>
            <a:r>
              <a:rPr lang="en-US" sz="3999" dirty="0">
                <a:solidFill>
                  <a:schemeClr val="accent4"/>
                </a:solidFill>
                <a:latin typeface="Simple-Line-Icons" panose="02000503000000000000" pitchFamily="2" charset="2"/>
              </a:rPr>
              <a:t></a:t>
            </a:r>
            <a:endParaRPr lang="id-ID" sz="3999" dirty="0">
              <a:solidFill>
                <a:schemeClr val="accent4"/>
              </a:solidFill>
              <a:latin typeface="Simple-Line-Icons" panose="02000503000000000000" pitchFamily="2" charset="2"/>
            </a:endParaRPr>
          </a:p>
        </p:txBody>
      </p:sp>
      <p:sp>
        <p:nvSpPr>
          <p:cNvPr id="55" name="Freeform 54"/>
          <p:cNvSpPr/>
          <p:nvPr/>
        </p:nvSpPr>
        <p:spPr>
          <a:xfrm>
            <a:off x="5814216" y="2838068"/>
            <a:ext cx="684269" cy="492990"/>
          </a:xfrm>
          <a:custGeom>
            <a:avLst/>
            <a:gdLst>
              <a:gd name="connsiteX0" fmla="*/ 0 w 1799993"/>
              <a:gd name="connsiteY0" fmla="*/ 899997 h 1799993"/>
              <a:gd name="connsiteX1" fmla="*/ 899997 w 1799993"/>
              <a:gd name="connsiteY1" fmla="*/ 0 h 1799993"/>
              <a:gd name="connsiteX2" fmla="*/ 1799994 w 1799993"/>
              <a:gd name="connsiteY2" fmla="*/ 899997 h 1799993"/>
              <a:gd name="connsiteX3" fmla="*/ 899997 w 1799993"/>
              <a:gd name="connsiteY3" fmla="*/ 1799994 h 1799993"/>
              <a:gd name="connsiteX4" fmla="*/ 0 w 1799993"/>
              <a:gd name="connsiteY4" fmla="*/ 899997 h 17999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9993" h="1799993">
                <a:moveTo>
                  <a:pt x="0" y="899997"/>
                </a:moveTo>
                <a:cubicBezTo>
                  <a:pt x="0" y="402942"/>
                  <a:pt x="402942" y="0"/>
                  <a:pt x="899997" y="0"/>
                </a:cubicBezTo>
                <a:cubicBezTo>
                  <a:pt x="1397052" y="0"/>
                  <a:pt x="1799994" y="402942"/>
                  <a:pt x="1799994" y="899997"/>
                </a:cubicBezTo>
                <a:cubicBezTo>
                  <a:pt x="1799994" y="1397052"/>
                  <a:pt x="1397052" y="1799994"/>
                  <a:pt x="899997" y="1799994"/>
                </a:cubicBezTo>
                <a:cubicBezTo>
                  <a:pt x="402942" y="1799994"/>
                  <a:pt x="0" y="1397052"/>
                  <a:pt x="0" y="899997"/>
                </a:cubicBezTo>
                <a:close/>
              </a:path>
            </a:pathLst>
          </a:custGeom>
          <a:noFill/>
          <a:ln w="25400">
            <a:noFill/>
          </a:ln>
        </p:spPr>
        <p:style>
          <a:lnRef idx="2">
            <a:scrgbClr r="0" g="0" b="0"/>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406558" tIns="319400" rIns="406558" bIns="319400" numCol="1" spcCol="1270" anchor="ctr" anchorCtr="0">
            <a:noAutofit/>
          </a:bodyPr>
          <a:lstStyle/>
          <a:p>
            <a:pPr algn="ctr" defTabSz="1955213">
              <a:lnSpc>
                <a:spcPct val="90000"/>
              </a:lnSpc>
              <a:spcBef>
                <a:spcPct val="0"/>
              </a:spcBef>
              <a:spcAft>
                <a:spcPct val="35000"/>
              </a:spcAft>
            </a:pPr>
            <a:r>
              <a:rPr lang="en-US" sz="3599" dirty="0">
                <a:solidFill>
                  <a:schemeClr val="accent1"/>
                </a:solidFill>
                <a:latin typeface="Simple-Line-Icons" panose="02000503000000000000" pitchFamily="2" charset="2"/>
              </a:rPr>
              <a:t></a:t>
            </a:r>
            <a:endParaRPr lang="id-ID" sz="3999" dirty="0">
              <a:solidFill>
                <a:schemeClr val="accent1"/>
              </a:solidFill>
              <a:latin typeface="Simple-Line-Icons" panose="02000503000000000000" pitchFamily="2" charset="2"/>
            </a:endParaRPr>
          </a:p>
        </p:txBody>
      </p:sp>
      <p:cxnSp>
        <p:nvCxnSpPr>
          <p:cNvPr id="56" name="Straight Connector 55"/>
          <p:cNvCxnSpPr/>
          <p:nvPr/>
        </p:nvCxnSpPr>
        <p:spPr>
          <a:xfrm>
            <a:off x="6150197" y="1754930"/>
            <a:ext cx="0" cy="979124"/>
          </a:xfrm>
          <a:prstGeom prst="line">
            <a:avLst/>
          </a:prstGeom>
          <a:ln w="101600" cmpd="dbl">
            <a:solidFill>
              <a:schemeClr val="bg2">
                <a:lumMod val="75000"/>
              </a:schemeClr>
            </a:solidFill>
            <a:prstDash val="solid"/>
            <a:headEnd type="none" w="lg" len="lg"/>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6156350" y="3409931"/>
            <a:ext cx="0" cy="755477"/>
          </a:xfrm>
          <a:prstGeom prst="line">
            <a:avLst/>
          </a:prstGeom>
          <a:ln w="101600" cmpd="dbl">
            <a:solidFill>
              <a:schemeClr val="bg2">
                <a:lumMod val="75000"/>
              </a:schemeClr>
            </a:solidFill>
            <a:prstDash val="solid"/>
            <a:headEnd type="none" w="sm" len="sm"/>
            <a:tailEnd type="oval" w="sm" len="sm"/>
          </a:ln>
        </p:spPr>
        <p:style>
          <a:lnRef idx="1">
            <a:schemeClr val="accent1"/>
          </a:lnRef>
          <a:fillRef idx="0">
            <a:schemeClr val="accent1"/>
          </a:fillRef>
          <a:effectRef idx="0">
            <a:schemeClr val="accent1"/>
          </a:effectRef>
          <a:fontRef idx="minor">
            <a:schemeClr val="tx1"/>
          </a:fontRef>
        </p:style>
      </p:cxnSp>
      <p:sp>
        <p:nvSpPr>
          <p:cNvPr id="32" name="Content Placeholder 2"/>
          <p:cNvSpPr txBox="1">
            <a:spLocks/>
          </p:cNvSpPr>
          <p:nvPr/>
        </p:nvSpPr>
        <p:spPr>
          <a:xfrm>
            <a:off x="2330683" y="4458455"/>
            <a:ext cx="7655878" cy="1237247"/>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ctr" fontAlgn="auto">
              <a:defRPr/>
            </a:pPr>
            <a:r>
              <a:rPr lang="id-ID" sz="1999" dirty="0">
                <a:solidFill>
                  <a:schemeClr val="tx1">
                    <a:lumMod val="85000"/>
                    <a:lumOff val="15000"/>
                  </a:schemeClr>
                </a:solidFill>
                <a:ea typeface="Roboto" panose="02000000000000000000" pitchFamily="2" charset="0"/>
              </a:rPr>
              <a:t>Succes and see you again</a:t>
            </a:r>
          </a:p>
          <a:p>
            <a:pPr algn="ctr" fontAlgn="auto">
              <a:defRPr/>
            </a:pPr>
            <a:r>
              <a:rPr lang="en-US" sz="1100" dirty="0" err="1">
                <a:solidFill>
                  <a:schemeClr val="tx1">
                    <a:lumMod val="65000"/>
                    <a:lumOff val="35000"/>
                  </a:schemeClr>
                </a:solidFill>
                <a:ea typeface="Roboto" panose="02000000000000000000" pitchFamily="2" charset="0"/>
              </a:rPr>
              <a:t>Lorem</a:t>
            </a:r>
            <a:r>
              <a:rPr lang="en-US" sz="1100" dirty="0">
                <a:solidFill>
                  <a:schemeClr val="tx1">
                    <a:lumMod val="65000"/>
                    <a:lumOff val="35000"/>
                  </a:schemeClr>
                </a:solidFill>
                <a:ea typeface="Roboto" panose="02000000000000000000" pitchFamily="2" charset="0"/>
              </a:rPr>
              <a:t> Ipsum has been the industry's standard dummy text ever since the 1500s</a:t>
            </a:r>
            <a:r>
              <a:rPr lang="id-ID" sz="1100" dirty="0">
                <a:solidFill>
                  <a:schemeClr val="tx1">
                    <a:lumMod val="65000"/>
                    <a:lumOff val="35000"/>
                  </a:schemeClr>
                </a:solidFill>
                <a:ea typeface="Roboto" panose="02000000000000000000" pitchFamily="2" charset="0"/>
              </a:rPr>
              <a:t>. Fusce som libero topi </a:t>
            </a:r>
            <a:r>
              <a:rPr lang="id-ID" sz="1200" dirty="0">
                <a:solidFill>
                  <a:schemeClr val="tx1">
                    <a:lumMod val="65000"/>
                    <a:lumOff val="35000"/>
                  </a:schemeClr>
                </a:solidFill>
                <a:ea typeface="Roboto" panose="02000000000000000000" pitchFamily="2" charset="0"/>
              </a:rPr>
              <a:t>sombrero</a:t>
            </a:r>
            <a:r>
              <a:rPr lang="id-ID" sz="1100" dirty="0">
                <a:solidFill>
                  <a:schemeClr val="tx1">
                    <a:lumMod val="65000"/>
                    <a:lumOff val="35000"/>
                  </a:schemeClr>
                </a:solidFill>
                <a:ea typeface="Roboto" panose="02000000000000000000" pitchFamily="2" charset="0"/>
              </a:rPr>
              <a:t> bikinan meksiko</a:t>
            </a:r>
            <a:r>
              <a:rPr lang="en-US" sz="1100" dirty="0">
                <a:solidFill>
                  <a:schemeClr val="tx1">
                    <a:lumMod val="65000"/>
                    <a:lumOff val="35000"/>
                  </a:schemeClr>
                </a:solidFill>
                <a:ea typeface="Roboto" panose="02000000000000000000" pitchFamily="2" charset="0"/>
              </a:rPr>
              <a:t> when an unknown printer took a galley of type and scrambled it to make a type specimen book. It has survived not only five centuries, but also the leap into electronic typesetting</a:t>
            </a:r>
            <a:endParaRPr lang="id-ID" sz="1100" dirty="0">
              <a:solidFill>
                <a:schemeClr val="tx1">
                  <a:lumMod val="65000"/>
                  <a:lumOff val="35000"/>
                </a:schemeClr>
              </a:solidFill>
              <a:ea typeface="Roboto" panose="02000000000000000000" pitchFamily="2" charset="0"/>
            </a:endParaRPr>
          </a:p>
        </p:txBody>
      </p:sp>
    </p:spTree>
    <p:extLst>
      <p:ext uri="{BB962C8B-B14F-4D97-AF65-F5344CB8AC3E}">
        <p14:creationId xmlns:p14="http://schemas.microsoft.com/office/powerpoint/2010/main" val="421522743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2000"/>
                                  </p:stCondLst>
                                  <p:childTnLst>
                                    <p:set>
                                      <p:cBhvr>
                                        <p:cTn id="6" dur="1" fill="hold">
                                          <p:stCondLst>
                                            <p:cond delay="0"/>
                                          </p:stCondLst>
                                        </p:cTn>
                                        <p:tgtEl>
                                          <p:spTgt spid="44"/>
                                        </p:tgtEl>
                                        <p:attrNameLst>
                                          <p:attrName>style.visibility</p:attrName>
                                        </p:attrNameLst>
                                      </p:cBhvr>
                                      <p:to>
                                        <p:strVal val="visible"/>
                                      </p:to>
                                    </p:set>
                                    <p:animEffect transition="in" filter="wipe(up)">
                                      <p:cBhvr>
                                        <p:cTn id="7" dur="1000"/>
                                        <p:tgtEl>
                                          <p:spTgt spid="44"/>
                                        </p:tgtEl>
                                      </p:cBhvr>
                                    </p:animEffect>
                                  </p:childTnLst>
                                </p:cTn>
                              </p:par>
                              <p:par>
                                <p:cTn id="8" presetID="53" presetClass="entr" presetSubtype="16" fill="hold" grpId="0" nodeType="withEffect">
                                  <p:stCondLst>
                                    <p:cond delay="3000"/>
                                  </p:stCondLst>
                                  <p:childTnLst>
                                    <p:set>
                                      <p:cBhvr>
                                        <p:cTn id="9" dur="1" fill="hold">
                                          <p:stCondLst>
                                            <p:cond delay="0"/>
                                          </p:stCondLst>
                                        </p:cTn>
                                        <p:tgtEl>
                                          <p:spTgt spid="54"/>
                                        </p:tgtEl>
                                        <p:attrNameLst>
                                          <p:attrName>style.visibility</p:attrName>
                                        </p:attrNameLst>
                                      </p:cBhvr>
                                      <p:to>
                                        <p:strVal val="visible"/>
                                      </p:to>
                                    </p:set>
                                    <p:anim calcmode="lin" valueType="num">
                                      <p:cBhvr>
                                        <p:cTn id="10" dur="500" fill="hold"/>
                                        <p:tgtEl>
                                          <p:spTgt spid="54"/>
                                        </p:tgtEl>
                                        <p:attrNameLst>
                                          <p:attrName>ppt_w</p:attrName>
                                        </p:attrNameLst>
                                      </p:cBhvr>
                                      <p:tavLst>
                                        <p:tav tm="0">
                                          <p:val>
                                            <p:fltVal val="0"/>
                                          </p:val>
                                        </p:tav>
                                        <p:tav tm="100000">
                                          <p:val>
                                            <p:strVal val="#ppt_w"/>
                                          </p:val>
                                        </p:tav>
                                      </p:tavLst>
                                    </p:anim>
                                    <p:anim calcmode="lin" valueType="num">
                                      <p:cBhvr>
                                        <p:cTn id="11" dur="500" fill="hold"/>
                                        <p:tgtEl>
                                          <p:spTgt spid="54"/>
                                        </p:tgtEl>
                                        <p:attrNameLst>
                                          <p:attrName>ppt_h</p:attrName>
                                        </p:attrNameLst>
                                      </p:cBhvr>
                                      <p:tavLst>
                                        <p:tav tm="0">
                                          <p:val>
                                            <p:fltVal val="0"/>
                                          </p:val>
                                        </p:tav>
                                        <p:tav tm="100000">
                                          <p:val>
                                            <p:strVal val="#ppt_h"/>
                                          </p:val>
                                        </p:tav>
                                      </p:tavLst>
                                    </p:anim>
                                    <p:animEffect transition="in" filter="fade">
                                      <p:cBhvr>
                                        <p:cTn id="12" dur="500"/>
                                        <p:tgtEl>
                                          <p:spTgt spid="54"/>
                                        </p:tgtEl>
                                      </p:cBhvr>
                                    </p:animEffect>
                                  </p:childTnLst>
                                </p:cTn>
                              </p:par>
                              <p:par>
                                <p:cTn id="13" presetID="22" presetClass="entr" presetSubtype="2" fill="hold" nodeType="withEffect">
                                  <p:stCondLst>
                                    <p:cond delay="3500"/>
                                  </p:stCondLst>
                                  <p:childTnLst>
                                    <p:set>
                                      <p:cBhvr>
                                        <p:cTn id="14" dur="1" fill="hold">
                                          <p:stCondLst>
                                            <p:cond delay="0"/>
                                          </p:stCondLst>
                                        </p:cTn>
                                        <p:tgtEl>
                                          <p:spTgt spid="45"/>
                                        </p:tgtEl>
                                        <p:attrNameLst>
                                          <p:attrName>style.visibility</p:attrName>
                                        </p:attrNameLst>
                                      </p:cBhvr>
                                      <p:to>
                                        <p:strVal val="visible"/>
                                      </p:to>
                                    </p:set>
                                    <p:animEffect transition="in" filter="wipe(right)">
                                      <p:cBhvr>
                                        <p:cTn id="15" dur="500"/>
                                        <p:tgtEl>
                                          <p:spTgt spid="45"/>
                                        </p:tgtEl>
                                      </p:cBhvr>
                                    </p:animEffect>
                                  </p:childTnLst>
                                </p:cTn>
                              </p:par>
                              <p:par>
                                <p:cTn id="16" presetID="22" presetClass="entr" presetSubtype="2" fill="hold" grpId="0" nodeType="withEffect">
                                  <p:stCondLst>
                                    <p:cond delay="4000"/>
                                  </p:stCondLst>
                                  <p:childTnLst>
                                    <p:set>
                                      <p:cBhvr>
                                        <p:cTn id="17" dur="1" fill="hold">
                                          <p:stCondLst>
                                            <p:cond delay="0"/>
                                          </p:stCondLst>
                                        </p:cTn>
                                        <p:tgtEl>
                                          <p:spTgt spid="47"/>
                                        </p:tgtEl>
                                        <p:attrNameLst>
                                          <p:attrName>style.visibility</p:attrName>
                                        </p:attrNameLst>
                                      </p:cBhvr>
                                      <p:to>
                                        <p:strVal val="visible"/>
                                      </p:to>
                                    </p:set>
                                    <p:animEffect transition="in" filter="wipe(right)">
                                      <p:cBhvr>
                                        <p:cTn id="18" dur="1000"/>
                                        <p:tgtEl>
                                          <p:spTgt spid="47"/>
                                        </p:tgtEl>
                                      </p:cBhvr>
                                    </p:animEffect>
                                  </p:childTnLst>
                                </p:cTn>
                              </p:par>
                              <p:par>
                                <p:cTn id="19" presetID="22" presetClass="entr" presetSubtype="1" fill="hold" nodeType="withEffect">
                                  <p:stCondLst>
                                    <p:cond delay="5000"/>
                                  </p:stCondLst>
                                  <p:childTnLst>
                                    <p:set>
                                      <p:cBhvr>
                                        <p:cTn id="20" dur="1" fill="hold">
                                          <p:stCondLst>
                                            <p:cond delay="0"/>
                                          </p:stCondLst>
                                        </p:cTn>
                                        <p:tgtEl>
                                          <p:spTgt spid="56"/>
                                        </p:tgtEl>
                                        <p:attrNameLst>
                                          <p:attrName>style.visibility</p:attrName>
                                        </p:attrNameLst>
                                      </p:cBhvr>
                                      <p:to>
                                        <p:strVal val="visible"/>
                                      </p:to>
                                    </p:set>
                                    <p:animEffect transition="in" filter="wipe(up)">
                                      <p:cBhvr>
                                        <p:cTn id="21" dur="1000"/>
                                        <p:tgtEl>
                                          <p:spTgt spid="56"/>
                                        </p:tgtEl>
                                      </p:cBhvr>
                                    </p:animEffect>
                                  </p:childTnLst>
                                </p:cTn>
                              </p:par>
                              <p:par>
                                <p:cTn id="22" presetID="53" presetClass="entr" presetSubtype="16" fill="hold" grpId="0" nodeType="withEffect">
                                  <p:stCondLst>
                                    <p:cond delay="6000"/>
                                  </p:stCondLst>
                                  <p:childTnLst>
                                    <p:set>
                                      <p:cBhvr>
                                        <p:cTn id="23" dur="1" fill="hold">
                                          <p:stCondLst>
                                            <p:cond delay="0"/>
                                          </p:stCondLst>
                                        </p:cTn>
                                        <p:tgtEl>
                                          <p:spTgt spid="55"/>
                                        </p:tgtEl>
                                        <p:attrNameLst>
                                          <p:attrName>style.visibility</p:attrName>
                                        </p:attrNameLst>
                                      </p:cBhvr>
                                      <p:to>
                                        <p:strVal val="visible"/>
                                      </p:to>
                                    </p:set>
                                    <p:anim calcmode="lin" valueType="num">
                                      <p:cBhvr>
                                        <p:cTn id="24" dur="500" fill="hold"/>
                                        <p:tgtEl>
                                          <p:spTgt spid="55"/>
                                        </p:tgtEl>
                                        <p:attrNameLst>
                                          <p:attrName>ppt_w</p:attrName>
                                        </p:attrNameLst>
                                      </p:cBhvr>
                                      <p:tavLst>
                                        <p:tav tm="0">
                                          <p:val>
                                            <p:fltVal val="0"/>
                                          </p:val>
                                        </p:tav>
                                        <p:tav tm="100000">
                                          <p:val>
                                            <p:strVal val="#ppt_w"/>
                                          </p:val>
                                        </p:tav>
                                      </p:tavLst>
                                    </p:anim>
                                    <p:anim calcmode="lin" valueType="num">
                                      <p:cBhvr>
                                        <p:cTn id="25" dur="500" fill="hold"/>
                                        <p:tgtEl>
                                          <p:spTgt spid="55"/>
                                        </p:tgtEl>
                                        <p:attrNameLst>
                                          <p:attrName>ppt_h</p:attrName>
                                        </p:attrNameLst>
                                      </p:cBhvr>
                                      <p:tavLst>
                                        <p:tav tm="0">
                                          <p:val>
                                            <p:fltVal val="0"/>
                                          </p:val>
                                        </p:tav>
                                        <p:tav tm="100000">
                                          <p:val>
                                            <p:strVal val="#ppt_h"/>
                                          </p:val>
                                        </p:tav>
                                      </p:tavLst>
                                    </p:anim>
                                    <p:animEffect transition="in" filter="fade">
                                      <p:cBhvr>
                                        <p:cTn id="26" dur="500"/>
                                        <p:tgtEl>
                                          <p:spTgt spid="55"/>
                                        </p:tgtEl>
                                      </p:cBhvr>
                                    </p:animEffect>
                                  </p:childTnLst>
                                </p:cTn>
                              </p:par>
                              <p:par>
                                <p:cTn id="27" presetID="22" presetClass="entr" presetSubtype="8" fill="hold" nodeType="withEffect">
                                  <p:stCondLst>
                                    <p:cond delay="6500"/>
                                  </p:stCondLst>
                                  <p:childTnLst>
                                    <p:set>
                                      <p:cBhvr>
                                        <p:cTn id="28" dur="1" fill="hold">
                                          <p:stCondLst>
                                            <p:cond delay="0"/>
                                          </p:stCondLst>
                                        </p:cTn>
                                        <p:tgtEl>
                                          <p:spTgt spid="46"/>
                                        </p:tgtEl>
                                        <p:attrNameLst>
                                          <p:attrName>style.visibility</p:attrName>
                                        </p:attrNameLst>
                                      </p:cBhvr>
                                      <p:to>
                                        <p:strVal val="visible"/>
                                      </p:to>
                                    </p:set>
                                    <p:animEffect transition="in" filter="wipe(left)">
                                      <p:cBhvr>
                                        <p:cTn id="29" dur="500"/>
                                        <p:tgtEl>
                                          <p:spTgt spid="46"/>
                                        </p:tgtEl>
                                      </p:cBhvr>
                                    </p:animEffect>
                                  </p:childTnLst>
                                </p:cTn>
                              </p:par>
                              <p:par>
                                <p:cTn id="30" presetID="22" presetClass="entr" presetSubtype="8" fill="hold" grpId="0" nodeType="withEffect">
                                  <p:stCondLst>
                                    <p:cond delay="7000"/>
                                  </p:stCondLst>
                                  <p:childTnLst>
                                    <p:set>
                                      <p:cBhvr>
                                        <p:cTn id="31" dur="1" fill="hold">
                                          <p:stCondLst>
                                            <p:cond delay="0"/>
                                          </p:stCondLst>
                                        </p:cTn>
                                        <p:tgtEl>
                                          <p:spTgt spid="53"/>
                                        </p:tgtEl>
                                        <p:attrNameLst>
                                          <p:attrName>style.visibility</p:attrName>
                                        </p:attrNameLst>
                                      </p:cBhvr>
                                      <p:to>
                                        <p:strVal val="visible"/>
                                      </p:to>
                                    </p:set>
                                    <p:animEffect transition="in" filter="wipe(left)">
                                      <p:cBhvr>
                                        <p:cTn id="32" dur="1000"/>
                                        <p:tgtEl>
                                          <p:spTgt spid="53"/>
                                        </p:tgtEl>
                                      </p:cBhvr>
                                    </p:animEffect>
                                  </p:childTnLst>
                                </p:cTn>
                              </p:par>
                              <p:par>
                                <p:cTn id="33" presetID="22" presetClass="entr" presetSubtype="1" fill="hold" nodeType="withEffect">
                                  <p:stCondLst>
                                    <p:cond delay="8000"/>
                                  </p:stCondLst>
                                  <p:childTnLst>
                                    <p:set>
                                      <p:cBhvr>
                                        <p:cTn id="34" dur="1" fill="hold">
                                          <p:stCondLst>
                                            <p:cond delay="0"/>
                                          </p:stCondLst>
                                        </p:cTn>
                                        <p:tgtEl>
                                          <p:spTgt spid="57"/>
                                        </p:tgtEl>
                                        <p:attrNameLst>
                                          <p:attrName>style.visibility</p:attrName>
                                        </p:attrNameLst>
                                      </p:cBhvr>
                                      <p:to>
                                        <p:strVal val="visible"/>
                                      </p:to>
                                    </p:set>
                                    <p:animEffect transition="in" filter="wipe(up)">
                                      <p:cBhvr>
                                        <p:cTn id="35" dur="1000"/>
                                        <p:tgtEl>
                                          <p:spTgt spid="57"/>
                                        </p:tgtEl>
                                      </p:cBhvr>
                                    </p:animEffect>
                                  </p:childTnLst>
                                </p:cTn>
                              </p:par>
                              <p:par>
                                <p:cTn id="36" presetID="45" presetClass="entr" presetSubtype="0" fill="hold" grpId="0" nodeType="withEffect">
                                  <p:stCondLst>
                                    <p:cond delay="90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2000"/>
                                        <p:tgtEl>
                                          <p:spTgt spid="32"/>
                                        </p:tgtEl>
                                      </p:cBhvr>
                                    </p:animEffect>
                                    <p:anim calcmode="lin" valueType="num">
                                      <p:cBhvr>
                                        <p:cTn id="39" dur="2000" fill="hold"/>
                                        <p:tgtEl>
                                          <p:spTgt spid="32"/>
                                        </p:tgtEl>
                                        <p:attrNameLst>
                                          <p:attrName>ppt_w</p:attrName>
                                        </p:attrNameLst>
                                      </p:cBhvr>
                                      <p:tavLst>
                                        <p:tav tm="0" fmla="#ppt_w*sin(2.5*pi*$)">
                                          <p:val>
                                            <p:fltVal val="0"/>
                                          </p:val>
                                        </p:tav>
                                        <p:tav tm="100000">
                                          <p:val>
                                            <p:fltVal val="1"/>
                                          </p:val>
                                        </p:tav>
                                      </p:tavLst>
                                    </p:anim>
                                    <p:anim calcmode="lin" valueType="num">
                                      <p:cBhvr>
                                        <p:cTn id="40" dur="2000" fill="hold"/>
                                        <p:tgtEl>
                                          <p:spTgt spid="3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3" grpId="0"/>
      <p:bldP spid="54" grpId="0"/>
      <p:bldP spid="55" grpId="0"/>
      <p:bldP spid="3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p:cNvGrpSpPr>
            <a:grpSpLocks noChangeAspect="1"/>
          </p:cNvGrpSpPr>
          <p:nvPr/>
        </p:nvGrpSpPr>
        <p:grpSpPr>
          <a:xfrm>
            <a:off x="933601" y="5761349"/>
            <a:ext cx="4875254" cy="261542"/>
            <a:chOff x="546375" y="4296002"/>
            <a:chExt cx="3624641" cy="194450"/>
          </a:xfrm>
        </p:grpSpPr>
        <p:sp>
          <p:nvSpPr>
            <p:cNvPr id="19" name="Rectangle 18"/>
            <p:cNvSpPr/>
            <p:nvPr/>
          </p:nvSpPr>
          <p:spPr>
            <a:xfrm>
              <a:off x="546375" y="4296002"/>
              <a:ext cx="1061611" cy="194450"/>
            </a:xfrm>
            <a:prstGeom prst="rect">
              <a:avLst/>
            </a:prstGeom>
          </p:spPr>
          <p:txBody>
            <a:bodyPr wrap="square">
              <a:spAutoFit/>
            </a:bodyPr>
            <a:lstStyle/>
            <a:p>
              <a:pPr fontAlgn="base"/>
              <a:r>
                <a:rPr lang="en-US" sz="1100" dirty="0">
                  <a:solidFill>
                    <a:schemeClr val="tx1">
                      <a:lumMod val="75000"/>
                      <a:lumOff val="25000"/>
                    </a:schemeClr>
                  </a:solidFill>
                </a:rPr>
                <a:t>Client</a:t>
              </a:r>
              <a:r>
                <a:rPr lang="id-ID" sz="1100" dirty="0">
                  <a:solidFill>
                    <a:schemeClr val="tx1">
                      <a:lumMod val="75000"/>
                      <a:lumOff val="25000"/>
                    </a:schemeClr>
                  </a:solidFill>
                </a:rPr>
                <a:t> </a:t>
              </a:r>
              <a:r>
                <a:rPr lang="en-US" sz="1100" dirty="0">
                  <a:solidFill>
                    <a:schemeClr val="tx1">
                      <a:lumMod val="75000"/>
                      <a:lumOff val="25000"/>
                    </a:schemeClr>
                  </a:solidFill>
                </a:rPr>
                <a:t>: 18 Conejos</a:t>
              </a:r>
            </a:p>
          </p:txBody>
        </p:sp>
        <p:sp>
          <p:nvSpPr>
            <p:cNvPr id="20" name="Rectangle 19"/>
            <p:cNvSpPr/>
            <p:nvPr/>
          </p:nvSpPr>
          <p:spPr>
            <a:xfrm>
              <a:off x="1602611" y="4296002"/>
              <a:ext cx="1061611" cy="194450"/>
            </a:xfrm>
            <a:prstGeom prst="rect">
              <a:avLst/>
            </a:prstGeom>
          </p:spPr>
          <p:txBody>
            <a:bodyPr wrap="square">
              <a:spAutoFit/>
            </a:bodyPr>
            <a:lstStyle/>
            <a:p>
              <a:pPr fontAlgn="base"/>
              <a:r>
                <a:rPr lang="en-US" sz="1100" dirty="0">
                  <a:solidFill>
                    <a:schemeClr val="tx1">
                      <a:lumMod val="75000"/>
                      <a:lumOff val="25000"/>
                    </a:schemeClr>
                  </a:solidFill>
                </a:rPr>
                <a:t>Task</a:t>
              </a:r>
              <a:r>
                <a:rPr lang="id-ID" sz="1100" dirty="0">
                  <a:solidFill>
                    <a:schemeClr val="tx1">
                      <a:lumMod val="75000"/>
                      <a:lumOff val="25000"/>
                    </a:schemeClr>
                  </a:solidFill>
                </a:rPr>
                <a:t> </a:t>
              </a:r>
              <a:r>
                <a:rPr lang="en-US" sz="1100" dirty="0">
                  <a:solidFill>
                    <a:schemeClr val="tx1">
                      <a:lumMod val="75000"/>
                      <a:lumOff val="25000"/>
                    </a:schemeClr>
                  </a:solidFill>
                </a:rPr>
                <a:t>: Logo Design</a:t>
              </a:r>
            </a:p>
          </p:txBody>
        </p:sp>
        <p:sp>
          <p:nvSpPr>
            <p:cNvPr id="21" name="Rectangle 20"/>
            <p:cNvSpPr/>
            <p:nvPr/>
          </p:nvSpPr>
          <p:spPr>
            <a:xfrm>
              <a:off x="2658848" y="4296002"/>
              <a:ext cx="1512168" cy="194450"/>
            </a:xfrm>
            <a:prstGeom prst="rect">
              <a:avLst/>
            </a:prstGeom>
          </p:spPr>
          <p:txBody>
            <a:bodyPr wrap="square">
              <a:spAutoFit/>
            </a:bodyPr>
            <a:lstStyle/>
            <a:p>
              <a:pPr fontAlgn="base"/>
              <a:r>
                <a:rPr lang="en-US" sz="1100" dirty="0">
                  <a:solidFill>
                    <a:schemeClr val="tx1">
                      <a:lumMod val="75000"/>
                      <a:lumOff val="25000"/>
                    </a:schemeClr>
                  </a:solidFill>
                </a:rPr>
                <a:t>Skills</a:t>
              </a:r>
              <a:r>
                <a:rPr lang="id-ID" sz="1100" dirty="0">
                  <a:solidFill>
                    <a:schemeClr val="tx1">
                      <a:lumMod val="75000"/>
                      <a:lumOff val="25000"/>
                    </a:schemeClr>
                  </a:solidFill>
                </a:rPr>
                <a:t> </a:t>
              </a:r>
              <a:r>
                <a:rPr lang="en-US" sz="1100" dirty="0">
                  <a:solidFill>
                    <a:schemeClr val="tx1">
                      <a:lumMod val="75000"/>
                      <a:lumOff val="25000"/>
                    </a:schemeClr>
                  </a:solidFill>
                </a:rPr>
                <a:t>: Photoshop, Illustrator</a:t>
              </a:r>
            </a:p>
          </p:txBody>
        </p:sp>
      </p:grpSp>
      <p:sp>
        <p:nvSpPr>
          <p:cNvPr id="22" name="Content Placeholder 2"/>
          <p:cNvSpPr txBox="1">
            <a:spLocks noChangeAspect="1"/>
          </p:cNvSpPr>
          <p:nvPr/>
        </p:nvSpPr>
        <p:spPr>
          <a:xfrm>
            <a:off x="6162063" y="2769940"/>
            <a:ext cx="5047731" cy="2895974"/>
          </a:xfrm>
          <a:prstGeom prst="rect">
            <a:avLst/>
          </a:prstGeom>
        </p:spPr>
        <p:txBody>
          <a:bodyPr vert="horz" lIns="91416" tIns="45708" rIns="91416" bIns="45708"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00" dirty="0" err="1">
                <a:solidFill>
                  <a:schemeClr val="tx1">
                    <a:lumMod val="75000"/>
                    <a:lumOff val="25000"/>
                  </a:schemeClr>
                </a:solidFill>
              </a:rPr>
              <a:t>Lorem</a:t>
            </a:r>
            <a:r>
              <a:rPr lang="en-US" sz="1200" dirty="0">
                <a:solidFill>
                  <a:schemeClr val="tx1">
                    <a:lumMod val="75000"/>
                    <a:lumOff val="25000"/>
                  </a:schemeClr>
                </a:solidFill>
              </a:rPr>
              <a:t> </a:t>
            </a:r>
            <a:r>
              <a:rPr lang="en-US" sz="1200" dirty="0" err="1">
                <a:solidFill>
                  <a:schemeClr val="tx1">
                    <a:lumMod val="75000"/>
                    <a:lumOff val="25000"/>
                  </a:schemeClr>
                </a:solidFill>
              </a:rPr>
              <a:t>Ipsum</a:t>
            </a:r>
            <a:r>
              <a:rPr lang="en-US" sz="1200" dirty="0">
                <a:solidFill>
                  <a:schemeClr val="tx1">
                    <a:lumMod val="75000"/>
                    <a:lumOff val="25000"/>
                  </a:schemeClr>
                </a:solidFill>
              </a:rPr>
              <a:t> is simply dummy text of the printing and typesetting industry.</a:t>
            </a:r>
            <a:endParaRPr lang="id-ID" sz="1100" dirty="0">
              <a:solidFill>
                <a:schemeClr val="bg1">
                  <a:lumMod val="50000"/>
                </a:schemeClr>
              </a:solidFill>
            </a:endParaRPr>
          </a:p>
          <a:p>
            <a:pPr algn="l"/>
            <a:r>
              <a:rPr lang="en-US" sz="1100" dirty="0" err="1">
                <a:solidFill>
                  <a:schemeClr val="bg1">
                    <a:lumMod val="50000"/>
                  </a:schemeClr>
                </a:solidFill>
              </a:rPr>
              <a:t>Lorem</a:t>
            </a:r>
            <a:r>
              <a:rPr lang="en-US" sz="1100" dirty="0">
                <a:solidFill>
                  <a:schemeClr val="bg1">
                    <a:lumMod val="50000"/>
                  </a:schemeClr>
                </a:solidFill>
              </a:rPr>
              <a:t> </a:t>
            </a:r>
            <a:r>
              <a:rPr lang="en-US" sz="1100" dirty="0" err="1">
                <a:solidFill>
                  <a:schemeClr val="bg1">
                    <a:lumMod val="50000"/>
                  </a:schemeClr>
                </a:solidFill>
              </a:rPr>
              <a:t>Ipsum</a:t>
            </a:r>
            <a:r>
              <a:rPr lang="en-US" sz="1100" dirty="0">
                <a:solidFill>
                  <a:schemeClr val="bg1">
                    <a:lumMod val="50000"/>
                  </a:schemeClr>
                </a:solidFill>
              </a:rPr>
              <a:t> is simply dummy text of the printing and typesetting industry. </a:t>
            </a:r>
            <a:r>
              <a:rPr lang="en-US" sz="1100" dirty="0" err="1">
                <a:solidFill>
                  <a:schemeClr val="bg1">
                    <a:lumMod val="50000"/>
                  </a:schemeClr>
                </a:solidFill>
              </a:rPr>
              <a:t>Lorem</a:t>
            </a:r>
            <a:r>
              <a:rPr lang="en-US" sz="1100" dirty="0">
                <a:solidFill>
                  <a:schemeClr val="bg1">
                    <a:lumMod val="50000"/>
                  </a:schemeClr>
                </a:solidFill>
              </a:rPr>
              <a:t> </a:t>
            </a:r>
            <a:r>
              <a:rPr lang="en-US" sz="1100" dirty="0" err="1">
                <a:solidFill>
                  <a:schemeClr val="bg1">
                    <a:lumMod val="50000"/>
                  </a:schemeClr>
                </a:solidFill>
              </a:rPr>
              <a:t>Ipsum</a:t>
            </a:r>
            <a:r>
              <a:rPr lang="en-US" sz="1100" dirty="0">
                <a:solidFill>
                  <a:schemeClr val="bg1">
                    <a:lumMod val="50000"/>
                  </a:schemeClr>
                </a:solidFill>
              </a:rPr>
              <a:t>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100" dirty="0" err="1">
                <a:solidFill>
                  <a:schemeClr val="bg1">
                    <a:lumMod val="50000"/>
                  </a:schemeClr>
                </a:solidFill>
              </a:rPr>
              <a:t>popularised</a:t>
            </a:r>
            <a:r>
              <a:rPr lang="en-US" sz="1100" dirty="0">
                <a:solidFill>
                  <a:schemeClr val="bg1">
                    <a:lumMod val="50000"/>
                  </a:schemeClr>
                </a:solidFill>
              </a:rPr>
              <a:t> in the 1960s with the release of </a:t>
            </a:r>
            <a:r>
              <a:rPr lang="en-US" sz="1100" dirty="0" err="1">
                <a:solidFill>
                  <a:schemeClr val="bg1">
                    <a:lumMod val="50000"/>
                  </a:schemeClr>
                </a:solidFill>
              </a:rPr>
              <a:t>Letraset</a:t>
            </a:r>
            <a:r>
              <a:rPr lang="en-US" sz="1100" dirty="0">
                <a:solidFill>
                  <a:schemeClr val="bg1">
                    <a:lumMod val="50000"/>
                  </a:schemeClr>
                </a:solidFill>
              </a:rPr>
              <a:t> sheets containing </a:t>
            </a:r>
            <a:r>
              <a:rPr lang="en-US" sz="1100" dirty="0" err="1">
                <a:solidFill>
                  <a:schemeClr val="bg1">
                    <a:lumMod val="50000"/>
                  </a:schemeClr>
                </a:solidFill>
              </a:rPr>
              <a:t>Lorem</a:t>
            </a:r>
            <a:r>
              <a:rPr lang="en-US" sz="1100" dirty="0">
                <a:solidFill>
                  <a:schemeClr val="bg1">
                    <a:lumMod val="50000"/>
                  </a:schemeClr>
                </a:solidFill>
              </a:rPr>
              <a:t> </a:t>
            </a:r>
            <a:r>
              <a:rPr lang="en-US" sz="1100" dirty="0" err="1">
                <a:solidFill>
                  <a:schemeClr val="bg1">
                    <a:lumMod val="50000"/>
                  </a:schemeClr>
                </a:solidFill>
              </a:rPr>
              <a:t>Ipsum</a:t>
            </a:r>
            <a:r>
              <a:rPr lang="en-US" sz="1100" dirty="0">
                <a:solidFill>
                  <a:schemeClr val="bg1">
                    <a:lumMod val="50000"/>
                  </a:schemeClr>
                </a:solidFill>
              </a:rPr>
              <a:t> passages, and more recently with desktop publishing software like Aldus PageMaker including versions of </a:t>
            </a:r>
            <a:r>
              <a:rPr lang="en-US" sz="1100" dirty="0" err="1">
                <a:solidFill>
                  <a:schemeClr val="bg1">
                    <a:lumMod val="50000"/>
                  </a:schemeClr>
                </a:solidFill>
              </a:rPr>
              <a:t>Lorem</a:t>
            </a:r>
            <a:r>
              <a:rPr lang="en-US" sz="1100" dirty="0">
                <a:solidFill>
                  <a:schemeClr val="bg1">
                    <a:lumMod val="50000"/>
                  </a:schemeClr>
                </a:solidFill>
              </a:rPr>
              <a:t> </a:t>
            </a:r>
            <a:r>
              <a:rPr lang="en-US" sz="1100" dirty="0" err="1">
                <a:solidFill>
                  <a:schemeClr val="bg1">
                    <a:lumMod val="50000"/>
                  </a:schemeClr>
                </a:solidFill>
              </a:rPr>
              <a:t>Ipsum</a:t>
            </a:r>
            <a:r>
              <a:rPr lang="en-US" sz="1100" dirty="0">
                <a:solidFill>
                  <a:schemeClr val="bg1">
                    <a:lumMod val="50000"/>
                  </a:schemeClr>
                </a:solidFill>
              </a:rPr>
              <a:t>.</a:t>
            </a:r>
          </a:p>
          <a:p>
            <a:pPr algn="l"/>
            <a:r>
              <a:rPr lang="en-US" sz="1100" dirty="0">
                <a:solidFill>
                  <a:schemeClr val="bg1">
                    <a:lumMod val="50000"/>
                  </a:schemeClr>
                </a:solidFill>
              </a:rPr>
              <a:t>It is a long established fact that a reader will be distracted by the readable content of a page when looking at its layout. The point of using </a:t>
            </a:r>
            <a:r>
              <a:rPr lang="en-US" sz="1100" dirty="0" err="1">
                <a:solidFill>
                  <a:schemeClr val="bg1">
                    <a:lumMod val="50000"/>
                  </a:schemeClr>
                </a:solidFill>
              </a:rPr>
              <a:t>Lorem</a:t>
            </a:r>
            <a:r>
              <a:rPr lang="en-US" sz="1100" dirty="0">
                <a:solidFill>
                  <a:schemeClr val="bg1">
                    <a:lumMod val="50000"/>
                  </a:schemeClr>
                </a:solidFill>
              </a:rPr>
              <a:t> </a:t>
            </a:r>
            <a:r>
              <a:rPr lang="en-US" sz="1100" dirty="0" err="1">
                <a:solidFill>
                  <a:schemeClr val="bg1">
                    <a:lumMod val="50000"/>
                  </a:schemeClr>
                </a:solidFill>
              </a:rPr>
              <a:t>Ipsum</a:t>
            </a:r>
            <a:r>
              <a:rPr lang="en-US" sz="1100" dirty="0">
                <a:solidFill>
                  <a:schemeClr val="bg1">
                    <a:lumMod val="50000"/>
                  </a:schemeClr>
                </a:solidFill>
              </a:rPr>
              <a:t> is that it has a more-or-less normal distribution of letters, as opposed to using 'Content here, content here', making it look like readable English. Many desktop publishing packages and web page editors now use </a:t>
            </a:r>
            <a:r>
              <a:rPr lang="en-US" sz="1100" dirty="0" err="1">
                <a:solidFill>
                  <a:schemeClr val="bg1">
                    <a:lumMod val="50000"/>
                  </a:schemeClr>
                </a:solidFill>
              </a:rPr>
              <a:t>Lorem</a:t>
            </a:r>
            <a:r>
              <a:rPr lang="en-US" sz="1100" dirty="0">
                <a:solidFill>
                  <a:schemeClr val="bg1">
                    <a:lumMod val="50000"/>
                  </a:schemeClr>
                </a:solidFill>
              </a:rPr>
              <a:t> </a:t>
            </a:r>
            <a:r>
              <a:rPr lang="en-US" sz="1100" dirty="0" err="1">
                <a:solidFill>
                  <a:schemeClr val="bg1">
                    <a:lumMod val="50000"/>
                  </a:schemeClr>
                </a:solidFill>
              </a:rPr>
              <a:t>Ipsum</a:t>
            </a:r>
            <a:r>
              <a:rPr lang="en-US" sz="1100" dirty="0">
                <a:solidFill>
                  <a:schemeClr val="bg1">
                    <a:lumMod val="50000"/>
                  </a:schemeClr>
                </a:solidFill>
              </a:rPr>
              <a:t> as their default model text, and a search for '</a:t>
            </a:r>
            <a:r>
              <a:rPr lang="en-US" sz="1100" dirty="0" err="1">
                <a:solidFill>
                  <a:schemeClr val="bg1">
                    <a:lumMod val="50000"/>
                  </a:schemeClr>
                </a:solidFill>
              </a:rPr>
              <a:t>lorem</a:t>
            </a:r>
            <a:r>
              <a:rPr lang="en-US" sz="1100" dirty="0">
                <a:solidFill>
                  <a:schemeClr val="bg1">
                    <a:lumMod val="50000"/>
                  </a:schemeClr>
                </a:solidFill>
              </a:rPr>
              <a:t> </a:t>
            </a:r>
            <a:r>
              <a:rPr lang="en-US" sz="1100" dirty="0" err="1">
                <a:solidFill>
                  <a:schemeClr val="bg1">
                    <a:lumMod val="50000"/>
                  </a:schemeClr>
                </a:solidFill>
              </a:rPr>
              <a:t>ipsum</a:t>
            </a:r>
            <a:r>
              <a:rPr lang="en-US" sz="1100" dirty="0">
                <a:solidFill>
                  <a:schemeClr val="bg1">
                    <a:lumMod val="50000"/>
                  </a:schemeClr>
                </a:solidFill>
              </a:rPr>
              <a:t>' will uncover many web sites still in their infancy.</a:t>
            </a:r>
          </a:p>
        </p:txBody>
      </p:sp>
      <p:sp>
        <p:nvSpPr>
          <p:cNvPr id="23" name="Title 13"/>
          <p:cNvSpPr txBox="1">
            <a:spLocks noChangeAspect="1"/>
          </p:cNvSpPr>
          <p:nvPr/>
        </p:nvSpPr>
        <p:spPr>
          <a:xfrm>
            <a:off x="6170520" y="2236993"/>
            <a:ext cx="3389854" cy="715940"/>
          </a:xfrm>
          <a:prstGeom prst="rect">
            <a:avLst/>
          </a:prstGeom>
        </p:spPr>
        <p:txBody>
          <a:bodyPr vert="horz" lIns="91416" tIns="45708" rIns="91416" bIns="45708" rtlCol="0" anchor="ctr">
            <a:normAutofit fontScale="92500"/>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399" dirty="0">
                <a:solidFill>
                  <a:schemeClr val="accent1"/>
                </a:solidFill>
                <a:latin typeface="+mn-lt"/>
              </a:rPr>
              <a:t>THE BULLPEN PROJECT</a:t>
            </a:r>
          </a:p>
        </p:txBody>
      </p:sp>
      <p:sp>
        <p:nvSpPr>
          <p:cNvPr id="25"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SINGLE IMAGE PORTFOLIO</a:t>
            </a:r>
          </a:p>
        </p:txBody>
      </p:sp>
      <p:sp>
        <p:nvSpPr>
          <p:cNvPr id="26" name="Rectangle 25"/>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27" name="Group 26"/>
          <p:cNvGrpSpPr/>
          <p:nvPr/>
        </p:nvGrpSpPr>
        <p:grpSpPr>
          <a:xfrm rot="10800000" flipV="1">
            <a:off x="5380522" y="1080697"/>
            <a:ext cx="1427781" cy="45707"/>
            <a:chOff x="3965945" y="1385354"/>
            <a:chExt cx="4572000" cy="79107"/>
          </a:xfrm>
        </p:grpSpPr>
        <p:sp>
          <p:nvSpPr>
            <p:cNvPr id="28" name="Rectangle 27"/>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0" name="Rectangle 29"/>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1" name="Rectangle 30"/>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2" name="Rectangle 31"/>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3" name="Rectangle 32"/>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2" name="Picture Placeholder 1"/>
          <p:cNvSpPr>
            <a:spLocks noGrp="1"/>
          </p:cNvSpPr>
          <p:nvPr>
            <p:ph type="pic" sz="quarter" idx="10"/>
          </p:nvPr>
        </p:nvSpPr>
        <p:spPr/>
      </p:sp>
    </p:spTree>
    <p:extLst>
      <p:ext uri="{BB962C8B-B14F-4D97-AF65-F5344CB8AC3E}">
        <p14:creationId xmlns:p14="http://schemas.microsoft.com/office/powerpoint/2010/main" val="213784675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par>
                          <p:cTn id="16" fill="hold">
                            <p:stCondLst>
                              <p:cond delay="1500"/>
                            </p:stCondLst>
                            <p:childTnLst>
                              <p:par>
                                <p:cTn id="17" presetID="49" presetClass="entr" presetSubtype="0" decel="10000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p:cTn id="19" dur="500" fill="hold"/>
                                        <p:tgtEl>
                                          <p:spTgt spid="27"/>
                                        </p:tgtEl>
                                        <p:attrNameLst>
                                          <p:attrName>ppt_w</p:attrName>
                                        </p:attrNameLst>
                                      </p:cBhvr>
                                      <p:tavLst>
                                        <p:tav tm="0">
                                          <p:val>
                                            <p:fltVal val="0"/>
                                          </p:val>
                                        </p:tav>
                                        <p:tav tm="100000">
                                          <p:val>
                                            <p:strVal val="#ppt_w"/>
                                          </p:val>
                                        </p:tav>
                                      </p:tavLst>
                                    </p:anim>
                                    <p:anim calcmode="lin" valueType="num">
                                      <p:cBhvr>
                                        <p:cTn id="20" dur="500" fill="hold"/>
                                        <p:tgtEl>
                                          <p:spTgt spid="27"/>
                                        </p:tgtEl>
                                        <p:attrNameLst>
                                          <p:attrName>ppt_h</p:attrName>
                                        </p:attrNameLst>
                                      </p:cBhvr>
                                      <p:tavLst>
                                        <p:tav tm="0">
                                          <p:val>
                                            <p:fltVal val="0"/>
                                          </p:val>
                                        </p:tav>
                                        <p:tav tm="100000">
                                          <p:val>
                                            <p:strVal val="#ppt_h"/>
                                          </p:val>
                                        </p:tav>
                                      </p:tavLst>
                                    </p:anim>
                                    <p:anim calcmode="lin" valueType="num">
                                      <p:cBhvr>
                                        <p:cTn id="21" dur="500" fill="hold"/>
                                        <p:tgtEl>
                                          <p:spTgt spid="27"/>
                                        </p:tgtEl>
                                        <p:attrNameLst>
                                          <p:attrName>style.rotation</p:attrName>
                                        </p:attrNameLst>
                                      </p:cBhvr>
                                      <p:tavLst>
                                        <p:tav tm="0">
                                          <p:val>
                                            <p:fltVal val="360"/>
                                          </p:val>
                                        </p:tav>
                                        <p:tav tm="100000">
                                          <p:val>
                                            <p:fltVal val="0"/>
                                          </p:val>
                                        </p:tav>
                                      </p:tavLst>
                                    </p:anim>
                                    <p:animEffect transition="in" filter="fade">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p:cNvGrpSpPr>
            <a:grpSpLocks noChangeAspect="1"/>
          </p:cNvGrpSpPr>
          <p:nvPr/>
        </p:nvGrpSpPr>
        <p:grpSpPr>
          <a:xfrm>
            <a:off x="1213339" y="5497875"/>
            <a:ext cx="5047731" cy="261542"/>
            <a:chOff x="546375" y="4296002"/>
            <a:chExt cx="3624641" cy="187807"/>
          </a:xfrm>
        </p:grpSpPr>
        <p:sp>
          <p:nvSpPr>
            <p:cNvPr id="19" name="Rectangle 18"/>
            <p:cNvSpPr/>
            <p:nvPr/>
          </p:nvSpPr>
          <p:spPr>
            <a:xfrm>
              <a:off x="546375" y="4296002"/>
              <a:ext cx="1061611" cy="187806"/>
            </a:xfrm>
            <a:prstGeom prst="rect">
              <a:avLst/>
            </a:prstGeom>
          </p:spPr>
          <p:txBody>
            <a:bodyPr wrap="square">
              <a:spAutoFit/>
            </a:bodyPr>
            <a:lstStyle/>
            <a:p>
              <a:pPr fontAlgn="base"/>
              <a:r>
                <a:rPr lang="en-US" sz="1100" dirty="0">
                  <a:solidFill>
                    <a:schemeClr val="tx1">
                      <a:lumMod val="75000"/>
                      <a:lumOff val="25000"/>
                    </a:schemeClr>
                  </a:solidFill>
                </a:rPr>
                <a:t>Client</a:t>
              </a:r>
              <a:r>
                <a:rPr lang="id-ID" sz="1100" dirty="0">
                  <a:solidFill>
                    <a:schemeClr val="tx1">
                      <a:lumMod val="75000"/>
                      <a:lumOff val="25000"/>
                    </a:schemeClr>
                  </a:solidFill>
                </a:rPr>
                <a:t> </a:t>
              </a:r>
              <a:r>
                <a:rPr lang="en-US" sz="1100" dirty="0">
                  <a:solidFill>
                    <a:schemeClr val="tx1">
                      <a:lumMod val="75000"/>
                      <a:lumOff val="25000"/>
                    </a:schemeClr>
                  </a:solidFill>
                </a:rPr>
                <a:t>: 18 Conejos</a:t>
              </a:r>
            </a:p>
          </p:txBody>
        </p:sp>
        <p:sp>
          <p:nvSpPr>
            <p:cNvPr id="20" name="Rectangle 19"/>
            <p:cNvSpPr/>
            <p:nvPr/>
          </p:nvSpPr>
          <p:spPr>
            <a:xfrm>
              <a:off x="1602611" y="4296002"/>
              <a:ext cx="1061611" cy="187807"/>
            </a:xfrm>
            <a:prstGeom prst="rect">
              <a:avLst/>
            </a:prstGeom>
          </p:spPr>
          <p:txBody>
            <a:bodyPr wrap="square">
              <a:spAutoFit/>
            </a:bodyPr>
            <a:lstStyle/>
            <a:p>
              <a:pPr fontAlgn="base"/>
              <a:r>
                <a:rPr lang="en-US" sz="1100" dirty="0">
                  <a:solidFill>
                    <a:schemeClr val="tx1">
                      <a:lumMod val="75000"/>
                      <a:lumOff val="25000"/>
                    </a:schemeClr>
                  </a:solidFill>
                </a:rPr>
                <a:t>Task</a:t>
              </a:r>
              <a:r>
                <a:rPr lang="id-ID" sz="1100" dirty="0">
                  <a:solidFill>
                    <a:schemeClr val="tx1">
                      <a:lumMod val="75000"/>
                      <a:lumOff val="25000"/>
                    </a:schemeClr>
                  </a:solidFill>
                </a:rPr>
                <a:t> </a:t>
              </a:r>
              <a:r>
                <a:rPr lang="en-US" sz="1100" dirty="0">
                  <a:solidFill>
                    <a:schemeClr val="tx1">
                      <a:lumMod val="75000"/>
                      <a:lumOff val="25000"/>
                    </a:schemeClr>
                  </a:solidFill>
                </a:rPr>
                <a:t>: Logo Design</a:t>
              </a:r>
            </a:p>
          </p:txBody>
        </p:sp>
        <p:sp>
          <p:nvSpPr>
            <p:cNvPr id="21" name="Rectangle 20"/>
            <p:cNvSpPr/>
            <p:nvPr/>
          </p:nvSpPr>
          <p:spPr>
            <a:xfrm>
              <a:off x="2658848" y="4296002"/>
              <a:ext cx="1512168" cy="187807"/>
            </a:xfrm>
            <a:prstGeom prst="rect">
              <a:avLst/>
            </a:prstGeom>
          </p:spPr>
          <p:txBody>
            <a:bodyPr wrap="square">
              <a:spAutoFit/>
            </a:bodyPr>
            <a:lstStyle/>
            <a:p>
              <a:pPr fontAlgn="base"/>
              <a:r>
                <a:rPr lang="en-US" sz="1100" dirty="0">
                  <a:solidFill>
                    <a:schemeClr val="tx1">
                      <a:lumMod val="75000"/>
                      <a:lumOff val="25000"/>
                    </a:schemeClr>
                  </a:solidFill>
                </a:rPr>
                <a:t>Skills</a:t>
              </a:r>
              <a:r>
                <a:rPr lang="id-ID" sz="1100" dirty="0">
                  <a:solidFill>
                    <a:schemeClr val="tx1">
                      <a:lumMod val="75000"/>
                      <a:lumOff val="25000"/>
                    </a:schemeClr>
                  </a:solidFill>
                </a:rPr>
                <a:t> </a:t>
              </a:r>
              <a:r>
                <a:rPr lang="en-US" sz="1100" dirty="0">
                  <a:solidFill>
                    <a:schemeClr val="tx1">
                      <a:lumMod val="75000"/>
                      <a:lumOff val="25000"/>
                    </a:schemeClr>
                  </a:solidFill>
                </a:rPr>
                <a:t>: Photoshop</a:t>
              </a:r>
            </a:p>
          </p:txBody>
        </p:sp>
      </p:grpSp>
      <p:grpSp>
        <p:nvGrpSpPr>
          <p:cNvPr id="23" name="Group 22"/>
          <p:cNvGrpSpPr>
            <a:grpSpLocks noChangeAspect="1"/>
          </p:cNvGrpSpPr>
          <p:nvPr/>
        </p:nvGrpSpPr>
        <p:grpSpPr>
          <a:xfrm>
            <a:off x="6379968" y="5497874"/>
            <a:ext cx="5047731" cy="261542"/>
            <a:chOff x="4907799" y="4296002"/>
            <a:chExt cx="3624641" cy="187807"/>
          </a:xfrm>
        </p:grpSpPr>
        <p:sp>
          <p:nvSpPr>
            <p:cNvPr id="24" name="Rectangle 23"/>
            <p:cNvSpPr/>
            <p:nvPr/>
          </p:nvSpPr>
          <p:spPr>
            <a:xfrm>
              <a:off x="4907799" y="4296002"/>
              <a:ext cx="1061611" cy="187806"/>
            </a:xfrm>
            <a:prstGeom prst="rect">
              <a:avLst/>
            </a:prstGeom>
          </p:spPr>
          <p:txBody>
            <a:bodyPr wrap="square">
              <a:spAutoFit/>
            </a:bodyPr>
            <a:lstStyle/>
            <a:p>
              <a:pPr fontAlgn="base"/>
              <a:r>
                <a:rPr lang="en-US" sz="1100" dirty="0">
                  <a:solidFill>
                    <a:schemeClr val="tx1">
                      <a:lumMod val="75000"/>
                      <a:lumOff val="25000"/>
                    </a:schemeClr>
                  </a:solidFill>
                </a:rPr>
                <a:t>Client</a:t>
              </a:r>
              <a:r>
                <a:rPr lang="id-ID" sz="1100" dirty="0">
                  <a:solidFill>
                    <a:schemeClr val="tx1">
                      <a:lumMod val="75000"/>
                      <a:lumOff val="25000"/>
                    </a:schemeClr>
                  </a:solidFill>
                </a:rPr>
                <a:t> </a:t>
              </a:r>
              <a:r>
                <a:rPr lang="en-US" sz="1100" dirty="0">
                  <a:solidFill>
                    <a:schemeClr val="tx1">
                      <a:lumMod val="75000"/>
                      <a:lumOff val="25000"/>
                    </a:schemeClr>
                  </a:solidFill>
                </a:rPr>
                <a:t>: Bullpen</a:t>
              </a:r>
            </a:p>
          </p:txBody>
        </p:sp>
        <p:sp>
          <p:nvSpPr>
            <p:cNvPr id="25" name="Rectangle 24"/>
            <p:cNvSpPr/>
            <p:nvPr/>
          </p:nvSpPr>
          <p:spPr>
            <a:xfrm>
              <a:off x="5964035" y="4296002"/>
              <a:ext cx="1061611" cy="187807"/>
            </a:xfrm>
            <a:prstGeom prst="rect">
              <a:avLst/>
            </a:prstGeom>
          </p:spPr>
          <p:txBody>
            <a:bodyPr wrap="square">
              <a:spAutoFit/>
            </a:bodyPr>
            <a:lstStyle/>
            <a:p>
              <a:pPr fontAlgn="base"/>
              <a:r>
                <a:rPr lang="en-US" sz="1100" dirty="0">
                  <a:solidFill>
                    <a:schemeClr val="tx1">
                      <a:lumMod val="75000"/>
                      <a:lumOff val="25000"/>
                    </a:schemeClr>
                  </a:solidFill>
                </a:rPr>
                <a:t>Task</a:t>
              </a:r>
              <a:r>
                <a:rPr lang="id-ID" sz="1100" dirty="0">
                  <a:solidFill>
                    <a:schemeClr val="tx1">
                      <a:lumMod val="75000"/>
                      <a:lumOff val="25000"/>
                    </a:schemeClr>
                  </a:solidFill>
                </a:rPr>
                <a:t> </a:t>
              </a:r>
              <a:r>
                <a:rPr lang="en-US" sz="1100" dirty="0">
                  <a:solidFill>
                    <a:schemeClr val="tx1">
                      <a:lumMod val="75000"/>
                      <a:lumOff val="25000"/>
                    </a:schemeClr>
                  </a:solidFill>
                </a:rPr>
                <a:t>: Logo Design</a:t>
              </a:r>
            </a:p>
          </p:txBody>
        </p:sp>
        <p:sp>
          <p:nvSpPr>
            <p:cNvPr id="26" name="Rectangle 25"/>
            <p:cNvSpPr/>
            <p:nvPr/>
          </p:nvSpPr>
          <p:spPr>
            <a:xfrm>
              <a:off x="7020272" y="4296002"/>
              <a:ext cx="1512168" cy="187807"/>
            </a:xfrm>
            <a:prstGeom prst="rect">
              <a:avLst/>
            </a:prstGeom>
          </p:spPr>
          <p:txBody>
            <a:bodyPr wrap="square">
              <a:spAutoFit/>
            </a:bodyPr>
            <a:lstStyle/>
            <a:p>
              <a:pPr fontAlgn="base"/>
              <a:r>
                <a:rPr lang="en-US" sz="1100" dirty="0">
                  <a:solidFill>
                    <a:schemeClr val="tx1">
                      <a:lumMod val="75000"/>
                      <a:lumOff val="25000"/>
                    </a:schemeClr>
                  </a:solidFill>
                </a:rPr>
                <a:t>Skills</a:t>
              </a:r>
              <a:r>
                <a:rPr lang="id-ID" sz="1100" dirty="0">
                  <a:solidFill>
                    <a:schemeClr val="tx1">
                      <a:lumMod val="75000"/>
                      <a:lumOff val="25000"/>
                    </a:schemeClr>
                  </a:solidFill>
                </a:rPr>
                <a:t> </a:t>
              </a:r>
              <a:r>
                <a:rPr lang="en-US" sz="1100" dirty="0">
                  <a:solidFill>
                    <a:schemeClr val="tx1">
                      <a:lumMod val="75000"/>
                      <a:lumOff val="25000"/>
                    </a:schemeClr>
                  </a:solidFill>
                </a:rPr>
                <a:t>: Photoshop</a:t>
              </a:r>
            </a:p>
          </p:txBody>
        </p:sp>
      </p:grpSp>
      <p:sp>
        <p:nvSpPr>
          <p:cNvPr id="28"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TWO IMAGES PORTFOLIO</a:t>
            </a:r>
          </a:p>
        </p:txBody>
      </p:sp>
      <p:sp>
        <p:nvSpPr>
          <p:cNvPr id="30" name="Rectangle 29"/>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31" name="Group 30"/>
          <p:cNvGrpSpPr/>
          <p:nvPr/>
        </p:nvGrpSpPr>
        <p:grpSpPr>
          <a:xfrm rot="10800000" flipV="1">
            <a:off x="5380522" y="1080697"/>
            <a:ext cx="1427781" cy="45707"/>
            <a:chOff x="3965945" y="1385354"/>
            <a:chExt cx="4572000" cy="79107"/>
          </a:xfrm>
        </p:grpSpPr>
        <p:sp>
          <p:nvSpPr>
            <p:cNvPr id="32" name="Rectangle 31"/>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3" name="Rectangle 32"/>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4" name="Rectangle 33"/>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5" name="Rectangle 34"/>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6" name="Rectangle 35"/>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2" name="Picture Placeholder 1"/>
          <p:cNvSpPr>
            <a:spLocks noGrp="1"/>
          </p:cNvSpPr>
          <p:nvPr>
            <p:ph type="pic" sz="quarter" idx="10"/>
          </p:nvPr>
        </p:nvSpPr>
        <p:spPr/>
      </p:sp>
      <p:sp>
        <p:nvSpPr>
          <p:cNvPr id="3" name="Picture Placeholder 2"/>
          <p:cNvSpPr>
            <a:spLocks noGrp="1"/>
          </p:cNvSpPr>
          <p:nvPr>
            <p:ph type="pic" sz="quarter" idx="11"/>
          </p:nvPr>
        </p:nvSpPr>
        <p:spPr/>
      </p:sp>
    </p:spTree>
    <p:extLst>
      <p:ext uri="{BB962C8B-B14F-4D97-AF65-F5344CB8AC3E}">
        <p14:creationId xmlns:p14="http://schemas.microsoft.com/office/powerpoint/2010/main" val="153342219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par>
                          <p:cTn id="12" fill="hold">
                            <p:stCondLst>
                              <p:cond delay="1000"/>
                            </p:stCondLst>
                            <p:childTnLst>
                              <p:par>
                                <p:cTn id="13" presetID="49" presetClass="entr" presetSubtype="0" decel="10000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p:cTn id="15" dur="500" fill="hold"/>
                                        <p:tgtEl>
                                          <p:spTgt spid="31"/>
                                        </p:tgtEl>
                                        <p:attrNameLst>
                                          <p:attrName>ppt_w</p:attrName>
                                        </p:attrNameLst>
                                      </p:cBhvr>
                                      <p:tavLst>
                                        <p:tav tm="0">
                                          <p:val>
                                            <p:fltVal val="0"/>
                                          </p:val>
                                        </p:tav>
                                        <p:tav tm="100000">
                                          <p:val>
                                            <p:strVal val="#ppt_w"/>
                                          </p:val>
                                        </p:tav>
                                      </p:tavLst>
                                    </p:anim>
                                    <p:anim calcmode="lin" valueType="num">
                                      <p:cBhvr>
                                        <p:cTn id="16" dur="500" fill="hold"/>
                                        <p:tgtEl>
                                          <p:spTgt spid="31"/>
                                        </p:tgtEl>
                                        <p:attrNameLst>
                                          <p:attrName>ppt_h</p:attrName>
                                        </p:attrNameLst>
                                      </p:cBhvr>
                                      <p:tavLst>
                                        <p:tav tm="0">
                                          <p:val>
                                            <p:fltVal val="0"/>
                                          </p:val>
                                        </p:tav>
                                        <p:tav tm="100000">
                                          <p:val>
                                            <p:strVal val="#ppt_h"/>
                                          </p:val>
                                        </p:tav>
                                      </p:tavLst>
                                    </p:anim>
                                    <p:anim calcmode="lin" valueType="num">
                                      <p:cBhvr>
                                        <p:cTn id="17" dur="500" fill="hold"/>
                                        <p:tgtEl>
                                          <p:spTgt spid="31"/>
                                        </p:tgtEl>
                                        <p:attrNameLst>
                                          <p:attrName>style.rotation</p:attrName>
                                        </p:attrNameLst>
                                      </p:cBhvr>
                                      <p:tavLst>
                                        <p:tav tm="0">
                                          <p:val>
                                            <p:fltVal val="360"/>
                                          </p:val>
                                        </p:tav>
                                        <p:tav tm="100000">
                                          <p:val>
                                            <p:fltVal val="0"/>
                                          </p:val>
                                        </p:tav>
                                      </p:tavLst>
                                    </p:anim>
                                    <p:animEffect transition="in" filter="fade">
                                      <p:cBhvr>
                                        <p:cTn id="1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724022" y="5234340"/>
            <a:ext cx="1294635" cy="261532"/>
          </a:xfrm>
          <a:prstGeom prst="rect">
            <a:avLst/>
          </a:prstGeom>
        </p:spPr>
        <p:txBody>
          <a:bodyPr wrap="square">
            <a:spAutoFit/>
          </a:bodyPr>
          <a:lstStyle/>
          <a:p>
            <a:pPr fontAlgn="base"/>
            <a:r>
              <a:rPr lang="en-US" sz="1100" dirty="0">
                <a:solidFill>
                  <a:schemeClr val="tx1">
                    <a:lumMod val="75000"/>
                    <a:lumOff val="25000"/>
                  </a:schemeClr>
                </a:solidFill>
              </a:rPr>
              <a:t>Client</a:t>
            </a:r>
            <a:r>
              <a:rPr lang="id-ID" sz="1100" dirty="0">
                <a:solidFill>
                  <a:schemeClr val="tx1">
                    <a:lumMod val="75000"/>
                    <a:lumOff val="25000"/>
                  </a:schemeClr>
                </a:solidFill>
              </a:rPr>
              <a:t> </a:t>
            </a:r>
            <a:r>
              <a:rPr lang="en-US" sz="1100" dirty="0">
                <a:solidFill>
                  <a:schemeClr val="tx1">
                    <a:lumMod val="75000"/>
                    <a:lumOff val="25000"/>
                  </a:schemeClr>
                </a:solidFill>
              </a:rPr>
              <a:t>: Cactus</a:t>
            </a:r>
          </a:p>
        </p:txBody>
      </p:sp>
      <p:sp>
        <p:nvSpPr>
          <p:cNvPr id="19" name="Rectangle 18"/>
          <p:cNvSpPr/>
          <p:nvPr/>
        </p:nvSpPr>
        <p:spPr>
          <a:xfrm>
            <a:off x="2011796" y="5234339"/>
            <a:ext cx="1809805" cy="261541"/>
          </a:xfrm>
          <a:prstGeom prst="rect">
            <a:avLst/>
          </a:prstGeom>
        </p:spPr>
        <p:txBody>
          <a:bodyPr wrap="square">
            <a:spAutoFit/>
          </a:bodyPr>
          <a:lstStyle/>
          <a:p>
            <a:pPr algn="r" fontAlgn="base"/>
            <a:r>
              <a:rPr lang="en-US" sz="1100" dirty="0">
                <a:solidFill>
                  <a:schemeClr val="tx1">
                    <a:lumMod val="75000"/>
                    <a:lumOff val="25000"/>
                  </a:schemeClr>
                </a:solidFill>
              </a:rPr>
              <a:t>Task</a:t>
            </a:r>
            <a:r>
              <a:rPr lang="id-ID" sz="1100" dirty="0">
                <a:solidFill>
                  <a:schemeClr val="tx1">
                    <a:lumMod val="75000"/>
                    <a:lumOff val="25000"/>
                  </a:schemeClr>
                </a:solidFill>
              </a:rPr>
              <a:t> </a:t>
            </a:r>
            <a:r>
              <a:rPr lang="en-US" sz="1100" dirty="0">
                <a:solidFill>
                  <a:schemeClr val="tx1">
                    <a:lumMod val="75000"/>
                    <a:lumOff val="25000"/>
                  </a:schemeClr>
                </a:solidFill>
              </a:rPr>
              <a:t>: Book Design</a:t>
            </a:r>
          </a:p>
        </p:txBody>
      </p:sp>
      <p:sp>
        <p:nvSpPr>
          <p:cNvPr id="22" name="Rectangle 21"/>
          <p:cNvSpPr/>
          <p:nvPr/>
        </p:nvSpPr>
        <p:spPr>
          <a:xfrm>
            <a:off x="4551950" y="5234349"/>
            <a:ext cx="1282663" cy="261534"/>
          </a:xfrm>
          <a:prstGeom prst="rect">
            <a:avLst/>
          </a:prstGeom>
        </p:spPr>
        <p:txBody>
          <a:bodyPr wrap="square">
            <a:spAutoFit/>
          </a:bodyPr>
          <a:lstStyle/>
          <a:p>
            <a:pPr fontAlgn="base"/>
            <a:r>
              <a:rPr lang="en-US" sz="1100" dirty="0">
                <a:solidFill>
                  <a:schemeClr val="tx1">
                    <a:lumMod val="75000"/>
                    <a:lumOff val="25000"/>
                  </a:schemeClr>
                </a:solidFill>
              </a:rPr>
              <a:t>Client</a:t>
            </a:r>
            <a:r>
              <a:rPr lang="id-ID" sz="1100" dirty="0">
                <a:solidFill>
                  <a:schemeClr val="tx1">
                    <a:lumMod val="75000"/>
                    <a:lumOff val="25000"/>
                  </a:schemeClr>
                </a:solidFill>
              </a:rPr>
              <a:t> </a:t>
            </a:r>
            <a:r>
              <a:rPr lang="en-US" sz="1100" dirty="0">
                <a:solidFill>
                  <a:schemeClr val="tx1">
                    <a:lumMod val="75000"/>
                    <a:lumOff val="25000"/>
                  </a:schemeClr>
                </a:solidFill>
              </a:rPr>
              <a:t>: Foster</a:t>
            </a:r>
          </a:p>
        </p:txBody>
      </p:sp>
      <p:sp>
        <p:nvSpPr>
          <p:cNvPr id="23" name="Rectangle 22"/>
          <p:cNvSpPr/>
          <p:nvPr/>
        </p:nvSpPr>
        <p:spPr>
          <a:xfrm>
            <a:off x="5827749" y="5234348"/>
            <a:ext cx="1821778" cy="261534"/>
          </a:xfrm>
          <a:prstGeom prst="rect">
            <a:avLst/>
          </a:prstGeom>
        </p:spPr>
        <p:txBody>
          <a:bodyPr wrap="square">
            <a:spAutoFit/>
          </a:bodyPr>
          <a:lstStyle/>
          <a:p>
            <a:pPr algn="r" fontAlgn="base"/>
            <a:r>
              <a:rPr lang="en-US" sz="1100" dirty="0">
                <a:solidFill>
                  <a:schemeClr val="tx1">
                    <a:lumMod val="75000"/>
                    <a:lumOff val="25000"/>
                  </a:schemeClr>
                </a:solidFill>
              </a:rPr>
              <a:t>Task</a:t>
            </a:r>
            <a:r>
              <a:rPr lang="id-ID" sz="1100" dirty="0">
                <a:solidFill>
                  <a:schemeClr val="tx1">
                    <a:lumMod val="75000"/>
                    <a:lumOff val="25000"/>
                  </a:schemeClr>
                </a:solidFill>
              </a:rPr>
              <a:t> </a:t>
            </a:r>
            <a:r>
              <a:rPr lang="en-US" sz="1100" dirty="0">
                <a:solidFill>
                  <a:schemeClr val="tx1">
                    <a:lumMod val="75000"/>
                    <a:lumOff val="25000"/>
                  </a:schemeClr>
                </a:solidFill>
              </a:rPr>
              <a:t>: Cover Disc</a:t>
            </a:r>
          </a:p>
        </p:txBody>
      </p:sp>
      <p:sp>
        <p:nvSpPr>
          <p:cNvPr id="26" name="Rectangle 25"/>
          <p:cNvSpPr/>
          <p:nvPr/>
        </p:nvSpPr>
        <p:spPr>
          <a:xfrm>
            <a:off x="8367223" y="5234347"/>
            <a:ext cx="1355213" cy="261542"/>
          </a:xfrm>
          <a:prstGeom prst="rect">
            <a:avLst/>
          </a:prstGeom>
        </p:spPr>
        <p:txBody>
          <a:bodyPr wrap="square">
            <a:spAutoFit/>
          </a:bodyPr>
          <a:lstStyle/>
          <a:p>
            <a:pPr fontAlgn="base"/>
            <a:r>
              <a:rPr lang="en-US" sz="1100" dirty="0">
                <a:solidFill>
                  <a:schemeClr val="tx1">
                    <a:lumMod val="75000"/>
                    <a:lumOff val="25000"/>
                  </a:schemeClr>
                </a:solidFill>
              </a:rPr>
              <a:t>Client</a:t>
            </a:r>
            <a:r>
              <a:rPr lang="id-ID" sz="1100" dirty="0">
                <a:solidFill>
                  <a:schemeClr val="tx1">
                    <a:lumMod val="75000"/>
                    <a:lumOff val="25000"/>
                  </a:schemeClr>
                </a:solidFill>
              </a:rPr>
              <a:t> </a:t>
            </a:r>
            <a:r>
              <a:rPr lang="en-US" sz="1100" dirty="0">
                <a:solidFill>
                  <a:schemeClr val="tx1">
                    <a:lumMod val="75000"/>
                    <a:lumOff val="25000"/>
                  </a:schemeClr>
                </a:solidFill>
              </a:rPr>
              <a:t>: </a:t>
            </a:r>
            <a:r>
              <a:rPr lang="en-US" sz="1100" dirty="0" err="1">
                <a:solidFill>
                  <a:schemeClr val="tx1">
                    <a:lumMod val="75000"/>
                    <a:lumOff val="25000"/>
                  </a:schemeClr>
                </a:solidFill>
              </a:rPr>
              <a:t>Corcho</a:t>
            </a:r>
            <a:endParaRPr lang="en-US" sz="1100" dirty="0">
              <a:solidFill>
                <a:schemeClr val="tx1">
                  <a:lumMod val="75000"/>
                  <a:lumOff val="25000"/>
                </a:schemeClr>
              </a:solidFill>
            </a:endParaRPr>
          </a:p>
        </p:txBody>
      </p:sp>
      <p:sp>
        <p:nvSpPr>
          <p:cNvPr id="27" name="Rectangle 26"/>
          <p:cNvSpPr/>
          <p:nvPr/>
        </p:nvSpPr>
        <p:spPr>
          <a:xfrm>
            <a:off x="9633140" y="5234347"/>
            <a:ext cx="1831662" cy="261542"/>
          </a:xfrm>
          <a:prstGeom prst="rect">
            <a:avLst/>
          </a:prstGeom>
        </p:spPr>
        <p:txBody>
          <a:bodyPr wrap="square">
            <a:spAutoFit/>
          </a:bodyPr>
          <a:lstStyle/>
          <a:p>
            <a:pPr algn="r" fontAlgn="base"/>
            <a:r>
              <a:rPr lang="en-US" sz="1100" dirty="0">
                <a:solidFill>
                  <a:schemeClr val="tx1">
                    <a:lumMod val="75000"/>
                    <a:lumOff val="25000"/>
                  </a:schemeClr>
                </a:solidFill>
              </a:rPr>
              <a:t>Task</a:t>
            </a:r>
            <a:r>
              <a:rPr lang="id-ID" sz="1100" dirty="0">
                <a:solidFill>
                  <a:schemeClr val="tx1">
                    <a:lumMod val="75000"/>
                    <a:lumOff val="25000"/>
                  </a:schemeClr>
                </a:solidFill>
              </a:rPr>
              <a:t> </a:t>
            </a:r>
            <a:r>
              <a:rPr lang="en-US" sz="1100" dirty="0">
                <a:solidFill>
                  <a:schemeClr val="tx1">
                    <a:lumMod val="75000"/>
                    <a:lumOff val="25000"/>
                  </a:schemeClr>
                </a:solidFill>
              </a:rPr>
              <a:t>: Business Cards</a:t>
            </a:r>
          </a:p>
        </p:txBody>
      </p:sp>
      <p:sp>
        <p:nvSpPr>
          <p:cNvPr id="30"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THREE IMAGES PORTFOLIO</a:t>
            </a:r>
          </a:p>
        </p:txBody>
      </p:sp>
      <p:sp>
        <p:nvSpPr>
          <p:cNvPr id="31" name="Rectangle 30"/>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32" name="Group 31"/>
          <p:cNvGrpSpPr/>
          <p:nvPr/>
        </p:nvGrpSpPr>
        <p:grpSpPr>
          <a:xfrm rot="10800000" flipV="1">
            <a:off x="5380522" y="1080697"/>
            <a:ext cx="1427781" cy="45707"/>
            <a:chOff x="3965945" y="1385354"/>
            <a:chExt cx="4572000" cy="79107"/>
          </a:xfrm>
        </p:grpSpPr>
        <p:sp>
          <p:nvSpPr>
            <p:cNvPr id="33" name="Rectangle 32"/>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4" name="Rectangle 33"/>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5" name="Rectangle 34"/>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6" name="Rectangle 35"/>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7" name="Rectangle 36"/>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2" name="Picture Placeholder 1"/>
          <p:cNvSpPr>
            <a:spLocks noGrp="1"/>
          </p:cNvSpPr>
          <p:nvPr>
            <p:ph type="pic" sz="quarter" idx="10"/>
          </p:nvPr>
        </p:nvSpPr>
        <p:spPr/>
      </p:sp>
      <p:sp>
        <p:nvSpPr>
          <p:cNvPr id="3" name="Picture Placeholder 2"/>
          <p:cNvSpPr>
            <a:spLocks noGrp="1"/>
          </p:cNvSpPr>
          <p:nvPr>
            <p:ph type="pic" sz="quarter" idx="11"/>
          </p:nvPr>
        </p:nvSpPr>
        <p:spPr/>
      </p:sp>
      <p:sp>
        <p:nvSpPr>
          <p:cNvPr id="4" name="Picture Placeholder 3"/>
          <p:cNvSpPr>
            <a:spLocks noGrp="1"/>
          </p:cNvSpPr>
          <p:nvPr>
            <p:ph type="pic" sz="quarter" idx="12"/>
          </p:nvPr>
        </p:nvSpPr>
        <p:spPr/>
      </p:sp>
    </p:spTree>
    <p:extLst>
      <p:ext uri="{BB962C8B-B14F-4D97-AF65-F5344CB8AC3E}">
        <p14:creationId xmlns:p14="http://schemas.microsoft.com/office/powerpoint/2010/main" val="16821217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 calcmode="lin" valueType="num">
                                      <p:cBhvr>
                                        <p:cTn id="9" dur="500" fill="hold"/>
                                        <p:tgtEl>
                                          <p:spTgt spid="32"/>
                                        </p:tgtEl>
                                        <p:attrNameLst>
                                          <p:attrName>style.rotation</p:attrName>
                                        </p:attrNameLst>
                                      </p:cBhvr>
                                      <p:tavLst>
                                        <p:tav tm="0">
                                          <p:val>
                                            <p:fltVal val="360"/>
                                          </p:val>
                                        </p:tav>
                                        <p:tav tm="100000">
                                          <p:val>
                                            <p:fltVal val="0"/>
                                          </p:val>
                                        </p:tav>
                                      </p:tavLst>
                                    </p:anim>
                                    <p:animEffect transition="in" filter="fade">
                                      <p:cBhvr>
                                        <p:cTn id="1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23"/>
          </p:nvPr>
        </p:nvSpPr>
        <p:spPr/>
        <p:txBody>
          <a:bodyPr>
            <a:normAutofit/>
          </a:bodyPr>
          <a:lstStyle/>
          <a:p>
            <a:pPr>
              <a:lnSpc>
                <a:spcPct val="100000"/>
              </a:lnSpc>
            </a:pPr>
            <a:r>
              <a:rPr lang="en-US" dirty="0" smtClean="0">
                <a:latin typeface="+mn-lt"/>
              </a:rPr>
              <a:t>The standard chunk of </a:t>
            </a:r>
            <a:r>
              <a:rPr lang="en-US" dirty="0" err="1" smtClean="0">
                <a:latin typeface="+mn-lt"/>
              </a:rPr>
              <a:t>Lorem</a:t>
            </a:r>
            <a:r>
              <a:rPr lang="en-US" dirty="0" smtClean="0">
                <a:latin typeface="+mn-lt"/>
              </a:rPr>
              <a:t> </a:t>
            </a:r>
            <a:r>
              <a:rPr lang="en-US" dirty="0" err="1" smtClean="0">
                <a:latin typeface="+mn-lt"/>
              </a:rPr>
              <a:t>Ipsum</a:t>
            </a:r>
            <a:r>
              <a:rPr lang="en-US" dirty="0" smtClean="0">
                <a:latin typeface="+mn-lt"/>
              </a:rPr>
              <a:t> used since the 1500s is reproduced below for those interested.</a:t>
            </a:r>
            <a:endParaRPr lang="en-US" dirty="0">
              <a:latin typeface="+mn-lt"/>
            </a:endParaRPr>
          </a:p>
        </p:txBody>
      </p:sp>
      <p:sp>
        <p:nvSpPr>
          <p:cNvPr id="4" name="Content Placeholder 3"/>
          <p:cNvSpPr>
            <a:spLocks noGrp="1"/>
          </p:cNvSpPr>
          <p:nvPr>
            <p:ph sz="quarter" idx="16"/>
          </p:nvPr>
        </p:nvSpPr>
        <p:spPr/>
        <p:txBody>
          <a:bodyPr>
            <a:normAutofit/>
          </a:bodyPr>
          <a:lstStyle/>
          <a:p>
            <a:r>
              <a:rPr lang="en-US" sz="1500" dirty="0" smtClean="0">
                <a:latin typeface="+mj-lt"/>
              </a:rPr>
              <a:t>DESIGN 1</a:t>
            </a:r>
            <a:endParaRPr lang="en-US" sz="1500" dirty="0">
              <a:latin typeface="+mj-lt"/>
            </a:endParaRPr>
          </a:p>
        </p:txBody>
      </p:sp>
      <p:sp>
        <p:nvSpPr>
          <p:cNvPr id="10" name="Text Placeholder 9"/>
          <p:cNvSpPr>
            <a:spLocks noGrp="1"/>
          </p:cNvSpPr>
          <p:nvPr>
            <p:ph type="body" sz="quarter" idx="34"/>
          </p:nvPr>
        </p:nvSpPr>
        <p:spPr/>
        <p:txBody>
          <a:bodyPr/>
          <a:lstStyle/>
          <a:p>
            <a:pPr>
              <a:lnSpc>
                <a:spcPct val="100000"/>
              </a:lnSpc>
            </a:pPr>
            <a:r>
              <a:rPr lang="en-US" dirty="0" smtClean="0">
                <a:latin typeface="+mn-lt"/>
              </a:rPr>
              <a:t>The standard chunk of </a:t>
            </a:r>
            <a:r>
              <a:rPr lang="en-US" dirty="0" err="1" smtClean="0">
                <a:latin typeface="+mn-lt"/>
              </a:rPr>
              <a:t>Lorem</a:t>
            </a:r>
            <a:r>
              <a:rPr lang="en-US" dirty="0" smtClean="0">
                <a:latin typeface="+mn-lt"/>
              </a:rPr>
              <a:t> </a:t>
            </a:r>
            <a:r>
              <a:rPr lang="en-US" dirty="0" err="1" smtClean="0">
                <a:latin typeface="+mn-lt"/>
              </a:rPr>
              <a:t>Ipsum</a:t>
            </a:r>
            <a:r>
              <a:rPr lang="en-US" dirty="0" smtClean="0">
                <a:latin typeface="+mn-lt"/>
              </a:rPr>
              <a:t> used since the 1500s is reproduced below for those interested.</a:t>
            </a:r>
            <a:endParaRPr lang="en-US" dirty="0">
              <a:latin typeface="+mn-lt"/>
            </a:endParaRPr>
          </a:p>
        </p:txBody>
      </p:sp>
      <p:sp>
        <p:nvSpPr>
          <p:cNvPr id="11" name="Content Placeholder 10"/>
          <p:cNvSpPr>
            <a:spLocks noGrp="1"/>
          </p:cNvSpPr>
          <p:nvPr>
            <p:ph sz="quarter" idx="35"/>
          </p:nvPr>
        </p:nvSpPr>
        <p:spPr/>
        <p:txBody>
          <a:bodyPr>
            <a:normAutofit/>
          </a:bodyPr>
          <a:lstStyle/>
          <a:p>
            <a:r>
              <a:rPr lang="en-US" sz="1500" dirty="0" smtClean="0">
                <a:latin typeface="+mj-lt"/>
              </a:rPr>
              <a:t>DESIGN 2</a:t>
            </a:r>
            <a:endParaRPr lang="en-US" sz="1500" dirty="0">
              <a:latin typeface="+mj-lt"/>
            </a:endParaRPr>
          </a:p>
        </p:txBody>
      </p:sp>
      <p:sp>
        <p:nvSpPr>
          <p:cNvPr id="12" name="Text Placeholder 11"/>
          <p:cNvSpPr>
            <a:spLocks noGrp="1"/>
          </p:cNvSpPr>
          <p:nvPr>
            <p:ph type="body" sz="quarter" idx="36"/>
          </p:nvPr>
        </p:nvSpPr>
        <p:spPr/>
        <p:txBody>
          <a:bodyPr/>
          <a:lstStyle/>
          <a:p>
            <a:pPr>
              <a:lnSpc>
                <a:spcPct val="100000"/>
              </a:lnSpc>
            </a:pPr>
            <a:r>
              <a:rPr lang="en-US" dirty="0" smtClean="0">
                <a:latin typeface="+mn-lt"/>
              </a:rPr>
              <a:t>The standard chunk of </a:t>
            </a:r>
            <a:r>
              <a:rPr lang="en-US" dirty="0" err="1" smtClean="0">
                <a:latin typeface="+mn-lt"/>
              </a:rPr>
              <a:t>Lorem</a:t>
            </a:r>
            <a:r>
              <a:rPr lang="en-US" dirty="0" smtClean="0">
                <a:latin typeface="+mn-lt"/>
              </a:rPr>
              <a:t> </a:t>
            </a:r>
            <a:r>
              <a:rPr lang="en-US" dirty="0" err="1" smtClean="0">
                <a:latin typeface="+mn-lt"/>
              </a:rPr>
              <a:t>Ipsum</a:t>
            </a:r>
            <a:r>
              <a:rPr lang="en-US" dirty="0" smtClean="0">
                <a:latin typeface="+mn-lt"/>
              </a:rPr>
              <a:t> used since the 1500s is reproduced below for those interested.</a:t>
            </a:r>
            <a:endParaRPr lang="en-US" dirty="0">
              <a:latin typeface="+mn-lt"/>
            </a:endParaRPr>
          </a:p>
        </p:txBody>
      </p:sp>
      <p:sp>
        <p:nvSpPr>
          <p:cNvPr id="13" name="Content Placeholder 12"/>
          <p:cNvSpPr>
            <a:spLocks noGrp="1"/>
          </p:cNvSpPr>
          <p:nvPr>
            <p:ph sz="quarter" idx="37"/>
          </p:nvPr>
        </p:nvSpPr>
        <p:spPr/>
        <p:txBody>
          <a:bodyPr>
            <a:normAutofit/>
          </a:bodyPr>
          <a:lstStyle/>
          <a:p>
            <a:r>
              <a:rPr lang="en-US" sz="1500" dirty="0" smtClean="0">
                <a:latin typeface="+mj-lt"/>
              </a:rPr>
              <a:t>DESIGN 3</a:t>
            </a:r>
            <a:endParaRPr lang="en-US" sz="1500" dirty="0">
              <a:latin typeface="+mj-lt"/>
            </a:endParaRPr>
          </a:p>
        </p:txBody>
      </p:sp>
      <p:sp>
        <p:nvSpPr>
          <p:cNvPr id="14" name="Text Placeholder 13"/>
          <p:cNvSpPr>
            <a:spLocks noGrp="1"/>
          </p:cNvSpPr>
          <p:nvPr>
            <p:ph type="body" sz="quarter" idx="38"/>
          </p:nvPr>
        </p:nvSpPr>
        <p:spPr/>
        <p:txBody>
          <a:bodyPr/>
          <a:lstStyle/>
          <a:p>
            <a:pPr>
              <a:lnSpc>
                <a:spcPct val="100000"/>
              </a:lnSpc>
            </a:pPr>
            <a:r>
              <a:rPr lang="en-US" dirty="0" smtClean="0">
                <a:latin typeface="+mn-lt"/>
              </a:rPr>
              <a:t>The standard chunk of </a:t>
            </a:r>
            <a:r>
              <a:rPr lang="en-US" dirty="0" err="1" smtClean="0">
                <a:latin typeface="+mn-lt"/>
              </a:rPr>
              <a:t>Lorem</a:t>
            </a:r>
            <a:r>
              <a:rPr lang="en-US" dirty="0" smtClean="0">
                <a:latin typeface="+mn-lt"/>
              </a:rPr>
              <a:t> </a:t>
            </a:r>
            <a:r>
              <a:rPr lang="en-US" dirty="0" err="1" smtClean="0">
                <a:latin typeface="+mn-lt"/>
              </a:rPr>
              <a:t>Ipsum</a:t>
            </a:r>
            <a:r>
              <a:rPr lang="en-US" dirty="0" smtClean="0">
                <a:latin typeface="+mn-lt"/>
              </a:rPr>
              <a:t> used since the 1500s is reproduced below for those interested.</a:t>
            </a:r>
            <a:endParaRPr lang="en-US" dirty="0">
              <a:latin typeface="+mn-lt"/>
            </a:endParaRPr>
          </a:p>
        </p:txBody>
      </p:sp>
      <p:sp>
        <p:nvSpPr>
          <p:cNvPr id="15" name="Content Placeholder 14"/>
          <p:cNvSpPr>
            <a:spLocks noGrp="1"/>
          </p:cNvSpPr>
          <p:nvPr>
            <p:ph sz="quarter" idx="39"/>
          </p:nvPr>
        </p:nvSpPr>
        <p:spPr/>
        <p:txBody>
          <a:bodyPr>
            <a:normAutofit/>
          </a:bodyPr>
          <a:lstStyle/>
          <a:p>
            <a:r>
              <a:rPr lang="en-US" sz="1500" dirty="0" smtClean="0">
                <a:latin typeface="+mj-lt"/>
              </a:rPr>
              <a:t>DESIGN 4</a:t>
            </a:r>
            <a:endParaRPr lang="en-US" sz="1500" dirty="0">
              <a:latin typeface="+mj-lt"/>
            </a:endParaRPr>
          </a:p>
        </p:txBody>
      </p:sp>
      <p:sp>
        <p:nvSpPr>
          <p:cNvPr id="16"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FOUR </a:t>
            </a: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IMAGES PORTFOLIO</a:t>
            </a:r>
          </a:p>
        </p:txBody>
      </p:sp>
      <p:sp>
        <p:nvSpPr>
          <p:cNvPr id="17" name="Rectangle 16"/>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18" name="Group 17"/>
          <p:cNvGrpSpPr/>
          <p:nvPr/>
        </p:nvGrpSpPr>
        <p:grpSpPr>
          <a:xfrm rot="10800000" flipV="1">
            <a:off x="5380522" y="1080697"/>
            <a:ext cx="1427781" cy="45707"/>
            <a:chOff x="3965945" y="1385354"/>
            <a:chExt cx="4572000" cy="79107"/>
          </a:xfrm>
        </p:grpSpPr>
        <p:sp>
          <p:nvSpPr>
            <p:cNvPr id="19" name="Rectangle 18"/>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0" name="Rectangle 19"/>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1" name="Rectangle 20"/>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2" name="Rectangle 21"/>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3" name="Rectangle 22"/>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2" name="Picture Placeholder 1"/>
          <p:cNvSpPr>
            <a:spLocks noGrp="1"/>
          </p:cNvSpPr>
          <p:nvPr>
            <p:ph type="pic" sz="quarter" idx="22"/>
          </p:nvPr>
        </p:nvSpPr>
        <p:spPr/>
      </p:sp>
      <p:sp>
        <p:nvSpPr>
          <p:cNvPr id="3" name="Picture Placeholder 2"/>
          <p:cNvSpPr>
            <a:spLocks noGrp="1"/>
          </p:cNvSpPr>
          <p:nvPr>
            <p:ph type="pic" sz="quarter" idx="33"/>
          </p:nvPr>
        </p:nvSpPr>
        <p:spPr/>
      </p:sp>
      <p:sp>
        <p:nvSpPr>
          <p:cNvPr id="5" name="Picture Placeholder 4"/>
          <p:cNvSpPr>
            <a:spLocks noGrp="1"/>
          </p:cNvSpPr>
          <p:nvPr>
            <p:ph type="pic" sz="quarter" idx="32"/>
          </p:nvPr>
        </p:nvSpPr>
        <p:spPr/>
      </p:sp>
      <p:sp>
        <p:nvSpPr>
          <p:cNvPr id="7" name="Picture Placeholder 6"/>
          <p:cNvSpPr>
            <a:spLocks noGrp="1"/>
          </p:cNvSpPr>
          <p:nvPr>
            <p:ph type="pic" sz="quarter" idx="31"/>
          </p:nvPr>
        </p:nvSpPr>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Rectangle 90"/>
          <p:cNvSpPr/>
          <p:nvPr/>
        </p:nvSpPr>
        <p:spPr>
          <a:xfrm>
            <a:off x="-1" y="4546705"/>
            <a:ext cx="12188825" cy="2310402"/>
          </a:xfrm>
          <a:prstGeom prst="rect">
            <a:avLst/>
          </a:prstGeom>
          <a:solidFill>
            <a:srgbClr val="262626"/>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299" dirty="0"/>
          </a:p>
        </p:txBody>
      </p:sp>
      <p:pic>
        <p:nvPicPr>
          <p:cNvPr id="95" name="Picture 9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4244" y="1492242"/>
            <a:ext cx="2640885" cy="3497388"/>
          </a:xfrm>
          <a:prstGeom prst="rect">
            <a:avLst/>
          </a:prstGeom>
        </p:spPr>
      </p:pic>
      <p:sp>
        <p:nvSpPr>
          <p:cNvPr id="96" name="Rectangle 95"/>
          <p:cNvSpPr/>
          <p:nvPr/>
        </p:nvSpPr>
        <p:spPr>
          <a:xfrm>
            <a:off x="4121715" y="1883345"/>
            <a:ext cx="1498255" cy="2537207"/>
          </a:xfrm>
          <a:prstGeom prst="rect">
            <a:avLst/>
          </a:prstGeom>
          <a:solidFill>
            <a:schemeClr val="accent1"/>
          </a:solidFill>
          <a:ln>
            <a:noFill/>
          </a:ln>
          <a:effectLst>
            <a:innerShdw blurRad="63500">
              <a:prstClr val="black">
                <a:alpha val="58000"/>
              </a:prst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299" dirty="0">
              <a:latin typeface="Ubuntu" panose="020B0504030602030204" pitchFamily="34" charset="0"/>
            </a:endParaRPr>
          </a:p>
        </p:txBody>
      </p:sp>
      <p:pic>
        <p:nvPicPr>
          <p:cNvPr id="92" name="Picture 9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90778" y="1492242"/>
            <a:ext cx="2640885" cy="3497388"/>
          </a:xfrm>
          <a:prstGeom prst="rect">
            <a:avLst/>
          </a:prstGeom>
        </p:spPr>
      </p:pic>
      <p:sp>
        <p:nvSpPr>
          <p:cNvPr id="93" name="Rectangle 92"/>
          <p:cNvSpPr/>
          <p:nvPr/>
        </p:nvSpPr>
        <p:spPr>
          <a:xfrm>
            <a:off x="6133536" y="1883345"/>
            <a:ext cx="1842968" cy="2537207"/>
          </a:xfrm>
          <a:prstGeom prst="rect">
            <a:avLst/>
          </a:prstGeom>
          <a:solidFill>
            <a:schemeClr val="accent1"/>
          </a:solidFill>
          <a:ln>
            <a:noFill/>
          </a:ln>
          <a:effectLst>
            <a:innerShdw blurRad="63500">
              <a:prstClr val="black">
                <a:alpha val="58000"/>
              </a:prst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299" dirty="0">
              <a:latin typeface="Ubuntu" panose="020B0504030602030204" pitchFamily="34" charset="0"/>
            </a:endParaRPr>
          </a:p>
        </p:txBody>
      </p:sp>
      <p:pic>
        <p:nvPicPr>
          <p:cNvPr id="101" name="Picture 10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470" y="1323323"/>
            <a:ext cx="2890558" cy="3919399"/>
          </a:xfrm>
          <a:prstGeom prst="rect">
            <a:avLst/>
          </a:prstGeom>
        </p:spPr>
      </p:pic>
      <p:sp>
        <p:nvSpPr>
          <p:cNvPr id="62" name="Content Placeholder 2"/>
          <p:cNvSpPr txBox="1">
            <a:spLocks/>
          </p:cNvSpPr>
          <p:nvPr/>
        </p:nvSpPr>
        <p:spPr>
          <a:xfrm>
            <a:off x="795789" y="5332189"/>
            <a:ext cx="10569744" cy="1146147"/>
          </a:xfrm>
          <a:prstGeom prst="rect">
            <a:avLst/>
          </a:prstGeom>
        </p:spPr>
        <p:txBody>
          <a:bodyPr vert="horz" lIns="91416" tIns="45708" rIns="91416" bIns="45708" rtlCol="0">
            <a:normAutofit/>
          </a:bodyPr>
          <a:lstStyle>
            <a:lvl1pPr marL="342900" indent="-3429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1100" dirty="0" err="1">
                <a:solidFill>
                  <a:schemeClr val="bg1">
                    <a:lumMod val="95000"/>
                  </a:schemeClr>
                </a:solidFill>
              </a:rPr>
              <a:t>Lorem</a:t>
            </a:r>
            <a:r>
              <a:rPr lang="en-US" sz="1100" dirty="0">
                <a:solidFill>
                  <a:schemeClr val="bg1">
                    <a:lumMod val="95000"/>
                  </a:schemeClr>
                </a:solidFill>
              </a:rPr>
              <a:t> </a:t>
            </a:r>
            <a:r>
              <a:rPr lang="en-US" sz="1100" dirty="0" err="1">
                <a:solidFill>
                  <a:schemeClr val="bg1">
                    <a:lumMod val="95000"/>
                  </a:schemeClr>
                </a:solidFill>
              </a:rPr>
              <a:t>Ipsum</a:t>
            </a:r>
            <a:r>
              <a:rPr lang="en-US" sz="1100" dirty="0">
                <a:solidFill>
                  <a:schemeClr val="bg1">
                    <a:lumMod val="95000"/>
                  </a:schemeClr>
                </a:solidFill>
              </a:rPr>
              <a:t> is simply dummy text of the printing and typesetting industry. </a:t>
            </a:r>
            <a:r>
              <a:rPr lang="en-US" sz="1100" dirty="0" err="1">
                <a:solidFill>
                  <a:schemeClr val="bg1">
                    <a:lumMod val="95000"/>
                  </a:schemeClr>
                </a:solidFill>
              </a:rPr>
              <a:t>Lorem</a:t>
            </a:r>
            <a:r>
              <a:rPr lang="en-US" sz="1100" dirty="0">
                <a:solidFill>
                  <a:schemeClr val="bg1">
                    <a:lumMod val="95000"/>
                  </a:schemeClr>
                </a:solidFill>
              </a:rPr>
              <a:t> </a:t>
            </a:r>
            <a:r>
              <a:rPr lang="en-US" sz="1100" dirty="0" err="1">
                <a:solidFill>
                  <a:schemeClr val="bg1">
                    <a:lumMod val="95000"/>
                  </a:schemeClr>
                </a:solidFill>
              </a:rPr>
              <a:t>Ipsum</a:t>
            </a:r>
            <a:r>
              <a:rPr lang="en-US" sz="1100" dirty="0">
                <a:solidFill>
                  <a:schemeClr val="bg1">
                    <a:lumMod val="95000"/>
                  </a:schemeClr>
                </a:solidFill>
              </a:rPr>
              <a:t>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100" dirty="0" err="1">
                <a:solidFill>
                  <a:schemeClr val="bg1">
                    <a:lumMod val="95000"/>
                  </a:schemeClr>
                </a:solidFill>
              </a:rPr>
              <a:t>popularised</a:t>
            </a:r>
            <a:r>
              <a:rPr lang="en-US" sz="1100" dirty="0">
                <a:solidFill>
                  <a:schemeClr val="bg1">
                    <a:lumMod val="95000"/>
                  </a:schemeClr>
                </a:solidFill>
              </a:rPr>
              <a:t> in the 1960s with the release of </a:t>
            </a:r>
            <a:r>
              <a:rPr lang="en-US" sz="1100" dirty="0" err="1">
                <a:solidFill>
                  <a:schemeClr val="bg1">
                    <a:lumMod val="95000"/>
                  </a:schemeClr>
                </a:solidFill>
              </a:rPr>
              <a:t>Letraset</a:t>
            </a:r>
            <a:r>
              <a:rPr lang="en-US" sz="1100" dirty="0">
                <a:solidFill>
                  <a:schemeClr val="bg1">
                    <a:lumMod val="95000"/>
                  </a:schemeClr>
                </a:solidFill>
              </a:rPr>
              <a:t> sheets containing </a:t>
            </a:r>
            <a:r>
              <a:rPr lang="en-US" sz="1100" dirty="0" err="1">
                <a:solidFill>
                  <a:schemeClr val="bg1">
                    <a:lumMod val="95000"/>
                  </a:schemeClr>
                </a:solidFill>
              </a:rPr>
              <a:t>Lorem</a:t>
            </a:r>
            <a:r>
              <a:rPr lang="en-US" sz="1100" dirty="0">
                <a:solidFill>
                  <a:schemeClr val="bg1">
                    <a:lumMod val="95000"/>
                  </a:schemeClr>
                </a:solidFill>
              </a:rPr>
              <a:t> </a:t>
            </a:r>
            <a:r>
              <a:rPr lang="en-US" sz="1100" dirty="0" err="1">
                <a:solidFill>
                  <a:schemeClr val="bg1">
                    <a:lumMod val="95000"/>
                  </a:schemeClr>
                </a:solidFill>
              </a:rPr>
              <a:t>Ipsum</a:t>
            </a:r>
            <a:r>
              <a:rPr lang="en-US" sz="1100" dirty="0">
                <a:solidFill>
                  <a:schemeClr val="bg1">
                    <a:lumMod val="95000"/>
                  </a:schemeClr>
                </a:solidFill>
              </a:rPr>
              <a:t> passages, and more recently with desktop publishing software like Aldus PageMaker including versions of </a:t>
            </a:r>
            <a:r>
              <a:rPr lang="en-US" sz="1100" dirty="0" err="1">
                <a:solidFill>
                  <a:schemeClr val="bg1">
                    <a:lumMod val="95000"/>
                  </a:schemeClr>
                </a:solidFill>
              </a:rPr>
              <a:t>Lorem</a:t>
            </a:r>
            <a:r>
              <a:rPr lang="en-US" sz="1100" dirty="0">
                <a:solidFill>
                  <a:schemeClr val="bg1">
                    <a:lumMod val="95000"/>
                  </a:schemeClr>
                </a:solidFill>
              </a:rPr>
              <a:t> </a:t>
            </a:r>
            <a:r>
              <a:rPr lang="en-US" sz="1100" dirty="0" err="1">
                <a:solidFill>
                  <a:schemeClr val="bg1">
                    <a:lumMod val="95000"/>
                  </a:schemeClr>
                </a:solidFill>
              </a:rPr>
              <a:t>Ipsum</a:t>
            </a:r>
            <a:r>
              <a:rPr lang="en-US" sz="1100" dirty="0">
                <a:solidFill>
                  <a:schemeClr val="bg1">
                    <a:lumMod val="95000"/>
                  </a:schemeClr>
                </a:solidFill>
              </a:rPr>
              <a:t>.</a:t>
            </a:r>
          </a:p>
        </p:txBody>
      </p:sp>
      <p:grpSp>
        <p:nvGrpSpPr>
          <p:cNvPr id="116" name="Group 115"/>
          <p:cNvGrpSpPr/>
          <p:nvPr/>
        </p:nvGrpSpPr>
        <p:grpSpPr>
          <a:xfrm>
            <a:off x="8557199" y="2065280"/>
            <a:ext cx="2439908" cy="734512"/>
            <a:chOff x="6627304" y="2143218"/>
            <a:chExt cx="1830896" cy="551027"/>
          </a:xfrm>
        </p:grpSpPr>
        <p:grpSp>
          <p:nvGrpSpPr>
            <p:cNvPr id="117" name="Group 116"/>
            <p:cNvGrpSpPr/>
            <p:nvPr/>
          </p:nvGrpSpPr>
          <p:grpSpPr>
            <a:xfrm>
              <a:off x="6627304" y="2166263"/>
              <a:ext cx="401025" cy="401024"/>
              <a:chOff x="6665323" y="3562825"/>
              <a:chExt cx="587140" cy="587140"/>
            </a:xfrm>
          </p:grpSpPr>
          <p:sp>
            <p:nvSpPr>
              <p:cNvPr id="119" name="Freeform 19"/>
              <p:cNvSpPr>
                <a:spLocks noEditPoints="1"/>
              </p:cNvSpPr>
              <p:nvPr/>
            </p:nvSpPr>
            <p:spPr bwMode="auto">
              <a:xfrm>
                <a:off x="6808144" y="3735126"/>
                <a:ext cx="301499" cy="242538"/>
              </a:xfrm>
              <a:custGeom>
                <a:avLst/>
                <a:gdLst>
                  <a:gd name="T0" fmla="*/ 393 w 400"/>
                  <a:gd name="T1" fmla="*/ 61 h 322"/>
                  <a:gd name="T2" fmla="*/ 300 w 400"/>
                  <a:gd name="T3" fmla="*/ 3 h 322"/>
                  <a:gd name="T4" fmla="*/ 286 w 400"/>
                  <a:gd name="T5" fmla="*/ 3 h 322"/>
                  <a:gd name="T6" fmla="*/ 200 w 400"/>
                  <a:gd name="T7" fmla="*/ 57 h 322"/>
                  <a:gd name="T8" fmla="*/ 113 w 400"/>
                  <a:gd name="T9" fmla="*/ 3 h 322"/>
                  <a:gd name="T10" fmla="*/ 100 w 400"/>
                  <a:gd name="T11" fmla="*/ 3 h 322"/>
                  <a:gd name="T12" fmla="*/ 6 w 400"/>
                  <a:gd name="T13" fmla="*/ 61 h 322"/>
                  <a:gd name="T14" fmla="*/ 0 w 400"/>
                  <a:gd name="T15" fmla="*/ 73 h 322"/>
                  <a:gd name="T16" fmla="*/ 0 w 400"/>
                  <a:gd name="T17" fmla="*/ 307 h 322"/>
                  <a:gd name="T18" fmla="*/ 6 w 400"/>
                  <a:gd name="T19" fmla="*/ 319 h 322"/>
                  <a:gd name="T20" fmla="*/ 20 w 400"/>
                  <a:gd name="T21" fmla="*/ 319 h 322"/>
                  <a:gd name="T22" fmla="*/ 106 w 400"/>
                  <a:gd name="T23" fmla="*/ 265 h 322"/>
                  <a:gd name="T24" fmla="*/ 193 w 400"/>
                  <a:gd name="T25" fmla="*/ 319 h 322"/>
                  <a:gd name="T26" fmla="*/ 207 w 400"/>
                  <a:gd name="T27" fmla="*/ 319 h 322"/>
                  <a:gd name="T28" fmla="*/ 293 w 400"/>
                  <a:gd name="T29" fmla="*/ 265 h 322"/>
                  <a:gd name="T30" fmla="*/ 380 w 400"/>
                  <a:gd name="T31" fmla="*/ 319 h 322"/>
                  <a:gd name="T32" fmla="*/ 387 w 400"/>
                  <a:gd name="T33" fmla="*/ 321 h 322"/>
                  <a:gd name="T34" fmla="*/ 393 w 400"/>
                  <a:gd name="T35" fmla="*/ 319 h 322"/>
                  <a:gd name="T36" fmla="*/ 400 w 400"/>
                  <a:gd name="T37" fmla="*/ 307 h 322"/>
                  <a:gd name="T38" fmla="*/ 400 w 400"/>
                  <a:gd name="T39" fmla="*/ 73 h 322"/>
                  <a:gd name="T40" fmla="*/ 393 w 400"/>
                  <a:gd name="T41" fmla="*/ 61 h 322"/>
                  <a:gd name="T42" fmla="*/ 93 w 400"/>
                  <a:gd name="T43" fmla="*/ 241 h 322"/>
                  <a:gd name="T44" fmla="*/ 26 w 400"/>
                  <a:gd name="T45" fmla="*/ 283 h 322"/>
                  <a:gd name="T46" fmla="*/ 26 w 400"/>
                  <a:gd name="T47" fmla="*/ 81 h 322"/>
                  <a:gd name="T48" fmla="*/ 93 w 400"/>
                  <a:gd name="T49" fmla="*/ 39 h 322"/>
                  <a:gd name="T50" fmla="*/ 93 w 400"/>
                  <a:gd name="T51" fmla="*/ 241 h 322"/>
                  <a:gd name="T52" fmla="*/ 187 w 400"/>
                  <a:gd name="T53" fmla="*/ 283 h 322"/>
                  <a:gd name="T54" fmla="*/ 119 w 400"/>
                  <a:gd name="T55" fmla="*/ 241 h 322"/>
                  <a:gd name="T56" fmla="*/ 119 w 400"/>
                  <a:gd name="T57" fmla="*/ 39 h 322"/>
                  <a:gd name="T58" fmla="*/ 187 w 400"/>
                  <a:gd name="T59" fmla="*/ 81 h 322"/>
                  <a:gd name="T60" fmla="*/ 187 w 400"/>
                  <a:gd name="T61" fmla="*/ 283 h 322"/>
                  <a:gd name="T62" fmla="*/ 280 w 400"/>
                  <a:gd name="T63" fmla="*/ 241 h 322"/>
                  <a:gd name="T64" fmla="*/ 213 w 400"/>
                  <a:gd name="T65" fmla="*/ 283 h 322"/>
                  <a:gd name="T66" fmla="*/ 213 w 400"/>
                  <a:gd name="T67" fmla="*/ 81 h 322"/>
                  <a:gd name="T68" fmla="*/ 280 w 400"/>
                  <a:gd name="T69" fmla="*/ 39 h 322"/>
                  <a:gd name="T70" fmla="*/ 280 w 400"/>
                  <a:gd name="T71" fmla="*/ 241 h 322"/>
                  <a:gd name="T72" fmla="*/ 374 w 400"/>
                  <a:gd name="T73" fmla="*/ 283 h 322"/>
                  <a:gd name="T74" fmla="*/ 306 w 400"/>
                  <a:gd name="T75" fmla="*/ 241 h 322"/>
                  <a:gd name="T76" fmla="*/ 306 w 400"/>
                  <a:gd name="T77" fmla="*/ 39 h 322"/>
                  <a:gd name="T78" fmla="*/ 374 w 400"/>
                  <a:gd name="T79" fmla="*/ 81 h 322"/>
                  <a:gd name="T80" fmla="*/ 374 w 400"/>
                  <a:gd name="T81" fmla="*/ 283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0" h="322">
                    <a:moveTo>
                      <a:pt x="393" y="61"/>
                    </a:moveTo>
                    <a:cubicBezTo>
                      <a:pt x="300" y="3"/>
                      <a:pt x="300" y="3"/>
                      <a:pt x="300" y="3"/>
                    </a:cubicBezTo>
                    <a:cubicBezTo>
                      <a:pt x="296" y="0"/>
                      <a:pt x="291" y="0"/>
                      <a:pt x="286" y="3"/>
                    </a:cubicBezTo>
                    <a:cubicBezTo>
                      <a:pt x="200" y="57"/>
                      <a:pt x="200" y="57"/>
                      <a:pt x="200" y="57"/>
                    </a:cubicBezTo>
                    <a:cubicBezTo>
                      <a:pt x="113" y="3"/>
                      <a:pt x="113" y="3"/>
                      <a:pt x="113" y="3"/>
                    </a:cubicBezTo>
                    <a:cubicBezTo>
                      <a:pt x="109" y="0"/>
                      <a:pt x="104" y="0"/>
                      <a:pt x="100" y="3"/>
                    </a:cubicBezTo>
                    <a:cubicBezTo>
                      <a:pt x="6" y="61"/>
                      <a:pt x="6" y="61"/>
                      <a:pt x="6" y="61"/>
                    </a:cubicBezTo>
                    <a:cubicBezTo>
                      <a:pt x="2" y="64"/>
                      <a:pt x="0" y="68"/>
                      <a:pt x="0" y="73"/>
                    </a:cubicBezTo>
                    <a:cubicBezTo>
                      <a:pt x="0" y="307"/>
                      <a:pt x="0" y="307"/>
                      <a:pt x="0" y="307"/>
                    </a:cubicBezTo>
                    <a:cubicBezTo>
                      <a:pt x="0" y="312"/>
                      <a:pt x="2" y="317"/>
                      <a:pt x="6" y="319"/>
                    </a:cubicBezTo>
                    <a:cubicBezTo>
                      <a:pt x="11" y="322"/>
                      <a:pt x="16" y="321"/>
                      <a:pt x="20" y="319"/>
                    </a:cubicBezTo>
                    <a:cubicBezTo>
                      <a:pt x="106" y="265"/>
                      <a:pt x="106" y="265"/>
                      <a:pt x="106" y="265"/>
                    </a:cubicBezTo>
                    <a:cubicBezTo>
                      <a:pt x="193" y="319"/>
                      <a:pt x="193" y="319"/>
                      <a:pt x="193" y="319"/>
                    </a:cubicBezTo>
                    <a:cubicBezTo>
                      <a:pt x="197" y="322"/>
                      <a:pt x="202" y="322"/>
                      <a:pt x="207" y="319"/>
                    </a:cubicBezTo>
                    <a:cubicBezTo>
                      <a:pt x="293" y="265"/>
                      <a:pt x="293" y="265"/>
                      <a:pt x="293" y="265"/>
                    </a:cubicBezTo>
                    <a:cubicBezTo>
                      <a:pt x="380" y="319"/>
                      <a:pt x="380" y="319"/>
                      <a:pt x="380" y="319"/>
                    </a:cubicBezTo>
                    <a:cubicBezTo>
                      <a:pt x="382" y="320"/>
                      <a:pt x="384" y="321"/>
                      <a:pt x="387" y="321"/>
                    </a:cubicBezTo>
                    <a:cubicBezTo>
                      <a:pt x="389" y="321"/>
                      <a:pt x="391" y="320"/>
                      <a:pt x="393" y="319"/>
                    </a:cubicBezTo>
                    <a:cubicBezTo>
                      <a:pt x="397" y="317"/>
                      <a:pt x="400" y="312"/>
                      <a:pt x="400" y="307"/>
                    </a:cubicBezTo>
                    <a:cubicBezTo>
                      <a:pt x="400" y="73"/>
                      <a:pt x="400" y="73"/>
                      <a:pt x="400" y="73"/>
                    </a:cubicBezTo>
                    <a:cubicBezTo>
                      <a:pt x="400" y="68"/>
                      <a:pt x="397" y="64"/>
                      <a:pt x="393" y="61"/>
                    </a:cubicBezTo>
                    <a:close/>
                    <a:moveTo>
                      <a:pt x="93" y="241"/>
                    </a:moveTo>
                    <a:cubicBezTo>
                      <a:pt x="26" y="283"/>
                      <a:pt x="26" y="283"/>
                      <a:pt x="26" y="283"/>
                    </a:cubicBezTo>
                    <a:cubicBezTo>
                      <a:pt x="26" y="81"/>
                      <a:pt x="26" y="81"/>
                      <a:pt x="26" y="81"/>
                    </a:cubicBezTo>
                    <a:cubicBezTo>
                      <a:pt x="93" y="39"/>
                      <a:pt x="93" y="39"/>
                      <a:pt x="93" y="39"/>
                    </a:cubicBezTo>
                    <a:lnTo>
                      <a:pt x="93" y="241"/>
                    </a:lnTo>
                    <a:close/>
                    <a:moveTo>
                      <a:pt x="187" y="283"/>
                    </a:moveTo>
                    <a:cubicBezTo>
                      <a:pt x="119" y="241"/>
                      <a:pt x="119" y="241"/>
                      <a:pt x="119" y="241"/>
                    </a:cubicBezTo>
                    <a:cubicBezTo>
                      <a:pt x="119" y="39"/>
                      <a:pt x="119" y="39"/>
                      <a:pt x="119" y="39"/>
                    </a:cubicBezTo>
                    <a:cubicBezTo>
                      <a:pt x="187" y="81"/>
                      <a:pt x="187" y="81"/>
                      <a:pt x="187" y="81"/>
                    </a:cubicBezTo>
                    <a:lnTo>
                      <a:pt x="187" y="283"/>
                    </a:lnTo>
                    <a:close/>
                    <a:moveTo>
                      <a:pt x="280" y="241"/>
                    </a:moveTo>
                    <a:cubicBezTo>
                      <a:pt x="213" y="283"/>
                      <a:pt x="213" y="283"/>
                      <a:pt x="213" y="283"/>
                    </a:cubicBezTo>
                    <a:cubicBezTo>
                      <a:pt x="213" y="81"/>
                      <a:pt x="213" y="81"/>
                      <a:pt x="213" y="81"/>
                    </a:cubicBezTo>
                    <a:cubicBezTo>
                      <a:pt x="280" y="39"/>
                      <a:pt x="280" y="39"/>
                      <a:pt x="280" y="39"/>
                    </a:cubicBezTo>
                    <a:lnTo>
                      <a:pt x="280" y="241"/>
                    </a:lnTo>
                    <a:close/>
                    <a:moveTo>
                      <a:pt x="374" y="283"/>
                    </a:moveTo>
                    <a:cubicBezTo>
                      <a:pt x="306" y="241"/>
                      <a:pt x="306" y="241"/>
                      <a:pt x="306" y="241"/>
                    </a:cubicBezTo>
                    <a:cubicBezTo>
                      <a:pt x="306" y="39"/>
                      <a:pt x="306" y="39"/>
                      <a:pt x="306" y="39"/>
                    </a:cubicBezTo>
                    <a:cubicBezTo>
                      <a:pt x="374" y="81"/>
                      <a:pt x="374" y="81"/>
                      <a:pt x="374" y="81"/>
                    </a:cubicBezTo>
                    <a:lnTo>
                      <a:pt x="374" y="283"/>
                    </a:lnTo>
                    <a:close/>
                  </a:path>
                </a:pathLst>
              </a:custGeom>
              <a:solidFill>
                <a:srgbClr val="FF0000"/>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120" name="Freeform 119"/>
              <p:cNvSpPr>
                <a:spLocks noEditPoints="1"/>
              </p:cNvSpPr>
              <p:nvPr/>
            </p:nvSpPr>
            <p:spPr bwMode="auto">
              <a:xfrm>
                <a:off x="6665323"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rgbClr val="FF0000"/>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grpSp>
        <p:sp>
          <p:nvSpPr>
            <p:cNvPr id="118" name="Content Placeholder 2"/>
            <p:cNvSpPr txBox="1">
              <a:spLocks/>
            </p:cNvSpPr>
            <p:nvPr/>
          </p:nvSpPr>
          <p:spPr>
            <a:xfrm>
              <a:off x="7086300" y="2143218"/>
              <a:ext cx="1371900" cy="55102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solidFill>
                    <a:schemeClr val="bg1">
                      <a:lumMod val="50000"/>
                    </a:schemeClr>
                  </a:solidFill>
                </a:rPr>
                <a:t>Feature 4</a:t>
              </a:r>
            </a:p>
            <a:p>
              <a:pPr marL="0" indent="0">
                <a:buNone/>
              </a:pPr>
              <a:r>
                <a:rPr lang="en-US" sz="900" dirty="0">
                  <a:solidFill>
                    <a:schemeClr val="bg1">
                      <a:lumMod val="50000"/>
                    </a:schemeClr>
                  </a:solidFill>
                </a:rPr>
                <a:t>Lorem ipsum dolor sit amet, consectetur adipiscing.</a:t>
              </a:r>
            </a:p>
          </p:txBody>
        </p:sp>
      </p:grpSp>
      <p:grpSp>
        <p:nvGrpSpPr>
          <p:cNvPr id="121" name="Group 120"/>
          <p:cNvGrpSpPr/>
          <p:nvPr/>
        </p:nvGrpSpPr>
        <p:grpSpPr>
          <a:xfrm>
            <a:off x="8557199" y="2858134"/>
            <a:ext cx="2439908" cy="734512"/>
            <a:chOff x="6627304" y="2936279"/>
            <a:chExt cx="1830896" cy="551027"/>
          </a:xfrm>
        </p:grpSpPr>
        <p:grpSp>
          <p:nvGrpSpPr>
            <p:cNvPr id="122" name="Group 121"/>
            <p:cNvGrpSpPr/>
            <p:nvPr/>
          </p:nvGrpSpPr>
          <p:grpSpPr>
            <a:xfrm>
              <a:off x="6627304" y="2959325"/>
              <a:ext cx="401025" cy="401025"/>
              <a:chOff x="7740352" y="3562825"/>
              <a:chExt cx="587140" cy="587140"/>
            </a:xfrm>
          </p:grpSpPr>
          <p:sp>
            <p:nvSpPr>
              <p:cNvPr id="124" name="Freeform 23"/>
              <p:cNvSpPr>
                <a:spLocks noEditPoints="1"/>
              </p:cNvSpPr>
              <p:nvPr/>
            </p:nvSpPr>
            <p:spPr bwMode="auto">
              <a:xfrm>
                <a:off x="7740352"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4"/>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125" name="Freeform 27"/>
              <p:cNvSpPr>
                <a:spLocks noEditPoints="1"/>
              </p:cNvSpPr>
              <p:nvPr/>
            </p:nvSpPr>
            <p:spPr bwMode="auto">
              <a:xfrm>
                <a:off x="7931746" y="3722078"/>
                <a:ext cx="204352" cy="268635"/>
              </a:xfrm>
              <a:custGeom>
                <a:avLst/>
                <a:gdLst>
                  <a:gd name="T0" fmla="*/ 96 w 256"/>
                  <a:gd name="T1" fmla="*/ 48 h 336"/>
                  <a:gd name="T2" fmla="*/ 48 w 256"/>
                  <a:gd name="T3" fmla="*/ 0 h 336"/>
                  <a:gd name="T4" fmla="*/ 0 w 256"/>
                  <a:gd name="T5" fmla="*/ 48 h 336"/>
                  <a:gd name="T6" fmla="*/ 29 w 256"/>
                  <a:gd name="T7" fmla="*/ 92 h 336"/>
                  <a:gd name="T8" fmla="*/ 29 w 256"/>
                  <a:gd name="T9" fmla="*/ 244 h 336"/>
                  <a:gd name="T10" fmla="*/ 0 w 256"/>
                  <a:gd name="T11" fmla="*/ 288 h 336"/>
                  <a:gd name="T12" fmla="*/ 48 w 256"/>
                  <a:gd name="T13" fmla="*/ 336 h 336"/>
                  <a:gd name="T14" fmla="*/ 96 w 256"/>
                  <a:gd name="T15" fmla="*/ 288 h 336"/>
                  <a:gd name="T16" fmla="*/ 67 w 256"/>
                  <a:gd name="T17" fmla="*/ 244 h 336"/>
                  <a:gd name="T18" fmla="*/ 67 w 256"/>
                  <a:gd name="T19" fmla="*/ 92 h 336"/>
                  <a:gd name="T20" fmla="*/ 96 w 256"/>
                  <a:gd name="T21" fmla="*/ 48 h 336"/>
                  <a:gd name="T22" fmla="*/ 75 w 256"/>
                  <a:gd name="T23" fmla="*/ 288 h 336"/>
                  <a:gd name="T24" fmla="*/ 48 w 256"/>
                  <a:gd name="T25" fmla="*/ 316 h 336"/>
                  <a:gd name="T26" fmla="*/ 20 w 256"/>
                  <a:gd name="T27" fmla="*/ 288 h 336"/>
                  <a:gd name="T28" fmla="*/ 48 w 256"/>
                  <a:gd name="T29" fmla="*/ 260 h 336"/>
                  <a:gd name="T30" fmla="*/ 75 w 256"/>
                  <a:gd name="T31" fmla="*/ 288 h 336"/>
                  <a:gd name="T32" fmla="*/ 48 w 256"/>
                  <a:gd name="T33" fmla="*/ 76 h 336"/>
                  <a:gd name="T34" fmla="*/ 20 w 256"/>
                  <a:gd name="T35" fmla="*/ 48 h 336"/>
                  <a:gd name="T36" fmla="*/ 48 w 256"/>
                  <a:gd name="T37" fmla="*/ 20 h 336"/>
                  <a:gd name="T38" fmla="*/ 75 w 256"/>
                  <a:gd name="T39" fmla="*/ 48 h 336"/>
                  <a:gd name="T40" fmla="*/ 48 w 256"/>
                  <a:gd name="T41" fmla="*/ 76 h 336"/>
                  <a:gd name="T42" fmla="*/ 227 w 256"/>
                  <a:gd name="T43" fmla="*/ 244 h 336"/>
                  <a:gd name="T44" fmla="*/ 227 w 256"/>
                  <a:gd name="T45" fmla="*/ 92 h 336"/>
                  <a:gd name="T46" fmla="*/ 256 w 256"/>
                  <a:gd name="T47" fmla="*/ 48 h 336"/>
                  <a:gd name="T48" fmla="*/ 208 w 256"/>
                  <a:gd name="T49" fmla="*/ 0 h 336"/>
                  <a:gd name="T50" fmla="*/ 160 w 256"/>
                  <a:gd name="T51" fmla="*/ 48 h 336"/>
                  <a:gd name="T52" fmla="*/ 189 w 256"/>
                  <a:gd name="T53" fmla="*/ 92 h 336"/>
                  <a:gd name="T54" fmla="*/ 189 w 256"/>
                  <a:gd name="T55" fmla="*/ 244 h 336"/>
                  <a:gd name="T56" fmla="*/ 160 w 256"/>
                  <a:gd name="T57" fmla="*/ 288 h 336"/>
                  <a:gd name="T58" fmla="*/ 208 w 256"/>
                  <a:gd name="T59" fmla="*/ 336 h 336"/>
                  <a:gd name="T60" fmla="*/ 256 w 256"/>
                  <a:gd name="T61" fmla="*/ 288 h 336"/>
                  <a:gd name="T62" fmla="*/ 227 w 256"/>
                  <a:gd name="T63" fmla="*/ 244 h 336"/>
                  <a:gd name="T64" fmla="*/ 180 w 256"/>
                  <a:gd name="T65" fmla="*/ 48 h 336"/>
                  <a:gd name="T66" fmla="*/ 208 w 256"/>
                  <a:gd name="T67" fmla="*/ 20 h 336"/>
                  <a:gd name="T68" fmla="*/ 235 w 256"/>
                  <a:gd name="T69" fmla="*/ 48 h 336"/>
                  <a:gd name="T70" fmla="*/ 208 w 256"/>
                  <a:gd name="T71" fmla="*/ 76 h 336"/>
                  <a:gd name="T72" fmla="*/ 180 w 256"/>
                  <a:gd name="T73" fmla="*/ 48 h 336"/>
                  <a:gd name="T74" fmla="*/ 208 w 256"/>
                  <a:gd name="T75" fmla="*/ 316 h 336"/>
                  <a:gd name="T76" fmla="*/ 180 w 256"/>
                  <a:gd name="T77" fmla="*/ 288 h 336"/>
                  <a:gd name="T78" fmla="*/ 208 w 256"/>
                  <a:gd name="T79" fmla="*/ 260 h 336"/>
                  <a:gd name="T80" fmla="*/ 235 w 256"/>
                  <a:gd name="T81" fmla="*/ 288 h 336"/>
                  <a:gd name="T82" fmla="*/ 208 w 256"/>
                  <a:gd name="T83" fmla="*/ 31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6" h="336">
                    <a:moveTo>
                      <a:pt x="96" y="48"/>
                    </a:moveTo>
                    <a:cubicBezTo>
                      <a:pt x="96" y="21"/>
                      <a:pt x="74" y="0"/>
                      <a:pt x="48" y="0"/>
                    </a:cubicBezTo>
                    <a:cubicBezTo>
                      <a:pt x="21" y="0"/>
                      <a:pt x="0" y="21"/>
                      <a:pt x="0" y="48"/>
                    </a:cubicBezTo>
                    <a:cubicBezTo>
                      <a:pt x="0" y="68"/>
                      <a:pt x="12" y="85"/>
                      <a:pt x="29" y="92"/>
                    </a:cubicBezTo>
                    <a:cubicBezTo>
                      <a:pt x="29" y="244"/>
                      <a:pt x="29" y="244"/>
                      <a:pt x="29" y="244"/>
                    </a:cubicBezTo>
                    <a:cubicBezTo>
                      <a:pt x="12" y="251"/>
                      <a:pt x="0" y="268"/>
                      <a:pt x="0" y="288"/>
                    </a:cubicBezTo>
                    <a:cubicBezTo>
                      <a:pt x="0" y="314"/>
                      <a:pt x="21" y="336"/>
                      <a:pt x="48" y="336"/>
                    </a:cubicBezTo>
                    <a:cubicBezTo>
                      <a:pt x="74" y="336"/>
                      <a:pt x="96" y="314"/>
                      <a:pt x="96" y="288"/>
                    </a:cubicBezTo>
                    <a:cubicBezTo>
                      <a:pt x="96" y="268"/>
                      <a:pt x="84" y="251"/>
                      <a:pt x="67" y="244"/>
                    </a:cubicBezTo>
                    <a:cubicBezTo>
                      <a:pt x="67" y="92"/>
                      <a:pt x="67" y="92"/>
                      <a:pt x="67" y="92"/>
                    </a:cubicBezTo>
                    <a:cubicBezTo>
                      <a:pt x="84" y="85"/>
                      <a:pt x="96" y="68"/>
                      <a:pt x="96" y="48"/>
                    </a:cubicBezTo>
                    <a:close/>
                    <a:moveTo>
                      <a:pt x="75" y="288"/>
                    </a:moveTo>
                    <a:cubicBezTo>
                      <a:pt x="75" y="303"/>
                      <a:pt x="63" y="316"/>
                      <a:pt x="48" y="316"/>
                    </a:cubicBezTo>
                    <a:cubicBezTo>
                      <a:pt x="32" y="316"/>
                      <a:pt x="20" y="303"/>
                      <a:pt x="20" y="288"/>
                    </a:cubicBezTo>
                    <a:cubicBezTo>
                      <a:pt x="20" y="273"/>
                      <a:pt x="32" y="260"/>
                      <a:pt x="48" y="260"/>
                    </a:cubicBezTo>
                    <a:cubicBezTo>
                      <a:pt x="63" y="260"/>
                      <a:pt x="75" y="273"/>
                      <a:pt x="75" y="288"/>
                    </a:cubicBezTo>
                    <a:close/>
                    <a:moveTo>
                      <a:pt x="48" y="76"/>
                    </a:moveTo>
                    <a:cubicBezTo>
                      <a:pt x="32" y="76"/>
                      <a:pt x="20" y="63"/>
                      <a:pt x="20" y="48"/>
                    </a:cubicBezTo>
                    <a:cubicBezTo>
                      <a:pt x="20" y="33"/>
                      <a:pt x="32" y="20"/>
                      <a:pt x="48" y="20"/>
                    </a:cubicBezTo>
                    <a:cubicBezTo>
                      <a:pt x="63" y="20"/>
                      <a:pt x="75" y="33"/>
                      <a:pt x="75" y="48"/>
                    </a:cubicBezTo>
                    <a:cubicBezTo>
                      <a:pt x="75" y="63"/>
                      <a:pt x="63" y="76"/>
                      <a:pt x="48" y="76"/>
                    </a:cubicBezTo>
                    <a:close/>
                    <a:moveTo>
                      <a:pt x="227" y="244"/>
                    </a:moveTo>
                    <a:cubicBezTo>
                      <a:pt x="227" y="92"/>
                      <a:pt x="227" y="92"/>
                      <a:pt x="227" y="92"/>
                    </a:cubicBezTo>
                    <a:cubicBezTo>
                      <a:pt x="244" y="85"/>
                      <a:pt x="256" y="68"/>
                      <a:pt x="256" y="48"/>
                    </a:cubicBezTo>
                    <a:cubicBezTo>
                      <a:pt x="256" y="21"/>
                      <a:pt x="234" y="0"/>
                      <a:pt x="208" y="0"/>
                    </a:cubicBezTo>
                    <a:cubicBezTo>
                      <a:pt x="181" y="0"/>
                      <a:pt x="160" y="21"/>
                      <a:pt x="160" y="48"/>
                    </a:cubicBezTo>
                    <a:cubicBezTo>
                      <a:pt x="160" y="68"/>
                      <a:pt x="172" y="85"/>
                      <a:pt x="189" y="92"/>
                    </a:cubicBezTo>
                    <a:cubicBezTo>
                      <a:pt x="189" y="244"/>
                      <a:pt x="189" y="244"/>
                      <a:pt x="189" y="244"/>
                    </a:cubicBezTo>
                    <a:cubicBezTo>
                      <a:pt x="172" y="251"/>
                      <a:pt x="160" y="268"/>
                      <a:pt x="160" y="288"/>
                    </a:cubicBezTo>
                    <a:cubicBezTo>
                      <a:pt x="160" y="314"/>
                      <a:pt x="181" y="336"/>
                      <a:pt x="208" y="336"/>
                    </a:cubicBezTo>
                    <a:cubicBezTo>
                      <a:pt x="234" y="336"/>
                      <a:pt x="256" y="314"/>
                      <a:pt x="256" y="288"/>
                    </a:cubicBezTo>
                    <a:cubicBezTo>
                      <a:pt x="256" y="268"/>
                      <a:pt x="244" y="251"/>
                      <a:pt x="227" y="244"/>
                    </a:cubicBezTo>
                    <a:close/>
                    <a:moveTo>
                      <a:pt x="180" y="48"/>
                    </a:moveTo>
                    <a:cubicBezTo>
                      <a:pt x="180" y="33"/>
                      <a:pt x="192" y="20"/>
                      <a:pt x="208" y="20"/>
                    </a:cubicBezTo>
                    <a:cubicBezTo>
                      <a:pt x="223" y="20"/>
                      <a:pt x="235" y="33"/>
                      <a:pt x="235" y="48"/>
                    </a:cubicBezTo>
                    <a:cubicBezTo>
                      <a:pt x="235" y="63"/>
                      <a:pt x="223" y="76"/>
                      <a:pt x="208" y="76"/>
                    </a:cubicBezTo>
                    <a:cubicBezTo>
                      <a:pt x="192" y="76"/>
                      <a:pt x="180" y="63"/>
                      <a:pt x="180" y="48"/>
                    </a:cubicBezTo>
                    <a:close/>
                    <a:moveTo>
                      <a:pt x="208" y="316"/>
                    </a:moveTo>
                    <a:cubicBezTo>
                      <a:pt x="192" y="316"/>
                      <a:pt x="180" y="303"/>
                      <a:pt x="180" y="288"/>
                    </a:cubicBezTo>
                    <a:cubicBezTo>
                      <a:pt x="180" y="273"/>
                      <a:pt x="192" y="260"/>
                      <a:pt x="208" y="260"/>
                    </a:cubicBezTo>
                    <a:cubicBezTo>
                      <a:pt x="223" y="260"/>
                      <a:pt x="235" y="273"/>
                      <a:pt x="235" y="288"/>
                    </a:cubicBezTo>
                    <a:cubicBezTo>
                      <a:pt x="235" y="303"/>
                      <a:pt x="223" y="316"/>
                      <a:pt x="208" y="316"/>
                    </a:cubicBezTo>
                    <a:close/>
                  </a:path>
                </a:pathLst>
              </a:custGeom>
              <a:solidFill>
                <a:schemeClr val="accent4"/>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grpSp>
        <p:sp>
          <p:nvSpPr>
            <p:cNvPr id="123" name="Content Placeholder 2"/>
            <p:cNvSpPr txBox="1">
              <a:spLocks/>
            </p:cNvSpPr>
            <p:nvPr/>
          </p:nvSpPr>
          <p:spPr>
            <a:xfrm>
              <a:off x="7086300" y="2936279"/>
              <a:ext cx="1371900" cy="55102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solidFill>
                    <a:schemeClr val="bg1">
                      <a:lumMod val="50000"/>
                    </a:schemeClr>
                  </a:solidFill>
                </a:rPr>
                <a:t>Feature 5</a:t>
              </a:r>
            </a:p>
            <a:p>
              <a:pPr marL="0" indent="0">
                <a:buNone/>
              </a:pPr>
              <a:r>
                <a:rPr lang="en-US" sz="900" dirty="0">
                  <a:solidFill>
                    <a:schemeClr val="bg1">
                      <a:lumMod val="50000"/>
                    </a:schemeClr>
                  </a:solidFill>
                </a:rPr>
                <a:t>Lorem ipsum dolor sit amet, consectetur adipiscing.</a:t>
              </a:r>
            </a:p>
          </p:txBody>
        </p:sp>
      </p:grpSp>
      <p:grpSp>
        <p:nvGrpSpPr>
          <p:cNvPr id="126" name="Group 125"/>
          <p:cNvGrpSpPr/>
          <p:nvPr/>
        </p:nvGrpSpPr>
        <p:grpSpPr>
          <a:xfrm>
            <a:off x="8557199" y="3594541"/>
            <a:ext cx="2439908" cy="734512"/>
            <a:chOff x="6627304" y="3672878"/>
            <a:chExt cx="1830896" cy="551027"/>
          </a:xfrm>
        </p:grpSpPr>
        <p:grpSp>
          <p:nvGrpSpPr>
            <p:cNvPr id="127" name="Group 126"/>
            <p:cNvGrpSpPr/>
            <p:nvPr/>
          </p:nvGrpSpPr>
          <p:grpSpPr>
            <a:xfrm>
              <a:off x="6627304" y="3695926"/>
              <a:ext cx="401025" cy="401024"/>
              <a:chOff x="5607375" y="3562825"/>
              <a:chExt cx="587140" cy="587140"/>
            </a:xfrm>
          </p:grpSpPr>
          <p:sp>
            <p:nvSpPr>
              <p:cNvPr id="129" name="Freeform 15"/>
              <p:cNvSpPr>
                <a:spLocks noEditPoints="1"/>
              </p:cNvSpPr>
              <p:nvPr/>
            </p:nvSpPr>
            <p:spPr bwMode="auto">
              <a:xfrm>
                <a:off x="5746497" y="3702123"/>
                <a:ext cx="308897" cy="308544"/>
              </a:xfrm>
              <a:custGeom>
                <a:avLst/>
                <a:gdLst>
                  <a:gd name="T0" fmla="*/ 183 w 371"/>
                  <a:gd name="T1" fmla="*/ 1 h 370"/>
                  <a:gd name="T2" fmla="*/ 2 w 371"/>
                  <a:gd name="T3" fmla="*/ 187 h 370"/>
                  <a:gd name="T4" fmla="*/ 188 w 371"/>
                  <a:gd name="T5" fmla="*/ 369 h 370"/>
                  <a:gd name="T6" fmla="*/ 370 w 371"/>
                  <a:gd name="T7" fmla="*/ 182 h 370"/>
                  <a:gd name="T8" fmla="*/ 183 w 371"/>
                  <a:gd name="T9" fmla="*/ 1 h 370"/>
                  <a:gd name="T10" fmla="*/ 184 w 371"/>
                  <a:gd name="T11" fmla="*/ 25 h 370"/>
                  <a:gd name="T12" fmla="*/ 260 w 371"/>
                  <a:gd name="T13" fmla="*/ 43 h 370"/>
                  <a:gd name="T14" fmla="*/ 235 w 371"/>
                  <a:gd name="T15" fmla="*/ 84 h 370"/>
                  <a:gd name="T16" fmla="*/ 186 w 371"/>
                  <a:gd name="T17" fmla="*/ 73 h 370"/>
                  <a:gd name="T18" fmla="*/ 137 w 371"/>
                  <a:gd name="T19" fmla="*/ 84 h 370"/>
                  <a:gd name="T20" fmla="*/ 112 w 371"/>
                  <a:gd name="T21" fmla="*/ 43 h 370"/>
                  <a:gd name="T22" fmla="*/ 184 w 371"/>
                  <a:gd name="T23" fmla="*/ 25 h 370"/>
                  <a:gd name="T24" fmla="*/ 85 w 371"/>
                  <a:gd name="T25" fmla="*/ 234 h 370"/>
                  <a:gd name="T26" fmla="*/ 44 w 371"/>
                  <a:gd name="T27" fmla="*/ 259 h 370"/>
                  <a:gd name="T28" fmla="*/ 26 w 371"/>
                  <a:gd name="T29" fmla="*/ 187 h 370"/>
                  <a:gd name="T30" fmla="*/ 44 w 371"/>
                  <a:gd name="T31" fmla="*/ 111 h 370"/>
                  <a:gd name="T32" fmla="*/ 85 w 371"/>
                  <a:gd name="T33" fmla="*/ 136 h 370"/>
                  <a:gd name="T34" fmla="*/ 74 w 371"/>
                  <a:gd name="T35" fmla="*/ 185 h 370"/>
                  <a:gd name="T36" fmla="*/ 85 w 371"/>
                  <a:gd name="T37" fmla="*/ 234 h 370"/>
                  <a:gd name="T38" fmla="*/ 188 w 371"/>
                  <a:gd name="T39" fmla="*/ 345 h 370"/>
                  <a:gd name="T40" fmla="*/ 112 w 371"/>
                  <a:gd name="T41" fmla="*/ 327 h 370"/>
                  <a:gd name="T42" fmla="*/ 137 w 371"/>
                  <a:gd name="T43" fmla="*/ 286 h 370"/>
                  <a:gd name="T44" fmla="*/ 186 w 371"/>
                  <a:gd name="T45" fmla="*/ 297 h 370"/>
                  <a:gd name="T46" fmla="*/ 235 w 371"/>
                  <a:gd name="T47" fmla="*/ 286 h 370"/>
                  <a:gd name="T48" fmla="*/ 260 w 371"/>
                  <a:gd name="T49" fmla="*/ 327 h 370"/>
                  <a:gd name="T50" fmla="*/ 188 w 371"/>
                  <a:gd name="T51" fmla="*/ 345 h 370"/>
                  <a:gd name="T52" fmla="*/ 186 w 371"/>
                  <a:gd name="T53" fmla="*/ 273 h 370"/>
                  <a:gd name="T54" fmla="*/ 98 w 371"/>
                  <a:gd name="T55" fmla="*/ 185 h 370"/>
                  <a:gd name="T56" fmla="*/ 186 w 371"/>
                  <a:gd name="T57" fmla="*/ 97 h 370"/>
                  <a:gd name="T58" fmla="*/ 274 w 371"/>
                  <a:gd name="T59" fmla="*/ 185 h 370"/>
                  <a:gd name="T60" fmla="*/ 186 w 371"/>
                  <a:gd name="T61" fmla="*/ 273 h 370"/>
                  <a:gd name="T62" fmla="*/ 286 w 371"/>
                  <a:gd name="T63" fmla="*/ 234 h 370"/>
                  <a:gd name="T64" fmla="*/ 298 w 371"/>
                  <a:gd name="T65" fmla="*/ 185 h 370"/>
                  <a:gd name="T66" fmla="*/ 286 w 371"/>
                  <a:gd name="T67" fmla="*/ 136 h 370"/>
                  <a:gd name="T68" fmla="*/ 328 w 371"/>
                  <a:gd name="T69" fmla="*/ 111 h 370"/>
                  <a:gd name="T70" fmla="*/ 346 w 371"/>
                  <a:gd name="T71" fmla="*/ 183 h 370"/>
                  <a:gd name="T72" fmla="*/ 328 w 371"/>
                  <a:gd name="T73" fmla="*/ 259 h 370"/>
                  <a:gd name="T74" fmla="*/ 286 w 371"/>
                  <a:gd name="T75" fmla="*/ 23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1" h="370">
                    <a:moveTo>
                      <a:pt x="183" y="1"/>
                    </a:moveTo>
                    <a:cubicBezTo>
                      <a:pt x="82" y="2"/>
                      <a:pt x="0" y="86"/>
                      <a:pt x="2" y="187"/>
                    </a:cubicBezTo>
                    <a:cubicBezTo>
                      <a:pt x="3" y="289"/>
                      <a:pt x="87" y="370"/>
                      <a:pt x="188" y="369"/>
                    </a:cubicBezTo>
                    <a:cubicBezTo>
                      <a:pt x="290" y="368"/>
                      <a:pt x="371" y="284"/>
                      <a:pt x="370" y="182"/>
                    </a:cubicBezTo>
                    <a:cubicBezTo>
                      <a:pt x="368" y="81"/>
                      <a:pt x="285" y="0"/>
                      <a:pt x="183" y="1"/>
                    </a:cubicBezTo>
                    <a:close/>
                    <a:moveTo>
                      <a:pt x="184" y="25"/>
                    </a:moveTo>
                    <a:cubicBezTo>
                      <a:pt x="211" y="25"/>
                      <a:pt x="237" y="31"/>
                      <a:pt x="260" y="43"/>
                    </a:cubicBezTo>
                    <a:cubicBezTo>
                      <a:pt x="235" y="84"/>
                      <a:pt x="235" y="84"/>
                      <a:pt x="235" y="84"/>
                    </a:cubicBezTo>
                    <a:cubicBezTo>
                      <a:pt x="220" y="77"/>
                      <a:pt x="203" y="73"/>
                      <a:pt x="186" y="73"/>
                    </a:cubicBezTo>
                    <a:cubicBezTo>
                      <a:pt x="168" y="73"/>
                      <a:pt x="151" y="77"/>
                      <a:pt x="137" y="84"/>
                    </a:cubicBezTo>
                    <a:cubicBezTo>
                      <a:pt x="112" y="43"/>
                      <a:pt x="112" y="43"/>
                      <a:pt x="112" y="43"/>
                    </a:cubicBezTo>
                    <a:cubicBezTo>
                      <a:pt x="133" y="32"/>
                      <a:pt x="158" y="25"/>
                      <a:pt x="184" y="25"/>
                    </a:cubicBezTo>
                    <a:close/>
                    <a:moveTo>
                      <a:pt x="85" y="234"/>
                    </a:moveTo>
                    <a:cubicBezTo>
                      <a:pt x="44" y="259"/>
                      <a:pt x="44" y="259"/>
                      <a:pt x="44" y="259"/>
                    </a:cubicBezTo>
                    <a:cubicBezTo>
                      <a:pt x="33" y="237"/>
                      <a:pt x="26" y="213"/>
                      <a:pt x="26" y="187"/>
                    </a:cubicBezTo>
                    <a:cubicBezTo>
                      <a:pt x="25" y="160"/>
                      <a:pt x="32" y="134"/>
                      <a:pt x="44" y="111"/>
                    </a:cubicBezTo>
                    <a:cubicBezTo>
                      <a:pt x="85" y="136"/>
                      <a:pt x="85" y="136"/>
                      <a:pt x="85" y="136"/>
                    </a:cubicBezTo>
                    <a:cubicBezTo>
                      <a:pt x="78" y="151"/>
                      <a:pt x="74" y="167"/>
                      <a:pt x="74" y="185"/>
                    </a:cubicBezTo>
                    <a:cubicBezTo>
                      <a:pt x="74" y="203"/>
                      <a:pt x="78" y="219"/>
                      <a:pt x="85" y="234"/>
                    </a:cubicBezTo>
                    <a:close/>
                    <a:moveTo>
                      <a:pt x="188" y="345"/>
                    </a:moveTo>
                    <a:cubicBezTo>
                      <a:pt x="161" y="345"/>
                      <a:pt x="135" y="339"/>
                      <a:pt x="112" y="327"/>
                    </a:cubicBezTo>
                    <a:cubicBezTo>
                      <a:pt x="137" y="286"/>
                      <a:pt x="137" y="286"/>
                      <a:pt x="137" y="286"/>
                    </a:cubicBezTo>
                    <a:cubicBezTo>
                      <a:pt x="151" y="293"/>
                      <a:pt x="168" y="297"/>
                      <a:pt x="186" y="297"/>
                    </a:cubicBezTo>
                    <a:cubicBezTo>
                      <a:pt x="203" y="297"/>
                      <a:pt x="220" y="293"/>
                      <a:pt x="235" y="286"/>
                    </a:cubicBezTo>
                    <a:cubicBezTo>
                      <a:pt x="260" y="327"/>
                      <a:pt x="260" y="327"/>
                      <a:pt x="260" y="327"/>
                    </a:cubicBezTo>
                    <a:cubicBezTo>
                      <a:pt x="238" y="338"/>
                      <a:pt x="214" y="345"/>
                      <a:pt x="188" y="345"/>
                    </a:cubicBezTo>
                    <a:close/>
                    <a:moveTo>
                      <a:pt x="186" y="273"/>
                    </a:moveTo>
                    <a:cubicBezTo>
                      <a:pt x="137" y="273"/>
                      <a:pt x="98" y="233"/>
                      <a:pt x="98" y="185"/>
                    </a:cubicBezTo>
                    <a:cubicBezTo>
                      <a:pt x="98" y="136"/>
                      <a:pt x="137" y="97"/>
                      <a:pt x="186" y="97"/>
                    </a:cubicBezTo>
                    <a:cubicBezTo>
                      <a:pt x="234" y="97"/>
                      <a:pt x="274" y="136"/>
                      <a:pt x="274" y="185"/>
                    </a:cubicBezTo>
                    <a:cubicBezTo>
                      <a:pt x="274" y="233"/>
                      <a:pt x="234" y="273"/>
                      <a:pt x="186" y="273"/>
                    </a:cubicBezTo>
                    <a:close/>
                    <a:moveTo>
                      <a:pt x="286" y="234"/>
                    </a:moveTo>
                    <a:cubicBezTo>
                      <a:pt x="294" y="219"/>
                      <a:pt x="298" y="203"/>
                      <a:pt x="298" y="185"/>
                    </a:cubicBezTo>
                    <a:cubicBezTo>
                      <a:pt x="298" y="167"/>
                      <a:pt x="294" y="151"/>
                      <a:pt x="286" y="136"/>
                    </a:cubicBezTo>
                    <a:cubicBezTo>
                      <a:pt x="328" y="111"/>
                      <a:pt x="328" y="111"/>
                      <a:pt x="328" y="111"/>
                    </a:cubicBezTo>
                    <a:cubicBezTo>
                      <a:pt x="339" y="133"/>
                      <a:pt x="345" y="157"/>
                      <a:pt x="346" y="183"/>
                    </a:cubicBezTo>
                    <a:cubicBezTo>
                      <a:pt x="346" y="210"/>
                      <a:pt x="340" y="236"/>
                      <a:pt x="328" y="259"/>
                    </a:cubicBezTo>
                    <a:lnTo>
                      <a:pt x="286" y="234"/>
                    </a:lnTo>
                    <a:close/>
                  </a:path>
                </a:pathLst>
              </a:custGeom>
              <a:solidFill>
                <a:schemeClr val="accent2"/>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130" name="Freeform 23"/>
              <p:cNvSpPr>
                <a:spLocks noEditPoints="1"/>
              </p:cNvSpPr>
              <p:nvPr/>
            </p:nvSpPr>
            <p:spPr bwMode="auto">
              <a:xfrm>
                <a:off x="5607375"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2"/>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grpSp>
        <p:sp>
          <p:nvSpPr>
            <p:cNvPr id="128" name="Content Placeholder 2"/>
            <p:cNvSpPr txBox="1">
              <a:spLocks/>
            </p:cNvSpPr>
            <p:nvPr/>
          </p:nvSpPr>
          <p:spPr>
            <a:xfrm>
              <a:off x="7086300" y="3672878"/>
              <a:ext cx="1371900" cy="55102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solidFill>
                    <a:schemeClr val="bg1">
                      <a:lumMod val="50000"/>
                    </a:schemeClr>
                  </a:solidFill>
                </a:rPr>
                <a:t>Feature 6</a:t>
              </a:r>
            </a:p>
            <a:p>
              <a:pPr marL="0" indent="0">
                <a:buNone/>
              </a:pPr>
              <a:r>
                <a:rPr lang="en-US" sz="900" dirty="0">
                  <a:solidFill>
                    <a:schemeClr val="bg1">
                      <a:lumMod val="50000"/>
                    </a:schemeClr>
                  </a:solidFill>
                </a:rPr>
                <a:t>Lorem ipsum dolor sit amet, consectetur adipiscing.</a:t>
              </a:r>
            </a:p>
          </p:txBody>
        </p:sp>
      </p:grpSp>
      <p:grpSp>
        <p:nvGrpSpPr>
          <p:cNvPr id="38" name="Group 37"/>
          <p:cNvGrpSpPr/>
          <p:nvPr/>
        </p:nvGrpSpPr>
        <p:grpSpPr>
          <a:xfrm>
            <a:off x="1054319" y="2092703"/>
            <a:ext cx="2463801" cy="2263773"/>
            <a:chOff x="1054594" y="2310064"/>
            <a:chExt cx="2464443" cy="2264363"/>
          </a:xfrm>
        </p:grpSpPr>
        <p:grpSp>
          <p:nvGrpSpPr>
            <p:cNvPr id="131" name="Group 130"/>
            <p:cNvGrpSpPr/>
            <p:nvPr/>
          </p:nvGrpSpPr>
          <p:grpSpPr>
            <a:xfrm>
              <a:off x="1054594" y="2310064"/>
              <a:ext cx="2464442" cy="734703"/>
              <a:chOff x="685800" y="2143218"/>
              <a:chExt cx="1848824" cy="551027"/>
            </a:xfrm>
          </p:grpSpPr>
          <p:grpSp>
            <p:nvGrpSpPr>
              <p:cNvPr id="132" name="Group 131"/>
              <p:cNvGrpSpPr/>
              <p:nvPr/>
            </p:nvGrpSpPr>
            <p:grpSpPr>
              <a:xfrm>
                <a:off x="2133599" y="2170725"/>
                <a:ext cx="401025" cy="401025"/>
                <a:chOff x="3707904" y="1338582"/>
                <a:chExt cx="587140" cy="587140"/>
              </a:xfrm>
              <a:solidFill>
                <a:schemeClr val="accent2"/>
              </a:solidFill>
            </p:grpSpPr>
            <p:sp>
              <p:nvSpPr>
                <p:cNvPr id="134" name="Freeform 133"/>
                <p:cNvSpPr>
                  <a:spLocks noEditPoints="1"/>
                </p:cNvSpPr>
                <p:nvPr/>
              </p:nvSpPr>
              <p:spPr bwMode="auto">
                <a:xfrm>
                  <a:off x="3869342" y="1489799"/>
                  <a:ext cx="232459" cy="261709"/>
                </a:xfrm>
                <a:custGeom>
                  <a:avLst/>
                  <a:gdLst>
                    <a:gd name="T0" fmla="*/ 300 w 320"/>
                    <a:gd name="T1" fmla="*/ 0 h 360"/>
                    <a:gd name="T2" fmla="*/ 256 w 320"/>
                    <a:gd name="T3" fmla="*/ 0 h 360"/>
                    <a:gd name="T4" fmla="*/ 240 w 320"/>
                    <a:gd name="T5" fmla="*/ 20 h 360"/>
                    <a:gd name="T6" fmla="*/ 240 w 320"/>
                    <a:gd name="T7" fmla="*/ 360 h 360"/>
                    <a:gd name="T8" fmla="*/ 320 w 320"/>
                    <a:gd name="T9" fmla="*/ 360 h 360"/>
                    <a:gd name="T10" fmla="*/ 320 w 320"/>
                    <a:gd name="T11" fmla="*/ 20 h 360"/>
                    <a:gd name="T12" fmla="*/ 300 w 320"/>
                    <a:gd name="T13" fmla="*/ 0 h 360"/>
                    <a:gd name="T14" fmla="*/ 180 w 320"/>
                    <a:gd name="T15" fmla="*/ 120 h 360"/>
                    <a:gd name="T16" fmla="*/ 136 w 320"/>
                    <a:gd name="T17" fmla="*/ 120 h 360"/>
                    <a:gd name="T18" fmla="*/ 120 w 320"/>
                    <a:gd name="T19" fmla="*/ 140 h 360"/>
                    <a:gd name="T20" fmla="*/ 120 w 320"/>
                    <a:gd name="T21" fmla="*/ 360 h 360"/>
                    <a:gd name="T22" fmla="*/ 200 w 320"/>
                    <a:gd name="T23" fmla="*/ 360 h 360"/>
                    <a:gd name="T24" fmla="*/ 200 w 320"/>
                    <a:gd name="T25" fmla="*/ 140 h 360"/>
                    <a:gd name="T26" fmla="*/ 180 w 320"/>
                    <a:gd name="T27" fmla="*/ 120 h 360"/>
                    <a:gd name="T28" fmla="*/ 60 w 320"/>
                    <a:gd name="T29" fmla="*/ 240 h 360"/>
                    <a:gd name="T30" fmla="*/ 16 w 320"/>
                    <a:gd name="T31" fmla="*/ 240 h 360"/>
                    <a:gd name="T32" fmla="*/ 0 w 320"/>
                    <a:gd name="T33" fmla="*/ 260 h 360"/>
                    <a:gd name="T34" fmla="*/ 0 w 320"/>
                    <a:gd name="T35" fmla="*/ 360 h 360"/>
                    <a:gd name="T36" fmla="*/ 80 w 320"/>
                    <a:gd name="T37" fmla="*/ 360 h 360"/>
                    <a:gd name="T38" fmla="*/ 80 w 320"/>
                    <a:gd name="T39" fmla="*/ 260 h 360"/>
                    <a:gd name="T40" fmla="*/ 60 w 320"/>
                    <a:gd name="T41" fmla="*/ 24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60">
                      <a:moveTo>
                        <a:pt x="300" y="0"/>
                      </a:moveTo>
                      <a:cubicBezTo>
                        <a:pt x="256" y="0"/>
                        <a:pt x="256" y="0"/>
                        <a:pt x="256" y="0"/>
                      </a:cubicBezTo>
                      <a:cubicBezTo>
                        <a:pt x="245" y="0"/>
                        <a:pt x="240" y="9"/>
                        <a:pt x="240" y="20"/>
                      </a:cubicBezTo>
                      <a:cubicBezTo>
                        <a:pt x="240" y="360"/>
                        <a:pt x="240" y="360"/>
                        <a:pt x="240" y="360"/>
                      </a:cubicBezTo>
                      <a:cubicBezTo>
                        <a:pt x="320" y="360"/>
                        <a:pt x="320" y="360"/>
                        <a:pt x="320" y="360"/>
                      </a:cubicBezTo>
                      <a:cubicBezTo>
                        <a:pt x="320" y="20"/>
                        <a:pt x="320" y="20"/>
                        <a:pt x="320" y="20"/>
                      </a:cubicBezTo>
                      <a:cubicBezTo>
                        <a:pt x="320" y="9"/>
                        <a:pt x="311" y="0"/>
                        <a:pt x="300" y="0"/>
                      </a:cubicBezTo>
                      <a:close/>
                      <a:moveTo>
                        <a:pt x="180" y="120"/>
                      </a:moveTo>
                      <a:cubicBezTo>
                        <a:pt x="136" y="120"/>
                        <a:pt x="136" y="120"/>
                        <a:pt x="136" y="120"/>
                      </a:cubicBezTo>
                      <a:cubicBezTo>
                        <a:pt x="125" y="120"/>
                        <a:pt x="120" y="129"/>
                        <a:pt x="120" y="140"/>
                      </a:cubicBezTo>
                      <a:cubicBezTo>
                        <a:pt x="120" y="360"/>
                        <a:pt x="120" y="360"/>
                        <a:pt x="120" y="360"/>
                      </a:cubicBezTo>
                      <a:cubicBezTo>
                        <a:pt x="200" y="360"/>
                        <a:pt x="200" y="360"/>
                        <a:pt x="200" y="360"/>
                      </a:cubicBezTo>
                      <a:cubicBezTo>
                        <a:pt x="200" y="140"/>
                        <a:pt x="200" y="140"/>
                        <a:pt x="200" y="140"/>
                      </a:cubicBezTo>
                      <a:cubicBezTo>
                        <a:pt x="200" y="129"/>
                        <a:pt x="191" y="120"/>
                        <a:pt x="180" y="120"/>
                      </a:cubicBezTo>
                      <a:close/>
                      <a:moveTo>
                        <a:pt x="60" y="240"/>
                      </a:moveTo>
                      <a:cubicBezTo>
                        <a:pt x="16" y="240"/>
                        <a:pt x="16" y="240"/>
                        <a:pt x="16" y="240"/>
                      </a:cubicBezTo>
                      <a:cubicBezTo>
                        <a:pt x="5" y="240"/>
                        <a:pt x="0" y="249"/>
                        <a:pt x="0" y="260"/>
                      </a:cubicBezTo>
                      <a:cubicBezTo>
                        <a:pt x="0" y="360"/>
                        <a:pt x="0" y="360"/>
                        <a:pt x="0" y="360"/>
                      </a:cubicBezTo>
                      <a:cubicBezTo>
                        <a:pt x="80" y="360"/>
                        <a:pt x="80" y="360"/>
                        <a:pt x="80" y="360"/>
                      </a:cubicBezTo>
                      <a:cubicBezTo>
                        <a:pt x="80" y="260"/>
                        <a:pt x="80" y="260"/>
                        <a:pt x="80" y="260"/>
                      </a:cubicBezTo>
                      <a:cubicBezTo>
                        <a:pt x="80" y="249"/>
                        <a:pt x="71" y="240"/>
                        <a:pt x="60" y="240"/>
                      </a:cubicBezTo>
                      <a:close/>
                    </a:path>
                  </a:pathLst>
                </a:custGeom>
                <a:solidFill>
                  <a:schemeClr val="accent1"/>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135" name="Freeform 23"/>
                <p:cNvSpPr>
                  <a:spLocks noEditPoints="1"/>
                </p:cNvSpPr>
                <p:nvPr/>
              </p:nvSpPr>
              <p:spPr bwMode="auto">
                <a:xfrm>
                  <a:off x="3707904" y="1338582"/>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1"/>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grpSp>
          <p:sp>
            <p:nvSpPr>
              <p:cNvPr id="133" name="Content Placeholder 2"/>
              <p:cNvSpPr txBox="1">
                <a:spLocks/>
              </p:cNvSpPr>
              <p:nvPr/>
            </p:nvSpPr>
            <p:spPr>
              <a:xfrm>
                <a:off x="685800" y="2143218"/>
                <a:ext cx="1371900" cy="55102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US" sz="1200" b="1" dirty="0">
                    <a:solidFill>
                      <a:schemeClr val="bg1">
                        <a:lumMod val="50000"/>
                      </a:schemeClr>
                    </a:solidFill>
                  </a:rPr>
                  <a:t>Feature 1</a:t>
                </a:r>
              </a:p>
              <a:p>
                <a:pPr marL="0" indent="0" algn="r">
                  <a:buNone/>
                </a:pPr>
                <a:r>
                  <a:rPr lang="en-US" sz="900" dirty="0">
                    <a:solidFill>
                      <a:schemeClr val="bg1">
                        <a:lumMod val="50000"/>
                      </a:schemeClr>
                    </a:solidFill>
                  </a:rPr>
                  <a:t>Lorem ipsum dolor sit amet, consectetur adipiscing.</a:t>
                </a:r>
              </a:p>
            </p:txBody>
          </p:sp>
        </p:grpSp>
        <p:grpSp>
          <p:nvGrpSpPr>
            <p:cNvPr id="136" name="Group 135"/>
            <p:cNvGrpSpPr/>
            <p:nvPr/>
          </p:nvGrpSpPr>
          <p:grpSpPr>
            <a:xfrm>
              <a:off x="1054594" y="3103125"/>
              <a:ext cx="2464443" cy="734703"/>
              <a:chOff x="685800" y="2936279"/>
              <a:chExt cx="1848825" cy="551027"/>
            </a:xfrm>
          </p:grpSpPr>
          <p:sp>
            <p:nvSpPr>
              <p:cNvPr id="137" name="Content Placeholder 2"/>
              <p:cNvSpPr txBox="1">
                <a:spLocks/>
              </p:cNvSpPr>
              <p:nvPr/>
            </p:nvSpPr>
            <p:spPr>
              <a:xfrm>
                <a:off x="685800" y="2936279"/>
                <a:ext cx="1371900" cy="55102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US" sz="1200" b="1" dirty="0">
                    <a:solidFill>
                      <a:schemeClr val="bg1">
                        <a:lumMod val="50000"/>
                      </a:schemeClr>
                    </a:solidFill>
                  </a:rPr>
                  <a:t>Feature 2</a:t>
                </a:r>
              </a:p>
              <a:p>
                <a:pPr marL="0" indent="0" algn="r">
                  <a:buNone/>
                </a:pPr>
                <a:r>
                  <a:rPr lang="en-US" sz="900" dirty="0">
                    <a:solidFill>
                      <a:schemeClr val="bg1">
                        <a:lumMod val="50000"/>
                      </a:schemeClr>
                    </a:solidFill>
                  </a:rPr>
                  <a:t>Lorem ipsum dolor sit amet, consectetur adipiscing.</a:t>
                </a:r>
              </a:p>
            </p:txBody>
          </p:sp>
          <p:grpSp>
            <p:nvGrpSpPr>
              <p:cNvPr id="138" name="Group 137"/>
              <p:cNvGrpSpPr/>
              <p:nvPr/>
            </p:nvGrpSpPr>
            <p:grpSpPr>
              <a:xfrm>
                <a:off x="2133600" y="2959325"/>
                <a:ext cx="401025" cy="401025"/>
                <a:chOff x="2133600" y="2959325"/>
                <a:chExt cx="401025" cy="401025"/>
              </a:xfrm>
              <a:solidFill>
                <a:schemeClr val="accent2"/>
              </a:solidFill>
            </p:grpSpPr>
            <p:sp>
              <p:nvSpPr>
                <p:cNvPr id="139" name="Freeform 23"/>
                <p:cNvSpPr>
                  <a:spLocks noEditPoints="1"/>
                </p:cNvSpPr>
                <p:nvPr/>
              </p:nvSpPr>
              <p:spPr bwMode="auto">
                <a:xfrm>
                  <a:off x="2133600" y="2959325"/>
                  <a:ext cx="401025" cy="401025"/>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6"/>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140" name="Freeform 21"/>
                <p:cNvSpPr>
                  <a:spLocks noEditPoints="1"/>
                </p:cNvSpPr>
                <p:nvPr/>
              </p:nvSpPr>
              <p:spPr bwMode="auto">
                <a:xfrm>
                  <a:off x="2261806" y="3069313"/>
                  <a:ext cx="144612" cy="181051"/>
                </a:xfrm>
                <a:custGeom>
                  <a:avLst/>
                  <a:gdLst>
                    <a:gd name="T0" fmla="*/ 311 w 321"/>
                    <a:gd name="T1" fmla="*/ 99 h 402"/>
                    <a:gd name="T2" fmla="*/ 189 w 321"/>
                    <a:gd name="T3" fmla="*/ 11 h 402"/>
                    <a:gd name="T4" fmla="*/ 94 w 321"/>
                    <a:gd name="T5" fmla="*/ 126 h 402"/>
                    <a:gd name="T6" fmla="*/ 109 w 321"/>
                    <a:gd name="T7" fmla="*/ 174 h 402"/>
                    <a:gd name="T8" fmla="*/ 6 w 321"/>
                    <a:gd name="T9" fmla="*/ 328 h 402"/>
                    <a:gd name="T10" fmla="*/ 1 w 321"/>
                    <a:gd name="T11" fmla="*/ 351 h 402"/>
                    <a:gd name="T12" fmla="*/ 8 w 321"/>
                    <a:gd name="T13" fmla="*/ 390 h 402"/>
                    <a:gd name="T14" fmla="*/ 22 w 321"/>
                    <a:gd name="T15" fmla="*/ 401 h 402"/>
                    <a:gd name="T16" fmla="*/ 52 w 321"/>
                    <a:gd name="T17" fmla="*/ 395 h 402"/>
                    <a:gd name="T18" fmla="*/ 71 w 321"/>
                    <a:gd name="T19" fmla="*/ 382 h 402"/>
                    <a:gd name="T20" fmla="*/ 111 w 321"/>
                    <a:gd name="T21" fmla="*/ 316 h 402"/>
                    <a:gd name="T22" fmla="*/ 112 w 321"/>
                    <a:gd name="T23" fmla="*/ 316 h 402"/>
                    <a:gd name="T24" fmla="*/ 140 w 321"/>
                    <a:gd name="T25" fmla="*/ 311 h 402"/>
                    <a:gd name="T26" fmla="*/ 187 w 321"/>
                    <a:gd name="T27" fmla="*/ 233 h 402"/>
                    <a:gd name="T28" fmla="*/ 239 w 321"/>
                    <a:gd name="T29" fmla="*/ 232 h 402"/>
                    <a:gd name="T30" fmla="*/ 311 w 321"/>
                    <a:gd name="T31" fmla="*/ 99 h 402"/>
                    <a:gd name="T32" fmla="*/ 260 w 321"/>
                    <a:gd name="T33" fmla="*/ 130 h 402"/>
                    <a:gd name="T34" fmla="*/ 206 w 321"/>
                    <a:gd name="T35" fmla="*/ 120 h 402"/>
                    <a:gd name="T36" fmla="*/ 179 w 321"/>
                    <a:gd name="T37" fmla="*/ 71 h 402"/>
                    <a:gd name="T38" fmla="*/ 248 w 321"/>
                    <a:gd name="T39" fmla="*/ 58 h 402"/>
                    <a:gd name="T40" fmla="*/ 260 w 321"/>
                    <a:gd name="T41" fmla="*/ 13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1" h="402">
                      <a:moveTo>
                        <a:pt x="311" y="99"/>
                      </a:moveTo>
                      <a:cubicBezTo>
                        <a:pt x="301" y="40"/>
                        <a:pt x="246" y="0"/>
                        <a:pt x="189" y="11"/>
                      </a:cubicBezTo>
                      <a:cubicBezTo>
                        <a:pt x="132" y="21"/>
                        <a:pt x="84" y="67"/>
                        <a:pt x="94" y="126"/>
                      </a:cubicBezTo>
                      <a:cubicBezTo>
                        <a:pt x="96" y="139"/>
                        <a:pt x="102" y="159"/>
                        <a:pt x="109" y="174"/>
                      </a:cubicBezTo>
                      <a:cubicBezTo>
                        <a:pt x="6" y="328"/>
                        <a:pt x="6" y="328"/>
                        <a:pt x="6" y="328"/>
                      </a:cubicBezTo>
                      <a:cubicBezTo>
                        <a:pt x="2" y="334"/>
                        <a:pt x="0" y="344"/>
                        <a:pt x="1" y="351"/>
                      </a:cubicBezTo>
                      <a:cubicBezTo>
                        <a:pt x="8" y="390"/>
                        <a:pt x="8" y="390"/>
                        <a:pt x="8" y="390"/>
                      </a:cubicBezTo>
                      <a:cubicBezTo>
                        <a:pt x="9" y="397"/>
                        <a:pt x="15" y="402"/>
                        <a:pt x="22" y="401"/>
                      </a:cubicBezTo>
                      <a:cubicBezTo>
                        <a:pt x="52" y="395"/>
                        <a:pt x="52" y="395"/>
                        <a:pt x="52" y="395"/>
                      </a:cubicBezTo>
                      <a:cubicBezTo>
                        <a:pt x="59" y="394"/>
                        <a:pt x="67" y="388"/>
                        <a:pt x="71" y="382"/>
                      </a:cubicBezTo>
                      <a:cubicBezTo>
                        <a:pt x="111" y="316"/>
                        <a:pt x="111" y="316"/>
                        <a:pt x="111" y="316"/>
                      </a:cubicBezTo>
                      <a:cubicBezTo>
                        <a:pt x="112" y="316"/>
                        <a:pt x="112" y="316"/>
                        <a:pt x="112" y="316"/>
                      </a:cubicBezTo>
                      <a:cubicBezTo>
                        <a:pt x="140" y="311"/>
                        <a:pt x="140" y="311"/>
                        <a:pt x="140" y="311"/>
                      </a:cubicBezTo>
                      <a:cubicBezTo>
                        <a:pt x="187" y="233"/>
                        <a:pt x="187" y="233"/>
                        <a:pt x="187" y="233"/>
                      </a:cubicBezTo>
                      <a:cubicBezTo>
                        <a:pt x="203" y="236"/>
                        <a:pt x="226" y="235"/>
                        <a:pt x="239" y="232"/>
                      </a:cubicBezTo>
                      <a:cubicBezTo>
                        <a:pt x="296" y="222"/>
                        <a:pt x="321" y="159"/>
                        <a:pt x="311" y="99"/>
                      </a:cubicBezTo>
                      <a:close/>
                      <a:moveTo>
                        <a:pt x="260" y="130"/>
                      </a:moveTo>
                      <a:cubicBezTo>
                        <a:pt x="244" y="153"/>
                        <a:pt x="228" y="137"/>
                        <a:pt x="206" y="120"/>
                      </a:cubicBezTo>
                      <a:cubicBezTo>
                        <a:pt x="184" y="104"/>
                        <a:pt x="163" y="94"/>
                        <a:pt x="179" y="71"/>
                      </a:cubicBezTo>
                      <a:cubicBezTo>
                        <a:pt x="195" y="47"/>
                        <a:pt x="226" y="42"/>
                        <a:pt x="248" y="58"/>
                      </a:cubicBezTo>
                      <a:cubicBezTo>
                        <a:pt x="270" y="74"/>
                        <a:pt x="276" y="107"/>
                        <a:pt x="260" y="130"/>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endParaRPr lang="en-US" sz="2299" dirty="0">
                    <a:solidFill>
                      <a:schemeClr val="bg1"/>
                    </a:solidFill>
                  </a:endParaRPr>
                </a:p>
              </p:txBody>
            </p:sp>
          </p:grpSp>
        </p:grpSp>
        <p:grpSp>
          <p:nvGrpSpPr>
            <p:cNvPr id="141" name="Group 140"/>
            <p:cNvGrpSpPr/>
            <p:nvPr/>
          </p:nvGrpSpPr>
          <p:grpSpPr>
            <a:xfrm>
              <a:off x="1054594" y="3839724"/>
              <a:ext cx="2464443" cy="734703"/>
              <a:chOff x="685800" y="3672878"/>
              <a:chExt cx="1848825" cy="551027"/>
            </a:xfrm>
          </p:grpSpPr>
          <p:sp>
            <p:nvSpPr>
              <p:cNvPr id="142" name="Content Placeholder 2"/>
              <p:cNvSpPr txBox="1">
                <a:spLocks/>
              </p:cNvSpPr>
              <p:nvPr/>
            </p:nvSpPr>
            <p:spPr>
              <a:xfrm>
                <a:off x="685800" y="3672878"/>
                <a:ext cx="1371900" cy="55102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US" sz="1200" b="1" dirty="0">
                    <a:solidFill>
                      <a:schemeClr val="bg1">
                        <a:lumMod val="50000"/>
                      </a:schemeClr>
                    </a:solidFill>
                  </a:rPr>
                  <a:t>Feature 3</a:t>
                </a:r>
              </a:p>
              <a:p>
                <a:pPr marL="0" indent="0" algn="r">
                  <a:buNone/>
                </a:pPr>
                <a:r>
                  <a:rPr lang="en-US" sz="900" dirty="0">
                    <a:solidFill>
                      <a:schemeClr val="bg1">
                        <a:lumMod val="50000"/>
                      </a:schemeClr>
                    </a:solidFill>
                  </a:rPr>
                  <a:t>Lorem ipsum dolor sit amet, consectetur adipiscing.</a:t>
                </a:r>
              </a:p>
            </p:txBody>
          </p:sp>
          <p:grpSp>
            <p:nvGrpSpPr>
              <p:cNvPr id="143" name="Group 142"/>
              <p:cNvGrpSpPr/>
              <p:nvPr/>
            </p:nvGrpSpPr>
            <p:grpSpPr>
              <a:xfrm>
                <a:off x="2133600" y="3695926"/>
                <a:ext cx="401025" cy="401024"/>
                <a:chOff x="2133600" y="3695926"/>
                <a:chExt cx="401025" cy="401024"/>
              </a:xfrm>
            </p:grpSpPr>
            <p:sp>
              <p:nvSpPr>
                <p:cNvPr id="144" name="Freeform 23"/>
                <p:cNvSpPr>
                  <a:spLocks noEditPoints="1"/>
                </p:cNvSpPr>
                <p:nvPr/>
              </p:nvSpPr>
              <p:spPr bwMode="auto">
                <a:xfrm>
                  <a:off x="2133600" y="3695926"/>
                  <a:ext cx="401025" cy="401024"/>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rgbClr val="7030A0"/>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145" name="Freeform 26"/>
                <p:cNvSpPr>
                  <a:spLocks noEditPoints="1"/>
                </p:cNvSpPr>
                <p:nvPr/>
              </p:nvSpPr>
              <p:spPr bwMode="auto">
                <a:xfrm>
                  <a:off x="2246237" y="3846283"/>
                  <a:ext cx="167008" cy="100311"/>
                </a:xfrm>
                <a:custGeom>
                  <a:avLst/>
                  <a:gdLst>
                    <a:gd name="T0" fmla="*/ 308 w 400"/>
                    <a:gd name="T1" fmla="*/ 120 h 240"/>
                    <a:gd name="T2" fmla="*/ 353 w 400"/>
                    <a:gd name="T3" fmla="*/ 33 h 240"/>
                    <a:gd name="T4" fmla="*/ 380 w 400"/>
                    <a:gd name="T5" fmla="*/ 33 h 240"/>
                    <a:gd name="T6" fmla="*/ 307 w 400"/>
                    <a:gd name="T7" fmla="*/ 0 h 240"/>
                    <a:gd name="T8" fmla="*/ 106 w 400"/>
                    <a:gd name="T9" fmla="*/ 0 h 240"/>
                    <a:gd name="T10" fmla="*/ 0 w 400"/>
                    <a:gd name="T11" fmla="*/ 120 h 240"/>
                    <a:gd name="T12" fmla="*/ 106 w 400"/>
                    <a:gd name="T13" fmla="*/ 240 h 240"/>
                    <a:gd name="T14" fmla="*/ 307 w 400"/>
                    <a:gd name="T15" fmla="*/ 240 h 240"/>
                    <a:gd name="T16" fmla="*/ 380 w 400"/>
                    <a:gd name="T17" fmla="*/ 206 h 240"/>
                    <a:gd name="T18" fmla="*/ 353 w 400"/>
                    <a:gd name="T19" fmla="*/ 206 h 240"/>
                    <a:gd name="T20" fmla="*/ 308 w 400"/>
                    <a:gd name="T21" fmla="*/ 120 h 240"/>
                    <a:gd name="T22" fmla="*/ 254 w 400"/>
                    <a:gd name="T23" fmla="*/ 156 h 240"/>
                    <a:gd name="T24" fmla="*/ 240 w 400"/>
                    <a:gd name="T25" fmla="*/ 156 h 240"/>
                    <a:gd name="T26" fmla="*/ 181 w 400"/>
                    <a:gd name="T27" fmla="*/ 129 h 240"/>
                    <a:gd name="T28" fmla="*/ 172 w 400"/>
                    <a:gd name="T29" fmla="*/ 152 h 240"/>
                    <a:gd name="T30" fmla="*/ 147 w 400"/>
                    <a:gd name="T31" fmla="*/ 160 h 240"/>
                    <a:gd name="T32" fmla="*/ 76 w 400"/>
                    <a:gd name="T33" fmla="*/ 95 h 240"/>
                    <a:gd name="T34" fmla="*/ 72 w 400"/>
                    <a:gd name="T35" fmla="*/ 84 h 240"/>
                    <a:gd name="T36" fmla="*/ 86 w 400"/>
                    <a:gd name="T37" fmla="*/ 84 h 240"/>
                    <a:gd name="T38" fmla="*/ 145 w 400"/>
                    <a:gd name="T39" fmla="*/ 111 h 240"/>
                    <a:gd name="T40" fmla="*/ 154 w 400"/>
                    <a:gd name="T41" fmla="*/ 88 h 240"/>
                    <a:gd name="T42" fmla="*/ 178 w 400"/>
                    <a:gd name="T43" fmla="*/ 80 h 240"/>
                    <a:gd name="T44" fmla="*/ 250 w 400"/>
                    <a:gd name="T45" fmla="*/ 145 h 240"/>
                    <a:gd name="T46" fmla="*/ 254 w 400"/>
                    <a:gd name="T47" fmla="*/ 156 h 240"/>
                    <a:gd name="T48" fmla="*/ 377 w 400"/>
                    <a:gd name="T49" fmla="*/ 78 h 240"/>
                    <a:gd name="T50" fmla="*/ 362 w 400"/>
                    <a:gd name="T51" fmla="*/ 78 h 240"/>
                    <a:gd name="T52" fmla="*/ 340 w 400"/>
                    <a:gd name="T53" fmla="*/ 118 h 240"/>
                    <a:gd name="T54" fmla="*/ 362 w 400"/>
                    <a:gd name="T55" fmla="*/ 158 h 240"/>
                    <a:gd name="T56" fmla="*/ 377 w 400"/>
                    <a:gd name="T57" fmla="*/ 158 h 240"/>
                    <a:gd name="T58" fmla="*/ 400 w 400"/>
                    <a:gd name="T59" fmla="*/ 118 h 240"/>
                    <a:gd name="T60" fmla="*/ 377 w 400"/>
                    <a:gd name="T61" fmla="*/ 7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00" h="240">
                      <a:moveTo>
                        <a:pt x="308" y="120"/>
                      </a:moveTo>
                      <a:cubicBezTo>
                        <a:pt x="308" y="65"/>
                        <a:pt x="333" y="33"/>
                        <a:pt x="353" y="33"/>
                      </a:cubicBezTo>
                      <a:cubicBezTo>
                        <a:pt x="361" y="33"/>
                        <a:pt x="380" y="33"/>
                        <a:pt x="380" y="33"/>
                      </a:cubicBezTo>
                      <a:cubicBezTo>
                        <a:pt x="366" y="12"/>
                        <a:pt x="355" y="0"/>
                        <a:pt x="307" y="0"/>
                      </a:cubicBezTo>
                      <a:cubicBezTo>
                        <a:pt x="106" y="0"/>
                        <a:pt x="106" y="0"/>
                        <a:pt x="106" y="0"/>
                      </a:cubicBezTo>
                      <a:cubicBezTo>
                        <a:pt x="32" y="0"/>
                        <a:pt x="0" y="69"/>
                        <a:pt x="0" y="120"/>
                      </a:cubicBezTo>
                      <a:cubicBezTo>
                        <a:pt x="0" y="171"/>
                        <a:pt x="32" y="240"/>
                        <a:pt x="106" y="240"/>
                      </a:cubicBezTo>
                      <a:cubicBezTo>
                        <a:pt x="307" y="240"/>
                        <a:pt x="307" y="240"/>
                        <a:pt x="307" y="240"/>
                      </a:cubicBezTo>
                      <a:cubicBezTo>
                        <a:pt x="355" y="240"/>
                        <a:pt x="366" y="227"/>
                        <a:pt x="380" y="206"/>
                      </a:cubicBezTo>
                      <a:cubicBezTo>
                        <a:pt x="380" y="206"/>
                        <a:pt x="373" y="206"/>
                        <a:pt x="353" y="206"/>
                      </a:cubicBezTo>
                      <a:cubicBezTo>
                        <a:pt x="333" y="206"/>
                        <a:pt x="308" y="175"/>
                        <a:pt x="308" y="120"/>
                      </a:cubicBezTo>
                      <a:close/>
                      <a:moveTo>
                        <a:pt x="254" y="156"/>
                      </a:moveTo>
                      <a:cubicBezTo>
                        <a:pt x="250" y="161"/>
                        <a:pt x="240" y="156"/>
                        <a:pt x="240" y="156"/>
                      </a:cubicBezTo>
                      <a:cubicBezTo>
                        <a:pt x="181" y="129"/>
                        <a:pt x="181" y="129"/>
                        <a:pt x="181" y="129"/>
                      </a:cubicBezTo>
                      <a:cubicBezTo>
                        <a:pt x="181" y="129"/>
                        <a:pt x="176" y="143"/>
                        <a:pt x="172" y="152"/>
                      </a:cubicBezTo>
                      <a:cubicBezTo>
                        <a:pt x="167" y="162"/>
                        <a:pt x="164" y="172"/>
                        <a:pt x="147" y="160"/>
                      </a:cubicBezTo>
                      <a:cubicBezTo>
                        <a:pt x="130" y="148"/>
                        <a:pt x="76" y="95"/>
                        <a:pt x="76" y="95"/>
                      </a:cubicBezTo>
                      <a:cubicBezTo>
                        <a:pt x="76" y="95"/>
                        <a:pt x="69" y="90"/>
                        <a:pt x="72" y="84"/>
                      </a:cubicBezTo>
                      <a:cubicBezTo>
                        <a:pt x="76" y="79"/>
                        <a:pt x="86" y="84"/>
                        <a:pt x="86" y="84"/>
                      </a:cubicBezTo>
                      <a:cubicBezTo>
                        <a:pt x="145" y="111"/>
                        <a:pt x="145" y="111"/>
                        <a:pt x="145" y="111"/>
                      </a:cubicBezTo>
                      <a:cubicBezTo>
                        <a:pt x="145" y="111"/>
                        <a:pt x="150" y="97"/>
                        <a:pt x="154" y="88"/>
                      </a:cubicBezTo>
                      <a:cubicBezTo>
                        <a:pt x="158" y="79"/>
                        <a:pt x="161" y="68"/>
                        <a:pt x="178" y="80"/>
                      </a:cubicBezTo>
                      <a:cubicBezTo>
                        <a:pt x="195" y="92"/>
                        <a:pt x="250" y="145"/>
                        <a:pt x="250" y="145"/>
                      </a:cubicBezTo>
                      <a:cubicBezTo>
                        <a:pt x="250" y="145"/>
                        <a:pt x="257" y="150"/>
                        <a:pt x="254" y="156"/>
                      </a:cubicBezTo>
                      <a:close/>
                      <a:moveTo>
                        <a:pt x="377" y="78"/>
                      </a:moveTo>
                      <a:cubicBezTo>
                        <a:pt x="362" y="78"/>
                        <a:pt x="362" y="78"/>
                        <a:pt x="362" y="78"/>
                      </a:cubicBezTo>
                      <a:cubicBezTo>
                        <a:pt x="351" y="78"/>
                        <a:pt x="340" y="94"/>
                        <a:pt x="340" y="118"/>
                      </a:cubicBezTo>
                      <a:cubicBezTo>
                        <a:pt x="340" y="143"/>
                        <a:pt x="351" y="158"/>
                        <a:pt x="362" y="158"/>
                      </a:cubicBezTo>
                      <a:cubicBezTo>
                        <a:pt x="377" y="158"/>
                        <a:pt x="377" y="158"/>
                        <a:pt x="377" y="158"/>
                      </a:cubicBezTo>
                      <a:cubicBezTo>
                        <a:pt x="388" y="158"/>
                        <a:pt x="400" y="143"/>
                        <a:pt x="400" y="118"/>
                      </a:cubicBezTo>
                      <a:cubicBezTo>
                        <a:pt x="400" y="94"/>
                        <a:pt x="388" y="78"/>
                        <a:pt x="377" y="78"/>
                      </a:cubicBezTo>
                      <a:close/>
                    </a:path>
                  </a:pathLst>
                </a:custGeom>
                <a:solidFill>
                  <a:srgbClr val="7030A0"/>
                </a:solidFill>
                <a:ln>
                  <a:noFill/>
                </a:ln>
              </p:spPr>
              <p:txBody>
                <a:bodyPr vert="horz" wrap="square" lIns="91416" tIns="45708" rIns="91416" bIns="45708" numCol="1" anchor="t" anchorCtr="0" compatLnSpc="1">
                  <a:prstTxWarp prst="textNoShape">
                    <a:avLst/>
                  </a:prstTxWarp>
                </a:bodyPr>
                <a:lstStyle/>
                <a:p>
                  <a:endParaRPr lang="en-US" sz="2299" dirty="0">
                    <a:solidFill>
                      <a:schemeClr val="bg1"/>
                    </a:solidFill>
                  </a:endParaRPr>
                </a:p>
              </p:txBody>
            </p:sp>
          </p:grpSp>
        </p:grpSp>
      </p:grpSp>
      <p:sp>
        <p:nvSpPr>
          <p:cNvPr id="100" name="Rectangle 99"/>
          <p:cNvSpPr/>
          <p:nvPr/>
        </p:nvSpPr>
        <p:spPr>
          <a:xfrm>
            <a:off x="5206874" y="1776000"/>
            <a:ext cx="1639902" cy="2843358"/>
          </a:xfrm>
          <a:prstGeom prst="rect">
            <a:avLst/>
          </a:prstGeom>
          <a:solidFill>
            <a:schemeClr val="accent1"/>
          </a:solidFill>
          <a:ln>
            <a:noFill/>
          </a:ln>
          <a:effectLst>
            <a:innerShdw blurRad="63500">
              <a:prstClr val="black">
                <a:alpha val="58000"/>
              </a:prst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299" dirty="0">
              <a:latin typeface="Ubuntu" panose="020B0504030602030204" pitchFamily="34" charset="0"/>
            </a:endParaRPr>
          </a:p>
        </p:txBody>
      </p:sp>
      <p:sp>
        <p:nvSpPr>
          <p:cNvPr id="110"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MOBILE MOCKUPS</a:t>
            </a:r>
          </a:p>
        </p:txBody>
      </p:sp>
      <p:sp>
        <p:nvSpPr>
          <p:cNvPr id="111" name="Rectangle 110"/>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112" name="Group 111"/>
          <p:cNvGrpSpPr/>
          <p:nvPr/>
        </p:nvGrpSpPr>
        <p:grpSpPr>
          <a:xfrm rot="10800000" flipV="1">
            <a:off x="5380522" y="1080697"/>
            <a:ext cx="1427781" cy="45707"/>
            <a:chOff x="3965945" y="1385354"/>
            <a:chExt cx="4572000" cy="79107"/>
          </a:xfrm>
        </p:grpSpPr>
        <p:sp>
          <p:nvSpPr>
            <p:cNvPr id="113" name="Rectangle 112"/>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14" name="Rectangle 113"/>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47" name="Rectangle 146"/>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48" name="Rectangle 147"/>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49" name="Rectangle 148"/>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2" name="Picture Placeholder 1"/>
          <p:cNvSpPr>
            <a:spLocks noGrp="1"/>
          </p:cNvSpPr>
          <p:nvPr>
            <p:ph type="pic" sz="quarter" idx="10"/>
          </p:nvPr>
        </p:nvSpPr>
        <p:spPr/>
      </p:sp>
      <p:sp>
        <p:nvSpPr>
          <p:cNvPr id="3" name="Picture Placeholder 2"/>
          <p:cNvSpPr>
            <a:spLocks noGrp="1"/>
          </p:cNvSpPr>
          <p:nvPr>
            <p:ph type="pic" sz="quarter" idx="12"/>
          </p:nvPr>
        </p:nvSpPr>
        <p:spPr/>
      </p:sp>
      <p:sp>
        <p:nvSpPr>
          <p:cNvPr id="4" name="Picture Placeholder 3"/>
          <p:cNvSpPr>
            <a:spLocks noGrp="1"/>
          </p:cNvSpPr>
          <p:nvPr>
            <p:ph type="pic" sz="quarter" idx="11"/>
          </p:nvPr>
        </p:nvSpPr>
        <p:spPr/>
      </p:sp>
    </p:spTree>
    <p:extLst>
      <p:ext uri="{BB962C8B-B14F-4D97-AF65-F5344CB8AC3E}">
        <p14:creationId xmlns:p14="http://schemas.microsoft.com/office/powerpoint/2010/main" val="273521597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par>
                                <p:cTn id="8" presetID="2" presetClass="entr" presetSubtype="2" fill="hold" nodeType="withEffect">
                                  <p:stCondLst>
                                    <p:cond delay="0"/>
                                  </p:stCondLst>
                                  <p:childTnLst>
                                    <p:set>
                                      <p:cBhvr>
                                        <p:cTn id="9" dur="1" fill="hold">
                                          <p:stCondLst>
                                            <p:cond delay="0"/>
                                          </p:stCondLst>
                                        </p:cTn>
                                        <p:tgtEl>
                                          <p:spTgt spid="116"/>
                                        </p:tgtEl>
                                        <p:attrNameLst>
                                          <p:attrName>style.visibility</p:attrName>
                                        </p:attrNameLst>
                                      </p:cBhvr>
                                      <p:to>
                                        <p:strVal val="visible"/>
                                      </p:to>
                                    </p:set>
                                    <p:anim calcmode="lin" valueType="num">
                                      <p:cBhvr additive="base">
                                        <p:cTn id="10" dur="1000" fill="hold"/>
                                        <p:tgtEl>
                                          <p:spTgt spid="116"/>
                                        </p:tgtEl>
                                        <p:attrNameLst>
                                          <p:attrName>ppt_x</p:attrName>
                                        </p:attrNameLst>
                                      </p:cBhvr>
                                      <p:tavLst>
                                        <p:tav tm="0">
                                          <p:val>
                                            <p:strVal val="1+#ppt_w/2"/>
                                          </p:val>
                                        </p:tav>
                                        <p:tav tm="100000">
                                          <p:val>
                                            <p:strVal val="#ppt_x"/>
                                          </p:val>
                                        </p:tav>
                                      </p:tavLst>
                                    </p:anim>
                                    <p:anim calcmode="lin" valueType="num">
                                      <p:cBhvr additive="base">
                                        <p:cTn id="11" dur="1000" fill="hold"/>
                                        <p:tgtEl>
                                          <p:spTgt spid="116"/>
                                        </p:tgtEl>
                                        <p:attrNameLst>
                                          <p:attrName>ppt_y</p:attrName>
                                        </p:attrNameLst>
                                      </p:cBhvr>
                                      <p:tavLst>
                                        <p:tav tm="0">
                                          <p:val>
                                            <p:strVal val="#ppt_y"/>
                                          </p:val>
                                        </p:tav>
                                        <p:tav tm="100000">
                                          <p:val>
                                            <p:strVal val="#ppt_y"/>
                                          </p:val>
                                        </p:tav>
                                      </p:tavLst>
                                    </p:anim>
                                  </p:childTnLst>
                                </p:cTn>
                              </p:par>
                              <p:par>
                                <p:cTn id="12" presetID="2" presetClass="entr" presetSubtype="2" fill="hold" nodeType="withEffect">
                                  <p:stCondLst>
                                    <p:cond delay="0"/>
                                  </p:stCondLst>
                                  <p:childTnLst>
                                    <p:set>
                                      <p:cBhvr>
                                        <p:cTn id="13" dur="1" fill="hold">
                                          <p:stCondLst>
                                            <p:cond delay="0"/>
                                          </p:stCondLst>
                                        </p:cTn>
                                        <p:tgtEl>
                                          <p:spTgt spid="121"/>
                                        </p:tgtEl>
                                        <p:attrNameLst>
                                          <p:attrName>style.visibility</p:attrName>
                                        </p:attrNameLst>
                                      </p:cBhvr>
                                      <p:to>
                                        <p:strVal val="visible"/>
                                      </p:to>
                                    </p:set>
                                    <p:anim calcmode="lin" valueType="num">
                                      <p:cBhvr additive="base">
                                        <p:cTn id="14" dur="1000" fill="hold"/>
                                        <p:tgtEl>
                                          <p:spTgt spid="121"/>
                                        </p:tgtEl>
                                        <p:attrNameLst>
                                          <p:attrName>ppt_x</p:attrName>
                                        </p:attrNameLst>
                                      </p:cBhvr>
                                      <p:tavLst>
                                        <p:tav tm="0">
                                          <p:val>
                                            <p:strVal val="1+#ppt_w/2"/>
                                          </p:val>
                                        </p:tav>
                                        <p:tav tm="100000">
                                          <p:val>
                                            <p:strVal val="#ppt_x"/>
                                          </p:val>
                                        </p:tav>
                                      </p:tavLst>
                                    </p:anim>
                                    <p:anim calcmode="lin" valueType="num">
                                      <p:cBhvr additive="base">
                                        <p:cTn id="15" dur="1000" fill="hold"/>
                                        <p:tgtEl>
                                          <p:spTgt spid="121"/>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0"/>
                                  </p:stCondLst>
                                  <p:childTnLst>
                                    <p:set>
                                      <p:cBhvr>
                                        <p:cTn id="17" dur="1" fill="hold">
                                          <p:stCondLst>
                                            <p:cond delay="0"/>
                                          </p:stCondLst>
                                        </p:cTn>
                                        <p:tgtEl>
                                          <p:spTgt spid="126"/>
                                        </p:tgtEl>
                                        <p:attrNameLst>
                                          <p:attrName>style.visibility</p:attrName>
                                        </p:attrNameLst>
                                      </p:cBhvr>
                                      <p:to>
                                        <p:strVal val="visible"/>
                                      </p:to>
                                    </p:set>
                                    <p:anim calcmode="lin" valueType="num">
                                      <p:cBhvr additive="base">
                                        <p:cTn id="18" dur="1000" fill="hold"/>
                                        <p:tgtEl>
                                          <p:spTgt spid="126"/>
                                        </p:tgtEl>
                                        <p:attrNameLst>
                                          <p:attrName>ppt_x</p:attrName>
                                        </p:attrNameLst>
                                      </p:cBhvr>
                                      <p:tavLst>
                                        <p:tav tm="0">
                                          <p:val>
                                            <p:strVal val="1+#ppt_w/2"/>
                                          </p:val>
                                        </p:tav>
                                        <p:tav tm="100000">
                                          <p:val>
                                            <p:strVal val="#ppt_x"/>
                                          </p:val>
                                        </p:tav>
                                      </p:tavLst>
                                    </p:anim>
                                    <p:anim calcmode="lin" valueType="num">
                                      <p:cBhvr additive="base">
                                        <p:cTn id="19" dur="1000" fill="hold"/>
                                        <p:tgtEl>
                                          <p:spTgt spid="126"/>
                                        </p:tgtEl>
                                        <p:attrNameLst>
                                          <p:attrName>ppt_y</p:attrName>
                                        </p:attrNameLst>
                                      </p:cBhvr>
                                      <p:tavLst>
                                        <p:tav tm="0">
                                          <p:val>
                                            <p:strVal val="#ppt_y"/>
                                          </p:val>
                                        </p:tav>
                                        <p:tav tm="100000">
                                          <p:val>
                                            <p:strVal val="#ppt_y"/>
                                          </p:val>
                                        </p:tav>
                                      </p:tavLst>
                                    </p:anim>
                                  </p:childTnLst>
                                </p:cTn>
                              </p:par>
                              <p:par>
                                <p:cTn id="20" presetID="14" presetClass="entr" presetSubtype="10" fill="hold" grpId="0" nodeType="withEffect">
                                  <p:stCondLst>
                                    <p:cond delay="0"/>
                                  </p:stCondLst>
                                  <p:childTnLst>
                                    <p:set>
                                      <p:cBhvr>
                                        <p:cTn id="21" dur="1" fill="hold">
                                          <p:stCondLst>
                                            <p:cond delay="0"/>
                                          </p:stCondLst>
                                        </p:cTn>
                                        <p:tgtEl>
                                          <p:spTgt spid="91"/>
                                        </p:tgtEl>
                                        <p:attrNameLst>
                                          <p:attrName>style.visibility</p:attrName>
                                        </p:attrNameLst>
                                      </p:cBhvr>
                                      <p:to>
                                        <p:strVal val="visible"/>
                                      </p:to>
                                    </p:set>
                                    <p:animEffect transition="in" filter="randombar(horizontal)">
                                      <p:cBhvr>
                                        <p:cTn id="22" dur="1000"/>
                                        <p:tgtEl>
                                          <p:spTgt spid="91"/>
                                        </p:tgtEl>
                                      </p:cBhvr>
                                    </p:animEffect>
                                  </p:childTnLst>
                                </p:cTn>
                              </p:par>
                            </p:childTnLst>
                          </p:cTn>
                        </p:par>
                        <p:par>
                          <p:cTn id="23" fill="hold">
                            <p:stCondLst>
                              <p:cond delay="1000"/>
                            </p:stCondLst>
                            <p:childTnLst>
                              <p:par>
                                <p:cTn id="24" presetID="49" presetClass="entr" presetSubtype="0" decel="100000" fill="hold" nodeType="afterEffect">
                                  <p:stCondLst>
                                    <p:cond delay="0"/>
                                  </p:stCondLst>
                                  <p:childTnLst>
                                    <p:set>
                                      <p:cBhvr>
                                        <p:cTn id="25" dur="1" fill="hold">
                                          <p:stCondLst>
                                            <p:cond delay="0"/>
                                          </p:stCondLst>
                                        </p:cTn>
                                        <p:tgtEl>
                                          <p:spTgt spid="112"/>
                                        </p:tgtEl>
                                        <p:attrNameLst>
                                          <p:attrName>style.visibility</p:attrName>
                                        </p:attrNameLst>
                                      </p:cBhvr>
                                      <p:to>
                                        <p:strVal val="visible"/>
                                      </p:to>
                                    </p:set>
                                    <p:anim calcmode="lin" valueType="num">
                                      <p:cBhvr>
                                        <p:cTn id="26" dur="500" fill="hold"/>
                                        <p:tgtEl>
                                          <p:spTgt spid="112"/>
                                        </p:tgtEl>
                                        <p:attrNameLst>
                                          <p:attrName>ppt_w</p:attrName>
                                        </p:attrNameLst>
                                      </p:cBhvr>
                                      <p:tavLst>
                                        <p:tav tm="0">
                                          <p:val>
                                            <p:fltVal val="0"/>
                                          </p:val>
                                        </p:tav>
                                        <p:tav tm="100000">
                                          <p:val>
                                            <p:strVal val="#ppt_w"/>
                                          </p:val>
                                        </p:tav>
                                      </p:tavLst>
                                    </p:anim>
                                    <p:anim calcmode="lin" valueType="num">
                                      <p:cBhvr>
                                        <p:cTn id="27" dur="500" fill="hold"/>
                                        <p:tgtEl>
                                          <p:spTgt spid="112"/>
                                        </p:tgtEl>
                                        <p:attrNameLst>
                                          <p:attrName>ppt_h</p:attrName>
                                        </p:attrNameLst>
                                      </p:cBhvr>
                                      <p:tavLst>
                                        <p:tav tm="0">
                                          <p:val>
                                            <p:fltVal val="0"/>
                                          </p:val>
                                        </p:tav>
                                        <p:tav tm="100000">
                                          <p:val>
                                            <p:strVal val="#ppt_h"/>
                                          </p:val>
                                        </p:tav>
                                      </p:tavLst>
                                    </p:anim>
                                    <p:anim calcmode="lin" valueType="num">
                                      <p:cBhvr>
                                        <p:cTn id="28" dur="500" fill="hold"/>
                                        <p:tgtEl>
                                          <p:spTgt spid="112"/>
                                        </p:tgtEl>
                                        <p:attrNameLst>
                                          <p:attrName>style.rotation</p:attrName>
                                        </p:attrNameLst>
                                      </p:cBhvr>
                                      <p:tavLst>
                                        <p:tav tm="0">
                                          <p:val>
                                            <p:fltVal val="360"/>
                                          </p:val>
                                        </p:tav>
                                        <p:tav tm="100000">
                                          <p:val>
                                            <p:fltVal val="0"/>
                                          </p:val>
                                        </p:tav>
                                      </p:tavLst>
                                    </p:anim>
                                    <p:animEffect transition="in" filter="fade">
                                      <p:cBhvr>
                                        <p:cTn id="29"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P spid="6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Content Placeholder 2"/>
          <p:cNvSpPr txBox="1">
            <a:spLocks/>
          </p:cNvSpPr>
          <p:nvPr/>
        </p:nvSpPr>
        <p:spPr>
          <a:xfrm>
            <a:off x="6526981" y="2302651"/>
            <a:ext cx="4434391" cy="741381"/>
          </a:xfrm>
          <a:prstGeom prst="rect">
            <a:avLst/>
          </a:prstGeom>
        </p:spPr>
        <p:txBody>
          <a:bodyPr vert="horz" lIns="91416" tIns="45708" rIns="91416" bIns="45708" rtlCol="0">
            <a:normAutofit fontScale="92500" lnSpcReduction="10000"/>
          </a:bodyPr>
          <a:lstStyle>
            <a:lvl1pPr marL="342900" indent="-3429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id-ID" sz="2399" b="1" dirty="0">
                <a:solidFill>
                  <a:schemeClr val="bg1"/>
                </a:solidFill>
                <a:latin typeface="Open Sans" panose="020B0606030504020204" pitchFamily="34" charset="0"/>
                <a:ea typeface="Open Sans" panose="020B0606030504020204" pitchFamily="34" charset="0"/>
                <a:cs typeface="Open Sans" panose="020B0606030504020204" pitchFamily="34" charset="0"/>
              </a:rPr>
              <a:t>Description</a:t>
            </a:r>
          </a:p>
          <a:p>
            <a:pPr marL="0" indent="0">
              <a:buNone/>
            </a:pPr>
            <a:r>
              <a:rPr lang="en-US" sz="1200" dirty="0" err="1">
                <a:solidFill>
                  <a:schemeClr val="bg1"/>
                </a:solidFill>
              </a:rPr>
              <a:t>Lorem</a:t>
            </a:r>
            <a:r>
              <a:rPr lang="en-US" sz="1200" dirty="0">
                <a:solidFill>
                  <a:schemeClr val="bg1"/>
                </a:solidFill>
              </a:rPr>
              <a:t> ipsum dolor sit amet, consectetur adipiscing elit. Fusce suscipit neque non libero aliquam, ut facilisis lacus </a:t>
            </a:r>
            <a:r>
              <a:rPr lang="en-US" sz="1200" dirty="0" err="1">
                <a:solidFill>
                  <a:schemeClr val="bg1"/>
                </a:solidFill>
              </a:rPr>
              <a:t>pretium</a:t>
            </a:r>
            <a:r>
              <a:rPr lang="en-US" sz="1200" dirty="0">
                <a:solidFill>
                  <a:schemeClr val="bg1"/>
                </a:solidFill>
              </a:rPr>
              <a:t>.</a:t>
            </a:r>
          </a:p>
        </p:txBody>
      </p:sp>
      <p:sp>
        <p:nvSpPr>
          <p:cNvPr id="62" name="Content Placeholder 2"/>
          <p:cNvSpPr txBox="1">
            <a:spLocks/>
          </p:cNvSpPr>
          <p:nvPr/>
        </p:nvSpPr>
        <p:spPr>
          <a:xfrm>
            <a:off x="6566445" y="3143827"/>
            <a:ext cx="4510602" cy="1400040"/>
          </a:xfrm>
          <a:prstGeom prst="rect">
            <a:avLst/>
          </a:prstGeom>
          <a:noFill/>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buClr>
                <a:srgbClr val="FF0000"/>
              </a:buClr>
              <a:buFont typeface="Wingdings" panose="05000000000000000000" pitchFamily="2" charset="2"/>
              <a:buChar char="Ø"/>
            </a:pPr>
            <a:r>
              <a:rPr lang="en-US" sz="1100" dirty="0">
                <a:solidFill>
                  <a:schemeClr val="bg1"/>
                </a:solidFill>
              </a:rPr>
              <a:t>Lorem ipsum dolor sit amet, consectetur adipiscing elit.</a:t>
            </a:r>
          </a:p>
          <a:p>
            <a:pPr>
              <a:lnSpc>
                <a:spcPct val="150000"/>
              </a:lnSpc>
              <a:buClr>
                <a:srgbClr val="FF0000"/>
              </a:buClr>
              <a:buFont typeface="Wingdings" panose="05000000000000000000" pitchFamily="2" charset="2"/>
              <a:buChar char="Ø"/>
            </a:pPr>
            <a:r>
              <a:rPr lang="en-US" sz="1100" dirty="0">
                <a:solidFill>
                  <a:schemeClr val="bg1"/>
                </a:solidFill>
              </a:rPr>
              <a:t>Curabitur elementum posuere pretium.</a:t>
            </a:r>
          </a:p>
          <a:p>
            <a:pPr>
              <a:lnSpc>
                <a:spcPct val="150000"/>
              </a:lnSpc>
              <a:buClr>
                <a:srgbClr val="FF0000"/>
              </a:buClr>
              <a:buFont typeface="Wingdings" panose="05000000000000000000" pitchFamily="2" charset="2"/>
              <a:buChar char="Ø"/>
            </a:pPr>
            <a:r>
              <a:rPr lang="en-US" sz="1100" dirty="0">
                <a:solidFill>
                  <a:schemeClr val="bg1"/>
                </a:solidFill>
              </a:rPr>
              <a:t>Quisque nibh dolor, dignissim ac dignissim ut, luctus ac urna.</a:t>
            </a:r>
          </a:p>
          <a:p>
            <a:pPr>
              <a:lnSpc>
                <a:spcPct val="150000"/>
              </a:lnSpc>
              <a:buClr>
                <a:srgbClr val="FF0000"/>
              </a:buClr>
              <a:buFont typeface="Wingdings" panose="05000000000000000000" pitchFamily="2" charset="2"/>
              <a:buChar char="Ø"/>
            </a:pPr>
            <a:r>
              <a:rPr lang="en-US" sz="1100" dirty="0">
                <a:solidFill>
                  <a:schemeClr val="bg1"/>
                </a:solidFill>
              </a:rPr>
              <a:t>Aliquam aliquet non massa quis tincidunt.</a:t>
            </a:r>
          </a:p>
          <a:p>
            <a:pPr>
              <a:lnSpc>
                <a:spcPct val="150000"/>
              </a:lnSpc>
              <a:buClr>
                <a:srgbClr val="FF0000"/>
              </a:buClr>
              <a:buFont typeface="Wingdings" panose="05000000000000000000" pitchFamily="2" charset="2"/>
              <a:buChar char="Ø"/>
            </a:pPr>
            <a:r>
              <a:rPr lang="en-US" sz="1100" dirty="0">
                <a:solidFill>
                  <a:schemeClr val="bg1"/>
                </a:solidFill>
              </a:rPr>
              <a:t>Quisque nibh dolor, dignissim ac.</a:t>
            </a:r>
          </a:p>
        </p:txBody>
      </p:sp>
      <p:grpSp>
        <p:nvGrpSpPr>
          <p:cNvPr id="64" name="Group 63"/>
          <p:cNvGrpSpPr/>
          <p:nvPr/>
        </p:nvGrpSpPr>
        <p:grpSpPr>
          <a:xfrm>
            <a:off x="2932467" y="5462804"/>
            <a:ext cx="534418" cy="534559"/>
            <a:chOff x="6665323" y="3562825"/>
            <a:chExt cx="587140" cy="587140"/>
          </a:xfrm>
        </p:grpSpPr>
        <p:sp>
          <p:nvSpPr>
            <p:cNvPr id="66" name="Freeform 19"/>
            <p:cNvSpPr>
              <a:spLocks noEditPoints="1"/>
            </p:cNvSpPr>
            <p:nvPr/>
          </p:nvSpPr>
          <p:spPr bwMode="auto">
            <a:xfrm>
              <a:off x="6808144" y="3735126"/>
              <a:ext cx="301499" cy="242538"/>
            </a:xfrm>
            <a:custGeom>
              <a:avLst/>
              <a:gdLst>
                <a:gd name="T0" fmla="*/ 393 w 400"/>
                <a:gd name="T1" fmla="*/ 61 h 322"/>
                <a:gd name="T2" fmla="*/ 300 w 400"/>
                <a:gd name="T3" fmla="*/ 3 h 322"/>
                <a:gd name="T4" fmla="*/ 286 w 400"/>
                <a:gd name="T5" fmla="*/ 3 h 322"/>
                <a:gd name="T6" fmla="*/ 200 w 400"/>
                <a:gd name="T7" fmla="*/ 57 h 322"/>
                <a:gd name="T8" fmla="*/ 113 w 400"/>
                <a:gd name="T9" fmla="*/ 3 h 322"/>
                <a:gd name="T10" fmla="*/ 100 w 400"/>
                <a:gd name="T11" fmla="*/ 3 h 322"/>
                <a:gd name="T12" fmla="*/ 6 w 400"/>
                <a:gd name="T13" fmla="*/ 61 h 322"/>
                <a:gd name="T14" fmla="*/ 0 w 400"/>
                <a:gd name="T15" fmla="*/ 73 h 322"/>
                <a:gd name="T16" fmla="*/ 0 w 400"/>
                <a:gd name="T17" fmla="*/ 307 h 322"/>
                <a:gd name="T18" fmla="*/ 6 w 400"/>
                <a:gd name="T19" fmla="*/ 319 h 322"/>
                <a:gd name="T20" fmla="*/ 20 w 400"/>
                <a:gd name="T21" fmla="*/ 319 h 322"/>
                <a:gd name="T22" fmla="*/ 106 w 400"/>
                <a:gd name="T23" fmla="*/ 265 h 322"/>
                <a:gd name="T24" fmla="*/ 193 w 400"/>
                <a:gd name="T25" fmla="*/ 319 h 322"/>
                <a:gd name="T26" fmla="*/ 207 w 400"/>
                <a:gd name="T27" fmla="*/ 319 h 322"/>
                <a:gd name="T28" fmla="*/ 293 w 400"/>
                <a:gd name="T29" fmla="*/ 265 h 322"/>
                <a:gd name="T30" fmla="*/ 380 w 400"/>
                <a:gd name="T31" fmla="*/ 319 h 322"/>
                <a:gd name="T32" fmla="*/ 387 w 400"/>
                <a:gd name="T33" fmla="*/ 321 h 322"/>
                <a:gd name="T34" fmla="*/ 393 w 400"/>
                <a:gd name="T35" fmla="*/ 319 h 322"/>
                <a:gd name="T36" fmla="*/ 400 w 400"/>
                <a:gd name="T37" fmla="*/ 307 h 322"/>
                <a:gd name="T38" fmla="*/ 400 w 400"/>
                <a:gd name="T39" fmla="*/ 73 h 322"/>
                <a:gd name="T40" fmla="*/ 393 w 400"/>
                <a:gd name="T41" fmla="*/ 61 h 322"/>
                <a:gd name="T42" fmla="*/ 93 w 400"/>
                <a:gd name="T43" fmla="*/ 241 h 322"/>
                <a:gd name="T44" fmla="*/ 26 w 400"/>
                <a:gd name="T45" fmla="*/ 283 h 322"/>
                <a:gd name="T46" fmla="*/ 26 w 400"/>
                <a:gd name="T47" fmla="*/ 81 h 322"/>
                <a:gd name="T48" fmla="*/ 93 w 400"/>
                <a:gd name="T49" fmla="*/ 39 h 322"/>
                <a:gd name="T50" fmla="*/ 93 w 400"/>
                <a:gd name="T51" fmla="*/ 241 h 322"/>
                <a:gd name="T52" fmla="*/ 187 w 400"/>
                <a:gd name="T53" fmla="*/ 283 h 322"/>
                <a:gd name="T54" fmla="*/ 119 w 400"/>
                <a:gd name="T55" fmla="*/ 241 h 322"/>
                <a:gd name="T56" fmla="*/ 119 w 400"/>
                <a:gd name="T57" fmla="*/ 39 h 322"/>
                <a:gd name="T58" fmla="*/ 187 w 400"/>
                <a:gd name="T59" fmla="*/ 81 h 322"/>
                <a:gd name="T60" fmla="*/ 187 w 400"/>
                <a:gd name="T61" fmla="*/ 283 h 322"/>
                <a:gd name="T62" fmla="*/ 280 w 400"/>
                <a:gd name="T63" fmla="*/ 241 h 322"/>
                <a:gd name="T64" fmla="*/ 213 w 400"/>
                <a:gd name="T65" fmla="*/ 283 h 322"/>
                <a:gd name="T66" fmla="*/ 213 w 400"/>
                <a:gd name="T67" fmla="*/ 81 h 322"/>
                <a:gd name="T68" fmla="*/ 280 w 400"/>
                <a:gd name="T69" fmla="*/ 39 h 322"/>
                <a:gd name="T70" fmla="*/ 280 w 400"/>
                <a:gd name="T71" fmla="*/ 241 h 322"/>
                <a:gd name="T72" fmla="*/ 374 w 400"/>
                <a:gd name="T73" fmla="*/ 283 h 322"/>
                <a:gd name="T74" fmla="*/ 306 w 400"/>
                <a:gd name="T75" fmla="*/ 241 h 322"/>
                <a:gd name="T76" fmla="*/ 306 w 400"/>
                <a:gd name="T77" fmla="*/ 39 h 322"/>
                <a:gd name="T78" fmla="*/ 374 w 400"/>
                <a:gd name="T79" fmla="*/ 81 h 322"/>
                <a:gd name="T80" fmla="*/ 374 w 400"/>
                <a:gd name="T81" fmla="*/ 283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0" h="322">
                  <a:moveTo>
                    <a:pt x="393" y="61"/>
                  </a:moveTo>
                  <a:cubicBezTo>
                    <a:pt x="300" y="3"/>
                    <a:pt x="300" y="3"/>
                    <a:pt x="300" y="3"/>
                  </a:cubicBezTo>
                  <a:cubicBezTo>
                    <a:pt x="296" y="0"/>
                    <a:pt x="291" y="0"/>
                    <a:pt x="286" y="3"/>
                  </a:cubicBezTo>
                  <a:cubicBezTo>
                    <a:pt x="200" y="57"/>
                    <a:pt x="200" y="57"/>
                    <a:pt x="200" y="57"/>
                  </a:cubicBezTo>
                  <a:cubicBezTo>
                    <a:pt x="113" y="3"/>
                    <a:pt x="113" y="3"/>
                    <a:pt x="113" y="3"/>
                  </a:cubicBezTo>
                  <a:cubicBezTo>
                    <a:pt x="109" y="0"/>
                    <a:pt x="104" y="0"/>
                    <a:pt x="100" y="3"/>
                  </a:cubicBezTo>
                  <a:cubicBezTo>
                    <a:pt x="6" y="61"/>
                    <a:pt x="6" y="61"/>
                    <a:pt x="6" y="61"/>
                  </a:cubicBezTo>
                  <a:cubicBezTo>
                    <a:pt x="2" y="64"/>
                    <a:pt x="0" y="68"/>
                    <a:pt x="0" y="73"/>
                  </a:cubicBezTo>
                  <a:cubicBezTo>
                    <a:pt x="0" y="307"/>
                    <a:pt x="0" y="307"/>
                    <a:pt x="0" y="307"/>
                  </a:cubicBezTo>
                  <a:cubicBezTo>
                    <a:pt x="0" y="312"/>
                    <a:pt x="2" y="317"/>
                    <a:pt x="6" y="319"/>
                  </a:cubicBezTo>
                  <a:cubicBezTo>
                    <a:pt x="11" y="322"/>
                    <a:pt x="16" y="321"/>
                    <a:pt x="20" y="319"/>
                  </a:cubicBezTo>
                  <a:cubicBezTo>
                    <a:pt x="106" y="265"/>
                    <a:pt x="106" y="265"/>
                    <a:pt x="106" y="265"/>
                  </a:cubicBezTo>
                  <a:cubicBezTo>
                    <a:pt x="193" y="319"/>
                    <a:pt x="193" y="319"/>
                    <a:pt x="193" y="319"/>
                  </a:cubicBezTo>
                  <a:cubicBezTo>
                    <a:pt x="197" y="322"/>
                    <a:pt x="202" y="322"/>
                    <a:pt x="207" y="319"/>
                  </a:cubicBezTo>
                  <a:cubicBezTo>
                    <a:pt x="293" y="265"/>
                    <a:pt x="293" y="265"/>
                    <a:pt x="293" y="265"/>
                  </a:cubicBezTo>
                  <a:cubicBezTo>
                    <a:pt x="380" y="319"/>
                    <a:pt x="380" y="319"/>
                    <a:pt x="380" y="319"/>
                  </a:cubicBezTo>
                  <a:cubicBezTo>
                    <a:pt x="382" y="320"/>
                    <a:pt x="384" y="321"/>
                    <a:pt x="387" y="321"/>
                  </a:cubicBezTo>
                  <a:cubicBezTo>
                    <a:pt x="389" y="321"/>
                    <a:pt x="391" y="320"/>
                    <a:pt x="393" y="319"/>
                  </a:cubicBezTo>
                  <a:cubicBezTo>
                    <a:pt x="397" y="317"/>
                    <a:pt x="400" y="312"/>
                    <a:pt x="400" y="307"/>
                  </a:cubicBezTo>
                  <a:cubicBezTo>
                    <a:pt x="400" y="73"/>
                    <a:pt x="400" y="73"/>
                    <a:pt x="400" y="73"/>
                  </a:cubicBezTo>
                  <a:cubicBezTo>
                    <a:pt x="400" y="68"/>
                    <a:pt x="397" y="64"/>
                    <a:pt x="393" y="61"/>
                  </a:cubicBezTo>
                  <a:close/>
                  <a:moveTo>
                    <a:pt x="93" y="241"/>
                  </a:moveTo>
                  <a:cubicBezTo>
                    <a:pt x="26" y="283"/>
                    <a:pt x="26" y="283"/>
                    <a:pt x="26" y="283"/>
                  </a:cubicBezTo>
                  <a:cubicBezTo>
                    <a:pt x="26" y="81"/>
                    <a:pt x="26" y="81"/>
                    <a:pt x="26" y="81"/>
                  </a:cubicBezTo>
                  <a:cubicBezTo>
                    <a:pt x="93" y="39"/>
                    <a:pt x="93" y="39"/>
                    <a:pt x="93" y="39"/>
                  </a:cubicBezTo>
                  <a:lnTo>
                    <a:pt x="93" y="241"/>
                  </a:lnTo>
                  <a:close/>
                  <a:moveTo>
                    <a:pt x="187" y="283"/>
                  </a:moveTo>
                  <a:cubicBezTo>
                    <a:pt x="119" y="241"/>
                    <a:pt x="119" y="241"/>
                    <a:pt x="119" y="241"/>
                  </a:cubicBezTo>
                  <a:cubicBezTo>
                    <a:pt x="119" y="39"/>
                    <a:pt x="119" y="39"/>
                    <a:pt x="119" y="39"/>
                  </a:cubicBezTo>
                  <a:cubicBezTo>
                    <a:pt x="187" y="81"/>
                    <a:pt x="187" y="81"/>
                    <a:pt x="187" y="81"/>
                  </a:cubicBezTo>
                  <a:lnTo>
                    <a:pt x="187" y="283"/>
                  </a:lnTo>
                  <a:close/>
                  <a:moveTo>
                    <a:pt x="280" y="241"/>
                  </a:moveTo>
                  <a:cubicBezTo>
                    <a:pt x="213" y="283"/>
                    <a:pt x="213" y="283"/>
                    <a:pt x="213" y="283"/>
                  </a:cubicBezTo>
                  <a:cubicBezTo>
                    <a:pt x="213" y="81"/>
                    <a:pt x="213" y="81"/>
                    <a:pt x="213" y="81"/>
                  </a:cubicBezTo>
                  <a:cubicBezTo>
                    <a:pt x="280" y="39"/>
                    <a:pt x="280" y="39"/>
                    <a:pt x="280" y="39"/>
                  </a:cubicBezTo>
                  <a:lnTo>
                    <a:pt x="280" y="241"/>
                  </a:lnTo>
                  <a:close/>
                  <a:moveTo>
                    <a:pt x="374" y="283"/>
                  </a:moveTo>
                  <a:cubicBezTo>
                    <a:pt x="306" y="241"/>
                    <a:pt x="306" y="241"/>
                    <a:pt x="306" y="241"/>
                  </a:cubicBezTo>
                  <a:cubicBezTo>
                    <a:pt x="306" y="39"/>
                    <a:pt x="306" y="39"/>
                    <a:pt x="306" y="39"/>
                  </a:cubicBezTo>
                  <a:cubicBezTo>
                    <a:pt x="374" y="81"/>
                    <a:pt x="374" y="81"/>
                    <a:pt x="374" y="81"/>
                  </a:cubicBezTo>
                  <a:lnTo>
                    <a:pt x="374" y="283"/>
                  </a:lnTo>
                  <a:close/>
                </a:path>
              </a:pathLst>
            </a:custGeom>
            <a:solidFill>
              <a:srgbClr val="7030A0"/>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67" name="Freeform 66"/>
            <p:cNvSpPr>
              <a:spLocks noEditPoints="1"/>
            </p:cNvSpPr>
            <p:nvPr/>
          </p:nvSpPr>
          <p:spPr bwMode="auto">
            <a:xfrm>
              <a:off x="6665323"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rgbClr val="7030A0"/>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grpSp>
      <p:sp>
        <p:nvSpPr>
          <p:cNvPr id="65" name="Content Placeholder 2"/>
          <p:cNvSpPr txBox="1">
            <a:spLocks/>
          </p:cNvSpPr>
          <p:nvPr/>
        </p:nvSpPr>
        <p:spPr>
          <a:xfrm>
            <a:off x="3474883" y="5459786"/>
            <a:ext cx="1596341" cy="734511"/>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Feature 4</a:t>
            </a:r>
          </a:p>
          <a:p>
            <a:pPr marL="0" indent="0">
              <a:buNone/>
            </a:pPr>
            <a:r>
              <a:rPr lang="en-US" sz="900" dirty="0">
                <a:solidFill>
                  <a:schemeClr val="bg1">
                    <a:lumMod val="50000"/>
                  </a:schemeClr>
                </a:solidFill>
              </a:rPr>
              <a:t>Lorem ipsum dolor sit amet, consectetur adipiscing.</a:t>
            </a:r>
          </a:p>
        </p:txBody>
      </p:sp>
      <p:grpSp>
        <p:nvGrpSpPr>
          <p:cNvPr id="69" name="Group 68"/>
          <p:cNvGrpSpPr/>
          <p:nvPr/>
        </p:nvGrpSpPr>
        <p:grpSpPr>
          <a:xfrm>
            <a:off x="7141660" y="5449292"/>
            <a:ext cx="534418" cy="534561"/>
            <a:chOff x="7740352" y="3562825"/>
            <a:chExt cx="587140" cy="587140"/>
          </a:xfrm>
        </p:grpSpPr>
        <p:sp>
          <p:nvSpPr>
            <p:cNvPr id="71" name="Freeform 23"/>
            <p:cNvSpPr>
              <a:spLocks noEditPoints="1"/>
            </p:cNvSpPr>
            <p:nvPr/>
          </p:nvSpPr>
          <p:spPr bwMode="auto">
            <a:xfrm>
              <a:off x="7740352"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rgbClr val="FF0000"/>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72" name="Freeform 27"/>
            <p:cNvSpPr>
              <a:spLocks noEditPoints="1"/>
            </p:cNvSpPr>
            <p:nvPr/>
          </p:nvSpPr>
          <p:spPr bwMode="auto">
            <a:xfrm>
              <a:off x="7931746" y="3722078"/>
              <a:ext cx="204352" cy="268635"/>
            </a:xfrm>
            <a:custGeom>
              <a:avLst/>
              <a:gdLst>
                <a:gd name="T0" fmla="*/ 96 w 256"/>
                <a:gd name="T1" fmla="*/ 48 h 336"/>
                <a:gd name="T2" fmla="*/ 48 w 256"/>
                <a:gd name="T3" fmla="*/ 0 h 336"/>
                <a:gd name="T4" fmla="*/ 0 w 256"/>
                <a:gd name="T5" fmla="*/ 48 h 336"/>
                <a:gd name="T6" fmla="*/ 29 w 256"/>
                <a:gd name="T7" fmla="*/ 92 h 336"/>
                <a:gd name="T8" fmla="*/ 29 w 256"/>
                <a:gd name="T9" fmla="*/ 244 h 336"/>
                <a:gd name="T10" fmla="*/ 0 w 256"/>
                <a:gd name="T11" fmla="*/ 288 h 336"/>
                <a:gd name="T12" fmla="*/ 48 w 256"/>
                <a:gd name="T13" fmla="*/ 336 h 336"/>
                <a:gd name="T14" fmla="*/ 96 w 256"/>
                <a:gd name="T15" fmla="*/ 288 h 336"/>
                <a:gd name="T16" fmla="*/ 67 w 256"/>
                <a:gd name="T17" fmla="*/ 244 h 336"/>
                <a:gd name="T18" fmla="*/ 67 w 256"/>
                <a:gd name="T19" fmla="*/ 92 h 336"/>
                <a:gd name="T20" fmla="*/ 96 w 256"/>
                <a:gd name="T21" fmla="*/ 48 h 336"/>
                <a:gd name="T22" fmla="*/ 75 w 256"/>
                <a:gd name="T23" fmla="*/ 288 h 336"/>
                <a:gd name="T24" fmla="*/ 48 w 256"/>
                <a:gd name="T25" fmla="*/ 316 h 336"/>
                <a:gd name="T26" fmla="*/ 20 w 256"/>
                <a:gd name="T27" fmla="*/ 288 h 336"/>
                <a:gd name="T28" fmla="*/ 48 w 256"/>
                <a:gd name="T29" fmla="*/ 260 h 336"/>
                <a:gd name="T30" fmla="*/ 75 w 256"/>
                <a:gd name="T31" fmla="*/ 288 h 336"/>
                <a:gd name="T32" fmla="*/ 48 w 256"/>
                <a:gd name="T33" fmla="*/ 76 h 336"/>
                <a:gd name="T34" fmla="*/ 20 w 256"/>
                <a:gd name="T35" fmla="*/ 48 h 336"/>
                <a:gd name="T36" fmla="*/ 48 w 256"/>
                <a:gd name="T37" fmla="*/ 20 h 336"/>
                <a:gd name="T38" fmla="*/ 75 w 256"/>
                <a:gd name="T39" fmla="*/ 48 h 336"/>
                <a:gd name="T40" fmla="*/ 48 w 256"/>
                <a:gd name="T41" fmla="*/ 76 h 336"/>
                <a:gd name="T42" fmla="*/ 227 w 256"/>
                <a:gd name="T43" fmla="*/ 244 h 336"/>
                <a:gd name="T44" fmla="*/ 227 w 256"/>
                <a:gd name="T45" fmla="*/ 92 h 336"/>
                <a:gd name="T46" fmla="*/ 256 w 256"/>
                <a:gd name="T47" fmla="*/ 48 h 336"/>
                <a:gd name="T48" fmla="*/ 208 w 256"/>
                <a:gd name="T49" fmla="*/ 0 h 336"/>
                <a:gd name="T50" fmla="*/ 160 w 256"/>
                <a:gd name="T51" fmla="*/ 48 h 336"/>
                <a:gd name="T52" fmla="*/ 189 w 256"/>
                <a:gd name="T53" fmla="*/ 92 h 336"/>
                <a:gd name="T54" fmla="*/ 189 w 256"/>
                <a:gd name="T55" fmla="*/ 244 h 336"/>
                <a:gd name="T56" fmla="*/ 160 w 256"/>
                <a:gd name="T57" fmla="*/ 288 h 336"/>
                <a:gd name="T58" fmla="*/ 208 w 256"/>
                <a:gd name="T59" fmla="*/ 336 h 336"/>
                <a:gd name="T60" fmla="*/ 256 w 256"/>
                <a:gd name="T61" fmla="*/ 288 h 336"/>
                <a:gd name="T62" fmla="*/ 227 w 256"/>
                <a:gd name="T63" fmla="*/ 244 h 336"/>
                <a:gd name="T64" fmla="*/ 180 w 256"/>
                <a:gd name="T65" fmla="*/ 48 h 336"/>
                <a:gd name="T66" fmla="*/ 208 w 256"/>
                <a:gd name="T67" fmla="*/ 20 h 336"/>
                <a:gd name="T68" fmla="*/ 235 w 256"/>
                <a:gd name="T69" fmla="*/ 48 h 336"/>
                <a:gd name="T70" fmla="*/ 208 w 256"/>
                <a:gd name="T71" fmla="*/ 76 h 336"/>
                <a:gd name="T72" fmla="*/ 180 w 256"/>
                <a:gd name="T73" fmla="*/ 48 h 336"/>
                <a:gd name="T74" fmla="*/ 208 w 256"/>
                <a:gd name="T75" fmla="*/ 316 h 336"/>
                <a:gd name="T76" fmla="*/ 180 w 256"/>
                <a:gd name="T77" fmla="*/ 288 h 336"/>
                <a:gd name="T78" fmla="*/ 208 w 256"/>
                <a:gd name="T79" fmla="*/ 260 h 336"/>
                <a:gd name="T80" fmla="*/ 235 w 256"/>
                <a:gd name="T81" fmla="*/ 288 h 336"/>
                <a:gd name="T82" fmla="*/ 208 w 256"/>
                <a:gd name="T83" fmla="*/ 31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6" h="336">
                  <a:moveTo>
                    <a:pt x="96" y="48"/>
                  </a:moveTo>
                  <a:cubicBezTo>
                    <a:pt x="96" y="21"/>
                    <a:pt x="74" y="0"/>
                    <a:pt x="48" y="0"/>
                  </a:cubicBezTo>
                  <a:cubicBezTo>
                    <a:pt x="21" y="0"/>
                    <a:pt x="0" y="21"/>
                    <a:pt x="0" y="48"/>
                  </a:cubicBezTo>
                  <a:cubicBezTo>
                    <a:pt x="0" y="68"/>
                    <a:pt x="12" y="85"/>
                    <a:pt x="29" y="92"/>
                  </a:cubicBezTo>
                  <a:cubicBezTo>
                    <a:pt x="29" y="244"/>
                    <a:pt x="29" y="244"/>
                    <a:pt x="29" y="244"/>
                  </a:cubicBezTo>
                  <a:cubicBezTo>
                    <a:pt x="12" y="251"/>
                    <a:pt x="0" y="268"/>
                    <a:pt x="0" y="288"/>
                  </a:cubicBezTo>
                  <a:cubicBezTo>
                    <a:pt x="0" y="314"/>
                    <a:pt x="21" y="336"/>
                    <a:pt x="48" y="336"/>
                  </a:cubicBezTo>
                  <a:cubicBezTo>
                    <a:pt x="74" y="336"/>
                    <a:pt x="96" y="314"/>
                    <a:pt x="96" y="288"/>
                  </a:cubicBezTo>
                  <a:cubicBezTo>
                    <a:pt x="96" y="268"/>
                    <a:pt x="84" y="251"/>
                    <a:pt x="67" y="244"/>
                  </a:cubicBezTo>
                  <a:cubicBezTo>
                    <a:pt x="67" y="92"/>
                    <a:pt x="67" y="92"/>
                    <a:pt x="67" y="92"/>
                  </a:cubicBezTo>
                  <a:cubicBezTo>
                    <a:pt x="84" y="85"/>
                    <a:pt x="96" y="68"/>
                    <a:pt x="96" y="48"/>
                  </a:cubicBezTo>
                  <a:close/>
                  <a:moveTo>
                    <a:pt x="75" y="288"/>
                  </a:moveTo>
                  <a:cubicBezTo>
                    <a:pt x="75" y="303"/>
                    <a:pt x="63" y="316"/>
                    <a:pt x="48" y="316"/>
                  </a:cubicBezTo>
                  <a:cubicBezTo>
                    <a:pt x="32" y="316"/>
                    <a:pt x="20" y="303"/>
                    <a:pt x="20" y="288"/>
                  </a:cubicBezTo>
                  <a:cubicBezTo>
                    <a:pt x="20" y="273"/>
                    <a:pt x="32" y="260"/>
                    <a:pt x="48" y="260"/>
                  </a:cubicBezTo>
                  <a:cubicBezTo>
                    <a:pt x="63" y="260"/>
                    <a:pt x="75" y="273"/>
                    <a:pt x="75" y="288"/>
                  </a:cubicBezTo>
                  <a:close/>
                  <a:moveTo>
                    <a:pt x="48" y="76"/>
                  </a:moveTo>
                  <a:cubicBezTo>
                    <a:pt x="32" y="76"/>
                    <a:pt x="20" y="63"/>
                    <a:pt x="20" y="48"/>
                  </a:cubicBezTo>
                  <a:cubicBezTo>
                    <a:pt x="20" y="33"/>
                    <a:pt x="32" y="20"/>
                    <a:pt x="48" y="20"/>
                  </a:cubicBezTo>
                  <a:cubicBezTo>
                    <a:pt x="63" y="20"/>
                    <a:pt x="75" y="33"/>
                    <a:pt x="75" y="48"/>
                  </a:cubicBezTo>
                  <a:cubicBezTo>
                    <a:pt x="75" y="63"/>
                    <a:pt x="63" y="76"/>
                    <a:pt x="48" y="76"/>
                  </a:cubicBezTo>
                  <a:close/>
                  <a:moveTo>
                    <a:pt x="227" y="244"/>
                  </a:moveTo>
                  <a:cubicBezTo>
                    <a:pt x="227" y="92"/>
                    <a:pt x="227" y="92"/>
                    <a:pt x="227" y="92"/>
                  </a:cubicBezTo>
                  <a:cubicBezTo>
                    <a:pt x="244" y="85"/>
                    <a:pt x="256" y="68"/>
                    <a:pt x="256" y="48"/>
                  </a:cubicBezTo>
                  <a:cubicBezTo>
                    <a:pt x="256" y="21"/>
                    <a:pt x="234" y="0"/>
                    <a:pt x="208" y="0"/>
                  </a:cubicBezTo>
                  <a:cubicBezTo>
                    <a:pt x="181" y="0"/>
                    <a:pt x="160" y="21"/>
                    <a:pt x="160" y="48"/>
                  </a:cubicBezTo>
                  <a:cubicBezTo>
                    <a:pt x="160" y="68"/>
                    <a:pt x="172" y="85"/>
                    <a:pt x="189" y="92"/>
                  </a:cubicBezTo>
                  <a:cubicBezTo>
                    <a:pt x="189" y="244"/>
                    <a:pt x="189" y="244"/>
                    <a:pt x="189" y="244"/>
                  </a:cubicBezTo>
                  <a:cubicBezTo>
                    <a:pt x="172" y="251"/>
                    <a:pt x="160" y="268"/>
                    <a:pt x="160" y="288"/>
                  </a:cubicBezTo>
                  <a:cubicBezTo>
                    <a:pt x="160" y="314"/>
                    <a:pt x="181" y="336"/>
                    <a:pt x="208" y="336"/>
                  </a:cubicBezTo>
                  <a:cubicBezTo>
                    <a:pt x="234" y="336"/>
                    <a:pt x="256" y="314"/>
                    <a:pt x="256" y="288"/>
                  </a:cubicBezTo>
                  <a:cubicBezTo>
                    <a:pt x="256" y="268"/>
                    <a:pt x="244" y="251"/>
                    <a:pt x="227" y="244"/>
                  </a:cubicBezTo>
                  <a:close/>
                  <a:moveTo>
                    <a:pt x="180" y="48"/>
                  </a:moveTo>
                  <a:cubicBezTo>
                    <a:pt x="180" y="33"/>
                    <a:pt x="192" y="20"/>
                    <a:pt x="208" y="20"/>
                  </a:cubicBezTo>
                  <a:cubicBezTo>
                    <a:pt x="223" y="20"/>
                    <a:pt x="235" y="33"/>
                    <a:pt x="235" y="48"/>
                  </a:cubicBezTo>
                  <a:cubicBezTo>
                    <a:pt x="235" y="63"/>
                    <a:pt x="223" y="76"/>
                    <a:pt x="208" y="76"/>
                  </a:cubicBezTo>
                  <a:cubicBezTo>
                    <a:pt x="192" y="76"/>
                    <a:pt x="180" y="63"/>
                    <a:pt x="180" y="48"/>
                  </a:cubicBezTo>
                  <a:close/>
                  <a:moveTo>
                    <a:pt x="208" y="316"/>
                  </a:moveTo>
                  <a:cubicBezTo>
                    <a:pt x="192" y="316"/>
                    <a:pt x="180" y="303"/>
                    <a:pt x="180" y="288"/>
                  </a:cubicBezTo>
                  <a:cubicBezTo>
                    <a:pt x="180" y="273"/>
                    <a:pt x="192" y="260"/>
                    <a:pt x="208" y="260"/>
                  </a:cubicBezTo>
                  <a:cubicBezTo>
                    <a:pt x="223" y="260"/>
                    <a:pt x="235" y="273"/>
                    <a:pt x="235" y="288"/>
                  </a:cubicBezTo>
                  <a:cubicBezTo>
                    <a:pt x="235" y="303"/>
                    <a:pt x="223" y="316"/>
                    <a:pt x="208" y="316"/>
                  </a:cubicBezTo>
                  <a:close/>
                </a:path>
              </a:pathLst>
            </a:custGeom>
            <a:solidFill>
              <a:srgbClr val="FF0000"/>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grpSp>
      <p:sp>
        <p:nvSpPr>
          <p:cNvPr id="70" name="Content Placeholder 2"/>
          <p:cNvSpPr txBox="1">
            <a:spLocks/>
          </p:cNvSpPr>
          <p:nvPr/>
        </p:nvSpPr>
        <p:spPr>
          <a:xfrm>
            <a:off x="7684075" y="5418572"/>
            <a:ext cx="1567750" cy="734512"/>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Feature 5</a:t>
            </a:r>
          </a:p>
          <a:p>
            <a:pPr marL="0" indent="0">
              <a:buNone/>
            </a:pPr>
            <a:r>
              <a:rPr lang="en-US" sz="900" dirty="0">
                <a:solidFill>
                  <a:schemeClr val="bg1">
                    <a:lumMod val="50000"/>
                  </a:schemeClr>
                </a:solidFill>
              </a:rPr>
              <a:t>Lorem ipsum dolor sit amet, consectetur adipiscing.</a:t>
            </a:r>
          </a:p>
        </p:txBody>
      </p:sp>
      <p:grpSp>
        <p:nvGrpSpPr>
          <p:cNvPr id="79" name="Group 78"/>
          <p:cNvGrpSpPr/>
          <p:nvPr/>
        </p:nvGrpSpPr>
        <p:grpSpPr>
          <a:xfrm>
            <a:off x="816530" y="5468751"/>
            <a:ext cx="534419" cy="534561"/>
            <a:chOff x="3707904" y="1338582"/>
            <a:chExt cx="587140" cy="587140"/>
          </a:xfrm>
          <a:solidFill>
            <a:schemeClr val="accent2"/>
          </a:solidFill>
        </p:grpSpPr>
        <p:sp>
          <p:nvSpPr>
            <p:cNvPr id="81" name="Freeform 80"/>
            <p:cNvSpPr>
              <a:spLocks noEditPoints="1"/>
            </p:cNvSpPr>
            <p:nvPr/>
          </p:nvSpPr>
          <p:spPr bwMode="auto">
            <a:xfrm>
              <a:off x="3869342" y="1489799"/>
              <a:ext cx="232459" cy="261709"/>
            </a:xfrm>
            <a:custGeom>
              <a:avLst/>
              <a:gdLst>
                <a:gd name="T0" fmla="*/ 300 w 320"/>
                <a:gd name="T1" fmla="*/ 0 h 360"/>
                <a:gd name="T2" fmla="*/ 256 w 320"/>
                <a:gd name="T3" fmla="*/ 0 h 360"/>
                <a:gd name="T4" fmla="*/ 240 w 320"/>
                <a:gd name="T5" fmla="*/ 20 h 360"/>
                <a:gd name="T6" fmla="*/ 240 w 320"/>
                <a:gd name="T7" fmla="*/ 360 h 360"/>
                <a:gd name="T8" fmla="*/ 320 w 320"/>
                <a:gd name="T9" fmla="*/ 360 h 360"/>
                <a:gd name="T10" fmla="*/ 320 w 320"/>
                <a:gd name="T11" fmla="*/ 20 h 360"/>
                <a:gd name="T12" fmla="*/ 300 w 320"/>
                <a:gd name="T13" fmla="*/ 0 h 360"/>
                <a:gd name="T14" fmla="*/ 180 w 320"/>
                <a:gd name="T15" fmla="*/ 120 h 360"/>
                <a:gd name="T16" fmla="*/ 136 w 320"/>
                <a:gd name="T17" fmla="*/ 120 h 360"/>
                <a:gd name="T18" fmla="*/ 120 w 320"/>
                <a:gd name="T19" fmla="*/ 140 h 360"/>
                <a:gd name="T20" fmla="*/ 120 w 320"/>
                <a:gd name="T21" fmla="*/ 360 h 360"/>
                <a:gd name="T22" fmla="*/ 200 w 320"/>
                <a:gd name="T23" fmla="*/ 360 h 360"/>
                <a:gd name="T24" fmla="*/ 200 w 320"/>
                <a:gd name="T25" fmla="*/ 140 h 360"/>
                <a:gd name="T26" fmla="*/ 180 w 320"/>
                <a:gd name="T27" fmla="*/ 120 h 360"/>
                <a:gd name="T28" fmla="*/ 60 w 320"/>
                <a:gd name="T29" fmla="*/ 240 h 360"/>
                <a:gd name="T30" fmla="*/ 16 w 320"/>
                <a:gd name="T31" fmla="*/ 240 h 360"/>
                <a:gd name="T32" fmla="*/ 0 w 320"/>
                <a:gd name="T33" fmla="*/ 260 h 360"/>
                <a:gd name="T34" fmla="*/ 0 w 320"/>
                <a:gd name="T35" fmla="*/ 360 h 360"/>
                <a:gd name="T36" fmla="*/ 80 w 320"/>
                <a:gd name="T37" fmla="*/ 360 h 360"/>
                <a:gd name="T38" fmla="*/ 80 w 320"/>
                <a:gd name="T39" fmla="*/ 260 h 360"/>
                <a:gd name="T40" fmla="*/ 60 w 320"/>
                <a:gd name="T41" fmla="*/ 24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60">
                  <a:moveTo>
                    <a:pt x="300" y="0"/>
                  </a:moveTo>
                  <a:cubicBezTo>
                    <a:pt x="256" y="0"/>
                    <a:pt x="256" y="0"/>
                    <a:pt x="256" y="0"/>
                  </a:cubicBezTo>
                  <a:cubicBezTo>
                    <a:pt x="245" y="0"/>
                    <a:pt x="240" y="9"/>
                    <a:pt x="240" y="20"/>
                  </a:cubicBezTo>
                  <a:cubicBezTo>
                    <a:pt x="240" y="360"/>
                    <a:pt x="240" y="360"/>
                    <a:pt x="240" y="360"/>
                  </a:cubicBezTo>
                  <a:cubicBezTo>
                    <a:pt x="320" y="360"/>
                    <a:pt x="320" y="360"/>
                    <a:pt x="320" y="360"/>
                  </a:cubicBezTo>
                  <a:cubicBezTo>
                    <a:pt x="320" y="20"/>
                    <a:pt x="320" y="20"/>
                    <a:pt x="320" y="20"/>
                  </a:cubicBezTo>
                  <a:cubicBezTo>
                    <a:pt x="320" y="9"/>
                    <a:pt x="311" y="0"/>
                    <a:pt x="300" y="0"/>
                  </a:cubicBezTo>
                  <a:close/>
                  <a:moveTo>
                    <a:pt x="180" y="120"/>
                  </a:moveTo>
                  <a:cubicBezTo>
                    <a:pt x="136" y="120"/>
                    <a:pt x="136" y="120"/>
                    <a:pt x="136" y="120"/>
                  </a:cubicBezTo>
                  <a:cubicBezTo>
                    <a:pt x="125" y="120"/>
                    <a:pt x="120" y="129"/>
                    <a:pt x="120" y="140"/>
                  </a:cubicBezTo>
                  <a:cubicBezTo>
                    <a:pt x="120" y="360"/>
                    <a:pt x="120" y="360"/>
                    <a:pt x="120" y="360"/>
                  </a:cubicBezTo>
                  <a:cubicBezTo>
                    <a:pt x="200" y="360"/>
                    <a:pt x="200" y="360"/>
                    <a:pt x="200" y="360"/>
                  </a:cubicBezTo>
                  <a:cubicBezTo>
                    <a:pt x="200" y="140"/>
                    <a:pt x="200" y="140"/>
                    <a:pt x="200" y="140"/>
                  </a:cubicBezTo>
                  <a:cubicBezTo>
                    <a:pt x="200" y="129"/>
                    <a:pt x="191" y="120"/>
                    <a:pt x="180" y="120"/>
                  </a:cubicBezTo>
                  <a:close/>
                  <a:moveTo>
                    <a:pt x="60" y="240"/>
                  </a:moveTo>
                  <a:cubicBezTo>
                    <a:pt x="16" y="240"/>
                    <a:pt x="16" y="240"/>
                    <a:pt x="16" y="240"/>
                  </a:cubicBezTo>
                  <a:cubicBezTo>
                    <a:pt x="5" y="240"/>
                    <a:pt x="0" y="249"/>
                    <a:pt x="0" y="260"/>
                  </a:cubicBezTo>
                  <a:cubicBezTo>
                    <a:pt x="0" y="360"/>
                    <a:pt x="0" y="360"/>
                    <a:pt x="0" y="360"/>
                  </a:cubicBezTo>
                  <a:cubicBezTo>
                    <a:pt x="80" y="360"/>
                    <a:pt x="80" y="360"/>
                    <a:pt x="80" y="360"/>
                  </a:cubicBezTo>
                  <a:cubicBezTo>
                    <a:pt x="80" y="260"/>
                    <a:pt x="80" y="260"/>
                    <a:pt x="80" y="260"/>
                  </a:cubicBezTo>
                  <a:cubicBezTo>
                    <a:pt x="80" y="249"/>
                    <a:pt x="71" y="240"/>
                    <a:pt x="60" y="240"/>
                  </a:cubicBezTo>
                  <a:close/>
                </a:path>
              </a:pathLst>
            </a:custGeom>
            <a:solidFill>
              <a:schemeClr val="accent1"/>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82" name="Freeform 23"/>
            <p:cNvSpPr>
              <a:spLocks noEditPoints="1"/>
            </p:cNvSpPr>
            <p:nvPr/>
          </p:nvSpPr>
          <p:spPr bwMode="auto">
            <a:xfrm>
              <a:off x="3707904" y="1338582"/>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1"/>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grpSp>
      <p:sp>
        <p:nvSpPr>
          <p:cNvPr id="80" name="Content Placeholder 2"/>
          <p:cNvSpPr txBox="1">
            <a:spLocks/>
          </p:cNvSpPr>
          <p:nvPr/>
        </p:nvSpPr>
        <p:spPr>
          <a:xfrm>
            <a:off x="1366469" y="5459786"/>
            <a:ext cx="1595965" cy="734512"/>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Feature 1</a:t>
            </a:r>
          </a:p>
          <a:p>
            <a:pPr marL="0" indent="0">
              <a:buNone/>
            </a:pPr>
            <a:r>
              <a:rPr lang="en-US" sz="900" dirty="0">
                <a:solidFill>
                  <a:schemeClr val="bg1">
                    <a:lumMod val="50000"/>
                  </a:schemeClr>
                </a:solidFill>
              </a:rPr>
              <a:t>Lorem ipsum dolor sit amet, consectetur adipiscing.</a:t>
            </a:r>
          </a:p>
        </p:txBody>
      </p:sp>
      <p:sp>
        <p:nvSpPr>
          <p:cNvPr id="84" name="Content Placeholder 2"/>
          <p:cNvSpPr txBox="1">
            <a:spLocks/>
          </p:cNvSpPr>
          <p:nvPr/>
        </p:nvSpPr>
        <p:spPr>
          <a:xfrm>
            <a:off x="5575675" y="5432418"/>
            <a:ext cx="1605625" cy="734512"/>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Feature 2</a:t>
            </a:r>
          </a:p>
          <a:p>
            <a:pPr marL="0" indent="0">
              <a:buNone/>
            </a:pPr>
            <a:r>
              <a:rPr lang="en-US" sz="900" dirty="0">
                <a:solidFill>
                  <a:schemeClr val="bg1">
                    <a:lumMod val="50000"/>
                  </a:schemeClr>
                </a:solidFill>
              </a:rPr>
              <a:t>Lorem ipsum dolor sit amet, consectetur adipiscing.</a:t>
            </a:r>
          </a:p>
        </p:txBody>
      </p:sp>
      <p:grpSp>
        <p:nvGrpSpPr>
          <p:cNvPr id="85" name="Group 84"/>
          <p:cNvGrpSpPr/>
          <p:nvPr/>
        </p:nvGrpSpPr>
        <p:grpSpPr>
          <a:xfrm>
            <a:off x="5039581" y="5449287"/>
            <a:ext cx="534419" cy="534561"/>
            <a:chOff x="2133600" y="2959325"/>
            <a:chExt cx="401025" cy="401025"/>
          </a:xfrm>
          <a:solidFill>
            <a:schemeClr val="accent2"/>
          </a:solidFill>
        </p:grpSpPr>
        <p:sp>
          <p:nvSpPr>
            <p:cNvPr id="86" name="Freeform 23"/>
            <p:cNvSpPr>
              <a:spLocks noEditPoints="1"/>
            </p:cNvSpPr>
            <p:nvPr/>
          </p:nvSpPr>
          <p:spPr bwMode="auto">
            <a:xfrm>
              <a:off x="2133600" y="2959325"/>
              <a:ext cx="401025" cy="401025"/>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4"/>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87" name="Freeform 21"/>
            <p:cNvSpPr>
              <a:spLocks noEditPoints="1"/>
            </p:cNvSpPr>
            <p:nvPr/>
          </p:nvSpPr>
          <p:spPr bwMode="auto">
            <a:xfrm>
              <a:off x="2261806" y="3069313"/>
              <a:ext cx="144612" cy="181051"/>
            </a:xfrm>
            <a:custGeom>
              <a:avLst/>
              <a:gdLst>
                <a:gd name="T0" fmla="*/ 311 w 321"/>
                <a:gd name="T1" fmla="*/ 99 h 402"/>
                <a:gd name="T2" fmla="*/ 189 w 321"/>
                <a:gd name="T3" fmla="*/ 11 h 402"/>
                <a:gd name="T4" fmla="*/ 94 w 321"/>
                <a:gd name="T5" fmla="*/ 126 h 402"/>
                <a:gd name="T6" fmla="*/ 109 w 321"/>
                <a:gd name="T7" fmla="*/ 174 h 402"/>
                <a:gd name="T8" fmla="*/ 6 w 321"/>
                <a:gd name="T9" fmla="*/ 328 h 402"/>
                <a:gd name="T10" fmla="*/ 1 w 321"/>
                <a:gd name="T11" fmla="*/ 351 h 402"/>
                <a:gd name="T12" fmla="*/ 8 w 321"/>
                <a:gd name="T13" fmla="*/ 390 h 402"/>
                <a:gd name="T14" fmla="*/ 22 w 321"/>
                <a:gd name="T15" fmla="*/ 401 h 402"/>
                <a:gd name="T16" fmla="*/ 52 w 321"/>
                <a:gd name="T17" fmla="*/ 395 h 402"/>
                <a:gd name="T18" fmla="*/ 71 w 321"/>
                <a:gd name="T19" fmla="*/ 382 h 402"/>
                <a:gd name="T20" fmla="*/ 111 w 321"/>
                <a:gd name="T21" fmla="*/ 316 h 402"/>
                <a:gd name="T22" fmla="*/ 112 w 321"/>
                <a:gd name="T23" fmla="*/ 316 h 402"/>
                <a:gd name="T24" fmla="*/ 140 w 321"/>
                <a:gd name="T25" fmla="*/ 311 h 402"/>
                <a:gd name="T26" fmla="*/ 187 w 321"/>
                <a:gd name="T27" fmla="*/ 233 h 402"/>
                <a:gd name="T28" fmla="*/ 239 w 321"/>
                <a:gd name="T29" fmla="*/ 232 h 402"/>
                <a:gd name="T30" fmla="*/ 311 w 321"/>
                <a:gd name="T31" fmla="*/ 99 h 402"/>
                <a:gd name="T32" fmla="*/ 260 w 321"/>
                <a:gd name="T33" fmla="*/ 130 h 402"/>
                <a:gd name="T34" fmla="*/ 206 w 321"/>
                <a:gd name="T35" fmla="*/ 120 h 402"/>
                <a:gd name="T36" fmla="*/ 179 w 321"/>
                <a:gd name="T37" fmla="*/ 71 h 402"/>
                <a:gd name="T38" fmla="*/ 248 w 321"/>
                <a:gd name="T39" fmla="*/ 58 h 402"/>
                <a:gd name="T40" fmla="*/ 260 w 321"/>
                <a:gd name="T41" fmla="*/ 13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1" h="402">
                  <a:moveTo>
                    <a:pt x="311" y="99"/>
                  </a:moveTo>
                  <a:cubicBezTo>
                    <a:pt x="301" y="40"/>
                    <a:pt x="246" y="0"/>
                    <a:pt x="189" y="11"/>
                  </a:cubicBezTo>
                  <a:cubicBezTo>
                    <a:pt x="132" y="21"/>
                    <a:pt x="84" y="67"/>
                    <a:pt x="94" y="126"/>
                  </a:cubicBezTo>
                  <a:cubicBezTo>
                    <a:pt x="96" y="139"/>
                    <a:pt x="102" y="159"/>
                    <a:pt x="109" y="174"/>
                  </a:cubicBezTo>
                  <a:cubicBezTo>
                    <a:pt x="6" y="328"/>
                    <a:pt x="6" y="328"/>
                    <a:pt x="6" y="328"/>
                  </a:cubicBezTo>
                  <a:cubicBezTo>
                    <a:pt x="2" y="334"/>
                    <a:pt x="0" y="344"/>
                    <a:pt x="1" y="351"/>
                  </a:cubicBezTo>
                  <a:cubicBezTo>
                    <a:pt x="8" y="390"/>
                    <a:pt x="8" y="390"/>
                    <a:pt x="8" y="390"/>
                  </a:cubicBezTo>
                  <a:cubicBezTo>
                    <a:pt x="9" y="397"/>
                    <a:pt x="15" y="402"/>
                    <a:pt x="22" y="401"/>
                  </a:cubicBezTo>
                  <a:cubicBezTo>
                    <a:pt x="52" y="395"/>
                    <a:pt x="52" y="395"/>
                    <a:pt x="52" y="395"/>
                  </a:cubicBezTo>
                  <a:cubicBezTo>
                    <a:pt x="59" y="394"/>
                    <a:pt x="67" y="388"/>
                    <a:pt x="71" y="382"/>
                  </a:cubicBezTo>
                  <a:cubicBezTo>
                    <a:pt x="111" y="316"/>
                    <a:pt x="111" y="316"/>
                    <a:pt x="111" y="316"/>
                  </a:cubicBezTo>
                  <a:cubicBezTo>
                    <a:pt x="112" y="316"/>
                    <a:pt x="112" y="316"/>
                    <a:pt x="112" y="316"/>
                  </a:cubicBezTo>
                  <a:cubicBezTo>
                    <a:pt x="140" y="311"/>
                    <a:pt x="140" y="311"/>
                    <a:pt x="140" y="311"/>
                  </a:cubicBezTo>
                  <a:cubicBezTo>
                    <a:pt x="187" y="233"/>
                    <a:pt x="187" y="233"/>
                    <a:pt x="187" y="233"/>
                  </a:cubicBezTo>
                  <a:cubicBezTo>
                    <a:pt x="203" y="236"/>
                    <a:pt x="226" y="235"/>
                    <a:pt x="239" y="232"/>
                  </a:cubicBezTo>
                  <a:cubicBezTo>
                    <a:pt x="296" y="222"/>
                    <a:pt x="321" y="159"/>
                    <a:pt x="311" y="99"/>
                  </a:cubicBezTo>
                  <a:close/>
                  <a:moveTo>
                    <a:pt x="260" y="130"/>
                  </a:moveTo>
                  <a:cubicBezTo>
                    <a:pt x="244" y="153"/>
                    <a:pt x="228" y="137"/>
                    <a:pt x="206" y="120"/>
                  </a:cubicBezTo>
                  <a:cubicBezTo>
                    <a:pt x="184" y="104"/>
                    <a:pt x="163" y="94"/>
                    <a:pt x="179" y="71"/>
                  </a:cubicBezTo>
                  <a:cubicBezTo>
                    <a:pt x="195" y="47"/>
                    <a:pt x="226" y="42"/>
                    <a:pt x="248" y="58"/>
                  </a:cubicBezTo>
                  <a:cubicBezTo>
                    <a:pt x="270" y="74"/>
                    <a:pt x="276" y="107"/>
                    <a:pt x="260" y="130"/>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endParaRPr lang="en-US" sz="2299" dirty="0">
                <a:solidFill>
                  <a:schemeClr val="bg1"/>
                </a:solidFill>
              </a:endParaRPr>
            </a:p>
          </p:txBody>
        </p:sp>
      </p:grpSp>
      <p:sp>
        <p:nvSpPr>
          <p:cNvPr id="89" name="Content Placeholder 2"/>
          <p:cNvSpPr txBox="1">
            <a:spLocks/>
          </p:cNvSpPr>
          <p:nvPr/>
        </p:nvSpPr>
        <p:spPr>
          <a:xfrm>
            <a:off x="9801755" y="5434984"/>
            <a:ext cx="1552238" cy="734509"/>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Feature 3</a:t>
            </a:r>
          </a:p>
          <a:p>
            <a:pPr marL="0" indent="0">
              <a:buNone/>
            </a:pPr>
            <a:r>
              <a:rPr lang="en-US" sz="900" dirty="0">
                <a:solidFill>
                  <a:schemeClr val="bg1">
                    <a:lumMod val="50000"/>
                  </a:schemeClr>
                </a:solidFill>
              </a:rPr>
              <a:t>Lorem ipsum dolor sit amet, consectetur adipiscing.</a:t>
            </a:r>
          </a:p>
        </p:txBody>
      </p:sp>
      <p:grpSp>
        <p:nvGrpSpPr>
          <p:cNvPr id="90" name="Group 89"/>
          <p:cNvGrpSpPr/>
          <p:nvPr/>
        </p:nvGrpSpPr>
        <p:grpSpPr>
          <a:xfrm>
            <a:off x="9251825" y="5451857"/>
            <a:ext cx="534418" cy="534558"/>
            <a:chOff x="2133600" y="3695926"/>
            <a:chExt cx="401025" cy="401024"/>
          </a:xfrm>
        </p:grpSpPr>
        <p:sp>
          <p:nvSpPr>
            <p:cNvPr id="91" name="Freeform 23"/>
            <p:cNvSpPr>
              <a:spLocks noEditPoints="1"/>
            </p:cNvSpPr>
            <p:nvPr/>
          </p:nvSpPr>
          <p:spPr bwMode="auto">
            <a:xfrm>
              <a:off x="2133600" y="3695926"/>
              <a:ext cx="401025" cy="401024"/>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6"/>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92" name="Freeform 26"/>
            <p:cNvSpPr>
              <a:spLocks noEditPoints="1"/>
            </p:cNvSpPr>
            <p:nvPr/>
          </p:nvSpPr>
          <p:spPr bwMode="auto">
            <a:xfrm>
              <a:off x="2246237" y="3846283"/>
              <a:ext cx="167008" cy="100311"/>
            </a:xfrm>
            <a:custGeom>
              <a:avLst/>
              <a:gdLst>
                <a:gd name="T0" fmla="*/ 308 w 400"/>
                <a:gd name="T1" fmla="*/ 120 h 240"/>
                <a:gd name="T2" fmla="*/ 353 w 400"/>
                <a:gd name="T3" fmla="*/ 33 h 240"/>
                <a:gd name="T4" fmla="*/ 380 w 400"/>
                <a:gd name="T5" fmla="*/ 33 h 240"/>
                <a:gd name="T6" fmla="*/ 307 w 400"/>
                <a:gd name="T7" fmla="*/ 0 h 240"/>
                <a:gd name="T8" fmla="*/ 106 w 400"/>
                <a:gd name="T9" fmla="*/ 0 h 240"/>
                <a:gd name="T10" fmla="*/ 0 w 400"/>
                <a:gd name="T11" fmla="*/ 120 h 240"/>
                <a:gd name="T12" fmla="*/ 106 w 400"/>
                <a:gd name="T13" fmla="*/ 240 h 240"/>
                <a:gd name="T14" fmla="*/ 307 w 400"/>
                <a:gd name="T15" fmla="*/ 240 h 240"/>
                <a:gd name="T16" fmla="*/ 380 w 400"/>
                <a:gd name="T17" fmla="*/ 206 h 240"/>
                <a:gd name="T18" fmla="*/ 353 w 400"/>
                <a:gd name="T19" fmla="*/ 206 h 240"/>
                <a:gd name="T20" fmla="*/ 308 w 400"/>
                <a:gd name="T21" fmla="*/ 120 h 240"/>
                <a:gd name="T22" fmla="*/ 254 w 400"/>
                <a:gd name="T23" fmla="*/ 156 h 240"/>
                <a:gd name="T24" fmla="*/ 240 w 400"/>
                <a:gd name="T25" fmla="*/ 156 h 240"/>
                <a:gd name="T26" fmla="*/ 181 w 400"/>
                <a:gd name="T27" fmla="*/ 129 h 240"/>
                <a:gd name="T28" fmla="*/ 172 w 400"/>
                <a:gd name="T29" fmla="*/ 152 h 240"/>
                <a:gd name="T30" fmla="*/ 147 w 400"/>
                <a:gd name="T31" fmla="*/ 160 h 240"/>
                <a:gd name="T32" fmla="*/ 76 w 400"/>
                <a:gd name="T33" fmla="*/ 95 h 240"/>
                <a:gd name="T34" fmla="*/ 72 w 400"/>
                <a:gd name="T35" fmla="*/ 84 h 240"/>
                <a:gd name="T36" fmla="*/ 86 w 400"/>
                <a:gd name="T37" fmla="*/ 84 h 240"/>
                <a:gd name="T38" fmla="*/ 145 w 400"/>
                <a:gd name="T39" fmla="*/ 111 h 240"/>
                <a:gd name="T40" fmla="*/ 154 w 400"/>
                <a:gd name="T41" fmla="*/ 88 h 240"/>
                <a:gd name="T42" fmla="*/ 178 w 400"/>
                <a:gd name="T43" fmla="*/ 80 h 240"/>
                <a:gd name="T44" fmla="*/ 250 w 400"/>
                <a:gd name="T45" fmla="*/ 145 h 240"/>
                <a:gd name="T46" fmla="*/ 254 w 400"/>
                <a:gd name="T47" fmla="*/ 156 h 240"/>
                <a:gd name="T48" fmla="*/ 377 w 400"/>
                <a:gd name="T49" fmla="*/ 78 h 240"/>
                <a:gd name="T50" fmla="*/ 362 w 400"/>
                <a:gd name="T51" fmla="*/ 78 h 240"/>
                <a:gd name="T52" fmla="*/ 340 w 400"/>
                <a:gd name="T53" fmla="*/ 118 h 240"/>
                <a:gd name="T54" fmla="*/ 362 w 400"/>
                <a:gd name="T55" fmla="*/ 158 h 240"/>
                <a:gd name="T56" fmla="*/ 377 w 400"/>
                <a:gd name="T57" fmla="*/ 158 h 240"/>
                <a:gd name="T58" fmla="*/ 400 w 400"/>
                <a:gd name="T59" fmla="*/ 118 h 240"/>
                <a:gd name="T60" fmla="*/ 377 w 400"/>
                <a:gd name="T61" fmla="*/ 7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00" h="240">
                  <a:moveTo>
                    <a:pt x="308" y="120"/>
                  </a:moveTo>
                  <a:cubicBezTo>
                    <a:pt x="308" y="65"/>
                    <a:pt x="333" y="33"/>
                    <a:pt x="353" y="33"/>
                  </a:cubicBezTo>
                  <a:cubicBezTo>
                    <a:pt x="361" y="33"/>
                    <a:pt x="380" y="33"/>
                    <a:pt x="380" y="33"/>
                  </a:cubicBezTo>
                  <a:cubicBezTo>
                    <a:pt x="366" y="12"/>
                    <a:pt x="355" y="0"/>
                    <a:pt x="307" y="0"/>
                  </a:cubicBezTo>
                  <a:cubicBezTo>
                    <a:pt x="106" y="0"/>
                    <a:pt x="106" y="0"/>
                    <a:pt x="106" y="0"/>
                  </a:cubicBezTo>
                  <a:cubicBezTo>
                    <a:pt x="32" y="0"/>
                    <a:pt x="0" y="69"/>
                    <a:pt x="0" y="120"/>
                  </a:cubicBezTo>
                  <a:cubicBezTo>
                    <a:pt x="0" y="171"/>
                    <a:pt x="32" y="240"/>
                    <a:pt x="106" y="240"/>
                  </a:cubicBezTo>
                  <a:cubicBezTo>
                    <a:pt x="307" y="240"/>
                    <a:pt x="307" y="240"/>
                    <a:pt x="307" y="240"/>
                  </a:cubicBezTo>
                  <a:cubicBezTo>
                    <a:pt x="355" y="240"/>
                    <a:pt x="366" y="227"/>
                    <a:pt x="380" y="206"/>
                  </a:cubicBezTo>
                  <a:cubicBezTo>
                    <a:pt x="380" y="206"/>
                    <a:pt x="373" y="206"/>
                    <a:pt x="353" y="206"/>
                  </a:cubicBezTo>
                  <a:cubicBezTo>
                    <a:pt x="333" y="206"/>
                    <a:pt x="308" y="175"/>
                    <a:pt x="308" y="120"/>
                  </a:cubicBezTo>
                  <a:close/>
                  <a:moveTo>
                    <a:pt x="254" y="156"/>
                  </a:moveTo>
                  <a:cubicBezTo>
                    <a:pt x="250" y="161"/>
                    <a:pt x="240" y="156"/>
                    <a:pt x="240" y="156"/>
                  </a:cubicBezTo>
                  <a:cubicBezTo>
                    <a:pt x="181" y="129"/>
                    <a:pt x="181" y="129"/>
                    <a:pt x="181" y="129"/>
                  </a:cubicBezTo>
                  <a:cubicBezTo>
                    <a:pt x="181" y="129"/>
                    <a:pt x="176" y="143"/>
                    <a:pt x="172" y="152"/>
                  </a:cubicBezTo>
                  <a:cubicBezTo>
                    <a:pt x="167" y="162"/>
                    <a:pt x="164" y="172"/>
                    <a:pt x="147" y="160"/>
                  </a:cubicBezTo>
                  <a:cubicBezTo>
                    <a:pt x="130" y="148"/>
                    <a:pt x="76" y="95"/>
                    <a:pt x="76" y="95"/>
                  </a:cubicBezTo>
                  <a:cubicBezTo>
                    <a:pt x="76" y="95"/>
                    <a:pt x="69" y="90"/>
                    <a:pt x="72" y="84"/>
                  </a:cubicBezTo>
                  <a:cubicBezTo>
                    <a:pt x="76" y="79"/>
                    <a:pt x="86" y="84"/>
                    <a:pt x="86" y="84"/>
                  </a:cubicBezTo>
                  <a:cubicBezTo>
                    <a:pt x="145" y="111"/>
                    <a:pt x="145" y="111"/>
                    <a:pt x="145" y="111"/>
                  </a:cubicBezTo>
                  <a:cubicBezTo>
                    <a:pt x="145" y="111"/>
                    <a:pt x="150" y="97"/>
                    <a:pt x="154" y="88"/>
                  </a:cubicBezTo>
                  <a:cubicBezTo>
                    <a:pt x="158" y="79"/>
                    <a:pt x="161" y="68"/>
                    <a:pt x="178" y="80"/>
                  </a:cubicBezTo>
                  <a:cubicBezTo>
                    <a:pt x="195" y="92"/>
                    <a:pt x="250" y="145"/>
                    <a:pt x="250" y="145"/>
                  </a:cubicBezTo>
                  <a:cubicBezTo>
                    <a:pt x="250" y="145"/>
                    <a:pt x="257" y="150"/>
                    <a:pt x="254" y="156"/>
                  </a:cubicBezTo>
                  <a:close/>
                  <a:moveTo>
                    <a:pt x="377" y="78"/>
                  </a:moveTo>
                  <a:cubicBezTo>
                    <a:pt x="362" y="78"/>
                    <a:pt x="362" y="78"/>
                    <a:pt x="362" y="78"/>
                  </a:cubicBezTo>
                  <a:cubicBezTo>
                    <a:pt x="351" y="78"/>
                    <a:pt x="340" y="94"/>
                    <a:pt x="340" y="118"/>
                  </a:cubicBezTo>
                  <a:cubicBezTo>
                    <a:pt x="340" y="143"/>
                    <a:pt x="351" y="158"/>
                    <a:pt x="362" y="158"/>
                  </a:cubicBezTo>
                  <a:cubicBezTo>
                    <a:pt x="377" y="158"/>
                    <a:pt x="377" y="158"/>
                    <a:pt x="377" y="158"/>
                  </a:cubicBezTo>
                  <a:cubicBezTo>
                    <a:pt x="388" y="158"/>
                    <a:pt x="400" y="143"/>
                    <a:pt x="400" y="118"/>
                  </a:cubicBezTo>
                  <a:cubicBezTo>
                    <a:pt x="400" y="94"/>
                    <a:pt x="388" y="78"/>
                    <a:pt x="377" y="78"/>
                  </a:cubicBezTo>
                  <a:close/>
                </a:path>
              </a:pathLst>
            </a:custGeom>
            <a:solidFill>
              <a:schemeClr val="accent6"/>
            </a:solidFill>
            <a:ln>
              <a:noFill/>
            </a:ln>
          </p:spPr>
          <p:txBody>
            <a:bodyPr vert="horz" wrap="square" lIns="91416" tIns="45708" rIns="91416" bIns="45708" numCol="1" anchor="t" anchorCtr="0" compatLnSpc="1">
              <a:prstTxWarp prst="textNoShape">
                <a:avLst/>
              </a:prstTxWarp>
            </a:bodyPr>
            <a:lstStyle/>
            <a:p>
              <a:endParaRPr lang="en-US" sz="2299" dirty="0">
                <a:solidFill>
                  <a:schemeClr val="bg1"/>
                </a:solidFill>
              </a:endParaRPr>
            </a:p>
          </p:txBody>
        </p:sp>
      </p:grpSp>
      <p:sp>
        <p:nvSpPr>
          <p:cNvPr id="51" name="Rectangle 50"/>
          <p:cNvSpPr>
            <a:spLocks noChangeAspect="1"/>
          </p:cNvSpPr>
          <p:nvPr/>
        </p:nvSpPr>
        <p:spPr>
          <a:xfrm>
            <a:off x="2002449" y="2112719"/>
            <a:ext cx="3340611" cy="24444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p>
        </p:txBody>
      </p:sp>
      <p:sp>
        <p:nvSpPr>
          <p:cNvPr id="47"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TABLET MOCKUPS</a:t>
            </a:r>
          </a:p>
        </p:txBody>
      </p:sp>
      <p:sp>
        <p:nvSpPr>
          <p:cNvPr id="48" name="Rectangle 47"/>
          <p:cNvSpPr/>
          <p:nvPr/>
        </p:nvSpPr>
        <p:spPr>
          <a:xfrm>
            <a:off x="3011622" y="749296"/>
            <a:ext cx="6165580" cy="276927"/>
          </a:xfrm>
          <a:prstGeom prst="rect">
            <a:avLst/>
          </a:prstGeom>
        </p:spPr>
        <p:txBody>
          <a:bodyPr wrap="square">
            <a:spAutoFit/>
          </a:bodyPr>
          <a:lstStyle/>
          <a:p>
            <a:pPr algn="ctr"/>
            <a:r>
              <a:rPr lang="en-US" sz="1200" dirty="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49" name="Group 48"/>
          <p:cNvGrpSpPr/>
          <p:nvPr/>
        </p:nvGrpSpPr>
        <p:grpSpPr>
          <a:xfrm rot="10800000" flipV="1">
            <a:off x="5380522" y="1080697"/>
            <a:ext cx="1427781" cy="45707"/>
            <a:chOff x="3965945" y="1385354"/>
            <a:chExt cx="4572000" cy="79107"/>
          </a:xfrm>
        </p:grpSpPr>
        <p:sp>
          <p:nvSpPr>
            <p:cNvPr id="52" name="Rectangle 51"/>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3" name="Rectangle 52"/>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4" name="Rectangle 53"/>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5" name="Rectangle 54"/>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6" name="Rectangle 55"/>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2" name="Picture Placeholder 1"/>
          <p:cNvSpPr>
            <a:spLocks noGrp="1"/>
          </p:cNvSpPr>
          <p:nvPr>
            <p:ph type="pic" sz="quarter" idx="10"/>
          </p:nvPr>
        </p:nvSpPr>
        <p:spPr/>
      </p:sp>
    </p:spTree>
    <p:extLst>
      <p:ext uri="{BB962C8B-B14F-4D97-AF65-F5344CB8AC3E}">
        <p14:creationId xmlns:p14="http://schemas.microsoft.com/office/powerpoint/2010/main" val="2483694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2">
                                            <p:txEl>
                                              <p:pRg st="0" end="0"/>
                                            </p:txEl>
                                          </p:spTgt>
                                        </p:tgtEl>
                                        <p:attrNameLst>
                                          <p:attrName>style.visibility</p:attrName>
                                        </p:attrNameLst>
                                      </p:cBhvr>
                                      <p:to>
                                        <p:strVal val="visible"/>
                                      </p:to>
                                    </p:set>
                                    <p:animEffect transition="in" filter="fade">
                                      <p:cBhvr>
                                        <p:cTn id="11" dur="500"/>
                                        <p:tgtEl>
                                          <p:spTgt spid="62">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2">
                                            <p:txEl>
                                              <p:pRg st="1" end="1"/>
                                            </p:txEl>
                                          </p:spTgt>
                                        </p:tgtEl>
                                        <p:attrNameLst>
                                          <p:attrName>style.visibility</p:attrName>
                                        </p:attrNameLst>
                                      </p:cBhvr>
                                      <p:to>
                                        <p:strVal val="visible"/>
                                      </p:to>
                                    </p:set>
                                    <p:animEffect transition="in" filter="fade">
                                      <p:cBhvr>
                                        <p:cTn id="15" dur="500"/>
                                        <p:tgtEl>
                                          <p:spTgt spid="62">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2">
                                            <p:txEl>
                                              <p:pRg st="2" end="2"/>
                                            </p:txEl>
                                          </p:spTgt>
                                        </p:tgtEl>
                                        <p:attrNameLst>
                                          <p:attrName>style.visibility</p:attrName>
                                        </p:attrNameLst>
                                      </p:cBhvr>
                                      <p:to>
                                        <p:strVal val="visible"/>
                                      </p:to>
                                    </p:set>
                                    <p:animEffect transition="in" filter="fade">
                                      <p:cBhvr>
                                        <p:cTn id="19" dur="500"/>
                                        <p:tgtEl>
                                          <p:spTgt spid="62">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2">
                                            <p:txEl>
                                              <p:pRg st="3" end="3"/>
                                            </p:txEl>
                                          </p:spTgt>
                                        </p:tgtEl>
                                        <p:attrNameLst>
                                          <p:attrName>style.visibility</p:attrName>
                                        </p:attrNameLst>
                                      </p:cBhvr>
                                      <p:to>
                                        <p:strVal val="visible"/>
                                      </p:to>
                                    </p:set>
                                    <p:animEffect transition="in" filter="fade">
                                      <p:cBhvr>
                                        <p:cTn id="23" dur="500"/>
                                        <p:tgtEl>
                                          <p:spTgt spid="62">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62">
                                            <p:txEl>
                                              <p:pRg st="4" end="4"/>
                                            </p:txEl>
                                          </p:spTgt>
                                        </p:tgtEl>
                                        <p:attrNameLst>
                                          <p:attrName>style.visibility</p:attrName>
                                        </p:attrNameLst>
                                      </p:cBhvr>
                                      <p:to>
                                        <p:strVal val="visible"/>
                                      </p:to>
                                    </p:set>
                                    <p:animEffect transition="in" filter="fade">
                                      <p:cBhvr>
                                        <p:cTn id="27" dur="500"/>
                                        <p:tgtEl>
                                          <p:spTgt spid="62">
                                            <p:txEl>
                                              <p:pRg st="4" end="4"/>
                                            </p:txEl>
                                          </p:spTgt>
                                        </p:tgtEl>
                                      </p:cBhvr>
                                    </p:animEffect>
                                  </p:childTnLst>
                                </p:cTn>
                              </p:par>
                            </p:childTnLst>
                          </p:cTn>
                        </p:par>
                        <p:par>
                          <p:cTn id="28" fill="hold">
                            <p:stCondLst>
                              <p:cond delay="3000"/>
                            </p:stCondLst>
                            <p:childTnLst>
                              <p:par>
                                <p:cTn id="29" presetID="2" presetClass="entr" presetSubtype="4" fill="hold" grpId="0" nodeType="afterEffect">
                                  <p:stCondLst>
                                    <p:cond delay="0"/>
                                  </p:stCondLst>
                                  <p:childTnLst>
                                    <p:set>
                                      <p:cBhvr>
                                        <p:cTn id="30" dur="1" fill="hold">
                                          <p:stCondLst>
                                            <p:cond delay="0"/>
                                          </p:stCondLst>
                                        </p:cTn>
                                        <p:tgtEl>
                                          <p:spTgt spid="51"/>
                                        </p:tgtEl>
                                        <p:attrNameLst>
                                          <p:attrName>style.visibility</p:attrName>
                                        </p:attrNameLst>
                                      </p:cBhvr>
                                      <p:to>
                                        <p:strVal val="visible"/>
                                      </p:to>
                                    </p:set>
                                    <p:anim calcmode="lin" valueType="num">
                                      <p:cBhvr additive="base">
                                        <p:cTn id="31" dur="250" fill="hold"/>
                                        <p:tgtEl>
                                          <p:spTgt spid="51"/>
                                        </p:tgtEl>
                                        <p:attrNameLst>
                                          <p:attrName>ppt_x</p:attrName>
                                        </p:attrNameLst>
                                      </p:cBhvr>
                                      <p:tavLst>
                                        <p:tav tm="0">
                                          <p:val>
                                            <p:strVal val="#ppt_x"/>
                                          </p:val>
                                        </p:tav>
                                        <p:tav tm="100000">
                                          <p:val>
                                            <p:strVal val="#ppt_x"/>
                                          </p:val>
                                        </p:tav>
                                      </p:tavLst>
                                    </p:anim>
                                    <p:anim calcmode="lin" valueType="num">
                                      <p:cBhvr additive="base">
                                        <p:cTn id="32" dur="250" fill="hold"/>
                                        <p:tgtEl>
                                          <p:spTgt spid="51"/>
                                        </p:tgtEl>
                                        <p:attrNameLst>
                                          <p:attrName>ppt_y</p:attrName>
                                        </p:attrNameLst>
                                      </p:cBhvr>
                                      <p:tavLst>
                                        <p:tav tm="0">
                                          <p:val>
                                            <p:strVal val="1+#ppt_h/2"/>
                                          </p:val>
                                        </p:tav>
                                        <p:tav tm="100000">
                                          <p:val>
                                            <p:strVal val="#ppt_y"/>
                                          </p:val>
                                        </p:tav>
                                      </p:tavLst>
                                    </p:anim>
                                  </p:childTnLst>
                                </p:cTn>
                              </p:par>
                            </p:childTnLst>
                          </p:cTn>
                        </p:par>
                        <p:par>
                          <p:cTn id="33" fill="hold">
                            <p:stCondLst>
                              <p:cond delay="3250"/>
                            </p:stCondLst>
                            <p:childTnLst>
                              <p:par>
                                <p:cTn id="34" presetID="49" presetClass="entr" presetSubtype="0" decel="100000" fill="hold" nodeType="afterEffect">
                                  <p:stCondLst>
                                    <p:cond delay="0"/>
                                  </p:stCondLst>
                                  <p:childTnLst>
                                    <p:set>
                                      <p:cBhvr>
                                        <p:cTn id="35" dur="1" fill="hold">
                                          <p:stCondLst>
                                            <p:cond delay="0"/>
                                          </p:stCondLst>
                                        </p:cTn>
                                        <p:tgtEl>
                                          <p:spTgt spid="49"/>
                                        </p:tgtEl>
                                        <p:attrNameLst>
                                          <p:attrName>style.visibility</p:attrName>
                                        </p:attrNameLst>
                                      </p:cBhvr>
                                      <p:to>
                                        <p:strVal val="visible"/>
                                      </p:to>
                                    </p:set>
                                    <p:anim calcmode="lin" valueType="num">
                                      <p:cBhvr>
                                        <p:cTn id="36" dur="500" fill="hold"/>
                                        <p:tgtEl>
                                          <p:spTgt spid="49"/>
                                        </p:tgtEl>
                                        <p:attrNameLst>
                                          <p:attrName>ppt_w</p:attrName>
                                        </p:attrNameLst>
                                      </p:cBhvr>
                                      <p:tavLst>
                                        <p:tav tm="0">
                                          <p:val>
                                            <p:fltVal val="0"/>
                                          </p:val>
                                        </p:tav>
                                        <p:tav tm="100000">
                                          <p:val>
                                            <p:strVal val="#ppt_w"/>
                                          </p:val>
                                        </p:tav>
                                      </p:tavLst>
                                    </p:anim>
                                    <p:anim calcmode="lin" valueType="num">
                                      <p:cBhvr>
                                        <p:cTn id="37" dur="500" fill="hold"/>
                                        <p:tgtEl>
                                          <p:spTgt spid="49"/>
                                        </p:tgtEl>
                                        <p:attrNameLst>
                                          <p:attrName>ppt_h</p:attrName>
                                        </p:attrNameLst>
                                      </p:cBhvr>
                                      <p:tavLst>
                                        <p:tav tm="0">
                                          <p:val>
                                            <p:fltVal val="0"/>
                                          </p:val>
                                        </p:tav>
                                        <p:tav tm="100000">
                                          <p:val>
                                            <p:strVal val="#ppt_h"/>
                                          </p:val>
                                        </p:tav>
                                      </p:tavLst>
                                    </p:anim>
                                    <p:anim calcmode="lin" valueType="num">
                                      <p:cBhvr>
                                        <p:cTn id="38" dur="500" fill="hold"/>
                                        <p:tgtEl>
                                          <p:spTgt spid="49"/>
                                        </p:tgtEl>
                                        <p:attrNameLst>
                                          <p:attrName>style.rotation</p:attrName>
                                        </p:attrNameLst>
                                      </p:cBhvr>
                                      <p:tavLst>
                                        <p:tav tm="0">
                                          <p:val>
                                            <p:fltVal val="360"/>
                                          </p:val>
                                        </p:tav>
                                        <p:tav tm="100000">
                                          <p:val>
                                            <p:fltVal val="0"/>
                                          </p:val>
                                        </p:tav>
                                      </p:tavLst>
                                    </p:anim>
                                    <p:animEffect transition="in" filter="fade">
                                      <p:cBhvr>
                                        <p:cTn id="3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2" grpId="0" build="p"/>
      <p:bldP spid="5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p:cNvGrpSpPr/>
          <p:nvPr/>
        </p:nvGrpSpPr>
        <p:grpSpPr>
          <a:xfrm>
            <a:off x="9048829" y="2189363"/>
            <a:ext cx="534418" cy="534559"/>
            <a:chOff x="6665323" y="3562825"/>
            <a:chExt cx="587140" cy="587140"/>
          </a:xfrm>
        </p:grpSpPr>
        <p:sp>
          <p:nvSpPr>
            <p:cNvPr id="27" name="Freeform 19"/>
            <p:cNvSpPr>
              <a:spLocks noEditPoints="1"/>
            </p:cNvSpPr>
            <p:nvPr/>
          </p:nvSpPr>
          <p:spPr bwMode="auto">
            <a:xfrm>
              <a:off x="6808144" y="3735126"/>
              <a:ext cx="301499" cy="242538"/>
            </a:xfrm>
            <a:custGeom>
              <a:avLst/>
              <a:gdLst>
                <a:gd name="T0" fmla="*/ 393 w 400"/>
                <a:gd name="T1" fmla="*/ 61 h 322"/>
                <a:gd name="T2" fmla="*/ 300 w 400"/>
                <a:gd name="T3" fmla="*/ 3 h 322"/>
                <a:gd name="T4" fmla="*/ 286 w 400"/>
                <a:gd name="T5" fmla="*/ 3 h 322"/>
                <a:gd name="T6" fmla="*/ 200 w 400"/>
                <a:gd name="T7" fmla="*/ 57 h 322"/>
                <a:gd name="T8" fmla="*/ 113 w 400"/>
                <a:gd name="T9" fmla="*/ 3 h 322"/>
                <a:gd name="T10" fmla="*/ 100 w 400"/>
                <a:gd name="T11" fmla="*/ 3 h 322"/>
                <a:gd name="T12" fmla="*/ 6 w 400"/>
                <a:gd name="T13" fmla="*/ 61 h 322"/>
                <a:gd name="T14" fmla="*/ 0 w 400"/>
                <a:gd name="T15" fmla="*/ 73 h 322"/>
                <a:gd name="T16" fmla="*/ 0 w 400"/>
                <a:gd name="T17" fmla="*/ 307 h 322"/>
                <a:gd name="T18" fmla="*/ 6 w 400"/>
                <a:gd name="T19" fmla="*/ 319 h 322"/>
                <a:gd name="T20" fmla="*/ 20 w 400"/>
                <a:gd name="T21" fmla="*/ 319 h 322"/>
                <a:gd name="T22" fmla="*/ 106 w 400"/>
                <a:gd name="T23" fmla="*/ 265 h 322"/>
                <a:gd name="T24" fmla="*/ 193 w 400"/>
                <a:gd name="T25" fmla="*/ 319 h 322"/>
                <a:gd name="T26" fmla="*/ 207 w 400"/>
                <a:gd name="T27" fmla="*/ 319 h 322"/>
                <a:gd name="T28" fmla="*/ 293 w 400"/>
                <a:gd name="T29" fmla="*/ 265 h 322"/>
                <a:gd name="T30" fmla="*/ 380 w 400"/>
                <a:gd name="T31" fmla="*/ 319 h 322"/>
                <a:gd name="T32" fmla="*/ 387 w 400"/>
                <a:gd name="T33" fmla="*/ 321 h 322"/>
                <a:gd name="T34" fmla="*/ 393 w 400"/>
                <a:gd name="T35" fmla="*/ 319 h 322"/>
                <a:gd name="T36" fmla="*/ 400 w 400"/>
                <a:gd name="T37" fmla="*/ 307 h 322"/>
                <a:gd name="T38" fmla="*/ 400 w 400"/>
                <a:gd name="T39" fmla="*/ 73 h 322"/>
                <a:gd name="T40" fmla="*/ 393 w 400"/>
                <a:gd name="T41" fmla="*/ 61 h 322"/>
                <a:gd name="T42" fmla="*/ 93 w 400"/>
                <a:gd name="T43" fmla="*/ 241 h 322"/>
                <a:gd name="T44" fmla="*/ 26 w 400"/>
                <a:gd name="T45" fmla="*/ 283 h 322"/>
                <a:gd name="T46" fmla="*/ 26 w 400"/>
                <a:gd name="T47" fmla="*/ 81 h 322"/>
                <a:gd name="T48" fmla="*/ 93 w 400"/>
                <a:gd name="T49" fmla="*/ 39 h 322"/>
                <a:gd name="T50" fmla="*/ 93 w 400"/>
                <a:gd name="T51" fmla="*/ 241 h 322"/>
                <a:gd name="T52" fmla="*/ 187 w 400"/>
                <a:gd name="T53" fmla="*/ 283 h 322"/>
                <a:gd name="T54" fmla="*/ 119 w 400"/>
                <a:gd name="T55" fmla="*/ 241 h 322"/>
                <a:gd name="T56" fmla="*/ 119 w 400"/>
                <a:gd name="T57" fmla="*/ 39 h 322"/>
                <a:gd name="T58" fmla="*/ 187 w 400"/>
                <a:gd name="T59" fmla="*/ 81 h 322"/>
                <a:gd name="T60" fmla="*/ 187 w 400"/>
                <a:gd name="T61" fmla="*/ 283 h 322"/>
                <a:gd name="T62" fmla="*/ 280 w 400"/>
                <a:gd name="T63" fmla="*/ 241 h 322"/>
                <a:gd name="T64" fmla="*/ 213 w 400"/>
                <a:gd name="T65" fmla="*/ 283 h 322"/>
                <a:gd name="T66" fmla="*/ 213 w 400"/>
                <a:gd name="T67" fmla="*/ 81 h 322"/>
                <a:gd name="T68" fmla="*/ 280 w 400"/>
                <a:gd name="T69" fmla="*/ 39 h 322"/>
                <a:gd name="T70" fmla="*/ 280 w 400"/>
                <a:gd name="T71" fmla="*/ 241 h 322"/>
                <a:gd name="T72" fmla="*/ 374 w 400"/>
                <a:gd name="T73" fmla="*/ 283 h 322"/>
                <a:gd name="T74" fmla="*/ 306 w 400"/>
                <a:gd name="T75" fmla="*/ 241 h 322"/>
                <a:gd name="T76" fmla="*/ 306 w 400"/>
                <a:gd name="T77" fmla="*/ 39 h 322"/>
                <a:gd name="T78" fmla="*/ 374 w 400"/>
                <a:gd name="T79" fmla="*/ 81 h 322"/>
                <a:gd name="T80" fmla="*/ 374 w 400"/>
                <a:gd name="T81" fmla="*/ 283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0" h="322">
                  <a:moveTo>
                    <a:pt x="393" y="61"/>
                  </a:moveTo>
                  <a:cubicBezTo>
                    <a:pt x="300" y="3"/>
                    <a:pt x="300" y="3"/>
                    <a:pt x="300" y="3"/>
                  </a:cubicBezTo>
                  <a:cubicBezTo>
                    <a:pt x="296" y="0"/>
                    <a:pt x="291" y="0"/>
                    <a:pt x="286" y="3"/>
                  </a:cubicBezTo>
                  <a:cubicBezTo>
                    <a:pt x="200" y="57"/>
                    <a:pt x="200" y="57"/>
                    <a:pt x="200" y="57"/>
                  </a:cubicBezTo>
                  <a:cubicBezTo>
                    <a:pt x="113" y="3"/>
                    <a:pt x="113" y="3"/>
                    <a:pt x="113" y="3"/>
                  </a:cubicBezTo>
                  <a:cubicBezTo>
                    <a:pt x="109" y="0"/>
                    <a:pt x="104" y="0"/>
                    <a:pt x="100" y="3"/>
                  </a:cubicBezTo>
                  <a:cubicBezTo>
                    <a:pt x="6" y="61"/>
                    <a:pt x="6" y="61"/>
                    <a:pt x="6" y="61"/>
                  </a:cubicBezTo>
                  <a:cubicBezTo>
                    <a:pt x="2" y="64"/>
                    <a:pt x="0" y="68"/>
                    <a:pt x="0" y="73"/>
                  </a:cubicBezTo>
                  <a:cubicBezTo>
                    <a:pt x="0" y="307"/>
                    <a:pt x="0" y="307"/>
                    <a:pt x="0" y="307"/>
                  </a:cubicBezTo>
                  <a:cubicBezTo>
                    <a:pt x="0" y="312"/>
                    <a:pt x="2" y="317"/>
                    <a:pt x="6" y="319"/>
                  </a:cubicBezTo>
                  <a:cubicBezTo>
                    <a:pt x="11" y="322"/>
                    <a:pt x="16" y="321"/>
                    <a:pt x="20" y="319"/>
                  </a:cubicBezTo>
                  <a:cubicBezTo>
                    <a:pt x="106" y="265"/>
                    <a:pt x="106" y="265"/>
                    <a:pt x="106" y="265"/>
                  </a:cubicBezTo>
                  <a:cubicBezTo>
                    <a:pt x="193" y="319"/>
                    <a:pt x="193" y="319"/>
                    <a:pt x="193" y="319"/>
                  </a:cubicBezTo>
                  <a:cubicBezTo>
                    <a:pt x="197" y="322"/>
                    <a:pt x="202" y="322"/>
                    <a:pt x="207" y="319"/>
                  </a:cubicBezTo>
                  <a:cubicBezTo>
                    <a:pt x="293" y="265"/>
                    <a:pt x="293" y="265"/>
                    <a:pt x="293" y="265"/>
                  </a:cubicBezTo>
                  <a:cubicBezTo>
                    <a:pt x="380" y="319"/>
                    <a:pt x="380" y="319"/>
                    <a:pt x="380" y="319"/>
                  </a:cubicBezTo>
                  <a:cubicBezTo>
                    <a:pt x="382" y="320"/>
                    <a:pt x="384" y="321"/>
                    <a:pt x="387" y="321"/>
                  </a:cubicBezTo>
                  <a:cubicBezTo>
                    <a:pt x="389" y="321"/>
                    <a:pt x="391" y="320"/>
                    <a:pt x="393" y="319"/>
                  </a:cubicBezTo>
                  <a:cubicBezTo>
                    <a:pt x="397" y="317"/>
                    <a:pt x="400" y="312"/>
                    <a:pt x="400" y="307"/>
                  </a:cubicBezTo>
                  <a:cubicBezTo>
                    <a:pt x="400" y="73"/>
                    <a:pt x="400" y="73"/>
                    <a:pt x="400" y="73"/>
                  </a:cubicBezTo>
                  <a:cubicBezTo>
                    <a:pt x="400" y="68"/>
                    <a:pt x="397" y="64"/>
                    <a:pt x="393" y="61"/>
                  </a:cubicBezTo>
                  <a:close/>
                  <a:moveTo>
                    <a:pt x="93" y="241"/>
                  </a:moveTo>
                  <a:cubicBezTo>
                    <a:pt x="26" y="283"/>
                    <a:pt x="26" y="283"/>
                    <a:pt x="26" y="283"/>
                  </a:cubicBezTo>
                  <a:cubicBezTo>
                    <a:pt x="26" y="81"/>
                    <a:pt x="26" y="81"/>
                    <a:pt x="26" y="81"/>
                  </a:cubicBezTo>
                  <a:cubicBezTo>
                    <a:pt x="93" y="39"/>
                    <a:pt x="93" y="39"/>
                    <a:pt x="93" y="39"/>
                  </a:cubicBezTo>
                  <a:lnTo>
                    <a:pt x="93" y="241"/>
                  </a:lnTo>
                  <a:close/>
                  <a:moveTo>
                    <a:pt x="187" y="283"/>
                  </a:moveTo>
                  <a:cubicBezTo>
                    <a:pt x="119" y="241"/>
                    <a:pt x="119" y="241"/>
                    <a:pt x="119" y="241"/>
                  </a:cubicBezTo>
                  <a:cubicBezTo>
                    <a:pt x="119" y="39"/>
                    <a:pt x="119" y="39"/>
                    <a:pt x="119" y="39"/>
                  </a:cubicBezTo>
                  <a:cubicBezTo>
                    <a:pt x="187" y="81"/>
                    <a:pt x="187" y="81"/>
                    <a:pt x="187" y="81"/>
                  </a:cubicBezTo>
                  <a:lnTo>
                    <a:pt x="187" y="283"/>
                  </a:lnTo>
                  <a:close/>
                  <a:moveTo>
                    <a:pt x="280" y="241"/>
                  </a:moveTo>
                  <a:cubicBezTo>
                    <a:pt x="213" y="283"/>
                    <a:pt x="213" y="283"/>
                    <a:pt x="213" y="283"/>
                  </a:cubicBezTo>
                  <a:cubicBezTo>
                    <a:pt x="213" y="81"/>
                    <a:pt x="213" y="81"/>
                    <a:pt x="213" y="81"/>
                  </a:cubicBezTo>
                  <a:cubicBezTo>
                    <a:pt x="280" y="39"/>
                    <a:pt x="280" y="39"/>
                    <a:pt x="280" y="39"/>
                  </a:cubicBezTo>
                  <a:lnTo>
                    <a:pt x="280" y="241"/>
                  </a:lnTo>
                  <a:close/>
                  <a:moveTo>
                    <a:pt x="374" y="283"/>
                  </a:moveTo>
                  <a:cubicBezTo>
                    <a:pt x="306" y="241"/>
                    <a:pt x="306" y="241"/>
                    <a:pt x="306" y="241"/>
                  </a:cubicBezTo>
                  <a:cubicBezTo>
                    <a:pt x="306" y="39"/>
                    <a:pt x="306" y="39"/>
                    <a:pt x="306" y="39"/>
                  </a:cubicBezTo>
                  <a:cubicBezTo>
                    <a:pt x="374" y="81"/>
                    <a:pt x="374" y="81"/>
                    <a:pt x="374" y="81"/>
                  </a:cubicBezTo>
                  <a:lnTo>
                    <a:pt x="374" y="283"/>
                  </a:lnTo>
                  <a:close/>
                </a:path>
              </a:pathLst>
            </a:custGeom>
            <a:solidFill>
              <a:srgbClr val="FF0000"/>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28" name="Freeform 27"/>
            <p:cNvSpPr>
              <a:spLocks noEditPoints="1"/>
            </p:cNvSpPr>
            <p:nvPr/>
          </p:nvSpPr>
          <p:spPr bwMode="auto">
            <a:xfrm>
              <a:off x="6665323"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rgbClr val="FF0000"/>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grpSp>
      <p:sp>
        <p:nvSpPr>
          <p:cNvPr id="26" name="Content Placeholder 2"/>
          <p:cNvSpPr txBox="1">
            <a:spLocks/>
          </p:cNvSpPr>
          <p:nvPr/>
        </p:nvSpPr>
        <p:spPr>
          <a:xfrm>
            <a:off x="9660501" y="2186345"/>
            <a:ext cx="1828236" cy="734511"/>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solidFill>
                  <a:schemeClr val="bg1"/>
                </a:solidFill>
              </a:rPr>
              <a:t>Feature 4</a:t>
            </a:r>
          </a:p>
          <a:p>
            <a:pPr marL="0" indent="0">
              <a:buNone/>
            </a:pPr>
            <a:r>
              <a:rPr lang="en-US" sz="900" dirty="0">
                <a:solidFill>
                  <a:schemeClr val="bg1"/>
                </a:solidFill>
              </a:rPr>
              <a:t>Lorem ipsum dolor sit amet, consectetur adipiscing.</a:t>
            </a:r>
          </a:p>
        </p:txBody>
      </p:sp>
      <p:grpSp>
        <p:nvGrpSpPr>
          <p:cNvPr id="31" name="Group 30"/>
          <p:cNvGrpSpPr/>
          <p:nvPr/>
        </p:nvGrpSpPr>
        <p:grpSpPr>
          <a:xfrm>
            <a:off x="9048829" y="2982221"/>
            <a:ext cx="534418" cy="534561"/>
            <a:chOff x="7740352" y="3562825"/>
            <a:chExt cx="587140" cy="587140"/>
          </a:xfrm>
        </p:grpSpPr>
        <p:sp>
          <p:nvSpPr>
            <p:cNvPr id="33" name="Freeform 23"/>
            <p:cNvSpPr>
              <a:spLocks noEditPoints="1"/>
            </p:cNvSpPr>
            <p:nvPr/>
          </p:nvSpPr>
          <p:spPr bwMode="auto">
            <a:xfrm>
              <a:off x="7740352"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4"/>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34" name="Freeform 27"/>
            <p:cNvSpPr>
              <a:spLocks noEditPoints="1"/>
            </p:cNvSpPr>
            <p:nvPr/>
          </p:nvSpPr>
          <p:spPr bwMode="auto">
            <a:xfrm>
              <a:off x="7931746" y="3722078"/>
              <a:ext cx="204352" cy="268635"/>
            </a:xfrm>
            <a:custGeom>
              <a:avLst/>
              <a:gdLst>
                <a:gd name="T0" fmla="*/ 96 w 256"/>
                <a:gd name="T1" fmla="*/ 48 h 336"/>
                <a:gd name="T2" fmla="*/ 48 w 256"/>
                <a:gd name="T3" fmla="*/ 0 h 336"/>
                <a:gd name="T4" fmla="*/ 0 w 256"/>
                <a:gd name="T5" fmla="*/ 48 h 336"/>
                <a:gd name="T6" fmla="*/ 29 w 256"/>
                <a:gd name="T7" fmla="*/ 92 h 336"/>
                <a:gd name="T8" fmla="*/ 29 w 256"/>
                <a:gd name="T9" fmla="*/ 244 h 336"/>
                <a:gd name="T10" fmla="*/ 0 w 256"/>
                <a:gd name="T11" fmla="*/ 288 h 336"/>
                <a:gd name="T12" fmla="*/ 48 w 256"/>
                <a:gd name="T13" fmla="*/ 336 h 336"/>
                <a:gd name="T14" fmla="*/ 96 w 256"/>
                <a:gd name="T15" fmla="*/ 288 h 336"/>
                <a:gd name="T16" fmla="*/ 67 w 256"/>
                <a:gd name="T17" fmla="*/ 244 h 336"/>
                <a:gd name="T18" fmla="*/ 67 w 256"/>
                <a:gd name="T19" fmla="*/ 92 h 336"/>
                <a:gd name="T20" fmla="*/ 96 w 256"/>
                <a:gd name="T21" fmla="*/ 48 h 336"/>
                <a:gd name="T22" fmla="*/ 75 w 256"/>
                <a:gd name="T23" fmla="*/ 288 h 336"/>
                <a:gd name="T24" fmla="*/ 48 w 256"/>
                <a:gd name="T25" fmla="*/ 316 h 336"/>
                <a:gd name="T26" fmla="*/ 20 w 256"/>
                <a:gd name="T27" fmla="*/ 288 h 336"/>
                <a:gd name="T28" fmla="*/ 48 w 256"/>
                <a:gd name="T29" fmla="*/ 260 h 336"/>
                <a:gd name="T30" fmla="*/ 75 w 256"/>
                <a:gd name="T31" fmla="*/ 288 h 336"/>
                <a:gd name="T32" fmla="*/ 48 w 256"/>
                <a:gd name="T33" fmla="*/ 76 h 336"/>
                <a:gd name="T34" fmla="*/ 20 w 256"/>
                <a:gd name="T35" fmla="*/ 48 h 336"/>
                <a:gd name="T36" fmla="*/ 48 w 256"/>
                <a:gd name="T37" fmla="*/ 20 h 336"/>
                <a:gd name="T38" fmla="*/ 75 w 256"/>
                <a:gd name="T39" fmla="*/ 48 h 336"/>
                <a:gd name="T40" fmla="*/ 48 w 256"/>
                <a:gd name="T41" fmla="*/ 76 h 336"/>
                <a:gd name="T42" fmla="*/ 227 w 256"/>
                <a:gd name="T43" fmla="*/ 244 h 336"/>
                <a:gd name="T44" fmla="*/ 227 w 256"/>
                <a:gd name="T45" fmla="*/ 92 h 336"/>
                <a:gd name="T46" fmla="*/ 256 w 256"/>
                <a:gd name="T47" fmla="*/ 48 h 336"/>
                <a:gd name="T48" fmla="*/ 208 w 256"/>
                <a:gd name="T49" fmla="*/ 0 h 336"/>
                <a:gd name="T50" fmla="*/ 160 w 256"/>
                <a:gd name="T51" fmla="*/ 48 h 336"/>
                <a:gd name="T52" fmla="*/ 189 w 256"/>
                <a:gd name="T53" fmla="*/ 92 h 336"/>
                <a:gd name="T54" fmla="*/ 189 w 256"/>
                <a:gd name="T55" fmla="*/ 244 h 336"/>
                <a:gd name="T56" fmla="*/ 160 w 256"/>
                <a:gd name="T57" fmla="*/ 288 h 336"/>
                <a:gd name="T58" fmla="*/ 208 w 256"/>
                <a:gd name="T59" fmla="*/ 336 h 336"/>
                <a:gd name="T60" fmla="*/ 256 w 256"/>
                <a:gd name="T61" fmla="*/ 288 h 336"/>
                <a:gd name="T62" fmla="*/ 227 w 256"/>
                <a:gd name="T63" fmla="*/ 244 h 336"/>
                <a:gd name="T64" fmla="*/ 180 w 256"/>
                <a:gd name="T65" fmla="*/ 48 h 336"/>
                <a:gd name="T66" fmla="*/ 208 w 256"/>
                <a:gd name="T67" fmla="*/ 20 h 336"/>
                <a:gd name="T68" fmla="*/ 235 w 256"/>
                <a:gd name="T69" fmla="*/ 48 h 336"/>
                <a:gd name="T70" fmla="*/ 208 w 256"/>
                <a:gd name="T71" fmla="*/ 76 h 336"/>
                <a:gd name="T72" fmla="*/ 180 w 256"/>
                <a:gd name="T73" fmla="*/ 48 h 336"/>
                <a:gd name="T74" fmla="*/ 208 w 256"/>
                <a:gd name="T75" fmla="*/ 316 h 336"/>
                <a:gd name="T76" fmla="*/ 180 w 256"/>
                <a:gd name="T77" fmla="*/ 288 h 336"/>
                <a:gd name="T78" fmla="*/ 208 w 256"/>
                <a:gd name="T79" fmla="*/ 260 h 336"/>
                <a:gd name="T80" fmla="*/ 235 w 256"/>
                <a:gd name="T81" fmla="*/ 288 h 336"/>
                <a:gd name="T82" fmla="*/ 208 w 256"/>
                <a:gd name="T83" fmla="*/ 316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6" h="336">
                  <a:moveTo>
                    <a:pt x="96" y="48"/>
                  </a:moveTo>
                  <a:cubicBezTo>
                    <a:pt x="96" y="21"/>
                    <a:pt x="74" y="0"/>
                    <a:pt x="48" y="0"/>
                  </a:cubicBezTo>
                  <a:cubicBezTo>
                    <a:pt x="21" y="0"/>
                    <a:pt x="0" y="21"/>
                    <a:pt x="0" y="48"/>
                  </a:cubicBezTo>
                  <a:cubicBezTo>
                    <a:pt x="0" y="68"/>
                    <a:pt x="12" y="85"/>
                    <a:pt x="29" y="92"/>
                  </a:cubicBezTo>
                  <a:cubicBezTo>
                    <a:pt x="29" y="244"/>
                    <a:pt x="29" y="244"/>
                    <a:pt x="29" y="244"/>
                  </a:cubicBezTo>
                  <a:cubicBezTo>
                    <a:pt x="12" y="251"/>
                    <a:pt x="0" y="268"/>
                    <a:pt x="0" y="288"/>
                  </a:cubicBezTo>
                  <a:cubicBezTo>
                    <a:pt x="0" y="314"/>
                    <a:pt x="21" y="336"/>
                    <a:pt x="48" y="336"/>
                  </a:cubicBezTo>
                  <a:cubicBezTo>
                    <a:pt x="74" y="336"/>
                    <a:pt x="96" y="314"/>
                    <a:pt x="96" y="288"/>
                  </a:cubicBezTo>
                  <a:cubicBezTo>
                    <a:pt x="96" y="268"/>
                    <a:pt x="84" y="251"/>
                    <a:pt x="67" y="244"/>
                  </a:cubicBezTo>
                  <a:cubicBezTo>
                    <a:pt x="67" y="92"/>
                    <a:pt x="67" y="92"/>
                    <a:pt x="67" y="92"/>
                  </a:cubicBezTo>
                  <a:cubicBezTo>
                    <a:pt x="84" y="85"/>
                    <a:pt x="96" y="68"/>
                    <a:pt x="96" y="48"/>
                  </a:cubicBezTo>
                  <a:close/>
                  <a:moveTo>
                    <a:pt x="75" y="288"/>
                  </a:moveTo>
                  <a:cubicBezTo>
                    <a:pt x="75" y="303"/>
                    <a:pt x="63" y="316"/>
                    <a:pt x="48" y="316"/>
                  </a:cubicBezTo>
                  <a:cubicBezTo>
                    <a:pt x="32" y="316"/>
                    <a:pt x="20" y="303"/>
                    <a:pt x="20" y="288"/>
                  </a:cubicBezTo>
                  <a:cubicBezTo>
                    <a:pt x="20" y="273"/>
                    <a:pt x="32" y="260"/>
                    <a:pt x="48" y="260"/>
                  </a:cubicBezTo>
                  <a:cubicBezTo>
                    <a:pt x="63" y="260"/>
                    <a:pt x="75" y="273"/>
                    <a:pt x="75" y="288"/>
                  </a:cubicBezTo>
                  <a:close/>
                  <a:moveTo>
                    <a:pt x="48" y="76"/>
                  </a:moveTo>
                  <a:cubicBezTo>
                    <a:pt x="32" y="76"/>
                    <a:pt x="20" y="63"/>
                    <a:pt x="20" y="48"/>
                  </a:cubicBezTo>
                  <a:cubicBezTo>
                    <a:pt x="20" y="33"/>
                    <a:pt x="32" y="20"/>
                    <a:pt x="48" y="20"/>
                  </a:cubicBezTo>
                  <a:cubicBezTo>
                    <a:pt x="63" y="20"/>
                    <a:pt x="75" y="33"/>
                    <a:pt x="75" y="48"/>
                  </a:cubicBezTo>
                  <a:cubicBezTo>
                    <a:pt x="75" y="63"/>
                    <a:pt x="63" y="76"/>
                    <a:pt x="48" y="76"/>
                  </a:cubicBezTo>
                  <a:close/>
                  <a:moveTo>
                    <a:pt x="227" y="244"/>
                  </a:moveTo>
                  <a:cubicBezTo>
                    <a:pt x="227" y="92"/>
                    <a:pt x="227" y="92"/>
                    <a:pt x="227" y="92"/>
                  </a:cubicBezTo>
                  <a:cubicBezTo>
                    <a:pt x="244" y="85"/>
                    <a:pt x="256" y="68"/>
                    <a:pt x="256" y="48"/>
                  </a:cubicBezTo>
                  <a:cubicBezTo>
                    <a:pt x="256" y="21"/>
                    <a:pt x="234" y="0"/>
                    <a:pt x="208" y="0"/>
                  </a:cubicBezTo>
                  <a:cubicBezTo>
                    <a:pt x="181" y="0"/>
                    <a:pt x="160" y="21"/>
                    <a:pt x="160" y="48"/>
                  </a:cubicBezTo>
                  <a:cubicBezTo>
                    <a:pt x="160" y="68"/>
                    <a:pt x="172" y="85"/>
                    <a:pt x="189" y="92"/>
                  </a:cubicBezTo>
                  <a:cubicBezTo>
                    <a:pt x="189" y="244"/>
                    <a:pt x="189" y="244"/>
                    <a:pt x="189" y="244"/>
                  </a:cubicBezTo>
                  <a:cubicBezTo>
                    <a:pt x="172" y="251"/>
                    <a:pt x="160" y="268"/>
                    <a:pt x="160" y="288"/>
                  </a:cubicBezTo>
                  <a:cubicBezTo>
                    <a:pt x="160" y="314"/>
                    <a:pt x="181" y="336"/>
                    <a:pt x="208" y="336"/>
                  </a:cubicBezTo>
                  <a:cubicBezTo>
                    <a:pt x="234" y="336"/>
                    <a:pt x="256" y="314"/>
                    <a:pt x="256" y="288"/>
                  </a:cubicBezTo>
                  <a:cubicBezTo>
                    <a:pt x="256" y="268"/>
                    <a:pt x="244" y="251"/>
                    <a:pt x="227" y="244"/>
                  </a:cubicBezTo>
                  <a:close/>
                  <a:moveTo>
                    <a:pt x="180" y="48"/>
                  </a:moveTo>
                  <a:cubicBezTo>
                    <a:pt x="180" y="33"/>
                    <a:pt x="192" y="20"/>
                    <a:pt x="208" y="20"/>
                  </a:cubicBezTo>
                  <a:cubicBezTo>
                    <a:pt x="223" y="20"/>
                    <a:pt x="235" y="33"/>
                    <a:pt x="235" y="48"/>
                  </a:cubicBezTo>
                  <a:cubicBezTo>
                    <a:pt x="235" y="63"/>
                    <a:pt x="223" y="76"/>
                    <a:pt x="208" y="76"/>
                  </a:cubicBezTo>
                  <a:cubicBezTo>
                    <a:pt x="192" y="76"/>
                    <a:pt x="180" y="63"/>
                    <a:pt x="180" y="48"/>
                  </a:cubicBezTo>
                  <a:close/>
                  <a:moveTo>
                    <a:pt x="208" y="316"/>
                  </a:moveTo>
                  <a:cubicBezTo>
                    <a:pt x="192" y="316"/>
                    <a:pt x="180" y="303"/>
                    <a:pt x="180" y="288"/>
                  </a:cubicBezTo>
                  <a:cubicBezTo>
                    <a:pt x="180" y="273"/>
                    <a:pt x="192" y="260"/>
                    <a:pt x="208" y="260"/>
                  </a:cubicBezTo>
                  <a:cubicBezTo>
                    <a:pt x="223" y="260"/>
                    <a:pt x="235" y="273"/>
                    <a:pt x="235" y="288"/>
                  </a:cubicBezTo>
                  <a:cubicBezTo>
                    <a:pt x="235" y="303"/>
                    <a:pt x="223" y="316"/>
                    <a:pt x="208" y="316"/>
                  </a:cubicBezTo>
                  <a:close/>
                </a:path>
              </a:pathLst>
            </a:custGeom>
            <a:solidFill>
              <a:schemeClr val="accent4"/>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grpSp>
      <p:sp>
        <p:nvSpPr>
          <p:cNvPr id="32" name="Content Placeholder 2"/>
          <p:cNvSpPr txBox="1">
            <a:spLocks/>
          </p:cNvSpPr>
          <p:nvPr/>
        </p:nvSpPr>
        <p:spPr>
          <a:xfrm>
            <a:off x="9660501" y="2993055"/>
            <a:ext cx="1828236" cy="734512"/>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solidFill>
                  <a:schemeClr val="bg1"/>
                </a:solidFill>
              </a:rPr>
              <a:t>Feature 5</a:t>
            </a:r>
          </a:p>
          <a:p>
            <a:pPr marL="0" indent="0">
              <a:buNone/>
            </a:pPr>
            <a:r>
              <a:rPr lang="en-US" sz="900" dirty="0">
                <a:solidFill>
                  <a:schemeClr val="bg1"/>
                </a:solidFill>
              </a:rPr>
              <a:t>Lorem ipsum dolor sit amet, consectetur adipiscing.</a:t>
            </a:r>
          </a:p>
        </p:txBody>
      </p:sp>
      <p:grpSp>
        <p:nvGrpSpPr>
          <p:cNvPr id="36" name="Group 35"/>
          <p:cNvGrpSpPr/>
          <p:nvPr/>
        </p:nvGrpSpPr>
        <p:grpSpPr>
          <a:xfrm>
            <a:off x="9048829" y="3718630"/>
            <a:ext cx="534418" cy="534560"/>
            <a:chOff x="5607375" y="3562825"/>
            <a:chExt cx="587140" cy="587140"/>
          </a:xfrm>
        </p:grpSpPr>
        <p:sp>
          <p:nvSpPr>
            <p:cNvPr id="38" name="Freeform 15"/>
            <p:cNvSpPr>
              <a:spLocks noEditPoints="1"/>
            </p:cNvSpPr>
            <p:nvPr/>
          </p:nvSpPr>
          <p:spPr bwMode="auto">
            <a:xfrm>
              <a:off x="5746497" y="3702123"/>
              <a:ext cx="308897" cy="308544"/>
            </a:xfrm>
            <a:custGeom>
              <a:avLst/>
              <a:gdLst>
                <a:gd name="T0" fmla="*/ 183 w 371"/>
                <a:gd name="T1" fmla="*/ 1 h 370"/>
                <a:gd name="T2" fmla="*/ 2 w 371"/>
                <a:gd name="T3" fmla="*/ 187 h 370"/>
                <a:gd name="T4" fmla="*/ 188 w 371"/>
                <a:gd name="T5" fmla="*/ 369 h 370"/>
                <a:gd name="T6" fmla="*/ 370 w 371"/>
                <a:gd name="T7" fmla="*/ 182 h 370"/>
                <a:gd name="T8" fmla="*/ 183 w 371"/>
                <a:gd name="T9" fmla="*/ 1 h 370"/>
                <a:gd name="T10" fmla="*/ 184 w 371"/>
                <a:gd name="T11" fmla="*/ 25 h 370"/>
                <a:gd name="T12" fmla="*/ 260 w 371"/>
                <a:gd name="T13" fmla="*/ 43 h 370"/>
                <a:gd name="T14" fmla="*/ 235 w 371"/>
                <a:gd name="T15" fmla="*/ 84 h 370"/>
                <a:gd name="T16" fmla="*/ 186 w 371"/>
                <a:gd name="T17" fmla="*/ 73 h 370"/>
                <a:gd name="T18" fmla="*/ 137 w 371"/>
                <a:gd name="T19" fmla="*/ 84 h 370"/>
                <a:gd name="T20" fmla="*/ 112 w 371"/>
                <a:gd name="T21" fmla="*/ 43 h 370"/>
                <a:gd name="T22" fmla="*/ 184 w 371"/>
                <a:gd name="T23" fmla="*/ 25 h 370"/>
                <a:gd name="T24" fmla="*/ 85 w 371"/>
                <a:gd name="T25" fmla="*/ 234 h 370"/>
                <a:gd name="T26" fmla="*/ 44 w 371"/>
                <a:gd name="T27" fmla="*/ 259 h 370"/>
                <a:gd name="T28" fmla="*/ 26 w 371"/>
                <a:gd name="T29" fmla="*/ 187 h 370"/>
                <a:gd name="T30" fmla="*/ 44 w 371"/>
                <a:gd name="T31" fmla="*/ 111 h 370"/>
                <a:gd name="T32" fmla="*/ 85 w 371"/>
                <a:gd name="T33" fmla="*/ 136 h 370"/>
                <a:gd name="T34" fmla="*/ 74 w 371"/>
                <a:gd name="T35" fmla="*/ 185 h 370"/>
                <a:gd name="T36" fmla="*/ 85 w 371"/>
                <a:gd name="T37" fmla="*/ 234 h 370"/>
                <a:gd name="T38" fmla="*/ 188 w 371"/>
                <a:gd name="T39" fmla="*/ 345 h 370"/>
                <a:gd name="T40" fmla="*/ 112 w 371"/>
                <a:gd name="T41" fmla="*/ 327 h 370"/>
                <a:gd name="T42" fmla="*/ 137 w 371"/>
                <a:gd name="T43" fmla="*/ 286 h 370"/>
                <a:gd name="T44" fmla="*/ 186 w 371"/>
                <a:gd name="T45" fmla="*/ 297 h 370"/>
                <a:gd name="T46" fmla="*/ 235 w 371"/>
                <a:gd name="T47" fmla="*/ 286 h 370"/>
                <a:gd name="T48" fmla="*/ 260 w 371"/>
                <a:gd name="T49" fmla="*/ 327 h 370"/>
                <a:gd name="T50" fmla="*/ 188 w 371"/>
                <a:gd name="T51" fmla="*/ 345 h 370"/>
                <a:gd name="T52" fmla="*/ 186 w 371"/>
                <a:gd name="T53" fmla="*/ 273 h 370"/>
                <a:gd name="T54" fmla="*/ 98 w 371"/>
                <a:gd name="T55" fmla="*/ 185 h 370"/>
                <a:gd name="T56" fmla="*/ 186 w 371"/>
                <a:gd name="T57" fmla="*/ 97 h 370"/>
                <a:gd name="T58" fmla="*/ 274 w 371"/>
                <a:gd name="T59" fmla="*/ 185 h 370"/>
                <a:gd name="T60" fmla="*/ 186 w 371"/>
                <a:gd name="T61" fmla="*/ 273 h 370"/>
                <a:gd name="T62" fmla="*/ 286 w 371"/>
                <a:gd name="T63" fmla="*/ 234 h 370"/>
                <a:gd name="T64" fmla="*/ 298 w 371"/>
                <a:gd name="T65" fmla="*/ 185 h 370"/>
                <a:gd name="T66" fmla="*/ 286 w 371"/>
                <a:gd name="T67" fmla="*/ 136 h 370"/>
                <a:gd name="T68" fmla="*/ 328 w 371"/>
                <a:gd name="T69" fmla="*/ 111 h 370"/>
                <a:gd name="T70" fmla="*/ 346 w 371"/>
                <a:gd name="T71" fmla="*/ 183 h 370"/>
                <a:gd name="T72" fmla="*/ 328 w 371"/>
                <a:gd name="T73" fmla="*/ 259 h 370"/>
                <a:gd name="T74" fmla="*/ 286 w 371"/>
                <a:gd name="T75" fmla="*/ 23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1" h="370">
                  <a:moveTo>
                    <a:pt x="183" y="1"/>
                  </a:moveTo>
                  <a:cubicBezTo>
                    <a:pt x="82" y="2"/>
                    <a:pt x="0" y="86"/>
                    <a:pt x="2" y="187"/>
                  </a:cubicBezTo>
                  <a:cubicBezTo>
                    <a:pt x="3" y="289"/>
                    <a:pt x="87" y="370"/>
                    <a:pt x="188" y="369"/>
                  </a:cubicBezTo>
                  <a:cubicBezTo>
                    <a:pt x="290" y="368"/>
                    <a:pt x="371" y="284"/>
                    <a:pt x="370" y="182"/>
                  </a:cubicBezTo>
                  <a:cubicBezTo>
                    <a:pt x="368" y="81"/>
                    <a:pt x="285" y="0"/>
                    <a:pt x="183" y="1"/>
                  </a:cubicBezTo>
                  <a:close/>
                  <a:moveTo>
                    <a:pt x="184" y="25"/>
                  </a:moveTo>
                  <a:cubicBezTo>
                    <a:pt x="211" y="25"/>
                    <a:pt x="237" y="31"/>
                    <a:pt x="260" y="43"/>
                  </a:cubicBezTo>
                  <a:cubicBezTo>
                    <a:pt x="235" y="84"/>
                    <a:pt x="235" y="84"/>
                    <a:pt x="235" y="84"/>
                  </a:cubicBezTo>
                  <a:cubicBezTo>
                    <a:pt x="220" y="77"/>
                    <a:pt x="203" y="73"/>
                    <a:pt x="186" y="73"/>
                  </a:cubicBezTo>
                  <a:cubicBezTo>
                    <a:pt x="168" y="73"/>
                    <a:pt x="151" y="77"/>
                    <a:pt x="137" y="84"/>
                  </a:cubicBezTo>
                  <a:cubicBezTo>
                    <a:pt x="112" y="43"/>
                    <a:pt x="112" y="43"/>
                    <a:pt x="112" y="43"/>
                  </a:cubicBezTo>
                  <a:cubicBezTo>
                    <a:pt x="133" y="32"/>
                    <a:pt x="158" y="25"/>
                    <a:pt x="184" y="25"/>
                  </a:cubicBezTo>
                  <a:close/>
                  <a:moveTo>
                    <a:pt x="85" y="234"/>
                  </a:moveTo>
                  <a:cubicBezTo>
                    <a:pt x="44" y="259"/>
                    <a:pt x="44" y="259"/>
                    <a:pt x="44" y="259"/>
                  </a:cubicBezTo>
                  <a:cubicBezTo>
                    <a:pt x="33" y="237"/>
                    <a:pt x="26" y="213"/>
                    <a:pt x="26" y="187"/>
                  </a:cubicBezTo>
                  <a:cubicBezTo>
                    <a:pt x="25" y="160"/>
                    <a:pt x="32" y="134"/>
                    <a:pt x="44" y="111"/>
                  </a:cubicBezTo>
                  <a:cubicBezTo>
                    <a:pt x="85" y="136"/>
                    <a:pt x="85" y="136"/>
                    <a:pt x="85" y="136"/>
                  </a:cubicBezTo>
                  <a:cubicBezTo>
                    <a:pt x="78" y="151"/>
                    <a:pt x="74" y="167"/>
                    <a:pt x="74" y="185"/>
                  </a:cubicBezTo>
                  <a:cubicBezTo>
                    <a:pt x="74" y="203"/>
                    <a:pt x="78" y="219"/>
                    <a:pt x="85" y="234"/>
                  </a:cubicBezTo>
                  <a:close/>
                  <a:moveTo>
                    <a:pt x="188" y="345"/>
                  </a:moveTo>
                  <a:cubicBezTo>
                    <a:pt x="161" y="345"/>
                    <a:pt x="135" y="339"/>
                    <a:pt x="112" y="327"/>
                  </a:cubicBezTo>
                  <a:cubicBezTo>
                    <a:pt x="137" y="286"/>
                    <a:pt x="137" y="286"/>
                    <a:pt x="137" y="286"/>
                  </a:cubicBezTo>
                  <a:cubicBezTo>
                    <a:pt x="151" y="293"/>
                    <a:pt x="168" y="297"/>
                    <a:pt x="186" y="297"/>
                  </a:cubicBezTo>
                  <a:cubicBezTo>
                    <a:pt x="203" y="297"/>
                    <a:pt x="220" y="293"/>
                    <a:pt x="235" y="286"/>
                  </a:cubicBezTo>
                  <a:cubicBezTo>
                    <a:pt x="260" y="327"/>
                    <a:pt x="260" y="327"/>
                    <a:pt x="260" y="327"/>
                  </a:cubicBezTo>
                  <a:cubicBezTo>
                    <a:pt x="238" y="338"/>
                    <a:pt x="214" y="345"/>
                    <a:pt x="188" y="345"/>
                  </a:cubicBezTo>
                  <a:close/>
                  <a:moveTo>
                    <a:pt x="186" y="273"/>
                  </a:moveTo>
                  <a:cubicBezTo>
                    <a:pt x="137" y="273"/>
                    <a:pt x="98" y="233"/>
                    <a:pt x="98" y="185"/>
                  </a:cubicBezTo>
                  <a:cubicBezTo>
                    <a:pt x="98" y="136"/>
                    <a:pt x="137" y="97"/>
                    <a:pt x="186" y="97"/>
                  </a:cubicBezTo>
                  <a:cubicBezTo>
                    <a:pt x="234" y="97"/>
                    <a:pt x="274" y="136"/>
                    <a:pt x="274" y="185"/>
                  </a:cubicBezTo>
                  <a:cubicBezTo>
                    <a:pt x="274" y="233"/>
                    <a:pt x="234" y="273"/>
                    <a:pt x="186" y="273"/>
                  </a:cubicBezTo>
                  <a:close/>
                  <a:moveTo>
                    <a:pt x="286" y="234"/>
                  </a:moveTo>
                  <a:cubicBezTo>
                    <a:pt x="294" y="219"/>
                    <a:pt x="298" y="203"/>
                    <a:pt x="298" y="185"/>
                  </a:cubicBezTo>
                  <a:cubicBezTo>
                    <a:pt x="298" y="167"/>
                    <a:pt x="294" y="151"/>
                    <a:pt x="286" y="136"/>
                  </a:cubicBezTo>
                  <a:cubicBezTo>
                    <a:pt x="328" y="111"/>
                    <a:pt x="328" y="111"/>
                    <a:pt x="328" y="111"/>
                  </a:cubicBezTo>
                  <a:cubicBezTo>
                    <a:pt x="339" y="133"/>
                    <a:pt x="345" y="157"/>
                    <a:pt x="346" y="183"/>
                  </a:cubicBezTo>
                  <a:cubicBezTo>
                    <a:pt x="346" y="210"/>
                    <a:pt x="340" y="236"/>
                    <a:pt x="328" y="259"/>
                  </a:cubicBezTo>
                  <a:lnTo>
                    <a:pt x="286" y="234"/>
                  </a:lnTo>
                  <a:close/>
                </a:path>
              </a:pathLst>
            </a:custGeom>
            <a:solidFill>
              <a:schemeClr val="accent2"/>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39" name="Freeform 23"/>
            <p:cNvSpPr>
              <a:spLocks noEditPoints="1"/>
            </p:cNvSpPr>
            <p:nvPr/>
          </p:nvSpPr>
          <p:spPr bwMode="auto">
            <a:xfrm>
              <a:off x="5607375" y="3562825"/>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2"/>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grpSp>
      <p:sp>
        <p:nvSpPr>
          <p:cNvPr id="37" name="Content Placeholder 2"/>
          <p:cNvSpPr txBox="1">
            <a:spLocks/>
          </p:cNvSpPr>
          <p:nvPr/>
        </p:nvSpPr>
        <p:spPr>
          <a:xfrm>
            <a:off x="9660501" y="3729460"/>
            <a:ext cx="1828236" cy="734512"/>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solidFill>
                  <a:schemeClr val="bg1"/>
                </a:solidFill>
              </a:rPr>
              <a:t>Feature 6</a:t>
            </a:r>
          </a:p>
          <a:p>
            <a:pPr marL="0" indent="0">
              <a:buNone/>
            </a:pPr>
            <a:r>
              <a:rPr lang="en-US" sz="900" dirty="0">
                <a:solidFill>
                  <a:schemeClr val="bg1"/>
                </a:solidFill>
              </a:rPr>
              <a:t>Lorem ipsum dolor sit amet, consectetur adipiscing.</a:t>
            </a:r>
          </a:p>
        </p:txBody>
      </p:sp>
      <p:grpSp>
        <p:nvGrpSpPr>
          <p:cNvPr id="42" name="Group 41"/>
          <p:cNvGrpSpPr/>
          <p:nvPr/>
        </p:nvGrpSpPr>
        <p:grpSpPr>
          <a:xfrm>
            <a:off x="6420398" y="2195309"/>
            <a:ext cx="534419" cy="534561"/>
            <a:chOff x="3707904" y="1338582"/>
            <a:chExt cx="587140" cy="587140"/>
          </a:xfrm>
          <a:solidFill>
            <a:schemeClr val="accent2"/>
          </a:solidFill>
        </p:grpSpPr>
        <p:sp>
          <p:nvSpPr>
            <p:cNvPr id="44" name="Freeform 43"/>
            <p:cNvSpPr>
              <a:spLocks noEditPoints="1"/>
            </p:cNvSpPr>
            <p:nvPr/>
          </p:nvSpPr>
          <p:spPr bwMode="auto">
            <a:xfrm>
              <a:off x="3869342" y="1489799"/>
              <a:ext cx="232459" cy="261709"/>
            </a:xfrm>
            <a:custGeom>
              <a:avLst/>
              <a:gdLst>
                <a:gd name="T0" fmla="*/ 300 w 320"/>
                <a:gd name="T1" fmla="*/ 0 h 360"/>
                <a:gd name="T2" fmla="*/ 256 w 320"/>
                <a:gd name="T3" fmla="*/ 0 h 360"/>
                <a:gd name="T4" fmla="*/ 240 w 320"/>
                <a:gd name="T5" fmla="*/ 20 h 360"/>
                <a:gd name="T6" fmla="*/ 240 w 320"/>
                <a:gd name="T7" fmla="*/ 360 h 360"/>
                <a:gd name="T8" fmla="*/ 320 w 320"/>
                <a:gd name="T9" fmla="*/ 360 h 360"/>
                <a:gd name="T10" fmla="*/ 320 w 320"/>
                <a:gd name="T11" fmla="*/ 20 h 360"/>
                <a:gd name="T12" fmla="*/ 300 w 320"/>
                <a:gd name="T13" fmla="*/ 0 h 360"/>
                <a:gd name="T14" fmla="*/ 180 w 320"/>
                <a:gd name="T15" fmla="*/ 120 h 360"/>
                <a:gd name="T16" fmla="*/ 136 w 320"/>
                <a:gd name="T17" fmla="*/ 120 h 360"/>
                <a:gd name="T18" fmla="*/ 120 w 320"/>
                <a:gd name="T19" fmla="*/ 140 h 360"/>
                <a:gd name="T20" fmla="*/ 120 w 320"/>
                <a:gd name="T21" fmla="*/ 360 h 360"/>
                <a:gd name="T22" fmla="*/ 200 w 320"/>
                <a:gd name="T23" fmla="*/ 360 h 360"/>
                <a:gd name="T24" fmla="*/ 200 w 320"/>
                <a:gd name="T25" fmla="*/ 140 h 360"/>
                <a:gd name="T26" fmla="*/ 180 w 320"/>
                <a:gd name="T27" fmla="*/ 120 h 360"/>
                <a:gd name="T28" fmla="*/ 60 w 320"/>
                <a:gd name="T29" fmla="*/ 240 h 360"/>
                <a:gd name="T30" fmla="*/ 16 w 320"/>
                <a:gd name="T31" fmla="*/ 240 h 360"/>
                <a:gd name="T32" fmla="*/ 0 w 320"/>
                <a:gd name="T33" fmla="*/ 260 h 360"/>
                <a:gd name="T34" fmla="*/ 0 w 320"/>
                <a:gd name="T35" fmla="*/ 360 h 360"/>
                <a:gd name="T36" fmla="*/ 80 w 320"/>
                <a:gd name="T37" fmla="*/ 360 h 360"/>
                <a:gd name="T38" fmla="*/ 80 w 320"/>
                <a:gd name="T39" fmla="*/ 260 h 360"/>
                <a:gd name="T40" fmla="*/ 60 w 320"/>
                <a:gd name="T41" fmla="*/ 24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60">
                  <a:moveTo>
                    <a:pt x="300" y="0"/>
                  </a:moveTo>
                  <a:cubicBezTo>
                    <a:pt x="256" y="0"/>
                    <a:pt x="256" y="0"/>
                    <a:pt x="256" y="0"/>
                  </a:cubicBezTo>
                  <a:cubicBezTo>
                    <a:pt x="245" y="0"/>
                    <a:pt x="240" y="9"/>
                    <a:pt x="240" y="20"/>
                  </a:cubicBezTo>
                  <a:cubicBezTo>
                    <a:pt x="240" y="360"/>
                    <a:pt x="240" y="360"/>
                    <a:pt x="240" y="360"/>
                  </a:cubicBezTo>
                  <a:cubicBezTo>
                    <a:pt x="320" y="360"/>
                    <a:pt x="320" y="360"/>
                    <a:pt x="320" y="360"/>
                  </a:cubicBezTo>
                  <a:cubicBezTo>
                    <a:pt x="320" y="20"/>
                    <a:pt x="320" y="20"/>
                    <a:pt x="320" y="20"/>
                  </a:cubicBezTo>
                  <a:cubicBezTo>
                    <a:pt x="320" y="9"/>
                    <a:pt x="311" y="0"/>
                    <a:pt x="300" y="0"/>
                  </a:cubicBezTo>
                  <a:close/>
                  <a:moveTo>
                    <a:pt x="180" y="120"/>
                  </a:moveTo>
                  <a:cubicBezTo>
                    <a:pt x="136" y="120"/>
                    <a:pt x="136" y="120"/>
                    <a:pt x="136" y="120"/>
                  </a:cubicBezTo>
                  <a:cubicBezTo>
                    <a:pt x="125" y="120"/>
                    <a:pt x="120" y="129"/>
                    <a:pt x="120" y="140"/>
                  </a:cubicBezTo>
                  <a:cubicBezTo>
                    <a:pt x="120" y="360"/>
                    <a:pt x="120" y="360"/>
                    <a:pt x="120" y="360"/>
                  </a:cubicBezTo>
                  <a:cubicBezTo>
                    <a:pt x="200" y="360"/>
                    <a:pt x="200" y="360"/>
                    <a:pt x="200" y="360"/>
                  </a:cubicBezTo>
                  <a:cubicBezTo>
                    <a:pt x="200" y="140"/>
                    <a:pt x="200" y="140"/>
                    <a:pt x="200" y="140"/>
                  </a:cubicBezTo>
                  <a:cubicBezTo>
                    <a:pt x="200" y="129"/>
                    <a:pt x="191" y="120"/>
                    <a:pt x="180" y="120"/>
                  </a:cubicBezTo>
                  <a:close/>
                  <a:moveTo>
                    <a:pt x="60" y="240"/>
                  </a:moveTo>
                  <a:cubicBezTo>
                    <a:pt x="16" y="240"/>
                    <a:pt x="16" y="240"/>
                    <a:pt x="16" y="240"/>
                  </a:cubicBezTo>
                  <a:cubicBezTo>
                    <a:pt x="5" y="240"/>
                    <a:pt x="0" y="249"/>
                    <a:pt x="0" y="260"/>
                  </a:cubicBezTo>
                  <a:cubicBezTo>
                    <a:pt x="0" y="360"/>
                    <a:pt x="0" y="360"/>
                    <a:pt x="0" y="360"/>
                  </a:cubicBezTo>
                  <a:cubicBezTo>
                    <a:pt x="80" y="360"/>
                    <a:pt x="80" y="360"/>
                    <a:pt x="80" y="360"/>
                  </a:cubicBezTo>
                  <a:cubicBezTo>
                    <a:pt x="80" y="260"/>
                    <a:pt x="80" y="260"/>
                    <a:pt x="80" y="260"/>
                  </a:cubicBezTo>
                  <a:cubicBezTo>
                    <a:pt x="80" y="249"/>
                    <a:pt x="71" y="240"/>
                    <a:pt x="60" y="240"/>
                  </a:cubicBezTo>
                  <a:close/>
                </a:path>
              </a:pathLst>
            </a:custGeom>
            <a:solidFill>
              <a:schemeClr val="accent1"/>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45" name="Freeform 23"/>
            <p:cNvSpPr>
              <a:spLocks noEditPoints="1"/>
            </p:cNvSpPr>
            <p:nvPr/>
          </p:nvSpPr>
          <p:spPr bwMode="auto">
            <a:xfrm>
              <a:off x="3707904" y="1338582"/>
              <a:ext cx="587140" cy="587140"/>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1"/>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grpSp>
      <p:sp>
        <p:nvSpPr>
          <p:cNvPr id="43" name="Content Placeholder 2"/>
          <p:cNvSpPr txBox="1">
            <a:spLocks/>
          </p:cNvSpPr>
          <p:nvPr/>
        </p:nvSpPr>
        <p:spPr>
          <a:xfrm>
            <a:off x="7122701" y="2186345"/>
            <a:ext cx="1828238" cy="734512"/>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solidFill>
                  <a:schemeClr val="bg1"/>
                </a:solidFill>
              </a:rPr>
              <a:t>Feature 1</a:t>
            </a:r>
          </a:p>
          <a:p>
            <a:pPr marL="0" indent="0">
              <a:buNone/>
            </a:pPr>
            <a:r>
              <a:rPr lang="en-US" sz="900" dirty="0">
                <a:solidFill>
                  <a:schemeClr val="bg1"/>
                </a:solidFill>
              </a:rPr>
              <a:t>Lorem ipsum dolor sit amet, consectetur adipiscing.</a:t>
            </a:r>
          </a:p>
        </p:txBody>
      </p:sp>
      <p:sp>
        <p:nvSpPr>
          <p:cNvPr id="47" name="Content Placeholder 2"/>
          <p:cNvSpPr txBox="1">
            <a:spLocks/>
          </p:cNvSpPr>
          <p:nvPr/>
        </p:nvSpPr>
        <p:spPr>
          <a:xfrm>
            <a:off x="7136565" y="2965347"/>
            <a:ext cx="1828238" cy="734512"/>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solidFill>
                  <a:schemeClr val="bg1"/>
                </a:solidFill>
              </a:rPr>
              <a:t>Feature 2</a:t>
            </a:r>
          </a:p>
          <a:p>
            <a:pPr marL="0" indent="0">
              <a:buNone/>
            </a:pPr>
            <a:r>
              <a:rPr lang="en-US" sz="900" dirty="0">
                <a:solidFill>
                  <a:schemeClr val="bg1"/>
                </a:solidFill>
              </a:rPr>
              <a:t>Lorem ipsum dolor sit amet, consectetur adipiscing.</a:t>
            </a:r>
          </a:p>
        </p:txBody>
      </p:sp>
      <p:grpSp>
        <p:nvGrpSpPr>
          <p:cNvPr id="48" name="Group 47"/>
          <p:cNvGrpSpPr/>
          <p:nvPr/>
        </p:nvGrpSpPr>
        <p:grpSpPr>
          <a:xfrm>
            <a:off x="6420404" y="2982215"/>
            <a:ext cx="534419" cy="534561"/>
            <a:chOff x="2133600" y="2959325"/>
            <a:chExt cx="401025" cy="401025"/>
          </a:xfrm>
          <a:solidFill>
            <a:schemeClr val="accent2"/>
          </a:solidFill>
        </p:grpSpPr>
        <p:sp>
          <p:nvSpPr>
            <p:cNvPr id="49" name="Freeform 23"/>
            <p:cNvSpPr>
              <a:spLocks noEditPoints="1"/>
            </p:cNvSpPr>
            <p:nvPr/>
          </p:nvSpPr>
          <p:spPr bwMode="auto">
            <a:xfrm>
              <a:off x="2133600" y="2959325"/>
              <a:ext cx="401025" cy="401025"/>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rgbClr val="7030A0"/>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50" name="Freeform 21"/>
            <p:cNvSpPr>
              <a:spLocks noEditPoints="1"/>
            </p:cNvSpPr>
            <p:nvPr/>
          </p:nvSpPr>
          <p:spPr bwMode="auto">
            <a:xfrm>
              <a:off x="2261806" y="3069313"/>
              <a:ext cx="144612" cy="181051"/>
            </a:xfrm>
            <a:custGeom>
              <a:avLst/>
              <a:gdLst>
                <a:gd name="T0" fmla="*/ 311 w 321"/>
                <a:gd name="T1" fmla="*/ 99 h 402"/>
                <a:gd name="T2" fmla="*/ 189 w 321"/>
                <a:gd name="T3" fmla="*/ 11 h 402"/>
                <a:gd name="T4" fmla="*/ 94 w 321"/>
                <a:gd name="T5" fmla="*/ 126 h 402"/>
                <a:gd name="T6" fmla="*/ 109 w 321"/>
                <a:gd name="T7" fmla="*/ 174 h 402"/>
                <a:gd name="T8" fmla="*/ 6 w 321"/>
                <a:gd name="T9" fmla="*/ 328 h 402"/>
                <a:gd name="T10" fmla="*/ 1 w 321"/>
                <a:gd name="T11" fmla="*/ 351 h 402"/>
                <a:gd name="T12" fmla="*/ 8 w 321"/>
                <a:gd name="T13" fmla="*/ 390 h 402"/>
                <a:gd name="T14" fmla="*/ 22 w 321"/>
                <a:gd name="T15" fmla="*/ 401 h 402"/>
                <a:gd name="T16" fmla="*/ 52 w 321"/>
                <a:gd name="T17" fmla="*/ 395 h 402"/>
                <a:gd name="T18" fmla="*/ 71 w 321"/>
                <a:gd name="T19" fmla="*/ 382 h 402"/>
                <a:gd name="T20" fmla="*/ 111 w 321"/>
                <a:gd name="T21" fmla="*/ 316 h 402"/>
                <a:gd name="T22" fmla="*/ 112 w 321"/>
                <a:gd name="T23" fmla="*/ 316 h 402"/>
                <a:gd name="T24" fmla="*/ 140 w 321"/>
                <a:gd name="T25" fmla="*/ 311 h 402"/>
                <a:gd name="T26" fmla="*/ 187 w 321"/>
                <a:gd name="T27" fmla="*/ 233 h 402"/>
                <a:gd name="T28" fmla="*/ 239 w 321"/>
                <a:gd name="T29" fmla="*/ 232 h 402"/>
                <a:gd name="T30" fmla="*/ 311 w 321"/>
                <a:gd name="T31" fmla="*/ 99 h 402"/>
                <a:gd name="T32" fmla="*/ 260 w 321"/>
                <a:gd name="T33" fmla="*/ 130 h 402"/>
                <a:gd name="T34" fmla="*/ 206 w 321"/>
                <a:gd name="T35" fmla="*/ 120 h 402"/>
                <a:gd name="T36" fmla="*/ 179 w 321"/>
                <a:gd name="T37" fmla="*/ 71 h 402"/>
                <a:gd name="T38" fmla="*/ 248 w 321"/>
                <a:gd name="T39" fmla="*/ 58 h 402"/>
                <a:gd name="T40" fmla="*/ 260 w 321"/>
                <a:gd name="T41" fmla="*/ 13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1" h="402">
                  <a:moveTo>
                    <a:pt x="311" y="99"/>
                  </a:moveTo>
                  <a:cubicBezTo>
                    <a:pt x="301" y="40"/>
                    <a:pt x="246" y="0"/>
                    <a:pt x="189" y="11"/>
                  </a:cubicBezTo>
                  <a:cubicBezTo>
                    <a:pt x="132" y="21"/>
                    <a:pt x="84" y="67"/>
                    <a:pt x="94" y="126"/>
                  </a:cubicBezTo>
                  <a:cubicBezTo>
                    <a:pt x="96" y="139"/>
                    <a:pt x="102" y="159"/>
                    <a:pt x="109" y="174"/>
                  </a:cubicBezTo>
                  <a:cubicBezTo>
                    <a:pt x="6" y="328"/>
                    <a:pt x="6" y="328"/>
                    <a:pt x="6" y="328"/>
                  </a:cubicBezTo>
                  <a:cubicBezTo>
                    <a:pt x="2" y="334"/>
                    <a:pt x="0" y="344"/>
                    <a:pt x="1" y="351"/>
                  </a:cubicBezTo>
                  <a:cubicBezTo>
                    <a:pt x="8" y="390"/>
                    <a:pt x="8" y="390"/>
                    <a:pt x="8" y="390"/>
                  </a:cubicBezTo>
                  <a:cubicBezTo>
                    <a:pt x="9" y="397"/>
                    <a:pt x="15" y="402"/>
                    <a:pt x="22" y="401"/>
                  </a:cubicBezTo>
                  <a:cubicBezTo>
                    <a:pt x="52" y="395"/>
                    <a:pt x="52" y="395"/>
                    <a:pt x="52" y="395"/>
                  </a:cubicBezTo>
                  <a:cubicBezTo>
                    <a:pt x="59" y="394"/>
                    <a:pt x="67" y="388"/>
                    <a:pt x="71" y="382"/>
                  </a:cubicBezTo>
                  <a:cubicBezTo>
                    <a:pt x="111" y="316"/>
                    <a:pt x="111" y="316"/>
                    <a:pt x="111" y="316"/>
                  </a:cubicBezTo>
                  <a:cubicBezTo>
                    <a:pt x="112" y="316"/>
                    <a:pt x="112" y="316"/>
                    <a:pt x="112" y="316"/>
                  </a:cubicBezTo>
                  <a:cubicBezTo>
                    <a:pt x="140" y="311"/>
                    <a:pt x="140" y="311"/>
                    <a:pt x="140" y="311"/>
                  </a:cubicBezTo>
                  <a:cubicBezTo>
                    <a:pt x="187" y="233"/>
                    <a:pt x="187" y="233"/>
                    <a:pt x="187" y="233"/>
                  </a:cubicBezTo>
                  <a:cubicBezTo>
                    <a:pt x="203" y="236"/>
                    <a:pt x="226" y="235"/>
                    <a:pt x="239" y="232"/>
                  </a:cubicBezTo>
                  <a:cubicBezTo>
                    <a:pt x="296" y="222"/>
                    <a:pt x="321" y="159"/>
                    <a:pt x="311" y="99"/>
                  </a:cubicBezTo>
                  <a:close/>
                  <a:moveTo>
                    <a:pt x="260" y="130"/>
                  </a:moveTo>
                  <a:cubicBezTo>
                    <a:pt x="244" y="153"/>
                    <a:pt x="228" y="137"/>
                    <a:pt x="206" y="120"/>
                  </a:cubicBezTo>
                  <a:cubicBezTo>
                    <a:pt x="184" y="104"/>
                    <a:pt x="163" y="94"/>
                    <a:pt x="179" y="71"/>
                  </a:cubicBezTo>
                  <a:cubicBezTo>
                    <a:pt x="195" y="47"/>
                    <a:pt x="226" y="42"/>
                    <a:pt x="248" y="58"/>
                  </a:cubicBezTo>
                  <a:cubicBezTo>
                    <a:pt x="270" y="74"/>
                    <a:pt x="276" y="107"/>
                    <a:pt x="260" y="130"/>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endParaRPr lang="en-US" sz="2299" dirty="0">
                <a:solidFill>
                  <a:schemeClr val="bg1"/>
                </a:solidFill>
              </a:endParaRPr>
            </a:p>
          </p:txBody>
        </p:sp>
      </p:grpSp>
      <p:sp>
        <p:nvSpPr>
          <p:cNvPr id="52" name="Content Placeholder 2"/>
          <p:cNvSpPr txBox="1">
            <a:spLocks/>
          </p:cNvSpPr>
          <p:nvPr/>
        </p:nvSpPr>
        <p:spPr>
          <a:xfrm>
            <a:off x="7122696" y="3743289"/>
            <a:ext cx="1828235" cy="734509"/>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dirty="0">
                <a:solidFill>
                  <a:schemeClr val="bg1"/>
                </a:solidFill>
              </a:rPr>
              <a:t>Feature 3</a:t>
            </a:r>
          </a:p>
          <a:p>
            <a:pPr marL="0" indent="0">
              <a:buNone/>
            </a:pPr>
            <a:r>
              <a:rPr lang="en-US" sz="900" dirty="0">
                <a:solidFill>
                  <a:schemeClr val="bg1"/>
                </a:solidFill>
              </a:rPr>
              <a:t>Lorem ipsum dolor sit amet, consectetur adipiscing.</a:t>
            </a:r>
          </a:p>
        </p:txBody>
      </p:sp>
      <p:grpSp>
        <p:nvGrpSpPr>
          <p:cNvPr id="53" name="Group 52"/>
          <p:cNvGrpSpPr/>
          <p:nvPr/>
        </p:nvGrpSpPr>
        <p:grpSpPr>
          <a:xfrm>
            <a:off x="6420400" y="3718608"/>
            <a:ext cx="534418" cy="534558"/>
            <a:chOff x="2133600" y="3695926"/>
            <a:chExt cx="401025" cy="401024"/>
          </a:xfrm>
        </p:grpSpPr>
        <p:sp>
          <p:nvSpPr>
            <p:cNvPr id="54" name="Freeform 23"/>
            <p:cNvSpPr>
              <a:spLocks noEditPoints="1"/>
            </p:cNvSpPr>
            <p:nvPr/>
          </p:nvSpPr>
          <p:spPr bwMode="auto">
            <a:xfrm>
              <a:off x="2133600" y="3695926"/>
              <a:ext cx="401025" cy="401024"/>
            </a:xfrm>
            <a:custGeom>
              <a:avLst/>
              <a:gdLst>
                <a:gd name="T0" fmla="*/ 192 w 384"/>
                <a:gd name="T1" fmla="*/ 0 h 384"/>
                <a:gd name="T2" fmla="*/ 0 w 384"/>
                <a:gd name="T3" fmla="*/ 192 h 384"/>
                <a:gd name="T4" fmla="*/ 192 w 384"/>
                <a:gd name="T5" fmla="*/ 384 h 384"/>
                <a:gd name="T6" fmla="*/ 384 w 384"/>
                <a:gd name="T7" fmla="*/ 192 h 384"/>
                <a:gd name="T8" fmla="*/ 192 w 384"/>
                <a:gd name="T9" fmla="*/ 0 h 384"/>
                <a:gd name="T10" fmla="*/ 192 w 384"/>
                <a:gd name="T11" fmla="*/ 349 h 384"/>
                <a:gd name="T12" fmla="*/ 35 w 384"/>
                <a:gd name="T13" fmla="*/ 192 h 384"/>
                <a:gd name="T14" fmla="*/ 192 w 384"/>
                <a:gd name="T15" fmla="*/ 35 h 384"/>
                <a:gd name="T16" fmla="*/ 349 w 384"/>
                <a:gd name="T17" fmla="*/ 192 h 384"/>
                <a:gd name="T18" fmla="*/ 192 w 384"/>
                <a:gd name="T19" fmla="*/ 34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192" y="349"/>
                  </a:moveTo>
                  <a:cubicBezTo>
                    <a:pt x="105" y="349"/>
                    <a:pt x="35" y="278"/>
                    <a:pt x="35" y="192"/>
                  </a:cubicBezTo>
                  <a:cubicBezTo>
                    <a:pt x="35" y="105"/>
                    <a:pt x="105" y="35"/>
                    <a:pt x="192" y="35"/>
                  </a:cubicBezTo>
                  <a:cubicBezTo>
                    <a:pt x="278" y="35"/>
                    <a:pt x="349" y="105"/>
                    <a:pt x="349" y="192"/>
                  </a:cubicBezTo>
                  <a:cubicBezTo>
                    <a:pt x="349" y="278"/>
                    <a:pt x="278" y="349"/>
                    <a:pt x="192" y="349"/>
                  </a:cubicBezTo>
                  <a:close/>
                </a:path>
              </a:pathLst>
            </a:custGeom>
            <a:solidFill>
              <a:schemeClr val="accent6"/>
            </a:solidFill>
            <a:ln>
              <a:noFill/>
            </a:ln>
          </p:spPr>
          <p:txBody>
            <a:bodyPr vert="horz" wrap="square" lIns="91416" tIns="45708" rIns="91416" bIns="45708" numCol="1" anchor="t" anchorCtr="0" compatLnSpc="1">
              <a:prstTxWarp prst="textNoShape">
                <a:avLst/>
              </a:prstTxWarp>
            </a:bodyPr>
            <a:lstStyle/>
            <a:p>
              <a:endParaRPr lang="en-US" sz="1400" dirty="0">
                <a:solidFill>
                  <a:schemeClr val="bg1"/>
                </a:solidFill>
              </a:endParaRPr>
            </a:p>
          </p:txBody>
        </p:sp>
        <p:sp>
          <p:nvSpPr>
            <p:cNvPr id="55" name="Freeform 26"/>
            <p:cNvSpPr>
              <a:spLocks noEditPoints="1"/>
            </p:cNvSpPr>
            <p:nvPr/>
          </p:nvSpPr>
          <p:spPr bwMode="auto">
            <a:xfrm>
              <a:off x="2246237" y="3846283"/>
              <a:ext cx="167008" cy="100311"/>
            </a:xfrm>
            <a:custGeom>
              <a:avLst/>
              <a:gdLst>
                <a:gd name="T0" fmla="*/ 308 w 400"/>
                <a:gd name="T1" fmla="*/ 120 h 240"/>
                <a:gd name="T2" fmla="*/ 353 w 400"/>
                <a:gd name="T3" fmla="*/ 33 h 240"/>
                <a:gd name="T4" fmla="*/ 380 w 400"/>
                <a:gd name="T5" fmla="*/ 33 h 240"/>
                <a:gd name="T6" fmla="*/ 307 w 400"/>
                <a:gd name="T7" fmla="*/ 0 h 240"/>
                <a:gd name="T8" fmla="*/ 106 w 400"/>
                <a:gd name="T9" fmla="*/ 0 h 240"/>
                <a:gd name="T10" fmla="*/ 0 w 400"/>
                <a:gd name="T11" fmla="*/ 120 h 240"/>
                <a:gd name="T12" fmla="*/ 106 w 400"/>
                <a:gd name="T13" fmla="*/ 240 h 240"/>
                <a:gd name="T14" fmla="*/ 307 w 400"/>
                <a:gd name="T15" fmla="*/ 240 h 240"/>
                <a:gd name="T16" fmla="*/ 380 w 400"/>
                <a:gd name="T17" fmla="*/ 206 h 240"/>
                <a:gd name="T18" fmla="*/ 353 w 400"/>
                <a:gd name="T19" fmla="*/ 206 h 240"/>
                <a:gd name="T20" fmla="*/ 308 w 400"/>
                <a:gd name="T21" fmla="*/ 120 h 240"/>
                <a:gd name="T22" fmla="*/ 254 w 400"/>
                <a:gd name="T23" fmla="*/ 156 h 240"/>
                <a:gd name="T24" fmla="*/ 240 w 400"/>
                <a:gd name="T25" fmla="*/ 156 h 240"/>
                <a:gd name="T26" fmla="*/ 181 w 400"/>
                <a:gd name="T27" fmla="*/ 129 h 240"/>
                <a:gd name="T28" fmla="*/ 172 w 400"/>
                <a:gd name="T29" fmla="*/ 152 h 240"/>
                <a:gd name="T30" fmla="*/ 147 w 400"/>
                <a:gd name="T31" fmla="*/ 160 h 240"/>
                <a:gd name="T32" fmla="*/ 76 w 400"/>
                <a:gd name="T33" fmla="*/ 95 h 240"/>
                <a:gd name="T34" fmla="*/ 72 w 400"/>
                <a:gd name="T35" fmla="*/ 84 h 240"/>
                <a:gd name="T36" fmla="*/ 86 w 400"/>
                <a:gd name="T37" fmla="*/ 84 h 240"/>
                <a:gd name="T38" fmla="*/ 145 w 400"/>
                <a:gd name="T39" fmla="*/ 111 h 240"/>
                <a:gd name="T40" fmla="*/ 154 w 400"/>
                <a:gd name="T41" fmla="*/ 88 h 240"/>
                <a:gd name="T42" fmla="*/ 178 w 400"/>
                <a:gd name="T43" fmla="*/ 80 h 240"/>
                <a:gd name="T44" fmla="*/ 250 w 400"/>
                <a:gd name="T45" fmla="*/ 145 h 240"/>
                <a:gd name="T46" fmla="*/ 254 w 400"/>
                <a:gd name="T47" fmla="*/ 156 h 240"/>
                <a:gd name="T48" fmla="*/ 377 w 400"/>
                <a:gd name="T49" fmla="*/ 78 h 240"/>
                <a:gd name="T50" fmla="*/ 362 w 400"/>
                <a:gd name="T51" fmla="*/ 78 h 240"/>
                <a:gd name="T52" fmla="*/ 340 w 400"/>
                <a:gd name="T53" fmla="*/ 118 h 240"/>
                <a:gd name="T54" fmla="*/ 362 w 400"/>
                <a:gd name="T55" fmla="*/ 158 h 240"/>
                <a:gd name="T56" fmla="*/ 377 w 400"/>
                <a:gd name="T57" fmla="*/ 158 h 240"/>
                <a:gd name="T58" fmla="*/ 400 w 400"/>
                <a:gd name="T59" fmla="*/ 118 h 240"/>
                <a:gd name="T60" fmla="*/ 377 w 400"/>
                <a:gd name="T61" fmla="*/ 7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00" h="240">
                  <a:moveTo>
                    <a:pt x="308" y="120"/>
                  </a:moveTo>
                  <a:cubicBezTo>
                    <a:pt x="308" y="65"/>
                    <a:pt x="333" y="33"/>
                    <a:pt x="353" y="33"/>
                  </a:cubicBezTo>
                  <a:cubicBezTo>
                    <a:pt x="361" y="33"/>
                    <a:pt x="380" y="33"/>
                    <a:pt x="380" y="33"/>
                  </a:cubicBezTo>
                  <a:cubicBezTo>
                    <a:pt x="366" y="12"/>
                    <a:pt x="355" y="0"/>
                    <a:pt x="307" y="0"/>
                  </a:cubicBezTo>
                  <a:cubicBezTo>
                    <a:pt x="106" y="0"/>
                    <a:pt x="106" y="0"/>
                    <a:pt x="106" y="0"/>
                  </a:cubicBezTo>
                  <a:cubicBezTo>
                    <a:pt x="32" y="0"/>
                    <a:pt x="0" y="69"/>
                    <a:pt x="0" y="120"/>
                  </a:cubicBezTo>
                  <a:cubicBezTo>
                    <a:pt x="0" y="171"/>
                    <a:pt x="32" y="240"/>
                    <a:pt x="106" y="240"/>
                  </a:cubicBezTo>
                  <a:cubicBezTo>
                    <a:pt x="307" y="240"/>
                    <a:pt x="307" y="240"/>
                    <a:pt x="307" y="240"/>
                  </a:cubicBezTo>
                  <a:cubicBezTo>
                    <a:pt x="355" y="240"/>
                    <a:pt x="366" y="227"/>
                    <a:pt x="380" y="206"/>
                  </a:cubicBezTo>
                  <a:cubicBezTo>
                    <a:pt x="380" y="206"/>
                    <a:pt x="373" y="206"/>
                    <a:pt x="353" y="206"/>
                  </a:cubicBezTo>
                  <a:cubicBezTo>
                    <a:pt x="333" y="206"/>
                    <a:pt x="308" y="175"/>
                    <a:pt x="308" y="120"/>
                  </a:cubicBezTo>
                  <a:close/>
                  <a:moveTo>
                    <a:pt x="254" y="156"/>
                  </a:moveTo>
                  <a:cubicBezTo>
                    <a:pt x="250" y="161"/>
                    <a:pt x="240" y="156"/>
                    <a:pt x="240" y="156"/>
                  </a:cubicBezTo>
                  <a:cubicBezTo>
                    <a:pt x="181" y="129"/>
                    <a:pt x="181" y="129"/>
                    <a:pt x="181" y="129"/>
                  </a:cubicBezTo>
                  <a:cubicBezTo>
                    <a:pt x="181" y="129"/>
                    <a:pt x="176" y="143"/>
                    <a:pt x="172" y="152"/>
                  </a:cubicBezTo>
                  <a:cubicBezTo>
                    <a:pt x="167" y="162"/>
                    <a:pt x="164" y="172"/>
                    <a:pt x="147" y="160"/>
                  </a:cubicBezTo>
                  <a:cubicBezTo>
                    <a:pt x="130" y="148"/>
                    <a:pt x="76" y="95"/>
                    <a:pt x="76" y="95"/>
                  </a:cubicBezTo>
                  <a:cubicBezTo>
                    <a:pt x="76" y="95"/>
                    <a:pt x="69" y="90"/>
                    <a:pt x="72" y="84"/>
                  </a:cubicBezTo>
                  <a:cubicBezTo>
                    <a:pt x="76" y="79"/>
                    <a:pt x="86" y="84"/>
                    <a:pt x="86" y="84"/>
                  </a:cubicBezTo>
                  <a:cubicBezTo>
                    <a:pt x="145" y="111"/>
                    <a:pt x="145" y="111"/>
                    <a:pt x="145" y="111"/>
                  </a:cubicBezTo>
                  <a:cubicBezTo>
                    <a:pt x="145" y="111"/>
                    <a:pt x="150" y="97"/>
                    <a:pt x="154" y="88"/>
                  </a:cubicBezTo>
                  <a:cubicBezTo>
                    <a:pt x="158" y="79"/>
                    <a:pt x="161" y="68"/>
                    <a:pt x="178" y="80"/>
                  </a:cubicBezTo>
                  <a:cubicBezTo>
                    <a:pt x="195" y="92"/>
                    <a:pt x="250" y="145"/>
                    <a:pt x="250" y="145"/>
                  </a:cubicBezTo>
                  <a:cubicBezTo>
                    <a:pt x="250" y="145"/>
                    <a:pt x="257" y="150"/>
                    <a:pt x="254" y="156"/>
                  </a:cubicBezTo>
                  <a:close/>
                  <a:moveTo>
                    <a:pt x="377" y="78"/>
                  </a:moveTo>
                  <a:cubicBezTo>
                    <a:pt x="362" y="78"/>
                    <a:pt x="362" y="78"/>
                    <a:pt x="362" y="78"/>
                  </a:cubicBezTo>
                  <a:cubicBezTo>
                    <a:pt x="351" y="78"/>
                    <a:pt x="340" y="94"/>
                    <a:pt x="340" y="118"/>
                  </a:cubicBezTo>
                  <a:cubicBezTo>
                    <a:pt x="340" y="143"/>
                    <a:pt x="351" y="158"/>
                    <a:pt x="362" y="158"/>
                  </a:cubicBezTo>
                  <a:cubicBezTo>
                    <a:pt x="377" y="158"/>
                    <a:pt x="377" y="158"/>
                    <a:pt x="377" y="158"/>
                  </a:cubicBezTo>
                  <a:cubicBezTo>
                    <a:pt x="388" y="158"/>
                    <a:pt x="400" y="143"/>
                    <a:pt x="400" y="118"/>
                  </a:cubicBezTo>
                  <a:cubicBezTo>
                    <a:pt x="400" y="94"/>
                    <a:pt x="388" y="78"/>
                    <a:pt x="377" y="78"/>
                  </a:cubicBezTo>
                  <a:close/>
                </a:path>
              </a:pathLst>
            </a:custGeom>
            <a:solidFill>
              <a:schemeClr val="accent6"/>
            </a:solidFill>
            <a:ln>
              <a:noFill/>
            </a:ln>
          </p:spPr>
          <p:txBody>
            <a:bodyPr vert="horz" wrap="square" lIns="91416" tIns="45708" rIns="91416" bIns="45708" numCol="1" anchor="t" anchorCtr="0" compatLnSpc="1">
              <a:prstTxWarp prst="textNoShape">
                <a:avLst/>
              </a:prstTxWarp>
            </a:bodyPr>
            <a:lstStyle/>
            <a:p>
              <a:endParaRPr lang="en-US" sz="2299" dirty="0">
                <a:solidFill>
                  <a:schemeClr val="bg1"/>
                </a:solidFill>
              </a:endParaRPr>
            </a:p>
          </p:txBody>
        </p:sp>
      </p:grpSp>
      <p:sp>
        <p:nvSpPr>
          <p:cNvPr id="56" name="Content Placeholder 2"/>
          <p:cNvSpPr txBox="1">
            <a:spLocks/>
          </p:cNvSpPr>
          <p:nvPr/>
        </p:nvSpPr>
        <p:spPr>
          <a:xfrm>
            <a:off x="795789" y="5279245"/>
            <a:ext cx="10569744" cy="1300663"/>
          </a:xfrm>
          <a:prstGeom prst="rect">
            <a:avLst/>
          </a:prstGeom>
        </p:spPr>
        <p:txBody>
          <a:bodyPr vert="horz" lIns="91416" tIns="45708" rIns="91416" bIns="45708" rtlCol="0">
            <a:normAutofit/>
          </a:bodyPr>
          <a:lstStyle>
            <a:lvl1pPr marL="342900" indent="-3429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buNone/>
            </a:pPr>
            <a:r>
              <a:rPr lang="en-US" sz="1100" dirty="0">
                <a:solidFill>
                  <a:schemeClr val="tx1">
                    <a:lumMod val="65000"/>
                    <a:lumOff val="35000"/>
                  </a:schemeClr>
                </a:solidFill>
              </a:rPr>
              <a:t>Lorem ipsum dolor sit amet, consectetur adipiscing elit. Fusce suscipit neque non libero aliquam, ut facilisis lacus pretium. Sed imperdiet tincidunt velit laoreet facilisis. Praesent tempus ipsum suscipit, dictum nulla a, sagittis sapien. Curabitur a nisl facilisis lectus posuere pharetra porta sed neque. Fusce porttitor venenatis ipsum at ullamcorper. Suspendisse sodales leo vehicula libero pharetra, ac porttitor metus mollis.</a:t>
            </a:r>
          </a:p>
        </p:txBody>
      </p:sp>
      <p:sp>
        <p:nvSpPr>
          <p:cNvPr id="58"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MEDIA MOCKUPS</a:t>
            </a:r>
          </a:p>
        </p:txBody>
      </p:sp>
      <p:sp>
        <p:nvSpPr>
          <p:cNvPr id="59" name="Rectangle 58"/>
          <p:cNvSpPr/>
          <p:nvPr/>
        </p:nvSpPr>
        <p:spPr>
          <a:xfrm>
            <a:off x="3011622" y="749296"/>
            <a:ext cx="6165580" cy="276927"/>
          </a:xfrm>
          <a:prstGeom prst="rect">
            <a:avLst/>
          </a:prstGeom>
        </p:spPr>
        <p:txBody>
          <a:bodyPr wrap="square">
            <a:spAutoFit/>
          </a:bodyPr>
          <a:lstStyle/>
          <a:p>
            <a:pPr algn="ctr"/>
            <a:r>
              <a:rPr lang="en-US" sz="1200" dirty="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60" name="Group 59"/>
          <p:cNvGrpSpPr/>
          <p:nvPr/>
        </p:nvGrpSpPr>
        <p:grpSpPr>
          <a:xfrm rot="10800000" flipV="1">
            <a:off x="5380522" y="1080697"/>
            <a:ext cx="1427781" cy="45707"/>
            <a:chOff x="3965945" y="1385354"/>
            <a:chExt cx="4572000" cy="79107"/>
          </a:xfrm>
        </p:grpSpPr>
        <p:sp>
          <p:nvSpPr>
            <p:cNvPr id="61" name="Rectangle 60"/>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62" name="Rectangle 61"/>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63" name="Rectangle 62"/>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64" name="Rectangle 63"/>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65" name="Rectangle 64"/>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2" name="Picture Placeholder 1"/>
          <p:cNvSpPr>
            <a:spLocks noGrp="1"/>
          </p:cNvSpPr>
          <p:nvPr>
            <p:ph type="pic" sz="quarter" idx="10"/>
          </p:nvPr>
        </p:nvSpPr>
        <p:spPr/>
      </p:sp>
    </p:spTree>
    <p:extLst>
      <p:ext uri="{BB962C8B-B14F-4D97-AF65-F5344CB8AC3E}">
        <p14:creationId xmlns:p14="http://schemas.microsoft.com/office/powerpoint/2010/main" val="96441741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par>
                          <p:cTn id="8" fill="hold">
                            <p:stCondLst>
                              <p:cond delay="500"/>
                            </p:stCondLst>
                            <p:childTnLst>
                              <p:par>
                                <p:cTn id="9" presetID="49" presetClass="entr" presetSubtype="0" decel="100000" fill="hold" nodeType="afterEffect">
                                  <p:stCondLst>
                                    <p:cond delay="0"/>
                                  </p:stCondLst>
                                  <p:childTnLst>
                                    <p:set>
                                      <p:cBhvr>
                                        <p:cTn id="10" dur="1" fill="hold">
                                          <p:stCondLst>
                                            <p:cond delay="0"/>
                                          </p:stCondLst>
                                        </p:cTn>
                                        <p:tgtEl>
                                          <p:spTgt spid="60"/>
                                        </p:tgtEl>
                                        <p:attrNameLst>
                                          <p:attrName>style.visibility</p:attrName>
                                        </p:attrNameLst>
                                      </p:cBhvr>
                                      <p:to>
                                        <p:strVal val="visible"/>
                                      </p:to>
                                    </p:set>
                                    <p:anim calcmode="lin" valueType="num">
                                      <p:cBhvr>
                                        <p:cTn id="11" dur="500" fill="hold"/>
                                        <p:tgtEl>
                                          <p:spTgt spid="60"/>
                                        </p:tgtEl>
                                        <p:attrNameLst>
                                          <p:attrName>ppt_w</p:attrName>
                                        </p:attrNameLst>
                                      </p:cBhvr>
                                      <p:tavLst>
                                        <p:tav tm="0">
                                          <p:val>
                                            <p:fltVal val="0"/>
                                          </p:val>
                                        </p:tav>
                                        <p:tav tm="100000">
                                          <p:val>
                                            <p:strVal val="#ppt_w"/>
                                          </p:val>
                                        </p:tav>
                                      </p:tavLst>
                                    </p:anim>
                                    <p:anim calcmode="lin" valueType="num">
                                      <p:cBhvr>
                                        <p:cTn id="12" dur="500" fill="hold"/>
                                        <p:tgtEl>
                                          <p:spTgt spid="60"/>
                                        </p:tgtEl>
                                        <p:attrNameLst>
                                          <p:attrName>ppt_h</p:attrName>
                                        </p:attrNameLst>
                                      </p:cBhvr>
                                      <p:tavLst>
                                        <p:tav tm="0">
                                          <p:val>
                                            <p:fltVal val="0"/>
                                          </p:val>
                                        </p:tav>
                                        <p:tav tm="100000">
                                          <p:val>
                                            <p:strVal val="#ppt_h"/>
                                          </p:val>
                                        </p:tav>
                                      </p:tavLst>
                                    </p:anim>
                                    <p:anim calcmode="lin" valueType="num">
                                      <p:cBhvr>
                                        <p:cTn id="13" dur="500" fill="hold"/>
                                        <p:tgtEl>
                                          <p:spTgt spid="60"/>
                                        </p:tgtEl>
                                        <p:attrNameLst>
                                          <p:attrName>style.rotation</p:attrName>
                                        </p:attrNameLst>
                                      </p:cBhvr>
                                      <p:tavLst>
                                        <p:tav tm="0">
                                          <p:val>
                                            <p:fltVal val="360"/>
                                          </p:val>
                                        </p:tav>
                                        <p:tav tm="100000">
                                          <p:val>
                                            <p:fltVal val="0"/>
                                          </p:val>
                                        </p:tav>
                                      </p:tavLst>
                                    </p:anim>
                                    <p:animEffect transition="in" filter="fade">
                                      <p:cBhvr>
                                        <p:cTn id="14"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4294967295"/>
          </p:nvPr>
        </p:nvSpPr>
        <p:spPr>
          <a:xfrm>
            <a:off x="5708604" y="2204841"/>
            <a:ext cx="5188378" cy="3717517"/>
          </a:xfrm>
        </p:spPr>
        <p:txBody>
          <a:bodyPr>
            <a:noAutofit/>
          </a:bodyPr>
          <a:lstStyle/>
          <a:p>
            <a:pPr marL="0" indent="0">
              <a:buNone/>
            </a:pPr>
            <a:r>
              <a:rPr lang="en-US" sz="1300" dirty="0" err="1" smtClean="0">
                <a:latin typeface="Open Sans Light" panose="020B0306030504020204" pitchFamily="34" charset="0"/>
                <a:ea typeface="Open Sans Light" panose="020B0306030504020204" pitchFamily="34" charset="0"/>
                <a:cs typeface="Open Sans Light" panose="020B0306030504020204" pitchFamily="34" charset="0"/>
              </a:rPr>
              <a:t>Lorem</a:t>
            </a: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300" dirty="0" err="1" smtClean="0">
                <a:latin typeface="Open Sans Light" panose="020B0306030504020204" pitchFamily="34" charset="0"/>
                <a:ea typeface="Open Sans Light" panose="020B0306030504020204" pitchFamily="34" charset="0"/>
                <a:cs typeface="Open Sans Light" panose="020B0306030504020204" pitchFamily="34" charset="0"/>
              </a:rPr>
              <a:t>Ipsum</a:t>
            </a: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 </a:t>
            </a:r>
            <a:r>
              <a:rPr lang="en-US" sz="1300" dirty="0" err="1" smtClean="0">
                <a:latin typeface="Open Sans Light" panose="020B0306030504020204" pitchFamily="34" charset="0"/>
                <a:ea typeface="Open Sans Light" panose="020B0306030504020204" pitchFamily="34" charset="0"/>
                <a:cs typeface="Open Sans Light" panose="020B0306030504020204" pitchFamily="34" charset="0"/>
              </a:rPr>
              <a:t>Lorem</a:t>
            </a: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300" dirty="0" err="1" smtClean="0">
                <a:latin typeface="Open Sans Light" panose="020B0306030504020204" pitchFamily="34" charset="0"/>
                <a:ea typeface="Open Sans Light" panose="020B0306030504020204" pitchFamily="34" charset="0"/>
                <a:cs typeface="Open Sans Light" panose="020B0306030504020204" pitchFamily="34" charset="0"/>
              </a:rPr>
              <a:t>Ipsum</a:t>
            </a: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300" dirty="0" err="1" smtClean="0">
                <a:latin typeface="Open Sans Light" panose="020B0306030504020204" pitchFamily="34" charset="0"/>
                <a:ea typeface="Open Sans Light" panose="020B0306030504020204" pitchFamily="34" charset="0"/>
                <a:cs typeface="Open Sans Light" panose="020B0306030504020204" pitchFamily="34" charset="0"/>
              </a:rPr>
              <a:t>popularised</a:t>
            </a: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 in the 1960s with the release of </a:t>
            </a:r>
            <a:r>
              <a:rPr lang="en-US" sz="1300" dirty="0" err="1" smtClean="0">
                <a:latin typeface="Open Sans Light" panose="020B0306030504020204" pitchFamily="34" charset="0"/>
                <a:ea typeface="Open Sans Light" panose="020B0306030504020204" pitchFamily="34" charset="0"/>
                <a:cs typeface="Open Sans Light" panose="020B0306030504020204" pitchFamily="34" charset="0"/>
              </a:rPr>
              <a:t>Letraset</a:t>
            </a: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 sheets containing </a:t>
            </a:r>
            <a:r>
              <a:rPr lang="en-US" sz="1300" dirty="0" err="1" smtClean="0">
                <a:latin typeface="Open Sans Light" panose="020B0306030504020204" pitchFamily="34" charset="0"/>
                <a:ea typeface="Open Sans Light" panose="020B0306030504020204" pitchFamily="34" charset="0"/>
                <a:cs typeface="Open Sans Light" panose="020B0306030504020204" pitchFamily="34" charset="0"/>
              </a:rPr>
              <a:t>Lorem</a:t>
            </a: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300" dirty="0" err="1" smtClean="0">
                <a:latin typeface="Open Sans Light" panose="020B0306030504020204" pitchFamily="34" charset="0"/>
                <a:ea typeface="Open Sans Light" panose="020B0306030504020204" pitchFamily="34" charset="0"/>
                <a:cs typeface="Open Sans Light" panose="020B0306030504020204" pitchFamily="34" charset="0"/>
              </a:rPr>
              <a:t>Ipsum</a:t>
            </a: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 passages, and more recently with desktop publishing software like Aldus PageMaker including versions of </a:t>
            </a:r>
            <a:r>
              <a:rPr lang="en-US" sz="1300" dirty="0" err="1" smtClean="0">
                <a:latin typeface="Open Sans Light" panose="020B0306030504020204" pitchFamily="34" charset="0"/>
                <a:ea typeface="Open Sans Light" panose="020B0306030504020204" pitchFamily="34" charset="0"/>
                <a:cs typeface="Open Sans Light" panose="020B0306030504020204" pitchFamily="34" charset="0"/>
              </a:rPr>
              <a:t>Lorem</a:t>
            </a: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300" dirty="0" err="1" smtClean="0">
                <a:latin typeface="Open Sans Light" panose="020B0306030504020204" pitchFamily="34" charset="0"/>
                <a:ea typeface="Open Sans Light" panose="020B0306030504020204" pitchFamily="34" charset="0"/>
                <a:cs typeface="Open Sans Light" panose="020B0306030504020204" pitchFamily="34" charset="0"/>
              </a:rPr>
              <a:t>Ipsum</a:t>
            </a: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a:t>
            </a:r>
          </a:p>
          <a:p>
            <a:pPr marL="0" indent="0">
              <a:buNone/>
            </a:pP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Contrary to popular belief, </a:t>
            </a:r>
            <a:r>
              <a:rPr lang="en-US" sz="1300" dirty="0" err="1" smtClean="0">
                <a:latin typeface="Open Sans Light" panose="020B0306030504020204" pitchFamily="34" charset="0"/>
                <a:ea typeface="Open Sans Light" panose="020B0306030504020204" pitchFamily="34" charset="0"/>
                <a:cs typeface="Open Sans Light" panose="020B0306030504020204" pitchFamily="34" charset="0"/>
              </a:rPr>
              <a:t>Lorem</a:t>
            </a: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300" dirty="0" err="1" smtClean="0">
                <a:latin typeface="Open Sans Light" panose="020B0306030504020204" pitchFamily="34" charset="0"/>
                <a:ea typeface="Open Sans Light" panose="020B0306030504020204" pitchFamily="34" charset="0"/>
                <a:cs typeface="Open Sans Light" panose="020B0306030504020204" pitchFamily="34" charset="0"/>
              </a:rPr>
              <a:t>Ipsum</a:t>
            </a: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 is not simply random text. It has roots in a piece of classical Latin literature from 45 BC, making it over 2000 years old. </a:t>
            </a:r>
          </a:p>
          <a:p>
            <a:pPr marL="0" indent="0">
              <a:buNone/>
            </a:pPr>
            <a:r>
              <a:rPr lang="en-US" sz="1300" dirty="0" smtClean="0">
                <a:latin typeface="Open Sans Light" panose="020B0306030504020204" pitchFamily="34" charset="0"/>
                <a:ea typeface="Open Sans Light" panose="020B0306030504020204" pitchFamily="34" charset="0"/>
                <a:cs typeface="Open Sans Light" panose="020B0306030504020204" pitchFamily="34" charset="0"/>
              </a:rPr>
              <a:t>It </a:t>
            </a:r>
            <a:r>
              <a:rPr lang="en-US" sz="1300" dirty="0">
                <a:latin typeface="Open Sans Light" panose="020B0306030504020204" pitchFamily="34" charset="0"/>
                <a:ea typeface="Open Sans Light" panose="020B0306030504020204" pitchFamily="34" charset="0"/>
                <a:cs typeface="Open Sans Light" panose="020B0306030504020204" pitchFamily="34" charset="0"/>
              </a:rPr>
              <a:t>is a long established fact that a reader will be distracted by the readable content of a page when looking at its layout. The point of using </a:t>
            </a:r>
            <a:r>
              <a:rPr lang="en-US" sz="13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3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3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300" dirty="0">
                <a:latin typeface="Open Sans Light" panose="020B0306030504020204" pitchFamily="34" charset="0"/>
                <a:ea typeface="Open Sans Light" panose="020B0306030504020204" pitchFamily="34" charset="0"/>
                <a:cs typeface="Open Sans Light" panose="020B0306030504020204" pitchFamily="34" charset="0"/>
              </a:rPr>
              <a:t> is that it has a more-or-less normal distribution of letters, as opposed to using 'Content here, content here', making it look like readable English. </a:t>
            </a:r>
            <a:endParaRPr lang="en-US" sz="1300" dirty="0"/>
          </a:p>
        </p:txBody>
      </p:sp>
      <p:sp>
        <p:nvSpPr>
          <p:cNvPr id="13" name="TextBox 12"/>
          <p:cNvSpPr txBox="1"/>
          <p:nvPr/>
        </p:nvSpPr>
        <p:spPr>
          <a:xfrm>
            <a:off x="5713412" y="1752600"/>
            <a:ext cx="2608406" cy="323165"/>
          </a:xfrm>
          <a:prstGeom prst="rect">
            <a:avLst/>
          </a:prstGeom>
          <a:noFill/>
        </p:spPr>
        <p:txBody>
          <a:bodyPr wrap="none" rtlCol="0">
            <a:spAutoFit/>
          </a:bodyPr>
          <a:lstStyle/>
          <a:p>
            <a:r>
              <a:rPr lang="en-US" sz="1500" dirty="0" smtClean="0">
                <a:latin typeface="+mj-lt"/>
              </a:rPr>
              <a:t>SUB HEADING </a:t>
            </a:r>
            <a:r>
              <a:rPr lang="en-US" sz="1500" dirty="0" smtClean="0"/>
              <a:t>RUNS HERE</a:t>
            </a:r>
            <a:endParaRPr lang="en-US" sz="1500" dirty="0"/>
          </a:p>
        </p:txBody>
      </p:sp>
      <p:sp>
        <p:nvSpPr>
          <p:cNvPr id="8"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ABOUT US</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9" name="Rectangle 8"/>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10" name="Group 9"/>
          <p:cNvGrpSpPr/>
          <p:nvPr/>
        </p:nvGrpSpPr>
        <p:grpSpPr>
          <a:xfrm rot="10800000" flipV="1">
            <a:off x="5380522" y="1080697"/>
            <a:ext cx="1427781" cy="45707"/>
            <a:chOff x="3965945" y="1385354"/>
            <a:chExt cx="4572000" cy="79107"/>
          </a:xfrm>
        </p:grpSpPr>
        <p:sp>
          <p:nvSpPr>
            <p:cNvPr id="11" name="Rectangle 10"/>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2" name="Rectangle 11"/>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5" name="Rectangle 14"/>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8" name="Rectangle 17"/>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9" name="Rectangle 18"/>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2" name="Picture Placeholder 1"/>
          <p:cNvSpPr>
            <a:spLocks noGrp="1"/>
          </p:cNvSpPr>
          <p:nvPr>
            <p:ph type="pic" sz="quarter" idx="22"/>
          </p:nvPr>
        </p:nvSpPr>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 calcmode="lin" valueType="num">
                                      <p:cBhvr>
                                        <p:cTn id="9" dur="500" fill="hold"/>
                                        <p:tgtEl>
                                          <p:spTgt spid="10"/>
                                        </p:tgtEl>
                                        <p:attrNameLst>
                                          <p:attrName>style.rotation</p:attrName>
                                        </p:attrNameLst>
                                      </p:cBhvr>
                                      <p:tavLst>
                                        <p:tav tm="0">
                                          <p:val>
                                            <p:fltVal val="360"/>
                                          </p:val>
                                        </p:tav>
                                        <p:tav tm="100000">
                                          <p:val>
                                            <p:fltVal val="0"/>
                                          </p:val>
                                        </p:tav>
                                      </p:tavLst>
                                    </p:anim>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 name="Group 127"/>
          <p:cNvGrpSpPr/>
          <p:nvPr/>
        </p:nvGrpSpPr>
        <p:grpSpPr>
          <a:xfrm>
            <a:off x="2254281" y="2209800"/>
            <a:ext cx="7680263" cy="3220188"/>
            <a:chOff x="2078147" y="2413983"/>
            <a:chExt cx="7680263" cy="3220188"/>
          </a:xfrm>
        </p:grpSpPr>
        <p:grpSp>
          <p:nvGrpSpPr>
            <p:cNvPr id="80" name="Group 79"/>
            <p:cNvGrpSpPr/>
            <p:nvPr/>
          </p:nvGrpSpPr>
          <p:grpSpPr>
            <a:xfrm>
              <a:off x="8338037" y="4162407"/>
              <a:ext cx="624548" cy="624548"/>
              <a:chOff x="6991758" y="3014288"/>
              <a:chExt cx="624548" cy="624548"/>
            </a:xfrm>
          </p:grpSpPr>
          <p:sp>
            <p:nvSpPr>
              <p:cNvPr id="81" name="Oval 80"/>
              <p:cNvSpPr/>
              <p:nvPr/>
            </p:nvSpPr>
            <p:spPr>
              <a:xfrm>
                <a:off x="6991758" y="3014288"/>
                <a:ext cx="624548" cy="62454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2" name="Group 21"/>
              <p:cNvGrpSpPr/>
              <p:nvPr/>
            </p:nvGrpSpPr>
            <p:grpSpPr>
              <a:xfrm>
                <a:off x="7129614" y="3153571"/>
                <a:ext cx="348869" cy="349465"/>
                <a:chOff x="7287419" y="3505994"/>
                <a:chExt cx="464344" cy="465138"/>
              </a:xfrm>
              <a:solidFill>
                <a:schemeClr val="bg2"/>
              </a:solidFill>
            </p:grpSpPr>
            <p:sp>
              <p:nvSpPr>
                <p:cNvPr id="83" name="AutoShape 37"/>
                <p:cNvSpPr>
                  <a:spLocks/>
                </p:cNvSpPr>
                <p:nvPr/>
              </p:nvSpPr>
              <p:spPr bwMode="auto">
                <a:xfrm>
                  <a:off x="7287419" y="3549650"/>
                  <a:ext cx="423069" cy="421482"/>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84" name="AutoShape 38"/>
                <p:cNvSpPr>
                  <a:spLocks/>
                </p:cNvSpPr>
                <p:nvPr/>
              </p:nvSpPr>
              <p:spPr bwMode="auto">
                <a:xfrm>
                  <a:off x="7490619" y="3738563"/>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85" name="AutoShape 39"/>
                <p:cNvSpPr>
                  <a:spLocks/>
                </p:cNvSpPr>
                <p:nvPr/>
              </p:nvSpPr>
              <p:spPr bwMode="auto">
                <a:xfrm>
                  <a:off x="7679532" y="3505994"/>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86" name="AutoShape 40"/>
                <p:cNvSpPr>
                  <a:spLocks/>
                </p:cNvSpPr>
                <p:nvPr/>
              </p:nvSpPr>
              <p:spPr bwMode="auto">
                <a:xfrm>
                  <a:off x="7403307" y="3724275"/>
                  <a:ext cx="57944" cy="57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87" name="AutoShape 41"/>
                <p:cNvSpPr>
                  <a:spLocks/>
                </p:cNvSpPr>
                <p:nvPr/>
              </p:nvSpPr>
              <p:spPr bwMode="auto">
                <a:xfrm>
                  <a:off x="7461250" y="3825875"/>
                  <a:ext cx="29369" cy="285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88" name="AutoShape 42"/>
                <p:cNvSpPr>
                  <a:spLocks/>
                </p:cNvSpPr>
                <p:nvPr/>
              </p:nvSpPr>
              <p:spPr bwMode="auto">
                <a:xfrm>
                  <a:off x="7693819" y="3607594"/>
                  <a:ext cx="28575"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89" name="Group 88"/>
            <p:cNvGrpSpPr/>
            <p:nvPr/>
          </p:nvGrpSpPr>
          <p:grpSpPr>
            <a:xfrm>
              <a:off x="8338037" y="2413983"/>
              <a:ext cx="624548" cy="624548"/>
              <a:chOff x="6991758" y="1265864"/>
              <a:chExt cx="624548" cy="624548"/>
            </a:xfrm>
          </p:grpSpPr>
          <p:sp>
            <p:nvSpPr>
              <p:cNvPr id="90" name="Oval 89"/>
              <p:cNvSpPr/>
              <p:nvPr/>
            </p:nvSpPr>
            <p:spPr>
              <a:xfrm>
                <a:off x="6991758" y="1265864"/>
                <a:ext cx="624548" cy="62454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1" name="Group 28"/>
              <p:cNvGrpSpPr/>
              <p:nvPr/>
            </p:nvGrpSpPr>
            <p:grpSpPr>
              <a:xfrm>
                <a:off x="7139575" y="1372173"/>
                <a:ext cx="348868" cy="348868"/>
                <a:chOff x="8216107" y="1647825"/>
                <a:chExt cx="464344" cy="464344"/>
              </a:xfrm>
              <a:solidFill>
                <a:schemeClr val="bg2"/>
              </a:solidFill>
            </p:grpSpPr>
            <p:sp>
              <p:nvSpPr>
                <p:cNvPr id="92" name="AutoShape 81"/>
                <p:cNvSpPr>
                  <a:spLocks/>
                </p:cNvSpPr>
                <p:nvPr/>
              </p:nvSpPr>
              <p:spPr bwMode="auto">
                <a:xfrm>
                  <a:off x="8216107" y="1647825"/>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93" name="AutoShape 82"/>
                <p:cNvSpPr>
                  <a:spLocks/>
                </p:cNvSpPr>
                <p:nvPr/>
              </p:nvSpPr>
              <p:spPr bwMode="auto">
                <a:xfrm>
                  <a:off x="8259763" y="2024857"/>
                  <a:ext cx="43657" cy="436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4400"/>
                      </a:moveTo>
                      <a:cubicBezTo>
                        <a:pt x="8820" y="14400"/>
                        <a:pt x="7200" y="12782"/>
                        <a:pt x="7200" y="10800"/>
                      </a:cubicBezTo>
                      <a:cubicBezTo>
                        <a:pt x="7200" y="8817"/>
                        <a:pt x="8820" y="7200"/>
                        <a:pt x="10800" y="7200"/>
                      </a:cubicBezTo>
                      <a:cubicBezTo>
                        <a:pt x="12779" y="7200"/>
                        <a:pt x="14400" y="8817"/>
                        <a:pt x="14400" y="10800"/>
                      </a:cubicBezTo>
                      <a:cubicBezTo>
                        <a:pt x="14400" y="12782"/>
                        <a:pt x="12779" y="14400"/>
                        <a:pt x="10800" y="14400"/>
                      </a:cubicBezTo>
                      <a:moveTo>
                        <a:pt x="10800" y="0"/>
                      </a:moveTo>
                      <a:cubicBezTo>
                        <a:pt x="4837" y="0"/>
                        <a:pt x="0" y="4837"/>
                        <a:pt x="0" y="10800"/>
                      </a:cubicBezTo>
                      <a:cubicBezTo>
                        <a:pt x="0" y="16762"/>
                        <a:pt x="4837" y="21599"/>
                        <a:pt x="10800" y="21599"/>
                      </a:cubicBezTo>
                      <a:cubicBezTo>
                        <a:pt x="16762" y="21599"/>
                        <a:pt x="21600" y="16762"/>
                        <a:pt x="21600" y="10800"/>
                      </a:cubicBezTo>
                      <a:cubicBezTo>
                        <a:pt x="21600" y="4837"/>
                        <a:pt x="16762"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94" name="Group 93"/>
            <p:cNvGrpSpPr/>
            <p:nvPr/>
          </p:nvGrpSpPr>
          <p:grpSpPr>
            <a:xfrm>
              <a:off x="5606005" y="4162407"/>
              <a:ext cx="624548" cy="624548"/>
              <a:chOff x="4259726" y="3014288"/>
              <a:chExt cx="624548" cy="624548"/>
            </a:xfrm>
          </p:grpSpPr>
          <p:sp>
            <p:nvSpPr>
              <p:cNvPr id="95" name="Oval 13"/>
              <p:cNvSpPr/>
              <p:nvPr/>
            </p:nvSpPr>
            <p:spPr>
              <a:xfrm>
                <a:off x="4259726" y="3014288"/>
                <a:ext cx="624548" cy="62454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6" name="Group 31"/>
              <p:cNvGrpSpPr/>
              <p:nvPr/>
            </p:nvGrpSpPr>
            <p:grpSpPr>
              <a:xfrm>
                <a:off x="4440145" y="3153571"/>
                <a:ext cx="263709" cy="384412"/>
                <a:chOff x="3582988" y="3510757"/>
                <a:chExt cx="319088" cy="465138"/>
              </a:xfrm>
              <a:solidFill>
                <a:schemeClr val="bg2"/>
              </a:solidFill>
            </p:grpSpPr>
            <p:sp>
              <p:nvSpPr>
                <p:cNvPr id="97" name="AutoShape 113"/>
                <p:cNvSpPr>
                  <a:spLocks/>
                </p:cNvSpPr>
                <p:nvPr/>
              </p:nvSpPr>
              <p:spPr bwMode="auto">
                <a:xfrm>
                  <a:off x="3582988" y="3510757"/>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98" name="AutoShape 114"/>
                <p:cNvSpPr>
                  <a:spLocks/>
                </p:cNvSpPr>
                <p:nvPr/>
              </p:nvSpPr>
              <p:spPr bwMode="auto">
                <a:xfrm>
                  <a:off x="3655219" y="3583782"/>
                  <a:ext cx="94456" cy="944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99" name="Group 98"/>
            <p:cNvGrpSpPr/>
            <p:nvPr/>
          </p:nvGrpSpPr>
          <p:grpSpPr>
            <a:xfrm>
              <a:off x="2873973" y="4162407"/>
              <a:ext cx="624548" cy="624548"/>
              <a:chOff x="1527694" y="3014288"/>
              <a:chExt cx="624548" cy="624548"/>
            </a:xfrm>
          </p:grpSpPr>
          <p:sp>
            <p:nvSpPr>
              <p:cNvPr id="100" name="Oval 99"/>
              <p:cNvSpPr/>
              <p:nvPr/>
            </p:nvSpPr>
            <p:spPr>
              <a:xfrm>
                <a:off x="1527694" y="3014288"/>
                <a:ext cx="624548" cy="62454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1" name="Group 34"/>
              <p:cNvGrpSpPr/>
              <p:nvPr/>
            </p:nvGrpSpPr>
            <p:grpSpPr>
              <a:xfrm>
                <a:off x="1671802" y="3171343"/>
                <a:ext cx="349465" cy="348868"/>
                <a:chOff x="2581275" y="2582069"/>
                <a:chExt cx="465138" cy="464344"/>
              </a:xfrm>
              <a:solidFill>
                <a:schemeClr val="bg2"/>
              </a:solidFill>
            </p:grpSpPr>
            <p:sp>
              <p:nvSpPr>
                <p:cNvPr id="102" name="AutoShape 128"/>
                <p:cNvSpPr>
                  <a:spLocks/>
                </p:cNvSpPr>
                <p:nvPr/>
              </p:nvSpPr>
              <p:spPr bwMode="auto">
                <a:xfrm>
                  <a:off x="2581275" y="2582069"/>
                  <a:ext cx="465138"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03" name="AutoShape 129"/>
                <p:cNvSpPr>
                  <a:spLocks/>
                </p:cNvSpPr>
                <p:nvPr/>
              </p:nvSpPr>
              <p:spPr bwMode="auto">
                <a:xfrm>
                  <a:off x="2871788" y="2640013"/>
                  <a:ext cx="115888" cy="115888"/>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grpSp>
          <p:nvGrpSpPr>
            <p:cNvPr id="104" name="Group 103"/>
            <p:cNvGrpSpPr/>
            <p:nvPr/>
          </p:nvGrpSpPr>
          <p:grpSpPr>
            <a:xfrm>
              <a:off x="2873973" y="2413983"/>
              <a:ext cx="624548" cy="624548"/>
              <a:chOff x="1527694" y="1265864"/>
              <a:chExt cx="624548" cy="624548"/>
            </a:xfrm>
          </p:grpSpPr>
          <p:sp>
            <p:nvSpPr>
              <p:cNvPr id="105" name="Oval 104"/>
              <p:cNvSpPr/>
              <p:nvPr/>
            </p:nvSpPr>
            <p:spPr>
              <a:xfrm>
                <a:off x="1527694" y="1265864"/>
                <a:ext cx="624548" cy="6245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6" name="AutoShape 130"/>
              <p:cNvSpPr>
                <a:spLocks/>
              </p:cNvSpPr>
              <p:nvPr/>
            </p:nvSpPr>
            <p:spPr bwMode="auto">
              <a:xfrm>
                <a:off x="1648090" y="1386260"/>
                <a:ext cx="383755" cy="383755"/>
              </a:xfrm>
              <a:custGeom>
                <a:avLst/>
                <a:gdLst>
                  <a:gd name="T0" fmla="+- 0 10799 113"/>
                  <a:gd name="T1" fmla="*/ T0 w 21373"/>
                  <a:gd name="T2" fmla="*/ 10800 h 21600"/>
                  <a:gd name="T3" fmla="+- 0 10799 113"/>
                  <a:gd name="T4" fmla="*/ T3 w 21373"/>
                  <a:gd name="T5" fmla="*/ 10800 h 21600"/>
                  <a:gd name="T6" fmla="+- 0 10799 113"/>
                  <a:gd name="T7" fmla="*/ T6 w 21373"/>
                  <a:gd name="T8" fmla="*/ 10800 h 21600"/>
                  <a:gd name="T9" fmla="+- 0 10799 113"/>
                  <a:gd name="T10" fmla="*/ T9 w 21373"/>
                  <a:gd name="T11" fmla="*/ 10800 h 21600"/>
                </a:gdLst>
                <a:ahLst/>
                <a:cxnLst>
                  <a:cxn ang="0">
                    <a:pos x="T1" y="T2"/>
                  </a:cxn>
                  <a:cxn ang="0">
                    <a:pos x="T4" y="T5"/>
                  </a:cxn>
                  <a:cxn ang="0">
                    <a:pos x="T7" y="T8"/>
                  </a:cxn>
                  <a:cxn ang="0">
                    <a:pos x="T10" y="T11"/>
                  </a:cxn>
                </a:cxnLst>
                <a:rect l="0" t="0" r="r" b="b"/>
                <a:pathLst>
                  <a:path w="21373" h="21600">
                    <a:moveTo>
                      <a:pt x="1336" y="20249"/>
                    </a:moveTo>
                    <a:cubicBezTo>
                      <a:pt x="1428" y="20188"/>
                      <a:pt x="3691" y="18688"/>
                      <a:pt x="7070" y="17950"/>
                    </a:cubicBezTo>
                    <a:lnTo>
                      <a:pt x="8729" y="17587"/>
                    </a:lnTo>
                    <a:cubicBezTo>
                      <a:pt x="9321" y="17980"/>
                      <a:pt x="9972" y="18225"/>
                      <a:pt x="10686" y="18225"/>
                    </a:cubicBezTo>
                    <a:cubicBezTo>
                      <a:pt x="11401" y="18225"/>
                      <a:pt x="12052" y="17980"/>
                      <a:pt x="12644" y="17587"/>
                    </a:cubicBezTo>
                    <a:lnTo>
                      <a:pt x="14303" y="17950"/>
                    </a:lnTo>
                    <a:cubicBezTo>
                      <a:pt x="17656" y="18682"/>
                      <a:pt x="19911" y="20165"/>
                      <a:pt x="20037" y="20249"/>
                    </a:cubicBezTo>
                    <a:cubicBezTo>
                      <a:pt x="20037" y="20249"/>
                      <a:pt x="1336" y="20249"/>
                      <a:pt x="1336" y="20249"/>
                    </a:cubicBezTo>
                    <a:close/>
                    <a:moveTo>
                      <a:pt x="13537" y="15793"/>
                    </a:moveTo>
                    <a:lnTo>
                      <a:pt x="13317" y="16073"/>
                    </a:lnTo>
                    <a:cubicBezTo>
                      <a:pt x="11725" y="17923"/>
                      <a:pt x="9648" y="17923"/>
                      <a:pt x="8056" y="16073"/>
                    </a:cubicBezTo>
                    <a:lnTo>
                      <a:pt x="7836" y="15793"/>
                    </a:lnTo>
                    <a:cubicBezTo>
                      <a:pt x="5977" y="13411"/>
                      <a:pt x="5053" y="10261"/>
                      <a:pt x="5451" y="7255"/>
                    </a:cubicBezTo>
                    <a:cubicBezTo>
                      <a:pt x="5815" y="4367"/>
                      <a:pt x="7453" y="1350"/>
                      <a:pt x="10686" y="1350"/>
                    </a:cubicBezTo>
                    <a:cubicBezTo>
                      <a:pt x="13920" y="1350"/>
                      <a:pt x="15558" y="4367"/>
                      <a:pt x="15922" y="7255"/>
                    </a:cubicBezTo>
                    <a:cubicBezTo>
                      <a:pt x="16318" y="10262"/>
                      <a:pt x="15398" y="13411"/>
                      <a:pt x="13537" y="15793"/>
                    </a:cubicBezTo>
                    <a:moveTo>
                      <a:pt x="20778" y="19126"/>
                    </a:moveTo>
                    <a:cubicBezTo>
                      <a:pt x="20644" y="19037"/>
                      <a:pt x="18209" y="17422"/>
                      <a:pt x="14585" y="16630"/>
                    </a:cubicBezTo>
                    <a:cubicBezTo>
                      <a:pt x="15914" y="14927"/>
                      <a:pt x="16767" y="12639"/>
                      <a:pt x="17130" y="11115"/>
                    </a:cubicBezTo>
                    <a:cubicBezTo>
                      <a:pt x="17633" y="9004"/>
                      <a:pt x="17438" y="4873"/>
                      <a:pt x="15431" y="2299"/>
                    </a:cubicBezTo>
                    <a:cubicBezTo>
                      <a:pt x="14259" y="795"/>
                      <a:pt x="12618" y="0"/>
                      <a:pt x="10686" y="0"/>
                    </a:cubicBezTo>
                    <a:cubicBezTo>
                      <a:pt x="8755" y="0"/>
                      <a:pt x="7114" y="795"/>
                      <a:pt x="5942" y="2299"/>
                    </a:cubicBezTo>
                    <a:cubicBezTo>
                      <a:pt x="3935" y="4873"/>
                      <a:pt x="3740" y="9004"/>
                      <a:pt x="4243" y="11115"/>
                    </a:cubicBezTo>
                    <a:cubicBezTo>
                      <a:pt x="4606" y="12639"/>
                      <a:pt x="5459" y="14927"/>
                      <a:pt x="6788" y="16630"/>
                    </a:cubicBezTo>
                    <a:cubicBezTo>
                      <a:pt x="3164" y="17422"/>
                      <a:pt x="729" y="19037"/>
                      <a:pt x="595" y="19126"/>
                    </a:cubicBezTo>
                    <a:cubicBezTo>
                      <a:pt x="105" y="19457"/>
                      <a:pt x="-113" y="20071"/>
                      <a:pt x="57" y="20640"/>
                    </a:cubicBezTo>
                    <a:cubicBezTo>
                      <a:pt x="228" y="21210"/>
                      <a:pt x="747" y="21599"/>
                      <a:pt x="1336" y="21599"/>
                    </a:cubicBezTo>
                    <a:lnTo>
                      <a:pt x="20037" y="21599"/>
                    </a:lnTo>
                    <a:cubicBezTo>
                      <a:pt x="20626" y="21599"/>
                      <a:pt x="21145" y="21210"/>
                      <a:pt x="21316" y="20640"/>
                    </a:cubicBezTo>
                    <a:cubicBezTo>
                      <a:pt x="21487" y="20071"/>
                      <a:pt x="21268" y="19457"/>
                      <a:pt x="20778" y="19126"/>
                    </a:cubicBezTo>
                  </a:path>
                </a:pathLst>
              </a:custGeom>
              <a:solidFill>
                <a:schemeClr val="bg2"/>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107" name="Group 106"/>
            <p:cNvGrpSpPr/>
            <p:nvPr/>
          </p:nvGrpSpPr>
          <p:grpSpPr>
            <a:xfrm>
              <a:off x="5606005" y="2413983"/>
              <a:ext cx="624548" cy="624548"/>
              <a:chOff x="4259726" y="1265864"/>
              <a:chExt cx="624548" cy="624548"/>
            </a:xfrm>
          </p:grpSpPr>
          <p:sp>
            <p:nvSpPr>
              <p:cNvPr id="108" name="Oval 107"/>
              <p:cNvSpPr/>
              <p:nvPr/>
            </p:nvSpPr>
            <p:spPr>
              <a:xfrm>
                <a:off x="4259726" y="1265864"/>
                <a:ext cx="624548" cy="6245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9" name="AutoShape 137"/>
              <p:cNvSpPr>
                <a:spLocks/>
              </p:cNvSpPr>
              <p:nvPr/>
            </p:nvSpPr>
            <p:spPr bwMode="auto">
              <a:xfrm>
                <a:off x="4397565" y="1386260"/>
                <a:ext cx="348868" cy="348868"/>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solidFill>
                <a:schemeClr val="bg2"/>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110" name="Group 109"/>
            <p:cNvGrpSpPr/>
            <p:nvPr/>
          </p:nvGrpSpPr>
          <p:grpSpPr>
            <a:xfrm>
              <a:off x="2084713" y="3048001"/>
              <a:ext cx="2216198" cy="804566"/>
              <a:chOff x="738434" y="1899882"/>
              <a:chExt cx="2216198" cy="804566"/>
            </a:xfrm>
          </p:grpSpPr>
          <p:sp>
            <p:nvSpPr>
              <p:cNvPr id="111" name="TextBox 110"/>
              <p:cNvSpPr txBox="1"/>
              <p:nvPr/>
            </p:nvSpPr>
            <p:spPr>
              <a:xfrm>
                <a:off x="907533" y="1899882"/>
                <a:ext cx="1864869" cy="276999"/>
              </a:xfrm>
              <a:prstGeom prst="rect">
                <a:avLst/>
              </a:prstGeom>
              <a:noFill/>
            </p:spPr>
            <p:txBody>
              <a:bodyPr wrap="none" rtlCol="0">
                <a:spAutoFit/>
              </a:bodyPr>
              <a:lstStyle/>
              <a:p>
                <a:pPr algn="ctr"/>
                <a:r>
                  <a:rPr lang="en-GB" sz="1200" dirty="0" smtClean="0">
                    <a:solidFill>
                      <a:schemeClr val="accent1"/>
                    </a:solidFill>
                  </a:rPr>
                  <a:t>WORLDWIDE BUSINESS</a:t>
                </a:r>
                <a:endParaRPr lang="en-GB" sz="1200" dirty="0">
                  <a:solidFill>
                    <a:schemeClr val="accent1"/>
                  </a:solidFill>
                </a:endParaRPr>
              </a:p>
            </p:txBody>
          </p:sp>
          <p:sp>
            <p:nvSpPr>
              <p:cNvPr id="112" name="Rectangle 111"/>
              <p:cNvSpPr/>
              <p:nvPr/>
            </p:nvSpPr>
            <p:spPr>
              <a:xfrm>
                <a:off x="738434" y="2150450"/>
                <a:ext cx="2216198" cy="553998"/>
              </a:xfrm>
              <a:prstGeom prst="rect">
                <a:avLst/>
              </a:prstGeom>
            </p:spPr>
            <p:txBody>
              <a:bodyPr wrap="square">
                <a:spAutoFit/>
              </a:bodyPr>
              <a:lstStyle/>
              <a:p>
                <a:pPr algn="ctr"/>
                <a:r>
                  <a:rPr lang="en-GB" sz="1000">
                    <a:solidFill>
                      <a:schemeClr val="bg2">
                        <a:lumMod val="50000"/>
                      </a:schemeClr>
                    </a:solidFill>
                  </a:rPr>
                  <a:t>Lorem ipsum dolor sit amet, consectetuer adipiscing elit, sed diam </a:t>
                </a:r>
                <a:r>
                  <a:rPr lang="en-GB" sz="1000" smtClean="0">
                    <a:solidFill>
                      <a:schemeClr val="bg2">
                        <a:lumMod val="50000"/>
                      </a:schemeClr>
                    </a:solidFill>
                  </a:rPr>
                  <a:t>nonummy</a:t>
                </a:r>
                <a:endParaRPr lang="en-GB" sz="1000">
                  <a:solidFill>
                    <a:schemeClr val="bg2">
                      <a:lumMod val="50000"/>
                    </a:schemeClr>
                  </a:solidFill>
                </a:endParaRPr>
              </a:p>
            </p:txBody>
          </p:sp>
        </p:grpSp>
        <p:grpSp>
          <p:nvGrpSpPr>
            <p:cNvPr id="113" name="Group 112"/>
            <p:cNvGrpSpPr/>
            <p:nvPr/>
          </p:nvGrpSpPr>
          <p:grpSpPr>
            <a:xfrm>
              <a:off x="2078147" y="4808423"/>
              <a:ext cx="2216198" cy="821020"/>
              <a:chOff x="731868" y="3660304"/>
              <a:chExt cx="2216198" cy="821020"/>
            </a:xfrm>
          </p:grpSpPr>
          <p:sp>
            <p:nvSpPr>
              <p:cNvPr id="114" name="TextBox 113"/>
              <p:cNvSpPr txBox="1"/>
              <p:nvPr/>
            </p:nvSpPr>
            <p:spPr>
              <a:xfrm>
                <a:off x="1294138" y="3660304"/>
                <a:ext cx="1104791" cy="276999"/>
              </a:xfrm>
              <a:prstGeom prst="rect">
                <a:avLst/>
              </a:prstGeom>
              <a:noFill/>
            </p:spPr>
            <p:txBody>
              <a:bodyPr wrap="none" rtlCol="0">
                <a:spAutoFit/>
              </a:bodyPr>
              <a:lstStyle/>
              <a:p>
                <a:pPr algn="ctr"/>
                <a:r>
                  <a:rPr lang="en-GB" sz="1200" dirty="0" smtClean="0">
                    <a:solidFill>
                      <a:schemeClr val="accent5"/>
                    </a:solidFill>
                  </a:rPr>
                  <a:t>WEB DESIGN</a:t>
                </a:r>
                <a:endParaRPr lang="en-GB" sz="1200" dirty="0">
                  <a:solidFill>
                    <a:schemeClr val="accent5"/>
                  </a:solidFill>
                </a:endParaRPr>
              </a:p>
            </p:txBody>
          </p:sp>
          <p:sp>
            <p:nvSpPr>
              <p:cNvPr id="115" name="Rectangle 114"/>
              <p:cNvSpPr/>
              <p:nvPr/>
            </p:nvSpPr>
            <p:spPr>
              <a:xfrm>
                <a:off x="731868" y="3927326"/>
                <a:ext cx="2216198" cy="553998"/>
              </a:xfrm>
              <a:prstGeom prst="rect">
                <a:avLst/>
              </a:prstGeom>
            </p:spPr>
            <p:txBody>
              <a:bodyPr wrap="square">
                <a:spAutoFit/>
              </a:bodyPr>
              <a:lstStyle/>
              <a:p>
                <a:pPr algn="ctr"/>
                <a:r>
                  <a:rPr lang="en-GB" sz="1000">
                    <a:solidFill>
                      <a:schemeClr val="bg2">
                        <a:lumMod val="50000"/>
                      </a:schemeClr>
                    </a:solidFill>
                  </a:rPr>
                  <a:t>Lorem ipsum dolor sit amet, consectetuer adipiscing elit, sed diam </a:t>
                </a:r>
                <a:r>
                  <a:rPr lang="en-GB" sz="1000" smtClean="0">
                    <a:solidFill>
                      <a:schemeClr val="bg2">
                        <a:lumMod val="50000"/>
                      </a:schemeClr>
                    </a:solidFill>
                  </a:rPr>
                  <a:t>nonummy</a:t>
                </a:r>
                <a:endParaRPr lang="en-GB" sz="1000">
                  <a:solidFill>
                    <a:schemeClr val="bg2">
                      <a:lumMod val="50000"/>
                    </a:schemeClr>
                  </a:solidFill>
                </a:endParaRPr>
              </a:p>
            </p:txBody>
          </p:sp>
        </p:grpSp>
        <p:grpSp>
          <p:nvGrpSpPr>
            <p:cNvPr id="116" name="Group 115"/>
            <p:cNvGrpSpPr/>
            <p:nvPr/>
          </p:nvGrpSpPr>
          <p:grpSpPr>
            <a:xfrm>
              <a:off x="4810178" y="3047999"/>
              <a:ext cx="2216198" cy="809296"/>
              <a:chOff x="3463899" y="1899880"/>
              <a:chExt cx="2216198" cy="809296"/>
            </a:xfrm>
          </p:grpSpPr>
          <p:sp>
            <p:nvSpPr>
              <p:cNvPr id="117" name="TextBox 116"/>
              <p:cNvSpPr txBox="1"/>
              <p:nvPr/>
            </p:nvSpPr>
            <p:spPr>
              <a:xfrm>
                <a:off x="3935382" y="1899880"/>
                <a:ext cx="1273234" cy="276999"/>
              </a:xfrm>
              <a:prstGeom prst="rect">
                <a:avLst/>
              </a:prstGeom>
              <a:noFill/>
            </p:spPr>
            <p:txBody>
              <a:bodyPr wrap="none" rtlCol="0">
                <a:spAutoFit/>
              </a:bodyPr>
              <a:lstStyle/>
              <a:p>
                <a:pPr algn="ctr"/>
                <a:r>
                  <a:rPr lang="en-GB" sz="1200" dirty="0" smtClean="0">
                    <a:solidFill>
                      <a:schemeClr val="accent3"/>
                    </a:solidFill>
                  </a:rPr>
                  <a:t>DEVELOPMENT</a:t>
                </a:r>
                <a:endParaRPr lang="en-GB" sz="1200" dirty="0">
                  <a:solidFill>
                    <a:schemeClr val="accent3"/>
                  </a:solidFill>
                </a:endParaRPr>
              </a:p>
            </p:txBody>
          </p:sp>
          <p:sp>
            <p:nvSpPr>
              <p:cNvPr id="118" name="Rectangle 117"/>
              <p:cNvSpPr/>
              <p:nvPr/>
            </p:nvSpPr>
            <p:spPr>
              <a:xfrm>
                <a:off x="3463899" y="2155178"/>
                <a:ext cx="2216198" cy="553998"/>
              </a:xfrm>
              <a:prstGeom prst="rect">
                <a:avLst/>
              </a:prstGeom>
            </p:spPr>
            <p:txBody>
              <a:bodyPr wrap="square">
                <a:spAutoFit/>
              </a:bodyPr>
              <a:lstStyle/>
              <a:p>
                <a:pPr algn="ctr"/>
                <a:r>
                  <a:rPr lang="en-GB" sz="1000">
                    <a:solidFill>
                      <a:schemeClr val="bg2">
                        <a:lumMod val="50000"/>
                      </a:schemeClr>
                    </a:solidFill>
                  </a:rPr>
                  <a:t>Lorem ipsum dolor sit amet, consectetuer adipiscing elit, sed diam </a:t>
                </a:r>
                <a:r>
                  <a:rPr lang="en-GB" sz="1000" smtClean="0">
                    <a:solidFill>
                      <a:schemeClr val="bg2">
                        <a:lumMod val="50000"/>
                      </a:schemeClr>
                    </a:solidFill>
                  </a:rPr>
                  <a:t>nonummy</a:t>
                </a:r>
                <a:endParaRPr lang="en-GB" sz="1000">
                  <a:solidFill>
                    <a:schemeClr val="bg2">
                      <a:lumMod val="50000"/>
                    </a:schemeClr>
                  </a:solidFill>
                </a:endParaRPr>
              </a:p>
            </p:txBody>
          </p:sp>
        </p:grpSp>
        <p:grpSp>
          <p:nvGrpSpPr>
            <p:cNvPr id="119" name="Group 17"/>
            <p:cNvGrpSpPr/>
            <p:nvPr/>
          </p:nvGrpSpPr>
          <p:grpSpPr>
            <a:xfrm>
              <a:off x="7542212" y="3048000"/>
              <a:ext cx="2216198" cy="798798"/>
              <a:chOff x="6195933" y="1899881"/>
              <a:chExt cx="2216198" cy="798798"/>
            </a:xfrm>
          </p:grpSpPr>
          <p:sp>
            <p:nvSpPr>
              <p:cNvPr id="120" name="TextBox 119"/>
              <p:cNvSpPr txBox="1"/>
              <p:nvPr/>
            </p:nvSpPr>
            <p:spPr>
              <a:xfrm>
                <a:off x="6791332" y="1899881"/>
                <a:ext cx="1045351" cy="276999"/>
              </a:xfrm>
              <a:prstGeom prst="rect">
                <a:avLst/>
              </a:prstGeom>
              <a:noFill/>
            </p:spPr>
            <p:txBody>
              <a:bodyPr wrap="none" rtlCol="0">
                <a:spAutoFit/>
              </a:bodyPr>
              <a:lstStyle/>
              <a:p>
                <a:pPr algn="ctr"/>
                <a:r>
                  <a:rPr lang="en-GB" sz="1200" dirty="0" smtClean="0">
                    <a:solidFill>
                      <a:schemeClr val="accent4"/>
                    </a:solidFill>
                  </a:rPr>
                  <a:t>MAKETTING</a:t>
                </a:r>
                <a:endParaRPr lang="en-GB" sz="1200" dirty="0">
                  <a:solidFill>
                    <a:schemeClr val="accent4"/>
                  </a:solidFill>
                </a:endParaRPr>
              </a:p>
            </p:txBody>
          </p:sp>
          <p:sp>
            <p:nvSpPr>
              <p:cNvPr id="121" name="Rectangle 120"/>
              <p:cNvSpPr/>
              <p:nvPr/>
            </p:nvSpPr>
            <p:spPr>
              <a:xfrm>
                <a:off x="6195933" y="2144681"/>
                <a:ext cx="2216198" cy="553998"/>
              </a:xfrm>
              <a:prstGeom prst="rect">
                <a:avLst/>
              </a:prstGeom>
            </p:spPr>
            <p:txBody>
              <a:bodyPr wrap="square">
                <a:spAutoFit/>
              </a:bodyPr>
              <a:lstStyle/>
              <a:p>
                <a:pPr algn="ctr"/>
                <a:r>
                  <a:rPr lang="en-GB" sz="1000">
                    <a:solidFill>
                      <a:schemeClr val="bg2">
                        <a:lumMod val="50000"/>
                      </a:schemeClr>
                    </a:solidFill>
                  </a:rPr>
                  <a:t>Lorem ipsum dolor sit amet, consectetuer adipiscing elit, sed diam </a:t>
                </a:r>
                <a:r>
                  <a:rPr lang="en-GB" sz="1000" smtClean="0">
                    <a:solidFill>
                      <a:schemeClr val="bg2">
                        <a:lumMod val="50000"/>
                      </a:schemeClr>
                    </a:solidFill>
                  </a:rPr>
                  <a:t>nonummy</a:t>
                </a:r>
                <a:endParaRPr lang="en-GB" sz="1000">
                  <a:solidFill>
                    <a:schemeClr val="bg2">
                      <a:lumMod val="50000"/>
                    </a:schemeClr>
                  </a:solidFill>
                </a:endParaRPr>
              </a:p>
            </p:txBody>
          </p:sp>
        </p:grpSp>
        <p:grpSp>
          <p:nvGrpSpPr>
            <p:cNvPr id="122" name="Group 121"/>
            <p:cNvGrpSpPr/>
            <p:nvPr/>
          </p:nvGrpSpPr>
          <p:grpSpPr>
            <a:xfrm>
              <a:off x="4810178" y="4808423"/>
              <a:ext cx="2216198" cy="821020"/>
              <a:chOff x="3463899" y="3660304"/>
              <a:chExt cx="2216198" cy="821020"/>
            </a:xfrm>
          </p:grpSpPr>
          <p:sp>
            <p:nvSpPr>
              <p:cNvPr id="123" name="TextBox 122"/>
              <p:cNvSpPr txBox="1"/>
              <p:nvPr/>
            </p:nvSpPr>
            <p:spPr>
              <a:xfrm>
                <a:off x="3745202" y="3660304"/>
                <a:ext cx="1653594" cy="276999"/>
              </a:xfrm>
              <a:prstGeom prst="rect">
                <a:avLst/>
              </a:prstGeom>
              <a:noFill/>
            </p:spPr>
            <p:txBody>
              <a:bodyPr wrap="none" rtlCol="0">
                <a:spAutoFit/>
              </a:bodyPr>
              <a:lstStyle/>
              <a:p>
                <a:pPr algn="ctr"/>
                <a:r>
                  <a:rPr lang="en-GB" sz="1200" dirty="0" smtClean="0">
                    <a:solidFill>
                      <a:schemeClr val="accent6"/>
                    </a:solidFill>
                  </a:rPr>
                  <a:t>CREATIVE SOLUTION</a:t>
                </a:r>
                <a:endParaRPr lang="en-GB" sz="1200" dirty="0">
                  <a:solidFill>
                    <a:schemeClr val="accent6"/>
                  </a:solidFill>
                </a:endParaRPr>
              </a:p>
            </p:txBody>
          </p:sp>
          <p:sp>
            <p:nvSpPr>
              <p:cNvPr id="124" name="Rectangle 123"/>
              <p:cNvSpPr/>
              <p:nvPr/>
            </p:nvSpPr>
            <p:spPr>
              <a:xfrm>
                <a:off x="3463899" y="3927326"/>
                <a:ext cx="2216198" cy="553998"/>
              </a:xfrm>
              <a:prstGeom prst="rect">
                <a:avLst/>
              </a:prstGeom>
            </p:spPr>
            <p:txBody>
              <a:bodyPr wrap="square">
                <a:spAutoFit/>
              </a:bodyPr>
              <a:lstStyle/>
              <a:p>
                <a:pPr algn="ctr"/>
                <a:r>
                  <a:rPr lang="en-GB" sz="1000">
                    <a:solidFill>
                      <a:schemeClr val="bg2">
                        <a:lumMod val="50000"/>
                      </a:schemeClr>
                    </a:solidFill>
                  </a:rPr>
                  <a:t>Lorem ipsum dolor sit amet, consectetuer adipiscing elit, sed diam </a:t>
                </a:r>
                <a:r>
                  <a:rPr lang="en-GB" sz="1000" smtClean="0">
                    <a:solidFill>
                      <a:schemeClr val="bg2">
                        <a:lumMod val="50000"/>
                      </a:schemeClr>
                    </a:solidFill>
                  </a:rPr>
                  <a:t>nonummy</a:t>
                </a:r>
                <a:endParaRPr lang="en-GB" sz="1000">
                  <a:solidFill>
                    <a:schemeClr val="bg2">
                      <a:lumMod val="50000"/>
                    </a:schemeClr>
                  </a:solidFill>
                </a:endParaRPr>
              </a:p>
            </p:txBody>
          </p:sp>
        </p:grpSp>
        <p:grpSp>
          <p:nvGrpSpPr>
            <p:cNvPr id="125" name="Group 124"/>
            <p:cNvGrpSpPr/>
            <p:nvPr/>
          </p:nvGrpSpPr>
          <p:grpSpPr>
            <a:xfrm>
              <a:off x="7542209" y="4808424"/>
              <a:ext cx="2216198" cy="825747"/>
              <a:chOff x="6195930" y="3660305"/>
              <a:chExt cx="2216198" cy="825747"/>
            </a:xfrm>
          </p:grpSpPr>
          <p:sp>
            <p:nvSpPr>
              <p:cNvPr id="126" name="TextBox 125"/>
              <p:cNvSpPr txBox="1"/>
              <p:nvPr/>
            </p:nvSpPr>
            <p:spPr>
              <a:xfrm>
                <a:off x="6694961" y="3660305"/>
                <a:ext cx="1238096" cy="276999"/>
              </a:xfrm>
              <a:prstGeom prst="rect">
                <a:avLst/>
              </a:prstGeom>
              <a:noFill/>
            </p:spPr>
            <p:txBody>
              <a:bodyPr wrap="none" rtlCol="0">
                <a:spAutoFit/>
              </a:bodyPr>
              <a:lstStyle/>
              <a:p>
                <a:pPr algn="ctr"/>
                <a:r>
                  <a:rPr lang="en-GB" sz="1200" dirty="0" smtClean="0">
                    <a:solidFill>
                      <a:schemeClr val="accent2"/>
                    </a:solidFill>
                  </a:rPr>
                  <a:t>WEB ANALYSIS</a:t>
                </a:r>
                <a:endParaRPr lang="en-GB" sz="1200" dirty="0">
                  <a:solidFill>
                    <a:schemeClr val="accent2"/>
                  </a:solidFill>
                </a:endParaRPr>
              </a:p>
            </p:txBody>
          </p:sp>
          <p:sp>
            <p:nvSpPr>
              <p:cNvPr id="127" name="Rectangle 126"/>
              <p:cNvSpPr/>
              <p:nvPr/>
            </p:nvSpPr>
            <p:spPr>
              <a:xfrm>
                <a:off x="6195930" y="3932054"/>
                <a:ext cx="2216198" cy="553998"/>
              </a:xfrm>
              <a:prstGeom prst="rect">
                <a:avLst/>
              </a:prstGeom>
            </p:spPr>
            <p:txBody>
              <a:bodyPr wrap="square">
                <a:spAutoFit/>
              </a:bodyPr>
              <a:lstStyle/>
              <a:p>
                <a:pPr algn="ctr"/>
                <a:r>
                  <a:rPr lang="en-GB" sz="1000">
                    <a:solidFill>
                      <a:schemeClr val="bg2">
                        <a:lumMod val="50000"/>
                      </a:schemeClr>
                    </a:solidFill>
                  </a:rPr>
                  <a:t>Lorem ipsum dolor sit amet, consectetuer adipiscing elit, sed diam </a:t>
                </a:r>
                <a:r>
                  <a:rPr lang="en-GB" sz="1000" smtClean="0">
                    <a:solidFill>
                      <a:schemeClr val="bg2">
                        <a:lumMod val="50000"/>
                      </a:schemeClr>
                    </a:solidFill>
                  </a:rPr>
                  <a:t>nonummy</a:t>
                </a:r>
                <a:endParaRPr lang="en-GB" sz="1000">
                  <a:solidFill>
                    <a:schemeClr val="bg2">
                      <a:lumMod val="50000"/>
                    </a:schemeClr>
                  </a:solidFill>
                </a:endParaRPr>
              </a:p>
            </p:txBody>
          </p:sp>
        </p:grpSp>
      </p:grpSp>
      <p:sp>
        <p:nvSpPr>
          <p:cNvPr id="53"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OUR FEATURES</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54" name="Rectangle 53"/>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55" name="Group 54"/>
          <p:cNvGrpSpPr/>
          <p:nvPr/>
        </p:nvGrpSpPr>
        <p:grpSpPr>
          <a:xfrm rot="10800000" flipV="1">
            <a:off x="5380522" y="1080697"/>
            <a:ext cx="1427781" cy="45707"/>
            <a:chOff x="3965945" y="1385354"/>
            <a:chExt cx="4572000" cy="79107"/>
          </a:xfrm>
        </p:grpSpPr>
        <p:sp>
          <p:nvSpPr>
            <p:cNvPr id="56" name="Rectangle 55"/>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7" name="Rectangle 56"/>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8" name="Rectangle 57"/>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9" name="Rectangle 58"/>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60" name="Rectangle 59"/>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 calcmode="lin" valueType="num">
                                      <p:cBhvr>
                                        <p:cTn id="9" dur="500" fill="hold"/>
                                        <p:tgtEl>
                                          <p:spTgt spid="55"/>
                                        </p:tgtEl>
                                        <p:attrNameLst>
                                          <p:attrName>style.rotation</p:attrName>
                                        </p:attrNameLst>
                                      </p:cBhvr>
                                      <p:tavLst>
                                        <p:tav tm="0">
                                          <p:val>
                                            <p:fltVal val="360"/>
                                          </p:val>
                                        </p:tav>
                                        <p:tav tm="100000">
                                          <p:val>
                                            <p:fltVal val="0"/>
                                          </p:val>
                                        </p:tav>
                                      </p:tavLst>
                                    </p:anim>
                                    <p:animEffect transition="in" filter="fade">
                                      <p:cBhvr>
                                        <p:cTn id="10"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Content Placeholder 28"/>
          <p:cNvSpPr>
            <a:spLocks noGrp="1"/>
          </p:cNvSpPr>
          <p:nvPr>
            <p:ph sz="quarter" idx="16"/>
          </p:nvPr>
        </p:nvSpPr>
        <p:spPr>
          <a:xfrm>
            <a:off x="6360327" y="2299855"/>
            <a:ext cx="2476571" cy="457199"/>
          </a:xfrm>
        </p:spPr>
        <p:txBody>
          <a:bodyPr anchor="t" anchorCtr="0">
            <a:noAutofit/>
          </a:bodyPr>
          <a:lstStyle/>
          <a:p>
            <a:r>
              <a:rPr lang="en-US" sz="1400" dirty="0" smtClean="0">
                <a:latin typeface="+mn-lt"/>
              </a:rPr>
              <a:t>Mr. SERMARAJ S</a:t>
            </a:r>
          </a:p>
          <a:p>
            <a:r>
              <a:rPr lang="en-US" dirty="0" smtClean="0"/>
              <a:t>CEO &amp; CO-FOUNDER</a:t>
            </a:r>
          </a:p>
        </p:txBody>
      </p:sp>
      <p:sp>
        <p:nvSpPr>
          <p:cNvPr id="47" name="Content Placeholder 28"/>
          <p:cNvSpPr>
            <a:spLocks noGrp="1"/>
          </p:cNvSpPr>
          <p:nvPr>
            <p:ph sz="quarter" idx="16"/>
          </p:nvPr>
        </p:nvSpPr>
        <p:spPr>
          <a:xfrm>
            <a:off x="4890766" y="3735463"/>
            <a:ext cx="2476571" cy="457199"/>
          </a:xfrm>
        </p:spPr>
        <p:txBody>
          <a:bodyPr anchor="t" anchorCtr="0">
            <a:noAutofit/>
          </a:bodyPr>
          <a:lstStyle/>
          <a:p>
            <a:r>
              <a:rPr lang="en-US" sz="1400" dirty="0" smtClean="0">
                <a:latin typeface="+mn-lt"/>
              </a:rPr>
              <a:t>STEFFI</a:t>
            </a:r>
          </a:p>
          <a:p>
            <a:r>
              <a:rPr lang="en-US" dirty="0" smtClean="0"/>
              <a:t>FINANCE</a:t>
            </a:r>
          </a:p>
        </p:txBody>
      </p:sp>
      <p:sp>
        <p:nvSpPr>
          <p:cNvPr id="48" name="Content Placeholder 28"/>
          <p:cNvSpPr>
            <a:spLocks noGrp="1"/>
          </p:cNvSpPr>
          <p:nvPr>
            <p:ph sz="quarter" idx="16"/>
          </p:nvPr>
        </p:nvSpPr>
        <p:spPr>
          <a:xfrm>
            <a:off x="7579210" y="3735463"/>
            <a:ext cx="2476571" cy="457199"/>
          </a:xfrm>
        </p:spPr>
        <p:txBody>
          <a:bodyPr anchor="t" anchorCtr="0">
            <a:noAutofit/>
          </a:bodyPr>
          <a:lstStyle/>
          <a:p>
            <a:r>
              <a:rPr lang="en-US" sz="1400" dirty="0" smtClean="0">
                <a:latin typeface="+mn-lt"/>
              </a:rPr>
              <a:t>CATHERINE</a:t>
            </a:r>
          </a:p>
          <a:p>
            <a:r>
              <a:rPr lang="en-US" dirty="0" smtClean="0"/>
              <a:t>MARKETING MANAGER</a:t>
            </a:r>
          </a:p>
        </p:txBody>
      </p:sp>
      <p:sp>
        <p:nvSpPr>
          <p:cNvPr id="49" name="Content Placeholder 28"/>
          <p:cNvSpPr>
            <a:spLocks noGrp="1"/>
          </p:cNvSpPr>
          <p:nvPr>
            <p:ph sz="quarter" idx="16"/>
          </p:nvPr>
        </p:nvSpPr>
        <p:spPr>
          <a:xfrm>
            <a:off x="3555074" y="5198503"/>
            <a:ext cx="2476571" cy="457199"/>
          </a:xfrm>
        </p:spPr>
        <p:txBody>
          <a:bodyPr anchor="t" anchorCtr="0">
            <a:noAutofit/>
          </a:bodyPr>
          <a:lstStyle/>
          <a:p>
            <a:r>
              <a:rPr lang="en-US" sz="1400" dirty="0" smtClean="0">
                <a:latin typeface="+mn-lt"/>
              </a:rPr>
              <a:t>JAYA SJ</a:t>
            </a:r>
          </a:p>
          <a:p>
            <a:r>
              <a:rPr lang="en-US" dirty="0" smtClean="0"/>
              <a:t>ART DIRECTOR</a:t>
            </a:r>
          </a:p>
        </p:txBody>
      </p:sp>
      <p:sp>
        <p:nvSpPr>
          <p:cNvPr id="50" name="Content Placeholder 28"/>
          <p:cNvSpPr>
            <a:spLocks noGrp="1"/>
          </p:cNvSpPr>
          <p:nvPr>
            <p:ph sz="quarter" idx="16"/>
          </p:nvPr>
        </p:nvSpPr>
        <p:spPr>
          <a:xfrm>
            <a:off x="6317874" y="5198503"/>
            <a:ext cx="2476571" cy="457199"/>
          </a:xfrm>
        </p:spPr>
        <p:txBody>
          <a:bodyPr anchor="t" anchorCtr="0">
            <a:noAutofit/>
          </a:bodyPr>
          <a:lstStyle/>
          <a:p>
            <a:r>
              <a:rPr lang="en-US" sz="1400" dirty="0" smtClean="0">
                <a:latin typeface="+mn-lt"/>
              </a:rPr>
              <a:t>ANNA</a:t>
            </a:r>
          </a:p>
          <a:p>
            <a:r>
              <a:rPr lang="en-US" dirty="0" smtClean="0"/>
              <a:t>HR - ADMIN</a:t>
            </a:r>
          </a:p>
        </p:txBody>
      </p:sp>
      <p:sp>
        <p:nvSpPr>
          <p:cNvPr id="51" name="Content Placeholder 28"/>
          <p:cNvSpPr>
            <a:spLocks noGrp="1"/>
          </p:cNvSpPr>
          <p:nvPr>
            <p:ph sz="quarter" idx="16"/>
          </p:nvPr>
        </p:nvSpPr>
        <p:spPr>
          <a:xfrm>
            <a:off x="9060360" y="5198503"/>
            <a:ext cx="2476571" cy="457199"/>
          </a:xfrm>
        </p:spPr>
        <p:txBody>
          <a:bodyPr anchor="t" anchorCtr="0">
            <a:noAutofit/>
          </a:bodyPr>
          <a:lstStyle/>
          <a:p>
            <a:r>
              <a:rPr lang="en-US" sz="1400" dirty="0" smtClean="0">
                <a:latin typeface="+mn-lt"/>
              </a:rPr>
              <a:t>SELENA GOMES</a:t>
            </a:r>
          </a:p>
          <a:p>
            <a:r>
              <a:rPr lang="en-US" dirty="0" smtClean="0"/>
              <a:t>SR. DEVELOPER</a:t>
            </a:r>
          </a:p>
        </p:txBody>
      </p:sp>
      <p:sp>
        <p:nvSpPr>
          <p:cNvPr id="26"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OUR ORGANISATION</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27" name="Rectangle 26"/>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31" name="Group 30"/>
          <p:cNvGrpSpPr/>
          <p:nvPr/>
        </p:nvGrpSpPr>
        <p:grpSpPr>
          <a:xfrm rot="10800000" flipV="1">
            <a:off x="5380522" y="1080697"/>
            <a:ext cx="1427781" cy="45707"/>
            <a:chOff x="3965945" y="1385354"/>
            <a:chExt cx="4572000" cy="79107"/>
          </a:xfrm>
        </p:grpSpPr>
        <p:sp>
          <p:nvSpPr>
            <p:cNvPr id="32" name="Rectangle 31"/>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3" name="Rectangle 32"/>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6" name="Rectangle 35"/>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8" name="Rectangle 37"/>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9" name="Rectangle 38"/>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2" name="Picture Placeholder 1"/>
          <p:cNvSpPr>
            <a:spLocks noGrp="1"/>
          </p:cNvSpPr>
          <p:nvPr>
            <p:ph type="pic" sz="quarter" idx="41"/>
          </p:nvPr>
        </p:nvSpPr>
        <p:spPr/>
      </p:sp>
      <p:sp>
        <p:nvSpPr>
          <p:cNvPr id="3" name="Picture Placeholder 2"/>
          <p:cNvSpPr>
            <a:spLocks noGrp="1"/>
          </p:cNvSpPr>
          <p:nvPr>
            <p:ph type="pic" sz="quarter" idx="40"/>
          </p:nvPr>
        </p:nvSpPr>
        <p:spPr/>
      </p:sp>
      <p:sp>
        <p:nvSpPr>
          <p:cNvPr id="4" name="Picture Placeholder 3"/>
          <p:cNvSpPr>
            <a:spLocks noGrp="1"/>
          </p:cNvSpPr>
          <p:nvPr>
            <p:ph type="pic" sz="quarter" idx="52"/>
          </p:nvPr>
        </p:nvSpPr>
        <p:spPr/>
      </p:sp>
      <p:sp>
        <p:nvSpPr>
          <p:cNvPr id="5" name="Picture Placeholder 4"/>
          <p:cNvSpPr>
            <a:spLocks noGrp="1"/>
          </p:cNvSpPr>
          <p:nvPr>
            <p:ph type="pic" sz="quarter" idx="43"/>
          </p:nvPr>
        </p:nvSpPr>
        <p:spPr/>
      </p:sp>
      <p:sp>
        <p:nvSpPr>
          <p:cNvPr id="6" name="Picture Placeholder 5"/>
          <p:cNvSpPr>
            <a:spLocks noGrp="1"/>
          </p:cNvSpPr>
          <p:nvPr>
            <p:ph type="pic" sz="quarter" idx="42"/>
          </p:nvPr>
        </p:nvSpPr>
        <p:spPr/>
      </p:sp>
      <p:sp>
        <p:nvSpPr>
          <p:cNvPr id="7" name="Picture Placeholder 6"/>
          <p:cNvSpPr>
            <a:spLocks noGrp="1"/>
          </p:cNvSpPr>
          <p:nvPr>
            <p:ph type="pic" sz="quarter" idx="24"/>
          </p:nvPr>
        </p:nvSpPr>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 calcmode="lin" valueType="num">
                                      <p:cBhvr>
                                        <p:cTn id="9" dur="500" fill="hold"/>
                                        <p:tgtEl>
                                          <p:spTgt spid="31"/>
                                        </p:tgtEl>
                                        <p:attrNameLst>
                                          <p:attrName>style.rotation</p:attrName>
                                        </p:attrNameLst>
                                      </p:cBhvr>
                                      <p:tavLst>
                                        <p:tav tm="0">
                                          <p:val>
                                            <p:fltVal val="360"/>
                                          </p:val>
                                        </p:tav>
                                        <p:tav tm="100000">
                                          <p:val>
                                            <p:fltVal val="0"/>
                                          </p:val>
                                        </p:tav>
                                      </p:tavLst>
                                    </p:anim>
                                    <p:animEffect transition="in" filter="fade">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6924675" y="2209800"/>
            <a:ext cx="2971800" cy="228600"/>
          </a:xfrm>
        </p:spPr>
        <p:txBody>
          <a:bodyPr>
            <a:noAutofit/>
          </a:bodyPr>
          <a:lstStyle/>
          <a:p>
            <a:pPr>
              <a:buNone/>
            </a:pPr>
            <a:r>
              <a:rPr lang="en-US" sz="1600" dirty="0" smtClean="0">
                <a:latin typeface="+mj-lt"/>
              </a:rPr>
              <a:t>VISION</a:t>
            </a:r>
            <a:endParaRPr lang="en-US" sz="1600" dirty="0">
              <a:latin typeface="+mj-lt"/>
            </a:endParaRPr>
          </a:p>
        </p:txBody>
      </p:sp>
      <p:sp>
        <p:nvSpPr>
          <p:cNvPr id="4" name="Text Placeholder 3"/>
          <p:cNvSpPr>
            <a:spLocks noGrp="1"/>
          </p:cNvSpPr>
          <p:nvPr>
            <p:ph type="body" sz="quarter" idx="4294967295"/>
          </p:nvPr>
        </p:nvSpPr>
        <p:spPr>
          <a:xfrm>
            <a:off x="6924675" y="2620962"/>
            <a:ext cx="4198937" cy="1036638"/>
          </a:xfrm>
        </p:spPr>
        <p:txBody>
          <a:bodyPr>
            <a:noAutofit/>
          </a:bodyPr>
          <a:lstStyle/>
          <a:p>
            <a:pPr marL="0" indent="0">
              <a:lnSpc>
                <a:spcPct val="100000"/>
              </a:lnSpc>
              <a:buNone/>
            </a:pP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has been the industry's standard dummy text ever since the 1500s, when an unknown printer took a galley of type and scrambled it to make a type specimen book. It has survived not only five centuries.</a:t>
            </a:r>
            <a:endParaRPr lang="en-US" sz="1200" dirty="0">
              <a:latin typeface="Open Sans Light" pitchFamily="34" charset="0"/>
              <a:ea typeface="Open Sans Light" pitchFamily="34" charset="0"/>
              <a:cs typeface="Open Sans Light" pitchFamily="34" charset="0"/>
            </a:endParaRPr>
          </a:p>
        </p:txBody>
      </p:sp>
      <p:sp>
        <p:nvSpPr>
          <p:cNvPr id="5" name="Content Placeholder 4"/>
          <p:cNvSpPr>
            <a:spLocks noGrp="1"/>
          </p:cNvSpPr>
          <p:nvPr>
            <p:ph sz="quarter" idx="4294967295"/>
          </p:nvPr>
        </p:nvSpPr>
        <p:spPr>
          <a:xfrm>
            <a:off x="6924675" y="4297363"/>
            <a:ext cx="2971800" cy="228600"/>
          </a:xfrm>
        </p:spPr>
        <p:txBody>
          <a:bodyPr>
            <a:noAutofit/>
          </a:bodyPr>
          <a:lstStyle/>
          <a:p>
            <a:pPr>
              <a:buNone/>
            </a:pPr>
            <a:r>
              <a:rPr lang="en-US" sz="1600" dirty="0" smtClean="0">
                <a:latin typeface="+mj-lt"/>
              </a:rPr>
              <a:t>MISION</a:t>
            </a:r>
          </a:p>
        </p:txBody>
      </p:sp>
      <p:sp>
        <p:nvSpPr>
          <p:cNvPr id="6" name="Text Placeholder 5"/>
          <p:cNvSpPr>
            <a:spLocks noGrp="1"/>
          </p:cNvSpPr>
          <p:nvPr>
            <p:ph type="body" sz="quarter" idx="4294967295"/>
          </p:nvPr>
        </p:nvSpPr>
        <p:spPr>
          <a:xfrm>
            <a:off x="6924675" y="4678363"/>
            <a:ext cx="4275137" cy="1036637"/>
          </a:xfrm>
        </p:spPr>
        <p:txBody>
          <a:bodyPr>
            <a:noAutofit/>
          </a:bodyPr>
          <a:lstStyle/>
          <a:p>
            <a:pPr marL="0" indent="0">
              <a:buNone/>
            </a:pPr>
            <a:r>
              <a:rPr lang="en-US" sz="1200" dirty="0" smtClean="0">
                <a:latin typeface="Open Sans Light" pitchFamily="34" charset="0"/>
                <a:ea typeface="Open Sans Light" pitchFamily="34" charset="0"/>
                <a:cs typeface="Open Sans Light" pitchFamily="34" charset="0"/>
              </a:rPr>
              <a:t>It is a long established fact that a reader will be distracted by the readable content of a page when looking at its layout. The point of using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that it has a more-or-less normal distribution of letters, as opposed to using 'Content here, content here', making it look like readable English. </a:t>
            </a:r>
            <a:endParaRPr lang="en-US" sz="1200" dirty="0">
              <a:latin typeface="Open Sans Light" pitchFamily="34" charset="0"/>
              <a:ea typeface="Open Sans Light" pitchFamily="34" charset="0"/>
              <a:cs typeface="Open Sans Light" pitchFamily="34" charset="0"/>
            </a:endParaRPr>
          </a:p>
        </p:txBody>
      </p:sp>
      <p:grpSp>
        <p:nvGrpSpPr>
          <p:cNvPr id="372" name="Group 371"/>
          <p:cNvGrpSpPr/>
          <p:nvPr/>
        </p:nvGrpSpPr>
        <p:grpSpPr>
          <a:xfrm>
            <a:off x="992188" y="1905000"/>
            <a:ext cx="4922838" cy="4603751"/>
            <a:chOff x="992188" y="2216150"/>
            <a:chExt cx="4922838" cy="4603751"/>
          </a:xfrm>
        </p:grpSpPr>
        <p:sp>
          <p:nvSpPr>
            <p:cNvPr id="48211" name="Freeform 83"/>
            <p:cNvSpPr>
              <a:spLocks/>
            </p:cNvSpPr>
            <p:nvPr/>
          </p:nvSpPr>
          <p:spPr bwMode="auto">
            <a:xfrm>
              <a:off x="1979612" y="3429000"/>
              <a:ext cx="547688" cy="763588"/>
            </a:xfrm>
            <a:custGeom>
              <a:avLst/>
              <a:gdLst/>
              <a:ahLst/>
              <a:cxnLst>
                <a:cxn ang="0">
                  <a:pos x="115" y="300"/>
                </a:cxn>
                <a:cxn ang="0">
                  <a:pos x="101" y="300"/>
                </a:cxn>
                <a:cxn ang="0">
                  <a:pos x="0" y="203"/>
                </a:cxn>
                <a:cxn ang="0">
                  <a:pos x="0" y="98"/>
                </a:cxn>
                <a:cxn ang="0">
                  <a:pos x="101" y="0"/>
                </a:cxn>
                <a:cxn ang="0">
                  <a:pos x="115" y="0"/>
                </a:cxn>
                <a:cxn ang="0">
                  <a:pos x="215" y="98"/>
                </a:cxn>
                <a:cxn ang="0">
                  <a:pos x="215" y="203"/>
                </a:cxn>
                <a:cxn ang="0">
                  <a:pos x="115" y="300"/>
                </a:cxn>
              </a:cxnLst>
              <a:rect l="0" t="0" r="r" b="b"/>
              <a:pathLst>
                <a:path w="215" h="300">
                  <a:moveTo>
                    <a:pt x="115" y="300"/>
                  </a:moveTo>
                  <a:cubicBezTo>
                    <a:pt x="101" y="300"/>
                    <a:pt x="101" y="300"/>
                    <a:pt x="101" y="300"/>
                  </a:cubicBezTo>
                  <a:cubicBezTo>
                    <a:pt x="45" y="300"/>
                    <a:pt x="0" y="256"/>
                    <a:pt x="0" y="203"/>
                  </a:cubicBezTo>
                  <a:cubicBezTo>
                    <a:pt x="0" y="98"/>
                    <a:pt x="0" y="98"/>
                    <a:pt x="0" y="98"/>
                  </a:cubicBezTo>
                  <a:cubicBezTo>
                    <a:pt x="0" y="44"/>
                    <a:pt x="45" y="0"/>
                    <a:pt x="101" y="0"/>
                  </a:cubicBezTo>
                  <a:cubicBezTo>
                    <a:pt x="115" y="0"/>
                    <a:pt x="115" y="0"/>
                    <a:pt x="115" y="0"/>
                  </a:cubicBezTo>
                  <a:cubicBezTo>
                    <a:pt x="170" y="0"/>
                    <a:pt x="215" y="44"/>
                    <a:pt x="215" y="98"/>
                  </a:cubicBezTo>
                  <a:cubicBezTo>
                    <a:pt x="215" y="203"/>
                    <a:pt x="215" y="203"/>
                    <a:pt x="215" y="203"/>
                  </a:cubicBezTo>
                  <a:cubicBezTo>
                    <a:pt x="215" y="256"/>
                    <a:pt x="170" y="300"/>
                    <a:pt x="115" y="300"/>
                  </a:cubicBezTo>
                  <a:close/>
                </a:path>
              </a:pathLst>
            </a:custGeom>
            <a:solidFill>
              <a:srgbClr val="EBF0F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33" name="Freeform 5"/>
            <p:cNvSpPr>
              <a:spLocks/>
            </p:cNvSpPr>
            <p:nvPr/>
          </p:nvSpPr>
          <p:spPr bwMode="auto">
            <a:xfrm>
              <a:off x="5049838" y="3194050"/>
              <a:ext cx="17463" cy="19050"/>
            </a:xfrm>
            <a:custGeom>
              <a:avLst/>
              <a:gdLst/>
              <a:ahLst/>
              <a:cxnLst>
                <a:cxn ang="0">
                  <a:pos x="0" y="3"/>
                </a:cxn>
                <a:cxn ang="0">
                  <a:pos x="4" y="8"/>
                </a:cxn>
                <a:cxn ang="0">
                  <a:pos x="7" y="5"/>
                </a:cxn>
                <a:cxn ang="0">
                  <a:pos x="3" y="0"/>
                </a:cxn>
                <a:cxn ang="0">
                  <a:pos x="0" y="3"/>
                </a:cxn>
              </a:cxnLst>
              <a:rect l="0" t="0" r="r" b="b"/>
              <a:pathLst>
                <a:path w="7" h="8">
                  <a:moveTo>
                    <a:pt x="0" y="3"/>
                  </a:moveTo>
                  <a:cubicBezTo>
                    <a:pt x="1" y="4"/>
                    <a:pt x="2" y="6"/>
                    <a:pt x="4" y="8"/>
                  </a:cubicBezTo>
                  <a:cubicBezTo>
                    <a:pt x="7" y="5"/>
                    <a:pt x="7" y="5"/>
                    <a:pt x="7" y="5"/>
                  </a:cubicBezTo>
                  <a:cubicBezTo>
                    <a:pt x="6" y="4"/>
                    <a:pt x="4" y="2"/>
                    <a:pt x="3" y="0"/>
                  </a:cubicBezTo>
                  <a:lnTo>
                    <a:pt x="0" y="3"/>
                  </a:lnTo>
                  <a:close/>
                </a:path>
              </a:pathLst>
            </a:custGeom>
            <a:solidFill>
              <a:srgbClr val="A1C1C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34" name="Freeform 6"/>
            <p:cNvSpPr>
              <a:spLocks noEditPoints="1"/>
            </p:cNvSpPr>
            <p:nvPr/>
          </p:nvSpPr>
          <p:spPr bwMode="auto">
            <a:xfrm>
              <a:off x="1322388" y="2852738"/>
              <a:ext cx="4171950" cy="3705225"/>
            </a:xfrm>
            <a:custGeom>
              <a:avLst/>
              <a:gdLst/>
              <a:ahLst/>
              <a:cxnLst>
                <a:cxn ang="0">
                  <a:pos x="266" y="32"/>
                </a:cxn>
                <a:cxn ang="0">
                  <a:pos x="210" y="94"/>
                </a:cxn>
                <a:cxn ang="0">
                  <a:pos x="177" y="128"/>
                </a:cxn>
                <a:cxn ang="0">
                  <a:pos x="144" y="178"/>
                </a:cxn>
                <a:cxn ang="0">
                  <a:pos x="113" y="229"/>
                </a:cxn>
                <a:cxn ang="0">
                  <a:pos x="81" y="280"/>
                </a:cxn>
                <a:cxn ang="0">
                  <a:pos x="53" y="358"/>
                </a:cxn>
                <a:cxn ang="0">
                  <a:pos x="34" y="402"/>
                </a:cxn>
                <a:cxn ang="0">
                  <a:pos x="23" y="461"/>
                </a:cxn>
                <a:cxn ang="0">
                  <a:pos x="12" y="520"/>
                </a:cxn>
                <a:cxn ang="0">
                  <a:pos x="2" y="579"/>
                </a:cxn>
                <a:cxn ang="0">
                  <a:pos x="0" y="639"/>
                </a:cxn>
                <a:cxn ang="0">
                  <a:pos x="6" y="699"/>
                </a:cxn>
                <a:cxn ang="0">
                  <a:pos x="13" y="758"/>
                </a:cxn>
                <a:cxn ang="0">
                  <a:pos x="20" y="817"/>
                </a:cxn>
                <a:cxn ang="0">
                  <a:pos x="46" y="897"/>
                </a:cxn>
                <a:cxn ang="0">
                  <a:pos x="59" y="943"/>
                </a:cxn>
                <a:cxn ang="0">
                  <a:pos x="87" y="996"/>
                </a:cxn>
                <a:cxn ang="0">
                  <a:pos x="116" y="1049"/>
                </a:cxn>
                <a:cxn ang="0">
                  <a:pos x="145" y="1102"/>
                </a:cxn>
                <a:cxn ang="0">
                  <a:pos x="199" y="1166"/>
                </a:cxn>
                <a:cxn ang="0">
                  <a:pos x="228" y="1204"/>
                </a:cxn>
                <a:cxn ang="0">
                  <a:pos x="274" y="1243"/>
                </a:cxn>
                <a:cxn ang="0">
                  <a:pos x="319" y="1281"/>
                </a:cxn>
                <a:cxn ang="0">
                  <a:pos x="365" y="1319"/>
                </a:cxn>
                <a:cxn ang="0">
                  <a:pos x="439" y="1358"/>
                </a:cxn>
                <a:cxn ang="0">
                  <a:pos x="480" y="1383"/>
                </a:cxn>
                <a:cxn ang="0">
                  <a:pos x="537" y="1402"/>
                </a:cxn>
                <a:cxn ang="0">
                  <a:pos x="594" y="1420"/>
                </a:cxn>
                <a:cxn ang="0">
                  <a:pos x="651" y="1438"/>
                </a:cxn>
                <a:cxn ang="0">
                  <a:pos x="734" y="1447"/>
                </a:cxn>
                <a:cxn ang="0">
                  <a:pos x="782" y="1455"/>
                </a:cxn>
                <a:cxn ang="0">
                  <a:pos x="830" y="1452"/>
                </a:cxn>
                <a:cxn ang="0">
                  <a:pos x="890" y="1453"/>
                </a:cxn>
                <a:cxn ang="0">
                  <a:pos x="972" y="1438"/>
                </a:cxn>
                <a:cxn ang="0">
                  <a:pos x="1020" y="1431"/>
                </a:cxn>
                <a:cxn ang="0">
                  <a:pos x="1076" y="1411"/>
                </a:cxn>
                <a:cxn ang="0">
                  <a:pos x="1132" y="1390"/>
                </a:cxn>
                <a:cxn ang="0">
                  <a:pos x="1188" y="1368"/>
                </a:cxn>
                <a:cxn ang="0">
                  <a:pos x="1259" y="1323"/>
                </a:cxn>
                <a:cxn ang="0">
                  <a:pos x="1301" y="1300"/>
                </a:cxn>
                <a:cxn ang="0">
                  <a:pos x="1345" y="1260"/>
                </a:cxn>
                <a:cxn ang="0">
                  <a:pos x="1390" y="1219"/>
                </a:cxn>
                <a:cxn ang="0">
                  <a:pos x="1434" y="1179"/>
                </a:cxn>
                <a:cxn ang="0">
                  <a:pos x="1483" y="1111"/>
                </a:cxn>
                <a:cxn ang="0">
                  <a:pos x="1513" y="1074"/>
                </a:cxn>
                <a:cxn ang="0">
                  <a:pos x="1539" y="1020"/>
                </a:cxn>
                <a:cxn ang="0">
                  <a:pos x="1565" y="967"/>
                </a:cxn>
                <a:cxn ang="0">
                  <a:pos x="1591" y="913"/>
                </a:cxn>
                <a:cxn ang="0">
                  <a:pos x="1611" y="831"/>
                </a:cxn>
                <a:cxn ang="0">
                  <a:pos x="1625" y="785"/>
                </a:cxn>
                <a:cxn ang="0">
                  <a:pos x="1630" y="726"/>
                </a:cxn>
                <a:cxn ang="0">
                  <a:pos x="1634" y="666"/>
                </a:cxn>
                <a:cxn ang="0">
                  <a:pos x="1638" y="606"/>
                </a:cxn>
                <a:cxn ang="0">
                  <a:pos x="1627" y="523"/>
                </a:cxn>
                <a:cxn ang="0">
                  <a:pos x="1623" y="475"/>
                </a:cxn>
                <a:cxn ang="0">
                  <a:pos x="1605" y="418"/>
                </a:cxn>
                <a:cxn ang="0">
                  <a:pos x="1587" y="361"/>
                </a:cxn>
                <a:cxn ang="0">
                  <a:pos x="1569" y="304"/>
                </a:cxn>
                <a:cxn ang="0">
                  <a:pos x="1527" y="231"/>
                </a:cxn>
                <a:cxn ang="0">
                  <a:pos x="1505" y="188"/>
                </a:cxn>
              </a:cxnLst>
              <a:rect l="0" t="0" r="r" b="b"/>
              <a:pathLst>
                <a:path w="1639" h="1456">
                  <a:moveTo>
                    <a:pt x="296" y="11"/>
                  </a:moveTo>
                  <a:cubicBezTo>
                    <a:pt x="299" y="9"/>
                    <a:pt x="302" y="6"/>
                    <a:pt x="305" y="4"/>
                  </a:cubicBezTo>
                  <a:cubicBezTo>
                    <a:pt x="303" y="0"/>
                    <a:pt x="303" y="0"/>
                    <a:pt x="303" y="0"/>
                  </a:cubicBezTo>
                  <a:cubicBezTo>
                    <a:pt x="300" y="3"/>
                    <a:pt x="296" y="5"/>
                    <a:pt x="293" y="8"/>
                  </a:cubicBezTo>
                  <a:lnTo>
                    <a:pt x="296" y="11"/>
                  </a:lnTo>
                  <a:close/>
                  <a:moveTo>
                    <a:pt x="278" y="27"/>
                  </a:moveTo>
                  <a:cubicBezTo>
                    <a:pt x="281" y="24"/>
                    <a:pt x="284" y="21"/>
                    <a:pt x="287" y="19"/>
                  </a:cubicBezTo>
                  <a:cubicBezTo>
                    <a:pt x="284" y="16"/>
                    <a:pt x="284" y="16"/>
                    <a:pt x="284" y="16"/>
                  </a:cubicBezTo>
                  <a:cubicBezTo>
                    <a:pt x="281" y="18"/>
                    <a:pt x="278" y="21"/>
                    <a:pt x="275" y="24"/>
                  </a:cubicBezTo>
                  <a:lnTo>
                    <a:pt x="278" y="27"/>
                  </a:lnTo>
                  <a:close/>
                  <a:moveTo>
                    <a:pt x="260" y="43"/>
                  </a:moveTo>
                  <a:cubicBezTo>
                    <a:pt x="263" y="40"/>
                    <a:pt x="266" y="37"/>
                    <a:pt x="269" y="35"/>
                  </a:cubicBezTo>
                  <a:cubicBezTo>
                    <a:pt x="266" y="32"/>
                    <a:pt x="266" y="32"/>
                    <a:pt x="266" y="32"/>
                  </a:cubicBezTo>
                  <a:cubicBezTo>
                    <a:pt x="263" y="34"/>
                    <a:pt x="260" y="37"/>
                    <a:pt x="258" y="40"/>
                  </a:cubicBezTo>
                  <a:lnTo>
                    <a:pt x="260" y="43"/>
                  </a:lnTo>
                  <a:close/>
                  <a:moveTo>
                    <a:pt x="243" y="59"/>
                  </a:moveTo>
                  <a:cubicBezTo>
                    <a:pt x="246" y="57"/>
                    <a:pt x="249" y="54"/>
                    <a:pt x="252" y="51"/>
                  </a:cubicBezTo>
                  <a:cubicBezTo>
                    <a:pt x="249" y="48"/>
                    <a:pt x="249" y="48"/>
                    <a:pt x="249" y="48"/>
                  </a:cubicBezTo>
                  <a:cubicBezTo>
                    <a:pt x="246" y="51"/>
                    <a:pt x="243" y="54"/>
                    <a:pt x="240" y="56"/>
                  </a:cubicBezTo>
                  <a:lnTo>
                    <a:pt x="243" y="59"/>
                  </a:lnTo>
                  <a:close/>
                  <a:moveTo>
                    <a:pt x="226" y="76"/>
                  </a:moveTo>
                  <a:cubicBezTo>
                    <a:pt x="229" y="74"/>
                    <a:pt x="232" y="71"/>
                    <a:pt x="235" y="68"/>
                  </a:cubicBezTo>
                  <a:cubicBezTo>
                    <a:pt x="232" y="65"/>
                    <a:pt x="232" y="65"/>
                    <a:pt x="232" y="65"/>
                  </a:cubicBezTo>
                  <a:cubicBezTo>
                    <a:pt x="229" y="68"/>
                    <a:pt x="226" y="71"/>
                    <a:pt x="224" y="74"/>
                  </a:cubicBezTo>
                  <a:lnTo>
                    <a:pt x="226" y="76"/>
                  </a:lnTo>
                  <a:close/>
                  <a:moveTo>
                    <a:pt x="210" y="94"/>
                  </a:moveTo>
                  <a:cubicBezTo>
                    <a:pt x="213" y="91"/>
                    <a:pt x="216" y="88"/>
                    <a:pt x="218" y="85"/>
                  </a:cubicBezTo>
                  <a:cubicBezTo>
                    <a:pt x="215" y="82"/>
                    <a:pt x="215" y="82"/>
                    <a:pt x="215" y="82"/>
                  </a:cubicBezTo>
                  <a:cubicBezTo>
                    <a:pt x="213" y="85"/>
                    <a:pt x="210" y="88"/>
                    <a:pt x="207" y="91"/>
                  </a:cubicBezTo>
                  <a:lnTo>
                    <a:pt x="210" y="94"/>
                  </a:lnTo>
                  <a:close/>
                  <a:moveTo>
                    <a:pt x="195" y="112"/>
                  </a:moveTo>
                  <a:cubicBezTo>
                    <a:pt x="197" y="109"/>
                    <a:pt x="200" y="106"/>
                    <a:pt x="202" y="103"/>
                  </a:cubicBezTo>
                  <a:cubicBezTo>
                    <a:pt x="199" y="100"/>
                    <a:pt x="199" y="100"/>
                    <a:pt x="199" y="100"/>
                  </a:cubicBezTo>
                  <a:cubicBezTo>
                    <a:pt x="197" y="103"/>
                    <a:pt x="194" y="106"/>
                    <a:pt x="192" y="109"/>
                  </a:cubicBezTo>
                  <a:lnTo>
                    <a:pt x="195" y="112"/>
                  </a:lnTo>
                  <a:close/>
                  <a:moveTo>
                    <a:pt x="180" y="130"/>
                  </a:moveTo>
                  <a:cubicBezTo>
                    <a:pt x="182" y="127"/>
                    <a:pt x="185" y="124"/>
                    <a:pt x="187" y="121"/>
                  </a:cubicBezTo>
                  <a:cubicBezTo>
                    <a:pt x="184" y="119"/>
                    <a:pt x="184" y="119"/>
                    <a:pt x="184" y="119"/>
                  </a:cubicBezTo>
                  <a:cubicBezTo>
                    <a:pt x="182" y="122"/>
                    <a:pt x="179" y="125"/>
                    <a:pt x="177" y="128"/>
                  </a:cubicBezTo>
                  <a:lnTo>
                    <a:pt x="180" y="130"/>
                  </a:lnTo>
                  <a:close/>
                  <a:moveTo>
                    <a:pt x="165" y="149"/>
                  </a:moveTo>
                  <a:cubicBezTo>
                    <a:pt x="168" y="146"/>
                    <a:pt x="170" y="143"/>
                    <a:pt x="172" y="140"/>
                  </a:cubicBezTo>
                  <a:cubicBezTo>
                    <a:pt x="169" y="137"/>
                    <a:pt x="169" y="137"/>
                    <a:pt x="169" y="137"/>
                  </a:cubicBezTo>
                  <a:cubicBezTo>
                    <a:pt x="167" y="140"/>
                    <a:pt x="164" y="144"/>
                    <a:pt x="162" y="147"/>
                  </a:cubicBezTo>
                  <a:lnTo>
                    <a:pt x="165" y="149"/>
                  </a:lnTo>
                  <a:close/>
                  <a:moveTo>
                    <a:pt x="151" y="169"/>
                  </a:moveTo>
                  <a:cubicBezTo>
                    <a:pt x="154" y="165"/>
                    <a:pt x="156" y="162"/>
                    <a:pt x="158" y="159"/>
                  </a:cubicBezTo>
                  <a:cubicBezTo>
                    <a:pt x="155" y="156"/>
                    <a:pt x="155" y="156"/>
                    <a:pt x="155" y="156"/>
                  </a:cubicBezTo>
                  <a:cubicBezTo>
                    <a:pt x="153" y="160"/>
                    <a:pt x="150" y="163"/>
                    <a:pt x="148" y="166"/>
                  </a:cubicBezTo>
                  <a:lnTo>
                    <a:pt x="151" y="169"/>
                  </a:lnTo>
                  <a:close/>
                  <a:moveTo>
                    <a:pt x="138" y="188"/>
                  </a:moveTo>
                  <a:cubicBezTo>
                    <a:pt x="140" y="185"/>
                    <a:pt x="142" y="182"/>
                    <a:pt x="144" y="178"/>
                  </a:cubicBezTo>
                  <a:cubicBezTo>
                    <a:pt x="141" y="176"/>
                    <a:pt x="141" y="176"/>
                    <a:pt x="141" y="176"/>
                  </a:cubicBezTo>
                  <a:cubicBezTo>
                    <a:pt x="139" y="179"/>
                    <a:pt x="137" y="183"/>
                    <a:pt x="135" y="186"/>
                  </a:cubicBezTo>
                  <a:lnTo>
                    <a:pt x="138" y="188"/>
                  </a:lnTo>
                  <a:close/>
                  <a:moveTo>
                    <a:pt x="125" y="208"/>
                  </a:moveTo>
                  <a:cubicBezTo>
                    <a:pt x="127" y="205"/>
                    <a:pt x="129" y="202"/>
                    <a:pt x="131" y="198"/>
                  </a:cubicBezTo>
                  <a:cubicBezTo>
                    <a:pt x="128" y="196"/>
                    <a:pt x="128" y="196"/>
                    <a:pt x="128" y="196"/>
                  </a:cubicBezTo>
                  <a:cubicBezTo>
                    <a:pt x="126" y="199"/>
                    <a:pt x="124" y="203"/>
                    <a:pt x="122" y="206"/>
                  </a:cubicBezTo>
                  <a:lnTo>
                    <a:pt x="125" y="208"/>
                  </a:lnTo>
                  <a:close/>
                  <a:moveTo>
                    <a:pt x="113" y="229"/>
                  </a:moveTo>
                  <a:cubicBezTo>
                    <a:pt x="115" y="225"/>
                    <a:pt x="117" y="222"/>
                    <a:pt x="119" y="218"/>
                  </a:cubicBezTo>
                  <a:cubicBezTo>
                    <a:pt x="115" y="216"/>
                    <a:pt x="115" y="216"/>
                    <a:pt x="115" y="216"/>
                  </a:cubicBezTo>
                  <a:cubicBezTo>
                    <a:pt x="113" y="220"/>
                    <a:pt x="111" y="223"/>
                    <a:pt x="109" y="227"/>
                  </a:cubicBezTo>
                  <a:lnTo>
                    <a:pt x="113" y="229"/>
                  </a:lnTo>
                  <a:close/>
                  <a:moveTo>
                    <a:pt x="101" y="250"/>
                  </a:moveTo>
                  <a:cubicBezTo>
                    <a:pt x="103" y="246"/>
                    <a:pt x="105" y="243"/>
                    <a:pt x="107" y="239"/>
                  </a:cubicBezTo>
                  <a:cubicBezTo>
                    <a:pt x="104" y="237"/>
                    <a:pt x="104" y="237"/>
                    <a:pt x="104" y="237"/>
                  </a:cubicBezTo>
                  <a:cubicBezTo>
                    <a:pt x="102" y="241"/>
                    <a:pt x="100" y="244"/>
                    <a:pt x="98" y="248"/>
                  </a:cubicBezTo>
                  <a:lnTo>
                    <a:pt x="101" y="250"/>
                  </a:lnTo>
                  <a:close/>
                  <a:moveTo>
                    <a:pt x="90" y="271"/>
                  </a:moveTo>
                  <a:cubicBezTo>
                    <a:pt x="92" y="267"/>
                    <a:pt x="94" y="264"/>
                    <a:pt x="96" y="260"/>
                  </a:cubicBezTo>
                  <a:cubicBezTo>
                    <a:pt x="92" y="258"/>
                    <a:pt x="92" y="258"/>
                    <a:pt x="92" y="258"/>
                  </a:cubicBezTo>
                  <a:cubicBezTo>
                    <a:pt x="90" y="262"/>
                    <a:pt x="89" y="265"/>
                    <a:pt x="87" y="269"/>
                  </a:cubicBezTo>
                  <a:lnTo>
                    <a:pt x="90" y="271"/>
                  </a:lnTo>
                  <a:close/>
                  <a:moveTo>
                    <a:pt x="80" y="292"/>
                  </a:moveTo>
                  <a:cubicBezTo>
                    <a:pt x="82" y="289"/>
                    <a:pt x="83" y="285"/>
                    <a:pt x="85" y="281"/>
                  </a:cubicBezTo>
                  <a:cubicBezTo>
                    <a:pt x="81" y="280"/>
                    <a:pt x="81" y="280"/>
                    <a:pt x="81" y="280"/>
                  </a:cubicBezTo>
                  <a:cubicBezTo>
                    <a:pt x="80" y="283"/>
                    <a:pt x="78" y="287"/>
                    <a:pt x="76" y="290"/>
                  </a:cubicBezTo>
                  <a:lnTo>
                    <a:pt x="80" y="292"/>
                  </a:lnTo>
                  <a:close/>
                  <a:moveTo>
                    <a:pt x="70" y="314"/>
                  </a:moveTo>
                  <a:cubicBezTo>
                    <a:pt x="72" y="310"/>
                    <a:pt x="73" y="307"/>
                    <a:pt x="75" y="303"/>
                  </a:cubicBezTo>
                  <a:cubicBezTo>
                    <a:pt x="71" y="301"/>
                    <a:pt x="71" y="301"/>
                    <a:pt x="71" y="301"/>
                  </a:cubicBezTo>
                  <a:cubicBezTo>
                    <a:pt x="70" y="305"/>
                    <a:pt x="68" y="309"/>
                    <a:pt x="67" y="312"/>
                  </a:cubicBezTo>
                  <a:lnTo>
                    <a:pt x="70" y="314"/>
                  </a:lnTo>
                  <a:close/>
                  <a:moveTo>
                    <a:pt x="61" y="336"/>
                  </a:moveTo>
                  <a:cubicBezTo>
                    <a:pt x="63" y="332"/>
                    <a:pt x="64" y="329"/>
                    <a:pt x="66" y="325"/>
                  </a:cubicBezTo>
                  <a:cubicBezTo>
                    <a:pt x="62" y="323"/>
                    <a:pt x="62" y="323"/>
                    <a:pt x="62" y="323"/>
                  </a:cubicBezTo>
                  <a:cubicBezTo>
                    <a:pt x="60" y="327"/>
                    <a:pt x="59" y="331"/>
                    <a:pt x="57" y="335"/>
                  </a:cubicBezTo>
                  <a:lnTo>
                    <a:pt x="61" y="336"/>
                  </a:lnTo>
                  <a:close/>
                  <a:moveTo>
                    <a:pt x="53" y="358"/>
                  </a:moveTo>
                  <a:cubicBezTo>
                    <a:pt x="54" y="355"/>
                    <a:pt x="55" y="351"/>
                    <a:pt x="57" y="347"/>
                  </a:cubicBezTo>
                  <a:cubicBezTo>
                    <a:pt x="53" y="346"/>
                    <a:pt x="53" y="346"/>
                    <a:pt x="53" y="346"/>
                  </a:cubicBezTo>
                  <a:cubicBezTo>
                    <a:pt x="52" y="349"/>
                    <a:pt x="50" y="353"/>
                    <a:pt x="49" y="357"/>
                  </a:cubicBezTo>
                  <a:lnTo>
                    <a:pt x="53" y="358"/>
                  </a:lnTo>
                  <a:close/>
                  <a:moveTo>
                    <a:pt x="45" y="381"/>
                  </a:moveTo>
                  <a:cubicBezTo>
                    <a:pt x="46" y="377"/>
                    <a:pt x="47" y="373"/>
                    <a:pt x="49" y="370"/>
                  </a:cubicBezTo>
                  <a:cubicBezTo>
                    <a:pt x="45" y="368"/>
                    <a:pt x="45" y="368"/>
                    <a:pt x="45" y="368"/>
                  </a:cubicBezTo>
                  <a:cubicBezTo>
                    <a:pt x="44" y="372"/>
                    <a:pt x="42" y="376"/>
                    <a:pt x="41" y="380"/>
                  </a:cubicBezTo>
                  <a:lnTo>
                    <a:pt x="45" y="381"/>
                  </a:lnTo>
                  <a:close/>
                  <a:moveTo>
                    <a:pt x="38" y="404"/>
                  </a:moveTo>
                  <a:cubicBezTo>
                    <a:pt x="39" y="400"/>
                    <a:pt x="40" y="396"/>
                    <a:pt x="41" y="392"/>
                  </a:cubicBezTo>
                  <a:cubicBezTo>
                    <a:pt x="37" y="391"/>
                    <a:pt x="37" y="391"/>
                    <a:pt x="37" y="391"/>
                  </a:cubicBezTo>
                  <a:cubicBezTo>
                    <a:pt x="36" y="395"/>
                    <a:pt x="35" y="399"/>
                    <a:pt x="34" y="402"/>
                  </a:cubicBezTo>
                  <a:lnTo>
                    <a:pt x="38" y="404"/>
                  </a:lnTo>
                  <a:close/>
                  <a:moveTo>
                    <a:pt x="31" y="427"/>
                  </a:moveTo>
                  <a:cubicBezTo>
                    <a:pt x="32" y="423"/>
                    <a:pt x="33" y="419"/>
                    <a:pt x="34" y="415"/>
                  </a:cubicBezTo>
                  <a:cubicBezTo>
                    <a:pt x="31" y="414"/>
                    <a:pt x="31" y="414"/>
                    <a:pt x="31" y="414"/>
                  </a:cubicBezTo>
                  <a:cubicBezTo>
                    <a:pt x="30" y="418"/>
                    <a:pt x="28" y="422"/>
                    <a:pt x="27" y="426"/>
                  </a:cubicBezTo>
                  <a:lnTo>
                    <a:pt x="31" y="427"/>
                  </a:lnTo>
                  <a:close/>
                  <a:moveTo>
                    <a:pt x="26" y="450"/>
                  </a:moveTo>
                  <a:cubicBezTo>
                    <a:pt x="26" y="446"/>
                    <a:pt x="27" y="442"/>
                    <a:pt x="28" y="438"/>
                  </a:cubicBezTo>
                  <a:cubicBezTo>
                    <a:pt x="24" y="437"/>
                    <a:pt x="24" y="437"/>
                    <a:pt x="24" y="437"/>
                  </a:cubicBezTo>
                  <a:cubicBezTo>
                    <a:pt x="24" y="441"/>
                    <a:pt x="23" y="445"/>
                    <a:pt x="22" y="449"/>
                  </a:cubicBezTo>
                  <a:lnTo>
                    <a:pt x="26" y="450"/>
                  </a:lnTo>
                  <a:close/>
                  <a:moveTo>
                    <a:pt x="20" y="473"/>
                  </a:moveTo>
                  <a:cubicBezTo>
                    <a:pt x="21" y="469"/>
                    <a:pt x="22" y="465"/>
                    <a:pt x="23" y="461"/>
                  </a:cubicBezTo>
                  <a:cubicBezTo>
                    <a:pt x="19" y="460"/>
                    <a:pt x="19" y="460"/>
                    <a:pt x="19" y="460"/>
                  </a:cubicBezTo>
                  <a:cubicBezTo>
                    <a:pt x="18" y="464"/>
                    <a:pt x="17" y="468"/>
                    <a:pt x="17" y="472"/>
                  </a:cubicBezTo>
                  <a:lnTo>
                    <a:pt x="20" y="473"/>
                  </a:lnTo>
                  <a:close/>
                  <a:moveTo>
                    <a:pt x="16" y="496"/>
                  </a:moveTo>
                  <a:cubicBezTo>
                    <a:pt x="17" y="493"/>
                    <a:pt x="17" y="489"/>
                    <a:pt x="18" y="485"/>
                  </a:cubicBezTo>
                  <a:cubicBezTo>
                    <a:pt x="14" y="484"/>
                    <a:pt x="14" y="484"/>
                    <a:pt x="14" y="484"/>
                  </a:cubicBezTo>
                  <a:cubicBezTo>
                    <a:pt x="13" y="488"/>
                    <a:pt x="13" y="492"/>
                    <a:pt x="12" y="496"/>
                  </a:cubicBezTo>
                  <a:lnTo>
                    <a:pt x="16" y="496"/>
                  </a:lnTo>
                  <a:close/>
                  <a:moveTo>
                    <a:pt x="12" y="520"/>
                  </a:moveTo>
                  <a:cubicBezTo>
                    <a:pt x="13" y="516"/>
                    <a:pt x="13" y="512"/>
                    <a:pt x="14" y="508"/>
                  </a:cubicBezTo>
                  <a:cubicBezTo>
                    <a:pt x="10" y="508"/>
                    <a:pt x="10" y="508"/>
                    <a:pt x="10" y="508"/>
                  </a:cubicBezTo>
                  <a:cubicBezTo>
                    <a:pt x="9" y="512"/>
                    <a:pt x="9" y="515"/>
                    <a:pt x="8" y="519"/>
                  </a:cubicBezTo>
                  <a:lnTo>
                    <a:pt x="12" y="520"/>
                  </a:lnTo>
                  <a:close/>
                  <a:moveTo>
                    <a:pt x="9" y="544"/>
                  </a:moveTo>
                  <a:cubicBezTo>
                    <a:pt x="10" y="540"/>
                    <a:pt x="10" y="536"/>
                    <a:pt x="11" y="532"/>
                  </a:cubicBezTo>
                  <a:cubicBezTo>
                    <a:pt x="7" y="531"/>
                    <a:pt x="7" y="531"/>
                    <a:pt x="7" y="531"/>
                  </a:cubicBezTo>
                  <a:cubicBezTo>
                    <a:pt x="6" y="535"/>
                    <a:pt x="6" y="539"/>
                    <a:pt x="5" y="543"/>
                  </a:cubicBezTo>
                  <a:lnTo>
                    <a:pt x="9" y="544"/>
                  </a:lnTo>
                  <a:close/>
                  <a:moveTo>
                    <a:pt x="7" y="567"/>
                  </a:moveTo>
                  <a:cubicBezTo>
                    <a:pt x="7" y="563"/>
                    <a:pt x="8" y="559"/>
                    <a:pt x="8" y="556"/>
                  </a:cubicBezTo>
                  <a:cubicBezTo>
                    <a:pt x="4" y="555"/>
                    <a:pt x="4" y="555"/>
                    <a:pt x="4" y="555"/>
                  </a:cubicBezTo>
                  <a:cubicBezTo>
                    <a:pt x="4" y="559"/>
                    <a:pt x="3" y="563"/>
                    <a:pt x="3" y="567"/>
                  </a:cubicBezTo>
                  <a:lnTo>
                    <a:pt x="7" y="567"/>
                  </a:lnTo>
                  <a:close/>
                  <a:moveTo>
                    <a:pt x="5" y="591"/>
                  </a:moveTo>
                  <a:cubicBezTo>
                    <a:pt x="5" y="587"/>
                    <a:pt x="6" y="583"/>
                    <a:pt x="6" y="579"/>
                  </a:cubicBezTo>
                  <a:cubicBezTo>
                    <a:pt x="2" y="579"/>
                    <a:pt x="2" y="579"/>
                    <a:pt x="2" y="579"/>
                  </a:cubicBezTo>
                  <a:cubicBezTo>
                    <a:pt x="2" y="583"/>
                    <a:pt x="1" y="587"/>
                    <a:pt x="1" y="591"/>
                  </a:cubicBezTo>
                  <a:lnTo>
                    <a:pt x="5" y="591"/>
                  </a:lnTo>
                  <a:close/>
                  <a:moveTo>
                    <a:pt x="4" y="615"/>
                  </a:moveTo>
                  <a:cubicBezTo>
                    <a:pt x="4" y="611"/>
                    <a:pt x="4" y="607"/>
                    <a:pt x="5" y="603"/>
                  </a:cubicBezTo>
                  <a:cubicBezTo>
                    <a:pt x="1" y="603"/>
                    <a:pt x="1" y="603"/>
                    <a:pt x="1" y="603"/>
                  </a:cubicBezTo>
                  <a:cubicBezTo>
                    <a:pt x="0" y="607"/>
                    <a:pt x="0" y="611"/>
                    <a:pt x="0" y="615"/>
                  </a:cubicBezTo>
                  <a:cubicBezTo>
                    <a:pt x="4" y="615"/>
                    <a:pt x="4" y="615"/>
                    <a:pt x="4" y="615"/>
                  </a:cubicBezTo>
                  <a:close/>
                  <a:moveTo>
                    <a:pt x="4" y="639"/>
                  </a:moveTo>
                  <a:cubicBezTo>
                    <a:pt x="4" y="638"/>
                    <a:pt x="4" y="638"/>
                    <a:pt x="4" y="637"/>
                  </a:cubicBezTo>
                  <a:cubicBezTo>
                    <a:pt x="4" y="634"/>
                    <a:pt x="4" y="630"/>
                    <a:pt x="4" y="627"/>
                  </a:cubicBezTo>
                  <a:cubicBezTo>
                    <a:pt x="0" y="627"/>
                    <a:pt x="0" y="627"/>
                    <a:pt x="0" y="627"/>
                  </a:cubicBezTo>
                  <a:cubicBezTo>
                    <a:pt x="0" y="630"/>
                    <a:pt x="0" y="634"/>
                    <a:pt x="0" y="637"/>
                  </a:cubicBezTo>
                  <a:cubicBezTo>
                    <a:pt x="0" y="638"/>
                    <a:pt x="0" y="638"/>
                    <a:pt x="0" y="639"/>
                  </a:cubicBezTo>
                  <a:lnTo>
                    <a:pt x="4" y="639"/>
                  </a:lnTo>
                  <a:close/>
                  <a:moveTo>
                    <a:pt x="4" y="663"/>
                  </a:moveTo>
                  <a:cubicBezTo>
                    <a:pt x="4" y="659"/>
                    <a:pt x="4" y="655"/>
                    <a:pt x="4" y="651"/>
                  </a:cubicBezTo>
                  <a:cubicBezTo>
                    <a:pt x="0" y="651"/>
                    <a:pt x="0" y="651"/>
                    <a:pt x="0" y="651"/>
                  </a:cubicBezTo>
                  <a:cubicBezTo>
                    <a:pt x="0" y="655"/>
                    <a:pt x="0" y="659"/>
                    <a:pt x="0" y="663"/>
                  </a:cubicBezTo>
                  <a:lnTo>
                    <a:pt x="4" y="663"/>
                  </a:lnTo>
                  <a:close/>
                  <a:moveTo>
                    <a:pt x="5" y="687"/>
                  </a:moveTo>
                  <a:cubicBezTo>
                    <a:pt x="5" y="683"/>
                    <a:pt x="5" y="679"/>
                    <a:pt x="5" y="675"/>
                  </a:cubicBezTo>
                  <a:cubicBezTo>
                    <a:pt x="1" y="675"/>
                    <a:pt x="1" y="675"/>
                    <a:pt x="1" y="675"/>
                  </a:cubicBezTo>
                  <a:cubicBezTo>
                    <a:pt x="1" y="679"/>
                    <a:pt x="1" y="683"/>
                    <a:pt x="1" y="687"/>
                  </a:cubicBezTo>
                  <a:lnTo>
                    <a:pt x="5" y="687"/>
                  </a:lnTo>
                  <a:close/>
                  <a:moveTo>
                    <a:pt x="7" y="710"/>
                  </a:moveTo>
                  <a:cubicBezTo>
                    <a:pt x="7" y="707"/>
                    <a:pt x="6" y="703"/>
                    <a:pt x="6" y="699"/>
                  </a:cubicBezTo>
                  <a:cubicBezTo>
                    <a:pt x="2" y="699"/>
                    <a:pt x="2" y="699"/>
                    <a:pt x="2" y="699"/>
                  </a:cubicBezTo>
                  <a:cubicBezTo>
                    <a:pt x="3" y="703"/>
                    <a:pt x="3" y="707"/>
                    <a:pt x="3" y="711"/>
                  </a:cubicBezTo>
                  <a:lnTo>
                    <a:pt x="7" y="710"/>
                  </a:lnTo>
                  <a:close/>
                  <a:moveTo>
                    <a:pt x="10" y="734"/>
                  </a:moveTo>
                  <a:cubicBezTo>
                    <a:pt x="9" y="730"/>
                    <a:pt x="9" y="726"/>
                    <a:pt x="8" y="722"/>
                  </a:cubicBezTo>
                  <a:cubicBezTo>
                    <a:pt x="4" y="723"/>
                    <a:pt x="4" y="723"/>
                    <a:pt x="4" y="723"/>
                  </a:cubicBezTo>
                  <a:cubicBezTo>
                    <a:pt x="5" y="727"/>
                    <a:pt x="5" y="731"/>
                    <a:pt x="6" y="735"/>
                  </a:cubicBezTo>
                  <a:lnTo>
                    <a:pt x="10" y="734"/>
                  </a:lnTo>
                  <a:close/>
                  <a:moveTo>
                    <a:pt x="13" y="758"/>
                  </a:moveTo>
                  <a:cubicBezTo>
                    <a:pt x="12" y="754"/>
                    <a:pt x="12" y="750"/>
                    <a:pt x="11" y="746"/>
                  </a:cubicBezTo>
                  <a:cubicBezTo>
                    <a:pt x="7" y="747"/>
                    <a:pt x="7" y="747"/>
                    <a:pt x="7" y="747"/>
                  </a:cubicBezTo>
                  <a:cubicBezTo>
                    <a:pt x="8" y="751"/>
                    <a:pt x="8" y="755"/>
                    <a:pt x="9" y="758"/>
                  </a:cubicBezTo>
                  <a:lnTo>
                    <a:pt x="13" y="758"/>
                  </a:lnTo>
                  <a:close/>
                  <a:moveTo>
                    <a:pt x="17" y="781"/>
                  </a:moveTo>
                  <a:cubicBezTo>
                    <a:pt x="16" y="778"/>
                    <a:pt x="15" y="774"/>
                    <a:pt x="15" y="770"/>
                  </a:cubicBezTo>
                  <a:cubicBezTo>
                    <a:pt x="11" y="770"/>
                    <a:pt x="11" y="770"/>
                    <a:pt x="11" y="770"/>
                  </a:cubicBezTo>
                  <a:cubicBezTo>
                    <a:pt x="11" y="774"/>
                    <a:pt x="12" y="778"/>
                    <a:pt x="13" y="782"/>
                  </a:cubicBezTo>
                  <a:lnTo>
                    <a:pt x="17" y="781"/>
                  </a:lnTo>
                  <a:close/>
                  <a:moveTo>
                    <a:pt x="21" y="805"/>
                  </a:moveTo>
                  <a:cubicBezTo>
                    <a:pt x="20" y="801"/>
                    <a:pt x="20" y="797"/>
                    <a:pt x="19" y="793"/>
                  </a:cubicBezTo>
                  <a:cubicBezTo>
                    <a:pt x="15" y="794"/>
                    <a:pt x="15" y="794"/>
                    <a:pt x="15" y="794"/>
                  </a:cubicBezTo>
                  <a:cubicBezTo>
                    <a:pt x="16" y="798"/>
                    <a:pt x="17" y="802"/>
                    <a:pt x="17" y="806"/>
                  </a:cubicBezTo>
                  <a:lnTo>
                    <a:pt x="21" y="805"/>
                  </a:lnTo>
                  <a:close/>
                  <a:moveTo>
                    <a:pt x="27" y="828"/>
                  </a:moveTo>
                  <a:cubicBezTo>
                    <a:pt x="26" y="824"/>
                    <a:pt x="25" y="820"/>
                    <a:pt x="24" y="817"/>
                  </a:cubicBezTo>
                  <a:cubicBezTo>
                    <a:pt x="20" y="817"/>
                    <a:pt x="20" y="817"/>
                    <a:pt x="20" y="817"/>
                  </a:cubicBezTo>
                  <a:cubicBezTo>
                    <a:pt x="21" y="821"/>
                    <a:pt x="22" y="825"/>
                    <a:pt x="23" y="829"/>
                  </a:cubicBezTo>
                  <a:lnTo>
                    <a:pt x="27" y="828"/>
                  </a:lnTo>
                  <a:close/>
                  <a:moveTo>
                    <a:pt x="33" y="851"/>
                  </a:moveTo>
                  <a:cubicBezTo>
                    <a:pt x="31" y="848"/>
                    <a:pt x="30" y="844"/>
                    <a:pt x="29" y="840"/>
                  </a:cubicBezTo>
                  <a:cubicBezTo>
                    <a:pt x="26" y="841"/>
                    <a:pt x="26" y="841"/>
                    <a:pt x="26" y="841"/>
                  </a:cubicBezTo>
                  <a:cubicBezTo>
                    <a:pt x="27" y="845"/>
                    <a:pt x="28" y="849"/>
                    <a:pt x="29" y="852"/>
                  </a:cubicBezTo>
                  <a:lnTo>
                    <a:pt x="33" y="851"/>
                  </a:lnTo>
                  <a:close/>
                  <a:moveTo>
                    <a:pt x="39" y="874"/>
                  </a:moveTo>
                  <a:cubicBezTo>
                    <a:pt x="38" y="871"/>
                    <a:pt x="37" y="867"/>
                    <a:pt x="36" y="863"/>
                  </a:cubicBezTo>
                  <a:cubicBezTo>
                    <a:pt x="32" y="864"/>
                    <a:pt x="32" y="864"/>
                    <a:pt x="32" y="864"/>
                  </a:cubicBezTo>
                  <a:cubicBezTo>
                    <a:pt x="33" y="868"/>
                    <a:pt x="34" y="872"/>
                    <a:pt x="35" y="875"/>
                  </a:cubicBezTo>
                  <a:lnTo>
                    <a:pt x="39" y="874"/>
                  </a:lnTo>
                  <a:close/>
                  <a:moveTo>
                    <a:pt x="46" y="897"/>
                  </a:moveTo>
                  <a:cubicBezTo>
                    <a:pt x="45" y="893"/>
                    <a:pt x="44" y="890"/>
                    <a:pt x="43" y="886"/>
                  </a:cubicBezTo>
                  <a:cubicBezTo>
                    <a:pt x="39" y="887"/>
                    <a:pt x="39" y="887"/>
                    <a:pt x="39" y="887"/>
                  </a:cubicBezTo>
                  <a:cubicBezTo>
                    <a:pt x="40" y="891"/>
                    <a:pt x="41" y="895"/>
                    <a:pt x="43" y="898"/>
                  </a:cubicBezTo>
                  <a:lnTo>
                    <a:pt x="46" y="897"/>
                  </a:lnTo>
                  <a:close/>
                  <a:moveTo>
                    <a:pt x="54" y="920"/>
                  </a:moveTo>
                  <a:cubicBezTo>
                    <a:pt x="53" y="916"/>
                    <a:pt x="52" y="912"/>
                    <a:pt x="50" y="908"/>
                  </a:cubicBezTo>
                  <a:cubicBezTo>
                    <a:pt x="47" y="910"/>
                    <a:pt x="47" y="910"/>
                    <a:pt x="47" y="910"/>
                  </a:cubicBezTo>
                  <a:cubicBezTo>
                    <a:pt x="48" y="913"/>
                    <a:pt x="49" y="917"/>
                    <a:pt x="51" y="921"/>
                  </a:cubicBezTo>
                  <a:lnTo>
                    <a:pt x="54" y="920"/>
                  </a:lnTo>
                  <a:close/>
                  <a:moveTo>
                    <a:pt x="63" y="942"/>
                  </a:moveTo>
                  <a:cubicBezTo>
                    <a:pt x="62" y="938"/>
                    <a:pt x="60" y="934"/>
                    <a:pt x="59" y="931"/>
                  </a:cubicBezTo>
                  <a:cubicBezTo>
                    <a:pt x="55" y="932"/>
                    <a:pt x="55" y="932"/>
                    <a:pt x="55" y="932"/>
                  </a:cubicBezTo>
                  <a:cubicBezTo>
                    <a:pt x="56" y="936"/>
                    <a:pt x="58" y="940"/>
                    <a:pt x="59" y="943"/>
                  </a:cubicBezTo>
                  <a:lnTo>
                    <a:pt x="63" y="942"/>
                  </a:lnTo>
                  <a:close/>
                  <a:moveTo>
                    <a:pt x="72" y="964"/>
                  </a:moveTo>
                  <a:cubicBezTo>
                    <a:pt x="71" y="960"/>
                    <a:pt x="69" y="957"/>
                    <a:pt x="68" y="953"/>
                  </a:cubicBezTo>
                  <a:cubicBezTo>
                    <a:pt x="64" y="954"/>
                    <a:pt x="64" y="954"/>
                    <a:pt x="64" y="954"/>
                  </a:cubicBezTo>
                  <a:cubicBezTo>
                    <a:pt x="65" y="958"/>
                    <a:pt x="67" y="962"/>
                    <a:pt x="69" y="966"/>
                  </a:cubicBezTo>
                  <a:lnTo>
                    <a:pt x="72" y="964"/>
                  </a:lnTo>
                  <a:close/>
                  <a:moveTo>
                    <a:pt x="82" y="986"/>
                  </a:moveTo>
                  <a:cubicBezTo>
                    <a:pt x="81" y="982"/>
                    <a:pt x="79" y="978"/>
                    <a:pt x="77" y="975"/>
                  </a:cubicBezTo>
                  <a:cubicBezTo>
                    <a:pt x="74" y="976"/>
                    <a:pt x="74" y="976"/>
                    <a:pt x="74" y="976"/>
                  </a:cubicBezTo>
                  <a:cubicBezTo>
                    <a:pt x="75" y="980"/>
                    <a:pt x="77" y="984"/>
                    <a:pt x="79" y="987"/>
                  </a:cubicBezTo>
                  <a:lnTo>
                    <a:pt x="82" y="986"/>
                  </a:lnTo>
                  <a:close/>
                  <a:moveTo>
                    <a:pt x="93" y="1007"/>
                  </a:moveTo>
                  <a:cubicBezTo>
                    <a:pt x="91" y="1004"/>
                    <a:pt x="89" y="1000"/>
                    <a:pt x="87" y="996"/>
                  </a:cubicBezTo>
                  <a:cubicBezTo>
                    <a:pt x="84" y="998"/>
                    <a:pt x="84" y="998"/>
                    <a:pt x="84" y="998"/>
                  </a:cubicBezTo>
                  <a:cubicBezTo>
                    <a:pt x="86" y="1002"/>
                    <a:pt x="87" y="1005"/>
                    <a:pt x="89" y="1009"/>
                  </a:cubicBezTo>
                  <a:lnTo>
                    <a:pt x="93" y="1007"/>
                  </a:lnTo>
                  <a:close/>
                  <a:moveTo>
                    <a:pt x="104" y="1028"/>
                  </a:moveTo>
                  <a:cubicBezTo>
                    <a:pt x="102" y="1025"/>
                    <a:pt x="100" y="1021"/>
                    <a:pt x="98" y="1018"/>
                  </a:cubicBezTo>
                  <a:cubicBezTo>
                    <a:pt x="95" y="1020"/>
                    <a:pt x="95" y="1020"/>
                    <a:pt x="95" y="1020"/>
                  </a:cubicBezTo>
                  <a:cubicBezTo>
                    <a:pt x="97" y="1023"/>
                    <a:pt x="99" y="1027"/>
                    <a:pt x="101" y="1030"/>
                  </a:cubicBezTo>
                  <a:lnTo>
                    <a:pt x="104" y="1028"/>
                  </a:lnTo>
                  <a:close/>
                  <a:moveTo>
                    <a:pt x="116" y="1049"/>
                  </a:moveTo>
                  <a:cubicBezTo>
                    <a:pt x="114" y="1046"/>
                    <a:pt x="112" y="1042"/>
                    <a:pt x="110" y="1039"/>
                  </a:cubicBezTo>
                  <a:cubicBezTo>
                    <a:pt x="106" y="1041"/>
                    <a:pt x="106" y="1041"/>
                    <a:pt x="106" y="1041"/>
                  </a:cubicBezTo>
                  <a:cubicBezTo>
                    <a:pt x="108" y="1044"/>
                    <a:pt x="110" y="1048"/>
                    <a:pt x="112" y="1051"/>
                  </a:cubicBezTo>
                  <a:lnTo>
                    <a:pt x="116" y="1049"/>
                  </a:lnTo>
                  <a:close/>
                  <a:moveTo>
                    <a:pt x="128" y="1069"/>
                  </a:moveTo>
                  <a:cubicBezTo>
                    <a:pt x="126" y="1066"/>
                    <a:pt x="124" y="1063"/>
                    <a:pt x="122" y="1059"/>
                  </a:cubicBezTo>
                  <a:cubicBezTo>
                    <a:pt x="119" y="1061"/>
                    <a:pt x="119" y="1061"/>
                    <a:pt x="119" y="1061"/>
                  </a:cubicBezTo>
                  <a:cubicBezTo>
                    <a:pt x="121" y="1065"/>
                    <a:pt x="123" y="1068"/>
                    <a:pt x="125" y="1072"/>
                  </a:cubicBezTo>
                  <a:lnTo>
                    <a:pt x="128" y="1069"/>
                  </a:lnTo>
                  <a:close/>
                  <a:moveTo>
                    <a:pt x="141" y="1090"/>
                  </a:moveTo>
                  <a:cubicBezTo>
                    <a:pt x="139" y="1086"/>
                    <a:pt x="137" y="1083"/>
                    <a:pt x="135" y="1080"/>
                  </a:cubicBezTo>
                  <a:cubicBezTo>
                    <a:pt x="131" y="1082"/>
                    <a:pt x="131" y="1082"/>
                    <a:pt x="131" y="1082"/>
                  </a:cubicBezTo>
                  <a:cubicBezTo>
                    <a:pt x="134" y="1085"/>
                    <a:pt x="136" y="1088"/>
                    <a:pt x="138" y="1092"/>
                  </a:cubicBezTo>
                  <a:lnTo>
                    <a:pt x="141" y="1090"/>
                  </a:lnTo>
                  <a:close/>
                  <a:moveTo>
                    <a:pt x="155" y="1109"/>
                  </a:moveTo>
                  <a:cubicBezTo>
                    <a:pt x="153" y="1106"/>
                    <a:pt x="150" y="1103"/>
                    <a:pt x="148" y="1099"/>
                  </a:cubicBezTo>
                  <a:cubicBezTo>
                    <a:pt x="145" y="1102"/>
                    <a:pt x="145" y="1102"/>
                    <a:pt x="145" y="1102"/>
                  </a:cubicBezTo>
                  <a:cubicBezTo>
                    <a:pt x="147" y="1105"/>
                    <a:pt x="149" y="1108"/>
                    <a:pt x="152" y="1112"/>
                  </a:cubicBezTo>
                  <a:lnTo>
                    <a:pt x="155" y="1109"/>
                  </a:lnTo>
                  <a:close/>
                  <a:moveTo>
                    <a:pt x="169" y="1129"/>
                  </a:moveTo>
                  <a:cubicBezTo>
                    <a:pt x="167" y="1125"/>
                    <a:pt x="164" y="1122"/>
                    <a:pt x="162" y="1119"/>
                  </a:cubicBezTo>
                  <a:cubicBezTo>
                    <a:pt x="159" y="1121"/>
                    <a:pt x="159" y="1121"/>
                    <a:pt x="159" y="1121"/>
                  </a:cubicBezTo>
                  <a:cubicBezTo>
                    <a:pt x="161" y="1125"/>
                    <a:pt x="164" y="1128"/>
                    <a:pt x="166" y="1131"/>
                  </a:cubicBezTo>
                  <a:lnTo>
                    <a:pt x="169" y="1129"/>
                  </a:lnTo>
                  <a:close/>
                  <a:moveTo>
                    <a:pt x="184" y="1147"/>
                  </a:moveTo>
                  <a:cubicBezTo>
                    <a:pt x="181" y="1144"/>
                    <a:pt x="179" y="1141"/>
                    <a:pt x="176" y="1138"/>
                  </a:cubicBezTo>
                  <a:cubicBezTo>
                    <a:pt x="173" y="1140"/>
                    <a:pt x="173" y="1140"/>
                    <a:pt x="173" y="1140"/>
                  </a:cubicBezTo>
                  <a:cubicBezTo>
                    <a:pt x="176" y="1144"/>
                    <a:pt x="178" y="1147"/>
                    <a:pt x="181" y="1150"/>
                  </a:cubicBezTo>
                  <a:lnTo>
                    <a:pt x="184" y="1147"/>
                  </a:lnTo>
                  <a:close/>
                  <a:moveTo>
                    <a:pt x="199" y="1166"/>
                  </a:moveTo>
                  <a:cubicBezTo>
                    <a:pt x="196" y="1163"/>
                    <a:pt x="194" y="1160"/>
                    <a:pt x="191" y="1157"/>
                  </a:cubicBezTo>
                  <a:cubicBezTo>
                    <a:pt x="188" y="1159"/>
                    <a:pt x="188" y="1159"/>
                    <a:pt x="188" y="1159"/>
                  </a:cubicBezTo>
                  <a:cubicBezTo>
                    <a:pt x="191" y="1162"/>
                    <a:pt x="193" y="1165"/>
                    <a:pt x="196" y="1168"/>
                  </a:cubicBezTo>
                  <a:lnTo>
                    <a:pt x="199" y="1166"/>
                  </a:lnTo>
                  <a:close/>
                  <a:moveTo>
                    <a:pt x="215" y="1184"/>
                  </a:moveTo>
                  <a:cubicBezTo>
                    <a:pt x="212" y="1181"/>
                    <a:pt x="209" y="1178"/>
                    <a:pt x="207" y="1175"/>
                  </a:cubicBezTo>
                  <a:cubicBezTo>
                    <a:pt x="204" y="1177"/>
                    <a:pt x="204" y="1177"/>
                    <a:pt x="204" y="1177"/>
                  </a:cubicBezTo>
                  <a:cubicBezTo>
                    <a:pt x="206" y="1180"/>
                    <a:pt x="209" y="1183"/>
                    <a:pt x="212" y="1186"/>
                  </a:cubicBezTo>
                  <a:lnTo>
                    <a:pt x="215" y="1184"/>
                  </a:lnTo>
                  <a:close/>
                  <a:moveTo>
                    <a:pt x="231" y="1201"/>
                  </a:moveTo>
                  <a:cubicBezTo>
                    <a:pt x="228" y="1198"/>
                    <a:pt x="226" y="1195"/>
                    <a:pt x="223" y="1192"/>
                  </a:cubicBezTo>
                  <a:cubicBezTo>
                    <a:pt x="220" y="1195"/>
                    <a:pt x="220" y="1195"/>
                    <a:pt x="220" y="1195"/>
                  </a:cubicBezTo>
                  <a:cubicBezTo>
                    <a:pt x="223" y="1198"/>
                    <a:pt x="225" y="1201"/>
                    <a:pt x="228" y="1204"/>
                  </a:cubicBezTo>
                  <a:lnTo>
                    <a:pt x="231" y="1201"/>
                  </a:lnTo>
                  <a:close/>
                  <a:moveTo>
                    <a:pt x="248" y="1218"/>
                  </a:moveTo>
                  <a:cubicBezTo>
                    <a:pt x="245" y="1215"/>
                    <a:pt x="242" y="1213"/>
                    <a:pt x="239" y="1210"/>
                  </a:cubicBezTo>
                  <a:cubicBezTo>
                    <a:pt x="236" y="1213"/>
                    <a:pt x="236" y="1213"/>
                    <a:pt x="236" y="1213"/>
                  </a:cubicBezTo>
                  <a:cubicBezTo>
                    <a:pt x="239" y="1215"/>
                    <a:pt x="242" y="1218"/>
                    <a:pt x="245" y="1221"/>
                  </a:cubicBezTo>
                  <a:lnTo>
                    <a:pt x="248" y="1218"/>
                  </a:lnTo>
                  <a:close/>
                  <a:moveTo>
                    <a:pt x="265" y="1235"/>
                  </a:moveTo>
                  <a:cubicBezTo>
                    <a:pt x="262" y="1232"/>
                    <a:pt x="259" y="1229"/>
                    <a:pt x="256" y="1226"/>
                  </a:cubicBezTo>
                  <a:cubicBezTo>
                    <a:pt x="254" y="1229"/>
                    <a:pt x="254" y="1229"/>
                    <a:pt x="254" y="1229"/>
                  </a:cubicBezTo>
                  <a:cubicBezTo>
                    <a:pt x="256" y="1232"/>
                    <a:pt x="259" y="1235"/>
                    <a:pt x="262" y="1238"/>
                  </a:cubicBezTo>
                  <a:lnTo>
                    <a:pt x="265" y="1235"/>
                  </a:lnTo>
                  <a:close/>
                  <a:moveTo>
                    <a:pt x="283" y="1251"/>
                  </a:moveTo>
                  <a:cubicBezTo>
                    <a:pt x="280" y="1248"/>
                    <a:pt x="277" y="1245"/>
                    <a:pt x="274" y="1243"/>
                  </a:cubicBezTo>
                  <a:cubicBezTo>
                    <a:pt x="271" y="1246"/>
                    <a:pt x="271" y="1246"/>
                    <a:pt x="271" y="1246"/>
                  </a:cubicBezTo>
                  <a:cubicBezTo>
                    <a:pt x="274" y="1248"/>
                    <a:pt x="277" y="1251"/>
                    <a:pt x="280" y="1254"/>
                  </a:cubicBezTo>
                  <a:lnTo>
                    <a:pt x="283" y="1251"/>
                  </a:lnTo>
                  <a:close/>
                  <a:moveTo>
                    <a:pt x="301" y="1266"/>
                  </a:moveTo>
                  <a:cubicBezTo>
                    <a:pt x="298" y="1263"/>
                    <a:pt x="295" y="1261"/>
                    <a:pt x="292" y="1258"/>
                  </a:cubicBezTo>
                  <a:cubicBezTo>
                    <a:pt x="289" y="1261"/>
                    <a:pt x="289" y="1261"/>
                    <a:pt x="289" y="1261"/>
                  </a:cubicBezTo>
                  <a:cubicBezTo>
                    <a:pt x="292" y="1264"/>
                    <a:pt x="295" y="1267"/>
                    <a:pt x="298" y="1269"/>
                  </a:cubicBezTo>
                  <a:lnTo>
                    <a:pt x="301" y="1266"/>
                  </a:lnTo>
                  <a:close/>
                  <a:moveTo>
                    <a:pt x="319" y="1281"/>
                  </a:moveTo>
                  <a:cubicBezTo>
                    <a:pt x="316" y="1278"/>
                    <a:pt x="313" y="1276"/>
                    <a:pt x="310" y="1274"/>
                  </a:cubicBezTo>
                  <a:cubicBezTo>
                    <a:pt x="308" y="1277"/>
                    <a:pt x="308" y="1277"/>
                    <a:pt x="308" y="1277"/>
                  </a:cubicBezTo>
                  <a:cubicBezTo>
                    <a:pt x="311" y="1279"/>
                    <a:pt x="314" y="1282"/>
                    <a:pt x="317" y="1284"/>
                  </a:cubicBezTo>
                  <a:cubicBezTo>
                    <a:pt x="319" y="1281"/>
                    <a:pt x="319" y="1281"/>
                    <a:pt x="319" y="1281"/>
                  </a:cubicBezTo>
                  <a:close/>
                  <a:moveTo>
                    <a:pt x="338" y="1295"/>
                  </a:moveTo>
                  <a:cubicBezTo>
                    <a:pt x="335" y="1293"/>
                    <a:pt x="332" y="1290"/>
                    <a:pt x="329" y="1288"/>
                  </a:cubicBezTo>
                  <a:cubicBezTo>
                    <a:pt x="326" y="1291"/>
                    <a:pt x="326" y="1291"/>
                    <a:pt x="326" y="1291"/>
                  </a:cubicBezTo>
                  <a:cubicBezTo>
                    <a:pt x="330" y="1294"/>
                    <a:pt x="333" y="1296"/>
                    <a:pt x="336" y="1298"/>
                  </a:cubicBezTo>
                  <a:lnTo>
                    <a:pt x="338" y="1295"/>
                  </a:lnTo>
                  <a:close/>
                  <a:moveTo>
                    <a:pt x="358" y="1309"/>
                  </a:moveTo>
                  <a:cubicBezTo>
                    <a:pt x="355" y="1307"/>
                    <a:pt x="351" y="1304"/>
                    <a:pt x="348" y="1302"/>
                  </a:cubicBezTo>
                  <a:cubicBezTo>
                    <a:pt x="346" y="1305"/>
                    <a:pt x="346" y="1305"/>
                    <a:pt x="346" y="1305"/>
                  </a:cubicBezTo>
                  <a:cubicBezTo>
                    <a:pt x="349" y="1308"/>
                    <a:pt x="352" y="1310"/>
                    <a:pt x="356" y="1312"/>
                  </a:cubicBezTo>
                  <a:lnTo>
                    <a:pt x="358" y="1309"/>
                  </a:lnTo>
                  <a:close/>
                  <a:moveTo>
                    <a:pt x="378" y="1322"/>
                  </a:moveTo>
                  <a:cubicBezTo>
                    <a:pt x="374" y="1320"/>
                    <a:pt x="371" y="1318"/>
                    <a:pt x="368" y="1316"/>
                  </a:cubicBezTo>
                  <a:cubicBezTo>
                    <a:pt x="365" y="1319"/>
                    <a:pt x="365" y="1319"/>
                    <a:pt x="365" y="1319"/>
                  </a:cubicBezTo>
                  <a:cubicBezTo>
                    <a:pt x="369" y="1321"/>
                    <a:pt x="372" y="1323"/>
                    <a:pt x="375" y="1326"/>
                  </a:cubicBezTo>
                  <a:lnTo>
                    <a:pt x="378" y="1322"/>
                  </a:lnTo>
                  <a:close/>
                  <a:moveTo>
                    <a:pt x="398" y="1335"/>
                  </a:moveTo>
                  <a:cubicBezTo>
                    <a:pt x="394" y="1333"/>
                    <a:pt x="391" y="1331"/>
                    <a:pt x="388" y="1329"/>
                  </a:cubicBezTo>
                  <a:cubicBezTo>
                    <a:pt x="386" y="1332"/>
                    <a:pt x="386" y="1332"/>
                    <a:pt x="386" y="1332"/>
                  </a:cubicBezTo>
                  <a:cubicBezTo>
                    <a:pt x="389" y="1334"/>
                    <a:pt x="392" y="1336"/>
                    <a:pt x="396" y="1338"/>
                  </a:cubicBezTo>
                  <a:lnTo>
                    <a:pt x="398" y="1335"/>
                  </a:lnTo>
                  <a:close/>
                  <a:moveTo>
                    <a:pt x="418" y="1347"/>
                  </a:moveTo>
                  <a:cubicBezTo>
                    <a:pt x="415" y="1345"/>
                    <a:pt x="411" y="1343"/>
                    <a:pt x="408" y="1341"/>
                  </a:cubicBezTo>
                  <a:cubicBezTo>
                    <a:pt x="406" y="1344"/>
                    <a:pt x="406" y="1344"/>
                    <a:pt x="406" y="1344"/>
                  </a:cubicBezTo>
                  <a:cubicBezTo>
                    <a:pt x="409" y="1346"/>
                    <a:pt x="413" y="1348"/>
                    <a:pt x="416" y="1350"/>
                  </a:cubicBezTo>
                  <a:lnTo>
                    <a:pt x="418" y="1347"/>
                  </a:lnTo>
                  <a:close/>
                  <a:moveTo>
                    <a:pt x="439" y="1358"/>
                  </a:moveTo>
                  <a:cubicBezTo>
                    <a:pt x="436" y="1356"/>
                    <a:pt x="432" y="1354"/>
                    <a:pt x="429" y="1353"/>
                  </a:cubicBezTo>
                  <a:cubicBezTo>
                    <a:pt x="427" y="1356"/>
                    <a:pt x="427" y="1356"/>
                    <a:pt x="427" y="1356"/>
                  </a:cubicBezTo>
                  <a:cubicBezTo>
                    <a:pt x="430" y="1358"/>
                    <a:pt x="434" y="1360"/>
                    <a:pt x="437" y="1362"/>
                  </a:cubicBezTo>
                  <a:lnTo>
                    <a:pt x="439" y="1358"/>
                  </a:lnTo>
                  <a:close/>
                  <a:moveTo>
                    <a:pt x="461" y="1369"/>
                  </a:moveTo>
                  <a:cubicBezTo>
                    <a:pt x="457" y="1367"/>
                    <a:pt x="453" y="1365"/>
                    <a:pt x="450" y="1364"/>
                  </a:cubicBezTo>
                  <a:cubicBezTo>
                    <a:pt x="448" y="1367"/>
                    <a:pt x="448" y="1367"/>
                    <a:pt x="448" y="1367"/>
                  </a:cubicBezTo>
                  <a:cubicBezTo>
                    <a:pt x="452" y="1369"/>
                    <a:pt x="455" y="1371"/>
                    <a:pt x="459" y="1373"/>
                  </a:cubicBezTo>
                  <a:lnTo>
                    <a:pt x="461" y="1369"/>
                  </a:lnTo>
                  <a:close/>
                  <a:moveTo>
                    <a:pt x="482" y="1379"/>
                  </a:moveTo>
                  <a:cubicBezTo>
                    <a:pt x="479" y="1377"/>
                    <a:pt x="475" y="1376"/>
                    <a:pt x="471" y="1374"/>
                  </a:cubicBezTo>
                  <a:cubicBezTo>
                    <a:pt x="470" y="1378"/>
                    <a:pt x="470" y="1378"/>
                    <a:pt x="470" y="1378"/>
                  </a:cubicBezTo>
                  <a:cubicBezTo>
                    <a:pt x="473" y="1379"/>
                    <a:pt x="477" y="1381"/>
                    <a:pt x="480" y="1383"/>
                  </a:cubicBezTo>
                  <a:lnTo>
                    <a:pt x="482" y="1379"/>
                  </a:lnTo>
                  <a:close/>
                  <a:moveTo>
                    <a:pt x="504" y="1389"/>
                  </a:moveTo>
                  <a:cubicBezTo>
                    <a:pt x="500" y="1387"/>
                    <a:pt x="497" y="1386"/>
                    <a:pt x="493" y="1384"/>
                  </a:cubicBezTo>
                  <a:cubicBezTo>
                    <a:pt x="491" y="1388"/>
                    <a:pt x="491" y="1388"/>
                    <a:pt x="491" y="1388"/>
                  </a:cubicBezTo>
                  <a:cubicBezTo>
                    <a:pt x="495" y="1389"/>
                    <a:pt x="499" y="1391"/>
                    <a:pt x="502" y="1392"/>
                  </a:cubicBezTo>
                  <a:lnTo>
                    <a:pt x="504" y="1389"/>
                  </a:lnTo>
                  <a:close/>
                  <a:moveTo>
                    <a:pt x="526" y="1397"/>
                  </a:moveTo>
                  <a:cubicBezTo>
                    <a:pt x="522" y="1396"/>
                    <a:pt x="519" y="1395"/>
                    <a:pt x="515" y="1393"/>
                  </a:cubicBezTo>
                  <a:cubicBezTo>
                    <a:pt x="514" y="1397"/>
                    <a:pt x="514" y="1397"/>
                    <a:pt x="514" y="1397"/>
                  </a:cubicBezTo>
                  <a:cubicBezTo>
                    <a:pt x="517" y="1398"/>
                    <a:pt x="521" y="1400"/>
                    <a:pt x="525" y="1401"/>
                  </a:cubicBezTo>
                  <a:lnTo>
                    <a:pt x="526" y="1397"/>
                  </a:lnTo>
                  <a:close/>
                  <a:moveTo>
                    <a:pt x="548" y="1406"/>
                  </a:moveTo>
                  <a:cubicBezTo>
                    <a:pt x="545" y="1404"/>
                    <a:pt x="541" y="1403"/>
                    <a:pt x="537" y="1402"/>
                  </a:cubicBezTo>
                  <a:cubicBezTo>
                    <a:pt x="536" y="1405"/>
                    <a:pt x="536" y="1405"/>
                    <a:pt x="536" y="1405"/>
                  </a:cubicBezTo>
                  <a:cubicBezTo>
                    <a:pt x="540" y="1407"/>
                    <a:pt x="543" y="1408"/>
                    <a:pt x="547" y="1409"/>
                  </a:cubicBezTo>
                  <a:lnTo>
                    <a:pt x="548" y="1406"/>
                  </a:lnTo>
                  <a:close/>
                  <a:moveTo>
                    <a:pt x="571" y="1413"/>
                  </a:moveTo>
                  <a:cubicBezTo>
                    <a:pt x="567" y="1412"/>
                    <a:pt x="564" y="1411"/>
                    <a:pt x="560" y="1410"/>
                  </a:cubicBezTo>
                  <a:cubicBezTo>
                    <a:pt x="558" y="1413"/>
                    <a:pt x="558" y="1413"/>
                    <a:pt x="558" y="1413"/>
                  </a:cubicBezTo>
                  <a:cubicBezTo>
                    <a:pt x="562" y="1415"/>
                    <a:pt x="566" y="1416"/>
                    <a:pt x="570" y="1417"/>
                  </a:cubicBezTo>
                  <a:lnTo>
                    <a:pt x="571" y="1413"/>
                  </a:lnTo>
                  <a:close/>
                  <a:moveTo>
                    <a:pt x="594" y="1420"/>
                  </a:moveTo>
                  <a:cubicBezTo>
                    <a:pt x="590" y="1419"/>
                    <a:pt x="586" y="1418"/>
                    <a:pt x="582" y="1417"/>
                  </a:cubicBezTo>
                  <a:cubicBezTo>
                    <a:pt x="581" y="1421"/>
                    <a:pt x="581" y="1421"/>
                    <a:pt x="581" y="1421"/>
                  </a:cubicBezTo>
                  <a:cubicBezTo>
                    <a:pt x="585" y="1422"/>
                    <a:pt x="589" y="1423"/>
                    <a:pt x="593" y="1424"/>
                  </a:cubicBezTo>
                  <a:lnTo>
                    <a:pt x="594" y="1420"/>
                  </a:lnTo>
                  <a:close/>
                  <a:moveTo>
                    <a:pt x="617" y="1426"/>
                  </a:moveTo>
                  <a:cubicBezTo>
                    <a:pt x="613" y="1425"/>
                    <a:pt x="609" y="1424"/>
                    <a:pt x="605" y="1423"/>
                  </a:cubicBezTo>
                  <a:cubicBezTo>
                    <a:pt x="604" y="1427"/>
                    <a:pt x="604" y="1427"/>
                    <a:pt x="604" y="1427"/>
                  </a:cubicBezTo>
                  <a:cubicBezTo>
                    <a:pt x="608" y="1428"/>
                    <a:pt x="612" y="1429"/>
                    <a:pt x="616" y="1430"/>
                  </a:cubicBezTo>
                  <a:lnTo>
                    <a:pt x="617" y="1426"/>
                  </a:lnTo>
                  <a:close/>
                  <a:moveTo>
                    <a:pt x="640" y="1432"/>
                  </a:moveTo>
                  <a:cubicBezTo>
                    <a:pt x="636" y="1431"/>
                    <a:pt x="632" y="1430"/>
                    <a:pt x="629" y="1429"/>
                  </a:cubicBezTo>
                  <a:cubicBezTo>
                    <a:pt x="628" y="1433"/>
                    <a:pt x="628" y="1433"/>
                    <a:pt x="628" y="1433"/>
                  </a:cubicBezTo>
                  <a:cubicBezTo>
                    <a:pt x="631" y="1434"/>
                    <a:pt x="635" y="1435"/>
                    <a:pt x="639" y="1436"/>
                  </a:cubicBezTo>
                  <a:lnTo>
                    <a:pt x="640" y="1432"/>
                  </a:lnTo>
                  <a:close/>
                  <a:moveTo>
                    <a:pt x="663" y="1437"/>
                  </a:moveTo>
                  <a:cubicBezTo>
                    <a:pt x="660" y="1436"/>
                    <a:pt x="656" y="1435"/>
                    <a:pt x="652" y="1435"/>
                  </a:cubicBezTo>
                  <a:cubicBezTo>
                    <a:pt x="651" y="1438"/>
                    <a:pt x="651" y="1438"/>
                    <a:pt x="651" y="1438"/>
                  </a:cubicBezTo>
                  <a:cubicBezTo>
                    <a:pt x="655" y="1439"/>
                    <a:pt x="659" y="1440"/>
                    <a:pt x="663" y="1441"/>
                  </a:cubicBezTo>
                  <a:lnTo>
                    <a:pt x="663" y="1437"/>
                  </a:lnTo>
                  <a:close/>
                  <a:moveTo>
                    <a:pt x="687" y="1441"/>
                  </a:moveTo>
                  <a:cubicBezTo>
                    <a:pt x="683" y="1440"/>
                    <a:pt x="679" y="1440"/>
                    <a:pt x="675" y="1439"/>
                  </a:cubicBezTo>
                  <a:cubicBezTo>
                    <a:pt x="675" y="1443"/>
                    <a:pt x="675" y="1443"/>
                    <a:pt x="675" y="1443"/>
                  </a:cubicBezTo>
                  <a:cubicBezTo>
                    <a:pt x="678" y="1444"/>
                    <a:pt x="682" y="1444"/>
                    <a:pt x="686" y="1445"/>
                  </a:cubicBezTo>
                  <a:lnTo>
                    <a:pt x="687" y="1441"/>
                  </a:lnTo>
                  <a:close/>
                  <a:moveTo>
                    <a:pt x="711" y="1445"/>
                  </a:moveTo>
                  <a:cubicBezTo>
                    <a:pt x="707" y="1444"/>
                    <a:pt x="703" y="1444"/>
                    <a:pt x="699" y="1443"/>
                  </a:cubicBezTo>
                  <a:cubicBezTo>
                    <a:pt x="698" y="1447"/>
                    <a:pt x="698" y="1447"/>
                    <a:pt x="698" y="1447"/>
                  </a:cubicBezTo>
                  <a:cubicBezTo>
                    <a:pt x="702" y="1447"/>
                    <a:pt x="706" y="1448"/>
                    <a:pt x="710" y="1449"/>
                  </a:cubicBezTo>
                  <a:lnTo>
                    <a:pt x="711" y="1445"/>
                  </a:lnTo>
                  <a:close/>
                  <a:moveTo>
                    <a:pt x="734" y="1447"/>
                  </a:moveTo>
                  <a:cubicBezTo>
                    <a:pt x="730" y="1447"/>
                    <a:pt x="726" y="1447"/>
                    <a:pt x="722" y="1446"/>
                  </a:cubicBezTo>
                  <a:cubicBezTo>
                    <a:pt x="722" y="1450"/>
                    <a:pt x="722" y="1450"/>
                    <a:pt x="722" y="1450"/>
                  </a:cubicBezTo>
                  <a:cubicBezTo>
                    <a:pt x="726" y="1451"/>
                    <a:pt x="730" y="1451"/>
                    <a:pt x="734" y="1451"/>
                  </a:cubicBezTo>
                  <a:lnTo>
                    <a:pt x="734" y="1447"/>
                  </a:lnTo>
                  <a:close/>
                  <a:moveTo>
                    <a:pt x="758" y="1450"/>
                  </a:moveTo>
                  <a:cubicBezTo>
                    <a:pt x="754" y="1449"/>
                    <a:pt x="750" y="1449"/>
                    <a:pt x="746" y="1449"/>
                  </a:cubicBezTo>
                  <a:cubicBezTo>
                    <a:pt x="746" y="1453"/>
                    <a:pt x="746" y="1453"/>
                    <a:pt x="746" y="1453"/>
                  </a:cubicBezTo>
                  <a:cubicBezTo>
                    <a:pt x="750" y="1453"/>
                    <a:pt x="754" y="1453"/>
                    <a:pt x="758" y="1454"/>
                  </a:cubicBezTo>
                  <a:lnTo>
                    <a:pt x="758" y="1450"/>
                  </a:lnTo>
                  <a:close/>
                  <a:moveTo>
                    <a:pt x="782" y="1451"/>
                  </a:moveTo>
                  <a:cubicBezTo>
                    <a:pt x="778" y="1451"/>
                    <a:pt x="774" y="1451"/>
                    <a:pt x="770" y="1450"/>
                  </a:cubicBezTo>
                  <a:cubicBezTo>
                    <a:pt x="770" y="1454"/>
                    <a:pt x="770" y="1454"/>
                    <a:pt x="770" y="1454"/>
                  </a:cubicBezTo>
                  <a:cubicBezTo>
                    <a:pt x="774" y="1455"/>
                    <a:pt x="778" y="1455"/>
                    <a:pt x="782" y="1455"/>
                  </a:cubicBezTo>
                  <a:lnTo>
                    <a:pt x="782" y="1451"/>
                  </a:lnTo>
                  <a:close/>
                  <a:moveTo>
                    <a:pt x="806" y="1452"/>
                  </a:moveTo>
                  <a:cubicBezTo>
                    <a:pt x="802" y="1452"/>
                    <a:pt x="798" y="1452"/>
                    <a:pt x="794" y="1452"/>
                  </a:cubicBezTo>
                  <a:cubicBezTo>
                    <a:pt x="794" y="1456"/>
                    <a:pt x="794" y="1456"/>
                    <a:pt x="794" y="1456"/>
                  </a:cubicBezTo>
                  <a:cubicBezTo>
                    <a:pt x="798" y="1456"/>
                    <a:pt x="802" y="1456"/>
                    <a:pt x="806" y="1456"/>
                  </a:cubicBezTo>
                  <a:lnTo>
                    <a:pt x="806" y="1452"/>
                  </a:lnTo>
                  <a:close/>
                  <a:moveTo>
                    <a:pt x="830" y="1452"/>
                  </a:moveTo>
                  <a:cubicBezTo>
                    <a:pt x="826" y="1452"/>
                    <a:pt x="823" y="1452"/>
                    <a:pt x="820" y="1452"/>
                  </a:cubicBezTo>
                  <a:cubicBezTo>
                    <a:pt x="819" y="1452"/>
                    <a:pt x="818" y="1452"/>
                    <a:pt x="818" y="1452"/>
                  </a:cubicBezTo>
                  <a:cubicBezTo>
                    <a:pt x="818" y="1456"/>
                    <a:pt x="818" y="1456"/>
                    <a:pt x="818" y="1456"/>
                  </a:cubicBezTo>
                  <a:cubicBezTo>
                    <a:pt x="818" y="1456"/>
                    <a:pt x="819" y="1456"/>
                    <a:pt x="820" y="1456"/>
                  </a:cubicBezTo>
                  <a:cubicBezTo>
                    <a:pt x="823" y="1456"/>
                    <a:pt x="826" y="1456"/>
                    <a:pt x="830" y="1456"/>
                  </a:cubicBezTo>
                  <a:lnTo>
                    <a:pt x="830" y="1452"/>
                  </a:lnTo>
                  <a:close/>
                  <a:moveTo>
                    <a:pt x="853" y="1451"/>
                  </a:moveTo>
                  <a:cubicBezTo>
                    <a:pt x="850" y="1451"/>
                    <a:pt x="846" y="1452"/>
                    <a:pt x="842" y="1452"/>
                  </a:cubicBezTo>
                  <a:cubicBezTo>
                    <a:pt x="842" y="1456"/>
                    <a:pt x="842" y="1456"/>
                    <a:pt x="842" y="1456"/>
                  </a:cubicBezTo>
                  <a:cubicBezTo>
                    <a:pt x="846" y="1456"/>
                    <a:pt x="850" y="1455"/>
                    <a:pt x="854" y="1455"/>
                  </a:cubicBezTo>
                  <a:lnTo>
                    <a:pt x="853" y="1451"/>
                  </a:lnTo>
                  <a:close/>
                  <a:moveTo>
                    <a:pt x="877" y="1450"/>
                  </a:moveTo>
                  <a:cubicBezTo>
                    <a:pt x="873" y="1450"/>
                    <a:pt x="869" y="1450"/>
                    <a:pt x="865" y="1451"/>
                  </a:cubicBezTo>
                  <a:cubicBezTo>
                    <a:pt x="866" y="1455"/>
                    <a:pt x="866" y="1455"/>
                    <a:pt x="866" y="1455"/>
                  </a:cubicBezTo>
                  <a:cubicBezTo>
                    <a:pt x="870" y="1454"/>
                    <a:pt x="874" y="1454"/>
                    <a:pt x="878" y="1454"/>
                  </a:cubicBezTo>
                  <a:lnTo>
                    <a:pt x="877" y="1450"/>
                  </a:lnTo>
                  <a:close/>
                  <a:moveTo>
                    <a:pt x="901" y="1448"/>
                  </a:moveTo>
                  <a:cubicBezTo>
                    <a:pt x="897" y="1448"/>
                    <a:pt x="893" y="1449"/>
                    <a:pt x="889" y="1449"/>
                  </a:cubicBezTo>
                  <a:cubicBezTo>
                    <a:pt x="890" y="1453"/>
                    <a:pt x="890" y="1453"/>
                    <a:pt x="890" y="1453"/>
                  </a:cubicBezTo>
                  <a:cubicBezTo>
                    <a:pt x="894" y="1453"/>
                    <a:pt x="898" y="1452"/>
                    <a:pt x="902" y="1452"/>
                  </a:cubicBezTo>
                  <a:lnTo>
                    <a:pt x="901" y="1448"/>
                  </a:lnTo>
                  <a:close/>
                  <a:moveTo>
                    <a:pt x="925" y="1445"/>
                  </a:moveTo>
                  <a:cubicBezTo>
                    <a:pt x="921" y="1446"/>
                    <a:pt x="917" y="1446"/>
                    <a:pt x="913" y="1447"/>
                  </a:cubicBezTo>
                  <a:cubicBezTo>
                    <a:pt x="913" y="1451"/>
                    <a:pt x="913" y="1451"/>
                    <a:pt x="913" y="1451"/>
                  </a:cubicBezTo>
                  <a:cubicBezTo>
                    <a:pt x="917" y="1450"/>
                    <a:pt x="921" y="1450"/>
                    <a:pt x="925" y="1449"/>
                  </a:cubicBezTo>
                  <a:lnTo>
                    <a:pt x="925" y="1445"/>
                  </a:lnTo>
                  <a:close/>
                  <a:moveTo>
                    <a:pt x="948" y="1442"/>
                  </a:moveTo>
                  <a:cubicBezTo>
                    <a:pt x="945" y="1442"/>
                    <a:pt x="941" y="1443"/>
                    <a:pt x="937" y="1444"/>
                  </a:cubicBezTo>
                  <a:cubicBezTo>
                    <a:pt x="937" y="1448"/>
                    <a:pt x="937" y="1448"/>
                    <a:pt x="937" y="1448"/>
                  </a:cubicBezTo>
                  <a:cubicBezTo>
                    <a:pt x="941" y="1447"/>
                    <a:pt x="945" y="1446"/>
                    <a:pt x="949" y="1446"/>
                  </a:cubicBezTo>
                  <a:lnTo>
                    <a:pt x="948" y="1442"/>
                  </a:lnTo>
                  <a:close/>
                  <a:moveTo>
                    <a:pt x="972" y="1438"/>
                  </a:moveTo>
                  <a:cubicBezTo>
                    <a:pt x="968" y="1438"/>
                    <a:pt x="964" y="1439"/>
                    <a:pt x="960" y="1440"/>
                  </a:cubicBezTo>
                  <a:cubicBezTo>
                    <a:pt x="961" y="1444"/>
                    <a:pt x="961" y="1444"/>
                    <a:pt x="961" y="1444"/>
                  </a:cubicBezTo>
                  <a:cubicBezTo>
                    <a:pt x="965" y="1443"/>
                    <a:pt x="969" y="1442"/>
                    <a:pt x="973" y="1442"/>
                  </a:cubicBezTo>
                  <a:lnTo>
                    <a:pt x="972" y="1438"/>
                  </a:lnTo>
                  <a:close/>
                  <a:moveTo>
                    <a:pt x="995" y="1433"/>
                  </a:moveTo>
                  <a:cubicBezTo>
                    <a:pt x="992" y="1434"/>
                    <a:pt x="988" y="1435"/>
                    <a:pt x="984" y="1435"/>
                  </a:cubicBezTo>
                  <a:cubicBezTo>
                    <a:pt x="985" y="1439"/>
                    <a:pt x="985" y="1439"/>
                    <a:pt x="985" y="1439"/>
                  </a:cubicBezTo>
                  <a:cubicBezTo>
                    <a:pt x="988" y="1438"/>
                    <a:pt x="992" y="1438"/>
                    <a:pt x="996" y="1437"/>
                  </a:cubicBezTo>
                  <a:lnTo>
                    <a:pt x="995" y="1433"/>
                  </a:lnTo>
                  <a:close/>
                  <a:moveTo>
                    <a:pt x="1019" y="1427"/>
                  </a:moveTo>
                  <a:cubicBezTo>
                    <a:pt x="1015" y="1428"/>
                    <a:pt x="1011" y="1429"/>
                    <a:pt x="1007" y="1430"/>
                  </a:cubicBezTo>
                  <a:cubicBezTo>
                    <a:pt x="1008" y="1434"/>
                    <a:pt x="1008" y="1434"/>
                    <a:pt x="1008" y="1434"/>
                  </a:cubicBezTo>
                  <a:cubicBezTo>
                    <a:pt x="1012" y="1433"/>
                    <a:pt x="1016" y="1432"/>
                    <a:pt x="1020" y="1431"/>
                  </a:cubicBezTo>
                  <a:lnTo>
                    <a:pt x="1019" y="1427"/>
                  </a:lnTo>
                  <a:close/>
                  <a:moveTo>
                    <a:pt x="1042" y="1421"/>
                  </a:moveTo>
                  <a:cubicBezTo>
                    <a:pt x="1038" y="1422"/>
                    <a:pt x="1034" y="1423"/>
                    <a:pt x="1030" y="1424"/>
                  </a:cubicBezTo>
                  <a:cubicBezTo>
                    <a:pt x="1031" y="1428"/>
                    <a:pt x="1031" y="1428"/>
                    <a:pt x="1031" y="1428"/>
                  </a:cubicBezTo>
                  <a:cubicBezTo>
                    <a:pt x="1035" y="1427"/>
                    <a:pt x="1039" y="1426"/>
                    <a:pt x="1043" y="1425"/>
                  </a:cubicBezTo>
                  <a:lnTo>
                    <a:pt x="1042" y="1421"/>
                  </a:lnTo>
                  <a:close/>
                  <a:moveTo>
                    <a:pt x="1065" y="1414"/>
                  </a:moveTo>
                  <a:cubicBezTo>
                    <a:pt x="1061" y="1416"/>
                    <a:pt x="1057" y="1417"/>
                    <a:pt x="1053" y="1418"/>
                  </a:cubicBezTo>
                  <a:cubicBezTo>
                    <a:pt x="1054" y="1422"/>
                    <a:pt x="1054" y="1422"/>
                    <a:pt x="1054" y="1422"/>
                  </a:cubicBezTo>
                  <a:cubicBezTo>
                    <a:pt x="1058" y="1421"/>
                    <a:pt x="1062" y="1419"/>
                    <a:pt x="1066" y="1418"/>
                  </a:cubicBezTo>
                  <a:lnTo>
                    <a:pt x="1065" y="1414"/>
                  </a:lnTo>
                  <a:close/>
                  <a:moveTo>
                    <a:pt x="1087" y="1407"/>
                  </a:moveTo>
                  <a:cubicBezTo>
                    <a:pt x="1084" y="1408"/>
                    <a:pt x="1080" y="1409"/>
                    <a:pt x="1076" y="1411"/>
                  </a:cubicBezTo>
                  <a:cubicBezTo>
                    <a:pt x="1077" y="1415"/>
                    <a:pt x="1077" y="1415"/>
                    <a:pt x="1077" y="1415"/>
                  </a:cubicBezTo>
                  <a:cubicBezTo>
                    <a:pt x="1081" y="1413"/>
                    <a:pt x="1085" y="1412"/>
                    <a:pt x="1089" y="1411"/>
                  </a:cubicBezTo>
                  <a:lnTo>
                    <a:pt x="1087" y="1407"/>
                  </a:lnTo>
                  <a:close/>
                  <a:moveTo>
                    <a:pt x="1110" y="1399"/>
                  </a:moveTo>
                  <a:cubicBezTo>
                    <a:pt x="1106" y="1400"/>
                    <a:pt x="1102" y="1402"/>
                    <a:pt x="1099" y="1403"/>
                  </a:cubicBezTo>
                  <a:cubicBezTo>
                    <a:pt x="1100" y="1407"/>
                    <a:pt x="1100" y="1407"/>
                    <a:pt x="1100" y="1407"/>
                  </a:cubicBezTo>
                  <a:cubicBezTo>
                    <a:pt x="1104" y="1405"/>
                    <a:pt x="1107" y="1404"/>
                    <a:pt x="1111" y="1402"/>
                  </a:cubicBezTo>
                  <a:lnTo>
                    <a:pt x="1110" y="1399"/>
                  </a:lnTo>
                  <a:close/>
                  <a:moveTo>
                    <a:pt x="1132" y="1390"/>
                  </a:moveTo>
                  <a:cubicBezTo>
                    <a:pt x="1128" y="1391"/>
                    <a:pt x="1125" y="1393"/>
                    <a:pt x="1121" y="1394"/>
                  </a:cubicBezTo>
                  <a:cubicBezTo>
                    <a:pt x="1122" y="1398"/>
                    <a:pt x="1122" y="1398"/>
                    <a:pt x="1122" y="1398"/>
                  </a:cubicBezTo>
                  <a:cubicBezTo>
                    <a:pt x="1126" y="1397"/>
                    <a:pt x="1130" y="1395"/>
                    <a:pt x="1134" y="1394"/>
                  </a:cubicBezTo>
                  <a:lnTo>
                    <a:pt x="1132" y="1390"/>
                  </a:lnTo>
                  <a:close/>
                  <a:moveTo>
                    <a:pt x="1154" y="1380"/>
                  </a:moveTo>
                  <a:cubicBezTo>
                    <a:pt x="1150" y="1382"/>
                    <a:pt x="1147" y="1384"/>
                    <a:pt x="1143" y="1385"/>
                  </a:cubicBezTo>
                  <a:cubicBezTo>
                    <a:pt x="1145" y="1389"/>
                    <a:pt x="1145" y="1389"/>
                    <a:pt x="1145" y="1389"/>
                  </a:cubicBezTo>
                  <a:cubicBezTo>
                    <a:pt x="1148" y="1387"/>
                    <a:pt x="1152" y="1386"/>
                    <a:pt x="1156" y="1384"/>
                  </a:cubicBezTo>
                  <a:lnTo>
                    <a:pt x="1154" y="1380"/>
                  </a:lnTo>
                  <a:close/>
                  <a:moveTo>
                    <a:pt x="1176" y="1370"/>
                  </a:moveTo>
                  <a:cubicBezTo>
                    <a:pt x="1172" y="1372"/>
                    <a:pt x="1168" y="1374"/>
                    <a:pt x="1165" y="1375"/>
                  </a:cubicBezTo>
                  <a:cubicBezTo>
                    <a:pt x="1166" y="1379"/>
                    <a:pt x="1166" y="1379"/>
                    <a:pt x="1166" y="1379"/>
                  </a:cubicBezTo>
                  <a:cubicBezTo>
                    <a:pt x="1170" y="1377"/>
                    <a:pt x="1174" y="1376"/>
                    <a:pt x="1177" y="1374"/>
                  </a:cubicBezTo>
                  <a:lnTo>
                    <a:pt x="1176" y="1370"/>
                  </a:lnTo>
                  <a:close/>
                  <a:moveTo>
                    <a:pt x="1197" y="1359"/>
                  </a:moveTo>
                  <a:cubicBezTo>
                    <a:pt x="1193" y="1361"/>
                    <a:pt x="1190" y="1363"/>
                    <a:pt x="1186" y="1365"/>
                  </a:cubicBezTo>
                  <a:cubicBezTo>
                    <a:pt x="1188" y="1368"/>
                    <a:pt x="1188" y="1368"/>
                    <a:pt x="1188" y="1368"/>
                  </a:cubicBezTo>
                  <a:cubicBezTo>
                    <a:pt x="1192" y="1367"/>
                    <a:pt x="1195" y="1365"/>
                    <a:pt x="1199" y="1363"/>
                  </a:cubicBezTo>
                  <a:lnTo>
                    <a:pt x="1197" y="1359"/>
                  </a:lnTo>
                  <a:close/>
                  <a:moveTo>
                    <a:pt x="1218" y="1348"/>
                  </a:moveTo>
                  <a:cubicBezTo>
                    <a:pt x="1214" y="1350"/>
                    <a:pt x="1211" y="1352"/>
                    <a:pt x="1207" y="1354"/>
                  </a:cubicBezTo>
                  <a:cubicBezTo>
                    <a:pt x="1209" y="1357"/>
                    <a:pt x="1209" y="1357"/>
                    <a:pt x="1209" y="1357"/>
                  </a:cubicBezTo>
                  <a:cubicBezTo>
                    <a:pt x="1213" y="1355"/>
                    <a:pt x="1216" y="1353"/>
                    <a:pt x="1220" y="1351"/>
                  </a:cubicBezTo>
                  <a:lnTo>
                    <a:pt x="1218" y="1348"/>
                  </a:lnTo>
                  <a:close/>
                  <a:moveTo>
                    <a:pt x="1239" y="1336"/>
                  </a:moveTo>
                  <a:cubicBezTo>
                    <a:pt x="1235" y="1338"/>
                    <a:pt x="1232" y="1340"/>
                    <a:pt x="1228" y="1342"/>
                  </a:cubicBezTo>
                  <a:cubicBezTo>
                    <a:pt x="1230" y="1346"/>
                    <a:pt x="1230" y="1346"/>
                    <a:pt x="1230" y="1346"/>
                  </a:cubicBezTo>
                  <a:cubicBezTo>
                    <a:pt x="1234" y="1344"/>
                    <a:pt x="1237" y="1341"/>
                    <a:pt x="1241" y="1339"/>
                  </a:cubicBezTo>
                  <a:lnTo>
                    <a:pt x="1239" y="1336"/>
                  </a:lnTo>
                  <a:close/>
                  <a:moveTo>
                    <a:pt x="1259" y="1323"/>
                  </a:moveTo>
                  <a:cubicBezTo>
                    <a:pt x="1256" y="1326"/>
                    <a:pt x="1252" y="1328"/>
                    <a:pt x="1249" y="1330"/>
                  </a:cubicBezTo>
                  <a:cubicBezTo>
                    <a:pt x="1251" y="1333"/>
                    <a:pt x="1251" y="1333"/>
                    <a:pt x="1251" y="1333"/>
                  </a:cubicBezTo>
                  <a:cubicBezTo>
                    <a:pt x="1254" y="1331"/>
                    <a:pt x="1258" y="1329"/>
                    <a:pt x="1261" y="1327"/>
                  </a:cubicBezTo>
                  <a:lnTo>
                    <a:pt x="1259" y="1323"/>
                  </a:lnTo>
                  <a:close/>
                  <a:moveTo>
                    <a:pt x="1279" y="1310"/>
                  </a:moveTo>
                  <a:cubicBezTo>
                    <a:pt x="1276" y="1312"/>
                    <a:pt x="1272" y="1315"/>
                    <a:pt x="1269" y="1317"/>
                  </a:cubicBezTo>
                  <a:cubicBezTo>
                    <a:pt x="1271" y="1320"/>
                    <a:pt x="1271" y="1320"/>
                    <a:pt x="1271" y="1320"/>
                  </a:cubicBezTo>
                  <a:cubicBezTo>
                    <a:pt x="1275" y="1318"/>
                    <a:pt x="1278" y="1316"/>
                    <a:pt x="1281" y="1313"/>
                  </a:cubicBezTo>
                  <a:lnTo>
                    <a:pt x="1279" y="1310"/>
                  </a:lnTo>
                  <a:close/>
                  <a:moveTo>
                    <a:pt x="1298" y="1296"/>
                  </a:moveTo>
                  <a:cubicBezTo>
                    <a:pt x="1295" y="1299"/>
                    <a:pt x="1292" y="1301"/>
                    <a:pt x="1289" y="1303"/>
                  </a:cubicBezTo>
                  <a:cubicBezTo>
                    <a:pt x="1291" y="1307"/>
                    <a:pt x="1291" y="1307"/>
                    <a:pt x="1291" y="1307"/>
                  </a:cubicBezTo>
                  <a:cubicBezTo>
                    <a:pt x="1294" y="1304"/>
                    <a:pt x="1298" y="1302"/>
                    <a:pt x="1301" y="1300"/>
                  </a:cubicBezTo>
                  <a:lnTo>
                    <a:pt x="1298" y="1296"/>
                  </a:lnTo>
                  <a:close/>
                  <a:moveTo>
                    <a:pt x="1318" y="1282"/>
                  </a:moveTo>
                  <a:cubicBezTo>
                    <a:pt x="1314" y="1284"/>
                    <a:pt x="1311" y="1287"/>
                    <a:pt x="1308" y="1289"/>
                  </a:cubicBezTo>
                  <a:cubicBezTo>
                    <a:pt x="1311" y="1292"/>
                    <a:pt x="1311" y="1292"/>
                    <a:pt x="1311" y="1292"/>
                  </a:cubicBezTo>
                  <a:cubicBezTo>
                    <a:pt x="1314" y="1290"/>
                    <a:pt x="1317" y="1288"/>
                    <a:pt x="1320" y="1285"/>
                  </a:cubicBezTo>
                  <a:lnTo>
                    <a:pt x="1318" y="1282"/>
                  </a:lnTo>
                  <a:close/>
                  <a:moveTo>
                    <a:pt x="1336" y="1267"/>
                  </a:moveTo>
                  <a:cubicBezTo>
                    <a:pt x="1333" y="1270"/>
                    <a:pt x="1330" y="1272"/>
                    <a:pt x="1327" y="1275"/>
                  </a:cubicBezTo>
                  <a:cubicBezTo>
                    <a:pt x="1330" y="1278"/>
                    <a:pt x="1330" y="1278"/>
                    <a:pt x="1330" y="1278"/>
                  </a:cubicBezTo>
                  <a:cubicBezTo>
                    <a:pt x="1333" y="1275"/>
                    <a:pt x="1336" y="1273"/>
                    <a:pt x="1339" y="1270"/>
                  </a:cubicBezTo>
                  <a:lnTo>
                    <a:pt x="1336" y="1267"/>
                  </a:lnTo>
                  <a:close/>
                  <a:moveTo>
                    <a:pt x="1355" y="1252"/>
                  </a:moveTo>
                  <a:cubicBezTo>
                    <a:pt x="1352" y="1254"/>
                    <a:pt x="1349" y="1257"/>
                    <a:pt x="1345" y="1260"/>
                  </a:cubicBezTo>
                  <a:cubicBezTo>
                    <a:pt x="1348" y="1263"/>
                    <a:pt x="1348" y="1263"/>
                    <a:pt x="1348" y="1263"/>
                  </a:cubicBezTo>
                  <a:cubicBezTo>
                    <a:pt x="1351" y="1260"/>
                    <a:pt x="1354" y="1257"/>
                    <a:pt x="1357" y="1255"/>
                  </a:cubicBezTo>
                  <a:lnTo>
                    <a:pt x="1355" y="1252"/>
                  </a:lnTo>
                  <a:close/>
                  <a:moveTo>
                    <a:pt x="1372" y="1236"/>
                  </a:moveTo>
                  <a:cubicBezTo>
                    <a:pt x="1369" y="1239"/>
                    <a:pt x="1366" y="1241"/>
                    <a:pt x="1363" y="1244"/>
                  </a:cubicBezTo>
                  <a:cubicBezTo>
                    <a:pt x="1366" y="1247"/>
                    <a:pt x="1366" y="1247"/>
                    <a:pt x="1366" y="1247"/>
                  </a:cubicBezTo>
                  <a:cubicBezTo>
                    <a:pt x="1369" y="1244"/>
                    <a:pt x="1372" y="1242"/>
                    <a:pt x="1375" y="1239"/>
                  </a:cubicBezTo>
                  <a:lnTo>
                    <a:pt x="1372" y="1236"/>
                  </a:lnTo>
                  <a:close/>
                  <a:moveTo>
                    <a:pt x="1390" y="1219"/>
                  </a:moveTo>
                  <a:cubicBezTo>
                    <a:pt x="1387" y="1222"/>
                    <a:pt x="1384" y="1225"/>
                    <a:pt x="1381" y="1228"/>
                  </a:cubicBezTo>
                  <a:cubicBezTo>
                    <a:pt x="1384" y="1231"/>
                    <a:pt x="1384" y="1231"/>
                    <a:pt x="1384" y="1231"/>
                  </a:cubicBezTo>
                  <a:cubicBezTo>
                    <a:pt x="1387" y="1228"/>
                    <a:pt x="1390" y="1225"/>
                    <a:pt x="1392" y="1222"/>
                  </a:cubicBezTo>
                  <a:lnTo>
                    <a:pt x="1390" y="1219"/>
                  </a:lnTo>
                  <a:close/>
                  <a:moveTo>
                    <a:pt x="1406" y="1203"/>
                  </a:moveTo>
                  <a:cubicBezTo>
                    <a:pt x="1404" y="1205"/>
                    <a:pt x="1401" y="1208"/>
                    <a:pt x="1398" y="1211"/>
                  </a:cubicBezTo>
                  <a:cubicBezTo>
                    <a:pt x="1401" y="1214"/>
                    <a:pt x="1401" y="1214"/>
                    <a:pt x="1401" y="1214"/>
                  </a:cubicBezTo>
                  <a:cubicBezTo>
                    <a:pt x="1404" y="1211"/>
                    <a:pt x="1407" y="1208"/>
                    <a:pt x="1409" y="1205"/>
                  </a:cubicBezTo>
                  <a:lnTo>
                    <a:pt x="1406" y="1203"/>
                  </a:lnTo>
                  <a:close/>
                  <a:moveTo>
                    <a:pt x="1423" y="1185"/>
                  </a:moveTo>
                  <a:cubicBezTo>
                    <a:pt x="1420" y="1188"/>
                    <a:pt x="1417" y="1191"/>
                    <a:pt x="1415" y="1194"/>
                  </a:cubicBezTo>
                  <a:cubicBezTo>
                    <a:pt x="1418" y="1197"/>
                    <a:pt x="1418" y="1197"/>
                    <a:pt x="1418" y="1197"/>
                  </a:cubicBezTo>
                  <a:cubicBezTo>
                    <a:pt x="1420" y="1194"/>
                    <a:pt x="1423" y="1191"/>
                    <a:pt x="1426" y="1188"/>
                  </a:cubicBezTo>
                  <a:lnTo>
                    <a:pt x="1423" y="1185"/>
                  </a:lnTo>
                  <a:close/>
                  <a:moveTo>
                    <a:pt x="1439" y="1167"/>
                  </a:moveTo>
                  <a:cubicBezTo>
                    <a:pt x="1436" y="1170"/>
                    <a:pt x="1433" y="1173"/>
                    <a:pt x="1431" y="1176"/>
                  </a:cubicBezTo>
                  <a:cubicBezTo>
                    <a:pt x="1434" y="1179"/>
                    <a:pt x="1434" y="1179"/>
                    <a:pt x="1434" y="1179"/>
                  </a:cubicBezTo>
                  <a:cubicBezTo>
                    <a:pt x="1436" y="1176"/>
                    <a:pt x="1439" y="1173"/>
                    <a:pt x="1442" y="1170"/>
                  </a:cubicBezTo>
                  <a:lnTo>
                    <a:pt x="1439" y="1167"/>
                  </a:lnTo>
                  <a:close/>
                  <a:moveTo>
                    <a:pt x="1454" y="1149"/>
                  </a:moveTo>
                  <a:cubicBezTo>
                    <a:pt x="1451" y="1152"/>
                    <a:pt x="1449" y="1155"/>
                    <a:pt x="1446" y="1158"/>
                  </a:cubicBezTo>
                  <a:cubicBezTo>
                    <a:pt x="1449" y="1161"/>
                    <a:pt x="1449" y="1161"/>
                    <a:pt x="1449" y="1161"/>
                  </a:cubicBezTo>
                  <a:cubicBezTo>
                    <a:pt x="1452" y="1158"/>
                    <a:pt x="1454" y="1155"/>
                    <a:pt x="1457" y="1152"/>
                  </a:cubicBezTo>
                  <a:lnTo>
                    <a:pt x="1454" y="1149"/>
                  </a:lnTo>
                  <a:close/>
                  <a:moveTo>
                    <a:pt x="1469" y="1130"/>
                  </a:moveTo>
                  <a:cubicBezTo>
                    <a:pt x="1466" y="1134"/>
                    <a:pt x="1464" y="1137"/>
                    <a:pt x="1461" y="1140"/>
                  </a:cubicBezTo>
                  <a:cubicBezTo>
                    <a:pt x="1464" y="1142"/>
                    <a:pt x="1464" y="1142"/>
                    <a:pt x="1464" y="1142"/>
                  </a:cubicBezTo>
                  <a:cubicBezTo>
                    <a:pt x="1467" y="1139"/>
                    <a:pt x="1469" y="1136"/>
                    <a:pt x="1472" y="1133"/>
                  </a:cubicBezTo>
                  <a:lnTo>
                    <a:pt x="1469" y="1130"/>
                  </a:lnTo>
                  <a:close/>
                  <a:moveTo>
                    <a:pt x="1483" y="1111"/>
                  </a:moveTo>
                  <a:cubicBezTo>
                    <a:pt x="1480" y="1114"/>
                    <a:pt x="1478" y="1118"/>
                    <a:pt x="1476" y="1121"/>
                  </a:cubicBezTo>
                  <a:cubicBezTo>
                    <a:pt x="1479" y="1123"/>
                    <a:pt x="1479" y="1123"/>
                    <a:pt x="1479" y="1123"/>
                  </a:cubicBezTo>
                  <a:cubicBezTo>
                    <a:pt x="1481" y="1120"/>
                    <a:pt x="1484" y="1117"/>
                    <a:pt x="1486" y="1114"/>
                  </a:cubicBezTo>
                  <a:lnTo>
                    <a:pt x="1483" y="1111"/>
                  </a:lnTo>
                  <a:close/>
                  <a:moveTo>
                    <a:pt x="1496" y="1092"/>
                  </a:moveTo>
                  <a:cubicBezTo>
                    <a:pt x="1494" y="1095"/>
                    <a:pt x="1492" y="1098"/>
                    <a:pt x="1490" y="1102"/>
                  </a:cubicBezTo>
                  <a:cubicBezTo>
                    <a:pt x="1493" y="1104"/>
                    <a:pt x="1493" y="1104"/>
                    <a:pt x="1493" y="1104"/>
                  </a:cubicBezTo>
                  <a:cubicBezTo>
                    <a:pt x="1495" y="1101"/>
                    <a:pt x="1497" y="1097"/>
                    <a:pt x="1500" y="1094"/>
                  </a:cubicBezTo>
                  <a:lnTo>
                    <a:pt x="1496" y="1092"/>
                  </a:lnTo>
                  <a:close/>
                  <a:moveTo>
                    <a:pt x="1509" y="1072"/>
                  </a:moveTo>
                  <a:cubicBezTo>
                    <a:pt x="1507" y="1075"/>
                    <a:pt x="1505" y="1078"/>
                    <a:pt x="1503" y="1082"/>
                  </a:cubicBezTo>
                  <a:cubicBezTo>
                    <a:pt x="1506" y="1084"/>
                    <a:pt x="1506" y="1084"/>
                    <a:pt x="1506" y="1084"/>
                  </a:cubicBezTo>
                  <a:cubicBezTo>
                    <a:pt x="1508" y="1081"/>
                    <a:pt x="1510" y="1077"/>
                    <a:pt x="1513" y="1074"/>
                  </a:cubicBezTo>
                  <a:lnTo>
                    <a:pt x="1509" y="1072"/>
                  </a:lnTo>
                  <a:close/>
                  <a:moveTo>
                    <a:pt x="1522" y="1051"/>
                  </a:moveTo>
                  <a:cubicBezTo>
                    <a:pt x="1520" y="1055"/>
                    <a:pt x="1518" y="1058"/>
                    <a:pt x="1516" y="1062"/>
                  </a:cubicBezTo>
                  <a:cubicBezTo>
                    <a:pt x="1519" y="1064"/>
                    <a:pt x="1519" y="1064"/>
                    <a:pt x="1519" y="1064"/>
                  </a:cubicBezTo>
                  <a:cubicBezTo>
                    <a:pt x="1521" y="1060"/>
                    <a:pt x="1523" y="1057"/>
                    <a:pt x="1525" y="1053"/>
                  </a:cubicBezTo>
                  <a:lnTo>
                    <a:pt x="1522" y="1051"/>
                  </a:lnTo>
                  <a:close/>
                  <a:moveTo>
                    <a:pt x="1533" y="1031"/>
                  </a:moveTo>
                  <a:cubicBezTo>
                    <a:pt x="1532" y="1034"/>
                    <a:pt x="1530" y="1038"/>
                    <a:pt x="1528" y="1041"/>
                  </a:cubicBezTo>
                  <a:cubicBezTo>
                    <a:pt x="1531" y="1043"/>
                    <a:pt x="1531" y="1043"/>
                    <a:pt x="1531" y="1043"/>
                  </a:cubicBezTo>
                  <a:cubicBezTo>
                    <a:pt x="1533" y="1040"/>
                    <a:pt x="1535" y="1036"/>
                    <a:pt x="1537" y="1033"/>
                  </a:cubicBezTo>
                  <a:lnTo>
                    <a:pt x="1533" y="1031"/>
                  </a:lnTo>
                  <a:close/>
                  <a:moveTo>
                    <a:pt x="1545" y="1010"/>
                  </a:moveTo>
                  <a:cubicBezTo>
                    <a:pt x="1543" y="1013"/>
                    <a:pt x="1541" y="1017"/>
                    <a:pt x="1539" y="1020"/>
                  </a:cubicBezTo>
                  <a:cubicBezTo>
                    <a:pt x="1543" y="1022"/>
                    <a:pt x="1543" y="1022"/>
                    <a:pt x="1543" y="1022"/>
                  </a:cubicBezTo>
                  <a:cubicBezTo>
                    <a:pt x="1545" y="1019"/>
                    <a:pt x="1546" y="1015"/>
                    <a:pt x="1548" y="1012"/>
                  </a:cubicBezTo>
                  <a:lnTo>
                    <a:pt x="1545" y="1010"/>
                  </a:lnTo>
                  <a:close/>
                  <a:moveTo>
                    <a:pt x="1555" y="988"/>
                  </a:moveTo>
                  <a:cubicBezTo>
                    <a:pt x="1554" y="992"/>
                    <a:pt x="1552" y="995"/>
                    <a:pt x="1550" y="999"/>
                  </a:cubicBezTo>
                  <a:cubicBezTo>
                    <a:pt x="1554" y="1001"/>
                    <a:pt x="1554" y="1001"/>
                    <a:pt x="1554" y="1001"/>
                  </a:cubicBezTo>
                  <a:cubicBezTo>
                    <a:pt x="1555" y="997"/>
                    <a:pt x="1557" y="994"/>
                    <a:pt x="1559" y="990"/>
                  </a:cubicBezTo>
                  <a:lnTo>
                    <a:pt x="1555" y="988"/>
                  </a:lnTo>
                  <a:close/>
                  <a:moveTo>
                    <a:pt x="1565" y="967"/>
                  </a:moveTo>
                  <a:cubicBezTo>
                    <a:pt x="1564" y="970"/>
                    <a:pt x="1562" y="974"/>
                    <a:pt x="1560" y="978"/>
                  </a:cubicBezTo>
                  <a:cubicBezTo>
                    <a:pt x="1564" y="979"/>
                    <a:pt x="1564" y="979"/>
                    <a:pt x="1564" y="979"/>
                  </a:cubicBezTo>
                  <a:cubicBezTo>
                    <a:pt x="1566" y="976"/>
                    <a:pt x="1567" y="972"/>
                    <a:pt x="1569" y="968"/>
                  </a:cubicBezTo>
                  <a:lnTo>
                    <a:pt x="1565" y="967"/>
                  </a:lnTo>
                  <a:close/>
                  <a:moveTo>
                    <a:pt x="1574" y="945"/>
                  </a:moveTo>
                  <a:cubicBezTo>
                    <a:pt x="1573" y="948"/>
                    <a:pt x="1571" y="952"/>
                    <a:pt x="1570" y="956"/>
                  </a:cubicBezTo>
                  <a:cubicBezTo>
                    <a:pt x="1574" y="957"/>
                    <a:pt x="1574" y="957"/>
                    <a:pt x="1574" y="957"/>
                  </a:cubicBezTo>
                  <a:cubicBezTo>
                    <a:pt x="1575" y="954"/>
                    <a:pt x="1577" y="950"/>
                    <a:pt x="1578" y="946"/>
                  </a:cubicBezTo>
                  <a:lnTo>
                    <a:pt x="1574" y="945"/>
                  </a:lnTo>
                  <a:close/>
                  <a:moveTo>
                    <a:pt x="1583" y="923"/>
                  </a:moveTo>
                  <a:cubicBezTo>
                    <a:pt x="1582" y="926"/>
                    <a:pt x="1580" y="930"/>
                    <a:pt x="1579" y="934"/>
                  </a:cubicBezTo>
                  <a:cubicBezTo>
                    <a:pt x="1583" y="935"/>
                    <a:pt x="1583" y="935"/>
                    <a:pt x="1583" y="935"/>
                  </a:cubicBezTo>
                  <a:cubicBezTo>
                    <a:pt x="1584" y="931"/>
                    <a:pt x="1586" y="928"/>
                    <a:pt x="1587" y="924"/>
                  </a:cubicBezTo>
                  <a:lnTo>
                    <a:pt x="1583" y="923"/>
                  </a:lnTo>
                  <a:close/>
                  <a:moveTo>
                    <a:pt x="1591" y="900"/>
                  </a:moveTo>
                  <a:cubicBezTo>
                    <a:pt x="1590" y="904"/>
                    <a:pt x="1589" y="908"/>
                    <a:pt x="1587" y="911"/>
                  </a:cubicBezTo>
                  <a:cubicBezTo>
                    <a:pt x="1591" y="913"/>
                    <a:pt x="1591" y="913"/>
                    <a:pt x="1591" y="913"/>
                  </a:cubicBezTo>
                  <a:cubicBezTo>
                    <a:pt x="1592" y="909"/>
                    <a:pt x="1594" y="905"/>
                    <a:pt x="1595" y="901"/>
                  </a:cubicBezTo>
                  <a:lnTo>
                    <a:pt x="1591" y="900"/>
                  </a:lnTo>
                  <a:close/>
                  <a:moveTo>
                    <a:pt x="1599" y="877"/>
                  </a:moveTo>
                  <a:cubicBezTo>
                    <a:pt x="1597" y="881"/>
                    <a:pt x="1596" y="885"/>
                    <a:pt x="1595" y="889"/>
                  </a:cubicBezTo>
                  <a:cubicBezTo>
                    <a:pt x="1599" y="890"/>
                    <a:pt x="1599" y="890"/>
                    <a:pt x="1599" y="890"/>
                  </a:cubicBezTo>
                  <a:cubicBezTo>
                    <a:pt x="1600" y="886"/>
                    <a:pt x="1601" y="882"/>
                    <a:pt x="1602" y="879"/>
                  </a:cubicBezTo>
                  <a:lnTo>
                    <a:pt x="1599" y="877"/>
                  </a:lnTo>
                  <a:close/>
                  <a:moveTo>
                    <a:pt x="1605" y="854"/>
                  </a:moveTo>
                  <a:cubicBezTo>
                    <a:pt x="1604" y="858"/>
                    <a:pt x="1603" y="862"/>
                    <a:pt x="1602" y="866"/>
                  </a:cubicBezTo>
                  <a:cubicBezTo>
                    <a:pt x="1606" y="867"/>
                    <a:pt x="1606" y="867"/>
                    <a:pt x="1606" y="867"/>
                  </a:cubicBezTo>
                  <a:cubicBezTo>
                    <a:pt x="1607" y="863"/>
                    <a:pt x="1608" y="859"/>
                    <a:pt x="1609" y="856"/>
                  </a:cubicBezTo>
                  <a:lnTo>
                    <a:pt x="1605" y="854"/>
                  </a:lnTo>
                  <a:close/>
                  <a:moveTo>
                    <a:pt x="1611" y="831"/>
                  </a:moveTo>
                  <a:cubicBezTo>
                    <a:pt x="1610" y="835"/>
                    <a:pt x="1609" y="839"/>
                    <a:pt x="1608" y="843"/>
                  </a:cubicBezTo>
                  <a:cubicBezTo>
                    <a:pt x="1612" y="844"/>
                    <a:pt x="1612" y="844"/>
                    <a:pt x="1612" y="844"/>
                  </a:cubicBezTo>
                  <a:cubicBezTo>
                    <a:pt x="1613" y="840"/>
                    <a:pt x="1614" y="836"/>
                    <a:pt x="1615" y="832"/>
                  </a:cubicBezTo>
                  <a:lnTo>
                    <a:pt x="1611" y="831"/>
                  </a:lnTo>
                  <a:close/>
                  <a:moveTo>
                    <a:pt x="1617" y="808"/>
                  </a:moveTo>
                  <a:cubicBezTo>
                    <a:pt x="1616" y="812"/>
                    <a:pt x="1615" y="816"/>
                    <a:pt x="1614" y="820"/>
                  </a:cubicBezTo>
                  <a:cubicBezTo>
                    <a:pt x="1618" y="821"/>
                    <a:pt x="1618" y="821"/>
                    <a:pt x="1618" y="821"/>
                  </a:cubicBezTo>
                  <a:cubicBezTo>
                    <a:pt x="1619" y="817"/>
                    <a:pt x="1620" y="813"/>
                    <a:pt x="1621" y="809"/>
                  </a:cubicBezTo>
                  <a:lnTo>
                    <a:pt x="1617" y="808"/>
                  </a:lnTo>
                  <a:close/>
                  <a:moveTo>
                    <a:pt x="1621" y="785"/>
                  </a:moveTo>
                  <a:cubicBezTo>
                    <a:pt x="1621" y="789"/>
                    <a:pt x="1620" y="793"/>
                    <a:pt x="1619" y="796"/>
                  </a:cubicBezTo>
                  <a:cubicBezTo>
                    <a:pt x="1623" y="797"/>
                    <a:pt x="1623" y="797"/>
                    <a:pt x="1623" y="797"/>
                  </a:cubicBezTo>
                  <a:cubicBezTo>
                    <a:pt x="1624" y="793"/>
                    <a:pt x="1624" y="789"/>
                    <a:pt x="1625" y="785"/>
                  </a:cubicBezTo>
                  <a:lnTo>
                    <a:pt x="1621" y="785"/>
                  </a:lnTo>
                  <a:close/>
                  <a:moveTo>
                    <a:pt x="1625" y="761"/>
                  </a:moveTo>
                  <a:cubicBezTo>
                    <a:pt x="1625" y="765"/>
                    <a:pt x="1624" y="769"/>
                    <a:pt x="1623" y="773"/>
                  </a:cubicBezTo>
                  <a:cubicBezTo>
                    <a:pt x="1627" y="774"/>
                    <a:pt x="1627" y="774"/>
                    <a:pt x="1627" y="774"/>
                  </a:cubicBezTo>
                  <a:cubicBezTo>
                    <a:pt x="1628" y="770"/>
                    <a:pt x="1629" y="766"/>
                    <a:pt x="1629" y="762"/>
                  </a:cubicBezTo>
                  <a:lnTo>
                    <a:pt x="1625" y="761"/>
                  </a:lnTo>
                  <a:close/>
                  <a:moveTo>
                    <a:pt x="1629" y="738"/>
                  </a:moveTo>
                  <a:cubicBezTo>
                    <a:pt x="1628" y="742"/>
                    <a:pt x="1628" y="745"/>
                    <a:pt x="1627" y="749"/>
                  </a:cubicBezTo>
                  <a:cubicBezTo>
                    <a:pt x="1631" y="750"/>
                    <a:pt x="1631" y="750"/>
                    <a:pt x="1631" y="750"/>
                  </a:cubicBezTo>
                  <a:cubicBezTo>
                    <a:pt x="1632" y="746"/>
                    <a:pt x="1632" y="742"/>
                    <a:pt x="1633" y="738"/>
                  </a:cubicBezTo>
                  <a:lnTo>
                    <a:pt x="1629" y="738"/>
                  </a:lnTo>
                  <a:close/>
                  <a:moveTo>
                    <a:pt x="1631" y="714"/>
                  </a:moveTo>
                  <a:cubicBezTo>
                    <a:pt x="1631" y="718"/>
                    <a:pt x="1630" y="722"/>
                    <a:pt x="1630" y="726"/>
                  </a:cubicBezTo>
                  <a:cubicBezTo>
                    <a:pt x="1634" y="726"/>
                    <a:pt x="1634" y="726"/>
                    <a:pt x="1634" y="726"/>
                  </a:cubicBezTo>
                  <a:cubicBezTo>
                    <a:pt x="1634" y="722"/>
                    <a:pt x="1635" y="718"/>
                    <a:pt x="1635" y="714"/>
                  </a:cubicBezTo>
                  <a:lnTo>
                    <a:pt x="1631" y="714"/>
                  </a:lnTo>
                  <a:close/>
                  <a:moveTo>
                    <a:pt x="1633" y="690"/>
                  </a:moveTo>
                  <a:cubicBezTo>
                    <a:pt x="1633" y="694"/>
                    <a:pt x="1633" y="698"/>
                    <a:pt x="1632" y="702"/>
                  </a:cubicBezTo>
                  <a:cubicBezTo>
                    <a:pt x="1636" y="702"/>
                    <a:pt x="1636" y="702"/>
                    <a:pt x="1636" y="702"/>
                  </a:cubicBezTo>
                  <a:cubicBezTo>
                    <a:pt x="1637" y="698"/>
                    <a:pt x="1637" y="694"/>
                    <a:pt x="1637" y="690"/>
                  </a:cubicBezTo>
                  <a:lnTo>
                    <a:pt x="1633" y="690"/>
                  </a:lnTo>
                  <a:close/>
                  <a:moveTo>
                    <a:pt x="1634" y="666"/>
                  </a:moveTo>
                  <a:cubicBezTo>
                    <a:pt x="1634" y="670"/>
                    <a:pt x="1634" y="674"/>
                    <a:pt x="1634" y="678"/>
                  </a:cubicBezTo>
                  <a:cubicBezTo>
                    <a:pt x="1638" y="678"/>
                    <a:pt x="1638" y="678"/>
                    <a:pt x="1638" y="678"/>
                  </a:cubicBezTo>
                  <a:cubicBezTo>
                    <a:pt x="1638" y="674"/>
                    <a:pt x="1638" y="670"/>
                    <a:pt x="1638" y="666"/>
                  </a:cubicBezTo>
                  <a:lnTo>
                    <a:pt x="1634" y="666"/>
                  </a:lnTo>
                  <a:close/>
                  <a:moveTo>
                    <a:pt x="1635" y="642"/>
                  </a:moveTo>
                  <a:cubicBezTo>
                    <a:pt x="1635" y="646"/>
                    <a:pt x="1635" y="650"/>
                    <a:pt x="1635" y="654"/>
                  </a:cubicBezTo>
                  <a:cubicBezTo>
                    <a:pt x="1639" y="654"/>
                    <a:pt x="1639" y="654"/>
                    <a:pt x="1639" y="654"/>
                  </a:cubicBezTo>
                  <a:cubicBezTo>
                    <a:pt x="1639" y="650"/>
                    <a:pt x="1639" y="646"/>
                    <a:pt x="1639" y="642"/>
                  </a:cubicBezTo>
                  <a:lnTo>
                    <a:pt x="1635" y="642"/>
                  </a:lnTo>
                  <a:close/>
                  <a:moveTo>
                    <a:pt x="1635" y="619"/>
                  </a:moveTo>
                  <a:cubicBezTo>
                    <a:pt x="1635" y="622"/>
                    <a:pt x="1635" y="626"/>
                    <a:pt x="1635" y="630"/>
                  </a:cubicBezTo>
                  <a:cubicBezTo>
                    <a:pt x="1639" y="630"/>
                    <a:pt x="1639" y="630"/>
                    <a:pt x="1639" y="630"/>
                  </a:cubicBezTo>
                  <a:cubicBezTo>
                    <a:pt x="1639" y="626"/>
                    <a:pt x="1639" y="622"/>
                    <a:pt x="1639" y="618"/>
                  </a:cubicBezTo>
                  <a:lnTo>
                    <a:pt x="1635" y="619"/>
                  </a:lnTo>
                  <a:close/>
                  <a:moveTo>
                    <a:pt x="1634" y="595"/>
                  </a:moveTo>
                  <a:cubicBezTo>
                    <a:pt x="1634" y="599"/>
                    <a:pt x="1634" y="603"/>
                    <a:pt x="1634" y="607"/>
                  </a:cubicBezTo>
                  <a:cubicBezTo>
                    <a:pt x="1638" y="606"/>
                    <a:pt x="1638" y="606"/>
                    <a:pt x="1638" y="606"/>
                  </a:cubicBezTo>
                  <a:cubicBezTo>
                    <a:pt x="1638" y="602"/>
                    <a:pt x="1638" y="598"/>
                    <a:pt x="1638" y="594"/>
                  </a:cubicBezTo>
                  <a:lnTo>
                    <a:pt x="1634" y="595"/>
                  </a:lnTo>
                  <a:close/>
                  <a:moveTo>
                    <a:pt x="1632" y="571"/>
                  </a:moveTo>
                  <a:cubicBezTo>
                    <a:pt x="1633" y="575"/>
                    <a:pt x="1633" y="579"/>
                    <a:pt x="1633" y="583"/>
                  </a:cubicBezTo>
                  <a:cubicBezTo>
                    <a:pt x="1637" y="582"/>
                    <a:pt x="1637" y="582"/>
                    <a:pt x="1637" y="582"/>
                  </a:cubicBezTo>
                  <a:cubicBezTo>
                    <a:pt x="1637" y="578"/>
                    <a:pt x="1637" y="574"/>
                    <a:pt x="1636" y="570"/>
                  </a:cubicBezTo>
                  <a:lnTo>
                    <a:pt x="1632" y="571"/>
                  </a:lnTo>
                  <a:close/>
                  <a:moveTo>
                    <a:pt x="1630" y="547"/>
                  </a:moveTo>
                  <a:cubicBezTo>
                    <a:pt x="1631" y="551"/>
                    <a:pt x="1631" y="555"/>
                    <a:pt x="1631" y="559"/>
                  </a:cubicBezTo>
                  <a:cubicBezTo>
                    <a:pt x="1635" y="559"/>
                    <a:pt x="1635" y="559"/>
                    <a:pt x="1635" y="559"/>
                  </a:cubicBezTo>
                  <a:cubicBezTo>
                    <a:pt x="1635" y="555"/>
                    <a:pt x="1634" y="551"/>
                    <a:pt x="1634" y="547"/>
                  </a:cubicBezTo>
                  <a:lnTo>
                    <a:pt x="1630" y="547"/>
                  </a:lnTo>
                  <a:close/>
                  <a:moveTo>
                    <a:pt x="1627" y="523"/>
                  </a:moveTo>
                  <a:cubicBezTo>
                    <a:pt x="1628" y="527"/>
                    <a:pt x="1628" y="531"/>
                    <a:pt x="1629" y="535"/>
                  </a:cubicBezTo>
                  <a:cubicBezTo>
                    <a:pt x="1633" y="535"/>
                    <a:pt x="1633" y="535"/>
                    <a:pt x="1633" y="535"/>
                  </a:cubicBezTo>
                  <a:cubicBezTo>
                    <a:pt x="1632" y="531"/>
                    <a:pt x="1632" y="527"/>
                    <a:pt x="1631" y="523"/>
                  </a:cubicBezTo>
                  <a:lnTo>
                    <a:pt x="1627" y="523"/>
                  </a:lnTo>
                  <a:close/>
                  <a:moveTo>
                    <a:pt x="1623" y="500"/>
                  </a:moveTo>
                  <a:cubicBezTo>
                    <a:pt x="1624" y="504"/>
                    <a:pt x="1625" y="508"/>
                    <a:pt x="1625" y="512"/>
                  </a:cubicBezTo>
                  <a:cubicBezTo>
                    <a:pt x="1629" y="511"/>
                    <a:pt x="1629" y="511"/>
                    <a:pt x="1629" y="511"/>
                  </a:cubicBezTo>
                  <a:cubicBezTo>
                    <a:pt x="1629" y="507"/>
                    <a:pt x="1628" y="503"/>
                    <a:pt x="1627" y="499"/>
                  </a:cubicBezTo>
                  <a:cubicBezTo>
                    <a:pt x="1623" y="500"/>
                    <a:pt x="1623" y="500"/>
                    <a:pt x="1623" y="500"/>
                  </a:cubicBezTo>
                  <a:close/>
                  <a:moveTo>
                    <a:pt x="1619" y="476"/>
                  </a:moveTo>
                  <a:cubicBezTo>
                    <a:pt x="1620" y="480"/>
                    <a:pt x="1621" y="484"/>
                    <a:pt x="1621" y="488"/>
                  </a:cubicBezTo>
                  <a:cubicBezTo>
                    <a:pt x="1625" y="487"/>
                    <a:pt x="1625" y="487"/>
                    <a:pt x="1625" y="487"/>
                  </a:cubicBezTo>
                  <a:cubicBezTo>
                    <a:pt x="1625" y="483"/>
                    <a:pt x="1624" y="479"/>
                    <a:pt x="1623" y="475"/>
                  </a:cubicBezTo>
                  <a:lnTo>
                    <a:pt x="1619" y="476"/>
                  </a:lnTo>
                  <a:close/>
                  <a:moveTo>
                    <a:pt x="1614" y="453"/>
                  </a:moveTo>
                  <a:cubicBezTo>
                    <a:pt x="1615" y="457"/>
                    <a:pt x="1616" y="461"/>
                    <a:pt x="1617" y="465"/>
                  </a:cubicBezTo>
                  <a:cubicBezTo>
                    <a:pt x="1621" y="464"/>
                    <a:pt x="1621" y="464"/>
                    <a:pt x="1621" y="464"/>
                  </a:cubicBezTo>
                  <a:cubicBezTo>
                    <a:pt x="1620" y="460"/>
                    <a:pt x="1619" y="456"/>
                    <a:pt x="1618" y="452"/>
                  </a:cubicBezTo>
                  <a:lnTo>
                    <a:pt x="1614" y="453"/>
                  </a:lnTo>
                  <a:close/>
                  <a:moveTo>
                    <a:pt x="1608" y="430"/>
                  </a:moveTo>
                  <a:cubicBezTo>
                    <a:pt x="1609" y="434"/>
                    <a:pt x="1610" y="437"/>
                    <a:pt x="1611" y="441"/>
                  </a:cubicBezTo>
                  <a:cubicBezTo>
                    <a:pt x="1615" y="440"/>
                    <a:pt x="1615" y="440"/>
                    <a:pt x="1615" y="440"/>
                  </a:cubicBezTo>
                  <a:cubicBezTo>
                    <a:pt x="1614" y="436"/>
                    <a:pt x="1613" y="433"/>
                    <a:pt x="1612" y="429"/>
                  </a:cubicBezTo>
                  <a:lnTo>
                    <a:pt x="1608" y="430"/>
                  </a:lnTo>
                  <a:close/>
                  <a:moveTo>
                    <a:pt x="1602" y="407"/>
                  </a:moveTo>
                  <a:cubicBezTo>
                    <a:pt x="1603" y="410"/>
                    <a:pt x="1604" y="414"/>
                    <a:pt x="1605" y="418"/>
                  </a:cubicBezTo>
                  <a:cubicBezTo>
                    <a:pt x="1609" y="417"/>
                    <a:pt x="1609" y="417"/>
                    <a:pt x="1609" y="417"/>
                  </a:cubicBezTo>
                  <a:cubicBezTo>
                    <a:pt x="1608" y="413"/>
                    <a:pt x="1607" y="409"/>
                    <a:pt x="1606" y="406"/>
                  </a:cubicBezTo>
                  <a:lnTo>
                    <a:pt x="1602" y="407"/>
                  </a:lnTo>
                  <a:close/>
                  <a:moveTo>
                    <a:pt x="1595" y="384"/>
                  </a:moveTo>
                  <a:cubicBezTo>
                    <a:pt x="1596" y="388"/>
                    <a:pt x="1597" y="391"/>
                    <a:pt x="1599" y="395"/>
                  </a:cubicBezTo>
                  <a:cubicBezTo>
                    <a:pt x="1602" y="394"/>
                    <a:pt x="1602" y="394"/>
                    <a:pt x="1602" y="394"/>
                  </a:cubicBezTo>
                  <a:cubicBezTo>
                    <a:pt x="1601" y="390"/>
                    <a:pt x="1600" y="386"/>
                    <a:pt x="1599" y="383"/>
                  </a:cubicBezTo>
                  <a:lnTo>
                    <a:pt x="1595" y="384"/>
                  </a:lnTo>
                  <a:close/>
                  <a:moveTo>
                    <a:pt x="1587" y="361"/>
                  </a:moveTo>
                  <a:cubicBezTo>
                    <a:pt x="1589" y="365"/>
                    <a:pt x="1590" y="369"/>
                    <a:pt x="1591" y="373"/>
                  </a:cubicBezTo>
                  <a:cubicBezTo>
                    <a:pt x="1595" y="371"/>
                    <a:pt x="1595" y="371"/>
                    <a:pt x="1595" y="371"/>
                  </a:cubicBezTo>
                  <a:cubicBezTo>
                    <a:pt x="1594" y="367"/>
                    <a:pt x="1592" y="364"/>
                    <a:pt x="1591" y="360"/>
                  </a:cubicBezTo>
                  <a:lnTo>
                    <a:pt x="1587" y="361"/>
                  </a:lnTo>
                  <a:close/>
                  <a:moveTo>
                    <a:pt x="1579" y="339"/>
                  </a:moveTo>
                  <a:cubicBezTo>
                    <a:pt x="1580" y="343"/>
                    <a:pt x="1582" y="346"/>
                    <a:pt x="1583" y="350"/>
                  </a:cubicBezTo>
                  <a:cubicBezTo>
                    <a:pt x="1587" y="349"/>
                    <a:pt x="1587" y="349"/>
                    <a:pt x="1587" y="349"/>
                  </a:cubicBezTo>
                  <a:cubicBezTo>
                    <a:pt x="1585" y="345"/>
                    <a:pt x="1584" y="341"/>
                    <a:pt x="1583" y="337"/>
                  </a:cubicBezTo>
                  <a:lnTo>
                    <a:pt x="1579" y="339"/>
                  </a:lnTo>
                  <a:close/>
                  <a:moveTo>
                    <a:pt x="1570" y="317"/>
                  </a:moveTo>
                  <a:cubicBezTo>
                    <a:pt x="1571" y="320"/>
                    <a:pt x="1573" y="324"/>
                    <a:pt x="1574" y="328"/>
                  </a:cubicBezTo>
                  <a:cubicBezTo>
                    <a:pt x="1578" y="326"/>
                    <a:pt x="1578" y="326"/>
                    <a:pt x="1578" y="326"/>
                  </a:cubicBezTo>
                  <a:cubicBezTo>
                    <a:pt x="1577" y="323"/>
                    <a:pt x="1575" y="319"/>
                    <a:pt x="1573" y="315"/>
                  </a:cubicBezTo>
                  <a:lnTo>
                    <a:pt x="1570" y="317"/>
                  </a:lnTo>
                  <a:close/>
                  <a:moveTo>
                    <a:pt x="1560" y="295"/>
                  </a:moveTo>
                  <a:cubicBezTo>
                    <a:pt x="1562" y="299"/>
                    <a:pt x="1563" y="302"/>
                    <a:pt x="1565" y="306"/>
                  </a:cubicBezTo>
                  <a:cubicBezTo>
                    <a:pt x="1569" y="304"/>
                    <a:pt x="1569" y="304"/>
                    <a:pt x="1569" y="304"/>
                  </a:cubicBezTo>
                  <a:cubicBezTo>
                    <a:pt x="1567" y="300"/>
                    <a:pt x="1565" y="297"/>
                    <a:pt x="1564" y="293"/>
                  </a:cubicBezTo>
                  <a:lnTo>
                    <a:pt x="1560" y="295"/>
                  </a:lnTo>
                  <a:close/>
                  <a:moveTo>
                    <a:pt x="1550" y="273"/>
                  </a:moveTo>
                  <a:cubicBezTo>
                    <a:pt x="1552" y="277"/>
                    <a:pt x="1553" y="280"/>
                    <a:pt x="1555" y="284"/>
                  </a:cubicBezTo>
                  <a:cubicBezTo>
                    <a:pt x="1559" y="282"/>
                    <a:pt x="1559" y="282"/>
                    <a:pt x="1559" y="282"/>
                  </a:cubicBezTo>
                  <a:cubicBezTo>
                    <a:pt x="1557" y="279"/>
                    <a:pt x="1555" y="275"/>
                    <a:pt x="1553" y="272"/>
                  </a:cubicBezTo>
                  <a:lnTo>
                    <a:pt x="1550" y="273"/>
                  </a:lnTo>
                  <a:close/>
                  <a:moveTo>
                    <a:pt x="1539" y="252"/>
                  </a:moveTo>
                  <a:cubicBezTo>
                    <a:pt x="1541" y="256"/>
                    <a:pt x="1543" y="259"/>
                    <a:pt x="1544" y="263"/>
                  </a:cubicBezTo>
                  <a:cubicBezTo>
                    <a:pt x="1548" y="261"/>
                    <a:pt x="1548" y="261"/>
                    <a:pt x="1548" y="261"/>
                  </a:cubicBezTo>
                  <a:cubicBezTo>
                    <a:pt x="1546" y="257"/>
                    <a:pt x="1544" y="254"/>
                    <a:pt x="1542" y="250"/>
                  </a:cubicBezTo>
                  <a:lnTo>
                    <a:pt x="1539" y="252"/>
                  </a:lnTo>
                  <a:close/>
                  <a:moveTo>
                    <a:pt x="1527" y="231"/>
                  </a:moveTo>
                  <a:cubicBezTo>
                    <a:pt x="1529" y="235"/>
                    <a:pt x="1531" y="238"/>
                    <a:pt x="1533" y="242"/>
                  </a:cubicBezTo>
                  <a:cubicBezTo>
                    <a:pt x="1537" y="240"/>
                    <a:pt x="1537" y="240"/>
                    <a:pt x="1537" y="240"/>
                  </a:cubicBezTo>
                  <a:cubicBezTo>
                    <a:pt x="1535" y="236"/>
                    <a:pt x="1533" y="233"/>
                    <a:pt x="1531" y="229"/>
                  </a:cubicBezTo>
                  <a:lnTo>
                    <a:pt x="1527" y="231"/>
                  </a:lnTo>
                  <a:close/>
                  <a:moveTo>
                    <a:pt x="1515" y="211"/>
                  </a:moveTo>
                  <a:cubicBezTo>
                    <a:pt x="1517" y="214"/>
                    <a:pt x="1519" y="217"/>
                    <a:pt x="1521" y="221"/>
                  </a:cubicBezTo>
                  <a:cubicBezTo>
                    <a:pt x="1525" y="219"/>
                    <a:pt x="1525" y="219"/>
                    <a:pt x="1525" y="219"/>
                  </a:cubicBezTo>
                  <a:cubicBezTo>
                    <a:pt x="1523" y="215"/>
                    <a:pt x="1520" y="212"/>
                    <a:pt x="1518" y="209"/>
                  </a:cubicBezTo>
                  <a:lnTo>
                    <a:pt x="1515" y="211"/>
                  </a:lnTo>
                  <a:close/>
                  <a:moveTo>
                    <a:pt x="1502" y="190"/>
                  </a:moveTo>
                  <a:cubicBezTo>
                    <a:pt x="1504" y="194"/>
                    <a:pt x="1506" y="197"/>
                    <a:pt x="1509" y="200"/>
                  </a:cubicBezTo>
                  <a:cubicBezTo>
                    <a:pt x="1512" y="198"/>
                    <a:pt x="1512" y="198"/>
                    <a:pt x="1512" y="198"/>
                  </a:cubicBezTo>
                  <a:cubicBezTo>
                    <a:pt x="1510" y="195"/>
                    <a:pt x="1508" y="192"/>
                    <a:pt x="1505" y="188"/>
                  </a:cubicBezTo>
                  <a:lnTo>
                    <a:pt x="1502" y="190"/>
                  </a:lnTo>
                  <a:close/>
                  <a:moveTo>
                    <a:pt x="1489" y="171"/>
                  </a:moveTo>
                  <a:cubicBezTo>
                    <a:pt x="1491" y="174"/>
                    <a:pt x="1493" y="177"/>
                    <a:pt x="1496" y="180"/>
                  </a:cubicBezTo>
                  <a:cubicBezTo>
                    <a:pt x="1499" y="178"/>
                    <a:pt x="1499" y="178"/>
                    <a:pt x="1499" y="178"/>
                  </a:cubicBezTo>
                  <a:cubicBezTo>
                    <a:pt x="1497" y="175"/>
                    <a:pt x="1494" y="172"/>
                    <a:pt x="1492" y="168"/>
                  </a:cubicBezTo>
                  <a:lnTo>
                    <a:pt x="1489" y="171"/>
                  </a:lnTo>
                  <a:close/>
                  <a:moveTo>
                    <a:pt x="1475" y="151"/>
                  </a:moveTo>
                  <a:cubicBezTo>
                    <a:pt x="1477" y="154"/>
                    <a:pt x="1479" y="158"/>
                    <a:pt x="1482" y="161"/>
                  </a:cubicBezTo>
                  <a:cubicBezTo>
                    <a:pt x="1485" y="158"/>
                    <a:pt x="1485" y="158"/>
                    <a:pt x="1485" y="158"/>
                  </a:cubicBezTo>
                  <a:cubicBezTo>
                    <a:pt x="1483" y="155"/>
                    <a:pt x="1480" y="152"/>
                    <a:pt x="1478" y="149"/>
                  </a:cubicBezTo>
                  <a:lnTo>
                    <a:pt x="1475" y="151"/>
                  </a:lnTo>
                  <a:close/>
                </a:path>
              </a:pathLst>
            </a:custGeom>
            <a:solidFill>
              <a:srgbClr val="A1C1C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35" name="Freeform 7"/>
            <p:cNvSpPr>
              <a:spLocks/>
            </p:cNvSpPr>
            <p:nvPr/>
          </p:nvSpPr>
          <p:spPr bwMode="auto">
            <a:xfrm>
              <a:off x="2119313" y="2824163"/>
              <a:ext cx="17463" cy="17463"/>
            </a:xfrm>
            <a:custGeom>
              <a:avLst/>
              <a:gdLst/>
              <a:ahLst/>
              <a:cxnLst>
                <a:cxn ang="0">
                  <a:pos x="2" y="7"/>
                </a:cxn>
                <a:cxn ang="0">
                  <a:pos x="7" y="3"/>
                </a:cxn>
                <a:cxn ang="0">
                  <a:pos x="4" y="0"/>
                </a:cxn>
                <a:cxn ang="0">
                  <a:pos x="0" y="3"/>
                </a:cxn>
                <a:cxn ang="0">
                  <a:pos x="2" y="7"/>
                </a:cxn>
              </a:cxnLst>
              <a:rect l="0" t="0" r="r" b="b"/>
              <a:pathLst>
                <a:path w="7" h="7">
                  <a:moveTo>
                    <a:pt x="2" y="7"/>
                  </a:moveTo>
                  <a:cubicBezTo>
                    <a:pt x="4" y="5"/>
                    <a:pt x="5" y="4"/>
                    <a:pt x="7" y="3"/>
                  </a:cubicBezTo>
                  <a:cubicBezTo>
                    <a:pt x="4" y="0"/>
                    <a:pt x="4" y="0"/>
                    <a:pt x="4" y="0"/>
                  </a:cubicBezTo>
                  <a:cubicBezTo>
                    <a:pt x="3" y="1"/>
                    <a:pt x="1" y="2"/>
                    <a:pt x="0" y="3"/>
                  </a:cubicBezTo>
                  <a:lnTo>
                    <a:pt x="2" y="7"/>
                  </a:lnTo>
                  <a:close/>
                </a:path>
              </a:pathLst>
            </a:custGeom>
            <a:solidFill>
              <a:srgbClr val="A1C1C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36" name="Freeform 8"/>
            <p:cNvSpPr>
              <a:spLocks/>
            </p:cNvSpPr>
            <p:nvPr/>
          </p:nvSpPr>
          <p:spPr bwMode="auto">
            <a:xfrm>
              <a:off x="1597026" y="4456113"/>
              <a:ext cx="11113" cy="14288"/>
            </a:xfrm>
            <a:custGeom>
              <a:avLst/>
              <a:gdLst/>
              <a:ahLst/>
              <a:cxnLst>
                <a:cxn ang="0">
                  <a:pos x="4" y="6"/>
                </a:cxn>
                <a:cxn ang="0">
                  <a:pos x="4" y="0"/>
                </a:cxn>
                <a:cxn ang="0">
                  <a:pos x="0" y="0"/>
                </a:cxn>
                <a:cxn ang="0">
                  <a:pos x="0" y="6"/>
                </a:cxn>
                <a:cxn ang="0">
                  <a:pos x="4" y="6"/>
                </a:cxn>
              </a:cxnLst>
              <a:rect l="0" t="0" r="r" b="b"/>
              <a:pathLst>
                <a:path w="4" h="6">
                  <a:moveTo>
                    <a:pt x="4" y="6"/>
                  </a:moveTo>
                  <a:cubicBezTo>
                    <a:pt x="4" y="4"/>
                    <a:pt x="4" y="2"/>
                    <a:pt x="4" y="0"/>
                  </a:cubicBezTo>
                  <a:cubicBezTo>
                    <a:pt x="0" y="0"/>
                    <a:pt x="0" y="0"/>
                    <a:pt x="0" y="0"/>
                  </a:cubicBezTo>
                  <a:cubicBezTo>
                    <a:pt x="0" y="2"/>
                    <a:pt x="0" y="4"/>
                    <a:pt x="0" y="6"/>
                  </a:cubicBezTo>
                  <a:lnTo>
                    <a:pt x="4" y="6"/>
                  </a:lnTo>
                  <a:close/>
                </a:path>
              </a:pathLst>
            </a:custGeom>
            <a:solidFill>
              <a:srgbClr val="A1C1C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37" name="Freeform 9"/>
            <p:cNvSpPr>
              <a:spLocks noEditPoints="1"/>
            </p:cNvSpPr>
            <p:nvPr/>
          </p:nvSpPr>
          <p:spPr bwMode="auto">
            <a:xfrm>
              <a:off x="1597026" y="2662238"/>
              <a:ext cx="3622675" cy="1765300"/>
            </a:xfrm>
            <a:custGeom>
              <a:avLst/>
              <a:gdLst/>
              <a:ahLst/>
              <a:cxnLst>
                <a:cxn ang="0">
                  <a:pos x="1422" y="669"/>
                </a:cxn>
                <a:cxn ang="0">
                  <a:pos x="1412" y="610"/>
                </a:cxn>
                <a:cxn ang="0">
                  <a:pos x="1412" y="585"/>
                </a:cxn>
                <a:cxn ang="0">
                  <a:pos x="1401" y="551"/>
                </a:cxn>
                <a:cxn ang="0">
                  <a:pos x="1392" y="516"/>
                </a:cxn>
                <a:cxn ang="0">
                  <a:pos x="1385" y="481"/>
                </a:cxn>
                <a:cxn ang="0">
                  <a:pos x="1359" y="427"/>
                </a:cxn>
                <a:cxn ang="0">
                  <a:pos x="1353" y="403"/>
                </a:cxn>
                <a:cxn ang="0">
                  <a:pos x="1333" y="373"/>
                </a:cxn>
                <a:cxn ang="0">
                  <a:pos x="1315" y="342"/>
                </a:cxn>
                <a:cxn ang="0">
                  <a:pos x="1299" y="310"/>
                </a:cxn>
                <a:cxn ang="0">
                  <a:pos x="1260" y="264"/>
                </a:cxn>
                <a:cxn ang="0">
                  <a:pos x="1247" y="244"/>
                </a:cxn>
                <a:cxn ang="0">
                  <a:pos x="1220" y="220"/>
                </a:cxn>
                <a:cxn ang="0">
                  <a:pos x="1195" y="195"/>
                </a:cxn>
                <a:cxn ang="0">
                  <a:pos x="1170" y="168"/>
                </a:cxn>
                <a:cxn ang="0">
                  <a:pos x="1121" y="134"/>
                </a:cxn>
                <a:cxn ang="0">
                  <a:pos x="1103" y="117"/>
                </a:cxn>
                <a:cxn ang="0">
                  <a:pos x="1070" y="102"/>
                </a:cxn>
                <a:cxn ang="0">
                  <a:pos x="1039" y="84"/>
                </a:cxn>
                <a:cxn ang="0">
                  <a:pos x="1008" y="65"/>
                </a:cxn>
                <a:cxn ang="0">
                  <a:pos x="951" y="46"/>
                </a:cxn>
                <a:cxn ang="0">
                  <a:pos x="930" y="34"/>
                </a:cxn>
                <a:cxn ang="0">
                  <a:pos x="894" y="28"/>
                </a:cxn>
                <a:cxn ang="0">
                  <a:pos x="859" y="19"/>
                </a:cxn>
                <a:cxn ang="0">
                  <a:pos x="825" y="9"/>
                </a:cxn>
                <a:cxn ang="0">
                  <a:pos x="765" y="6"/>
                </a:cxn>
                <a:cxn ang="0">
                  <a:pos x="741" y="1"/>
                </a:cxn>
                <a:cxn ang="0">
                  <a:pos x="705" y="4"/>
                </a:cxn>
                <a:cxn ang="0">
                  <a:pos x="669" y="5"/>
                </a:cxn>
                <a:cxn ang="0">
                  <a:pos x="633" y="4"/>
                </a:cxn>
                <a:cxn ang="0">
                  <a:pos x="575" y="17"/>
                </a:cxn>
                <a:cxn ang="0">
                  <a:pos x="550" y="18"/>
                </a:cxn>
                <a:cxn ang="0">
                  <a:pos x="517" y="31"/>
                </a:cxn>
                <a:cxn ang="0">
                  <a:pos x="482" y="42"/>
                </a:cxn>
                <a:cxn ang="0">
                  <a:pos x="447" y="51"/>
                </a:cxn>
                <a:cxn ang="0">
                  <a:pos x="394" y="79"/>
                </a:cxn>
                <a:cxn ang="0">
                  <a:pos x="371" y="86"/>
                </a:cxn>
                <a:cxn ang="0">
                  <a:pos x="342" y="108"/>
                </a:cxn>
                <a:cxn ang="0">
                  <a:pos x="312" y="127"/>
                </a:cxn>
                <a:cxn ang="0">
                  <a:pos x="281" y="145"/>
                </a:cxn>
                <a:cxn ang="0">
                  <a:pos x="237" y="186"/>
                </a:cxn>
                <a:cxn ang="0">
                  <a:pos x="217" y="200"/>
                </a:cxn>
                <a:cxn ang="0">
                  <a:pos x="195" y="228"/>
                </a:cxn>
                <a:cxn ang="0">
                  <a:pos x="171" y="255"/>
                </a:cxn>
                <a:cxn ang="0">
                  <a:pos x="145" y="280"/>
                </a:cxn>
                <a:cxn ang="0">
                  <a:pos x="114" y="332"/>
                </a:cxn>
                <a:cxn ang="0">
                  <a:pos x="98" y="350"/>
                </a:cxn>
                <a:cxn ang="0">
                  <a:pos x="84" y="384"/>
                </a:cxn>
                <a:cxn ang="0">
                  <a:pos x="68" y="416"/>
                </a:cxn>
                <a:cxn ang="0">
                  <a:pos x="51" y="447"/>
                </a:cxn>
                <a:cxn ang="0">
                  <a:pos x="34" y="505"/>
                </a:cxn>
                <a:cxn ang="0">
                  <a:pos x="24" y="527"/>
                </a:cxn>
                <a:cxn ang="0">
                  <a:pos x="19" y="563"/>
                </a:cxn>
                <a:cxn ang="0">
                  <a:pos x="13" y="598"/>
                </a:cxn>
                <a:cxn ang="0">
                  <a:pos x="4" y="633"/>
                </a:cxn>
                <a:cxn ang="0">
                  <a:pos x="4" y="693"/>
                </a:cxn>
              </a:cxnLst>
              <a:rect l="0" t="0" r="r" b="b"/>
              <a:pathLst>
                <a:path w="1423" h="694">
                  <a:moveTo>
                    <a:pt x="1418" y="681"/>
                  </a:moveTo>
                  <a:cubicBezTo>
                    <a:pt x="1418" y="685"/>
                    <a:pt x="1419" y="689"/>
                    <a:pt x="1419" y="693"/>
                  </a:cubicBezTo>
                  <a:cubicBezTo>
                    <a:pt x="1423" y="693"/>
                    <a:pt x="1423" y="693"/>
                    <a:pt x="1423" y="693"/>
                  </a:cubicBezTo>
                  <a:cubicBezTo>
                    <a:pt x="1423" y="689"/>
                    <a:pt x="1422" y="685"/>
                    <a:pt x="1422" y="681"/>
                  </a:cubicBezTo>
                  <a:lnTo>
                    <a:pt x="1418" y="681"/>
                  </a:lnTo>
                  <a:close/>
                  <a:moveTo>
                    <a:pt x="1417" y="657"/>
                  </a:moveTo>
                  <a:cubicBezTo>
                    <a:pt x="1417" y="661"/>
                    <a:pt x="1417" y="665"/>
                    <a:pt x="1418" y="669"/>
                  </a:cubicBezTo>
                  <a:cubicBezTo>
                    <a:pt x="1422" y="669"/>
                    <a:pt x="1422" y="669"/>
                    <a:pt x="1422" y="669"/>
                  </a:cubicBezTo>
                  <a:cubicBezTo>
                    <a:pt x="1421" y="665"/>
                    <a:pt x="1421" y="661"/>
                    <a:pt x="1421" y="657"/>
                  </a:cubicBezTo>
                  <a:lnTo>
                    <a:pt x="1417" y="657"/>
                  </a:lnTo>
                  <a:close/>
                  <a:moveTo>
                    <a:pt x="1415" y="633"/>
                  </a:moveTo>
                  <a:cubicBezTo>
                    <a:pt x="1415" y="637"/>
                    <a:pt x="1415" y="641"/>
                    <a:pt x="1416" y="645"/>
                  </a:cubicBezTo>
                  <a:cubicBezTo>
                    <a:pt x="1420" y="645"/>
                    <a:pt x="1420" y="645"/>
                    <a:pt x="1420" y="645"/>
                  </a:cubicBezTo>
                  <a:cubicBezTo>
                    <a:pt x="1419" y="641"/>
                    <a:pt x="1419" y="637"/>
                    <a:pt x="1419" y="633"/>
                  </a:cubicBezTo>
                  <a:lnTo>
                    <a:pt x="1415" y="633"/>
                  </a:lnTo>
                  <a:close/>
                  <a:moveTo>
                    <a:pt x="1412" y="610"/>
                  </a:moveTo>
                  <a:cubicBezTo>
                    <a:pt x="1412" y="614"/>
                    <a:pt x="1413" y="618"/>
                    <a:pt x="1413" y="622"/>
                  </a:cubicBezTo>
                  <a:cubicBezTo>
                    <a:pt x="1417" y="621"/>
                    <a:pt x="1417" y="621"/>
                    <a:pt x="1417" y="621"/>
                  </a:cubicBezTo>
                  <a:cubicBezTo>
                    <a:pt x="1417" y="617"/>
                    <a:pt x="1416" y="613"/>
                    <a:pt x="1416" y="609"/>
                  </a:cubicBezTo>
                  <a:lnTo>
                    <a:pt x="1412" y="610"/>
                  </a:lnTo>
                  <a:close/>
                  <a:moveTo>
                    <a:pt x="1408" y="586"/>
                  </a:moveTo>
                  <a:cubicBezTo>
                    <a:pt x="1409" y="590"/>
                    <a:pt x="1409" y="594"/>
                    <a:pt x="1410" y="598"/>
                  </a:cubicBezTo>
                  <a:cubicBezTo>
                    <a:pt x="1414" y="597"/>
                    <a:pt x="1414" y="597"/>
                    <a:pt x="1414" y="597"/>
                  </a:cubicBezTo>
                  <a:cubicBezTo>
                    <a:pt x="1413" y="593"/>
                    <a:pt x="1412" y="589"/>
                    <a:pt x="1412" y="585"/>
                  </a:cubicBezTo>
                  <a:lnTo>
                    <a:pt x="1408" y="586"/>
                  </a:lnTo>
                  <a:close/>
                  <a:moveTo>
                    <a:pt x="1403" y="563"/>
                  </a:moveTo>
                  <a:cubicBezTo>
                    <a:pt x="1404" y="567"/>
                    <a:pt x="1405" y="570"/>
                    <a:pt x="1406" y="574"/>
                  </a:cubicBezTo>
                  <a:cubicBezTo>
                    <a:pt x="1410" y="574"/>
                    <a:pt x="1410" y="574"/>
                    <a:pt x="1410" y="574"/>
                  </a:cubicBezTo>
                  <a:cubicBezTo>
                    <a:pt x="1409" y="570"/>
                    <a:pt x="1408" y="566"/>
                    <a:pt x="1407" y="562"/>
                  </a:cubicBezTo>
                  <a:lnTo>
                    <a:pt x="1403" y="563"/>
                  </a:lnTo>
                  <a:close/>
                  <a:moveTo>
                    <a:pt x="1398" y="539"/>
                  </a:moveTo>
                  <a:cubicBezTo>
                    <a:pt x="1399" y="543"/>
                    <a:pt x="1400" y="547"/>
                    <a:pt x="1401" y="551"/>
                  </a:cubicBezTo>
                  <a:cubicBezTo>
                    <a:pt x="1405" y="550"/>
                    <a:pt x="1405" y="550"/>
                    <a:pt x="1405" y="550"/>
                  </a:cubicBezTo>
                  <a:cubicBezTo>
                    <a:pt x="1404" y="546"/>
                    <a:pt x="1403" y="542"/>
                    <a:pt x="1402" y="538"/>
                  </a:cubicBezTo>
                  <a:cubicBezTo>
                    <a:pt x="1398" y="539"/>
                    <a:pt x="1398" y="539"/>
                    <a:pt x="1398" y="539"/>
                  </a:cubicBezTo>
                  <a:close/>
                  <a:moveTo>
                    <a:pt x="1392" y="516"/>
                  </a:moveTo>
                  <a:cubicBezTo>
                    <a:pt x="1393" y="520"/>
                    <a:pt x="1394" y="524"/>
                    <a:pt x="1395" y="528"/>
                  </a:cubicBezTo>
                  <a:cubicBezTo>
                    <a:pt x="1399" y="527"/>
                    <a:pt x="1399" y="527"/>
                    <a:pt x="1399" y="527"/>
                  </a:cubicBezTo>
                  <a:cubicBezTo>
                    <a:pt x="1398" y="523"/>
                    <a:pt x="1397" y="519"/>
                    <a:pt x="1395" y="515"/>
                  </a:cubicBezTo>
                  <a:lnTo>
                    <a:pt x="1392" y="516"/>
                  </a:lnTo>
                  <a:close/>
                  <a:moveTo>
                    <a:pt x="1385" y="493"/>
                  </a:moveTo>
                  <a:cubicBezTo>
                    <a:pt x="1386" y="497"/>
                    <a:pt x="1387" y="501"/>
                    <a:pt x="1388" y="505"/>
                  </a:cubicBezTo>
                  <a:cubicBezTo>
                    <a:pt x="1392" y="504"/>
                    <a:pt x="1392" y="504"/>
                    <a:pt x="1392" y="504"/>
                  </a:cubicBezTo>
                  <a:cubicBezTo>
                    <a:pt x="1391" y="500"/>
                    <a:pt x="1390" y="496"/>
                    <a:pt x="1388" y="492"/>
                  </a:cubicBezTo>
                  <a:lnTo>
                    <a:pt x="1385" y="493"/>
                  </a:lnTo>
                  <a:close/>
                  <a:moveTo>
                    <a:pt x="1377" y="471"/>
                  </a:moveTo>
                  <a:cubicBezTo>
                    <a:pt x="1378" y="475"/>
                    <a:pt x="1380" y="478"/>
                    <a:pt x="1381" y="482"/>
                  </a:cubicBezTo>
                  <a:cubicBezTo>
                    <a:pt x="1385" y="481"/>
                    <a:pt x="1385" y="481"/>
                    <a:pt x="1385" y="481"/>
                  </a:cubicBezTo>
                  <a:cubicBezTo>
                    <a:pt x="1383" y="477"/>
                    <a:pt x="1382" y="473"/>
                    <a:pt x="1381" y="470"/>
                  </a:cubicBezTo>
                  <a:lnTo>
                    <a:pt x="1377" y="471"/>
                  </a:lnTo>
                  <a:close/>
                  <a:moveTo>
                    <a:pt x="1368" y="449"/>
                  </a:moveTo>
                  <a:cubicBezTo>
                    <a:pt x="1370" y="452"/>
                    <a:pt x="1371" y="456"/>
                    <a:pt x="1373" y="460"/>
                  </a:cubicBezTo>
                  <a:cubicBezTo>
                    <a:pt x="1377" y="458"/>
                    <a:pt x="1377" y="458"/>
                    <a:pt x="1377" y="458"/>
                  </a:cubicBezTo>
                  <a:cubicBezTo>
                    <a:pt x="1375" y="455"/>
                    <a:pt x="1374" y="451"/>
                    <a:pt x="1372" y="447"/>
                  </a:cubicBezTo>
                  <a:lnTo>
                    <a:pt x="1368" y="449"/>
                  </a:lnTo>
                  <a:close/>
                  <a:moveTo>
                    <a:pt x="1359" y="427"/>
                  </a:moveTo>
                  <a:cubicBezTo>
                    <a:pt x="1361" y="430"/>
                    <a:pt x="1362" y="434"/>
                    <a:pt x="1364" y="438"/>
                  </a:cubicBezTo>
                  <a:cubicBezTo>
                    <a:pt x="1368" y="436"/>
                    <a:pt x="1368" y="436"/>
                    <a:pt x="1368" y="436"/>
                  </a:cubicBezTo>
                  <a:cubicBezTo>
                    <a:pt x="1366" y="432"/>
                    <a:pt x="1364" y="429"/>
                    <a:pt x="1363" y="425"/>
                  </a:cubicBezTo>
                  <a:lnTo>
                    <a:pt x="1359" y="427"/>
                  </a:lnTo>
                  <a:close/>
                  <a:moveTo>
                    <a:pt x="1349" y="405"/>
                  </a:moveTo>
                  <a:cubicBezTo>
                    <a:pt x="1351" y="409"/>
                    <a:pt x="1353" y="412"/>
                    <a:pt x="1354" y="416"/>
                  </a:cubicBezTo>
                  <a:cubicBezTo>
                    <a:pt x="1358" y="414"/>
                    <a:pt x="1358" y="414"/>
                    <a:pt x="1358" y="414"/>
                  </a:cubicBezTo>
                  <a:cubicBezTo>
                    <a:pt x="1356" y="410"/>
                    <a:pt x="1355" y="407"/>
                    <a:pt x="1353" y="403"/>
                  </a:cubicBezTo>
                  <a:lnTo>
                    <a:pt x="1349" y="405"/>
                  </a:lnTo>
                  <a:close/>
                  <a:moveTo>
                    <a:pt x="1339" y="384"/>
                  </a:moveTo>
                  <a:cubicBezTo>
                    <a:pt x="1340" y="387"/>
                    <a:pt x="1342" y="391"/>
                    <a:pt x="1344" y="394"/>
                  </a:cubicBezTo>
                  <a:cubicBezTo>
                    <a:pt x="1348" y="392"/>
                    <a:pt x="1348" y="392"/>
                    <a:pt x="1348" y="392"/>
                  </a:cubicBezTo>
                  <a:cubicBezTo>
                    <a:pt x="1346" y="389"/>
                    <a:pt x="1344" y="385"/>
                    <a:pt x="1342" y="382"/>
                  </a:cubicBezTo>
                  <a:lnTo>
                    <a:pt x="1339" y="384"/>
                  </a:lnTo>
                  <a:close/>
                  <a:moveTo>
                    <a:pt x="1327" y="363"/>
                  </a:moveTo>
                  <a:cubicBezTo>
                    <a:pt x="1329" y="366"/>
                    <a:pt x="1331" y="370"/>
                    <a:pt x="1333" y="373"/>
                  </a:cubicBezTo>
                  <a:cubicBezTo>
                    <a:pt x="1336" y="371"/>
                    <a:pt x="1336" y="371"/>
                    <a:pt x="1336" y="371"/>
                  </a:cubicBezTo>
                  <a:cubicBezTo>
                    <a:pt x="1335" y="368"/>
                    <a:pt x="1333" y="364"/>
                    <a:pt x="1331" y="361"/>
                  </a:cubicBezTo>
                  <a:lnTo>
                    <a:pt x="1327" y="363"/>
                  </a:lnTo>
                  <a:close/>
                  <a:moveTo>
                    <a:pt x="1315" y="342"/>
                  </a:moveTo>
                  <a:cubicBezTo>
                    <a:pt x="1317" y="346"/>
                    <a:pt x="1319" y="349"/>
                    <a:pt x="1321" y="352"/>
                  </a:cubicBezTo>
                  <a:cubicBezTo>
                    <a:pt x="1325" y="350"/>
                    <a:pt x="1325" y="350"/>
                    <a:pt x="1325" y="350"/>
                  </a:cubicBezTo>
                  <a:cubicBezTo>
                    <a:pt x="1323" y="347"/>
                    <a:pt x="1321" y="344"/>
                    <a:pt x="1318" y="340"/>
                  </a:cubicBezTo>
                  <a:lnTo>
                    <a:pt x="1315" y="342"/>
                  </a:lnTo>
                  <a:close/>
                  <a:moveTo>
                    <a:pt x="1302" y="322"/>
                  </a:moveTo>
                  <a:cubicBezTo>
                    <a:pt x="1304" y="325"/>
                    <a:pt x="1307" y="329"/>
                    <a:pt x="1309" y="332"/>
                  </a:cubicBezTo>
                  <a:cubicBezTo>
                    <a:pt x="1312" y="330"/>
                    <a:pt x="1312" y="330"/>
                    <a:pt x="1312" y="330"/>
                  </a:cubicBezTo>
                  <a:cubicBezTo>
                    <a:pt x="1310" y="327"/>
                    <a:pt x="1308" y="323"/>
                    <a:pt x="1306" y="320"/>
                  </a:cubicBezTo>
                  <a:lnTo>
                    <a:pt x="1302" y="322"/>
                  </a:lnTo>
                  <a:close/>
                  <a:moveTo>
                    <a:pt x="1289" y="302"/>
                  </a:moveTo>
                  <a:cubicBezTo>
                    <a:pt x="1291" y="306"/>
                    <a:pt x="1293" y="309"/>
                    <a:pt x="1296" y="312"/>
                  </a:cubicBezTo>
                  <a:cubicBezTo>
                    <a:pt x="1299" y="310"/>
                    <a:pt x="1299" y="310"/>
                    <a:pt x="1299" y="310"/>
                  </a:cubicBezTo>
                  <a:cubicBezTo>
                    <a:pt x="1297" y="307"/>
                    <a:pt x="1294" y="303"/>
                    <a:pt x="1292" y="300"/>
                  </a:cubicBezTo>
                  <a:lnTo>
                    <a:pt x="1289" y="302"/>
                  </a:lnTo>
                  <a:close/>
                  <a:moveTo>
                    <a:pt x="1275" y="283"/>
                  </a:moveTo>
                  <a:cubicBezTo>
                    <a:pt x="1277" y="286"/>
                    <a:pt x="1279" y="290"/>
                    <a:pt x="1282" y="293"/>
                  </a:cubicBezTo>
                  <a:cubicBezTo>
                    <a:pt x="1285" y="290"/>
                    <a:pt x="1285" y="290"/>
                    <a:pt x="1285" y="290"/>
                  </a:cubicBezTo>
                  <a:cubicBezTo>
                    <a:pt x="1283" y="287"/>
                    <a:pt x="1280" y="284"/>
                    <a:pt x="1278" y="281"/>
                  </a:cubicBezTo>
                  <a:lnTo>
                    <a:pt x="1275" y="283"/>
                  </a:lnTo>
                  <a:close/>
                  <a:moveTo>
                    <a:pt x="1260" y="264"/>
                  </a:moveTo>
                  <a:cubicBezTo>
                    <a:pt x="1262" y="268"/>
                    <a:pt x="1265" y="271"/>
                    <a:pt x="1267" y="274"/>
                  </a:cubicBezTo>
                  <a:cubicBezTo>
                    <a:pt x="1270" y="271"/>
                    <a:pt x="1270" y="271"/>
                    <a:pt x="1270" y="271"/>
                  </a:cubicBezTo>
                  <a:cubicBezTo>
                    <a:pt x="1268" y="268"/>
                    <a:pt x="1265" y="265"/>
                    <a:pt x="1263" y="262"/>
                  </a:cubicBezTo>
                  <a:lnTo>
                    <a:pt x="1260" y="264"/>
                  </a:lnTo>
                  <a:close/>
                  <a:moveTo>
                    <a:pt x="1244" y="246"/>
                  </a:moveTo>
                  <a:cubicBezTo>
                    <a:pt x="1247" y="249"/>
                    <a:pt x="1250" y="252"/>
                    <a:pt x="1252" y="255"/>
                  </a:cubicBezTo>
                  <a:cubicBezTo>
                    <a:pt x="1255" y="253"/>
                    <a:pt x="1255" y="253"/>
                    <a:pt x="1255" y="253"/>
                  </a:cubicBezTo>
                  <a:cubicBezTo>
                    <a:pt x="1253" y="250"/>
                    <a:pt x="1250" y="247"/>
                    <a:pt x="1247" y="244"/>
                  </a:cubicBezTo>
                  <a:lnTo>
                    <a:pt x="1244" y="246"/>
                  </a:lnTo>
                  <a:close/>
                  <a:moveTo>
                    <a:pt x="1228" y="229"/>
                  </a:moveTo>
                  <a:cubicBezTo>
                    <a:pt x="1231" y="231"/>
                    <a:pt x="1234" y="234"/>
                    <a:pt x="1236" y="237"/>
                  </a:cubicBezTo>
                  <a:cubicBezTo>
                    <a:pt x="1239" y="235"/>
                    <a:pt x="1239" y="235"/>
                    <a:pt x="1239" y="235"/>
                  </a:cubicBezTo>
                  <a:cubicBezTo>
                    <a:pt x="1237" y="232"/>
                    <a:pt x="1234" y="229"/>
                    <a:pt x="1231" y="226"/>
                  </a:cubicBezTo>
                  <a:lnTo>
                    <a:pt x="1228" y="229"/>
                  </a:lnTo>
                  <a:close/>
                  <a:moveTo>
                    <a:pt x="1212" y="211"/>
                  </a:moveTo>
                  <a:cubicBezTo>
                    <a:pt x="1215" y="214"/>
                    <a:pt x="1217" y="217"/>
                    <a:pt x="1220" y="220"/>
                  </a:cubicBezTo>
                  <a:cubicBezTo>
                    <a:pt x="1223" y="217"/>
                    <a:pt x="1223" y="217"/>
                    <a:pt x="1223" y="217"/>
                  </a:cubicBezTo>
                  <a:cubicBezTo>
                    <a:pt x="1220" y="214"/>
                    <a:pt x="1217" y="211"/>
                    <a:pt x="1215" y="208"/>
                  </a:cubicBezTo>
                  <a:lnTo>
                    <a:pt x="1212" y="211"/>
                  </a:lnTo>
                  <a:close/>
                  <a:moveTo>
                    <a:pt x="1195" y="195"/>
                  </a:moveTo>
                  <a:cubicBezTo>
                    <a:pt x="1198" y="197"/>
                    <a:pt x="1200" y="200"/>
                    <a:pt x="1203" y="203"/>
                  </a:cubicBezTo>
                  <a:cubicBezTo>
                    <a:pt x="1206" y="200"/>
                    <a:pt x="1206" y="200"/>
                    <a:pt x="1206" y="200"/>
                  </a:cubicBezTo>
                  <a:cubicBezTo>
                    <a:pt x="1203" y="197"/>
                    <a:pt x="1200" y="195"/>
                    <a:pt x="1197" y="192"/>
                  </a:cubicBezTo>
                  <a:lnTo>
                    <a:pt x="1195" y="195"/>
                  </a:lnTo>
                  <a:close/>
                  <a:moveTo>
                    <a:pt x="1177" y="179"/>
                  </a:moveTo>
                  <a:cubicBezTo>
                    <a:pt x="1180" y="181"/>
                    <a:pt x="1183" y="184"/>
                    <a:pt x="1186" y="187"/>
                  </a:cubicBezTo>
                  <a:cubicBezTo>
                    <a:pt x="1189" y="184"/>
                    <a:pt x="1189" y="184"/>
                    <a:pt x="1189" y="184"/>
                  </a:cubicBezTo>
                  <a:cubicBezTo>
                    <a:pt x="1186" y="181"/>
                    <a:pt x="1183" y="178"/>
                    <a:pt x="1180" y="176"/>
                  </a:cubicBezTo>
                  <a:cubicBezTo>
                    <a:pt x="1177" y="179"/>
                    <a:pt x="1177" y="179"/>
                    <a:pt x="1177" y="179"/>
                  </a:cubicBezTo>
                  <a:close/>
                  <a:moveTo>
                    <a:pt x="1159" y="163"/>
                  </a:moveTo>
                  <a:cubicBezTo>
                    <a:pt x="1162" y="166"/>
                    <a:pt x="1165" y="168"/>
                    <a:pt x="1168" y="171"/>
                  </a:cubicBezTo>
                  <a:cubicBezTo>
                    <a:pt x="1170" y="168"/>
                    <a:pt x="1170" y="168"/>
                    <a:pt x="1170" y="168"/>
                  </a:cubicBezTo>
                  <a:cubicBezTo>
                    <a:pt x="1167" y="165"/>
                    <a:pt x="1164" y="163"/>
                    <a:pt x="1161" y="160"/>
                  </a:cubicBezTo>
                  <a:lnTo>
                    <a:pt x="1159" y="163"/>
                  </a:lnTo>
                  <a:close/>
                  <a:moveTo>
                    <a:pt x="1140" y="148"/>
                  </a:moveTo>
                  <a:cubicBezTo>
                    <a:pt x="1143" y="151"/>
                    <a:pt x="1146" y="153"/>
                    <a:pt x="1149" y="156"/>
                  </a:cubicBezTo>
                  <a:cubicBezTo>
                    <a:pt x="1152" y="153"/>
                    <a:pt x="1152" y="153"/>
                    <a:pt x="1152" y="153"/>
                  </a:cubicBezTo>
                  <a:cubicBezTo>
                    <a:pt x="1149" y="150"/>
                    <a:pt x="1145" y="148"/>
                    <a:pt x="1142" y="145"/>
                  </a:cubicBezTo>
                  <a:lnTo>
                    <a:pt x="1140" y="148"/>
                  </a:lnTo>
                  <a:close/>
                  <a:moveTo>
                    <a:pt x="1121" y="134"/>
                  </a:moveTo>
                  <a:cubicBezTo>
                    <a:pt x="1124" y="137"/>
                    <a:pt x="1127" y="139"/>
                    <a:pt x="1130" y="141"/>
                  </a:cubicBezTo>
                  <a:cubicBezTo>
                    <a:pt x="1133" y="138"/>
                    <a:pt x="1133" y="138"/>
                    <a:pt x="1133" y="138"/>
                  </a:cubicBezTo>
                  <a:cubicBezTo>
                    <a:pt x="1129" y="136"/>
                    <a:pt x="1126" y="133"/>
                    <a:pt x="1123" y="131"/>
                  </a:cubicBezTo>
                  <a:lnTo>
                    <a:pt x="1121" y="134"/>
                  </a:lnTo>
                  <a:close/>
                  <a:moveTo>
                    <a:pt x="1101" y="121"/>
                  </a:moveTo>
                  <a:cubicBezTo>
                    <a:pt x="1104" y="123"/>
                    <a:pt x="1108" y="125"/>
                    <a:pt x="1111" y="127"/>
                  </a:cubicBezTo>
                  <a:cubicBezTo>
                    <a:pt x="1113" y="124"/>
                    <a:pt x="1113" y="124"/>
                    <a:pt x="1113" y="124"/>
                  </a:cubicBezTo>
                  <a:cubicBezTo>
                    <a:pt x="1110" y="122"/>
                    <a:pt x="1106" y="120"/>
                    <a:pt x="1103" y="117"/>
                  </a:cubicBezTo>
                  <a:lnTo>
                    <a:pt x="1101" y="121"/>
                  </a:lnTo>
                  <a:close/>
                  <a:moveTo>
                    <a:pt x="1081" y="108"/>
                  </a:moveTo>
                  <a:cubicBezTo>
                    <a:pt x="1084" y="110"/>
                    <a:pt x="1087" y="112"/>
                    <a:pt x="1091" y="114"/>
                  </a:cubicBezTo>
                  <a:cubicBezTo>
                    <a:pt x="1093" y="111"/>
                    <a:pt x="1093" y="111"/>
                    <a:pt x="1093" y="111"/>
                  </a:cubicBezTo>
                  <a:cubicBezTo>
                    <a:pt x="1090" y="109"/>
                    <a:pt x="1086" y="107"/>
                    <a:pt x="1083" y="104"/>
                  </a:cubicBezTo>
                  <a:lnTo>
                    <a:pt x="1081" y="108"/>
                  </a:lnTo>
                  <a:close/>
                  <a:moveTo>
                    <a:pt x="1060" y="96"/>
                  </a:moveTo>
                  <a:cubicBezTo>
                    <a:pt x="1064" y="98"/>
                    <a:pt x="1067" y="100"/>
                    <a:pt x="1070" y="102"/>
                  </a:cubicBezTo>
                  <a:cubicBezTo>
                    <a:pt x="1072" y="98"/>
                    <a:pt x="1072" y="98"/>
                    <a:pt x="1072" y="98"/>
                  </a:cubicBezTo>
                  <a:cubicBezTo>
                    <a:pt x="1069" y="96"/>
                    <a:pt x="1066" y="94"/>
                    <a:pt x="1062" y="92"/>
                  </a:cubicBezTo>
                  <a:lnTo>
                    <a:pt x="1060" y="96"/>
                  </a:lnTo>
                  <a:close/>
                  <a:moveTo>
                    <a:pt x="1039" y="84"/>
                  </a:moveTo>
                  <a:cubicBezTo>
                    <a:pt x="1043" y="86"/>
                    <a:pt x="1046" y="88"/>
                    <a:pt x="1050" y="90"/>
                  </a:cubicBezTo>
                  <a:cubicBezTo>
                    <a:pt x="1052" y="86"/>
                    <a:pt x="1052" y="86"/>
                    <a:pt x="1052" y="86"/>
                  </a:cubicBezTo>
                  <a:cubicBezTo>
                    <a:pt x="1048" y="84"/>
                    <a:pt x="1044" y="83"/>
                    <a:pt x="1041" y="81"/>
                  </a:cubicBezTo>
                  <a:lnTo>
                    <a:pt x="1039" y="84"/>
                  </a:lnTo>
                  <a:close/>
                  <a:moveTo>
                    <a:pt x="1018" y="74"/>
                  </a:moveTo>
                  <a:cubicBezTo>
                    <a:pt x="1021" y="75"/>
                    <a:pt x="1025" y="77"/>
                    <a:pt x="1028" y="79"/>
                  </a:cubicBezTo>
                  <a:cubicBezTo>
                    <a:pt x="1030" y="75"/>
                    <a:pt x="1030" y="75"/>
                    <a:pt x="1030" y="75"/>
                  </a:cubicBezTo>
                  <a:cubicBezTo>
                    <a:pt x="1027" y="73"/>
                    <a:pt x="1023" y="72"/>
                    <a:pt x="1019" y="70"/>
                  </a:cubicBezTo>
                  <a:lnTo>
                    <a:pt x="1018" y="74"/>
                  </a:lnTo>
                  <a:close/>
                  <a:moveTo>
                    <a:pt x="996" y="63"/>
                  </a:moveTo>
                  <a:cubicBezTo>
                    <a:pt x="1000" y="65"/>
                    <a:pt x="1003" y="67"/>
                    <a:pt x="1007" y="68"/>
                  </a:cubicBezTo>
                  <a:cubicBezTo>
                    <a:pt x="1008" y="65"/>
                    <a:pt x="1008" y="65"/>
                    <a:pt x="1008" y="65"/>
                  </a:cubicBezTo>
                  <a:cubicBezTo>
                    <a:pt x="1005" y="63"/>
                    <a:pt x="1001" y="61"/>
                    <a:pt x="998" y="60"/>
                  </a:cubicBezTo>
                  <a:lnTo>
                    <a:pt x="996" y="63"/>
                  </a:lnTo>
                  <a:close/>
                  <a:moveTo>
                    <a:pt x="974" y="54"/>
                  </a:moveTo>
                  <a:cubicBezTo>
                    <a:pt x="978" y="56"/>
                    <a:pt x="981" y="57"/>
                    <a:pt x="985" y="59"/>
                  </a:cubicBezTo>
                  <a:cubicBezTo>
                    <a:pt x="986" y="55"/>
                    <a:pt x="986" y="55"/>
                    <a:pt x="986" y="55"/>
                  </a:cubicBezTo>
                  <a:cubicBezTo>
                    <a:pt x="983" y="54"/>
                    <a:pt x="979" y="52"/>
                    <a:pt x="975" y="51"/>
                  </a:cubicBezTo>
                  <a:lnTo>
                    <a:pt x="974" y="54"/>
                  </a:lnTo>
                  <a:close/>
                  <a:moveTo>
                    <a:pt x="951" y="46"/>
                  </a:moveTo>
                  <a:cubicBezTo>
                    <a:pt x="955" y="47"/>
                    <a:pt x="959" y="48"/>
                    <a:pt x="963" y="50"/>
                  </a:cubicBezTo>
                  <a:cubicBezTo>
                    <a:pt x="964" y="46"/>
                    <a:pt x="964" y="46"/>
                    <a:pt x="964" y="46"/>
                  </a:cubicBezTo>
                  <a:cubicBezTo>
                    <a:pt x="960" y="45"/>
                    <a:pt x="957" y="43"/>
                    <a:pt x="953" y="42"/>
                  </a:cubicBezTo>
                  <a:lnTo>
                    <a:pt x="951" y="46"/>
                  </a:lnTo>
                  <a:close/>
                  <a:moveTo>
                    <a:pt x="929" y="38"/>
                  </a:moveTo>
                  <a:cubicBezTo>
                    <a:pt x="932" y="39"/>
                    <a:pt x="936" y="40"/>
                    <a:pt x="940" y="42"/>
                  </a:cubicBezTo>
                  <a:cubicBezTo>
                    <a:pt x="941" y="38"/>
                    <a:pt x="941" y="38"/>
                    <a:pt x="941" y="38"/>
                  </a:cubicBezTo>
                  <a:cubicBezTo>
                    <a:pt x="938" y="37"/>
                    <a:pt x="934" y="35"/>
                    <a:pt x="930" y="34"/>
                  </a:cubicBezTo>
                  <a:lnTo>
                    <a:pt x="929" y="38"/>
                  </a:lnTo>
                  <a:close/>
                  <a:moveTo>
                    <a:pt x="906" y="31"/>
                  </a:moveTo>
                  <a:cubicBezTo>
                    <a:pt x="910" y="32"/>
                    <a:pt x="913" y="33"/>
                    <a:pt x="917" y="34"/>
                  </a:cubicBezTo>
                  <a:cubicBezTo>
                    <a:pt x="918" y="31"/>
                    <a:pt x="918" y="31"/>
                    <a:pt x="918" y="31"/>
                  </a:cubicBezTo>
                  <a:cubicBezTo>
                    <a:pt x="915" y="29"/>
                    <a:pt x="911" y="28"/>
                    <a:pt x="907" y="27"/>
                  </a:cubicBezTo>
                  <a:lnTo>
                    <a:pt x="906" y="31"/>
                  </a:lnTo>
                  <a:close/>
                  <a:moveTo>
                    <a:pt x="883" y="25"/>
                  </a:moveTo>
                  <a:cubicBezTo>
                    <a:pt x="887" y="26"/>
                    <a:pt x="890" y="27"/>
                    <a:pt x="894" y="28"/>
                  </a:cubicBezTo>
                  <a:cubicBezTo>
                    <a:pt x="895" y="24"/>
                    <a:pt x="895" y="24"/>
                    <a:pt x="895" y="24"/>
                  </a:cubicBezTo>
                  <a:cubicBezTo>
                    <a:pt x="891" y="23"/>
                    <a:pt x="888" y="22"/>
                    <a:pt x="884" y="21"/>
                  </a:cubicBezTo>
                  <a:lnTo>
                    <a:pt x="883" y="25"/>
                  </a:lnTo>
                  <a:close/>
                  <a:moveTo>
                    <a:pt x="859" y="19"/>
                  </a:moveTo>
                  <a:cubicBezTo>
                    <a:pt x="863" y="20"/>
                    <a:pt x="867" y="21"/>
                    <a:pt x="871" y="22"/>
                  </a:cubicBezTo>
                  <a:cubicBezTo>
                    <a:pt x="872" y="18"/>
                    <a:pt x="872" y="18"/>
                    <a:pt x="872" y="18"/>
                  </a:cubicBezTo>
                  <a:cubicBezTo>
                    <a:pt x="868" y="17"/>
                    <a:pt x="864" y="16"/>
                    <a:pt x="860" y="16"/>
                  </a:cubicBezTo>
                  <a:lnTo>
                    <a:pt x="859" y="19"/>
                  </a:lnTo>
                  <a:close/>
                  <a:moveTo>
                    <a:pt x="836" y="15"/>
                  </a:moveTo>
                  <a:cubicBezTo>
                    <a:pt x="840" y="16"/>
                    <a:pt x="844" y="16"/>
                    <a:pt x="848" y="17"/>
                  </a:cubicBezTo>
                  <a:cubicBezTo>
                    <a:pt x="848" y="13"/>
                    <a:pt x="848" y="13"/>
                    <a:pt x="848" y="13"/>
                  </a:cubicBezTo>
                  <a:cubicBezTo>
                    <a:pt x="845" y="12"/>
                    <a:pt x="841" y="12"/>
                    <a:pt x="837" y="11"/>
                  </a:cubicBezTo>
                  <a:lnTo>
                    <a:pt x="836" y="15"/>
                  </a:lnTo>
                  <a:close/>
                  <a:moveTo>
                    <a:pt x="812" y="11"/>
                  </a:moveTo>
                  <a:cubicBezTo>
                    <a:pt x="816" y="12"/>
                    <a:pt x="820" y="12"/>
                    <a:pt x="824" y="13"/>
                  </a:cubicBezTo>
                  <a:cubicBezTo>
                    <a:pt x="825" y="9"/>
                    <a:pt x="825" y="9"/>
                    <a:pt x="825" y="9"/>
                  </a:cubicBezTo>
                  <a:cubicBezTo>
                    <a:pt x="821" y="8"/>
                    <a:pt x="817" y="8"/>
                    <a:pt x="813" y="7"/>
                  </a:cubicBezTo>
                  <a:lnTo>
                    <a:pt x="812" y="11"/>
                  </a:lnTo>
                  <a:close/>
                  <a:moveTo>
                    <a:pt x="789" y="8"/>
                  </a:moveTo>
                  <a:cubicBezTo>
                    <a:pt x="793" y="9"/>
                    <a:pt x="797" y="9"/>
                    <a:pt x="801" y="10"/>
                  </a:cubicBezTo>
                  <a:cubicBezTo>
                    <a:pt x="801" y="6"/>
                    <a:pt x="801" y="6"/>
                    <a:pt x="801" y="6"/>
                  </a:cubicBezTo>
                  <a:cubicBezTo>
                    <a:pt x="797" y="5"/>
                    <a:pt x="793" y="5"/>
                    <a:pt x="789" y="4"/>
                  </a:cubicBezTo>
                  <a:lnTo>
                    <a:pt x="789" y="8"/>
                  </a:lnTo>
                  <a:close/>
                  <a:moveTo>
                    <a:pt x="765" y="6"/>
                  </a:moveTo>
                  <a:cubicBezTo>
                    <a:pt x="769" y="6"/>
                    <a:pt x="773" y="7"/>
                    <a:pt x="777" y="7"/>
                  </a:cubicBezTo>
                  <a:cubicBezTo>
                    <a:pt x="777" y="3"/>
                    <a:pt x="777" y="3"/>
                    <a:pt x="777" y="3"/>
                  </a:cubicBezTo>
                  <a:cubicBezTo>
                    <a:pt x="773" y="3"/>
                    <a:pt x="769" y="2"/>
                    <a:pt x="765" y="2"/>
                  </a:cubicBezTo>
                  <a:lnTo>
                    <a:pt x="765" y="6"/>
                  </a:lnTo>
                  <a:close/>
                  <a:moveTo>
                    <a:pt x="741" y="5"/>
                  </a:moveTo>
                  <a:cubicBezTo>
                    <a:pt x="745" y="5"/>
                    <a:pt x="749" y="5"/>
                    <a:pt x="753" y="5"/>
                  </a:cubicBezTo>
                  <a:cubicBezTo>
                    <a:pt x="753" y="1"/>
                    <a:pt x="753" y="1"/>
                    <a:pt x="753" y="1"/>
                  </a:cubicBezTo>
                  <a:cubicBezTo>
                    <a:pt x="749" y="1"/>
                    <a:pt x="745" y="1"/>
                    <a:pt x="741" y="1"/>
                  </a:cubicBezTo>
                  <a:lnTo>
                    <a:pt x="741" y="5"/>
                  </a:lnTo>
                  <a:close/>
                  <a:moveTo>
                    <a:pt x="717" y="4"/>
                  </a:moveTo>
                  <a:cubicBezTo>
                    <a:pt x="721" y="4"/>
                    <a:pt x="725" y="4"/>
                    <a:pt x="729" y="4"/>
                  </a:cubicBezTo>
                  <a:cubicBezTo>
                    <a:pt x="729" y="0"/>
                    <a:pt x="729" y="0"/>
                    <a:pt x="729" y="0"/>
                  </a:cubicBezTo>
                  <a:cubicBezTo>
                    <a:pt x="725" y="0"/>
                    <a:pt x="721" y="0"/>
                    <a:pt x="717" y="0"/>
                  </a:cubicBezTo>
                  <a:lnTo>
                    <a:pt x="717" y="4"/>
                  </a:lnTo>
                  <a:close/>
                  <a:moveTo>
                    <a:pt x="693" y="4"/>
                  </a:moveTo>
                  <a:cubicBezTo>
                    <a:pt x="697" y="4"/>
                    <a:pt x="701" y="4"/>
                    <a:pt x="705" y="4"/>
                  </a:cubicBezTo>
                  <a:cubicBezTo>
                    <a:pt x="705" y="0"/>
                    <a:pt x="705" y="0"/>
                    <a:pt x="705" y="0"/>
                  </a:cubicBezTo>
                  <a:cubicBezTo>
                    <a:pt x="701" y="0"/>
                    <a:pt x="697" y="0"/>
                    <a:pt x="693" y="0"/>
                  </a:cubicBezTo>
                  <a:lnTo>
                    <a:pt x="693" y="4"/>
                  </a:lnTo>
                  <a:close/>
                  <a:moveTo>
                    <a:pt x="669" y="5"/>
                  </a:moveTo>
                  <a:cubicBezTo>
                    <a:pt x="673" y="5"/>
                    <a:pt x="677" y="5"/>
                    <a:pt x="681" y="5"/>
                  </a:cubicBezTo>
                  <a:cubicBezTo>
                    <a:pt x="681" y="1"/>
                    <a:pt x="681" y="1"/>
                    <a:pt x="681" y="1"/>
                  </a:cubicBezTo>
                  <a:cubicBezTo>
                    <a:pt x="677" y="1"/>
                    <a:pt x="673" y="1"/>
                    <a:pt x="669" y="1"/>
                  </a:cubicBezTo>
                  <a:lnTo>
                    <a:pt x="669" y="5"/>
                  </a:lnTo>
                  <a:close/>
                  <a:moveTo>
                    <a:pt x="646" y="7"/>
                  </a:moveTo>
                  <a:cubicBezTo>
                    <a:pt x="650" y="7"/>
                    <a:pt x="653" y="6"/>
                    <a:pt x="657" y="6"/>
                  </a:cubicBezTo>
                  <a:cubicBezTo>
                    <a:pt x="657" y="2"/>
                    <a:pt x="657" y="2"/>
                    <a:pt x="657" y="2"/>
                  </a:cubicBezTo>
                  <a:cubicBezTo>
                    <a:pt x="653" y="2"/>
                    <a:pt x="649" y="3"/>
                    <a:pt x="645" y="3"/>
                  </a:cubicBezTo>
                  <a:lnTo>
                    <a:pt x="646" y="7"/>
                  </a:lnTo>
                  <a:close/>
                  <a:moveTo>
                    <a:pt x="622" y="10"/>
                  </a:moveTo>
                  <a:cubicBezTo>
                    <a:pt x="626" y="9"/>
                    <a:pt x="630" y="9"/>
                    <a:pt x="634" y="8"/>
                  </a:cubicBezTo>
                  <a:cubicBezTo>
                    <a:pt x="633" y="4"/>
                    <a:pt x="633" y="4"/>
                    <a:pt x="633" y="4"/>
                  </a:cubicBezTo>
                  <a:cubicBezTo>
                    <a:pt x="629" y="5"/>
                    <a:pt x="625" y="5"/>
                    <a:pt x="621" y="6"/>
                  </a:cubicBezTo>
                  <a:lnTo>
                    <a:pt x="622" y="10"/>
                  </a:lnTo>
                  <a:close/>
                  <a:moveTo>
                    <a:pt x="598" y="13"/>
                  </a:moveTo>
                  <a:cubicBezTo>
                    <a:pt x="602" y="12"/>
                    <a:pt x="606" y="12"/>
                    <a:pt x="610" y="11"/>
                  </a:cubicBezTo>
                  <a:cubicBezTo>
                    <a:pt x="609" y="7"/>
                    <a:pt x="609" y="7"/>
                    <a:pt x="609" y="7"/>
                  </a:cubicBezTo>
                  <a:cubicBezTo>
                    <a:pt x="605" y="8"/>
                    <a:pt x="601" y="8"/>
                    <a:pt x="598" y="9"/>
                  </a:cubicBezTo>
                  <a:lnTo>
                    <a:pt x="598" y="13"/>
                  </a:lnTo>
                  <a:close/>
                  <a:moveTo>
                    <a:pt x="575" y="17"/>
                  </a:moveTo>
                  <a:cubicBezTo>
                    <a:pt x="579" y="16"/>
                    <a:pt x="582" y="16"/>
                    <a:pt x="586" y="15"/>
                  </a:cubicBezTo>
                  <a:cubicBezTo>
                    <a:pt x="586" y="11"/>
                    <a:pt x="586" y="11"/>
                    <a:pt x="586" y="11"/>
                  </a:cubicBezTo>
                  <a:cubicBezTo>
                    <a:pt x="582" y="12"/>
                    <a:pt x="578" y="12"/>
                    <a:pt x="574" y="13"/>
                  </a:cubicBezTo>
                  <a:cubicBezTo>
                    <a:pt x="575" y="17"/>
                    <a:pt x="575" y="17"/>
                    <a:pt x="575" y="17"/>
                  </a:cubicBezTo>
                  <a:close/>
                  <a:moveTo>
                    <a:pt x="551" y="22"/>
                  </a:moveTo>
                  <a:cubicBezTo>
                    <a:pt x="555" y="21"/>
                    <a:pt x="559" y="20"/>
                    <a:pt x="563" y="20"/>
                  </a:cubicBezTo>
                  <a:cubicBezTo>
                    <a:pt x="562" y="16"/>
                    <a:pt x="562" y="16"/>
                    <a:pt x="562" y="16"/>
                  </a:cubicBezTo>
                  <a:cubicBezTo>
                    <a:pt x="558" y="16"/>
                    <a:pt x="554" y="17"/>
                    <a:pt x="550" y="18"/>
                  </a:cubicBezTo>
                  <a:lnTo>
                    <a:pt x="551" y="22"/>
                  </a:lnTo>
                  <a:close/>
                  <a:moveTo>
                    <a:pt x="528" y="28"/>
                  </a:moveTo>
                  <a:cubicBezTo>
                    <a:pt x="532" y="27"/>
                    <a:pt x="536" y="26"/>
                    <a:pt x="540" y="25"/>
                  </a:cubicBezTo>
                  <a:cubicBezTo>
                    <a:pt x="539" y="21"/>
                    <a:pt x="539" y="21"/>
                    <a:pt x="539" y="21"/>
                  </a:cubicBezTo>
                  <a:cubicBezTo>
                    <a:pt x="535" y="22"/>
                    <a:pt x="531" y="23"/>
                    <a:pt x="527" y="24"/>
                  </a:cubicBezTo>
                  <a:lnTo>
                    <a:pt x="528" y="28"/>
                  </a:lnTo>
                  <a:close/>
                  <a:moveTo>
                    <a:pt x="505" y="35"/>
                  </a:moveTo>
                  <a:cubicBezTo>
                    <a:pt x="509" y="33"/>
                    <a:pt x="513" y="32"/>
                    <a:pt x="517" y="31"/>
                  </a:cubicBezTo>
                  <a:cubicBezTo>
                    <a:pt x="515" y="27"/>
                    <a:pt x="515" y="27"/>
                    <a:pt x="515" y="27"/>
                  </a:cubicBezTo>
                  <a:cubicBezTo>
                    <a:pt x="512" y="28"/>
                    <a:pt x="508" y="30"/>
                    <a:pt x="504" y="31"/>
                  </a:cubicBezTo>
                  <a:lnTo>
                    <a:pt x="505" y="35"/>
                  </a:lnTo>
                  <a:close/>
                  <a:moveTo>
                    <a:pt x="482" y="42"/>
                  </a:moveTo>
                  <a:cubicBezTo>
                    <a:pt x="486" y="41"/>
                    <a:pt x="490" y="39"/>
                    <a:pt x="494" y="38"/>
                  </a:cubicBezTo>
                  <a:cubicBezTo>
                    <a:pt x="492" y="34"/>
                    <a:pt x="492" y="34"/>
                    <a:pt x="492" y="34"/>
                  </a:cubicBezTo>
                  <a:cubicBezTo>
                    <a:pt x="489" y="36"/>
                    <a:pt x="485" y="37"/>
                    <a:pt x="481" y="38"/>
                  </a:cubicBezTo>
                  <a:lnTo>
                    <a:pt x="482" y="42"/>
                  </a:lnTo>
                  <a:close/>
                  <a:moveTo>
                    <a:pt x="460" y="50"/>
                  </a:moveTo>
                  <a:cubicBezTo>
                    <a:pt x="464" y="49"/>
                    <a:pt x="467" y="47"/>
                    <a:pt x="471" y="46"/>
                  </a:cubicBezTo>
                  <a:cubicBezTo>
                    <a:pt x="470" y="42"/>
                    <a:pt x="470" y="42"/>
                    <a:pt x="470" y="42"/>
                  </a:cubicBezTo>
                  <a:cubicBezTo>
                    <a:pt x="466" y="43"/>
                    <a:pt x="462" y="45"/>
                    <a:pt x="458" y="46"/>
                  </a:cubicBezTo>
                  <a:lnTo>
                    <a:pt x="460" y="50"/>
                  </a:lnTo>
                  <a:close/>
                  <a:moveTo>
                    <a:pt x="438" y="59"/>
                  </a:moveTo>
                  <a:cubicBezTo>
                    <a:pt x="441" y="57"/>
                    <a:pt x="445" y="56"/>
                    <a:pt x="449" y="54"/>
                  </a:cubicBezTo>
                  <a:cubicBezTo>
                    <a:pt x="447" y="51"/>
                    <a:pt x="447" y="51"/>
                    <a:pt x="447" y="51"/>
                  </a:cubicBezTo>
                  <a:cubicBezTo>
                    <a:pt x="444" y="52"/>
                    <a:pt x="440" y="54"/>
                    <a:pt x="436" y="55"/>
                  </a:cubicBezTo>
                  <a:lnTo>
                    <a:pt x="438" y="59"/>
                  </a:lnTo>
                  <a:close/>
                  <a:moveTo>
                    <a:pt x="416" y="68"/>
                  </a:moveTo>
                  <a:cubicBezTo>
                    <a:pt x="420" y="67"/>
                    <a:pt x="423" y="65"/>
                    <a:pt x="427" y="64"/>
                  </a:cubicBezTo>
                  <a:cubicBezTo>
                    <a:pt x="425" y="60"/>
                    <a:pt x="425" y="60"/>
                    <a:pt x="425" y="60"/>
                  </a:cubicBezTo>
                  <a:cubicBezTo>
                    <a:pt x="422" y="61"/>
                    <a:pt x="418" y="63"/>
                    <a:pt x="414" y="65"/>
                  </a:cubicBezTo>
                  <a:lnTo>
                    <a:pt x="416" y="68"/>
                  </a:lnTo>
                  <a:close/>
                  <a:moveTo>
                    <a:pt x="394" y="79"/>
                  </a:moveTo>
                  <a:cubicBezTo>
                    <a:pt x="398" y="77"/>
                    <a:pt x="402" y="75"/>
                    <a:pt x="405" y="73"/>
                  </a:cubicBezTo>
                  <a:cubicBezTo>
                    <a:pt x="403" y="70"/>
                    <a:pt x="403" y="70"/>
                    <a:pt x="403" y="70"/>
                  </a:cubicBezTo>
                  <a:cubicBezTo>
                    <a:pt x="400" y="72"/>
                    <a:pt x="396" y="73"/>
                    <a:pt x="393" y="75"/>
                  </a:cubicBezTo>
                  <a:lnTo>
                    <a:pt x="394" y="79"/>
                  </a:lnTo>
                  <a:close/>
                  <a:moveTo>
                    <a:pt x="373" y="90"/>
                  </a:moveTo>
                  <a:cubicBezTo>
                    <a:pt x="377" y="88"/>
                    <a:pt x="380" y="86"/>
                    <a:pt x="384" y="84"/>
                  </a:cubicBezTo>
                  <a:cubicBezTo>
                    <a:pt x="382" y="81"/>
                    <a:pt x="382" y="81"/>
                    <a:pt x="382" y="81"/>
                  </a:cubicBezTo>
                  <a:cubicBezTo>
                    <a:pt x="378" y="82"/>
                    <a:pt x="375" y="84"/>
                    <a:pt x="371" y="86"/>
                  </a:cubicBezTo>
                  <a:cubicBezTo>
                    <a:pt x="373" y="90"/>
                    <a:pt x="373" y="90"/>
                    <a:pt x="373" y="90"/>
                  </a:cubicBezTo>
                  <a:close/>
                  <a:moveTo>
                    <a:pt x="353" y="102"/>
                  </a:moveTo>
                  <a:cubicBezTo>
                    <a:pt x="356" y="100"/>
                    <a:pt x="359" y="98"/>
                    <a:pt x="363" y="96"/>
                  </a:cubicBezTo>
                  <a:cubicBezTo>
                    <a:pt x="361" y="92"/>
                    <a:pt x="361" y="92"/>
                    <a:pt x="361" y="92"/>
                  </a:cubicBezTo>
                  <a:cubicBezTo>
                    <a:pt x="358" y="94"/>
                    <a:pt x="354" y="96"/>
                    <a:pt x="351" y="98"/>
                  </a:cubicBezTo>
                  <a:lnTo>
                    <a:pt x="353" y="102"/>
                  </a:lnTo>
                  <a:close/>
                  <a:moveTo>
                    <a:pt x="332" y="114"/>
                  </a:moveTo>
                  <a:cubicBezTo>
                    <a:pt x="336" y="112"/>
                    <a:pt x="339" y="110"/>
                    <a:pt x="342" y="108"/>
                  </a:cubicBezTo>
                  <a:cubicBezTo>
                    <a:pt x="340" y="104"/>
                    <a:pt x="340" y="104"/>
                    <a:pt x="340" y="104"/>
                  </a:cubicBezTo>
                  <a:cubicBezTo>
                    <a:pt x="337" y="106"/>
                    <a:pt x="334" y="108"/>
                    <a:pt x="330" y="111"/>
                  </a:cubicBezTo>
                  <a:lnTo>
                    <a:pt x="332" y="114"/>
                  </a:lnTo>
                  <a:close/>
                  <a:moveTo>
                    <a:pt x="312" y="127"/>
                  </a:moveTo>
                  <a:cubicBezTo>
                    <a:pt x="316" y="125"/>
                    <a:pt x="319" y="123"/>
                    <a:pt x="322" y="120"/>
                  </a:cubicBezTo>
                  <a:cubicBezTo>
                    <a:pt x="320" y="117"/>
                    <a:pt x="320" y="117"/>
                    <a:pt x="320" y="117"/>
                  </a:cubicBezTo>
                  <a:cubicBezTo>
                    <a:pt x="317" y="119"/>
                    <a:pt x="313" y="122"/>
                    <a:pt x="310" y="124"/>
                  </a:cubicBezTo>
                  <a:lnTo>
                    <a:pt x="312" y="127"/>
                  </a:lnTo>
                  <a:close/>
                  <a:moveTo>
                    <a:pt x="293" y="141"/>
                  </a:moveTo>
                  <a:cubicBezTo>
                    <a:pt x="296" y="139"/>
                    <a:pt x="299" y="136"/>
                    <a:pt x="303" y="134"/>
                  </a:cubicBezTo>
                  <a:cubicBezTo>
                    <a:pt x="300" y="131"/>
                    <a:pt x="300" y="131"/>
                    <a:pt x="300" y="131"/>
                  </a:cubicBezTo>
                  <a:cubicBezTo>
                    <a:pt x="297" y="133"/>
                    <a:pt x="294" y="135"/>
                    <a:pt x="291" y="138"/>
                  </a:cubicBezTo>
                  <a:lnTo>
                    <a:pt x="293" y="141"/>
                  </a:lnTo>
                  <a:close/>
                  <a:moveTo>
                    <a:pt x="274" y="155"/>
                  </a:moveTo>
                  <a:cubicBezTo>
                    <a:pt x="277" y="153"/>
                    <a:pt x="280" y="150"/>
                    <a:pt x="283" y="148"/>
                  </a:cubicBezTo>
                  <a:cubicBezTo>
                    <a:pt x="281" y="145"/>
                    <a:pt x="281" y="145"/>
                    <a:pt x="281" y="145"/>
                  </a:cubicBezTo>
                  <a:cubicBezTo>
                    <a:pt x="278" y="147"/>
                    <a:pt x="275" y="150"/>
                    <a:pt x="271" y="152"/>
                  </a:cubicBezTo>
                  <a:lnTo>
                    <a:pt x="274" y="155"/>
                  </a:lnTo>
                  <a:close/>
                  <a:moveTo>
                    <a:pt x="255" y="170"/>
                  </a:moveTo>
                  <a:cubicBezTo>
                    <a:pt x="258" y="168"/>
                    <a:pt x="262" y="165"/>
                    <a:pt x="265" y="163"/>
                  </a:cubicBezTo>
                  <a:cubicBezTo>
                    <a:pt x="262" y="160"/>
                    <a:pt x="262" y="160"/>
                    <a:pt x="262" y="160"/>
                  </a:cubicBezTo>
                  <a:cubicBezTo>
                    <a:pt x="259" y="162"/>
                    <a:pt x="256" y="165"/>
                    <a:pt x="253" y="167"/>
                  </a:cubicBezTo>
                  <a:lnTo>
                    <a:pt x="255" y="170"/>
                  </a:lnTo>
                  <a:close/>
                  <a:moveTo>
                    <a:pt x="237" y="186"/>
                  </a:moveTo>
                  <a:cubicBezTo>
                    <a:pt x="240" y="183"/>
                    <a:pt x="243" y="181"/>
                    <a:pt x="246" y="178"/>
                  </a:cubicBezTo>
                  <a:cubicBezTo>
                    <a:pt x="244" y="175"/>
                    <a:pt x="244" y="175"/>
                    <a:pt x="244" y="175"/>
                  </a:cubicBezTo>
                  <a:cubicBezTo>
                    <a:pt x="241" y="178"/>
                    <a:pt x="238" y="181"/>
                    <a:pt x="235" y="183"/>
                  </a:cubicBezTo>
                  <a:lnTo>
                    <a:pt x="237" y="186"/>
                  </a:lnTo>
                  <a:close/>
                  <a:moveTo>
                    <a:pt x="220" y="202"/>
                  </a:moveTo>
                  <a:cubicBezTo>
                    <a:pt x="223" y="200"/>
                    <a:pt x="226" y="197"/>
                    <a:pt x="229" y="194"/>
                  </a:cubicBezTo>
                  <a:cubicBezTo>
                    <a:pt x="226" y="191"/>
                    <a:pt x="226" y="191"/>
                    <a:pt x="226" y="191"/>
                  </a:cubicBezTo>
                  <a:cubicBezTo>
                    <a:pt x="223" y="194"/>
                    <a:pt x="220" y="197"/>
                    <a:pt x="217" y="200"/>
                  </a:cubicBezTo>
                  <a:lnTo>
                    <a:pt x="220" y="202"/>
                  </a:lnTo>
                  <a:close/>
                  <a:moveTo>
                    <a:pt x="203" y="219"/>
                  </a:moveTo>
                  <a:cubicBezTo>
                    <a:pt x="206" y="216"/>
                    <a:pt x="209" y="214"/>
                    <a:pt x="211" y="211"/>
                  </a:cubicBezTo>
                  <a:cubicBezTo>
                    <a:pt x="209" y="208"/>
                    <a:pt x="209" y="208"/>
                    <a:pt x="209" y="208"/>
                  </a:cubicBezTo>
                  <a:cubicBezTo>
                    <a:pt x="206" y="211"/>
                    <a:pt x="203" y="214"/>
                    <a:pt x="200" y="217"/>
                  </a:cubicBezTo>
                  <a:lnTo>
                    <a:pt x="203" y="219"/>
                  </a:lnTo>
                  <a:close/>
                  <a:moveTo>
                    <a:pt x="187" y="237"/>
                  </a:moveTo>
                  <a:cubicBezTo>
                    <a:pt x="189" y="234"/>
                    <a:pt x="192" y="231"/>
                    <a:pt x="195" y="228"/>
                  </a:cubicBezTo>
                  <a:cubicBezTo>
                    <a:pt x="192" y="225"/>
                    <a:pt x="192" y="225"/>
                    <a:pt x="192" y="225"/>
                  </a:cubicBezTo>
                  <a:cubicBezTo>
                    <a:pt x="189" y="228"/>
                    <a:pt x="186" y="231"/>
                    <a:pt x="184" y="234"/>
                  </a:cubicBezTo>
                  <a:lnTo>
                    <a:pt x="187" y="237"/>
                  </a:lnTo>
                  <a:close/>
                  <a:moveTo>
                    <a:pt x="171" y="255"/>
                  </a:moveTo>
                  <a:cubicBezTo>
                    <a:pt x="174" y="252"/>
                    <a:pt x="176" y="249"/>
                    <a:pt x="179" y="246"/>
                  </a:cubicBezTo>
                  <a:cubicBezTo>
                    <a:pt x="176" y="243"/>
                    <a:pt x="176" y="243"/>
                    <a:pt x="176" y="243"/>
                  </a:cubicBezTo>
                  <a:cubicBezTo>
                    <a:pt x="173" y="246"/>
                    <a:pt x="171" y="249"/>
                    <a:pt x="168" y="252"/>
                  </a:cubicBezTo>
                  <a:lnTo>
                    <a:pt x="171" y="255"/>
                  </a:lnTo>
                  <a:close/>
                  <a:moveTo>
                    <a:pt x="156" y="273"/>
                  </a:moveTo>
                  <a:cubicBezTo>
                    <a:pt x="158" y="270"/>
                    <a:pt x="161" y="267"/>
                    <a:pt x="163" y="264"/>
                  </a:cubicBezTo>
                  <a:cubicBezTo>
                    <a:pt x="160" y="261"/>
                    <a:pt x="160" y="261"/>
                    <a:pt x="160" y="261"/>
                  </a:cubicBezTo>
                  <a:cubicBezTo>
                    <a:pt x="158" y="265"/>
                    <a:pt x="155" y="268"/>
                    <a:pt x="153" y="271"/>
                  </a:cubicBezTo>
                  <a:lnTo>
                    <a:pt x="156" y="273"/>
                  </a:lnTo>
                  <a:close/>
                  <a:moveTo>
                    <a:pt x="141" y="292"/>
                  </a:moveTo>
                  <a:cubicBezTo>
                    <a:pt x="144" y="289"/>
                    <a:pt x="146" y="286"/>
                    <a:pt x="149" y="283"/>
                  </a:cubicBezTo>
                  <a:cubicBezTo>
                    <a:pt x="145" y="280"/>
                    <a:pt x="145" y="280"/>
                    <a:pt x="145" y="280"/>
                  </a:cubicBezTo>
                  <a:cubicBezTo>
                    <a:pt x="143" y="283"/>
                    <a:pt x="141" y="287"/>
                    <a:pt x="138" y="290"/>
                  </a:cubicBezTo>
                  <a:lnTo>
                    <a:pt x="141" y="292"/>
                  </a:lnTo>
                  <a:close/>
                  <a:moveTo>
                    <a:pt x="128" y="312"/>
                  </a:moveTo>
                  <a:cubicBezTo>
                    <a:pt x="130" y="309"/>
                    <a:pt x="132" y="305"/>
                    <a:pt x="134" y="302"/>
                  </a:cubicBezTo>
                  <a:cubicBezTo>
                    <a:pt x="131" y="300"/>
                    <a:pt x="131" y="300"/>
                    <a:pt x="131" y="300"/>
                  </a:cubicBezTo>
                  <a:cubicBezTo>
                    <a:pt x="129" y="303"/>
                    <a:pt x="126" y="306"/>
                    <a:pt x="124" y="310"/>
                  </a:cubicBezTo>
                  <a:lnTo>
                    <a:pt x="128" y="312"/>
                  </a:lnTo>
                  <a:close/>
                  <a:moveTo>
                    <a:pt x="114" y="332"/>
                  </a:moveTo>
                  <a:cubicBezTo>
                    <a:pt x="116" y="328"/>
                    <a:pt x="119" y="325"/>
                    <a:pt x="121" y="322"/>
                  </a:cubicBezTo>
                  <a:cubicBezTo>
                    <a:pt x="117" y="320"/>
                    <a:pt x="117" y="320"/>
                    <a:pt x="117" y="320"/>
                  </a:cubicBezTo>
                  <a:cubicBezTo>
                    <a:pt x="115" y="323"/>
                    <a:pt x="113" y="326"/>
                    <a:pt x="111" y="330"/>
                  </a:cubicBezTo>
                  <a:lnTo>
                    <a:pt x="114" y="332"/>
                  </a:lnTo>
                  <a:close/>
                  <a:moveTo>
                    <a:pt x="102" y="352"/>
                  </a:moveTo>
                  <a:cubicBezTo>
                    <a:pt x="104" y="349"/>
                    <a:pt x="106" y="345"/>
                    <a:pt x="108" y="342"/>
                  </a:cubicBezTo>
                  <a:cubicBezTo>
                    <a:pt x="105" y="340"/>
                    <a:pt x="105" y="340"/>
                    <a:pt x="105" y="340"/>
                  </a:cubicBezTo>
                  <a:cubicBezTo>
                    <a:pt x="102" y="343"/>
                    <a:pt x="100" y="347"/>
                    <a:pt x="98" y="350"/>
                  </a:cubicBezTo>
                  <a:lnTo>
                    <a:pt x="102" y="352"/>
                  </a:lnTo>
                  <a:close/>
                  <a:moveTo>
                    <a:pt x="90" y="373"/>
                  </a:moveTo>
                  <a:cubicBezTo>
                    <a:pt x="92" y="369"/>
                    <a:pt x="94" y="366"/>
                    <a:pt x="96" y="363"/>
                  </a:cubicBezTo>
                  <a:cubicBezTo>
                    <a:pt x="92" y="361"/>
                    <a:pt x="92" y="361"/>
                    <a:pt x="92" y="361"/>
                  </a:cubicBezTo>
                  <a:cubicBezTo>
                    <a:pt x="90" y="364"/>
                    <a:pt x="88" y="368"/>
                    <a:pt x="86" y="371"/>
                  </a:cubicBezTo>
                  <a:lnTo>
                    <a:pt x="90" y="373"/>
                  </a:lnTo>
                  <a:close/>
                  <a:moveTo>
                    <a:pt x="79" y="394"/>
                  </a:moveTo>
                  <a:cubicBezTo>
                    <a:pt x="81" y="391"/>
                    <a:pt x="82" y="387"/>
                    <a:pt x="84" y="384"/>
                  </a:cubicBezTo>
                  <a:cubicBezTo>
                    <a:pt x="81" y="382"/>
                    <a:pt x="81" y="382"/>
                    <a:pt x="81" y="382"/>
                  </a:cubicBezTo>
                  <a:cubicBezTo>
                    <a:pt x="79" y="385"/>
                    <a:pt x="77" y="389"/>
                    <a:pt x="75" y="392"/>
                  </a:cubicBezTo>
                  <a:lnTo>
                    <a:pt x="79" y="394"/>
                  </a:lnTo>
                  <a:close/>
                  <a:moveTo>
                    <a:pt x="68" y="416"/>
                  </a:moveTo>
                  <a:cubicBezTo>
                    <a:pt x="70" y="412"/>
                    <a:pt x="72" y="409"/>
                    <a:pt x="74" y="405"/>
                  </a:cubicBezTo>
                  <a:cubicBezTo>
                    <a:pt x="70" y="403"/>
                    <a:pt x="70" y="403"/>
                    <a:pt x="70" y="403"/>
                  </a:cubicBezTo>
                  <a:cubicBezTo>
                    <a:pt x="68" y="407"/>
                    <a:pt x="67" y="410"/>
                    <a:pt x="65" y="414"/>
                  </a:cubicBezTo>
                  <a:lnTo>
                    <a:pt x="68" y="416"/>
                  </a:lnTo>
                  <a:close/>
                  <a:moveTo>
                    <a:pt x="59" y="438"/>
                  </a:moveTo>
                  <a:cubicBezTo>
                    <a:pt x="60" y="434"/>
                    <a:pt x="62" y="430"/>
                    <a:pt x="64" y="427"/>
                  </a:cubicBezTo>
                  <a:cubicBezTo>
                    <a:pt x="60" y="425"/>
                    <a:pt x="60" y="425"/>
                    <a:pt x="60" y="425"/>
                  </a:cubicBezTo>
                  <a:cubicBezTo>
                    <a:pt x="58" y="429"/>
                    <a:pt x="57" y="432"/>
                    <a:pt x="55" y="436"/>
                  </a:cubicBezTo>
                  <a:lnTo>
                    <a:pt x="59" y="438"/>
                  </a:lnTo>
                  <a:close/>
                  <a:moveTo>
                    <a:pt x="50" y="460"/>
                  </a:moveTo>
                  <a:cubicBezTo>
                    <a:pt x="51" y="456"/>
                    <a:pt x="53" y="452"/>
                    <a:pt x="54" y="449"/>
                  </a:cubicBezTo>
                  <a:cubicBezTo>
                    <a:pt x="51" y="447"/>
                    <a:pt x="51" y="447"/>
                    <a:pt x="51" y="447"/>
                  </a:cubicBezTo>
                  <a:cubicBezTo>
                    <a:pt x="49" y="451"/>
                    <a:pt x="48" y="455"/>
                    <a:pt x="46" y="459"/>
                  </a:cubicBezTo>
                  <a:cubicBezTo>
                    <a:pt x="50" y="460"/>
                    <a:pt x="50" y="460"/>
                    <a:pt x="50" y="460"/>
                  </a:cubicBezTo>
                  <a:close/>
                  <a:moveTo>
                    <a:pt x="42" y="482"/>
                  </a:moveTo>
                  <a:cubicBezTo>
                    <a:pt x="43" y="479"/>
                    <a:pt x="44" y="475"/>
                    <a:pt x="46" y="471"/>
                  </a:cubicBezTo>
                  <a:cubicBezTo>
                    <a:pt x="42" y="470"/>
                    <a:pt x="42" y="470"/>
                    <a:pt x="42" y="470"/>
                  </a:cubicBezTo>
                  <a:cubicBezTo>
                    <a:pt x="41" y="474"/>
                    <a:pt x="39" y="477"/>
                    <a:pt x="38" y="481"/>
                  </a:cubicBezTo>
                  <a:lnTo>
                    <a:pt x="42" y="482"/>
                  </a:lnTo>
                  <a:close/>
                  <a:moveTo>
                    <a:pt x="34" y="505"/>
                  </a:moveTo>
                  <a:cubicBezTo>
                    <a:pt x="36" y="501"/>
                    <a:pt x="37" y="498"/>
                    <a:pt x="38" y="494"/>
                  </a:cubicBezTo>
                  <a:cubicBezTo>
                    <a:pt x="34" y="493"/>
                    <a:pt x="34" y="493"/>
                    <a:pt x="34" y="493"/>
                  </a:cubicBezTo>
                  <a:cubicBezTo>
                    <a:pt x="33" y="496"/>
                    <a:pt x="32" y="500"/>
                    <a:pt x="31" y="504"/>
                  </a:cubicBezTo>
                  <a:lnTo>
                    <a:pt x="34" y="505"/>
                  </a:lnTo>
                  <a:close/>
                  <a:moveTo>
                    <a:pt x="28" y="528"/>
                  </a:moveTo>
                  <a:cubicBezTo>
                    <a:pt x="29" y="524"/>
                    <a:pt x="30" y="521"/>
                    <a:pt x="31" y="517"/>
                  </a:cubicBezTo>
                  <a:cubicBezTo>
                    <a:pt x="27" y="516"/>
                    <a:pt x="27" y="516"/>
                    <a:pt x="27" y="516"/>
                  </a:cubicBezTo>
                  <a:cubicBezTo>
                    <a:pt x="26" y="520"/>
                    <a:pt x="25" y="523"/>
                    <a:pt x="24" y="527"/>
                  </a:cubicBezTo>
                  <a:lnTo>
                    <a:pt x="28" y="528"/>
                  </a:lnTo>
                  <a:close/>
                  <a:moveTo>
                    <a:pt x="22" y="551"/>
                  </a:moveTo>
                  <a:cubicBezTo>
                    <a:pt x="23" y="548"/>
                    <a:pt x="24" y="544"/>
                    <a:pt x="25" y="540"/>
                  </a:cubicBezTo>
                  <a:cubicBezTo>
                    <a:pt x="21" y="539"/>
                    <a:pt x="21" y="539"/>
                    <a:pt x="21" y="539"/>
                  </a:cubicBezTo>
                  <a:cubicBezTo>
                    <a:pt x="20" y="543"/>
                    <a:pt x="19" y="547"/>
                    <a:pt x="18" y="551"/>
                  </a:cubicBezTo>
                  <a:lnTo>
                    <a:pt x="22" y="551"/>
                  </a:lnTo>
                  <a:close/>
                  <a:moveTo>
                    <a:pt x="17" y="575"/>
                  </a:moveTo>
                  <a:cubicBezTo>
                    <a:pt x="18" y="571"/>
                    <a:pt x="19" y="567"/>
                    <a:pt x="19" y="563"/>
                  </a:cubicBezTo>
                  <a:cubicBezTo>
                    <a:pt x="16" y="562"/>
                    <a:pt x="16" y="562"/>
                    <a:pt x="16" y="562"/>
                  </a:cubicBezTo>
                  <a:cubicBezTo>
                    <a:pt x="15" y="566"/>
                    <a:pt x="14" y="570"/>
                    <a:pt x="13" y="574"/>
                  </a:cubicBezTo>
                  <a:lnTo>
                    <a:pt x="17" y="575"/>
                  </a:lnTo>
                  <a:close/>
                  <a:moveTo>
                    <a:pt x="13" y="598"/>
                  </a:moveTo>
                  <a:cubicBezTo>
                    <a:pt x="14" y="594"/>
                    <a:pt x="14" y="591"/>
                    <a:pt x="15" y="587"/>
                  </a:cubicBezTo>
                  <a:cubicBezTo>
                    <a:pt x="11" y="586"/>
                    <a:pt x="11" y="586"/>
                    <a:pt x="11" y="586"/>
                  </a:cubicBezTo>
                  <a:cubicBezTo>
                    <a:pt x="10" y="590"/>
                    <a:pt x="10" y="594"/>
                    <a:pt x="9" y="598"/>
                  </a:cubicBezTo>
                  <a:lnTo>
                    <a:pt x="13" y="598"/>
                  </a:lnTo>
                  <a:close/>
                  <a:moveTo>
                    <a:pt x="10" y="622"/>
                  </a:moveTo>
                  <a:cubicBezTo>
                    <a:pt x="10" y="618"/>
                    <a:pt x="11" y="614"/>
                    <a:pt x="11" y="610"/>
                  </a:cubicBezTo>
                  <a:cubicBezTo>
                    <a:pt x="7" y="610"/>
                    <a:pt x="7" y="610"/>
                    <a:pt x="7" y="610"/>
                  </a:cubicBezTo>
                  <a:cubicBezTo>
                    <a:pt x="7" y="614"/>
                    <a:pt x="6" y="618"/>
                    <a:pt x="6" y="622"/>
                  </a:cubicBezTo>
                  <a:lnTo>
                    <a:pt x="10" y="622"/>
                  </a:lnTo>
                  <a:close/>
                  <a:moveTo>
                    <a:pt x="7" y="646"/>
                  </a:moveTo>
                  <a:cubicBezTo>
                    <a:pt x="7" y="642"/>
                    <a:pt x="8" y="638"/>
                    <a:pt x="8" y="634"/>
                  </a:cubicBezTo>
                  <a:cubicBezTo>
                    <a:pt x="4" y="633"/>
                    <a:pt x="4" y="633"/>
                    <a:pt x="4" y="633"/>
                  </a:cubicBezTo>
                  <a:cubicBezTo>
                    <a:pt x="4" y="637"/>
                    <a:pt x="3" y="641"/>
                    <a:pt x="3" y="645"/>
                  </a:cubicBezTo>
                  <a:lnTo>
                    <a:pt x="7" y="646"/>
                  </a:lnTo>
                  <a:close/>
                  <a:moveTo>
                    <a:pt x="5" y="670"/>
                  </a:moveTo>
                  <a:cubicBezTo>
                    <a:pt x="5" y="666"/>
                    <a:pt x="6" y="662"/>
                    <a:pt x="6" y="658"/>
                  </a:cubicBezTo>
                  <a:cubicBezTo>
                    <a:pt x="2" y="657"/>
                    <a:pt x="2" y="657"/>
                    <a:pt x="2" y="657"/>
                  </a:cubicBezTo>
                  <a:cubicBezTo>
                    <a:pt x="2" y="661"/>
                    <a:pt x="1" y="665"/>
                    <a:pt x="1" y="669"/>
                  </a:cubicBezTo>
                  <a:lnTo>
                    <a:pt x="5" y="670"/>
                  </a:lnTo>
                  <a:close/>
                  <a:moveTo>
                    <a:pt x="4" y="693"/>
                  </a:moveTo>
                  <a:cubicBezTo>
                    <a:pt x="4" y="690"/>
                    <a:pt x="4" y="686"/>
                    <a:pt x="5" y="682"/>
                  </a:cubicBezTo>
                  <a:cubicBezTo>
                    <a:pt x="1" y="681"/>
                    <a:pt x="1" y="681"/>
                    <a:pt x="1" y="681"/>
                  </a:cubicBezTo>
                  <a:cubicBezTo>
                    <a:pt x="0" y="685"/>
                    <a:pt x="0" y="689"/>
                    <a:pt x="0" y="693"/>
                  </a:cubicBezTo>
                  <a:cubicBezTo>
                    <a:pt x="4" y="694"/>
                    <a:pt x="4" y="694"/>
                    <a:pt x="4" y="694"/>
                  </a:cubicBezTo>
                  <a:lnTo>
                    <a:pt x="4" y="693"/>
                  </a:lnTo>
                  <a:close/>
                </a:path>
              </a:pathLst>
            </a:custGeom>
            <a:solidFill>
              <a:srgbClr val="A1C1C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38" name="Freeform 10"/>
            <p:cNvSpPr>
              <a:spLocks/>
            </p:cNvSpPr>
            <p:nvPr/>
          </p:nvSpPr>
          <p:spPr bwMode="auto">
            <a:xfrm>
              <a:off x="5210176" y="4456113"/>
              <a:ext cx="9525" cy="14288"/>
            </a:xfrm>
            <a:custGeom>
              <a:avLst/>
              <a:gdLst/>
              <a:ahLst/>
              <a:cxnLst>
                <a:cxn ang="0">
                  <a:pos x="0" y="0"/>
                </a:cxn>
                <a:cxn ang="0">
                  <a:pos x="0" y="6"/>
                </a:cxn>
                <a:cxn ang="0">
                  <a:pos x="4" y="6"/>
                </a:cxn>
                <a:cxn ang="0">
                  <a:pos x="4" y="0"/>
                </a:cxn>
                <a:cxn ang="0">
                  <a:pos x="0" y="0"/>
                </a:cxn>
              </a:cxnLst>
              <a:rect l="0" t="0" r="r" b="b"/>
              <a:pathLst>
                <a:path w="4" h="6">
                  <a:moveTo>
                    <a:pt x="0" y="0"/>
                  </a:moveTo>
                  <a:cubicBezTo>
                    <a:pt x="0" y="2"/>
                    <a:pt x="0" y="4"/>
                    <a:pt x="0" y="6"/>
                  </a:cubicBezTo>
                  <a:cubicBezTo>
                    <a:pt x="4" y="6"/>
                    <a:pt x="4" y="6"/>
                    <a:pt x="4" y="6"/>
                  </a:cubicBezTo>
                  <a:cubicBezTo>
                    <a:pt x="4" y="4"/>
                    <a:pt x="4" y="2"/>
                    <a:pt x="4" y="0"/>
                  </a:cubicBezTo>
                  <a:lnTo>
                    <a:pt x="0" y="0"/>
                  </a:lnTo>
                  <a:close/>
                </a:path>
              </a:pathLst>
            </a:custGeom>
            <a:solidFill>
              <a:srgbClr val="A1C1C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39" name="Freeform 11"/>
            <p:cNvSpPr>
              <a:spLocks/>
            </p:cNvSpPr>
            <p:nvPr/>
          </p:nvSpPr>
          <p:spPr bwMode="auto">
            <a:xfrm>
              <a:off x="2820988" y="5684838"/>
              <a:ext cx="290513" cy="323850"/>
            </a:xfrm>
            <a:custGeom>
              <a:avLst/>
              <a:gdLst/>
              <a:ahLst/>
              <a:cxnLst>
                <a:cxn ang="0">
                  <a:pos x="58" y="4"/>
                </a:cxn>
                <a:cxn ang="0">
                  <a:pos x="37" y="11"/>
                </a:cxn>
                <a:cxn ang="0">
                  <a:pos x="4" y="81"/>
                </a:cxn>
                <a:cxn ang="0">
                  <a:pos x="11" y="102"/>
                </a:cxn>
                <a:cxn ang="0">
                  <a:pos x="55" y="123"/>
                </a:cxn>
                <a:cxn ang="0">
                  <a:pos x="77" y="116"/>
                </a:cxn>
                <a:cxn ang="0">
                  <a:pos x="110" y="46"/>
                </a:cxn>
                <a:cxn ang="0">
                  <a:pos x="102" y="25"/>
                </a:cxn>
                <a:cxn ang="0">
                  <a:pos x="58" y="4"/>
                </a:cxn>
              </a:cxnLst>
              <a:rect l="0" t="0" r="r" b="b"/>
              <a:pathLst>
                <a:path w="114" h="127">
                  <a:moveTo>
                    <a:pt x="58" y="4"/>
                  </a:moveTo>
                  <a:cubicBezTo>
                    <a:pt x="50" y="0"/>
                    <a:pt x="41" y="3"/>
                    <a:pt x="37" y="11"/>
                  </a:cubicBezTo>
                  <a:cubicBezTo>
                    <a:pt x="4" y="81"/>
                    <a:pt x="4" y="81"/>
                    <a:pt x="4" y="81"/>
                  </a:cubicBezTo>
                  <a:cubicBezTo>
                    <a:pt x="0" y="88"/>
                    <a:pt x="3" y="98"/>
                    <a:pt x="11" y="102"/>
                  </a:cubicBezTo>
                  <a:cubicBezTo>
                    <a:pt x="55" y="123"/>
                    <a:pt x="55" y="123"/>
                    <a:pt x="55" y="123"/>
                  </a:cubicBezTo>
                  <a:cubicBezTo>
                    <a:pt x="63" y="127"/>
                    <a:pt x="73" y="123"/>
                    <a:pt x="77" y="116"/>
                  </a:cubicBezTo>
                  <a:cubicBezTo>
                    <a:pt x="110" y="46"/>
                    <a:pt x="110" y="46"/>
                    <a:pt x="110" y="46"/>
                  </a:cubicBezTo>
                  <a:cubicBezTo>
                    <a:pt x="114" y="38"/>
                    <a:pt x="110" y="29"/>
                    <a:pt x="102" y="25"/>
                  </a:cubicBezTo>
                  <a:lnTo>
                    <a:pt x="58" y="4"/>
                  </a:lnTo>
                  <a:close/>
                </a:path>
              </a:pathLst>
            </a:custGeom>
            <a:solidFill>
              <a:srgbClr val="2B90A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40" name="Freeform 12"/>
            <p:cNvSpPr>
              <a:spLocks/>
            </p:cNvSpPr>
            <p:nvPr/>
          </p:nvSpPr>
          <p:spPr bwMode="auto">
            <a:xfrm>
              <a:off x="2827338" y="5918200"/>
              <a:ext cx="168275" cy="87313"/>
            </a:xfrm>
            <a:custGeom>
              <a:avLst/>
              <a:gdLst/>
              <a:ahLst/>
              <a:cxnLst>
                <a:cxn ang="0">
                  <a:pos x="3" y="0"/>
                </a:cxn>
                <a:cxn ang="0">
                  <a:pos x="0" y="1"/>
                </a:cxn>
                <a:cxn ang="0">
                  <a:pos x="1" y="4"/>
                </a:cxn>
                <a:cxn ang="0">
                  <a:pos x="63" y="34"/>
                </a:cxn>
                <a:cxn ang="0">
                  <a:pos x="66" y="33"/>
                </a:cxn>
                <a:cxn ang="0">
                  <a:pos x="65" y="30"/>
                </a:cxn>
                <a:cxn ang="0">
                  <a:pos x="3" y="0"/>
                </a:cxn>
              </a:cxnLst>
              <a:rect l="0" t="0" r="r" b="b"/>
              <a:pathLst>
                <a:path w="66" h="34">
                  <a:moveTo>
                    <a:pt x="3" y="0"/>
                  </a:moveTo>
                  <a:cubicBezTo>
                    <a:pt x="2" y="0"/>
                    <a:pt x="0" y="0"/>
                    <a:pt x="0" y="1"/>
                  </a:cubicBezTo>
                  <a:cubicBezTo>
                    <a:pt x="0" y="2"/>
                    <a:pt x="0" y="3"/>
                    <a:pt x="1" y="4"/>
                  </a:cubicBezTo>
                  <a:cubicBezTo>
                    <a:pt x="63" y="34"/>
                    <a:pt x="63" y="34"/>
                    <a:pt x="63" y="34"/>
                  </a:cubicBezTo>
                  <a:cubicBezTo>
                    <a:pt x="64" y="34"/>
                    <a:pt x="65" y="34"/>
                    <a:pt x="66" y="33"/>
                  </a:cubicBezTo>
                  <a:cubicBezTo>
                    <a:pt x="66" y="32"/>
                    <a:pt x="66" y="30"/>
                    <a:pt x="65" y="30"/>
                  </a:cubicBezTo>
                  <a:lnTo>
                    <a:pt x="3" y="0"/>
                  </a:lnTo>
                  <a:close/>
                </a:path>
              </a:pathLst>
            </a:custGeom>
            <a:solidFill>
              <a:srgbClr val="3AA3C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pic>
          <p:nvPicPr>
            <p:cNvPr id="48141" name="Picture 13"/>
            <p:cNvPicPr>
              <a:picLocks noChangeAspect="1" noChangeArrowheads="1"/>
            </p:cNvPicPr>
            <p:nvPr/>
          </p:nvPicPr>
          <p:blipFill>
            <a:blip r:embed="rId2" cstate="print"/>
            <a:srcRect/>
            <a:stretch>
              <a:fillRect/>
            </a:stretch>
          </p:blipFill>
          <p:spPr bwMode="auto">
            <a:xfrm>
              <a:off x="2703513" y="5167313"/>
              <a:ext cx="771525" cy="869950"/>
            </a:xfrm>
            <a:prstGeom prst="rect">
              <a:avLst/>
            </a:prstGeom>
            <a:noFill/>
            <a:ln w="9525">
              <a:noFill/>
              <a:miter lim="800000"/>
              <a:headEnd/>
              <a:tailEnd/>
            </a:ln>
          </p:spPr>
        </p:pic>
        <p:sp>
          <p:nvSpPr>
            <p:cNvPr id="48142" name="Freeform 14"/>
            <p:cNvSpPr>
              <a:spLocks/>
            </p:cNvSpPr>
            <p:nvPr/>
          </p:nvSpPr>
          <p:spPr bwMode="auto">
            <a:xfrm>
              <a:off x="2722563" y="5719763"/>
              <a:ext cx="96838" cy="133350"/>
            </a:xfrm>
            <a:custGeom>
              <a:avLst/>
              <a:gdLst/>
              <a:ahLst/>
              <a:cxnLst>
                <a:cxn ang="0">
                  <a:pos x="13" y="0"/>
                </a:cxn>
                <a:cxn ang="0">
                  <a:pos x="0" y="28"/>
                </a:cxn>
                <a:cxn ang="0">
                  <a:pos x="19" y="52"/>
                </a:cxn>
                <a:cxn ang="0">
                  <a:pos x="38" y="12"/>
                </a:cxn>
                <a:cxn ang="0">
                  <a:pos x="13" y="0"/>
                </a:cxn>
              </a:cxnLst>
              <a:rect l="0" t="0" r="r" b="b"/>
              <a:pathLst>
                <a:path w="38" h="52">
                  <a:moveTo>
                    <a:pt x="13" y="0"/>
                  </a:moveTo>
                  <a:cubicBezTo>
                    <a:pt x="0" y="28"/>
                    <a:pt x="0" y="28"/>
                    <a:pt x="0" y="28"/>
                  </a:cubicBezTo>
                  <a:cubicBezTo>
                    <a:pt x="4" y="38"/>
                    <a:pt x="11" y="47"/>
                    <a:pt x="19" y="52"/>
                  </a:cubicBezTo>
                  <a:cubicBezTo>
                    <a:pt x="38" y="12"/>
                    <a:pt x="38" y="12"/>
                    <a:pt x="38" y="12"/>
                  </a:cubicBezTo>
                  <a:lnTo>
                    <a:pt x="13"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43" name="Freeform 15"/>
            <p:cNvSpPr>
              <a:spLocks/>
            </p:cNvSpPr>
            <p:nvPr/>
          </p:nvSpPr>
          <p:spPr bwMode="auto">
            <a:xfrm>
              <a:off x="3236913" y="5630863"/>
              <a:ext cx="754063" cy="522288"/>
            </a:xfrm>
            <a:custGeom>
              <a:avLst/>
              <a:gdLst/>
              <a:ahLst/>
              <a:cxnLst>
                <a:cxn ang="0">
                  <a:pos x="257" y="99"/>
                </a:cxn>
                <a:cxn ang="0">
                  <a:pos x="257" y="98"/>
                </a:cxn>
                <a:cxn ang="0">
                  <a:pos x="74" y="10"/>
                </a:cxn>
                <a:cxn ang="0">
                  <a:pos x="18" y="33"/>
                </a:cxn>
                <a:cxn ang="0">
                  <a:pos x="10" y="49"/>
                </a:cxn>
                <a:cxn ang="0">
                  <a:pos x="27" y="108"/>
                </a:cxn>
                <a:cxn ang="0">
                  <a:pos x="210" y="195"/>
                </a:cxn>
                <a:cxn ang="0">
                  <a:pos x="265" y="171"/>
                </a:cxn>
                <a:cxn ang="0">
                  <a:pos x="272" y="156"/>
                </a:cxn>
                <a:cxn ang="0">
                  <a:pos x="273" y="155"/>
                </a:cxn>
                <a:cxn ang="0">
                  <a:pos x="291" y="118"/>
                </a:cxn>
                <a:cxn ang="0">
                  <a:pos x="283" y="93"/>
                </a:cxn>
                <a:cxn ang="0">
                  <a:pos x="281" y="92"/>
                </a:cxn>
                <a:cxn ang="0">
                  <a:pos x="257" y="99"/>
                </a:cxn>
              </a:cxnLst>
              <a:rect l="0" t="0" r="r" b="b"/>
              <a:pathLst>
                <a:path w="296" h="205">
                  <a:moveTo>
                    <a:pt x="257" y="99"/>
                  </a:moveTo>
                  <a:cubicBezTo>
                    <a:pt x="257" y="98"/>
                    <a:pt x="257" y="98"/>
                    <a:pt x="257" y="98"/>
                  </a:cubicBezTo>
                  <a:cubicBezTo>
                    <a:pt x="74" y="10"/>
                    <a:pt x="74" y="10"/>
                    <a:pt x="74" y="10"/>
                  </a:cubicBezTo>
                  <a:cubicBezTo>
                    <a:pt x="54" y="0"/>
                    <a:pt x="29" y="11"/>
                    <a:pt x="18" y="33"/>
                  </a:cubicBezTo>
                  <a:cubicBezTo>
                    <a:pt x="10" y="49"/>
                    <a:pt x="10" y="49"/>
                    <a:pt x="10" y="49"/>
                  </a:cubicBezTo>
                  <a:cubicBezTo>
                    <a:pt x="0" y="71"/>
                    <a:pt x="7" y="98"/>
                    <a:pt x="27" y="108"/>
                  </a:cubicBezTo>
                  <a:cubicBezTo>
                    <a:pt x="210" y="195"/>
                    <a:pt x="210" y="195"/>
                    <a:pt x="210" y="195"/>
                  </a:cubicBezTo>
                  <a:cubicBezTo>
                    <a:pt x="230" y="205"/>
                    <a:pt x="254" y="193"/>
                    <a:pt x="265" y="171"/>
                  </a:cubicBezTo>
                  <a:cubicBezTo>
                    <a:pt x="272" y="156"/>
                    <a:pt x="272" y="156"/>
                    <a:pt x="272" y="156"/>
                  </a:cubicBezTo>
                  <a:cubicBezTo>
                    <a:pt x="273" y="155"/>
                    <a:pt x="273" y="155"/>
                    <a:pt x="273" y="155"/>
                  </a:cubicBezTo>
                  <a:cubicBezTo>
                    <a:pt x="291" y="118"/>
                    <a:pt x="291" y="118"/>
                    <a:pt x="291" y="118"/>
                  </a:cubicBezTo>
                  <a:cubicBezTo>
                    <a:pt x="296" y="107"/>
                    <a:pt x="293" y="97"/>
                    <a:pt x="283" y="93"/>
                  </a:cubicBezTo>
                  <a:cubicBezTo>
                    <a:pt x="281" y="92"/>
                    <a:pt x="281" y="92"/>
                    <a:pt x="281" y="92"/>
                  </a:cubicBezTo>
                  <a:cubicBezTo>
                    <a:pt x="272" y="88"/>
                    <a:pt x="262" y="90"/>
                    <a:pt x="257" y="99"/>
                  </a:cubicBezTo>
                  <a:close/>
                </a:path>
              </a:pathLst>
            </a:custGeom>
            <a:solidFill>
              <a:srgbClr val="3AA3C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44" name="Freeform 16"/>
            <p:cNvSpPr>
              <a:spLocks/>
            </p:cNvSpPr>
            <p:nvPr/>
          </p:nvSpPr>
          <p:spPr bwMode="auto">
            <a:xfrm>
              <a:off x="3422651" y="4216400"/>
              <a:ext cx="434975" cy="434975"/>
            </a:xfrm>
            <a:custGeom>
              <a:avLst/>
              <a:gdLst/>
              <a:ahLst/>
              <a:cxnLst>
                <a:cxn ang="0">
                  <a:pos x="118" y="18"/>
                </a:cxn>
                <a:cxn ang="0">
                  <a:pos x="153" y="118"/>
                </a:cxn>
                <a:cxn ang="0">
                  <a:pos x="53" y="154"/>
                </a:cxn>
                <a:cxn ang="0">
                  <a:pos x="18" y="54"/>
                </a:cxn>
                <a:cxn ang="0">
                  <a:pos x="118" y="18"/>
                </a:cxn>
              </a:cxnLst>
              <a:rect l="0" t="0" r="r" b="b"/>
              <a:pathLst>
                <a:path w="171" h="171">
                  <a:moveTo>
                    <a:pt x="118" y="18"/>
                  </a:moveTo>
                  <a:cubicBezTo>
                    <a:pt x="155" y="36"/>
                    <a:pt x="171" y="81"/>
                    <a:pt x="153" y="118"/>
                  </a:cubicBezTo>
                  <a:cubicBezTo>
                    <a:pt x="135" y="156"/>
                    <a:pt x="91" y="171"/>
                    <a:pt x="53" y="154"/>
                  </a:cubicBezTo>
                  <a:cubicBezTo>
                    <a:pt x="16" y="136"/>
                    <a:pt x="0" y="91"/>
                    <a:pt x="18" y="54"/>
                  </a:cubicBezTo>
                  <a:cubicBezTo>
                    <a:pt x="36" y="16"/>
                    <a:pt x="81" y="0"/>
                    <a:pt x="118" y="18"/>
                  </a:cubicBezTo>
                  <a:close/>
                </a:path>
              </a:pathLst>
            </a:custGeom>
            <a:solidFill>
              <a:srgbClr val="2B90A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45" name="Freeform 17"/>
            <p:cNvSpPr>
              <a:spLocks/>
            </p:cNvSpPr>
            <p:nvPr/>
          </p:nvSpPr>
          <p:spPr bwMode="auto">
            <a:xfrm>
              <a:off x="2655888" y="5257800"/>
              <a:ext cx="846138" cy="706438"/>
            </a:xfrm>
            <a:custGeom>
              <a:avLst/>
              <a:gdLst/>
              <a:ahLst/>
              <a:cxnLst>
                <a:cxn ang="0">
                  <a:pos x="303" y="103"/>
                </a:cxn>
                <a:cxn ang="0">
                  <a:pos x="323" y="158"/>
                </a:cxn>
                <a:cxn ang="0">
                  <a:pos x="279" y="249"/>
                </a:cxn>
                <a:cxn ang="0">
                  <a:pos x="224" y="268"/>
                </a:cxn>
                <a:cxn ang="0">
                  <a:pos x="29" y="175"/>
                </a:cxn>
                <a:cxn ang="0">
                  <a:pos x="10" y="120"/>
                </a:cxn>
                <a:cxn ang="0">
                  <a:pos x="54" y="29"/>
                </a:cxn>
                <a:cxn ang="0">
                  <a:pos x="108" y="9"/>
                </a:cxn>
                <a:cxn ang="0">
                  <a:pos x="303" y="103"/>
                </a:cxn>
              </a:cxnLst>
              <a:rect l="0" t="0" r="r" b="b"/>
              <a:pathLst>
                <a:path w="332" h="278">
                  <a:moveTo>
                    <a:pt x="303" y="103"/>
                  </a:moveTo>
                  <a:cubicBezTo>
                    <a:pt x="324" y="113"/>
                    <a:pt x="332" y="137"/>
                    <a:pt x="323" y="158"/>
                  </a:cubicBezTo>
                  <a:cubicBezTo>
                    <a:pt x="279" y="249"/>
                    <a:pt x="279" y="249"/>
                    <a:pt x="279" y="249"/>
                  </a:cubicBezTo>
                  <a:cubicBezTo>
                    <a:pt x="269" y="270"/>
                    <a:pt x="244" y="278"/>
                    <a:pt x="224" y="268"/>
                  </a:cubicBezTo>
                  <a:cubicBezTo>
                    <a:pt x="29" y="175"/>
                    <a:pt x="29" y="175"/>
                    <a:pt x="29" y="175"/>
                  </a:cubicBezTo>
                  <a:cubicBezTo>
                    <a:pt x="9" y="165"/>
                    <a:pt x="0" y="141"/>
                    <a:pt x="10" y="120"/>
                  </a:cubicBezTo>
                  <a:cubicBezTo>
                    <a:pt x="54" y="29"/>
                    <a:pt x="54" y="29"/>
                    <a:pt x="54" y="29"/>
                  </a:cubicBezTo>
                  <a:cubicBezTo>
                    <a:pt x="63" y="8"/>
                    <a:pt x="88" y="0"/>
                    <a:pt x="108" y="9"/>
                  </a:cubicBezTo>
                  <a:lnTo>
                    <a:pt x="303" y="103"/>
                  </a:lnTo>
                  <a:close/>
                </a:path>
              </a:pathLst>
            </a:custGeom>
            <a:solidFill>
              <a:srgbClr val="3AA3C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46" name="Freeform 18"/>
            <p:cNvSpPr>
              <a:spLocks/>
            </p:cNvSpPr>
            <p:nvPr/>
          </p:nvSpPr>
          <p:spPr bwMode="auto">
            <a:xfrm>
              <a:off x="2849563" y="4149725"/>
              <a:ext cx="1487488" cy="1362075"/>
            </a:xfrm>
            <a:custGeom>
              <a:avLst/>
              <a:gdLst/>
              <a:ahLst/>
              <a:cxnLst>
                <a:cxn ang="0">
                  <a:pos x="0" y="0"/>
                </a:cxn>
                <a:cxn ang="0">
                  <a:pos x="34" y="444"/>
                </a:cxn>
                <a:cxn ang="0">
                  <a:pos x="224" y="535"/>
                </a:cxn>
                <a:cxn ang="0">
                  <a:pos x="584" y="280"/>
                </a:cxn>
                <a:cxn ang="0">
                  <a:pos x="0" y="0"/>
                </a:cxn>
              </a:cxnLst>
              <a:rect l="0" t="0" r="r" b="b"/>
              <a:pathLst>
                <a:path w="584" h="535">
                  <a:moveTo>
                    <a:pt x="0" y="0"/>
                  </a:moveTo>
                  <a:cubicBezTo>
                    <a:pt x="0" y="0"/>
                    <a:pt x="172" y="155"/>
                    <a:pt x="34" y="444"/>
                  </a:cubicBezTo>
                  <a:cubicBezTo>
                    <a:pt x="224" y="535"/>
                    <a:pt x="224" y="535"/>
                    <a:pt x="224" y="535"/>
                  </a:cubicBezTo>
                  <a:cubicBezTo>
                    <a:pt x="224" y="535"/>
                    <a:pt x="441" y="212"/>
                    <a:pt x="584" y="280"/>
                  </a:cubicBezTo>
                  <a:lnTo>
                    <a:pt x="0" y="0"/>
                  </a:lnTo>
                  <a:close/>
                </a:path>
              </a:pathLst>
            </a:custGeom>
            <a:solidFill>
              <a:srgbClr val="E6E6E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47" name="Freeform 19"/>
            <p:cNvSpPr>
              <a:spLocks/>
            </p:cNvSpPr>
            <p:nvPr/>
          </p:nvSpPr>
          <p:spPr bwMode="auto">
            <a:xfrm>
              <a:off x="2879726" y="4157663"/>
              <a:ext cx="501650" cy="1158875"/>
            </a:xfrm>
            <a:custGeom>
              <a:avLst/>
              <a:gdLst/>
              <a:ahLst/>
              <a:cxnLst>
                <a:cxn ang="0">
                  <a:pos x="34" y="443"/>
                </a:cxn>
                <a:cxn ang="0">
                  <a:pos x="58" y="455"/>
                </a:cxn>
                <a:cxn ang="0">
                  <a:pos x="25" y="12"/>
                </a:cxn>
                <a:cxn ang="0">
                  <a:pos x="0" y="0"/>
                </a:cxn>
                <a:cxn ang="0">
                  <a:pos x="34" y="443"/>
                </a:cxn>
              </a:cxnLst>
              <a:rect l="0" t="0" r="r" b="b"/>
              <a:pathLst>
                <a:path w="197" h="455">
                  <a:moveTo>
                    <a:pt x="34" y="443"/>
                  </a:moveTo>
                  <a:cubicBezTo>
                    <a:pt x="58" y="455"/>
                    <a:pt x="58" y="455"/>
                    <a:pt x="58" y="455"/>
                  </a:cubicBezTo>
                  <a:cubicBezTo>
                    <a:pt x="197" y="167"/>
                    <a:pt x="25" y="12"/>
                    <a:pt x="25" y="12"/>
                  </a:cubicBezTo>
                  <a:cubicBezTo>
                    <a:pt x="0" y="0"/>
                    <a:pt x="0" y="0"/>
                    <a:pt x="0" y="0"/>
                  </a:cubicBezTo>
                  <a:cubicBezTo>
                    <a:pt x="0" y="0"/>
                    <a:pt x="172" y="155"/>
                    <a:pt x="34" y="443"/>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48" name="Freeform 20"/>
            <p:cNvSpPr>
              <a:spLocks/>
            </p:cNvSpPr>
            <p:nvPr/>
          </p:nvSpPr>
          <p:spPr bwMode="auto">
            <a:xfrm>
              <a:off x="2795588" y="4010025"/>
              <a:ext cx="1655763" cy="881063"/>
            </a:xfrm>
            <a:custGeom>
              <a:avLst/>
              <a:gdLst/>
              <a:ahLst/>
              <a:cxnLst>
                <a:cxn ang="0">
                  <a:pos x="630" y="287"/>
                </a:cxn>
                <a:cxn ang="0">
                  <a:pos x="643" y="325"/>
                </a:cxn>
                <a:cxn ang="0">
                  <a:pos x="642" y="326"/>
                </a:cxn>
                <a:cxn ang="0">
                  <a:pos x="605" y="339"/>
                </a:cxn>
                <a:cxn ang="0">
                  <a:pos x="20" y="58"/>
                </a:cxn>
                <a:cxn ang="0">
                  <a:pos x="7" y="21"/>
                </a:cxn>
                <a:cxn ang="0">
                  <a:pos x="7" y="20"/>
                </a:cxn>
                <a:cxn ang="0">
                  <a:pos x="45" y="7"/>
                </a:cxn>
                <a:cxn ang="0">
                  <a:pos x="630" y="287"/>
                </a:cxn>
              </a:cxnLst>
              <a:rect l="0" t="0" r="r" b="b"/>
              <a:pathLst>
                <a:path w="650" h="346">
                  <a:moveTo>
                    <a:pt x="630" y="287"/>
                  </a:moveTo>
                  <a:cubicBezTo>
                    <a:pt x="644" y="294"/>
                    <a:pt x="650" y="311"/>
                    <a:pt x="643" y="325"/>
                  </a:cubicBezTo>
                  <a:cubicBezTo>
                    <a:pt x="642" y="326"/>
                    <a:pt x="642" y="326"/>
                    <a:pt x="642" y="326"/>
                  </a:cubicBezTo>
                  <a:cubicBezTo>
                    <a:pt x="636" y="340"/>
                    <a:pt x="619" y="346"/>
                    <a:pt x="605" y="339"/>
                  </a:cubicBezTo>
                  <a:cubicBezTo>
                    <a:pt x="20" y="58"/>
                    <a:pt x="20" y="58"/>
                    <a:pt x="20" y="58"/>
                  </a:cubicBezTo>
                  <a:cubicBezTo>
                    <a:pt x="6" y="52"/>
                    <a:pt x="0" y="35"/>
                    <a:pt x="7" y="21"/>
                  </a:cubicBezTo>
                  <a:cubicBezTo>
                    <a:pt x="7" y="20"/>
                    <a:pt x="7" y="20"/>
                    <a:pt x="7" y="20"/>
                  </a:cubicBezTo>
                  <a:cubicBezTo>
                    <a:pt x="14" y="6"/>
                    <a:pt x="31" y="0"/>
                    <a:pt x="45" y="7"/>
                  </a:cubicBezTo>
                  <a:lnTo>
                    <a:pt x="630" y="287"/>
                  </a:lnTo>
                  <a:close/>
                </a:path>
              </a:pathLst>
            </a:custGeom>
            <a:solidFill>
              <a:srgbClr val="3AA3C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49" name="Freeform 21"/>
            <p:cNvSpPr>
              <a:spLocks/>
            </p:cNvSpPr>
            <p:nvPr/>
          </p:nvSpPr>
          <p:spPr bwMode="auto">
            <a:xfrm>
              <a:off x="3473451" y="5634038"/>
              <a:ext cx="125413" cy="300038"/>
            </a:xfrm>
            <a:custGeom>
              <a:avLst/>
              <a:gdLst/>
              <a:ahLst/>
              <a:cxnLst>
                <a:cxn ang="0">
                  <a:pos x="17" y="116"/>
                </a:cxn>
                <a:cxn ang="0">
                  <a:pos x="1" y="107"/>
                </a:cxn>
                <a:cxn ang="0">
                  <a:pos x="14" y="12"/>
                </a:cxn>
                <a:cxn ang="0">
                  <a:pos x="32" y="1"/>
                </a:cxn>
                <a:cxn ang="0">
                  <a:pos x="48" y="16"/>
                </a:cxn>
                <a:cxn ang="0">
                  <a:pos x="35" y="111"/>
                </a:cxn>
                <a:cxn ang="0">
                  <a:pos x="17" y="116"/>
                </a:cxn>
              </a:cxnLst>
              <a:rect l="0" t="0" r="r" b="b"/>
              <a:pathLst>
                <a:path w="49" h="118">
                  <a:moveTo>
                    <a:pt x="17" y="116"/>
                  </a:moveTo>
                  <a:cubicBezTo>
                    <a:pt x="8" y="115"/>
                    <a:pt x="0" y="114"/>
                    <a:pt x="1" y="107"/>
                  </a:cubicBezTo>
                  <a:cubicBezTo>
                    <a:pt x="14" y="12"/>
                    <a:pt x="14" y="12"/>
                    <a:pt x="14" y="12"/>
                  </a:cubicBezTo>
                  <a:cubicBezTo>
                    <a:pt x="15" y="5"/>
                    <a:pt x="23" y="0"/>
                    <a:pt x="32" y="1"/>
                  </a:cubicBezTo>
                  <a:cubicBezTo>
                    <a:pt x="42" y="3"/>
                    <a:pt x="49" y="9"/>
                    <a:pt x="48" y="16"/>
                  </a:cubicBezTo>
                  <a:cubicBezTo>
                    <a:pt x="35" y="111"/>
                    <a:pt x="35" y="111"/>
                    <a:pt x="35" y="111"/>
                  </a:cubicBezTo>
                  <a:cubicBezTo>
                    <a:pt x="34" y="118"/>
                    <a:pt x="26" y="118"/>
                    <a:pt x="17" y="116"/>
                  </a:cubicBezTo>
                  <a:close/>
                </a:path>
              </a:pathLst>
            </a:custGeom>
            <a:solidFill>
              <a:srgbClr val="FFCCA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50" name="Freeform 22"/>
            <p:cNvSpPr>
              <a:spLocks/>
            </p:cNvSpPr>
            <p:nvPr/>
          </p:nvSpPr>
          <p:spPr bwMode="auto">
            <a:xfrm>
              <a:off x="3473451" y="5641975"/>
              <a:ext cx="53975" cy="282575"/>
            </a:xfrm>
            <a:custGeom>
              <a:avLst/>
              <a:gdLst/>
              <a:ahLst/>
              <a:cxnLst>
                <a:cxn ang="0">
                  <a:pos x="1" y="104"/>
                </a:cxn>
                <a:cxn ang="0">
                  <a:pos x="14" y="9"/>
                </a:cxn>
                <a:cxn ang="0">
                  <a:pos x="21" y="0"/>
                </a:cxn>
                <a:cxn ang="0">
                  <a:pos x="1" y="104"/>
                </a:cxn>
              </a:cxnLst>
              <a:rect l="0" t="0" r="r" b="b"/>
              <a:pathLst>
                <a:path w="21" h="111">
                  <a:moveTo>
                    <a:pt x="1" y="104"/>
                  </a:moveTo>
                  <a:cubicBezTo>
                    <a:pt x="14" y="9"/>
                    <a:pt x="14" y="9"/>
                    <a:pt x="14" y="9"/>
                  </a:cubicBezTo>
                  <a:cubicBezTo>
                    <a:pt x="15" y="2"/>
                    <a:pt x="21" y="0"/>
                    <a:pt x="21" y="0"/>
                  </a:cubicBezTo>
                  <a:cubicBezTo>
                    <a:pt x="21" y="0"/>
                    <a:pt x="0" y="111"/>
                    <a:pt x="1" y="104"/>
                  </a:cubicBezTo>
                  <a:close/>
                </a:path>
              </a:pathLst>
            </a:custGeom>
            <a:solidFill>
              <a:srgbClr val="DDB19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51" name="Freeform 23"/>
            <p:cNvSpPr>
              <a:spLocks/>
            </p:cNvSpPr>
            <p:nvPr/>
          </p:nvSpPr>
          <p:spPr bwMode="auto">
            <a:xfrm>
              <a:off x="3489326" y="5862638"/>
              <a:ext cx="65088" cy="61913"/>
            </a:xfrm>
            <a:custGeom>
              <a:avLst/>
              <a:gdLst/>
              <a:ahLst/>
              <a:cxnLst>
                <a:cxn ang="0">
                  <a:pos x="23" y="24"/>
                </a:cxn>
                <a:cxn ang="0">
                  <a:pos x="24" y="22"/>
                </a:cxn>
                <a:cxn ang="0">
                  <a:pos x="14" y="2"/>
                </a:cxn>
                <a:cxn ang="0">
                  <a:pos x="0" y="19"/>
                </a:cxn>
                <a:cxn ang="0">
                  <a:pos x="0" y="21"/>
                </a:cxn>
                <a:cxn ang="0">
                  <a:pos x="23" y="24"/>
                </a:cxn>
              </a:cxnLst>
              <a:rect l="0" t="0" r="r" b="b"/>
              <a:pathLst>
                <a:path w="26" h="24">
                  <a:moveTo>
                    <a:pt x="23" y="24"/>
                  </a:moveTo>
                  <a:cubicBezTo>
                    <a:pt x="23" y="24"/>
                    <a:pt x="24" y="23"/>
                    <a:pt x="24" y="22"/>
                  </a:cubicBezTo>
                  <a:cubicBezTo>
                    <a:pt x="25" y="12"/>
                    <a:pt x="26" y="4"/>
                    <a:pt x="14" y="2"/>
                  </a:cubicBezTo>
                  <a:cubicBezTo>
                    <a:pt x="2" y="0"/>
                    <a:pt x="1" y="8"/>
                    <a:pt x="0" y="19"/>
                  </a:cubicBezTo>
                  <a:cubicBezTo>
                    <a:pt x="0" y="20"/>
                    <a:pt x="0" y="21"/>
                    <a:pt x="0" y="21"/>
                  </a:cubicBezTo>
                  <a:lnTo>
                    <a:pt x="23" y="24"/>
                  </a:lnTo>
                  <a:close/>
                </a:path>
              </a:pathLst>
            </a:custGeom>
            <a:solidFill>
              <a:srgbClr val="F3EBD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52" name="Freeform 24"/>
            <p:cNvSpPr>
              <a:spLocks/>
            </p:cNvSpPr>
            <p:nvPr/>
          </p:nvSpPr>
          <p:spPr bwMode="auto">
            <a:xfrm>
              <a:off x="3560763" y="5651500"/>
              <a:ext cx="123825" cy="300038"/>
            </a:xfrm>
            <a:custGeom>
              <a:avLst/>
              <a:gdLst/>
              <a:ahLst/>
              <a:cxnLst>
                <a:cxn ang="0">
                  <a:pos x="17" y="116"/>
                </a:cxn>
                <a:cxn ang="0">
                  <a:pos x="1" y="107"/>
                </a:cxn>
                <a:cxn ang="0">
                  <a:pos x="14" y="11"/>
                </a:cxn>
                <a:cxn ang="0">
                  <a:pos x="33" y="1"/>
                </a:cxn>
                <a:cxn ang="0">
                  <a:pos x="48" y="16"/>
                </a:cxn>
                <a:cxn ang="0">
                  <a:pos x="35" y="111"/>
                </a:cxn>
                <a:cxn ang="0">
                  <a:pos x="17" y="116"/>
                </a:cxn>
              </a:cxnLst>
              <a:rect l="0" t="0" r="r" b="b"/>
              <a:pathLst>
                <a:path w="49" h="118">
                  <a:moveTo>
                    <a:pt x="17" y="116"/>
                  </a:moveTo>
                  <a:cubicBezTo>
                    <a:pt x="8" y="115"/>
                    <a:pt x="0" y="113"/>
                    <a:pt x="1" y="107"/>
                  </a:cubicBezTo>
                  <a:cubicBezTo>
                    <a:pt x="14" y="11"/>
                    <a:pt x="14" y="11"/>
                    <a:pt x="14" y="11"/>
                  </a:cubicBezTo>
                  <a:cubicBezTo>
                    <a:pt x="15" y="4"/>
                    <a:pt x="23" y="0"/>
                    <a:pt x="33" y="1"/>
                  </a:cubicBezTo>
                  <a:cubicBezTo>
                    <a:pt x="42" y="2"/>
                    <a:pt x="49" y="9"/>
                    <a:pt x="48" y="16"/>
                  </a:cubicBezTo>
                  <a:cubicBezTo>
                    <a:pt x="35" y="111"/>
                    <a:pt x="35" y="111"/>
                    <a:pt x="35" y="111"/>
                  </a:cubicBezTo>
                  <a:cubicBezTo>
                    <a:pt x="34" y="118"/>
                    <a:pt x="26" y="117"/>
                    <a:pt x="17" y="116"/>
                  </a:cubicBezTo>
                  <a:close/>
                </a:path>
              </a:pathLst>
            </a:custGeom>
            <a:solidFill>
              <a:srgbClr val="FFCCA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53" name="Freeform 25"/>
            <p:cNvSpPr>
              <a:spLocks/>
            </p:cNvSpPr>
            <p:nvPr/>
          </p:nvSpPr>
          <p:spPr bwMode="auto">
            <a:xfrm>
              <a:off x="3560763" y="5659438"/>
              <a:ext cx="52388" cy="279400"/>
            </a:xfrm>
            <a:custGeom>
              <a:avLst/>
              <a:gdLst/>
              <a:ahLst/>
              <a:cxnLst>
                <a:cxn ang="0">
                  <a:pos x="1" y="104"/>
                </a:cxn>
                <a:cxn ang="0">
                  <a:pos x="14" y="8"/>
                </a:cxn>
                <a:cxn ang="0">
                  <a:pos x="21" y="0"/>
                </a:cxn>
                <a:cxn ang="0">
                  <a:pos x="1" y="104"/>
                </a:cxn>
              </a:cxnLst>
              <a:rect l="0" t="0" r="r" b="b"/>
              <a:pathLst>
                <a:path w="21" h="110">
                  <a:moveTo>
                    <a:pt x="1" y="104"/>
                  </a:moveTo>
                  <a:cubicBezTo>
                    <a:pt x="14" y="8"/>
                    <a:pt x="14" y="8"/>
                    <a:pt x="14" y="8"/>
                  </a:cubicBezTo>
                  <a:cubicBezTo>
                    <a:pt x="15" y="1"/>
                    <a:pt x="21" y="0"/>
                    <a:pt x="21" y="0"/>
                  </a:cubicBezTo>
                  <a:cubicBezTo>
                    <a:pt x="21" y="0"/>
                    <a:pt x="0" y="110"/>
                    <a:pt x="1" y="104"/>
                  </a:cubicBezTo>
                  <a:close/>
                </a:path>
              </a:pathLst>
            </a:custGeom>
            <a:solidFill>
              <a:srgbClr val="DDB19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54" name="Freeform 26"/>
            <p:cNvSpPr>
              <a:spLocks/>
            </p:cNvSpPr>
            <p:nvPr/>
          </p:nvSpPr>
          <p:spPr bwMode="auto">
            <a:xfrm>
              <a:off x="3575051" y="5880100"/>
              <a:ext cx="66675" cy="61913"/>
            </a:xfrm>
            <a:custGeom>
              <a:avLst/>
              <a:gdLst/>
              <a:ahLst/>
              <a:cxnLst>
                <a:cxn ang="0">
                  <a:pos x="23" y="24"/>
                </a:cxn>
                <a:cxn ang="0">
                  <a:pos x="24" y="22"/>
                </a:cxn>
                <a:cxn ang="0">
                  <a:pos x="14" y="2"/>
                </a:cxn>
                <a:cxn ang="0">
                  <a:pos x="0" y="19"/>
                </a:cxn>
                <a:cxn ang="0">
                  <a:pos x="0" y="21"/>
                </a:cxn>
                <a:cxn ang="0">
                  <a:pos x="23" y="24"/>
                </a:cxn>
              </a:cxnLst>
              <a:rect l="0" t="0" r="r" b="b"/>
              <a:pathLst>
                <a:path w="26" h="24">
                  <a:moveTo>
                    <a:pt x="23" y="24"/>
                  </a:moveTo>
                  <a:cubicBezTo>
                    <a:pt x="23" y="24"/>
                    <a:pt x="24" y="23"/>
                    <a:pt x="24" y="22"/>
                  </a:cubicBezTo>
                  <a:cubicBezTo>
                    <a:pt x="25" y="12"/>
                    <a:pt x="26" y="3"/>
                    <a:pt x="14" y="2"/>
                  </a:cubicBezTo>
                  <a:cubicBezTo>
                    <a:pt x="2" y="0"/>
                    <a:pt x="1" y="8"/>
                    <a:pt x="0" y="19"/>
                  </a:cubicBezTo>
                  <a:cubicBezTo>
                    <a:pt x="0" y="19"/>
                    <a:pt x="0" y="21"/>
                    <a:pt x="0" y="21"/>
                  </a:cubicBezTo>
                  <a:lnTo>
                    <a:pt x="23" y="24"/>
                  </a:lnTo>
                  <a:close/>
                </a:path>
              </a:pathLst>
            </a:custGeom>
            <a:solidFill>
              <a:srgbClr val="F3EBD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55" name="Freeform 27"/>
            <p:cNvSpPr>
              <a:spLocks/>
            </p:cNvSpPr>
            <p:nvPr/>
          </p:nvSpPr>
          <p:spPr bwMode="auto">
            <a:xfrm>
              <a:off x="3646488" y="5675313"/>
              <a:ext cx="122238" cy="300038"/>
            </a:xfrm>
            <a:custGeom>
              <a:avLst/>
              <a:gdLst/>
              <a:ahLst/>
              <a:cxnLst>
                <a:cxn ang="0">
                  <a:pos x="17" y="116"/>
                </a:cxn>
                <a:cxn ang="0">
                  <a:pos x="1" y="106"/>
                </a:cxn>
                <a:cxn ang="0">
                  <a:pos x="14" y="11"/>
                </a:cxn>
                <a:cxn ang="0">
                  <a:pos x="32" y="1"/>
                </a:cxn>
                <a:cxn ang="0">
                  <a:pos x="48" y="16"/>
                </a:cxn>
                <a:cxn ang="0">
                  <a:pos x="35" y="111"/>
                </a:cxn>
                <a:cxn ang="0">
                  <a:pos x="17" y="116"/>
                </a:cxn>
              </a:cxnLst>
              <a:rect l="0" t="0" r="r" b="b"/>
              <a:pathLst>
                <a:path w="48" h="118">
                  <a:moveTo>
                    <a:pt x="17" y="116"/>
                  </a:moveTo>
                  <a:cubicBezTo>
                    <a:pt x="7" y="114"/>
                    <a:pt x="0" y="113"/>
                    <a:pt x="1" y="106"/>
                  </a:cubicBezTo>
                  <a:cubicBezTo>
                    <a:pt x="14" y="11"/>
                    <a:pt x="14" y="11"/>
                    <a:pt x="14" y="11"/>
                  </a:cubicBezTo>
                  <a:cubicBezTo>
                    <a:pt x="15" y="4"/>
                    <a:pt x="23" y="0"/>
                    <a:pt x="32" y="1"/>
                  </a:cubicBezTo>
                  <a:cubicBezTo>
                    <a:pt x="42" y="2"/>
                    <a:pt x="48" y="9"/>
                    <a:pt x="48" y="16"/>
                  </a:cubicBezTo>
                  <a:cubicBezTo>
                    <a:pt x="35" y="111"/>
                    <a:pt x="35" y="111"/>
                    <a:pt x="35" y="111"/>
                  </a:cubicBezTo>
                  <a:cubicBezTo>
                    <a:pt x="34" y="118"/>
                    <a:pt x="26" y="117"/>
                    <a:pt x="17" y="116"/>
                  </a:cubicBezTo>
                  <a:close/>
                </a:path>
              </a:pathLst>
            </a:custGeom>
            <a:solidFill>
              <a:srgbClr val="FFCCA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56" name="Freeform 28"/>
            <p:cNvSpPr>
              <a:spLocks/>
            </p:cNvSpPr>
            <p:nvPr/>
          </p:nvSpPr>
          <p:spPr bwMode="auto">
            <a:xfrm>
              <a:off x="3646488" y="5680075"/>
              <a:ext cx="53975" cy="282575"/>
            </a:xfrm>
            <a:custGeom>
              <a:avLst/>
              <a:gdLst/>
              <a:ahLst/>
              <a:cxnLst>
                <a:cxn ang="0">
                  <a:pos x="1" y="104"/>
                </a:cxn>
                <a:cxn ang="0">
                  <a:pos x="14" y="9"/>
                </a:cxn>
                <a:cxn ang="0">
                  <a:pos x="21" y="0"/>
                </a:cxn>
                <a:cxn ang="0">
                  <a:pos x="1" y="104"/>
                </a:cxn>
              </a:cxnLst>
              <a:rect l="0" t="0" r="r" b="b"/>
              <a:pathLst>
                <a:path w="21" h="111">
                  <a:moveTo>
                    <a:pt x="1" y="104"/>
                  </a:moveTo>
                  <a:cubicBezTo>
                    <a:pt x="14" y="9"/>
                    <a:pt x="14" y="9"/>
                    <a:pt x="14" y="9"/>
                  </a:cubicBezTo>
                  <a:cubicBezTo>
                    <a:pt x="15" y="2"/>
                    <a:pt x="21" y="0"/>
                    <a:pt x="21" y="0"/>
                  </a:cubicBezTo>
                  <a:cubicBezTo>
                    <a:pt x="21" y="0"/>
                    <a:pt x="0" y="111"/>
                    <a:pt x="1" y="104"/>
                  </a:cubicBezTo>
                  <a:close/>
                </a:path>
              </a:pathLst>
            </a:custGeom>
            <a:solidFill>
              <a:srgbClr val="DDB19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57" name="Freeform 29"/>
            <p:cNvSpPr>
              <a:spLocks/>
            </p:cNvSpPr>
            <p:nvPr/>
          </p:nvSpPr>
          <p:spPr bwMode="auto">
            <a:xfrm>
              <a:off x="3659188" y="5903913"/>
              <a:ext cx="68263" cy="60325"/>
            </a:xfrm>
            <a:custGeom>
              <a:avLst/>
              <a:gdLst/>
              <a:ahLst/>
              <a:cxnLst>
                <a:cxn ang="0">
                  <a:pos x="24" y="24"/>
                </a:cxn>
                <a:cxn ang="0">
                  <a:pos x="25" y="22"/>
                </a:cxn>
                <a:cxn ang="0">
                  <a:pos x="15" y="1"/>
                </a:cxn>
                <a:cxn ang="0">
                  <a:pos x="1" y="18"/>
                </a:cxn>
                <a:cxn ang="0">
                  <a:pos x="0" y="20"/>
                </a:cxn>
                <a:cxn ang="0">
                  <a:pos x="24" y="24"/>
                </a:cxn>
              </a:cxnLst>
              <a:rect l="0" t="0" r="r" b="b"/>
              <a:pathLst>
                <a:path w="27" h="24">
                  <a:moveTo>
                    <a:pt x="24" y="24"/>
                  </a:moveTo>
                  <a:cubicBezTo>
                    <a:pt x="24" y="24"/>
                    <a:pt x="24" y="23"/>
                    <a:pt x="25" y="22"/>
                  </a:cubicBezTo>
                  <a:cubicBezTo>
                    <a:pt x="26" y="11"/>
                    <a:pt x="27" y="3"/>
                    <a:pt x="15" y="1"/>
                  </a:cubicBezTo>
                  <a:cubicBezTo>
                    <a:pt x="3" y="0"/>
                    <a:pt x="2" y="8"/>
                    <a:pt x="1" y="18"/>
                  </a:cubicBezTo>
                  <a:cubicBezTo>
                    <a:pt x="0" y="19"/>
                    <a:pt x="0" y="20"/>
                    <a:pt x="0" y="20"/>
                  </a:cubicBezTo>
                  <a:lnTo>
                    <a:pt x="24" y="24"/>
                  </a:lnTo>
                  <a:close/>
                </a:path>
              </a:pathLst>
            </a:custGeom>
            <a:solidFill>
              <a:srgbClr val="F3EBD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58" name="Freeform 30"/>
            <p:cNvSpPr>
              <a:spLocks/>
            </p:cNvSpPr>
            <p:nvPr/>
          </p:nvSpPr>
          <p:spPr bwMode="auto">
            <a:xfrm>
              <a:off x="3735388" y="5707063"/>
              <a:ext cx="120650" cy="250825"/>
            </a:xfrm>
            <a:custGeom>
              <a:avLst/>
              <a:gdLst/>
              <a:ahLst/>
              <a:cxnLst>
                <a:cxn ang="0">
                  <a:pos x="17" y="96"/>
                </a:cxn>
                <a:cxn ang="0">
                  <a:pos x="1" y="86"/>
                </a:cxn>
                <a:cxn ang="0">
                  <a:pos x="13" y="12"/>
                </a:cxn>
                <a:cxn ang="0">
                  <a:pos x="31" y="2"/>
                </a:cxn>
                <a:cxn ang="0">
                  <a:pos x="46" y="16"/>
                </a:cxn>
                <a:cxn ang="0">
                  <a:pos x="35" y="91"/>
                </a:cxn>
                <a:cxn ang="0">
                  <a:pos x="17" y="96"/>
                </a:cxn>
              </a:cxnLst>
              <a:rect l="0" t="0" r="r" b="b"/>
              <a:pathLst>
                <a:path w="47" h="98">
                  <a:moveTo>
                    <a:pt x="17" y="96"/>
                  </a:moveTo>
                  <a:cubicBezTo>
                    <a:pt x="8" y="95"/>
                    <a:pt x="0" y="93"/>
                    <a:pt x="1" y="86"/>
                  </a:cubicBezTo>
                  <a:cubicBezTo>
                    <a:pt x="13" y="12"/>
                    <a:pt x="13" y="12"/>
                    <a:pt x="13" y="12"/>
                  </a:cubicBezTo>
                  <a:cubicBezTo>
                    <a:pt x="14" y="5"/>
                    <a:pt x="22" y="0"/>
                    <a:pt x="31" y="2"/>
                  </a:cubicBezTo>
                  <a:cubicBezTo>
                    <a:pt x="41" y="3"/>
                    <a:pt x="47" y="10"/>
                    <a:pt x="46" y="16"/>
                  </a:cubicBezTo>
                  <a:cubicBezTo>
                    <a:pt x="35" y="91"/>
                    <a:pt x="35" y="91"/>
                    <a:pt x="35" y="91"/>
                  </a:cubicBezTo>
                  <a:cubicBezTo>
                    <a:pt x="34" y="98"/>
                    <a:pt x="27" y="97"/>
                    <a:pt x="17" y="96"/>
                  </a:cubicBezTo>
                  <a:close/>
                </a:path>
              </a:pathLst>
            </a:custGeom>
            <a:solidFill>
              <a:srgbClr val="FFCCA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59" name="Freeform 31"/>
            <p:cNvSpPr>
              <a:spLocks/>
            </p:cNvSpPr>
            <p:nvPr/>
          </p:nvSpPr>
          <p:spPr bwMode="auto">
            <a:xfrm>
              <a:off x="3735388" y="5715000"/>
              <a:ext cx="50800" cy="230188"/>
            </a:xfrm>
            <a:custGeom>
              <a:avLst/>
              <a:gdLst/>
              <a:ahLst/>
              <a:cxnLst>
                <a:cxn ang="0">
                  <a:pos x="1" y="83"/>
                </a:cxn>
                <a:cxn ang="0">
                  <a:pos x="13" y="9"/>
                </a:cxn>
                <a:cxn ang="0">
                  <a:pos x="20" y="0"/>
                </a:cxn>
                <a:cxn ang="0">
                  <a:pos x="1" y="83"/>
                </a:cxn>
              </a:cxnLst>
              <a:rect l="0" t="0" r="r" b="b"/>
              <a:pathLst>
                <a:path w="20" h="90">
                  <a:moveTo>
                    <a:pt x="1" y="83"/>
                  </a:moveTo>
                  <a:cubicBezTo>
                    <a:pt x="13" y="9"/>
                    <a:pt x="13" y="9"/>
                    <a:pt x="13" y="9"/>
                  </a:cubicBezTo>
                  <a:cubicBezTo>
                    <a:pt x="14" y="2"/>
                    <a:pt x="20" y="0"/>
                    <a:pt x="20" y="0"/>
                  </a:cubicBezTo>
                  <a:cubicBezTo>
                    <a:pt x="20" y="0"/>
                    <a:pt x="0" y="90"/>
                    <a:pt x="1" y="83"/>
                  </a:cubicBezTo>
                  <a:close/>
                </a:path>
              </a:pathLst>
            </a:custGeom>
            <a:solidFill>
              <a:srgbClr val="DDB19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60" name="Freeform 32"/>
            <p:cNvSpPr>
              <a:spLocks/>
            </p:cNvSpPr>
            <p:nvPr/>
          </p:nvSpPr>
          <p:spPr bwMode="auto">
            <a:xfrm>
              <a:off x="3751263" y="5886450"/>
              <a:ext cx="68263" cy="60325"/>
            </a:xfrm>
            <a:custGeom>
              <a:avLst/>
              <a:gdLst/>
              <a:ahLst/>
              <a:cxnLst>
                <a:cxn ang="0">
                  <a:pos x="24" y="24"/>
                </a:cxn>
                <a:cxn ang="0">
                  <a:pos x="24" y="22"/>
                </a:cxn>
                <a:cxn ang="0">
                  <a:pos x="15" y="2"/>
                </a:cxn>
                <a:cxn ang="0">
                  <a:pos x="0" y="18"/>
                </a:cxn>
                <a:cxn ang="0">
                  <a:pos x="0" y="21"/>
                </a:cxn>
                <a:cxn ang="0">
                  <a:pos x="24" y="24"/>
                </a:cxn>
              </a:cxnLst>
              <a:rect l="0" t="0" r="r" b="b"/>
              <a:pathLst>
                <a:path w="27" h="24">
                  <a:moveTo>
                    <a:pt x="24" y="24"/>
                  </a:moveTo>
                  <a:cubicBezTo>
                    <a:pt x="24" y="24"/>
                    <a:pt x="24" y="23"/>
                    <a:pt x="24" y="22"/>
                  </a:cubicBezTo>
                  <a:cubicBezTo>
                    <a:pt x="25" y="11"/>
                    <a:pt x="27" y="3"/>
                    <a:pt x="15" y="2"/>
                  </a:cubicBezTo>
                  <a:cubicBezTo>
                    <a:pt x="3" y="0"/>
                    <a:pt x="2" y="8"/>
                    <a:pt x="0" y="18"/>
                  </a:cubicBezTo>
                  <a:cubicBezTo>
                    <a:pt x="0" y="19"/>
                    <a:pt x="0" y="21"/>
                    <a:pt x="0" y="21"/>
                  </a:cubicBezTo>
                  <a:lnTo>
                    <a:pt x="24" y="24"/>
                  </a:lnTo>
                  <a:close/>
                </a:path>
              </a:pathLst>
            </a:custGeom>
            <a:solidFill>
              <a:srgbClr val="F3EBD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61" name="Freeform 33"/>
            <p:cNvSpPr>
              <a:spLocks/>
            </p:cNvSpPr>
            <p:nvPr/>
          </p:nvSpPr>
          <p:spPr bwMode="auto">
            <a:xfrm>
              <a:off x="3065463" y="6259513"/>
              <a:ext cx="660400" cy="560388"/>
            </a:xfrm>
            <a:custGeom>
              <a:avLst/>
              <a:gdLst/>
              <a:ahLst/>
              <a:cxnLst>
                <a:cxn ang="0">
                  <a:pos x="259" y="53"/>
                </a:cxn>
                <a:cxn ang="0">
                  <a:pos x="230" y="214"/>
                </a:cxn>
                <a:cxn ang="0">
                  <a:pos x="118" y="219"/>
                </a:cxn>
                <a:cxn ang="0">
                  <a:pos x="0" y="206"/>
                </a:cxn>
                <a:cxn ang="0">
                  <a:pos x="120" y="0"/>
                </a:cxn>
                <a:cxn ang="0">
                  <a:pos x="259" y="53"/>
                </a:cxn>
              </a:cxnLst>
              <a:rect l="0" t="0" r="r" b="b"/>
              <a:pathLst>
                <a:path w="259" h="220">
                  <a:moveTo>
                    <a:pt x="259" y="53"/>
                  </a:moveTo>
                  <a:cubicBezTo>
                    <a:pt x="230" y="214"/>
                    <a:pt x="230" y="214"/>
                    <a:pt x="230" y="214"/>
                  </a:cubicBezTo>
                  <a:cubicBezTo>
                    <a:pt x="230" y="214"/>
                    <a:pt x="145" y="220"/>
                    <a:pt x="118" y="219"/>
                  </a:cubicBezTo>
                  <a:cubicBezTo>
                    <a:pt x="82" y="218"/>
                    <a:pt x="0" y="206"/>
                    <a:pt x="0" y="206"/>
                  </a:cubicBezTo>
                  <a:cubicBezTo>
                    <a:pt x="120" y="0"/>
                    <a:pt x="120" y="0"/>
                    <a:pt x="120" y="0"/>
                  </a:cubicBezTo>
                  <a:lnTo>
                    <a:pt x="259" y="53"/>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62" name="Freeform 34"/>
            <p:cNvSpPr>
              <a:spLocks/>
            </p:cNvSpPr>
            <p:nvPr/>
          </p:nvSpPr>
          <p:spPr bwMode="auto">
            <a:xfrm>
              <a:off x="3389313" y="6224588"/>
              <a:ext cx="336550" cy="165100"/>
            </a:xfrm>
            <a:custGeom>
              <a:avLst/>
              <a:gdLst/>
              <a:ahLst/>
              <a:cxnLst>
                <a:cxn ang="0">
                  <a:pos x="0" y="27"/>
                </a:cxn>
                <a:cxn ang="0">
                  <a:pos x="13" y="0"/>
                </a:cxn>
                <a:cxn ang="0">
                  <a:pos x="212" y="64"/>
                </a:cxn>
                <a:cxn ang="0">
                  <a:pos x="202" y="104"/>
                </a:cxn>
                <a:cxn ang="0">
                  <a:pos x="0" y="27"/>
                </a:cxn>
              </a:cxnLst>
              <a:rect l="0" t="0" r="r" b="b"/>
              <a:pathLst>
                <a:path w="212" h="104">
                  <a:moveTo>
                    <a:pt x="0" y="27"/>
                  </a:moveTo>
                  <a:lnTo>
                    <a:pt x="13" y="0"/>
                  </a:lnTo>
                  <a:lnTo>
                    <a:pt x="212" y="64"/>
                  </a:lnTo>
                  <a:lnTo>
                    <a:pt x="202" y="104"/>
                  </a:lnTo>
                  <a:lnTo>
                    <a:pt x="0" y="2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63" name="Freeform 35"/>
            <p:cNvSpPr>
              <a:spLocks/>
            </p:cNvSpPr>
            <p:nvPr/>
          </p:nvSpPr>
          <p:spPr bwMode="auto">
            <a:xfrm>
              <a:off x="3419476" y="6107113"/>
              <a:ext cx="315913" cy="211138"/>
            </a:xfrm>
            <a:custGeom>
              <a:avLst/>
              <a:gdLst/>
              <a:ahLst/>
              <a:cxnLst>
                <a:cxn ang="0">
                  <a:pos x="0" y="77"/>
                </a:cxn>
                <a:cxn ang="0">
                  <a:pos x="8" y="31"/>
                </a:cxn>
                <a:cxn ang="0">
                  <a:pos x="100" y="0"/>
                </a:cxn>
                <a:cxn ang="0">
                  <a:pos x="199" y="59"/>
                </a:cxn>
                <a:cxn ang="0">
                  <a:pos x="180" y="133"/>
                </a:cxn>
                <a:cxn ang="0">
                  <a:pos x="0" y="77"/>
                </a:cxn>
              </a:cxnLst>
              <a:rect l="0" t="0" r="r" b="b"/>
              <a:pathLst>
                <a:path w="199" h="133">
                  <a:moveTo>
                    <a:pt x="0" y="77"/>
                  </a:moveTo>
                  <a:lnTo>
                    <a:pt x="8" y="31"/>
                  </a:lnTo>
                  <a:lnTo>
                    <a:pt x="100" y="0"/>
                  </a:lnTo>
                  <a:lnTo>
                    <a:pt x="199" y="59"/>
                  </a:lnTo>
                  <a:lnTo>
                    <a:pt x="180" y="133"/>
                  </a:lnTo>
                  <a:lnTo>
                    <a:pt x="0" y="77"/>
                  </a:lnTo>
                  <a:close/>
                </a:path>
              </a:pathLst>
            </a:custGeom>
            <a:solidFill>
              <a:srgbClr val="FFCEA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64" name="Freeform 36"/>
            <p:cNvSpPr>
              <a:spLocks/>
            </p:cNvSpPr>
            <p:nvPr/>
          </p:nvSpPr>
          <p:spPr bwMode="auto">
            <a:xfrm>
              <a:off x="3430588" y="6030913"/>
              <a:ext cx="347663" cy="236538"/>
            </a:xfrm>
            <a:custGeom>
              <a:avLst/>
              <a:gdLst/>
              <a:ahLst/>
              <a:cxnLst>
                <a:cxn ang="0">
                  <a:pos x="0" y="52"/>
                </a:cxn>
                <a:cxn ang="0">
                  <a:pos x="58" y="93"/>
                </a:cxn>
                <a:cxn ang="0">
                  <a:pos x="137" y="50"/>
                </a:cxn>
                <a:cxn ang="0">
                  <a:pos x="11" y="0"/>
                </a:cxn>
                <a:cxn ang="0">
                  <a:pos x="0" y="52"/>
                </a:cxn>
              </a:cxnLst>
              <a:rect l="0" t="0" r="r" b="b"/>
              <a:pathLst>
                <a:path w="137" h="93">
                  <a:moveTo>
                    <a:pt x="0" y="52"/>
                  </a:moveTo>
                  <a:cubicBezTo>
                    <a:pt x="16" y="71"/>
                    <a:pt x="35" y="92"/>
                    <a:pt x="58" y="93"/>
                  </a:cubicBezTo>
                  <a:cubicBezTo>
                    <a:pt x="110" y="93"/>
                    <a:pt x="137" y="50"/>
                    <a:pt x="137" y="50"/>
                  </a:cubicBezTo>
                  <a:cubicBezTo>
                    <a:pt x="82" y="33"/>
                    <a:pt x="30" y="9"/>
                    <a:pt x="11" y="0"/>
                  </a:cubicBezTo>
                  <a:lnTo>
                    <a:pt x="0" y="52"/>
                  </a:lnTo>
                  <a:close/>
                </a:path>
              </a:pathLst>
            </a:custGeom>
            <a:solidFill>
              <a:srgbClr val="F7BE9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65" name="Freeform 37"/>
            <p:cNvSpPr>
              <a:spLocks/>
            </p:cNvSpPr>
            <p:nvPr/>
          </p:nvSpPr>
          <p:spPr bwMode="auto">
            <a:xfrm>
              <a:off x="3300413" y="5726113"/>
              <a:ext cx="498475" cy="531813"/>
            </a:xfrm>
            <a:custGeom>
              <a:avLst/>
              <a:gdLst/>
              <a:ahLst/>
              <a:cxnLst>
                <a:cxn ang="0">
                  <a:pos x="196" y="163"/>
                </a:cxn>
                <a:cxn ang="0">
                  <a:pos x="111" y="204"/>
                </a:cxn>
                <a:cxn ang="0">
                  <a:pos x="2" y="92"/>
                </a:cxn>
                <a:cxn ang="0">
                  <a:pos x="26" y="0"/>
                </a:cxn>
                <a:cxn ang="0">
                  <a:pos x="55" y="30"/>
                </a:cxn>
                <a:cxn ang="0">
                  <a:pos x="50" y="94"/>
                </a:cxn>
                <a:cxn ang="0">
                  <a:pos x="196" y="163"/>
                </a:cxn>
              </a:cxnLst>
              <a:rect l="0" t="0" r="r" b="b"/>
              <a:pathLst>
                <a:path w="196" h="209">
                  <a:moveTo>
                    <a:pt x="196" y="163"/>
                  </a:moveTo>
                  <a:cubicBezTo>
                    <a:pt x="196" y="163"/>
                    <a:pt x="169" y="209"/>
                    <a:pt x="111" y="204"/>
                  </a:cubicBezTo>
                  <a:cubicBezTo>
                    <a:pt x="52" y="199"/>
                    <a:pt x="0" y="100"/>
                    <a:pt x="2" y="92"/>
                  </a:cubicBezTo>
                  <a:cubicBezTo>
                    <a:pt x="5" y="84"/>
                    <a:pt x="26" y="0"/>
                    <a:pt x="26" y="0"/>
                  </a:cubicBezTo>
                  <a:cubicBezTo>
                    <a:pt x="26" y="0"/>
                    <a:pt x="58" y="1"/>
                    <a:pt x="55" y="30"/>
                  </a:cubicBezTo>
                  <a:cubicBezTo>
                    <a:pt x="53" y="60"/>
                    <a:pt x="50" y="94"/>
                    <a:pt x="50" y="94"/>
                  </a:cubicBezTo>
                  <a:cubicBezTo>
                    <a:pt x="50" y="94"/>
                    <a:pt x="106" y="121"/>
                    <a:pt x="196" y="163"/>
                  </a:cubicBezTo>
                  <a:close/>
                </a:path>
              </a:pathLst>
            </a:custGeom>
            <a:solidFill>
              <a:srgbClr val="FFCCA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66" name="Freeform 38"/>
            <p:cNvSpPr>
              <a:spLocks/>
            </p:cNvSpPr>
            <p:nvPr/>
          </p:nvSpPr>
          <p:spPr bwMode="auto">
            <a:xfrm>
              <a:off x="3346451" y="5732463"/>
              <a:ext cx="38100" cy="71438"/>
            </a:xfrm>
            <a:custGeom>
              <a:avLst/>
              <a:gdLst/>
              <a:ahLst/>
              <a:cxnLst>
                <a:cxn ang="0">
                  <a:pos x="0" y="27"/>
                </a:cxn>
                <a:cxn ang="0">
                  <a:pos x="9" y="22"/>
                </a:cxn>
                <a:cxn ang="0">
                  <a:pos x="15" y="3"/>
                </a:cxn>
                <a:cxn ang="0">
                  <a:pos x="7" y="1"/>
                </a:cxn>
                <a:cxn ang="0">
                  <a:pos x="0" y="27"/>
                </a:cxn>
              </a:cxnLst>
              <a:rect l="0" t="0" r="r" b="b"/>
              <a:pathLst>
                <a:path w="15" h="28">
                  <a:moveTo>
                    <a:pt x="0" y="27"/>
                  </a:moveTo>
                  <a:cubicBezTo>
                    <a:pt x="0" y="27"/>
                    <a:pt x="6" y="28"/>
                    <a:pt x="9" y="22"/>
                  </a:cubicBezTo>
                  <a:cubicBezTo>
                    <a:pt x="15" y="3"/>
                    <a:pt x="15" y="3"/>
                    <a:pt x="15" y="3"/>
                  </a:cubicBezTo>
                  <a:cubicBezTo>
                    <a:pt x="15" y="3"/>
                    <a:pt x="10" y="0"/>
                    <a:pt x="7" y="1"/>
                  </a:cubicBezTo>
                  <a:lnTo>
                    <a:pt x="0" y="27"/>
                  </a:lnTo>
                  <a:close/>
                </a:path>
              </a:pathLst>
            </a:custGeom>
            <a:solidFill>
              <a:srgbClr val="FFDCC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67" name="Freeform 39"/>
            <p:cNvSpPr>
              <a:spLocks noEditPoints="1"/>
            </p:cNvSpPr>
            <p:nvPr/>
          </p:nvSpPr>
          <p:spPr bwMode="auto">
            <a:xfrm>
              <a:off x="1062038" y="4470400"/>
              <a:ext cx="4692650" cy="2346325"/>
            </a:xfrm>
            <a:custGeom>
              <a:avLst/>
              <a:gdLst/>
              <a:ahLst/>
              <a:cxnLst>
                <a:cxn ang="0">
                  <a:pos x="5" y="34"/>
                </a:cxn>
                <a:cxn ang="0">
                  <a:pos x="7" y="81"/>
                </a:cxn>
                <a:cxn ang="0">
                  <a:pos x="13" y="129"/>
                </a:cxn>
                <a:cxn ang="0">
                  <a:pos x="21" y="176"/>
                </a:cxn>
                <a:cxn ang="0">
                  <a:pos x="31" y="223"/>
                </a:cxn>
                <a:cxn ang="0">
                  <a:pos x="44" y="269"/>
                </a:cxn>
                <a:cxn ang="0">
                  <a:pos x="59" y="315"/>
                </a:cxn>
                <a:cxn ang="0">
                  <a:pos x="77" y="359"/>
                </a:cxn>
                <a:cxn ang="0">
                  <a:pos x="96" y="402"/>
                </a:cxn>
                <a:cxn ang="0">
                  <a:pos x="119" y="445"/>
                </a:cxn>
                <a:cxn ang="0">
                  <a:pos x="143" y="486"/>
                </a:cxn>
                <a:cxn ang="0">
                  <a:pos x="169" y="526"/>
                </a:cxn>
                <a:cxn ang="0">
                  <a:pos x="198" y="564"/>
                </a:cxn>
                <a:cxn ang="0">
                  <a:pos x="228" y="601"/>
                </a:cxn>
                <a:cxn ang="0">
                  <a:pos x="260" y="637"/>
                </a:cxn>
                <a:cxn ang="0">
                  <a:pos x="294" y="670"/>
                </a:cxn>
                <a:cxn ang="0">
                  <a:pos x="330" y="702"/>
                </a:cxn>
                <a:cxn ang="0">
                  <a:pos x="368" y="732"/>
                </a:cxn>
                <a:cxn ang="0">
                  <a:pos x="406" y="760"/>
                </a:cxn>
                <a:cxn ang="0">
                  <a:pos x="447" y="786"/>
                </a:cxn>
                <a:cxn ang="0">
                  <a:pos x="488" y="810"/>
                </a:cxn>
                <a:cxn ang="0">
                  <a:pos x="531" y="831"/>
                </a:cxn>
                <a:cxn ang="0">
                  <a:pos x="575" y="850"/>
                </a:cxn>
                <a:cxn ang="0">
                  <a:pos x="620" y="867"/>
                </a:cxn>
                <a:cxn ang="0">
                  <a:pos x="666" y="882"/>
                </a:cxn>
                <a:cxn ang="0">
                  <a:pos x="712" y="894"/>
                </a:cxn>
                <a:cxn ang="0">
                  <a:pos x="759" y="904"/>
                </a:cxn>
                <a:cxn ang="0">
                  <a:pos x="807" y="911"/>
                </a:cxn>
                <a:cxn ang="0">
                  <a:pos x="854" y="915"/>
                </a:cxn>
                <a:cxn ang="0">
                  <a:pos x="902" y="918"/>
                </a:cxn>
                <a:cxn ang="0">
                  <a:pos x="938" y="922"/>
                </a:cxn>
                <a:cxn ang="0">
                  <a:pos x="986" y="920"/>
                </a:cxn>
                <a:cxn ang="0">
                  <a:pos x="1034" y="915"/>
                </a:cxn>
                <a:cxn ang="0">
                  <a:pos x="1082" y="908"/>
                </a:cxn>
                <a:cxn ang="0">
                  <a:pos x="1129" y="898"/>
                </a:cxn>
                <a:cxn ang="0">
                  <a:pos x="1175" y="886"/>
                </a:cxn>
                <a:cxn ang="0">
                  <a:pos x="1221" y="872"/>
                </a:cxn>
                <a:cxn ang="0">
                  <a:pos x="1266" y="855"/>
                </a:cxn>
                <a:cxn ang="0">
                  <a:pos x="1310" y="836"/>
                </a:cxn>
                <a:cxn ang="0">
                  <a:pos x="1353" y="815"/>
                </a:cxn>
                <a:cxn ang="0">
                  <a:pos x="1395" y="791"/>
                </a:cxn>
                <a:cxn ang="0">
                  <a:pos x="1435" y="765"/>
                </a:cxn>
                <a:cxn ang="0">
                  <a:pos x="1474" y="738"/>
                </a:cxn>
                <a:cxn ang="0">
                  <a:pos x="1512" y="708"/>
                </a:cxn>
                <a:cxn ang="0">
                  <a:pos x="1548" y="676"/>
                </a:cxn>
                <a:cxn ang="0">
                  <a:pos x="1582" y="642"/>
                </a:cxn>
                <a:cxn ang="0">
                  <a:pos x="1615" y="607"/>
                </a:cxn>
                <a:cxn ang="0">
                  <a:pos x="1646" y="570"/>
                </a:cxn>
                <a:cxn ang="0">
                  <a:pos x="1675" y="531"/>
                </a:cxn>
                <a:cxn ang="0">
                  <a:pos x="1701" y="491"/>
                </a:cxn>
                <a:cxn ang="0">
                  <a:pos x="1726" y="450"/>
                </a:cxn>
                <a:cxn ang="0">
                  <a:pos x="1748" y="407"/>
                </a:cxn>
                <a:cxn ang="0">
                  <a:pos x="1769" y="363"/>
                </a:cxn>
                <a:cxn ang="0">
                  <a:pos x="1786" y="319"/>
                </a:cxn>
                <a:cxn ang="0">
                  <a:pos x="1802" y="273"/>
                </a:cxn>
                <a:cxn ang="0">
                  <a:pos x="1815" y="227"/>
                </a:cxn>
                <a:cxn ang="0">
                  <a:pos x="1825" y="180"/>
                </a:cxn>
                <a:cxn ang="0">
                  <a:pos x="1834" y="132"/>
                </a:cxn>
                <a:cxn ang="0">
                  <a:pos x="1839" y="84"/>
                </a:cxn>
                <a:cxn ang="0">
                  <a:pos x="1842" y="36"/>
                </a:cxn>
              </a:cxnLst>
              <a:rect l="0" t="0" r="r" b="b"/>
              <a:pathLst>
                <a:path w="1843" h="922">
                  <a:moveTo>
                    <a:pt x="4" y="10"/>
                  </a:moveTo>
                  <a:cubicBezTo>
                    <a:pt x="4" y="7"/>
                    <a:pt x="4" y="4"/>
                    <a:pt x="4" y="0"/>
                  </a:cubicBezTo>
                  <a:cubicBezTo>
                    <a:pt x="0" y="0"/>
                    <a:pt x="0" y="0"/>
                    <a:pt x="0" y="0"/>
                  </a:cubicBezTo>
                  <a:cubicBezTo>
                    <a:pt x="0" y="4"/>
                    <a:pt x="0" y="7"/>
                    <a:pt x="0" y="10"/>
                  </a:cubicBezTo>
                  <a:cubicBezTo>
                    <a:pt x="4" y="10"/>
                    <a:pt x="4" y="10"/>
                    <a:pt x="4" y="10"/>
                  </a:cubicBezTo>
                  <a:close/>
                  <a:moveTo>
                    <a:pt x="5" y="34"/>
                  </a:moveTo>
                  <a:cubicBezTo>
                    <a:pt x="4" y="30"/>
                    <a:pt x="4" y="26"/>
                    <a:pt x="4" y="22"/>
                  </a:cubicBezTo>
                  <a:cubicBezTo>
                    <a:pt x="0" y="22"/>
                    <a:pt x="0" y="22"/>
                    <a:pt x="0" y="22"/>
                  </a:cubicBezTo>
                  <a:cubicBezTo>
                    <a:pt x="0" y="26"/>
                    <a:pt x="0" y="30"/>
                    <a:pt x="1" y="34"/>
                  </a:cubicBezTo>
                  <a:lnTo>
                    <a:pt x="5" y="34"/>
                  </a:lnTo>
                  <a:close/>
                  <a:moveTo>
                    <a:pt x="6" y="58"/>
                  </a:moveTo>
                  <a:cubicBezTo>
                    <a:pt x="5" y="54"/>
                    <a:pt x="5" y="50"/>
                    <a:pt x="5" y="46"/>
                  </a:cubicBezTo>
                  <a:cubicBezTo>
                    <a:pt x="1" y="46"/>
                    <a:pt x="1" y="46"/>
                    <a:pt x="1" y="46"/>
                  </a:cubicBezTo>
                  <a:cubicBezTo>
                    <a:pt x="1" y="50"/>
                    <a:pt x="1" y="54"/>
                    <a:pt x="2" y="58"/>
                  </a:cubicBezTo>
                  <a:lnTo>
                    <a:pt x="6" y="58"/>
                  </a:lnTo>
                  <a:close/>
                  <a:moveTo>
                    <a:pt x="7" y="81"/>
                  </a:moveTo>
                  <a:cubicBezTo>
                    <a:pt x="7" y="78"/>
                    <a:pt x="7" y="74"/>
                    <a:pt x="6" y="70"/>
                  </a:cubicBezTo>
                  <a:cubicBezTo>
                    <a:pt x="2" y="70"/>
                    <a:pt x="2" y="70"/>
                    <a:pt x="2" y="70"/>
                  </a:cubicBezTo>
                  <a:cubicBezTo>
                    <a:pt x="3" y="74"/>
                    <a:pt x="3" y="78"/>
                    <a:pt x="3" y="82"/>
                  </a:cubicBezTo>
                  <a:lnTo>
                    <a:pt x="7" y="81"/>
                  </a:lnTo>
                  <a:close/>
                  <a:moveTo>
                    <a:pt x="10" y="105"/>
                  </a:moveTo>
                  <a:cubicBezTo>
                    <a:pt x="9" y="101"/>
                    <a:pt x="9" y="97"/>
                    <a:pt x="9" y="93"/>
                  </a:cubicBezTo>
                  <a:cubicBezTo>
                    <a:pt x="5" y="94"/>
                    <a:pt x="5" y="94"/>
                    <a:pt x="5" y="94"/>
                  </a:cubicBezTo>
                  <a:cubicBezTo>
                    <a:pt x="5" y="98"/>
                    <a:pt x="5" y="102"/>
                    <a:pt x="6" y="106"/>
                  </a:cubicBezTo>
                  <a:lnTo>
                    <a:pt x="10" y="105"/>
                  </a:lnTo>
                  <a:close/>
                  <a:moveTo>
                    <a:pt x="13" y="129"/>
                  </a:moveTo>
                  <a:cubicBezTo>
                    <a:pt x="12" y="125"/>
                    <a:pt x="12" y="121"/>
                    <a:pt x="11" y="117"/>
                  </a:cubicBezTo>
                  <a:cubicBezTo>
                    <a:pt x="7" y="118"/>
                    <a:pt x="7" y="118"/>
                    <a:pt x="7" y="118"/>
                  </a:cubicBezTo>
                  <a:cubicBezTo>
                    <a:pt x="8" y="122"/>
                    <a:pt x="8" y="126"/>
                    <a:pt x="9" y="130"/>
                  </a:cubicBezTo>
                  <a:lnTo>
                    <a:pt x="13" y="129"/>
                  </a:lnTo>
                  <a:close/>
                  <a:moveTo>
                    <a:pt x="16" y="153"/>
                  </a:moveTo>
                  <a:cubicBezTo>
                    <a:pt x="16" y="149"/>
                    <a:pt x="15" y="145"/>
                    <a:pt x="15" y="141"/>
                  </a:cubicBezTo>
                  <a:cubicBezTo>
                    <a:pt x="11" y="142"/>
                    <a:pt x="11" y="142"/>
                    <a:pt x="11" y="142"/>
                  </a:cubicBezTo>
                  <a:cubicBezTo>
                    <a:pt x="11" y="145"/>
                    <a:pt x="12" y="149"/>
                    <a:pt x="13" y="153"/>
                  </a:cubicBezTo>
                  <a:lnTo>
                    <a:pt x="16" y="153"/>
                  </a:lnTo>
                  <a:close/>
                  <a:moveTo>
                    <a:pt x="21" y="176"/>
                  </a:moveTo>
                  <a:cubicBezTo>
                    <a:pt x="20" y="172"/>
                    <a:pt x="19" y="168"/>
                    <a:pt x="19" y="165"/>
                  </a:cubicBezTo>
                  <a:cubicBezTo>
                    <a:pt x="15" y="165"/>
                    <a:pt x="15" y="165"/>
                    <a:pt x="15" y="165"/>
                  </a:cubicBezTo>
                  <a:cubicBezTo>
                    <a:pt x="15" y="169"/>
                    <a:pt x="16" y="173"/>
                    <a:pt x="17" y="177"/>
                  </a:cubicBezTo>
                  <a:lnTo>
                    <a:pt x="21" y="176"/>
                  </a:lnTo>
                  <a:close/>
                  <a:moveTo>
                    <a:pt x="26" y="200"/>
                  </a:moveTo>
                  <a:cubicBezTo>
                    <a:pt x="25" y="196"/>
                    <a:pt x="24" y="192"/>
                    <a:pt x="23" y="188"/>
                  </a:cubicBezTo>
                  <a:cubicBezTo>
                    <a:pt x="19" y="189"/>
                    <a:pt x="19" y="189"/>
                    <a:pt x="19" y="189"/>
                  </a:cubicBezTo>
                  <a:cubicBezTo>
                    <a:pt x="20" y="193"/>
                    <a:pt x="21" y="197"/>
                    <a:pt x="22" y="201"/>
                  </a:cubicBezTo>
                  <a:lnTo>
                    <a:pt x="26" y="200"/>
                  </a:lnTo>
                  <a:close/>
                  <a:moveTo>
                    <a:pt x="31" y="223"/>
                  </a:moveTo>
                  <a:cubicBezTo>
                    <a:pt x="30" y="219"/>
                    <a:pt x="29" y="215"/>
                    <a:pt x="28" y="211"/>
                  </a:cubicBezTo>
                  <a:cubicBezTo>
                    <a:pt x="24" y="212"/>
                    <a:pt x="24" y="212"/>
                    <a:pt x="24" y="212"/>
                  </a:cubicBezTo>
                  <a:cubicBezTo>
                    <a:pt x="25" y="216"/>
                    <a:pt x="26" y="220"/>
                    <a:pt x="27" y="224"/>
                  </a:cubicBezTo>
                  <a:lnTo>
                    <a:pt x="31" y="223"/>
                  </a:lnTo>
                  <a:close/>
                  <a:moveTo>
                    <a:pt x="37" y="246"/>
                  </a:moveTo>
                  <a:cubicBezTo>
                    <a:pt x="36" y="242"/>
                    <a:pt x="35" y="238"/>
                    <a:pt x="34" y="235"/>
                  </a:cubicBezTo>
                  <a:cubicBezTo>
                    <a:pt x="30" y="236"/>
                    <a:pt x="30" y="236"/>
                    <a:pt x="30" y="236"/>
                  </a:cubicBezTo>
                  <a:cubicBezTo>
                    <a:pt x="31" y="240"/>
                    <a:pt x="32" y="243"/>
                    <a:pt x="33" y="247"/>
                  </a:cubicBezTo>
                  <a:lnTo>
                    <a:pt x="37" y="246"/>
                  </a:lnTo>
                  <a:close/>
                  <a:moveTo>
                    <a:pt x="44" y="269"/>
                  </a:moveTo>
                  <a:cubicBezTo>
                    <a:pt x="43" y="265"/>
                    <a:pt x="42" y="262"/>
                    <a:pt x="40" y="258"/>
                  </a:cubicBezTo>
                  <a:cubicBezTo>
                    <a:pt x="37" y="259"/>
                    <a:pt x="37" y="259"/>
                    <a:pt x="37" y="259"/>
                  </a:cubicBezTo>
                  <a:cubicBezTo>
                    <a:pt x="38" y="263"/>
                    <a:pt x="39" y="267"/>
                    <a:pt x="40" y="270"/>
                  </a:cubicBezTo>
                  <a:lnTo>
                    <a:pt x="44" y="269"/>
                  </a:lnTo>
                  <a:close/>
                  <a:moveTo>
                    <a:pt x="51" y="292"/>
                  </a:moveTo>
                  <a:cubicBezTo>
                    <a:pt x="50" y="288"/>
                    <a:pt x="49" y="284"/>
                    <a:pt x="47" y="281"/>
                  </a:cubicBezTo>
                  <a:cubicBezTo>
                    <a:pt x="44" y="282"/>
                    <a:pt x="44" y="282"/>
                    <a:pt x="44" y="282"/>
                  </a:cubicBezTo>
                  <a:cubicBezTo>
                    <a:pt x="45" y="286"/>
                    <a:pt x="46" y="289"/>
                    <a:pt x="47" y="293"/>
                  </a:cubicBezTo>
                  <a:lnTo>
                    <a:pt x="51" y="292"/>
                  </a:lnTo>
                  <a:close/>
                  <a:moveTo>
                    <a:pt x="59" y="315"/>
                  </a:moveTo>
                  <a:cubicBezTo>
                    <a:pt x="58" y="311"/>
                    <a:pt x="56" y="307"/>
                    <a:pt x="55" y="303"/>
                  </a:cubicBezTo>
                  <a:cubicBezTo>
                    <a:pt x="51" y="305"/>
                    <a:pt x="51" y="305"/>
                    <a:pt x="51" y="305"/>
                  </a:cubicBezTo>
                  <a:cubicBezTo>
                    <a:pt x="53" y="308"/>
                    <a:pt x="54" y="312"/>
                    <a:pt x="55" y="316"/>
                  </a:cubicBezTo>
                  <a:lnTo>
                    <a:pt x="59" y="315"/>
                  </a:lnTo>
                  <a:close/>
                  <a:moveTo>
                    <a:pt x="68" y="337"/>
                  </a:moveTo>
                  <a:cubicBezTo>
                    <a:pt x="66" y="333"/>
                    <a:pt x="65" y="330"/>
                    <a:pt x="63" y="326"/>
                  </a:cubicBezTo>
                  <a:cubicBezTo>
                    <a:pt x="60" y="327"/>
                    <a:pt x="60" y="327"/>
                    <a:pt x="60" y="327"/>
                  </a:cubicBezTo>
                  <a:cubicBezTo>
                    <a:pt x="61" y="331"/>
                    <a:pt x="62" y="335"/>
                    <a:pt x="64" y="338"/>
                  </a:cubicBezTo>
                  <a:lnTo>
                    <a:pt x="68" y="337"/>
                  </a:lnTo>
                  <a:close/>
                  <a:moveTo>
                    <a:pt x="77" y="359"/>
                  </a:moveTo>
                  <a:cubicBezTo>
                    <a:pt x="75" y="355"/>
                    <a:pt x="74" y="352"/>
                    <a:pt x="72" y="348"/>
                  </a:cubicBezTo>
                  <a:cubicBezTo>
                    <a:pt x="68" y="350"/>
                    <a:pt x="68" y="350"/>
                    <a:pt x="68" y="350"/>
                  </a:cubicBezTo>
                  <a:cubicBezTo>
                    <a:pt x="70" y="353"/>
                    <a:pt x="71" y="357"/>
                    <a:pt x="73" y="361"/>
                  </a:cubicBezTo>
                  <a:lnTo>
                    <a:pt x="77" y="359"/>
                  </a:lnTo>
                  <a:close/>
                  <a:moveTo>
                    <a:pt x="86" y="381"/>
                  </a:moveTo>
                  <a:cubicBezTo>
                    <a:pt x="85" y="377"/>
                    <a:pt x="83" y="374"/>
                    <a:pt x="81" y="370"/>
                  </a:cubicBezTo>
                  <a:cubicBezTo>
                    <a:pt x="78" y="372"/>
                    <a:pt x="78" y="372"/>
                    <a:pt x="78" y="372"/>
                  </a:cubicBezTo>
                  <a:cubicBezTo>
                    <a:pt x="79" y="375"/>
                    <a:pt x="81" y="379"/>
                    <a:pt x="83" y="383"/>
                  </a:cubicBezTo>
                  <a:lnTo>
                    <a:pt x="86" y="381"/>
                  </a:lnTo>
                  <a:close/>
                  <a:moveTo>
                    <a:pt x="96" y="402"/>
                  </a:moveTo>
                  <a:cubicBezTo>
                    <a:pt x="95" y="399"/>
                    <a:pt x="93" y="395"/>
                    <a:pt x="91" y="392"/>
                  </a:cubicBezTo>
                  <a:cubicBezTo>
                    <a:pt x="88" y="393"/>
                    <a:pt x="88" y="393"/>
                    <a:pt x="88" y="393"/>
                  </a:cubicBezTo>
                  <a:cubicBezTo>
                    <a:pt x="89" y="397"/>
                    <a:pt x="91" y="401"/>
                    <a:pt x="93" y="404"/>
                  </a:cubicBezTo>
                  <a:lnTo>
                    <a:pt x="96" y="402"/>
                  </a:lnTo>
                  <a:close/>
                  <a:moveTo>
                    <a:pt x="107" y="424"/>
                  </a:moveTo>
                  <a:cubicBezTo>
                    <a:pt x="105" y="420"/>
                    <a:pt x="104" y="417"/>
                    <a:pt x="102" y="413"/>
                  </a:cubicBezTo>
                  <a:cubicBezTo>
                    <a:pt x="98" y="415"/>
                    <a:pt x="98" y="415"/>
                    <a:pt x="98" y="415"/>
                  </a:cubicBezTo>
                  <a:cubicBezTo>
                    <a:pt x="100" y="419"/>
                    <a:pt x="102" y="422"/>
                    <a:pt x="104" y="426"/>
                  </a:cubicBezTo>
                  <a:lnTo>
                    <a:pt x="107" y="424"/>
                  </a:lnTo>
                  <a:close/>
                  <a:moveTo>
                    <a:pt x="119" y="445"/>
                  </a:moveTo>
                  <a:cubicBezTo>
                    <a:pt x="117" y="441"/>
                    <a:pt x="115" y="438"/>
                    <a:pt x="113" y="434"/>
                  </a:cubicBezTo>
                  <a:cubicBezTo>
                    <a:pt x="109" y="436"/>
                    <a:pt x="109" y="436"/>
                    <a:pt x="109" y="436"/>
                  </a:cubicBezTo>
                  <a:cubicBezTo>
                    <a:pt x="111" y="440"/>
                    <a:pt x="113" y="443"/>
                    <a:pt x="115" y="447"/>
                  </a:cubicBezTo>
                  <a:lnTo>
                    <a:pt x="119" y="445"/>
                  </a:lnTo>
                  <a:close/>
                  <a:moveTo>
                    <a:pt x="130" y="466"/>
                  </a:moveTo>
                  <a:cubicBezTo>
                    <a:pt x="128" y="462"/>
                    <a:pt x="126" y="459"/>
                    <a:pt x="124" y="455"/>
                  </a:cubicBezTo>
                  <a:cubicBezTo>
                    <a:pt x="121" y="457"/>
                    <a:pt x="121" y="457"/>
                    <a:pt x="121" y="457"/>
                  </a:cubicBezTo>
                  <a:cubicBezTo>
                    <a:pt x="123" y="461"/>
                    <a:pt x="125" y="464"/>
                    <a:pt x="127" y="468"/>
                  </a:cubicBezTo>
                  <a:lnTo>
                    <a:pt x="130" y="466"/>
                  </a:lnTo>
                  <a:close/>
                  <a:moveTo>
                    <a:pt x="143" y="486"/>
                  </a:moveTo>
                  <a:cubicBezTo>
                    <a:pt x="141" y="483"/>
                    <a:pt x="139" y="479"/>
                    <a:pt x="136" y="476"/>
                  </a:cubicBezTo>
                  <a:cubicBezTo>
                    <a:pt x="133" y="478"/>
                    <a:pt x="133" y="478"/>
                    <a:pt x="133" y="478"/>
                  </a:cubicBezTo>
                  <a:cubicBezTo>
                    <a:pt x="135" y="481"/>
                    <a:pt x="137" y="485"/>
                    <a:pt x="139" y="488"/>
                  </a:cubicBezTo>
                  <a:lnTo>
                    <a:pt x="143" y="486"/>
                  </a:lnTo>
                  <a:close/>
                  <a:moveTo>
                    <a:pt x="156" y="506"/>
                  </a:moveTo>
                  <a:cubicBezTo>
                    <a:pt x="153" y="503"/>
                    <a:pt x="151" y="499"/>
                    <a:pt x="149" y="496"/>
                  </a:cubicBezTo>
                  <a:cubicBezTo>
                    <a:pt x="146" y="498"/>
                    <a:pt x="146" y="498"/>
                    <a:pt x="146" y="498"/>
                  </a:cubicBezTo>
                  <a:cubicBezTo>
                    <a:pt x="148" y="502"/>
                    <a:pt x="150" y="505"/>
                    <a:pt x="152" y="508"/>
                  </a:cubicBezTo>
                  <a:lnTo>
                    <a:pt x="156" y="506"/>
                  </a:lnTo>
                  <a:close/>
                  <a:moveTo>
                    <a:pt x="169" y="526"/>
                  </a:moveTo>
                  <a:cubicBezTo>
                    <a:pt x="167" y="523"/>
                    <a:pt x="165" y="519"/>
                    <a:pt x="162" y="516"/>
                  </a:cubicBezTo>
                  <a:cubicBezTo>
                    <a:pt x="159" y="518"/>
                    <a:pt x="159" y="518"/>
                    <a:pt x="159" y="518"/>
                  </a:cubicBezTo>
                  <a:cubicBezTo>
                    <a:pt x="161" y="522"/>
                    <a:pt x="164" y="525"/>
                    <a:pt x="166" y="528"/>
                  </a:cubicBezTo>
                  <a:lnTo>
                    <a:pt x="169" y="526"/>
                  </a:lnTo>
                  <a:close/>
                  <a:moveTo>
                    <a:pt x="183" y="545"/>
                  </a:moveTo>
                  <a:cubicBezTo>
                    <a:pt x="181" y="542"/>
                    <a:pt x="178" y="539"/>
                    <a:pt x="176" y="536"/>
                  </a:cubicBezTo>
                  <a:cubicBezTo>
                    <a:pt x="173" y="538"/>
                    <a:pt x="173" y="538"/>
                    <a:pt x="173" y="538"/>
                  </a:cubicBezTo>
                  <a:cubicBezTo>
                    <a:pt x="175" y="541"/>
                    <a:pt x="177" y="544"/>
                    <a:pt x="180" y="548"/>
                  </a:cubicBezTo>
                  <a:lnTo>
                    <a:pt x="183" y="545"/>
                  </a:lnTo>
                  <a:close/>
                  <a:moveTo>
                    <a:pt x="198" y="564"/>
                  </a:moveTo>
                  <a:cubicBezTo>
                    <a:pt x="195" y="561"/>
                    <a:pt x="193" y="558"/>
                    <a:pt x="190" y="555"/>
                  </a:cubicBezTo>
                  <a:cubicBezTo>
                    <a:pt x="187" y="557"/>
                    <a:pt x="187" y="557"/>
                    <a:pt x="187" y="557"/>
                  </a:cubicBezTo>
                  <a:cubicBezTo>
                    <a:pt x="189" y="560"/>
                    <a:pt x="192" y="564"/>
                    <a:pt x="194" y="567"/>
                  </a:cubicBezTo>
                  <a:lnTo>
                    <a:pt x="198" y="564"/>
                  </a:lnTo>
                  <a:close/>
                  <a:moveTo>
                    <a:pt x="213" y="583"/>
                  </a:moveTo>
                  <a:cubicBezTo>
                    <a:pt x="210" y="580"/>
                    <a:pt x="207" y="577"/>
                    <a:pt x="205" y="574"/>
                  </a:cubicBezTo>
                  <a:cubicBezTo>
                    <a:pt x="202" y="576"/>
                    <a:pt x="202" y="576"/>
                    <a:pt x="202" y="576"/>
                  </a:cubicBezTo>
                  <a:cubicBezTo>
                    <a:pt x="204" y="579"/>
                    <a:pt x="207" y="582"/>
                    <a:pt x="209" y="585"/>
                  </a:cubicBezTo>
                  <a:cubicBezTo>
                    <a:pt x="213" y="583"/>
                    <a:pt x="213" y="583"/>
                    <a:pt x="213" y="583"/>
                  </a:cubicBezTo>
                  <a:close/>
                  <a:moveTo>
                    <a:pt x="228" y="601"/>
                  </a:moveTo>
                  <a:cubicBezTo>
                    <a:pt x="225" y="598"/>
                    <a:pt x="223" y="595"/>
                    <a:pt x="220" y="592"/>
                  </a:cubicBezTo>
                  <a:cubicBezTo>
                    <a:pt x="217" y="595"/>
                    <a:pt x="217" y="595"/>
                    <a:pt x="217" y="595"/>
                  </a:cubicBezTo>
                  <a:cubicBezTo>
                    <a:pt x="220" y="598"/>
                    <a:pt x="222" y="601"/>
                    <a:pt x="225" y="604"/>
                  </a:cubicBezTo>
                  <a:lnTo>
                    <a:pt x="228" y="601"/>
                  </a:lnTo>
                  <a:close/>
                  <a:moveTo>
                    <a:pt x="244" y="619"/>
                  </a:moveTo>
                  <a:cubicBezTo>
                    <a:pt x="241" y="616"/>
                    <a:pt x="238" y="613"/>
                    <a:pt x="236" y="610"/>
                  </a:cubicBezTo>
                  <a:cubicBezTo>
                    <a:pt x="233" y="613"/>
                    <a:pt x="233" y="613"/>
                    <a:pt x="233" y="613"/>
                  </a:cubicBezTo>
                  <a:cubicBezTo>
                    <a:pt x="236" y="616"/>
                    <a:pt x="238" y="619"/>
                    <a:pt x="241" y="622"/>
                  </a:cubicBezTo>
                  <a:lnTo>
                    <a:pt x="244" y="619"/>
                  </a:lnTo>
                  <a:close/>
                  <a:moveTo>
                    <a:pt x="260" y="637"/>
                  </a:moveTo>
                  <a:cubicBezTo>
                    <a:pt x="257" y="634"/>
                    <a:pt x="255" y="631"/>
                    <a:pt x="252" y="628"/>
                  </a:cubicBezTo>
                  <a:cubicBezTo>
                    <a:pt x="249" y="631"/>
                    <a:pt x="249" y="631"/>
                    <a:pt x="249" y="631"/>
                  </a:cubicBezTo>
                  <a:cubicBezTo>
                    <a:pt x="252" y="634"/>
                    <a:pt x="255" y="636"/>
                    <a:pt x="257" y="639"/>
                  </a:cubicBezTo>
                  <a:lnTo>
                    <a:pt x="260" y="637"/>
                  </a:lnTo>
                  <a:close/>
                  <a:moveTo>
                    <a:pt x="277" y="654"/>
                  </a:moveTo>
                  <a:cubicBezTo>
                    <a:pt x="274" y="651"/>
                    <a:pt x="271" y="648"/>
                    <a:pt x="269" y="645"/>
                  </a:cubicBezTo>
                  <a:cubicBezTo>
                    <a:pt x="266" y="648"/>
                    <a:pt x="266" y="648"/>
                    <a:pt x="266" y="648"/>
                  </a:cubicBezTo>
                  <a:cubicBezTo>
                    <a:pt x="269" y="651"/>
                    <a:pt x="271" y="654"/>
                    <a:pt x="274" y="656"/>
                  </a:cubicBezTo>
                  <a:lnTo>
                    <a:pt x="277" y="654"/>
                  </a:lnTo>
                  <a:close/>
                  <a:moveTo>
                    <a:pt x="294" y="670"/>
                  </a:moveTo>
                  <a:cubicBezTo>
                    <a:pt x="291" y="667"/>
                    <a:pt x="288" y="665"/>
                    <a:pt x="286" y="662"/>
                  </a:cubicBezTo>
                  <a:cubicBezTo>
                    <a:pt x="283" y="665"/>
                    <a:pt x="283" y="665"/>
                    <a:pt x="283" y="665"/>
                  </a:cubicBezTo>
                  <a:cubicBezTo>
                    <a:pt x="286" y="668"/>
                    <a:pt x="289" y="670"/>
                    <a:pt x="292" y="673"/>
                  </a:cubicBezTo>
                  <a:cubicBezTo>
                    <a:pt x="294" y="670"/>
                    <a:pt x="294" y="670"/>
                    <a:pt x="294" y="670"/>
                  </a:cubicBezTo>
                  <a:close/>
                  <a:moveTo>
                    <a:pt x="312" y="686"/>
                  </a:moveTo>
                  <a:cubicBezTo>
                    <a:pt x="309" y="684"/>
                    <a:pt x="306" y="681"/>
                    <a:pt x="303" y="678"/>
                  </a:cubicBezTo>
                  <a:cubicBezTo>
                    <a:pt x="300" y="681"/>
                    <a:pt x="300" y="681"/>
                    <a:pt x="300" y="681"/>
                  </a:cubicBezTo>
                  <a:cubicBezTo>
                    <a:pt x="303" y="684"/>
                    <a:pt x="306" y="687"/>
                    <a:pt x="309" y="689"/>
                  </a:cubicBezTo>
                  <a:lnTo>
                    <a:pt x="312" y="686"/>
                  </a:lnTo>
                  <a:close/>
                  <a:moveTo>
                    <a:pt x="330" y="702"/>
                  </a:moveTo>
                  <a:cubicBezTo>
                    <a:pt x="327" y="699"/>
                    <a:pt x="324" y="697"/>
                    <a:pt x="321" y="694"/>
                  </a:cubicBezTo>
                  <a:cubicBezTo>
                    <a:pt x="318" y="697"/>
                    <a:pt x="318" y="697"/>
                    <a:pt x="318" y="697"/>
                  </a:cubicBezTo>
                  <a:cubicBezTo>
                    <a:pt x="321" y="700"/>
                    <a:pt x="324" y="702"/>
                    <a:pt x="328" y="705"/>
                  </a:cubicBezTo>
                  <a:lnTo>
                    <a:pt x="330" y="702"/>
                  </a:lnTo>
                  <a:close/>
                  <a:moveTo>
                    <a:pt x="349" y="717"/>
                  </a:moveTo>
                  <a:cubicBezTo>
                    <a:pt x="345" y="715"/>
                    <a:pt x="342" y="712"/>
                    <a:pt x="339" y="710"/>
                  </a:cubicBezTo>
                  <a:cubicBezTo>
                    <a:pt x="337" y="713"/>
                    <a:pt x="337" y="713"/>
                    <a:pt x="337" y="713"/>
                  </a:cubicBezTo>
                  <a:cubicBezTo>
                    <a:pt x="340" y="715"/>
                    <a:pt x="343" y="718"/>
                    <a:pt x="346" y="720"/>
                  </a:cubicBezTo>
                  <a:lnTo>
                    <a:pt x="349" y="717"/>
                  </a:lnTo>
                  <a:close/>
                  <a:moveTo>
                    <a:pt x="368" y="732"/>
                  </a:moveTo>
                  <a:cubicBezTo>
                    <a:pt x="364" y="730"/>
                    <a:pt x="361" y="727"/>
                    <a:pt x="358" y="725"/>
                  </a:cubicBezTo>
                  <a:cubicBezTo>
                    <a:pt x="356" y="728"/>
                    <a:pt x="356" y="728"/>
                    <a:pt x="356" y="728"/>
                  </a:cubicBezTo>
                  <a:cubicBezTo>
                    <a:pt x="359" y="730"/>
                    <a:pt x="362" y="733"/>
                    <a:pt x="365" y="735"/>
                  </a:cubicBezTo>
                  <a:lnTo>
                    <a:pt x="368" y="732"/>
                  </a:lnTo>
                  <a:close/>
                  <a:moveTo>
                    <a:pt x="387" y="746"/>
                  </a:moveTo>
                  <a:cubicBezTo>
                    <a:pt x="384" y="744"/>
                    <a:pt x="380" y="741"/>
                    <a:pt x="377" y="739"/>
                  </a:cubicBezTo>
                  <a:cubicBezTo>
                    <a:pt x="375" y="742"/>
                    <a:pt x="375" y="742"/>
                    <a:pt x="375" y="742"/>
                  </a:cubicBezTo>
                  <a:cubicBezTo>
                    <a:pt x="378" y="745"/>
                    <a:pt x="381" y="747"/>
                    <a:pt x="384" y="749"/>
                  </a:cubicBezTo>
                  <a:lnTo>
                    <a:pt x="387" y="746"/>
                  </a:lnTo>
                  <a:close/>
                  <a:moveTo>
                    <a:pt x="406" y="760"/>
                  </a:moveTo>
                  <a:cubicBezTo>
                    <a:pt x="403" y="758"/>
                    <a:pt x="400" y="755"/>
                    <a:pt x="397" y="753"/>
                  </a:cubicBezTo>
                  <a:cubicBezTo>
                    <a:pt x="394" y="756"/>
                    <a:pt x="394" y="756"/>
                    <a:pt x="394" y="756"/>
                  </a:cubicBezTo>
                  <a:cubicBezTo>
                    <a:pt x="398" y="759"/>
                    <a:pt x="401" y="761"/>
                    <a:pt x="404" y="763"/>
                  </a:cubicBezTo>
                  <a:cubicBezTo>
                    <a:pt x="406" y="760"/>
                    <a:pt x="406" y="760"/>
                    <a:pt x="406" y="760"/>
                  </a:cubicBezTo>
                  <a:close/>
                  <a:moveTo>
                    <a:pt x="426" y="773"/>
                  </a:moveTo>
                  <a:cubicBezTo>
                    <a:pt x="423" y="771"/>
                    <a:pt x="420" y="769"/>
                    <a:pt x="416" y="767"/>
                  </a:cubicBezTo>
                  <a:cubicBezTo>
                    <a:pt x="414" y="770"/>
                    <a:pt x="414" y="770"/>
                    <a:pt x="414" y="770"/>
                  </a:cubicBezTo>
                  <a:cubicBezTo>
                    <a:pt x="418" y="772"/>
                    <a:pt x="421" y="774"/>
                    <a:pt x="424" y="776"/>
                  </a:cubicBezTo>
                  <a:lnTo>
                    <a:pt x="426" y="773"/>
                  </a:lnTo>
                  <a:close/>
                  <a:moveTo>
                    <a:pt x="447" y="786"/>
                  </a:moveTo>
                  <a:cubicBezTo>
                    <a:pt x="443" y="784"/>
                    <a:pt x="440" y="782"/>
                    <a:pt x="437" y="780"/>
                  </a:cubicBezTo>
                  <a:cubicBezTo>
                    <a:pt x="434" y="783"/>
                    <a:pt x="434" y="783"/>
                    <a:pt x="434" y="783"/>
                  </a:cubicBezTo>
                  <a:cubicBezTo>
                    <a:pt x="438" y="785"/>
                    <a:pt x="441" y="787"/>
                    <a:pt x="445" y="789"/>
                  </a:cubicBezTo>
                  <a:cubicBezTo>
                    <a:pt x="447" y="786"/>
                    <a:pt x="447" y="786"/>
                    <a:pt x="447" y="786"/>
                  </a:cubicBezTo>
                  <a:close/>
                  <a:moveTo>
                    <a:pt x="467" y="798"/>
                  </a:moveTo>
                  <a:cubicBezTo>
                    <a:pt x="464" y="796"/>
                    <a:pt x="461" y="794"/>
                    <a:pt x="457" y="792"/>
                  </a:cubicBezTo>
                  <a:cubicBezTo>
                    <a:pt x="455" y="795"/>
                    <a:pt x="455" y="795"/>
                    <a:pt x="455" y="795"/>
                  </a:cubicBezTo>
                  <a:cubicBezTo>
                    <a:pt x="459" y="797"/>
                    <a:pt x="462" y="799"/>
                    <a:pt x="465" y="801"/>
                  </a:cubicBezTo>
                  <a:lnTo>
                    <a:pt x="467" y="798"/>
                  </a:lnTo>
                  <a:close/>
                  <a:moveTo>
                    <a:pt x="488" y="810"/>
                  </a:moveTo>
                  <a:cubicBezTo>
                    <a:pt x="485" y="808"/>
                    <a:pt x="481" y="806"/>
                    <a:pt x="478" y="804"/>
                  </a:cubicBezTo>
                  <a:cubicBezTo>
                    <a:pt x="476" y="807"/>
                    <a:pt x="476" y="807"/>
                    <a:pt x="476" y="807"/>
                  </a:cubicBezTo>
                  <a:cubicBezTo>
                    <a:pt x="480" y="809"/>
                    <a:pt x="483" y="811"/>
                    <a:pt x="487" y="813"/>
                  </a:cubicBezTo>
                  <a:lnTo>
                    <a:pt x="488" y="810"/>
                  </a:lnTo>
                  <a:close/>
                  <a:moveTo>
                    <a:pt x="510" y="821"/>
                  </a:moveTo>
                  <a:cubicBezTo>
                    <a:pt x="506" y="819"/>
                    <a:pt x="503" y="817"/>
                    <a:pt x="499" y="815"/>
                  </a:cubicBezTo>
                  <a:cubicBezTo>
                    <a:pt x="497" y="819"/>
                    <a:pt x="497" y="819"/>
                    <a:pt x="497" y="819"/>
                  </a:cubicBezTo>
                  <a:cubicBezTo>
                    <a:pt x="501" y="821"/>
                    <a:pt x="504" y="822"/>
                    <a:pt x="508" y="824"/>
                  </a:cubicBezTo>
                  <a:lnTo>
                    <a:pt x="510" y="821"/>
                  </a:lnTo>
                  <a:close/>
                  <a:moveTo>
                    <a:pt x="531" y="831"/>
                  </a:moveTo>
                  <a:cubicBezTo>
                    <a:pt x="528" y="829"/>
                    <a:pt x="524" y="828"/>
                    <a:pt x="521" y="826"/>
                  </a:cubicBezTo>
                  <a:cubicBezTo>
                    <a:pt x="519" y="830"/>
                    <a:pt x="519" y="830"/>
                    <a:pt x="519" y="830"/>
                  </a:cubicBezTo>
                  <a:cubicBezTo>
                    <a:pt x="522" y="831"/>
                    <a:pt x="526" y="833"/>
                    <a:pt x="530" y="835"/>
                  </a:cubicBezTo>
                  <a:lnTo>
                    <a:pt x="531" y="831"/>
                  </a:lnTo>
                  <a:close/>
                  <a:moveTo>
                    <a:pt x="553" y="841"/>
                  </a:moveTo>
                  <a:cubicBezTo>
                    <a:pt x="550" y="839"/>
                    <a:pt x="546" y="838"/>
                    <a:pt x="542" y="836"/>
                  </a:cubicBezTo>
                  <a:cubicBezTo>
                    <a:pt x="541" y="840"/>
                    <a:pt x="541" y="840"/>
                    <a:pt x="541" y="840"/>
                  </a:cubicBezTo>
                  <a:cubicBezTo>
                    <a:pt x="544" y="841"/>
                    <a:pt x="548" y="843"/>
                    <a:pt x="552" y="845"/>
                  </a:cubicBezTo>
                  <a:lnTo>
                    <a:pt x="553" y="841"/>
                  </a:lnTo>
                  <a:close/>
                  <a:moveTo>
                    <a:pt x="575" y="850"/>
                  </a:moveTo>
                  <a:cubicBezTo>
                    <a:pt x="572" y="849"/>
                    <a:pt x="568" y="847"/>
                    <a:pt x="564" y="846"/>
                  </a:cubicBezTo>
                  <a:cubicBezTo>
                    <a:pt x="563" y="849"/>
                    <a:pt x="563" y="849"/>
                    <a:pt x="563" y="849"/>
                  </a:cubicBezTo>
                  <a:cubicBezTo>
                    <a:pt x="566" y="851"/>
                    <a:pt x="570" y="853"/>
                    <a:pt x="574" y="854"/>
                  </a:cubicBezTo>
                  <a:lnTo>
                    <a:pt x="575" y="850"/>
                  </a:lnTo>
                  <a:close/>
                  <a:moveTo>
                    <a:pt x="598" y="859"/>
                  </a:moveTo>
                  <a:cubicBezTo>
                    <a:pt x="594" y="858"/>
                    <a:pt x="590" y="856"/>
                    <a:pt x="586" y="855"/>
                  </a:cubicBezTo>
                  <a:cubicBezTo>
                    <a:pt x="585" y="859"/>
                    <a:pt x="585" y="859"/>
                    <a:pt x="585" y="859"/>
                  </a:cubicBezTo>
                  <a:cubicBezTo>
                    <a:pt x="589" y="860"/>
                    <a:pt x="593" y="861"/>
                    <a:pt x="596" y="863"/>
                  </a:cubicBezTo>
                  <a:lnTo>
                    <a:pt x="598" y="859"/>
                  </a:lnTo>
                  <a:close/>
                  <a:moveTo>
                    <a:pt x="620" y="867"/>
                  </a:moveTo>
                  <a:cubicBezTo>
                    <a:pt x="617" y="866"/>
                    <a:pt x="613" y="865"/>
                    <a:pt x="609" y="863"/>
                  </a:cubicBezTo>
                  <a:cubicBezTo>
                    <a:pt x="608" y="867"/>
                    <a:pt x="608" y="867"/>
                    <a:pt x="608" y="867"/>
                  </a:cubicBezTo>
                  <a:cubicBezTo>
                    <a:pt x="611" y="868"/>
                    <a:pt x="615" y="870"/>
                    <a:pt x="619" y="871"/>
                  </a:cubicBezTo>
                  <a:lnTo>
                    <a:pt x="620" y="867"/>
                  </a:lnTo>
                  <a:close/>
                  <a:moveTo>
                    <a:pt x="643" y="875"/>
                  </a:moveTo>
                  <a:cubicBezTo>
                    <a:pt x="639" y="874"/>
                    <a:pt x="635" y="872"/>
                    <a:pt x="632" y="871"/>
                  </a:cubicBezTo>
                  <a:cubicBezTo>
                    <a:pt x="630" y="875"/>
                    <a:pt x="630" y="875"/>
                    <a:pt x="630" y="875"/>
                  </a:cubicBezTo>
                  <a:cubicBezTo>
                    <a:pt x="634" y="876"/>
                    <a:pt x="638" y="878"/>
                    <a:pt x="642" y="879"/>
                  </a:cubicBezTo>
                  <a:lnTo>
                    <a:pt x="643" y="875"/>
                  </a:lnTo>
                  <a:close/>
                  <a:moveTo>
                    <a:pt x="666" y="882"/>
                  </a:moveTo>
                  <a:cubicBezTo>
                    <a:pt x="662" y="881"/>
                    <a:pt x="658" y="880"/>
                    <a:pt x="655" y="879"/>
                  </a:cubicBezTo>
                  <a:cubicBezTo>
                    <a:pt x="653" y="882"/>
                    <a:pt x="653" y="882"/>
                    <a:pt x="653" y="882"/>
                  </a:cubicBezTo>
                  <a:cubicBezTo>
                    <a:pt x="657" y="884"/>
                    <a:pt x="661" y="885"/>
                    <a:pt x="665" y="886"/>
                  </a:cubicBezTo>
                  <a:lnTo>
                    <a:pt x="666" y="882"/>
                  </a:lnTo>
                  <a:close/>
                  <a:moveTo>
                    <a:pt x="689" y="888"/>
                  </a:moveTo>
                  <a:cubicBezTo>
                    <a:pt x="685" y="887"/>
                    <a:pt x="681" y="886"/>
                    <a:pt x="678" y="885"/>
                  </a:cubicBezTo>
                  <a:cubicBezTo>
                    <a:pt x="677" y="889"/>
                    <a:pt x="677" y="889"/>
                    <a:pt x="677" y="889"/>
                  </a:cubicBezTo>
                  <a:cubicBezTo>
                    <a:pt x="680" y="890"/>
                    <a:pt x="684" y="891"/>
                    <a:pt x="688" y="892"/>
                  </a:cubicBezTo>
                  <a:lnTo>
                    <a:pt x="689" y="888"/>
                  </a:lnTo>
                  <a:close/>
                  <a:moveTo>
                    <a:pt x="712" y="894"/>
                  </a:moveTo>
                  <a:cubicBezTo>
                    <a:pt x="709" y="893"/>
                    <a:pt x="705" y="892"/>
                    <a:pt x="701" y="891"/>
                  </a:cubicBezTo>
                  <a:cubicBezTo>
                    <a:pt x="700" y="895"/>
                    <a:pt x="700" y="895"/>
                    <a:pt x="700" y="895"/>
                  </a:cubicBezTo>
                  <a:cubicBezTo>
                    <a:pt x="704" y="896"/>
                    <a:pt x="708" y="897"/>
                    <a:pt x="711" y="898"/>
                  </a:cubicBezTo>
                  <a:lnTo>
                    <a:pt x="712" y="894"/>
                  </a:lnTo>
                  <a:close/>
                  <a:moveTo>
                    <a:pt x="736" y="899"/>
                  </a:moveTo>
                  <a:cubicBezTo>
                    <a:pt x="732" y="898"/>
                    <a:pt x="728" y="897"/>
                    <a:pt x="724" y="897"/>
                  </a:cubicBezTo>
                  <a:cubicBezTo>
                    <a:pt x="723" y="901"/>
                    <a:pt x="723" y="901"/>
                    <a:pt x="723" y="901"/>
                  </a:cubicBezTo>
                  <a:cubicBezTo>
                    <a:pt x="727" y="901"/>
                    <a:pt x="731" y="902"/>
                    <a:pt x="735" y="903"/>
                  </a:cubicBezTo>
                  <a:lnTo>
                    <a:pt x="736" y="899"/>
                  </a:lnTo>
                  <a:close/>
                  <a:moveTo>
                    <a:pt x="759" y="904"/>
                  </a:moveTo>
                  <a:cubicBezTo>
                    <a:pt x="755" y="903"/>
                    <a:pt x="751" y="902"/>
                    <a:pt x="748" y="901"/>
                  </a:cubicBezTo>
                  <a:cubicBezTo>
                    <a:pt x="747" y="905"/>
                    <a:pt x="747" y="905"/>
                    <a:pt x="747" y="905"/>
                  </a:cubicBezTo>
                  <a:cubicBezTo>
                    <a:pt x="751" y="906"/>
                    <a:pt x="755" y="907"/>
                    <a:pt x="759" y="908"/>
                  </a:cubicBezTo>
                  <a:lnTo>
                    <a:pt x="759" y="904"/>
                  </a:lnTo>
                  <a:close/>
                  <a:moveTo>
                    <a:pt x="783" y="908"/>
                  </a:moveTo>
                  <a:cubicBezTo>
                    <a:pt x="779" y="907"/>
                    <a:pt x="775" y="906"/>
                    <a:pt x="771" y="906"/>
                  </a:cubicBezTo>
                  <a:cubicBezTo>
                    <a:pt x="770" y="910"/>
                    <a:pt x="770" y="910"/>
                    <a:pt x="770" y="910"/>
                  </a:cubicBezTo>
                  <a:cubicBezTo>
                    <a:pt x="774" y="910"/>
                    <a:pt x="778" y="911"/>
                    <a:pt x="782" y="911"/>
                  </a:cubicBezTo>
                  <a:lnTo>
                    <a:pt x="783" y="908"/>
                  </a:lnTo>
                  <a:close/>
                  <a:moveTo>
                    <a:pt x="807" y="911"/>
                  </a:moveTo>
                  <a:cubicBezTo>
                    <a:pt x="803" y="910"/>
                    <a:pt x="799" y="910"/>
                    <a:pt x="795" y="909"/>
                  </a:cubicBezTo>
                  <a:cubicBezTo>
                    <a:pt x="794" y="913"/>
                    <a:pt x="794" y="913"/>
                    <a:pt x="794" y="913"/>
                  </a:cubicBezTo>
                  <a:cubicBezTo>
                    <a:pt x="798" y="914"/>
                    <a:pt x="802" y="914"/>
                    <a:pt x="806" y="915"/>
                  </a:cubicBezTo>
                  <a:cubicBezTo>
                    <a:pt x="807" y="911"/>
                    <a:pt x="807" y="911"/>
                    <a:pt x="807" y="911"/>
                  </a:cubicBezTo>
                  <a:close/>
                  <a:moveTo>
                    <a:pt x="830" y="913"/>
                  </a:moveTo>
                  <a:cubicBezTo>
                    <a:pt x="826" y="913"/>
                    <a:pt x="823" y="913"/>
                    <a:pt x="819" y="912"/>
                  </a:cubicBezTo>
                  <a:cubicBezTo>
                    <a:pt x="818" y="916"/>
                    <a:pt x="818" y="916"/>
                    <a:pt x="818" y="916"/>
                  </a:cubicBezTo>
                  <a:cubicBezTo>
                    <a:pt x="822" y="917"/>
                    <a:pt x="826" y="917"/>
                    <a:pt x="830" y="917"/>
                  </a:cubicBezTo>
                  <a:lnTo>
                    <a:pt x="830" y="913"/>
                  </a:lnTo>
                  <a:close/>
                  <a:moveTo>
                    <a:pt x="854" y="915"/>
                  </a:moveTo>
                  <a:cubicBezTo>
                    <a:pt x="850" y="915"/>
                    <a:pt x="846" y="915"/>
                    <a:pt x="842" y="915"/>
                  </a:cubicBezTo>
                  <a:cubicBezTo>
                    <a:pt x="842" y="919"/>
                    <a:pt x="842" y="919"/>
                    <a:pt x="842" y="919"/>
                  </a:cubicBezTo>
                  <a:cubicBezTo>
                    <a:pt x="846" y="919"/>
                    <a:pt x="850" y="919"/>
                    <a:pt x="854" y="919"/>
                  </a:cubicBezTo>
                  <a:lnTo>
                    <a:pt x="854" y="915"/>
                  </a:lnTo>
                  <a:close/>
                  <a:moveTo>
                    <a:pt x="878" y="917"/>
                  </a:moveTo>
                  <a:cubicBezTo>
                    <a:pt x="874" y="917"/>
                    <a:pt x="870" y="917"/>
                    <a:pt x="866" y="916"/>
                  </a:cubicBezTo>
                  <a:cubicBezTo>
                    <a:pt x="866" y="920"/>
                    <a:pt x="866" y="920"/>
                    <a:pt x="866" y="920"/>
                  </a:cubicBezTo>
                  <a:cubicBezTo>
                    <a:pt x="870" y="921"/>
                    <a:pt x="874" y="921"/>
                    <a:pt x="878" y="921"/>
                  </a:cubicBezTo>
                  <a:lnTo>
                    <a:pt x="878" y="917"/>
                  </a:lnTo>
                  <a:close/>
                  <a:moveTo>
                    <a:pt x="902" y="918"/>
                  </a:moveTo>
                  <a:cubicBezTo>
                    <a:pt x="898" y="918"/>
                    <a:pt x="894" y="918"/>
                    <a:pt x="890" y="917"/>
                  </a:cubicBezTo>
                  <a:cubicBezTo>
                    <a:pt x="890" y="921"/>
                    <a:pt x="890" y="921"/>
                    <a:pt x="890" y="921"/>
                  </a:cubicBezTo>
                  <a:cubicBezTo>
                    <a:pt x="894" y="922"/>
                    <a:pt x="898" y="922"/>
                    <a:pt x="902" y="922"/>
                  </a:cubicBezTo>
                  <a:lnTo>
                    <a:pt x="902" y="918"/>
                  </a:lnTo>
                  <a:close/>
                  <a:moveTo>
                    <a:pt x="926" y="918"/>
                  </a:moveTo>
                  <a:cubicBezTo>
                    <a:pt x="925" y="918"/>
                    <a:pt x="923" y="918"/>
                    <a:pt x="921" y="918"/>
                  </a:cubicBezTo>
                  <a:cubicBezTo>
                    <a:pt x="919" y="918"/>
                    <a:pt x="917" y="918"/>
                    <a:pt x="914" y="918"/>
                  </a:cubicBezTo>
                  <a:cubicBezTo>
                    <a:pt x="914" y="922"/>
                    <a:pt x="914" y="922"/>
                    <a:pt x="914" y="922"/>
                  </a:cubicBezTo>
                  <a:cubicBezTo>
                    <a:pt x="917" y="922"/>
                    <a:pt x="919" y="922"/>
                    <a:pt x="921" y="922"/>
                  </a:cubicBezTo>
                  <a:cubicBezTo>
                    <a:pt x="923" y="922"/>
                    <a:pt x="925" y="922"/>
                    <a:pt x="926" y="922"/>
                  </a:cubicBezTo>
                  <a:lnTo>
                    <a:pt x="926" y="918"/>
                  </a:lnTo>
                  <a:close/>
                  <a:moveTo>
                    <a:pt x="950" y="917"/>
                  </a:moveTo>
                  <a:cubicBezTo>
                    <a:pt x="946" y="918"/>
                    <a:pt x="942" y="918"/>
                    <a:pt x="938" y="918"/>
                  </a:cubicBezTo>
                  <a:cubicBezTo>
                    <a:pt x="938" y="922"/>
                    <a:pt x="938" y="922"/>
                    <a:pt x="938" y="922"/>
                  </a:cubicBezTo>
                  <a:cubicBezTo>
                    <a:pt x="942" y="922"/>
                    <a:pt x="946" y="922"/>
                    <a:pt x="950" y="921"/>
                  </a:cubicBezTo>
                  <a:lnTo>
                    <a:pt x="950" y="917"/>
                  </a:lnTo>
                  <a:close/>
                  <a:moveTo>
                    <a:pt x="974" y="916"/>
                  </a:moveTo>
                  <a:cubicBezTo>
                    <a:pt x="970" y="917"/>
                    <a:pt x="966" y="917"/>
                    <a:pt x="962" y="917"/>
                  </a:cubicBezTo>
                  <a:cubicBezTo>
                    <a:pt x="962" y="921"/>
                    <a:pt x="962" y="921"/>
                    <a:pt x="962" y="921"/>
                  </a:cubicBezTo>
                  <a:cubicBezTo>
                    <a:pt x="966" y="921"/>
                    <a:pt x="970" y="921"/>
                    <a:pt x="974" y="920"/>
                  </a:cubicBezTo>
                  <a:lnTo>
                    <a:pt x="974" y="916"/>
                  </a:lnTo>
                  <a:close/>
                  <a:moveTo>
                    <a:pt x="998" y="915"/>
                  </a:moveTo>
                  <a:cubicBezTo>
                    <a:pt x="994" y="915"/>
                    <a:pt x="990" y="915"/>
                    <a:pt x="986" y="916"/>
                  </a:cubicBezTo>
                  <a:cubicBezTo>
                    <a:pt x="986" y="920"/>
                    <a:pt x="986" y="920"/>
                    <a:pt x="986" y="920"/>
                  </a:cubicBezTo>
                  <a:cubicBezTo>
                    <a:pt x="990" y="919"/>
                    <a:pt x="994" y="919"/>
                    <a:pt x="998" y="919"/>
                  </a:cubicBezTo>
                  <a:cubicBezTo>
                    <a:pt x="998" y="915"/>
                    <a:pt x="998" y="915"/>
                    <a:pt x="998" y="915"/>
                  </a:cubicBezTo>
                  <a:close/>
                  <a:moveTo>
                    <a:pt x="1022" y="912"/>
                  </a:moveTo>
                  <a:cubicBezTo>
                    <a:pt x="1018" y="913"/>
                    <a:pt x="1014" y="913"/>
                    <a:pt x="1010" y="914"/>
                  </a:cubicBezTo>
                  <a:cubicBezTo>
                    <a:pt x="1010" y="918"/>
                    <a:pt x="1010" y="918"/>
                    <a:pt x="1010" y="918"/>
                  </a:cubicBezTo>
                  <a:cubicBezTo>
                    <a:pt x="1014" y="917"/>
                    <a:pt x="1018" y="917"/>
                    <a:pt x="1022" y="916"/>
                  </a:cubicBezTo>
                  <a:lnTo>
                    <a:pt x="1022" y="912"/>
                  </a:lnTo>
                  <a:close/>
                  <a:moveTo>
                    <a:pt x="1045" y="910"/>
                  </a:moveTo>
                  <a:cubicBezTo>
                    <a:pt x="1041" y="910"/>
                    <a:pt x="1037" y="911"/>
                    <a:pt x="1034" y="911"/>
                  </a:cubicBezTo>
                  <a:cubicBezTo>
                    <a:pt x="1034" y="915"/>
                    <a:pt x="1034" y="915"/>
                    <a:pt x="1034" y="915"/>
                  </a:cubicBezTo>
                  <a:cubicBezTo>
                    <a:pt x="1038" y="915"/>
                    <a:pt x="1042" y="914"/>
                    <a:pt x="1046" y="914"/>
                  </a:cubicBezTo>
                  <a:lnTo>
                    <a:pt x="1045" y="910"/>
                  </a:lnTo>
                  <a:close/>
                  <a:moveTo>
                    <a:pt x="1069" y="906"/>
                  </a:moveTo>
                  <a:cubicBezTo>
                    <a:pt x="1065" y="907"/>
                    <a:pt x="1061" y="907"/>
                    <a:pt x="1057" y="908"/>
                  </a:cubicBezTo>
                  <a:cubicBezTo>
                    <a:pt x="1058" y="912"/>
                    <a:pt x="1058" y="912"/>
                    <a:pt x="1058" y="912"/>
                  </a:cubicBezTo>
                  <a:cubicBezTo>
                    <a:pt x="1062" y="911"/>
                    <a:pt x="1066" y="911"/>
                    <a:pt x="1070" y="910"/>
                  </a:cubicBezTo>
                  <a:lnTo>
                    <a:pt x="1069" y="906"/>
                  </a:lnTo>
                  <a:close/>
                  <a:moveTo>
                    <a:pt x="1093" y="902"/>
                  </a:moveTo>
                  <a:cubicBezTo>
                    <a:pt x="1089" y="903"/>
                    <a:pt x="1085" y="903"/>
                    <a:pt x="1081" y="904"/>
                  </a:cubicBezTo>
                  <a:cubicBezTo>
                    <a:pt x="1082" y="908"/>
                    <a:pt x="1082" y="908"/>
                    <a:pt x="1082" y="908"/>
                  </a:cubicBezTo>
                  <a:cubicBezTo>
                    <a:pt x="1086" y="907"/>
                    <a:pt x="1089" y="907"/>
                    <a:pt x="1093" y="906"/>
                  </a:cubicBezTo>
                  <a:lnTo>
                    <a:pt x="1093" y="902"/>
                  </a:lnTo>
                  <a:close/>
                  <a:moveTo>
                    <a:pt x="1116" y="897"/>
                  </a:moveTo>
                  <a:cubicBezTo>
                    <a:pt x="1112" y="898"/>
                    <a:pt x="1108" y="899"/>
                    <a:pt x="1104" y="900"/>
                  </a:cubicBezTo>
                  <a:cubicBezTo>
                    <a:pt x="1105" y="904"/>
                    <a:pt x="1105" y="904"/>
                    <a:pt x="1105" y="904"/>
                  </a:cubicBezTo>
                  <a:cubicBezTo>
                    <a:pt x="1109" y="903"/>
                    <a:pt x="1113" y="902"/>
                    <a:pt x="1117" y="901"/>
                  </a:cubicBezTo>
                  <a:lnTo>
                    <a:pt x="1116" y="897"/>
                  </a:lnTo>
                  <a:close/>
                  <a:moveTo>
                    <a:pt x="1139" y="892"/>
                  </a:moveTo>
                  <a:cubicBezTo>
                    <a:pt x="1136" y="893"/>
                    <a:pt x="1132" y="894"/>
                    <a:pt x="1128" y="895"/>
                  </a:cubicBezTo>
                  <a:cubicBezTo>
                    <a:pt x="1129" y="898"/>
                    <a:pt x="1129" y="898"/>
                    <a:pt x="1129" y="898"/>
                  </a:cubicBezTo>
                  <a:cubicBezTo>
                    <a:pt x="1133" y="898"/>
                    <a:pt x="1137" y="897"/>
                    <a:pt x="1140" y="896"/>
                  </a:cubicBezTo>
                  <a:lnTo>
                    <a:pt x="1139" y="892"/>
                  </a:lnTo>
                  <a:close/>
                  <a:moveTo>
                    <a:pt x="1163" y="886"/>
                  </a:moveTo>
                  <a:cubicBezTo>
                    <a:pt x="1159" y="887"/>
                    <a:pt x="1155" y="888"/>
                    <a:pt x="1151" y="889"/>
                  </a:cubicBezTo>
                  <a:cubicBezTo>
                    <a:pt x="1152" y="893"/>
                    <a:pt x="1152" y="893"/>
                    <a:pt x="1152" y="893"/>
                  </a:cubicBezTo>
                  <a:cubicBezTo>
                    <a:pt x="1156" y="892"/>
                    <a:pt x="1160" y="891"/>
                    <a:pt x="1164" y="890"/>
                  </a:cubicBezTo>
                  <a:lnTo>
                    <a:pt x="1163" y="886"/>
                  </a:lnTo>
                  <a:close/>
                  <a:moveTo>
                    <a:pt x="1186" y="879"/>
                  </a:moveTo>
                  <a:cubicBezTo>
                    <a:pt x="1182" y="880"/>
                    <a:pt x="1178" y="882"/>
                    <a:pt x="1174" y="883"/>
                  </a:cubicBezTo>
                  <a:cubicBezTo>
                    <a:pt x="1175" y="886"/>
                    <a:pt x="1175" y="886"/>
                    <a:pt x="1175" y="886"/>
                  </a:cubicBezTo>
                  <a:cubicBezTo>
                    <a:pt x="1179" y="885"/>
                    <a:pt x="1183" y="884"/>
                    <a:pt x="1187" y="883"/>
                  </a:cubicBezTo>
                  <a:lnTo>
                    <a:pt x="1186" y="879"/>
                  </a:lnTo>
                  <a:close/>
                  <a:moveTo>
                    <a:pt x="1208" y="872"/>
                  </a:moveTo>
                  <a:cubicBezTo>
                    <a:pt x="1205" y="873"/>
                    <a:pt x="1201" y="875"/>
                    <a:pt x="1197" y="876"/>
                  </a:cubicBezTo>
                  <a:cubicBezTo>
                    <a:pt x="1198" y="880"/>
                    <a:pt x="1198" y="880"/>
                    <a:pt x="1198" y="880"/>
                  </a:cubicBezTo>
                  <a:cubicBezTo>
                    <a:pt x="1202" y="878"/>
                    <a:pt x="1206" y="877"/>
                    <a:pt x="1210" y="876"/>
                  </a:cubicBezTo>
                  <a:lnTo>
                    <a:pt x="1208" y="872"/>
                  </a:lnTo>
                  <a:close/>
                  <a:moveTo>
                    <a:pt x="1231" y="864"/>
                  </a:moveTo>
                  <a:cubicBezTo>
                    <a:pt x="1227" y="866"/>
                    <a:pt x="1224" y="867"/>
                    <a:pt x="1220" y="868"/>
                  </a:cubicBezTo>
                  <a:cubicBezTo>
                    <a:pt x="1221" y="872"/>
                    <a:pt x="1221" y="872"/>
                    <a:pt x="1221" y="872"/>
                  </a:cubicBezTo>
                  <a:cubicBezTo>
                    <a:pt x="1225" y="871"/>
                    <a:pt x="1229" y="869"/>
                    <a:pt x="1232" y="868"/>
                  </a:cubicBezTo>
                  <a:lnTo>
                    <a:pt x="1231" y="864"/>
                  </a:lnTo>
                  <a:close/>
                  <a:moveTo>
                    <a:pt x="1254" y="856"/>
                  </a:moveTo>
                  <a:cubicBezTo>
                    <a:pt x="1250" y="857"/>
                    <a:pt x="1246" y="859"/>
                    <a:pt x="1242" y="860"/>
                  </a:cubicBezTo>
                  <a:cubicBezTo>
                    <a:pt x="1244" y="864"/>
                    <a:pt x="1244" y="864"/>
                    <a:pt x="1244" y="864"/>
                  </a:cubicBezTo>
                  <a:cubicBezTo>
                    <a:pt x="1248" y="863"/>
                    <a:pt x="1251" y="861"/>
                    <a:pt x="1255" y="860"/>
                  </a:cubicBezTo>
                  <a:lnTo>
                    <a:pt x="1254" y="856"/>
                  </a:lnTo>
                  <a:close/>
                  <a:moveTo>
                    <a:pt x="1276" y="847"/>
                  </a:moveTo>
                  <a:cubicBezTo>
                    <a:pt x="1272" y="849"/>
                    <a:pt x="1268" y="850"/>
                    <a:pt x="1265" y="852"/>
                  </a:cubicBezTo>
                  <a:cubicBezTo>
                    <a:pt x="1266" y="855"/>
                    <a:pt x="1266" y="855"/>
                    <a:pt x="1266" y="855"/>
                  </a:cubicBezTo>
                  <a:cubicBezTo>
                    <a:pt x="1270" y="854"/>
                    <a:pt x="1274" y="852"/>
                    <a:pt x="1277" y="851"/>
                  </a:cubicBezTo>
                  <a:lnTo>
                    <a:pt x="1276" y="847"/>
                  </a:lnTo>
                  <a:close/>
                  <a:moveTo>
                    <a:pt x="1298" y="837"/>
                  </a:moveTo>
                  <a:cubicBezTo>
                    <a:pt x="1294" y="839"/>
                    <a:pt x="1290" y="841"/>
                    <a:pt x="1287" y="842"/>
                  </a:cubicBezTo>
                  <a:cubicBezTo>
                    <a:pt x="1288" y="846"/>
                    <a:pt x="1288" y="846"/>
                    <a:pt x="1288" y="846"/>
                  </a:cubicBezTo>
                  <a:cubicBezTo>
                    <a:pt x="1292" y="844"/>
                    <a:pt x="1296" y="843"/>
                    <a:pt x="1299" y="841"/>
                  </a:cubicBezTo>
                  <a:lnTo>
                    <a:pt x="1298" y="837"/>
                  </a:lnTo>
                  <a:close/>
                  <a:moveTo>
                    <a:pt x="1319" y="827"/>
                  </a:moveTo>
                  <a:cubicBezTo>
                    <a:pt x="1316" y="829"/>
                    <a:pt x="1312" y="831"/>
                    <a:pt x="1308" y="833"/>
                  </a:cubicBezTo>
                  <a:cubicBezTo>
                    <a:pt x="1310" y="836"/>
                    <a:pt x="1310" y="836"/>
                    <a:pt x="1310" y="836"/>
                  </a:cubicBezTo>
                  <a:cubicBezTo>
                    <a:pt x="1314" y="834"/>
                    <a:pt x="1317" y="833"/>
                    <a:pt x="1321" y="831"/>
                  </a:cubicBezTo>
                  <a:lnTo>
                    <a:pt x="1319" y="827"/>
                  </a:lnTo>
                  <a:close/>
                  <a:moveTo>
                    <a:pt x="1341" y="817"/>
                  </a:moveTo>
                  <a:cubicBezTo>
                    <a:pt x="1337" y="819"/>
                    <a:pt x="1333" y="820"/>
                    <a:pt x="1330" y="822"/>
                  </a:cubicBezTo>
                  <a:cubicBezTo>
                    <a:pt x="1332" y="826"/>
                    <a:pt x="1332" y="826"/>
                    <a:pt x="1332" y="826"/>
                  </a:cubicBezTo>
                  <a:cubicBezTo>
                    <a:pt x="1335" y="824"/>
                    <a:pt x="1339" y="822"/>
                    <a:pt x="1342" y="820"/>
                  </a:cubicBezTo>
                  <a:lnTo>
                    <a:pt x="1341" y="817"/>
                  </a:lnTo>
                  <a:close/>
                  <a:moveTo>
                    <a:pt x="1362" y="806"/>
                  </a:moveTo>
                  <a:cubicBezTo>
                    <a:pt x="1358" y="807"/>
                    <a:pt x="1355" y="809"/>
                    <a:pt x="1351" y="811"/>
                  </a:cubicBezTo>
                  <a:cubicBezTo>
                    <a:pt x="1353" y="815"/>
                    <a:pt x="1353" y="815"/>
                    <a:pt x="1353" y="815"/>
                  </a:cubicBezTo>
                  <a:cubicBezTo>
                    <a:pt x="1357" y="813"/>
                    <a:pt x="1360" y="811"/>
                    <a:pt x="1364" y="809"/>
                  </a:cubicBezTo>
                  <a:cubicBezTo>
                    <a:pt x="1362" y="806"/>
                    <a:pt x="1362" y="806"/>
                    <a:pt x="1362" y="806"/>
                  </a:cubicBezTo>
                  <a:close/>
                  <a:moveTo>
                    <a:pt x="1382" y="794"/>
                  </a:moveTo>
                  <a:cubicBezTo>
                    <a:pt x="1379" y="796"/>
                    <a:pt x="1376" y="798"/>
                    <a:pt x="1372" y="800"/>
                  </a:cubicBezTo>
                  <a:cubicBezTo>
                    <a:pt x="1374" y="803"/>
                    <a:pt x="1374" y="803"/>
                    <a:pt x="1374" y="803"/>
                  </a:cubicBezTo>
                  <a:cubicBezTo>
                    <a:pt x="1378" y="801"/>
                    <a:pt x="1381" y="799"/>
                    <a:pt x="1384" y="797"/>
                  </a:cubicBezTo>
                  <a:lnTo>
                    <a:pt x="1382" y="794"/>
                  </a:lnTo>
                  <a:close/>
                  <a:moveTo>
                    <a:pt x="1403" y="782"/>
                  </a:moveTo>
                  <a:cubicBezTo>
                    <a:pt x="1400" y="784"/>
                    <a:pt x="1396" y="786"/>
                    <a:pt x="1393" y="788"/>
                  </a:cubicBezTo>
                  <a:cubicBezTo>
                    <a:pt x="1395" y="791"/>
                    <a:pt x="1395" y="791"/>
                    <a:pt x="1395" y="791"/>
                  </a:cubicBezTo>
                  <a:cubicBezTo>
                    <a:pt x="1398" y="789"/>
                    <a:pt x="1402" y="787"/>
                    <a:pt x="1405" y="785"/>
                  </a:cubicBezTo>
                  <a:lnTo>
                    <a:pt x="1403" y="782"/>
                  </a:lnTo>
                  <a:close/>
                  <a:moveTo>
                    <a:pt x="1423" y="769"/>
                  </a:moveTo>
                  <a:cubicBezTo>
                    <a:pt x="1420" y="771"/>
                    <a:pt x="1416" y="773"/>
                    <a:pt x="1413" y="775"/>
                  </a:cubicBezTo>
                  <a:cubicBezTo>
                    <a:pt x="1415" y="779"/>
                    <a:pt x="1415" y="779"/>
                    <a:pt x="1415" y="779"/>
                  </a:cubicBezTo>
                  <a:cubicBezTo>
                    <a:pt x="1419" y="776"/>
                    <a:pt x="1422" y="774"/>
                    <a:pt x="1425" y="772"/>
                  </a:cubicBezTo>
                  <a:lnTo>
                    <a:pt x="1423" y="769"/>
                  </a:lnTo>
                  <a:close/>
                  <a:moveTo>
                    <a:pt x="1443" y="755"/>
                  </a:moveTo>
                  <a:cubicBezTo>
                    <a:pt x="1440" y="758"/>
                    <a:pt x="1436" y="760"/>
                    <a:pt x="1433" y="762"/>
                  </a:cubicBezTo>
                  <a:cubicBezTo>
                    <a:pt x="1435" y="765"/>
                    <a:pt x="1435" y="765"/>
                    <a:pt x="1435" y="765"/>
                  </a:cubicBezTo>
                  <a:cubicBezTo>
                    <a:pt x="1439" y="763"/>
                    <a:pt x="1442" y="761"/>
                    <a:pt x="1445" y="759"/>
                  </a:cubicBezTo>
                  <a:lnTo>
                    <a:pt x="1443" y="755"/>
                  </a:lnTo>
                  <a:close/>
                  <a:moveTo>
                    <a:pt x="1462" y="742"/>
                  </a:moveTo>
                  <a:cubicBezTo>
                    <a:pt x="1459" y="744"/>
                    <a:pt x="1456" y="746"/>
                    <a:pt x="1453" y="748"/>
                  </a:cubicBezTo>
                  <a:cubicBezTo>
                    <a:pt x="1455" y="752"/>
                    <a:pt x="1455" y="752"/>
                    <a:pt x="1455" y="752"/>
                  </a:cubicBezTo>
                  <a:cubicBezTo>
                    <a:pt x="1458" y="749"/>
                    <a:pt x="1462" y="747"/>
                    <a:pt x="1465" y="745"/>
                  </a:cubicBezTo>
                  <a:lnTo>
                    <a:pt x="1462" y="742"/>
                  </a:lnTo>
                  <a:close/>
                  <a:moveTo>
                    <a:pt x="1482" y="727"/>
                  </a:moveTo>
                  <a:cubicBezTo>
                    <a:pt x="1478" y="730"/>
                    <a:pt x="1475" y="732"/>
                    <a:pt x="1472" y="734"/>
                  </a:cubicBezTo>
                  <a:cubicBezTo>
                    <a:pt x="1474" y="738"/>
                    <a:pt x="1474" y="738"/>
                    <a:pt x="1474" y="738"/>
                  </a:cubicBezTo>
                  <a:cubicBezTo>
                    <a:pt x="1478" y="735"/>
                    <a:pt x="1481" y="733"/>
                    <a:pt x="1484" y="730"/>
                  </a:cubicBezTo>
                  <a:lnTo>
                    <a:pt x="1482" y="727"/>
                  </a:lnTo>
                  <a:close/>
                  <a:moveTo>
                    <a:pt x="1500" y="712"/>
                  </a:moveTo>
                  <a:cubicBezTo>
                    <a:pt x="1497" y="715"/>
                    <a:pt x="1494" y="717"/>
                    <a:pt x="1491" y="720"/>
                  </a:cubicBezTo>
                  <a:cubicBezTo>
                    <a:pt x="1493" y="723"/>
                    <a:pt x="1493" y="723"/>
                    <a:pt x="1493" y="723"/>
                  </a:cubicBezTo>
                  <a:cubicBezTo>
                    <a:pt x="1497" y="720"/>
                    <a:pt x="1500" y="718"/>
                    <a:pt x="1503" y="715"/>
                  </a:cubicBezTo>
                  <a:lnTo>
                    <a:pt x="1500" y="712"/>
                  </a:lnTo>
                  <a:close/>
                  <a:moveTo>
                    <a:pt x="1519" y="697"/>
                  </a:moveTo>
                  <a:cubicBezTo>
                    <a:pt x="1516" y="700"/>
                    <a:pt x="1513" y="702"/>
                    <a:pt x="1509" y="705"/>
                  </a:cubicBezTo>
                  <a:cubicBezTo>
                    <a:pt x="1512" y="708"/>
                    <a:pt x="1512" y="708"/>
                    <a:pt x="1512" y="708"/>
                  </a:cubicBezTo>
                  <a:cubicBezTo>
                    <a:pt x="1515" y="705"/>
                    <a:pt x="1518" y="703"/>
                    <a:pt x="1521" y="700"/>
                  </a:cubicBezTo>
                  <a:lnTo>
                    <a:pt x="1519" y="697"/>
                  </a:lnTo>
                  <a:close/>
                  <a:moveTo>
                    <a:pt x="1537" y="681"/>
                  </a:moveTo>
                  <a:cubicBezTo>
                    <a:pt x="1534" y="684"/>
                    <a:pt x="1531" y="686"/>
                    <a:pt x="1528" y="689"/>
                  </a:cubicBezTo>
                  <a:cubicBezTo>
                    <a:pt x="1530" y="692"/>
                    <a:pt x="1530" y="692"/>
                    <a:pt x="1530" y="692"/>
                  </a:cubicBezTo>
                  <a:cubicBezTo>
                    <a:pt x="1533" y="689"/>
                    <a:pt x="1536" y="687"/>
                    <a:pt x="1539" y="684"/>
                  </a:cubicBezTo>
                  <a:lnTo>
                    <a:pt x="1537" y="681"/>
                  </a:lnTo>
                  <a:close/>
                  <a:moveTo>
                    <a:pt x="1554" y="665"/>
                  </a:moveTo>
                  <a:cubicBezTo>
                    <a:pt x="1551" y="668"/>
                    <a:pt x="1548" y="670"/>
                    <a:pt x="1545" y="673"/>
                  </a:cubicBezTo>
                  <a:cubicBezTo>
                    <a:pt x="1548" y="676"/>
                    <a:pt x="1548" y="676"/>
                    <a:pt x="1548" y="676"/>
                  </a:cubicBezTo>
                  <a:cubicBezTo>
                    <a:pt x="1551" y="673"/>
                    <a:pt x="1554" y="671"/>
                    <a:pt x="1557" y="668"/>
                  </a:cubicBezTo>
                  <a:lnTo>
                    <a:pt x="1554" y="665"/>
                  </a:lnTo>
                  <a:close/>
                  <a:moveTo>
                    <a:pt x="1571" y="648"/>
                  </a:moveTo>
                  <a:cubicBezTo>
                    <a:pt x="1568" y="651"/>
                    <a:pt x="1566" y="654"/>
                    <a:pt x="1563" y="657"/>
                  </a:cubicBezTo>
                  <a:cubicBezTo>
                    <a:pt x="1566" y="659"/>
                    <a:pt x="1566" y="659"/>
                    <a:pt x="1566" y="659"/>
                  </a:cubicBezTo>
                  <a:cubicBezTo>
                    <a:pt x="1568" y="657"/>
                    <a:pt x="1571" y="654"/>
                    <a:pt x="1574" y="651"/>
                  </a:cubicBezTo>
                  <a:lnTo>
                    <a:pt x="1571" y="648"/>
                  </a:lnTo>
                  <a:close/>
                  <a:moveTo>
                    <a:pt x="1588" y="631"/>
                  </a:moveTo>
                  <a:cubicBezTo>
                    <a:pt x="1585" y="634"/>
                    <a:pt x="1582" y="637"/>
                    <a:pt x="1580" y="640"/>
                  </a:cubicBezTo>
                  <a:cubicBezTo>
                    <a:pt x="1582" y="642"/>
                    <a:pt x="1582" y="642"/>
                    <a:pt x="1582" y="642"/>
                  </a:cubicBezTo>
                  <a:cubicBezTo>
                    <a:pt x="1585" y="639"/>
                    <a:pt x="1588" y="637"/>
                    <a:pt x="1591" y="634"/>
                  </a:cubicBezTo>
                  <a:lnTo>
                    <a:pt x="1588" y="631"/>
                  </a:lnTo>
                  <a:close/>
                  <a:moveTo>
                    <a:pt x="1604" y="613"/>
                  </a:moveTo>
                  <a:cubicBezTo>
                    <a:pt x="1601" y="616"/>
                    <a:pt x="1599" y="619"/>
                    <a:pt x="1596" y="622"/>
                  </a:cubicBezTo>
                  <a:cubicBezTo>
                    <a:pt x="1599" y="625"/>
                    <a:pt x="1599" y="625"/>
                    <a:pt x="1599" y="625"/>
                  </a:cubicBezTo>
                  <a:cubicBezTo>
                    <a:pt x="1602" y="622"/>
                    <a:pt x="1604" y="619"/>
                    <a:pt x="1607" y="616"/>
                  </a:cubicBezTo>
                  <a:lnTo>
                    <a:pt x="1604" y="613"/>
                  </a:lnTo>
                  <a:close/>
                  <a:moveTo>
                    <a:pt x="1620" y="595"/>
                  </a:moveTo>
                  <a:cubicBezTo>
                    <a:pt x="1617" y="598"/>
                    <a:pt x="1615" y="601"/>
                    <a:pt x="1612" y="604"/>
                  </a:cubicBezTo>
                  <a:cubicBezTo>
                    <a:pt x="1615" y="607"/>
                    <a:pt x="1615" y="607"/>
                    <a:pt x="1615" y="607"/>
                  </a:cubicBezTo>
                  <a:cubicBezTo>
                    <a:pt x="1618" y="604"/>
                    <a:pt x="1620" y="601"/>
                    <a:pt x="1623" y="598"/>
                  </a:cubicBezTo>
                  <a:lnTo>
                    <a:pt x="1620" y="595"/>
                  </a:lnTo>
                  <a:close/>
                  <a:moveTo>
                    <a:pt x="1635" y="577"/>
                  </a:moveTo>
                  <a:cubicBezTo>
                    <a:pt x="1633" y="580"/>
                    <a:pt x="1630" y="583"/>
                    <a:pt x="1628" y="586"/>
                  </a:cubicBezTo>
                  <a:cubicBezTo>
                    <a:pt x="1631" y="589"/>
                    <a:pt x="1631" y="589"/>
                    <a:pt x="1631" y="589"/>
                  </a:cubicBezTo>
                  <a:cubicBezTo>
                    <a:pt x="1633" y="586"/>
                    <a:pt x="1636" y="583"/>
                    <a:pt x="1638" y="579"/>
                  </a:cubicBezTo>
                  <a:lnTo>
                    <a:pt x="1635" y="577"/>
                  </a:lnTo>
                  <a:close/>
                  <a:moveTo>
                    <a:pt x="1650" y="558"/>
                  </a:moveTo>
                  <a:cubicBezTo>
                    <a:pt x="1648" y="561"/>
                    <a:pt x="1645" y="564"/>
                    <a:pt x="1643" y="568"/>
                  </a:cubicBezTo>
                  <a:cubicBezTo>
                    <a:pt x="1646" y="570"/>
                    <a:pt x="1646" y="570"/>
                    <a:pt x="1646" y="570"/>
                  </a:cubicBezTo>
                  <a:cubicBezTo>
                    <a:pt x="1648" y="567"/>
                    <a:pt x="1651" y="564"/>
                    <a:pt x="1653" y="560"/>
                  </a:cubicBezTo>
                  <a:lnTo>
                    <a:pt x="1650" y="558"/>
                  </a:lnTo>
                  <a:close/>
                  <a:moveTo>
                    <a:pt x="1664" y="539"/>
                  </a:moveTo>
                  <a:cubicBezTo>
                    <a:pt x="1662" y="542"/>
                    <a:pt x="1660" y="545"/>
                    <a:pt x="1657" y="548"/>
                  </a:cubicBezTo>
                  <a:cubicBezTo>
                    <a:pt x="1660" y="551"/>
                    <a:pt x="1660" y="551"/>
                    <a:pt x="1660" y="551"/>
                  </a:cubicBezTo>
                  <a:cubicBezTo>
                    <a:pt x="1663" y="548"/>
                    <a:pt x="1665" y="544"/>
                    <a:pt x="1668" y="541"/>
                  </a:cubicBezTo>
                  <a:lnTo>
                    <a:pt x="1664" y="539"/>
                  </a:lnTo>
                  <a:close/>
                  <a:moveTo>
                    <a:pt x="1678" y="519"/>
                  </a:moveTo>
                  <a:cubicBezTo>
                    <a:pt x="1676" y="523"/>
                    <a:pt x="1674" y="526"/>
                    <a:pt x="1671" y="529"/>
                  </a:cubicBezTo>
                  <a:cubicBezTo>
                    <a:pt x="1675" y="531"/>
                    <a:pt x="1675" y="531"/>
                    <a:pt x="1675" y="531"/>
                  </a:cubicBezTo>
                  <a:cubicBezTo>
                    <a:pt x="1677" y="528"/>
                    <a:pt x="1679" y="525"/>
                    <a:pt x="1681" y="522"/>
                  </a:cubicBezTo>
                  <a:lnTo>
                    <a:pt x="1678" y="519"/>
                  </a:lnTo>
                  <a:close/>
                  <a:moveTo>
                    <a:pt x="1691" y="499"/>
                  </a:moveTo>
                  <a:cubicBezTo>
                    <a:pt x="1689" y="503"/>
                    <a:pt x="1687" y="506"/>
                    <a:pt x="1685" y="509"/>
                  </a:cubicBezTo>
                  <a:cubicBezTo>
                    <a:pt x="1688" y="512"/>
                    <a:pt x="1688" y="512"/>
                    <a:pt x="1688" y="512"/>
                  </a:cubicBezTo>
                  <a:cubicBezTo>
                    <a:pt x="1690" y="508"/>
                    <a:pt x="1693" y="505"/>
                    <a:pt x="1695" y="502"/>
                  </a:cubicBezTo>
                  <a:lnTo>
                    <a:pt x="1691" y="499"/>
                  </a:lnTo>
                  <a:close/>
                  <a:moveTo>
                    <a:pt x="1704" y="479"/>
                  </a:moveTo>
                  <a:cubicBezTo>
                    <a:pt x="1702" y="482"/>
                    <a:pt x="1700" y="486"/>
                    <a:pt x="1698" y="489"/>
                  </a:cubicBezTo>
                  <a:cubicBezTo>
                    <a:pt x="1701" y="491"/>
                    <a:pt x="1701" y="491"/>
                    <a:pt x="1701" y="491"/>
                  </a:cubicBezTo>
                  <a:cubicBezTo>
                    <a:pt x="1703" y="488"/>
                    <a:pt x="1706" y="485"/>
                    <a:pt x="1708" y="481"/>
                  </a:cubicBezTo>
                  <a:lnTo>
                    <a:pt x="1704" y="479"/>
                  </a:lnTo>
                  <a:close/>
                  <a:moveTo>
                    <a:pt x="1717" y="458"/>
                  </a:moveTo>
                  <a:cubicBezTo>
                    <a:pt x="1715" y="462"/>
                    <a:pt x="1713" y="465"/>
                    <a:pt x="1710" y="469"/>
                  </a:cubicBezTo>
                  <a:cubicBezTo>
                    <a:pt x="1714" y="471"/>
                    <a:pt x="1714" y="471"/>
                    <a:pt x="1714" y="471"/>
                  </a:cubicBezTo>
                  <a:cubicBezTo>
                    <a:pt x="1716" y="467"/>
                    <a:pt x="1718" y="464"/>
                    <a:pt x="1720" y="460"/>
                  </a:cubicBezTo>
                  <a:lnTo>
                    <a:pt x="1717" y="458"/>
                  </a:lnTo>
                  <a:close/>
                  <a:moveTo>
                    <a:pt x="1728" y="437"/>
                  </a:moveTo>
                  <a:cubicBezTo>
                    <a:pt x="1726" y="441"/>
                    <a:pt x="1724" y="445"/>
                    <a:pt x="1722" y="448"/>
                  </a:cubicBezTo>
                  <a:cubicBezTo>
                    <a:pt x="1726" y="450"/>
                    <a:pt x="1726" y="450"/>
                    <a:pt x="1726" y="450"/>
                  </a:cubicBezTo>
                  <a:cubicBezTo>
                    <a:pt x="1728" y="446"/>
                    <a:pt x="1730" y="443"/>
                    <a:pt x="1732" y="439"/>
                  </a:cubicBezTo>
                  <a:lnTo>
                    <a:pt x="1728" y="437"/>
                  </a:lnTo>
                  <a:close/>
                  <a:moveTo>
                    <a:pt x="1739" y="416"/>
                  </a:moveTo>
                  <a:cubicBezTo>
                    <a:pt x="1738" y="420"/>
                    <a:pt x="1736" y="423"/>
                    <a:pt x="1734" y="427"/>
                  </a:cubicBezTo>
                  <a:cubicBezTo>
                    <a:pt x="1737" y="429"/>
                    <a:pt x="1737" y="429"/>
                    <a:pt x="1737" y="429"/>
                  </a:cubicBezTo>
                  <a:cubicBezTo>
                    <a:pt x="1739" y="425"/>
                    <a:pt x="1741" y="422"/>
                    <a:pt x="1743" y="418"/>
                  </a:cubicBezTo>
                  <a:lnTo>
                    <a:pt x="1739" y="416"/>
                  </a:lnTo>
                  <a:close/>
                  <a:moveTo>
                    <a:pt x="1750" y="395"/>
                  </a:moveTo>
                  <a:cubicBezTo>
                    <a:pt x="1748" y="398"/>
                    <a:pt x="1747" y="402"/>
                    <a:pt x="1745" y="406"/>
                  </a:cubicBezTo>
                  <a:cubicBezTo>
                    <a:pt x="1748" y="407"/>
                    <a:pt x="1748" y="407"/>
                    <a:pt x="1748" y="407"/>
                  </a:cubicBezTo>
                  <a:cubicBezTo>
                    <a:pt x="1750" y="404"/>
                    <a:pt x="1752" y="400"/>
                    <a:pt x="1754" y="396"/>
                  </a:cubicBezTo>
                  <a:lnTo>
                    <a:pt x="1750" y="395"/>
                  </a:lnTo>
                  <a:close/>
                  <a:moveTo>
                    <a:pt x="1760" y="373"/>
                  </a:moveTo>
                  <a:cubicBezTo>
                    <a:pt x="1758" y="377"/>
                    <a:pt x="1757" y="380"/>
                    <a:pt x="1755" y="384"/>
                  </a:cubicBezTo>
                  <a:cubicBezTo>
                    <a:pt x="1759" y="386"/>
                    <a:pt x="1759" y="386"/>
                    <a:pt x="1759" y="386"/>
                  </a:cubicBezTo>
                  <a:cubicBezTo>
                    <a:pt x="1760" y="382"/>
                    <a:pt x="1762" y="378"/>
                    <a:pt x="1764" y="375"/>
                  </a:cubicBezTo>
                  <a:lnTo>
                    <a:pt x="1760" y="373"/>
                  </a:lnTo>
                  <a:close/>
                  <a:moveTo>
                    <a:pt x="1770" y="351"/>
                  </a:moveTo>
                  <a:cubicBezTo>
                    <a:pt x="1768" y="355"/>
                    <a:pt x="1766" y="358"/>
                    <a:pt x="1765" y="362"/>
                  </a:cubicBezTo>
                  <a:cubicBezTo>
                    <a:pt x="1769" y="363"/>
                    <a:pt x="1769" y="363"/>
                    <a:pt x="1769" y="363"/>
                  </a:cubicBezTo>
                  <a:cubicBezTo>
                    <a:pt x="1770" y="360"/>
                    <a:pt x="1772" y="356"/>
                    <a:pt x="1773" y="352"/>
                  </a:cubicBezTo>
                  <a:lnTo>
                    <a:pt x="1770" y="351"/>
                  </a:lnTo>
                  <a:close/>
                  <a:moveTo>
                    <a:pt x="1778" y="329"/>
                  </a:moveTo>
                  <a:cubicBezTo>
                    <a:pt x="1777" y="332"/>
                    <a:pt x="1776" y="336"/>
                    <a:pt x="1774" y="340"/>
                  </a:cubicBezTo>
                  <a:cubicBezTo>
                    <a:pt x="1778" y="341"/>
                    <a:pt x="1778" y="341"/>
                    <a:pt x="1778" y="341"/>
                  </a:cubicBezTo>
                  <a:cubicBezTo>
                    <a:pt x="1779" y="337"/>
                    <a:pt x="1781" y="334"/>
                    <a:pt x="1782" y="330"/>
                  </a:cubicBezTo>
                  <a:lnTo>
                    <a:pt x="1778" y="329"/>
                  </a:lnTo>
                  <a:close/>
                  <a:moveTo>
                    <a:pt x="1787" y="306"/>
                  </a:moveTo>
                  <a:cubicBezTo>
                    <a:pt x="1785" y="310"/>
                    <a:pt x="1784" y="314"/>
                    <a:pt x="1783" y="317"/>
                  </a:cubicBezTo>
                  <a:cubicBezTo>
                    <a:pt x="1786" y="319"/>
                    <a:pt x="1786" y="319"/>
                    <a:pt x="1786" y="319"/>
                  </a:cubicBezTo>
                  <a:cubicBezTo>
                    <a:pt x="1788" y="315"/>
                    <a:pt x="1789" y="311"/>
                    <a:pt x="1791" y="307"/>
                  </a:cubicBezTo>
                  <a:lnTo>
                    <a:pt x="1787" y="306"/>
                  </a:lnTo>
                  <a:close/>
                  <a:moveTo>
                    <a:pt x="1794" y="283"/>
                  </a:moveTo>
                  <a:cubicBezTo>
                    <a:pt x="1793" y="287"/>
                    <a:pt x="1792" y="291"/>
                    <a:pt x="1791" y="295"/>
                  </a:cubicBezTo>
                  <a:cubicBezTo>
                    <a:pt x="1794" y="296"/>
                    <a:pt x="1794" y="296"/>
                    <a:pt x="1794" y="296"/>
                  </a:cubicBezTo>
                  <a:cubicBezTo>
                    <a:pt x="1796" y="292"/>
                    <a:pt x="1797" y="288"/>
                    <a:pt x="1798" y="284"/>
                  </a:cubicBezTo>
                  <a:lnTo>
                    <a:pt x="1794" y="283"/>
                  </a:lnTo>
                  <a:close/>
                  <a:moveTo>
                    <a:pt x="1802" y="260"/>
                  </a:moveTo>
                  <a:cubicBezTo>
                    <a:pt x="1800" y="264"/>
                    <a:pt x="1799" y="268"/>
                    <a:pt x="1798" y="272"/>
                  </a:cubicBezTo>
                  <a:cubicBezTo>
                    <a:pt x="1802" y="273"/>
                    <a:pt x="1802" y="273"/>
                    <a:pt x="1802" y="273"/>
                  </a:cubicBezTo>
                  <a:cubicBezTo>
                    <a:pt x="1803" y="269"/>
                    <a:pt x="1804" y="265"/>
                    <a:pt x="1805" y="261"/>
                  </a:cubicBezTo>
                  <a:lnTo>
                    <a:pt x="1802" y="260"/>
                  </a:lnTo>
                  <a:close/>
                  <a:moveTo>
                    <a:pt x="1808" y="237"/>
                  </a:moveTo>
                  <a:cubicBezTo>
                    <a:pt x="1807" y="241"/>
                    <a:pt x="1806" y="245"/>
                    <a:pt x="1805" y="249"/>
                  </a:cubicBezTo>
                  <a:cubicBezTo>
                    <a:pt x="1809" y="250"/>
                    <a:pt x="1809" y="250"/>
                    <a:pt x="1809" y="250"/>
                  </a:cubicBezTo>
                  <a:cubicBezTo>
                    <a:pt x="1810" y="246"/>
                    <a:pt x="1811" y="242"/>
                    <a:pt x="1812" y="238"/>
                  </a:cubicBezTo>
                  <a:lnTo>
                    <a:pt x="1808" y="237"/>
                  </a:lnTo>
                  <a:close/>
                  <a:moveTo>
                    <a:pt x="1814" y="214"/>
                  </a:moveTo>
                  <a:cubicBezTo>
                    <a:pt x="1813" y="218"/>
                    <a:pt x="1812" y="222"/>
                    <a:pt x="1811" y="226"/>
                  </a:cubicBezTo>
                  <a:cubicBezTo>
                    <a:pt x="1815" y="227"/>
                    <a:pt x="1815" y="227"/>
                    <a:pt x="1815" y="227"/>
                  </a:cubicBezTo>
                  <a:cubicBezTo>
                    <a:pt x="1816" y="223"/>
                    <a:pt x="1817" y="219"/>
                    <a:pt x="1818" y="215"/>
                  </a:cubicBezTo>
                  <a:lnTo>
                    <a:pt x="1814" y="214"/>
                  </a:lnTo>
                  <a:close/>
                  <a:moveTo>
                    <a:pt x="1819" y="191"/>
                  </a:moveTo>
                  <a:cubicBezTo>
                    <a:pt x="1818" y="195"/>
                    <a:pt x="1817" y="198"/>
                    <a:pt x="1817" y="202"/>
                  </a:cubicBezTo>
                  <a:cubicBezTo>
                    <a:pt x="1820" y="203"/>
                    <a:pt x="1820" y="203"/>
                    <a:pt x="1820" y="203"/>
                  </a:cubicBezTo>
                  <a:cubicBezTo>
                    <a:pt x="1821" y="199"/>
                    <a:pt x="1822" y="195"/>
                    <a:pt x="1823" y="191"/>
                  </a:cubicBezTo>
                  <a:cubicBezTo>
                    <a:pt x="1819" y="191"/>
                    <a:pt x="1819" y="191"/>
                    <a:pt x="1819" y="191"/>
                  </a:cubicBezTo>
                  <a:close/>
                  <a:moveTo>
                    <a:pt x="1824" y="167"/>
                  </a:moveTo>
                  <a:cubicBezTo>
                    <a:pt x="1823" y="171"/>
                    <a:pt x="1822" y="175"/>
                    <a:pt x="1822" y="179"/>
                  </a:cubicBezTo>
                  <a:cubicBezTo>
                    <a:pt x="1825" y="180"/>
                    <a:pt x="1825" y="180"/>
                    <a:pt x="1825" y="180"/>
                  </a:cubicBezTo>
                  <a:cubicBezTo>
                    <a:pt x="1826" y="176"/>
                    <a:pt x="1827" y="172"/>
                    <a:pt x="1828" y="168"/>
                  </a:cubicBezTo>
                  <a:lnTo>
                    <a:pt x="1824" y="167"/>
                  </a:lnTo>
                  <a:close/>
                  <a:moveTo>
                    <a:pt x="1828" y="144"/>
                  </a:moveTo>
                  <a:cubicBezTo>
                    <a:pt x="1827" y="147"/>
                    <a:pt x="1827" y="151"/>
                    <a:pt x="1826" y="155"/>
                  </a:cubicBezTo>
                  <a:cubicBezTo>
                    <a:pt x="1830" y="156"/>
                    <a:pt x="1830" y="156"/>
                    <a:pt x="1830" y="156"/>
                  </a:cubicBezTo>
                  <a:cubicBezTo>
                    <a:pt x="1830" y="152"/>
                    <a:pt x="1831" y="148"/>
                    <a:pt x="1832" y="144"/>
                  </a:cubicBezTo>
                  <a:lnTo>
                    <a:pt x="1828" y="144"/>
                  </a:lnTo>
                  <a:close/>
                  <a:moveTo>
                    <a:pt x="1831" y="120"/>
                  </a:moveTo>
                  <a:cubicBezTo>
                    <a:pt x="1831" y="124"/>
                    <a:pt x="1830" y="128"/>
                    <a:pt x="1830" y="132"/>
                  </a:cubicBezTo>
                  <a:cubicBezTo>
                    <a:pt x="1834" y="132"/>
                    <a:pt x="1834" y="132"/>
                    <a:pt x="1834" y="132"/>
                  </a:cubicBezTo>
                  <a:cubicBezTo>
                    <a:pt x="1834" y="128"/>
                    <a:pt x="1835" y="124"/>
                    <a:pt x="1835" y="120"/>
                  </a:cubicBezTo>
                  <a:lnTo>
                    <a:pt x="1831" y="120"/>
                  </a:lnTo>
                  <a:close/>
                  <a:moveTo>
                    <a:pt x="1834" y="96"/>
                  </a:moveTo>
                  <a:cubicBezTo>
                    <a:pt x="1834" y="100"/>
                    <a:pt x="1833" y="104"/>
                    <a:pt x="1833" y="108"/>
                  </a:cubicBezTo>
                  <a:cubicBezTo>
                    <a:pt x="1837" y="108"/>
                    <a:pt x="1837" y="108"/>
                    <a:pt x="1837" y="108"/>
                  </a:cubicBezTo>
                  <a:cubicBezTo>
                    <a:pt x="1837" y="104"/>
                    <a:pt x="1838" y="100"/>
                    <a:pt x="1838" y="96"/>
                  </a:cubicBezTo>
                  <a:lnTo>
                    <a:pt x="1834" y="96"/>
                  </a:lnTo>
                  <a:close/>
                  <a:moveTo>
                    <a:pt x="1836" y="72"/>
                  </a:moveTo>
                  <a:cubicBezTo>
                    <a:pt x="1836" y="76"/>
                    <a:pt x="1835" y="80"/>
                    <a:pt x="1835" y="84"/>
                  </a:cubicBezTo>
                  <a:cubicBezTo>
                    <a:pt x="1839" y="84"/>
                    <a:pt x="1839" y="84"/>
                    <a:pt x="1839" y="84"/>
                  </a:cubicBezTo>
                  <a:cubicBezTo>
                    <a:pt x="1839" y="81"/>
                    <a:pt x="1840" y="77"/>
                    <a:pt x="1840" y="73"/>
                  </a:cubicBezTo>
                  <a:lnTo>
                    <a:pt x="1836" y="72"/>
                  </a:lnTo>
                  <a:close/>
                  <a:moveTo>
                    <a:pt x="1838" y="48"/>
                  </a:moveTo>
                  <a:cubicBezTo>
                    <a:pt x="1837" y="52"/>
                    <a:pt x="1837" y="56"/>
                    <a:pt x="1837" y="60"/>
                  </a:cubicBezTo>
                  <a:cubicBezTo>
                    <a:pt x="1841" y="61"/>
                    <a:pt x="1841" y="61"/>
                    <a:pt x="1841" y="61"/>
                  </a:cubicBezTo>
                  <a:cubicBezTo>
                    <a:pt x="1841" y="57"/>
                    <a:pt x="1841" y="53"/>
                    <a:pt x="1842" y="49"/>
                  </a:cubicBezTo>
                  <a:lnTo>
                    <a:pt x="1838" y="48"/>
                  </a:lnTo>
                  <a:close/>
                  <a:moveTo>
                    <a:pt x="1839" y="24"/>
                  </a:moveTo>
                  <a:cubicBezTo>
                    <a:pt x="1838" y="28"/>
                    <a:pt x="1838" y="32"/>
                    <a:pt x="1838" y="36"/>
                  </a:cubicBezTo>
                  <a:cubicBezTo>
                    <a:pt x="1842" y="36"/>
                    <a:pt x="1842" y="36"/>
                    <a:pt x="1842" y="36"/>
                  </a:cubicBezTo>
                  <a:cubicBezTo>
                    <a:pt x="1842" y="32"/>
                    <a:pt x="1842" y="28"/>
                    <a:pt x="1843" y="24"/>
                  </a:cubicBezTo>
                  <a:lnTo>
                    <a:pt x="1839" y="24"/>
                  </a:lnTo>
                  <a:close/>
                  <a:moveTo>
                    <a:pt x="1839" y="0"/>
                  </a:moveTo>
                  <a:cubicBezTo>
                    <a:pt x="1839" y="4"/>
                    <a:pt x="1839" y="8"/>
                    <a:pt x="1839" y="12"/>
                  </a:cubicBezTo>
                  <a:cubicBezTo>
                    <a:pt x="1843" y="12"/>
                    <a:pt x="1843" y="12"/>
                    <a:pt x="1843" y="12"/>
                  </a:cubicBezTo>
                  <a:cubicBezTo>
                    <a:pt x="1843" y="8"/>
                    <a:pt x="1843" y="4"/>
                    <a:pt x="1843" y="0"/>
                  </a:cubicBezTo>
                  <a:lnTo>
                    <a:pt x="1839" y="0"/>
                  </a:lnTo>
                  <a:close/>
                </a:path>
              </a:pathLst>
            </a:custGeom>
            <a:solidFill>
              <a:srgbClr val="A1C1C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68" name="Oval 40"/>
            <p:cNvSpPr>
              <a:spLocks noChangeArrowheads="1"/>
            </p:cNvSpPr>
            <p:nvPr/>
          </p:nvSpPr>
          <p:spPr bwMode="auto">
            <a:xfrm>
              <a:off x="1062038" y="5160963"/>
              <a:ext cx="900113" cy="898525"/>
            </a:xfrm>
            <a:prstGeom prst="ellipse">
              <a:avLst/>
            </a:prstGeom>
            <a:solidFill>
              <a:srgbClr val="22B57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69" name="Freeform 41"/>
            <p:cNvSpPr>
              <a:spLocks/>
            </p:cNvSpPr>
            <p:nvPr/>
          </p:nvSpPr>
          <p:spPr bwMode="auto">
            <a:xfrm>
              <a:off x="1511301" y="4713288"/>
              <a:ext cx="190500" cy="166688"/>
            </a:xfrm>
            <a:custGeom>
              <a:avLst/>
              <a:gdLst/>
              <a:ahLst/>
              <a:cxnLst>
                <a:cxn ang="0">
                  <a:pos x="36" y="66"/>
                </a:cxn>
                <a:cxn ang="0">
                  <a:pos x="29" y="62"/>
                </a:cxn>
                <a:cxn ang="0">
                  <a:pos x="9" y="45"/>
                </a:cxn>
                <a:cxn ang="0">
                  <a:pos x="0" y="19"/>
                </a:cxn>
                <a:cxn ang="0">
                  <a:pos x="7" y="3"/>
                </a:cxn>
                <a:cxn ang="0">
                  <a:pos x="15" y="0"/>
                </a:cxn>
                <a:cxn ang="0">
                  <a:pos x="19" y="0"/>
                </a:cxn>
                <a:cxn ang="0">
                  <a:pos x="24" y="1"/>
                </a:cxn>
                <a:cxn ang="0">
                  <a:pos x="37" y="9"/>
                </a:cxn>
                <a:cxn ang="0">
                  <a:pos x="38" y="9"/>
                </a:cxn>
                <a:cxn ang="0">
                  <a:pos x="39" y="9"/>
                </a:cxn>
                <a:cxn ang="0">
                  <a:pos x="52" y="1"/>
                </a:cxn>
                <a:cxn ang="0">
                  <a:pos x="58" y="1"/>
                </a:cxn>
                <a:cxn ang="0">
                  <a:pos x="62" y="1"/>
                </a:cxn>
                <a:cxn ang="0">
                  <a:pos x="69" y="4"/>
                </a:cxn>
                <a:cxn ang="0">
                  <a:pos x="75" y="21"/>
                </a:cxn>
                <a:cxn ang="0">
                  <a:pos x="64" y="46"/>
                </a:cxn>
                <a:cxn ang="0">
                  <a:pos x="44" y="62"/>
                </a:cxn>
                <a:cxn ang="0">
                  <a:pos x="36" y="66"/>
                </a:cxn>
              </a:cxnLst>
              <a:rect l="0" t="0" r="r" b="b"/>
              <a:pathLst>
                <a:path w="75" h="66">
                  <a:moveTo>
                    <a:pt x="36" y="66"/>
                  </a:moveTo>
                  <a:cubicBezTo>
                    <a:pt x="33" y="65"/>
                    <a:pt x="31" y="64"/>
                    <a:pt x="29" y="62"/>
                  </a:cubicBezTo>
                  <a:cubicBezTo>
                    <a:pt x="22" y="58"/>
                    <a:pt x="15" y="52"/>
                    <a:pt x="9" y="45"/>
                  </a:cubicBezTo>
                  <a:cubicBezTo>
                    <a:pt x="3" y="37"/>
                    <a:pt x="1" y="29"/>
                    <a:pt x="0" y="19"/>
                  </a:cubicBezTo>
                  <a:cubicBezTo>
                    <a:pt x="0" y="13"/>
                    <a:pt x="3" y="6"/>
                    <a:pt x="7" y="3"/>
                  </a:cubicBezTo>
                  <a:cubicBezTo>
                    <a:pt x="9" y="1"/>
                    <a:pt x="12" y="0"/>
                    <a:pt x="15" y="0"/>
                  </a:cubicBezTo>
                  <a:cubicBezTo>
                    <a:pt x="16" y="0"/>
                    <a:pt x="17" y="0"/>
                    <a:pt x="19" y="0"/>
                  </a:cubicBezTo>
                  <a:cubicBezTo>
                    <a:pt x="21" y="0"/>
                    <a:pt x="23" y="0"/>
                    <a:pt x="24" y="1"/>
                  </a:cubicBezTo>
                  <a:cubicBezTo>
                    <a:pt x="29" y="2"/>
                    <a:pt x="33" y="5"/>
                    <a:pt x="37" y="9"/>
                  </a:cubicBezTo>
                  <a:cubicBezTo>
                    <a:pt x="38" y="9"/>
                    <a:pt x="38" y="9"/>
                    <a:pt x="38" y="9"/>
                  </a:cubicBezTo>
                  <a:cubicBezTo>
                    <a:pt x="39" y="9"/>
                    <a:pt x="39" y="9"/>
                    <a:pt x="39" y="9"/>
                  </a:cubicBezTo>
                  <a:cubicBezTo>
                    <a:pt x="43" y="5"/>
                    <a:pt x="47" y="2"/>
                    <a:pt x="52" y="1"/>
                  </a:cubicBezTo>
                  <a:cubicBezTo>
                    <a:pt x="54" y="1"/>
                    <a:pt x="56" y="1"/>
                    <a:pt x="58" y="1"/>
                  </a:cubicBezTo>
                  <a:cubicBezTo>
                    <a:pt x="59" y="1"/>
                    <a:pt x="60" y="1"/>
                    <a:pt x="62" y="1"/>
                  </a:cubicBezTo>
                  <a:cubicBezTo>
                    <a:pt x="65" y="1"/>
                    <a:pt x="67" y="3"/>
                    <a:pt x="69" y="4"/>
                  </a:cubicBezTo>
                  <a:cubicBezTo>
                    <a:pt x="73" y="8"/>
                    <a:pt x="75" y="14"/>
                    <a:pt x="75" y="21"/>
                  </a:cubicBezTo>
                  <a:cubicBezTo>
                    <a:pt x="74" y="30"/>
                    <a:pt x="71" y="38"/>
                    <a:pt x="64" y="46"/>
                  </a:cubicBezTo>
                  <a:cubicBezTo>
                    <a:pt x="58" y="53"/>
                    <a:pt x="51" y="58"/>
                    <a:pt x="44" y="62"/>
                  </a:cubicBezTo>
                  <a:cubicBezTo>
                    <a:pt x="41" y="64"/>
                    <a:pt x="39" y="65"/>
                    <a:pt x="36" y="66"/>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70" name="Freeform 42"/>
            <p:cNvSpPr>
              <a:spLocks/>
            </p:cNvSpPr>
            <p:nvPr/>
          </p:nvSpPr>
          <p:spPr bwMode="auto">
            <a:xfrm>
              <a:off x="5138738" y="4643438"/>
              <a:ext cx="149225" cy="173038"/>
            </a:xfrm>
            <a:custGeom>
              <a:avLst/>
              <a:gdLst/>
              <a:ahLst/>
              <a:cxnLst>
                <a:cxn ang="0">
                  <a:pos x="48" y="0"/>
                </a:cxn>
                <a:cxn ang="0">
                  <a:pos x="94" y="47"/>
                </a:cxn>
                <a:cxn ang="0">
                  <a:pos x="94" y="109"/>
                </a:cxn>
                <a:cxn ang="0">
                  <a:pos x="64" y="109"/>
                </a:cxn>
                <a:cxn ang="0">
                  <a:pos x="64" y="63"/>
                </a:cxn>
                <a:cxn ang="0">
                  <a:pos x="32" y="63"/>
                </a:cxn>
                <a:cxn ang="0">
                  <a:pos x="32" y="109"/>
                </a:cxn>
                <a:cxn ang="0">
                  <a:pos x="0" y="109"/>
                </a:cxn>
                <a:cxn ang="0">
                  <a:pos x="0" y="47"/>
                </a:cxn>
                <a:cxn ang="0">
                  <a:pos x="48" y="0"/>
                </a:cxn>
              </a:cxnLst>
              <a:rect l="0" t="0" r="r" b="b"/>
              <a:pathLst>
                <a:path w="94" h="109">
                  <a:moveTo>
                    <a:pt x="48" y="0"/>
                  </a:moveTo>
                  <a:lnTo>
                    <a:pt x="94" y="47"/>
                  </a:lnTo>
                  <a:lnTo>
                    <a:pt x="94" y="109"/>
                  </a:lnTo>
                  <a:lnTo>
                    <a:pt x="64" y="109"/>
                  </a:lnTo>
                  <a:lnTo>
                    <a:pt x="64" y="63"/>
                  </a:lnTo>
                  <a:lnTo>
                    <a:pt x="32" y="63"/>
                  </a:lnTo>
                  <a:lnTo>
                    <a:pt x="32" y="109"/>
                  </a:lnTo>
                  <a:lnTo>
                    <a:pt x="0" y="109"/>
                  </a:lnTo>
                  <a:lnTo>
                    <a:pt x="0" y="47"/>
                  </a:lnTo>
                  <a:lnTo>
                    <a:pt x="48" y="0"/>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71" name="Freeform 43"/>
            <p:cNvSpPr>
              <a:spLocks/>
            </p:cNvSpPr>
            <p:nvPr/>
          </p:nvSpPr>
          <p:spPr bwMode="auto">
            <a:xfrm>
              <a:off x="5102226" y="4605338"/>
              <a:ext cx="223838" cy="125413"/>
            </a:xfrm>
            <a:custGeom>
              <a:avLst/>
              <a:gdLst/>
              <a:ahLst/>
              <a:cxnLst>
                <a:cxn ang="0">
                  <a:pos x="83" y="48"/>
                </a:cxn>
                <a:cxn ang="0">
                  <a:pos x="80" y="47"/>
                </a:cxn>
                <a:cxn ang="0">
                  <a:pos x="44" y="11"/>
                </a:cxn>
                <a:cxn ang="0">
                  <a:pos x="8" y="47"/>
                </a:cxn>
                <a:cxn ang="0">
                  <a:pos x="2" y="47"/>
                </a:cxn>
                <a:cxn ang="0">
                  <a:pos x="2" y="41"/>
                </a:cxn>
                <a:cxn ang="0">
                  <a:pos x="41" y="2"/>
                </a:cxn>
                <a:cxn ang="0">
                  <a:pos x="47" y="2"/>
                </a:cxn>
                <a:cxn ang="0">
                  <a:pos x="86" y="41"/>
                </a:cxn>
                <a:cxn ang="0">
                  <a:pos x="86" y="47"/>
                </a:cxn>
                <a:cxn ang="0">
                  <a:pos x="83" y="48"/>
                </a:cxn>
              </a:cxnLst>
              <a:rect l="0" t="0" r="r" b="b"/>
              <a:pathLst>
                <a:path w="88" h="49">
                  <a:moveTo>
                    <a:pt x="83" y="48"/>
                  </a:moveTo>
                  <a:cubicBezTo>
                    <a:pt x="82" y="48"/>
                    <a:pt x="81" y="48"/>
                    <a:pt x="80" y="47"/>
                  </a:cubicBezTo>
                  <a:cubicBezTo>
                    <a:pt x="44" y="11"/>
                    <a:pt x="44" y="11"/>
                    <a:pt x="44" y="11"/>
                  </a:cubicBezTo>
                  <a:cubicBezTo>
                    <a:pt x="8" y="47"/>
                    <a:pt x="8" y="47"/>
                    <a:pt x="8" y="47"/>
                  </a:cubicBezTo>
                  <a:cubicBezTo>
                    <a:pt x="6" y="49"/>
                    <a:pt x="3" y="49"/>
                    <a:pt x="2" y="47"/>
                  </a:cubicBezTo>
                  <a:cubicBezTo>
                    <a:pt x="0" y="45"/>
                    <a:pt x="0" y="43"/>
                    <a:pt x="2" y="41"/>
                  </a:cubicBezTo>
                  <a:cubicBezTo>
                    <a:pt x="41" y="2"/>
                    <a:pt x="41" y="2"/>
                    <a:pt x="41" y="2"/>
                  </a:cubicBezTo>
                  <a:cubicBezTo>
                    <a:pt x="42" y="0"/>
                    <a:pt x="45" y="0"/>
                    <a:pt x="47" y="2"/>
                  </a:cubicBezTo>
                  <a:cubicBezTo>
                    <a:pt x="86" y="41"/>
                    <a:pt x="86" y="41"/>
                    <a:pt x="86" y="41"/>
                  </a:cubicBezTo>
                  <a:cubicBezTo>
                    <a:pt x="88" y="43"/>
                    <a:pt x="88" y="45"/>
                    <a:pt x="86" y="47"/>
                  </a:cubicBezTo>
                  <a:cubicBezTo>
                    <a:pt x="85" y="48"/>
                    <a:pt x="84" y="48"/>
                    <a:pt x="83" y="48"/>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72" name="Freeform 44"/>
            <p:cNvSpPr>
              <a:spLocks noEditPoints="1"/>
            </p:cNvSpPr>
            <p:nvPr/>
          </p:nvSpPr>
          <p:spPr bwMode="auto">
            <a:xfrm>
              <a:off x="5634038" y="4000500"/>
              <a:ext cx="257175" cy="266700"/>
            </a:xfrm>
            <a:custGeom>
              <a:avLst/>
              <a:gdLst/>
              <a:ahLst/>
              <a:cxnLst>
                <a:cxn ang="0">
                  <a:pos x="59" y="0"/>
                </a:cxn>
                <a:cxn ang="0">
                  <a:pos x="16" y="42"/>
                </a:cxn>
                <a:cxn ang="0">
                  <a:pos x="27" y="71"/>
                </a:cxn>
                <a:cxn ang="0">
                  <a:pos x="2" y="96"/>
                </a:cxn>
                <a:cxn ang="0">
                  <a:pos x="0" y="100"/>
                </a:cxn>
                <a:cxn ang="0">
                  <a:pos x="2" y="103"/>
                </a:cxn>
                <a:cxn ang="0">
                  <a:pos x="9" y="103"/>
                </a:cxn>
                <a:cxn ang="0">
                  <a:pos x="35" y="77"/>
                </a:cxn>
                <a:cxn ang="0">
                  <a:pos x="59" y="85"/>
                </a:cxn>
                <a:cxn ang="0">
                  <a:pos x="101" y="42"/>
                </a:cxn>
                <a:cxn ang="0">
                  <a:pos x="59" y="0"/>
                </a:cxn>
                <a:cxn ang="0">
                  <a:pos x="59" y="7"/>
                </a:cxn>
                <a:cxn ang="0">
                  <a:pos x="94" y="42"/>
                </a:cxn>
                <a:cxn ang="0">
                  <a:pos x="59" y="77"/>
                </a:cxn>
                <a:cxn ang="0">
                  <a:pos x="24" y="42"/>
                </a:cxn>
                <a:cxn ang="0">
                  <a:pos x="59" y="7"/>
                </a:cxn>
              </a:cxnLst>
              <a:rect l="0" t="0" r="r" b="b"/>
              <a:pathLst>
                <a:path w="101" h="105">
                  <a:moveTo>
                    <a:pt x="59" y="0"/>
                  </a:moveTo>
                  <a:cubicBezTo>
                    <a:pt x="35" y="0"/>
                    <a:pt x="16" y="19"/>
                    <a:pt x="16" y="42"/>
                  </a:cubicBezTo>
                  <a:cubicBezTo>
                    <a:pt x="16" y="53"/>
                    <a:pt x="20" y="63"/>
                    <a:pt x="27" y="71"/>
                  </a:cubicBezTo>
                  <a:cubicBezTo>
                    <a:pt x="2" y="96"/>
                    <a:pt x="2" y="96"/>
                    <a:pt x="2" y="96"/>
                  </a:cubicBezTo>
                  <a:cubicBezTo>
                    <a:pt x="1" y="97"/>
                    <a:pt x="0" y="98"/>
                    <a:pt x="0" y="100"/>
                  </a:cubicBezTo>
                  <a:cubicBezTo>
                    <a:pt x="0" y="101"/>
                    <a:pt x="1" y="102"/>
                    <a:pt x="2" y="103"/>
                  </a:cubicBezTo>
                  <a:cubicBezTo>
                    <a:pt x="4" y="105"/>
                    <a:pt x="7" y="105"/>
                    <a:pt x="9" y="103"/>
                  </a:cubicBezTo>
                  <a:cubicBezTo>
                    <a:pt x="35" y="77"/>
                    <a:pt x="35" y="77"/>
                    <a:pt x="35" y="77"/>
                  </a:cubicBezTo>
                  <a:cubicBezTo>
                    <a:pt x="42" y="82"/>
                    <a:pt x="50" y="85"/>
                    <a:pt x="59" y="85"/>
                  </a:cubicBezTo>
                  <a:cubicBezTo>
                    <a:pt x="82" y="85"/>
                    <a:pt x="101" y="65"/>
                    <a:pt x="101" y="42"/>
                  </a:cubicBezTo>
                  <a:cubicBezTo>
                    <a:pt x="101" y="19"/>
                    <a:pt x="82" y="0"/>
                    <a:pt x="59" y="0"/>
                  </a:cubicBezTo>
                  <a:close/>
                  <a:moveTo>
                    <a:pt x="59" y="7"/>
                  </a:moveTo>
                  <a:cubicBezTo>
                    <a:pt x="78" y="7"/>
                    <a:pt x="94" y="23"/>
                    <a:pt x="94" y="42"/>
                  </a:cubicBezTo>
                  <a:cubicBezTo>
                    <a:pt x="94" y="61"/>
                    <a:pt x="78" y="77"/>
                    <a:pt x="59" y="77"/>
                  </a:cubicBezTo>
                  <a:cubicBezTo>
                    <a:pt x="39" y="77"/>
                    <a:pt x="24" y="61"/>
                    <a:pt x="24" y="42"/>
                  </a:cubicBezTo>
                  <a:cubicBezTo>
                    <a:pt x="24" y="23"/>
                    <a:pt x="39" y="7"/>
                    <a:pt x="59" y="7"/>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73" name="Freeform 45"/>
            <p:cNvSpPr>
              <a:spLocks noEditPoints="1"/>
            </p:cNvSpPr>
            <p:nvPr/>
          </p:nvSpPr>
          <p:spPr bwMode="auto">
            <a:xfrm>
              <a:off x="2327276" y="2570163"/>
              <a:ext cx="280988" cy="190500"/>
            </a:xfrm>
            <a:custGeom>
              <a:avLst/>
              <a:gdLst/>
              <a:ahLst/>
              <a:cxnLst>
                <a:cxn ang="0">
                  <a:pos x="0" y="11"/>
                </a:cxn>
                <a:cxn ang="0">
                  <a:pos x="0" y="65"/>
                </a:cxn>
                <a:cxn ang="0">
                  <a:pos x="11" y="75"/>
                </a:cxn>
                <a:cxn ang="0">
                  <a:pos x="99" y="75"/>
                </a:cxn>
                <a:cxn ang="0">
                  <a:pos x="110" y="65"/>
                </a:cxn>
                <a:cxn ang="0">
                  <a:pos x="110" y="11"/>
                </a:cxn>
                <a:cxn ang="0">
                  <a:pos x="99" y="0"/>
                </a:cxn>
                <a:cxn ang="0">
                  <a:pos x="11" y="0"/>
                </a:cxn>
                <a:cxn ang="0">
                  <a:pos x="0" y="11"/>
                </a:cxn>
                <a:cxn ang="0">
                  <a:pos x="7" y="65"/>
                </a:cxn>
                <a:cxn ang="0">
                  <a:pos x="7" y="11"/>
                </a:cxn>
                <a:cxn ang="0">
                  <a:pos x="41" y="40"/>
                </a:cxn>
                <a:cxn ang="0">
                  <a:pos x="7" y="65"/>
                </a:cxn>
                <a:cxn ang="0">
                  <a:pos x="103" y="66"/>
                </a:cxn>
                <a:cxn ang="0">
                  <a:pos x="68" y="40"/>
                </a:cxn>
                <a:cxn ang="0">
                  <a:pos x="103" y="11"/>
                </a:cxn>
                <a:cxn ang="0">
                  <a:pos x="103" y="65"/>
                </a:cxn>
                <a:cxn ang="0">
                  <a:pos x="103" y="66"/>
                </a:cxn>
                <a:cxn ang="0">
                  <a:pos x="13" y="7"/>
                </a:cxn>
                <a:cxn ang="0">
                  <a:pos x="97" y="7"/>
                </a:cxn>
                <a:cxn ang="0">
                  <a:pos x="58" y="39"/>
                </a:cxn>
                <a:cxn ang="0">
                  <a:pos x="52" y="39"/>
                </a:cxn>
                <a:cxn ang="0">
                  <a:pos x="13" y="7"/>
                </a:cxn>
                <a:cxn ang="0">
                  <a:pos x="96" y="69"/>
                </a:cxn>
                <a:cxn ang="0">
                  <a:pos x="13" y="69"/>
                </a:cxn>
                <a:cxn ang="0">
                  <a:pos x="47" y="44"/>
                </a:cxn>
                <a:cxn ang="0">
                  <a:pos x="47" y="45"/>
                </a:cxn>
                <a:cxn ang="0">
                  <a:pos x="55" y="47"/>
                </a:cxn>
                <a:cxn ang="0">
                  <a:pos x="63" y="45"/>
                </a:cxn>
                <a:cxn ang="0">
                  <a:pos x="63" y="44"/>
                </a:cxn>
                <a:cxn ang="0">
                  <a:pos x="96" y="69"/>
                </a:cxn>
              </a:cxnLst>
              <a:rect l="0" t="0" r="r" b="b"/>
              <a:pathLst>
                <a:path w="110" h="75">
                  <a:moveTo>
                    <a:pt x="0" y="11"/>
                  </a:moveTo>
                  <a:cubicBezTo>
                    <a:pt x="0" y="65"/>
                    <a:pt x="0" y="65"/>
                    <a:pt x="0" y="65"/>
                  </a:cubicBezTo>
                  <a:cubicBezTo>
                    <a:pt x="0" y="71"/>
                    <a:pt x="5" y="75"/>
                    <a:pt x="11" y="75"/>
                  </a:cubicBezTo>
                  <a:cubicBezTo>
                    <a:pt x="99" y="75"/>
                    <a:pt x="99" y="75"/>
                    <a:pt x="99" y="75"/>
                  </a:cubicBezTo>
                  <a:cubicBezTo>
                    <a:pt x="105" y="75"/>
                    <a:pt x="110" y="71"/>
                    <a:pt x="110" y="65"/>
                  </a:cubicBezTo>
                  <a:cubicBezTo>
                    <a:pt x="110" y="11"/>
                    <a:pt x="110" y="11"/>
                    <a:pt x="110" y="11"/>
                  </a:cubicBezTo>
                  <a:cubicBezTo>
                    <a:pt x="110" y="5"/>
                    <a:pt x="105" y="0"/>
                    <a:pt x="99" y="0"/>
                  </a:cubicBezTo>
                  <a:cubicBezTo>
                    <a:pt x="11" y="0"/>
                    <a:pt x="11" y="0"/>
                    <a:pt x="11" y="0"/>
                  </a:cubicBezTo>
                  <a:cubicBezTo>
                    <a:pt x="5" y="0"/>
                    <a:pt x="0" y="5"/>
                    <a:pt x="0" y="11"/>
                  </a:cubicBezTo>
                  <a:close/>
                  <a:moveTo>
                    <a:pt x="7" y="65"/>
                  </a:moveTo>
                  <a:cubicBezTo>
                    <a:pt x="7" y="11"/>
                    <a:pt x="7" y="11"/>
                    <a:pt x="7" y="11"/>
                  </a:cubicBezTo>
                  <a:cubicBezTo>
                    <a:pt x="41" y="40"/>
                    <a:pt x="41" y="40"/>
                    <a:pt x="41" y="40"/>
                  </a:cubicBezTo>
                  <a:cubicBezTo>
                    <a:pt x="7" y="65"/>
                    <a:pt x="7" y="65"/>
                    <a:pt x="7" y="65"/>
                  </a:cubicBezTo>
                  <a:close/>
                  <a:moveTo>
                    <a:pt x="103" y="66"/>
                  </a:moveTo>
                  <a:cubicBezTo>
                    <a:pt x="68" y="40"/>
                    <a:pt x="68" y="40"/>
                    <a:pt x="68" y="40"/>
                  </a:cubicBezTo>
                  <a:cubicBezTo>
                    <a:pt x="103" y="11"/>
                    <a:pt x="103" y="11"/>
                    <a:pt x="103" y="11"/>
                  </a:cubicBezTo>
                  <a:cubicBezTo>
                    <a:pt x="103" y="65"/>
                    <a:pt x="103" y="65"/>
                    <a:pt x="103" y="65"/>
                  </a:cubicBezTo>
                  <a:lnTo>
                    <a:pt x="103" y="66"/>
                  </a:lnTo>
                  <a:close/>
                  <a:moveTo>
                    <a:pt x="13" y="7"/>
                  </a:moveTo>
                  <a:cubicBezTo>
                    <a:pt x="97" y="7"/>
                    <a:pt x="97" y="7"/>
                    <a:pt x="97" y="7"/>
                  </a:cubicBezTo>
                  <a:cubicBezTo>
                    <a:pt x="58" y="39"/>
                    <a:pt x="58" y="39"/>
                    <a:pt x="58" y="39"/>
                  </a:cubicBezTo>
                  <a:cubicBezTo>
                    <a:pt x="56" y="41"/>
                    <a:pt x="53" y="41"/>
                    <a:pt x="52" y="39"/>
                  </a:cubicBezTo>
                  <a:lnTo>
                    <a:pt x="13" y="7"/>
                  </a:lnTo>
                  <a:close/>
                  <a:moveTo>
                    <a:pt x="96" y="69"/>
                  </a:moveTo>
                  <a:cubicBezTo>
                    <a:pt x="13" y="69"/>
                    <a:pt x="13" y="69"/>
                    <a:pt x="13" y="69"/>
                  </a:cubicBezTo>
                  <a:cubicBezTo>
                    <a:pt x="47" y="44"/>
                    <a:pt x="47" y="44"/>
                    <a:pt x="47" y="44"/>
                  </a:cubicBezTo>
                  <a:cubicBezTo>
                    <a:pt x="47" y="45"/>
                    <a:pt x="47" y="45"/>
                    <a:pt x="47" y="45"/>
                  </a:cubicBezTo>
                  <a:cubicBezTo>
                    <a:pt x="49" y="46"/>
                    <a:pt x="52" y="47"/>
                    <a:pt x="55" y="47"/>
                  </a:cubicBezTo>
                  <a:cubicBezTo>
                    <a:pt x="58" y="47"/>
                    <a:pt x="60" y="46"/>
                    <a:pt x="63" y="45"/>
                  </a:cubicBezTo>
                  <a:cubicBezTo>
                    <a:pt x="63" y="44"/>
                    <a:pt x="63" y="44"/>
                    <a:pt x="63" y="44"/>
                  </a:cubicBezTo>
                  <a:lnTo>
                    <a:pt x="96" y="69"/>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74" name="Freeform 46"/>
            <p:cNvSpPr>
              <a:spLocks/>
            </p:cNvSpPr>
            <p:nvPr/>
          </p:nvSpPr>
          <p:spPr bwMode="auto">
            <a:xfrm>
              <a:off x="1035051" y="3989388"/>
              <a:ext cx="58738" cy="61913"/>
            </a:xfrm>
            <a:custGeom>
              <a:avLst/>
              <a:gdLst/>
              <a:ahLst/>
              <a:cxnLst>
                <a:cxn ang="0">
                  <a:pos x="1" y="14"/>
                </a:cxn>
                <a:cxn ang="0">
                  <a:pos x="12" y="24"/>
                </a:cxn>
                <a:cxn ang="0">
                  <a:pos x="22" y="14"/>
                </a:cxn>
                <a:cxn ang="0">
                  <a:pos x="23" y="12"/>
                </a:cxn>
                <a:cxn ang="0">
                  <a:pos x="22" y="9"/>
                </a:cxn>
                <a:cxn ang="0">
                  <a:pos x="22" y="9"/>
                </a:cxn>
                <a:cxn ang="0">
                  <a:pos x="12" y="0"/>
                </a:cxn>
                <a:cxn ang="0">
                  <a:pos x="14" y="0"/>
                </a:cxn>
                <a:cxn ang="0">
                  <a:pos x="11" y="0"/>
                </a:cxn>
                <a:cxn ang="0">
                  <a:pos x="9" y="0"/>
                </a:cxn>
                <a:cxn ang="0">
                  <a:pos x="11" y="0"/>
                </a:cxn>
                <a:cxn ang="0">
                  <a:pos x="10" y="0"/>
                </a:cxn>
                <a:cxn ang="0">
                  <a:pos x="7" y="1"/>
                </a:cxn>
                <a:cxn ang="0">
                  <a:pos x="8" y="1"/>
                </a:cxn>
                <a:cxn ang="0">
                  <a:pos x="1" y="9"/>
                </a:cxn>
                <a:cxn ang="0">
                  <a:pos x="1" y="9"/>
                </a:cxn>
                <a:cxn ang="0">
                  <a:pos x="0" y="12"/>
                </a:cxn>
                <a:cxn ang="0">
                  <a:pos x="1" y="14"/>
                </a:cxn>
              </a:cxnLst>
              <a:rect l="0" t="0" r="r" b="b"/>
              <a:pathLst>
                <a:path w="23" h="24">
                  <a:moveTo>
                    <a:pt x="1" y="14"/>
                  </a:moveTo>
                  <a:cubicBezTo>
                    <a:pt x="3" y="20"/>
                    <a:pt x="7" y="24"/>
                    <a:pt x="12" y="24"/>
                  </a:cubicBezTo>
                  <a:cubicBezTo>
                    <a:pt x="16" y="24"/>
                    <a:pt x="21" y="20"/>
                    <a:pt x="22" y="14"/>
                  </a:cubicBezTo>
                  <a:cubicBezTo>
                    <a:pt x="22" y="14"/>
                    <a:pt x="23" y="13"/>
                    <a:pt x="23" y="12"/>
                  </a:cubicBezTo>
                  <a:cubicBezTo>
                    <a:pt x="23" y="10"/>
                    <a:pt x="23" y="9"/>
                    <a:pt x="22" y="9"/>
                  </a:cubicBezTo>
                  <a:cubicBezTo>
                    <a:pt x="22" y="9"/>
                    <a:pt x="22" y="9"/>
                    <a:pt x="22" y="9"/>
                  </a:cubicBezTo>
                  <a:cubicBezTo>
                    <a:pt x="21" y="4"/>
                    <a:pt x="17" y="1"/>
                    <a:pt x="12" y="0"/>
                  </a:cubicBezTo>
                  <a:cubicBezTo>
                    <a:pt x="13" y="0"/>
                    <a:pt x="14" y="0"/>
                    <a:pt x="14" y="0"/>
                  </a:cubicBezTo>
                  <a:cubicBezTo>
                    <a:pt x="13" y="0"/>
                    <a:pt x="12" y="0"/>
                    <a:pt x="11" y="0"/>
                  </a:cubicBezTo>
                  <a:cubicBezTo>
                    <a:pt x="11" y="0"/>
                    <a:pt x="10" y="0"/>
                    <a:pt x="9" y="0"/>
                  </a:cubicBezTo>
                  <a:cubicBezTo>
                    <a:pt x="9" y="0"/>
                    <a:pt x="10" y="0"/>
                    <a:pt x="11" y="0"/>
                  </a:cubicBezTo>
                  <a:cubicBezTo>
                    <a:pt x="10" y="0"/>
                    <a:pt x="10" y="0"/>
                    <a:pt x="10" y="0"/>
                  </a:cubicBezTo>
                  <a:cubicBezTo>
                    <a:pt x="9" y="0"/>
                    <a:pt x="8" y="1"/>
                    <a:pt x="7" y="1"/>
                  </a:cubicBezTo>
                  <a:cubicBezTo>
                    <a:pt x="7" y="1"/>
                    <a:pt x="7" y="1"/>
                    <a:pt x="8" y="1"/>
                  </a:cubicBezTo>
                  <a:cubicBezTo>
                    <a:pt x="5" y="2"/>
                    <a:pt x="2" y="5"/>
                    <a:pt x="1" y="9"/>
                  </a:cubicBezTo>
                  <a:cubicBezTo>
                    <a:pt x="1" y="9"/>
                    <a:pt x="1" y="9"/>
                    <a:pt x="1" y="9"/>
                  </a:cubicBezTo>
                  <a:cubicBezTo>
                    <a:pt x="0" y="9"/>
                    <a:pt x="0" y="10"/>
                    <a:pt x="0" y="12"/>
                  </a:cubicBezTo>
                  <a:cubicBezTo>
                    <a:pt x="0" y="13"/>
                    <a:pt x="1" y="14"/>
                    <a:pt x="1" y="14"/>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75" name="Freeform 47"/>
            <p:cNvSpPr>
              <a:spLocks/>
            </p:cNvSpPr>
            <p:nvPr/>
          </p:nvSpPr>
          <p:spPr bwMode="auto">
            <a:xfrm>
              <a:off x="992188" y="4060825"/>
              <a:ext cx="157163" cy="217488"/>
            </a:xfrm>
            <a:custGeom>
              <a:avLst/>
              <a:gdLst/>
              <a:ahLst/>
              <a:cxnLst>
                <a:cxn ang="0">
                  <a:pos x="60" y="10"/>
                </a:cxn>
                <a:cxn ang="0">
                  <a:pos x="55" y="10"/>
                </a:cxn>
                <a:cxn ang="0">
                  <a:pos x="50" y="16"/>
                </a:cxn>
                <a:cxn ang="0">
                  <a:pos x="47" y="8"/>
                </a:cxn>
                <a:cxn ang="0">
                  <a:pos x="45" y="3"/>
                </a:cxn>
                <a:cxn ang="0">
                  <a:pos x="43" y="1"/>
                </a:cxn>
                <a:cxn ang="0">
                  <a:pos x="43" y="1"/>
                </a:cxn>
                <a:cxn ang="0">
                  <a:pos x="38" y="0"/>
                </a:cxn>
                <a:cxn ang="0">
                  <a:pos x="35" y="0"/>
                </a:cxn>
                <a:cxn ang="0">
                  <a:pos x="35" y="3"/>
                </a:cxn>
                <a:cxn ang="0">
                  <a:pos x="32" y="13"/>
                </a:cxn>
                <a:cxn ang="0">
                  <a:pos x="31" y="5"/>
                </a:cxn>
                <a:cxn ang="0">
                  <a:pos x="31" y="4"/>
                </a:cxn>
                <a:cxn ang="0">
                  <a:pos x="31" y="4"/>
                </a:cxn>
                <a:cxn ang="0">
                  <a:pos x="32" y="0"/>
                </a:cxn>
                <a:cxn ang="0">
                  <a:pos x="32" y="0"/>
                </a:cxn>
                <a:cxn ang="0">
                  <a:pos x="25" y="0"/>
                </a:cxn>
                <a:cxn ang="0">
                  <a:pos x="25" y="0"/>
                </a:cxn>
                <a:cxn ang="0">
                  <a:pos x="26" y="4"/>
                </a:cxn>
                <a:cxn ang="0">
                  <a:pos x="26" y="4"/>
                </a:cxn>
                <a:cxn ang="0">
                  <a:pos x="26" y="5"/>
                </a:cxn>
                <a:cxn ang="0">
                  <a:pos x="25" y="13"/>
                </a:cxn>
                <a:cxn ang="0">
                  <a:pos x="22" y="3"/>
                </a:cxn>
                <a:cxn ang="0">
                  <a:pos x="22" y="0"/>
                </a:cxn>
                <a:cxn ang="0">
                  <a:pos x="19" y="0"/>
                </a:cxn>
                <a:cxn ang="0">
                  <a:pos x="14" y="1"/>
                </a:cxn>
                <a:cxn ang="0">
                  <a:pos x="14" y="1"/>
                </a:cxn>
                <a:cxn ang="0">
                  <a:pos x="12" y="3"/>
                </a:cxn>
                <a:cxn ang="0">
                  <a:pos x="10" y="8"/>
                </a:cxn>
                <a:cxn ang="0">
                  <a:pos x="0" y="34"/>
                </a:cxn>
                <a:cxn ang="0">
                  <a:pos x="3" y="39"/>
                </a:cxn>
                <a:cxn ang="0">
                  <a:pos x="10" y="37"/>
                </a:cxn>
                <a:cxn ang="0">
                  <a:pos x="16" y="21"/>
                </a:cxn>
                <a:cxn ang="0">
                  <a:pos x="16" y="30"/>
                </a:cxn>
                <a:cxn ang="0">
                  <a:pos x="16" y="30"/>
                </a:cxn>
                <a:cxn ang="0">
                  <a:pos x="16" y="31"/>
                </a:cxn>
                <a:cxn ang="0">
                  <a:pos x="16" y="79"/>
                </a:cxn>
                <a:cxn ang="0">
                  <a:pos x="21" y="85"/>
                </a:cxn>
                <a:cxn ang="0">
                  <a:pos x="27" y="79"/>
                </a:cxn>
                <a:cxn ang="0">
                  <a:pos x="27" y="40"/>
                </a:cxn>
                <a:cxn ang="0">
                  <a:pos x="30" y="40"/>
                </a:cxn>
                <a:cxn ang="0">
                  <a:pos x="30" y="79"/>
                </a:cxn>
                <a:cxn ang="0">
                  <a:pos x="35" y="85"/>
                </a:cxn>
                <a:cxn ang="0">
                  <a:pos x="41" y="79"/>
                </a:cxn>
                <a:cxn ang="0">
                  <a:pos x="41" y="31"/>
                </a:cxn>
                <a:cxn ang="0">
                  <a:pos x="41" y="30"/>
                </a:cxn>
                <a:cxn ang="0">
                  <a:pos x="41" y="30"/>
                </a:cxn>
                <a:cxn ang="0">
                  <a:pos x="41" y="20"/>
                </a:cxn>
                <a:cxn ang="0">
                  <a:pos x="43" y="25"/>
                </a:cxn>
                <a:cxn ang="0">
                  <a:pos x="44" y="27"/>
                </a:cxn>
                <a:cxn ang="0">
                  <a:pos x="50" y="27"/>
                </a:cxn>
                <a:cxn ang="0">
                  <a:pos x="53" y="24"/>
                </a:cxn>
                <a:cxn ang="0">
                  <a:pos x="61" y="15"/>
                </a:cxn>
                <a:cxn ang="0">
                  <a:pos x="60" y="10"/>
                </a:cxn>
              </a:cxnLst>
              <a:rect l="0" t="0" r="r" b="b"/>
              <a:pathLst>
                <a:path w="62" h="85">
                  <a:moveTo>
                    <a:pt x="60" y="10"/>
                  </a:moveTo>
                  <a:cubicBezTo>
                    <a:pt x="59" y="8"/>
                    <a:pt x="56" y="8"/>
                    <a:pt x="55" y="10"/>
                  </a:cubicBezTo>
                  <a:cubicBezTo>
                    <a:pt x="50" y="16"/>
                    <a:pt x="50" y="16"/>
                    <a:pt x="50" y="16"/>
                  </a:cubicBezTo>
                  <a:cubicBezTo>
                    <a:pt x="47" y="8"/>
                    <a:pt x="47" y="8"/>
                    <a:pt x="47" y="8"/>
                  </a:cubicBezTo>
                  <a:cubicBezTo>
                    <a:pt x="45" y="3"/>
                    <a:pt x="45" y="3"/>
                    <a:pt x="45" y="3"/>
                  </a:cubicBezTo>
                  <a:cubicBezTo>
                    <a:pt x="45" y="2"/>
                    <a:pt x="44" y="2"/>
                    <a:pt x="43" y="1"/>
                  </a:cubicBezTo>
                  <a:cubicBezTo>
                    <a:pt x="43" y="1"/>
                    <a:pt x="43" y="1"/>
                    <a:pt x="43" y="1"/>
                  </a:cubicBezTo>
                  <a:cubicBezTo>
                    <a:pt x="42" y="0"/>
                    <a:pt x="40" y="0"/>
                    <a:pt x="38" y="0"/>
                  </a:cubicBezTo>
                  <a:cubicBezTo>
                    <a:pt x="35" y="0"/>
                    <a:pt x="35" y="0"/>
                    <a:pt x="35" y="0"/>
                  </a:cubicBezTo>
                  <a:cubicBezTo>
                    <a:pt x="35" y="1"/>
                    <a:pt x="35" y="2"/>
                    <a:pt x="35" y="3"/>
                  </a:cubicBezTo>
                  <a:cubicBezTo>
                    <a:pt x="35" y="7"/>
                    <a:pt x="34" y="10"/>
                    <a:pt x="32" y="13"/>
                  </a:cubicBezTo>
                  <a:cubicBezTo>
                    <a:pt x="31" y="5"/>
                    <a:pt x="31" y="5"/>
                    <a:pt x="31" y="5"/>
                  </a:cubicBezTo>
                  <a:cubicBezTo>
                    <a:pt x="31" y="4"/>
                    <a:pt x="31" y="4"/>
                    <a:pt x="31" y="4"/>
                  </a:cubicBezTo>
                  <a:cubicBezTo>
                    <a:pt x="31" y="4"/>
                    <a:pt x="31" y="4"/>
                    <a:pt x="31" y="4"/>
                  </a:cubicBezTo>
                  <a:cubicBezTo>
                    <a:pt x="32" y="0"/>
                    <a:pt x="32" y="0"/>
                    <a:pt x="32" y="0"/>
                  </a:cubicBezTo>
                  <a:cubicBezTo>
                    <a:pt x="32" y="0"/>
                    <a:pt x="32" y="0"/>
                    <a:pt x="32" y="0"/>
                  </a:cubicBezTo>
                  <a:cubicBezTo>
                    <a:pt x="25" y="0"/>
                    <a:pt x="25" y="0"/>
                    <a:pt x="25" y="0"/>
                  </a:cubicBezTo>
                  <a:cubicBezTo>
                    <a:pt x="25" y="0"/>
                    <a:pt x="25" y="0"/>
                    <a:pt x="25" y="0"/>
                  </a:cubicBezTo>
                  <a:cubicBezTo>
                    <a:pt x="26" y="4"/>
                    <a:pt x="26" y="4"/>
                    <a:pt x="26" y="4"/>
                  </a:cubicBezTo>
                  <a:cubicBezTo>
                    <a:pt x="26" y="4"/>
                    <a:pt x="26" y="4"/>
                    <a:pt x="26" y="4"/>
                  </a:cubicBezTo>
                  <a:cubicBezTo>
                    <a:pt x="26" y="5"/>
                    <a:pt x="26" y="5"/>
                    <a:pt x="26" y="5"/>
                  </a:cubicBezTo>
                  <a:cubicBezTo>
                    <a:pt x="25" y="13"/>
                    <a:pt x="25" y="13"/>
                    <a:pt x="25" y="13"/>
                  </a:cubicBezTo>
                  <a:cubicBezTo>
                    <a:pt x="23" y="10"/>
                    <a:pt x="22" y="7"/>
                    <a:pt x="22" y="3"/>
                  </a:cubicBezTo>
                  <a:cubicBezTo>
                    <a:pt x="22" y="2"/>
                    <a:pt x="22" y="1"/>
                    <a:pt x="22" y="0"/>
                  </a:cubicBezTo>
                  <a:cubicBezTo>
                    <a:pt x="19" y="0"/>
                    <a:pt x="19" y="0"/>
                    <a:pt x="19" y="0"/>
                  </a:cubicBezTo>
                  <a:cubicBezTo>
                    <a:pt x="17" y="0"/>
                    <a:pt x="15" y="0"/>
                    <a:pt x="14" y="1"/>
                  </a:cubicBezTo>
                  <a:cubicBezTo>
                    <a:pt x="14" y="1"/>
                    <a:pt x="14" y="1"/>
                    <a:pt x="14" y="1"/>
                  </a:cubicBezTo>
                  <a:cubicBezTo>
                    <a:pt x="13" y="2"/>
                    <a:pt x="12" y="2"/>
                    <a:pt x="12" y="3"/>
                  </a:cubicBezTo>
                  <a:cubicBezTo>
                    <a:pt x="10" y="8"/>
                    <a:pt x="10" y="8"/>
                    <a:pt x="10" y="8"/>
                  </a:cubicBezTo>
                  <a:cubicBezTo>
                    <a:pt x="0" y="34"/>
                    <a:pt x="0" y="34"/>
                    <a:pt x="0" y="34"/>
                  </a:cubicBezTo>
                  <a:cubicBezTo>
                    <a:pt x="0" y="36"/>
                    <a:pt x="1" y="39"/>
                    <a:pt x="3" y="39"/>
                  </a:cubicBezTo>
                  <a:cubicBezTo>
                    <a:pt x="6" y="40"/>
                    <a:pt x="9" y="39"/>
                    <a:pt x="10" y="37"/>
                  </a:cubicBezTo>
                  <a:cubicBezTo>
                    <a:pt x="16" y="21"/>
                    <a:pt x="16" y="21"/>
                    <a:pt x="16" y="21"/>
                  </a:cubicBezTo>
                  <a:cubicBezTo>
                    <a:pt x="16" y="30"/>
                    <a:pt x="16" y="30"/>
                    <a:pt x="16" y="30"/>
                  </a:cubicBezTo>
                  <a:cubicBezTo>
                    <a:pt x="16" y="30"/>
                    <a:pt x="16" y="30"/>
                    <a:pt x="16" y="30"/>
                  </a:cubicBezTo>
                  <a:cubicBezTo>
                    <a:pt x="16" y="31"/>
                    <a:pt x="16" y="31"/>
                    <a:pt x="16" y="31"/>
                  </a:cubicBezTo>
                  <a:cubicBezTo>
                    <a:pt x="16" y="79"/>
                    <a:pt x="16" y="79"/>
                    <a:pt x="16" y="79"/>
                  </a:cubicBezTo>
                  <a:cubicBezTo>
                    <a:pt x="16" y="82"/>
                    <a:pt x="18" y="85"/>
                    <a:pt x="21" y="85"/>
                  </a:cubicBezTo>
                  <a:cubicBezTo>
                    <a:pt x="24" y="85"/>
                    <a:pt x="27" y="82"/>
                    <a:pt x="27" y="79"/>
                  </a:cubicBezTo>
                  <a:cubicBezTo>
                    <a:pt x="27" y="40"/>
                    <a:pt x="27" y="40"/>
                    <a:pt x="27" y="40"/>
                  </a:cubicBezTo>
                  <a:cubicBezTo>
                    <a:pt x="30" y="40"/>
                    <a:pt x="30" y="40"/>
                    <a:pt x="30" y="40"/>
                  </a:cubicBezTo>
                  <a:cubicBezTo>
                    <a:pt x="30" y="79"/>
                    <a:pt x="30" y="79"/>
                    <a:pt x="30" y="79"/>
                  </a:cubicBezTo>
                  <a:cubicBezTo>
                    <a:pt x="30" y="82"/>
                    <a:pt x="32" y="85"/>
                    <a:pt x="35" y="85"/>
                  </a:cubicBezTo>
                  <a:cubicBezTo>
                    <a:pt x="38" y="85"/>
                    <a:pt x="41" y="82"/>
                    <a:pt x="41" y="79"/>
                  </a:cubicBezTo>
                  <a:cubicBezTo>
                    <a:pt x="41" y="31"/>
                    <a:pt x="41" y="31"/>
                    <a:pt x="41" y="31"/>
                  </a:cubicBezTo>
                  <a:cubicBezTo>
                    <a:pt x="41" y="30"/>
                    <a:pt x="41" y="30"/>
                    <a:pt x="41" y="30"/>
                  </a:cubicBezTo>
                  <a:cubicBezTo>
                    <a:pt x="41" y="30"/>
                    <a:pt x="41" y="30"/>
                    <a:pt x="41" y="30"/>
                  </a:cubicBezTo>
                  <a:cubicBezTo>
                    <a:pt x="41" y="20"/>
                    <a:pt x="41" y="20"/>
                    <a:pt x="41" y="20"/>
                  </a:cubicBezTo>
                  <a:cubicBezTo>
                    <a:pt x="43" y="25"/>
                    <a:pt x="43" y="25"/>
                    <a:pt x="43" y="25"/>
                  </a:cubicBezTo>
                  <a:cubicBezTo>
                    <a:pt x="44" y="26"/>
                    <a:pt x="44" y="27"/>
                    <a:pt x="44" y="27"/>
                  </a:cubicBezTo>
                  <a:cubicBezTo>
                    <a:pt x="46" y="29"/>
                    <a:pt x="49" y="29"/>
                    <a:pt x="50" y="27"/>
                  </a:cubicBezTo>
                  <a:cubicBezTo>
                    <a:pt x="53" y="24"/>
                    <a:pt x="53" y="24"/>
                    <a:pt x="53" y="24"/>
                  </a:cubicBezTo>
                  <a:cubicBezTo>
                    <a:pt x="61" y="15"/>
                    <a:pt x="61" y="15"/>
                    <a:pt x="61" y="15"/>
                  </a:cubicBezTo>
                  <a:cubicBezTo>
                    <a:pt x="62" y="14"/>
                    <a:pt x="62" y="11"/>
                    <a:pt x="60" y="10"/>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76" name="Oval 48"/>
            <p:cNvSpPr>
              <a:spLocks noChangeArrowheads="1"/>
            </p:cNvSpPr>
            <p:nvPr/>
          </p:nvSpPr>
          <p:spPr bwMode="auto">
            <a:xfrm>
              <a:off x="5146676" y="4402138"/>
              <a:ext cx="136525" cy="139700"/>
            </a:xfrm>
            <a:prstGeom prst="ellipse">
              <a:avLst/>
            </a:prstGeom>
            <a:solidFill>
              <a:srgbClr val="96C4CC"/>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77" name="Oval 49"/>
            <p:cNvSpPr>
              <a:spLocks noChangeArrowheads="1"/>
            </p:cNvSpPr>
            <p:nvPr/>
          </p:nvSpPr>
          <p:spPr bwMode="auto">
            <a:xfrm>
              <a:off x="1001713" y="4402138"/>
              <a:ext cx="138113" cy="139700"/>
            </a:xfrm>
            <a:prstGeom prst="ellipse">
              <a:avLst/>
            </a:prstGeom>
            <a:solidFill>
              <a:srgbClr val="96C4CC"/>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78" name="Oval 50"/>
            <p:cNvSpPr>
              <a:spLocks noChangeArrowheads="1"/>
            </p:cNvSpPr>
            <p:nvPr/>
          </p:nvSpPr>
          <p:spPr bwMode="auto">
            <a:xfrm>
              <a:off x="2070101" y="2752725"/>
              <a:ext cx="138113" cy="139700"/>
            </a:xfrm>
            <a:prstGeom prst="ellipse">
              <a:avLst/>
            </a:prstGeom>
            <a:solidFill>
              <a:srgbClr val="96C4CC"/>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79" name="Freeform 51"/>
            <p:cNvSpPr>
              <a:spLocks/>
            </p:cNvSpPr>
            <p:nvPr/>
          </p:nvSpPr>
          <p:spPr bwMode="auto">
            <a:xfrm>
              <a:off x="1541463" y="4457700"/>
              <a:ext cx="130175" cy="112713"/>
            </a:xfrm>
            <a:custGeom>
              <a:avLst/>
              <a:gdLst/>
              <a:ahLst/>
              <a:cxnLst>
                <a:cxn ang="0">
                  <a:pos x="82" y="0"/>
                </a:cxn>
                <a:cxn ang="0">
                  <a:pos x="40" y="71"/>
                </a:cxn>
                <a:cxn ang="0">
                  <a:pos x="0" y="0"/>
                </a:cxn>
                <a:cxn ang="0">
                  <a:pos x="82" y="0"/>
                </a:cxn>
              </a:cxnLst>
              <a:rect l="0" t="0" r="r" b="b"/>
              <a:pathLst>
                <a:path w="82" h="71">
                  <a:moveTo>
                    <a:pt x="82" y="0"/>
                  </a:moveTo>
                  <a:lnTo>
                    <a:pt x="40" y="71"/>
                  </a:lnTo>
                  <a:lnTo>
                    <a:pt x="0" y="0"/>
                  </a:lnTo>
                  <a:lnTo>
                    <a:pt x="82" y="0"/>
                  </a:lnTo>
                  <a:close/>
                </a:path>
              </a:pathLst>
            </a:custGeom>
            <a:solidFill>
              <a:srgbClr val="96C4CC"/>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80" name="Freeform 52"/>
            <p:cNvSpPr>
              <a:spLocks/>
            </p:cNvSpPr>
            <p:nvPr/>
          </p:nvSpPr>
          <p:spPr bwMode="auto">
            <a:xfrm>
              <a:off x="5684838" y="4457700"/>
              <a:ext cx="130175" cy="112713"/>
            </a:xfrm>
            <a:custGeom>
              <a:avLst/>
              <a:gdLst/>
              <a:ahLst/>
              <a:cxnLst>
                <a:cxn ang="0">
                  <a:pos x="0" y="71"/>
                </a:cxn>
                <a:cxn ang="0">
                  <a:pos x="41" y="0"/>
                </a:cxn>
                <a:cxn ang="0">
                  <a:pos x="82" y="71"/>
                </a:cxn>
                <a:cxn ang="0">
                  <a:pos x="0" y="71"/>
                </a:cxn>
              </a:cxnLst>
              <a:rect l="0" t="0" r="r" b="b"/>
              <a:pathLst>
                <a:path w="82" h="71">
                  <a:moveTo>
                    <a:pt x="0" y="71"/>
                  </a:moveTo>
                  <a:lnTo>
                    <a:pt x="41" y="0"/>
                  </a:lnTo>
                  <a:lnTo>
                    <a:pt x="82" y="71"/>
                  </a:lnTo>
                  <a:lnTo>
                    <a:pt x="0" y="71"/>
                  </a:lnTo>
                  <a:close/>
                </a:path>
              </a:pathLst>
            </a:custGeom>
            <a:solidFill>
              <a:srgbClr val="96C4CC"/>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81" name="Freeform 53"/>
            <p:cNvSpPr>
              <a:spLocks/>
            </p:cNvSpPr>
            <p:nvPr/>
          </p:nvSpPr>
          <p:spPr bwMode="auto">
            <a:xfrm>
              <a:off x="4992688" y="3119438"/>
              <a:ext cx="120650" cy="127000"/>
            </a:xfrm>
            <a:custGeom>
              <a:avLst/>
              <a:gdLst/>
              <a:ahLst/>
              <a:cxnLst>
                <a:cxn ang="0">
                  <a:pos x="13" y="80"/>
                </a:cxn>
                <a:cxn ang="0">
                  <a:pos x="0" y="0"/>
                </a:cxn>
                <a:cxn ang="0">
                  <a:pos x="76" y="29"/>
                </a:cxn>
                <a:cxn ang="0">
                  <a:pos x="13" y="80"/>
                </a:cxn>
              </a:cxnLst>
              <a:rect l="0" t="0" r="r" b="b"/>
              <a:pathLst>
                <a:path w="76" h="80">
                  <a:moveTo>
                    <a:pt x="13" y="80"/>
                  </a:moveTo>
                  <a:lnTo>
                    <a:pt x="0" y="0"/>
                  </a:lnTo>
                  <a:lnTo>
                    <a:pt x="76" y="29"/>
                  </a:lnTo>
                  <a:lnTo>
                    <a:pt x="13" y="80"/>
                  </a:lnTo>
                  <a:close/>
                </a:path>
              </a:pathLst>
            </a:custGeom>
            <a:solidFill>
              <a:srgbClr val="96C4CC"/>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82" name="Freeform 54"/>
            <p:cNvSpPr>
              <a:spLocks/>
            </p:cNvSpPr>
            <p:nvPr/>
          </p:nvSpPr>
          <p:spPr bwMode="auto">
            <a:xfrm>
              <a:off x="3216276" y="3355975"/>
              <a:ext cx="382588" cy="201613"/>
            </a:xfrm>
            <a:custGeom>
              <a:avLst/>
              <a:gdLst/>
              <a:ahLst/>
              <a:cxnLst>
                <a:cxn ang="0">
                  <a:pos x="128" y="38"/>
                </a:cxn>
                <a:cxn ang="0">
                  <a:pos x="131" y="29"/>
                </a:cxn>
                <a:cxn ang="0">
                  <a:pos x="116" y="15"/>
                </a:cxn>
                <a:cxn ang="0">
                  <a:pos x="105" y="19"/>
                </a:cxn>
                <a:cxn ang="0">
                  <a:pos x="75" y="0"/>
                </a:cxn>
                <a:cxn ang="0">
                  <a:pos x="44" y="22"/>
                </a:cxn>
                <a:cxn ang="0">
                  <a:pos x="39" y="21"/>
                </a:cxn>
                <a:cxn ang="0">
                  <a:pos x="13" y="46"/>
                </a:cxn>
                <a:cxn ang="0">
                  <a:pos x="13" y="49"/>
                </a:cxn>
                <a:cxn ang="0">
                  <a:pos x="0" y="65"/>
                </a:cxn>
                <a:cxn ang="0">
                  <a:pos x="8" y="79"/>
                </a:cxn>
                <a:cxn ang="0">
                  <a:pos x="142" y="79"/>
                </a:cxn>
                <a:cxn ang="0">
                  <a:pos x="150" y="61"/>
                </a:cxn>
                <a:cxn ang="0">
                  <a:pos x="128" y="38"/>
                </a:cxn>
              </a:cxnLst>
              <a:rect l="0" t="0" r="r" b="b"/>
              <a:pathLst>
                <a:path w="150" h="79">
                  <a:moveTo>
                    <a:pt x="128" y="38"/>
                  </a:moveTo>
                  <a:cubicBezTo>
                    <a:pt x="130" y="35"/>
                    <a:pt x="131" y="32"/>
                    <a:pt x="131" y="29"/>
                  </a:cubicBezTo>
                  <a:cubicBezTo>
                    <a:pt x="131" y="21"/>
                    <a:pt x="125" y="15"/>
                    <a:pt x="116" y="15"/>
                  </a:cubicBezTo>
                  <a:cubicBezTo>
                    <a:pt x="112" y="15"/>
                    <a:pt x="108" y="16"/>
                    <a:pt x="105" y="19"/>
                  </a:cubicBezTo>
                  <a:cubicBezTo>
                    <a:pt x="100" y="8"/>
                    <a:pt x="88" y="0"/>
                    <a:pt x="75" y="0"/>
                  </a:cubicBezTo>
                  <a:cubicBezTo>
                    <a:pt x="60" y="0"/>
                    <a:pt x="48" y="9"/>
                    <a:pt x="44" y="22"/>
                  </a:cubicBezTo>
                  <a:cubicBezTo>
                    <a:pt x="42" y="21"/>
                    <a:pt x="41" y="21"/>
                    <a:pt x="39" y="21"/>
                  </a:cubicBezTo>
                  <a:cubicBezTo>
                    <a:pt x="24" y="21"/>
                    <a:pt x="13" y="32"/>
                    <a:pt x="13" y="46"/>
                  </a:cubicBezTo>
                  <a:cubicBezTo>
                    <a:pt x="13" y="47"/>
                    <a:pt x="13" y="48"/>
                    <a:pt x="13" y="49"/>
                  </a:cubicBezTo>
                  <a:cubicBezTo>
                    <a:pt x="6" y="51"/>
                    <a:pt x="0" y="58"/>
                    <a:pt x="0" y="65"/>
                  </a:cubicBezTo>
                  <a:cubicBezTo>
                    <a:pt x="0" y="70"/>
                    <a:pt x="3" y="76"/>
                    <a:pt x="8" y="79"/>
                  </a:cubicBezTo>
                  <a:cubicBezTo>
                    <a:pt x="142" y="79"/>
                    <a:pt x="142" y="79"/>
                    <a:pt x="142" y="79"/>
                  </a:cubicBezTo>
                  <a:cubicBezTo>
                    <a:pt x="147" y="75"/>
                    <a:pt x="150" y="68"/>
                    <a:pt x="150" y="61"/>
                  </a:cubicBezTo>
                  <a:cubicBezTo>
                    <a:pt x="150" y="49"/>
                    <a:pt x="141" y="39"/>
                    <a:pt x="128" y="38"/>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83" name="Freeform 55"/>
            <p:cNvSpPr>
              <a:spLocks/>
            </p:cNvSpPr>
            <p:nvPr/>
          </p:nvSpPr>
          <p:spPr bwMode="auto">
            <a:xfrm>
              <a:off x="5118101" y="2890838"/>
              <a:ext cx="207963" cy="190500"/>
            </a:xfrm>
            <a:custGeom>
              <a:avLst/>
              <a:gdLst/>
              <a:ahLst/>
              <a:cxnLst>
                <a:cxn ang="0">
                  <a:pos x="71" y="52"/>
                </a:cxn>
                <a:cxn ang="0">
                  <a:pos x="82" y="31"/>
                </a:cxn>
                <a:cxn ang="0">
                  <a:pos x="71" y="9"/>
                </a:cxn>
                <a:cxn ang="0">
                  <a:pos x="42" y="0"/>
                </a:cxn>
                <a:cxn ang="0">
                  <a:pos x="14" y="9"/>
                </a:cxn>
                <a:cxn ang="0">
                  <a:pos x="2" y="31"/>
                </a:cxn>
                <a:cxn ang="0">
                  <a:pos x="13" y="52"/>
                </a:cxn>
                <a:cxn ang="0">
                  <a:pos x="13" y="54"/>
                </a:cxn>
                <a:cxn ang="0">
                  <a:pos x="10" y="64"/>
                </a:cxn>
                <a:cxn ang="0">
                  <a:pos x="0" y="69"/>
                </a:cxn>
                <a:cxn ang="0">
                  <a:pos x="8" y="75"/>
                </a:cxn>
                <a:cxn ang="0">
                  <a:pos x="21" y="70"/>
                </a:cxn>
                <a:cxn ang="0">
                  <a:pos x="27" y="59"/>
                </a:cxn>
                <a:cxn ang="0">
                  <a:pos x="42" y="61"/>
                </a:cxn>
                <a:cxn ang="0">
                  <a:pos x="71" y="52"/>
                </a:cxn>
              </a:cxnLst>
              <a:rect l="0" t="0" r="r" b="b"/>
              <a:pathLst>
                <a:path w="82" h="75">
                  <a:moveTo>
                    <a:pt x="71" y="52"/>
                  </a:moveTo>
                  <a:cubicBezTo>
                    <a:pt x="78" y="46"/>
                    <a:pt x="82" y="39"/>
                    <a:pt x="82" y="31"/>
                  </a:cubicBezTo>
                  <a:cubicBezTo>
                    <a:pt x="82" y="22"/>
                    <a:pt x="78" y="15"/>
                    <a:pt x="71" y="9"/>
                  </a:cubicBezTo>
                  <a:cubicBezTo>
                    <a:pt x="63" y="3"/>
                    <a:pt x="53" y="0"/>
                    <a:pt x="42" y="0"/>
                  </a:cubicBezTo>
                  <a:cubicBezTo>
                    <a:pt x="31" y="0"/>
                    <a:pt x="22" y="3"/>
                    <a:pt x="14" y="9"/>
                  </a:cubicBezTo>
                  <a:cubicBezTo>
                    <a:pt x="6" y="15"/>
                    <a:pt x="2" y="22"/>
                    <a:pt x="2" y="31"/>
                  </a:cubicBezTo>
                  <a:cubicBezTo>
                    <a:pt x="2" y="39"/>
                    <a:pt x="6" y="46"/>
                    <a:pt x="13" y="52"/>
                  </a:cubicBezTo>
                  <a:cubicBezTo>
                    <a:pt x="13" y="52"/>
                    <a:pt x="13" y="53"/>
                    <a:pt x="13" y="54"/>
                  </a:cubicBezTo>
                  <a:cubicBezTo>
                    <a:pt x="13" y="58"/>
                    <a:pt x="12" y="61"/>
                    <a:pt x="10" y="64"/>
                  </a:cubicBezTo>
                  <a:cubicBezTo>
                    <a:pt x="7" y="67"/>
                    <a:pt x="4" y="69"/>
                    <a:pt x="0" y="69"/>
                  </a:cubicBezTo>
                  <a:cubicBezTo>
                    <a:pt x="3" y="73"/>
                    <a:pt x="5" y="75"/>
                    <a:pt x="8" y="75"/>
                  </a:cubicBezTo>
                  <a:cubicBezTo>
                    <a:pt x="13" y="75"/>
                    <a:pt x="17" y="73"/>
                    <a:pt x="21" y="70"/>
                  </a:cubicBezTo>
                  <a:cubicBezTo>
                    <a:pt x="25" y="67"/>
                    <a:pt x="27" y="63"/>
                    <a:pt x="27" y="59"/>
                  </a:cubicBezTo>
                  <a:cubicBezTo>
                    <a:pt x="32" y="61"/>
                    <a:pt x="37" y="61"/>
                    <a:pt x="42" y="61"/>
                  </a:cubicBezTo>
                  <a:cubicBezTo>
                    <a:pt x="53" y="61"/>
                    <a:pt x="63" y="58"/>
                    <a:pt x="71" y="52"/>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84" name="Freeform 56"/>
            <p:cNvSpPr>
              <a:spLocks/>
            </p:cNvSpPr>
            <p:nvPr/>
          </p:nvSpPr>
          <p:spPr bwMode="auto">
            <a:xfrm>
              <a:off x="5219701" y="2997200"/>
              <a:ext cx="142875" cy="125413"/>
            </a:xfrm>
            <a:custGeom>
              <a:avLst/>
              <a:gdLst/>
              <a:ahLst/>
              <a:cxnLst>
                <a:cxn ang="0">
                  <a:pos x="50" y="42"/>
                </a:cxn>
                <a:cxn ang="0">
                  <a:pos x="47" y="34"/>
                </a:cxn>
                <a:cxn ang="0">
                  <a:pos x="47" y="33"/>
                </a:cxn>
                <a:cxn ang="0">
                  <a:pos x="55" y="19"/>
                </a:cxn>
                <a:cxn ang="0">
                  <a:pos x="47" y="4"/>
                </a:cxn>
                <a:cxn ang="0">
                  <a:pos x="41" y="0"/>
                </a:cxn>
                <a:cxn ang="0">
                  <a:pos x="40" y="1"/>
                </a:cxn>
                <a:cxn ang="0">
                  <a:pos x="31" y="11"/>
                </a:cxn>
                <a:cxn ang="0">
                  <a:pos x="18" y="18"/>
                </a:cxn>
                <a:cxn ang="0">
                  <a:pos x="2" y="20"/>
                </a:cxn>
                <a:cxn ang="0">
                  <a:pos x="0" y="20"/>
                </a:cxn>
                <a:cxn ang="0">
                  <a:pos x="8" y="33"/>
                </a:cxn>
                <a:cxn ang="0">
                  <a:pos x="27" y="40"/>
                </a:cxn>
                <a:cxn ang="0">
                  <a:pos x="38" y="38"/>
                </a:cxn>
                <a:cxn ang="0">
                  <a:pos x="42" y="46"/>
                </a:cxn>
                <a:cxn ang="0">
                  <a:pos x="51" y="49"/>
                </a:cxn>
                <a:cxn ang="0">
                  <a:pos x="56" y="45"/>
                </a:cxn>
                <a:cxn ang="0">
                  <a:pos x="50" y="42"/>
                </a:cxn>
              </a:cxnLst>
              <a:rect l="0" t="0" r="r" b="b"/>
              <a:pathLst>
                <a:path w="56" h="49">
                  <a:moveTo>
                    <a:pt x="50" y="42"/>
                  </a:moveTo>
                  <a:cubicBezTo>
                    <a:pt x="48" y="40"/>
                    <a:pt x="47" y="37"/>
                    <a:pt x="47" y="34"/>
                  </a:cubicBezTo>
                  <a:cubicBezTo>
                    <a:pt x="47" y="34"/>
                    <a:pt x="47" y="33"/>
                    <a:pt x="47" y="33"/>
                  </a:cubicBezTo>
                  <a:cubicBezTo>
                    <a:pt x="52" y="29"/>
                    <a:pt x="55" y="24"/>
                    <a:pt x="55" y="19"/>
                  </a:cubicBezTo>
                  <a:cubicBezTo>
                    <a:pt x="55" y="13"/>
                    <a:pt x="52" y="8"/>
                    <a:pt x="47" y="4"/>
                  </a:cubicBezTo>
                  <a:cubicBezTo>
                    <a:pt x="45" y="2"/>
                    <a:pt x="43" y="1"/>
                    <a:pt x="41" y="0"/>
                  </a:cubicBezTo>
                  <a:cubicBezTo>
                    <a:pt x="40" y="1"/>
                    <a:pt x="40" y="1"/>
                    <a:pt x="40" y="1"/>
                  </a:cubicBezTo>
                  <a:cubicBezTo>
                    <a:pt x="38" y="5"/>
                    <a:pt x="35" y="8"/>
                    <a:pt x="31" y="11"/>
                  </a:cubicBezTo>
                  <a:cubicBezTo>
                    <a:pt x="27" y="14"/>
                    <a:pt x="23" y="16"/>
                    <a:pt x="18" y="18"/>
                  </a:cubicBezTo>
                  <a:cubicBezTo>
                    <a:pt x="13" y="19"/>
                    <a:pt x="8" y="20"/>
                    <a:pt x="2" y="20"/>
                  </a:cubicBezTo>
                  <a:cubicBezTo>
                    <a:pt x="1" y="20"/>
                    <a:pt x="1" y="20"/>
                    <a:pt x="0" y="20"/>
                  </a:cubicBezTo>
                  <a:cubicBezTo>
                    <a:pt x="0" y="25"/>
                    <a:pt x="3" y="30"/>
                    <a:pt x="8" y="33"/>
                  </a:cubicBezTo>
                  <a:cubicBezTo>
                    <a:pt x="13" y="38"/>
                    <a:pt x="20" y="40"/>
                    <a:pt x="27" y="40"/>
                  </a:cubicBezTo>
                  <a:cubicBezTo>
                    <a:pt x="31" y="40"/>
                    <a:pt x="35" y="39"/>
                    <a:pt x="38" y="38"/>
                  </a:cubicBezTo>
                  <a:cubicBezTo>
                    <a:pt x="38" y="41"/>
                    <a:pt x="39" y="44"/>
                    <a:pt x="42" y="46"/>
                  </a:cubicBezTo>
                  <a:cubicBezTo>
                    <a:pt x="44" y="48"/>
                    <a:pt x="47" y="49"/>
                    <a:pt x="51" y="49"/>
                  </a:cubicBezTo>
                  <a:cubicBezTo>
                    <a:pt x="53" y="49"/>
                    <a:pt x="55" y="48"/>
                    <a:pt x="56" y="45"/>
                  </a:cubicBezTo>
                  <a:cubicBezTo>
                    <a:pt x="54" y="45"/>
                    <a:pt x="51" y="44"/>
                    <a:pt x="50" y="42"/>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85" name="Freeform 57"/>
            <p:cNvSpPr>
              <a:spLocks/>
            </p:cNvSpPr>
            <p:nvPr/>
          </p:nvSpPr>
          <p:spPr bwMode="auto">
            <a:xfrm>
              <a:off x="5219701" y="2840038"/>
              <a:ext cx="203200" cy="187325"/>
            </a:xfrm>
            <a:custGeom>
              <a:avLst/>
              <a:gdLst/>
              <a:ahLst/>
              <a:cxnLst>
                <a:cxn ang="0">
                  <a:pos x="71" y="64"/>
                </a:cxn>
                <a:cxn ang="0">
                  <a:pos x="67" y="53"/>
                </a:cxn>
                <a:cxn ang="0">
                  <a:pos x="67" y="51"/>
                </a:cxn>
                <a:cxn ang="0">
                  <a:pos x="78" y="31"/>
                </a:cxn>
                <a:cxn ang="0">
                  <a:pos x="66" y="9"/>
                </a:cxn>
                <a:cxn ang="0">
                  <a:pos x="38" y="0"/>
                </a:cxn>
                <a:cxn ang="0">
                  <a:pos x="10" y="9"/>
                </a:cxn>
                <a:cxn ang="0">
                  <a:pos x="0" y="19"/>
                </a:cxn>
                <a:cxn ang="0">
                  <a:pos x="2" y="19"/>
                </a:cxn>
                <a:cxn ang="0">
                  <a:pos x="18" y="22"/>
                </a:cxn>
                <a:cxn ang="0">
                  <a:pos x="31" y="29"/>
                </a:cxn>
                <a:cxn ang="0">
                  <a:pos x="40" y="39"/>
                </a:cxn>
                <a:cxn ang="0">
                  <a:pos x="43" y="51"/>
                </a:cxn>
                <a:cxn ang="0">
                  <a:pos x="41" y="61"/>
                </a:cxn>
                <a:cxn ang="0">
                  <a:pos x="53" y="59"/>
                </a:cxn>
                <a:cxn ang="0">
                  <a:pos x="59" y="70"/>
                </a:cxn>
                <a:cxn ang="0">
                  <a:pos x="72" y="74"/>
                </a:cxn>
                <a:cxn ang="0">
                  <a:pos x="80" y="69"/>
                </a:cxn>
                <a:cxn ang="0">
                  <a:pos x="71" y="64"/>
                </a:cxn>
              </a:cxnLst>
              <a:rect l="0" t="0" r="r" b="b"/>
              <a:pathLst>
                <a:path w="80" h="74">
                  <a:moveTo>
                    <a:pt x="71" y="64"/>
                  </a:moveTo>
                  <a:cubicBezTo>
                    <a:pt x="68" y="61"/>
                    <a:pt x="67" y="58"/>
                    <a:pt x="67" y="53"/>
                  </a:cubicBezTo>
                  <a:cubicBezTo>
                    <a:pt x="67" y="53"/>
                    <a:pt x="67" y="52"/>
                    <a:pt x="67" y="51"/>
                  </a:cubicBezTo>
                  <a:cubicBezTo>
                    <a:pt x="74" y="46"/>
                    <a:pt x="78" y="39"/>
                    <a:pt x="78" y="31"/>
                  </a:cubicBezTo>
                  <a:cubicBezTo>
                    <a:pt x="78" y="22"/>
                    <a:pt x="74" y="15"/>
                    <a:pt x="66" y="9"/>
                  </a:cubicBezTo>
                  <a:cubicBezTo>
                    <a:pt x="58" y="3"/>
                    <a:pt x="49" y="0"/>
                    <a:pt x="38" y="0"/>
                  </a:cubicBezTo>
                  <a:cubicBezTo>
                    <a:pt x="27" y="0"/>
                    <a:pt x="17" y="3"/>
                    <a:pt x="10" y="9"/>
                  </a:cubicBezTo>
                  <a:cubicBezTo>
                    <a:pt x="5" y="12"/>
                    <a:pt x="2" y="16"/>
                    <a:pt x="0" y="19"/>
                  </a:cubicBezTo>
                  <a:cubicBezTo>
                    <a:pt x="1" y="19"/>
                    <a:pt x="2" y="19"/>
                    <a:pt x="2" y="19"/>
                  </a:cubicBezTo>
                  <a:cubicBezTo>
                    <a:pt x="8" y="19"/>
                    <a:pt x="13" y="20"/>
                    <a:pt x="18" y="22"/>
                  </a:cubicBezTo>
                  <a:cubicBezTo>
                    <a:pt x="23" y="23"/>
                    <a:pt x="27" y="25"/>
                    <a:pt x="31" y="29"/>
                  </a:cubicBezTo>
                  <a:cubicBezTo>
                    <a:pt x="35" y="32"/>
                    <a:pt x="38" y="35"/>
                    <a:pt x="40" y="39"/>
                  </a:cubicBezTo>
                  <a:cubicBezTo>
                    <a:pt x="42" y="42"/>
                    <a:pt x="43" y="46"/>
                    <a:pt x="43" y="51"/>
                  </a:cubicBezTo>
                  <a:cubicBezTo>
                    <a:pt x="43" y="54"/>
                    <a:pt x="43" y="58"/>
                    <a:pt x="41" y="61"/>
                  </a:cubicBezTo>
                  <a:cubicBezTo>
                    <a:pt x="45" y="61"/>
                    <a:pt x="49" y="60"/>
                    <a:pt x="53" y="59"/>
                  </a:cubicBezTo>
                  <a:cubicBezTo>
                    <a:pt x="54" y="63"/>
                    <a:pt x="56" y="67"/>
                    <a:pt x="59" y="70"/>
                  </a:cubicBezTo>
                  <a:cubicBezTo>
                    <a:pt x="63" y="73"/>
                    <a:pt x="67" y="74"/>
                    <a:pt x="72" y="74"/>
                  </a:cubicBezTo>
                  <a:cubicBezTo>
                    <a:pt x="75" y="74"/>
                    <a:pt x="78" y="73"/>
                    <a:pt x="80" y="69"/>
                  </a:cubicBezTo>
                  <a:cubicBezTo>
                    <a:pt x="76" y="68"/>
                    <a:pt x="73" y="67"/>
                    <a:pt x="71" y="64"/>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86" name="Oval 58"/>
            <p:cNvSpPr>
              <a:spLocks noChangeArrowheads="1"/>
            </p:cNvSpPr>
            <p:nvPr/>
          </p:nvSpPr>
          <p:spPr bwMode="auto">
            <a:xfrm>
              <a:off x="4746626" y="5270500"/>
              <a:ext cx="898525" cy="900113"/>
            </a:xfrm>
            <a:prstGeom prst="ellipse">
              <a:avLst/>
            </a:prstGeom>
            <a:solidFill>
              <a:srgbClr val="F15A2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87" name="Rectangle 59"/>
            <p:cNvSpPr>
              <a:spLocks noChangeArrowheads="1"/>
            </p:cNvSpPr>
            <p:nvPr/>
          </p:nvSpPr>
          <p:spPr bwMode="auto">
            <a:xfrm>
              <a:off x="4157663" y="3971925"/>
              <a:ext cx="404813" cy="401638"/>
            </a:xfrm>
            <a:prstGeom prst="rect">
              <a:avLst/>
            </a:prstGeom>
            <a:solidFill>
              <a:srgbClr val="00ADDC"/>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188" name="Rectangle 60"/>
            <p:cNvSpPr>
              <a:spLocks noChangeArrowheads="1"/>
            </p:cNvSpPr>
            <p:nvPr/>
          </p:nvSpPr>
          <p:spPr bwMode="auto">
            <a:xfrm>
              <a:off x="4157663" y="3971925"/>
              <a:ext cx="404813" cy="4016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189" name="Line 61"/>
            <p:cNvSpPr>
              <a:spLocks noChangeShapeType="1"/>
            </p:cNvSpPr>
            <p:nvPr/>
          </p:nvSpPr>
          <p:spPr bwMode="auto">
            <a:xfrm>
              <a:off x="4562476" y="4373563"/>
              <a:ext cx="1588" cy="1588"/>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90" name="Line 62"/>
            <p:cNvSpPr>
              <a:spLocks noChangeShapeType="1"/>
            </p:cNvSpPr>
            <p:nvPr/>
          </p:nvSpPr>
          <p:spPr bwMode="auto">
            <a:xfrm>
              <a:off x="4562476" y="4373563"/>
              <a:ext cx="1588" cy="1588"/>
            </a:xfrm>
            <a:prstGeom prst="line">
              <a:avLst/>
            </a:pr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91" name="Freeform 63"/>
            <p:cNvSpPr>
              <a:spLocks noEditPoints="1"/>
            </p:cNvSpPr>
            <p:nvPr/>
          </p:nvSpPr>
          <p:spPr bwMode="auto">
            <a:xfrm>
              <a:off x="4152901" y="3967163"/>
              <a:ext cx="412750" cy="412750"/>
            </a:xfrm>
            <a:custGeom>
              <a:avLst/>
              <a:gdLst/>
              <a:ahLst/>
              <a:cxnLst>
                <a:cxn ang="0">
                  <a:pos x="258" y="256"/>
                </a:cxn>
                <a:cxn ang="0">
                  <a:pos x="253" y="256"/>
                </a:cxn>
                <a:cxn ang="0">
                  <a:pos x="255" y="260"/>
                </a:cxn>
                <a:cxn ang="0">
                  <a:pos x="258" y="256"/>
                </a:cxn>
                <a:cxn ang="0">
                  <a:pos x="258" y="253"/>
                </a:cxn>
                <a:cxn ang="0">
                  <a:pos x="258" y="256"/>
                </a:cxn>
                <a:cxn ang="0">
                  <a:pos x="260" y="255"/>
                </a:cxn>
                <a:cxn ang="0">
                  <a:pos x="258" y="253"/>
                </a:cxn>
                <a:cxn ang="0">
                  <a:pos x="5" y="0"/>
                </a:cxn>
                <a:cxn ang="0">
                  <a:pos x="0" y="5"/>
                </a:cxn>
                <a:cxn ang="0">
                  <a:pos x="3" y="8"/>
                </a:cxn>
                <a:cxn ang="0">
                  <a:pos x="3" y="3"/>
                </a:cxn>
                <a:cxn ang="0">
                  <a:pos x="8" y="3"/>
                </a:cxn>
                <a:cxn ang="0">
                  <a:pos x="5" y="0"/>
                </a:cxn>
              </a:cxnLst>
              <a:rect l="0" t="0" r="r" b="b"/>
              <a:pathLst>
                <a:path w="260" h="260">
                  <a:moveTo>
                    <a:pt x="258" y="256"/>
                  </a:moveTo>
                  <a:lnTo>
                    <a:pt x="253" y="256"/>
                  </a:lnTo>
                  <a:lnTo>
                    <a:pt x="255" y="260"/>
                  </a:lnTo>
                  <a:lnTo>
                    <a:pt x="258" y="256"/>
                  </a:lnTo>
                  <a:close/>
                  <a:moveTo>
                    <a:pt x="258" y="253"/>
                  </a:moveTo>
                  <a:lnTo>
                    <a:pt x="258" y="256"/>
                  </a:lnTo>
                  <a:lnTo>
                    <a:pt x="260" y="255"/>
                  </a:lnTo>
                  <a:lnTo>
                    <a:pt x="258" y="253"/>
                  </a:lnTo>
                  <a:close/>
                  <a:moveTo>
                    <a:pt x="5" y="0"/>
                  </a:moveTo>
                  <a:lnTo>
                    <a:pt x="0" y="5"/>
                  </a:lnTo>
                  <a:lnTo>
                    <a:pt x="3" y="8"/>
                  </a:lnTo>
                  <a:lnTo>
                    <a:pt x="3" y="3"/>
                  </a:lnTo>
                  <a:lnTo>
                    <a:pt x="8" y="3"/>
                  </a:lnTo>
                  <a:lnTo>
                    <a:pt x="5" y="0"/>
                  </a:lnTo>
                  <a:close/>
                </a:path>
              </a:pathLst>
            </a:custGeom>
            <a:solidFill>
              <a:srgbClr val="F1F1F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92" name="Freeform 64"/>
            <p:cNvSpPr>
              <a:spLocks noEditPoints="1"/>
            </p:cNvSpPr>
            <p:nvPr/>
          </p:nvSpPr>
          <p:spPr bwMode="auto">
            <a:xfrm>
              <a:off x="4152901" y="3967163"/>
              <a:ext cx="412750" cy="412750"/>
            </a:xfrm>
            <a:custGeom>
              <a:avLst/>
              <a:gdLst/>
              <a:ahLst/>
              <a:cxnLst>
                <a:cxn ang="0">
                  <a:pos x="258" y="256"/>
                </a:cxn>
                <a:cxn ang="0">
                  <a:pos x="253" y="256"/>
                </a:cxn>
                <a:cxn ang="0">
                  <a:pos x="255" y="260"/>
                </a:cxn>
                <a:cxn ang="0">
                  <a:pos x="258" y="256"/>
                </a:cxn>
                <a:cxn ang="0">
                  <a:pos x="258" y="253"/>
                </a:cxn>
                <a:cxn ang="0">
                  <a:pos x="258" y="256"/>
                </a:cxn>
                <a:cxn ang="0">
                  <a:pos x="260" y="255"/>
                </a:cxn>
                <a:cxn ang="0">
                  <a:pos x="258" y="253"/>
                </a:cxn>
                <a:cxn ang="0">
                  <a:pos x="5" y="0"/>
                </a:cxn>
                <a:cxn ang="0">
                  <a:pos x="0" y="5"/>
                </a:cxn>
                <a:cxn ang="0">
                  <a:pos x="3" y="8"/>
                </a:cxn>
                <a:cxn ang="0">
                  <a:pos x="3" y="3"/>
                </a:cxn>
                <a:cxn ang="0">
                  <a:pos x="8" y="3"/>
                </a:cxn>
                <a:cxn ang="0">
                  <a:pos x="5" y="0"/>
                </a:cxn>
              </a:cxnLst>
              <a:rect l="0" t="0" r="r" b="b"/>
              <a:pathLst>
                <a:path w="260" h="260">
                  <a:moveTo>
                    <a:pt x="258" y="256"/>
                  </a:moveTo>
                  <a:lnTo>
                    <a:pt x="253" y="256"/>
                  </a:lnTo>
                  <a:lnTo>
                    <a:pt x="255" y="260"/>
                  </a:lnTo>
                  <a:lnTo>
                    <a:pt x="258" y="256"/>
                  </a:lnTo>
                  <a:moveTo>
                    <a:pt x="258" y="253"/>
                  </a:moveTo>
                  <a:lnTo>
                    <a:pt x="258" y="256"/>
                  </a:lnTo>
                  <a:lnTo>
                    <a:pt x="260" y="255"/>
                  </a:lnTo>
                  <a:lnTo>
                    <a:pt x="258" y="253"/>
                  </a:lnTo>
                  <a:moveTo>
                    <a:pt x="5" y="0"/>
                  </a:moveTo>
                  <a:lnTo>
                    <a:pt x="0" y="5"/>
                  </a:lnTo>
                  <a:lnTo>
                    <a:pt x="3" y="8"/>
                  </a:lnTo>
                  <a:lnTo>
                    <a:pt x="3" y="3"/>
                  </a:lnTo>
                  <a:lnTo>
                    <a:pt x="8" y="3"/>
                  </a:lnTo>
                  <a:lnTo>
                    <a:pt x="5"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93" name="Freeform 65"/>
            <p:cNvSpPr>
              <a:spLocks noEditPoints="1"/>
            </p:cNvSpPr>
            <p:nvPr/>
          </p:nvSpPr>
          <p:spPr bwMode="auto">
            <a:xfrm>
              <a:off x="4157663" y="3971925"/>
              <a:ext cx="404813" cy="401638"/>
            </a:xfrm>
            <a:custGeom>
              <a:avLst/>
              <a:gdLst/>
              <a:ahLst/>
              <a:cxnLst>
                <a:cxn ang="0">
                  <a:pos x="132" y="127"/>
                </a:cxn>
                <a:cxn ang="0">
                  <a:pos x="127" y="132"/>
                </a:cxn>
                <a:cxn ang="0">
                  <a:pos x="250" y="253"/>
                </a:cxn>
                <a:cxn ang="0">
                  <a:pos x="255" y="253"/>
                </a:cxn>
                <a:cxn ang="0">
                  <a:pos x="255" y="250"/>
                </a:cxn>
                <a:cxn ang="0">
                  <a:pos x="132" y="127"/>
                </a:cxn>
                <a:cxn ang="0">
                  <a:pos x="5" y="0"/>
                </a:cxn>
                <a:cxn ang="0">
                  <a:pos x="0" y="0"/>
                </a:cxn>
                <a:cxn ang="0">
                  <a:pos x="0" y="5"/>
                </a:cxn>
                <a:cxn ang="0">
                  <a:pos x="122" y="127"/>
                </a:cxn>
                <a:cxn ang="0">
                  <a:pos x="127" y="122"/>
                </a:cxn>
                <a:cxn ang="0">
                  <a:pos x="5" y="0"/>
                </a:cxn>
              </a:cxnLst>
              <a:rect l="0" t="0" r="r" b="b"/>
              <a:pathLst>
                <a:path w="255" h="253">
                  <a:moveTo>
                    <a:pt x="132" y="127"/>
                  </a:moveTo>
                  <a:lnTo>
                    <a:pt x="127" y="132"/>
                  </a:lnTo>
                  <a:lnTo>
                    <a:pt x="250" y="253"/>
                  </a:lnTo>
                  <a:lnTo>
                    <a:pt x="255" y="253"/>
                  </a:lnTo>
                  <a:lnTo>
                    <a:pt x="255" y="250"/>
                  </a:lnTo>
                  <a:lnTo>
                    <a:pt x="132" y="127"/>
                  </a:lnTo>
                  <a:close/>
                  <a:moveTo>
                    <a:pt x="5" y="0"/>
                  </a:moveTo>
                  <a:lnTo>
                    <a:pt x="0" y="0"/>
                  </a:lnTo>
                  <a:lnTo>
                    <a:pt x="0" y="5"/>
                  </a:lnTo>
                  <a:lnTo>
                    <a:pt x="122" y="127"/>
                  </a:lnTo>
                  <a:lnTo>
                    <a:pt x="127" y="122"/>
                  </a:lnTo>
                  <a:lnTo>
                    <a:pt x="5" y="0"/>
                  </a:lnTo>
                  <a:close/>
                </a:path>
              </a:pathLst>
            </a:custGeom>
            <a:solidFill>
              <a:srgbClr val="00CDE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94" name="Freeform 66"/>
            <p:cNvSpPr>
              <a:spLocks noEditPoints="1"/>
            </p:cNvSpPr>
            <p:nvPr/>
          </p:nvSpPr>
          <p:spPr bwMode="auto">
            <a:xfrm>
              <a:off x="4157663" y="3971925"/>
              <a:ext cx="404813" cy="401638"/>
            </a:xfrm>
            <a:custGeom>
              <a:avLst/>
              <a:gdLst/>
              <a:ahLst/>
              <a:cxnLst>
                <a:cxn ang="0">
                  <a:pos x="132" y="127"/>
                </a:cxn>
                <a:cxn ang="0">
                  <a:pos x="127" y="132"/>
                </a:cxn>
                <a:cxn ang="0">
                  <a:pos x="250" y="253"/>
                </a:cxn>
                <a:cxn ang="0">
                  <a:pos x="255" y="253"/>
                </a:cxn>
                <a:cxn ang="0">
                  <a:pos x="255" y="250"/>
                </a:cxn>
                <a:cxn ang="0">
                  <a:pos x="132" y="127"/>
                </a:cxn>
                <a:cxn ang="0">
                  <a:pos x="5" y="0"/>
                </a:cxn>
                <a:cxn ang="0">
                  <a:pos x="0" y="0"/>
                </a:cxn>
                <a:cxn ang="0">
                  <a:pos x="0" y="5"/>
                </a:cxn>
                <a:cxn ang="0">
                  <a:pos x="122" y="127"/>
                </a:cxn>
                <a:cxn ang="0">
                  <a:pos x="127" y="122"/>
                </a:cxn>
                <a:cxn ang="0">
                  <a:pos x="5" y="0"/>
                </a:cxn>
              </a:cxnLst>
              <a:rect l="0" t="0" r="r" b="b"/>
              <a:pathLst>
                <a:path w="255" h="253">
                  <a:moveTo>
                    <a:pt x="132" y="127"/>
                  </a:moveTo>
                  <a:lnTo>
                    <a:pt x="127" y="132"/>
                  </a:lnTo>
                  <a:lnTo>
                    <a:pt x="250" y="253"/>
                  </a:lnTo>
                  <a:lnTo>
                    <a:pt x="255" y="253"/>
                  </a:lnTo>
                  <a:lnTo>
                    <a:pt x="255" y="250"/>
                  </a:lnTo>
                  <a:lnTo>
                    <a:pt x="132" y="127"/>
                  </a:lnTo>
                  <a:moveTo>
                    <a:pt x="5" y="0"/>
                  </a:moveTo>
                  <a:lnTo>
                    <a:pt x="0" y="0"/>
                  </a:lnTo>
                  <a:lnTo>
                    <a:pt x="0" y="5"/>
                  </a:lnTo>
                  <a:lnTo>
                    <a:pt x="122" y="127"/>
                  </a:lnTo>
                  <a:lnTo>
                    <a:pt x="127" y="122"/>
                  </a:lnTo>
                  <a:lnTo>
                    <a:pt x="5"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95" name="Rectangle 67"/>
            <p:cNvSpPr>
              <a:spLocks noChangeArrowheads="1"/>
            </p:cNvSpPr>
            <p:nvPr/>
          </p:nvSpPr>
          <p:spPr bwMode="auto">
            <a:xfrm>
              <a:off x="4562476" y="3971925"/>
              <a:ext cx="1588" cy="1588"/>
            </a:xfrm>
            <a:prstGeom prst="rect">
              <a:avLst/>
            </a:prstGeom>
            <a:solidFill>
              <a:srgbClr val="00B2C9"/>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196" name="Freeform 68"/>
            <p:cNvSpPr>
              <a:spLocks/>
            </p:cNvSpPr>
            <p:nvPr/>
          </p:nvSpPr>
          <p:spPr bwMode="auto">
            <a:xfrm>
              <a:off x="4562476" y="3971925"/>
              <a:ext cx="1588" cy="1588"/>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97" name="Freeform 69"/>
            <p:cNvSpPr>
              <a:spLocks noEditPoints="1"/>
            </p:cNvSpPr>
            <p:nvPr/>
          </p:nvSpPr>
          <p:spPr bwMode="auto">
            <a:xfrm>
              <a:off x="4152901" y="3967163"/>
              <a:ext cx="412750" cy="412750"/>
            </a:xfrm>
            <a:custGeom>
              <a:avLst/>
              <a:gdLst/>
              <a:ahLst/>
              <a:cxnLst>
                <a:cxn ang="0">
                  <a:pos x="3" y="253"/>
                </a:cxn>
                <a:cxn ang="0">
                  <a:pos x="0" y="255"/>
                </a:cxn>
                <a:cxn ang="0">
                  <a:pos x="5" y="260"/>
                </a:cxn>
                <a:cxn ang="0">
                  <a:pos x="8" y="256"/>
                </a:cxn>
                <a:cxn ang="0">
                  <a:pos x="3" y="256"/>
                </a:cxn>
                <a:cxn ang="0">
                  <a:pos x="3" y="253"/>
                </a:cxn>
                <a:cxn ang="0">
                  <a:pos x="258" y="3"/>
                </a:cxn>
                <a:cxn ang="0">
                  <a:pos x="258" y="8"/>
                </a:cxn>
                <a:cxn ang="0">
                  <a:pos x="260" y="5"/>
                </a:cxn>
                <a:cxn ang="0">
                  <a:pos x="258" y="3"/>
                </a:cxn>
                <a:cxn ang="0">
                  <a:pos x="255" y="0"/>
                </a:cxn>
                <a:cxn ang="0">
                  <a:pos x="255" y="0"/>
                </a:cxn>
                <a:cxn ang="0">
                  <a:pos x="253" y="3"/>
                </a:cxn>
                <a:cxn ang="0">
                  <a:pos x="258" y="3"/>
                </a:cxn>
                <a:cxn ang="0">
                  <a:pos x="255" y="0"/>
                </a:cxn>
                <a:cxn ang="0">
                  <a:pos x="258" y="3"/>
                </a:cxn>
                <a:cxn ang="0">
                  <a:pos x="255" y="0"/>
                </a:cxn>
                <a:cxn ang="0">
                  <a:pos x="258" y="3"/>
                </a:cxn>
                <a:cxn ang="0">
                  <a:pos x="255" y="0"/>
                </a:cxn>
              </a:cxnLst>
              <a:rect l="0" t="0" r="r" b="b"/>
              <a:pathLst>
                <a:path w="260" h="260">
                  <a:moveTo>
                    <a:pt x="3" y="253"/>
                  </a:moveTo>
                  <a:lnTo>
                    <a:pt x="0" y="255"/>
                  </a:lnTo>
                  <a:lnTo>
                    <a:pt x="5" y="260"/>
                  </a:lnTo>
                  <a:lnTo>
                    <a:pt x="8" y="256"/>
                  </a:lnTo>
                  <a:lnTo>
                    <a:pt x="3" y="256"/>
                  </a:lnTo>
                  <a:lnTo>
                    <a:pt x="3" y="253"/>
                  </a:lnTo>
                  <a:close/>
                  <a:moveTo>
                    <a:pt x="258" y="3"/>
                  </a:moveTo>
                  <a:lnTo>
                    <a:pt x="258" y="8"/>
                  </a:lnTo>
                  <a:lnTo>
                    <a:pt x="260" y="5"/>
                  </a:lnTo>
                  <a:lnTo>
                    <a:pt x="258" y="3"/>
                  </a:lnTo>
                  <a:close/>
                  <a:moveTo>
                    <a:pt x="255" y="0"/>
                  </a:moveTo>
                  <a:lnTo>
                    <a:pt x="255" y="0"/>
                  </a:lnTo>
                  <a:lnTo>
                    <a:pt x="253" y="3"/>
                  </a:lnTo>
                  <a:lnTo>
                    <a:pt x="258" y="3"/>
                  </a:lnTo>
                  <a:lnTo>
                    <a:pt x="255" y="0"/>
                  </a:lnTo>
                  <a:lnTo>
                    <a:pt x="258" y="3"/>
                  </a:lnTo>
                  <a:lnTo>
                    <a:pt x="255" y="0"/>
                  </a:lnTo>
                  <a:lnTo>
                    <a:pt x="258" y="3"/>
                  </a:lnTo>
                  <a:lnTo>
                    <a:pt x="255" y="0"/>
                  </a:lnTo>
                  <a:close/>
                </a:path>
              </a:pathLst>
            </a:custGeom>
            <a:solidFill>
              <a:srgbClr val="F1F1F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98" name="Freeform 70"/>
            <p:cNvSpPr>
              <a:spLocks noEditPoints="1"/>
            </p:cNvSpPr>
            <p:nvPr/>
          </p:nvSpPr>
          <p:spPr bwMode="auto">
            <a:xfrm>
              <a:off x="4152901" y="3967163"/>
              <a:ext cx="412750" cy="412750"/>
            </a:xfrm>
            <a:custGeom>
              <a:avLst/>
              <a:gdLst/>
              <a:ahLst/>
              <a:cxnLst>
                <a:cxn ang="0">
                  <a:pos x="3" y="253"/>
                </a:cxn>
                <a:cxn ang="0">
                  <a:pos x="0" y="255"/>
                </a:cxn>
                <a:cxn ang="0">
                  <a:pos x="5" y="260"/>
                </a:cxn>
                <a:cxn ang="0">
                  <a:pos x="8" y="256"/>
                </a:cxn>
                <a:cxn ang="0">
                  <a:pos x="3" y="256"/>
                </a:cxn>
                <a:cxn ang="0">
                  <a:pos x="3" y="253"/>
                </a:cxn>
                <a:cxn ang="0">
                  <a:pos x="258" y="3"/>
                </a:cxn>
                <a:cxn ang="0">
                  <a:pos x="258" y="8"/>
                </a:cxn>
                <a:cxn ang="0">
                  <a:pos x="260" y="5"/>
                </a:cxn>
                <a:cxn ang="0">
                  <a:pos x="258" y="3"/>
                </a:cxn>
                <a:cxn ang="0">
                  <a:pos x="255" y="0"/>
                </a:cxn>
                <a:cxn ang="0">
                  <a:pos x="255" y="0"/>
                </a:cxn>
                <a:cxn ang="0">
                  <a:pos x="253" y="3"/>
                </a:cxn>
                <a:cxn ang="0">
                  <a:pos x="258" y="3"/>
                </a:cxn>
                <a:cxn ang="0">
                  <a:pos x="255" y="0"/>
                </a:cxn>
                <a:cxn ang="0">
                  <a:pos x="258" y="3"/>
                </a:cxn>
                <a:cxn ang="0">
                  <a:pos x="255" y="0"/>
                </a:cxn>
                <a:cxn ang="0">
                  <a:pos x="258" y="3"/>
                </a:cxn>
                <a:cxn ang="0">
                  <a:pos x="255" y="0"/>
                </a:cxn>
              </a:cxnLst>
              <a:rect l="0" t="0" r="r" b="b"/>
              <a:pathLst>
                <a:path w="260" h="260">
                  <a:moveTo>
                    <a:pt x="3" y="253"/>
                  </a:moveTo>
                  <a:lnTo>
                    <a:pt x="0" y="255"/>
                  </a:lnTo>
                  <a:lnTo>
                    <a:pt x="5" y="260"/>
                  </a:lnTo>
                  <a:lnTo>
                    <a:pt x="8" y="256"/>
                  </a:lnTo>
                  <a:lnTo>
                    <a:pt x="3" y="256"/>
                  </a:lnTo>
                  <a:lnTo>
                    <a:pt x="3" y="253"/>
                  </a:lnTo>
                  <a:moveTo>
                    <a:pt x="258" y="3"/>
                  </a:moveTo>
                  <a:lnTo>
                    <a:pt x="258" y="8"/>
                  </a:lnTo>
                  <a:lnTo>
                    <a:pt x="260" y="5"/>
                  </a:lnTo>
                  <a:lnTo>
                    <a:pt x="258" y="3"/>
                  </a:lnTo>
                  <a:moveTo>
                    <a:pt x="255" y="0"/>
                  </a:moveTo>
                  <a:lnTo>
                    <a:pt x="255" y="0"/>
                  </a:lnTo>
                  <a:lnTo>
                    <a:pt x="253" y="3"/>
                  </a:lnTo>
                  <a:lnTo>
                    <a:pt x="258" y="3"/>
                  </a:lnTo>
                  <a:lnTo>
                    <a:pt x="255" y="0"/>
                  </a:lnTo>
                  <a:lnTo>
                    <a:pt x="258" y="3"/>
                  </a:lnTo>
                  <a:lnTo>
                    <a:pt x="255" y="0"/>
                  </a:lnTo>
                  <a:lnTo>
                    <a:pt x="258" y="3"/>
                  </a:lnTo>
                  <a:lnTo>
                    <a:pt x="255"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199" name="Freeform 71"/>
            <p:cNvSpPr>
              <a:spLocks noEditPoints="1"/>
            </p:cNvSpPr>
            <p:nvPr/>
          </p:nvSpPr>
          <p:spPr bwMode="auto">
            <a:xfrm>
              <a:off x="4157663" y="3971925"/>
              <a:ext cx="404813" cy="401638"/>
            </a:xfrm>
            <a:custGeom>
              <a:avLst/>
              <a:gdLst/>
              <a:ahLst/>
              <a:cxnLst>
                <a:cxn ang="0">
                  <a:pos x="122" y="127"/>
                </a:cxn>
                <a:cxn ang="0">
                  <a:pos x="0" y="250"/>
                </a:cxn>
                <a:cxn ang="0">
                  <a:pos x="0" y="253"/>
                </a:cxn>
                <a:cxn ang="0">
                  <a:pos x="5" y="253"/>
                </a:cxn>
                <a:cxn ang="0">
                  <a:pos x="127" y="132"/>
                </a:cxn>
                <a:cxn ang="0">
                  <a:pos x="122" y="127"/>
                </a:cxn>
                <a:cxn ang="0">
                  <a:pos x="255" y="0"/>
                </a:cxn>
                <a:cxn ang="0">
                  <a:pos x="250" y="0"/>
                </a:cxn>
                <a:cxn ang="0">
                  <a:pos x="127" y="122"/>
                </a:cxn>
                <a:cxn ang="0">
                  <a:pos x="132" y="127"/>
                </a:cxn>
                <a:cxn ang="0">
                  <a:pos x="255" y="5"/>
                </a:cxn>
                <a:cxn ang="0">
                  <a:pos x="255" y="0"/>
                </a:cxn>
                <a:cxn ang="0">
                  <a:pos x="255" y="0"/>
                </a:cxn>
                <a:cxn ang="0">
                  <a:pos x="255" y="0"/>
                </a:cxn>
              </a:cxnLst>
              <a:rect l="0" t="0" r="r" b="b"/>
              <a:pathLst>
                <a:path w="255" h="253">
                  <a:moveTo>
                    <a:pt x="122" y="127"/>
                  </a:moveTo>
                  <a:lnTo>
                    <a:pt x="0" y="250"/>
                  </a:lnTo>
                  <a:lnTo>
                    <a:pt x="0" y="253"/>
                  </a:lnTo>
                  <a:lnTo>
                    <a:pt x="5" y="253"/>
                  </a:lnTo>
                  <a:lnTo>
                    <a:pt x="127" y="132"/>
                  </a:lnTo>
                  <a:lnTo>
                    <a:pt x="122" y="127"/>
                  </a:lnTo>
                  <a:close/>
                  <a:moveTo>
                    <a:pt x="255" y="0"/>
                  </a:moveTo>
                  <a:lnTo>
                    <a:pt x="250" y="0"/>
                  </a:lnTo>
                  <a:lnTo>
                    <a:pt x="127" y="122"/>
                  </a:lnTo>
                  <a:lnTo>
                    <a:pt x="132" y="127"/>
                  </a:lnTo>
                  <a:lnTo>
                    <a:pt x="255" y="5"/>
                  </a:lnTo>
                  <a:lnTo>
                    <a:pt x="255" y="0"/>
                  </a:lnTo>
                  <a:lnTo>
                    <a:pt x="255" y="0"/>
                  </a:lnTo>
                  <a:lnTo>
                    <a:pt x="255" y="0"/>
                  </a:lnTo>
                  <a:close/>
                </a:path>
              </a:pathLst>
            </a:custGeom>
            <a:solidFill>
              <a:srgbClr val="00CDE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00" name="Freeform 72"/>
            <p:cNvSpPr>
              <a:spLocks noEditPoints="1"/>
            </p:cNvSpPr>
            <p:nvPr/>
          </p:nvSpPr>
          <p:spPr bwMode="auto">
            <a:xfrm>
              <a:off x="4157663" y="3971925"/>
              <a:ext cx="404813" cy="401638"/>
            </a:xfrm>
            <a:custGeom>
              <a:avLst/>
              <a:gdLst/>
              <a:ahLst/>
              <a:cxnLst>
                <a:cxn ang="0">
                  <a:pos x="122" y="127"/>
                </a:cxn>
                <a:cxn ang="0">
                  <a:pos x="0" y="250"/>
                </a:cxn>
                <a:cxn ang="0">
                  <a:pos x="0" y="253"/>
                </a:cxn>
                <a:cxn ang="0">
                  <a:pos x="5" y="253"/>
                </a:cxn>
                <a:cxn ang="0">
                  <a:pos x="127" y="132"/>
                </a:cxn>
                <a:cxn ang="0">
                  <a:pos x="122" y="127"/>
                </a:cxn>
                <a:cxn ang="0">
                  <a:pos x="255" y="0"/>
                </a:cxn>
                <a:cxn ang="0">
                  <a:pos x="250" y="0"/>
                </a:cxn>
                <a:cxn ang="0">
                  <a:pos x="127" y="122"/>
                </a:cxn>
                <a:cxn ang="0">
                  <a:pos x="132" y="127"/>
                </a:cxn>
                <a:cxn ang="0">
                  <a:pos x="255" y="5"/>
                </a:cxn>
                <a:cxn ang="0">
                  <a:pos x="255" y="0"/>
                </a:cxn>
                <a:cxn ang="0">
                  <a:pos x="255" y="0"/>
                </a:cxn>
                <a:cxn ang="0">
                  <a:pos x="255" y="0"/>
                </a:cxn>
              </a:cxnLst>
              <a:rect l="0" t="0" r="r" b="b"/>
              <a:pathLst>
                <a:path w="255" h="253">
                  <a:moveTo>
                    <a:pt x="122" y="127"/>
                  </a:moveTo>
                  <a:lnTo>
                    <a:pt x="0" y="250"/>
                  </a:lnTo>
                  <a:lnTo>
                    <a:pt x="0" y="253"/>
                  </a:lnTo>
                  <a:lnTo>
                    <a:pt x="5" y="253"/>
                  </a:lnTo>
                  <a:lnTo>
                    <a:pt x="127" y="132"/>
                  </a:lnTo>
                  <a:lnTo>
                    <a:pt x="122" y="127"/>
                  </a:lnTo>
                  <a:moveTo>
                    <a:pt x="255" y="0"/>
                  </a:moveTo>
                  <a:lnTo>
                    <a:pt x="250" y="0"/>
                  </a:lnTo>
                  <a:lnTo>
                    <a:pt x="127" y="122"/>
                  </a:lnTo>
                  <a:lnTo>
                    <a:pt x="132" y="127"/>
                  </a:lnTo>
                  <a:lnTo>
                    <a:pt x="255" y="5"/>
                  </a:lnTo>
                  <a:lnTo>
                    <a:pt x="255" y="0"/>
                  </a:lnTo>
                  <a:lnTo>
                    <a:pt x="255" y="0"/>
                  </a:lnTo>
                  <a:lnTo>
                    <a:pt x="255"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01" name="Freeform 73"/>
            <p:cNvSpPr>
              <a:spLocks/>
            </p:cNvSpPr>
            <p:nvPr/>
          </p:nvSpPr>
          <p:spPr bwMode="auto">
            <a:xfrm>
              <a:off x="4351338" y="4165600"/>
              <a:ext cx="15875" cy="15875"/>
            </a:xfrm>
            <a:custGeom>
              <a:avLst/>
              <a:gdLst/>
              <a:ahLst/>
              <a:cxnLst>
                <a:cxn ang="0">
                  <a:pos x="5" y="0"/>
                </a:cxn>
                <a:cxn ang="0">
                  <a:pos x="0" y="5"/>
                </a:cxn>
                <a:cxn ang="0">
                  <a:pos x="5" y="10"/>
                </a:cxn>
                <a:cxn ang="0">
                  <a:pos x="10" y="5"/>
                </a:cxn>
                <a:cxn ang="0">
                  <a:pos x="5" y="0"/>
                </a:cxn>
              </a:cxnLst>
              <a:rect l="0" t="0" r="r" b="b"/>
              <a:pathLst>
                <a:path w="10" h="10">
                  <a:moveTo>
                    <a:pt x="5" y="0"/>
                  </a:moveTo>
                  <a:lnTo>
                    <a:pt x="0" y="5"/>
                  </a:lnTo>
                  <a:lnTo>
                    <a:pt x="5" y="10"/>
                  </a:lnTo>
                  <a:lnTo>
                    <a:pt x="10" y="5"/>
                  </a:lnTo>
                  <a:lnTo>
                    <a:pt x="5" y="0"/>
                  </a:lnTo>
                  <a:close/>
                </a:path>
              </a:pathLst>
            </a:custGeom>
            <a:solidFill>
              <a:srgbClr val="00E2F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02" name="Freeform 74"/>
            <p:cNvSpPr>
              <a:spLocks/>
            </p:cNvSpPr>
            <p:nvPr/>
          </p:nvSpPr>
          <p:spPr bwMode="auto">
            <a:xfrm>
              <a:off x="4351338" y="4165600"/>
              <a:ext cx="15875" cy="15875"/>
            </a:xfrm>
            <a:custGeom>
              <a:avLst/>
              <a:gdLst/>
              <a:ahLst/>
              <a:cxnLst>
                <a:cxn ang="0">
                  <a:pos x="5" y="0"/>
                </a:cxn>
                <a:cxn ang="0">
                  <a:pos x="0" y="5"/>
                </a:cxn>
                <a:cxn ang="0">
                  <a:pos x="5" y="10"/>
                </a:cxn>
                <a:cxn ang="0">
                  <a:pos x="10" y="5"/>
                </a:cxn>
                <a:cxn ang="0">
                  <a:pos x="5" y="0"/>
                </a:cxn>
              </a:cxnLst>
              <a:rect l="0" t="0" r="r" b="b"/>
              <a:pathLst>
                <a:path w="10" h="10">
                  <a:moveTo>
                    <a:pt x="5" y="0"/>
                  </a:moveTo>
                  <a:lnTo>
                    <a:pt x="0" y="5"/>
                  </a:lnTo>
                  <a:lnTo>
                    <a:pt x="5" y="10"/>
                  </a:lnTo>
                  <a:lnTo>
                    <a:pt x="10" y="5"/>
                  </a:lnTo>
                  <a:lnTo>
                    <a:pt x="5"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03" name="Freeform 75"/>
            <p:cNvSpPr>
              <a:spLocks/>
            </p:cNvSpPr>
            <p:nvPr/>
          </p:nvSpPr>
          <p:spPr bwMode="auto">
            <a:xfrm>
              <a:off x="4151313" y="4122738"/>
              <a:ext cx="327025" cy="376238"/>
            </a:xfrm>
            <a:custGeom>
              <a:avLst/>
              <a:gdLst/>
              <a:ahLst/>
              <a:cxnLst>
                <a:cxn ang="0">
                  <a:pos x="129" y="35"/>
                </a:cxn>
                <a:cxn ang="0">
                  <a:pos x="118" y="24"/>
                </a:cxn>
                <a:cxn ang="0">
                  <a:pos x="116" y="24"/>
                </a:cxn>
                <a:cxn ang="0">
                  <a:pos x="105" y="35"/>
                </a:cxn>
                <a:cxn ang="0">
                  <a:pos x="105" y="61"/>
                </a:cxn>
                <a:cxn ang="0">
                  <a:pos x="105" y="21"/>
                </a:cxn>
                <a:cxn ang="0">
                  <a:pos x="93" y="12"/>
                </a:cxn>
                <a:cxn ang="0">
                  <a:pos x="91" y="12"/>
                </a:cxn>
                <a:cxn ang="0">
                  <a:pos x="81" y="21"/>
                </a:cxn>
                <a:cxn ang="0">
                  <a:pos x="81" y="61"/>
                </a:cxn>
                <a:cxn ang="0">
                  <a:pos x="81" y="11"/>
                </a:cxn>
                <a:cxn ang="0">
                  <a:pos x="68" y="0"/>
                </a:cxn>
                <a:cxn ang="0">
                  <a:pos x="66" y="0"/>
                </a:cxn>
                <a:cxn ang="0">
                  <a:pos x="57" y="11"/>
                </a:cxn>
                <a:cxn ang="0">
                  <a:pos x="57" y="60"/>
                </a:cxn>
                <a:cxn ang="0">
                  <a:pos x="53" y="60"/>
                </a:cxn>
                <a:cxn ang="0">
                  <a:pos x="53" y="25"/>
                </a:cxn>
                <a:cxn ang="0">
                  <a:pos x="43" y="12"/>
                </a:cxn>
                <a:cxn ang="0">
                  <a:pos x="41" y="12"/>
                </a:cxn>
                <a:cxn ang="0">
                  <a:pos x="33" y="25"/>
                </a:cxn>
                <a:cxn ang="0">
                  <a:pos x="33" y="61"/>
                </a:cxn>
                <a:cxn ang="0">
                  <a:pos x="33" y="91"/>
                </a:cxn>
                <a:cxn ang="0">
                  <a:pos x="0" y="87"/>
                </a:cxn>
                <a:cxn ang="0">
                  <a:pos x="16" y="112"/>
                </a:cxn>
                <a:cxn ang="0">
                  <a:pos x="75" y="148"/>
                </a:cxn>
                <a:cxn ang="0">
                  <a:pos x="84" y="148"/>
                </a:cxn>
                <a:cxn ang="0">
                  <a:pos x="129" y="103"/>
                </a:cxn>
                <a:cxn ang="0">
                  <a:pos x="129" y="65"/>
                </a:cxn>
                <a:cxn ang="0">
                  <a:pos x="129" y="35"/>
                </a:cxn>
              </a:cxnLst>
              <a:rect l="0" t="0" r="r" b="b"/>
              <a:pathLst>
                <a:path w="129" h="148">
                  <a:moveTo>
                    <a:pt x="129" y="35"/>
                  </a:moveTo>
                  <a:cubicBezTo>
                    <a:pt x="129" y="29"/>
                    <a:pt x="124" y="24"/>
                    <a:pt x="118" y="24"/>
                  </a:cubicBezTo>
                  <a:cubicBezTo>
                    <a:pt x="116" y="24"/>
                    <a:pt x="116" y="24"/>
                    <a:pt x="116" y="24"/>
                  </a:cubicBezTo>
                  <a:cubicBezTo>
                    <a:pt x="110" y="24"/>
                    <a:pt x="105" y="29"/>
                    <a:pt x="105" y="35"/>
                  </a:cubicBezTo>
                  <a:cubicBezTo>
                    <a:pt x="105" y="61"/>
                    <a:pt x="105" y="61"/>
                    <a:pt x="105" y="61"/>
                  </a:cubicBezTo>
                  <a:cubicBezTo>
                    <a:pt x="105" y="21"/>
                    <a:pt x="105" y="21"/>
                    <a:pt x="105" y="21"/>
                  </a:cubicBezTo>
                  <a:cubicBezTo>
                    <a:pt x="105" y="15"/>
                    <a:pt x="99" y="12"/>
                    <a:pt x="93" y="12"/>
                  </a:cubicBezTo>
                  <a:cubicBezTo>
                    <a:pt x="91" y="12"/>
                    <a:pt x="91" y="12"/>
                    <a:pt x="91" y="12"/>
                  </a:cubicBezTo>
                  <a:cubicBezTo>
                    <a:pt x="85" y="12"/>
                    <a:pt x="81" y="15"/>
                    <a:pt x="81" y="21"/>
                  </a:cubicBezTo>
                  <a:cubicBezTo>
                    <a:pt x="81" y="61"/>
                    <a:pt x="81" y="61"/>
                    <a:pt x="81" y="61"/>
                  </a:cubicBezTo>
                  <a:cubicBezTo>
                    <a:pt x="81" y="11"/>
                    <a:pt x="81" y="11"/>
                    <a:pt x="81" y="11"/>
                  </a:cubicBezTo>
                  <a:cubicBezTo>
                    <a:pt x="81" y="5"/>
                    <a:pt x="74" y="0"/>
                    <a:pt x="68" y="0"/>
                  </a:cubicBezTo>
                  <a:cubicBezTo>
                    <a:pt x="66" y="0"/>
                    <a:pt x="66" y="0"/>
                    <a:pt x="66" y="0"/>
                  </a:cubicBezTo>
                  <a:cubicBezTo>
                    <a:pt x="60" y="0"/>
                    <a:pt x="57" y="5"/>
                    <a:pt x="57" y="11"/>
                  </a:cubicBezTo>
                  <a:cubicBezTo>
                    <a:pt x="57" y="60"/>
                    <a:pt x="57" y="60"/>
                    <a:pt x="57" y="60"/>
                  </a:cubicBezTo>
                  <a:cubicBezTo>
                    <a:pt x="53" y="60"/>
                    <a:pt x="53" y="60"/>
                    <a:pt x="53" y="60"/>
                  </a:cubicBezTo>
                  <a:cubicBezTo>
                    <a:pt x="53" y="25"/>
                    <a:pt x="53" y="25"/>
                    <a:pt x="53" y="25"/>
                  </a:cubicBezTo>
                  <a:cubicBezTo>
                    <a:pt x="53" y="19"/>
                    <a:pt x="49" y="12"/>
                    <a:pt x="43" y="12"/>
                  </a:cubicBezTo>
                  <a:cubicBezTo>
                    <a:pt x="41" y="12"/>
                    <a:pt x="41" y="12"/>
                    <a:pt x="41" y="12"/>
                  </a:cubicBezTo>
                  <a:cubicBezTo>
                    <a:pt x="35" y="12"/>
                    <a:pt x="33" y="19"/>
                    <a:pt x="33" y="25"/>
                  </a:cubicBezTo>
                  <a:cubicBezTo>
                    <a:pt x="33" y="61"/>
                    <a:pt x="33" y="61"/>
                    <a:pt x="33" y="61"/>
                  </a:cubicBezTo>
                  <a:cubicBezTo>
                    <a:pt x="33" y="91"/>
                    <a:pt x="33" y="91"/>
                    <a:pt x="33" y="91"/>
                  </a:cubicBezTo>
                  <a:cubicBezTo>
                    <a:pt x="25" y="82"/>
                    <a:pt x="10" y="80"/>
                    <a:pt x="0" y="87"/>
                  </a:cubicBezTo>
                  <a:cubicBezTo>
                    <a:pt x="16" y="112"/>
                    <a:pt x="16" y="112"/>
                    <a:pt x="16" y="112"/>
                  </a:cubicBezTo>
                  <a:cubicBezTo>
                    <a:pt x="33" y="137"/>
                    <a:pt x="71" y="148"/>
                    <a:pt x="75" y="148"/>
                  </a:cubicBezTo>
                  <a:cubicBezTo>
                    <a:pt x="84" y="148"/>
                    <a:pt x="84" y="148"/>
                    <a:pt x="84" y="148"/>
                  </a:cubicBezTo>
                  <a:cubicBezTo>
                    <a:pt x="109" y="148"/>
                    <a:pt x="129" y="128"/>
                    <a:pt x="129" y="103"/>
                  </a:cubicBezTo>
                  <a:cubicBezTo>
                    <a:pt x="129" y="65"/>
                    <a:pt x="129" y="65"/>
                    <a:pt x="129" y="65"/>
                  </a:cubicBezTo>
                  <a:lnTo>
                    <a:pt x="129" y="35"/>
                  </a:lnTo>
                  <a:close/>
                </a:path>
              </a:pathLst>
            </a:custGeom>
            <a:solidFill>
              <a:srgbClr val="FFBF5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04" name="Freeform 76"/>
            <p:cNvSpPr>
              <a:spLocks/>
            </p:cNvSpPr>
            <p:nvPr/>
          </p:nvSpPr>
          <p:spPr bwMode="auto">
            <a:xfrm>
              <a:off x="4337051" y="4124325"/>
              <a:ext cx="141288" cy="374650"/>
            </a:xfrm>
            <a:custGeom>
              <a:avLst/>
              <a:gdLst/>
              <a:ahLst/>
              <a:cxnLst>
                <a:cxn ang="0">
                  <a:pos x="45" y="23"/>
                </a:cxn>
                <a:cxn ang="0">
                  <a:pos x="43" y="23"/>
                </a:cxn>
                <a:cxn ang="0">
                  <a:pos x="32" y="34"/>
                </a:cxn>
                <a:cxn ang="0">
                  <a:pos x="32" y="20"/>
                </a:cxn>
                <a:cxn ang="0">
                  <a:pos x="20" y="11"/>
                </a:cxn>
                <a:cxn ang="0">
                  <a:pos x="18" y="11"/>
                </a:cxn>
                <a:cxn ang="0">
                  <a:pos x="8" y="20"/>
                </a:cxn>
                <a:cxn ang="0">
                  <a:pos x="8" y="9"/>
                </a:cxn>
                <a:cxn ang="0">
                  <a:pos x="0" y="0"/>
                </a:cxn>
                <a:cxn ang="0">
                  <a:pos x="0" y="147"/>
                </a:cxn>
                <a:cxn ang="0">
                  <a:pos x="2" y="147"/>
                </a:cxn>
                <a:cxn ang="0">
                  <a:pos x="11" y="147"/>
                </a:cxn>
                <a:cxn ang="0">
                  <a:pos x="56" y="101"/>
                </a:cxn>
                <a:cxn ang="0">
                  <a:pos x="56" y="63"/>
                </a:cxn>
                <a:cxn ang="0">
                  <a:pos x="56" y="34"/>
                </a:cxn>
                <a:cxn ang="0">
                  <a:pos x="45" y="23"/>
                </a:cxn>
              </a:cxnLst>
              <a:rect l="0" t="0" r="r" b="b"/>
              <a:pathLst>
                <a:path w="56" h="147">
                  <a:moveTo>
                    <a:pt x="45" y="23"/>
                  </a:moveTo>
                  <a:cubicBezTo>
                    <a:pt x="43" y="23"/>
                    <a:pt x="43" y="23"/>
                    <a:pt x="43" y="23"/>
                  </a:cubicBezTo>
                  <a:cubicBezTo>
                    <a:pt x="37" y="23"/>
                    <a:pt x="32" y="28"/>
                    <a:pt x="32" y="34"/>
                  </a:cubicBezTo>
                  <a:cubicBezTo>
                    <a:pt x="32" y="20"/>
                    <a:pt x="32" y="20"/>
                    <a:pt x="32" y="20"/>
                  </a:cubicBezTo>
                  <a:cubicBezTo>
                    <a:pt x="32" y="14"/>
                    <a:pt x="26" y="11"/>
                    <a:pt x="20" y="11"/>
                  </a:cubicBezTo>
                  <a:cubicBezTo>
                    <a:pt x="18" y="11"/>
                    <a:pt x="18" y="11"/>
                    <a:pt x="18" y="11"/>
                  </a:cubicBezTo>
                  <a:cubicBezTo>
                    <a:pt x="12" y="11"/>
                    <a:pt x="8" y="14"/>
                    <a:pt x="8" y="20"/>
                  </a:cubicBezTo>
                  <a:cubicBezTo>
                    <a:pt x="8" y="9"/>
                    <a:pt x="8" y="9"/>
                    <a:pt x="8" y="9"/>
                  </a:cubicBezTo>
                  <a:cubicBezTo>
                    <a:pt x="8" y="5"/>
                    <a:pt x="4" y="1"/>
                    <a:pt x="0" y="0"/>
                  </a:cubicBezTo>
                  <a:cubicBezTo>
                    <a:pt x="0" y="147"/>
                    <a:pt x="0" y="147"/>
                    <a:pt x="0" y="147"/>
                  </a:cubicBezTo>
                  <a:cubicBezTo>
                    <a:pt x="0" y="147"/>
                    <a:pt x="1" y="147"/>
                    <a:pt x="2" y="147"/>
                  </a:cubicBezTo>
                  <a:cubicBezTo>
                    <a:pt x="11" y="147"/>
                    <a:pt x="11" y="147"/>
                    <a:pt x="11" y="147"/>
                  </a:cubicBezTo>
                  <a:cubicBezTo>
                    <a:pt x="36" y="147"/>
                    <a:pt x="56" y="126"/>
                    <a:pt x="56" y="101"/>
                  </a:cubicBezTo>
                  <a:cubicBezTo>
                    <a:pt x="56" y="63"/>
                    <a:pt x="56" y="63"/>
                    <a:pt x="56" y="63"/>
                  </a:cubicBezTo>
                  <a:cubicBezTo>
                    <a:pt x="56" y="34"/>
                    <a:pt x="56" y="34"/>
                    <a:pt x="56" y="34"/>
                  </a:cubicBezTo>
                  <a:cubicBezTo>
                    <a:pt x="56" y="28"/>
                    <a:pt x="51" y="23"/>
                    <a:pt x="45" y="23"/>
                  </a:cubicBezTo>
                  <a:close/>
                </a:path>
              </a:pathLst>
            </a:custGeom>
            <a:solidFill>
              <a:srgbClr val="F2AD5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05" name="Freeform 77"/>
            <p:cNvSpPr>
              <a:spLocks/>
            </p:cNvSpPr>
            <p:nvPr/>
          </p:nvSpPr>
          <p:spPr bwMode="auto">
            <a:xfrm>
              <a:off x="3760788" y="3168650"/>
              <a:ext cx="422275" cy="533400"/>
            </a:xfrm>
            <a:custGeom>
              <a:avLst/>
              <a:gdLst/>
              <a:ahLst/>
              <a:cxnLst>
                <a:cxn ang="0">
                  <a:pos x="166" y="203"/>
                </a:cxn>
                <a:cxn ang="0">
                  <a:pos x="160" y="210"/>
                </a:cxn>
                <a:cxn ang="0">
                  <a:pos x="6" y="210"/>
                </a:cxn>
                <a:cxn ang="0">
                  <a:pos x="0" y="203"/>
                </a:cxn>
                <a:cxn ang="0">
                  <a:pos x="0" y="6"/>
                </a:cxn>
                <a:cxn ang="0">
                  <a:pos x="6" y="0"/>
                </a:cxn>
                <a:cxn ang="0">
                  <a:pos x="160" y="0"/>
                </a:cxn>
                <a:cxn ang="0">
                  <a:pos x="166" y="6"/>
                </a:cxn>
                <a:cxn ang="0">
                  <a:pos x="166" y="203"/>
                </a:cxn>
              </a:cxnLst>
              <a:rect l="0" t="0" r="r" b="b"/>
              <a:pathLst>
                <a:path w="166" h="210">
                  <a:moveTo>
                    <a:pt x="166" y="203"/>
                  </a:moveTo>
                  <a:cubicBezTo>
                    <a:pt x="166" y="207"/>
                    <a:pt x="164" y="210"/>
                    <a:pt x="160" y="210"/>
                  </a:cubicBezTo>
                  <a:cubicBezTo>
                    <a:pt x="6" y="210"/>
                    <a:pt x="6" y="210"/>
                    <a:pt x="6" y="210"/>
                  </a:cubicBezTo>
                  <a:cubicBezTo>
                    <a:pt x="2" y="210"/>
                    <a:pt x="0" y="207"/>
                    <a:pt x="0" y="203"/>
                  </a:cubicBezTo>
                  <a:cubicBezTo>
                    <a:pt x="0" y="6"/>
                    <a:pt x="0" y="6"/>
                    <a:pt x="0" y="6"/>
                  </a:cubicBezTo>
                  <a:cubicBezTo>
                    <a:pt x="0" y="3"/>
                    <a:pt x="2" y="0"/>
                    <a:pt x="6" y="0"/>
                  </a:cubicBezTo>
                  <a:cubicBezTo>
                    <a:pt x="160" y="0"/>
                    <a:pt x="160" y="0"/>
                    <a:pt x="160" y="0"/>
                  </a:cubicBezTo>
                  <a:cubicBezTo>
                    <a:pt x="164" y="0"/>
                    <a:pt x="166" y="3"/>
                    <a:pt x="166" y="6"/>
                  </a:cubicBezTo>
                  <a:lnTo>
                    <a:pt x="166" y="203"/>
                  </a:lnTo>
                  <a:close/>
                </a:path>
              </a:pathLst>
            </a:custGeom>
            <a:solidFill>
              <a:srgbClr val="465A7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06" name="Rectangle 78"/>
            <p:cNvSpPr>
              <a:spLocks noChangeArrowheads="1"/>
            </p:cNvSpPr>
            <p:nvPr/>
          </p:nvSpPr>
          <p:spPr bwMode="auto">
            <a:xfrm>
              <a:off x="3797301" y="3216275"/>
              <a:ext cx="350838" cy="433388"/>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07" name="Oval 79"/>
            <p:cNvSpPr>
              <a:spLocks noChangeArrowheads="1"/>
            </p:cNvSpPr>
            <p:nvPr/>
          </p:nvSpPr>
          <p:spPr bwMode="auto">
            <a:xfrm>
              <a:off x="3963988" y="3186113"/>
              <a:ext cx="15875" cy="12700"/>
            </a:xfrm>
            <a:prstGeom prst="ellipse">
              <a:avLst/>
            </a:prstGeom>
            <a:solidFill>
              <a:srgbClr val="ECF0F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08" name="Oval 80"/>
            <p:cNvSpPr>
              <a:spLocks noChangeArrowheads="1"/>
            </p:cNvSpPr>
            <p:nvPr/>
          </p:nvSpPr>
          <p:spPr bwMode="auto">
            <a:xfrm>
              <a:off x="3959226" y="3662363"/>
              <a:ext cx="25400" cy="25400"/>
            </a:xfrm>
            <a:prstGeom prst="ellipse">
              <a:avLst/>
            </a:prstGeom>
            <a:solidFill>
              <a:srgbClr val="ECF0F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09" name="Oval 81"/>
            <p:cNvSpPr>
              <a:spLocks noChangeArrowheads="1"/>
            </p:cNvSpPr>
            <p:nvPr/>
          </p:nvSpPr>
          <p:spPr bwMode="auto">
            <a:xfrm>
              <a:off x="3963988" y="3667125"/>
              <a:ext cx="15875" cy="12700"/>
            </a:xfrm>
            <a:prstGeom prst="ellipse">
              <a:avLst/>
            </a:prstGeom>
            <a:solidFill>
              <a:srgbClr val="2C3E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10" name="Freeform 82"/>
            <p:cNvSpPr>
              <a:spLocks/>
            </p:cNvSpPr>
            <p:nvPr/>
          </p:nvSpPr>
          <p:spPr bwMode="auto">
            <a:xfrm>
              <a:off x="2111376" y="3646488"/>
              <a:ext cx="336550" cy="484188"/>
            </a:xfrm>
            <a:custGeom>
              <a:avLst/>
              <a:gdLst/>
              <a:ahLst/>
              <a:cxnLst>
                <a:cxn ang="0">
                  <a:pos x="71" y="190"/>
                </a:cxn>
                <a:cxn ang="0">
                  <a:pos x="62" y="190"/>
                </a:cxn>
                <a:cxn ang="0">
                  <a:pos x="0" y="128"/>
                </a:cxn>
                <a:cxn ang="0">
                  <a:pos x="0" y="62"/>
                </a:cxn>
                <a:cxn ang="0">
                  <a:pos x="62" y="0"/>
                </a:cxn>
                <a:cxn ang="0">
                  <a:pos x="71" y="0"/>
                </a:cxn>
                <a:cxn ang="0">
                  <a:pos x="132" y="62"/>
                </a:cxn>
                <a:cxn ang="0">
                  <a:pos x="132" y="128"/>
                </a:cxn>
                <a:cxn ang="0">
                  <a:pos x="71" y="190"/>
                </a:cxn>
              </a:cxnLst>
              <a:rect l="0" t="0" r="r" b="b"/>
              <a:pathLst>
                <a:path w="132" h="190">
                  <a:moveTo>
                    <a:pt x="71" y="190"/>
                  </a:moveTo>
                  <a:cubicBezTo>
                    <a:pt x="62" y="190"/>
                    <a:pt x="62" y="190"/>
                    <a:pt x="62" y="190"/>
                  </a:cubicBezTo>
                  <a:cubicBezTo>
                    <a:pt x="28" y="190"/>
                    <a:pt x="0" y="163"/>
                    <a:pt x="0" y="128"/>
                  </a:cubicBezTo>
                  <a:cubicBezTo>
                    <a:pt x="0" y="62"/>
                    <a:pt x="0" y="62"/>
                    <a:pt x="0" y="62"/>
                  </a:cubicBezTo>
                  <a:cubicBezTo>
                    <a:pt x="0" y="28"/>
                    <a:pt x="28" y="0"/>
                    <a:pt x="62" y="0"/>
                  </a:cubicBezTo>
                  <a:cubicBezTo>
                    <a:pt x="71" y="0"/>
                    <a:pt x="71" y="0"/>
                    <a:pt x="71" y="0"/>
                  </a:cubicBezTo>
                  <a:cubicBezTo>
                    <a:pt x="105" y="0"/>
                    <a:pt x="132" y="28"/>
                    <a:pt x="132" y="62"/>
                  </a:cubicBezTo>
                  <a:cubicBezTo>
                    <a:pt x="132" y="128"/>
                    <a:pt x="132" y="128"/>
                    <a:pt x="132" y="128"/>
                  </a:cubicBezTo>
                  <a:cubicBezTo>
                    <a:pt x="132" y="163"/>
                    <a:pt x="105" y="190"/>
                    <a:pt x="71" y="190"/>
                  </a:cubicBezTo>
                  <a:close/>
                </a:path>
              </a:pathLst>
            </a:custGeom>
            <a:solidFill>
              <a:srgbClr val="E1E6E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12" name="Rectangle 84"/>
            <p:cNvSpPr>
              <a:spLocks noChangeArrowheads="1"/>
            </p:cNvSpPr>
            <p:nvPr/>
          </p:nvSpPr>
          <p:spPr bwMode="auto">
            <a:xfrm>
              <a:off x="2101851" y="3646488"/>
              <a:ext cx="182563" cy="139700"/>
            </a:xfrm>
            <a:prstGeom prst="rect">
              <a:avLst/>
            </a:prstGeom>
            <a:solidFill>
              <a:srgbClr val="F15F5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13" name="Freeform 85"/>
            <p:cNvSpPr>
              <a:spLocks/>
            </p:cNvSpPr>
            <p:nvPr/>
          </p:nvSpPr>
          <p:spPr bwMode="auto">
            <a:xfrm>
              <a:off x="2246313" y="3852863"/>
              <a:ext cx="74613" cy="257175"/>
            </a:xfrm>
            <a:custGeom>
              <a:avLst/>
              <a:gdLst/>
              <a:ahLst/>
              <a:cxnLst>
                <a:cxn ang="0">
                  <a:pos x="29" y="93"/>
                </a:cxn>
                <a:cxn ang="0">
                  <a:pos x="15" y="101"/>
                </a:cxn>
                <a:cxn ang="0">
                  <a:pos x="0" y="93"/>
                </a:cxn>
                <a:cxn ang="0">
                  <a:pos x="4" y="11"/>
                </a:cxn>
                <a:cxn ang="0">
                  <a:pos x="15" y="0"/>
                </a:cxn>
                <a:cxn ang="0">
                  <a:pos x="26" y="11"/>
                </a:cxn>
                <a:cxn ang="0">
                  <a:pos x="29" y="93"/>
                </a:cxn>
              </a:cxnLst>
              <a:rect l="0" t="0" r="r" b="b"/>
              <a:pathLst>
                <a:path w="29" h="101">
                  <a:moveTo>
                    <a:pt x="29" y="93"/>
                  </a:moveTo>
                  <a:cubicBezTo>
                    <a:pt x="29" y="99"/>
                    <a:pt x="21" y="101"/>
                    <a:pt x="15" y="101"/>
                  </a:cubicBezTo>
                  <a:cubicBezTo>
                    <a:pt x="9" y="101"/>
                    <a:pt x="0" y="99"/>
                    <a:pt x="0" y="93"/>
                  </a:cubicBezTo>
                  <a:cubicBezTo>
                    <a:pt x="4" y="11"/>
                    <a:pt x="4" y="11"/>
                    <a:pt x="4" y="11"/>
                  </a:cubicBezTo>
                  <a:cubicBezTo>
                    <a:pt x="4" y="5"/>
                    <a:pt x="9" y="0"/>
                    <a:pt x="15" y="0"/>
                  </a:cubicBezTo>
                  <a:cubicBezTo>
                    <a:pt x="21" y="0"/>
                    <a:pt x="26" y="5"/>
                    <a:pt x="26" y="11"/>
                  </a:cubicBezTo>
                  <a:lnTo>
                    <a:pt x="29" y="93"/>
                  </a:lnTo>
                  <a:close/>
                </a:path>
              </a:pathLst>
            </a:custGeom>
            <a:solidFill>
              <a:srgbClr val="FFBF5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14" name="Freeform 86"/>
            <p:cNvSpPr>
              <a:spLocks/>
            </p:cNvSpPr>
            <p:nvPr/>
          </p:nvSpPr>
          <p:spPr bwMode="auto">
            <a:xfrm>
              <a:off x="2136776" y="4130675"/>
              <a:ext cx="171450" cy="169863"/>
            </a:xfrm>
            <a:custGeom>
              <a:avLst/>
              <a:gdLst/>
              <a:ahLst/>
              <a:cxnLst>
                <a:cxn ang="0">
                  <a:pos x="65" y="46"/>
                </a:cxn>
                <a:cxn ang="0">
                  <a:pos x="57" y="59"/>
                </a:cxn>
                <a:cxn ang="0">
                  <a:pos x="43" y="64"/>
                </a:cxn>
                <a:cxn ang="0">
                  <a:pos x="16" y="26"/>
                </a:cxn>
                <a:cxn ang="0">
                  <a:pos x="5" y="8"/>
                </a:cxn>
                <a:cxn ang="0">
                  <a:pos x="8" y="5"/>
                </a:cxn>
                <a:cxn ang="0">
                  <a:pos x="29" y="8"/>
                </a:cxn>
                <a:cxn ang="0">
                  <a:pos x="65" y="46"/>
                </a:cxn>
              </a:cxnLst>
              <a:rect l="0" t="0" r="r" b="b"/>
              <a:pathLst>
                <a:path w="67" h="67">
                  <a:moveTo>
                    <a:pt x="65" y="46"/>
                  </a:moveTo>
                  <a:cubicBezTo>
                    <a:pt x="67" y="49"/>
                    <a:pt x="61" y="55"/>
                    <a:pt x="57" y="59"/>
                  </a:cubicBezTo>
                  <a:cubicBezTo>
                    <a:pt x="52" y="62"/>
                    <a:pt x="45" y="67"/>
                    <a:pt x="43" y="64"/>
                  </a:cubicBezTo>
                  <a:cubicBezTo>
                    <a:pt x="16" y="26"/>
                    <a:pt x="16" y="26"/>
                    <a:pt x="16" y="26"/>
                  </a:cubicBezTo>
                  <a:cubicBezTo>
                    <a:pt x="14" y="23"/>
                    <a:pt x="0" y="11"/>
                    <a:pt x="5" y="8"/>
                  </a:cubicBezTo>
                  <a:cubicBezTo>
                    <a:pt x="5" y="8"/>
                    <a:pt x="5" y="7"/>
                    <a:pt x="8" y="5"/>
                  </a:cubicBezTo>
                  <a:cubicBezTo>
                    <a:pt x="15" y="0"/>
                    <a:pt x="27" y="5"/>
                    <a:pt x="29" y="8"/>
                  </a:cubicBezTo>
                  <a:lnTo>
                    <a:pt x="65" y="46"/>
                  </a:lnTo>
                  <a:close/>
                </a:path>
              </a:pathLst>
            </a:custGeom>
            <a:solidFill>
              <a:srgbClr val="FFBF5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15" name="Freeform 87"/>
            <p:cNvSpPr>
              <a:spLocks/>
            </p:cNvSpPr>
            <p:nvPr/>
          </p:nvSpPr>
          <p:spPr bwMode="auto">
            <a:xfrm>
              <a:off x="2327276" y="3979863"/>
              <a:ext cx="71438" cy="130175"/>
            </a:xfrm>
            <a:custGeom>
              <a:avLst/>
              <a:gdLst/>
              <a:ahLst/>
              <a:cxnLst>
                <a:cxn ang="0">
                  <a:pos x="28" y="47"/>
                </a:cxn>
                <a:cxn ang="0">
                  <a:pos x="14" y="51"/>
                </a:cxn>
                <a:cxn ang="0">
                  <a:pos x="0" y="47"/>
                </a:cxn>
                <a:cxn ang="0">
                  <a:pos x="5" y="6"/>
                </a:cxn>
                <a:cxn ang="0">
                  <a:pos x="14" y="0"/>
                </a:cxn>
                <a:cxn ang="0">
                  <a:pos x="23" y="6"/>
                </a:cxn>
                <a:cxn ang="0">
                  <a:pos x="28" y="47"/>
                </a:cxn>
              </a:cxnLst>
              <a:rect l="0" t="0" r="r" b="b"/>
              <a:pathLst>
                <a:path w="28" h="51">
                  <a:moveTo>
                    <a:pt x="28" y="47"/>
                  </a:moveTo>
                  <a:cubicBezTo>
                    <a:pt x="28" y="50"/>
                    <a:pt x="20" y="51"/>
                    <a:pt x="14" y="51"/>
                  </a:cubicBezTo>
                  <a:cubicBezTo>
                    <a:pt x="8" y="51"/>
                    <a:pt x="0" y="50"/>
                    <a:pt x="0" y="47"/>
                  </a:cubicBezTo>
                  <a:cubicBezTo>
                    <a:pt x="5" y="6"/>
                    <a:pt x="5" y="6"/>
                    <a:pt x="5" y="6"/>
                  </a:cubicBezTo>
                  <a:cubicBezTo>
                    <a:pt x="5" y="3"/>
                    <a:pt x="8" y="0"/>
                    <a:pt x="14" y="0"/>
                  </a:cubicBezTo>
                  <a:cubicBezTo>
                    <a:pt x="20" y="0"/>
                    <a:pt x="23" y="3"/>
                    <a:pt x="23" y="6"/>
                  </a:cubicBezTo>
                  <a:lnTo>
                    <a:pt x="28" y="47"/>
                  </a:lnTo>
                  <a:close/>
                </a:path>
              </a:pathLst>
            </a:custGeom>
            <a:solidFill>
              <a:srgbClr val="FFBF5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16" name="Freeform 88"/>
            <p:cNvSpPr>
              <a:spLocks/>
            </p:cNvSpPr>
            <p:nvPr/>
          </p:nvSpPr>
          <p:spPr bwMode="auto">
            <a:xfrm>
              <a:off x="2406651" y="4014788"/>
              <a:ext cx="71438" cy="95250"/>
            </a:xfrm>
            <a:custGeom>
              <a:avLst/>
              <a:gdLst/>
              <a:ahLst/>
              <a:cxnLst>
                <a:cxn ang="0">
                  <a:pos x="28" y="34"/>
                </a:cxn>
                <a:cxn ang="0">
                  <a:pos x="14" y="37"/>
                </a:cxn>
                <a:cxn ang="0">
                  <a:pos x="0" y="34"/>
                </a:cxn>
                <a:cxn ang="0">
                  <a:pos x="5" y="4"/>
                </a:cxn>
                <a:cxn ang="0">
                  <a:pos x="14" y="0"/>
                </a:cxn>
                <a:cxn ang="0">
                  <a:pos x="23" y="4"/>
                </a:cxn>
                <a:cxn ang="0">
                  <a:pos x="28" y="34"/>
                </a:cxn>
              </a:cxnLst>
              <a:rect l="0" t="0" r="r" b="b"/>
              <a:pathLst>
                <a:path w="28" h="37">
                  <a:moveTo>
                    <a:pt x="28" y="34"/>
                  </a:moveTo>
                  <a:cubicBezTo>
                    <a:pt x="28" y="36"/>
                    <a:pt x="20" y="37"/>
                    <a:pt x="14" y="37"/>
                  </a:cubicBezTo>
                  <a:cubicBezTo>
                    <a:pt x="8" y="37"/>
                    <a:pt x="0" y="36"/>
                    <a:pt x="0" y="34"/>
                  </a:cubicBezTo>
                  <a:cubicBezTo>
                    <a:pt x="5" y="4"/>
                    <a:pt x="5" y="4"/>
                    <a:pt x="5" y="4"/>
                  </a:cubicBezTo>
                  <a:cubicBezTo>
                    <a:pt x="5" y="2"/>
                    <a:pt x="8" y="0"/>
                    <a:pt x="14" y="0"/>
                  </a:cubicBezTo>
                  <a:cubicBezTo>
                    <a:pt x="20" y="0"/>
                    <a:pt x="23" y="2"/>
                    <a:pt x="23" y="4"/>
                  </a:cubicBezTo>
                  <a:lnTo>
                    <a:pt x="28" y="34"/>
                  </a:lnTo>
                  <a:close/>
                </a:path>
              </a:pathLst>
            </a:custGeom>
            <a:solidFill>
              <a:srgbClr val="FFB7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17" name="Freeform 89"/>
            <p:cNvSpPr>
              <a:spLocks/>
            </p:cNvSpPr>
            <p:nvPr/>
          </p:nvSpPr>
          <p:spPr bwMode="auto">
            <a:xfrm>
              <a:off x="2481263" y="4051300"/>
              <a:ext cx="63500" cy="58738"/>
            </a:xfrm>
            <a:custGeom>
              <a:avLst/>
              <a:gdLst/>
              <a:ahLst/>
              <a:cxnLst>
                <a:cxn ang="0">
                  <a:pos x="25" y="21"/>
                </a:cxn>
                <a:cxn ang="0">
                  <a:pos x="13" y="23"/>
                </a:cxn>
                <a:cxn ang="0">
                  <a:pos x="0" y="21"/>
                </a:cxn>
                <a:cxn ang="0">
                  <a:pos x="5" y="3"/>
                </a:cxn>
                <a:cxn ang="0">
                  <a:pos x="13" y="0"/>
                </a:cxn>
                <a:cxn ang="0">
                  <a:pos x="20" y="3"/>
                </a:cxn>
                <a:cxn ang="0">
                  <a:pos x="25" y="21"/>
                </a:cxn>
              </a:cxnLst>
              <a:rect l="0" t="0" r="r" b="b"/>
              <a:pathLst>
                <a:path w="25" h="23">
                  <a:moveTo>
                    <a:pt x="25" y="21"/>
                  </a:moveTo>
                  <a:cubicBezTo>
                    <a:pt x="25" y="22"/>
                    <a:pt x="19" y="23"/>
                    <a:pt x="13" y="23"/>
                  </a:cubicBezTo>
                  <a:cubicBezTo>
                    <a:pt x="7" y="23"/>
                    <a:pt x="0" y="22"/>
                    <a:pt x="0" y="21"/>
                  </a:cubicBezTo>
                  <a:cubicBezTo>
                    <a:pt x="5" y="3"/>
                    <a:pt x="5" y="3"/>
                    <a:pt x="5" y="3"/>
                  </a:cubicBezTo>
                  <a:cubicBezTo>
                    <a:pt x="6" y="1"/>
                    <a:pt x="7" y="0"/>
                    <a:pt x="13" y="0"/>
                  </a:cubicBezTo>
                  <a:cubicBezTo>
                    <a:pt x="19" y="0"/>
                    <a:pt x="19" y="1"/>
                    <a:pt x="20" y="3"/>
                  </a:cubicBezTo>
                  <a:lnTo>
                    <a:pt x="25" y="21"/>
                  </a:lnTo>
                  <a:close/>
                </a:path>
              </a:pathLst>
            </a:custGeom>
            <a:solidFill>
              <a:srgbClr val="FFB7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18" name="Freeform 90"/>
            <p:cNvSpPr>
              <a:spLocks/>
            </p:cNvSpPr>
            <p:nvPr/>
          </p:nvSpPr>
          <p:spPr bwMode="auto">
            <a:xfrm>
              <a:off x="2246313" y="4035425"/>
              <a:ext cx="298450" cy="307975"/>
            </a:xfrm>
            <a:custGeom>
              <a:avLst/>
              <a:gdLst/>
              <a:ahLst/>
              <a:cxnLst>
                <a:cxn ang="0">
                  <a:pos x="117" y="99"/>
                </a:cxn>
                <a:cxn ang="0">
                  <a:pos x="94" y="121"/>
                </a:cxn>
                <a:cxn ang="0">
                  <a:pos x="24" y="121"/>
                </a:cxn>
                <a:cxn ang="0">
                  <a:pos x="0" y="99"/>
                </a:cxn>
                <a:cxn ang="0">
                  <a:pos x="0" y="12"/>
                </a:cxn>
                <a:cxn ang="0">
                  <a:pos x="24" y="19"/>
                </a:cxn>
                <a:cxn ang="0">
                  <a:pos x="66" y="19"/>
                </a:cxn>
                <a:cxn ang="0">
                  <a:pos x="92" y="21"/>
                </a:cxn>
                <a:cxn ang="0">
                  <a:pos x="117" y="26"/>
                </a:cxn>
                <a:cxn ang="0">
                  <a:pos x="117" y="99"/>
                </a:cxn>
              </a:cxnLst>
              <a:rect l="0" t="0" r="r" b="b"/>
              <a:pathLst>
                <a:path w="117" h="121">
                  <a:moveTo>
                    <a:pt x="117" y="99"/>
                  </a:moveTo>
                  <a:cubicBezTo>
                    <a:pt x="117" y="111"/>
                    <a:pt x="107" y="121"/>
                    <a:pt x="94" y="121"/>
                  </a:cubicBezTo>
                  <a:cubicBezTo>
                    <a:pt x="24" y="121"/>
                    <a:pt x="24" y="121"/>
                    <a:pt x="24" y="121"/>
                  </a:cubicBezTo>
                  <a:cubicBezTo>
                    <a:pt x="11" y="121"/>
                    <a:pt x="0" y="111"/>
                    <a:pt x="0" y="99"/>
                  </a:cubicBezTo>
                  <a:cubicBezTo>
                    <a:pt x="0" y="12"/>
                    <a:pt x="0" y="12"/>
                    <a:pt x="0" y="12"/>
                  </a:cubicBezTo>
                  <a:cubicBezTo>
                    <a:pt x="0" y="0"/>
                    <a:pt x="11" y="19"/>
                    <a:pt x="24" y="19"/>
                  </a:cubicBezTo>
                  <a:cubicBezTo>
                    <a:pt x="66" y="19"/>
                    <a:pt x="66" y="19"/>
                    <a:pt x="66" y="19"/>
                  </a:cubicBezTo>
                  <a:cubicBezTo>
                    <a:pt x="72" y="19"/>
                    <a:pt x="82" y="22"/>
                    <a:pt x="92" y="21"/>
                  </a:cubicBezTo>
                  <a:cubicBezTo>
                    <a:pt x="104" y="21"/>
                    <a:pt x="115" y="19"/>
                    <a:pt x="117" y="26"/>
                  </a:cubicBezTo>
                  <a:lnTo>
                    <a:pt x="117" y="99"/>
                  </a:lnTo>
                  <a:close/>
                </a:path>
              </a:pathLst>
            </a:custGeom>
            <a:solidFill>
              <a:srgbClr val="FFBF5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19" name="Freeform 91"/>
            <p:cNvSpPr>
              <a:spLocks/>
            </p:cNvSpPr>
            <p:nvPr/>
          </p:nvSpPr>
          <p:spPr bwMode="auto">
            <a:xfrm>
              <a:off x="2398713" y="4014788"/>
              <a:ext cx="146050" cy="328613"/>
            </a:xfrm>
            <a:custGeom>
              <a:avLst/>
              <a:gdLst/>
              <a:ahLst/>
              <a:cxnLst>
                <a:cxn ang="0">
                  <a:pos x="57" y="35"/>
                </a:cxn>
                <a:cxn ang="0">
                  <a:pos x="57" y="35"/>
                </a:cxn>
                <a:cxn ang="0">
                  <a:pos x="57" y="34"/>
                </a:cxn>
                <a:cxn ang="0">
                  <a:pos x="56" y="32"/>
                </a:cxn>
                <a:cxn ang="0">
                  <a:pos x="52" y="17"/>
                </a:cxn>
                <a:cxn ang="0">
                  <a:pos x="45" y="14"/>
                </a:cxn>
                <a:cxn ang="0">
                  <a:pos x="37" y="17"/>
                </a:cxn>
                <a:cxn ang="0">
                  <a:pos x="34" y="29"/>
                </a:cxn>
                <a:cxn ang="0">
                  <a:pos x="32" y="29"/>
                </a:cxn>
                <a:cxn ang="0">
                  <a:pos x="31" y="29"/>
                </a:cxn>
                <a:cxn ang="0">
                  <a:pos x="26" y="4"/>
                </a:cxn>
                <a:cxn ang="0">
                  <a:pos x="17" y="0"/>
                </a:cxn>
                <a:cxn ang="0">
                  <a:pos x="8" y="4"/>
                </a:cxn>
                <a:cxn ang="0">
                  <a:pos x="4" y="27"/>
                </a:cxn>
                <a:cxn ang="0">
                  <a:pos x="0" y="27"/>
                </a:cxn>
                <a:cxn ang="0">
                  <a:pos x="0" y="129"/>
                </a:cxn>
                <a:cxn ang="0">
                  <a:pos x="34" y="129"/>
                </a:cxn>
                <a:cxn ang="0">
                  <a:pos x="57" y="107"/>
                </a:cxn>
                <a:cxn ang="0">
                  <a:pos x="57" y="35"/>
                </a:cxn>
              </a:cxnLst>
              <a:rect l="0" t="0" r="r" b="b"/>
              <a:pathLst>
                <a:path w="57" h="129">
                  <a:moveTo>
                    <a:pt x="57" y="35"/>
                  </a:moveTo>
                  <a:cubicBezTo>
                    <a:pt x="57" y="35"/>
                    <a:pt x="57" y="35"/>
                    <a:pt x="57" y="35"/>
                  </a:cubicBezTo>
                  <a:cubicBezTo>
                    <a:pt x="57" y="34"/>
                    <a:pt x="57" y="34"/>
                    <a:pt x="57" y="34"/>
                  </a:cubicBezTo>
                  <a:cubicBezTo>
                    <a:pt x="57" y="33"/>
                    <a:pt x="56" y="33"/>
                    <a:pt x="56" y="32"/>
                  </a:cubicBezTo>
                  <a:cubicBezTo>
                    <a:pt x="52" y="17"/>
                    <a:pt x="52" y="17"/>
                    <a:pt x="52" y="17"/>
                  </a:cubicBezTo>
                  <a:cubicBezTo>
                    <a:pt x="51" y="15"/>
                    <a:pt x="51" y="14"/>
                    <a:pt x="45" y="14"/>
                  </a:cubicBezTo>
                  <a:cubicBezTo>
                    <a:pt x="39" y="14"/>
                    <a:pt x="38" y="15"/>
                    <a:pt x="37" y="17"/>
                  </a:cubicBezTo>
                  <a:cubicBezTo>
                    <a:pt x="34" y="29"/>
                    <a:pt x="34" y="29"/>
                    <a:pt x="34" y="29"/>
                  </a:cubicBezTo>
                  <a:cubicBezTo>
                    <a:pt x="33" y="29"/>
                    <a:pt x="33" y="29"/>
                    <a:pt x="32" y="29"/>
                  </a:cubicBezTo>
                  <a:cubicBezTo>
                    <a:pt x="32" y="29"/>
                    <a:pt x="31" y="29"/>
                    <a:pt x="31" y="29"/>
                  </a:cubicBezTo>
                  <a:cubicBezTo>
                    <a:pt x="26" y="4"/>
                    <a:pt x="26" y="4"/>
                    <a:pt x="26" y="4"/>
                  </a:cubicBezTo>
                  <a:cubicBezTo>
                    <a:pt x="26" y="2"/>
                    <a:pt x="23" y="0"/>
                    <a:pt x="17" y="0"/>
                  </a:cubicBezTo>
                  <a:cubicBezTo>
                    <a:pt x="11" y="0"/>
                    <a:pt x="8" y="2"/>
                    <a:pt x="8" y="4"/>
                  </a:cubicBezTo>
                  <a:cubicBezTo>
                    <a:pt x="4" y="27"/>
                    <a:pt x="4" y="27"/>
                    <a:pt x="4" y="27"/>
                  </a:cubicBezTo>
                  <a:cubicBezTo>
                    <a:pt x="0" y="27"/>
                    <a:pt x="0" y="27"/>
                    <a:pt x="0" y="27"/>
                  </a:cubicBezTo>
                  <a:cubicBezTo>
                    <a:pt x="0" y="129"/>
                    <a:pt x="0" y="129"/>
                    <a:pt x="0" y="129"/>
                  </a:cubicBezTo>
                  <a:cubicBezTo>
                    <a:pt x="34" y="129"/>
                    <a:pt x="34" y="129"/>
                    <a:pt x="34" y="129"/>
                  </a:cubicBezTo>
                  <a:cubicBezTo>
                    <a:pt x="47" y="129"/>
                    <a:pt x="57" y="119"/>
                    <a:pt x="57" y="107"/>
                  </a:cubicBezTo>
                  <a:lnTo>
                    <a:pt x="57" y="35"/>
                  </a:lnTo>
                  <a:close/>
                </a:path>
              </a:pathLst>
            </a:custGeom>
            <a:solidFill>
              <a:srgbClr val="F2AD5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20" name="Freeform 92"/>
            <p:cNvSpPr>
              <a:spLocks/>
            </p:cNvSpPr>
            <p:nvPr/>
          </p:nvSpPr>
          <p:spPr bwMode="auto">
            <a:xfrm>
              <a:off x="2257426" y="4318000"/>
              <a:ext cx="279400" cy="25400"/>
            </a:xfrm>
            <a:custGeom>
              <a:avLst/>
              <a:gdLst/>
              <a:ahLst/>
              <a:cxnLst>
                <a:cxn ang="0">
                  <a:pos x="110" y="5"/>
                </a:cxn>
                <a:cxn ang="0">
                  <a:pos x="103" y="10"/>
                </a:cxn>
                <a:cxn ang="0">
                  <a:pos x="6" y="10"/>
                </a:cxn>
                <a:cxn ang="0">
                  <a:pos x="1" y="5"/>
                </a:cxn>
                <a:cxn ang="0">
                  <a:pos x="6" y="0"/>
                </a:cxn>
                <a:cxn ang="0">
                  <a:pos x="103" y="0"/>
                </a:cxn>
                <a:cxn ang="0">
                  <a:pos x="110" y="5"/>
                </a:cxn>
              </a:cxnLst>
              <a:rect l="0" t="0" r="r" b="b"/>
              <a:pathLst>
                <a:path w="110" h="10">
                  <a:moveTo>
                    <a:pt x="110" y="5"/>
                  </a:moveTo>
                  <a:cubicBezTo>
                    <a:pt x="110" y="8"/>
                    <a:pt x="109" y="10"/>
                    <a:pt x="103" y="10"/>
                  </a:cubicBezTo>
                  <a:cubicBezTo>
                    <a:pt x="6" y="10"/>
                    <a:pt x="6" y="10"/>
                    <a:pt x="6" y="10"/>
                  </a:cubicBezTo>
                  <a:cubicBezTo>
                    <a:pt x="0" y="10"/>
                    <a:pt x="1" y="8"/>
                    <a:pt x="1" y="5"/>
                  </a:cubicBezTo>
                  <a:cubicBezTo>
                    <a:pt x="1" y="3"/>
                    <a:pt x="0" y="0"/>
                    <a:pt x="6" y="0"/>
                  </a:cubicBezTo>
                  <a:cubicBezTo>
                    <a:pt x="103" y="0"/>
                    <a:pt x="103" y="0"/>
                    <a:pt x="103" y="0"/>
                  </a:cubicBezTo>
                  <a:cubicBezTo>
                    <a:pt x="109" y="0"/>
                    <a:pt x="110" y="3"/>
                    <a:pt x="110" y="5"/>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21" name="Freeform 93"/>
            <p:cNvSpPr>
              <a:spLocks/>
            </p:cNvSpPr>
            <p:nvPr/>
          </p:nvSpPr>
          <p:spPr bwMode="auto">
            <a:xfrm>
              <a:off x="2257426" y="4330700"/>
              <a:ext cx="279400" cy="76200"/>
            </a:xfrm>
            <a:custGeom>
              <a:avLst/>
              <a:gdLst/>
              <a:ahLst/>
              <a:cxnLst>
                <a:cxn ang="0">
                  <a:pos x="110" y="7"/>
                </a:cxn>
                <a:cxn ang="0">
                  <a:pos x="103" y="30"/>
                </a:cxn>
                <a:cxn ang="0">
                  <a:pos x="6" y="30"/>
                </a:cxn>
                <a:cxn ang="0">
                  <a:pos x="1" y="7"/>
                </a:cxn>
                <a:cxn ang="0">
                  <a:pos x="6" y="5"/>
                </a:cxn>
                <a:cxn ang="0">
                  <a:pos x="103" y="5"/>
                </a:cxn>
                <a:cxn ang="0">
                  <a:pos x="110" y="7"/>
                </a:cxn>
              </a:cxnLst>
              <a:rect l="0" t="0" r="r" b="b"/>
              <a:pathLst>
                <a:path w="110" h="30">
                  <a:moveTo>
                    <a:pt x="110" y="7"/>
                  </a:moveTo>
                  <a:cubicBezTo>
                    <a:pt x="110" y="14"/>
                    <a:pt x="109" y="30"/>
                    <a:pt x="103" y="30"/>
                  </a:cubicBezTo>
                  <a:cubicBezTo>
                    <a:pt x="6" y="30"/>
                    <a:pt x="6" y="30"/>
                    <a:pt x="6" y="30"/>
                  </a:cubicBezTo>
                  <a:cubicBezTo>
                    <a:pt x="0" y="30"/>
                    <a:pt x="1" y="14"/>
                    <a:pt x="1" y="7"/>
                  </a:cubicBezTo>
                  <a:cubicBezTo>
                    <a:pt x="1" y="0"/>
                    <a:pt x="0" y="5"/>
                    <a:pt x="6" y="5"/>
                  </a:cubicBezTo>
                  <a:cubicBezTo>
                    <a:pt x="103" y="5"/>
                    <a:pt x="103" y="5"/>
                    <a:pt x="103" y="5"/>
                  </a:cubicBezTo>
                  <a:cubicBezTo>
                    <a:pt x="109" y="5"/>
                    <a:pt x="110" y="0"/>
                    <a:pt x="110" y="7"/>
                  </a:cubicBezTo>
                  <a:close/>
                </a:path>
              </a:pathLst>
            </a:custGeom>
            <a:solidFill>
              <a:srgbClr val="27A3D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22" name="Freeform 94"/>
            <p:cNvSpPr>
              <a:spLocks/>
            </p:cNvSpPr>
            <p:nvPr/>
          </p:nvSpPr>
          <p:spPr bwMode="auto">
            <a:xfrm>
              <a:off x="2660651" y="4835525"/>
              <a:ext cx="142875" cy="211138"/>
            </a:xfrm>
            <a:custGeom>
              <a:avLst/>
              <a:gdLst/>
              <a:ahLst/>
              <a:cxnLst>
                <a:cxn ang="0">
                  <a:pos x="90" y="121"/>
                </a:cxn>
                <a:cxn ang="0">
                  <a:pos x="68" y="133"/>
                </a:cxn>
                <a:cxn ang="0">
                  <a:pos x="0" y="12"/>
                </a:cxn>
                <a:cxn ang="0">
                  <a:pos x="23" y="0"/>
                </a:cxn>
                <a:cxn ang="0">
                  <a:pos x="90" y="121"/>
                </a:cxn>
              </a:cxnLst>
              <a:rect l="0" t="0" r="r" b="b"/>
              <a:pathLst>
                <a:path w="90" h="133">
                  <a:moveTo>
                    <a:pt x="90" y="121"/>
                  </a:moveTo>
                  <a:lnTo>
                    <a:pt x="68" y="133"/>
                  </a:lnTo>
                  <a:lnTo>
                    <a:pt x="0" y="12"/>
                  </a:lnTo>
                  <a:lnTo>
                    <a:pt x="23" y="0"/>
                  </a:lnTo>
                  <a:lnTo>
                    <a:pt x="90" y="121"/>
                  </a:lnTo>
                  <a:close/>
                </a:path>
              </a:pathLst>
            </a:custGeom>
            <a:solidFill>
              <a:srgbClr val="5A6C7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23" name="Freeform 95"/>
            <p:cNvSpPr>
              <a:spLocks/>
            </p:cNvSpPr>
            <p:nvPr/>
          </p:nvSpPr>
          <p:spPr bwMode="auto">
            <a:xfrm>
              <a:off x="2660651" y="4835525"/>
              <a:ext cx="142875" cy="211138"/>
            </a:xfrm>
            <a:custGeom>
              <a:avLst/>
              <a:gdLst/>
              <a:ahLst/>
              <a:cxnLst>
                <a:cxn ang="0">
                  <a:pos x="90" y="121"/>
                </a:cxn>
                <a:cxn ang="0">
                  <a:pos x="68" y="133"/>
                </a:cxn>
                <a:cxn ang="0">
                  <a:pos x="0" y="12"/>
                </a:cxn>
                <a:cxn ang="0">
                  <a:pos x="23" y="0"/>
                </a:cxn>
                <a:cxn ang="0">
                  <a:pos x="90" y="121"/>
                </a:cxn>
              </a:cxnLst>
              <a:rect l="0" t="0" r="r" b="b"/>
              <a:pathLst>
                <a:path w="90" h="133">
                  <a:moveTo>
                    <a:pt x="90" y="121"/>
                  </a:moveTo>
                  <a:lnTo>
                    <a:pt x="68" y="133"/>
                  </a:lnTo>
                  <a:lnTo>
                    <a:pt x="0" y="12"/>
                  </a:lnTo>
                  <a:lnTo>
                    <a:pt x="23" y="0"/>
                  </a:lnTo>
                  <a:lnTo>
                    <a:pt x="90" y="121"/>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24" name="Freeform 96"/>
            <p:cNvSpPr>
              <a:spLocks/>
            </p:cNvSpPr>
            <p:nvPr/>
          </p:nvSpPr>
          <p:spPr bwMode="auto">
            <a:xfrm>
              <a:off x="2660651" y="4845050"/>
              <a:ext cx="125413" cy="201613"/>
            </a:xfrm>
            <a:custGeom>
              <a:avLst/>
              <a:gdLst/>
              <a:ahLst/>
              <a:cxnLst>
                <a:cxn ang="0">
                  <a:pos x="79" y="120"/>
                </a:cxn>
                <a:cxn ang="0">
                  <a:pos x="68" y="127"/>
                </a:cxn>
                <a:cxn ang="0">
                  <a:pos x="0" y="6"/>
                </a:cxn>
                <a:cxn ang="0">
                  <a:pos x="12" y="0"/>
                </a:cxn>
                <a:cxn ang="0">
                  <a:pos x="79" y="120"/>
                </a:cxn>
              </a:cxnLst>
              <a:rect l="0" t="0" r="r" b="b"/>
              <a:pathLst>
                <a:path w="79" h="127">
                  <a:moveTo>
                    <a:pt x="79" y="120"/>
                  </a:moveTo>
                  <a:lnTo>
                    <a:pt x="68" y="127"/>
                  </a:lnTo>
                  <a:lnTo>
                    <a:pt x="0" y="6"/>
                  </a:lnTo>
                  <a:lnTo>
                    <a:pt x="12" y="0"/>
                  </a:lnTo>
                  <a:lnTo>
                    <a:pt x="79" y="120"/>
                  </a:lnTo>
                  <a:close/>
                </a:path>
              </a:pathLst>
            </a:custGeom>
            <a:solidFill>
              <a:srgbClr val="5A6C7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25" name="Freeform 97"/>
            <p:cNvSpPr>
              <a:spLocks/>
            </p:cNvSpPr>
            <p:nvPr/>
          </p:nvSpPr>
          <p:spPr bwMode="auto">
            <a:xfrm>
              <a:off x="2660651" y="4845050"/>
              <a:ext cx="125413" cy="201613"/>
            </a:xfrm>
            <a:custGeom>
              <a:avLst/>
              <a:gdLst/>
              <a:ahLst/>
              <a:cxnLst>
                <a:cxn ang="0">
                  <a:pos x="79" y="120"/>
                </a:cxn>
                <a:cxn ang="0">
                  <a:pos x="68" y="127"/>
                </a:cxn>
                <a:cxn ang="0">
                  <a:pos x="0" y="6"/>
                </a:cxn>
                <a:cxn ang="0">
                  <a:pos x="12" y="0"/>
                </a:cxn>
                <a:cxn ang="0">
                  <a:pos x="79" y="120"/>
                </a:cxn>
              </a:cxnLst>
              <a:rect l="0" t="0" r="r" b="b"/>
              <a:pathLst>
                <a:path w="79" h="127">
                  <a:moveTo>
                    <a:pt x="79" y="120"/>
                  </a:moveTo>
                  <a:lnTo>
                    <a:pt x="68" y="127"/>
                  </a:lnTo>
                  <a:lnTo>
                    <a:pt x="0" y="6"/>
                  </a:lnTo>
                  <a:lnTo>
                    <a:pt x="12" y="0"/>
                  </a:lnTo>
                  <a:lnTo>
                    <a:pt x="79" y="12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26" name="Freeform 98"/>
            <p:cNvSpPr>
              <a:spLocks/>
            </p:cNvSpPr>
            <p:nvPr/>
          </p:nvSpPr>
          <p:spPr bwMode="auto">
            <a:xfrm>
              <a:off x="2447926" y="4587875"/>
              <a:ext cx="330200" cy="295275"/>
            </a:xfrm>
            <a:custGeom>
              <a:avLst/>
              <a:gdLst/>
              <a:ahLst/>
              <a:cxnLst>
                <a:cxn ang="0">
                  <a:pos x="66" y="0"/>
                </a:cxn>
                <a:cxn ang="0">
                  <a:pos x="38" y="7"/>
                </a:cxn>
                <a:cxn ang="0">
                  <a:pos x="15" y="86"/>
                </a:cxn>
                <a:cxn ang="0">
                  <a:pos x="66" y="116"/>
                </a:cxn>
                <a:cxn ang="0">
                  <a:pos x="88" y="111"/>
                </a:cxn>
                <a:cxn ang="0">
                  <a:pos x="84" y="105"/>
                </a:cxn>
                <a:cxn ang="0">
                  <a:pos x="98" y="97"/>
                </a:cxn>
                <a:cxn ang="0">
                  <a:pos x="102" y="103"/>
                </a:cxn>
                <a:cxn ang="0">
                  <a:pos x="116" y="30"/>
                </a:cxn>
                <a:cxn ang="0">
                  <a:pos x="66" y="0"/>
                </a:cxn>
              </a:cxnLst>
              <a:rect l="0" t="0" r="r" b="b"/>
              <a:pathLst>
                <a:path w="130" h="116">
                  <a:moveTo>
                    <a:pt x="66" y="0"/>
                  </a:moveTo>
                  <a:cubicBezTo>
                    <a:pt x="56" y="0"/>
                    <a:pt x="46" y="2"/>
                    <a:pt x="38" y="7"/>
                  </a:cubicBezTo>
                  <a:cubicBezTo>
                    <a:pt x="10" y="23"/>
                    <a:pt x="0" y="58"/>
                    <a:pt x="15" y="86"/>
                  </a:cubicBezTo>
                  <a:cubicBezTo>
                    <a:pt x="26" y="105"/>
                    <a:pt x="45" y="116"/>
                    <a:pt x="66" y="116"/>
                  </a:cubicBezTo>
                  <a:cubicBezTo>
                    <a:pt x="73" y="116"/>
                    <a:pt x="81" y="114"/>
                    <a:pt x="88" y="111"/>
                  </a:cubicBezTo>
                  <a:cubicBezTo>
                    <a:pt x="84" y="105"/>
                    <a:pt x="84" y="105"/>
                    <a:pt x="84" y="105"/>
                  </a:cubicBezTo>
                  <a:cubicBezTo>
                    <a:pt x="98" y="97"/>
                    <a:pt x="98" y="97"/>
                    <a:pt x="98" y="97"/>
                  </a:cubicBezTo>
                  <a:cubicBezTo>
                    <a:pt x="102" y="103"/>
                    <a:pt x="102" y="103"/>
                    <a:pt x="102" y="103"/>
                  </a:cubicBezTo>
                  <a:cubicBezTo>
                    <a:pt x="123" y="86"/>
                    <a:pt x="130" y="55"/>
                    <a:pt x="116" y="30"/>
                  </a:cubicBezTo>
                  <a:cubicBezTo>
                    <a:pt x="106" y="11"/>
                    <a:pt x="86" y="0"/>
                    <a:pt x="66" y="0"/>
                  </a:cubicBezTo>
                </a:path>
              </a:pathLst>
            </a:custGeom>
            <a:solidFill>
              <a:srgbClr val="D1F3F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27" name="Freeform 99"/>
            <p:cNvSpPr>
              <a:spLocks/>
            </p:cNvSpPr>
            <p:nvPr/>
          </p:nvSpPr>
          <p:spPr bwMode="auto">
            <a:xfrm>
              <a:off x="2660651" y="4835525"/>
              <a:ext cx="46038" cy="26988"/>
            </a:xfrm>
            <a:custGeom>
              <a:avLst/>
              <a:gdLst/>
              <a:ahLst/>
              <a:cxnLst>
                <a:cxn ang="0">
                  <a:pos x="14" y="0"/>
                </a:cxn>
                <a:cxn ang="0">
                  <a:pos x="0" y="8"/>
                </a:cxn>
                <a:cxn ang="0">
                  <a:pos x="7" y="4"/>
                </a:cxn>
                <a:cxn ang="0">
                  <a:pos x="11" y="11"/>
                </a:cxn>
                <a:cxn ang="0">
                  <a:pos x="18" y="6"/>
                </a:cxn>
                <a:cxn ang="0">
                  <a:pos x="14" y="0"/>
                </a:cxn>
              </a:cxnLst>
              <a:rect l="0" t="0" r="r" b="b"/>
              <a:pathLst>
                <a:path w="18" h="11">
                  <a:moveTo>
                    <a:pt x="14" y="0"/>
                  </a:moveTo>
                  <a:cubicBezTo>
                    <a:pt x="0" y="8"/>
                    <a:pt x="0" y="8"/>
                    <a:pt x="0" y="8"/>
                  </a:cubicBezTo>
                  <a:cubicBezTo>
                    <a:pt x="7" y="4"/>
                    <a:pt x="7" y="4"/>
                    <a:pt x="7" y="4"/>
                  </a:cubicBezTo>
                  <a:cubicBezTo>
                    <a:pt x="11" y="11"/>
                    <a:pt x="11" y="11"/>
                    <a:pt x="11" y="11"/>
                  </a:cubicBezTo>
                  <a:cubicBezTo>
                    <a:pt x="13" y="9"/>
                    <a:pt x="16" y="8"/>
                    <a:pt x="18" y="6"/>
                  </a:cubicBezTo>
                  <a:cubicBezTo>
                    <a:pt x="14" y="0"/>
                    <a:pt x="14" y="0"/>
                    <a:pt x="14" y="0"/>
                  </a:cubicBezTo>
                </a:path>
              </a:pathLst>
            </a:custGeom>
            <a:solidFill>
              <a:srgbClr val="7FAAB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28" name="Freeform 100"/>
            <p:cNvSpPr>
              <a:spLocks/>
            </p:cNvSpPr>
            <p:nvPr/>
          </p:nvSpPr>
          <p:spPr bwMode="auto">
            <a:xfrm>
              <a:off x="2660651" y="4845050"/>
              <a:ext cx="28575" cy="25400"/>
            </a:xfrm>
            <a:custGeom>
              <a:avLst/>
              <a:gdLst/>
              <a:ahLst/>
              <a:cxnLst>
                <a:cxn ang="0">
                  <a:pos x="7" y="0"/>
                </a:cxn>
                <a:cxn ang="0">
                  <a:pos x="0" y="4"/>
                </a:cxn>
                <a:cxn ang="0">
                  <a:pos x="4" y="10"/>
                </a:cxn>
                <a:cxn ang="0">
                  <a:pos x="10" y="7"/>
                </a:cxn>
                <a:cxn ang="0">
                  <a:pos x="11" y="7"/>
                </a:cxn>
                <a:cxn ang="0">
                  <a:pos x="7" y="0"/>
                </a:cxn>
              </a:cxnLst>
              <a:rect l="0" t="0" r="r" b="b"/>
              <a:pathLst>
                <a:path w="11" h="10">
                  <a:moveTo>
                    <a:pt x="7" y="0"/>
                  </a:moveTo>
                  <a:cubicBezTo>
                    <a:pt x="0" y="4"/>
                    <a:pt x="0" y="4"/>
                    <a:pt x="0" y="4"/>
                  </a:cubicBezTo>
                  <a:cubicBezTo>
                    <a:pt x="4" y="10"/>
                    <a:pt x="4" y="10"/>
                    <a:pt x="4" y="10"/>
                  </a:cubicBezTo>
                  <a:cubicBezTo>
                    <a:pt x="6" y="9"/>
                    <a:pt x="8" y="8"/>
                    <a:pt x="10" y="7"/>
                  </a:cubicBezTo>
                  <a:cubicBezTo>
                    <a:pt x="10" y="7"/>
                    <a:pt x="11" y="7"/>
                    <a:pt x="11" y="7"/>
                  </a:cubicBezTo>
                  <a:cubicBezTo>
                    <a:pt x="7" y="0"/>
                    <a:pt x="7" y="0"/>
                    <a:pt x="7" y="0"/>
                  </a:cubicBezTo>
                </a:path>
              </a:pathLst>
            </a:custGeom>
            <a:solidFill>
              <a:srgbClr val="7FAAB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29" name="Freeform 101"/>
            <p:cNvSpPr>
              <a:spLocks noEditPoints="1"/>
            </p:cNvSpPr>
            <p:nvPr/>
          </p:nvSpPr>
          <p:spPr bwMode="auto">
            <a:xfrm>
              <a:off x="2443163" y="4545013"/>
              <a:ext cx="342900" cy="379413"/>
            </a:xfrm>
            <a:custGeom>
              <a:avLst/>
              <a:gdLst/>
              <a:ahLst/>
              <a:cxnLst>
                <a:cxn ang="0">
                  <a:pos x="130" y="93"/>
                </a:cxn>
                <a:cxn ang="0">
                  <a:pos x="99" y="132"/>
                </a:cxn>
                <a:cxn ang="0">
                  <a:pos x="11" y="107"/>
                </a:cxn>
                <a:cxn ang="0">
                  <a:pos x="5" y="57"/>
                </a:cxn>
                <a:cxn ang="0">
                  <a:pos x="36" y="18"/>
                </a:cxn>
                <a:cxn ang="0">
                  <a:pos x="125" y="43"/>
                </a:cxn>
                <a:cxn ang="0">
                  <a:pos x="130" y="93"/>
                </a:cxn>
                <a:cxn ang="0">
                  <a:pos x="19" y="61"/>
                </a:cxn>
                <a:cxn ang="0">
                  <a:pos x="24" y="99"/>
                </a:cxn>
                <a:cxn ang="0">
                  <a:pos x="92" y="119"/>
                </a:cxn>
                <a:cxn ang="0">
                  <a:pos x="116" y="89"/>
                </a:cxn>
                <a:cxn ang="0">
                  <a:pos x="112" y="50"/>
                </a:cxn>
                <a:cxn ang="0">
                  <a:pos x="43" y="31"/>
                </a:cxn>
                <a:cxn ang="0">
                  <a:pos x="19" y="61"/>
                </a:cxn>
              </a:cxnLst>
              <a:rect l="0" t="0" r="r" b="b"/>
              <a:pathLst>
                <a:path w="135" h="149">
                  <a:moveTo>
                    <a:pt x="130" y="93"/>
                  </a:moveTo>
                  <a:cubicBezTo>
                    <a:pt x="126" y="110"/>
                    <a:pt x="115" y="123"/>
                    <a:pt x="99" y="132"/>
                  </a:cubicBezTo>
                  <a:cubicBezTo>
                    <a:pt x="68" y="149"/>
                    <a:pt x="28" y="138"/>
                    <a:pt x="11" y="107"/>
                  </a:cubicBezTo>
                  <a:cubicBezTo>
                    <a:pt x="2" y="91"/>
                    <a:pt x="0" y="74"/>
                    <a:pt x="5" y="57"/>
                  </a:cubicBezTo>
                  <a:cubicBezTo>
                    <a:pt x="10" y="40"/>
                    <a:pt x="21" y="26"/>
                    <a:pt x="36" y="18"/>
                  </a:cubicBezTo>
                  <a:cubicBezTo>
                    <a:pt x="67" y="0"/>
                    <a:pt x="107" y="12"/>
                    <a:pt x="125" y="43"/>
                  </a:cubicBezTo>
                  <a:cubicBezTo>
                    <a:pt x="133" y="58"/>
                    <a:pt x="135" y="76"/>
                    <a:pt x="130" y="93"/>
                  </a:cubicBezTo>
                  <a:close/>
                  <a:moveTo>
                    <a:pt x="19" y="61"/>
                  </a:moveTo>
                  <a:cubicBezTo>
                    <a:pt x="16" y="74"/>
                    <a:pt x="17" y="88"/>
                    <a:pt x="24" y="99"/>
                  </a:cubicBezTo>
                  <a:cubicBezTo>
                    <a:pt x="37" y="124"/>
                    <a:pt x="68" y="132"/>
                    <a:pt x="92" y="119"/>
                  </a:cubicBezTo>
                  <a:cubicBezTo>
                    <a:pt x="104" y="112"/>
                    <a:pt x="112" y="102"/>
                    <a:pt x="116" y="89"/>
                  </a:cubicBezTo>
                  <a:cubicBezTo>
                    <a:pt x="120" y="76"/>
                    <a:pt x="118" y="62"/>
                    <a:pt x="112" y="50"/>
                  </a:cubicBezTo>
                  <a:cubicBezTo>
                    <a:pt x="98" y="26"/>
                    <a:pt x="67" y="17"/>
                    <a:pt x="43" y="31"/>
                  </a:cubicBezTo>
                  <a:cubicBezTo>
                    <a:pt x="31" y="37"/>
                    <a:pt x="23" y="48"/>
                    <a:pt x="19" y="61"/>
                  </a:cubicBezTo>
                  <a:close/>
                </a:path>
              </a:pathLst>
            </a:custGeom>
            <a:solidFill>
              <a:srgbClr val="64798A"/>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30" name="Freeform 102"/>
            <p:cNvSpPr>
              <a:spLocks/>
            </p:cNvSpPr>
            <p:nvPr/>
          </p:nvSpPr>
          <p:spPr bwMode="auto">
            <a:xfrm>
              <a:off x="2687638" y="4913313"/>
              <a:ext cx="133350" cy="193675"/>
            </a:xfrm>
            <a:custGeom>
              <a:avLst/>
              <a:gdLst/>
              <a:ahLst/>
              <a:cxnLst>
                <a:cxn ang="0">
                  <a:pos x="0" y="7"/>
                </a:cxn>
                <a:cxn ang="0">
                  <a:pos x="33" y="67"/>
                </a:cxn>
                <a:cxn ang="0">
                  <a:pos x="52" y="72"/>
                </a:cxn>
                <a:cxn ang="0">
                  <a:pos x="53" y="72"/>
                </a:cxn>
                <a:cxn ang="0">
                  <a:pos x="12" y="0"/>
                </a:cxn>
                <a:cxn ang="0">
                  <a:pos x="0" y="7"/>
                </a:cxn>
              </a:cxnLst>
              <a:rect l="0" t="0" r="r" b="b"/>
              <a:pathLst>
                <a:path w="53" h="76">
                  <a:moveTo>
                    <a:pt x="0" y="7"/>
                  </a:moveTo>
                  <a:cubicBezTo>
                    <a:pt x="33" y="67"/>
                    <a:pt x="33" y="67"/>
                    <a:pt x="33" y="67"/>
                  </a:cubicBezTo>
                  <a:cubicBezTo>
                    <a:pt x="37" y="74"/>
                    <a:pt x="45" y="76"/>
                    <a:pt x="52" y="72"/>
                  </a:cubicBezTo>
                  <a:cubicBezTo>
                    <a:pt x="53" y="72"/>
                    <a:pt x="53" y="72"/>
                    <a:pt x="53" y="72"/>
                  </a:cubicBezTo>
                  <a:cubicBezTo>
                    <a:pt x="12" y="0"/>
                    <a:pt x="12" y="0"/>
                    <a:pt x="12" y="0"/>
                  </a:cubicBezTo>
                  <a:lnTo>
                    <a:pt x="0" y="7"/>
                  </a:lnTo>
                  <a:close/>
                </a:path>
              </a:pathLst>
            </a:custGeom>
            <a:solidFill>
              <a:srgbClr val="FF6E4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31" name="Freeform 103"/>
            <p:cNvSpPr>
              <a:spLocks/>
            </p:cNvSpPr>
            <p:nvPr/>
          </p:nvSpPr>
          <p:spPr bwMode="auto">
            <a:xfrm>
              <a:off x="2717801" y="4895850"/>
              <a:ext cx="127000" cy="201613"/>
            </a:xfrm>
            <a:custGeom>
              <a:avLst/>
              <a:gdLst/>
              <a:ahLst/>
              <a:cxnLst>
                <a:cxn ang="0">
                  <a:pos x="0" y="7"/>
                </a:cxn>
                <a:cxn ang="0">
                  <a:pos x="41" y="79"/>
                </a:cxn>
                <a:cxn ang="0">
                  <a:pos x="41" y="79"/>
                </a:cxn>
                <a:cxn ang="0">
                  <a:pos x="46" y="60"/>
                </a:cxn>
                <a:cxn ang="0">
                  <a:pos x="13" y="0"/>
                </a:cxn>
                <a:cxn ang="0">
                  <a:pos x="0" y="7"/>
                </a:cxn>
              </a:cxnLst>
              <a:rect l="0" t="0" r="r" b="b"/>
              <a:pathLst>
                <a:path w="50" h="79">
                  <a:moveTo>
                    <a:pt x="0" y="7"/>
                  </a:moveTo>
                  <a:cubicBezTo>
                    <a:pt x="41" y="79"/>
                    <a:pt x="41" y="79"/>
                    <a:pt x="41" y="79"/>
                  </a:cubicBezTo>
                  <a:cubicBezTo>
                    <a:pt x="41" y="79"/>
                    <a:pt x="41" y="79"/>
                    <a:pt x="41" y="79"/>
                  </a:cubicBezTo>
                  <a:cubicBezTo>
                    <a:pt x="48" y="75"/>
                    <a:pt x="50" y="67"/>
                    <a:pt x="46" y="60"/>
                  </a:cubicBezTo>
                  <a:cubicBezTo>
                    <a:pt x="13" y="0"/>
                    <a:pt x="13" y="0"/>
                    <a:pt x="13" y="0"/>
                  </a:cubicBezTo>
                  <a:lnTo>
                    <a:pt x="0" y="7"/>
                  </a:lnTo>
                  <a:close/>
                </a:path>
              </a:pathLst>
            </a:custGeom>
            <a:solidFill>
              <a:srgbClr val="DD2C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32" name="Rectangle 104"/>
            <p:cNvSpPr>
              <a:spLocks noChangeArrowheads="1"/>
            </p:cNvSpPr>
            <p:nvPr/>
          </p:nvSpPr>
          <p:spPr bwMode="auto">
            <a:xfrm>
              <a:off x="3976688" y="5489575"/>
              <a:ext cx="649288" cy="2206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33" name="Rectangle 105"/>
            <p:cNvSpPr>
              <a:spLocks noChangeArrowheads="1"/>
            </p:cNvSpPr>
            <p:nvPr/>
          </p:nvSpPr>
          <p:spPr bwMode="auto">
            <a:xfrm>
              <a:off x="3997326" y="5503863"/>
              <a:ext cx="606425" cy="188913"/>
            </a:xfrm>
            <a:prstGeom prst="rect">
              <a:avLst/>
            </a:prstGeom>
            <a:solidFill>
              <a:srgbClr val="F2F2F2"/>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34" name="Rectangle 106"/>
            <p:cNvSpPr>
              <a:spLocks noChangeArrowheads="1"/>
            </p:cNvSpPr>
            <p:nvPr/>
          </p:nvSpPr>
          <p:spPr bwMode="auto">
            <a:xfrm>
              <a:off x="4017963" y="5516563"/>
              <a:ext cx="42863"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35" name="Freeform 107"/>
            <p:cNvSpPr>
              <a:spLocks noEditPoints="1"/>
            </p:cNvSpPr>
            <p:nvPr/>
          </p:nvSpPr>
          <p:spPr bwMode="auto">
            <a:xfrm>
              <a:off x="4016376" y="5514975"/>
              <a:ext cx="47625" cy="47625"/>
            </a:xfrm>
            <a:custGeom>
              <a:avLst/>
              <a:gdLst/>
              <a:ahLst/>
              <a:cxnLst>
                <a:cxn ang="0">
                  <a:pos x="30" y="30"/>
                </a:cxn>
                <a:cxn ang="0">
                  <a:pos x="0" y="30"/>
                </a:cxn>
                <a:cxn ang="0">
                  <a:pos x="0" y="0"/>
                </a:cxn>
                <a:cxn ang="0">
                  <a:pos x="30" y="0"/>
                </a:cxn>
                <a:cxn ang="0">
                  <a:pos x="30" y="30"/>
                </a:cxn>
                <a:cxn ang="0">
                  <a:pos x="3" y="25"/>
                </a:cxn>
                <a:cxn ang="0">
                  <a:pos x="25" y="25"/>
                </a:cxn>
                <a:cxn ang="0">
                  <a:pos x="25" y="3"/>
                </a:cxn>
                <a:cxn ang="0">
                  <a:pos x="3" y="3"/>
                </a:cxn>
                <a:cxn ang="0">
                  <a:pos x="3" y="25"/>
                </a:cxn>
              </a:cxnLst>
              <a:rect l="0" t="0" r="r" b="b"/>
              <a:pathLst>
                <a:path w="30" h="30">
                  <a:moveTo>
                    <a:pt x="30" y="30"/>
                  </a:moveTo>
                  <a:lnTo>
                    <a:pt x="0" y="30"/>
                  </a:lnTo>
                  <a:lnTo>
                    <a:pt x="0" y="0"/>
                  </a:lnTo>
                  <a:lnTo>
                    <a:pt x="30" y="0"/>
                  </a:lnTo>
                  <a:lnTo>
                    <a:pt x="30" y="30"/>
                  </a:lnTo>
                  <a:close/>
                  <a:moveTo>
                    <a:pt x="3" y="25"/>
                  </a:moveTo>
                  <a:lnTo>
                    <a:pt x="25" y="25"/>
                  </a:lnTo>
                  <a:lnTo>
                    <a:pt x="25" y="3"/>
                  </a:lnTo>
                  <a:lnTo>
                    <a:pt x="3" y="3"/>
                  </a:lnTo>
                  <a:lnTo>
                    <a:pt x="3" y="25"/>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36" name="Rectangle 108"/>
            <p:cNvSpPr>
              <a:spLocks noChangeArrowheads="1"/>
            </p:cNvSpPr>
            <p:nvPr/>
          </p:nvSpPr>
          <p:spPr bwMode="auto">
            <a:xfrm>
              <a:off x="4084638" y="5516563"/>
              <a:ext cx="41275"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37" name="Freeform 109"/>
            <p:cNvSpPr>
              <a:spLocks noEditPoints="1"/>
            </p:cNvSpPr>
            <p:nvPr/>
          </p:nvSpPr>
          <p:spPr bwMode="auto">
            <a:xfrm>
              <a:off x="4081463" y="5514975"/>
              <a:ext cx="46038" cy="47625"/>
            </a:xfrm>
            <a:custGeom>
              <a:avLst/>
              <a:gdLst/>
              <a:ahLst/>
              <a:cxnLst>
                <a:cxn ang="0">
                  <a:pos x="29" y="30"/>
                </a:cxn>
                <a:cxn ang="0">
                  <a:pos x="0" y="30"/>
                </a:cxn>
                <a:cxn ang="0">
                  <a:pos x="0" y="0"/>
                </a:cxn>
                <a:cxn ang="0">
                  <a:pos x="29" y="0"/>
                </a:cxn>
                <a:cxn ang="0">
                  <a:pos x="29" y="30"/>
                </a:cxn>
                <a:cxn ang="0">
                  <a:pos x="3" y="25"/>
                </a:cxn>
                <a:cxn ang="0">
                  <a:pos x="26" y="25"/>
                </a:cxn>
                <a:cxn ang="0">
                  <a:pos x="26" y="3"/>
                </a:cxn>
                <a:cxn ang="0">
                  <a:pos x="3" y="3"/>
                </a:cxn>
                <a:cxn ang="0">
                  <a:pos x="3" y="25"/>
                </a:cxn>
              </a:cxnLst>
              <a:rect l="0" t="0" r="r" b="b"/>
              <a:pathLst>
                <a:path w="29" h="30">
                  <a:moveTo>
                    <a:pt x="29" y="30"/>
                  </a:moveTo>
                  <a:lnTo>
                    <a:pt x="0" y="30"/>
                  </a:lnTo>
                  <a:lnTo>
                    <a:pt x="0" y="0"/>
                  </a:lnTo>
                  <a:lnTo>
                    <a:pt x="29" y="0"/>
                  </a:lnTo>
                  <a:lnTo>
                    <a:pt x="29" y="30"/>
                  </a:lnTo>
                  <a:close/>
                  <a:moveTo>
                    <a:pt x="3" y="25"/>
                  </a:moveTo>
                  <a:lnTo>
                    <a:pt x="26" y="25"/>
                  </a:lnTo>
                  <a:lnTo>
                    <a:pt x="26" y="3"/>
                  </a:lnTo>
                  <a:lnTo>
                    <a:pt x="3" y="3"/>
                  </a:lnTo>
                  <a:lnTo>
                    <a:pt x="3" y="25"/>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38" name="Rectangle 110"/>
            <p:cNvSpPr>
              <a:spLocks noChangeArrowheads="1"/>
            </p:cNvSpPr>
            <p:nvPr/>
          </p:nvSpPr>
          <p:spPr bwMode="auto">
            <a:xfrm>
              <a:off x="4148138" y="5516563"/>
              <a:ext cx="42863"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39" name="Freeform 111"/>
            <p:cNvSpPr>
              <a:spLocks noEditPoints="1"/>
            </p:cNvSpPr>
            <p:nvPr/>
          </p:nvSpPr>
          <p:spPr bwMode="auto">
            <a:xfrm>
              <a:off x="4144963" y="5514975"/>
              <a:ext cx="49213" cy="47625"/>
            </a:xfrm>
            <a:custGeom>
              <a:avLst/>
              <a:gdLst/>
              <a:ahLst/>
              <a:cxnLst>
                <a:cxn ang="0">
                  <a:pos x="31" y="30"/>
                </a:cxn>
                <a:cxn ang="0">
                  <a:pos x="0" y="30"/>
                </a:cxn>
                <a:cxn ang="0">
                  <a:pos x="0" y="0"/>
                </a:cxn>
                <a:cxn ang="0">
                  <a:pos x="31" y="0"/>
                </a:cxn>
                <a:cxn ang="0">
                  <a:pos x="31" y="30"/>
                </a:cxn>
                <a:cxn ang="0">
                  <a:pos x="5" y="25"/>
                </a:cxn>
                <a:cxn ang="0">
                  <a:pos x="28" y="25"/>
                </a:cxn>
                <a:cxn ang="0">
                  <a:pos x="28" y="3"/>
                </a:cxn>
                <a:cxn ang="0">
                  <a:pos x="5" y="3"/>
                </a:cxn>
                <a:cxn ang="0">
                  <a:pos x="5" y="25"/>
                </a:cxn>
              </a:cxnLst>
              <a:rect l="0" t="0" r="r" b="b"/>
              <a:pathLst>
                <a:path w="31" h="30">
                  <a:moveTo>
                    <a:pt x="31" y="30"/>
                  </a:moveTo>
                  <a:lnTo>
                    <a:pt x="0" y="30"/>
                  </a:lnTo>
                  <a:lnTo>
                    <a:pt x="0" y="0"/>
                  </a:lnTo>
                  <a:lnTo>
                    <a:pt x="31" y="0"/>
                  </a:lnTo>
                  <a:lnTo>
                    <a:pt x="31" y="30"/>
                  </a:lnTo>
                  <a:close/>
                  <a:moveTo>
                    <a:pt x="5" y="25"/>
                  </a:moveTo>
                  <a:lnTo>
                    <a:pt x="28" y="25"/>
                  </a:lnTo>
                  <a:lnTo>
                    <a:pt x="28" y="3"/>
                  </a:lnTo>
                  <a:lnTo>
                    <a:pt x="5" y="3"/>
                  </a:lnTo>
                  <a:lnTo>
                    <a:pt x="5" y="25"/>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40" name="Rectangle 112"/>
            <p:cNvSpPr>
              <a:spLocks noChangeArrowheads="1"/>
            </p:cNvSpPr>
            <p:nvPr/>
          </p:nvSpPr>
          <p:spPr bwMode="auto">
            <a:xfrm>
              <a:off x="4214813" y="5516563"/>
              <a:ext cx="42863"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41" name="Freeform 113"/>
            <p:cNvSpPr>
              <a:spLocks noEditPoints="1"/>
            </p:cNvSpPr>
            <p:nvPr/>
          </p:nvSpPr>
          <p:spPr bwMode="auto">
            <a:xfrm>
              <a:off x="4211638" y="5514975"/>
              <a:ext cx="47625" cy="47625"/>
            </a:xfrm>
            <a:custGeom>
              <a:avLst/>
              <a:gdLst/>
              <a:ahLst/>
              <a:cxnLst>
                <a:cxn ang="0">
                  <a:pos x="30" y="30"/>
                </a:cxn>
                <a:cxn ang="0">
                  <a:pos x="0" y="30"/>
                </a:cxn>
                <a:cxn ang="0">
                  <a:pos x="0" y="0"/>
                </a:cxn>
                <a:cxn ang="0">
                  <a:pos x="30" y="0"/>
                </a:cxn>
                <a:cxn ang="0">
                  <a:pos x="30" y="30"/>
                </a:cxn>
                <a:cxn ang="0">
                  <a:pos x="3" y="25"/>
                </a:cxn>
                <a:cxn ang="0">
                  <a:pos x="27" y="25"/>
                </a:cxn>
                <a:cxn ang="0">
                  <a:pos x="27" y="3"/>
                </a:cxn>
                <a:cxn ang="0">
                  <a:pos x="3" y="3"/>
                </a:cxn>
                <a:cxn ang="0">
                  <a:pos x="3" y="25"/>
                </a:cxn>
              </a:cxnLst>
              <a:rect l="0" t="0" r="r" b="b"/>
              <a:pathLst>
                <a:path w="30" h="30">
                  <a:moveTo>
                    <a:pt x="30" y="30"/>
                  </a:moveTo>
                  <a:lnTo>
                    <a:pt x="0" y="30"/>
                  </a:lnTo>
                  <a:lnTo>
                    <a:pt x="0" y="0"/>
                  </a:lnTo>
                  <a:lnTo>
                    <a:pt x="30" y="0"/>
                  </a:lnTo>
                  <a:lnTo>
                    <a:pt x="30" y="30"/>
                  </a:lnTo>
                  <a:close/>
                  <a:moveTo>
                    <a:pt x="3" y="25"/>
                  </a:moveTo>
                  <a:lnTo>
                    <a:pt x="27" y="25"/>
                  </a:lnTo>
                  <a:lnTo>
                    <a:pt x="27" y="3"/>
                  </a:lnTo>
                  <a:lnTo>
                    <a:pt x="3" y="3"/>
                  </a:lnTo>
                  <a:lnTo>
                    <a:pt x="3" y="25"/>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42" name="Rectangle 114"/>
            <p:cNvSpPr>
              <a:spLocks noChangeArrowheads="1"/>
            </p:cNvSpPr>
            <p:nvPr/>
          </p:nvSpPr>
          <p:spPr bwMode="auto">
            <a:xfrm>
              <a:off x="4279901" y="5516563"/>
              <a:ext cx="44450"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43" name="Freeform 115"/>
            <p:cNvSpPr>
              <a:spLocks noEditPoints="1"/>
            </p:cNvSpPr>
            <p:nvPr/>
          </p:nvSpPr>
          <p:spPr bwMode="auto">
            <a:xfrm>
              <a:off x="4278313" y="5514975"/>
              <a:ext cx="47625" cy="47625"/>
            </a:xfrm>
            <a:custGeom>
              <a:avLst/>
              <a:gdLst/>
              <a:ahLst/>
              <a:cxnLst>
                <a:cxn ang="0">
                  <a:pos x="30" y="30"/>
                </a:cxn>
                <a:cxn ang="0">
                  <a:pos x="0" y="30"/>
                </a:cxn>
                <a:cxn ang="0">
                  <a:pos x="0" y="0"/>
                </a:cxn>
                <a:cxn ang="0">
                  <a:pos x="30" y="0"/>
                </a:cxn>
                <a:cxn ang="0">
                  <a:pos x="30" y="30"/>
                </a:cxn>
                <a:cxn ang="0">
                  <a:pos x="3" y="25"/>
                </a:cxn>
                <a:cxn ang="0">
                  <a:pos x="25" y="25"/>
                </a:cxn>
                <a:cxn ang="0">
                  <a:pos x="25" y="3"/>
                </a:cxn>
                <a:cxn ang="0">
                  <a:pos x="3" y="3"/>
                </a:cxn>
                <a:cxn ang="0">
                  <a:pos x="3" y="25"/>
                </a:cxn>
              </a:cxnLst>
              <a:rect l="0" t="0" r="r" b="b"/>
              <a:pathLst>
                <a:path w="30" h="30">
                  <a:moveTo>
                    <a:pt x="30" y="30"/>
                  </a:moveTo>
                  <a:lnTo>
                    <a:pt x="0" y="30"/>
                  </a:lnTo>
                  <a:lnTo>
                    <a:pt x="0" y="0"/>
                  </a:lnTo>
                  <a:lnTo>
                    <a:pt x="30" y="0"/>
                  </a:lnTo>
                  <a:lnTo>
                    <a:pt x="30" y="30"/>
                  </a:lnTo>
                  <a:close/>
                  <a:moveTo>
                    <a:pt x="3" y="25"/>
                  </a:moveTo>
                  <a:lnTo>
                    <a:pt x="25" y="25"/>
                  </a:lnTo>
                  <a:lnTo>
                    <a:pt x="25" y="3"/>
                  </a:lnTo>
                  <a:lnTo>
                    <a:pt x="3" y="3"/>
                  </a:lnTo>
                  <a:lnTo>
                    <a:pt x="3" y="25"/>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44" name="Rectangle 116"/>
            <p:cNvSpPr>
              <a:spLocks noChangeArrowheads="1"/>
            </p:cNvSpPr>
            <p:nvPr/>
          </p:nvSpPr>
          <p:spPr bwMode="auto">
            <a:xfrm>
              <a:off x="4346576" y="5516563"/>
              <a:ext cx="41275"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45" name="Freeform 117"/>
            <p:cNvSpPr>
              <a:spLocks noEditPoints="1"/>
            </p:cNvSpPr>
            <p:nvPr/>
          </p:nvSpPr>
          <p:spPr bwMode="auto">
            <a:xfrm>
              <a:off x="4343401" y="5514975"/>
              <a:ext cx="46038" cy="47625"/>
            </a:xfrm>
            <a:custGeom>
              <a:avLst/>
              <a:gdLst/>
              <a:ahLst/>
              <a:cxnLst>
                <a:cxn ang="0">
                  <a:pos x="29" y="30"/>
                </a:cxn>
                <a:cxn ang="0">
                  <a:pos x="0" y="30"/>
                </a:cxn>
                <a:cxn ang="0">
                  <a:pos x="0" y="0"/>
                </a:cxn>
                <a:cxn ang="0">
                  <a:pos x="29" y="0"/>
                </a:cxn>
                <a:cxn ang="0">
                  <a:pos x="29" y="30"/>
                </a:cxn>
                <a:cxn ang="0">
                  <a:pos x="4" y="25"/>
                </a:cxn>
                <a:cxn ang="0">
                  <a:pos x="26" y="25"/>
                </a:cxn>
                <a:cxn ang="0">
                  <a:pos x="26" y="3"/>
                </a:cxn>
                <a:cxn ang="0">
                  <a:pos x="4" y="3"/>
                </a:cxn>
                <a:cxn ang="0">
                  <a:pos x="4" y="25"/>
                </a:cxn>
              </a:cxnLst>
              <a:rect l="0" t="0" r="r" b="b"/>
              <a:pathLst>
                <a:path w="29" h="30">
                  <a:moveTo>
                    <a:pt x="29" y="30"/>
                  </a:moveTo>
                  <a:lnTo>
                    <a:pt x="0" y="30"/>
                  </a:lnTo>
                  <a:lnTo>
                    <a:pt x="0" y="0"/>
                  </a:lnTo>
                  <a:lnTo>
                    <a:pt x="29" y="0"/>
                  </a:lnTo>
                  <a:lnTo>
                    <a:pt x="29" y="30"/>
                  </a:lnTo>
                  <a:close/>
                  <a:moveTo>
                    <a:pt x="4" y="25"/>
                  </a:moveTo>
                  <a:lnTo>
                    <a:pt x="26" y="25"/>
                  </a:lnTo>
                  <a:lnTo>
                    <a:pt x="26" y="3"/>
                  </a:lnTo>
                  <a:lnTo>
                    <a:pt x="4" y="3"/>
                  </a:lnTo>
                  <a:lnTo>
                    <a:pt x="4" y="25"/>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46" name="Rectangle 118"/>
            <p:cNvSpPr>
              <a:spLocks noChangeArrowheads="1"/>
            </p:cNvSpPr>
            <p:nvPr/>
          </p:nvSpPr>
          <p:spPr bwMode="auto">
            <a:xfrm>
              <a:off x="4418013" y="5516563"/>
              <a:ext cx="41275"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47" name="Freeform 119"/>
            <p:cNvSpPr>
              <a:spLocks noEditPoints="1"/>
            </p:cNvSpPr>
            <p:nvPr/>
          </p:nvSpPr>
          <p:spPr bwMode="auto">
            <a:xfrm>
              <a:off x="4414838" y="5514975"/>
              <a:ext cx="49213" cy="47625"/>
            </a:xfrm>
            <a:custGeom>
              <a:avLst/>
              <a:gdLst/>
              <a:ahLst/>
              <a:cxnLst>
                <a:cxn ang="0">
                  <a:pos x="31" y="30"/>
                </a:cxn>
                <a:cxn ang="0">
                  <a:pos x="0" y="30"/>
                </a:cxn>
                <a:cxn ang="0">
                  <a:pos x="0" y="0"/>
                </a:cxn>
                <a:cxn ang="0">
                  <a:pos x="31" y="0"/>
                </a:cxn>
                <a:cxn ang="0">
                  <a:pos x="31" y="30"/>
                </a:cxn>
                <a:cxn ang="0">
                  <a:pos x="4" y="25"/>
                </a:cxn>
                <a:cxn ang="0">
                  <a:pos x="26" y="25"/>
                </a:cxn>
                <a:cxn ang="0">
                  <a:pos x="26" y="3"/>
                </a:cxn>
                <a:cxn ang="0">
                  <a:pos x="4" y="3"/>
                </a:cxn>
                <a:cxn ang="0">
                  <a:pos x="4" y="25"/>
                </a:cxn>
              </a:cxnLst>
              <a:rect l="0" t="0" r="r" b="b"/>
              <a:pathLst>
                <a:path w="31" h="30">
                  <a:moveTo>
                    <a:pt x="31" y="30"/>
                  </a:moveTo>
                  <a:lnTo>
                    <a:pt x="0" y="30"/>
                  </a:lnTo>
                  <a:lnTo>
                    <a:pt x="0" y="0"/>
                  </a:lnTo>
                  <a:lnTo>
                    <a:pt x="31" y="0"/>
                  </a:lnTo>
                  <a:lnTo>
                    <a:pt x="31" y="30"/>
                  </a:lnTo>
                  <a:close/>
                  <a:moveTo>
                    <a:pt x="4" y="25"/>
                  </a:moveTo>
                  <a:lnTo>
                    <a:pt x="26" y="25"/>
                  </a:lnTo>
                  <a:lnTo>
                    <a:pt x="26" y="3"/>
                  </a:lnTo>
                  <a:lnTo>
                    <a:pt x="4" y="3"/>
                  </a:lnTo>
                  <a:lnTo>
                    <a:pt x="4" y="25"/>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48" name="Rectangle 120"/>
            <p:cNvSpPr>
              <a:spLocks noChangeArrowheads="1"/>
            </p:cNvSpPr>
            <p:nvPr/>
          </p:nvSpPr>
          <p:spPr bwMode="auto">
            <a:xfrm>
              <a:off x="4481513" y="5516563"/>
              <a:ext cx="41275"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49" name="Freeform 121"/>
            <p:cNvSpPr>
              <a:spLocks noEditPoints="1"/>
            </p:cNvSpPr>
            <p:nvPr/>
          </p:nvSpPr>
          <p:spPr bwMode="auto">
            <a:xfrm>
              <a:off x="4478338" y="5514975"/>
              <a:ext cx="49213" cy="47625"/>
            </a:xfrm>
            <a:custGeom>
              <a:avLst/>
              <a:gdLst/>
              <a:ahLst/>
              <a:cxnLst>
                <a:cxn ang="0">
                  <a:pos x="31" y="30"/>
                </a:cxn>
                <a:cxn ang="0">
                  <a:pos x="0" y="30"/>
                </a:cxn>
                <a:cxn ang="0">
                  <a:pos x="0" y="0"/>
                </a:cxn>
                <a:cxn ang="0">
                  <a:pos x="31" y="0"/>
                </a:cxn>
                <a:cxn ang="0">
                  <a:pos x="31" y="30"/>
                </a:cxn>
                <a:cxn ang="0">
                  <a:pos x="4" y="25"/>
                </a:cxn>
                <a:cxn ang="0">
                  <a:pos x="26" y="25"/>
                </a:cxn>
                <a:cxn ang="0">
                  <a:pos x="26" y="3"/>
                </a:cxn>
                <a:cxn ang="0">
                  <a:pos x="4" y="3"/>
                </a:cxn>
                <a:cxn ang="0">
                  <a:pos x="4" y="25"/>
                </a:cxn>
              </a:cxnLst>
              <a:rect l="0" t="0" r="r" b="b"/>
              <a:pathLst>
                <a:path w="31" h="30">
                  <a:moveTo>
                    <a:pt x="31" y="30"/>
                  </a:moveTo>
                  <a:lnTo>
                    <a:pt x="0" y="30"/>
                  </a:lnTo>
                  <a:lnTo>
                    <a:pt x="0" y="0"/>
                  </a:lnTo>
                  <a:lnTo>
                    <a:pt x="31" y="0"/>
                  </a:lnTo>
                  <a:lnTo>
                    <a:pt x="31" y="30"/>
                  </a:lnTo>
                  <a:close/>
                  <a:moveTo>
                    <a:pt x="4" y="25"/>
                  </a:moveTo>
                  <a:lnTo>
                    <a:pt x="26" y="25"/>
                  </a:lnTo>
                  <a:lnTo>
                    <a:pt x="26" y="3"/>
                  </a:lnTo>
                  <a:lnTo>
                    <a:pt x="4" y="3"/>
                  </a:lnTo>
                  <a:lnTo>
                    <a:pt x="4" y="25"/>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50" name="Rectangle 122"/>
            <p:cNvSpPr>
              <a:spLocks noChangeArrowheads="1"/>
            </p:cNvSpPr>
            <p:nvPr/>
          </p:nvSpPr>
          <p:spPr bwMode="auto">
            <a:xfrm>
              <a:off x="4540251" y="5516563"/>
              <a:ext cx="42863"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51" name="Freeform 123"/>
            <p:cNvSpPr>
              <a:spLocks noEditPoints="1"/>
            </p:cNvSpPr>
            <p:nvPr/>
          </p:nvSpPr>
          <p:spPr bwMode="auto">
            <a:xfrm>
              <a:off x="4537076" y="5514975"/>
              <a:ext cx="49213" cy="47625"/>
            </a:xfrm>
            <a:custGeom>
              <a:avLst/>
              <a:gdLst/>
              <a:ahLst/>
              <a:cxnLst>
                <a:cxn ang="0">
                  <a:pos x="31" y="30"/>
                </a:cxn>
                <a:cxn ang="0">
                  <a:pos x="0" y="30"/>
                </a:cxn>
                <a:cxn ang="0">
                  <a:pos x="0" y="0"/>
                </a:cxn>
                <a:cxn ang="0">
                  <a:pos x="31" y="0"/>
                </a:cxn>
                <a:cxn ang="0">
                  <a:pos x="31" y="30"/>
                </a:cxn>
                <a:cxn ang="0">
                  <a:pos x="3" y="25"/>
                </a:cxn>
                <a:cxn ang="0">
                  <a:pos x="28" y="25"/>
                </a:cxn>
                <a:cxn ang="0">
                  <a:pos x="28" y="3"/>
                </a:cxn>
                <a:cxn ang="0">
                  <a:pos x="3" y="3"/>
                </a:cxn>
                <a:cxn ang="0">
                  <a:pos x="3" y="25"/>
                </a:cxn>
              </a:cxnLst>
              <a:rect l="0" t="0" r="r" b="b"/>
              <a:pathLst>
                <a:path w="31" h="30">
                  <a:moveTo>
                    <a:pt x="31" y="30"/>
                  </a:moveTo>
                  <a:lnTo>
                    <a:pt x="0" y="30"/>
                  </a:lnTo>
                  <a:lnTo>
                    <a:pt x="0" y="0"/>
                  </a:lnTo>
                  <a:lnTo>
                    <a:pt x="31" y="0"/>
                  </a:lnTo>
                  <a:lnTo>
                    <a:pt x="31" y="30"/>
                  </a:lnTo>
                  <a:close/>
                  <a:moveTo>
                    <a:pt x="3" y="25"/>
                  </a:moveTo>
                  <a:lnTo>
                    <a:pt x="28" y="25"/>
                  </a:lnTo>
                  <a:lnTo>
                    <a:pt x="28" y="3"/>
                  </a:lnTo>
                  <a:lnTo>
                    <a:pt x="3" y="3"/>
                  </a:lnTo>
                  <a:lnTo>
                    <a:pt x="3" y="25"/>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52" name="Rectangle 124"/>
            <p:cNvSpPr>
              <a:spLocks noChangeArrowheads="1"/>
            </p:cNvSpPr>
            <p:nvPr/>
          </p:nvSpPr>
          <p:spPr bwMode="auto">
            <a:xfrm>
              <a:off x="4418013" y="5572125"/>
              <a:ext cx="41275" cy="4127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53" name="Freeform 125"/>
            <p:cNvSpPr>
              <a:spLocks noEditPoints="1"/>
            </p:cNvSpPr>
            <p:nvPr/>
          </p:nvSpPr>
          <p:spPr bwMode="auto">
            <a:xfrm>
              <a:off x="4414838" y="5570538"/>
              <a:ext cx="49213" cy="47625"/>
            </a:xfrm>
            <a:custGeom>
              <a:avLst/>
              <a:gdLst/>
              <a:ahLst/>
              <a:cxnLst>
                <a:cxn ang="0">
                  <a:pos x="31" y="30"/>
                </a:cxn>
                <a:cxn ang="0">
                  <a:pos x="0" y="30"/>
                </a:cxn>
                <a:cxn ang="0">
                  <a:pos x="0" y="0"/>
                </a:cxn>
                <a:cxn ang="0">
                  <a:pos x="31" y="0"/>
                </a:cxn>
                <a:cxn ang="0">
                  <a:pos x="31" y="30"/>
                </a:cxn>
                <a:cxn ang="0">
                  <a:pos x="4" y="26"/>
                </a:cxn>
                <a:cxn ang="0">
                  <a:pos x="26" y="26"/>
                </a:cxn>
                <a:cxn ang="0">
                  <a:pos x="26" y="3"/>
                </a:cxn>
                <a:cxn ang="0">
                  <a:pos x="4" y="3"/>
                </a:cxn>
                <a:cxn ang="0">
                  <a:pos x="4" y="26"/>
                </a:cxn>
              </a:cxnLst>
              <a:rect l="0" t="0" r="r" b="b"/>
              <a:pathLst>
                <a:path w="31" h="30">
                  <a:moveTo>
                    <a:pt x="31" y="30"/>
                  </a:moveTo>
                  <a:lnTo>
                    <a:pt x="0" y="30"/>
                  </a:lnTo>
                  <a:lnTo>
                    <a:pt x="0" y="0"/>
                  </a:lnTo>
                  <a:lnTo>
                    <a:pt x="31" y="0"/>
                  </a:lnTo>
                  <a:lnTo>
                    <a:pt x="31" y="30"/>
                  </a:lnTo>
                  <a:close/>
                  <a:moveTo>
                    <a:pt x="4" y="26"/>
                  </a:moveTo>
                  <a:lnTo>
                    <a:pt x="26" y="26"/>
                  </a:lnTo>
                  <a:lnTo>
                    <a:pt x="26" y="3"/>
                  </a:lnTo>
                  <a:lnTo>
                    <a:pt x="4" y="3"/>
                  </a:lnTo>
                  <a:lnTo>
                    <a:pt x="4" y="26"/>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54" name="Rectangle 126"/>
            <p:cNvSpPr>
              <a:spLocks noChangeArrowheads="1"/>
            </p:cNvSpPr>
            <p:nvPr/>
          </p:nvSpPr>
          <p:spPr bwMode="auto">
            <a:xfrm>
              <a:off x="4481513" y="5572125"/>
              <a:ext cx="41275" cy="4127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55" name="Freeform 127"/>
            <p:cNvSpPr>
              <a:spLocks noEditPoints="1"/>
            </p:cNvSpPr>
            <p:nvPr/>
          </p:nvSpPr>
          <p:spPr bwMode="auto">
            <a:xfrm>
              <a:off x="4478338" y="5570538"/>
              <a:ext cx="49213" cy="47625"/>
            </a:xfrm>
            <a:custGeom>
              <a:avLst/>
              <a:gdLst/>
              <a:ahLst/>
              <a:cxnLst>
                <a:cxn ang="0">
                  <a:pos x="31" y="30"/>
                </a:cxn>
                <a:cxn ang="0">
                  <a:pos x="0" y="30"/>
                </a:cxn>
                <a:cxn ang="0">
                  <a:pos x="0" y="0"/>
                </a:cxn>
                <a:cxn ang="0">
                  <a:pos x="31" y="0"/>
                </a:cxn>
                <a:cxn ang="0">
                  <a:pos x="31" y="30"/>
                </a:cxn>
                <a:cxn ang="0">
                  <a:pos x="4" y="26"/>
                </a:cxn>
                <a:cxn ang="0">
                  <a:pos x="26" y="26"/>
                </a:cxn>
                <a:cxn ang="0">
                  <a:pos x="26" y="3"/>
                </a:cxn>
                <a:cxn ang="0">
                  <a:pos x="4" y="3"/>
                </a:cxn>
                <a:cxn ang="0">
                  <a:pos x="4" y="26"/>
                </a:cxn>
              </a:cxnLst>
              <a:rect l="0" t="0" r="r" b="b"/>
              <a:pathLst>
                <a:path w="31" h="30">
                  <a:moveTo>
                    <a:pt x="31" y="30"/>
                  </a:moveTo>
                  <a:lnTo>
                    <a:pt x="0" y="30"/>
                  </a:lnTo>
                  <a:lnTo>
                    <a:pt x="0" y="0"/>
                  </a:lnTo>
                  <a:lnTo>
                    <a:pt x="31" y="0"/>
                  </a:lnTo>
                  <a:lnTo>
                    <a:pt x="31" y="30"/>
                  </a:lnTo>
                  <a:close/>
                  <a:moveTo>
                    <a:pt x="4" y="26"/>
                  </a:moveTo>
                  <a:lnTo>
                    <a:pt x="26" y="26"/>
                  </a:lnTo>
                  <a:lnTo>
                    <a:pt x="26" y="3"/>
                  </a:lnTo>
                  <a:lnTo>
                    <a:pt x="4" y="3"/>
                  </a:lnTo>
                  <a:lnTo>
                    <a:pt x="4" y="26"/>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56" name="Rectangle 128"/>
            <p:cNvSpPr>
              <a:spLocks noChangeArrowheads="1"/>
            </p:cNvSpPr>
            <p:nvPr/>
          </p:nvSpPr>
          <p:spPr bwMode="auto">
            <a:xfrm>
              <a:off x="4540251" y="5572125"/>
              <a:ext cx="42863" cy="4127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57" name="Freeform 129"/>
            <p:cNvSpPr>
              <a:spLocks noEditPoints="1"/>
            </p:cNvSpPr>
            <p:nvPr/>
          </p:nvSpPr>
          <p:spPr bwMode="auto">
            <a:xfrm>
              <a:off x="4537076" y="5570538"/>
              <a:ext cx="49213" cy="47625"/>
            </a:xfrm>
            <a:custGeom>
              <a:avLst/>
              <a:gdLst/>
              <a:ahLst/>
              <a:cxnLst>
                <a:cxn ang="0">
                  <a:pos x="31" y="30"/>
                </a:cxn>
                <a:cxn ang="0">
                  <a:pos x="0" y="30"/>
                </a:cxn>
                <a:cxn ang="0">
                  <a:pos x="0" y="0"/>
                </a:cxn>
                <a:cxn ang="0">
                  <a:pos x="31" y="0"/>
                </a:cxn>
                <a:cxn ang="0">
                  <a:pos x="31" y="30"/>
                </a:cxn>
                <a:cxn ang="0">
                  <a:pos x="3" y="26"/>
                </a:cxn>
                <a:cxn ang="0">
                  <a:pos x="28" y="26"/>
                </a:cxn>
                <a:cxn ang="0">
                  <a:pos x="28" y="3"/>
                </a:cxn>
                <a:cxn ang="0">
                  <a:pos x="3" y="3"/>
                </a:cxn>
                <a:cxn ang="0">
                  <a:pos x="3" y="26"/>
                </a:cxn>
              </a:cxnLst>
              <a:rect l="0" t="0" r="r" b="b"/>
              <a:pathLst>
                <a:path w="31" h="30">
                  <a:moveTo>
                    <a:pt x="31" y="30"/>
                  </a:moveTo>
                  <a:lnTo>
                    <a:pt x="0" y="30"/>
                  </a:lnTo>
                  <a:lnTo>
                    <a:pt x="0" y="0"/>
                  </a:lnTo>
                  <a:lnTo>
                    <a:pt x="31" y="0"/>
                  </a:lnTo>
                  <a:lnTo>
                    <a:pt x="31" y="30"/>
                  </a:lnTo>
                  <a:close/>
                  <a:moveTo>
                    <a:pt x="3" y="26"/>
                  </a:moveTo>
                  <a:lnTo>
                    <a:pt x="28" y="26"/>
                  </a:lnTo>
                  <a:lnTo>
                    <a:pt x="28" y="3"/>
                  </a:lnTo>
                  <a:lnTo>
                    <a:pt x="3" y="3"/>
                  </a:lnTo>
                  <a:lnTo>
                    <a:pt x="3" y="26"/>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58" name="Rectangle 130"/>
            <p:cNvSpPr>
              <a:spLocks noChangeArrowheads="1"/>
            </p:cNvSpPr>
            <p:nvPr/>
          </p:nvSpPr>
          <p:spPr bwMode="auto">
            <a:xfrm>
              <a:off x="4484688" y="5637213"/>
              <a:ext cx="42863" cy="39688"/>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59" name="Freeform 131"/>
            <p:cNvSpPr>
              <a:spLocks noEditPoints="1"/>
            </p:cNvSpPr>
            <p:nvPr/>
          </p:nvSpPr>
          <p:spPr bwMode="auto">
            <a:xfrm>
              <a:off x="4481513" y="5634038"/>
              <a:ext cx="47625" cy="47625"/>
            </a:xfrm>
            <a:custGeom>
              <a:avLst/>
              <a:gdLst/>
              <a:ahLst/>
              <a:cxnLst>
                <a:cxn ang="0">
                  <a:pos x="30" y="30"/>
                </a:cxn>
                <a:cxn ang="0">
                  <a:pos x="0" y="30"/>
                </a:cxn>
                <a:cxn ang="0">
                  <a:pos x="0" y="0"/>
                </a:cxn>
                <a:cxn ang="0">
                  <a:pos x="30" y="0"/>
                </a:cxn>
                <a:cxn ang="0">
                  <a:pos x="30" y="30"/>
                </a:cxn>
                <a:cxn ang="0">
                  <a:pos x="3" y="26"/>
                </a:cxn>
                <a:cxn ang="0">
                  <a:pos x="27" y="26"/>
                </a:cxn>
                <a:cxn ang="0">
                  <a:pos x="27" y="3"/>
                </a:cxn>
                <a:cxn ang="0">
                  <a:pos x="3" y="3"/>
                </a:cxn>
                <a:cxn ang="0">
                  <a:pos x="3" y="26"/>
                </a:cxn>
              </a:cxnLst>
              <a:rect l="0" t="0" r="r" b="b"/>
              <a:pathLst>
                <a:path w="30" h="30">
                  <a:moveTo>
                    <a:pt x="30" y="30"/>
                  </a:moveTo>
                  <a:lnTo>
                    <a:pt x="0" y="30"/>
                  </a:lnTo>
                  <a:lnTo>
                    <a:pt x="0" y="0"/>
                  </a:lnTo>
                  <a:lnTo>
                    <a:pt x="30" y="0"/>
                  </a:lnTo>
                  <a:lnTo>
                    <a:pt x="30" y="30"/>
                  </a:lnTo>
                  <a:close/>
                  <a:moveTo>
                    <a:pt x="3" y="26"/>
                  </a:moveTo>
                  <a:lnTo>
                    <a:pt x="27" y="26"/>
                  </a:lnTo>
                  <a:lnTo>
                    <a:pt x="27" y="3"/>
                  </a:lnTo>
                  <a:lnTo>
                    <a:pt x="3" y="3"/>
                  </a:lnTo>
                  <a:lnTo>
                    <a:pt x="3" y="26"/>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60" name="Rectangle 132"/>
            <p:cNvSpPr>
              <a:spLocks noChangeArrowheads="1"/>
            </p:cNvSpPr>
            <p:nvPr/>
          </p:nvSpPr>
          <p:spPr bwMode="auto">
            <a:xfrm>
              <a:off x="4545013" y="5637213"/>
              <a:ext cx="41275" cy="39688"/>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61" name="Freeform 133"/>
            <p:cNvSpPr>
              <a:spLocks noEditPoints="1"/>
            </p:cNvSpPr>
            <p:nvPr/>
          </p:nvSpPr>
          <p:spPr bwMode="auto">
            <a:xfrm>
              <a:off x="4541838" y="5634038"/>
              <a:ext cx="49213" cy="47625"/>
            </a:xfrm>
            <a:custGeom>
              <a:avLst/>
              <a:gdLst/>
              <a:ahLst/>
              <a:cxnLst>
                <a:cxn ang="0">
                  <a:pos x="31" y="30"/>
                </a:cxn>
                <a:cxn ang="0">
                  <a:pos x="0" y="30"/>
                </a:cxn>
                <a:cxn ang="0">
                  <a:pos x="0" y="0"/>
                </a:cxn>
                <a:cxn ang="0">
                  <a:pos x="31" y="0"/>
                </a:cxn>
                <a:cxn ang="0">
                  <a:pos x="31" y="30"/>
                </a:cxn>
                <a:cxn ang="0">
                  <a:pos x="4" y="26"/>
                </a:cxn>
                <a:cxn ang="0">
                  <a:pos x="26" y="26"/>
                </a:cxn>
                <a:cxn ang="0">
                  <a:pos x="26" y="3"/>
                </a:cxn>
                <a:cxn ang="0">
                  <a:pos x="4" y="3"/>
                </a:cxn>
                <a:cxn ang="0">
                  <a:pos x="4" y="26"/>
                </a:cxn>
              </a:cxnLst>
              <a:rect l="0" t="0" r="r" b="b"/>
              <a:pathLst>
                <a:path w="31" h="30">
                  <a:moveTo>
                    <a:pt x="31" y="30"/>
                  </a:moveTo>
                  <a:lnTo>
                    <a:pt x="0" y="30"/>
                  </a:lnTo>
                  <a:lnTo>
                    <a:pt x="0" y="0"/>
                  </a:lnTo>
                  <a:lnTo>
                    <a:pt x="31" y="0"/>
                  </a:lnTo>
                  <a:lnTo>
                    <a:pt x="31" y="30"/>
                  </a:lnTo>
                  <a:close/>
                  <a:moveTo>
                    <a:pt x="4" y="26"/>
                  </a:moveTo>
                  <a:lnTo>
                    <a:pt x="26" y="26"/>
                  </a:lnTo>
                  <a:lnTo>
                    <a:pt x="26" y="3"/>
                  </a:lnTo>
                  <a:lnTo>
                    <a:pt x="4" y="3"/>
                  </a:lnTo>
                  <a:lnTo>
                    <a:pt x="4" y="26"/>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62" name="Rectangle 134"/>
            <p:cNvSpPr>
              <a:spLocks noChangeArrowheads="1"/>
            </p:cNvSpPr>
            <p:nvPr/>
          </p:nvSpPr>
          <p:spPr bwMode="auto">
            <a:xfrm>
              <a:off x="4017963" y="5575300"/>
              <a:ext cx="42863"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63" name="Freeform 135"/>
            <p:cNvSpPr>
              <a:spLocks noEditPoints="1"/>
            </p:cNvSpPr>
            <p:nvPr/>
          </p:nvSpPr>
          <p:spPr bwMode="auto">
            <a:xfrm>
              <a:off x="4016376" y="5572125"/>
              <a:ext cx="47625" cy="49213"/>
            </a:xfrm>
            <a:custGeom>
              <a:avLst/>
              <a:gdLst/>
              <a:ahLst/>
              <a:cxnLst>
                <a:cxn ang="0">
                  <a:pos x="30" y="31"/>
                </a:cxn>
                <a:cxn ang="0">
                  <a:pos x="0" y="31"/>
                </a:cxn>
                <a:cxn ang="0">
                  <a:pos x="0" y="0"/>
                </a:cxn>
                <a:cxn ang="0">
                  <a:pos x="30" y="0"/>
                </a:cxn>
                <a:cxn ang="0">
                  <a:pos x="30" y="31"/>
                </a:cxn>
                <a:cxn ang="0">
                  <a:pos x="3" y="28"/>
                </a:cxn>
                <a:cxn ang="0">
                  <a:pos x="25" y="28"/>
                </a:cxn>
                <a:cxn ang="0">
                  <a:pos x="25" y="4"/>
                </a:cxn>
                <a:cxn ang="0">
                  <a:pos x="3" y="4"/>
                </a:cxn>
                <a:cxn ang="0">
                  <a:pos x="3" y="28"/>
                </a:cxn>
              </a:cxnLst>
              <a:rect l="0" t="0" r="r" b="b"/>
              <a:pathLst>
                <a:path w="30" h="31">
                  <a:moveTo>
                    <a:pt x="30" y="31"/>
                  </a:moveTo>
                  <a:lnTo>
                    <a:pt x="0" y="31"/>
                  </a:lnTo>
                  <a:lnTo>
                    <a:pt x="0" y="0"/>
                  </a:lnTo>
                  <a:lnTo>
                    <a:pt x="30" y="0"/>
                  </a:lnTo>
                  <a:lnTo>
                    <a:pt x="30" y="31"/>
                  </a:lnTo>
                  <a:close/>
                  <a:moveTo>
                    <a:pt x="3" y="28"/>
                  </a:moveTo>
                  <a:lnTo>
                    <a:pt x="25" y="28"/>
                  </a:lnTo>
                  <a:lnTo>
                    <a:pt x="25" y="4"/>
                  </a:lnTo>
                  <a:lnTo>
                    <a:pt x="3" y="4"/>
                  </a:lnTo>
                  <a:lnTo>
                    <a:pt x="3" y="28"/>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64" name="Rectangle 136"/>
            <p:cNvSpPr>
              <a:spLocks noChangeArrowheads="1"/>
            </p:cNvSpPr>
            <p:nvPr/>
          </p:nvSpPr>
          <p:spPr bwMode="auto">
            <a:xfrm>
              <a:off x="4084638" y="5575300"/>
              <a:ext cx="41275"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65" name="Freeform 137"/>
            <p:cNvSpPr>
              <a:spLocks noEditPoints="1"/>
            </p:cNvSpPr>
            <p:nvPr/>
          </p:nvSpPr>
          <p:spPr bwMode="auto">
            <a:xfrm>
              <a:off x="4081463" y="5572125"/>
              <a:ext cx="46038" cy="49213"/>
            </a:xfrm>
            <a:custGeom>
              <a:avLst/>
              <a:gdLst/>
              <a:ahLst/>
              <a:cxnLst>
                <a:cxn ang="0">
                  <a:pos x="29" y="31"/>
                </a:cxn>
                <a:cxn ang="0">
                  <a:pos x="0" y="31"/>
                </a:cxn>
                <a:cxn ang="0">
                  <a:pos x="0" y="0"/>
                </a:cxn>
                <a:cxn ang="0">
                  <a:pos x="29" y="0"/>
                </a:cxn>
                <a:cxn ang="0">
                  <a:pos x="29" y="31"/>
                </a:cxn>
                <a:cxn ang="0">
                  <a:pos x="3" y="28"/>
                </a:cxn>
                <a:cxn ang="0">
                  <a:pos x="26" y="28"/>
                </a:cxn>
                <a:cxn ang="0">
                  <a:pos x="26" y="4"/>
                </a:cxn>
                <a:cxn ang="0">
                  <a:pos x="3" y="4"/>
                </a:cxn>
                <a:cxn ang="0">
                  <a:pos x="3" y="28"/>
                </a:cxn>
              </a:cxnLst>
              <a:rect l="0" t="0" r="r" b="b"/>
              <a:pathLst>
                <a:path w="29" h="31">
                  <a:moveTo>
                    <a:pt x="29" y="31"/>
                  </a:moveTo>
                  <a:lnTo>
                    <a:pt x="0" y="31"/>
                  </a:lnTo>
                  <a:lnTo>
                    <a:pt x="0" y="0"/>
                  </a:lnTo>
                  <a:lnTo>
                    <a:pt x="29" y="0"/>
                  </a:lnTo>
                  <a:lnTo>
                    <a:pt x="29" y="31"/>
                  </a:lnTo>
                  <a:close/>
                  <a:moveTo>
                    <a:pt x="3" y="28"/>
                  </a:moveTo>
                  <a:lnTo>
                    <a:pt x="26" y="28"/>
                  </a:lnTo>
                  <a:lnTo>
                    <a:pt x="26" y="4"/>
                  </a:lnTo>
                  <a:lnTo>
                    <a:pt x="3" y="4"/>
                  </a:lnTo>
                  <a:lnTo>
                    <a:pt x="3" y="28"/>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66" name="Rectangle 138"/>
            <p:cNvSpPr>
              <a:spLocks noChangeArrowheads="1"/>
            </p:cNvSpPr>
            <p:nvPr/>
          </p:nvSpPr>
          <p:spPr bwMode="auto">
            <a:xfrm>
              <a:off x="4017963" y="5637213"/>
              <a:ext cx="42863" cy="39688"/>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67" name="Freeform 139"/>
            <p:cNvSpPr>
              <a:spLocks noEditPoints="1"/>
            </p:cNvSpPr>
            <p:nvPr/>
          </p:nvSpPr>
          <p:spPr bwMode="auto">
            <a:xfrm>
              <a:off x="4016376" y="5634038"/>
              <a:ext cx="47625" cy="47625"/>
            </a:xfrm>
            <a:custGeom>
              <a:avLst/>
              <a:gdLst/>
              <a:ahLst/>
              <a:cxnLst>
                <a:cxn ang="0">
                  <a:pos x="30" y="30"/>
                </a:cxn>
                <a:cxn ang="0">
                  <a:pos x="0" y="30"/>
                </a:cxn>
                <a:cxn ang="0">
                  <a:pos x="0" y="0"/>
                </a:cxn>
                <a:cxn ang="0">
                  <a:pos x="30" y="0"/>
                </a:cxn>
                <a:cxn ang="0">
                  <a:pos x="30" y="30"/>
                </a:cxn>
                <a:cxn ang="0">
                  <a:pos x="3" y="26"/>
                </a:cxn>
                <a:cxn ang="0">
                  <a:pos x="25" y="26"/>
                </a:cxn>
                <a:cxn ang="0">
                  <a:pos x="25" y="3"/>
                </a:cxn>
                <a:cxn ang="0">
                  <a:pos x="3" y="3"/>
                </a:cxn>
                <a:cxn ang="0">
                  <a:pos x="3" y="26"/>
                </a:cxn>
              </a:cxnLst>
              <a:rect l="0" t="0" r="r" b="b"/>
              <a:pathLst>
                <a:path w="30" h="30">
                  <a:moveTo>
                    <a:pt x="30" y="30"/>
                  </a:moveTo>
                  <a:lnTo>
                    <a:pt x="0" y="30"/>
                  </a:lnTo>
                  <a:lnTo>
                    <a:pt x="0" y="0"/>
                  </a:lnTo>
                  <a:lnTo>
                    <a:pt x="30" y="0"/>
                  </a:lnTo>
                  <a:lnTo>
                    <a:pt x="30" y="30"/>
                  </a:lnTo>
                  <a:close/>
                  <a:moveTo>
                    <a:pt x="3" y="26"/>
                  </a:moveTo>
                  <a:lnTo>
                    <a:pt x="25" y="26"/>
                  </a:lnTo>
                  <a:lnTo>
                    <a:pt x="25" y="3"/>
                  </a:lnTo>
                  <a:lnTo>
                    <a:pt x="3" y="3"/>
                  </a:lnTo>
                  <a:lnTo>
                    <a:pt x="3" y="26"/>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68" name="Rectangle 140"/>
            <p:cNvSpPr>
              <a:spLocks noChangeArrowheads="1"/>
            </p:cNvSpPr>
            <p:nvPr/>
          </p:nvSpPr>
          <p:spPr bwMode="auto">
            <a:xfrm>
              <a:off x="4084638" y="5637213"/>
              <a:ext cx="41275" cy="39688"/>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69" name="Freeform 141"/>
            <p:cNvSpPr>
              <a:spLocks noEditPoints="1"/>
            </p:cNvSpPr>
            <p:nvPr/>
          </p:nvSpPr>
          <p:spPr bwMode="auto">
            <a:xfrm>
              <a:off x="4081463" y="5634038"/>
              <a:ext cx="46038" cy="47625"/>
            </a:xfrm>
            <a:custGeom>
              <a:avLst/>
              <a:gdLst/>
              <a:ahLst/>
              <a:cxnLst>
                <a:cxn ang="0">
                  <a:pos x="29" y="30"/>
                </a:cxn>
                <a:cxn ang="0">
                  <a:pos x="0" y="30"/>
                </a:cxn>
                <a:cxn ang="0">
                  <a:pos x="0" y="0"/>
                </a:cxn>
                <a:cxn ang="0">
                  <a:pos x="29" y="0"/>
                </a:cxn>
                <a:cxn ang="0">
                  <a:pos x="29" y="30"/>
                </a:cxn>
                <a:cxn ang="0">
                  <a:pos x="3" y="26"/>
                </a:cxn>
                <a:cxn ang="0">
                  <a:pos x="26" y="26"/>
                </a:cxn>
                <a:cxn ang="0">
                  <a:pos x="26" y="3"/>
                </a:cxn>
                <a:cxn ang="0">
                  <a:pos x="3" y="3"/>
                </a:cxn>
                <a:cxn ang="0">
                  <a:pos x="3" y="26"/>
                </a:cxn>
              </a:cxnLst>
              <a:rect l="0" t="0" r="r" b="b"/>
              <a:pathLst>
                <a:path w="29" h="30">
                  <a:moveTo>
                    <a:pt x="29" y="30"/>
                  </a:moveTo>
                  <a:lnTo>
                    <a:pt x="0" y="30"/>
                  </a:lnTo>
                  <a:lnTo>
                    <a:pt x="0" y="0"/>
                  </a:lnTo>
                  <a:lnTo>
                    <a:pt x="29" y="0"/>
                  </a:lnTo>
                  <a:lnTo>
                    <a:pt x="29" y="30"/>
                  </a:lnTo>
                  <a:close/>
                  <a:moveTo>
                    <a:pt x="3" y="26"/>
                  </a:moveTo>
                  <a:lnTo>
                    <a:pt x="26" y="26"/>
                  </a:lnTo>
                  <a:lnTo>
                    <a:pt x="26" y="3"/>
                  </a:lnTo>
                  <a:lnTo>
                    <a:pt x="3" y="3"/>
                  </a:lnTo>
                  <a:lnTo>
                    <a:pt x="3" y="26"/>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70" name="Rectangle 142"/>
            <p:cNvSpPr>
              <a:spLocks noChangeArrowheads="1"/>
            </p:cNvSpPr>
            <p:nvPr/>
          </p:nvSpPr>
          <p:spPr bwMode="auto">
            <a:xfrm>
              <a:off x="4148138" y="5575300"/>
              <a:ext cx="42863"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71" name="Freeform 143"/>
            <p:cNvSpPr>
              <a:spLocks noEditPoints="1"/>
            </p:cNvSpPr>
            <p:nvPr/>
          </p:nvSpPr>
          <p:spPr bwMode="auto">
            <a:xfrm>
              <a:off x="4144963" y="5572125"/>
              <a:ext cx="49213" cy="49213"/>
            </a:xfrm>
            <a:custGeom>
              <a:avLst/>
              <a:gdLst/>
              <a:ahLst/>
              <a:cxnLst>
                <a:cxn ang="0">
                  <a:pos x="31" y="31"/>
                </a:cxn>
                <a:cxn ang="0">
                  <a:pos x="0" y="31"/>
                </a:cxn>
                <a:cxn ang="0">
                  <a:pos x="0" y="0"/>
                </a:cxn>
                <a:cxn ang="0">
                  <a:pos x="31" y="0"/>
                </a:cxn>
                <a:cxn ang="0">
                  <a:pos x="31" y="31"/>
                </a:cxn>
                <a:cxn ang="0">
                  <a:pos x="5" y="28"/>
                </a:cxn>
                <a:cxn ang="0">
                  <a:pos x="28" y="28"/>
                </a:cxn>
                <a:cxn ang="0">
                  <a:pos x="28" y="4"/>
                </a:cxn>
                <a:cxn ang="0">
                  <a:pos x="5" y="4"/>
                </a:cxn>
                <a:cxn ang="0">
                  <a:pos x="5" y="28"/>
                </a:cxn>
              </a:cxnLst>
              <a:rect l="0" t="0" r="r" b="b"/>
              <a:pathLst>
                <a:path w="31" h="31">
                  <a:moveTo>
                    <a:pt x="31" y="31"/>
                  </a:moveTo>
                  <a:lnTo>
                    <a:pt x="0" y="31"/>
                  </a:lnTo>
                  <a:lnTo>
                    <a:pt x="0" y="0"/>
                  </a:lnTo>
                  <a:lnTo>
                    <a:pt x="31" y="0"/>
                  </a:lnTo>
                  <a:lnTo>
                    <a:pt x="31" y="31"/>
                  </a:lnTo>
                  <a:close/>
                  <a:moveTo>
                    <a:pt x="5" y="28"/>
                  </a:moveTo>
                  <a:lnTo>
                    <a:pt x="28" y="28"/>
                  </a:lnTo>
                  <a:lnTo>
                    <a:pt x="28" y="4"/>
                  </a:lnTo>
                  <a:lnTo>
                    <a:pt x="5" y="4"/>
                  </a:lnTo>
                  <a:lnTo>
                    <a:pt x="5" y="28"/>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72" name="Rectangle 144"/>
            <p:cNvSpPr>
              <a:spLocks noChangeArrowheads="1"/>
            </p:cNvSpPr>
            <p:nvPr/>
          </p:nvSpPr>
          <p:spPr bwMode="auto">
            <a:xfrm>
              <a:off x="4189413" y="5637213"/>
              <a:ext cx="173038" cy="39688"/>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73" name="Freeform 145"/>
            <p:cNvSpPr>
              <a:spLocks noEditPoints="1"/>
            </p:cNvSpPr>
            <p:nvPr/>
          </p:nvSpPr>
          <p:spPr bwMode="auto">
            <a:xfrm>
              <a:off x="4186238" y="5634038"/>
              <a:ext cx="177800" cy="47625"/>
            </a:xfrm>
            <a:custGeom>
              <a:avLst/>
              <a:gdLst/>
              <a:ahLst/>
              <a:cxnLst>
                <a:cxn ang="0">
                  <a:pos x="112" y="30"/>
                </a:cxn>
                <a:cxn ang="0">
                  <a:pos x="0" y="30"/>
                </a:cxn>
                <a:cxn ang="0">
                  <a:pos x="0" y="0"/>
                </a:cxn>
                <a:cxn ang="0">
                  <a:pos x="112" y="0"/>
                </a:cxn>
                <a:cxn ang="0">
                  <a:pos x="112" y="30"/>
                </a:cxn>
                <a:cxn ang="0">
                  <a:pos x="3" y="26"/>
                </a:cxn>
                <a:cxn ang="0">
                  <a:pos x="109" y="26"/>
                </a:cxn>
                <a:cxn ang="0">
                  <a:pos x="109" y="3"/>
                </a:cxn>
                <a:cxn ang="0">
                  <a:pos x="3" y="3"/>
                </a:cxn>
                <a:cxn ang="0">
                  <a:pos x="3" y="26"/>
                </a:cxn>
              </a:cxnLst>
              <a:rect l="0" t="0" r="r" b="b"/>
              <a:pathLst>
                <a:path w="112" h="30">
                  <a:moveTo>
                    <a:pt x="112" y="30"/>
                  </a:moveTo>
                  <a:lnTo>
                    <a:pt x="0" y="30"/>
                  </a:lnTo>
                  <a:lnTo>
                    <a:pt x="0" y="0"/>
                  </a:lnTo>
                  <a:lnTo>
                    <a:pt x="112" y="0"/>
                  </a:lnTo>
                  <a:lnTo>
                    <a:pt x="112" y="30"/>
                  </a:lnTo>
                  <a:close/>
                  <a:moveTo>
                    <a:pt x="3" y="26"/>
                  </a:moveTo>
                  <a:lnTo>
                    <a:pt x="109" y="26"/>
                  </a:lnTo>
                  <a:lnTo>
                    <a:pt x="109" y="3"/>
                  </a:lnTo>
                  <a:lnTo>
                    <a:pt x="3" y="3"/>
                  </a:lnTo>
                  <a:lnTo>
                    <a:pt x="3" y="26"/>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74" name="Rectangle 146"/>
            <p:cNvSpPr>
              <a:spLocks noChangeArrowheads="1"/>
            </p:cNvSpPr>
            <p:nvPr/>
          </p:nvSpPr>
          <p:spPr bwMode="auto">
            <a:xfrm>
              <a:off x="4214813" y="5575300"/>
              <a:ext cx="42863"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75" name="Freeform 147"/>
            <p:cNvSpPr>
              <a:spLocks noEditPoints="1"/>
            </p:cNvSpPr>
            <p:nvPr/>
          </p:nvSpPr>
          <p:spPr bwMode="auto">
            <a:xfrm>
              <a:off x="4211638" y="5572125"/>
              <a:ext cx="47625" cy="49213"/>
            </a:xfrm>
            <a:custGeom>
              <a:avLst/>
              <a:gdLst/>
              <a:ahLst/>
              <a:cxnLst>
                <a:cxn ang="0">
                  <a:pos x="30" y="31"/>
                </a:cxn>
                <a:cxn ang="0">
                  <a:pos x="0" y="31"/>
                </a:cxn>
                <a:cxn ang="0">
                  <a:pos x="0" y="0"/>
                </a:cxn>
                <a:cxn ang="0">
                  <a:pos x="30" y="0"/>
                </a:cxn>
                <a:cxn ang="0">
                  <a:pos x="30" y="31"/>
                </a:cxn>
                <a:cxn ang="0">
                  <a:pos x="3" y="28"/>
                </a:cxn>
                <a:cxn ang="0">
                  <a:pos x="27" y="28"/>
                </a:cxn>
                <a:cxn ang="0">
                  <a:pos x="27" y="4"/>
                </a:cxn>
                <a:cxn ang="0">
                  <a:pos x="3" y="4"/>
                </a:cxn>
                <a:cxn ang="0">
                  <a:pos x="3" y="28"/>
                </a:cxn>
              </a:cxnLst>
              <a:rect l="0" t="0" r="r" b="b"/>
              <a:pathLst>
                <a:path w="30" h="31">
                  <a:moveTo>
                    <a:pt x="30" y="31"/>
                  </a:moveTo>
                  <a:lnTo>
                    <a:pt x="0" y="31"/>
                  </a:lnTo>
                  <a:lnTo>
                    <a:pt x="0" y="0"/>
                  </a:lnTo>
                  <a:lnTo>
                    <a:pt x="30" y="0"/>
                  </a:lnTo>
                  <a:lnTo>
                    <a:pt x="30" y="31"/>
                  </a:lnTo>
                  <a:close/>
                  <a:moveTo>
                    <a:pt x="3" y="28"/>
                  </a:moveTo>
                  <a:lnTo>
                    <a:pt x="27" y="28"/>
                  </a:lnTo>
                  <a:lnTo>
                    <a:pt x="27" y="4"/>
                  </a:lnTo>
                  <a:lnTo>
                    <a:pt x="3" y="4"/>
                  </a:lnTo>
                  <a:lnTo>
                    <a:pt x="3" y="28"/>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76" name="Rectangle 148"/>
            <p:cNvSpPr>
              <a:spLocks noChangeArrowheads="1"/>
            </p:cNvSpPr>
            <p:nvPr/>
          </p:nvSpPr>
          <p:spPr bwMode="auto">
            <a:xfrm>
              <a:off x="4279901" y="5575300"/>
              <a:ext cx="44450"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77" name="Freeform 149"/>
            <p:cNvSpPr>
              <a:spLocks noEditPoints="1"/>
            </p:cNvSpPr>
            <p:nvPr/>
          </p:nvSpPr>
          <p:spPr bwMode="auto">
            <a:xfrm>
              <a:off x="4278313" y="5572125"/>
              <a:ext cx="47625" cy="49213"/>
            </a:xfrm>
            <a:custGeom>
              <a:avLst/>
              <a:gdLst/>
              <a:ahLst/>
              <a:cxnLst>
                <a:cxn ang="0">
                  <a:pos x="30" y="31"/>
                </a:cxn>
                <a:cxn ang="0">
                  <a:pos x="0" y="31"/>
                </a:cxn>
                <a:cxn ang="0">
                  <a:pos x="0" y="0"/>
                </a:cxn>
                <a:cxn ang="0">
                  <a:pos x="30" y="0"/>
                </a:cxn>
                <a:cxn ang="0">
                  <a:pos x="30" y="31"/>
                </a:cxn>
                <a:cxn ang="0">
                  <a:pos x="3" y="28"/>
                </a:cxn>
                <a:cxn ang="0">
                  <a:pos x="25" y="28"/>
                </a:cxn>
                <a:cxn ang="0">
                  <a:pos x="25" y="4"/>
                </a:cxn>
                <a:cxn ang="0">
                  <a:pos x="3" y="4"/>
                </a:cxn>
                <a:cxn ang="0">
                  <a:pos x="3" y="28"/>
                </a:cxn>
              </a:cxnLst>
              <a:rect l="0" t="0" r="r" b="b"/>
              <a:pathLst>
                <a:path w="30" h="31">
                  <a:moveTo>
                    <a:pt x="30" y="31"/>
                  </a:moveTo>
                  <a:lnTo>
                    <a:pt x="0" y="31"/>
                  </a:lnTo>
                  <a:lnTo>
                    <a:pt x="0" y="0"/>
                  </a:lnTo>
                  <a:lnTo>
                    <a:pt x="30" y="0"/>
                  </a:lnTo>
                  <a:lnTo>
                    <a:pt x="30" y="31"/>
                  </a:lnTo>
                  <a:close/>
                  <a:moveTo>
                    <a:pt x="3" y="28"/>
                  </a:moveTo>
                  <a:lnTo>
                    <a:pt x="25" y="28"/>
                  </a:lnTo>
                  <a:lnTo>
                    <a:pt x="25" y="4"/>
                  </a:lnTo>
                  <a:lnTo>
                    <a:pt x="3" y="4"/>
                  </a:lnTo>
                  <a:lnTo>
                    <a:pt x="3" y="28"/>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78" name="Rectangle 150"/>
            <p:cNvSpPr>
              <a:spLocks noChangeArrowheads="1"/>
            </p:cNvSpPr>
            <p:nvPr/>
          </p:nvSpPr>
          <p:spPr bwMode="auto">
            <a:xfrm>
              <a:off x="4346576" y="5575300"/>
              <a:ext cx="41275" cy="4286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79" name="Freeform 151"/>
            <p:cNvSpPr>
              <a:spLocks noEditPoints="1"/>
            </p:cNvSpPr>
            <p:nvPr/>
          </p:nvSpPr>
          <p:spPr bwMode="auto">
            <a:xfrm>
              <a:off x="4343401" y="5572125"/>
              <a:ext cx="46038" cy="49213"/>
            </a:xfrm>
            <a:custGeom>
              <a:avLst/>
              <a:gdLst/>
              <a:ahLst/>
              <a:cxnLst>
                <a:cxn ang="0">
                  <a:pos x="29" y="31"/>
                </a:cxn>
                <a:cxn ang="0">
                  <a:pos x="0" y="31"/>
                </a:cxn>
                <a:cxn ang="0">
                  <a:pos x="0" y="0"/>
                </a:cxn>
                <a:cxn ang="0">
                  <a:pos x="29" y="0"/>
                </a:cxn>
                <a:cxn ang="0">
                  <a:pos x="29" y="31"/>
                </a:cxn>
                <a:cxn ang="0">
                  <a:pos x="4" y="28"/>
                </a:cxn>
                <a:cxn ang="0">
                  <a:pos x="26" y="28"/>
                </a:cxn>
                <a:cxn ang="0">
                  <a:pos x="26" y="4"/>
                </a:cxn>
                <a:cxn ang="0">
                  <a:pos x="4" y="4"/>
                </a:cxn>
                <a:cxn ang="0">
                  <a:pos x="4" y="28"/>
                </a:cxn>
              </a:cxnLst>
              <a:rect l="0" t="0" r="r" b="b"/>
              <a:pathLst>
                <a:path w="29" h="31">
                  <a:moveTo>
                    <a:pt x="29" y="31"/>
                  </a:moveTo>
                  <a:lnTo>
                    <a:pt x="0" y="31"/>
                  </a:lnTo>
                  <a:lnTo>
                    <a:pt x="0" y="0"/>
                  </a:lnTo>
                  <a:lnTo>
                    <a:pt x="29" y="0"/>
                  </a:lnTo>
                  <a:lnTo>
                    <a:pt x="29" y="31"/>
                  </a:lnTo>
                  <a:close/>
                  <a:moveTo>
                    <a:pt x="4" y="28"/>
                  </a:moveTo>
                  <a:lnTo>
                    <a:pt x="26" y="28"/>
                  </a:lnTo>
                  <a:lnTo>
                    <a:pt x="26" y="4"/>
                  </a:lnTo>
                  <a:lnTo>
                    <a:pt x="4" y="4"/>
                  </a:lnTo>
                  <a:lnTo>
                    <a:pt x="4" y="28"/>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80" name="Rectangle 152"/>
            <p:cNvSpPr>
              <a:spLocks noChangeArrowheads="1"/>
            </p:cNvSpPr>
            <p:nvPr/>
          </p:nvSpPr>
          <p:spPr bwMode="auto">
            <a:xfrm>
              <a:off x="4384676" y="5637213"/>
              <a:ext cx="42863" cy="39688"/>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281" name="Freeform 153"/>
            <p:cNvSpPr>
              <a:spLocks noEditPoints="1"/>
            </p:cNvSpPr>
            <p:nvPr/>
          </p:nvSpPr>
          <p:spPr bwMode="auto">
            <a:xfrm>
              <a:off x="4381501" y="5634038"/>
              <a:ext cx="49213" cy="47625"/>
            </a:xfrm>
            <a:custGeom>
              <a:avLst/>
              <a:gdLst/>
              <a:ahLst/>
              <a:cxnLst>
                <a:cxn ang="0">
                  <a:pos x="31" y="30"/>
                </a:cxn>
                <a:cxn ang="0">
                  <a:pos x="0" y="30"/>
                </a:cxn>
                <a:cxn ang="0">
                  <a:pos x="0" y="0"/>
                </a:cxn>
                <a:cxn ang="0">
                  <a:pos x="31" y="0"/>
                </a:cxn>
                <a:cxn ang="0">
                  <a:pos x="31" y="30"/>
                </a:cxn>
                <a:cxn ang="0">
                  <a:pos x="4" y="26"/>
                </a:cxn>
                <a:cxn ang="0">
                  <a:pos x="28" y="26"/>
                </a:cxn>
                <a:cxn ang="0">
                  <a:pos x="28" y="3"/>
                </a:cxn>
                <a:cxn ang="0">
                  <a:pos x="4" y="3"/>
                </a:cxn>
                <a:cxn ang="0">
                  <a:pos x="4" y="26"/>
                </a:cxn>
              </a:cxnLst>
              <a:rect l="0" t="0" r="r" b="b"/>
              <a:pathLst>
                <a:path w="31" h="30">
                  <a:moveTo>
                    <a:pt x="31" y="30"/>
                  </a:moveTo>
                  <a:lnTo>
                    <a:pt x="0" y="30"/>
                  </a:lnTo>
                  <a:lnTo>
                    <a:pt x="0" y="0"/>
                  </a:lnTo>
                  <a:lnTo>
                    <a:pt x="31" y="0"/>
                  </a:lnTo>
                  <a:lnTo>
                    <a:pt x="31" y="30"/>
                  </a:lnTo>
                  <a:close/>
                  <a:moveTo>
                    <a:pt x="4" y="26"/>
                  </a:moveTo>
                  <a:lnTo>
                    <a:pt x="28" y="26"/>
                  </a:lnTo>
                  <a:lnTo>
                    <a:pt x="28" y="3"/>
                  </a:lnTo>
                  <a:lnTo>
                    <a:pt x="4" y="3"/>
                  </a:lnTo>
                  <a:lnTo>
                    <a:pt x="4" y="26"/>
                  </a:lnTo>
                  <a:close/>
                </a:path>
              </a:pathLst>
            </a:custGeom>
            <a:solidFill>
              <a:srgbClr val="99999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82" name="Freeform 154"/>
            <p:cNvSpPr>
              <a:spLocks/>
            </p:cNvSpPr>
            <p:nvPr/>
          </p:nvSpPr>
          <p:spPr bwMode="auto">
            <a:xfrm>
              <a:off x="3730626" y="5354638"/>
              <a:ext cx="246063" cy="266700"/>
            </a:xfrm>
            <a:custGeom>
              <a:avLst/>
              <a:gdLst/>
              <a:ahLst/>
              <a:cxnLst>
                <a:cxn ang="0">
                  <a:pos x="0" y="0"/>
                </a:cxn>
                <a:cxn ang="0">
                  <a:pos x="19" y="19"/>
                </a:cxn>
                <a:cxn ang="0">
                  <a:pos x="21" y="86"/>
                </a:cxn>
                <a:cxn ang="0">
                  <a:pos x="34" y="100"/>
                </a:cxn>
                <a:cxn ang="0">
                  <a:pos x="97" y="100"/>
                </a:cxn>
                <a:cxn ang="0">
                  <a:pos x="97" y="105"/>
                </a:cxn>
                <a:cxn ang="0">
                  <a:pos x="34" y="105"/>
                </a:cxn>
                <a:cxn ang="0">
                  <a:pos x="15" y="86"/>
                </a:cxn>
                <a:cxn ang="0">
                  <a:pos x="14" y="19"/>
                </a:cxn>
                <a:cxn ang="0">
                  <a:pos x="0" y="5"/>
                </a:cxn>
                <a:cxn ang="0">
                  <a:pos x="0" y="0"/>
                </a:cxn>
              </a:cxnLst>
              <a:rect l="0" t="0" r="r" b="b"/>
              <a:pathLst>
                <a:path w="97" h="105">
                  <a:moveTo>
                    <a:pt x="0" y="0"/>
                  </a:moveTo>
                  <a:cubicBezTo>
                    <a:pt x="10" y="0"/>
                    <a:pt x="19" y="8"/>
                    <a:pt x="19" y="19"/>
                  </a:cubicBezTo>
                  <a:cubicBezTo>
                    <a:pt x="21" y="86"/>
                    <a:pt x="21" y="86"/>
                    <a:pt x="21" y="86"/>
                  </a:cubicBezTo>
                  <a:cubicBezTo>
                    <a:pt x="21" y="94"/>
                    <a:pt x="27" y="100"/>
                    <a:pt x="34" y="100"/>
                  </a:cubicBezTo>
                  <a:cubicBezTo>
                    <a:pt x="97" y="100"/>
                    <a:pt x="97" y="100"/>
                    <a:pt x="97" y="100"/>
                  </a:cubicBezTo>
                  <a:cubicBezTo>
                    <a:pt x="97" y="105"/>
                    <a:pt x="97" y="105"/>
                    <a:pt x="97" y="105"/>
                  </a:cubicBezTo>
                  <a:cubicBezTo>
                    <a:pt x="34" y="105"/>
                    <a:pt x="34" y="105"/>
                    <a:pt x="34" y="105"/>
                  </a:cubicBezTo>
                  <a:cubicBezTo>
                    <a:pt x="24" y="105"/>
                    <a:pt x="15" y="97"/>
                    <a:pt x="15" y="86"/>
                  </a:cubicBezTo>
                  <a:cubicBezTo>
                    <a:pt x="14" y="19"/>
                    <a:pt x="14" y="19"/>
                    <a:pt x="14" y="19"/>
                  </a:cubicBezTo>
                  <a:cubicBezTo>
                    <a:pt x="14" y="11"/>
                    <a:pt x="8" y="5"/>
                    <a:pt x="0" y="5"/>
                  </a:cubicBezTo>
                  <a:lnTo>
                    <a:pt x="0"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83" name="Rectangle 155"/>
            <p:cNvSpPr>
              <a:spLocks noChangeArrowheads="1"/>
            </p:cNvSpPr>
            <p:nvPr/>
          </p:nvSpPr>
          <p:spPr bwMode="auto">
            <a:xfrm>
              <a:off x="3944938" y="5588000"/>
              <a:ext cx="31750" cy="5080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pic>
          <p:nvPicPr>
            <p:cNvPr id="48284" name="Picture 156"/>
            <p:cNvPicPr>
              <a:picLocks noChangeAspect="1" noChangeArrowheads="1"/>
            </p:cNvPicPr>
            <p:nvPr/>
          </p:nvPicPr>
          <p:blipFill>
            <a:blip r:embed="rId3" cstate="print"/>
            <a:srcRect/>
            <a:stretch>
              <a:fillRect/>
            </a:stretch>
          </p:blipFill>
          <p:spPr bwMode="auto">
            <a:xfrm>
              <a:off x="4759326" y="3919538"/>
              <a:ext cx="282575" cy="481013"/>
            </a:xfrm>
            <a:prstGeom prst="rect">
              <a:avLst/>
            </a:prstGeom>
            <a:noFill/>
            <a:ln w="9525">
              <a:noFill/>
              <a:miter lim="800000"/>
              <a:headEnd/>
              <a:tailEnd/>
            </a:ln>
          </p:spPr>
        </p:pic>
        <p:pic>
          <p:nvPicPr>
            <p:cNvPr id="48285" name="Picture 157"/>
            <p:cNvPicPr>
              <a:picLocks noChangeAspect="1" noChangeArrowheads="1"/>
            </p:cNvPicPr>
            <p:nvPr/>
          </p:nvPicPr>
          <p:blipFill>
            <a:blip r:embed="rId4" cstate="print"/>
            <a:srcRect/>
            <a:stretch>
              <a:fillRect/>
            </a:stretch>
          </p:blipFill>
          <p:spPr bwMode="auto">
            <a:xfrm>
              <a:off x="4895851" y="4232275"/>
              <a:ext cx="146050" cy="168275"/>
            </a:xfrm>
            <a:prstGeom prst="rect">
              <a:avLst/>
            </a:prstGeom>
            <a:noFill/>
            <a:ln w="9525">
              <a:noFill/>
              <a:miter lim="800000"/>
              <a:headEnd/>
              <a:tailEnd/>
            </a:ln>
          </p:spPr>
        </p:pic>
        <p:pic>
          <p:nvPicPr>
            <p:cNvPr id="48286" name="Picture 158"/>
            <p:cNvPicPr>
              <a:picLocks noChangeAspect="1" noChangeArrowheads="1"/>
            </p:cNvPicPr>
            <p:nvPr/>
          </p:nvPicPr>
          <p:blipFill>
            <a:blip r:embed="rId5" cstate="print"/>
            <a:srcRect/>
            <a:stretch>
              <a:fillRect/>
            </a:stretch>
          </p:blipFill>
          <p:spPr bwMode="auto">
            <a:xfrm>
              <a:off x="4759326" y="3863975"/>
              <a:ext cx="90488" cy="107950"/>
            </a:xfrm>
            <a:prstGeom prst="rect">
              <a:avLst/>
            </a:prstGeom>
            <a:noFill/>
            <a:ln w="9525">
              <a:noFill/>
              <a:miter lim="800000"/>
              <a:headEnd/>
              <a:tailEnd/>
            </a:ln>
          </p:spPr>
        </p:pic>
        <p:sp>
          <p:nvSpPr>
            <p:cNvPr id="48287" name="Freeform 159"/>
            <p:cNvSpPr>
              <a:spLocks/>
            </p:cNvSpPr>
            <p:nvPr/>
          </p:nvSpPr>
          <p:spPr bwMode="auto">
            <a:xfrm>
              <a:off x="4743451" y="3852863"/>
              <a:ext cx="68263" cy="50800"/>
            </a:xfrm>
            <a:custGeom>
              <a:avLst/>
              <a:gdLst/>
              <a:ahLst/>
              <a:cxnLst>
                <a:cxn ang="0">
                  <a:pos x="0" y="14"/>
                </a:cxn>
                <a:cxn ang="0">
                  <a:pos x="35" y="0"/>
                </a:cxn>
                <a:cxn ang="0">
                  <a:pos x="43" y="16"/>
                </a:cxn>
                <a:cxn ang="0">
                  <a:pos x="8" y="32"/>
                </a:cxn>
                <a:cxn ang="0">
                  <a:pos x="0" y="14"/>
                </a:cxn>
              </a:cxnLst>
              <a:rect l="0" t="0" r="r" b="b"/>
              <a:pathLst>
                <a:path w="43" h="32">
                  <a:moveTo>
                    <a:pt x="0" y="14"/>
                  </a:moveTo>
                  <a:lnTo>
                    <a:pt x="35" y="0"/>
                  </a:lnTo>
                  <a:lnTo>
                    <a:pt x="43" y="16"/>
                  </a:lnTo>
                  <a:lnTo>
                    <a:pt x="8" y="32"/>
                  </a:lnTo>
                  <a:lnTo>
                    <a:pt x="0" y="1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pic>
          <p:nvPicPr>
            <p:cNvPr id="48288" name="Picture 160"/>
            <p:cNvPicPr>
              <a:picLocks noChangeAspect="1" noChangeArrowheads="1"/>
            </p:cNvPicPr>
            <p:nvPr/>
          </p:nvPicPr>
          <p:blipFill>
            <a:blip r:embed="rId6" cstate="print"/>
            <a:srcRect/>
            <a:stretch>
              <a:fillRect/>
            </a:stretch>
          </p:blipFill>
          <p:spPr bwMode="auto">
            <a:xfrm>
              <a:off x="2965451" y="3249613"/>
              <a:ext cx="228600" cy="573088"/>
            </a:xfrm>
            <a:prstGeom prst="rect">
              <a:avLst/>
            </a:prstGeom>
            <a:noFill/>
            <a:ln w="9525">
              <a:noFill/>
              <a:miter lim="800000"/>
              <a:headEnd/>
              <a:tailEnd/>
            </a:ln>
          </p:spPr>
        </p:pic>
        <p:pic>
          <p:nvPicPr>
            <p:cNvPr id="48289" name="Picture 161"/>
            <p:cNvPicPr>
              <a:picLocks noChangeAspect="1" noChangeArrowheads="1"/>
            </p:cNvPicPr>
            <p:nvPr/>
          </p:nvPicPr>
          <p:blipFill>
            <a:blip r:embed="rId7" cstate="print"/>
            <a:srcRect/>
            <a:stretch>
              <a:fillRect/>
            </a:stretch>
          </p:blipFill>
          <p:spPr bwMode="auto">
            <a:xfrm>
              <a:off x="2965451" y="3640138"/>
              <a:ext cx="130175" cy="182563"/>
            </a:xfrm>
            <a:prstGeom prst="rect">
              <a:avLst/>
            </a:prstGeom>
            <a:noFill/>
            <a:ln w="9525">
              <a:noFill/>
              <a:miter lim="800000"/>
              <a:headEnd/>
              <a:tailEnd/>
            </a:ln>
          </p:spPr>
        </p:pic>
        <p:pic>
          <p:nvPicPr>
            <p:cNvPr id="48290" name="Picture 162"/>
            <p:cNvPicPr>
              <a:picLocks noChangeAspect="1" noChangeArrowheads="1"/>
            </p:cNvPicPr>
            <p:nvPr/>
          </p:nvPicPr>
          <p:blipFill>
            <a:blip r:embed="rId8" cstate="print"/>
            <a:srcRect/>
            <a:stretch>
              <a:fillRect/>
            </a:stretch>
          </p:blipFill>
          <p:spPr bwMode="auto">
            <a:xfrm>
              <a:off x="3095626" y="3176588"/>
              <a:ext cx="100013" cy="114300"/>
            </a:xfrm>
            <a:prstGeom prst="rect">
              <a:avLst/>
            </a:prstGeom>
            <a:noFill/>
            <a:ln w="9525">
              <a:noFill/>
              <a:miter lim="800000"/>
              <a:headEnd/>
              <a:tailEnd/>
            </a:ln>
          </p:spPr>
        </p:pic>
        <p:sp>
          <p:nvSpPr>
            <p:cNvPr id="48291" name="Freeform 163"/>
            <p:cNvSpPr>
              <a:spLocks/>
            </p:cNvSpPr>
            <p:nvPr/>
          </p:nvSpPr>
          <p:spPr bwMode="auto">
            <a:xfrm>
              <a:off x="3135313" y="3168650"/>
              <a:ext cx="65088" cy="44450"/>
            </a:xfrm>
            <a:custGeom>
              <a:avLst/>
              <a:gdLst/>
              <a:ahLst/>
              <a:cxnLst>
                <a:cxn ang="0">
                  <a:pos x="5" y="0"/>
                </a:cxn>
                <a:cxn ang="0">
                  <a:pos x="41" y="8"/>
                </a:cxn>
                <a:cxn ang="0">
                  <a:pos x="37" y="28"/>
                </a:cxn>
                <a:cxn ang="0">
                  <a:pos x="0" y="19"/>
                </a:cxn>
                <a:cxn ang="0">
                  <a:pos x="5" y="0"/>
                </a:cxn>
              </a:cxnLst>
              <a:rect l="0" t="0" r="r" b="b"/>
              <a:pathLst>
                <a:path w="41" h="28">
                  <a:moveTo>
                    <a:pt x="5" y="0"/>
                  </a:moveTo>
                  <a:lnTo>
                    <a:pt x="41" y="8"/>
                  </a:lnTo>
                  <a:lnTo>
                    <a:pt x="37" y="28"/>
                  </a:lnTo>
                  <a:lnTo>
                    <a:pt x="0" y="19"/>
                  </a:lnTo>
                  <a:lnTo>
                    <a:pt x="5"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92" name="Freeform 164"/>
            <p:cNvSpPr>
              <a:spLocks/>
            </p:cNvSpPr>
            <p:nvPr/>
          </p:nvSpPr>
          <p:spPr bwMode="auto">
            <a:xfrm>
              <a:off x="4591051" y="4554538"/>
              <a:ext cx="422275" cy="652463"/>
            </a:xfrm>
            <a:custGeom>
              <a:avLst/>
              <a:gdLst/>
              <a:ahLst/>
              <a:cxnLst>
                <a:cxn ang="0">
                  <a:pos x="266" y="40"/>
                </a:cxn>
                <a:cxn ang="0">
                  <a:pos x="79" y="411"/>
                </a:cxn>
                <a:cxn ang="0">
                  <a:pos x="0" y="372"/>
                </a:cxn>
                <a:cxn ang="0">
                  <a:pos x="186" y="0"/>
                </a:cxn>
                <a:cxn ang="0">
                  <a:pos x="266" y="40"/>
                </a:cxn>
              </a:cxnLst>
              <a:rect l="0" t="0" r="r" b="b"/>
              <a:pathLst>
                <a:path w="266" h="411">
                  <a:moveTo>
                    <a:pt x="266" y="40"/>
                  </a:moveTo>
                  <a:lnTo>
                    <a:pt x="79" y="411"/>
                  </a:lnTo>
                  <a:lnTo>
                    <a:pt x="0" y="372"/>
                  </a:lnTo>
                  <a:lnTo>
                    <a:pt x="186" y="0"/>
                  </a:lnTo>
                  <a:lnTo>
                    <a:pt x="266" y="4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93" name="Freeform 165"/>
            <p:cNvSpPr>
              <a:spLocks/>
            </p:cNvSpPr>
            <p:nvPr/>
          </p:nvSpPr>
          <p:spPr bwMode="auto">
            <a:xfrm>
              <a:off x="4651376" y="4584700"/>
              <a:ext cx="354013" cy="619125"/>
            </a:xfrm>
            <a:custGeom>
              <a:avLst/>
              <a:gdLst/>
              <a:ahLst/>
              <a:cxnLst>
                <a:cxn ang="0">
                  <a:pos x="223" y="20"/>
                </a:cxn>
                <a:cxn ang="0">
                  <a:pos x="37" y="390"/>
                </a:cxn>
                <a:cxn ang="0">
                  <a:pos x="0" y="371"/>
                </a:cxn>
                <a:cxn ang="0">
                  <a:pos x="186" y="0"/>
                </a:cxn>
                <a:cxn ang="0">
                  <a:pos x="223" y="20"/>
                </a:cxn>
              </a:cxnLst>
              <a:rect l="0" t="0" r="r" b="b"/>
              <a:pathLst>
                <a:path w="223" h="390">
                  <a:moveTo>
                    <a:pt x="223" y="20"/>
                  </a:moveTo>
                  <a:lnTo>
                    <a:pt x="37" y="390"/>
                  </a:lnTo>
                  <a:lnTo>
                    <a:pt x="0" y="371"/>
                  </a:lnTo>
                  <a:lnTo>
                    <a:pt x="186" y="0"/>
                  </a:lnTo>
                  <a:lnTo>
                    <a:pt x="223" y="20"/>
                  </a:lnTo>
                  <a:close/>
                </a:path>
              </a:pathLst>
            </a:custGeom>
            <a:solidFill>
              <a:srgbClr val="E8E8E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94" name="Freeform 166"/>
            <p:cNvSpPr>
              <a:spLocks/>
            </p:cNvSpPr>
            <p:nvPr/>
          </p:nvSpPr>
          <p:spPr bwMode="auto">
            <a:xfrm>
              <a:off x="4664076" y="5084763"/>
              <a:ext cx="53975" cy="50800"/>
            </a:xfrm>
            <a:custGeom>
              <a:avLst/>
              <a:gdLst/>
              <a:ahLst/>
              <a:cxnLst>
                <a:cxn ang="0">
                  <a:pos x="14" y="3"/>
                </a:cxn>
                <a:cxn ang="0">
                  <a:pos x="19" y="14"/>
                </a:cxn>
                <a:cxn ang="0">
                  <a:pos x="7" y="18"/>
                </a:cxn>
                <a:cxn ang="0">
                  <a:pos x="2" y="6"/>
                </a:cxn>
                <a:cxn ang="0">
                  <a:pos x="14" y="3"/>
                </a:cxn>
              </a:cxnLst>
              <a:rect l="0" t="0" r="r" b="b"/>
              <a:pathLst>
                <a:path w="21" h="20">
                  <a:moveTo>
                    <a:pt x="14" y="3"/>
                  </a:moveTo>
                  <a:cubicBezTo>
                    <a:pt x="19" y="5"/>
                    <a:pt x="21" y="10"/>
                    <a:pt x="19" y="14"/>
                  </a:cubicBezTo>
                  <a:cubicBezTo>
                    <a:pt x="17" y="19"/>
                    <a:pt x="11" y="20"/>
                    <a:pt x="7" y="18"/>
                  </a:cubicBezTo>
                  <a:cubicBezTo>
                    <a:pt x="2" y="16"/>
                    <a:pt x="0" y="10"/>
                    <a:pt x="2" y="6"/>
                  </a:cubicBezTo>
                  <a:cubicBezTo>
                    <a:pt x="4" y="2"/>
                    <a:pt x="10" y="0"/>
                    <a:pt x="14" y="3"/>
                  </a:cubicBezTo>
                  <a:close/>
                </a:path>
              </a:pathLst>
            </a:custGeom>
            <a:solidFill>
              <a:srgbClr val="34B9D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95" name="Freeform 167"/>
            <p:cNvSpPr>
              <a:spLocks/>
            </p:cNvSpPr>
            <p:nvPr/>
          </p:nvSpPr>
          <p:spPr bwMode="auto">
            <a:xfrm>
              <a:off x="4895851" y="4625975"/>
              <a:ext cx="53975" cy="49213"/>
            </a:xfrm>
            <a:custGeom>
              <a:avLst/>
              <a:gdLst/>
              <a:ahLst/>
              <a:cxnLst>
                <a:cxn ang="0">
                  <a:pos x="14" y="2"/>
                </a:cxn>
                <a:cxn ang="0">
                  <a:pos x="18" y="14"/>
                </a:cxn>
                <a:cxn ang="0">
                  <a:pos x="6" y="17"/>
                </a:cxn>
                <a:cxn ang="0">
                  <a:pos x="2" y="5"/>
                </a:cxn>
                <a:cxn ang="0">
                  <a:pos x="14" y="2"/>
                </a:cxn>
              </a:cxnLst>
              <a:rect l="0" t="0" r="r" b="b"/>
              <a:pathLst>
                <a:path w="21" h="19">
                  <a:moveTo>
                    <a:pt x="14" y="2"/>
                  </a:moveTo>
                  <a:cubicBezTo>
                    <a:pt x="19" y="4"/>
                    <a:pt x="21" y="10"/>
                    <a:pt x="18" y="14"/>
                  </a:cubicBezTo>
                  <a:cubicBezTo>
                    <a:pt x="16" y="18"/>
                    <a:pt x="11" y="19"/>
                    <a:pt x="6" y="17"/>
                  </a:cubicBezTo>
                  <a:cubicBezTo>
                    <a:pt x="2" y="15"/>
                    <a:pt x="0" y="10"/>
                    <a:pt x="2" y="5"/>
                  </a:cubicBezTo>
                  <a:cubicBezTo>
                    <a:pt x="4" y="1"/>
                    <a:pt x="9" y="0"/>
                    <a:pt x="14" y="2"/>
                  </a:cubicBezTo>
                  <a:close/>
                </a:path>
              </a:pathLst>
            </a:custGeom>
            <a:solidFill>
              <a:srgbClr val="34B9D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96" name="Freeform 168"/>
            <p:cNvSpPr>
              <a:spLocks/>
            </p:cNvSpPr>
            <p:nvPr/>
          </p:nvSpPr>
          <p:spPr bwMode="auto">
            <a:xfrm>
              <a:off x="4621213" y="5076825"/>
              <a:ext cx="33338" cy="22225"/>
            </a:xfrm>
            <a:custGeom>
              <a:avLst/>
              <a:gdLst/>
              <a:ahLst/>
              <a:cxnLst>
                <a:cxn ang="0">
                  <a:pos x="21" y="9"/>
                </a:cxn>
                <a:cxn ang="0">
                  <a:pos x="18" y="14"/>
                </a:cxn>
                <a:cxn ang="0">
                  <a:pos x="0" y="6"/>
                </a:cxn>
                <a:cxn ang="0">
                  <a:pos x="2" y="0"/>
                </a:cxn>
                <a:cxn ang="0">
                  <a:pos x="21" y="9"/>
                </a:cxn>
              </a:cxnLst>
              <a:rect l="0" t="0" r="r" b="b"/>
              <a:pathLst>
                <a:path w="21" h="14">
                  <a:moveTo>
                    <a:pt x="21" y="9"/>
                  </a:moveTo>
                  <a:lnTo>
                    <a:pt x="18" y="14"/>
                  </a:lnTo>
                  <a:lnTo>
                    <a:pt x="0" y="6"/>
                  </a:lnTo>
                  <a:lnTo>
                    <a:pt x="2" y="0"/>
                  </a:lnTo>
                  <a:lnTo>
                    <a:pt x="21" y="9"/>
                  </a:lnTo>
                  <a:close/>
                </a:path>
              </a:pathLst>
            </a:custGeom>
            <a:solidFill>
              <a:srgbClr val="CC7B7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97" name="Freeform 169"/>
            <p:cNvSpPr>
              <a:spLocks/>
            </p:cNvSpPr>
            <p:nvPr/>
          </p:nvSpPr>
          <p:spPr bwMode="auto">
            <a:xfrm>
              <a:off x="4633913" y="5051425"/>
              <a:ext cx="17463" cy="14288"/>
            </a:xfrm>
            <a:custGeom>
              <a:avLst/>
              <a:gdLst/>
              <a:ahLst/>
              <a:cxnLst>
                <a:cxn ang="0">
                  <a:pos x="11" y="5"/>
                </a:cxn>
                <a:cxn ang="0">
                  <a:pos x="8" y="9"/>
                </a:cxn>
                <a:cxn ang="0">
                  <a:pos x="0" y="6"/>
                </a:cxn>
                <a:cxn ang="0">
                  <a:pos x="3" y="0"/>
                </a:cxn>
                <a:cxn ang="0">
                  <a:pos x="11" y="5"/>
                </a:cxn>
              </a:cxnLst>
              <a:rect l="0" t="0" r="r" b="b"/>
              <a:pathLst>
                <a:path w="11" h="9">
                  <a:moveTo>
                    <a:pt x="11" y="5"/>
                  </a:moveTo>
                  <a:lnTo>
                    <a:pt x="8" y="9"/>
                  </a:lnTo>
                  <a:lnTo>
                    <a:pt x="0" y="6"/>
                  </a:lnTo>
                  <a:lnTo>
                    <a:pt x="3" y="0"/>
                  </a:lnTo>
                  <a:lnTo>
                    <a:pt x="11" y="5"/>
                  </a:lnTo>
                  <a:close/>
                </a:path>
              </a:pathLst>
            </a:custGeom>
            <a:solidFill>
              <a:srgbClr val="6B6B6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98" name="Freeform 170"/>
            <p:cNvSpPr>
              <a:spLocks/>
            </p:cNvSpPr>
            <p:nvPr/>
          </p:nvSpPr>
          <p:spPr bwMode="auto">
            <a:xfrm>
              <a:off x="4649788" y="5018088"/>
              <a:ext cx="20638" cy="17463"/>
            </a:xfrm>
            <a:custGeom>
              <a:avLst/>
              <a:gdLst/>
              <a:ahLst/>
              <a:cxnLst>
                <a:cxn ang="0">
                  <a:pos x="13" y="5"/>
                </a:cxn>
                <a:cxn ang="0">
                  <a:pos x="9" y="11"/>
                </a:cxn>
                <a:cxn ang="0">
                  <a:pos x="0" y="6"/>
                </a:cxn>
                <a:cxn ang="0">
                  <a:pos x="3" y="0"/>
                </a:cxn>
                <a:cxn ang="0">
                  <a:pos x="13" y="5"/>
                </a:cxn>
              </a:cxnLst>
              <a:rect l="0" t="0" r="r" b="b"/>
              <a:pathLst>
                <a:path w="13" h="11">
                  <a:moveTo>
                    <a:pt x="13" y="5"/>
                  </a:moveTo>
                  <a:lnTo>
                    <a:pt x="9" y="11"/>
                  </a:lnTo>
                  <a:lnTo>
                    <a:pt x="0" y="6"/>
                  </a:lnTo>
                  <a:lnTo>
                    <a:pt x="3" y="0"/>
                  </a:lnTo>
                  <a:lnTo>
                    <a:pt x="13" y="5"/>
                  </a:lnTo>
                  <a:close/>
                </a:path>
              </a:pathLst>
            </a:custGeom>
            <a:solidFill>
              <a:srgbClr val="6B6B6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299" name="Freeform 171"/>
            <p:cNvSpPr>
              <a:spLocks/>
            </p:cNvSpPr>
            <p:nvPr/>
          </p:nvSpPr>
          <p:spPr bwMode="auto">
            <a:xfrm>
              <a:off x="4664076" y="4984750"/>
              <a:ext cx="20638" cy="17463"/>
            </a:xfrm>
            <a:custGeom>
              <a:avLst/>
              <a:gdLst/>
              <a:ahLst/>
              <a:cxnLst>
                <a:cxn ang="0">
                  <a:pos x="13" y="5"/>
                </a:cxn>
                <a:cxn ang="0">
                  <a:pos x="10" y="11"/>
                </a:cxn>
                <a:cxn ang="0">
                  <a:pos x="0" y="7"/>
                </a:cxn>
                <a:cxn ang="0">
                  <a:pos x="4" y="0"/>
                </a:cxn>
                <a:cxn ang="0">
                  <a:pos x="13" y="5"/>
                </a:cxn>
              </a:cxnLst>
              <a:rect l="0" t="0" r="r" b="b"/>
              <a:pathLst>
                <a:path w="13" h="11">
                  <a:moveTo>
                    <a:pt x="13" y="5"/>
                  </a:moveTo>
                  <a:lnTo>
                    <a:pt x="10" y="11"/>
                  </a:lnTo>
                  <a:lnTo>
                    <a:pt x="0" y="7"/>
                  </a:lnTo>
                  <a:lnTo>
                    <a:pt x="4" y="0"/>
                  </a:lnTo>
                  <a:lnTo>
                    <a:pt x="13" y="5"/>
                  </a:lnTo>
                  <a:close/>
                </a:path>
              </a:pathLst>
            </a:custGeom>
            <a:solidFill>
              <a:srgbClr val="6B6B6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00" name="Freeform 172"/>
            <p:cNvSpPr>
              <a:spLocks/>
            </p:cNvSpPr>
            <p:nvPr/>
          </p:nvSpPr>
          <p:spPr bwMode="auto">
            <a:xfrm>
              <a:off x="4689476" y="4933950"/>
              <a:ext cx="20638" cy="17463"/>
            </a:xfrm>
            <a:custGeom>
              <a:avLst/>
              <a:gdLst/>
              <a:ahLst/>
              <a:cxnLst>
                <a:cxn ang="0">
                  <a:pos x="13" y="5"/>
                </a:cxn>
                <a:cxn ang="0">
                  <a:pos x="10" y="11"/>
                </a:cxn>
                <a:cxn ang="0">
                  <a:pos x="0" y="7"/>
                </a:cxn>
                <a:cxn ang="0">
                  <a:pos x="4" y="0"/>
                </a:cxn>
                <a:cxn ang="0">
                  <a:pos x="13" y="5"/>
                </a:cxn>
              </a:cxnLst>
              <a:rect l="0" t="0" r="r" b="b"/>
              <a:pathLst>
                <a:path w="13" h="11">
                  <a:moveTo>
                    <a:pt x="13" y="5"/>
                  </a:moveTo>
                  <a:lnTo>
                    <a:pt x="10" y="11"/>
                  </a:lnTo>
                  <a:lnTo>
                    <a:pt x="0" y="7"/>
                  </a:lnTo>
                  <a:lnTo>
                    <a:pt x="4" y="0"/>
                  </a:lnTo>
                  <a:lnTo>
                    <a:pt x="13" y="5"/>
                  </a:lnTo>
                  <a:close/>
                </a:path>
              </a:pathLst>
            </a:custGeom>
            <a:solidFill>
              <a:srgbClr val="6B6B6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01" name="Freeform 173"/>
            <p:cNvSpPr>
              <a:spLocks/>
            </p:cNvSpPr>
            <p:nvPr/>
          </p:nvSpPr>
          <p:spPr bwMode="auto">
            <a:xfrm>
              <a:off x="4708526" y="4903788"/>
              <a:ext cx="20638" cy="14288"/>
            </a:xfrm>
            <a:custGeom>
              <a:avLst/>
              <a:gdLst/>
              <a:ahLst/>
              <a:cxnLst>
                <a:cxn ang="0">
                  <a:pos x="13" y="5"/>
                </a:cxn>
                <a:cxn ang="0">
                  <a:pos x="9" y="9"/>
                </a:cxn>
                <a:cxn ang="0">
                  <a:pos x="0" y="5"/>
                </a:cxn>
                <a:cxn ang="0">
                  <a:pos x="3" y="0"/>
                </a:cxn>
                <a:cxn ang="0">
                  <a:pos x="13" y="5"/>
                </a:cxn>
              </a:cxnLst>
              <a:rect l="0" t="0" r="r" b="b"/>
              <a:pathLst>
                <a:path w="13" h="9">
                  <a:moveTo>
                    <a:pt x="13" y="5"/>
                  </a:moveTo>
                  <a:lnTo>
                    <a:pt x="9" y="9"/>
                  </a:lnTo>
                  <a:lnTo>
                    <a:pt x="0" y="5"/>
                  </a:lnTo>
                  <a:lnTo>
                    <a:pt x="3" y="0"/>
                  </a:lnTo>
                  <a:lnTo>
                    <a:pt x="13" y="5"/>
                  </a:lnTo>
                  <a:close/>
                </a:path>
              </a:pathLst>
            </a:custGeom>
            <a:solidFill>
              <a:srgbClr val="6B6B6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02" name="Freeform 174"/>
            <p:cNvSpPr>
              <a:spLocks/>
            </p:cNvSpPr>
            <p:nvPr/>
          </p:nvSpPr>
          <p:spPr bwMode="auto">
            <a:xfrm>
              <a:off x="4722813" y="4870450"/>
              <a:ext cx="20638" cy="17463"/>
            </a:xfrm>
            <a:custGeom>
              <a:avLst/>
              <a:gdLst/>
              <a:ahLst/>
              <a:cxnLst>
                <a:cxn ang="0">
                  <a:pos x="13" y="5"/>
                </a:cxn>
                <a:cxn ang="0">
                  <a:pos x="10" y="11"/>
                </a:cxn>
                <a:cxn ang="0">
                  <a:pos x="0" y="6"/>
                </a:cxn>
                <a:cxn ang="0">
                  <a:pos x="4" y="0"/>
                </a:cxn>
                <a:cxn ang="0">
                  <a:pos x="13" y="5"/>
                </a:cxn>
              </a:cxnLst>
              <a:rect l="0" t="0" r="r" b="b"/>
              <a:pathLst>
                <a:path w="13" h="11">
                  <a:moveTo>
                    <a:pt x="13" y="5"/>
                  </a:moveTo>
                  <a:lnTo>
                    <a:pt x="10" y="11"/>
                  </a:lnTo>
                  <a:lnTo>
                    <a:pt x="0" y="6"/>
                  </a:lnTo>
                  <a:lnTo>
                    <a:pt x="4" y="0"/>
                  </a:lnTo>
                  <a:lnTo>
                    <a:pt x="13" y="5"/>
                  </a:lnTo>
                  <a:close/>
                </a:path>
              </a:pathLst>
            </a:custGeom>
            <a:solidFill>
              <a:srgbClr val="6B6B6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03" name="Freeform 175"/>
            <p:cNvSpPr>
              <a:spLocks/>
            </p:cNvSpPr>
            <p:nvPr/>
          </p:nvSpPr>
          <p:spPr bwMode="auto">
            <a:xfrm>
              <a:off x="4748213" y="4819650"/>
              <a:ext cx="20638" cy="15875"/>
            </a:xfrm>
            <a:custGeom>
              <a:avLst/>
              <a:gdLst/>
              <a:ahLst/>
              <a:cxnLst>
                <a:cxn ang="0">
                  <a:pos x="13" y="5"/>
                </a:cxn>
                <a:cxn ang="0">
                  <a:pos x="10" y="10"/>
                </a:cxn>
                <a:cxn ang="0">
                  <a:pos x="0" y="6"/>
                </a:cxn>
                <a:cxn ang="0">
                  <a:pos x="4" y="0"/>
                </a:cxn>
                <a:cxn ang="0">
                  <a:pos x="13" y="5"/>
                </a:cxn>
              </a:cxnLst>
              <a:rect l="0" t="0" r="r" b="b"/>
              <a:pathLst>
                <a:path w="13" h="10">
                  <a:moveTo>
                    <a:pt x="13" y="5"/>
                  </a:moveTo>
                  <a:lnTo>
                    <a:pt x="10" y="10"/>
                  </a:lnTo>
                  <a:lnTo>
                    <a:pt x="0" y="6"/>
                  </a:lnTo>
                  <a:lnTo>
                    <a:pt x="4" y="0"/>
                  </a:lnTo>
                  <a:lnTo>
                    <a:pt x="13" y="5"/>
                  </a:lnTo>
                  <a:close/>
                </a:path>
              </a:pathLst>
            </a:custGeom>
            <a:solidFill>
              <a:srgbClr val="6B6B6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04" name="Freeform 176"/>
            <p:cNvSpPr>
              <a:spLocks/>
            </p:cNvSpPr>
            <p:nvPr/>
          </p:nvSpPr>
          <p:spPr bwMode="auto">
            <a:xfrm>
              <a:off x="4767263" y="4786313"/>
              <a:ext cx="17463" cy="17463"/>
            </a:xfrm>
            <a:custGeom>
              <a:avLst/>
              <a:gdLst/>
              <a:ahLst/>
              <a:cxnLst>
                <a:cxn ang="0">
                  <a:pos x="11" y="5"/>
                </a:cxn>
                <a:cxn ang="0">
                  <a:pos x="8" y="11"/>
                </a:cxn>
                <a:cxn ang="0">
                  <a:pos x="0" y="7"/>
                </a:cxn>
                <a:cxn ang="0">
                  <a:pos x="3" y="0"/>
                </a:cxn>
                <a:cxn ang="0">
                  <a:pos x="11" y="5"/>
                </a:cxn>
              </a:cxnLst>
              <a:rect l="0" t="0" r="r" b="b"/>
              <a:pathLst>
                <a:path w="11" h="11">
                  <a:moveTo>
                    <a:pt x="11" y="5"/>
                  </a:moveTo>
                  <a:lnTo>
                    <a:pt x="8" y="11"/>
                  </a:lnTo>
                  <a:lnTo>
                    <a:pt x="0" y="7"/>
                  </a:lnTo>
                  <a:lnTo>
                    <a:pt x="3" y="0"/>
                  </a:lnTo>
                  <a:lnTo>
                    <a:pt x="11" y="5"/>
                  </a:lnTo>
                  <a:close/>
                </a:path>
              </a:pathLst>
            </a:custGeom>
            <a:solidFill>
              <a:srgbClr val="6B6B6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05" name="Freeform 177"/>
            <p:cNvSpPr>
              <a:spLocks/>
            </p:cNvSpPr>
            <p:nvPr/>
          </p:nvSpPr>
          <p:spPr bwMode="auto">
            <a:xfrm>
              <a:off x="4781551" y="4752975"/>
              <a:ext cx="20638" cy="17463"/>
            </a:xfrm>
            <a:custGeom>
              <a:avLst/>
              <a:gdLst/>
              <a:ahLst/>
              <a:cxnLst>
                <a:cxn ang="0">
                  <a:pos x="13" y="5"/>
                </a:cxn>
                <a:cxn ang="0">
                  <a:pos x="10" y="11"/>
                </a:cxn>
                <a:cxn ang="0">
                  <a:pos x="0" y="7"/>
                </a:cxn>
                <a:cxn ang="0">
                  <a:pos x="3" y="0"/>
                </a:cxn>
                <a:cxn ang="0">
                  <a:pos x="13" y="5"/>
                </a:cxn>
              </a:cxnLst>
              <a:rect l="0" t="0" r="r" b="b"/>
              <a:pathLst>
                <a:path w="13" h="11">
                  <a:moveTo>
                    <a:pt x="13" y="5"/>
                  </a:moveTo>
                  <a:lnTo>
                    <a:pt x="10" y="11"/>
                  </a:lnTo>
                  <a:lnTo>
                    <a:pt x="0" y="7"/>
                  </a:lnTo>
                  <a:lnTo>
                    <a:pt x="3" y="0"/>
                  </a:lnTo>
                  <a:lnTo>
                    <a:pt x="13" y="5"/>
                  </a:lnTo>
                  <a:close/>
                </a:path>
              </a:pathLst>
            </a:custGeom>
            <a:solidFill>
              <a:srgbClr val="6B6B6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06" name="Freeform 178"/>
            <p:cNvSpPr>
              <a:spLocks/>
            </p:cNvSpPr>
            <p:nvPr/>
          </p:nvSpPr>
          <p:spPr bwMode="auto">
            <a:xfrm>
              <a:off x="4806951" y="4702175"/>
              <a:ext cx="20638" cy="17463"/>
            </a:xfrm>
            <a:custGeom>
              <a:avLst/>
              <a:gdLst/>
              <a:ahLst/>
              <a:cxnLst>
                <a:cxn ang="0">
                  <a:pos x="13" y="5"/>
                </a:cxn>
                <a:cxn ang="0">
                  <a:pos x="10" y="11"/>
                </a:cxn>
                <a:cxn ang="0">
                  <a:pos x="0" y="7"/>
                </a:cxn>
                <a:cxn ang="0">
                  <a:pos x="3" y="0"/>
                </a:cxn>
                <a:cxn ang="0">
                  <a:pos x="13" y="5"/>
                </a:cxn>
              </a:cxnLst>
              <a:rect l="0" t="0" r="r" b="b"/>
              <a:pathLst>
                <a:path w="13" h="11">
                  <a:moveTo>
                    <a:pt x="13" y="5"/>
                  </a:moveTo>
                  <a:lnTo>
                    <a:pt x="10" y="11"/>
                  </a:lnTo>
                  <a:lnTo>
                    <a:pt x="0" y="7"/>
                  </a:lnTo>
                  <a:lnTo>
                    <a:pt x="3" y="0"/>
                  </a:lnTo>
                  <a:lnTo>
                    <a:pt x="13" y="5"/>
                  </a:lnTo>
                  <a:close/>
                </a:path>
              </a:pathLst>
            </a:custGeom>
            <a:solidFill>
              <a:srgbClr val="6B6B6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07" name="Freeform 179"/>
            <p:cNvSpPr>
              <a:spLocks/>
            </p:cNvSpPr>
            <p:nvPr/>
          </p:nvSpPr>
          <p:spPr bwMode="auto">
            <a:xfrm>
              <a:off x="4824413" y="4672013"/>
              <a:ext cx="19050" cy="15875"/>
            </a:xfrm>
            <a:custGeom>
              <a:avLst/>
              <a:gdLst/>
              <a:ahLst/>
              <a:cxnLst>
                <a:cxn ang="0">
                  <a:pos x="12" y="3"/>
                </a:cxn>
                <a:cxn ang="0">
                  <a:pos x="8" y="10"/>
                </a:cxn>
                <a:cxn ang="0">
                  <a:pos x="0" y="5"/>
                </a:cxn>
                <a:cxn ang="0">
                  <a:pos x="2" y="0"/>
                </a:cxn>
                <a:cxn ang="0">
                  <a:pos x="12" y="3"/>
                </a:cxn>
              </a:cxnLst>
              <a:rect l="0" t="0" r="r" b="b"/>
              <a:pathLst>
                <a:path w="12" h="10">
                  <a:moveTo>
                    <a:pt x="12" y="3"/>
                  </a:moveTo>
                  <a:lnTo>
                    <a:pt x="8" y="10"/>
                  </a:lnTo>
                  <a:lnTo>
                    <a:pt x="0" y="5"/>
                  </a:lnTo>
                  <a:lnTo>
                    <a:pt x="2" y="0"/>
                  </a:lnTo>
                  <a:lnTo>
                    <a:pt x="12" y="3"/>
                  </a:lnTo>
                  <a:close/>
                </a:path>
              </a:pathLst>
            </a:custGeom>
            <a:solidFill>
              <a:srgbClr val="6B6B6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08" name="Freeform 180"/>
            <p:cNvSpPr>
              <a:spLocks/>
            </p:cNvSpPr>
            <p:nvPr/>
          </p:nvSpPr>
          <p:spPr bwMode="auto">
            <a:xfrm>
              <a:off x="4840288" y="4638675"/>
              <a:ext cx="20638" cy="17463"/>
            </a:xfrm>
            <a:custGeom>
              <a:avLst/>
              <a:gdLst/>
              <a:ahLst/>
              <a:cxnLst>
                <a:cxn ang="0">
                  <a:pos x="13" y="5"/>
                </a:cxn>
                <a:cxn ang="0">
                  <a:pos x="10" y="11"/>
                </a:cxn>
                <a:cxn ang="0">
                  <a:pos x="0" y="7"/>
                </a:cxn>
                <a:cxn ang="0">
                  <a:pos x="3" y="0"/>
                </a:cxn>
                <a:cxn ang="0">
                  <a:pos x="13" y="5"/>
                </a:cxn>
              </a:cxnLst>
              <a:rect l="0" t="0" r="r" b="b"/>
              <a:pathLst>
                <a:path w="13" h="11">
                  <a:moveTo>
                    <a:pt x="13" y="5"/>
                  </a:moveTo>
                  <a:lnTo>
                    <a:pt x="10" y="11"/>
                  </a:lnTo>
                  <a:lnTo>
                    <a:pt x="0" y="7"/>
                  </a:lnTo>
                  <a:lnTo>
                    <a:pt x="3" y="0"/>
                  </a:lnTo>
                  <a:lnTo>
                    <a:pt x="13" y="5"/>
                  </a:lnTo>
                  <a:close/>
                </a:path>
              </a:pathLst>
            </a:custGeom>
            <a:solidFill>
              <a:srgbClr val="6B6B6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09" name="Freeform 181"/>
            <p:cNvSpPr>
              <a:spLocks/>
            </p:cNvSpPr>
            <p:nvPr/>
          </p:nvSpPr>
          <p:spPr bwMode="auto">
            <a:xfrm>
              <a:off x="4676776" y="4959350"/>
              <a:ext cx="36513" cy="25400"/>
            </a:xfrm>
            <a:custGeom>
              <a:avLst/>
              <a:gdLst/>
              <a:ahLst/>
              <a:cxnLst>
                <a:cxn ang="0">
                  <a:pos x="23" y="10"/>
                </a:cxn>
                <a:cxn ang="0">
                  <a:pos x="20" y="16"/>
                </a:cxn>
                <a:cxn ang="0">
                  <a:pos x="0" y="7"/>
                </a:cxn>
                <a:cxn ang="0">
                  <a:pos x="4" y="0"/>
                </a:cxn>
                <a:cxn ang="0">
                  <a:pos x="23" y="10"/>
                </a:cxn>
              </a:cxnLst>
              <a:rect l="0" t="0" r="r" b="b"/>
              <a:pathLst>
                <a:path w="23" h="16">
                  <a:moveTo>
                    <a:pt x="23" y="10"/>
                  </a:moveTo>
                  <a:lnTo>
                    <a:pt x="20" y="16"/>
                  </a:lnTo>
                  <a:lnTo>
                    <a:pt x="0" y="7"/>
                  </a:lnTo>
                  <a:lnTo>
                    <a:pt x="4" y="0"/>
                  </a:lnTo>
                  <a:lnTo>
                    <a:pt x="23" y="10"/>
                  </a:lnTo>
                  <a:close/>
                </a:path>
              </a:pathLst>
            </a:custGeom>
            <a:solidFill>
              <a:srgbClr val="CC7B7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10" name="Freeform 182"/>
            <p:cNvSpPr>
              <a:spLocks/>
            </p:cNvSpPr>
            <p:nvPr/>
          </p:nvSpPr>
          <p:spPr bwMode="auto">
            <a:xfrm>
              <a:off x="4735513" y="4845050"/>
              <a:ext cx="36513" cy="25400"/>
            </a:xfrm>
            <a:custGeom>
              <a:avLst/>
              <a:gdLst/>
              <a:ahLst/>
              <a:cxnLst>
                <a:cxn ang="0">
                  <a:pos x="23" y="10"/>
                </a:cxn>
                <a:cxn ang="0">
                  <a:pos x="20" y="16"/>
                </a:cxn>
                <a:cxn ang="0">
                  <a:pos x="0" y="6"/>
                </a:cxn>
                <a:cxn ang="0">
                  <a:pos x="4" y="0"/>
                </a:cxn>
                <a:cxn ang="0">
                  <a:pos x="23" y="10"/>
                </a:cxn>
              </a:cxnLst>
              <a:rect l="0" t="0" r="r" b="b"/>
              <a:pathLst>
                <a:path w="23" h="16">
                  <a:moveTo>
                    <a:pt x="23" y="10"/>
                  </a:moveTo>
                  <a:lnTo>
                    <a:pt x="20" y="16"/>
                  </a:lnTo>
                  <a:lnTo>
                    <a:pt x="0" y="6"/>
                  </a:lnTo>
                  <a:lnTo>
                    <a:pt x="4" y="0"/>
                  </a:lnTo>
                  <a:lnTo>
                    <a:pt x="23" y="10"/>
                  </a:lnTo>
                  <a:close/>
                </a:path>
              </a:pathLst>
            </a:custGeom>
            <a:solidFill>
              <a:srgbClr val="CC7B7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11" name="Freeform 183"/>
            <p:cNvSpPr>
              <a:spLocks/>
            </p:cNvSpPr>
            <p:nvPr/>
          </p:nvSpPr>
          <p:spPr bwMode="auto">
            <a:xfrm>
              <a:off x="4794251" y="4730750"/>
              <a:ext cx="33338" cy="22225"/>
            </a:xfrm>
            <a:custGeom>
              <a:avLst/>
              <a:gdLst/>
              <a:ahLst/>
              <a:cxnLst>
                <a:cxn ang="0">
                  <a:pos x="21" y="8"/>
                </a:cxn>
                <a:cxn ang="0">
                  <a:pos x="18" y="14"/>
                </a:cxn>
                <a:cxn ang="0">
                  <a:pos x="0" y="5"/>
                </a:cxn>
                <a:cxn ang="0">
                  <a:pos x="3" y="0"/>
                </a:cxn>
                <a:cxn ang="0">
                  <a:pos x="21" y="8"/>
                </a:cxn>
              </a:cxnLst>
              <a:rect l="0" t="0" r="r" b="b"/>
              <a:pathLst>
                <a:path w="21" h="14">
                  <a:moveTo>
                    <a:pt x="21" y="8"/>
                  </a:moveTo>
                  <a:lnTo>
                    <a:pt x="18" y="14"/>
                  </a:lnTo>
                  <a:lnTo>
                    <a:pt x="0" y="5"/>
                  </a:lnTo>
                  <a:lnTo>
                    <a:pt x="3" y="0"/>
                  </a:lnTo>
                  <a:lnTo>
                    <a:pt x="21" y="8"/>
                  </a:lnTo>
                  <a:close/>
                </a:path>
              </a:pathLst>
            </a:custGeom>
            <a:solidFill>
              <a:srgbClr val="CC7B7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12" name="Freeform 184"/>
            <p:cNvSpPr>
              <a:spLocks/>
            </p:cNvSpPr>
            <p:nvPr/>
          </p:nvSpPr>
          <p:spPr bwMode="auto">
            <a:xfrm>
              <a:off x="4852988" y="4613275"/>
              <a:ext cx="33338" cy="25400"/>
            </a:xfrm>
            <a:custGeom>
              <a:avLst/>
              <a:gdLst/>
              <a:ahLst/>
              <a:cxnLst>
                <a:cxn ang="0">
                  <a:pos x="21" y="10"/>
                </a:cxn>
                <a:cxn ang="0">
                  <a:pos x="18" y="16"/>
                </a:cxn>
                <a:cxn ang="0">
                  <a:pos x="0" y="7"/>
                </a:cxn>
                <a:cxn ang="0">
                  <a:pos x="3" y="0"/>
                </a:cxn>
                <a:cxn ang="0">
                  <a:pos x="21" y="10"/>
                </a:cxn>
              </a:cxnLst>
              <a:rect l="0" t="0" r="r" b="b"/>
              <a:pathLst>
                <a:path w="21" h="16">
                  <a:moveTo>
                    <a:pt x="21" y="10"/>
                  </a:moveTo>
                  <a:lnTo>
                    <a:pt x="18" y="16"/>
                  </a:lnTo>
                  <a:lnTo>
                    <a:pt x="0" y="7"/>
                  </a:lnTo>
                  <a:lnTo>
                    <a:pt x="3" y="0"/>
                  </a:lnTo>
                  <a:lnTo>
                    <a:pt x="21" y="10"/>
                  </a:lnTo>
                  <a:close/>
                </a:path>
              </a:pathLst>
            </a:custGeom>
            <a:solidFill>
              <a:srgbClr val="CC7B7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13" name="Oval 185"/>
            <p:cNvSpPr>
              <a:spLocks noChangeArrowheads="1"/>
            </p:cNvSpPr>
            <p:nvPr/>
          </p:nvSpPr>
          <p:spPr bwMode="auto">
            <a:xfrm>
              <a:off x="4079876" y="5013325"/>
              <a:ext cx="355600" cy="355600"/>
            </a:xfrm>
            <a:prstGeom prst="ellipse">
              <a:avLst/>
            </a:prstGeom>
            <a:solidFill>
              <a:srgbClr val="EF4B3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14" name="Freeform 186"/>
            <p:cNvSpPr>
              <a:spLocks/>
            </p:cNvSpPr>
            <p:nvPr/>
          </p:nvSpPr>
          <p:spPr bwMode="auto">
            <a:xfrm>
              <a:off x="4203701" y="5119688"/>
              <a:ext cx="147638" cy="144463"/>
            </a:xfrm>
            <a:custGeom>
              <a:avLst/>
              <a:gdLst/>
              <a:ahLst/>
              <a:cxnLst>
                <a:cxn ang="0">
                  <a:pos x="93" y="45"/>
                </a:cxn>
                <a:cxn ang="0">
                  <a:pos x="47" y="67"/>
                </a:cxn>
                <a:cxn ang="0">
                  <a:pos x="0" y="91"/>
                </a:cxn>
                <a:cxn ang="0">
                  <a:pos x="0" y="45"/>
                </a:cxn>
                <a:cxn ang="0">
                  <a:pos x="0" y="0"/>
                </a:cxn>
                <a:cxn ang="0">
                  <a:pos x="47" y="23"/>
                </a:cxn>
                <a:cxn ang="0">
                  <a:pos x="93" y="45"/>
                </a:cxn>
              </a:cxnLst>
              <a:rect l="0" t="0" r="r" b="b"/>
              <a:pathLst>
                <a:path w="93" h="91">
                  <a:moveTo>
                    <a:pt x="93" y="45"/>
                  </a:moveTo>
                  <a:lnTo>
                    <a:pt x="47" y="67"/>
                  </a:lnTo>
                  <a:lnTo>
                    <a:pt x="0" y="91"/>
                  </a:lnTo>
                  <a:lnTo>
                    <a:pt x="0" y="45"/>
                  </a:lnTo>
                  <a:lnTo>
                    <a:pt x="0" y="0"/>
                  </a:lnTo>
                  <a:lnTo>
                    <a:pt x="47" y="23"/>
                  </a:lnTo>
                  <a:lnTo>
                    <a:pt x="93" y="4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15" name="Oval 187"/>
            <p:cNvSpPr>
              <a:spLocks noChangeArrowheads="1"/>
            </p:cNvSpPr>
            <p:nvPr/>
          </p:nvSpPr>
          <p:spPr bwMode="auto">
            <a:xfrm>
              <a:off x="2078038" y="5148263"/>
              <a:ext cx="415925" cy="411163"/>
            </a:xfrm>
            <a:prstGeom prst="ellipse">
              <a:avLst/>
            </a:prstGeom>
            <a:solidFill>
              <a:srgbClr val="34D18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16" name="Freeform 188"/>
            <p:cNvSpPr>
              <a:spLocks noEditPoints="1"/>
            </p:cNvSpPr>
            <p:nvPr/>
          </p:nvSpPr>
          <p:spPr bwMode="auto">
            <a:xfrm>
              <a:off x="2051051" y="5118100"/>
              <a:ext cx="469900" cy="469900"/>
            </a:xfrm>
            <a:custGeom>
              <a:avLst/>
              <a:gdLst/>
              <a:ahLst/>
              <a:cxnLst>
                <a:cxn ang="0">
                  <a:pos x="93" y="185"/>
                </a:cxn>
                <a:cxn ang="0">
                  <a:pos x="0" y="93"/>
                </a:cxn>
                <a:cxn ang="0">
                  <a:pos x="93" y="0"/>
                </a:cxn>
                <a:cxn ang="0">
                  <a:pos x="185" y="93"/>
                </a:cxn>
                <a:cxn ang="0">
                  <a:pos x="93" y="185"/>
                </a:cxn>
                <a:cxn ang="0">
                  <a:pos x="93" y="5"/>
                </a:cxn>
                <a:cxn ang="0">
                  <a:pos x="5" y="93"/>
                </a:cxn>
                <a:cxn ang="0">
                  <a:pos x="93" y="180"/>
                </a:cxn>
                <a:cxn ang="0">
                  <a:pos x="180" y="93"/>
                </a:cxn>
                <a:cxn ang="0">
                  <a:pos x="93" y="5"/>
                </a:cxn>
              </a:cxnLst>
              <a:rect l="0" t="0" r="r" b="b"/>
              <a:pathLst>
                <a:path w="185" h="185">
                  <a:moveTo>
                    <a:pt x="93" y="185"/>
                  </a:moveTo>
                  <a:cubicBezTo>
                    <a:pt x="42" y="185"/>
                    <a:pt x="0" y="144"/>
                    <a:pt x="0" y="93"/>
                  </a:cubicBezTo>
                  <a:cubicBezTo>
                    <a:pt x="0" y="42"/>
                    <a:pt x="42" y="0"/>
                    <a:pt x="93" y="0"/>
                  </a:cubicBezTo>
                  <a:cubicBezTo>
                    <a:pt x="144" y="0"/>
                    <a:pt x="185" y="42"/>
                    <a:pt x="185" y="93"/>
                  </a:cubicBezTo>
                  <a:cubicBezTo>
                    <a:pt x="185" y="144"/>
                    <a:pt x="144" y="185"/>
                    <a:pt x="93" y="185"/>
                  </a:cubicBezTo>
                  <a:close/>
                  <a:moveTo>
                    <a:pt x="93" y="5"/>
                  </a:moveTo>
                  <a:cubicBezTo>
                    <a:pt x="44" y="5"/>
                    <a:pt x="5" y="44"/>
                    <a:pt x="5" y="93"/>
                  </a:cubicBezTo>
                  <a:cubicBezTo>
                    <a:pt x="5" y="141"/>
                    <a:pt x="44" y="180"/>
                    <a:pt x="93" y="180"/>
                  </a:cubicBezTo>
                  <a:cubicBezTo>
                    <a:pt x="141" y="180"/>
                    <a:pt x="180" y="141"/>
                    <a:pt x="180" y="93"/>
                  </a:cubicBezTo>
                  <a:cubicBezTo>
                    <a:pt x="180" y="44"/>
                    <a:pt x="141" y="5"/>
                    <a:pt x="93" y="5"/>
                  </a:cubicBezTo>
                  <a:close/>
                </a:path>
              </a:pathLst>
            </a:custGeom>
            <a:solidFill>
              <a:srgbClr val="34D1BC"/>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pic>
          <p:nvPicPr>
            <p:cNvPr id="48317" name="Picture 189"/>
            <p:cNvPicPr>
              <a:picLocks noChangeAspect="1" noChangeArrowheads="1"/>
            </p:cNvPicPr>
            <p:nvPr/>
          </p:nvPicPr>
          <p:blipFill>
            <a:blip r:embed="rId9" cstate="print"/>
            <a:srcRect/>
            <a:stretch>
              <a:fillRect/>
            </a:stretch>
          </p:blipFill>
          <p:spPr bwMode="auto">
            <a:xfrm>
              <a:off x="2211388" y="5426075"/>
              <a:ext cx="146050" cy="122238"/>
            </a:xfrm>
            <a:prstGeom prst="rect">
              <a:avLst/>
            </a:prstGeom>
            <a:noFill/>
            <a:ln w="9525">
              <a:noFill/>
              <a:miter lim="800000"/>
              <a:headEnd/>
              <a:tailEnd/>
            </a:ln>
          </p:spPr>
        </p:pic>
        <p:sp>
          <p:nvSpPr>
            <p:cNvPr id="48318" name="Oval 190"/>
            <p:cNvSpPr>
              <a:spLocks noChangeArrowheads="1"/>
            </p:cNvSpPr>
            <p:nvPr/>
          </p:nvSpPr>
          <p:spPr bwMode="auto">
            <a:xfrm>
              <a:off x="2211388" y="5257800"/>
              <a:ext cx="149225" cy="187325"/>
            </a:xfrm>
            <a:prstGeom prst="ellipse">
              <a:avLst/>
            </a:prstGeom>
            <a:solidFill>
              <a:srgbClr val="FFF5E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19" name="Freeform 191"/>
            <p:cNvSpPr>
              <a:spLocks/>
            </p:cNvSpPr>
            <p:nvPr/>
          </p:nvSpPr>
          <p:spPr bwMode="auto">
            <a:xfrm>
              <a:off x="2166938" y="5199063"/>
              <a:ext cx="230188" cy="161925"/>
            </a:xfrm>
            <a:custGeom>
              <a:avLst/>
              <a:gdLst/>
              <a:ahLst/>
              <a:cxnLst>
                <a:cxn ang="0">
                  <a:pos x="18" y="62"/>
                </a:cxn>
                <a:cxn ang="0">
                  <a:pos x="5" y="34"/>
                </a:cxn>
                <a:cxn ang="0">
                  <a:pos x="24" y="14"/>
                </a:cxn>
                <a:cxn ang="0">
                  <a:pos x="39" y="0"/>
                </a:cxn>
                <a:cxn ang="0">
                  <a:pos x="51" y="11"/>
                </a:cxn>
                <a:cxn ang="0">
                  <a:pos x="55" y="10"/>
                </a:cxn>
                <a:cxn ang="0">
                  <a:pos x="69" y="12"/>
                </a:cxn>
                <a:cxn ang="0">
                  <a:pos x="87" y="39"/>
                </a:cxn>
                <a:cxn ang="0">
                  <a:pos x="77" y="58"/>
                </a:cxn>
                <a:cxn ang="0">
                  <a:pos x="64" y="40"/>
                </a:cxn>
                <a:cxn ang="0">
                  <a:pos x="36" y="42"/>
                </a:cxn>
                <a:cxn ang="0">
                  <a:pos x="18" y="62"/>
                </a:cxn>
              </a:cxnLst>
              <a:rect l="0" t="0" r="r" b="b"/>
              <a:pathLst>
                <a:path w="90" h="64">
                  <a:moveTo>
                    <a:pt x="18" y="62"/>
                  </a:moveTo>
                  <a:cubicBezTo>
                    <a:pt x="18" y="62"/>
                    <a:pt x="0" y="54"/>
                    <a:pt x="5" y="34"/>
                  </a:cubicBezTo>
                  <a:cubicBezTo>
                    <a:pt x="10" y="14"/>
                    <a:pt x="24" y="14"/>
                    <a:pt x="24" y="14"/>
                  </a:cubicBezTo>
                  <a:cubicBezTo>
                    <a:pt x="28" y="5"/>
                    <a:pt x="37" y="0"/>
                    <a:pt x="39" y="0"/>
                  </a:cubicBezTo>
                  <a:cubicBezTo>
                    <a:pt x="42" y="10"/>
                    <a:pt x="48" y="10"/>
                    <a:pt x="51" y="11"/>
                  </a:cubicBezTo>
                  <a:cubicBezTo>
                    <a:pt x="53" y="11"/>
                    <a:pt x="54" y="11"/>
                    <a:pt x="55" y="10"/>
                  </a:cubicBezTo>
                  <a:cubicBezTo>
                    <a:pt x="63" y="5"/>
                    <a:pt x="69" y="12"/>
                    <a:pt x="69" y="12"/>
                  </a:cubicBezTo>
                  <a:cubicBezTo>
                    <a:pt x="69" y="12"/>
                    <a:pt x="90" y="13"/>
                    <a:pt x="87" y="39"/>
                  </a:cubicBezTo>
                  <a:cubicBezTo>
                    <a:pt x="83" y="64"/>
                    <a:pt x="81" y="54"/>
                    <a:pt x="77" y="58"/>
                  </a:cubicBezTo>
                  <a:cubicBezTo>
                    <a:pt x="73" y="62"/>
                    <a:pt x="66" y="40"/>
                    <a:pt x="64" y="40"/>
                  </a:cubicBezTo>
                  <a:cubicBezTo>
                    <a:pt x="59" y="54"/>
                    <a:pt x="36" y="41"/>
                    <a:pt x="36" y="42"/>
                  </a:cubicBezTo>
                  <a:cubicBezTo>
                    <a:pt x="22" y="47"/>
                    <a:pt x="18" y="62"/>
                    <a:pt x="18" y="62"/>
                  </a:cubicBezTo>
                  <a:close/>
                </a:path>
              </a:pathLst>
            </a:custGeom>
            <a:solidFill>
              <a:srgbClr val="465A7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20" name="Freeform 192"/>
            <p:cNvSpPr>
              <a:spLocks/>
            </p:cNvSpPr>
            <p:nvPr/>
          </p:nvSpPr>
          <p:spPr bwMode="auto">
            <a:xfrm>
              <a:off x="2179638" y="5456238"/>
              <a:ext cx="214313" cy="149225"/>
            </a:xfrm>
            <a:custGeom>
              <a:avLst/>
              <a:gdLst/>
              <a:ahLst/>
              <a:cxnLst>
                <a:cxn ang="0">
                  <a:pos x="63" y="59"/>
                </a:cxn>
                <a:cxn ang="0">
                  <a:pos x="21" y="59"/>
                </a:cxn>
                <a:cxn ang="0">
                  <a:pos x="0" y="38"/>
                </a:cxn>
                <a:cxn ang="0">
                  <a:pos x="0" y="22"/>
                </a:cxn>
                <a:cxn ang="0">
                  <a:pos x="21" y="0"/>
                </a:cxn>
                <a:cxn ang="0">
                  <a:pos x="42" y="23"/>
                </a:cxn>
                <a:cxn ang="0">
                  <a:pos x="61" y="0"/>
                </a:cxn>
                <a:cxn ang="0">
                  <a:pos x="63" y="0"/>
                </a:cxn>
                <a:cxn ang="0">
                  <a:pos x="84" y="22"/>
                </a:cxn>
                <a:cxn ang="0">
                  <a:pos x="84" y="38"/>
                </a:cxn>
                <a:cxn ang="0">
                  <a:pos x="63" y="59"/>
                </a:cxn>
              </a:cxnLst>
              <a:rect l="0" t="0" r="r" b="b"/>
              <a:pathLst>
                <a:path w="84" h="59">
                  <a:moveTo>
                    <a:pt x="63" y="59"/>
                  </a:moveTo>
                  <a:cubicBezTo>
                    <a:pt x="21" y="59"/>
                    <a:pt x="21" y="59"/>
                    <a:pt x="21" y="59"/>
                  </a:cubicBezTo>
                  <a:cubicBezTo>
                    <a:pt x="9" y="59"/>
                    <a:pt x="0" y="50"/>
                    <a:pt x="0" y="38"/>
                  </a:cubicBezTo>
                  <a:cubicBezTo>
                    <a:pt x="0" y="22"/>
                    <a:pt x="0" y="22"/>
                    <a:pt x="0" y="22"/>
                  </a:cubicBezTo>
                  <a:cubicBezTo>
                    <a:pt x="0" y="10"/>
                    <a:pt x="9" y="0"/>
                    <a:pt x="21" y="0"/>
                  </a:cubicBezTo>
                  <a:cubicBezTo>
                    <a:pt x="42" y="23"/>
                    <a:pt x="42" y="23"/>
                    <a:pt x="42" y="23"/>
                  </a:cubicBezTo>
                  <a:cubicBezTo>
                    <a:pt x="61" y="0"/>
                    <a:pt x="61" y="0"/>
                    <a:pt x="61" y="0"/>
                  </a:cubicBezTo>
                  <a:cubicBezTo>
                    <a:pt x="63" y="0"/>
                    <a:pt x="63" y="0"/>
                    <a:pt x="63" y="0"/>
                  </a:cubicBezTo>
                  <a:cubicBezTo>
                    <a:pt x="75" y="0"/>
                    <a:pt x="84" y="10"/>
                    <a:pt x="84" y="22"/>
                  </a:cubicBezTo>
                  <a:cubicBezTo>
                    <a:pt x="84" y="38"/>
                    <a:pt x="84" y="38"/>
                    <a:pt x="84" y="38"/>
                  </a:cubicBezTo>
                  <a:cubicBezTo>
                    <a:pt x="84" y="50"/>
                    <a:pt x="75" y="59"/>
                    <a:pt x="63" y="59"/>
                  </a:cubicBezTo>
                  <a:close/>
                </a:path>
              </a:pathLst>
            </a:custGeom>
            <a:solidFill>
              <a:srgbClr val="348AD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21" name="Freeform 193"/>
            <p:cNvSpPr>
              <a:spLocks/>
            </p:cNvSpPr>
            <p:nvPr/>
          </p:nvSpPr>
          <p:spPr bwMode="auto">
            <a:xfrm>
              <a:off x="2211388" y="5457825"/>
              <a:ext cx="73025" cy="88900"/>
            </a:xfrm>
            <a:custGeom>
              <a:avLst/>
              <a:gdLst/>
              <a:ahLst/>
              <a:cxnLst>
                <a:cxn ang="0">
                  <a:pos x="46" y="56"/>
                </a:cxn>
                <a:cxn ang="0">
                  <a:pos x="0" y="2"/>
                </a:cxn>
                <a:cxn ang="0">
                  <a:pos x="4" y="0"/>
                </a:cxn>
                <a:cxn ang="0">
                  <a:pos x="46" y="45"/>
                </a:cxn>
                <a:cxn ang="0">
                  <a:pos x="46" y="56"/>
                </a:cxn>
              </a:cxnLst>
              <a:rect l="0" t="0" r="r" b="b"/>
              <a:pathLst>
                <a:path w="46" h="56">
                  <a:moveTo>
                    <a:pt x="46" y="56"/>
                  </a:moveTo>
                  <a:lnTo>
                    <a:pt x="0" y="2"/>
                  </a:lnTo>
                  <a:lnTo>
                    <a:pt x="4" y="0"/>
                  </a:lnTo>
                  <a:lnTo>
                    <a:pt x="46" y="45"/>
                  </a:lnTo>
                  <a:lnTo>
                    <a:pt x="46" y="5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22" name="Freeform 194"/>
            <p:cNvSpPr>
              <a:spLocks/>
            </p:cNvSpPr>
            <p:nvPr/>
          </p:nvSpPr>
          <p:spPr bwMode="auto">
            <a:xfrm>
              <a:off x="2284413" y="5457825"/>
              <a:ext cx="76200" cy="88900"/>
            </a:xfrm>
            <a:custGeom>
              <a:avLst/>
              <a:gdLst/>
              <a:ahLst/>
              <a:cxnLst>
                <a:cxn ang="0">
                  <a:pos x="0" y="56"/>
                </a:cxn>
                <a:cxn ang="0">
                  <a:pos x="0" y="45"/>
                </a:cxn>
                <a:cxn ang="0">
                  <a:pos x="40" y="0"/>
                </a:cxn>
                <a:cxn ang="0">
                  <a:pos x="48" y="2"/>
                </a:cxn>
                <a:cxn ang="0">
                  <a:pos x="0" y="56"/>
                </a:cxn>
              </a:cxnLst>
              <a:rect l="0" t="0" r="r" b="b"/>
              <a:pathLst>
                <a:path w="48" h="56">
                  <a:moveTo>
                    <a:pt x="0" y="56"/>
                  </a:moveTo>
                  <a:lnTo>
                    <a:pt x="0" y="45"/>
                  </a:lnTo>
                  <a:lnTo>
                    <a:pt x="40" y="0"/>
                  </a:lnTo>
                  <a:lnTo>
                    <a:pt x="48" y="2"/>
                  </a:lnTo>
                  <a:lnTo>
                    <a:pt x="0" y="5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23" name="Oval 195"/>
            <p:cNvSpPr>
              <a:spLocks noChangeArrowheads="1"/>
            </p:cNvSpPr>
            <p:nvPr/>
          </p:nvSpPr>
          <p:spPr bwMode="auto">
            <a:xfrm>
              <a:off x="2943226" y="2216150"/>
              <a:ext cx="900113" cy="898525"/>
            </a:xfrm>
            <a:prstGeom prst="ellipse">
              <a:avLst/>
            </a:prstGeom>
            <a:solidFill>
              <a:srgbClr val="FFBF5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24" name="Freeform 196"/>
            <p:cNvSpPr>
              <a:spLocks/>
            </p:cNvSpPr>
            <p:nvPr/>
          </p:nvSpPr>
          <p:spPr bwMode="auto">
            <a:xfrm>
              <a:off x="2709863" y="3181350"/>
              <a:ext cx="274638" cy="274638"/>
            </a:xfrm>
            <a:custGeom>
              <a:avLst/>
              <a:gdLst/>
              <a:ahLst/>
              <a:cxnLst>
                <a:cxn ang="0">
                  <a:pos x="54" y="108"/>
                </a:cxn>
                <a:cxn ang="0">
                  <a:pos x="54" y="108"/>
                </a:cxn>
                <a:cxn ang="0">
                  <a:pos x="0" y="54"/>
                </a:cxn>
                <a:cxn ang="0">
                  <a:pos x="54" y="0"/>
                </a:cxn>
                <a:cxn ang="0">
                  <a:pos x="108" y="54"/>
                </a:cxn>
                <a:cxn ang="0">
                  <a:pos x="54" y="108"/>
                </a:cxn>
              </a:cxnLst>
              <a:rect l="0" t="0" r="r" b="b"/>
              <a:pathLst>
                <a:path w="108" h="108">
                  <a:moveTo>
                    <a:pt x="54" y="108"/>
                  </a:moveTo>
                  <a:cubicBezTo>
                    <a:pt x="54" y="108"/>
                    <a:pt x="54" y="108"/>
                    <a:pt x="54" y="108"/>
                  </a:cubicBezTo>
                  <a:cubicBezTo>
                    <a:pt x="54" y="78"/>
                    <a:pt x="30" y="54"/>
                    <a:pt x="0" y="54"/>
                  </a:cubicBezTo>
                  <a:cubicBezTo>
                    <a:pt x="30" y="54"/>
                    <a:pt x="54" y="30"/>
                    <a:pt x="54" y="0"/>
                  </a:cubicBezTo>
                  <a:cubicBezTo>
                    <a:pt x="54" y="30"/>
                    <a:pt x="79" y="54"/>
                    <a:pt x="108" y="54"/>
                  </a:cubicBezTo>
                  <a:cubicBezTo>
                    <a:pt x="79" y="54"/>
                    <a:pt x="54" y="78"/>
                    <a:pt x="54" y="108"/>
                  </a:cubicBez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25" name="Freeform 197"/>
            <p:cNvSpPr>
              <a:spLocks/>
            </p:cNvSpPr>
            <p:nvPr/>
          </p:nvSpPr>
          <p:spPr bwMode="auto">
            <a:xfrm>
              <a:off x="2625726" y="3305175"/>
              <a:ext cx="165100" cy="165100"/>
            </a:xfrm>
            <a:custGeom>
              <a:avLst/>
              <a:gdLst/>
              <a:ahLst/>
              <a:cxnLst>
                <a:cxn ang="0">
                  <a:pos x="33" y="65"/>
                </a:cxn>
                <a:cxn ang="0">
                  <a:pos x="33" y="65"/>
                </a:cxn>
                <a:cxn ang="0">
                  <a:pos x="0" y="32"/>
                </a:cxn>
                <a:cxn ang="0">
                  <a:pos x="33" y="0"/>
                </a:cxn>
                <a:cxn ang="0">
                  <a:pos x="65" y="32"/>
                </a:cxn>
                <a:cxn ang="0">
                  <a:pos x="33" y="65"/>
                </a:cxn>
              </a:cxnLst>
              <a:rect l="0" t="0" r="r" b="b"/>
              <a:pathLst>
                <a:path w="65" h="65">
                  <a:moveTo>
                    <a:pt x="33" y="65"/>
                  </a:moveTo>
                  <a:cubicBezTo>
                    <a:pt x="33" y="65"/>
                    <a:pt x="33" y="65"/>
                    <a:pt x="33" y="65"/>
                  </a:cubicBezTo>
                  <a:cubicBezTo>
                    <a:pt x="33" y="47"/>
                    <a:pt x="18" y="32"/>
                    <a:pt x="0" y="32"/>
                  </a:cubicBezTo>
                  <a:cubicBezTo>
                    <a:pt x="18" y="32"/>
                    <a:pt x="33" y="18"/>
                    <a:pt x="33" y="0"/>
                  </a:cubicBezTo>
                  <a:cubicBezTo>
                    <a:pt x="33" y="18"/>
                    <a:pt x="47" y="32"/>
                    <a:pt x="65" y="32"/>
                  </a:cubicBezTo>
                  <a:cubicBezTo>
                    <a:pt x="47" y="32"/>
                    <a:pt x="33" y="47"/>
                    <a:pt x="33" y="65"/>
                  </a:cubicBezTo>
                  <a:close/>
                </a:path>
              </a:pathLst>
            </a:custGeom>
            <a:solidFill>
              <a:srgbClr val="96C4CC"/>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26" name="Freeform 198"/>
            <p:cNvSpPr>
              <a:spLocks/>
            </p:cNvSpPr>
            <p:nvPr/>
          </p:nvSpPr>
          <p:spPr bwMode="auto">
            <a:xfrm>
              <a:off x="2309813" y="5629275"/>
              <a:ext cx="274638" cy="276225"/>
            </a:xfrm>
            <a:custGeom>
              <a:avLst/>
              <a:gdLst/>
              <a:ahLst/>
              <a:cxnLst>
                <a:cxn ang="0">
                  <a:pos x="54" y="109"/>
                </a:cxn>
                <a:cxn ang="0">
                  <a:pos x="54" y="109"/>
                </a:cxn>
                <a:cxn ang="0">
                  <a:pos x="0" y="54"/>
                </a:cxn>
                <a:cxn ang="0">
                  <a:pos x="54" y="0"/>
                </a:cxn>
                <a:cxn ang="0">
                  <a:pos x="108" y="54"/>
                </a:cxn>
                <a:cxn ang="0">
                  <a:pos x="54" y="109"/>
                </a:cxn>
              </a:cxnLst>
              <a:rect l="0" t="0" r="r" b="b"/>
              <a:pathLst>
                <a:path w="108" h="109">
                  <a:moveTo>
                    <a:pt x="54" y="109"/>
                  </a:moveTo>
                  <a:cubicBezTo>
                    <a:pt x="54" y="109"/>
                    <a:pt x="54" y="109"/>
                    <a:pt x="54" y="109"/>
                  </a:cubicBezTo>
                  <a:cubicBezTo>
                    <a:pt x="54" y="79"/>
                    <a:pt x="30" y="54"/>
                    <a:pt x="0" y="54"/>
                  </a:cubicBezTo>
                  <a:cubicBezTo>
                    <a:pt x="30" y="54"/>
                    <a:pt x="54" y="30"/>
                    <a:pt x="54" y="0"/>
                  </a:cubicBezTo>
                  <a:cubicBezTo>
                    <a:pt x="54" y="30"/>
                    <a:pt x="78" y="54"/>
                    <a:pt x="108" y="54"/>
                  </a:cubicBezTo>
                  <a:cubicBezTo>
                    <a:pt x="78" y="54"/>
                    <a:pt x="54" y="79"/>
                    <a:pt x="54" y="109"/>
                  </a:cubicBezTo>
                  <a:close/>
                </a:path>
              </a:pathLst>
            </a:custGeom>
            <a:solidFill>
              <a:srgbClr val="FDB91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27" name="Freeform 199"/>
            <p:cNvSpPr>
              <a:spLocks/>
            </p:cNvSpPr>
            <p:nvPr/>
          </p:nvSpPr>
          <p:spPr bwMode="auto">
            <a:xfrm>
              <a:off x="2225676" y="5753100"/>
              <a:ext cx="166688" cy="165100"/>
            </a:xfrm>
            <a:custGeom>
              <a:avLst/>
              <a:gdLst/>
              <a:ahLst/>
              <a:cxnLst>
                <a:cxn ang="0">
                  <a:pos x="33" y="65"/>
                </a:cxn>
                <a:cxn ang="0">
                  <a:pos x="33" y="65"/>
                </a:cxn>
                <a:cxn ang="0">
                  <a:pos x="0" y="33"/>
                </a:cxn>
                <a:cxn ang="0">
                  <a:pos x="33" y="0"/>
                </a:cxn>
                <a:cxn ang="0">
                  <a:pos x="65" y="33"/>
                </a:cxn>
                <a:cxn ang="0">
                  <a:pos x="33" y="65"/>
                </a:cxn>
              </a:cxnLst>
              <a:rect l="0" t="0" r="r" b="b"/>
              <a:pathLst>
                <a:path w="65" h="65">
                  <a:moveTo>
                    <a:pt x="33" y="65"/>
                  </a:moveTo>
                  <a:cubicBezTo>
                    <a:pt x="33" y="65"/>
                    <a:pt x="33" y="65"/>
                    <a:pt x="33" y="65"/>
                  </a:cubicBezTo>
                  <a:cubicBezTo>
                    <a:pt x="33" y="47"/>
                    <a:pt x="18" y="33"/>
                    <a:pt x="0" y="33"/>
                  </a:cubicBezTo>
                  <a:cubicBezTo>
                    <a:pt x="18" y="33"/>
                    <a:pt x="33" y="18"/>
                    <a:pt x="33" y="0"/>
                  </a:cubicBezTo>
                  <a:cubicBezTo>
                    <a:pt x="33" y="18"/>
                    <a:pt x="47" y="33"/>
                    <a:pt x="65" y="33"/>
                  </a:cubicBezTo>
                  <a:cubicBezTo>
                    <a:pt x="47" y="33"/>
                    <a:pt x="33" y="47"/>
                    <a:pt x="33" y="65"/>
                  </a:cubicBezTo>
                  <a:close/>
                </a:path>
              </a:pathLst>
            </a:custGeom>
            <a:solidFill>
              <a:srgbClr val="00ADDC"/>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28" name="Freeform 200"/>
            <p:cNvSpPr>
              <a:spLocks/>
            </p:cNvSpPr>
            <p:nvPr/>
          </p:nvSpPr>
          <p:spPr bwMode="auto">
            <a:xfrm>
              <a:off x="4494213" y="4460875"/>
              <a:ext cx="277813" cy="277813"/>
            </a:xfrm>
            <a:custGeom>
              <a:avLst/>
              <a:gdLst/>
              <a:ahLst/>
              <a:cxnLst>
                <a:cxn ang="0">
                  <a:pos x="54" y="109"/>
                </a:cxn>
                <a:cxn ang="0">
                  <a:pos x="54" y="109"/>
                </a:cxn>
                <a:cxn ang="0">
                  <a:pos x="0" y="55"/>
                </a:cxn>
                <a:cxn ang="0">
                  <a:pos x="54" y="0"/>
                </a:cxn>
                <a:cxn ang="0">
                  <a:pos x="109" y="55"/>
                </a:cxn>
                <a:cxn ang="0">
                  <a:pos x="54" y="109"/>
                </a:cxn>
              </a:cxnLst>
              <a:rect l="0" t="0" r="r" b="b"/>
              <a:pathLst>
                <a:path w="109" h="109">
                  <a:moveTo>
                    <a:pt x="54" y="109"/>
                  </a:moveTo>
                  <a:cubicBezTo>
                    <a:pt x="54" y="109"/>
                    <a:pt x="54" y="109"/>
                    <a:pt x="54" y="109"/>
                  </a:cubicBezTo>
                  <a:cubicBezTo>
                    <a:pt x="54" y="79"/>
                    <a:pt x="30" y="55"/>
                    <a:pt x="0" y="55"/>
                  </a:cubicBezTo>
                  <a:cubicBezTo>
                    <a:pt x="30" y="55"/>
                    <a:pt x="54" y="30"/>
                    <a:pt x="54" y="0"/>
                  </a:cubicBezTo>
                  <a:cubicBezTo>
                    <a:pt x="54" y="30"/>
                    <a:pt x="79" y="55"/>
                    <a:pt x="109" y="55"/>
                  </a:cubicBezTo>
                  <a:cubicBezTo>
                    <a:pt x="79" y="55"/>
                    <a:pt x="54" y="79"/>
                    <a:pt x="54" y="109"/>
                  </a:cubicBezTo>
                  <a:close/>
                </a:path>
              </a:pathLst>
            </a:custGeom>
            <a:solidFill>
              <a:srgbClr val="00A65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29" name="Freeform 201"/>
            <p:cNvSpPr>
              <a:spLocks/>
            </p:cNvSpPr>
            <p:nvPr/>
          </p:nvSpPr>
          <p:spPr bwMode="auto">
            <a:xfrm>
              <a:off x="4410076" y="4584700"/>
              <a:ext cx="168275" cy="166688"/>
            </a:xfrm>
            <a:custGeom>
              <a:avLst/>
              <a:gdLst/>
              <a:ahLst/>
              <a:cxnLst>
                <a:cxn ang="0">
                  <a:pos x="33" y="65"/>
                </a:cxn>
                <a:cxn ang="0">
                  <a:pos x="33" y="65"/>
                </a:cxn>
                <a:cxn ang="0">
                  <a:pos x="0" y="33"/>
                </a:cxn>
                <a:cxn ang="0">
                  <a:pos x="33" y="0"/>
                </a:cxn>
                <a:cxn ang="0">
                  <a:pos x="66" y="33"/>
                </a:cxn>
                <a:cxn ang="0">
                  <a:pos x="33" y="65"/>
                </a:cxn>
              </a:cxnLst>
              <a:rect l="0" t="0" r="r" b="b"/>
              <a:pathLst>
                <a:path w="66" h="65">
                  <a:moveTo>
                    <a:pt x="33" y="65"/>
                  </a:moveTo>
                  <a:cubicBezTo>
                    <a:pt x="33" y="65"/>
                    <a:pt x="33" y="65"/>
                    <a:pt x="33" y="65"/>
                  </a:cubicBezTo>
                  <a:cubicBezTo>
                    <a:pt x="33" y="47"/>
                    <a:pt x="18" y="33"/>
                    <a:pt x="0" y="33"/>
                  </a:cubicBezTo>
                  <a:cubicBezTo>
                    <a:pt x="18" y="33"/>
                    <a:pt x="33" y="18"/>
                    <a:pt x="33" y="0"/>
                  </a:cubicBezTo>
                  <a:cubicBezTo>
                    <a:pt x="33" y="18"/>
                    <a:pt x="48" y="33"/>
                    <a:pt x="66" y="33"/>
                  </a:cubicBezTo>
                  <a:cubicBezTo>
                    <a:pt x="48" y="33"/>
                    <a:pt x="33" y="47"/>
                    <a:pt x="33" y="65"/>
                  </a:cubicBezTo>
                  <a:close/>
                </a:path>
              </a:pathLst>
            </a:custGeom>
            <a:solidFill>
              <a:srgbClr val="CBDB2A"/>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30" name="Freeform 202"/>
            <p:cNvSpPr>
              <a:spLocks/>
            </p:cNvSpPr>
            <p:nvPr/>
          </p:nvSpPr>
          <p:spPr bwMode="auto">
            <a:xfrm>
              <a:off x="3257551" y="3725863"/>
              <a:ext cx="438150" cy="334963"/>
            </a:xfrm>
            <a:custGeom>
              <a:avLst/>
              <a:gdLst/>
              <a:ahLst/>
              <a:cxnLst>
                <a:cxn ang="0">
                  <a:pos x="84" y="17"/>
                </a:cxn>
                <a:cxn ang="0">
                  <a:pos x="0" y="15"/>
                </a:cxn>
                <a:cxn ang="0">
                  <a:pos x="0" y="132"/>
                </a:cxn>
                <a:cxn ang="0">
                  <a:pos x="84" y="132"/>
                </a:cxn>
                <a:cxn ang="0">
                  <a:pos x="172" y="132"/>
                </a:cxn>
                <a:cxn ang="0">
                  <a:pos x="172" y="15"/>
                </a:cxn>
                <a:cxn ang="0">
                  <a:pos x="84" y="17"/>
                </a:cxn>
              </a:cxnLst>
              <a:rect l="0" t="0" r="r" b="b"/>
              <a:pathLst>
                <a:path w="172" h="132">
                  <a:moveTo>
                    <a:pt x="84" y="17"/>
                  </a:moveTo>
                  <a:cubicBezTo>
                    <a:pt x="84" y="17"/>
                    <a:pt x="44" y="0"/>
                    <a:pt x="0" y="15"/>
                  </a:cubicBezTo>
                  <a:cubicBezTo>
                    <a:pt x="0" y="43"/>
                    <a:pt x="0" y="132"/>
                    <a:pt x="0" y="132"/>
                  </a:cubicBezTo>
                  <a:cubicBezTo>
                    <a:pt x="84" y="132"/>
                    <a:pt x="84" y="132"/>
                    <a:pt x="84" y="132"/>
                  </a:cubicBezTo>
                  <a:cubicBezTo>
                    <a:pt x="172" y="132"/>
                    <a:pt x="172" y="132"/>
                    <a:pt x="172" y="132"/>
                  </a:cubicBezTo>
                  <a:cubicBezTo>
                    <a:pt x="172" y="132"/>
                    <a:pt x="172" y="43"/>
                    <a:pt x="172" y="15"/>
                  </a:cubicBezTo>
                  <a:cubicBezTo>
                    <a:pt x="127" y="0"/>
                    <a:pt x="84" y="17"/>
                    <a:pt x="84" y="17"/>
                  </a:cubicBezTo>
                  <a:close/>
                </a:path>
              </a:pathLst>
            </a:custGeom>
            <a:solidFill>
              <a:srgbClr val="2C425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31" name="Freeform 203"/>
            <p:cNvSpPr>
              <a:spLocks/>
            </p:cNvSpPr>
            <p:nvPr/>
          </p:nvSpPr>
          <p:spPr bwMode="auto">
            <a:xfrm>
              <a:off x="3267076" y="3719513"/>
              <a:ext cx="414338" cy="331788"/>
            </a:xfrm>
            <a:custGeom>
              <a:avLst/>
              <a:gdLst/>
              <a:ahLst/>
              <a:cxnLst>
                <a:cxn ang="0">
                  <a:pos x="80" y="17"/>
                </a:cxn>
                <a:cxn ang="0">
                  <a:pos x="0" y="15"/>
                </a:cxn>
                <a:cxn ang="0">
                  <a:pos x="0" y="130"/>
                </a:cxn>
                <a:cxn ang="0">
                  <a:pos x="80" y="130"/>
                </a:cxn>
                <a:cxn ang="0">
                  <a:pos x="163" y="130"/>
                </a:cxn>
                <a:cxn ang="0">
                  <a:pos x="163" y="15"/>
                </a:cxn>
                <a:cxn ang="0">
                  <a:pos x="80" y="17"/>
                </a:cxn>
              </a:cxnLst>
              <a:rect l="0" t="0" r="r" b="b"/>
              <a:pathLst>
                <a:path w="163" h="130">
                  <a:moveTo>
                    <a:pt x="80" y="17"/>
                  </a:moveTo>
                  <a:cubicBezTo>
                    <a:pt x="80" y="17"/>
                    <a:pt x="43" y="0"/>
                    <a:pt x="0" y="15"/>
                  </a:cubicBezTo>
                  <a:cubicBezTo>
                    <a:pt x="0" y="42"/>
                    <a:pt x="0" y="130"/>
                    <a:pt x="0" y="130"/>
                  </a:cubicBezTo>
                  <a:cubicBezTo>
                    <a:pt x="80" y="130"/>
                    <a:pt x="80" y="130"/>
                    <a:pt x="80" y="130"/>
                  </a:cubicBezTo>
                  <a:cubicBezTo>
                    <a:pt x="163" y="130"/>
                    <a:pt x="163" y="130"/>
                    <a:pt x="163" y="130"/>
                  </a:cubicBezTo>
                  <a:cubicBezTo>
                    <a:pt x="163" y="130"/>
                    <a:pt x="163" y="42"/>
                    <a:pt x="163" y="15"/>
                  </a:cubicBezTo>
                  <a:cubicBezTo>
                    <a:pt x="121" y="0"/>
                    <a:pt x="80" y="17"/>
                    <a:pt x="80" y="17"/>
                  </a:cubicBezTo>
                  <a:close/>
                </a:path>
              </a:pathLst>
            </a:custGeom>
            <a:solidFill>
              <a:srgbClr val="9EBAD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32" name="Freeform 204"/>
            <p:cNvSpPr>
              <a:spLocks/>
            </p:cNvSpPr>
            <p:nvPr/>
          </p:nvSpPr>
          <p:spPr bwMode="auto">
            <a:xfrm>
              <a:off x="3470276" y="3714750"/>
              <a:ext cx="196850" cy="323850"/>
            </a:xfrm>
            <a:custGeom>
              <a:avLst/>
              <a:gdLst/>
              <a:ahLst/>
              <a:cxnLst>
                <a:cxn ang="0">
                  <a:pos x="0" y="19"/>
                </a:cxn>
                <a:cxn ang="0">
                  <a:pos x="77" y="16"/>
                </a:cxn>
                <a:cxn ang="0">
                  <a:pos x="77" y="127"/>
                </a:cxn>
                <a:cxn ang="0">
                  <a:pos x="0" y="127"/>
                </a:cxn>
                <a:cxn ang="0">
                  <a:pos x="0" y="19"/>
                </a:cxn>
              </a:cxnLst>
              <a:rect l="0" t="0" r="r" b="b"/>
              <a:pathLst>
                <a:path w="77" h="127">
                  <a:moveTo>
                    <a:pt x="0" y="19"/>
                  </a:moveTo>
                  <a:cubicBezTo>
                    <a:pt x="0" y="19"/>
                    <a:pt x="35" y="0"/>
                    <a:pt x="77" y="16"/>
                  </a:cubicBezTo>
                  <a:cubicBezTo>
                    <a:pt x="77" y="43"/>
                    <a:pt x="77" y="127"/>
                    <a:pt x="77" y="127"/>
                  </a:cubicBezTo>
                  <a:cubicBezTo>
                    <a:pt x="0" y="127"/>
                    <a:pt x="0" y="127"/>
                    <a:pt x="0" y="127"/>
                  </a:cubicBezTo>
                  <a:lnTo>
                    <a:pt x="0" y="19"/>
                  </a:lnTo>
                  <a:close/>
                </a:path>
              </a:pathLst>
            </a:custGeom>
            <a:solidFill>
              <a:srgbClr val="EEFD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34" name="Freeform 206"/>
            <p:cNvSpPr>
              <a:spLocks/>
            </p:cNvSpPr>
            <p:nvPr/>
          </p:nvSpPr>
          <p:spPr bwMode="auto">
            <a:xfrm>
              <a:off x="3275013" y="3714750"/>
              <a:ext cx="195263" cy="323850"/>
            </a:xfrm>
            <a:custGeom>
              <a:avLst/>
              <a:gdLst/>
              <a:ahLst/>
              <a:cxnLst>
                <a:cxn ang="0">
                  <a:pos x="77" y="19"/>
                </a:cxn>
                <a:cxn ang="0">
                  <a:pos x="0" y="16"/>
                </a:cxn>
                <a:cxn ang="0">
                  <a:pos x="0" y="127"/>
                </a:cxn>
                <a:cxn ang="0">
                  <a:pos x="77" y="127"/>
                </a:cxn>
                <a:cxn ang="0">
                  <a:pos x="77" y="19"/>
                </a:cxn>
              </a:cxnLst>
              <a:rect l="0" t="0" r="r" b="b"/>
              <a:pathLst>
                <a:path w="77" h="127">
                  <a:moveTo>
                    <a:pt x="77" y="19"/>
                  </a:moveTo>
                  <a:cubicBezTo>
                    <a:pt x="77" y="19"/>
                    <a:pt x="42" y="0"/>
                    <a:pt x="0" y="16"/>
                  </a:cubicBezTo>
                  <a:cubicBezTo>
                    <a:pt x="0" y="43"/>
                    <a:pt x="0" y="127"/>
                    <a:pt x="0" y="127"/>
                  </a:cubicBezTo>
                  <a:cubicBezTo>
                    <a:pt x="77" y="127"/>
                    <a:pt x="77" y="127"/>
                    <a:pt x="77" y="127"/>
                  </a:cubicBezTo>
                  <a:lnTo>
                    <a:pt x="77" y="19"/>
                  </a:lnTo>
                  <a:close/>
                </a:path>
              </a:pathLst>
            </a:custGeom>
            <a:solidFill>
              <a:srgbClr val="EEFD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35" name="Freeform 207"/>
            <p:cNvSpPr>
              <a:spLocks/>
            </p:cNvSpPr>
            <p:nvPr/>
          </p:nvSpPr>
          <p:spPr bwMode="auto">
            <a:xfrm>
              <a:off x="3470276" y="3756025"/>
              <a:ext cx="15875" cy="282575"/>
            </a:xfrm>
            <a:custGeom>
              <a:avLst/>
              <a:gdLst/>
              <a:ahLst/>
              <a:cxnLst>
                <a:cxn ang="0">
                  <a:pos x="6" y="0"/>
                </a:cxn>
                <a:cxn ang="0">
                  <a:pos x="0" y="3"/>
                </a:cxn>
                <a:cxn ang="0">
                  <a:pos x="0" y="111"/>
                </a:cxn>
                <a:cxn ang="0">
                  <a:pos x="6" y="111"/>
                </a:cxn>
                <a:cxn ang="0">
                  <a:pos x="6" y="0"/>
                </a:cxn>
              </a:cxnLst>
              <a:rect l="0" t="0" r="r" b="b"/>
              <a:pathLst>
                <a:path w="6" h="111">
                  <a:moveTo>
                    <a:pt x="6" y="0"/>
                  </a:moveTo>
                  <a:cubicBezTo>
                    <a:pt x="2" y="2"/>
                    <a:pt x="0" y="3"/>
                    <a:pt x="0" y="3"/>
                  </a:cubicBezTo>
                  <a:cubicBezTo>
                    <a:pt x="0" y="111"/>
                    <a:pt x="0" y="111"/>
                    <a:pt x="0" y="111"/>
                  </a:cubicBezTo>
                  <a:cubicBezTo>
                    <a:pt x="6" y="111"/>
                    <a:pt x="6" y="111"/>
                    <a:pt x="6" y="111"/>
                  </a:cubicBezTo>
                  <a:lnTo>
                    <a:pt x="6" y="0"/>
                  </a:lnTo>
                  <a:close/>
                </a:path>
              </a:pathLst>
            </a:custGeom>
            <a:solidFill>
              <a:srgbClr val="DDECF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36" name="Freeform 208"/>
            <p:cNvSpPr>
              <a:spLocks/>
            </p:cNvSpPr>
            <p:nvPr/>
          </p:nvSpPr>
          <p:spPr bwMode="auto">
            <a:xfrm>
              <a:off x="3489326" y="3773488"/>
              <a:ext cx="165100" cy="46038"/>
            </a:xfrm>
            <a:custGeom>
              <a:avLst/>
              <a:gdLst/>
              <a:ahLst/>
              <a:cxnLst>
                <a:cxn ang="0">
                  <a:pos x="0" y="15"/>
                </a:cxn>
                <a:cxn ang="0">
                  <a:pos x="0" y="18"/>
                </a:cxn>
                <a:cxn ang="0">
                  <a:pos x="65" y="15"/>
                </a:cxn>
                <a:cxn ang="0">
                  <a:pos x="65" y="12"/>
                </a:cxn>
                <a:cxn ang="0">
                  <a:pos x="0" y="15"/>
                </a:cxn>
              </a:cxnLst>
              <a:rect l="0" t="0" r="r" b="b"/>
              <a:pathLst>
                <a:path w="65" h="18">
                  <a:moveTo>
                    <a:pt x="0" y="15"/>
                  </a:moveTo>
                  <a:cubicBezTo>
                    <a:pt x="0" y="18"/>
                    <a:pt x="0" y="18"/>
                    <a:pt x="0" y="18"/>
                  </a:cubicBezTo>
                  <a:cubicBezTo>
                    <a:pt x="0" y="18"/>
                    <a:pt x="30" y="3"/>
                    <a:pt x="65" y="15"/>
                  </a:cubicBezTo>
                  <a:cubicBezTo>
                    <a:pt x="65" y="14"/>
                    <a:pt x="65" y="13"/>
                    <a:pt x="65" y="12"/>
                  </a:cubicBezTo>
                  <a:cubicBezTo>
                    <a:pt x="30" y="0"/>
                    <a:pt x="0" y="15"/>
                    <a:pt x="0"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37" name="Freeform 209"/>
            <p:cNvSpPr>
              <a:spLocks/>
            </p:cNvSpPr>
            <p:nvPr/>
          </p:nvSpPr>
          <p:spPr bwMode="auto">
            <a:xfrm>
              <a:off x="3489326" y="3790950"/>
              <a:ext cx="165100" cy="46038"/>
            </a:xfrm>
            <a:custGeom>
              <a:avLst/>
              <a:gdLst/>
              <a:ahLst/>
              <a:cxnLst>
                <a:cxn ang="0">
                  <a:pos x="0" y="15"/>
                </a:cxn>
                <a:cxn ang="0">
                  <a:pos x="0" y="18"/>
                </a:cxn>
                <a:cxn ang="0">
                  <a:pos x="65" y="16"/>
                </a:cxn>
                <a:cxn ang="0">
                  <a:pos x="65" y="13"/>
                </a:cxn>
                <a:cxn ang="0">
                  <a:pos x="0" y="15"/>
                </a:cxn>
              </a:cxnLst>
              <a:rect l="0" t="0" r="r" b="b"/>
              <a:pathLst>
                <a:path w="65" h="18">
                  <a:moveTo>
                    <a:pt x="0" y="15"/>
                  </a:moveTo>
                  <a:cubicBezTo>
                    <a:pt x="0" y="18"/>
                    <a:pt x="0" y="18"/>
                    <a:pt x="0" y="18"/>
                  </a:cubicBezTo>
                  <a:cubicBezTo>
                    <a:pt x="0" y="18"/>
                    <a:pt x="30" y="3"/>
                    <a:pt x="65" y="16"/>
                  </a:cubicBezTo>
                  <a:cubicBezTo>
                    <a:pt x="65" y="15"/>
                    <a:pt x="65" y="14"/>
                    <a:pt x="65" y="13"/>
                  </a:cubicBezTo>
                  <a:cubicBezTo>
                    <a:pt x="30" y="0"/>
                    <a:pt x="0" y="15"/>
                    <a:pt x="0"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38" name="Freeform 210"/>
            <p:cNvSpPr>
              <a:spLocks/>
            </p:cNvSpPr>
            <p:nvPr/>
          </p:nvSpPr>
          <p:spPr bwMode="auto">
            <a:xfrm>
              <a:off x="3489326" y="3811588"/>
              <a:ext cx="165100" cy="46038"/>
            </a:xfrm>
            <a:custGeom>
              <a:avLst/>
              <a:gdLst/>
              <a:ahLst/>
              <a:cxnLst>
                <a:cxn ang="0">
                  <a:pos x="0" y="15"/>
                </a:cxn>
                <a:cxn ang="0">
                  <a:pos x="0" y="18"/>
                </a:cxn>
                <a:cxn ang="0">
                  <a:pos x="65" y="15"/>
                </a:cxn>
                <a:cxn ang="0">
                  <a:pos x="65" y="12"/>
                </a:cxn>
                <a:cxn ang="0">
                  <a:pos x="0" y="15"/>
                </a:cxn>
              </a:cxnLst>
              <a:rect l="0" t="0" r="r" b="b"/>
              <a:pathLst>
                <a:path w="65" h="18">
                  <a:moveTo>
                    <a:pt x="0" y="15"/>
                  </a:moveTo>
                  <a:cubicBezTo>
                    <a:pt x="0" y="18"/>
                    <a:pt x="0" y="18"/>
                    <a:pt x="0" y="18"/>
                  </a:cubicBezTo>
                  <a:cubicBezTo>
                    <a:pt x="0" y="18"/>
                    <a:pt x="30" y="3"/>
                    <a:pt x="65" y="15"/>
                  </a:cubicBezTo>
                  <a:cubicBezTo>
                    <a:pt x="65" y="14"/>
                    <a:pt x="65" y="13"/>
                    <a:pt x="65" y="12"/>
                  </a:cubicBezTo>
                  <a:cubicBezTo>
                    <a:pt x="30" y="0"/>
                    <a:pt x="0" y="15"/>
                    <a:pt x="0"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39" name="Freeform 211"/>
            <p:cNvSpPr>
              <a:spLocks/>
            </p:cNvSpPr>
            <p:nvPr/>
          </p:nvSpPr>
          <p:spPr bwMode="auto">
            <a:xfrm>
              <a:off x="3489326" y="3829050"/>
              <a:ext cx="165100" cy="46038"/>
            </a:xfrm>
            <a:custGeom>
              <a:avLst/>
              <a:gdLst/>
              <a:ahLst/>
              <a:cxnLst>
                <a:cxn ang="0">
                  <a:pos x="0" y="15"/>
                </a:cxn>
                <a:cxn ang="0">
                  <a:pos x="0" y="18"/>
                </a:cxn>
                <a:cxn ang="0">
                  <a:pos x="65" y="16"/>
                </a:cxn>
                <a:cxn ang="0">
                  <a:pos x="65" y="13"/>
                </a:cxn>
                <a:cxn ang="0">
                  <a:pos x="0" y="15"/>
                </a:cxn>
              </a:cxnLst>
              <a:rect l="0" t="0" r="r" b="b"/>
              <a:pathLst>
                <a:path w="65" h="18">
                  <a:moveTo>
                    <a:pt x="0" y="15"/>
                  </a:moveTo>
                  <a:cubicBezTo>
                    <a:pt x="0" y="18"/>
                    <a:pt x="0" y="18"/>
                    <a:pt x="0" y="18"/>
                  </a:cubicBezTo>
                  <a:cubicBezTo>
                    <a:pt x="0" y="18"/>
                    <a:pt x="30" y="3"/>
                    <a:pt x="65" y="16"/>
                  </a:cubicBezTo>
                  <a:cubicBezTo>
                    <a:pt x="65" y="15"/>
                    <a:pt x="65" y="14"/>
                    <a:pt x="65" y="13"/>
                  </a:cubicBezTo>
                  <a:cubicBezTo>
                    <a:pt x="30" y="0"/>
                    <a:pt x="0" y="15"/>
                    <a:pt x="0"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40" name="Freeform 212"/>
            <p:cNvSpPr>
              <a:spLocks/>
            </p:cNvSpPr>
            <p:nvPr/>
          </p:nvSpPr>
          <p:spPr bwMode="auto">
            <a:xfrm>
              <a:off x="3489326" y="3849688"/>
              <a:ext cx="165100" cy="46038"/>
            </a:xfrm>
            <a:custGeom>
              <a:avLst/>
              <a:gdLst/>
              <a:ahLst/>
              <a:cxnLst>
                <a:cxn ang="0">
                  <a:pos x="0" y="15"/>
                </a:cxn>
                <a:cxn ang="0">
                  <a:pos x="0" y="18"/>
                </a:cxn>
                <a:cxn ang="0">
                  <a:pos x="65" y="15"/>
                </a:cxn>
                <a:cxn ang="0">
                  <a:pos x="65" y="12"/>
                </a:cxn>
                <a:cxn ang="0">
                  <a:pos x="0" y="15"/>
                </a:cxn>
              </a:cxnLst>
              <a:rect l="0" t="0" r="r" b="b"/>
              <a:pathLst>
                <a:path w="65" h="18">
                  <a:moveTo>
                    <a:pt x="0" y="15"/>
                  </a:moveTo>
                  <a:cubicBezTo>
                    <a:pt x="0" y="18"/>
                    <a:pt x="0" y="18"/>
                    <a:pt x="0" y="18"/>
                  </a:cubicBezTo>
                  <a:cubicBezTo>
                    <a:pt x="0" y="18"/>
                    <a:pt x="30" y="3"/>
                    <a:pt x="65" y="15"/>
                  </a:cubicBezTo>
                  <a:cubicBezTo>
                    <a:pt x="65" y="14"/>
                    <a:pt x="65" y="13"/>
                    <a:pt x="65" y="12"/>
                  </a:cubicBezTo>
                  <a:cubicBezTo>
                    <a:pt x="30" y="0"/>
                    <a:pt x="0" y="15"/>
                    <a:pt x="0"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41" name="Freeform 213"/>
            <p:cNvSpPr>
              <a:spLocks/>
            </p:cNvSpPr>
            <p:nvPr/>
          </p:nvSpPr>
          <p:spPr bwMode="auto">
            <a:xfrm>
              <a:off x="3489326" y="3867150"/>
              <a:ext cx="165100" cy="46038"/>
            </a:xfrm>
            <a:custGeom>
              <a:avLst/>
              <a:gdLst/>
              <a:ahLst/>
              <a:cxnLst>
                <a:cxn ang="0">
                  <a:pos x="0" y="15"/>
                </a:cxn>
                <a:cxn ang="0">
                  <a:pos x="0" y="18"/>
                </a:cxn>
                <a:cxn ang="0">
                  <a:pos x="65" y="15"/>
                </a:cxn>
                <a:cxn ang="0">
                  <a:pos x="65" y="13"/>
                </a:cxn>
                <a:cxn ang="0">
                  <a:pos x="0" y="15"/>
                </a:cxn>
              </a:cxnLst>
              <a:rect l="0" t="0" r="r" b="b"/>
              <a:pathLst>
                <a:path w="65" h="18">
                  <a:moveTo>
                    <a:pt x="0" y="15"/>
                  </a:moveTo>
                  <a:cubicBezTo>
                    <a:pt x="0" y="18"/>
                    <a:pt x="0" y="18"/>
                    <a:pt x="0" y="18"/>
                  </a:cubicBezTo>
                  <a:cubicBezTo>
                    <a:pt x="0" y="18"/>
                    <a:pt x="30" y="3"/>
                    <a:pt x="65" y="15"/>
                  </a:cubicBezTo>
                  <a:cubicBezTo>
                    <a:pt x="65" y="14"/>
                    <a:pt x="65" y="13"/>
                    <a:pt x="65" y="13"/>
                  </a:cubicBezTo>
                  <a:cubicBezTo>
                    <a:pt x="30" y="0"/>
                    <a:pt x="0" y="15"/>
                    <a:pt x="0"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42" name="Freeform 214"/>
            <p:cNvSpPr>
              <a:spLocks/>
            </p:cNvSpPr>
            <p:nvPr/>
          </p:nvSpPr>
          <p:spPr bwMode="auto">
            <a:xfrm>
              <a:off x="3489326" y="3887788"/>
              <a:ext cx="165100" cy="42863"/>
            </a:xfrm>
            <a:custGeom>
              <a:avLst/>
              <a:gdLst/>
              <a:ahLst/>
              <a:cxnLst>
                <a:cxn ang="0">
                  <a:pos x="0" y="15"/>
                </a:cxn>
                <a:cxn ang="0">
                  <a:pos x="0" y="17"/>
                </a:cxn>
                <a:cxn ang="0">
                  <a:pos x="65" y="15"/>
                </a:cxn>
                <a:cxn ang="0">
                  <a:pos x="65" y="12"/>
                </a:cxn>
                <a:cxn ang="0">
                  <a:pos x="0" y="15"/>
                </a:cxn>
              </a:cxnLst>
              <a:rect l="0" t="0" r="r" b="b"/>
              <a:pathLst>
                <a:path w="65" h="17">
                  <a:moveTo>
                    <a:pt x="0" y="15"/>
                  </a:moveTo>
                  <a:cubicBezTo>
                    <a:pt x="0" y="17"/>
                    <a:pt x="0" y="17"/>
                    <a:pt x="0" y="17"/>
                  </a:cubicBezTo>
                  <a:cubicBezTo>
                    <a:pt x="0" y="17"/>
                    <a:pt x="30" y="2"/>
                    <a:pt x="65" y="15"/>
                  </a:cubicBezTo>
                  <a:cubicBezTo>
                    <a:pt x="65" y="14"/>
                    <a:pt x="65" y="13"/>
                    <a:pt x="65" y="12"/>
                  </a:cubicBezTo>
                  <a:cubicBezTo>
                    <a:pt x="30" y="0"/>
                    <a:pt x="0" y="15"/>
                    <a:pt x="0"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43" name="Freeform 215"/>
            <p:cNvSpPr>
              <a:spLocks/>
            </p:cNvSpPr>
            <p:nvPr/>
          </p:nvSpPr>
          <p:spPr bwMode="auto">
            <a:xfrm>
              <a:off x="3489326" y="3905250"/>
              <a:ext cx="165100" cy="46038"/>
            </a:xfrm>
            <a:custGeom>
              <a:avLst/>
              <a:gdLst/>
              <a:ahLst/>
              <a:cxnLst>
                <a:cxn ang="0">
                  <a:pos x="0" y="15"/>
                </a:cxn>
                <a:cxn ang="0">
                  <a:pos x="0" y="18"/>
                </a:cxn>
                <a:cxn ang="0">
                  <a:pos x="65" y="15"/>
                </a:cxn>
                <a:cxn ang="0">
                  <a:pos x="65" y="12"/>
                </a:cxn>
                <a:cxn ang="0">
                  <a:pos x="0" y="15"/>
                </a:cxn>
              </a:cxnLst>
              <a:rect l="0" t="0" r="r" b="b"/>
              <a:pathLst>
                <a:path w="65" h="18">
                  <a:moveTo>
                    <a:pt x="0" y="15"/>
                  </a:moveTo>
                  <a:cubicBezTo>
                    <a:pt x="0" y="18"/>
                    <a:pt x="0" y="18"/>
                    <a:pt x="0" y="18"/>
                  </a:cubicBezTo>
                  <a:cubicBezTo>
                    <a:pt x="0" y="18"/>
                    <a:pt x="30" y="3"/>
                    <a:pt x="65" y="15"/>
                  </a:cubicBezTo>
                  <a:cubicBezTo>
                    <a:pt x="65" y="14"/>
                    <a:pt x="65" y="13"/>
                    <a:pt x="65" y="12"/>
                  </a:cubicBezTo>
                  <a:cubicBezTo>
                    <a:pt x="30" y="0"/>
                    <a:pt x="0" y="15"/>
                    <a:pt x="0"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44" name="Freeform 216"/>
            <p:cNvSpPr>
              <a:spLocks/>
            </p:cNvSpPr>
            <p:nvPr/>
          </p:nvSpPr>
          <p:spPr bwMode="auto">
            <a:xfrm>
              <a:off x="3489326" y="3924300"/>
              <a:ext cx="165100" cy="46038"/>
            </a:xfrm>
            <a:custGeom>
              <a:avLst/>
              <a:gdLst/>
              <a:ahLst/>
              <a:cxnLst>
                <a:cxn ang="0">
                  <a:pos x="0" y="15"/>
                </a:cxn>
                <a:cxn ang="0">
                  <a:pos x="0" y="18"/>
                </a:cxn>
                <a:cxn ang="0">
                  <a:pos x="65" y="16"/>
                </a:cxn>
                <a:cxn ang="0">
                  <a:pos x="65" y="13"/>
                </a:cxn>
                <a:cxn ang="0">
                  <a:pos x="0" y="15"/>
                </a:cxn>
              </a:cxnLst>
              <a:rect l="0" t="0" r="r" b="b"/>
              <a:pathLst>
                <a:path w="65" h="18">
                  <a:moveTo>
                    <a:pt x="0" y="15"/>
                  </a:moveTo>
                  <a:cubicBezTo>
                    <a:pt x="0" y="18"/>
                    <a:pt x="0" y="18"/>
                    <a:pt x="0" y="18"/>
                  </a:cubicBezTo>
                  <a:cubicBezTo>
                    <a:pt x="0" y="18"/>
                    <a:pt x="30" y="3"/>
                    <a:pt x="65" y="16"/>
                  </a:cubicBezTo>
                  <a:cubicBezTo>
                    <a:pt x="65" y="15"/>
                    <a:pt x="65" y="14"/>
                    <a:pt x="65" y="13"/>
                  </a:cubicBezTo>
                  <a:cubicBezTo>
                    <a:pt x="30" y="0"/>
                    <a:pt x="0" y="15"/>
                    <a:pt x="0"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45" name="Freeform 217"/>
            <p:cNvSpPr>
              <a:spLocks/>
            </p:cNvSpPr>
            <p:nvPr/>
          </p:nvSpPr>
          <p:spPr bwMode="auto">
            <a:xfrm>
              <a:off x="3489326" y="3943350"/>
              <a:ext cx="165100" cy="46038"/>
            </a:xfrm>
            <a:custGeom>
              <a:avLst/>
              <a:gdLst/>
              <a:ahLst/>
              <a:cxnLst>
                <a:cxn ang="0">
                  <a:pos x="0" y="15"/>
                </a:cxn>
                <a:cxn ang="0">
                  <a:pos x="0" y="18"/>
                </a:cxn>
                <a:cxn ang="0">
                  <a:pos x="65" y="15"/>
                </a:cxn>
                <a:cxn ang="0">
                  <a:pos x="65" y="12"/>
                </a:cxn>
                <a:cxn ang="0">
                  <a:pos x="0" y="15"/>
                </a:cxn>
              </a:cxnLst>
              <a:rect l="0" t="0" r="r" b="b"/>
              <a:pathLst>
                <a:path w="65" h="18">
                  <a:moveTo>
                    <a:pt x="0" y="15"/>
                  </a:moveTo>
                  <a:cubicBezTo>
                    <a:pt x="0" y="18"/>
                    <a:pt x="0" y="18"/>
                    <a:pt x="0" y="18"/>
                  </a:cubicBezTo>
                  <a:cubicBezTo>
                    <a:pt x="0" y="18"/>
                    <a:pt x="30" y="3"/>
                    <a:pt x="65" y="15"/>
                  </a:cubicBezTo>
                  <a:cubicBezTo>
                    <a:pt x="65" y="14"/>
                    <a:pt x="65" y="13"/>
                    <a:pt x="65" y="12"/>
                  </a:cubicBezTo>
                  <a:cubicBezTo>
                    <a:pt x="30" y="0"/>
                    <a:pt x="0" y="15"/>
                    <a:pt x="0"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46" name="Freeform 218"/>
            <p:cNvSpPr>
              <a:spLocks/>
            </p:cNvSpPr>
            <p:nvPr/>
          </p:nvSpPr>
          <p:spPr bwMode="auto">
            <a:xfrm>
              <a:off x="3489326" y="3962400"/>
              <a:ext cx="165100" cy="46038"/>
            </a:xfrm>
            <a:custGeom>
              <a:avLst/>
              <a:gdLst/>
              <a:ahLst/>
              <a:cxnLst>
                <a:cxn ang="0">
                  <a:pos x="0" y="15"/>
                </a:cxn>
                <a:cxn ang="0">
                  <a:pos x="0" y="18"/>
                </a:cxn>
                <a:cxn ang="0">
                  <a:pos x="65" y="16"/>
                </a:cxn>
                <a:cxn ang="0">
                  <a:pos x="65" y="13"/>
                </a:cxn>
                <a:cxn ang="0">
                  <a:pos x="0" y="15"/>
                </a:cxn>
              </a:cxnLst>
              <a:rect l="0" t="0" r="r" b="b"/>
              <a:pathLst>
                <a:path w="65" h="18">
                  <a:moveTo>
                    <a:pt x="0" y="15"/>
                  </a:moveTo>
                  <a:cubicBezTo>
                    <a:pt x="0" y="18"/>
                    <a:pt x="0" y="18"/>
                    <a:pt x="0" y="18"/>
                  </a:cubicBezTo>
                  <a:cubicBezTo>
                    <a:pt x="0" y="18"/>
                    <a:pt x="30" y="3"/>
                    <a:pt x="65" y="16"/>
                  </a:cubicBezTo>
                  <a:cubicBezTo>
                    <a:pt x="65" y="15"/>
                    <a:pt x="65" y="14"/>
                    <a:pt x="65" y="13"/>
                  </a:cubicBezTo>
                  <a:cubicBezTo>
                    <a:pt x="30" y="0"/>
                    <a:pt x="0" y="15"/>
                    <a:pt x="0"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47" name="Freeform 219"/>
            <p:cNvSpPr>
              <a:spLocks/>
            </p:cNvSpPr>
            <p:nvPr/>
          </p:nvSpPr>
          <p:spPr bwMode="auto">
            <a:xfrm>
              <a:off x="3489326" y="3983038"/>
              <a:ext cx="165100" cy="44450"/>
            </a:xfrm>
            <a:custGeom>
              <a:avLst/>
              <a:gdLst/>
              <a:ahLst/>
              <a:cxnLst>
                <a:cxn ang="0">
                  <a:pos x="0" y="15"/>
                </a:cxn>
                <a:cxn ang="0">
                  <a:pos x="0" y="18"/>
                </a:cxn>
                <a:cxn ang="0">
                  <a:pos x="65" y="15"/>
                </a:cxn>
                <a:cxn ang="0">
                  <a:pos x="65" y="12"/>
                </a:cxn>
                <a:cxn ang="0">
                  <a:pos x="0" y="15"/>
                </a:cxn>
              </a:cxnLst>
              <a:rect l="0" t="0" r="r" b="b"/>
              <a:pathLst>
                <a:path w="65" h="18">
                  <a:moveTo>
                    <a:pt x="0" y="15"/>
                  </a:moveTo>
                  <a:cubicBezTo>
                    <a:pt x="0" y="18"/>
                    <a:pt x="0" y="18"/>
                    <a:pt x="0" y="18"/>
                  </a:cubicBezTo>
                  <a:cubicBezTo>
                    <a:pt x="0" y="18"/>
                    <a:pt x="30" y="3"/>
                    <a:pt x="65" y="15"/>
                  </a:cubicBezTo>
                  <a:cubicBezTo>
                    <a:pt x="65" y="14"/>
                    <a:pt x="65" y="13"/>
                    <a:pt x="65" y="12"/>
                  </a:cubicBezTo>
                  <a:cubicBezTo>
                    <a:pt x="30" y="0"/>
                    <a:pt x="0" y="15"/>
                    <a:pt x="0"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48" name="Freeform 220"/>
            <p:cNvSpPr>
              <a:spLocks/>
            </p:cNvSpPr>
            <p:nvPr/>
          </p:nvSpPr>
          <p:spPr bwMode="auto">
            <a:xfrm>
              <a:off x="3489326" y="3765550"/>
              <a:ext cx="76200" cy="33338"/>
            </a:xfrm>
            <a:custGeom>
              <a:avLst/>
              <a:gdLst/>
              <a:ahLst/>
              <a:cxnLst>
                <a:cxn ang="0">
                  <a:pos x="30" y="0"/>
                </a:cxn>
                <a:cxn ang="0">
                  <a:pos x="0" y="8"/>
                </a:cxn>
                <a:cxn ang="0">
                  <a:pos x="0" y="13"/>
                </a:cxn>
                <a:cxn ang="0">
                  <a:pos x="30" y="6"/>
                </a:cxn>
                <a:cxn ang="0">
                  <a:pos x="30" y="0"/>
                </a:cxn>
              </a:cxnLst>
              <a:rect l="0" t="0" r="r" b="b"/>
              <a:pathLst>
                <a:path w="30" h="13">
                  <a:moveTo>
                    <a:pt x="30" y="0"/>
                  </a:moveTo>
                  <a:cubicBezTo>
                    <a:pt x="12" y="2"/>
                    <a:pt x="0" y="8"/>
                    <a:pt x="0" y="8"/>
                  </a:cubicBezTo>
                  <a:cubicBezTo>
                    <a:pt x="0" y="13"/>
                    <a:pt x="0" y="13"/>
                    <a:pt x="0" y="13"/>
                  </a:cubicBezTo>
                  <a:cubicBezTo>
                    <a:pt x="0" y="13"/>
                    <a:pt x="12" y="7"/>
                    <a:pt x="30" y="6"/>
                  </a:cubicBezTo>
                  <a:lnTo>
                    <a:pt x="30" y="0"/>
                  </a:ln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49" name="Freeform 221"/>
            <p:cNvSpPr>
              <a:spLocks/>
            </p:cNvSpPr>
            <p:nvPr/>
          </p:nvSpPr>
          <p:spPr bwMode="auto">
            <a:xfrm>
              <a:off x="3290888" y="3773488"/>
              <a:ext cx="165100" cy="46038"/>
            </a:xfrm>
            <a:custGeom>
              <a:avLst/>
              <a:gdLst/>
              <a:ahLst/>
              <a:cxnLst>
                <a:cxn ang="0">
                  <a:pos x="65" y="15"/>
                </a:cxn>
                <a:cxn ang="0">
                  <a:pos x="65" y="18"/>
                </a:cxn>
                <a:cxn ang="0">
                  <a:pos x="0" y="15"/>
                </a:cxn>
                <a:cxn ang="0">
                  <a:pos x="0" y="12"/>
                </a:cxn>
                <a:cxn ang="0">
                  <a:pos x="65" y="15"/>
                </a:cxn>
              </a:cxnLst>
              <a:rect l="0" t="0" r="r" b="b"/>
              <a:pathLst>
                <a:path w="65" h="18">
                  <a:moveTo>
                    <a:pt x="65" y="15"/>
                  </a:moveTo>
                  <a:cubicBezTo>
                    <a:pt x="65" y="18"/>
                    <a:pt x="65" y="18"/>
                    <a:pt x="65" y="18"/>
                  </a:cubicBezTo>
                  <a:cubicBezTo>
                    <a:pt x="65" y="18"/>
                    <a:pt x="36" y="3"/>
                    <a:pt x="0" y="15"/>
                  </a:cubicBezTo>
                  <a:cubicBezTo>
                    <a:pt x="0" y="14"/>
                    <a:pt x="0" y="13"/>
                    <a:pt x="0" y="12"/>
                  </a:cubicBezTo>
                  <a:cubicBezTo>
                    <a:pt x="36" y="0"/>
                    <a:pt x="65" y="15"/>
                    <a:pt x="65"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50" name="Freeform 222"/>
            <p:cNvSpPr>
              <a:spLocks/>
            </p:cNvSpPr>
            <p:nvPr/>
          </p:nvSpPr>
          <p:spPr bwMode="auto">
            <a:xfrm>
              <a:off x="3290888" y="3790950"/>
              <a:ext cx="165100" cy="46038"/>
            </a:xfrm>
            <a:custGeom>
              <a:avLst/>
              <a:gdLst/>
              <a:ahLst/>
              <a:cxnLst>
                <a:cxn ang="0">
                  <a:pos x="65" y="15"/>
                </a:cxn>
                <a:cxn ang="0">
                  <a:pos x="65" y="18"/>
                </a:cxn>
                <a:cxn ang="0">
                  <a:pos x="0" y="16"/>
                </a:cxn>
                <a:cxn ang="0">
                  <a:pos x="0" y="13"/>
                </a:cxn>
                <a:cxn ang="0">
                  <a:pos x="65" y="15"/>
                </a:cxn>
              </a:cxnLst>
              <a:rect l="0" t="0" r="r" b="b"/>
              <a:pathLst>
                <a:path w="65" h="18">
                  <a:moveTo>
                    <a:pt x="65" y="15"/>
                  </a:moveTo>
                  <a:cubicBezTo>
                    <a:pt x="65" y="18"/>
                    <a:pt x="65" y="18"/>
                    <a:pt x="65" y="18"/>
                  </a:cubicBezTo>
                  <a:cubicBezTo>
                    <a:pt x="65" y="18"/>
                    <a:pt x="36" y="3"/>
                    <a:pt x="0" y="16"/>
                  </a:cubicBezTo>
                  <a:cubicBezTo>
                    <a:pt x="0" y="15"/>
                    <a:pt x="0" y="14"/>
                    <a:pt x="0" y="13"/>
                  </a:cubicBezTo>
                  <a:cubicBezTo>
                    <a:pt x="36" y="0"/>
                    <a:pt x="65" y="15"/>
                    <a:pt x="65"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51" name="Freeform 223"/>
            <p:cNvSpPr>
              <a:spLocks/>
            </p:cNvSpPr>
            <p:nvPr/>
          </p:nvSpPr>
          <p:spPr bwMode="auto">
            <a:xfrm>
              <a:off x="3290888" y="3811588"/>
              <a:ext cx="165100" cy="46038"/>
            </a:xfrm>
            <a:custGeom>
              <a:avLst/>
              <a:gdLst/>
              <a:ahLst/>
              <a:cxnLst>
                <a:cxn ang="0">
                  <a:pos x="65" y="15"/>
                </a:cxn>
                <a:cxn ang="0">
                  <a:pos x="65" y="18"/>
                </a:cxn>
                <a:cxn ang="0">
                  <a:pos x="0" y="15"/>
                </a:cxn>
                <a:cxn ang="0">
                  <a:pos x="0" y="12"/>
                </a:cxn>
                <a:cxn ang="0">
                  <a:pos x="65" y="15"/>
                </a:cxn>
              </a:cxnLst>
              <a:rect l="0" t="0" r="r" b="b"/>
              <a:pathLst>
                <a:path w="65" h="18">
                  <a:moveTo>
                    <a:pt x="65" y="15"/>
                  </a:moveTo>
                  <a:cubicBezTo>
                    <a:pt x="65" y="18"/>
                    <a:pt x="65" y="18"/>
                    <a:pt x="65" y="18"/>
                  </a:cubicBezTo>
                  <a:cubicBezTo>
                    <a:pt x="65" y="18"/>
                    <a:pt x="36" y="3"/>
                    <a:pt x="0" y="15"/>
                  </a:cubicBezTo>
                  <a:cubicBezTo>
                    <a:pt x="0" y="14"/>
                    <a:pt x="0" y="13"/>
                    <a:pt x="0" y="12"/>
                  </a:cubicBezTo>
                  <a:cubicBezTo>
                    <a:pt x="36" y="0"/>
                    <a:pt x="65" y="15"/>
                    <a:pt x="65"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52" name="Freeform 224"/>
            <p:cNvSpPr>
              <a:spLocks/>
            </p:cNvSpPr>
            <p:nvPr/>
          </p:nvSpPr>
          <p:spPr bwMode="auto">
            <a:xfrm>
              <a:off x="3290888" y="3829050"/>
              <a:ext cx="165100" cy="46038"/>
            </a:xfrm>
            <a:custGeom>
              <a:avLst/>
              <a:gdLst/>
              <a:ahLst/>
              <a:cxnLst>
                <a:cxn ang="0">
                  <a:pos x="65" y="15"/>
                </a:cxn>
                <a:cxn ang="0">
                  <a:pos x="65" y="18"/>
                </a:cxn>
                <a:cxn ang="0">
                  <a:pos x="0" y="16"/>
                </a:cxn>
                <a:cxn ang="0">
                  <a:pos x="0" y="13"/>
                </a:cxn>
                <a:cxn ang="0">
                  <a:pos x="65" y="15"/>
                </a:cxn>
              </a:cxnLst>
              <a:rect l="0" t="0" r="r" b="b"/>
              <a:pathLst>
                <a:path w="65" h="18">
                  <a:moveTo>
                    <a:pt x="65" y="15"/>
                  </a:moveTo>
                  <a:cubicBezTo>
                    <a:pt x="65" y="18"/>
                    <a:pt x="65" y="18"/>
                    <a:pt x="65" y="18"/>
                  </a:cubicBezTo>
                  <a:cubicBezTo>
                    <a:pt x="65" y="18"/>
                    <a:pt x="36" y="3"/>
                    <a:pt x="0" y="16"/>
                  </a:cubicBezTo>
                  <a:cubicBezTo>
                    <a:pt x="0" y="15"/>
                    <a:pt x="0" y="14"/>
                    <a:pt x="0" y="13"/>
                  </a:cubicBezTo>
                  <a:cubicBezTo>
                    <a:pt x="36" y="0"/>
                    <a:pt x="65" y="15"/>
                    <a:pt x="65"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53" name="Freeform 225"/>
            <p:cNvSpPr>
              <a:spLocks/>
            </p:cNvSpPr>
            <p:nvPr/>
          </p:nvSpPr>
          <p:spPr bwMode="auto">
            <a:xfrm>
              <a:off x="3290888" y="3849688"/>
              <a:ext cx="165100" cy="46038"/>
            </a:xfrm>
            <a:custGeom>
              <a:avLst/>
              <a:gdLst/>
              <a:ahLst/>
              <a:cxnLst>
                <a:cxn ang="0">
                  <a:pos x="65" y="15"/>
                </a:cxn>
                <a:cxn ang="0">
                  <a:pos x="65" y="18"/>
                </a:cxn>
                <a:cxn ang="0">
                  <a:pos x="0" y="15"/>
                </a:cxn>
                <a:cxn ang="0">
                  <a:pos x="0" y="12"/>
                </a:cxn>
                <a:cxn ang="0">
                  <a:pos x="65" y="15"/>
                </a:cxn>
              </a:cxnLst>
              <a:rect l="0" t="0" r="r" b="b"/>
              <a:pathLst>
                <a:path w="65" h="18">
                  <a:moveTo>
                    <a:pt x="65" y="15"/>
                  </a:moveTo>
                  <a:cubicBezTo>
                    <a:pt x="65" y="18"/>
                    <a:pt x="65" y="18"/>
                    <a:pt x="65" y="18"/>
                  </a:cubicBezTo>
                  <a:cubicBezTo>
                    <a:pt x="65" y="18"/>
                    <a:pt x="36" y="3"/>
                    <a:pt x="0" y="15"/>
                  </a:cubicBezTo>
                  <a:cubicBezTo>
                    <a:pt x="0" y="14"/>
                    <a:pt x="0" y="13"/>
                    <a:pt x="0" y="12"/>
                  </a:cubicBezTo>
                  <a:cubicBezTo>
                    <a:pt x="36" y="0"/>
                    <a:pt x="65" y="15"/>
                    <a:pt x="65"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54" name="Freeform 226"/>
            <p:cNvSpPr>
              <a:spLocks/>
            </p:cNvSpPr>
            <p:nvPr/>
          </p:nvSpPr>
          <p:spPr bwMode="auto">
            <a:xfrm>
              <a:off x="3290888" y="3867150"/>
              <a:ext cx="165100" cy="46038"/>
            </a:xfrm>
            <a:custGeom>
              <a:avLst/>
              <a:gdLst/>
              <a:ahLst/>
              <a:cxnLst>
                <a:cxn ang="0">
                  <a:pos x="65" y="15"/>
                </a:cxn>
                <a:cxn ang="0">
                  <a:pos x="65" y="18"/>
                </a:cxn>
                <a:cxn ang="0">
                  <a:pos x="0" y="15"/>
                </a:cxn>
                <a:cxn ang="0">
                  <a:pos x="0" y="13"/>
                </a:cxn>
                <a:cxn ang="0">
                  <a:pos x="65" y="15"/>
                </a:cxn>
              </a:cxnLst>
              <a:rect l="0" t="0" r="r" b="b"/>
              <a:pathLst>
                <a:path w="65" h="18">
                  <a:moveTo>
                    <a:pt x="65" y="15"/>
                  </a:moveTo>
                  <a:cubicBezTo>
                    <a:pt x="65" y="18"/>
                    <a:pt x="65" y="18"/>
                    <a:pt x="65" y="18"/>
                  </a:cubicBezTo>
                  <a:cubicBezTo>
                    <a:pt x="65" y="18"/>
                    <a:pt x="36" y="3"/>
                    <a:pt x="0" y="15"/>
                  </a:cubicBezTo>
                  <a:cubicBezTo>
                    <a:pt x="0" y="14"/>
                    <a:pt x="0" y="13"/>
                    <a:pt x="0" y="13"/>
                  </a:cubicBezTo>
                  <a:cubicBezTo>
                    <a:pt x="36" y="0"/>
                    <a:pt x="65" y="15"/>
                    <a:pt x="65"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55" name="Freeform 227"/>
            <p:cNvSpPr>
              <a:spLocks/>
            </p:cNvSpPr>
            <p:nvPr/>
          </p:nvSpPr>
          <p:spPr bwMode="auto">
            <a:xfrm>
              <a:off x="3290888" y="3887788"/>
              <a:ext cx="165100" cy="42863"/>
            </a:xfrm>
            <a:custGeom>
              <a:avLst/>
              <a:gdLst/>
              <a:ahLst/>
              <a:cxnLst>
                <a:cxn ang="0">
                  <a:pos x="65" y="15"/>
                </a:cxn>
                <a:cxn ang="0">
                  <a:pos x="65" y="17"/>
                </a:cxn>
                <a:cxn ang="0">
                  <a:pos x="0" y="15"/>
                </a:cxn>
                <a:cxn ang="0">
                  <a:pos x="0" y="12"/>
                </a:cxn>
                <a:cxn ang="0">
                  <a:pos x="65" y="15"/>
                </a:cxn>
              </a:cxnLst>
              <a:rect l="0" t="0" r="r" b="b"/>
              <a:pathLst>
                <a:path w="65" h="17">
                  <a:moveTo>
                    <a:pt x="65" y="15"/>
                  </a:moveTo>
                  <a:cubicBezTo>
                    <a:pt x="65" y="17"/>
                    <a:pt x="65" y="17"/>
                    <a:pt x="65" y="17"/>
                  </a:cubicBezTo>
                  <a:cubicBezTo>
                    <a:pt x="65" y="17"/>
                    <a:pt x="36" y="2"/>
                    <a:pt x="0" y="15"/>
                  </a:cubicBezTo>
                  <a:cubicBezTo>
                    <a:pt x="0" y="14"/>
                    <a:pt x="0" y="13"/>
                    <a:pt x="0" y="12"/>
                  </a:cubicBezTo>
                  <a:cubicBezTo>
                    <a:pt x="36" y="0"/>
                    <a:pt x="65" y="15"/>
                    <a:pt x="65"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56" name="Freeform 228"/>
            <p:cNvSpPr>
              <a:spLocks/>
            </p:cNvSpPr>
            <p:nvPr/>
          </p:nvSpPr>
          <p:spPr bwMode="auto">
            <a:xfrm>
              <a:off x="3290888" y="3905250"/>
              <a:ext cx="165100" cy="46038"/>
            </a:xfrm>
            <a:custGeom>
              <a:avLst/>
              <a:gdLst/>
              <a:ahLst/>
              <a:cxnLst>
                <a:cxn ang="0">
                  <a:pos x="65" y="15"/>
                </a:cxn>
                <a:cxn ang="0">
                  <a:pos x="65" y="18"/>
                </a:cxn>
                <a:cxn ang="0">
                  <a:pos x="0" y="15"/>
                </a:cxn>
                <a:cxn ang="0">
                  <a:pos x="0" y="12"/>
                </a:cxn>
                <a:cxn ang="0">
                  <a:pos x="65" y="15"/>
                </a:cxn>
              </a:cxnLst>
              <a:rect l="0" t="0" r="r" b="b"/>
              <a:pathLst>
                <a:path w="65" h="18">
                  <a:moveTo>
                    <a:pt x="65" y="15"/>
                  </a:moveTo>
                  <a:cubicBezTo>
                    <a:pt x="65" y="18"/>
                    <a:pt x="65" y="18"/>
                    <a:pt x="65" y="18"/>
                  </a:cubicBezTo>
                  <a:cubicBezTo>
                    <a:pt x="65" y="18"/>
                    <a:pt x="36" y="3"/>
                    <a:pt x="0" y="15"/>
                  </a:cubicBezTo>
                  <a:cubicBezTo>
                    <a:pt x="0" y="14"/>
                    <a:pt x="0" y="13"/>
                    <a:pt x="0" y="12"/>
                  </a:cubicBezTo>
                  <a:cubicBezTo>
                    <a:pt x="36" y="0"/>
                    <a:pt x="65" y="15"/>
                    <a:pt x="65"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57" name="Freeform 229"/>
            <p:cNvSpPr>
              <a:spLocks/>
            </p:cNvSpPr>
            <p:nvPr/>
          </p:nvSpPr>
          <p:spPr bwMode="auto">
            <a:xfrm>
              <a:off x="3290888" y="3924300"/>
              <a:ext cx="165100" cy="46038"/>
            </a:xfrm>
            <a:custGeom>
              <a:avLst/>
              <a:gdLst/>
              <a:ahLst/>
              <a:cxnLst>
                <a:cxn ang="0">
                  <a:pos x="65" y="15"/>
                </a:cxn>
                <a:cxn ang="0">
                  <a:pos x="65" y="18"/>
                </a:cxn>
                <a:cxn ang="0">
                  <a:pos x="0" y="16"/>
                </a:cxn>
                <a:cxn ang="0">
                  <a:pos x="0" y="13"/>
                </a:cxn>
                <a:cxn ang="0">
                  <a:pos x="65" y="15"/>
                </a:cxn>
              </a:cxnLst>
              <a:rect l="0" t="0" r="r" b="b"/>
              <a:pathLst>
                <a:path w="65" h="18">
                  <a:moveTo>
                    <a:pt x="65" y="15"/>
                  </a:moveTo>
                  <a:cubicBezTo>
                    <a:pt x="65" y="18"/>
                    <a:pt x="65" y="18"/>
                    <a:pt x="65" y="18"/>
                  </a:cubicBezTo>
                  <a:cubicBezTo>
                    <a:pt x="65" y="18"/>
                    <a:pt x="36" y="3"/>
                    <a:pt x="0" y="16"/>
                  </a:cubicBezTo>
                  <a:cubicBezTo>
                    <a:pt x="0" y="15"/>
                    <a:pt x="0" y="14"/>
                    <a:pt x="0" y="13"/>
                  </a:cubicBezTo>
                  <a:cubicBezTo>
                    <a:pt x="36" y="0"/>
                    <a:pt x="65" y="15"/>
                    <a:pt x="65"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58" name="Freeform 230"/>
            <p:cNvSpPr>
              <a:spLocks/>
            </p:cNvSpPr>
            <p:nvPr/>
          </p:nvSpPr>
          <p:spPr bwMode="auto">
            <a:xfrm>
              <a:off x="3290888" y="3943350"/>
              <a:ext cx="165100" cy="46038"/>
            </a:xfrm>
            <a:custGeom>
              <a:avLst/>
              <a:gdLst/>
              <a:ahLst/>
              <a:cxnLst>
                <a:cxn ang="0">
                  <a:pos x="65" y="15"/>
                </a:cxn>
                <a:cxn ang="0">
                  <a:pos x="65" y="18"/>
                </a:cxn>
                <a:cxn ang="0">
                  <a:pos x="0" y="15"/>
                </a:cxn>
                <a:cxn ang="0">
                  <a:pos x="0" y="12"/>
                </a:cxn>
                <a:cxn ang="0">
                  <a:pos x="65" y="15"/>
                </a:cxn>
              </a:cxnLst>
              <a:rect l="0" t="0" r="r" b="b"/>
              <a:pathLst>
                <a:path w="65" h="18">
                  <a:moveTo>
                    <a:pt x="65" y="15"/>
                  </a:moveTo>
                  <a:cubicBezTo>
                    <a:pt x="65" y="18"/>
                    <a:pt x="65" y="18"/>
                    <a:pt x="65" y="18"/>
                  </a:cubicBezTo>
                  <a:cubicBezTo>
                    <a:pt x="65" y="18"/>
                    <a:pt x="36" y="3"/>
                    <a:pt x="0" y="15"/>
                  </a:cubicBezTo>
                  <a:cubicBezTo>
                    <a:pt x="0" y="14"/>
                    <a:pt x="0" y="13"/>
                    <a:pt x="0" y="12"/>
                  </a:cubicBezTo>
                  <a:cubicBezTo>
                    <a:pt x="36" y="0"/>
                    <a:pt x="65" y="15"/>
                    <a:pt x="65"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59" name="Freeform 231"/>
            <p:cNvSpPr>
              <a:spLocks/>
            </p:cNvSpPr>
            <p:nvPr/>
          </p:nvSpPr>
          <p:spPr bwMode="auto">
            <a:xfrm>
              <a:off x="3290888" y="3962400"/>
              <a:ext cx="165100" cy="46038"/>
            </a:xfrm>
            <a:custGeom>
              <a:avLst/>
              <a:gdLst/>
              <a:ahLst/>
              <a:cxnLst>
                <a:cxn ang="0">
                  <a:pos x="65" y="15"/>
                </a:cxn>
                <a:cxn ang="0">
                  <a:pos x="65" y="18"/>
                </a:cxn>
                <a:cxn ang="0">
                  <a:pos x="0" y="16"/>
                </a:cxn>
                <a:cxn ang="0">
                  <a:pos x="0" y="13"/>
                </a:cxn>
                <a:cxn ang="0">
                  <a:pos x="65" y="15"/>
                </a:cxn>
              </a:cxnLst>
              <a:rect l="0" t="0" r="r" b="b"/>
              <a:pathLst>
                <a:path w="65" h="18">
                  <a:moveTo>
                    <a:pt x="65" y="15"/>
                  </a:moveTo>
                  <a:cubicBezTo>
                    <a:pt x="65" y="18"/>
                    <a:pt x="65" y="18"/>
                    <a:pt x="65" y="18"/>
                  </a:cubicBezTo>
                  <a:cubicBezTo>
                    <a:pt x="65" y="18"/>
                    <a:pt x="36" y="3"/>
                    <a:pt x="0" y="16"/>
                  </a:cubicBezTo>
                  <a:cubicBezTo>
                    <a:pt x="0" y="15"/>
                    <a:pt x="0" y="14"/>
                    <a:pt x="0" y="13"/>
                  </a:cubicBezTo>
                  <a:cubicBezTo>
                    <a:pt x="36" y="0"/>
                    <a:pt x="65" y="15"/>
                    <a:pt x="65"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60" name="Freeform 232"/>
            <p:cNvSpPr>
              <a:spLocks/>
            </p:cNvSpPr>
            <p:nvPr/>
          </p:nvSpPr>
          <p:spPr bwMode="auto">
            <a:xfrm>
              <a:off x="3290888" y="3983038"/>
              <a:ext cx="165100" cy="44450"/>
            </a:xfrm>
            <a:custGeom>
              <a:avLst/>
              <a:gdLst/>
              <a:ahLst/>
              <a:cxnLst>
                <a:cxn ang="0">
                  <a:pos x="65" y="15"/>
                </a:cxn>
                <a:cxn ang="0">
                  <a:pos x="65" y="18"/>
                </a:cxn>
                <a:cxn ang="0">
                  <a:pos x="0" y="15"/>
                </a:cxn>
                <a:cxn ang="0">
                  <a:pos x="0" y="12"/>
                </a:cxn>
                <a:cxn ang="0">
                  <a:pos x="65" y="15"/>
                </a:cxn>
              </a:cxnLst>
              <a:rect l="0" t="0" r="r" b="b"/>
              <a:pathLst>
                <a:path w="65" h="18">
                  <a:moveTo>
                    <a:pt x="65" y="15"/>
                  </a:moveTo>
                  <a:cubicBezTo>
                    <a:pt x="65" y="18"/>
                    <a:pt x="65" y="18"/>
                    <a:pt x="65" y="18"/>
                  </a:cubicBezTo>
                  <a:cubicBezTo>
                    <a:pt x="65" y="18"/>
                    <a:pt x="36" y="3"/>
                    <a:pt x="0" y="15"/>
                  </a:cubicBezTo>
                  <a:cubicBezTo>
                    <a:pt x="0" y="14"/>
                    <a:pt x="0" y="13"/>
                    <a:pt x="0" y="12"/>
                  </a:cubicBezTo>
                  <a:cubicBezTo>
                    <a:pt x="36" y="0"/>
                    <a:pt x="65" y="15"/>
                    <a:pt x="65" y="15"/>
                  </a:cubicBez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61" name="Freeform 233"/>
            <p:cNvSpPr>
              <a:spLocks/>
            </p:cNvSpPr>
            <p:nvPr/>
          </p:nvSpPr>
          <p:spPr bwMode="auto">
            <a:xfrm>
              <a:off x="3379788" y="3765550"/>
              <a:ext cx="76200" cy="33338"/>
            </a:xfrm>
            <a:custGeom>
              <a:avLst/>
              <a:gdLst/>
              <a:ahLst/>
              <a:cxnLst>
                <a:cxn ang="0">
                  <a:pos x="0" y="0"/>
                </a:cxn>
                <a:cxn ang="0">
                  <a:pos x="30" y="8"/>
                </a:cxn>
                <a:cxn ang="0">
                  <a:pos x="30" y="13"/>
                </a:cxn>
                <a:cxn ang="0">
                  <a:pos x="0" y="6"/>
                </a:cxn>
                <a:cxn ang="0">
                  <a:pos x="0" y="0"/>
                </a:cxn>
              </a:cxnLst>
              <a:rect l="0" t="0" r="r" b="b"/>
              <a:pathLst>
                <a:path w="30" h="13">
                  <a:moveTo>
                    <a:pt x="0" y="0"/>
                  </a:moveTo>
                  <a:cubicBezTo>
                    <a:pt x="18" y="2"/>
                    <a:pt x="30" y="8"/>
                    <a:pt x="30" y="8"/>
                  </a:cubicBezTo>
                  <a:cubicBezTo>
                    <a:pt x="30" y="13"/>
                    <a:pt x="30" y="13"/>
                    <a:pt x="30" y="13"/>
                  </a:cubicBezTo>
                  <a:cubicBezTo>
                    <a:pt x="30" y="13"/>
                    <a:pt x="18" y="7"/>
                    <a:pt x="0" y="6"/>
                  </a:cubicBezTo>
                  <a:lnTo>
                    <a:pt x="0" y="0"/>
                  </a:lnTo>
                  <a:close/>
                </a:path>
              </a:pathLst>
            </a:custGeom>
            <a:solidFill>
              <a:srgbClr val="BCDA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62" name="Freeform 234"/>
            <p:cNvSpPr>
              <a:spLocks/>
            </p:cNvSpPr>
            <p:nvPr/>
          </p:nvSpPr>
          <p:spPr bwMode="auto">
            <a:xfrm>
              <a:off x="4414838" y="3544888"/>
              <a:ext cx="323850" cy="239713"/>
            </a:xfrm>
            <a:custGeom>
              <a:avLst/>
              <a:gdLst/>
              <a:ahLst/>
              <a:cxnLst>
                <a:cxn ang="0">
                  <a:pos x="0" y="0"/>
                </a:cxn>
                <a:cxn ang="0">
                  <a:pos x="0" y="39"/>
                </a:cxn>
                <a:cxn ang="0">
                  <a:pos x="55" y="94"/>
                </a:cxn>
                <a:cxn ang="0">
                  <a:pos x="73" y="94"/>
                </a:cxn>
                <a:cxn ang="0">
                  <a:pos x="127" y="39"/>
                </a:cxn>
                <a:cxn ang="0">
                  <a:pos x="127" y="0"/>
                </a:cxn>
                <a:cxn ang="0">
                  <a:pos x="0" y="0"/>
                </a:cxn>
              </a:cxnLst>
              <a:rect l="0" t="0" r="r" b="b"/>
              <a:pathLst>
                <a:path w="127" h="94">
                  <a:moveTo>
                    <a:pt x="0" y="0"/>
                  </a:moveTo>
                  <a:cubicBezTo>
                    <a:pt x="0" y="39"/>
                    <a:pt x="0" y="39"/>
                    <a:pt x="0" y="39"/>
                  </a:cubicBezTo>
                  <a:cubicBezTo>
                    <a:pt x="0" y="69"/>
                    <a:pt x="25" y="94"/>
                    <a:pt x="55" y="94"/>
                  </a:cubicBezTo>
                  <a:cubicBezTo>
                    <a:pt x="73" y="94"/>
                    <a:pt x="73" y="94"/>
                    <a:pt x="73" y="94"/>
                  </a:cubicBezTo>
                  <a:cubicBezTo>
                    <a:pt x="103" y="94"/>
                    <a:pt x="127" y="69"/>
                    <a:pt x="127" y="39"/>
                  </a:cubicBezTo>
                  <a:cubicBezTo>
                    <a:pt x="127" y="0"/>
                    <a:pt x="127" y="0"/>
                    <a:pt x="127" y="0"/>
                  </a:cubicBezTo>
                  <a:cubicBezTo>
                    <a:pt x="0" y="0"/>
                    <a:pt x="0" y="0"/>
                    <a:pt x="0" y="0"/>
                  </a:cubicBezTo>
                </a:path>
              </a:pathLst>
            </a:custGeom>
            <a:solidFill>
              <a:srgbClr val="2C425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63" name="Freeform 235"/>
            <p:cNvSpPr>
              <a:spLocks/>
            </p:cNvSpPr>
            <p:nvPr/>
          </p:nvSpPr>
          <p:spPr bwMode="auto">
            <a:xfrm>
              <a:off x="4381501" y="3784600"/>
              <a:ext cx="392113" cy="39688"/>
            </a:xfrm>
            <a:custGeom>
              <a:avLst/>
              <a:gdLst/>
              <a:ahLst/>
              <a:cxnLst>
                <a:cxn ang="0">
                  <a:pos x="15" y="16"/>
                </a:cxn>
                <a:cxn ang="0">
                  <a:pos x="139" y="16"/>
                </a:cxn>
                <a:cxn ang="0">
                  <a:pos x="154" y="0"/>
                </a:cxn>
                <a:cxn ang="0">
                  <a:pos x="0" y="0"/>
                </a:cxn>
                <a:cxn ang="0">
                  <a:pos x="15" y="16"/>
                </a:cxn>
              </a:cxnLst>
              <a:rect l="0" t="0" r="r" b="b"/>
              <a:pathLst>
                <a:path w="154" h="16">
                  <a:moveTo>
                    <a:pt x="15" y="16"/>
                  </a:moveTo>
                  <a:cubicBezTo>
                    <a:pt x="139" y="16"/>
                    <a:pt x="139" y="16"/>
                    <a:pt x="139" y="16"/>
                  </a:cubicBezTo>
                  <a:cubicBezTo>
                    <a:pt x="143" y="14"/>
                    <a:pt x="149" y="8"/>
                    <a:pt x="154" y="0"/>
                  </a:cubicBezTo>
                  <a:cubicBezTo>
                    <a:pt x="0" y="0"/>
                    <a:pt x="0" y="0"/>
                    <a:pt x="0" y="0"/>
                  </a:cubicBezTo>
                  <a:cubicBezTo>
                    <a:pt x="4" y="6"/>
                    <a:pt x="8" y="11"/>
                    <a:pt x="15" y="16"/>
                  </a:cubicBezTo>
                </a:path>
              </a:pathLst>
            </a:custGeom>
            <a:solidFill>
              <a:srgbClr val="9E4A2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64" name="Freeform 236"/>
            <p:cNvSpPr>
              <a:spLocks/>
            </p:cNvSpPr>
            <p:nvPr/>
          </p:nvSpPr>
          <p:spPr bwMode="auto">
            <a:xfrm>
              <a:off x="4722813" y="3552825"/>
              <a:ext cx="88900" cy="122238"/>
            </a:xfrm>
            <a:custGeom>
              <a:avLst/>
              <a:gdLst/>
              <a:ahLst/>
              <a:cxnLst>
                <a:cxn ang="0">
                  <a:pos x="3" y="48"/>
                </a:cxn>
                <a:cxn ang="0">
                  <a:pos x="2" y="48"/>
                </a:cxn>
                <a:cxn ang="0">
                  <a:pos x="3" y="40"/>
                </a:cxn>
                <a:cxn ang="0">
                  <a:pos x="23" y="28"/>
                </a:cxn>
                <a:cxn ang="0">
                  <a:pos x="23" y="17"/>
                </a:cxn>
                <a:cxn ang="0">
                  <a:pos x="5" y="18"/>
                </a:cxn>
                <a:cxn ang="0">
                  <a:pos x="0" y="10"/>
                </a:cxn>
                <a:cxn ang="0">
                  <a:pos x="30" y="11"/>
                </a:cxn>
                <a:cxn ang="0">
                  <a:pos x="31" y="32"/>
                </a:cxn>
                <a:cxn ang="0">
                  <a:pos x="3" y="48"/>
                </a:cxn>
              </a:cxnLst>
              <a:rect l="0" t="0" r="r" b="b"/>
              <a:pathLst>
                <a:path w="35" h="48">
                  <a:moveTo>
                    <a:pt x="3" y="48"/>
                  </a:moveTo>
                  <a:cubicBezTo>
                    <a:pt x="3" y="48"/>
                    <a:pt x="3" y="48"/>
                    <a:pt x="2" y="48"/>
                  </a:cubicBezTo>
                  <a:cubicBezTo>
                    <a:pt x="3" y="40"/>
                    <a:pt x="3" y="40"/>
                    <a:pt x="3" y="40"/>
                  </a:cubicBezTo>
                  <a:cubicBezTo>
                    <a:pt x="13" y="40"/>
                    <a:pt x="20" y="34"/>
                    <a:pt x="23" y="28"/>
                  </a:cubicBezTo>
                  <a:cubicBezTo>
                    <a:pt x="25" y="24"/>
                    <a:pt x="25" y="19"/>
                    <a:pt x="23" y="17"/>
                  </a:cubicBezTo>
                  <a:cubicBezTo>
                    <a:pt x="17" y="9"/>
                    <a:pt x="5" y="17"/>
                    <a:pt x="5" y="18"/>
                  </a:cubicBezTo>
                  <a:cubicBezTo>
                    <a:pt x="0" y="10"/>
                    <a:pt x="0" y="10"/>
                    <a:pt x="0" y="10"/>
                  </a:cubicBezTo>
                  <a:cubicBezTo>
                    <a:pt x="7" y="6"/>
                    <a:pt x="22" y="0"/>
                    <a:pt x="30" y="11"/>
                  </a:cubicBezTo>
                  <a:cubicBezTo>
                    <a:pt x="34" y="17"/>
                    <a:pt x="35" y="25"/>
                    <a:pt x="31" y="32"/>
                  </a:cubicBezTo>
                  <a:cubicBezTo>
                    <a:pt x="26" y="42"/>
                    <a:pt x="15" y="48"/>
                    <a:pt x="3" y="48"/>
                  </a:cubicBezTo>
                </a:path>
              </a:pathLst>
            </a:custGeom>
            <a:solidFill>
              <a:srgbClr val="2C425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65" name="Freeform 237"/>
            <p:cNvSpPr>
              <a:spLocks/>
            </p:cNvSpPr>
            <p:nvPr/>
          </p:nvSpPr>
          <p:spPr bwMode="auto">
            <a:xfrm>
              <a:off x="4578351" y="3544888"/>
              <a:ext cx="160338" cy="239713"/>
            </a:xfrm>
            <a:custGeom>
              <a:avLst/>
              <a:gdLst/>
              <a:ahLst/>
              <a:cxnLst>
                <a:cxn ang="0">
                  <a:pos x="63" y="0"/>
                </a:cxn>
                <a:cxn ang="0">
                  <a:pos x="0" y="0"/>
                </a:cxn>
                <a:cxn ang="0">
                  <a:pos x="0" y="94"/>
                </a:cxn>
                <a:cxn ang="0">
                  <a:pos x="9" y="94"/>
                </a:cxn>
                <a:cxn ang="0">
                  <a:pos x="62" y="51"/>
                </a:cxn>
                <a:cxn ang="0">
                  <a:pos x="60" y="51"/>
                </a:cxn>
                <a:cxn ang="0">
                  <a:pos x="59" y="51"/>
                </a:cxn>
                <a:cxn ang="0">
                  <a:pos x="60" y="43"/>
                </a:cxn>
                <a:cxn ang="0">
                  <a:pos x="60" y="43"/>
                </a:cxn>
                <a:cxn ang="0">
                  <a:pos x="63" y="42"/>
                </a:cxn>
                <a:cxn ang="0">
                  <a:pos x="63" y="39"/>
                </a:cxn>
                <a:cxn ang="0">
                  <a:pos x="63" y="20"/>
                </a:cxn>
                <a:cxn ang="0">
                  <a:pos x="62" y="21"/>
                </a:cxn>
                <a:cxn ang="0">
                  <a:pos x="57" y="13"/>
                </a:cxn>
                <a:cxn ang="0">
                  <a:pos x="63" y="10"/>
                </a:cxn>
                <a:cxn ang="0">
                  <a:pos x="63" y="0"/>
                </a:cxn>
              </a:cxnLst>
              <a:rect l="0" t="0" r="r" b="b"/>
              <a:pathLst>
                <a:path w="63" h="94">
                  <a:moveTo>
                    <a:pt x="63" y="0"/>
                  </a:moveTo>
                  <a:cubicBezTo>
                    <a:pt x="0" y="0"/>
                    <a:pt x="0" y="0"/>
                    <a:pt x="0" y="0"/>
                  </a:cubicBezTo>
                  <a:cubicBezTo>
                    <a:pt x="0" y="94"/>
                    <a:pt x="0" y="94"/>
                    <a:pt x="0" y="94"/>
                  </a:cubicBezTo>
                  <a:cubicBezTo>
                    <a:pt x="9" y="94"/>
                    <a:pt x="9" y="94"/>
                    <a:pt x="9" y="94"/>
                  </a:cubicBezTo>
                  <a:cubicBezTo>
                    <a:pt x="35" y="94"/>
                    <a:pt x="56" y="76"/>
                    <a:pt x="62" y="51"/>
                  </a:cubicBezTo>
                  <a:cubicBezTo>
                    <a:pt x="62" y="51"/>
                    <a:pt x="61" y="51"/>
                    <a:pt x="60" y="51"/>
                  </a:cubicBezTo>
                  <a:cubicBezTo>
                    <a:pt x="60" y="51"/>
                    <a:pt x="60" y="51"/>
                    <a:pt x="59" y="51"/>
                  </a:cubicBezTo>
                  <a:cubicBezTo>
                    <a:pt x="60" y="43"/>
                    <a:pt x="60" y="43"/>
                    <a:pt x="60" y="43"/>
                  </a:cubicBezTo>
                  <a:cubicBezTo>
                    <a:pt x="60" y="43"/>
                    <a:pt x="60" y="43"/>
                    <a:pt x="60" y="43"/>
                  </a:cubicBezTo>
                  <a:cubicBezTo>
                    <a:pt x="61" y="43"/>
                    <a:pt x="62" y="43"/>
                    <a:pt x="63" y="42"/>
                  </a:cubicBezTo>
                  <a:cubicBezTo>
                    <a:pt x="63" y="41"/>
                    <a:pt x="63" y="40"/>
                    <a:pt x="63" y="39"/>
                  </a:cubicBezTo>
                  <a:cubicBezTo>
                    <a:pt x="63" y="20"/>
                    <a:pt x="63" y="20"/>
                    <a:pt x="63" y="20"/>
                  </a:cubicBezTo>
                  <a:cubicBezTo>
                    <a:pt x="63" y="20"/>
                    <a:pt x="62" y="21"/>
                    <a:pt x="62" y="21"/>
                  </a:cubicBezTo>
                  <a:cubicBezTo>
                    <a:pt x="57" y="13"/>
                    <a:pt x="57" y="13"/>
                    <a:pt x="57" y="13"/>
                  </a:cubicBezTo>
                  <a:cubicBezTo>
                    <a:pt x="59" y="12"/>
                    <a:pt x="61" y="11"/>
                    <a:pt x="63" y="10"/>
                  </a:cubicBezTo>
                  <a:cubicBezTo>
                    <a:pt x="63" y="0"/>
                    <a:pt x="63" y="0"/>
                    <a:pt x="63" y="0"/>
                  </a:cubicBezTo>
                </a:path>
              </a:pathLst>
            </a:custGeom>
            <a:solidFill>
              <a:srgbClr val="374B5E"/>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66" name="Freeform 238"/>
            <p:cNvSpPr>
              <a:spLocks noEditPoints="1"/>
            </p:cNvSpPr>
            <p:nvPr/>
          </p:nvSpPr>
          <p:spPr bwMode="auto">
            <a:xfrm>
              <a:off x="4722813" y="3570288"/>
              <a:ext cx="15875" cy="104775"/>
            </a:xfrm>
            <a:custGeom>
              <a:avLst/>
              <a:gdLst/>
              <a:ahLst/>
              <a:cxnLst>
                <a:cxn ang="0">
                  <a:pos x="6" y="32"/>
                </a:cxn>
                <a:cxn ang="0">
                  <a:pos x="3" y="33"/>
                </a:cxn>
                <a:cxn ang="0">
                  <a:pos x="3" y="33"/>
                </a:cxn>
                <a:cxn ang="0">
                  <a:pos x="2" y="41"/>
                </a:cxn>
                <a:cxn ang="0">
                  <a:pos x="3" y="41"/>
                </a:cxn>
                <a:cxn ang="0">
                  <a:pos x="5" y="41"/>
                </a:cxn>
                <a:cxn ang="0">
                  <a:pos x="6" y="32"/>
                </a:cxn>
                <a:cxn ang="0">
                  <a:pos x="6" y="0"/>
                </a:cxn>
                <a:cxn ang="0">
                  <a:pos x="6" y="0"/>
                </a:cxn>
                <a:cxn ang="0">
                  <a:pos x="0" y="3"/>
                </a:cxn>
                <a:cxn ang="0">
                  <a:pos x="5" y="11"/>
                </a:cxn>
                <a:cxn ang="0">
                  <a:pos x="6" y="10"/>
                </a:cxn>
                <a:cxn ang="0">
                  <a:pos x="6" y="10"/>
                </a:cxn>
                <a:cxn ang="0">
                  <a:pos x="6" y="0"/>
                </a:cxn>
              </a:cxnLst>
              <a:rect l="0" t="0" r="r" b="b"/>
              <a:pathLst>
                <a:path w="6" h="41">
                  <a:moveTo>
                    <a:pt x="6" y="32"/>
                  </a:moveTo>
                  <a:cubicBezTo>
                    <a:pt x="5" y="33"/>
                    <a:pt x="4" y="33"/>
                    <a:pt x="3" y="33"/>
                  </a:cubicBezTo>
                  <a:cubicBezTo>
                    <a:pt x="3" y="33"/>
                    <a:pt x="3" y="33"/>
                    <a:pt x="3" y="33"/>
                  </a:cubicBezTo>
                  <a:cubicBezTo>
                    <a:pt x="2" y="41"/>
                    <a:pt x="2" y="41"/>
                    <a:pt x="2" y="41"/>
                  </a:cubicBezTo>
                  <a:cubicBezTo>
                    <a:pt x="3" y="41"/>
                    <a:pt x="3" y="41"/>
                    <a:pt x="3" y="41"/>
                  </a:cubicBezTo>
                  <a:cubicBezTo>
                    <a:pt x="4" y="41"/>
                    <a:pt x="5" y="41"/>
                    <a:pt x="5" y="41"/>
                  </a:cubicBezTo>
                  <a:cubicBezTo>
                    <a:pt x="6" y="38"/>
                    <a:pt x="6" y="35"/>
                    <a:pt x="6" y="32"/>
                  </a:cubicBezTo>
                  <a:moveTo>
                    <a:pt x="6" y="0"/>
                  </a:moveTo>
                  <a:cubicBezTo>
                    <a:pt x="6" y="0"/>
                    <a:pt x="6" y="0"/>
                    <a:pt x="6" y="0"/>
                  </a:cubicBezTo>
                  <a:cubicBezTo>
                    <a:pt x="4" y="1"/>
                    <a:pt x="2" y="2"/>
                    <a:pt x="0" y="3"/>
                  </a:cubicBezTo>
                  <a:cubicBezTo>
                    <a:pt x="5" y="11"/>
                    <a:pt x="5" y="11"/>
                    <a:pt x="5" y="11"/>
                  </a:cubicBezTo>
                  <a:cubicBezTo>
                    <a:pt x="5" y="11"/>
                    <a:pt x="6" y="10"/>
                    <a:pt x="6" y="10"/>
                  </a:cubicBezTo>
                  <a:cubicBezTo>
                    <a:pt x="6" y="10"/>
                    <a:pt x="6" y="10"/>
                    <a:pt x="6" y="10"/>
                  </a:cubicBezTo>
                  <a:cubicBezTo>
                    <a:pt x="6" y="0"/>
                    <a:pt x="6" y="0"/>
                    <a:pt x="6" y="0"/>
                  </a:cubicBezTo>
                </a:path>
              </a:pathLst>
            </a:custGeom>
            <a:solidFill>
              <a:srgbClr val="374B5E"/>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67" name="Freeform 239"/>
            <p:cNvSpPr>
              <a:spLocks/>
            </p:cNvSpPr>
            <p:nvPr/>
          </p:nvSpPr>
          <p:spPr bwMode="auto">
            <a:xfrm>
              <a:off x="4578351" y="3784600"/>
              <a:ext cx="195263" cy="39688"/>
            </a:xfrm>
            <a:custGeom>
              <a:avLst/>
              <a:gdLst/>
              <a:ahLst/>
              <a:cxnLst>
                <a:cxn ang="0">
                  <a:pos x="0" y="16"/>
                </a:cxn>
                <a:cxn ang="0">
                  <a:pos x="62" y="16"/>
                </a:cxn>
                <a:cxn ang="0">
                  <a:pos x="77" y="0"/>
                </a:cxn>
                <a:cxn ang="0">
                  <a:pos x="0" y="0"/>
                </a:cxn>
                <a:cxn ang="0">
                  <a:pos x="0" y="16"/>
                </a:cxn>
              </a:cxnLst>
              <a:rect l="0" t="0" r="r" b="b"/>
              <a:pathLst>
                <a:path w="77" h="16">
                  <a:moveTo>
                    <a:pt x="0" y="16"/>
                  </a:moveTo>
                  <a:cubicBezTo>
                    <a:pt x="62" y="16"/>
                    <a:pt x="62" y="16"/>
                    <a:pt x="62" y="16"/>
                  </a:cubicBezTo>
                  <a:cubicBezTo>
                    <a:pt x="66" y="14"/>
                    <a:pt x="72" y="8"/>
                    <a:pt x="77" y="0"/>
                  </a:cubicBezTo>
                  <a:cubicBezTo>
                    <a:pt x="0" y="0"/>
                    <a:pt x="0" y="0"/>
                    <a:pt x="0" y="0"/>
                  </a:cubicBezTo>
                  <a:lnTo>
                    <a:pt x="0" y="16"/>
                  </a:lnTo>
                  <a:close/>
                </a:path>
              </a:pathLst>
            </a:custGeom>
            <a:solidFill>
              <a:srgbClr val="893D2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68" name="Rectangle 240"/>
            <p:cNvSpPr>
              <a:spLocks noChangeArrowheads="1"/>
            </p:cNvSpPr>
            <p:nvPr/>
          </p:nvSpPr>
          <p:spPr bwMode="auto">
            <a:xfrm>
              <a:off x="1870076" y="4457700"/>
              <a:ext cx="155575" cy="557213"/>
            </a:xfrm>
            <a:prstGeom prst="rect">
              <a:avLst/>
            </a:prstGeom>
            <a:solidFill>
              <a:srgbClr val="2C4257"/>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69" name="Rectangle 241"/>
            <p:cNvSpPr>
              <a:spLocks noChangeArrowheads="1"/>
            </p:cNvSpPr>
            <p:nvPr/>
          </p:nvSpPr>
          <p:spPr bwMode="auto">
            <a:xfrm>
              <a:off x="1870076" y="4457700"/>
              <a:ext cx="155575" cy="5572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70" name="Rectangle 242"/>
            <p:cNvSpPr>
              <a:spLocks noChangeArrowheads="1"/>
            </p:cNvSpPr>
            <p:nvPr/>
          </p:nvSpPr>
          <p:spPr bwMode="auto">
            <a:xfrm>
              <a:off x="1922463" y="4491038"/>
              <a:ext cx="41275" cy="244475"/>
            </a:xfrm>
            <a:prstGeom prst="rect">
              <a:avLst/>
            </a:prstGeom>
            <a:solidFill>
              <a:srgbClr val="00C4D7"/>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71" name="Rectangle 243"/>
            <p:cNvSpPr>
              <a:spLocks noChangeArrowheads="1"/>
            </p:cNvSpPr>
            <p:nvPr/>
          </p:nvSpPr>
          <p:spPr bwMode="auto">
            <a:xfrm>
              <a:off x="1922463" y="4491038"/>
              <a:ext cx="41275" cy="244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72" name="Rectangle 244"/>
            <p:cNvSpPr>
              <a:spLocks noChangeArrowheads="1"/>
            </p:cNvSpPr>
            <p:nvPr/>
          </p:nvSpPr>
          <p:spPr bwMode="auto">
            <a:xfrm>
              <a:off x="1870076" y="4757738"/>
              <a:ext cx="155575" cy="84138"/>
            </a:xfrm>
            <a:prstGeom prst="rect">
              <a:avLst/>
            </a:prstGeom>
            <a:solidFill>
              <a:srgbClr val="FFAC32"/>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73" name="Rectangle 245"/>
            <p:cNvSpPr>
              <a:spLocks noChangeArrowheads="1"/>
            </p:cNvSpPr>
            <p:nvPr/>
          </p:nvSpPr>
          <p:spPr bwMode="auto">
            <a:xfrm>
              <a:off x="1870076" y="4757738"/>
              <a:ext cx="155575" cy="84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74" name="Rectangle 246"/>
            <p:cNvSpPr>
              <a:spLocks noChangeArrowheads="1"/>
            </p:cNvSpPr>
            <p:nvPr/>
          </p:nvSpPr>
          <p:spPr bwMode="auto">
            <a:xfrm>
              <a:off x="1870076" y="4870450"/>
              <a:ext cx="155575" cy="84138"/>
            </a:xfrm>
            <a:prstGeom prst="rect">
              <a:avLst/>
            </a:prstGeom>
            <a:solidFill>
              <a:srgbClr val="FFAC32"/>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75" name="Rectangle 247"/>
            <p:cNvSpPr>
              <a:spLocks noChangeArrowheads="1"/>
            </p:cNvSpPr>
            <p:nvPr/>
          </p:nvSpPr>
          <p:spPr bwMode="auto">
            <a:xfrm>
              <a:off x="1870076" y="4870450"/>
              <a:ext cx="155575" cy="84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76" name="Rectangle 248"/>
            <p:cNvSpPr>
              <a:spLocks noChangeArrowheads="1"/>
            </p:cNvSpPr>
            <p:nvPr/>
          </p:nvSpPr>
          <p:spPr bwMode="auto">
            <a:xfrm>
              <a:off x="2025651" y="4552950"/>
              <a:ext cx="80963" cy="461963"/>
            </a:xfrm>
            <a:prstGeom prst="rect">
              <a:avLst/>
            </a:prstGeom>
            <a:solidFill>
              <a:srgbClr val="EB5A49"/>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77" name="Rectangle 249"/>
            <p:cNvSpPr>
              <a:spLocks noChangeArrowheads="1"/>
            </p:cNvSpPr>
            <p:nvPr/>
          </p:nvSpPr>
          <p:spPr bwMode="auto">
            <a:xfrm>
              <a:off x="2025651" y="4552950"/>
              <a:ext cx="80963" cy="461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78" name="Rectangle 250"/>
            <p:cNvSpPr>
              <a:spLocks noChangeArrowheads="1"/>
            </p:cNvSpPr>
            <p:nvPr/>
          </p:nvSpPr>
          <p:spPr bwMode="auto">
            <a:xfrm>
              <a:off x="2051051" y="4595813"/>
              <a:ext cx="31750" cy="376238"/>
            </a:xfrm>
            <a:prstGeom prst="rect">
              <a:avLst/>
            </a:prstGeom>
            <a:solidFill>
              <a:srgbClr val="FFFDFA"/>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79" name="Rectangle 251"/>
            <p:cNvSpPr>
              <a:spLocks noChangeArrowheads="1"/>
            </p:cNvSpPr>
            <p:nvPr/>
          </p:nvSpPr>
          <p:spPr bwMode="auto">
            <a:xfrm>
              <a:off x="2051051" y="4595813"/>
              <a:ext cx="31750" cy="3762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80" name="Rectangle 252"/>
            <p:cNvSpPr>
              <a:spLocks noChangeArrowheads="1"/>
            </p:cNvSpPr>
            <p:nvPr/>
          </p:nvSpPr>
          <p:spPr bwMode="auto">
            <a:xfrm>
              <a:off x="2106613" y="4498975"/>
              <a:ext cx="92075" cy="515938"/>
            </a:xfrm>
            <a:prstGeom prst="rect">
              <a:avLst/>
            </a:prstGeom>
            <a:solidFill>
              <a:srgbClr val="69CBCC"/>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81" name="Rectangle 253"/>
            <p:cNvSpPr>
              <a:spLocks noChangeArrowheads="1"/>
            </p:cNvSpPr>
            <p:nvPr/>
          </p:nvSpPr>
          <p:spPr bwMode="auto">
            <a:xfrm>
              <a:off x="2106613" y="4498975"/>
              <a:ext cx="92075" cy="5159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82" name="Oval 254"/>
            <p:cNvSpPr>
              <a:spLocks noChangeArrowheads="1"/>
            </p:cNvSpPr>
            <p:nvPr/>
          </p:nvSpPr>
          <p:spPr bwMode="auto">
            <a:xfrm>
              <a:off x="2128838" y="4957763"/>
              <a:ext cx="49213" cy="38100"/>
            </a:xfrm>
            <a:prstGeom prst="ellipse">
              <a:avLst/>
            </a:pr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83" name="Oval 255"/>
            <p:cNvSpPr>
              <a:spLocks noChangeArrowheads="1"/>
            </p:cNvSpPr>
            <p:nvPr/>
          </p:nvSpPr>
          <p:spPr bwMode="auto">
            <a:xfrm>
              <a:off x="2128838" y="4905375"/>
              <a:ext cx="49213" cy="39688"/>
            </a:xfrm>
            <a:prstGeom prst="ellipse">
              <a:avLst/>
            </a:pr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84" name="Rectangle 256"/>
            <p:cNvSpPr>
              <a:spLocks noChangeArrowheads="1"/>
            </p:cNvSpPr>
            <p:nvPr/>
          </p:nvSpPr>
          <p:spPr bwMode="auto">
            <a:xfrm>
              <a:off x="2147888" y="4498975"/>
              <a:ext cx="12700" cy="36671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85" name="Rectangle 257"/>
            <p:cNvSpPr>
              <a:spLocks noChangeArrowheads="1"/>
            </p:cNvSpPr>
            <p:nvPr/>
          </p:nvSpPr>
          <p:spPr bwMode="auto">
            <a:xfrm>
              <a:off x="2147888" y="4498975"/>
              <a:ext cx="12700" cy="3667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386" name="Freeform 258"/>
            <p:cNvSpPr>
              <a:spLocks noEditPoints="1"/>
            </p:cNvSpPr>
            <p:nvPr/>
          </p:nvSpPr>
          <p:spPr bwMode="auto">
            <a:xfrm>
              <a:off x="1870076" y="4457700"/>
              <a:ext cx="155575" cy="412750"/>
            </a:xfrm>
            <a:custGeom>
              <a:avLst/>
              <a:gdLst/>
              <a:ahLst/>
              <a:cxnLst>
                <a:cxn ang="0">
                  <a:pos x="30" y="242"/>
                </a:cxn>
                <a:cxn ang="0">
                  <a:pos x="0" y="242"/>
                </a:cxn>
                <a:cxn ang="0">
                  <a:pos x="0" y="260"/>
                </a:cxn>
                <a:cxn ang="0">
                  <a:pos x="25" y="260"/>
                </a:cxn>
                <a:cxn ang="0">
                  <a:pos x="30" y="242"/>
                </a:cxn>
                <a:cxn ang="0">
                  <a:pos x="98" y="0"/>
                </a:cxn>
                <a:cxn ang="0">
                  <a:pos x="0" y="0"/>
                </a:cxn>
                <a:cxn ang="0">
                  <a:pos x="0" y="189"/>
                </a:cxn>
                <a:cxn ang="0">
                  <a:pos x="45" y="189"/>
                </a:cxn>
                <a:cxn ang="0">
                  <a:pos x="49" y="175"/>
                </a:cxn>
                <a:cxn ang="0">
                  <a:pos x="33" y="175"/>
                </a:cxn>
                <a:cxn ang="0">
                  <a:pos x="33" y="21"/>
                </a:cxn>
                <a:cxn ang="0">
                  <a:pos x="59" y="21"/>
                </a:cxn>
                <a:cxn ang="0">
                  <a:pos x="59" y="141"/>
                </a:cxn>
                <a:cxn ang="0">
                  <a:pos x="98" y="0"/>
                </a:cxn>
              </a:cxnLst>
              <a:rect l="0" t="0" r="r" b="b"/>
              <a:pathLst>
                <a:path w="98" h="260">
                  <a:moveTo>
                    <a:pt x="30" y="242"/>
                  </a:moveTo>
                  <a:lnTo>
                    <a:pt x="0" y="242"/>
                  </a:lnTo>
                  <a:lnTo>
                    <a:pt x="0" y="260"/>
                  </a:lnTo>
                  <a:lnTo>
                    <a:pt x="25" y="260"/>
                  </a:lnTo>
                  <a:lnTo>
                    <a:pt x="30" y="242"/>
                  </a:lnTo>
                  <a:close/>
                  <a:moveTo>
                    <a:pt x="98" y="0"/>
                  </a:moveTo>
                  <a:lnTo>
                    <a:pt x="0" y="0"/>
                  </a:lnTo>
                  <a:lnTo>
                    <a:pt x="0" y="189"/>
                  </a:lnTo>
                  <a:lnTo>
                    <a:pt x="45" y="189"/>
                  </a:lnTo>
                  <a:lnTo>
                    <a:pt x="49" y="175"/>
                  </a:lnTo>
                  <a:lnTo>
                    <a:pt x="33" y="175"/>
                  </a:lnTo>
                  <a:lnTo>
                    <a:pt x="33" y="21"/>
                  </a:lnTo>
                  <a:lnTo>
                    <a:pt x="59" y="21"/>
                  </a:lnTo>
                  <a:lnTo>
                    <a:pt x="59" y="141"/>
                  </a:lnTo>
                  <a:lnTo>
                    <a:pt x="98" y="0"/>
                  </a:lnTo>
                  <a:close/>
                </a:path>
              </a:pathLst>
            </a:custGeom>
            <a:solidFill>
              <a:srgbClr val="283B4E"/>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87" name="Freeform 259"/>
            <p:cNvSpPr>
              <a:spLocks noEditPoints="1"/>
            </p:cNvSpPr>
            <p:nvPr/>
          </p:nvSpPr>
          <p:spPr bwMode="auto">
            <a:xfrm>
              <a:off x="1870076" y="4457700"/>
              <a:ext cx="155575" cy="412750"/>
            </a:xfrm>
            <a:custGeom>
              <a:avLst/>
              <a:gdLst/>
              <a:ahLst/>
              <a:cxnLst>
                <a:cxn ang="0">
                  <a:pos x="30" y="242"/>
                </a:cxn>
                <a:cxn ang="0">
                  <a:pos x="0" y="242"/>
                </a:cxn>
                <a:cxn ang="0">
                  <a:pos x="0" y="260"/>
                </a:cxn>
                <a:cxn ang="0">
                  <a:pos x="25" y="260"/>
                </a:cxn>
                <a:cxn ang="0">
                  <a:pos x="30" y="242"/>
                </a:cxn>
                <a:cxn ang="0">
                  <a:pos x="98" y="0"/>
                </a:cxn>
                <a:cxn ang="0">
                  <a:pos x="0" y="0"/>
                </a:cxn>
                <a:cxn ang="0">
                  <a:pos x="0" y="189"/>
                </a:cxn>
                <a:cxn ang="0">
                  <a:pos x="45" y="189"/>
                </a:cxn>
                <a:cxn ang="0">
                  <a:pos x="49" y="175"/>
                </a:cxn>
                <a:cxn ang="0">
                  <a:pos x="33" y="175"/>
                </a:cxn>
                <a:cxn ang="0">
                  <a:pos x="33" y="21"/>
                </a:cxn>
                <a:cxn ang="0">
                  <a:pos x="59" y="21"/>
                </a:cxn>
                <a:cxn ang="0">
                  <a:pos x="59" y="141"/>
                </a:cxn>
                <a:cxn ang="0">
                  <a:pos x="98" y="0"/>
                </a:cxn>
              </a:cxnLst>
              <a:rect l="0" t="0" r="r" b="b"/>
              <a:pathLst>
                <a:path w="98" h="260">
                  <a:moveTo>
                    <a:pt x="30" y="242"/>
                  </a:moveTo>
                  <a:lnTo>
                    <a:pt x="0" y="242"/>
                  </a:lnTo>
                  <a:lnTo>
                    <a:pt x="0" y="260"/>
                  </a:lnTo>
                  <a:lnTo>
                    <a:pt x="25" y="260"/>
                  </a:lnTo>
                  <a:lnTo>
                    <a:pt x="30" y="242"/>
                  </a:lnTo>
                  <a:moveTo>
                    <a:pt x="98" y="0"/>
                  </a:moveTo>
                  <a:lnTo>
                    <a:pt x="0" y="0"/>
                  </a:lnTo>
                  <a:lnTo>
                    <a:pt x="0" y="189"/>
                  </a:lnTo>
                  <a:lnTo>
                    <a:pt x="45" y="189"/>
                  </a:lnTo>
                  <a:lnTo>
                    <a:pt x="49" y="175"/>
                  </a:lnTo>
                  <a:lnTo>
                    <a:pt x="33" y="175"/>
                  </a:lnTo>
                  <a:lnTo>
                    <a:pt x="33" y="21"/>
                  </a:lnTo>
                  <a:lnTo>
                    <a:pt x="59" y="21"/>
                  </a:lnTo>
                  <a:lnTo>
                    <a:pt x="59" y="141"/>
                  </a:lnTo>
                  <a:lnTo>
                    <a:pt x="98"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88" name="Freeform 260"/>
            <p:cNvSpPr>
              <a:spLocks/>
            </p:cNvSpPr>
            <p:nvPr/>
          </p:nvSpPr>
          <p:spPr bwMode="auto">
            <a:xfrm>
              <a:off x="1922463" y="4491038"/>
              <a:ext cx="41275" cy="244475"/>
            </a:xfrm>
            <a:custGeom>
              <a:avLst/>
              <a:gdLst/>
              <a:ahLst/>
              <a:cxnLst>
                <a:cxn ang="0">
                  <a:pos x="26" y="0"/>
                </a:cxn>
                <a:cxn ang="0">
                  <a:pos x="0" y="0"/>
                </a:cxn>
                <a:cxn ang="0">
                  <a:pos x="0" y="154"/>
                </a:cxn>
                <a:cxn ang="0">
                  <a:pos x="16" y="154"/>
                </a:cxn>
                <a:cxn ang="0">
                  <a:pos x="26" y="120"/>
                </a:cxn>
                <a:cxn ang="0">
                  <a:pos x="26" y="0"/>
                </a:cxn>
              </a:cxnLst>
              <a:rect l="0" t="0" r="r" b="b"/>
              <a:pathLst>
                <a:path w="26" h="154">
                  <a:moveTo>
                    <a:pt x="26" y="0"/>
                  </a:moveTo>
                  <a:lnTo>
                    <a:pt x="0" y="0"/>
                  </a:lnTo>
                  <a:lnTo>
                    <a:pt x="0" y="154"/>
                  </a:lnTo>
                  <a:lnTo>
                    <a:pt x="16" y="154"/>
                  </a:lnTo>
                  <a:lnTo>
                    <a:pt x="26" y="120"/>
                  </a:lnTo>
                  <a:lnTo>
                    <a:pt x="26" y="0"/>
                  </a:lnTo>
                  <a:close/>
                </a:path>
              </a:pathLst>
            </a:custGeom>
            <a:solidFill>
              <a:srgbClr val="00B0C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89" name="Freeform 261"/>
            <p:cNvSpPr>
              <a:spLocks/>
            </p:cNvSpPr>
            <p:nvPr/>
          </p:nvSpPr>
          <p:spPr bwMode="auto">
            <a:xfrm>
              <a:off x="1922463" y="4491038"/>
              <a:ext cx="41275" cy="244475"/>
            </a:xfrm>
            <a:custGeom>
              <a:avLst/>
              <a:gdLst/>
              <a:ahLst/>
              <a:cxnLst>
                <a:cxn ang="0">
                  <a:pos x="26" y="0"/>
                </a:cxn>
                <a:cxn ang="0">
                  <a:pos x="0" y="0"/>
                </a:cxn>
                <a:cxn ang="0">
                  <a:pos x="0" y="154"/>
                </a:cxn>
                <a:cxn ang="0">
                  <a:pos x="16" y="154"/>
                </a:cxn>
                <a:cxn ang="0">
                  <a:pos x="26" y="120"/>
                </a:cxn>
                <a:cxn ang="0">
                  <a:pos x="26" y="0"/>
                </a:cxn>
              </a:cxnLst>
              <a:rect l="0" t="0" r="r" b="b"/>
              <a:pathLst>
                <a:path w="26" h="154">
                  <a:moveTo>
                    <a:pt x="26" y="0"/>
                  </a:moveTo>
                  <a:lnTo>
                    <a:pt x="0" y="0"/>
                  </a:lnTo>
                  <a:lnTo>
                    <a:pt x="0" y="154"/>
                  </a:lnTo>
                  <a:lnTo>
                    <a:pt x="16" y="154"/>
                  </a:lnTo>
                  <a:lnTo>
                    <a:pt x="26" y="120"/>
                  </a:lnTo>
                  <a:lnTo>
                    <a:pt x="26"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90" name="Freeform 262"/>
            <p:cNvSpPr>
              <a:spLocks/>
            </p:cNvSpPr>
            <p:nvPr/>
          </p:nvSpPr>
          <p:spPr bwMode="auto">
            <a:xfrm>
              <a:off x="1870076" y="4757738"/>
              <a:ext cx="71438" cy="84138"/>
            </a:xfrm>
            <a:custGeom>
              <a:avLst/>
              <a:gdLst/>
              <a:ahLst/>
              <a:cxnLst>
                <a:cxn ang="0">
                  <a:pos x="45" y="0"/>
                </a:cxn>
                <a:cxn ang="0">
                  <a:pos x="0" y="0"/>
                </a:cxn>
                <a:cxn ang="0">
                  <a:pos x="0" y="53"/>
                </a:cxn>
                <a:cxn ang="0">
                  <a:pos x="30" y="53"/>
                </a:cxn>
                <a:cxn ang="0">
                  <a:pos x="45" y="0"/>
                </a:cxn>
              </a:cxnLst>
              <a:rect l="0" t="0" r="r" b="b"/>
              <a:pathLst>
                <a:path w="45" h="53">
                  <a:moveTo>
                    <a:pt x="45" y="0"/>
                  </a:moveTo>
                  <a:lnTo>
                    <a:pt x="0" y="0"/>
                  </a:lnTo>
                  <a:lnTo>
                    <a:pt x="0" y="53"/>
                  </a:lnTo>
                  <a:lnTo>
                    <a:pt x="30" y="53"/>
                  </a:lnTo>
                  <a:lnTo>
                    <a:pt x="45" y="0"/>
                  </a:lnTo>
                  <a:close/>
                </a:path>
              </a:pathLst>
            </a:custGeom>
            <a:solidFill>
              <a:srgbClr val="E59A2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91" name="Freeform 263"/>
            <p:cNvSpPr>
              <a:spLocks/>
            </p:cNvSpPr>
            <p:nvPr/>
          </p:nvSpPr>
          <p:spPr bwMode="auto">
            <a:xfrm>
              <a:off x="1870076" y="4757738"/>
              <a:ext cx="71438" cy="84138"/>
            </a:xfrm>
            <a:custGeom>
              <a:avLst/>
              <a:gdLst/>
              <a:ahLst/>
              <a:cxnLst>
                <a:cxn ang="0">
                  <a:pos x="45" y="0"/>
                </a:cxn>
                <a:cxn ang="0">
                  <a:pos x="0" y="0"/>
                </a:cxn>
                <a:cxn ang="0">
                  <a:pos x="0" y="53"/>
                </a:cxn>
                <a:cxn ang="0">
                  <a:pos x="30" y="53"/>
                </a:cxn>
                <a:cxn ang="0">
                  <a:pos x="45" y="0"/>
                </a:cxn>
              </a:cxnLst>
              <a:rect l="0" t="0" r="r" b="b"/>
              <a:pathLst>
                <a:path w="45" h="53">
                  <a:moveTo>
                    <a:pt x="45" y="0"/>
                  </a:moveTo>
                  <a:lnTo>
                    <a:pt x="0" y="0"/>
                  </a:lnTo>
                  <a:lnTo>
                    <a:pt x="0" y="53"/>
                  </a:lnTo>
                  <a:lnTo>
                    <a:pt x="30" y="53"/>
                  </a:lnTo>
                  <a:lnTo>
                    <a:pt x="45"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92" name="Freeform 264"/>
            <p:cNvSpPr>
              <a:spLocks/>
            </p:cNvSpPr>
            <p:nvPr/>
          </p:nvSpPr>
          <p:spPr bwMode="auto">
            <a:xfrm>
              <a:off x="1870076" y="4954588"/>
              <a:ext cx="17463" cy="60325"/>
            </a:xfrm>
            <a:custGeom>
              <a:avLst/>
              <a:gdLst/>
              <a:ahLst/>
              <a:cxnLst>
                <a:cxn ang="0">
                  <a:pos x="11" y="0"/>
                </a:cxn>
                <a:cxn ang="0">
                  <a:pos x="0" y="0"/>
                </a:cxn>
                <a:cxn ang="0">
                  <a:pos x="0" y="38"/>
                </a:cxn>
                <a:cxn ang="0">
                  <a:pos x="11" y="0"/>
                </a:cxn>
              </a:cxnLst>
              <a:rect l="0" t="0" r="r" b="b"/>
              <a:pathLst>
                <a:path w="11" h="38">
                  <a:moveTo>
                    <a:pt x="11" y="0"/>
                  </a:moveTo>
                  <a:lnTo>
                    <a:pt x="0" y="0"/>
                  </a:lnTo>
                  <a:lnTo>
                    <a:pt x="0" y="38"/>
                  </a:lnTo>
                  <a:lnTo>
                    <a:pt x="11" y="0"/>
                  </a:lnTo>
                  <a:close/>
                </a:path>
              </a:pathLst>
            </a:custGeom>
            <a:solidFill>
              <a:srgbClr val="283B4E"/>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93" name="Freeform 265"/>
            <p:cNvSpPr>
              <a:spLocks/>
            </p:cNvSpPr>
            <p:nvPr/>
          </p:nvSpPr>
          <p:spPr bwMode="auto">
            <a:xfrm>
              <a:off x="1870076" y="4954588"/>
              <a:ext cx="17463" cy="60325"/>
            </a:xfrm>
            <a:custGeom>
              <a:avLst/>
              <a:gdLst/>
              <a:ahLst/>
              <a:cxnLst>
                <a:cxn ang="0">
                  <a:pos x="11" y="0"/>
                </a:cxn>
                <a:cxn ang="0">
                  <a:pos x="0" y="0"/>
                </a:cxn>
                <a:cxn ang="0">
                  <a:pos x="0" y="38"/>
                </a:cxn>
                <a:cxn ang="0">
                  <a:pos x="11" y="0"/>
                </a:cxn>
              </a:cxnLst>
              <a:rect l="0" t="0" r="r" b="b"/>
              <a:pathLst>
                <a:path w="11" h="38">
                  <a:moveTo>
                    <a:pt x="11" y="0"/>
                  </a:moveTo>
                  <a:lnTo>
                    <a:pt x="0" y="0"/>
                  </a:lnTo>
                  <a:lnTo>
                    <a:pt x="0" y="38"/>
                  </a:lnTo>
                  <a:lnTo>
                    <a:pt x="11"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94" name="Freeform 266"/>
            <p:cNvSpPr>
              <a:spLocks/>
            </p:cNvSpPr>
            <p:nvPr/>
          </p:nvSpPr>
          <p:spPr bwMode="auto">
            <a:xfrm>
              <a:off x="1870076" y="4870450"/>
              <a:ext cx="39688" cy="84138"/>
            </a:xfrm>
            <a:custGeom>
              <a:avLst/>
              <a:gdLst/>
              <a:ahLst/>
              <a:cxnLst>
                <a:cxn ang="0">
                  <a:pos x="25" y="0"/>
                </a:cxn>
                <a:cxn ang="0">
                  <a:pos x="0" y="0"/>
                </a:cxn>
                <a:cxn ang="0">
                  <a:pos x="0" y="53"/>
                </a:cxn>
                <a:cxn ang="0">
                  <a:pos x="11" y="53"/>
                </a:cxn>
                <a:cxn ang="0">
                  <a:pos x="25" y="0"/>
                </a:cxn>
              </a:cxnLst>
              <a:rect l="0" t="0" r="r" b="b"/>
              <a:pathLst>
                <a:path w="25" h="53">
                  <a:moveTo>
                    <a:pt x="25" y="0"/>
                  </a:moveTo>
                  <a:lnTo>
                    <a:pt x="0" y="0"/>
                  </a:lnTo>
                  <a:lnTo>
                    <a:pt x="0" y="53"/>
                  </a:lnTo>
                  <a:lnTo>
                    <a:pt x="11" y="53"/>
                  </a:lnTo>
                  <a:lnTo>
                    <a:pt x="25" y="0"/>
                  </a:lnTo>
                  <a:close/>
                </a:path>
              </a:pathLst>
            </a:custGeom>
            <a:solidFill>
              <a:srgbClr val="E59A2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95" name="Freeform 267"/>
            <p:cNvSpPr>
              <a:spLocks/>
            </p:cNvSpPr>
            <p:nvPr/>
          </p:nvSpPr>
          <p:spPr bwMode="auto">
            <a:xfrm>
              <a:off x="1870076" y="4870450"/>
              <a:ext cx="39688" cy="84138"/>
            </a:xfrm>
            <a:custGeom>
              <a:avLst/>
              <a:gdLst/>
              <a:ahLst/>
              <a:cxnLst>
                <a:cxn ang="0">
                  <a:pos x="25" y="0"/>
                </a:cxn>
                <a:cxn ang="0">
                  <a:pos x="0" y="0"/>
                </a:cxn>
                <a:cxn ang="0">
                  <a:pos x="0" y="53"/>
                </a:cxn>
                <a:cxn ang="0">
                  <a:pos x="11" y="53"/>
                </a:cxn>
                <a:cxn ang="0">
                  <a:pos x="25" y="0"/>
                </a:cxn>
              </a:cxnLst>
              <a:rect l="0" t="0" r="r" b="b"/>
              <a:pathLst>
                <a:path w="25" h="53">
                  <a:moveTo>
                    <a:pt x="25" y="0"/>
                  </a:moveTo>
                  <a:lnTo>
                    <a:pt x="0" y="0"/>
                  </a:lnTo>
                  <a:lnTo>
                    <a:pt x="0" y="53"/>
                  </a:lnTo>
                  <a:lnTo>
                    <a:pt x="11" y="53"/>
                  </a:lnTo>
                  <a:lnTo>
                    <a:pt x="25"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96" name="Freeform 268"/>
            <p:cNvSpPr>
              <a:spLocks/>
            </p:cNvSpPr>
            <p:nvPr/>
          </p:nvSpPr>
          <p:spPr bwMode="auto">
            <a:xfrm>
              <a:off x="2025651" y="4552950"/>
              <a:ext cx="80963" cy="461963"/>
            </a:xfrm>
            <a:custGeom>
              <a:avLst/>
              <a:gdLst/>
              <a:ahLst/>
              <a:cxnLst>
                <a:cxn ang="0">
                  <a:pos x="51" y="0"/>
                </a:cxn>
                <a:cxn ang="0">
                  <a:pos x="0" y="0"/>
                </a:cxn>
                <a:cxn ang="0">
                  <a:pos x="0" y="291"/>
                </a:cxn>
                <a:cxn ang="0">
                  <a:pos x="16" y="205"/>
                </a:cxn>
                <a:cxn ang="0">
                  <a:pos x="16" y="27"/>
                </a:cxn>
                <a:cxn ang="0">
                  <a:pos x="36" y="27"/>
                </a:cxn>
                <a:cxn ang="0">
                  <a:pos x="36" y="91"/>
                </a:cxn>
                <a:cxn ang="0">
                  <a:pos x="51" y="4"/>
                </a:cxn>
                <a:cxn ang="0">
                  <a:pos x="51" y="0"/>
                </a:cxn>
              </a:cxnLst>
              <a:rect l="0" t="0" r="r" b="b"/>
              <a:pathLst>
                <a:path w="51" h="291">
                  <a:moveTo>
                    <a:pt x="51" y="0"/>
                  </a:moveTo>
                  <a:lnTo>
                    <a:pt x="0" y="0"/>
                  </a:lnTo>
                  <a:lnTo>
                    <a:pt x="0" y="291"/>
                  </a:lnTo>
                  <a:lnTo>
                    <a:pt x="16" y="205"/>
                  </a:lnTo>
                  <a:lnTo>
                    <a:pt x="16" y="27"/>
                  </a:lnTo>
                  <a:lnTo>
                    <a:pt x="36" y="27"/>
                  </a:lnTo>
                  <a:lnTo>
                    <a:pt x="36" y="91"/>
                  </a:lnTo>
                  <a:lnTo>
                    <a:pt x="51" y="4"/>
                  </a:lnTo>
                  <a:lnTo>
                    <a:pt x="51" y="0"/>
                  </a:lnTo>
                  <a:close/>
                </a:path>
              </a:pathLst>
            </a:custGeom>
            <a:solidFill>
              <a:srgbClr val="D3514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97" name="Freeform 269"/>
            <p:cNvSpPr>
              <a:spLocks/>
            </p:cNvSpPr>
            <p:nvPr/>
          </p:nvSpPr>
          <p:spPr bwMode="auto">
            <a:xfrm>
              <a:off x="2025651" y="4552950"/>
              <a:ext cx="80963" cy="461963"/>
            </a:xfrm>
            <a:custGeom>
              <a:avLst/>
              <a:gdLst/>
              <a:ahLst/>
              <a:cxnLst>
                <a:cxn ang="0">
                  <a:pos x="51" y="0"/>
                </a:cxn>
                <a:cxn ang="0">
                  <a:pos x="0" y="0"/>
                </a:cxn>
                <a:cxn ang="0">
                  <a:pos x="0" y="291"/>
                </a:cxn>
                <a:cxn ang="0">
                  <a:pos x="16" y="205"/>
                </a:cxn>
                <a:cxn ang="0">
                  <a:pos x="16" y="27"/>
                </a:cxn>
                <a:cxn ang="0">
                  <a:pos x="36" y="27"/>
                </a:cxn>
                <a:cxn ang="0">
                  <a:pos x="36" y="91"/>
                </a:cxn>
                <a:cxn ang="0">
                  <a:pos x="51" y="4"/>
                </a:cxn>
                <a:cxn ang="0">
                  <a:pos x="51" y="0"/>
                </a:cxn>
              </a:cxnLst>
              <a:rect l="0" t="0" r="r" b="b"/>
              <a:pathLst>
                <a:path w="51" h="291">
                  <a:moveTo>
                    <a:pt x="51" y="0"/>
                  </a:moveTo>
                  <a:lnTo>
                    <a:pt x="0" y="0"/>
                  </a:lnTo>
                  <a:lnTo>
                    <a:pt x="0" y="291"/>
                  </a:lnTo>
                  <a:lnTo>
                    <a:pt x="16" y="205"/>
                  </a:lnTo>
                  <a:lnTo>
                    <a:pt x="16" y="27"/>
                  </a:lnTo>
                  <a:lnTo>
                    <a:pt x="36" y="27"/>
                  </a:lnTo>
                  <a:lnTo>
                    <a:pt x="36" y="91"/>
                  </a:lnTo>
                  <a:lnTo>
                    <a:pt x="51" y="4"/>
                  </a:lnTo>
                  <a:lnTo>
                    <a:pt x="51"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98" name="Freeform 270"/>
            <p:cNvSpPr>
              <a:spLocks/>
            </p:cNvSpPr>
            <p:nvPr/>
          </p:nvSpPr>
          <p:spPr bwMode="auto">
            <a:xfrm>
              <a:off x="2051051" y="4595813"/>
              <a:ext cx="31750" cy="282575"/>
            </a:xfrm>
            <a:custGeom>
              <a:avLst/>
              <a:gdLst/>
              <a:ahLst/>
              <a:cxnLst>
                <a:cxn ang="0">
                  <a:pos x="20" y="0"/>
                </a:cxn>
                <a:cxn ang="0">
                  <a:pos x="0" y="0"/>
                </a:cxn>
                <a:cxn ang="0">
                  <a:pos x="0" y="178"/>
                </a:cxn>
                <a:cxn ang="0">
                  <a:pos x="20" y="64"/>
                </a:cxn>
                <a:cxn ang="0">
                  <a:pos x="20" y="0"/>
                </a:cxn>
              </a:cxnLst>
              <a:rect l="0" t="0" r="r" b="b"/>
              <a:pathLst>
                <a:path w="20" h="178">
                  <a:moveTo>
                    <a:pt x="20" y="0"/>
                  </a:moveTo>
                  <a:lnTo>
                    <a:pt x="0" y="0"/>
                  </a:lnTo>
                  <a:lnTo>
                    <a:pt x="0" y="178"/>
                  </a:lnTo>
                  <a:lnTo>
                    <a:pt x="20" y="64"/>
                  </a:lnTo>
                  <a:lnTo>
                    <a:pt x="20" y="0"/>
                  </a:lnTo>
                  <a:close/>
                </a:path>
              </a:pathLst>
            </a:custGeom>
            <a:solidFill>
              <a:srgbClr val="E5E3E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399" name="Freeform 271"/>
            <p:cNvSpPr>
              <a:spLocks/>
            </p:cNvSpPr>
            <p:nvPr/>
          </p:nvSpPr>
          <p:spPr bwMode="auto">
            <a:xfrm>
              <a:off x="2051051" y="4595813"/>
              <a:ext cx="31750" cy="282575"/>
            </a:xfrm>
            <a:custGeom>
              <a:avLst/>
              <a:gdLst/>
              <a:ahLst/>
              <a:cxnLst>
                <a:cxn ang="0">
                  <a:pos x="20" y="0"/>
                </a:cxn>
                <a:cxn ang="0">
                  <a:pos x="0" y="0"/>
                </a:cxn>
                <a:cxn ang="0">
                  <a:pos x="0" y="178"/>
                </a:cxn>
                <a:cxn ang="0">
                  <a:pos x="20" y="64"/>
                </a:cxn>
                <a:cxn ang="0">
                  <a:pos x="20" y="0"/>
                </a:cxn>
              </a:cxnLst>
              <a:rect l="0" t="0" r="r" b="b"/>
              <a:pathLst>
                <a:path w="20" h="178">
                  <a:moveTo>
                    <a:pt x="20" y="0"/>
                  </a:moveTo>
                  <a:lnTo>
                    <a:pt x="0" y="0"/>
                  </a:lnTo>
                  <a:lnTo>
                    <a:pt x="0" y="178"/>
                  </a:lnTo>
                  <a:lnTo>
                    <a:pt x="20" y="64"/>
                  </a:lnTo>
                  <a:lnTo>
                    <a:pt x="20"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00" name="Freeform 272"/>
            <p:cNvSpPr>
              <a:spLocks noEditPoints="1"/>
            </p:cNvSpPr>
            <p:nvPr/>
          </p:nvSpPr>
          <p:spPr bwMode="auto">
            <a:xfrm>
              <a:off x="2106613" y="4498975"/>
              <a:ext cx="92075" cy="515938"/>
            </a:xfrm>
            <a:custGeom>
              <a:avLst/>
              <a:gdLst/>
              <a:ahLst/>
              <a:cxnLst>
                <a:cxn ang="0">
                  <a:pos x="26" y="0"/>
                </a:cxn>
                <a:cxn ang="0">
                  <a:pos x="0" y="0"/>
                </a:cxn>
                <a:cxn ang="0">
                  <a:pos x="0" y="34"/>
                </a:cxn>
                <a:cxn ang="0">
                  <a:pos x="2" y="34"/>
                </a:cxn>
                <a:cxn ang="0">
                  <a:pos x="0" y="38"/>
                </a:cxn>
                <a:cxn ang="0">
                  <a:pos x="0" y="325"/>
                </a:cxn>
                <a:cxn ang="0">
                  <a:pos x="26" y="188"/>
                </a:cxn>
                <a:cxn ang="0">
                  <a:pos x="26" y="0"/>
                </a:cxn>
                <a:cxn ang="0">
                  <a:pos x="58" y="0"/>
                </a:cxn>
                <a:cxn ang="0">
                  <a:pos x="34" y="0"/>
                </a:cxn>
                <a:cxn ang="0">
                  <a:pos x="34" y="138"/>
                </a:cxn>
                <a:cxn ang="0">
                  <a:pos x="58" y="0"/>
                </a:cxn>
              </a:cxnLst>
              <a:rect l="0" t="0" r="r" b="b"/>
              <a:pathLst>
                <a:path w="58" h="325">
                  <a:moveTo>
                    <a:pt x="26" y="0"/>
                  </a:moveTo>
                  <a:lnTo>
                    <a:pt x="0" y="0"/>
                  </a:lnTo>
                  <a:lnTo>
                    <a:pt x="0" y="34"/>
                  </a:lnTo>
                  <a:lnTo>
                    <a:pt x="2" y="34"/>
                  </a:lnTo>
                  <a:lnTo>
                    <a:pt x="0" y="38"/>
                  </a:lnTo>
                  <a:lnTo>
                    <a:pt x="0" y="325"/>
                  </a:lnTo>
                  <a:lnTo>
                    <a:pt x="26" y="188"/>
                  </a:lnTo>
                  <a:lnTo>
                    <a:pt x="26" y="0"/>
                  </a:lnTo>
                  <a:close/>
                  <a:moveTo>
                    <a:pt x="58" y="0"/>
                  </a:moveTo>
                  <a:lnTo>
                    <a:pt x="34" y="0"/>
                  </a:lnTo>
                  <a:lnTo>
                    <a:pt x="34" y="138"/>
                  </a:lnTo>
                  <a:lnTo>
                    <a:pt x="58" y="0"/>
                  </a:lnTo>
                  <a:close/>
                </a:path>
              </a:pathLst>
            </a:custGeom>
            <a:solidFill>
              <a:srgbClr val="5EB6B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01" name="Freeform 273"/>
            <p:cNvSpPr>
              <a:spLocks noEditPoints="1"/>
            </p:cNvSpPr>
            <p:nvPr/>
          </p:nvSpPr>
          <p:spPr bwMode="auto">
            <a:xfrm>
              <a:off x="2106613" y="4498975"/>
              <a:ext cx="92075" cy="515938"/>
            </a:xfrm>
            <a:custGeom>
              <a:avLst/>
              <a:gdLst/>
              <a:ahLst/>
              <a:cxnLst>
                <a:cxn ang="0">
                  <a:pos x="26" y="0"/>
                </a:cxn>
                <a:cxn ang="0">
                  <a:pos x="0" y="0"/>
                </a:cxn>
                <a:cxn ang="0">
                  <a:pos x="0" y="34"/>
                </a:cxn>
                <a:cxn ang="0">
                  <a:pos x="2" y="34"/>
                </a:cxn>
                <a:cxn ang="0">
                  <a:pos x="0" y="38"/>
                </a:cxn>
                <a:cxn ang="0">
                  <a:pos x="0" y="325"/>
                </a:cxn>
                <a:cxn ang="0">
                  <a:pos x="26" y="188"/>
                </a:cxn>
                <a:cxn ang="0">
                  <a:pos x="26" y="0"/>
                </a:cxn>
                <a:cxn ang="0">
                  <a:pos x="58" y="0"/>
                </a:cxn>
                <a:cxn ang="0">
                  <a:pos x="34" y="0"/>
                </a:cxn>
                <a:cxn ang="0">
                  <a:pos x="34" y="138"/>
                </a:cxn>
                <a:cxn ang="0">
                  <a:pos x="58" y="0"/>
                </a:cxn>
              </a:cxnLst>
              <a:rect l="0" t="0" r="r" b="b"/>
              <a:pathLst>
                <a:path w="58" h="325">
                  <a:moveTo>
                    <a:pt x="26" y="0"/>
                  </a:moveTo>
                  <a:lnTo>
                    <a:pt x="0" y="0"/>
                  </a:lnTo>
                  <a:lnTo>
                    <a:pt x="0" y="34"/>
                  </a:lnTo>
                  <a:lnTo>
                    <a:pt x="2" y="34"/>
                  </a:lnTo>
                  <a:lnTo>
                    <a:pt x="0" y="38"/>
                  </a:lnTo>
                  <a:lnTo>
                    <a:pt x="0" y="325"/>
                  </a:lnTo>
                  <a:lnTo>
                    <a:pt x="26" y="188"/>
                  </a:lnTo>
                  <a:lnTo>
                    <a:pt x="26" y="0"/>
                  </a:lnTo>
                  <a:moveTo>
                    <a:pt x="58" y="0"/>
                  </a:moveTo>
                  <a:lnTo>
                    <a:pt x="34" y="0"/>
                  </a:lnTo>
                  <a:lnTo>
                    <a:pt x="34" y="138"/>
                  </a:lnTo>
                  <a:lnTo>
                    <a:pt x="58"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02" name="Freeform 274"/>
            <p:cNvSpPr>
              <a:spLocks/>
            </p:cNvSpPr>
            <p:nvPr/>
          </p:nvSpPr>
          <p:spPr bwMode="auto">
            <a:xfrm>
              <a:off x="2147888" y="4498975"/>
              <a:ext cx="12700" cy="298450"/>
            </a:xfrm>
            <a:custGeom>
              <a:avLst/>
              <a:gdLst/>
              <a:ahLst/>
              <a:cxnLst>
                <a:cxn ang="0">
                  <a:pos x="8" y="0"/>
                </a:cxn>
                <a:cxn ang="0">
                  <a:pos x="0" y="0"/>
                </a:cxn>
                <a:cxn ang="0">
                  <a:pos x="0" y="188"/>
                </a:cxn>
                <a:cxn ang="0">
                  <a:pos x="8" y="138"/>
                </a:cxn>
                <a:cxn ang="0">
                  <a:pos x="8" y="0"/>
                </a:cxn>
              </a:cxnLst>
              <a:rect l="0" t="0" r="r" b="b"/>
              <a:pathLst>
                <a:path w="8" h="188">
                  <a:moveTo>
                    <a:pt x="8" y="0"/>
                  </a:moveTo>
                  <a:lnTo>
                    <a:pt x="0" y="0"/>
                  </a:lnTo>
                  <a:lnTo>
                    <a:pt x="0" y="188"/>
                  </a:lnTo>
                  <a:lnTo>
                    <a:pt x="8" y="138"/>
                  </a:lnTo>
                  <a:lnTo>
                    <a:pt x="8" y="0"/>
                  </a:lnTo>
                  <a:close/>
                </a:path>
              </a:pathLst>
            </a:custGeom>
            <a:solidFill>
              <a:srgbClr val="E5E5E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03" name="Freeform 275"/>
            <p:cNvSpPr>
              <a:spLocks/>
            </p:cNvSpPr>
            <p:nvPr/>
          </p:nvSpPr>
          <p:spPr bwMode="auto">
            <a:xfrm>
              <a:off x="2147888" y="4498975"/>
              <a:ext cx="12700" cy="298450"/>
            </a:xfrm>
            <a:custGeom>
              <a:avLst/>
              <a:gdLst/>
              <a:ahLst/>
              <a:cxnLst>
                <a:cxn ang="0">
                  <a:pos x="8" y="0"/>
                </a:cxn>
                <a:cxn ang="0">
                  <a:pos x="0" y="0"/>
                </a:cxn>
                <a:cxn ang="0">
                  <a:pos x="0" y="188"/>
                </a:cxn>
                <a:cxn ang="0">
                  <a:pos x="8" y="138"/>
                </a:cxn>
                <a:cxn ang="0">
                  <a:pos x="8" y="0"/>
                </a:cxn>
              </a:cxnLst>
              <a:rect l="0" t="0" r="r" b="b"/>
              <a:pathLst>
                <a:path w="8" h="188">
                  <a:moveTo>
                    <a:pt x="8" y="0"/>
                  </a:moveTo>
                  <a:lnTo>
                    <a:pt x="0" y="0"/>
                  </a:lnTo>
                  <a:lnTo>
                    <a:pt x="0" y="188"/>
                  </a:lnTo>
                  <a:lnTo>
                    <a:pt x="8" y="138"/>
                  </a:lnTo>
                  <a:lnTo>
                    <a:pt x="8"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04" name="Freeform 276"/>
            <p:cNvSpPr>
              <a:spLocks/>
            </p:cNvSpPr>
            <p:nvPr/>
          </p:nvSpPr>
          <p:spPr bwMode="auto">
            <a:xfrm>
              <a:off x="2106613" y="4552950"/>
              <a:ext cx="3175" cy="6350"/>
            </a:xfrm>
            <a:custGeom>
              <a:avLst/>
              <a:gdLst/>
              <a:ahLst/>
              <a:cxnLst>
                <a:cxn ang="0">
                  <a:pos x="2" y="0"/>
                </a:cxn>
                <a:cxn ang="0">
                  <a:pos x="0" y="0"/>
                </a:cxn>
                <a:cxn ang="0">
                  <a:pos x="0" y="4"/>
                </a:cxn>
                <a:cxn ang="0">
                  <a:pos x="2" y="0"/>
                </a:cxn>
              </a:cxnLst>
              <a:rect l="0" t="0" r="r" b="b"/>
              <a:pathLst>
                <a:path w="2" h="4">
                  <a:moveTo>
                    <a:pt x="2" y="0"/>
                  </a:moveTo>
                  <a:lnTo>
                    <a:pt x="0" y="0"/>
                  </a:lnTo>
                  <a:lnTo>
                    <a:pt x="0" y="4"/>
                  </a:lnTo>
                  <a:lnTo>
                    <a:pt x="2" y="0"/>
                  </a:lnTo>
                  <a:close/>
                </a:path>
              </a:pathLst>
            </a:custGeom>
            <a:solidFill>
              <a:srgbClr val="54A3A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05" name="Freeform 277"/>
            <p:cNvSpPr>
              <a:spLocks/>
            </p:cNvSpPr>
            <p:nvPr/>
          </p:nvSpPr>
          <p:spPr bwMode="auto">
            <a:xfrm>
              <a:off x="2106613" y="4552950"/>
              <a:ext cx="3175" cy="6350"/>
            </a:xfrm>
            <a:custGeom>
              <a:avLst/>
              <a:gdLst/>
              <a:ahLst/>
              <a:cxnLst>
                <a:cxn ang="0">
                  <a:pos x="2" y="0"/>
                </a:cxn>
                <a:cxn ang="0">
                  <a:pos x="0" y="0"/>
                </a:cxn>
                <a:cxn ang="0">
                  <a:pos x="0" y="4"/>
                </a:cxn>
                <a:cxn ang="0">
                  <a:pos x="2" y="0"/>
                </a:cxn>
              </a:cxnLst>
              <a:rect l="0" t="0" r="r" b="b"/>
              <a:pathLst>
                <a:path w="2" h="4">
                  <a:moveTo>
                    <a:pt x="2" y="0"/>
                  </a:moveTo>
                  <a:lnTo>
                    <a:pt x="0" y="0"/>
                  </a:lnTo>
                  <a:lnTo>
                    <a:pt x="0" y="4"/>
                  </a:lnTo>
                  <a:lnTo>
                    <a:pt x="2"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06" name="Freeform 278"/>
            <p:cNvSpPr>
              <a:spLocks/>
            </p:cNvSpPr>
            <p:nvPr/>
          </p:nvSpPr>
          <p:spPr bwMode="auto">
            <a:xfrm>
              <a:off x="3305176" y="2878138"/>
              <a:ext cx="180975" cy="76200"/>
            </a:xfrm>
            <a:custGeom>
              <a:avLst/>
              <a:gdLst/>
              <a:ahLst/>
              <a:cxnLst>
                <a:cxn ang="0">
                  <a:pos x="8" y="0"/>
                </a:cxn>
                <a:cxn ang="0">
                  <a:pos x="0" y="30"/>
                </a:cxn>
                <a:cxn ang="0">
                  <a:pos x="71" y="30"/>
                </a:cxn>
                <a:cxn ang="0">
                  <a:pos x="63" y="0"/>
                </a:cxn>
                <a:cxn ang="0">
                  <a:pos x="8" y="0"/>
                </a:cxn>
              </a:cxnLst>
              <a:rect l="0" t="0" r="r" b="b"/>
              <a:pathLst>
                <a:path w="71" h="30">
                  <a:moveTo>
                    <a:pt x="8" y="0"/>
                  </a:moveTo>
                  <a:cubicBezTo>
                    <a:pt x="5" y="10"/>
                    <a:pt x="3" y="20"/>
                    <a:pt x="0" y="30"/>
                  </a:cubicBezTo>
                  <a:cubicBezTo>
                    <a:pt x="24" y="30"/>
                    <a:pt x="47" y="30"/>
                    <a:pt x="71" y="30"/>
                  </a:cubicBezTo>
                  <a:cubicBezTo>
                    <a:pt x="68" y="20"/>
                    <a:pt x="66" y="10"/>
                    <a:pt x="63" y="0"/>
                  </a:cubicBezTo>
                  <a:cubicBezTo>
                    <a:pt x="45" y="0"/>
                    <a:pt x="26" y="0"/>
                    <a:pt x="8" y="0"/>
                  </a:cubicBezTo>
                  <a:close/>
                </a:path>
              </a:pathLst>
            </a:custGeom>
            <a:solidFill>
              <a:srgbClr val="8FC4D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07" name="Freeform 279"/>
            <p:cNvSpPr>
              <a:spLocks/>
            </p:cNvSpPr>
            <p:nvPr/>
          </p:nvSpPr>
          <p:spPr bwMode="auto">
            <a:xfrm>
              <a:off x="3284538" y="2954338"/>
              <a:ext cx="222250" cy="15875"/>
            </a:xfrm>
            <a:custGeom>
              <a:avLst/>
              <a:gdLst/>
              <a:ahLst/>
              <a:cxnLst>
                <a:cxn ang="0">
                  <a:pos x="83" y="0"/>
                </a:cxn>
                <a:cxn ang="0">
                  <a:pos x="4" y="0"/>
                </a:cxn>
                <a:cxn ang="0">
                  <a:pos x="0" y="4"/>
                </a:cxn>
                <a:cxn ang="0">
                  <a:pos x="0" y="6"/>
                </a:cxn>
                <a:cxn ang="0">
                  <a:pos x="87" y="6"/>
                </a:cxn>
                <a:cxn ang="0">
                  <a:pos x="87" y="4"/>
                </a:cxn>
                <a:cxn ang="0">
                  <a:pos x="83" y="0"/>
                </a:cxn>
              </a:cxnLst>
              <a:rect l="0" t="0" r="r" b="b"/>
              <a:pathLst>
                <a:path w="87" h="6">
                  <a:moveTo>
                    <a:pt x="83" y="0"/>
                  </a:moveTo>
                  <a:cubicBezTo>
                    <a:pt x="4" y="0"/>
                    <a:pt x="4" y="0"/>
                    <a:pt x="4" y="0"/>
                  </a:cubicBezTo>
                  <a:cubicBezTo>
                    <a:pt x="2" y="0"/>
                    <a:pt x="0" y="2"/>
                    <a:pt x="0" y="4"/>
                  </a:cubicBezTo>
                  <a:cubicBezTo>
                    <a:pt x="0" y="6"/>
                    <a:pt x="0" y="6"/>
                    <a:pt x="0" y="6"/>
                  </a:cubicBezTo>
                  <a:cubicBezTo>
                    <a:pt x="87" y="6"/>
                    <a:pt x="87" y="6"/>
                    <a:pt x="87" y="6"/>
                  </a:cubicBezTo>
                  <a:cubicBezTo>
                    <a:pt x="87" y="4"/>
                    <a:pt x="87" y="4"/>
                    <a:pt x="87" y="4"/>
                  </a:cubicBezTo>
                  <a:cubicBezTo>
                    <a:pt x="87" y="2"/>
                    <a:pt x="85" y="0"/>
                    <a:pt x="83" y="0"/>
                  </a:cubicBezTo>
                  <a:close/>
                </a:path>
              </a:pathLst>
            </a:custGeom>
            <a:solidFill>
              <a:srgbClr val="F1F2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08" name="Freeform 280"/>
            <p:cNvSpPr>
              <a:spLocks/>
            </p:cNvSpPr>
            <p:nvPr/>
          </p:nvSpPr>
          <p:spPr bwMode="auto">
            <a:xfrm>
              <a:off x="3090863" y="2847975"/>
              <a:ext cx="606425" cy="57150"/>
            </a:xfrm>
            <a:custGeom>
              <a:avLst/>
              <a:gdLst/>
              <a:ahLst/>
              <a:cxnLst>
                <a:cxn ang="0">
                  <a:pos x="0" y="0"/>
                </a:cxn>
                <a:cxn ang="0">
                  <a:pos x="0" y="17"/>
                </a:cxn>
                <a:cxn ang="0">
                  <a:pos x="6" y="23"/>
                </a:cxn>
                <a:cxn ang="0">
                  <a:pos x="233" y="23"/>
                </a:cxn>
                <a:cxn ang="0">
                  <a:pos x="238" y="17"/>
                </a:cxn>
                <a:cxn ang="0">
                  <a:pos x="238" y="0"/>
                </a:cxn>
                <a:cxn ang="0">
                  <a:pos x="0" y="0"/>
                </a:cxn>
              </a:cxnLst>
              <a:rect l="0" t="0" r="r" b="b"/>
              <a:pathLst>
                <a:path w="238" h="23">
                  <a:moveTo>
                    <a:pt x="0" y="0"/>
                  </a:moveTo>
                  <a:cubicBezTo>
                    <a:pt x="0" y="17"/>
                    <a:pt x="0" y="17"/>
                    <a:pt x="0" y="17"/>
                  </a:cubicBezTo>
                  <a:cubicBezTo>
                    <a:pt x="0" y="20"/>
                    <a:pt x="3" y="23"/>
                    <a:pt x="6" y="23"/>
                  </a:cubicBezTo>
                  <a:cubicBezTo>
                    <a:pt x="233" y="23"/>
                    <a:pt x="233" y="23"/>
                    <a:pt x="233" y="23"/>
                  </a:cubicBezTo>
                  <a:cubicBezTo>
                    <a:pt x="236" y="23"/>
                    <a:pt x="238" y="20"/>
                    <a:pt x="238" y="17"/>
                  </a:cubicBezTo>
                  <a:cubicBezTo>
                    <a:pt x="238" y="0"/>
                    <a:pt x="238" y="0"/>
                    <a:pt x="238" y="0"/>
                  </a:cubicBezTo>
                  <a:lnTo>
                    <a:pt x="0" y="0"/>
                  </a:lnTo>
                  <a:close/>
                </a:path>
              </a:pathLst>
            </a:custGeom>
            <a:solidFill>
              <a:srgbClr val="F1F2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09" name="Freeform 281"/>
            <p:cNvSpPr>
              <a:spLocks/>
            </p:cNvSpPr>
            <p:nvPr/>
          </p:nvSpPr>
          <p:spPr bwMode="auto">
            <a:xfrm>
              <a:off x="3090863" y="2465388"/>
              <a:ext cx="606425" cy="382588"/>
            </a:xfrm>
            <a:custGeom>
              <a:avLst/>
              <a:gdLst/>
              <a:ahLst/>
              <a:cxnLst>
                <a:cxn ang="0">
                  <a:pos x="238" y="150"/>
                </a:cxn>
                <a:cxn ang="0">
                  <a:pos x="238" y="6"/>
                </a:cxn>
                <a:cxn ang="0">
                  <a:pos x="233" y="0"/>
                </a:cxn>
                <a:cxn ang="0">
                  <a:pos x="6" y="0"/>
                </a:cxn>
                <a:cxn ang="0">
                  <a:pos x="0" y="6"/>
                </a:cxn>
                <a:cxn ang="0">
                  <a:pos x="0" y="150"/>
                </a:cxn>
                <a:cxn ang="0">
                  <a:pos x="238" y="150"/>
                </a:cxn>
              </a:cxnLst>
              <a:rect l="0" t="0" r="r" b="b"/>
              <a:pathLst>
                <a:path w="238" h="150">
                  <a:moveTo>
                    <a:pt x="238" y="150"/>
                  </a:moveTo>
                  <a:cubicBezTo>
                    <a:pt x="238" y="6"/>
                    <a:pt x="238" y="6"/>
                    <a:pt x="238" y="6"/>
                  </a:cubicBezTo>
                  <a:cubicBezTo>
                    <a:pt x="238" y="2"/>
                    <a:pt x="236" y="0"/>
                    <a:pt x="233" y="0"/>
                  </a:cubicBezTo>
                  <a:cubicBezTo>
                    <a:pt x="6" y="0"/>
                    <a:pt x="6" y="0"/>
                    <a:pt x="6" y="0"/>
                  </a:cubicBezTo>
                  <a:cubicBezTo>
                    <a:pt x="3" y="0"/>
                    <a:pt x="0" y="2"/>
                    <a:pt x="0" y="6"/>
                  </a:cubicBezTo>
                  <a:cubicBezTo>
                    <a:pt x="0" y="150"/>
                    <a:pt x="0" y="150"/>
                    <a:pt x="0" y="150"/>
                  </a:cubicBezTo>
                  <a:lnTo>
                    <a:pt x="238" y="150"/>
                  </a:lnTo>
                  <a:close/>
                </a:path>
              </a:pathLst>
            </a:custGeom>
            <a:solidFill>
              <a:srgbClr val="0E303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10" name="Rectangle 282"/>
            <p:cNvSpPr>
              <a:spLocks noChangeArrowheads="1"/>
            </p:cNvSpPr>
            <p:nvPr/>
          </p:nvSpPr>
          <p:spPr bwMode="auto">
            <a:xfrm>
              <a:off x="3117851" y="2489200"/>
              <a:ext cx="557213" cy="33337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411" name="Rectangle 283"/>
            <p:cNvSpPr>
              <a:spLocks noChangeArrowheads="1"/>
            </p:cNvSpPr>
            <p:nvPr/>
          </p:nvSpPr>
          <p:spPr bwMode="auto">
            <a:xfrm>
              <a:off x="1482726" y="5316538"/>
              <a:ext cx="101600" cy="20002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412" name="Freeform 284"/>
            <p:cNvSpPr>
              <a:spLocks/>
            </p:cNvSpPr>
            <p:nvPr/>
          </p:nvSpPr>
          <p:spPr bwMode="auto">
            <a:xfrm>
              <a:off x="1306513" y="5394325"/>
              <a:ext cx="176213" cy="404813"/>
            </a:xfrm>
            <a:custGeom>
              <a:avLst/>
              <a:gdLst/>
              <a:ahLst/>
              <a:cxnLst>
                <a:cxn ang="0">
                  <a:pos x="69" y="0"/>
                </a:cxn>
                <a:cxn ang="0">
                  <a:pos x="69" y="48"/>
                </a:cxn>
                <a:cxn ang="0">
                  <a:pos x="48" y="35"/>
                </a:cxn>
                <a:cxn ang="0">
                  <a:pos x="18" y="80"/>
                </a:cxn>
                <a:cxn ang="0">
                  <a:pos x="36" y="121"/>
                </a:cxn>
                <a:cxn ang="0">
                  <a:pos x="43" y="121"/>
                </a:cxn>
                <a:cxn ang="0">
                  <a:pos x="43" y="109"/>
                </a:cxn>
                <a:cxn ang="0">
                  <a:pos x="69" y="109"/>
                </a:cxn>
                <a:cxn ang="0">
                  <a:pos x="69" y="115"/>
                </a:cxn>
                <a:cxn ang="0">
                  <a:pos x="62" y="115"/>
                </a:cxn>
                <a:cxn ang="0">
                  <a:pos x="62" y="159"/>
                </a:cxn>
                <a:cxn ang="0">
                  <a:pos x="0" y="80"/>
                </a:cxn>
                <a:cxn ang="0">
                  <a:pos x="69" y="0"/>
                </a:cxn>
              </a:cxnLst>
              <a:rect l="0" t="0" r="r" b="b"/>
              <a:pathLst>
                <a:path w="69" h="159">
                  <a:moveTo>
                    <a:pt x="69" y="0"/>
                  </a:moveTo>
                  <a:cubicBezTo>
                    <a:pt x="69" y="48"/>
                    <a:pt x="69" y="48"/>
                    <a:pt x="69" y="48"/>
                  </a:cubicBezTo>
                  <a:cubicBezTo>
                    <a:pt x="64" y="40"/>
                    <a:pt x="56" y="35"/>
                    <a:pt x="48" y="35"/>
                  </a:cubicBezTo>
                  <a:cubicBezTo>
                    <a:pt x="31" y="35"/>
                    <a:pt x="18" y="55"/>
                    <a:pt x="18" y="80"/>
                  </a:cubicBezTo>
                  <a:cubicBezTo>
                    <a:pt x="18" y="98"/>
                    <a:pt x="25" y="114"/>
                    <a:pt x="36" y="121"/>
                  </a:cubicBezTo>
                  <a:cubicBezTo>
                    <a:pt x="43" y="121"/>
                    <a:pt x="43" y="121"/>
                    <a:pt x="43" y="121"/>
                  </a:cubicBezTo>
                  <a:cubicBezTo>
                    <a:pt x="43" y="109"/>
                    <a:pt x="43" y="109"/>
                    <a:pt x="43" y="109"/>
                  </a:cubicBezTo>
                  <a:cubicBezTo>
                    <a:pt x="69" y="109"/>
                    <a:pt x="69" y="109"/>
                    <a:pt x="69" y="109"/>
                  </a:cubicBezTo>
                  <a:cubicBezTo>
                    <a:pt x="69" y="115"/>
                    <a:pt x="69" y="115"/>
                    <a:pt x="69" y="115"/>
                  </a:cubicBezTo>
                  <a:cubicBezTo>
                    <a:pt x="62" y="115"/>
                    <a:pt x="62" y="115"/>
                    <a:pt x="62" y="115"/>
                  </a:cubicBezTo>
                  <a:cubicBezTo>
                    <a:pt x="62" y="159"/>
                    <a:pt x="62" y="159"/>
                    <a:pt x="62" y="159"/>
                  </a:cubicBezTo>
                  <a:cubicBezTo>
                    <a:pt x="27" y="155"/>
                    <a:pt x="0" y="121"/>
                    <a:pt x="0" y="80"/>
                  </a:cubicBezTo>
                  <a:cubicBezTo>
                    <a:pt x="0" y="36"/>
                    <a:pt x="31" y="0"/>
                    <a:pt x="69" y="0"/>
                  </a:cubicBezTo>
                  <a:close/>
                </a:path>
              </a:pathLst>
            </a:custGeom>
            <a:solidFill>
              <a:srgbClr val="DFDDDB"/>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13" name="Rectangle 285"/>
            <p:cNvSpPr>
              <a:spLocks noChangeArrowheads="1"/>
            </p:cNvSpPr>
            <p:nvPr/>
          </p:nvSpPr>
          <p:spPr bwMode="auto">
            <a:xfrm>
              <a:off x="1508126" y="5689600"/>
              <a:ext cx="53975" cy="41275"/>
            </a:xfrm>
            <a:prstGeom prst="rect">
              <a:avLst/>
            </a:prstGeom>
            <a:solidFill>
              <a:srgbClr val="2C4257"/>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414" name="Rectangle 286"/>
            <p:cNvSpPr>
              <a:spLocks noChangeArrowheads="1"/>
            </p:cNvSpPr>
            <p:nvPr/>
          </p:nvSpPr>
          <p:spPr bwMode="auto">
            <a:xfrm>
              <a:off x="1416051" y="5702300"/>
              <a:ext cx="168275" cy="15875"/>
            </a:xfrm>
            <a:prstGeom prst="rect">
              <a:avLst/>
            </a:prstGeom>
            <a:solidFill>
              <a:srgbClr val="2C4257"/>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415" name="Rectangle 287"/>
            <p:cNvSpPr>
              <a:spLocks noChangeArrowheads="1"/>
            </p:cNvSpPr>
            <p:nvPr/>
          </p:nvSpPr>
          <p:spPr bwMode="auto">
            <a:xfrm>
              <a:off x="1416051" y="5651500"/>
              <a:ext cx="223838" cy="20638"/>
            </a:xfrm>
            <a:prstGeom prst="rect">
              <a:avLst/>
            </a:prstGeom>
            <a:solidFill>
              <a:srgbClr val="2C4257"/>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416" name="Rectangle 288"/>
            <p:cNvSpPr>
              <a:spLocks noChangeArrowheads="1"/>
            </p:cNvSpPr>
            <p:nvPr/>
          </p:nvSpPr>
          <p:spPr bwMode="auto">
            <a:xfrm>
              <a:off x="1498601" y="5516563"/>
              <a:ext cx="71438" cy="63500"/>
            </a:xfrm>
            <a:prstGeom prst="rect">
              <a:avLst/>
            </a:prstGeom>
            <a:solidFill>
              <a:srgbClr val="DFDDDB"/>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417" name="Rectangle 289"/>
            <p:cNvSpPr>
              <a:spLocks noChangeArrowheads="1"/>
            </p:cNvSpPr>
            <p:nvPr/>
          </p:nvSpPr>
          <p:spPr bwMode="auto">
            <a:xfrm>
              <a:off x="1498601" y="5251450"/>
              <a:ext cx="71438" cy="65088"/>
            </a:xfrm>
            <a:prstGeom prst="rect">
              <a:avLst/>
            </a:prstGeom>
            <a:solidFill>
              <a:srgbClr val="DFDDDB"/>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418" name="Rectangle 290"/>
            <p:cNvSpPr>
              <a:spLocks noChangeArrowheads="1"/>
            </p:cNvSpPr>
            <p:nvPr/>
          </p:nvSpPr>
          <p:spPr bwMode="auto">
            <a:xfrm>
              <a:off x="1492251" y="5233988"/>
              <a:ext cx="82550" cy="17463"/>
            </a:xfrm>
            <a:prstGeom prst="rect">
              <a:avLst/>
            </a:prstGeom>
            <a:solidFill>
              <a:srgbClr val="2C4257"/>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419" name="Freeform 291"/>
            <p:cNvSpPr>
              <a:spLocks/>
            </p:cNvSpPr>
            <p:nvPr/>
          </p:nvSpPr>
          <p:spPr bwMode="auto">
            <a:xfrm>
              <a:off x="1517651" y="5580063"/>
              <a:ext cx="31750" cy="50800"/>
            </a:xfrm>
            <a:custGeom>
              <a:avLst/>
              <a:gdLst/>
              <a:ahLst/>
              <a:cxnLst>
                <a:cxn ang="0">
                  <a:pos x="0" y="16"/>
                </a:cxn>
                <a:cxn ang="0">
                  <a:pos x="2" y="19"/>
                </a:cxn>
                <a:cxn ang="0">
                  <a:pos x="4" y="20"/>
                </a:cxn>
                <a:cxn ang="0">
                  <a:pos x="8" y="20"/>
                </a:cxn>
                <a:cxn ang="0">
                  <a:pos x="11" y="19"/>
                </a:cxn>
                <a:cxn ang="0">
                  <a:pos x="12" y="16"/>
                </a:cxn>
                <a:cxn ang="0">
                  <a:pos x="12" y="0"/>
                </a:cxn>
                <a:cxn ang="0">
                  <a:pos x="0" y="0"/>
                </a:cxn>
                <a:cxn ang="0">
                  <a:pos x="0" y="16"/>
                </a:cxn>
              </a:cxnLst>
              <a:rect l="0" t="0" r="r" b="b"/>
              <a:pathLst>
                <a:path w="12" h="20">
                  <a:moveTo>
                    <a:pt x="0" y="16"/>
                  </a:moveTo>
                  <a:cubicBezTo>
                    <a:pt x="0" y="17"/>
                    <a:pt x="1" y="18"/>
                    <a:pt x="2" y="19"/>
                  </a:cubicBezTo>
                  <a:cubicBezTo>
                    <a:pt x="2" y="20"/>
                    <a:pt x="3" y="20"/>
                    <a:pt x="4" y="20"/>
                  </a:cubicBezTo>
                  <a:cubicBezTo>
                    <a:pt x="8" y="20"/>
                    <a:pt x="8" y="20"/>
                    <a:pt x="8" y="20"/>
                  </a:cubicBezTo>
                  <a:cubicBezTo>
                    <a:pt x="9" y="20"/>
                    <a:pt x="10" y="20"/>
                    <a:pt x="11" y="19"/>
                  </a:cubicBezTo>
                  <a:cubicBezTo>
                    <a:pt x="12" y="18"/>
                    <a:pt x="12" y="17"/>
                    <a:pt x="12" y="16"/>
                  </a:cubicBezTo>
                  <a:cubicBezTo>
                    <a:pt x="12" y="0"/>
                    <a:pt x="12" y="0"/>
                    <a:pt x="12" y="0"/>
                  </a:cubicBezTo>
                  <a:cubicBezTo>
                    <a:pt x="0" y="0"/>
                    <a:pt x="0" y="0"/>
                    <a:pt x="0" y="0"/>
                  </a:cubicBezTo>
                  <a:lnTo>
                    <a:pt x="0" y="1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20" name="Freeform 292"/>
            <p:cNvSpPr>
              <a:spLocks/>
            </p:cNvSpPr>
            <p:nvPr/>
          </p:nvSpPr>
          <p:spPr bwMode="auto">
            <a:xfrm>
              <a:off x="1490663" y="5511800"/>
              <a:ext cx="131763" cy="68263"/>
            </a:xfrm>
            <a:custGeom>
              <a:avLst/>
              <a:gdLst/>
              <a:ahLst/>
              <a:cxnLst>
                <a:cxn ang="0">
                  <a:pos x="5" y="43"/>
                </a:cxn>
                <a:cxn ang="0">
                  <a:pos x="83" y="11"/>
                </a:cxn>
                <a:cxn ang="0">
                  <a:pos x="78" y="0"/>
                </a:cxn>
                <a:cxn ang="0">
                  <a:pos x="0" y="32"/>
                </a:cxn>
                <a:cxn ang="0">
                  <a:pos x="5" y="43"/>
                </a:cxn>
              </a:cxnLst>
              <a:rect l="0" t="0" r="r" b="b"/>
              <a:pathLst>
                <a:path w="83" h="43">
                  <a:moveTo>
                    <a:pt x="5" y="43"/>
                  </a:moveTo>
                  <a:lnTo>
                    <a:pt x="83" y="11"/>
                  </a:lnTo>
                  <a:lnTo>
                    <a:pt x="78" y="0"/>
                  </a:lnTo>
                  <a:lnTo>
                    <a:pt x="0" y="32"/>
                  </a:lnTo>
                  <a:lnTo>
                    <a:pt x="5" y="43"/>
                  </a:lnTo>
                  <a:close/>
                </a:path>
              </a:pathLst>
            </a:custGeom>
            <a:solidFill>
              <a:srgbClr val="2C425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21" name="Freeform 293"/>
            <p:cNvSpPr>
              <a:spLocks/>
            </p:cNvSpPr>
            <p:nvPr/>
          </p:nvSpPr>
          <p:spPr bwMode="auto">
            <a:xfrm>
              <a:off x="1498601" y="5529263"/>
              <a:ext cx="123825" cy="50800"/>
            </a:xfrm>
            <a:custGeom>
              <a:avLst/>
              <a:gdLst/>
              <a:ahLst/>
              <a:cxnLst>
                <a:cxn ang="0">
                  <a:pos x="78" y="0"/>
                </a:cxn>
                <a:cxn ang="0">
                  <a:pos x="46" y="32"/>
                </a:cxn>
                <a:cxn ang="0">
                  <a:pos x="0" y="32"/>
                </a:cxn>
                <a:cxn ang="0">
                  <a:pos x="78" y="0"/>
                </a:cxn>
              </a:cxnLst>
              <a:rect l="0" t="0" r="r" b="b"/>
              <a:pathLst>
                <a:path w="78" h="32">
                  <a:moveTo>
                    <a:pt x="78" y="0"/>
                  </a:moveTo>
                  <a:lnTo>
                    <a:pt x="46" y="32"/>
                  </a:lnTo>
                  <a:lnTo>
                    <a:pt x="0" y="32"/>
                  </a:lnTo>
                  <a:lnTo>
                    <a:pt x="78" y="0"/>
                  </a:lnTo>
                  <a:close/>
                </a:path>
              </a:pathLst>
            </a:custGeom>
            <a:solidFill>
              <a:srgbClr val="2C425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22" name="Freeform 294"/>
            <p:cNvSpPr>
              <a:spLocks/>
            </p:cNvSpPr>
            <p:nvPr/>
          </p:nvSpPr>
          <p:spPr bwMode="auto">
            <a:xfrm>
              <a:off x="1587501" y="5545138"/>
              <a:ext cx="50800" cy="52388"/>
            </a:xfrm>
            <a:custGeom>
              <a:avLst/>
              <a:gdLst/>
              <a:ahLst/>
              <a:cxnLst>
                <a:cxn ang="0">
                  <a:pos x="11" y="20"/>
                </a:cxn>
                <a:cxn ang="0">
                  <a:pos x="13" y="21"/>
                </a:cxn>
                <a:cxn ang="0">
                  <a:pos x="16" y="20"/>
                </a:cxn>
                <a:cxn ang="0">
                  <a:pos x="19" y="17"/>
                </a:cxn>
                <a:cxn ang="0">
                  <a:pos x="20" y="14"/>
                </a:cxn>
                <a:cxn ang="0">
                  <a:pos x="19" y="12"/>
                </a:cxn>
                <a:cxn ang="0">
                  <a:pos x="8" y="0"/>
                </a:cxn>
                <a:cxn ang="0">
                  <a:pos x="0" y="8"/>
                </a:cxn>
                <a:cxn ang="0">
                  <a:pos x="11" y="20"/>
                </a:cxn>
              </a:cxnLst>
              <a:rect l="0" t="0" r="r" b="b"/>
              <a:pathLst>
                <a:path w="20" h="21">
                  <a:moveTo>
                    <a:pt x="11" y="20"/>
                  </a:moveTo>
                  <a:cubicBezTo>
                    <a:pt x="11" y="21"/>
                    <a:pt x="12" y="21"/>
                    <a:pt x="13" y="21"/>
                  </a:cubicBezTo>
                  <a:cubicBezTo>
                    <a:pt x="14" y="21"/>
                    <a:pt x="15" y="21"/>
                    <a:pt x="16" y="20"/>
                  </a:cubicBezTo>
                  <a:cubicBezTo>
                    <a:pt x="19" y="17"/>
                    <a:pt x="19" y="17"/>
                    <a:pt x="19" y="17"/>
                  </a:cubicBezTo>
                  <a:cubicBezTo>
                    <a:pt x="20" y="17"/>
                    <a:pt x="20" y="16"/>
                    <a:pt x="20" y="14"/>
                  </a:cubicBezTo>
                  <a:cubicBezTo>
                    <a:pt x="20" y="13"/>
                    <a:pt x="20" y="12"/>
                    <a:pt x="19" y="12"/>
                  </a:cubicBezTo>
                  <a:cubicBezTo>
                    <a:pt x="8" y="0"/>
                    <a:pt x="8" y="0"/>
                    <a:pt x="8" y="0"/>
                  </a:cubicBezTo>
                  <a:cubicBezTo>
                    <a:pt x="0" y="8"/>
                    <a:pt x="0" y="8"/>
                    <a:pt x="0" y="8"/>
                  </a:cubicBezTo>
                  <a:lnTo>
                    <a:pt x="11" y="2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23" name="Freeform 295"/>
            <p:cNvSpPr>
              <a:spLocks/>
            </p:cNvSpPr>
            <p:nvPr/>
          </p:nvSpPr>
          <p:spPr bwMode="auto">
            <a:xfrm>
              <a:off x="1306513" y="5719763"/>
              <a:ext cx="146050" cy="103188"/>
            </a:xfrm>
            <a:custGeom>
              <a:avLst/>
              <a:gdLst/>
              <a:ahLst/>
              <a:cxnLst>
                <a:cxn ang="0">
                  <a:pos x="0" y="40"/>
                </a:cxn>
                <a:cxn ang="0">
                  <a:pos x="57" y="40"/>
                </a:cxn>
                <a:cxn ang="0">
                  <a:pos x="57" y="12"/>
                </a:cxn>
                <a:cxn ang="0">
                  <a:pos x="54" y="4"/>
                </a:cxn>
                <a:cxn ang="0">
                  <a:pos x="46" y="0"/>
                </a:cxn>
                <a:cxn ang="0">
                  <a:pos x="45" y="0"/>
                </a:cxn>
                <a:cxn ang="0">
                  <a:pos x="41" y="1"/>
                </a:cxn>
                <a:cxn ang="0">
                  <a:pos x="38" y="4"/>
                </a:cxn>
                <a:cxn ang="0">
                  <a:pos x="0" y="40"/>
                </a:cxn>
              </a:cxnLst>
              <a:rect l="0" t="0" r="r" b="b"/>
              <a:pathLst>
                <a:path w="57" h="40">
                  <a:moveTo>
                    <a:pt x="0" y="40"/>
                  </a:moveTo>
                  <a:cubicBezTo>
                    <a:pt x="57" y="40"/>
                    <a:pt x="57" y="40"/>
                    <a:pt x="57" y="40"/>
                  </a:cubicBezTo>
                  <a:cubicBezTo>
                    <a:pt x="57" y="12"/>
                    <a:pt x="57" y="12"/>
                    <a:pt x="57" y="12"/>
                  </a:cubicBezTo>
                  <a:cubicBezTo>
                    <a:pt x="57" y="9"/>
                    <a:pt x="56" y="6"/>
                    <a:pt x="54" y="4"/>
                  </a:cubicBezTo>
                  <a:cubicBezTo>
                    <a:pt x="51" y="2"/>
                    <a:pt x="49" y="0"/>
                    <a:pt x="46" y="0"/>
                  </a:cubicBezTo>
                  <a:cubicBezTo>
                    <a:pt x="45" y="0"/>
                    <a:pt x="45" y="0"/>
                    <a:pt x="45" y="0"/>
                  </a:cubicBezTo>
                  <a:cubicBezTo>
                    <a:pt x="44" y="0"/>
                    <a:pt x="43" y="1"/>
                    <a:pt x="41" y="1"/>
                  </a:cubicBezTo>
                  <a:cubicBezTo>
                    <a:pt x="40" y="2"/>
                    <a:pt x="39" y="3"/>
                    <a:pt x="38" y="4"/>
                  </a:cubicBezTo>
                  <a:lnTo>
                    <a:pt x="0" y="40"/>
                  </a:lnTo>
                  <a:close/>
                </a:path>
              </a:pathLst>
            </a:custGeom>
            <a:solidFill>
              <a:srgbClr val="2C425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24" name="Freeform 296"/>
            <p:cNvSpPr>
              <a:spLocks/>
            </p:cNvSpPr>
            <p:nvPr/>
          </p:nvSpPr>
          <p:spPr bwMode="auto">
            <a:xfrm>
              <a:off x="1246188" y="5842000"/>
              <a:ext cx="455613" cy="41275"/>
            </a:xfrm>
            <a:custGeom>
              <a:avLst/>
              <a:gdLst/>
              <a:ahLst/>
              <a:cxnLst>
                <a:cxn ang="0">
                  <a:pos x="173" y="0"/>
                </a:cxn>
                <a:cxn ang="0">
                  <a:pos x="177" y="2"/>
                </a:cxn>
                <a:cxn ang="0">
                  <a:pos x="179" y="6"/>
                </a:cxn>
                <a:cxn ang="0">
                  <a:pos x="179" y="16"/>
                </a:cxn>
                <a:cxn ang="0">
                  <a:pos x="159" y="16"/>
                </a:cxn>
                <a:cxn ang="0">
                  <a:pos x="158" y="14"/>
                </a:cxn>
                <a:cxn ang="0">
                  <a:pos x="156" y="14"/>
                </a:cxn>
                <a:cxn ang="0">
                  <a:pos x="22" y="14"/>
                </a:cxn>
                <a:cxn ang="0">
                  <a:pos x="20" y="14"/>
                </a:cxn>
                <a:cxn ang="0">
                  <a:pos x="19" y="16"/>
                </a:cxn>
                <a:cxn ang="0">
                  <a:pos x="0" y="16"/>
                </a:cxn>
                <a:cxn ang="0">
                  <a:pos x="0" y="6"/>
                </a:cxn>
                <a:cxn ang="0">
                  <a:pos x="1" y="2"/>
                </a:cxn>
                <a:cxn ang="0">
                  <a:pos x="5" y="0"/>
                </a:cxn>
                <a:cxn ang="0">
                  <a:pos x="173" y="0"/>
                </a:cxn>
              </a:cxnLst>
              <a:rect l="0" t="0" r="r" b="b"/>
              <a:pathLst>
                <a:path w="179" h="16">
                  <a:moveTo>
                    <a:pt x="173" y="0"/>
                  </a:moveTo>
                  <a:cubicBezTo>
                    <a:pt x="175" y="0"/>
                    <a:pt x="176" y="1"/>
                    <a:pt x="177" y="2"/>
                  </a:cubicBezTo>
                  <a:cubicBezTo>
                    <a:pt x="178" y="3"/>
                    <a:pt x="179" y="4"/>
                    <a:pt x="179" y="6"/>
                  </a:cubicBezTo>
                  <a:cubicBezTo>
                    <a:pt x="179" y="16"/>
                    <a:pt x="179" y="16"/>
                    <a:pt x="179" y="16"/>
                  </a:cubicBezTo>
                  <a:cubicBezTo>
                    <a:pt x="159" y="16"/>
                    <a:pt x="159" y="16"/>
                    <a:pt x="159" y="16"/>
                  </a:cubicBezTo>
                  <a:cubicBezTo>
                    <a:pt x="159" y="16"/>
                    <a:pt x="159" y="15"/>
                    <a:pt x="158" y="14"/>
                  </a:cubicBezTo>
                  <a:cubicBezTo>
                    <a:pt x="158" y="14"/>
                    <a:pt x="157" y="14"/>
                    <a:pt x="156" y="14"/>
                  </a:cubicBezTo>
                  <a:cubicBezTo>
                    <a:pt x="22" y="14"/>
                    <a:pt x="22" y="14"/>
                    <a:pt x="22" y="14"/>
                  </a:cubicBezTo>
                  <a:cubicBezTo>
                    <a:pt x="21" y="14"/>
                    <a:pt x="21" y="14"/>
                    <a:pt x="20" y="14"/>
                  </a:cubicBezTo>
                  <a:cubicBezTo>
                    <a:pt x="20" y="15"/>
                    <a:pt x="19" y="16"/>
                    <a:pt x="19" y="16"/>
                  </a:cubicBezTo>
                  <a:cubicBezTo>
                    <a:pt x="0" y="16"/>
                    <a:pt x="0" y="16"/>
                    <a:pt x="0" y="16"/>
                  </a:cubicBezTo>
                  <a:cubicBezTo>
                    <a:pt x="0" y="6"/>
                    <a:pt x="0" y="6"/>
                    <a:pt x="0" y="6"/>
                  </a:cubicBezTo>
                  <a:cubicBezTo>
                    <a:pt x="0" y="4"/>
                    <a:pt x="0" y="3"/>
                    <a:pt x="1" y="2"/>
                  </a:cubicBezTo>
                  <a:cubicBezTo>
                    <a:pt x="2" y="1"/>
                    <a:pt x="4" y="0"/>
                    <a:pt x="5" y="0"/>
                  </a:cubicBezTo>
                  <a:lnTo>
                    <a:pt x="173" y="0"/>
                  </a:lnTo>
                  <a:close/>
                </a:path>
              </a:pathLst>
            </a:custGeom>
            <a:solidFill>
              <a:srgbClr val="2C425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25" name="Freeform 297"/>
            <p:cNvSpPr>
              <a:spLocks/>
            </p:cNvSpPr>
            <p:nvPr/>
          </p:nvSpPr>
          <p:spPr bwMode="auto">
            <a:xfrm>
              <a:off x="1271588" y="5822950"/>
              <a:ext cx="404813" cy="19050"/>
            </a:xfrm>
            <a:custGeom>
              <a:avLst/>
              <a:gdLst/>
              <a:ahLst/>
              <a:cxnLst>
                <a:cxn ang="0">
                  <a:pos x="0" y="8"/>
                </a:cxn>
                <a:cxn ang="0">
                  <a:pos x="159" y="8"/>
                </a:cxn>
                <a:cxn ang="0">
                  <a:pos x="159" y="4"/>
                </a:cxn>
                <a:cxn ang="0">
                  <a:pos x="158" y="1"/>
                </a:cxn>
                <a:cxn ang="0">
                  <a:pos x="155" y="0"/>
                </a:cxn>
                <a:cxn ang="0">
                  <a:pos x="4" y="0"/>
                </a:cxn>
                <a:cxn ang="0">
                  <a:pos x="1" y="1"/>
                </a:cxn>
                <a:cxn ang="0">
                  <a:pos x="0" y="4"/>
                </a:cxn>
                <a:cxn ang="0">
                  <a:pos x="0" y="8"/>
                </a:cxn>
              </a:cxnLst>
              <a:rect l="0" t="0" r="r" b="b"/>
              <a:pathLst>
                <a:path w="159" h="8">
                  <a:moveTo>
                    <a:pt x="0" y="8"/>
                  </a:moveTo>
                  <a:cubicBezTo>
                    <a:pt x="159" y="8"/>
                    <a:pt x="159" y="8"/>
                    <a:pt x="159" y="8"/>
                  </a:cubicBezTo>
                  <a:cubicBezTo>
                    <a:pt x="159" y="4"/>
                    <a:pt x="159" y="4"/>
                    <a:pt x="159" y="4"/>
                  </a:cubicBezTo>
                  <a:cubicBezTo>
                    <a:pt x="159" y="3"/>
                    <a:pt x="158" y="2"/>
                    <a:pt x="158" y="1"/>
                  </a:cubicBezTo>
                  <a:cubicBezTo>
                    <a:pt x="157" y="1"/>
                    <a:pt x="156" y="0"/>
                    <a:pt x="155" y="0"/>
                  </a:cubicBezTo>
                  <a:cubicBezTo>
                    <a:pt x="4" y="0"/>
                    <a:pt x="4" y="0"/>
                    <a:pt x="4" y="0"/>
                  </a:cubicBezTo>
                  <a:cubicBezTo>
                    <a:pt x="2" y="0"/>
                    <a:pt x="1" y="1"/>
                    <a:pt x="1" y="1"/>
                  </a:cubicBezTo>
                  <a:cubicBezTo>
                    <a:pt x="0" y="2"/>
                    <a:pt x="0" y="3"/>
                    <a:pt x="0" y="4"/>
                  </a:cubicBezTo>
                  <a:lnTo>
                    <a:pt x="0" y="8"/>
                  </a:lnTo>
                  <a:close/>
                </a:path>
              </a:pathLst>
            </a:custGeom>
            <a:solidFill>
              <a:srgbClr val="2C425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26" name="Oval 298"/>
            <p:cNvSpPr>
              <a:spLocks noChangeArrowheads="1"/>
            </p:cNvSpPr>
            <p:nvPr/>
          </p:nvSpPr>
          <p:spPr bwMode="auto">
            <a:xfrm>
              <a:off x="1416051" y="5740400"/>
              <a:ext cx="15875" cy="17463"/>
            </a:xfrm>
            <a:prstGeom prst="ellipse">
              <a:avLst/>
            </a:pr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27" name="Oval 299"/>
            <p:cNvSpPr>
              <a:spLocks noChangeArrowheads="1"/>
            </p:cNvSpPr>
            <p:nvPr/>
          </p:nvSpPr>
          <p:spPr bwMode="auto">
            <a:xfrm>
              <a:off x="1439863" y="5351463"/>
              <a:ext cx="88900" cy="88900"/>
            </a:xfrm>
            <a:prstGeom prst="ellipse">
              <a:avLst/>
            </a:prstGeom>
            <a:solidFill>
              <a:srgbClr val="2C425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28" name="Oval 300"/>
            <p:cNvSpPr>
              <a:spLocks noChangeArrowheads="1"/>
            </p:cNvSpPr>
            <p:nvPr/>
          </p:nvSpPr>
          <p:spPr bwMode="auto">
            <a:xfrm>
              <a:off x="1465263" y="5376863"/>
              <a:ext cx="38100" cy="38100"/>
            </a:xfrm>
            <a:prstGeom prst="ellipse">
              <a:avLst/>
            </a:pr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29" name="Freeform 301"/>
            <p:cNvSpPr>
              <a:spLocks/>
            </p:cNvSpPr>
            <p:nvPr/>
          </p:nvSpPr>
          <p:spPr bwMode="auto">
            <a:xfrm>
              <a:off x="5026026" y="5410200"/>
              <a:ext cx="176213" cy="173038"/>
            </a:xfrm>
            <a:custGeom>
              <a:avLst/>
              <a:gdLst/>
              <a:ahLst/>
              <a:cxnLst>
                <a:cxn ang="0">
                  <a:pos x="69" y="68"/>
                </a:cxn>
                <a:cxn ang="0">
                  <a:pos x="62" y="68"/>
                </a:cxn>
                <a:cxn ang="0">
                  <a:pos x="62" y="34"/>
                </a:cxn>
                <a:cxn ang="0">
                  <a:pos x="34" y="7"/>
                </a:cxn>
                <a:cxn ang="0">
                  <a:pos x="7" y="34"/>
                </a:cxn>
                <a:cxn ang="0">
                  <a:pos x="7" y="68"/>
                </a:cxn>
                <a:cxn ang="0">
                  <a:pos x="0" y="68"/>
                </a:cxn>
                <a:cxn ang="0">
                  <a:pos x="0" y="34"/>
                </a:cxn>
                <a:cxn ang="0">
                  <a:pos x="34" y="0"/>
                </a:cxn>
                <a:cxn ang="0">
                  <a:pos x="69" y="34"/>
                </a:cxn>
                <a:cxn ang="0">
                  <a:pos x="69" y="68"/>
                </a:cxn>
              </a:cxnLst>
              <a:rect l="0" t="0" r="r" b="b"/>
              <a:pathLst>
                <a:path w="69" h="68">
                  <a:moveTo>
                    <a:pt x="69" y="68"/>
                  </a:moveTo>
                  <a:cubicBezTo>
                    <a:pt x="62" y="68"/>
                    <a:pt x="62" y="68"/>
                    <a:pt x="62" y="68"/>
                  </a:cubicBezTo>
                  <a:cubicBezTo>
                    <a:pt x="62" y="34"/>
                    <a:pt x="62" y="34"/>
                    <a:pt x="62" y="34"/>
                  </a:cubicBezTo>
                  <a:cubicBezTo>
                    <a:pt x="62" y="19"/>
                    <a:pt x="50" y="7"/>
                    <a:pt x="34" y="7"/>
                  </a:cubicBezTo>
                  <a:cubicBezTo>
                    <a:pt x="19" y="7"/>
                    <a:pt x="7" y="19"/>
                    <a:pt x="7" y="34"/>
                  </a:cubicBezTo>
                  <a:cubicBezTo>
                    <a:pt x="7" y="68"/>
                    <a:pt x="7" y="68"/>
                    <a:pt x="7" y="68"/>
                  </a:cubicBezTo>
                  <a:cubicBezTo>
                    <a:pt x="0" y="68"/>
                    <a:pt x="0" y="68"/>
                    <a:pt x="0" y="68"/>
                  </a:cubicBezTo>
                  <a:cubicBezTo>
                    <a:pt x="0" y="34"/>
                    <a:pt x="0" y="34"/>
                    <a:pt x="0" y="34"/>
                  </a:cubicBezTo>
                  <a:cubicBezTo>
                    <a:pt x="0" y="16"/>
                    <a:pt x="15" y="0"/>
                    <a:pt x="34" y="0"/>
                  </a:cubicBezTo>
                  <a:cubicBezTo>
                    <a:pt x="53" y="0"/>
                    <a:pt x="69" y="16"/>
                    <a:pt x="69" y="34"/>
                  </a:cubicBezTo>
                  <a:lnTo>
                    <a:pt x="69" y="6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30" name="Freeform 302"/>
            <p:cNvSpPr>
              <a:spLocks/>
            </p:cNvSpPr>
            <p:nvPr/>
          </p:nvSpPr>
          <p:spPr bwMode="auto">
            <a:xfrm>
              <a:off x="5184776" y="5410200"/>
              <a:ext cx="173038" cy="173038"/>
            </a:xfrm>
            <a:custGeom>
              <a:avLst/>
              <a:gdLst/>
              <a:ahLst/>
              <a:cxnLst>
                <a:cxn ang="0">
                  <a:pos x="68" y="68"/>
                </a:cxn>
                <a:cxn ang="0">
                  <a:pos x="62" y="68"/>
                </a:cxn>
                <a:cxn ang="0">
                  <a:pos x="62" y="34"/>
                </a:cxn>
                <a:cxn ang="0">
                  <a:pos x="34" y="7"/>
                </a:cxn>
                <a:cxn ang="0">
                  <a:pos x="6" y="34"/>
                </a:cxn>
                <a:cxn ang="0">
                  <a:pos x="6" y="68"/>
                </a:cxn>
                <a:cxn ang="0">
                  <a:pos x="0" y="68"/>
                </a:cxn>
                <a:cxn ang="0">
                  <a:pos x="0" y="34"/>
                </a:cxn>
                <a:cxn ang="0">
                  <a:pos x="34" y="0"/>
                </a:cxn>
                <a:cxn ang="0">
                  <a:pos x="68" y="34"/>
                </a:cxn>
                <a:cxn ang="0">
                  <a:pos x="68" y="68"/>
                </a:cxn>
              </a:cxnLst>
              <a:rect l="0" t="0" r="r" b="b"/>
              <a:pathLst>
                <a:path w="68" h="68">
                  <a:moveTo>
                    <a:pt x="68" y="68"/>
                  </a:moveTo>
                  <a:cubicBezTo>
                    <a:pt x="62" y="68"/>
                    <a:pt x="62" y="68"/>
                    <a:pt x="62" y="68"/>
                  </a:cubicBezTo>
                  <a:cubicBezTo>
                    <a:pt x="62" y="34"/>
                    <a:pt x="62" y="34"/>
                    <a:pt x="62" y="34"/>
                  </a:cubicBezTo>
                  <a:cubicBezTo>
                    <a:pt x="62" y="19"/>
                    <a:pt x="49" y="7"/>
                    <a:pt x="34" y="7"/>
                  </a:cubicBezTo>
                  <a:cubicBezTo>
                    <a:pt x="19" y="7"/>
                    <a:pt x="6" y="19"/>
                    <a:pt x="6" y="34"/>
                  </a:cubicBezTo>
                  <a:cubicBezTo>
                    <a:pt x="6" y="68"/>
                    <a:pt x="6" y="68"/>
                    <a:pt x="6" y="68"/>
                  </a:cubicBezTo>
                  <a:cubicBezTo>
                    <a:pt x="0" y="68"/>
                    <a:pt x="0" y="68"/>
                    <a:pt x="0" y="68"/>
                  </a:cubicBezTo>
                  <a:cubicBezTo>
                    <a:pt x="0" y="34"/>
                    <a:pt x="0" y="34"/>
                    <a:pt x="0" y="34"/>
                  </a:cubicBezTo>
                  <a:cubicBezTo>
                    <a:pt x="0" y="16"/>
                    <a:pt x="15" y="0"/>
                    <a:pt x="34" y="0"/>
                  </a:cubicBezTo>
                  <a:cubicBezTo>
                    <a:pt x="53" y="0"/>
                    <a:pt x="68" y="16"/>
                    <a:pt x="68" y="34"/>
                  </a:cubicBezTo>
                  <a:lnTo>
                    <a:pt x="68" y="6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31" name="Rectangle 303"/>
            <p:cNvSpPr>
              <a:spLocks noChangeArrowheads="1"/>
            </p:cNvSpPr>
            <p:nvPr/>
          </p:nvSpPr>
          <p:spPr bwMode="auto">
            <a:xfrm>
              <a:off x="4946651" y="5605463"/>
              <a:ext cx="19050" cy="377825"/>
            </a:xfrm>
            <a:prstGeom prst="rect">
              <a:avLst/>
            </a:prstGeom>
            <a:solidFill>
              <a:srgbClr val="231F2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432" name="Rectangle 304"/>
            <p:cNvSpPr>
              <a:spLocks noChangeArrowheads="1"/>
            </p:cNvSpPr>
            <p:nvPr/>
          </p:nvSpPr>
          <p:spPr bwMode="auto">
            <a:xfrm>
              <a:off x="5430838" y="5605463"/>
              <a:ext cx="15875" cy="377825"/>
            </a:xfrm>
            <a:prstGeom prst="rect">
              <a:avLst/>
            </a:prstGeom>
            <a:solidFill>
              <a:srgbClr val="231F2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433" name="Freeform 305"/>
            <p:cNvSpPr>
              <a:spLocks/>
            </p:cNvSpPr>
            <p:nvPr/>
          </p:nvSpPr>
          <p:spPr bwMode="auto">
            <a:xfrm>
              <a:off x="4983163" y="5519738"/>
              <a:ext cx="117475" cy="384175"/>
            </a:xfrm>
            <a:custGeom>
              <a:avLst/>
              <a:gdLst/>
              <a:ahLst/>
              <a:cxnLst>
                <a:cxn ang="0">
                  <a:pos x="42" y="0"/>
                </a:cxn>
                <a:cxn ang="0">
                  <a:pos x="41" y="0"/>
                </a:cxn>
                <a:cxn ang="0">
                  <a:pos x="5" y="0"/>
                </a:cxn>
                <a:cxn ang="0">
                  <a:pos x="4" y="0"/>
                </a:cxn>
                <a:cxn ang="0">
                  <a:pos x="4" y="0"/>
                </a:cxn>
                <a:cxn ang="0">
                  <a:pos x="0" y="5"/>
                </a:cxn>
                <a:cxn ang="0">
                  <a:pos x="4" y="9"/>
                </a:cxn>
                <a:cxn ang="0">
                  <a:pos x="4" y="133"/>
                </a:cxn>
                <a:cxn ang="0">
                  <a:pos x="4" y="138"/>
                </a:cxn>
                <a:cxn ang="0">
                  <a:pos x="4" y="140"/>
                </a:cxn>
                <a:cxn ang="0">
                  <a:pos x="22" y="151"/>
                </a:cxn>
                <a:cxn ang="0">
                  <a:pos x="40" y="140"/>
                </a:cxn>
                <a:cxn ang="0">
                  <a:pos x="41" y="138"/>
                </a:cxn>
                <a:cxn ang="0">
                  <a:pos x="41" y="9"/>
                </a:cxn>
                <a:cxn ang="0">
                  <a:pos x="42" y="9"/>
                </a:cxn>
                <a:cxn ang="0">
                  <a:pos x="46" y="5"/>
                </a:cxn>
                <a:cxn ang="0">
                  <a:pos x="42" y="0"/>
                </a:cxn>
              </a:cxnLst>
              <a:rect l="0" t="0" r="r" b="b"/>
              <a:pathLst>
                <a:path w="46" h="151">
                  <a:moveTo>
                    <a:pt x="42" y="0"/>
                  </a:moveTo>
                  <a:cubicBezTo>
                    <a:pt x="41" y="0"/>
                    <a:pt x="41" y="0"/>
                    <a:pt x="41" y="0"/>
                  </a:cubicBezTo>
                  <a:cubicBezTo>
                    <a:pt x="5" y="0"/>
                    <a:pt x="5" y="0"/>
                    <a:pt x="5" y="0"/>
                  </a:cubicBezTo>
                  <a:cubicBezTo>
                    <a:pt x="4" y="0"/>
                    <a:pt x="4" y="0"/>
                    <a:pt x="4" y="0"/>
                  </a:cubicBezTo>
                  <a:cubicBezTo>
                    <a:pt x="4" y="0"/>
                    <a:pt x="4" y="0"/>
                    <a:pt x="4" y="0"/>
                  </a:cubicBezTo>
                  <a:cubicBezTo>
                    <a:pt x="2" y="1"/>
                    <a:pt x="0" y="2"/>
                    <a:pt x="0" y="5"/>
                  </a:cubicBezTo>
                  <a:cubicBezTo>
                    <a:pt x="0" y="7"/>
                    <a:pt x="2" y="9"/>
                    <a:pt x="4" y="9"/>
                  </a:cubicBezTo>
                  <a:cubicBezTo>
                    <a:pt x="4" y="133"/>
                    <a:pt x="4" y="133"/>
                    <a:pt x="4" y="133"/>
                  </a:cubicBezTo>
                  <a:cubicBezTo>
                    <a:pt x="4" y="138"/>
                    <a:pt x="4" y="138"/>
                    <a:pt x="4" y="138"/>
                  </a:cubicBezTo>
                  <a:cubicBezTo>
                    <a:pt x="4" y="140"/>
                    <a:pt x="4" y="140"/>
                    <a:pt x="4" y="140"/>
                  </a:cubicBezTo>
                  <a:cubicBezTo>
                    <a:pt x="6" y="148"/>
                    <a:pt x="14" y="151"/>
                    <a:pt x="22" y="151"/>
                  </a:cubicBezTo>
                  <a:cubicBezTo>
                    <a:pt x="31" y="151"/>
                    <a:pt x="38" y="148"/>
                    <a:pt x="40" y="140"/>
                  </a:cubicBezTo>
                  <a:cubicBezTo>
                    <a:pt x="41" y="138"/>
                    <a:pt x="41" y="138"/>
                    <a:pt x="41" y="138"/>
                  </a:cubicBezTo>
                  <a:cubicBezTo>
                    <a:pt x="41" y="9"/>
                    <a:pt x="41" y="9"/>
                    <a:pt x="41" y="9"/>
                  </a:cubicBezTo>
                  <a:cubicBezTo>
                    <a:pt x="42" y="9"/>
                    <a:pt x="42" y="9"/>
                    <a:pt x="42" y="9"/>
                  </a:cubicBezTo>
                  <a:cubicBezTo>
                    <a:pt x="44" y="9"/>
                    <a:pt x="46" y="7"/>
                    <a:pt x="46" y="5"/>
                  </a:cubicBezTo>
                  <a:cubicBezTo>
                    <a:pt x="46" y="2"/>
                    <a:pt x="44" y="0"/>
                    <a:pt x="42" y="0"/>
                  </a:cubicBezTo>
                  <a:close/>
                </a:path>
              </a:pathLst>
            </a:custGeom>
            <a:solidFill>
              <a:srgbClr val="FFF8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34" name="Freeform 306"/>
            <p:cNvSpPr>
              <a:spLocks/>
            </p:cNvSpPr>
            <p:nvPr/>
          </p:nvSpPr>
          <p:spPr bwMode="auto">
            <a:xfrm>
              <a:off x="5041901" y="5519738"/>
              <a:ext cx="58738" cy="384175"/>
            </a:xfrm>
            <a:custGeom>
              <a:avLst/>
              <a:gdLst/>
              <a:ahLst/>
              <a:cxnLst>
                <a:cxn ang="0">
                  <a:pos x="19" y="0"/>
                </a:cxn>
                <a:cxn ang="0">
                  <a:pos x="18" y="0"/>
                </a:cxn>
                <a:cxn ang="0">
                  <a:pos x="0" y="0"/>
                </a:cxn>
                <a:cxn ang="0">
                  <a:pos x="0" y="151"/>
                </a:cxn>
                <a:cxn ang="0">
                  <a:pos x="18" y="138"/>
                </a:cxn>
                <a:cxn ang="0">
                  <a:pos x="18" y="9"/>
                </a:cxn>
                <a:cxn ang="0">
                  <a:pos x="19" y="9"/>
                </a:cxn>
                <a:cxn ang="0">
                  <a:pos x="23" y="5"/>
                </a:cxn>
                <a:cxn ang="0">
                  <a:pos x="19" y="0"/>
                </a:cxn>
              </a:cxnLst>
              <a:rect l="0" t="0" r="r" b="b"/>
              <a:pathLst>
                <a:path w="23" h="151">
                  <a:moveTo>
                    <a:pt x="19" y="0"/>
                  </a:moveTo>
                  <a:cubicBezTo>
                    <a:pt x="18" y="0"/>
                    <a:pt x="18" y="0"/>
                    <a:pt x="18" y="0"/>
                  </a:cubicBezTo>
                  <a:cubicBezTo>
                    <a:pt x="0" y="0"/>
                    <a:pt x="0" y="0"/>
                    <a:pt x="0" y="0"/>
                  </a:cubicBezTo>
                  <a:cubicBezTo>
                    <a:pt x="0" y="151"/>
                    <a:pt x="0" y="151"/>
                    <a:pt x="0" y="151"/>
                  </a:cubicBezTo>
                  <a:cubicBezTo>
                    <a:pt x="8" y="151"/>
                    <a:pt x="18" y="148"/>
                    <a:pt x="18" y="138"/>
                  </a:cubicBezTo>
                  <a:cubicBezTo>
                    <a:pt x="18" y="131"/>
                    <a:pt x="18" y="9"/>
                    <a:pt x="18" y="9"/>
                  </a:cubicBezTo>
                  <a:cubicBezTo>
                    <a:pt x="19" y="9"/>
                    <a:pt x="19" y="9"/>
                    <a:pt x="19" y="9"/>
                  </a:cubicBezTo>
                  <a:cubicBezTo>
                    <a:pt x="21" y="9"/>
                    <a:pt x="23" y="7"/>
                    <a:pt x="23" y="5"/>
                  </a:cubicBezTo>
                  <a:cubicBezTo>
                    <a:pt x="23" y="2"/>
                    <a:pt x="21" y="0"/>
                    <a:pt x="19" y="0"/>
                  </a:cubicBezTo>
                  <a:close/>
                </a:path>
              </a:pathLst>
            </a:custGeom>
            <a:solidFill>
              <a:srgbClr val="DFDFE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35" name="Freeform 307"/>
            <p:cNvSpPr>
              <a:spLocks/>
            </p:cNvSpPr>
            <p:nvPr/>
          </p:nvSpPr>
          <p:spPr bwMode="auto">
            <a:xfrm>
              <a:off x="5013326" y="5611813"/>
              <a:ext cx="55563" cy="268288"/>
            </a:xfrm>
            <a:custGeom>
              <a:avLst/>
              <a:gdLst/>
              <a:ahLst/>
              <a:cxnLst>
                <a:cxn ang="0">
                  <a:pos x="22" y="95"/>
                </a:cxn>
                <a:cxn ang="0">
                  <a:pos x="11" y="106"/>
                </a:cxn>
                <a:cxn ang="0">
                  <a:pos x="0" y="95"/>
                </a:cxn>
                <a:cxn ang="0">
                  <a:pos x="0" y="90"/>
                </a:cxn>
                <a:cxn ang="0">
                  <a:pos x="0" y="0"/>
                </a:cxn>
                <a:cxn ang="0">
                  <a:pos x="22" y="0"/>
                </a:cxn>
                <a:cxn ang="0">
                  <a:pos x="22" y="95"/>
                </a:cxn>
              </a:cxnLst>
              <a:rect l="0" t="0" r="r" b="b"/>
              <a:pathLst>
                <a:path w="22" h="106">
                  <a:moveTo>
                    <a:pt x="22" y="95"/>
                  </a:moveTo>
                  <a:cubicBezTo>
                    <a:pt x="22" y="101"/>
                    <a:pt x="17" y="106"/>
                    <a:pt x="11" y="106"/>
                  </a:cubicBezTo>
                  <a:cubicBezTo>
                    <a:pt x="5" y="106"/>
                    <a:pt x="0" y="101"/>
                    <a:pt x="0" y="95"/>
                  </a:cubicBezTo>
                  <a:cubicBezTo>
                    <a:pt x="0" y="90"/>
                    <a:pt x="0" y="90"/>
                    <a:pt x="0" y="90"/>
                  </a:cubicBezTo>
                  <a:cubicBezTo>
                    <a:pt x="0" y="0"/>
                    <a:pt x="0" y="0"/>
                    <a:pt x="0" y="0"/>
                  </a:cubicBezTo>
                  <a:cubicBezTo>
                    <a:pt x="22" y="0"/>
                    <a:pt x="22" y="0"/>
                    <a:pt x="22" y="0"/>
                  </a:cubicBezTo>
                  <a:lnTo>
                    <a:pt x="22" y="95"/>
                  </a:lnTo>
                  <a:close/>
                </a:path>
              </a:pathLst>
            </a:custGeom>
            <a:solidFill>
              <a:srgbClr val="D719D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36" name="Freeform 308"/>
            <p:cNvSpPr>
              <a:spLocks/>
            </p:cNvSpPr>
            <p:nvPr/>
          </p:nvSpPr>
          <p:spPr bwMode="auto">
            <a:xfrm>
              <a:off x="5132388" y="5519738"/>
              <a:ext cx="117475" cy="384175"/>
            </a:xfrm>
            <a:custGeom>
              <a:avLst/>
              <a:gdLst/>
              <a:ahLst/>
              <a:cxnLst>
                <a:cxn ang="0">
                  <a:pos x="42" y="0"/>
                </a:cxn>
                <a:cxn ang="0">
                  <a:pos x="41" y="0"/>
                </a:cxn>
                <a:cxn ang="0">
                  <a:pos x="5" y="0"/>
                </a:cxn>
                <a:cxn ang="0">
                  <a:pos x="4" y="0"/>
                </a:cxn>
                <a:cxn ang="0">
                  <a:pos x="4" y="0"/>
                </a:cxn>
                <a:cxn ang="0">
                  <a:pos x="0" y="5"/>
                </a:cxn>
                <a:cxn ang="0">
                  <a:pos x="4" y="9"/>
                </a:cxn>
                <a:cxn ang="0">
                  <a:pos x="4" y="133"/>
                </a:cxn>
                <a:cxn ang="0">
                  <a:pos x="4" y="138"/>
                </a:cxn>
                <a:cxn ang="0">
                  <a:pos x="5" y="140"/>
                </a:cxn>
                <a:cxn ang="0">
                  <a:pos x="22" y="151"/>
                </a:cxn>
                <a:cxn ang="0">
                  <a:pos x="40" y="140"/>
                </a:cxn>
                <a:cxn ang="0">
                  <a:pos x="41" y="138"/>
                </a:cxn>
                <a:cxn ang="0">
                  <a:pos x="41" y="9"/>
                </a:cxn>
                <a:cxn ang="0">
                  <a:pos x="42" y="9"/>
                </a:cxn>
                <a:cxn ang="0">
                  <a:pos x="46" y="5"/>
                </a:cxn>
                <a:cxn ang="0">
                  <a:pos x="42" y="0"/>
                </a:cxn>
              </a:cxnLst>
              <a:rect l="0" t="0" r="r" b="b"/>
              <a:pathLst>
                <a:path w="46" h="151">
                  <a:moveTo>
                    <a:pt x="42" y="0"/>
                  </a:moveTo>
                  <a:cubicBezTo>
                    <a:pt x="41" y="0"/>
                    <a:pt x="41" y="0"/>
                    <a:pt x="41" y="0"/>
                  </a:cubicBezTo>
                  <a:cubicBezTo>
                    <a:pt x="5" y="0"/>
                    <a:pt x="5" y="0"/>
                    <a:pt x="5" y="0"/>
                  </a:cubicBezTo>
                  <a:cubicBezTo>
                    <a:pt x="4" y="0"/>
                    <a:pt x="4" y="0"/>
                    <a:pt x="4" y="0"/>
                  </a:cubicBezTo>
                  <a:cubicBezTo>
                    <a:pt x="4" y="0"/>
                    <a:pt x="4" y="0"/>
                    <a:pt x="4" y="0"/>
                  </a:cubicBezTo>
                  <a:cubicBezTo>
                    <a:pt x="2" y="1"/>
                    <a:pt x="0" y="2"/>
                    <a:pt x="0" y="5"/>
                  </a:cubicBezTo>
                  <a:cubicBezTo>
                    <a:pt x="0" y="7"/>
                    <a:pt x="2" y="9"/>
                    <a:pt x="4" y="9"/>
                  </a:cubicBezTo>
                  <a:cubicBezTo>
                    <a:pt x="4" y="133"/>
                    <a:pt x="4" y="133"/>
                    <a:pt x="4" y="133"/>
                  </a:cubicBezTo>
                  <a:cubicBezTo>
                    <a:pt x="4" y="138"/>
                    <a:pt x="4" y="138"/>
                    <a:pt x="4" y="138"/>
                  </a:cubicBezTo>
                  <a:cubicBezTo>
                    <a:pt x="5" y="140"/>
                    <a:pt x="5" y="140"/>
                    <a:pt x="5" y="140"/>
                  </a:cubicBezTo>
                  <a:cubicBezTo>
                    <a:pt x="7" y="148"/>
                    <a:pt x="14" y="151"/>
                    <a:pt x="22" y="151"/>
                  </a:cubicBezTo>
                  <a:cubicBezTo>
                    <a:pt x="31" y="151"/>
                    <a:pt x="38" y="148"/>
                    <a:pt x="40" y="140"/>
                  </a:cubicBezTo>
                  <a:cubicBezTo>
                    <a:pt x="41" y="138"/>
                    <a:pt x="41" y="138"/>
                    <a:pt x="41" y="138"/>
                  </a:cubicBezTo>
                  <a:cubicBezTo>
                    <a:pt x="41" y="9"/>
                    <a:pt x="41" y="9"/>
                    <a:pt x="41" y="9"/>
                  </a:cubicBezTo>
                  <a:cubicBezTo>
                    <a:pt x="42" y="9"/>
                    <a:pt x="42" y="9"/>
                    <a:pt x="42" y="9"/>
                  </a:cubicBezTo>
                  <a:cubicBezTo>
                    <a:pt x="44" y="9"/>
                    <a:pt x="46" y="7"/>
                    <a:pt x="46" y="5"/>
                  </a:cubicBezTo>
                  <a:cubicBezTo>
                    <a:pt x="46" y="2"/>
                    <a:pt x="44" y="0"/>
                    <a:pt x="42" y="0"/>
                  </a:cubicBezTo>
                  <a:close/>
                </a:path>
              </a:pathLst>
            </a:custGeom>
            <a:solidFill>
              <a:srgbClr val="FFF8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37" name="Freeform 309"/>
            <p:cNvSpPr>
              <a:spLocks/>
            </p:cNvSpPr>
            <p:nvPr/>
          </p:nvSpPr>
          <p:spPr bwMode="auto">
            <a:xfrm>
              <a:off x="5191126" y="5519738"/>
              <a:ext cx="58738" cy="384175"/>
            </a:xfrm>
            <a:custGeom>
              <a:avLst/>
              <a:gdLst/>
              <a:ahLst/>
              <a:cxnLst>
                <a:cxn ang="0">
                  <a:pos x="19" y="0"/>
                </a:cxn>
                <a:cxn ang="0">
                  <a:pos x="18" y="0"/>
                </a:cxn>
                <a:cxn ang="0">
                  <a:pos x="0" y="0"/>
                </a:cxn>
                <a:cxn ang="0">
                  <a:pos x="0" y="151"/>
                </a:cxn>
                <a:cxn ang="0">
                  <a:pos x="18" y="138"/>
                </a:cxn>
                <a:cxn ang="0">
                  <a:pos x="18" y="9"/>
                </a:cxn>
                <a:cxn ang="0">
                  <a:pos x="19" y="9"/>
                </a:cxn>
                <a:cxn ang="0">
                  <a:pos x="23" y="5"/>
                </a:cxn>
                <a:cxn ang="0">
                  <a:pos x="19" y="0"/>
                </a:cxn>
              </a:cxnLst>
              <a:rect l="0" t="0" r="r" b="b"/>
              <a:pathLst>
                <a:path w="23" h="151">
                  <a:moveTo>
                    <a:pt x="19" y="0"/>
                  </a:moveTo>
                  <a:cubicBezTo>
                    <a:pt x="18" y="0"/>
                    <a:pt x="18" y="0"/>
                    <a:pt x="18" y="0"/>
                  </a:cubicBezTo>
                  <a:cubicBezTo>
                    <a:pt x="0" y="0"/>
                    <a:pt x="0" y="0"/>
                    <a:pt x="0" y="0"/>
                  </a:cubicBezTo>
                  <a:cubicBezTo>
                    <a:pt x="0" y="151"/>
                    <a:pt x="0" y="151"/>
                    <a:pt x="0" y="151"/>
                  </a:cubicBezTo>
                  <a:cubicBezTo>
                    <a:pt x="9" y="151"/>
                    <a:pt x="18" y="148"/>
                    <a:pt x="18" y="138"/>
                  </a:cubicBezTo>
                  <a:cubicBezTo>
                    <a:pt x="18" y="131"/>
                    <a:pt x="18" y="9"/>
                    <a:pt x="18" y="9"/>
                  </a:cubicBezTo>
                  <a:cubicBezTo>
                    <a:pt x="19" y="9"/>
                    <a:pt x="19" y="9"/>
                    <a:pt x="19" y="9"/>
                  </a:cubicBezTo>
                  <a:cubicBezTo>
                    <a:pt x="21" y="9"/>
                    <a:pt x="23" y="7"/>
                    <a:pt x="23" y="5"/>
                  </a:cubicBezTo>
                  <a:cubicBezTo>
                    <a:pt x="23" y="2"/>
                    <a:pt x="21" y="0"/>
                    <a:pt x="19" y="0"/>
                  </a:cubicBezTo>
                  <a:close/>
                </a:path>
              </a:pathLst>
            </a:custGeom>
            <a:solidFill>
              <a:srgbClr val="DFDFE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38" name="Freeform 310"/>
            <p:cNvSpPr>
              <a:spLocks/>
            </p:cNvSpPr>
            <p:nvPr/>
          </p:nvSpPr>
          <p:spPr bwMode="auto">
            <a:xfrm>
              <a:off x="5164138" y="5611813"/>
              <a:ext cx="55563" cy="268288"/>
            </a:xfrm>
            <a:custGeom>
              <a:avLst/>
              <a:gdLst/>
              <a:ahLst/>
              <a:cxnLst>
                <a:cxn ang="0">
                  <a:pos x="22" y="95"/>
                </a:cxn>
                <a:cxn ang="0">
                  <a:pos x="11" y="106"/>
                </a:cxn>
                <a:cxn ang="0">
                  <a:pos x="1" y="95"/>
                </a:cxn>
                <a:cxn ang="0">
                  <a:pos x="0" y="90"/>
                </a:cxn>
                <a:cxn ang="0">
                  <a:pos x="0" y="0"/>
                </a:cxn>
                <a:cxn ang="0">
                  <a:pos x="22" y="0"/>
                </a:cxn>
                <a:cxn ang="0">
                  <a:pos x="22" y="95"/>
                </a:cxn>
              </a:cxnLst>
              <a:rect l="0" t="0" r="r" b="b"/>
              <a:pathLst>
                <a:path w="22" h="106">
                  <a:moveTo>
                    <a:pt x="22" y="95"/>
                  </a:moveTo>
                  <a:cubicBezTo>
                    <a:pt x="22" y="101"/>
                    <a:pt x="17" y="106"/>
                    <a:pt x="11" y="106"/>
                  </a:cubicBezTo>
                  <a:cubicBezTo>
                    <a:pt x="5" y="106"/>
                    <a:pt x="1" y="101"/>
                    <a:pt x="1" y="95"/>
                  </a:cubicBezTo>
                  <a:cubicBezTo>
                    <a:pt x="0" y="90"/>
                    <a:pt x="0" y="90"/>
                    <a:pt x="0" y="90"/>
                  </a:cubicBezTo>
                  <a:cubicBezTo>
                    <a:pt x="0" y="0"/>
                    <a:pt x="0" y="0"/>
                    <a:pt x="0" y="0"/>
                  </a:cubicBezTo>
                  <a:cubicBezTo>
                    <a:pt x="22" y="0"/>
                    <a:pt x="22" y="0"/>
                    <a:pt x="22" y="0"/>
                  </a:cubicBezTo>
                  <a:lnTo>
                    <a:pt x="22" y="95"/>
                  </a:lnTo>
                  <a:close/>
                </a:path>
              </a:pathLst>
            </a:custGeom>
            <a:solidFill>
              <a:srgbClr val="FF67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39" name="Freeform 311"/>
            <p:cNvSpPr>
              <a:spLocks/>
            </p:cNvSpPr>
            <p:nvPr/>
          </p:nvSpPr>
          <p:spPr bwMode="auto">
            <a:xfrm>
              <a:off x="5291138" y="5519738"/>
              <a:ext cx="117475" cy="384175"/>
            </a:xfrm>
            <a:custGeom>
              <a:avLst/>
              <a:gdLst/>
              <a:ahLst/>
              <a:cxnLst>
                <a:cxn ang="0">
                  <a:pos x="42" y="0"/>
                </a:cxn>
                <a:cxn ang="0">
                  <a:pos x="41" y="0"/>
                </a:cxn>
                <a:cxn ang="0">
                  <a:pos x="5" y="0"/>
                </a:cxn>
                <a:cxn ang="0">
                  <a:pos x="4" y="0"/>
                </a:cxn>
                <a:cxn ang="0">
                  <a:pos x="4" y="0"/>
                </a:cxn>
                <a:cxn ang="0">
                  <a:pos x="0" y="5"/>
                </a:cxn>
                <a:cxn ang="0">
                  <a:pos x="4" y="9"/>
                </a:cxn>
                <a:cxn ang="0">
                  <a:pos x="4" y="133"/>
                </a:cxn>
                <a:cxn ang="0">
                  <a:pos x="4" y="138"/>
                </a:cxn>
                <a:cxn ang="0">
                  <a:pos x="4" y="140"/>
                </a:cxn>
                <a:cxn ang="0">
                  <a:pos x="22" y="151"/>
                </a:cxn>
                <a:cxn ang="0">
                  <a:pos x="40" y="140"/>
                </a:cxn>
                <a:cxn ang="0">
                  <a:pos x="41" y="138"/>
                </a:cxn>
                <a:cxn ang="0">
                  <a:pos x="41" y="9"/>
                </a:cxn>
                <a:cxn ang="0">
                  <a:pos x="42" y="9"/>
                </a:cxn>
                <a:cxn ang="0">
                  <a:pos x="46" y="5"/>
                </a:cxn>
                <a:cxn ang="0">
                  <a:pos x="42" y="0"/>
                </a:cxn>
              </a:cxnLst>
              <a:rect l="0" t="0" r="r" b="b"/>
              <a:pathLst>
                <a:path w="46" h="151">
                  <a:moveTo>
                    <a:pt x="42" y="0"/>
                  </a:moveTo>
                  <a:cubicBezTo>
                    <a:pt x="41" y="0"/>
                    <a:pt x="41" y="0"/>
                    <a:pt x="41" y="0"/>
                  </a:cubicBezTo>
                  <a:cubicBezTo>
                    <a:pt x="5" y="0"/>
                    <a:pt x="5" y="0"/>
                    <a:pt x="5" y="0"/>
                  </a:cubicBezTo>
                  <a:cubicBezTo>
                    <a:pt x="4" y="0"/>
                    <a:pt x="4" y="0"/>
                    <a:pt x="4" y="0"/>
                  </a:cubicBezTo>
                  <a:cubicBezTo>
                    <a:pt x="4" y="0"/>
                    <a:pt x="4" y="0"/>
                    <a:pt x="4" y="0"/>
                  </a:cubicBezTo>
                  <a:cubicBezTo>
                    <a:pt x="2" y="1"/>
                    <a:pt x="0" y="2"/>
                    <a:pt x="0" y="5"/>
                  </a:cubicBezTo>
                  <a:cubicBezTo>
                    <a:pt x="0" y="7"/>
                    <a:pt x="2" y="9"/>
                    <a:pt x="4" y="9"/>
                  </a:cubicBezTo>
                  <a:cubicBezTo>
                    <a:pt x="4" y="133"/>
                    <a:pt x="4" y="133"/>
                    <a:pt x="4" y="133"/>
                  </a:cubicBezTo>
                  <a:cubicBezTo>
                    <a:pt x="4" y="138"/>
                    <a:pt x="4" y="138"/>
                    <a:pt x="4" y="138"/>
                  </a:cubicBezTo>
                  <a:cubicBezTo>
                    <a:pt x="4" y="140"/>
                    <a:pt x="4" y="140"/>
                    <a:pt x="4" y="140"/>
                  </a:cubicBezTo>
                  <a:cubicBezTo>
                    <a:pt x="6" y="148"/>
                    <a:pt x="14" y="151"/>
                    <a:pt x="22" y="151"/>
                  </a:cubicBezTo>
                  <a:cubicBezTo>
                    <a:pt x="31" y="151"/>
                    <a:pt x="38" y="148"/>
                    <a:pt x="40" y="140"/>
                  </a:cubicBezTo>
                  <a:cubicBezTo>
                    <a:pt x="41" y="138"/>
                    <a:pt x="41" y="138"/>
                    <a:pt x="41" y="138"/>
                  </a:cubicBezTo>
                  <a:cubicBezTo>
                    <a:pt x="41" y="9"/>
                    <a:pt x="41" y="9"/>
                    <a:pt x="41" y="9"/>
                  </a:cubicBezTo>
                  <a:cubicBezTo>
                    <a:pt x="42" y="9"/>
                    <a:pt x="42" y="9"/>
                    <a:pt x="42" y="9"/>
                  </a:cubicBezTo>
                  <a:cubicBezTo>
                    <a:pt x="44" y="9"/>
                    <a:pt x="46" y="7"/>
                    <a:pt x="46" y="5"/>
                  </a:cubicBezTo>
                  <a:cubicBezTo>
                    <a:pt x="46" y="2"/>
                    <a:pt x="44" y="0"/>
                    <a:pt x="42" y="0"/>
                  </a:cubicBezTo>
                  <a:close/>
                </a:path>
              </a:pathLst>
            </a:custGeom>
            <a:solidFill>
              <a:srgbClr val="FFF8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40" name="Freeform 312"/>
            <p:cNvSpPr>
              <a:spLocks/>
            </p:cNvSpPr>
            <p:nvPr/>
          </p:nvSpPr>
          <p:spPr bwMode="auto">
            <a:xfrm>
              <a:off x="5349876" y="5519738"/>
              <a:ext cx="58738" cy="384175"/>
            </a:xfrm>
            <a:custGeom>
              <a:avLst/>
              <a:gdLst/>
              <a:ahLst/>
              <a:cxnLst>
                <a:cxn ang="0">
                  <a:pos x="19" y="0"/>
                </a:cxn>
                <a:cxn ang="0">
                  <a:pos x="18" y="0"/>
                </a:cxn>
                <a:cxn ang="0">
                  <a:pos x="0" y="0"/>
                </a:cxn>
                <a:cxn ang="0">
                  <a:pos x="0" y="151"/>
                </a:cxn>
                <a:cxn ang="0">
                  <a:pos x="18" y="138"/>
                </a:cxn>
                <a:cxn ang="0">
                  <a:pos x="18" y="9"/>
                </a:cxn>
                <a:cxn ang="0">
                  <a:pos x="19" y="9"/>
                </a:cxn>
                <a:cxn ang="0">
                  <a:pos x="23" y="5"/>
                </a:cxn>
                <a:cxn ang="0">
                  <a:pos x="19" y="0"/>
                </a:cxn>
              </a:cxnLst>
              <a:rect l="0" t="0" r="r" b="b"/>
              <a:pathLst>
                <a:path w="23" h="151">
                  <a:moveTo>
                    <a:pt x="19" y="0"/>
                  </a:moveTo>
                  <a:cubicBezTo>
                    <a:pt x="18" y="0"/>
                    <a:pt x="18" y="0"/>
                    <a:pt x="18" y="0"/>
                  </a:cubicBezTo>
                  <a:cubicBezTo>
                    <a:pt x="0" y="0"/>
                    <a:pt x="0" y="0"/>
                    <a:pt x="0" y="0"/>
                  </a:cubicBezTo>
                  <a:cubicBezTo>
                    <a:pt x="0" y="151"/>
                    <a:pt x="0" y="151"/>
                    <a:pt x="0" y="151"/>
                  </a:cubicBezTo>
                  <a:cubicBezTo>
                    <a:pt x="8" y="151"/>
                    <a:pt x="18" y="148"/>
                    <a:pt x="18" y="138"/>
                  </a:cubicBezTo>
                  <a:cubicBezTo>
                    <a:pt x="18" y="131"/>
                    <a:pt x="18" y="9"/>
                    <a:pt x="18" y="9"/>
                  </a:cubicBezTo>
                  <a:cubicBezTo>
                    <a:pt x="19" y="9"/>
                    <a:pt x="19" y="9"/>
                    <a:pt x="19" y="9"/>
                  </a:cubicBezTo>
                  <a:cubicBezTo>
                    <a:pt x="21" y="9"/>
                    <a:pt x="23" y="7"/>
                    <a:pt x="23" y="5"/>
                  </a:cubicBezTo>
                  <a:cubicBezTo>
                    <a:pt x="23" y="2"/>
                    <a:pt x="21" y="0"/>
                    <a:pt x="19" y="0"/>
                  </a:cubicBezTo>
                  <a:close/>
                </a:path>
              </a:pathLst>
            </a:custGeom>
            <a:solidFill>
              <a:srgbClr val="DFDFE7"/>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41" name="Freeform 313"/>
            <p:cNvSpPr>
              <a:spLocks/>
            </p:cNvSpPr>
            <p:nvPr/>
          </p:nvSpPr>
          <p:spPr bwMode="auto">
            <a:xfrm>
              <a:off x="5321301" y="5611813"/>
              <a:ext cx="55563" cy="268288"/>
            </a:xfrm>
            <a:custGeom>
              <a:avLst/>
              <a:gdLst/>
              <a:ahLst/>
              <a:cxnLst>
                <a:cxn ang="0">
                  <a:pos x="22" y="95"/>
                </a:cxn>
                <a:cxn ang="0">
                  <a:pos x="11" y="106"/>
                </a:cxn>
                <a:cxn ang="0">
                  <a:pos x="0" y="95"/>
                </a:cxn>
                <a:cxn ang="0">
                  <a:pos x="0" y="90"/>
                </a:cxn>
                <a:cxn ang="0">
                  <a:pos x="0" y="0"/>
                </a:cxn>
                <a:cxn ang="0">
                  <a:pos x="22" y="0"/>
                </a:cxn>
                <a:cxn ang="0">
                  <a:pos x="22" y="95"/>
                </a:cxn>
              </a:cxnLst>
              <a:rect l="0" t="0" r="r" b="b"/>
              <a:pathLst>
                <a:path w="22" h="106">
                  <a:moveTo>
                    <a:pt x="22" y="95"/>
                  </a:moveTo>
                  <a:cubicBezTo>
                    <a:pt x="22" y="101"/>
                    <a:pt x="17" y="106"/>
                    <a:pt x="11" y="106"/>
                  </a:cubicBezTo>
                  <a:cubicBezTo>
                    <a:pt x="5" y="106"/>
                    <a:pt x="0" y="101"/>
                    <a:pt x="0" y="95"/>
                  </a:cubicBezTo>
                  <a:cubicBezTo>
                    <a:pt x="0" y="90"/>
                    <a:pt x="0" y="90"/>
                    <a:pt x="0" y="90"/>
                  </a:cubicBezTo>
                  <a:cubicBezTo>
                    <a:pt x="0" y="0"/>
                    <a:pt x="0" y="0"/>
                    <a:pt x="0" y="0"/>
                  </a:cubicBezTo>
                  <a:cubicBezTo>
                    <a:pt x="22" y="0"/>
                    <a:pt x="22" y="0"/>
                    <a:pt x="22" y="0"/>
                  </a:cubicBezTo>
                  <a:lnTo>
                    <a:pt x="22" y="95"/>
                  </a:lnTo>
                  <a:close/>
                </a:path>
              </a:pathLst>
            </a:custGeom>
            <a:solidFill>
              <a:srgbClr val="69CBCC"/>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42" name="Rectangle 314"/>
            <p:cNvSpPr>
              <a:spLocks noChangeArrowheads="1"/>
            </p:cNvSpPr>
            <p:nvPr/>
          </p:nvSpPr>
          <p:spPr bwMode="auto">
            <a:xfrm>
              <a:off x="4903788" y="5584825"/>
              <a:ext cx="581025" cy="39688"/>
            </a:xfrm>
            <a:prstGeom prst="rect">
              <a:avLst/>
            </a:prstGeom>
            <a:solidFill>
              <a:srgbClr val="231F2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8443" name="Freeform 315"/>
            <p:cNvSpPr>
              <a:spLocks/>
            </p:cNvSpPr>
            <p:nvPr/>
          </p:nvSpPr>
          <p:spPr bwMode="auto">
            <a:xfrm>
              <a:off x="4903788" y="5584825"/>
              <a:ext cx="581025" cy="39688"/>
            </a:xfrm>
            <a:custGeom>
              <a:avLst/>
              <a:gdLst/>
              <a:ahLst/>
              <a:cxnLst>
                <a:cxn ang="0">
                  <a:pos x="0" y="25"/>
                </a:cxn>
                <a:cxn ang="0">
                  <a:pos x="366" y="25"/>
                </a:cxn>
                <a:cxn ang="0">
                  <a:pos x="366" y="0"/>
                </a:cxn>
                <a:cxn ang="0">
                  <a:pos x="0" y="0"/>
                </a:cxn>
              </a:cxnLst>
              <a:rect l="0" t="0" r="r" b="b"/>
              <a:pathLst>
                <a:path w="366" h="25">
                  <a:moveTo>
                    <a:pt x="0" y="25"/>
                  </a:moveTo>
                  <a:lnTo>
                    <a:pt x="366" y="25"/>
                  </a:lnTo>
                  <a:lnTo>
                    <a:pt x="366" y="0"/>
                  </a:lnTo>
                  <a:lnTo>
                    <a:pt x="0" y="0"/>
                  </a:lnTo>
                </a:path>
              </a:pathLst>
            </a:custGeom>
            <a:no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44" name="Freeform 316"/>
            <p:cNvSpPr>
              <a:spLocks/>
            </p:cNvSpPr>
            <p:nvPr/>
          </p:nvSpPr>
          <p:spPr bwMode="auto">
            <a:xfrm>
              <a:off x="4911726" y="5970588"/>
              <a:ext cx="539750" cy="38100"/>
            </a:xfrm>
            <a:custGeom>
              <a:avLst/>
              <a:gdLst/>
              <a:ahLst/>
              <a:cxnLst>
                <a:cxn ang="0">
                  <a:pos x="340" y="24"/>
                </a:cxn>
                <a:cxn ang="0">
                  <a:pos x="324" y="24"/>
                </a:cxn>
                <a:cxn ang="0">
                  <a:pos x="324" y="16"/>
                </a:cxn>
                <a:cxn ang="0">
                  <a:pos x="16" y="16"/>
                </a:cxn>
                <a:cxn ang="0">
                  <a:pos x="16" y="24"/>
                </a:cxn>
                <a:cxn ang="0">
                  <a:pos x="0" y="24"/>
                </a:cxn>
                <a:cxn ang="0">
                  <a:pos x="0" y="0"/>
                </a:cxn>
                <a:cxn ang="0">
                  <a:pos x="340" y="0"/>
                </a:cxn>
                <a:cxn ang="0">
                  <a:pos x="340" y="24"/>
                </a:cxn>
              </a:cxnLst>
              <a:rect l="0" t="0" r="r" b="b"/>
              <a:pathLst>
                <a:path w="340" h="24">
                  <a:moveTo>
                    <a:pt x="340" y="24"/>
                  </a:moveTo>
                  <a:lnTo>
                    <a:pt x="324" y="24"/>
                  </a:lnTo>
                  <a:lnTo>
                    <a:pt x="324" y="16"/>
                  </a:lnTo>
                  <a:lnTo>
                    <a:pt x="16" y="16"/>
                  </a:lnTo>
                  <a:lnTo>
                    <a:pt x="16" y="24"/>
                  </a:lnTo>
                  <a:lnTo>
                    <a:pt x="0" y="24"/>
                  </a:lnTo>
                  <a:lnTo>
                    <a:pt x="0" y="0"/>
                  </a:lnTo>
                  <a:lnTo>
                    <a:pt x="340" y="0"/>
                  </a:lnTo>
                  <a:lnTo>
                    <a:pt x="340" y="24"/>
                  </a:lnTo>
                  <a:close/>
                </a:path>
              </a:pathLst>
            </a:custGeom>
            <a:solidFill>
              <a:srgbClr val="231F2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45" name="Freeform 317"/>
            <p:cNvSpPr>
              <a:spLocks/>
            </p:cNvSpPr>
            <p:nvPr/>
          </p:nvSpPr>
          <p:spPr bwMode="auto">
            <a:xfrm>
              <a:off x="4189413" y="2524125"/>
              <a:ext cx="60325" cy="60325"/>
            </a:xfrm>
            <a:custGeom>
              <a:avLst/>
              <a:gdLst/>
              <a:ahLst/>
              <a:cxnLst>
                <a:cxn ang="0">
                  <a:pos x="22" y="24"/>
                </a:cxn>
                <a:cxn ang="0">
                  <a:pos x="21" y="23"/>
                </a:cxn>
                <a:cxn ang="0">
                  <a:pos x="2" y="4"/>
                </a:cxn>
                <a:cxn ang="0">
                  <a:pos x="0" y="2"/>
                </a:cxn>
                <a:cxn ang="0">
                  <a:pos x="2" y="0"/>
                </a:cxn>
                <a:cxn ang="0">
                  <a:pos x="24" y="23"/>
                </a:cxn>
                <a:cxn ang="0">
                  <a:pos x="22" y="24"/>
                </a:cxn>
              </a:cxnLst>
              <a:rect l="0" t="0" r="r" b="b"/>
              <a:pathLst>
                <a:path w="24" h="24">
                  <a:moveTo>
                    <a:pt x="22" y="24"/>
                  </a:moveTo>
                  <a:cubicBezTo>
                    <a:pt x="22" y="24"/>
                    <a:pt x="21" y="23"/>
                    <a:pt x="21" y="23"/>
                  </a:cubicBezTo>
                  <a:cubicBezTo>
                    <a:pt x="21" y="12"/>
                    <a:pt x="12" y="4"/>
                    <a:pt x="2" y="4"/>
                  </a:cubicBezTo>
                  <a:cubicBezTo>
                    <a:pt x="1" y="4"/>
                    <a:pt x="0" y="3"/>
                    <a:pt x="0" y="2"/>
                  </a:cubicBezTo>
                  <a:cubicBezTo>
                    <a:pt x="0" y="1"/>
                    <a:pt x="1" y="0"/>
                    <a:pt x="2" y="0"/>
                  </a:cubicBezTo>
                  <a:cubicBezTo>
                    <a:pt x="14" y="0"/>
                    <a:pt x="24" y="10"/>
                    <a:pt x="24" y="23"/>
                  </a:cubicBezTo>
                  <a:cubicBezTo>
                    <a:pt x="24" y="23"/>
                    <a:pt x="23" y="24"/>
                    <a:pt x="22" y="24"/>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46" name="Freeform 318"/>
            <p:cNvSpPr>
              <a:spLocks/>
            </p:cNvSpPr>
            <p:nvPr/>
          </p:nvSpPr>
          <p:spPr bwMode="auto">
            <a:xfrm>
              <a:off x="4203701" y="2616200"/>
              <a:ext cx="17463" cy="77788"/>
            </a:xfrm>
            <a:custGeom>
              <a:avLst/>
              <a:gdLst/>
              <a:ahLst/>
              <a:cxnLst>
                <a:cxn ang="0">
                  <a:pos x="3" y="49"/>
                </a:cxn>
                <a:cxn ang="0">
                  <a:pos x="0" y="48"/>
                </a:cxn>
                <a:cxn ang="0">
                  <a:pos x="8" y="0"/>
                </a:cxn>
                <a:cxn ang="0">
                  <a:pos x="11" y="0"/>
                </a:cxn>
                <a:cxn ang="0">
                  <a:pos x="3" y="49"/>
                </a:cxn>
              </a:cxnLst>
              <a:rect l="0" t="0" r="r" b="b"/>
              <a:pathLst>
                <a:path w="11" h="49">
                  <a:moveTo>
                    <a:pt x="3" y="49"/>
                  </a:moveTo>
                  <a:lnTo>
                    <a:pt x="0" y="48"/>
                  </a:lnTo>
                  <a:lnTo>
                    <a:pt x="8" y="0"/>
                  </a:lnTo>
                  <a:lnTo>
                    <a:pt x="11" y="0"/>
                  </a:lnTo>
                  <a:lnTo>
                    <a:pt x="3" y="49"/>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47" name="Freeform 319"/>
            <p:cNvSpPr>
              <a:spLocks/>
            </p:cNvSpPr>
            <p:nvPr/>
          </p:nvSpPr>
          <p:spPr bwMode="auto">
            <a:xfrm>
              <a:off x="4164013" y="2616200"/>
              <a:ext cx="19050" cy="77788"/>
            </a:xfrm>
            <a:custGeom>
              <a:avLst/>
              <a:gdLst/>
              <a:ahLst/>
              <a:cxnLst>
                <a:cxn ang="0">
                  <a:pos x="8" y="49"/>
                </a:cxn>
                <a:cxn ang="0">
                  <a:pos x="0" y="0"/>
                </a:cxn>
                <a:cxn ang="0">
                  <a:pos x="4" y="0"/>
                </a:cxn>
                <a:cxn ang="0">
                  <a:pos x="12" y="48"/>
                </a:cxn>
                <a:cxn ang="0">
                  <a:pos x="8" y="49"/>
                </a:cxn>
              </a:cxnLst>
              <a:rect l="0" t="0" r="r" b="b"/>
              <a:pathLst>
                <a:path w="12" h="49">
                  <a:moveTo>
                    <a:pt x="8" y="49"/>
                  </a:moveTo>
                  <a:lnTo>
                    <a:pt x="0" y="0"/>
                  </a:lnTo>
                  <a:lnTo>
                    <a:pt x="4" y="0"/>
                  </a:lnTo>
                  <a:lnTo>
                    <a:pt x="12" y="48"/>
                  </a:lnTo>
                  <a:lnTo>
                    <a:pt x="8" y="49"/>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48" name="Freeform 320"/>
            <p:cNvSpPr>
              <a:spLocks/>
            </p:cNvSpPr>
            <p:nvPr/>
          </p:nvSpPr>
          <p:spPr bwMode="auto">
            <a:xfrm>
              <a:off x="4168776" y="2616200"/>
              <a:ext cx="50800" cy="9525"/>
            </a:xfrm>
            <a:custGeom>
              <a:avLst/>
              <a:gdLst/>
              <a:ahLst/>
              <a:cxnLst>
                <a:cxn ang="0">
                  <a:pos x="20" y="4"/>
                </a:cxn>
                <a:cxn ang="0">
                  <a:pos x="18" y="2"/>
                </a:cxn>
                <a:cxn ang="0">
                  <a:pos x="17" y="1"/>
                </a:cxn>
                <a:cxn ang="0">
                  <a:pos x="17" y="2"/>
                </a:cxn>
                <a:cxn ang="0">
                  <a:pos x="15" y="4"/>
                </a:cxn>
                <a:cxn ang="0">
                  <a:pos x="13" y="2"/>
                </a:cxn>
                <a:cxn ang="0">
                  <a:pos x="13" y="1"/>
                </a:cxn>
                <a:cxn ang="0">
                  <a:pos x="12" y="2"/>
                </a:cxn>
                <a:cxn ang="0">
                  <a:pos x="10" y="4"/>
                </a:cxn>
                <a:cxn ang="0">
                  <a:pos x="8" y="2"/>
                </a:cxn>
                <a:cxn ang="0">
                  <a:pos x="8" y="1"/>
                </a:cxn>
                <a:cxn ang="0">
                  <a:pos x="7" y="2"/>
                </a:cxn>
                <a:cxn ang="0">
                  <a:pos x="5" y="4"/>
                </a:cxn>
                <a:cxn ang="0">
                  <a:pos x="3" y="2"/>
                </a:cxn>
                <a:cxn ang="0">
                  <a:pos x="3" y="1"/>
                </a:cxn>
                <a:cxn ang="0">
                  <a:pos x="2" y="2"/>
                </a:cxn>
                <a:cxn ang="0">
                  <a:pos x="0" y="4"/>
                </a:cxn>
                <a:cxn ang="0">
                  <a:pos x="0" y="3"/>
                </a:cxn>
                <a:cxn ang="0">
                  <a:pos x="1" y="2"/>
                </a:cxn>
                <a:cxn ang="0">
                  <a:pos x="3" y="0"/>
                </a:cxn>
                <a:cxn ang="0">
                  <a:pos x="5" y="2"/>
                </a:cxn>
                <a:cxn ang="0">
                  <a:pos x="5" y="3"/>
                </a:cxn>
                <a:cxn ang="0">
                  <a:pos x="6" y="2"/>
                </a:cxn>
                <a:cxn ang="0">
                  <a:pos x="8" y="0"/>
                </a:cxn>
                <a:cxn ang="0">
                  <a:pos x="10" y="2"/>
                </a:cxn>
                <a:cxn ang="0">
                  <a:pos x="10" y="3"/>
                </a:cxn>
                <a:cxn ang="0">
                  <a:pos x="11" y="2"/>
                </a:cxn>
                <a:cxn ang="0">
                  <a:pos x="13" y="0"/>
                </a:cxn>
                <a:cxn ang="0">
                  <a:pos x="14" y="2"/>
                </a:cxn>
                <a:cxn ang="0">
                  <a:pos x="15" y="3"/>
                </a:cxn>
                <a:cxn ang="0">
                  <a:pos x="16" y="2"/>
                </a:cxn>
                <a:cxn ang="0">
                  <a:pos x="17" y="0"/>
                </a:cxn>
                <a:cxn ang="0">
                  <a:pos x="19" y="2"/>
                </a:cxn>
                <a:cxn ang="0">
                  <a:pos x="20" y="3"/>
                </a:cxn>
                <a:cxn ang="0">
                  <a:pos x="20" y="4"/>
                </a:cxn>
              </a:cxnLst>
              <a:rect l="0" t="0" r="r" b="b"/>
              <a:pathLst>
                <a:path w="20" h="4">
                  <a:moveTo>
                    <a:pt x="20" y="4"/>
                  </a:moveTo>
                  <a:cubicBezTo>
                    <a:pt x="19" y="4"/>
                    <a:pt x="18" y="3"/>
                    <a:pt x="18" y="2"/>
                  </a:cubicBezTo>
                  <a:cubicBezTo>
                    <a:pt x="17" y="1"/>
                    <a:pt x="17" y="1"/>
                    <a:pt x="17" y="1"/>
                  </a:cubicBezTo>
                  <a:cubicBezTo>
                    <a:pt x="17" y="2"/>
                    <a:pt x="17" y="2"/>
                    <a:pt x="17" y="2"/>
                  </a:cubicBezTo>
                  <a:cubicBezTo>
                    <a:pt x="17" y="3"/>
                    <a:pt x="16" y="4"/>
                    <a:pt x="15" y="4"/>
                  </a:cubicBezTo>
                  <a:cubicBezTo>
                    <a:pt x="14" y="4"/>
                    <a:pt x="13" y="3"/>
                    <a:pt x="13" y="2"/>
                  </a:cubicBezTo>
                  <a:cubicBezTo>
                    <a:pt x="13" y="1"/>
                    <a:pt x="13" y="1"/>
                    <a:pt x="13" y="1"/>
                  </a:cubicBezTo>
                  <a:cubicBezTo>
                    <a:pt x="12" y="2"/>
                    <a:pt x="12" y="2"/>
                    <a:pt x="12" y="2"/>
                  </a:cubicBezTo>
                  <a:cubicBezTo>
                    <a:pt x="12" y="3"/>
                    <a:pt x="11" y="4"/>
                    <a:pt x="10" y="4"/>
                  </a:cubicBezTo>
                  <a:cubicBezTo>
                    <a:pt x="9" y="4"/>
                    <a:pt x="9" y="3"/>
                    <a:pt x="8" y="2"/>
                  </a:cubicBezTo>
                  <a:cubicBezTo>
                    <a:pt x="8" y="1"/>
                    <a:pt x="8" y="1"/>
                    <a:pt x="8" y="1"/>
                  </a:cubicBezTo>
                  <a:cubicBezTo>
                    <a:pt x="7" y="2"/>
                    <a:pt x="7" y="2"/>
                    <a:pt x="7" y="2"/>
                  </a:cubicBezTo>
                  <a:cubicBezTo>
                    <a:pt x="7" y="3"/>
                    <a:pt x="6" y="4"/>
                    <a:pt x="5" y="4"/>
                  </a:cubicBezTo>
                  <a:cubicBezTo>
                    <a:pt x="4" y="4"/>
                    <a:pt x="4" y="3"/>
                    <a:pt x="3" y="2"/>
                  </a:cubicBezTo>
                  <a:cubicBezTo>
                    <a:pt x="3" y="1"/>
                    <a:pt x="3" y="1"/>
                    <a:pt x="3" y="1"/>
                  </a:cubicBezTo>
                  <a:cubicBezTo>
                    <a:pt x="2" y="2"/>
                    <a:pt x="2" y="2"/>
                    <a:pt x="2" y="2"/>
                  </a:cubicBezTo>
                  <a:cubicBezTo>
                    <a:pt x="2" y="3"/>
                    <a:pt x="1" y="4"/>
                    <a:pt x="0" y="4"/>
                  </a:cubicBezTo>
                  <a:cubicBezTo>
                    <a:pt x="0" y="3"/>
                    <a:pt x="0" y="3"/>
                    <a:pt x="0" y="3"/>
                  </a:cubicBezTo>
                  <a:cubicBezTo>
                    <a:pt x="1" y="2"/>
                    <a:pt x="1" y="2"/>
                    <a:pt x="1" y="2"/>
                  </a:cubicBezTo>
                  <a:cubicBezTo>
                    <a:pt x="1" y="1"/>
                    <a:pt x="2" y="0"/>
                    <a:pt x="3" y="0"/>
                  </a:cubicBezTo>
                  <a:cubicBezTo>
                    <a:pt x="4" y="0"/>
                    <a:pt x="4" y="1"/>
                    <a:pt x="5" y="2"/>
                  </a:cubicBezTo>
                  <a:cubicBezTo>
                    <a:pt x="5" y="3"/>
                    <a:pt x="5" y="3"/>
                    <a:pt x="5" y="3"/>
                  </a:cubicBezTo>
                  <a:cubicBezTo>
                    <a:pt x="6" y="2"/>
                    <a:pt x="6" y="2"/>
                    <a:pt x="6" y="2"/>
                  </a:cubicBezTo>
                  <a:cubicBezTo>
                    <a:pt x="6" y="1"/>
                    <a:pt x="7" y="0"/>
                    <a:pt x="8" y="0"/>
                  </a:cubicBezTo>
                  <a:cubicBezTo>
                    <a:pt x="9" y="0"/>
                    <a:pt x="9" y="1"/>
                    <a:pt x="10" y="2"/>
                  </a:cubicBezTo>
                  <a:cubicBezTo>
                    <a:pt x="10" y="3"/>
                    <a:pt x="10" y="3"/>
                    <a:pt x="10" y="3"/>
                  </a:cubicBezTo>
                  <a:cubicBezTo>
                    <a:pt x="11" y="2"/>
                    <a:pt x="11" y="2"/>
                    <a:pt x="11" y="2"/>
                  </a:cubicBezTo>
                  <a:cubicBezTo>
                    <a:pt x="11" y="1"/>
                    <a:pt x="11" y="0"/>
                    <a:pt x="13" y="0"/>
                  </a:cubicBezTo>
                  <a:cubicBezTo>
                    <a:pt x="14" y="0"/>
                    <a:pt x="14" y="1"/>
                    <a:pt x="14" y="2"/>
                  </a:cubicBezTo>
                  <a:cubicBezTo>
                    <a:pt x="15" y="3"/>
                    <a:pt x="15" y="3"/>
                    <a:pt x="15" y="3"/>
                  </a:cubicBezTo>
                  <a:cubicBezTo>
                    <a:pt x="16" y="2"/>
                    <a:pt x="16" y="2"/>
                    <a:pt x="16" y="2"/>
                  </a:cubicBezTo>
                  <a:cubicBezTo>
                    <a:pt x="16" y="1"/>
                    <a:pt x="16" y="0"/>
                    <a:pt x="17" y="0"/>
                  </a:cubicBezTo>
                  <a:cubicBezTo>
                    <a:pt x="18" y="0"/>
                    <a:pt x="19" y="1"/>
                    <a:pt x="19" y="2"/>
                  </a:cubicBezTo>
                  <a:cubicBezTo>
                    <a:pt x="20" y="3"/>
                    <a:pt x="20" y="3"/>
                    <a:pt x="20" y="3"/>
                  </a:cubicBezTo>
                  <a:lnTo>
                    <a:pt x="20" y="4"/>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49" name="Freeform 321"/>
            <p:cNvSpPr>
              <a:spLocks/>
            </p:cNvSpPr>
            <p:nvPr/>
          </p:nvSpPr>
          <p:spPr bwMode="auto">
            <a:xfrm>
              <a:off x="4189413" y="2432050"/>
              <a:ext cx="9525" cy="53975"/>
            </a:xfrm>
            <a:custGeom>
              <a:avLst/>
              <a:gdLst/>
              <a:ahLst/>
              <a:cxnLst>
                <a:cxn ang="0">
                  <a:pos x="2" y="21"/>
                </a:cxn>
                <a:cxn ang="0">
                  <a:pos x="0" y="19"/>
                </a:cxn>
                <a:cxn ang="0">
                  <a:pos x="0" y="2"/>
                </a:cxn>
                <a:cxn ang="0">
                  <a:pos x="2" y="0"/>
                </a:cxn>
                <a:cxn ang="0">
                  <a:pos x="4" y="2"/>
                </a:cxn>
                <a:cxn ang="0">
                  <a:pos x="4" y="19"/>
                </a:cxn>
                <a:cxn ang="0">
                  <a:pos x="2" y="21"/>
                </a:cxn>
              </a:cxnLst>
              <a:rect l="0" t="0" r="r" b="b"/>
              <a:pathLst>
                <a:path w="4" h="21">
                  <a:moveTo>
                    <a:pt x="2" y="21"/>
                  </a:moveTo>
                  <a:cubicBezTo>
                    <a:pt x="1" y="21"/>
                    <a:pt x="0" y="20"/>
                    <a:pt x="0" y="19"/>
                  </a:cubicBezTo>
                  <a:cubicBezTo>
                    <a:pt x="0" y="2"/>
                    <a:pt x="0" y="2"/>
                    <a:pt x="0" y="2"/>
                  </a:cubicBezTo>
                  <a:cubicBezTo>
                    <a:pt x="0" y="1"/>
                    <a:pt x="1" y="0"/>
                    <a:pt x="2" y="0"/>
                  </a:cubicBezTo>
                  <a:cubicBezTo>
                    <a:pt x="3" y="0"/>
                    <a:pt x="4" y="1"/>
                    <a:pt x="4" y="2"/>
                  </a:cubicBezTo>
                  <a:cubicBezTo>
                    <a:pt x="4" y="19"/>
                    <a:pt x="4" y="19"/>
                    <a:pt x="4" y="19"/>
                  </a:cubicBezTo>
                  <a:cubicBezTo>
                    <a:pt x="4" y="20"/>
                    <a:pt x="3" y="21"/>
                    <a:pt x="2" y="21"/>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50" name="Freeform 322"/>
            <p:cNvSpPr>
              <a:spLocks/>
            </p:cNvSpPr>
            <p:nvPr/>
          </p:nvSpPr>
          <p:spPr bwMode="auto">
            <a:xfrm>
              <a:off x="4240213" y="2452688"/>
              <a:ext cx="33338" cy="49213"/>
            </a:xfrm>
            <a:custGeom>
              <a:avLst/>
              <a:gdLst/>
              <a:ahLst/>
              <a:cxnLst>
                <a:cxn ang="0">
                  <a:pos x="2" y="19"/>
                </a:cxn>
                <a:cxn ang="0">
                  <a:pos x="1" y="18"/>
                </a:cxn>
                <a:cxn ang="0">
                  <a:pos x="1" y="16"/>
                </a:cxn>
                <a:cxn ang="0">
                  <a:pos x="9" y="1"/>
                </a:cxn>
                <a:cxn ang="0">
                  <a:pos x="12" y="0"/>
                </a:cxn>
                <a:cxn ang="0">
                  <a:pos x="12" y="2"/>
                </a:cxn>
                <a:cxn ang="0">
                  <a:pos x="4" y="18"/>
                </a:cxn>
                <a:cxn ang="0">
                  <a:pos x="2" y="19"/>
                </a:cxn>
              </a:cxnLst>
              <a:rect l="0" t="0" r="r" b="b"/>
              <a:pathLst>
                <a:path w="13" h="19">
                  <a:moveTo>
                    <a:pt x="2" y="19"/>
                  </a:moveTo>
                  <a:cubicBezTo>
                    <a:pt x="1" y="18"/>
                    <a:pt x="1" y="18"/>
                    <a:pt x="1" y="18"/>
                  </a:cubicBezTo>
                  <a:cubicBezTo>
                    <a:pt x="0" y="18"/>
                    <a:pt x="0" y="17"/>
                    <a:pt x="1" y="16"/>
                  </a:cubicBezTo>
                  <a:cubicBezTo>
                    <a:pt x="9" y="1"/>
                    <a:pt x="9" y="1"/>
                    <a:pt x="9" y="1"/>
                  </a:cubicBezTo>
                  <a:cubicBezTo>
                    <a:pt x="10" y="0"/>
                    <a:pt x="11" y="0"/>
                    <a:pt x="12" y="0"/>
                  </a:cubicBezTo>
                  <a:cubicBezTo>
                    <a:pt x="13" y="1"/>
                    <a:pt x="13" y="2"/>
                    <a:pt x="12" y="2"/>
                  </a:cubicBezTo>
                  <a:cubicBezTo>
                    <a:pt x="4" y="18"/>
                    <a:pt x="4" y="18"/>
                    <a:pt x="4" y="18"/>
                  </a:cubicBezTo>
                  <a:cubicBezTo>
                    <a:pt x="3" y="18"/>
                    <a:pt x="3" y="19"/>
                    <a:pt x="2" y="19"/>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51" name="Freeform 323"/>
            <p:cNvSpPr>
              <a:spLocks/>
            </p:cNvSpPr>
            <p:nvPr/>
          </p:nvSpPr>
          <p:spPr bwMode="auto">
            <a:xfrm>
              <a:off x="4278313" y="2506663"/>
              <a:ext cx="47625" cy="30163"/>
            </a:xfrm>
            <a:custGeom>
              <a:avLst/>
              <a:gdLst/>
              <a:ahLst/>
              <a:cxnLst>
                <a:cxn ang="0">
                  <a:pos x="2" y="12"/>
                </a:cxn>
                <a:cxn ang="0">
                  <a:pos x="0" y="12"/>
                </a:cxn>
                <a:cxn ang="0">
                  <a:pos x="1" y="9"/>
                </a:cxn>
                <a:cxn ang="0">
                  <a:pos x="16" y="0"/>
                </a:cxn>
                <a:cxn ang="0">
                  <a:pos x="19" y="1"/>
                </a:cxn>
                <a:cxn ang="0">
                  <a:pos x="18" y="3"/>
                </a:cxn>
                <a:cxn ang="0">
                  <a:pos x="3" y="12"/>
                </a:cxn>
                <a:cxn ang="0">
                  <a:pos x="2" y="12"/>
                </a:cxn>
              </a:cxnLst>
              <a:rect l="0" t="0" r="r" b="b"/>
              <a:pathLst>
                <a:path w="19" h="12">
                  <a:moveTo>
                    <a:pt x="2" y="12"/>
                  </a:moveTo>
                  <a:cubicBezTo>
                    <a:pt x="1" y="12"/>
                    <a:pt x="1" y="12"/>
                    <a:pt x="0" y="12"/>
                  </a:cubicBezTo>
                  <a:cubicBezTo>
                    <a:pt x="0" y="11"/>
                    <a:pt x="0" y="10"/>
                    <a:pt x="1" y="9"/>
                  </a:cubicBezTo>
                  <a:cubicBezTo>
                    <a:pt x="16" y="0"/>
                    <a:pt x="16" y="0"/>
                    <a:pt x="16" y="0"/>
                  </a:cubicBezTo>
                  <a:cubicBezTo>
                    <a:pt x="17" y="0"/>
                    <a:pt x="18" y="0"/>
                    <a:pt x="19" y="1"/>
                  </a:cubicBezTo>
                  <a:cubicBezTo>
                    <a:pt x="19" y="2"/>
                    <a:pt x="19" y="3"/>
                    <a:pt x="18" y="3"/>
                  </a:cubicBezTo>
                  <a:cubicBezTo>
                    <a:pt x="3" y="12"/>
                    <a:pt x="3" y="12"/>
                    <a:pt x="3" y="12"/>
                  </a:cubicBezTo>
                  <a:lnTo>
                    <a:pt x="2" y="12"/>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52" name="Freeform 324"/>
            <p:cNvSpPr>
              <a:spLocks/>
            </p:cNvSpPr>
            <p:nvPr/>
          </p:nvSpPr>
          <p:spPr bwMode="auto">
            <a:xfrm>
              <a:off x="4292601" y="2579688"/>
              <a:ext cx="53975" cy="11113"/>
            </a:xfrm>
            <a:custGeom>
              <a:avLst/>
              <a:gdLst/>
              <a:ahLst/>
              <a:cxnLst>
                <a:cxn ang="0">
                  <a:pos x="20" y="4"/>
                </a:cxn>
                <a:cxn ang="0">
                  <a:pos x="1" y="4"/>
                </a:cxn>
                <a:cxn ang="0">
                  <a:pos x="0" y="2"/>
                </a:cxn>
                <a:cxn ang="0">
                  <a:pos x="1" y="0"/>
                </a:cxn>
                <a:cxn ang="0">
                  <a:pos x="20" y="0"/>
                </a:cxn>
                <a:cxn ang="0">
                  <a:pos x="21" y="2"/>
                </a:cxn>
                <a:cxn ang="0">
                  <a:pos x="20" y="4"/>
                </a:cxn>
              </a:cxnLst>
              <a:rect l="0" t="0" r="r" b="b"/>
              <a:pathLst>
                <a:path w="21" h="4">
                  <a:moveTo>
                    <a:pt x="20" y="4"/>
                  </a:moveTo>
                  <a:cubicBezTo>
                    <a:pt x="1" y="4"/>
                    <a:pt x="1" y="4"/>
                    <a:pt x="1" y="4"/>
                  </a:cubicBezTo>
                  <a:cubicBezTo>
                    <a:pt x="0" y="4"/>
                    <a:pt x="0" y="3"/>
                    <a:pt x="0" y="2"/>
                  </a:cubicBezTo>
                  <a:cubicBezTo>
                    <a:pt x="0" y="1"/>
                    <a:pt x="0" y="0"/>
                    <a:pt x="1" y="0"/>
                  </a:cubicBezTo>
                  <a:cubicBezTo>
                    <a:pt x="20" y="0"/>
                    <a:pt x="20" y="0"/>
                    <a:pt x="20" y="0"/>
                  </a:cubicBezTo>
                  <a:cubicBezTo>
                    <a:pt x="21" y="0"/>
                    <a:pt x="21" y="1"/>
                    <a:pt x="21" y="2"/>
                  </a:cubicBezTo>
                  <a:cubicBezTo>
                    <a:pt x="21" y="3"/>
                    <a:pt x="21" y="4"/>
                    <a:pt x="20" y="4"/>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53" name="Freeform 325"/>
            <p:cNvSpPr>
              <a:spLocks/>
            </p:cNvSpPr>
            <p:nvPr/>
          </p:nvSpPr>
          <p:spPr bwMode="auto">
            <a:xfrm>
              <a:off x="4278313" y="2630488"/>
              <a:ext cx="47625" cy="33338"/>
            </a:xfrm>
            <a:custGeom>
              <a:avLst/>
              <a:gdLst/>
              <a:ahLst/>
              <a:cxnLst>
                <a:cxn ang="0">
                  <a:pos x="17" y="13"/>
                </a:cxn>
                <a:cxn ang="0">
                  <a:pos x="16" y="13"/>
                </a:cxn>
                <a:cxn ang="0">
                  <a:pos x="1" y="4"/>
                </a:cxn>
                <a:cxn ang="0">
                  <a:pos x="0" y="1"/>
                </a:cxn>
                <a:cxn ang="0">
                  <a:pos x="3" y="1"/>
                </a:cxn>
                <a:cxn ang="0">
                  <a:pos x="18" y="10"/>
                </a:cxn>
                <a:cxn ang="0">
                  <a:pos x="19" y="12"/>
                </a:cxn>
                <a:cxn ang="0">
                  <a:pos x="17" y="13"/>
                </a:cxn>
              </a:cxnLst>
              <a:rect l="0" t="0" r="r" b="b"/>
              <a:pathLst>
                <a:path w="19" h="13">
                  <a:moveTo>
                    <a:pt x="17" y="13"/>
                  </a:moveTo>
                  <a:cubicBezTo>
                    <a:pt x="16" y="13"/>
                    <a:pt x="16" y="13"/>
                    <a:pt x="16" y="13"/>
                  </a:cubicBezTo>
                  <a:cubicBezTo>
                    <a:pt x="1" y="4"/>
                    <a:pt x="1" y="4"/>
                    <a:pt x="1" y="4"/>
                  </a:cubicBezTo>
                  <a:cubicBezTo>
                    <a:pt x="0" y="3"/>
                    <a:pt x="0" y="2"/>
                    <a:pt x="0" y="1"/>
                  </a:cubicBezTo>
                  <a:cubicBezTo>
                    <a:pt x="1" y="1"/>
                    <a:pt x="2" y="0"/>
                    <a:pt x="3" y="1"/>
                  </a:cubicBezTo>
                  <a:cubicBezTo>
                    <a:pt x="18" y="10"/>
                    <a:pt x="18" y="10"/>
                    <a:pt x="18" y="10"/>
                  </a:cubicBezTo>
                  <a:cubicBezTo>
                    <a:pt x="19" y="10"/>
                    <a:pt x="19" y="11"/>
                    <a:pt x="19" y="12"/>
                  </a:cubicBezTo>
                  <a:cubicBezTo>
                    <a:pt x="18" y="12"/>
                    <a:pt x="18" y="13"/>
                    <a:pt x="17" y="13"/>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54" name="Freeform 326"/>
            <p:cNvSpPr>
              <a:spLocks/>
            </p:cNvSpPr>
            <p:nvPr/>
          </p:nvSpPr>
          <p:spPr bwMode="auto">
            <a:xfrm>
              <a:off x="4114801" y="2452688"/>
              <a:ext cx="33338" cy="49213"/>
            </a:xfrm>
            <a:custGeom>
              <a:avLst/>
              <a:gdLst/>
              <a:ahLst/>
              <a:cxnLst>
                <a:cxn ang="0">
                  <a:pos x="11" y="19"/>
                </a:cxn>
                <a:cxn ang="0">
                  <a:pos x="9" y="18"/>
                </a:cxn>
                <a:cxn ang="0">
                  <a:pos x="0" y="2"/>
                </a:cxn>
                <a:cxn ang="0">
                  <a:pos x="1" y="0"/>
                </a:cxn>
                <a:cxn ang="0">
                  <a:pos x="3" y="1"/>
                </a:cxn>
                <a:cxn ang="0">
                  <a:pos x="12" y="16"/>
                </a:cxn>
                <a:cxn ang="0">
                  <a:pos x="11" y="18"/>
                </a:cxn>
                <a:cxn ang="0">
                  <a:pos x="11" y="19"/>
                </a:cxn>
              </a:cxnLst>
              <a:rect l="0" t="0" r="r" b="b"/>
              <a:pathLst>
                <a:path w="13" h="19">
                  <a:moveTo>
                    <a:pt x="11" y="19"/>
                  </a:moveTo>
                  <a:cubicBezTo>
                    <a:pt x="10" y="19"/>
                    <a:pt x="9" y="18"/>
                    <a:pt x="9" y="18"/>
                  </a:cubicBezTo>
                  <a:cubicBezTo>
                    <a:pt x="0" y="2"/>
                    <a:pt x="0" y="2"/>
                    <a:pt x="0" y="2"/>
                  </a:cubicBezTo>
                  <a:cubicBezTo>
                    <a:pt x="0" y="2"/>
                    <a:pt x="0" y="1"/>
                    <a:pt x="1" y="0"/>
                  </a:cubicBezTo>
                  <a:cubicBezTo>
                    <a:pt x="2" y="0"/>
                    <a:pt x="3" y="0"/>
                    <a:pt x="3" y="1"/>
                  </a:cubicBezTo>
                  <a:cubicBezTo>
                    <a:pt x="12" y="16"/>
                    <a:pt x="12" y="16"/>
                    <a:pt x="12" y="16"/>
                  </a:cubicBezTo>
                  <a:cubicBezTo>
                    <a:pt x="13" y="17"/>
                    <a:pt x="12" y="18"/>
                    <a:pt x="11" y="18"/>
                  </a:cubicBezTo>
                  <a:lnTo>
                    <a:pt x="11" y="19"/>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55" name="Freeform 327"/>
            <p:cNvSpPr>
              <a:spLocks/>
            </p:cNvSpPr>
            <p:nvPr/>
          </p:nvSpPr>
          <p:spPr bwMode="auto">
            <a:xfrm>
              <a:off x="4060826" y="2506663"/>
              <a:ext cx="49213" cy="30163"/>
            </a:xfrm>
            <a:custGeom>
              <a:avLst/>
              <a:gdLst/>
              <a:ahLst/>
              <a:cxnLst>
                <a:cxn ang="0">
                  <a:pos x="17" y="12"/>
                </a:cxn>
                <a:cxn ang="0">
                  <a:pos x="16" y="12"/>
                </a:cxn>
                <a:cxn ang="0">
                  <a:pos x="1" y="3"/>
                </a:cxn>
                <a:cxn ang="0">
                  <a:pos x="0" y="1"/>
                </a:cxn>
                <a:cxn ang="0">
                  <a:pos x="2" y="0"/>
                </a:cxn>
                <a:cxn ang="0">
                  <a:pos x="18" y="9"/>
                </a:cxn>
                <a:cxn ang="0">
                  <a:pos x="18" y="12"/>
                </a:cxn>
                <a:cxn ang="0">
                  <a:pos x="17" y="12"/>
                </a:cxn>
              </a:cxnLst>
              <a:rect l="0" t="0" r="r" b="b"/>
              <a:pathLst>
                <a:path w="19" h="12">
                  <a:moveTo>
                    <a:pt x="17" y="12"/>
                  </a:moveTo>
                  <a:cubicBezTo>
                    <a:pt x="16" y="12"/>
                    <a:pt x="16" y="12"/>
                    <a:pt x="16" y="12"/>
                  </a:cubicBezTo>
                  <a:cubicBezTo>
                    <a:pt x="1" y="3"/>
                    <a:pt x="1" y="3"/>
                    <a:pt x="1" y="3"/>
                  </a:cubicBezTo>
                  <a:cubicBezTo>
                    <a:pt x="0" y="3"/>
                    <a:pt x="0" y="2"/>
                    <a:pt x="0" y="1"/>
                  </a:cubicBezTo>
                  <a:cubicBezTo>
                    <a:pt x="0" y="0"/>
                    <a:pt x="1" y="0"/>
                    <a:pt x="2" y="0"/>
                  </a:cubicBezTo>
                  <a:cubicBezTo>
                    <a:pt x="18" y="9"/>
                    <a:pt x="18" y="9"/>
                    <a:pt x="18" y="9"/>
                  </a:cubicBezTo>
                  <a:cubicBezTo>
                    <a:pt x="18" y="10"/>
                    <a:pt x="19" y="11"/>
                    <a:pt x="18" y="12"/>
                  </a:cubicBezTo>
                  <a:cubicBezTo>
                    <a:pt x="18" y="12"/>
                    <a:pt x="17" y="12"/>
                    <a:pt x="17" y="12"/>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56" name="Freeform 328"/>
            <p:cNvSpPr>
              <a:spLocks/>
            </p:cNvSpPr>
            <p:nvPr/>
          </p:nvSpPr>
          <p:spPr bwMode="auto">
            <a:xfrm>
              <a:off x="4041776" y="2579688"/>
              <a:ext cx="52388" cy="11113"/>
            </a:xfrm>
            <a:custGeom>
              <a:avLst/>
              <a:gdLst/>
              <a:ahLst/>
              <a:cxnLst>
                <a:cxn ang="0">
                  <a:pos x="19" y="4"/>
                </a:cxn>
                <a:cxn ang="0">
                  <a:pos x="2" y="4"/>
                </a:cxn>
                <a:cxn ang="0">
                  <a:pos x="0" y="2"/>
                </a:cxn>
                <a:cxn ang="0">
                  <a:pos x="2" y="0"/>
                </a:cxn>
                <a:cxn ang="0">
                  <a:pos x="19" y="0"/>
                </a:cxn>
                <a:cxn ang="0">
                  <a:pos x="21" y="2"/>
                </a:cxn>
                <a:cxn ang="0">
                  <a:pos x="19" y="4"/>
                </a:cxn>
              </a:cxnLst>
              <a:rect l="0" t="0" r="r" b="b"/>
              <a:pathLst>
                <a:path w="21" h="4">
                  <a:moveTo>
                    <a:pt x="19" y="4"/>
                  </a:moveTo>
                  <a:cubicBezTo>
                    <a:pt x="2" y="4"/>
                    <a:pt x="2" y="4"/>
                    <a:pt x="2" y="4"/>
                  </a:cubicBezTo>
                  <a:cubicBezTo>
                    <a:pt x="1" y="4"/>
                    <a:pt x="0" y="3"/>
                    <a:pt x="0" y="2"/>
                  </a:cubicBezTo>
                  <a:cubicBezTo>
                    <a:pt x="0" y="1"/>
                    <a:pt x="1" y="0"/>
                    <a:pt x="2" y="0"/>
                  </a:cubicBezTo>
                  <a:cubicBezTo>
                    <a:pt x="19" y="0"/>
                    <a:pt x="19" y="0"/>
                    <a:pt x="19" y="0"/>
                  </a:cubicBezTo>
                  <a:cubicBezTo>
                    <a:pt x="20" y="0"/>
                    <a:pt x="21" y="1"/>
                    <a:pt x="21" y="2"/>
                  </a:cubicBezTo>
                  <a:cubicBezTo>
                    <a:pt x="21" y="3"/>
                    <a:pt x="20" y="4"/>
                    <a:pt x="19" y="4"/>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57" name="Freeform 329"/>
            <p:cNvSpPr>
              <a:spLocks/>
            </p:cNvSpPr>
            <p:nvPr/>
          </p:nvSpPr>
          <p:spPr bwMode="auto">
            <a:xfrm>
              <a:off x="4060826" y="2630488"/>
              <a:ext cx="49213" cy="33338"/>
            </a:xfrm>
            <a:custGeom>
              <a:avLst/>
              <a:gdLst/>
              <a:ahLst/>
              <a:cxnLst>
                <a:cxn ang="0">
                  <a:pos x="1" y="13"/>
                </a:cxn>
                <a:cxn ang="0">
                  <a:pos x="0" y="12"/>
                </a:cxn>
                <a:cxn ang="0">
                  <a:pos x="1" y="10"/>
                </a:cxn>
                <a:cxn ang="0">
                  <a:pos x="16" y="1"/>
                </a:cxn>
                <a:cxn ang="0">
                  <a:pos x="18" y="1"/>
                </a:cxn>
                <a:cxn ang="0">
                  <a:pos x="18" y="4"/>
                </a:cxn>
                <a:cxn ang="0">
                  <a:pos x="2" y="13"/>
                </a:cxn>
                <a:cxn ang="0">
                  <a:pos x="1" y="13"/>
                </a:cxn>
              </a:cxnLst>
              <a:rect l="0" t="0" r="r" b="b"/>
              <a:pathLst>
                <a:path w="19" h="13">
                  <a:moveTo>
                    <a:pt x="1" y="13"/>
                  </a:moveTo>
                  <a:cubicBezTo>
                    <a:pt x="1" y="13"/>
                    <a:pt x="0" y="12"/>
                    <a:pt x="0" y="12"/>
                  </a:cubicBezTo>
                  <a:cubicBezTo>
                    <a:pt x="0" y="11"/>
                    <a:pt x="0" y="10"/>
                    <a:pt x="1" y="10"/>
                  </a:cubicBezTo>
                  <a:cubicBezTo>
                    <a:pt x="16" y="1"/>
                    <a:pt x="16" y="1"/>
                    <a:pt x="16" y="1"/>
                  </a:cubicBezTo>
                  <a:cubicBezTo>
                    <a:pt x="17" y="0"/>
                    <a:pt x="18" y="1"/>
                    <a:pt x="18" y="1"/>
                  </a:cubicBezTo>
                  <a:cubicBezTo>
                    <a:pt x="19" y="2"/>
                    <a:pt x="18" y="3"/>
                    <a:pt x="18" y="4"/>
                  </a:cubicBezTo>
                  <a:cubicBezTo>
                    <a:pt x="2" y="13"/>
                    <a:pt x="2" y="13"/>
                    <a:pt x="2" y="13"/>
                  </a:cubicBezTo>
                  <a:lnTo>
                    <a:pt x="1" y="13"/>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58" name="Freeform 330"/>
            <p:cNvSpPr>
              <a:spLocks noEditPoints="1"/>
            </p:cNvSpPr>
            <p:nvPr/>
          </p:nvSpPr>
          <p:spPr bwMode="auto">
            <a:xfrm>
              <a:off x="4111626" y="2498725"/>
              <a:ext cx="163513" cy="195263"/>
            </a:xfrm>
            <a:custGeom>
              <a:avLst/>
              <a:gdLst/>
              <a:ahLst/>
              <a:cxnLst>
                <a:cxn ang="0">
                  <a:pos x="47" y="77"/>
                </a:cxn>
                <a:cxn ang="0">
                  <a:pos x="47" y="77"/>
                </a:cxn>
                <a:cxn ang="0">
                  <a:pos x="17" y="77"/>
                </a:cxn>
                <a:cxn ang="0">
                  <a:pos x="14" y="74"/>
                </a:cxn>
                <a:cxn ang="0">
                  <a:pos x="14" y="74"/>
                </a:cxn>
                <a:cxn ang="0">
                  <a:pos x="12" y="63"/>
                </a:cxn>
                <a:cxn ang="0">
                  <a:pos x="0" y="33"/>
                </a:cxn>
                <a:cxn ang="0">
                  <a:pos x="32" y="0"/>
                </a:cxn>
                <a:cxn ang="0">
                  <a:pos x="64" y="33"/>
                </a:cxn>
                <a:cxn ang="0">
                  <a:pos x="52" y="63"/>
                </a:cxn>
                <a:cxn ang="0">
                  <a:pos x="50" y="74"/>
                </a:cxn>
                <a:cxn ang="0">
                  <a:pos x="50" y="74"/>
                </a:cxn>
                <a:cxn ang="0">
                  <a:pos x="47" y="77"/>
                </a:cxn>
                <a:cxn ang="0">
                  <a:pos x="17" y="72"/>
                </a:cxn>
                <a:cxn ang="0">
                  <a:pos x="14" y="74"/>
                </a:cxn>
                <a:cxn ang="0">
                  <a:pos x="17" y="72"/>
                </a:cxn>
                <a:cxn ang="0">
                  <a:pos x="47" y="72"/>
                </a:cxn>
                <a:cxn ang="0">
                  <a:pos x="48" y="72"/>
                </a:cxn>
                <a:cxn ang="0">
                  <a:pos x="47" y="72"/>
                </a:cxn>
                <a:cxn ang="0">
                  <a:pos x="20" y="72"/>
                </a:cxn>
                <a:cxn ang="0">
                  <a:pos x="44" y="72"/>
                </a:cxn>
                <a:cxn ang="0">
                  <a:pos x="44" y="69"/>
                </a:cxn>
                <a:cxn ang="0">
                  <a:pos x="47" y="60"/>
                </a:cxn>
                <a:cxn ang="0">
                  <a:pos x="58" y="33"/>
                </a:cxn>
                <a:cxn ang="0">
                  <a:pos x="32" y="6"/>
                </a:cxn>
                <a:cxn ang="0">
                  <a:pos x="5" y="33"/>
                </a:cxn>
                <a:cxn ang="0">
                  <a:pos x="16" y="60"/>
                </a:cxn>
                <a:cxn ang="0">
                  <a:pos x="20" y="69"/>
                </a:cxn>
                <a:cxn ang="0">
                  <a:pos x="20" y="72"/>
                </a:cxn>
              </a:cxnLst>
              <a:rect l="0" t="0" r="r" b="b"/>
              <a:pathLst>
                <a:path w="64" h="77">
                  <a:moveTo>
                    <a:pt x="47" y="77"/>
                  </a:moveTo>
                  <a:cubicBezTo>
                    <a:pt x="47" y="77"/>
                    <a:pt x="47" y="77"/>
                    <a:pt x="47" y="77"/>
                  </a:cubicBezTo>
                  <a:cubicBezTo>
                    <a:pt x="17" y="77"/>
                    <a:pt x="17" y="77"/>
                    <a:pt x="17" y="77"/>
                  </a:cubicBezTo>
                  <a:cubicBezTo>
                    <a:pt x="15" y="77"/>
                    <a:pt x="14" y="76"/>
                    <a:pt x="14" y="74"/>
                  </a:cubicBezTo>
                  <a:cubicBezTo>
                    <a:pt x="14" y="74"/>
                    <a:pt x="14" y="74"/>
                    <a:pt x="14" y="74"/>
                  </a:cubicBezTo>
                  <a:cubicBezTo>
                    <a:pt x="14" y="72"/>
                    <a:pt x="14" y="66"/>
                    <a:pt x="12" y="63"/>
                  </a:cubicBezTo>
                  <a:cubicBezTo>
                    <a:pt x="0" y="48"/>
                    <a:pt x="0" y="33"/>
                    <a:pt x="0" y="33"/>
                  </a:cubicBezTo>
                  <a:cubicBezTo>
                    <a:pt x="0" y="15"/>
                    <a:pt x="14" y="0"/>
                    <a:pt x="32" y="0"/>
                  </a:cubicBezTo>
                  <a:cubicBezTo>
                    <a:pt x="50" y="0"/>
                    <a:pt x="64" y="15"/>
                    <a:pt x="64" y="33"/>
                  </a:cubicBezTo>
                  <a:cubicBezTo>
                    <a:pt x="64" y="33"/>
                    <a:pt x="64" y="48"/>
                    <a:pt x="52" y="63"/>
                  </a:cubicBezTo>
                  <a:cubicBezTo>
                    <a:pt x="50" y="66"/>
                    <a:pt x="50" y="72"/>
                    <a:pt x="50" y="74"/>
                  </a:cubicBezTo>
                  <a:cubicBezTo>
                    <a:pt x="50" y="74"/>
                    <a:pt x="50" y="74"/>
                    <a:pt x="50" y="74"/>
                  </a:cubicBezTo>
                  <a:cubicBezTo>
                    <a:pt x="50" y="76"/>
                    <a:pt x="48" y="77"/>
                    <a:pt x="47" y="77"/>
                  </a:cubicBezTo>
                  <a:close/>
                  <a:moveTo>
                    <a:pt x="17" y="72"/>
                  </a:moveTo>
                  <a:cubicBezTo>
                    <a:pt x="15" y="72"/>
                    <a:pt x="14" y="73"/>
                    <a:pt x="14" y="74"/>
                  </a:cubicBezTo>
                  <a:cubicBezTo>
                    <a:pt x="14" y="73"/>
                    <a:pt x="15" y="72"/>
                    <a:pt x="17" y="72"/>
                  </a:cubicBezTo>
                  <a:close/>
                  <a:moveTo>
                    <a:pt x="47" y="72"/>
                  </a:moveTo>
                  <a:cubicBezTo>
                    <a:pt x="48" y="72"/>
                    <a:pt x="48" y="72"/>
                    <a:pt x="48" y="72"/>
                  </a:cubicBezTo>
                  <a:cubicBezTo>
                    <a:pt x="48" y="72"/>
                    <a:pt x="48" y="72"/>
                    <a:pt x="47" y="72"/>
                  </a:cubicBezTo>
                  <a:close/>
                  <a:moveTo>
                    <a:pt x="20" y="72"/>
                  </a:moveTo>
                  <a:cubicBezTo>
                    <a:pt x="44" y="72"/>
                    <a:pt x="44" y="72"/>
                    <a:pt x="44" y="72"/>
                  </a:cubicBezTo>
                  <a:cubicBezTo>
                    <a:pt x="44" y="70"/>
                    <a:pt x="44" y="69"/>
                    <a:pt x="44" y="69"/>
                  </a:cubicBezTo>
                  <a:cubicBezTo>
                    <a:pt x="45" y="65"/>
                    <a:pt x="46" y="62"/>
                    <a:pt x="47" y="60"/>
                  </a:cubicBezTo>
                  <a:cubicBezTo>
                    <a:pt x="58" y="46"/>
                    <a:pt x="58" y="33"/>
                    <a:pt x="58" y="33"/>
                  </a:cubicBezTo>
                  <a:cubicBezTo>
                    <a:pt x="58" y="18"/>
                    <a:pt x="47" y="6"/>
                    <a:pt x="32" y="6"/>
                  </a:cubicBezTo>
                  <a:cubicBezTo>
                    <a:pt x="17" y="6"/>
                    <a:pt x="5" y="18"/>
                    <a:pt x="5" y="33"/>
                  </a:cubicBezTo>
                  <a:cubicBezTo>
                    <a:pt x="5" y="33"/>
                    <a:pt x="6" y="46"/>
                    <a:pt x="16" y="60"/>
                  </a:cubicBezTo>
                  <a:cubicBezTo>
                    <a:pt x="18" y="62"/>
                    <a:pt x="19" y="65"/>
                    <a:pt x="20" y="69"/>
                  </a:cubicBezTo>
                  <a:cubicBezTo>
                    <a:pt x="20" y="69"/>
                    <a:pt x="20" y="70"/>
                    <a:pt x="20" y="72"/>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59" name="Freeform 331"/>
            <p:cNvSpPr>
              <a:spLocks/>
            </p:cNvSpPr>
            <p:nvPr/>
          </p:nvSpPr>
          <p:spPr bwMode="auto">
            <a:xfrm>
              <a:off x="4151313" y="2697163"/>
              <a:ext cx="85725" cy="12700"/>
            </a:xfrm>
            <a:custGeom>
              <a:avLst/>
              <a:gdLst/>
              <a:ahLst/>
              <a:cxnLst>
                <a:cxn ang="0">
                  <a:pos x="31" y="5"/>
                </a:cxn>
                <a:cxn ang="0">
                  <a:pos x="3" y="5"/>
                </a:cxn>
                <a:cxn ang="0">
                  <a:pos x="0" y="2"/>
                </a:cxn>
                <a:cxn ang="0">
                  <a:pos x="3" y="0"/>
                </a:cxn>
                <a:cxn ang="0">
                  <a:pos x="31" y="0"/>
                </a:cxn>
                <a:cxn ang="0">
                  <a:pos x="34" y="2"/>
                </a:cxn>
                <a:cxn ang="0">
                  <a:pos x="31" y="5"/>
                </a:cxn>
              </a:cxnLst>
              <a:rect l="0" t="0" r="r" b="b"/>
              <a:pathLst>
                <a:path w="34" h="5">
                  <a:moveTo>
                    <a:pt x="31" y="5"/>
                  </a:moveTo>
                  <a:cubicBezTo>
                    <a:pt x="3" y="5"/>
                    <a:pt x="3" y="5"/>
                    <a:pt x="3" y="5"/>
                  </a:cubicBezTo>
                  <a:cubicBezTo>
                    <a:pt x="1" y="5"/>
                    <a:pt x="0" y="4"/>
                    <a:pt x="0" y="2"/>
                  </a:cubicBezTo>
                  <a:cubicBezTo>
                    <a:pt x="0" y="1"/>
                    <a:pt x="1" y="0"/>
                    <a:pt x="3" y="0"/>
                  </a:cubicBezTo>
                  <a:cubicBezTo>
                    <a:pt x="31" y="0"/>
                    <a:pt x="31" y="0"/>
                    <a:pt x="31" y="0"/>
                  </a:cubicBezTo>
                  <a:cubicBezTo>
                    <a:pt x="32" y="0"/>
                    <a:pt x="34" y="1"/>
                    <a:pt x="34" y="2"/>
                  </a:cubicBezTo>
                  <a:cubicBezTo>
                    <a:pt x="34" y="4"/>
                    <a:pt x="32" y="5"/>
                    <a:pt x="31" y="5"/>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60" name="Freeform 332"/>
            <p:cNvSpPr>
              <a:spLocks/>
            </p:cNvSpPr>
            <p:nvPr/>
          </p:nvSpPr>
          <p:spPr bwMode="auto">
            <a:xfrm>
              <a:off x="4156076" y="2713038"/>
              <a:ext cx="76200" cy="12700"/>
            </a:xfrm>
            <a:custGeom>
              <a:avLst/>
              <a:gdLst/>
              <a:ahLst/>
              <a:cxnLst>
                <a:cxn ang="0">
                  <a:pos x="27" y="5"/>
                </a:cxn>
                <a:cxn ang="0">
                  <a:pos x="3" y="5"/>
                </a:cxn>
                <a:cxn ang="0">
                  <a:pos x="0" y="2"/>
                </a:cxn>
                <a:cxn ang="0">
                  <a:pos x="3" y="0"/>
                </a:cxn>
                <a:cxn ang="0">
                  <a:pos x="27" y="0"/>
                </a:cxn>
                <a:cxn ang="0">
                  <a:pos x="30" y="2"/>
                </a:cxn>
                <a:cxn ang="0">
                  <a:pos x="27" y="5"/>
                </a:cxn>
              </a:cxnLst>
              <a:rect l="0" t="0" r="r" b="b"/>
              <a:pathLst>
                <a:path w="30" h="5">
                  <a:moveTo>
                    <a:pt x="27" y="5"/>
                  </a:moveTo>
                  <a:cubicBezTo>
                    <a:pt x="3" y="5"/>
                    <a:pt x="3" y="5"/>
                    <a:pt x="3" y="5"/>
                  </a:cubicBezTo>
                  <a:cubicBezTo>
                    <a:pt x="1" y="5"/>
                    <a:pt x="0" y="4"/>
                    <a:pt x="0" y="2"/>
                  </a:cubicBezTo>
                  <a:cubicBezTo>
                    <a:pt x="0" y="1"/>
                    <a:pt x="1" y="0"/>
                    <a:pt x="3" y="0"/>
                  </a:cubicBezTo>
                  <a:cubicBezTo>
                    <a:pt x="27" y="0"/>
                    <a:pt x="27" y="0"/>
                    <a:pt x="27" y="0"/>
                  </a:cubicBezTo>
                  <a:cubicBezTo>
                    <a:pt x="28" y="0"/>
                    <a:pt x="30" y="1"/>
                    <a:pt x="30" y="2"/>
                  </a:cubicBezTo>
                  <a:cubicBezTo>
                    <a:pt x="30" y="4"/>
                    <a:pt x="28" y="5"/>
                    <a:pt x="27" y="5"/>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61" name="Freeform 333"/>
            <p:cNvSpPr>
              <a:spLocks/>
            </p:cNvSpPr>
            <p:nvPr/>
          </p:nvSpPr>
          <p:spPr bwMode="auto">
            <a:xfrm>
              <a:off x="4165601" y="2725738"/>
              <a:ext cx="55563" cy="14288"/>
            </a:xfrm>
            <a:custGeom>
              <a:avLst/>
              <a:gdLst/>
              <a:ahLst/>
              <a:cxnLst>
                <a:cxn ang="0">
                  <a:pos x="19" y="6"/>
                </a:cxn>
                <a:cxn ang="0">
                  <a:pos x="2" y="6"/>
                </a:cxn>
                <a:cxn ang="0">
                  <a:pos x="0" y="3"/>
                </a:cxn>
                <a:cxn ang="0">
                  <a:pos x="2" y="0"/>
                </a:cxn>
                <a:cxn ang="0">
                  <a:pos x="19" y="0"/>
                </a:cxn>
                <a:cxn ang="0">
                  <a:pos x="22" y="3"/>
                </a:cxn>
                <a:cxn ang="0">
                  <a:pos x="19" y="6"/>
                </a:cxn>
              </a:cxnLst>
              <a:rect l="0" t="0" r="r" b="b"/>
              <a:pathLst>
                <a:path w="22" h="6">
                  <a:moveTo>
                    <a:pt x="19" y="6"/>
                  </a:moveTo>
                  <a:cubicBezTo>
                    <a:pt x="2" y="6"/>
                    <a:pt x="2" y="6"/>
                    <a:pt x="2" y="6"/>
                  </a:cubicBezTo>
                  <a:cubicBezTo>
                    <a:pt x="1" y="6"/>
                    <a:pt x="0" y="5"/>
                    <a:pt x="0" y="3"/>
                  </a:cubicBezTo>
                  <a:cubicBezTo>
                    <a:pt x="0" y="2"/>
                    <a:pt x="1" y="0"/>
                    <a:pt x="2" y="0"/>
                  </a:cubicBezTo>
                  <a:cubicBezTo>
                    <a:pt x="19" y="0"/>
                    <a:pt x="19" y="0"/>
                    <a:pt x="19" y="0"/>
                  </a:cubicBezTo>
                  <a:cubicBezTo>
                    <a:pt x="21" y="0"/>
                    <a:pt x="22" y="2"/>
                    <a:pt x="22" y="3"/>
                  </a:cubicBezTo>
                  <a:cubicBezTo>
                    <a:pt x="22" y="5"/>
                    <a:pt x="21" y="6"/>
                    <a:pt x="19" y="6"/>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62" name="Freeform 334"/>
            <p:cNvSpPr>
              <a:spLocks noEditPoints="1"/>
            </p:cNvSpPr>
            <p:nvPr/>
          </p:nvSpPr>
          <p:spPr bwMode="auto">
            <a:xfrm>
              <a:off x="1409701" y="2816225"/>
              <a:ext cx="111125" cy="306388"/>
            </a:xfrm>
            <a:custGeom>
              <a:avLst/>
              <a:gdLst/>
              <a:ahLst/>
              <a:cxnLst>
                <a:cxn ang="0">
                  <a:pos x="22" y="0"/>
                </a:cxn>
                <a:cxn ang="0">
                  <a:pos x="0" y="60"/>
                </a:cxn>
                <a:cxn ang="0">
                  <a:pos x="22" y="120"/>
                </a:cxn>
                <a:cxn ang="0">
                  <a:pos x="44" y="60"/>
                </a:cxn>
                <a:cxn ang="0">
                  <a:pos x="22" y="0"/>
                </a:cxn>
                <a:cxn ang="0">
                  <a:pos x="22" y="110"/>
                </a:cxn>
                <a:cxn ang="0">
                  <a:pos x="3" y="60"/>
                </a:cxn>
                <a:cxn ang="0">
                  <a:pos x="22" y="9"/>
                </a:cxn>
                <a:cxn ang="0">
                  <a:pos x="40" y="60"/>
                </a:cxn>
                <a:cxn ang="0">
                  <a:pos x="22" y="110"/>
                </a:cxn>
              </a:cxnLst>
              <a:rect l="0" t="0" r="r" b="b"/>
              <a:pathLst>
                <a:path w="44" h="120">
                  <a:moveTo>
                    <a:pt x="22" y="0"/>
                  </a:moveTo>
                  <a:cubicBezTo>
                    <a:pt x="10" y="0"/>
                    <a:pt x="0" y="27"/>
                    <a:pt x="0" y="60"/>
                  </a:cubicBezTo>
                  <a:cubicBezTo>
                    <a:pt x="0" y="93"/>
                    <a:pt x="10" y="120"/>
                    <a:pt x="22" y="120"/>
                  </a:cubicBezTo>
                  <a:cubicBezTo>
                    <a:pt x="34" y="120"/>
                    <a:pt x="44" y="93"/>
                    <a:pt x="44" y="60"/>
                  </a:cubicBezTo>
                  <a:cubicBezTo>
                    <a:pt x="44" y="27"/>
                    <a:pt x="34" y="0"/>
                    <a:pt x="22" y="0"/>
                  </a:cubicBezTo>
                  <a:close/>
                  <a:moveTo>
                    <a:pt x="22" y="110"/>
                  </a:moveTo>
                  <a:cubicBezTo>
                    <a:pt x="12" y="110"/>
                    <a:pt x="3" y="88"/>
                    <a:pt x="3" y="60"/>
                  </a:cubicBezTo>
                  <a:cubicBezTo>
                    <a:pt x="3" y="32"/>
                    <a:pt x="12" y="9"/>
                    <a:pt x="22" y="9"/>
                  </a:cubicBezTo>
                  <a:cubicBezTo>
                    <a:pt x="32" y="9"/>
                    <a:pt x="40" y="32"/>
                    <a:pt x="40" y="60"/>
                  </a:cubicBezTo>
                  <a:cubicBezTo>
                    <a:pt x="40" y="88"/>
                    <a:pt x="32" y="110"/>
                    <a:pt x="22" y="110"/>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63" name="Freeform 335"/>
            <p:cNvSpPr>
              <a:spLocks noEditPoints="1"/>
            </p:cNvSpPr>
            <p:nvPr/>
          </p:nvSpPr>
          <p:spPr bwMode="auto">
            <a:xfrm>
              <a:off x="1312863" y="2913063"/>
              <a:ext cx="304800" cy="112713"/>
            </a:xfrm>
            <a:custGeom>
              <a:avLst/>
              <a:gdLst/>
              <a:ahLst/>
              <a:cxnLst>
                <a:cxn ang="0">
                  <a:pos x="120" y="22"/>
                </a:cxn>
                <a:cxn ang="0">
                  <a:pos x="60" y="0"/>
                </a:cxn>
                <a:cxn ang="0">
                  <a:pos x="0" y="22"/>
                </a:cxn>
                <a:cxn ang="0">
                  <a:pos x="60" y="44"/>
                </a:cxn>
                <a:cxn ang="0">
                  <a:pos x="120" y="22"/>
                </a:cxn>
                <a:cxn ang="0">
                  <a:pos x="10" y="22"/>
                </a:cxn>
                <a:cxn ang="0">
                  <a:pos x="60" y="3"/>
                </a:cxn>
                <a:cxn ang="0">
                  <a:pos x="110" y="22"/>
                </a:cxn>
                <a:cxn ang="0">
                  <a:pos x="60" y="40"/>
                </a:cxn>
                <a:cxn ang="0">
                  <a:pos x="10" y="22"/>
                </a:cxn>
              </a:cxnLst>
              <a:rect l="0" t="0" r="r" b="b"/>
              <a:pathLst>
                <a:path w="120" h="44">
                  <a:moveTo>
                    <a:pt x="120" y="22"/>
                  </a:moveTo>
                  <a:cubicBezTo>
                    <a:pt x="120" y="10"/>
                    <a:pt x="93" y="0"/>
                    <a:pt x="60" y="0"/>
                  </a:cubicBezTo>
                  <a:cubicBezTo>
                    <a:pt x="27" y="0"/>
                    <a:pt x="0" y="10"/>
                    <a:pt x="0" y="22"/>
                  </a:cubicBezTo>
                  <a:cubicBezTo>
                    <a:pt x="0" y="34"/>
                    <a:pt x="27" y="44"/>
                    <a:pt x="60" y="44"/>
                  </a:cubicBezTo>
                  <a:cubicBezTo>
                    <a:pt x="93" y="44"/>
                    <a:pt x="120" y="34"/>
                    <a:pt x="120" y="22"/>
                  </a:cubicBezTo>
                  <a:close/>
                  <a:moveTo>
                    <a:pt x="10" y="22"/>
                  </a:moveTo>
                  <a:cubicBezTo>
                    <a:pt x="10" y="12"/>
                    <a:pt x="32" y="3"/>
                    <a:pt x="60" y="3"/>
                  </a:cubicBezTo>
                  <a:cubicBezTo>
                    <a:pt x="88" y="3"/>
                    <a:pt x="110" y="12"/>
                    <a:pt x="110" y="22"/>
                  </a:cubicBezTo>
                  <a:cubicBezTo>
                    <a:pt x="110" y="32"/>
                    <a:pt x="88" y="40"/>
                    <a:pt x="60" y="40"/>
                  </a:cubicBezTo>
                  <a:cubicBezTo>
                    <a:pt x="32" y="40"/>
                    <a:pt x="10" y="32"/>
                    <a:pt x="10" y="22"/>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64" name="Freeform 336"/>
            <p:cNvSpPr>
              <a:spLocks noEditPoints="1"/>
            </p:cNvSpPr>
            <p:nvPr/>
          </p:nvSpPr>
          <p:spPr bwMode="auto">
            <a:xfrm>
              <a:off x="1335088" y="2840038"/>
              <a:ext cx="260350" cy="258763"/>
            </a:xfrm>
            <a:custGeom>
              <a:avLst/>
              <a:gdLst/>
              <a:ahLst/>
              <a:cxnLst>
                <a:cxn ang="0">
                  <a:pos x="93" y="8"/>
                </a:cxn>
                <a:cxn ang="0">
                  <a:pos x="35" y="35"/>
                </a:cxn>
                <a:cxn ang="0">
                  <a:pos x="8" y="93"/>
                </a:cxn>
                <a:cxn ang="0">
                  <a:pos x="67" y="66"/>
                </a:cxn>
                <a:cxn ang="0">
                  <a:pos x="93" y="8"/>
                </a:cxn>
                <a:cxn ang="0">
                  <a:pos x="15" y="86"/>
                </a:cxn>
                <a:cxn ang="0">
                  <a:pos x="38" y="38"/>
                </a:cxn>
                <a:cxn ang="0">
                  <a:pos x="86" y="15"/>
                </a:cxn>
                <a:cxn ang="0">
                  <a:pos x="64" y="64"/>
                </a:cxn>
                <a:cxn ang="0">
                  <a:pos x="15" y="86"/>
                </a:cxn>
              </a:cxnLst>
              <a:rect l="0" t="0" r="r" b="b"/>
              <a:pathLst>
                <a:path w="102" h="102">
                  <a:moveTo>
                    <a:pt x="93" y="8"/>
                  </a:moveTo>
                  <a:cubicBezTo>
                    <a:pt x="85" y="0"/>
                    <a:pt x="59" y="12"/>
                    <a:pt x="35" y="35"/>
                  </a:cubicBezTo>
                  <a:cubicBezTo>
                    <a:pt x="12" y="59"/>
                    <a:pt x="0" y="85"/>
                    <a:pt x="8" y="93"/>
                  </a:cubicBezTo>
                  <a:cubicBezTo>
                    <a:pt x="17" y="102"/>
                    <a:pt x="43" y="90"/>
                    <a:pt x="67" y="66"/>
                  </a:cubicBezTo>
                  <a:cubicBezTo>
                    <a:pt x="90" y="43"/>
                    <a:pt x="102" y="17"/>
                    <a:pt x="93" y="8"/>
                  </a:cubicBezTo>
                  <a:close/>
                  <a:moveTo>
                    <a:pt x="15" y="86"/>
                  </a:moveTo>
                  <a:cubicBezTo>
                    <a:pt x="8" y="79"/>
                    <a:pt x="18" y="57"/>
                    <a:pt x="38" y="38"/>
                  </a:cubicBezTo>
                  <a:cubicBezTo>
                    <a:pt x="57" y="18"/>
                    <a:pt x="79" y="8"/>
                    <a:pt x="86" y="15"/>
                  </a:cubicBezTo>
                  <a:cubicBezTo>
                    <a:pt x="94" y="22"/>
                    <a:pt x="84" y="44"/>
                    <a:pt x="64" y="64"/>
                  </a:cubicBezTo>
                  <a:cubicBezTo>
                    <a:pt x="44" y="84"/>
                    <a:pt x="23" y="94"/>
                    <a:pt x="15" y="86"/>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65" name="Freeform 337"/>
            <p:cNvSpPr>
              <a:spLocks noEditPoints="1"/>
            </p:cNvSpPr>
            <p:nvPr/>
          </p:nvSpPr>
          <p:spPr bwMode="auto">
            <a:xfrm>
              <a:off x="1335088" y="2840038"/>
              <a:ext cx="260350" cy="258763"/>
            </a:xfrm>
            <a:custGeom>
              <a:avLst/>
              <a:gdLst/>
              <a:ahLst/>
              <a:cxnLst>
                <a:cxn ang="0">
                  <a:pos x="93" y="93"/>
                </a:cxn>
                <a:cxn ang="0">
                  <a:pos x="67" y="35"/>
                </a:cxn>
                <a:cxn ang="0">
                  <a:pos x="8" y="8"/>
                </a:cxn>
                <a:cxn ang="0">
                  <a:pos x="35" y="66"/>
                </a:cxn>
                <a:cxn ang="0">
                  <a:pos x="93" y="93"/>
                </a:cxn>
                <a:cxn ang="0">
                  <a:pos x="15" y="15"/>
                </a:cxn>
                <a:cxn ang="0">
                  <a:pos x="64" y="38"/>
                </a:cxn>
                <a:cxn ang="0">
                  <a:pos x="86" y="86"/>
                </a:cxn>
                <a:cxn ang="0">
                  <a:pos x="38" y="64"/>
                </a:cxn>
                <a:cxn ang="0">
                  <a:pos x="15" y="15"/>
                </a:cxn>
              </a:cxnLst>
              <a:rect l="0" t="0" r="r" b="b"/>
              <a:pathLst>
                <a:path w="102" h="102">
                  <a:moveTo>
                    <a:pt x="93" y="93"/>
                  </a:moveTo>
                  <a:cubicBezTo>
                    <a:pt x="102" y="85"/>
                    <a:pt x="90" y="59"/>
                    <a:pt x="67" y="35"/>
                  </a:cubicBezTo>
                  <a:cubicBezTo>
                    <a:pt x="43" y="12"/>
                    <a:pt x="17" y="0"/>
                    <a:pt x="8" y="8"/>
                  </a:cubicBezTo>
                  <a:cubicBezTo>
                    <a:pt x="0" y="17"/>
                    <a:pt x="12" y="43"/>
                    <a:pt x="35" y="66"/>
                  </a:cubicBezTo>
                  <a:cubicBezTo>
                    <a:pt x="59" y="90"/>
                    <a:pt x="85" y="102"/>
                    <a:pt x="93" y="93"/>
                  </a:cubicBezTo>
                  <a:close/>
                  <a:moveTo>
                    <a:pt x="15" y="15"/>
                  </a:moveTo>
                  <a:cubicBezTo>
                    <a:pt x="23" y="8"/>
                    <a:pt x="44" y="18"/>
                    <a:pt x="64" y="38"/>
                  </a:cubicBezTo>
                  <a:cubicBezTo>
                    <a:pt x="84" y="57"/>
                    <a:pt x="94" y="79"/>
                    <a:pt x="86" y="86"/>
                  </a:cubicBezTo>
                  <a:cubicBezTo>
                    <a:pt x="79" y="94"/>
                    <a:pt x="57" y="84"/>
                    <a:pt x="38" y="64"/>
                  </a:cubicBezTo>
                  <a:cubicBezTo>
                    <a:pt x="18" y="44"/>
                    <a:pt x="8" y="22"/>
                    <a:pt x="15" y="15"/>
                  </a:cubicBez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66" name="Oval 338"/>
            <p:cNvSpPr>
              <a:spLocks noChangeArrowheads="1"/>
            </p:cNvSpPr>
            <p:nvPr/>
          </p:nvSpPr>
          <p:spPr bwMode="auto">
            <a:xfrm>
              <a:off x="1441451" y="2943225"/>
              <a:ext cx="46038" cy="49213"/>
            </a:xfrm>
            <a:prstGeom prst="ellipse">
              <a:avLst/>
            </a:pr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67" name="Freeform 339"/>
            <p:cNvSpPr>
              <a:spLocks/>
            </p:cNvSpPr>
            <p:nvPr/>
          </p:nvSpPr>
          <p:spPr bwMode="auto">
            <a:xfrm>
              <a:off x="1004888" y="3559175"/>
              <a:ext cx="65088" cy="109538"/>
            </a:xfrm>
            <a:custGeom>
              <a:avLst/>
              <a:gdLst/>
              <a:ahLst/>
              <a:cxnLst>
                <a:cxn ang="0">
                  <a:pos x="41" y="69"/>
                </a:cxn>
                <a:cxn ang="0">
                  <a:pos x="41" y="0"/>
                </a:cxn>
                <a:cxn ang="0">
                  <a:pos x="3" y="37"/>
                </a:cxn>
                <a:cxn ang="0">
                  <a:pos x="0" y="34"/>
                </a:cxn>
                <a:cxn ang="0">
                  <a:pos x="0" y="69"/>
                </a:cxn>
                <a:cxn ang="0">
                  <a:pos x="41" y="69"/>
                </a:cxn>
              </a:cxnLst>
              <a:rect l="0" t="0" r="r" b="b"/>
              <a:pathLst>
                <a:path w="41" h="69">
                  <a:moveTo>
                    <a:pt x="41" y="69"/>
                  </a:moveTo>
                  <a:lnTo>
                    <a:pt x="41" y="0"/>
                  </a:lnTo>
                  <a:lnTo>
                    <a:pt x="3" y="37"/>
                  </a:lnTo>
                  <a:lnTo>
                    <a:pt x="0" y="34"/>
                  </a:lnTo>
                  <a:lnTo>
                    <a:pt x="0" y="69"/>
                  </a:lnTo>
                  <a:lnTo>
                    <a:pt x="41" y="69"/>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68" name="Freeform 340"/>
            <p:cNvSpPr>
              <a:spLocks/>
            </p:cNvSpPr>
            <p:nvPr/>
          </p:nvSpPr>
          <p:spPr bwMode="auto">
            <a:xfrm>
              <a:off x="1082676" y="3529013"/>
              <a:ext cx="66675" cy="139700"/>
            </a:xfrm>
            <a:custGeom>
              <a:avLst/>
              <a:gdLst/>
              <a:ahLst/>
              <a:cxnLst>
                <a:cxn ang="0">
                  <a:pos x="42" y="88"/>
                </a:cxn>
                <a:cxn ang="0">
                  <a:pos x="42" y="31"/>
                </a:cxn>
                <a:cxn ang="0">
                  <a:pos x="12" y="0"/>
                </a:cxn>
                <a:cxn ang="0">
                  <a:pos x="0" y="10"/>
                </a:cxn>
                <a:cxn ang="0">
                  <a:pos x="0" y="88"/>
                </a:cxn>
                <a:cxn ang="0">
                  <a:pos x="42" y="88"/>
                </a:cxn>
              </a:cxnLst>
              <a:rect l="0" t="0" r="r" b="b"/>
              <a:pathLst>
                <a:path w="42" h="88">
                  <a:moveTo>
                    <a:pt x="42" y="88"/>
                  </a:moveTo>
                  <a:lnTo>
                    <a:pt x="42" y="31"/>
                  </a:lnTo>
                  <a:lnTo>
                    <a:pt x="12" y="0"/>
                  </a:lnTo>
                  <a:lnTo>
                    <a:pt x="0" y="10"/>
                  </a:lnTo>
                  <a:lnTo>
                    <a:pt x="0" y="88"/>
                  </a:lnTo>
                  <a:lnTo>
                    <a:pt x="42" y="88"/>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69" name="Freeform 341"/>
            <p:cNvSpPr>
              <a:spLocks/>
            </p:cNvSpPr>
            <p:nvPr/>
          </p:nvSpPr>
          <p:spPr bwMode="auto">
            <a:xfrm>
              <a:off x="1158876" y="3552825"/>
              <a:ext cx="66675" cy="115888"/>
            </a:xfrm>
            <a:custGeom>
              <a:avLst/>
              <a:gdLst/>
              <a:ahLst/>
              <a:cxnLst>
                <a:cxn ang="0">
                  <a:pos x="42" y="73"/>
                </a:cxn>
                <a:cxn ang="0">
                  <a:pos x="42" y="0"/>
                </a:cxn>
                <a:cxn ang="0">
                  <a:pos x="7" y="30"/>
                </a:cxn>
                <a:cxn ang="0">
                  <a:pos x="0" y="24"/>
                </a:cxn>
                <a:cxn ang="0">
                  <a:pos x="0" y="73"/>
                </a:cxn>
                <a:cxn ang="0">
                  <a:pos x="42" y="73"/>
                </a:cxn>
              </a:cxnLst>
              <a:rect l="0" t="0" r="r" b="b"/>
              <a:pathLst>
                <a:path w="42" h="73">
                  <a:moveTo>
                    <a:pt x="42" y="73"/>
                  </a:moveTo>
                  <a:lnTo>
                    <a:pt x="42" y="0"/>
                  </a:lnTo>
                  <a:lnTo>
                    <a:pt x="7" y="30"/>
                  </a:lnTo>
                  <a:lnTo>
                    <a:pt x="0" y="24"/>
                  </a:lnTo>
                  <a:lnTo>
                    <a:pt x="0" y="73"/>
                  </a:lnTo>
                  <a:lnTo>
                    <a:pt x="42" y="73"/>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70" name="Freeform 342"/>
            <p:cNvSpPr>
              <a:spLocks/>
            </p:cNvSpPr>
            <p:nvPr/>
          </p:nvSpPr>
          <p:spPr bwMode="auto">
            <a:xfrm>
              <a:off x="1238251" y="3482975"/>
              <a:ext cx="66675" cy="185738"/>
            </a:xfrm>
            <a:custGeom>
              <a:avLst/>
              <a:gdLst/>
              <a:ahLst/>
              <a:cxnLst>
                <a:cxn ang="0">
                  <a:pos x="42" y="117"/>
                </a:cxn>
                <a:cxn ang="0">
                  <a:pos x="42" y="0"/>
                </a:cxn>
                <a:cxn ang="0">
                  <a:pos x="0" y="37"/>
                </a:cxn>
                <a:cxn ang="0">
                  <a:pos x="0" y="117"/>
                </a:cxn>
                <a:cxn ang="0">
                  <a:pos x="42" y="117"/>
                </a:cxn>
              </a:cxnLst>
              <a:rect l="0" t="0" r="r" b="b"/>
              <a:pathLst>
                <a:path w="42" h="117">
                  <a:moveTo>
                    <a:pt x="42" y="117"/>
                  </a:moveTo>
                  <a:lnTo>
                    <a:pt x="42" y="0"/>
                  </a:lnTo>
                  <a:lnTo>
                    <a:pt x="0" y="37"/>
                  </a:lnTo>
                  <a:lnTo>
                    <a:pt x="0" y="117"/>
                  </a:lnTo>
                  <a:lnTo>
                    <a:pt x="42" y="117"/>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71" name="Freeform 343"/>
            <p:cNvSpPr>
              <a:spLocks/>
            </p:cNvSpPr>
            <p:nvPr/>
          </p:nvSpPr>
          <p:spPr bwMode="auto">
            <a:xfrm>
              <a:off x="1004888" y="3419475"/>
              <a:ext cx="300038" cy="171450"/>
            </a:xfrm>
            <a:custGeom>
              <a:avLst/>
              <a:gdLst/>
              <a:ahLst/>
              <a:cxnLst>
                <a:cxn ang="0">
                  <a:pos x="117" y="0"/>
                </a:cxn>
                <a:cxn ang="0">
                  <a:pos x="66" y="44"/>
                </a:cxn>
                <a:cxn ang="0">
                  <a:pos x="42" y="21"/>
                </a:cxn>
                <a:cxn ang="0">
                  <a:pos x="38" y="19"/>
                </a:cxn>
                <a:cxn ang="0">
                  <a:pos x="34" y="21"/>
                </a:cxn>
                <a:cxn ang="0">
                  <a:pos x="0" y="54"/>
                </a:cxn>
                <a:cxn ang="0">
                  <a:pos x="0" y="65"/>
                </a:cxn>
                <a:cxn ang="0">
                  <a:pos x="2" y="67"/>
                </a:cxn>
                <a:cxn ang="0">
                  <a:pos x="38" y="33"/>
                </a:cxn>
                <a:cxn ang="0">
                  <a:pos x="62" y="56"/>
                </a:cxn>
                <a:cxn ang="0">
                  <a:pos x="70" y="56"/>
                </a:cxn>
                <a:cxn ang="0">
                  <a:pos x="118" y="15"/>
                </a:cxn>
                <a:cxn ang="0">
                  <a:pos x="118" y="1"/>
                </a:cxn>
                <a:cxn ang="0">
                  <a:pos x="117" y="0"/>
                </a:cxn>
              </a:cxnLst>
              <a:rect l="0" t="0" r="r" b="b"/>
              <a:pathLst>
                <a:path w="118" h="67">
                  <a:moveTo>
                    <a:pt x="117" y="0"/>
                  </a:moveTo>
                  <a:cubicBezTo>
                    <a:pt x="66" y="44"/>
                    <a:pt x="66" y="44"/>
                    <a:pt x="66" y="44"/>
                  </a:cubicBezTo>
                  <a:cubicBezTo>
                    <a:pt x="42" y="21"/>
                    <a:pt x="42" y="21"/>
                    <a:pt x="42" y="21"/>
                  </a:cubicBezTo>
                  <a:cubicBezTo>
                    <a:pt x="41" y="20"/>
                    <a:pt x="40" y="19"/>
                    <a:pt x="38" y="19"/>
                  </a:cubicBezTo>
                  <a:cubicBezTo>
                    <a:pt x="37" y="20"/>
                    <a:pt x="35" y="20"/>
                    <a:pt x="34" y="21"/>
                  </a:cubicBezTo>
                  <a:cubicBezTo>
                    <a:pt x="0" y="54"/>
                    <a:pt x="0" y="54"/>
                    <a:pt x="0" y="54"/>
                  </a:cubicBezTo>
                  <a:cubicBezTo>
                    <a:pt x="0" y="65"/>
                    <a:pt x="0" y="65"/>
                    <a:pt x="0" y="65"/>
                  </a:cubicBezTo>
                  <a:cubicBezTo>
                    <a:pt x="2" y="67"/>
                    <a:pt x="2" y="67"/>
                    <a:pt x="2" y="67"/>
                  </a:cubicBezTo>
                  <a:cubicBezTo>
                    <a:pt x="38" y="33"/>
                    <a:pt x="38" y="33"/>
                    <a:pt x="38" y="33"/>
                  </a:cubicBezTo>
                  <a:cubicBezTo>
                    <a:pt x="62" y="56"/>
                    <a:pt x="62" y="56"/>
                    <a:pt x="62" y="56"/>
                  </a:cubicBezTo>
                  <a:cubicBezTo>
                    <a:pt x="64" y="58"/>
                    <a:pt x="67" y="58"/>
                    <a:pt x="70" y="56"/>
                  </a:cubicBezTo>
                  <a:cubicBezTo>
                    <a:pt x="118" y="15"/>
                    <a:pt x="118" y="15"/>
                    <a:pt x="118" y="15"/>
                  </a:cubicBezTo>
                  <a:cubicBezTo>
                    <a:pt x="118" y="1"/>
                    <a:pt x="118" y="1"/>
                    <a:pt x="118" y="1"/>
                  </a:cubicBezTo>
                  <a:lnTo>
                    <a:pt x="117" y="0"/>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72" name="Freeform 344"/>
            <p:cNvSpPr>
              <a:spLocks/>
            </p:cNvSpPr>
            <p:nvPr/>
          </p:nvSpPr>
          <p:spPr bwMode="auto">
            <a:xfrm>
              <a:off x="5683251" y="3582988"/>
              <a:ext cx="66675" cy="26988"/>
            </a:xfrm>
            <a:custGeom>
              <a:avLst/>
              <a:gdLst/>
              <a:ahLst/>
              <a:cxnLst>
                <a:cxn ang="0">
                  <a:pos x="40" y="17"/>
                </a:cxn>
                <a:cxn ang="0">
                  <a:pos x="42" y="0"/>
                </a:cxn>
                <a:cxn ang="0">
                  <a:pos x="0" y="0"/>
                </a:cxn>
                <a:cxn ang="0">
                  <a:pos x="1" y="17"/>
                </a:cxn>
                <a:cxn ang="0">
                  <a:pos x="40" y="17"/>
                </a:cxn>
              </a:cxnLst>
              <a:rect l="0" t="0" r="r" b="b"/>
              <a:pathLst>
                <a:path w="42" h="17">
                  <a:moveTo>
                    <a:pt x="40" y="17"/>
                  </a:moveTo>
                  <a:lnTo>
                    <a:pt x="42" y="0"/>
                  </a:lnTo>
                  <a:lnTo>
                    <a:pt x="0" y="0"/>
                  </a:lnTo>
                  <a:lnTo>
                    <a:pt x="1" y="17"/>
                  </a:lnTo>
                  <a:lnTo>
                    <a:pt x="40" y="17"/>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73" name="Freeform 345"/>
            <p:cNvSpPr>
              <a:spLocks/>
            </p:cNvSpPr>
            <p:nvPr/>
          </p:nvSpPr>
          <p:spPr bwMode="auto">
            <a:xfrm>
              <a:off x="5759451" y="3524250"/>
              <a:ext cx="73025" cy="47625"/>
            </a:xfrm>
            <a:custGeom>
              <a:avLst/>
              <a:gdLst/>
              <a:ahLst/>
              <a:cxnLst>
                <a:cxn ang="0">
                  <a:pos x="0" y="30"/>
                </a:cxn>
                <a:cxn ang="0">
                  <a:pos x="38" y="30"/>
                </a:cxn>
                <a:cxn ang="0">
                  <a:pos x="46" y="0"/>
                </a:cxn>
                <a:cxn ang="0">
                  <a:pos x="3" y="0"/>
                </a:cxn>
                <a:cxn ang="0">
                  <a:pos x="0" y="30"/>
                </a:cxn>
              </a:cxnLst>
              <a:rect l="0" t="0" r="r" b="b"/>
              <a:pathLst>
                <a:path w="46" h="30">
                  <a:moveTo>
                    <a:pt x="0" y="30"/>
                  </a:moveTo>
                  <a:lnTo>
                    <a:pt x="38" y="30"/>
                  </a:lnTo>
                  <a:lnTo>
                    <a:pt x="46" y="0"/>
                  </a:lnTo>
                  <a:lnTo>
                    <a:pt x="3" y="0"/>
                  </a:lnTo>
                  <a:lnTo>
                    <a:pt x="0" y="30"/>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74" name="Freeform 346"/>
            <p:cNvSpPr>
              <a:spLocks/>
            </p:cNvSpPr>
            <p:nvPr/>
          </p:nvSpPr>
          <p:spPr bwMode="auto">
            <a:xfrm>
              <a:off x="5614988" y="3582988"/>
              <a:ext cx="60325" cy="26988"/>
            </a:xfrm>
            <a:custGeom>
              <a:avLst/>
              <a:gdLst/>
              <a:ahLst/>
              <a:cxnLst>
                <a:cxn ang="0">
                  <a:pos x="0" y="0"/>
                </a:cxn>
                <a:cxn ang="0">
                  <a:pos x="4" y="17"/>
                </a:cxn>
                <a:cxn ang="0">
                  <a:pos x="38" y="17"/>
                </a:cxn>
                <a:cxn ang="0">
                  <a:pos x="36" y="0"/>
                </a:cxn>
                <a:cxn ang="0">
                  <a:pos x="0" y="0"/>
                </a:cxn>
              </a:cxnLst>
              <a:rect l="0" t="0" r="r" b="b"/>
              <a:pathLst>
                <a:path w="38" h="17">
                  <a:moveTo>
                    <a:pt x="0" y="0"/>
                  </a:moveTo>
                  <a:lnTo>
                    <a:pt x="4" y="17"/>
                  </a:lnTo>
                  <a:lnTo>
                    <a:pt x="38" y="17"/>
                  </a:lnTo>
                  <a:lnTo>
                    <a:pt x="36" y="0"/>
                  </a:lnTo>
                  <a:lnTo>
                    <a:pt x="0" y="0"/>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75" name="Freeform 347"/>
            <p:cNvSpPr>
              <a:spLocks/>
            </p:cNvSpPr>
            <p:nvPr/>
          </p:nvSpPr>
          <p:spPr bwMode="auto">
            <a:xfrm>
              <a:off x="5756276" y="3582988"/>
              <a:ext cx="61913" cy="26988"/>
            </a:xfrm>
            <a:custGeom>
              <a:avLst/>
              <a:gdLst/>
              <a:ahLst/>
              <a:cxnLst>
                <a:cxn ang="0">
                  <a:pos x="39" y="0"/>
                </a:cxn>
                <a:cxn ang="0">
                  <a:pos x="2" y="0"/>
                </a:cxn>
                <a:cxn ang="0">
                  <a:pos x="0" y="17"/>
                </a:cxn>
                <a:cxn ang="0">
                  <a:pos x="34" y="17"/>
                </a:cxn>
                <a:cxn ang="0">
                  <a:pos x="39" y="0"/>
                </a:cxn>
              </a:cxnLst>
              <a:rect l="0" t="0" r="r" b="b"/>
              <a:pathLst>
                <a:path w="39" h="17">
                  <a:moveTo>
                    <a:pt x="39" y="0"/>
                  </a:moveTo>
                  <a:lnTo>
                    <a:pt x="2" y="0"/>
                  </a:lnTo>
                  <a:lnTo>
                    <a:pt x="0" y="17"/>
                  </a:lnTo>
                  <a:lnTo>
                    <a:pt x="34" y="17"/>
                  </a:lnTo>
                  <a:lnTo>
                    <a:pt x="39" y="0"/>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76" name="Freeform 348"/>
            <p:cNvSpPr>
              <a:spLocks/>
            </p:cNvSpPr>
            <p:nvPr/>
          </p:nvSpPr>
          <p:spPr bwMode="auto">
            <a:xfrm>
              <a:off x="5764213" y="3435350"/>
              <a:ext cx="150813" cy="79375"/>
            </a:xfrm>
            <a:custGeom>
              <a:avLst/>
              <a:gdLst/>
              <a:ahLst/>
              <a:cxnLst>
                <a:cxn ang="0">
                  <a:pos x="40" y="0"/>
                </a:cxn>
                <a:cxn ang="0">
                  <a:pos x="37" y="1"/>
                </a:cxn>
                <a:cxn ang="0">
                  <a:pos x="35" y="2"/>
                </a:cxn>
                <a:cxn ang="0">
                  <a:pos x="20" y="17"/>
                </a:cxn>
                <a:cxn ang="0">
                  <a:pos x="19" y="19"/>
                </a:cxn>
                <a:cxn ang="0">
                  <a:pos x="1" y="19"/>
                </a:cxn>
                <a:cxn ang="0">
                  <a:pos x="0" y="31"/>
                </a:cxn>
                <a:cxn ang="0">
                  <a:pos x="28" y="31"/>
                </a:cxn>
                <a:cxn ang="0">
                  <a:pos x="30" y="23"/>
                </a:cxn>
                <a:cxn ang="0">
                  <a:pos x="42" y="11"/>
                </a:cxn>
                <a:cxn ang="0">
                  <a:pos x="51" y="11"/>
                </a:cxn>
                <a:cxn ang="0">
                  <a:pos x="51" y="0"/>
                </a:cxn>
                <a:cxn ang="0">
                  <a:pos x="40" y="0"/>
                </a:cxn>
              </a:cxnLst>
              <a:rect l="0" t="0" r="r" b="b"/>
              <a:pathLst>
                <a:path w="59" h="31">
                  <a:moveTo>
                    <a:pt x="40" y="0"/>
                  </a:moveTo>
                  <a:cubicBezTo>
                    <a:pt x="39" y="0"/>
                    <a:pt x="38" y="0"/>
                    <a:pt x="37" y="1"/>
                  </a:cubicBezTo>
                  <a:cubicBezTo>
                    <a:pt x="36" y="1"/>
                    <a:pt x="36" y="1"/>
                    <a:pt x="35" y="2"/>
                  </a:cubicBezTo>
                  <a:cubicBezTo>
                    <a:pt x="30" y="7"/>
                    <a:pt x="25" y="12"/>
                    <a:pt x="20" y="17"/>
                  </a:cubicBezTo>
                  <a:cubicBezTo>
                    <a:pt x="20" y="17"/>
                    <a:pt x="20" y="18"/>
                    <a:pt x="19" y="19"/>
                  </a:cubicBezTo>
                  <a:cubicBezTo>
                    <a:pt x="1" y="19"/>
                    <a:pt x="1" y="19"/>
                    <a:pt x="1" y="19"/>
                  </a:cubicBezTo>
                  <a:cubicBezTo>
                    <a:pt x="0" y="31"/>
                    <a:pt x="0" y="31"/>
                    <a:pt x="0" y="31"/>
                  </a:cubicBezTo>
                  <a:cubicBezTo>
                    <a:pt x="28" y="31"/>
                    <a:pt x="28" y="31"/>
                    <a:pt x="28" y="31"/>
                  </a:cubicBezTo>
                  <a:cubicBezTo>
                    <a:pt x="30" y="23"/>
                    <a:pt x="30" y="23"/>
                    <a:pt x="30" y="23"/>
                  </a:cubicBezTo>
                  <a:cubicBezTo>
                    <a:pt x="34" y="19"/>
                    <a:pt x="38" y="15"/>
                    <a:pt x="42" y="11"/>
                  </a:cubicBezTo>
                  <a:cubicBezTo>
                    <a:pt x="51" y="11"/>
                    <a:pt x="51" y="11"/>
                    <a:pt x="51" y="11"/>
                  </a:cubicBezTo>
                  <a:cubicBezTo>
                    <a:pt x="59" y="11"/>
                    <a:pt x="59" y="0"/>
                    <a:pt x="51" y="0"/>
                  </a:cubicBezTo>
                  <a:lnTo>
                    <a:pt x="40" y="0"/>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77" name="Freeform 349"/>
            <p:cNvSpPr>
              <a:spLocks/>
            </p:cNvSpPr>
            <p:nvPr/>
          </p:nvSpPr>
          <p:spPr bwMode="auto">
            <a:xfrm>
              <a:off x="5675313" y="3482975"/>
              <a:ext cx="80963" cy="31750"/>
            </a:xfrm>
            <a:custGeom>
              <a:avLst/>
              <a:gdLst/>
              <a:ahLst/>
              <a:cxnLst>
                <a:cxn ang="0">
                  <a:pos x="2" y="20"/>
                </a:cxn>
                <a:cxn ang="0">
                  <a:pos x="50" y="20"/>
                </a:cxn>
                <a:cxn ang="0">
                  <a:pos x="51" y="0"/>
                </a:cxn>
                <a:cxn ang="0">
                  <a:pos x="0" y="0"/>
                </a:cxn>
                <a:cxn ang="0">
                  <a:pos x="2" y="20"/>
                </a:cxn>
              </a:cxnLst>
              <a:rect l="0" t="0" r="r" b="b"/>
              <a:pathLst>
                <a:path w="51" h="20">
                  <a:moveTo>
                    <a:pt x="2" y="20"/>
                  </a:moveTo>
                  <a:lnTo>
                    <a:pt x="50" y="20"/>
                  </a:lnTo>
                  <a:lnTo>
                    <a:pt x="51" y="0"/>
                  </a:lnTo>
                  <a:lnTo>
                    <a:pt x="0" y="0"/>
                  </a:lnTo>
                  <a:lnTo>
                    <a:pt x="2" y="20"/>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78" name="Freeform 350"/>
            <p:cNvSpPr>
              <a:spLocks/>
            </p:cNvSpPr>
            <p:nvPr/>
          </p:nvSpPr>
          <p:spPr bwMode="auto">
            <a:xfrm>
              <a:off x="5599113" y="3524250"/>
              <a:ext cx="73025" cy="47625"/>
            </a:xfrm>
            <a:custGeom>
              <a:avLst/>
              <a:gdLst/>
              <a:ahLst/>
              <a:cxnLst>
                <a:cxn ang="0">
                  <a:pos x="46" y="30"/>
                </a:cxn>
                <a:cxn ang="0">
                  <a:pos x="43" y="0"/>
                </a:cxn>
                <a:cxn ang="0">
                  <a:pos x="0" y="0"/>
                </a:cxn>
                <a:cxn ang="0">
                  <a:pos x="8" y="30"/>
                </a:cxn>
                <a:cxn ang="0">
                  <a:pos x="46" y="30"/>
                </a:cxn>
              </a:cxnLst>
              <a:rect l="0" t="0" r="r" b="b"/>
              <a:pathLst>
                <a:path w="46" h="30">
                  <a:moveTo>
                    <a:pt x="46" y="30"/>
                  </a:moveTo>
                  <a:lnTo>
                    <a:pt x="43" y="0"/>
                  </a:lnTo>
                  <a:lnTo>
                    <a:pt x="0" y="0"/>
                  </a:lnTo>
                  <a:lnTo>
                    <a:pt x="8" y="30"/>
                  </a:lnTo>
                  <a:lnTo>
                    <a:pt x="46" y="30"/>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79" name="Freeform 351"/>
            <p:cNvSpPr>
              <a:spLocks/>
            </p:cNvSpPr>
            <p:nvPr/>
          </p:nvSpPr>
          <p:spPr bwMode="auto">
            <a:xfrm>
              <a:off x="5589588" y="3482975"/>
              <a:ext cx="77788" cy="31750"/>
            </a:xfrm>
            <a:custGeom>
              <a:avLst/>
              <a:gdLst/>
              <a:ahLst/>
              <a:cxnLst>
                <a:cxn ang="0">
                  <a:pos x="0" y="0"/>
                </a:cxn>
                <a:cxn ang="0">
                  <a:pos x="4" y="20"/>
                </a:cxn>
                <a:cxn ang="0">
                  <a:pos x="49" y="20"/>
                </a:cxn>
                <a:cxn ang="0">
                  <a:pos x="48" y="0"/>
                </a:cxn>
                <a:cxn ang="0">
                  <a:pos x="0" y="0"/>
                </a:cxn>
              </a:cxnLst>
              <a:rect l="0" t="0" r="r" b="b"/>
              <a:pathLst>
                <a:path w="49" h="20">
                  <a:moveTo>
                    <a:pt x="0" y="0"/>
                  </a:moveTo>
                  <a:lnTo>
                    <a:pt x="4" y="20"/>
                  </a:lnTo>
                  <a:lnTo>
                    <a:pt x="49" y="20"/>
                  </a:lnTo>
                  <a:lnTo>
                    <a:pt x="48" y="0"/>
                  </a:lnTo>
                  <a:lnTo>
                    <a:pt x="0" y="0"/>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80" name="Freeform 352"/>
            <p:cNvSpPr>
              <a:spLocks/>
            </p:cNvSpPr>
            <p:nvPr/>
          </p:nvSpPr>
          <p:spPr bwMode="auto">
            <a:xfrm>
              <a:off x="5678488" y="3524250"/>
              <a:ext cx="76200" cy="47625"/>
            </a:xfrm>
            <a:custGeom>
              <a:avLst/>
              <a:gdLst/>
              <a:ahLst/>
              <a:cxnLst>
                <a:cxn ang="0">
                  <a:pos x="48" y="0"/>
                </a:cxn>
                <a:cxn ang="0">
                  <a:pos x="0" y="0"/>
                </a:cxn>
                <a:cxn ang="0">
                  <a:pos x="3" y="30"/>
                </a:cxn>
                <a:cxn ang="0">
                  <a:pos x="45" y="30"/>
                </a:cxn>
                <a:cxn ang="0">
                  <a:pos x="48" y="0"/>
                </a:cxn>
              </a:cxnLst>
              <a:rect l="0" t="0" r="r" b="b"/>
              <a:pathLst>
                <a:path w="48" h="30">
                  <a:moveTo>
                    <a:pt x="48" y="0"/>
                  </a:moveTo>
                  <a:lnTo>
                    <a:pt x="0" y="0"/>
                  </a:lnTo>
                  <a:lnTo>
                    <a:pt x="3" y="30"/>
                  </a:lnTo>
                  <a:lnTo>
                    <a:pt x="45" y="30"/>
                  </a:lnTo>
                  <a:lnTo>
                    <a:pt x="48" y="0"/>
                  </a:lnTo>
                  <a:close/>
                </a:path>
              </a:pathLst>
            </a:cu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81" name="Oval 353"/>
            <p:cNvSpPr>
              <a:spLocks noChangeArrowheads="1"/>
            </p:cNvSpPr>
            <p:nvPr/>
          </p:nvSpPr>
          <p:spPr bwMode="auto">
            <a:xfrm>
              <a:off x="5624513" y="3621088"/>
              <a:ext cx="50800" cy="47625"/>
            </a:xfrm>
            <a:prstGeom prst="ellipse">
              <a:avLst/>
            </a:pr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482" name="Oval 354"/>
            <p:cNvSpPr>
              <a:spLocks noChangeArrowheads="1"/>
            </p:cNvSpPr>
            <p:nvPr/>
          </p:nvSpPr>
          <p:spPr bwMode="auto">
            <a:xfrm>
              <a:off x="5756276" y="3621088"/>
              <a:ext cx="50800" cy="47625"/>
            </a:xfrm>
            <a:prstGeom prst="ellipse">
              <a:avLst/>
            </a:prstGeom>
            <a:solidFill>
              <a:srgbClr val="C7EAF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3" name="Rectangle 372"/>
          <p:cNvSpPr/>
          <p:nvPr/>
        </p:nvSpPr>
        <p:spPr>
          <a:xfrm>
            <a:off x="7043447" y="2531226"/>
            <a:ext cx="77724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p:cNvSpPr/>
          <p:nvPr/>
        </p:nvSpPr>
        <p:spPr>
          <a:xfrm>
            <a:off x="7043447" y="4595553"/>
            <a:ext cx="822960"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VISION &amp; MISSION</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361" name="Rectangle 360"/>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362" name="Group 361"/>
          <p:cNvGrpSpPr/>
          <p:nvPr/>
        </p:nvGrpSpPr>
        <p:grpSpPr>
          <a:xfrm rot="10800000" flipV="1">
            <a:off x="5380522" y="1080697"/>
            <a:ext cx="1427781" cy="45707"/>
            <a:chOff x="3965945" y="1385354"/>
            <a:chExt cx="4572000" cy="79107"/>
          </a:xfrm>
        </p:grpSpPr>
        <p:sp>
          <p:nvSpPr>
            <p:cNvPr id="363" name="Rectangle 362"/>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64" name="Rectangle 363"/>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65" name="Rectangle 364"/>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66" name="Rectangle 365"/>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67" name="Rectangle 366"/>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cSld>
  <p:clrMapOvr>
    <a:masterClrMapping/>
  </p:clrMapOvr>
  <p:transition spd="slow" advClick="0" advTm="3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362"/>
                                        </p:tgtEl>
                                        <p:attrNameLst>
                                          <p:attrName>style.visibility</p:attrName>
                                        </p:attrNameLst>
                                      </p:cBhvr>
                                      <p:to>
                                        <p:strVal val="visible"/>
                                      </p:to>
                                    </p:set>
                                    <p:anim calcmode="lin" valueType="num">
                                      <p:cBhvr>
                                        <p:cTn id="7" dur="500" fill="hold"/>
                                        <p:tgtEl>
                                          <p:spTgt spid="362"/>
                                        </p:tgtEl>
                                        <p:attrNameLst>
                                          <p:attrName>ppt_w</p:attrName>
                                        </p:attrNameLst>
                                      </p:cBhvr>
                                      <p:tavLst>
                                        <p:tav tm="0">
                                          <p:val>
                                            <p:fltVal val="0"/>
                                          </p:val>
                                        </p:tav>
                                        <p:tav tm="100000">
                                          <p:val>
                                            <p:strVal val="#ppt_w"/>
                                          </p:val>
                                        </p:tav>
                                      </p:tavLst>
                                    </p:anim>
                                    <p:anim calcmode="lin" valueType="num">
                                      <p:cBhvr>
                                        <p:cTn id="8" dur="500" fill="hold"/>
                                        <p:tgtEl>
                                          <p:spTgt spid="362"/>
                                        </p:tgtEl>
                                        <p:attrNameLst>
                                          <p:attrName>ppt_h</p:attrName>
                                        </p:attrNameLst>
                                      </p:cBhvr>
                                      <p:tavLst>
                                        <p:tav tm="0">
                                          <p:val>
                                            <p:fltVal val="0"/>
                                          </p:val>
                                        </p:tav>
                                        <p:tav tm="100000">
                                          <p:val>
                                            <p:strVal val="#ppt_h"/>
                                          </p:val>
                                        </p:tav>
                                      </p:tavLst>
                                    </p:anim>
                                    <p:anim calcmode="lin" valueType="num">
                                      <p:cBhvr>
                                        <p:cTn id="9" dur="500" fill="hold"/>
                                        <p:tgtEl>
                                          <p:spTgt spid="362"/>
                                        </p:tgtEl>
                                        <p:attrNameLst>
                                          <p:attrName>style.rotation</p:attrName>
                                        </p:attrNameLst>
                                      </p:cBhvr>
                                      <p:tavLst>
                                        <p:tav tm="0">
                                          <p:val>
                                            <p:fltVal val="360"/>
                                          </p:val>
                                        </p:tav>
                                        <p:tav tm="100000">
                                          <p:val>
                                            <p:fltVal val="0"/>
                                          </p:val>
                                        </p:tav>
                                      </p:tavLst>
                                    </p:anim>
                                    <p:animEffect transition="in" filter="fade">
                                      <p:cBhvr>
                                        <p:cTn id="10" dur="500"/>
                                        <p:tgtEl>
                                          <p:spTgt spid="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a:grpSpLocks noChangeAspect="1"/>
          </p:cNvGrpSpPr>
          <p:nvPr/>
        </p:nvGrpSpPr>
        <p:grpSpPr bwMode="auto">
          <a:xfrm>
            <a:off x="1487807" y="2120922"/>
            <a:ext cx="711015" cy="711015"/>
            <a:chOff x="6560456" y="2515733"/>
            <a:chExt cx="359999" cy="359998"/>
          </a:xfrm>
        </p:grpSpPr>
        <p:sp>
          <p:nvSpPr>
            <p:cNvPr id="17" name="Oval 16"/>
            <p:cNvSpPr/>
            <p:nvPr/>
          </p:nvSpPr>
          <p:spPr>
            <a:xfrm>
              <a:off x="6560456" y="2515733"/>
              <a:ext cx="359999" cy="359998"/>
            </a:xfrm>
            <a:prstGeom prst="ellipse">
              <a:avLst/>
            </a:prstGeom>
            <a:solidFill>
              <a:schemeClr val="accent6"/>
            </a:solidFill>
            <a:ln>
              <a:noFill/>
            </a:ln>
          </p:spPr>
          <p:style>
            <a:lnRef idx="2">
              <a:schemeClr val="accent3">
                <a:hueOff val="552171"/>
                <a:satOff val="28263"/>
                <a:lumOff val="11872"/>
                <a:alphaOff val="0"/>
              </a:schemeClr>
            </a:lnRef>
            <a:fillRef idx="1">
              <a:schemeClr val="accent3">
                <a:hueOff val="552171"/>
                <a:satOff val="28263"/>
                <a:lumOff val="11872"/>
                <a:alphaOff val="0"/>
              </a:schemeClr>
            </a:fillRef>
            <a:effectRef idx="0">
              <a:schemeClr val="accent3">
                <a:hueOff val="552171"/>
                <a:satOff val="28263"/>
                <a:lumOff val="11872"/>
                <a:alphaOff val="0"/>
              </a:schemeClr>
            </a:effectRef>
            <a:fontRef idx="minor">
              <a:schemeClr val="lt1"/>
            </a:fontRef>
          </p:style>
        </p:sp>
        <p:grpSp>
          <p:nvGrpSpPr>
            <p:cNvPr id="18" name="Group 17"/>
            <p:cNvGrpSpPr>
              <a:grpSpLocks noChangeAspect="1"/>
            </p:cNvGrpSpPr>
            <p:nvPr/>
          </p:nvGrpSpPr>
          <p:grpSpPr>
            <a:xfrm>
              <a:off x="6653303" y="2610240"/>
              <a:ext cx="174299" cy="177740"/>
              <a:chOff x="7160655" y="2178006"/>
              <a:chExt cx="379359" cy="386846"/>
            </a:xfrm>
            <a:solidFill>
              <a:schemeClr val="bg1">
                <a:lumMod val="95000"/>
              </a:schemeClr>
            </a:solidFill>
          </p:grpSpPr>
          <p:sp>
            <p:nvSpPr>
              <p:cNvPr id="19" name="Freeform 36"/>
              <p:cNvSpPr>
                <a:spLocks noEditPoints="1"/>
              </p:cNvSpPr>
              <p:nvPr/>
            </p:nvSpPr>
            <p:spPr bwMode="auto">
              <a:xfrm>
                <a:off x="7277956" y="2178006"/>
                <a:ext cx="262058" cy="262058"/>
              </a:xfrm>
              <a:custGeom>
                <a:avLst/>
                <a:gdLst>
                  <a:gd name="T0" fmla="*/ 65 w 79"/>
                  <a:gd name="T1" fmla="*/ 14 h 79"/>
                  <a:gd name="T2" fmla="*/ 14 w 79"/>
                  <a:gd name="T3" fmla="*/ 14 h 79"/>
                  <a:gd name="T4" fmla="*/ 11 w 79"/>
                  <a:gd name="T5" fmla="*/ 63 h 79"/>
                  <a:gd name="T6" fmla="*/ 11 w 79"/>
                  <a:gd name="T7" fmla="*/ 63 h 79"/>
                  <a:gd name="T8" fmla="*/ 17 w 79"/>
                  <a:gd name="T9" fmla="*/ 68 h 79"/>
                  <a:gd name="T10" fmla="*/ 64 w 79"/>
                  <a:gd name="T11" fmla="*/ 65 h 79"/>
                  <a:gd name="T12" fmla="*/ 65 w 79"/>
                  <a:gd name="T13" fmla="*/ 14 h 79"/>
                  <a:gd name="T14" fmla="*/ 58 w 79"/>
                  <a:gd name="T15" fmla="*/ 59 h 79"/>
                  <a:gd name="T16" fmla="*/ 20 w 79"/>
                  <a:gd name="T17" fmla="*/ 59 h 79"/>
                  <a:gd name="T18" fmla="*/ 20 w 79"/>
                  <a:gd name="T19" fmla="*/ 21 h 79"/>
                  <a:gd name="T20" fmla="*/ 58 w 79"/>
                  <a:gd name="T21" fmla="*/ 21 h 79"/>
                  <a:gd name="T22" fmla="*/ 58 w 79"/>
                  <a:gd name="T23" fmla="*/ 5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9" h="79">
                    <a:moveTo>
                      <a:pt x="65" y="14"/>
                    </a:moveTo>
                    <a:cubicBezTo>
                      <a:pt x="51" y="0"/>
                      <a:pt x="28" y="0"/>
                      <a:pt x="14" y="14"/>
                    </a:cubicBezTo>
                    <a:cubicBezTo>
                      <a:pt x="0" y="28"/>
                      <a:pt x="0" y="49"/>
                      <a:pt x="11" y="63"/>
                    </a:cubicBezTo>
                    <a:cubicBezTo>
                      <a:pt x="11" y="63"/>
                      <a:pt x="11" y="63"/>
                      <a:pt x="11" y="63"/>
                    </a:cubicBezTo>
                    <a:cubicBezTo>
                      <a:pt x="14" y="66"/>
                      <a:pt x="15" y="67"/>
                      <a:pt x="17" y="68"/>
                    </a:cubicBezTo>
                    <a:cubicBezTo>
                      <a:pt x="31" y="79"/>
                      <a:pt x="51" y="78"/>
                      <a:pt x="64" y="65"/>
                    </a:cubicBezTo>
                    <a:cubicBezTo>
                      <a:pt x="78" y="51"/>
                      <a:pt x="79" y="29"/>
                      <a:pt x="65" y="14"/>
                    </a:cubicBezTo>
                    <a:close/>
                    <a:moveTo>
                      <a:pt x="58" y="59"/>
                    </a:moveTo>
                    <a:cubicBezTo>
                      <a:pt x="47" y="69"/>
                      <a:pt x="30" y="69"/>
                      <a:pt x="20" y="59"/>
                    </a:cubicBezTo>
                    <a:cubicBezTo>
                      <a:pt x="9" y="48"/>
                      <a:pt x="9" y="31"/>
                      <a:pt x="20" y="21"/>
                    </a:cubicBezTo>
                    <a:cubicBezTo>
                      <a:pt x="31" y="10"/>
                      <a:pt x="48" y="10"/>
                      <a:pt x="58" y="21"/>
                    </a:cubicBezTo>
                    <a:cubicBezTo>
                      <a:pt x="69" y="31"/>
                      <a:pt x="69" y="48"/>
                      <a:pt x="58" y="5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sz="2299"/>
              </a:p>
            </p:txBody>
          </p:sp>
          <p:sp>
            <p:nvSpPr>
              <p:cNvPr id="20" name="Freeform 37"/>
              <p:cNvSpPr>
                <a:spLocks/>
              </p:cNvSpPr>
              <p:nvPr/>
            </p:nvSpPr>
            <p:spPr bwMode="auto">
              <a:xfrm>
                <a:off x="7160655" y="2400130"/>
                <a:ext cx="159730" cy="164722"/>
              </a:xfrm>
              <a:custGeom>
                <a:avLst/>
                <a:gdLst>
                  <a:gd name="T0" fmla="*/ 0 w 64"/>
                  <a:gd name="T1" fmla="*/ 52 h 66"/>
                  <a:gd name="T2" fmla="*/ 12 w 64"/>
                  <a:gd name="T3" fmla="*/ 66 h 66"/>
                  <a:gd name="T4" fmla="*/ 64 w 64"/>
                  <a:gd name="T5" fmla="*/ 8 h 66"/>
                  <a:gd name="T6" fmla="*/ 55 w 64"/>
                  <a:gd name="T7" fmla="*/ 0 h 66"/>
                  <a:gd name="T8" fmla="*/ 0 w 64"/>
                  <a:gd name="T9" fmla="*/ 52 h 66"/>
                </a:gdLst>
                <a:ahLst/>
                <a:cxnLst>
                  <a:cxn ang="0">
                    <a:pos x="T0" y="T1"/>
                  </a:cxn>
                  <a:cxn ang="0">
                    <a:pos x="T2" y="T3"/>
                  </a:cxn>
                  <a:cxn ang="0">
                    <a:pos x="T4" y="T5"/>
                  </a:cxn>
                  <a:cxn ang="0">
                    <a:pos x="T6" y="T7"/>
                  </a:cxn>
                  <a:cxn ang="0">
                    <a:pos x="T8" y="T9"/>
                  </a:cxn>
                </a:cxnLst>
                <a:rect l="0" t="0" r="r" b="b"/>
                <a:pathLst>
                  <a:path w="64" h="66">
                    <a:moveTo>
                      <a:pt x="0" y="52"/>
                    </a:moveTo>
                    <a:lnTo>
                      <a:pt x="12" y="66"/>
                    </a:lnTo>
                    <a:lnTo>
                      <a:pt x="64" y="8"/>
                    </a:lnTo>
                    <a:lnTo>
                      <a:pt x="55" y="0"/>
                    </a:lnTo>
                    <a:lnTo>
                      <a:pt x="0" y="5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sz="2299"/>
              </a:p>
            </p:txBody>
          </p:sp>
          <p:sp>
            <p:nvSpPr>
              <p:cNvPr id="21" name="Freeform 38"/>
              <p:cNvSpPr>
                <a:spLocks/>
              </p:cNvSpPr>
              <p:nvPr/>
            </p:nvSpPr>
            <p:spPr bwMode="auto">
              <a:xfrm>
                <a:off x="7412728" y="2265358"/>
                <a:ext cx="99831" cy="119797"/>
              </a:xfrm>
              <a:custGeom>
                <a:avLst/>
                <a:gdLst>
                  <a:gd name="T0" fmla="*/ 16 w 30"/>
                  <a:gd name="T1" fmla="*/ 0 h 36"/>
                  <a:gd name="T2" fmla="*/ 0 w 30"/>
                  <a:gd name="T3" fmla="*/ 34 h 36"/>
                  <a:gd name="T4" fmla="*/ 6 w 30"/>
                  <a:gd name="T5" fmla="*/ 36 h 36"/>
                  <a:gd name="T6" fmla="*/ 16 w 30"/>
                  <a:gd name="T7" fmla="*/ 0 h 36"/>
                </a:gdLst>
                <a:ahLst/>
                <a:cxnLst>
                  <a:cxn ang="0">
                    <a:pos x="T0" y="T1"/>
                  </a:cxn>
                  <a:cxn ang="0">
                    <a:pos x="T2" y="T3"/>
                  </a:cxn>
                  <a:cxn ang="0">
                    <a:pos x="T4" y="T5"/>
                  </a:cxn>
                  <a:cxn ang="0">
                    <a:pos x="T6" y="T7"/>
                  </a:cxn>
                </a:cxnLst>
                <a:rect l="0" t="0" r="r" b="b"/>
                <a:pathLst>
                  <a:path w="30" h="36">
                    <a:moveTo>
                      <a:pt x="16" y="0"/>
                    </a:moveTo>
                    <a:cubicBezTo>
                      <a:pt x="20" y="26"/>
                      <a:pt x="0" y="34"/>
                      <a:pt x="0" y="34"/>
                    </a:cubicBezTo>
                    <a:cubicBezTo>
                      <a:pt x="6" y="36"/>
                      <a:pt x="6" y="36"/>
                      <a:pt x="6" y="36"/>
                    </a:cubicBezTo>
                    <a:cubicBezTo>
                      <a:pt x="30" y="21"/>
                      <a:pt x="16" y="0"/>
                      <a:pt x="16"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sz="2299"/>
              </a:p>
            </p:txBody>
          </p:sp>
        </p:grpSp>
      </p:grpSp>
      <p:grpSp>
        <p:nvGrpSpPr>
          <p:cNvPr id="22" name="Group 21"/>
          <p:cNvGrpSpPr>
            <a:grpSpLocks noChangeAspect="1"/>
          </p:cNvGrpSpPr>
          <p:nvPr/>
        </p:nvGrpSpPr>
        <p:grpSpPr bwMode="auto">
          <a:xfrm>
            <a:off x="5584078" y="2106637"/>
            <a:ext cx="711015" cy="711015"/>
            <a:chOff x="6560455" y="4169941"/>
            <a:chExt cx="359999" cy="359998"/>
          </a:xfrm>
        </p:grpSpPr>
        <p:sp>
          <p:nvSpPr>
            <p:cNvPr id="23" name="Oval 22"/>
            <p:cNvSpPr/>
            <p:nvPr/>
          </p:nvSpPr>
          <p:spPr>
            <a:xfrm>
              <a:off x="6560455" y="4169941"/>
              <a:ext cx="359999" cy="359998"/>
            </a:xfrm>
            <a:prstGeom prst="ellipse">
              <a:avLst/>
            </a:prstGeom>
            <a:solidFill>
              <a:schemeClr val="accent4"/>
            </a:solidFill>
            <a:ln>
              <a:noFill/>
            </a:ln>
          </p:spPr>
          <p:style>
            <a:lnRef idx="2">
              <a:schemeClr val="accent3">
                <a:hueOff val="552171"/>
                <a:satOff val="28263"/>
                <a:lumOff val="11872"/>
                <a:alphaOff val="0"/>
              </a:schemeClr>
            </a:lnRef>
            <a:fillRef idx="1">
              <a:schemeClr val="accent3">
                <a:hueOff val="552171"/>
                <a:satOff val="28263"/>
                <a:lumOff val="11872"/>
                <a:alphaOff val="0"/>
              </a:schemeClr>
            </a:fillRef>
            <a:effectRef idx="0">
              <a:schemeClr val="accent3">
                <a:hueOff val="552171"/>
                <a:satOff val="28263"/>
                <a:lumOff val="11872"/>
                <a:alphaOff val="0"/>
              </a:schemeClr>
            </a:effectRef>
            <a:fontRef idx="minor">
              <a:schemeClr val="lt1"/>
            </a:fontRef>
          </p:style>
        </p:sp>
        <p:grpSp>
          <p:nvGrpSpPr>
            <p:cNvPr id="24" name="Group 23"/>
            <p:cNvGrpSpPr>
              <a:grpSpLocks noChangeAspect="1"/>
            </p:cNvGrpSpPr>
            <p:nvPr/>
          </p:nvGrpSpPr>
          <p:grpSpPr>
            <a:xfrm>
              <a:off x="6649416" y="4269792"/>
              <a:ext cx="182074" cy="160295"/>
              <a:chOff x="6040049" y="4182118"/>
              <a:chExt cx="521619" cy="459224"/>
            </a:xfrm>
            <a:solidFill>
              <a:schemeClr val="bg1">
                <a:lumMod val="95000"/>
              </a:schemeClr>
            </a:solidFill>
          </p:grpSpPr>
          <p:sp>
            <p:nvSpPr>
              <p:cNvPr id="25" name="Freeform 84"/>
              <p:cNvSpPr>
                <a:spLocks/>
              </p:cNvSpPr>
              <p:nvPr/>
            </p:nvSpPr>
            <p:spPr bwMode="auto">
              <a:xfrm>
                <a:off x="6087469" y="4202084"/>
                <a:ext cx="194671" cy="419291"/>
              </a:xfrm>
              <a:custGeom>
                <a:avLst/>
                <a:gdLst>
                  <a:gd name="T0" fmla="*/ 52 w 59"/>
                  <a:gd name="T1" fmla="*/ 5 h 126"/>
                  <a:gd name="T2" fmla="*/ 9 w 59"/>
                  <a:gd name="T3" fmla="*/ 38 h 126"/>
                  <a:gd name="T4" fmla="*/ 0 w 59"/>
                  <a:gd name="T5" fmla="*/ 39 h 126"/>
                  <a:gd name="T6" fmla="*/ 0 w 59"/>
                  <a:gd name="T7" fmla="*/ 86 h 126"/>
                  <a:gd name="T8" fmla="*/ 9 w 59"/>
                  <a:gd name="T9" fmla="*/ 88 h 126"/>
                  <a:gd name="T10" fmla="*/ 51 w 59"/>
                  <a:gd name="T11" fmla="*/ 119 h 126"/>
                  <a:gd name="T12" fmla="*/ 59 w 59"/>
                  <a:gd name="T13" fmla="*/ 119 h 126"/>
                  <a:gd name="T14" fmla="*/ 59 w 59"/>
                  <a:gd name="T15" fmla="*/ 5 h 126"/>
                  <a:gd name="T16" fmla="*/ 52 w 59"/>
                  <a:gd name="T17" fmla="*/ 5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126">
                    <a:moveTo>
                      <a:pt x="52" y="5"/>
                    </a:moveTo>
                    <a:cubicBezTo>
                      <a:pt x="9" y="38"/>
                      <a:pt x="9" y="38"/>
                      <a:pt x="9" y="38"/>
                    </a:cubicBezTo>
                    <a:cubicBezTo>
                      <a:pt x="9" y="38"/>
                      <a:pt x="5" y="38"/>
                      <a:pt x="0" y="39"/>
                    </a:cubicBezTo>
                    <a:cubicBezTo>
                      <a:pt x="0" y="86"/>
                      <a:pt x="0" y="86"/>
                      <a:pt x="0" y="86"/>
                    </a:cubicBezTo>
                    <a:cubicBezTo>
                      <a:pt x="5" y="87"/>
                      <a:pt x="9" y="88"/>
                      <a:pt x="9" y="88"/>
                    </a:cubicBezTo>
                    <a:cubicBezTo>
                      <a:pt x="51" y="119"/>
                      <a:pt x="51" y="119"/>
                      <a:pt x="51" y="119"/>
                    </a:cubicBezTo>
                    <a:cubicBezTo>
                      <a:pt x="51" y="119"/>
                      <a:pt x="59" y="126"/>
                      <a:pt x="59" y="119"/>
                    </a:cubicBezTo>
                    <a:cubicBezTo>
                      <a:pt x="59" y="112"/>
                      <a:pt x="59" y="11"/>
                      <a:pt x="59" y="5"/>
                    </a:cubicBezTo>
                    <a:cubicBezTo>
                      <a:pt x="59" y="0"/>
                      <a:pt x="52" y="5"/>
                      <a:pt x="52" y="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sz="2299"/>
              </a:p>
            </p:txBody>
          </p:sp>
          <p:sp>
            <p:nvSpPr>
              <p:cNvPr id="26" name="Freeform 85"/>
              <p:cNvSpPr>
                <a:spLocks/>
              </p:cNvSpPr>
              <p:nvPr/>
            </p:nvSpPr>
            <p:spPr bwMode="auto">
              <a:xfrm>
                <a:off x="6040049" y="4339353"/>
                <a:ext cx="27454" cy="147252"/>
              </a:xfrm>
              <a:custGeom>
                <a:avLst/>
                <a:gdLst>
                  <a:gd name="T0" fmla="*/ 0 w 8"/>
                  <a:gd name="T1" fmla="*/ 8 h 44"/>
                  <a:gd name="T2" fmla="*/ 0 w 8"/>
                  <a:gd name="T3" fmla="*/ 38 h 44"/>
                  <a:gd name="T4" fmla="*/ 8 w 8"/>
                  <a:gd name="T5" fmla="*/ 44 h 44"/>
                  <a:gd name="T6" fmla="*/ 8 w 8"/>
                  <a:gd name="T7" fmla="*/ 0 h 44"/>
                  <a:gd name="T8" fmla="*/ 0 w 8"/>
                  <a:gd name="T9" fmla="*/ 8 h 44"/>
                </a:gdLst>
                <a:ahLst/>
                <a:cxnLst>
                  <a:cxn ang="0">
                    <a:pos x="T0" y="T1"/>
                  </a:cxn>
                  <a:cxn ang="0">
                    <a:pos x="T2" y="T3"/>
                  </a:cxn>
                  <a:cxn ang="0">
                    <a:pos x="T4" y="T5"/>
                  </a:cxn>
                  <a:cxn ang="0">
                    <a:pos x="T6" y="T7"/>
                  </a:cxn>
                  <a:cxn ang="0">
                    <a:pos x="T8" y="T9"/>
                  </a:cxn>
                </a:cxnLst>
                <a:rect l="0" t="0" r="r" b="b"/>
                <a:pathLst>
                  <a:path w="8" h="44">
                    <a:moveTo>
                      <a:pt x="0" y="8"/>
                    </a:moveTo>
                    <a:cubicBezTo>
                      <a:pt x="0" y="16"/>
                      <a:pt x="0" y="32"/>
                      <a:pt x="0" y="38"/>
                    </a:cubicBezTo>
                    <a:cubicBezTo>
                      <a:pt x="0" y="40"/>
                      <a:pt x="4" y="42"/>
                      <a:pt x="8" y="44"/>
                    </a:cubicBezTo>
                    <a:cubicBezTo>
                      <a:pt x="8" y="0"/>
                      <a:pt x="8" y="0"/>
                      <a:pt x="8" y="0"/>
                    </a:cubicBezTo>
                    <a:cubicBezTo>
                      <a:pt x="4" y="2"/>
                      <a:pt x="0" y="4"/>
                      <a:pt x="0" y="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sz="2299"/>
              </a:p>
            </p:txBody>
          </p:sp>
          <p:sp>
            <p:nvSpPr>
              <p:cNvPr id="27" name="Freeform 86"/>
              <p:cNvSpPr>
                <a:spLocks/>
              </p:cNvSpPr>
              <p:nvPr/>
            </p:nvSpPr>
            <p:spPr bwMode="auto">
              <a:xfrm>
                <a:off x="6329559" y="4296924"/>
                <a:ext cx="77370" cy="229612"/>
              </a:xfrm>
              <a:custGeom>
                <a:avLst/>
                <a:gdLst>
                  <a:gd name="T0" fmla="*/ 10 w 23"/>
                  <a:gd name="T1" fmla="*/ 2 h 69"/>
                  <a:gd name="T2" fmla="*/ 2 w 23"/>
                  <a:gd name="T3" fmla="*/ 2 h 69"/>
                  <a:gd name="T4" fmla="*/ 2 w 23"/>
                  <a:gd name="T5" fmla="*/ 10 h 69"/>
                  <a:gd name="T6" fmla="*/ 12 w 23"/>
                  <a:gd name="T7" fmla="*/ 35 h 69"/>
                  <a:gd name="T8" fmla="*/ 2 w 23"/>
                  <a:gd name="T9" fmla="*/ 60 h 69"/>
                  <a:gd name="T10" fmla="*/ 2 w 23"/>
                  <a:gd name="T11" fmla="*/ 67 h 69"/>
                  <a:gd name="T12" fmla="*/ 6 w 23"/>
                  <a:gd name="T13" fmla="*/ 69 h 69"/>
                  <a:gd name="T14" fmla="*/ 10 w 23"/>
                  <a:gd name="T15" fmla="*/ 67 h 69"/>
                  <a:gd name="T16" fmla="*/ 23 w 23"/>
                  <a:gd name="T17" fmla="*/ 35 h 69"/>
                  <a:gd name="T18" fmla="*/ 10 w 23"/>
                  <a:gd name="T19" fmla="*/ 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69">
                    <a:moveTo>
                      <a:pt x="10" y="2"/>
                    </a:moveTo>
                    <a:cubicBezTo>
                      <a:pt x="7" y="0"/>
                      <a:pt x="4" y="0"/>
                      <a:pt x="2" y="2"/>
                    </a:cubicBezTo>
                    <a:cubicBezTo>
                      <a:pt x="0" y="4"/>
                      <a:pt x="0" y="8"/>
                      <a:pt x="2" y="10"/>
                    </a:cubicBezTo>
                    <a:cubicBezTo>
                      <a:pt x="9" y="17"/>
                      <a:pt x="12" y="26"/>
                      <a:pt x="12" y="35"/>
                    </a:cubicBezTo>
                    <a:cubicBezTo>
                      <a:pt x="12" y="44"/>
                      <a:pt x="9" y="53"/>
                      <a:pt x="2" y="60"/>
                    </a:cubicBezTo>
                    <a:cubicBezTo>
                      <a:pt x="0" y="62"/>
                      <a:pt x="0" y="65"/>
                      <a:pt x="2" y="67"/>
                    </a:cubicBezTo>
                    <a:cubicBezTo>
                      <a:pt x="3" y="68"/>
                      <a:pt x="4" y="69"/>
                      <a:pt x="6" y="69"/>
                    </a:cubicBezTo>
                    <a:cubicBezTo>
                      <a:pt x="7" y="69"/>
                      <a:pt x="9" y="68"/>
                      <a:pt x="10" y="67"/>
                    </a:cubicBezTo>
                    <a:cubicBezTo>
                      <a:pt x="19" y="58"/>
                      <a:pt x="23" y="47"/>
                      <a:pt x="23" y="35"/>
                    </a:cubicBezTo>
                    <a:cubicBezTo>
                      <a:pt x="23" y="23"/>
                      <a:pt x="19" y="11"/>
                      <a:pt x="10" y="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sz="2299"/>
              </a:p>
            </p:txBody>
          </p:sp>
          <p:sp>
            <p:nvSpPr>
              <p:cNvPr id="28" name="Freeform 87"/>
              <p:cNvSpPr>
                <a:spLocks/>
              </p:cNvSpPr>
              <p:nvPr/>
            </p:nvSpPr>
            <p:spPr bwMode="auto">
              <a:xfrm>
                <a:off x="6376980" y="4239521"/>
                <a:ext cx="102328" cy="341923"/>
              </a:xfrm>
              <a:custGeom>
                <a:avLst/>
                <a:gdLst>
                  <a:gd name="T0" fmla="*/ 10 w 31"/>
                  <a:gd name="T1" fmla="*/ 2 h 103"/>
                  <a:gd name="T2" fmla="*/ 3 w 31"/>
                  <a:gd name="T3" fmla="*/ 2 h 103"/>
                  <a:gd name="T4" fmla="*/ 3 w 31"/>
                  <a:gd name="T5" fmla="*/ 10 h 103"/>
                  <a:gd name="T6" fmla="*/ 20 w 31"/>
                  <a:gd name="T7" fmla="*/ 52 h 103"/>
                  <a:gd name="T8" fmla="*/ 3 w 31"/>
                  <a:gd name="T9" fmla="*/ 94 h 103"/>
                  <a:gd name="T10" fmla="*/ 3 w 31"/>
                  <a:gd name="T11" fmla="*/ 102 h 103"/>
                  <a:gd name="T12" fmla="*/ 6 w 31"/>
                  <a:gd name="T13" fmla="*/ 103 h 103"/>
                  <a:gd name="T14" fmla="*/ 10 w 31"/>
                  <a:gd name="T15" fmla="*/ 102 h 103"/>
                  <a:gd name="T16" fmla="*/ 31 w 31"/>
                  <a:gd name="T17" fmla="*/ 52 h 103"/>
                  <a:gd name="T18" fmla="*/ 10 w 31"/>
                  <a:gd name="T19" fmla="*/ 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103">
                    <a:moveTo>
                      <a:pt x="10" y="2"/>
                    </a:moveTo>
                    <a:cubicBezTo>
                      <a:pt x="8" y="0"/>
                      <a:pt x="5" y="0"/>
                      <a:pt x="3" y="2"/>
                    </a:cubicBezTo>
                    <a:cubicBezTo>
                      <a:pt x="0" y="4"/>
                      <a:pt x="0" y="8"/>
                      <a:pt x="3" y="10"/>
                    </a:cubicBezTo>
                    <a:cubicBezTo>
                      <a:pt x="14" y="21"/>
                      <a:pt x="20" y="37"/>
                      <a:pt x="20" y="52"/>
                    </a:cubicBezTo>
                    <a:cubicBezTo>
                      <a:pt x="20" y="67"/>
                      <a:pt x="14" y="82"/>
                      <a:pt x="3" y="94"/>
                    </a:cubicBezTo>
                    <a:cubicBezTo>
                      <a:pt x="0" y="96"/>
                      <a:pt x="0" y="100"/>
                      <a:pt x="3" y="102"/>
                    </a:cubicBezTo>
                    <a:cubicBezTo>
                      <a:pt x="4" y="103"/>
                      <a:pt x="5" y="103"/>
                      <a:pt x="6" y="103"/>
                    </a:cubicBezTo>
                    <a:cubicBezTo>
                      <a:pt x="8" y="103"/>
                      <a:pt x="9" y="103"/>
                      <a:pt x="10" y="102"/>
                    </a:cubicBezTo>
                    <a:cubicBezTo>
                      <a:pt x="24" y="88"/>
                      <a:pt x="31" y="70"/>
                      <a:pt x="31" y="52"/>
                    </a:cubicBezTo>
                    <a:cubicBezTo>
                      <a:pt x="31" y="34"/>
                      <a:pt x="24" y="16"/>
                      <a:pt x="10" y="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sz="2299"/>
              </a:p>
            </p:txBody>
          </p:sp>
          <p:sp>
            <p:nvSpPr>
              <p:cNvPr id="42" name="Freeform 88"/>
              <p:cNvSpPr>
                <a:spLocks/>
              </p:cNvSpPr>
              <p:nvPr/>
            </p:nvSpPr>
            <p:spPr bwMode="auto">
              <a:xfrm>
                <a:off x="6436879" y="4182118"/>
                <a:ext cx="124789" cy="459224"/>
              </a:xfrm>
              <a:custGeom>
                <a:avLst/>
                <a:gdLst>
                  <a:gd name="T0" fmla="*/ 10 w 38"/>
                  <a:gd name="T1" fmla="*/ 2 h 138"/>
                  <a:gd name="T2" fmla="*/ 2 w 38"/>
                  <a:gd name="T3" fmla="*/ 2 h 138"/>
                  <a:gd name="T4" fmla="*/ 2 w 38"/>
                  <a:gd name="T5" fmla="*/ 9 h 138"/>
                  <a:gd name="T6" fmla="*/ 27 w 38"/>
                  <a:gd name="T7" fmla="*/ 69 h 138"/>
                  <a:gd name="T8" fmla="*/ 2 w 38"/>
                  <a:gd name="T9" fmla="*/ 128 h 138"/>
                  <a:gd name="T10" fmla="*/ 2 w 38"/>
                  <a:gd name="T11" fmla="*/ 136 h 138"/>
                  <a:gd name="T12" fmla="*/ 6 w 38"/>
                  <a:gd name="T13" fmla="*/ 138 h 138"/>
                  <a:gd name="T14" fmla="*/ 10 w 38"/>
                  <a:gd name="T15" fmla="*/ 136 h 138"/>
                  <a:gd name="T16" fmla="*/ 38 w 38"/>
                  <a:gd name="T17" fmla="*/ 69 h 138"/>
                  <a:gd name="T18" fmla="*/ 10 w 38"/>
                  <a:gd name="T19" fmla="*/ 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138">
                    <a:moveTo>
                      <a:pt x="10" y="2"/>
                    </a:moveTo>
                    <a:cubicBezTo>
                      <a:pt x="8" y="0"/>
                      <a:pt x="5" y="0"/>
                      <a:pt x="2" y="2"/>
                    </a:cubicBezTo>
                    <a:cubicBezTo>
                      <a:pt x="0" y="4"/>
                      <a:pt x="0" y="7"/>
                      <a:pt x="2" y="9"/>
                    </a:cubicBezTo>
                    <a:cubicBezTo>
                      <a:pt x="19" y="26"/>
                      <a:pt x="27" y="47"/>
                      <a:pt x="27" y="69"/>
                    </a:cubicBezTo>
                    <a:cubicBezTo>
                      <a:pt x="27" y="90"/>
                      <a:pt x="19" y="112"/>
                      <a:pt x="2" y="128"/>
                    </a:cubicBezTo>
                    <a:cubicBezTo>
                      <a:pt x="0" y="130"/>
                      <a:pt x="0" y="134"/>
                      <a:pt x="2" y="136"/>
                    </a:cubicBezTo>
                    <a:cubicBezTo>
                      <a:pt x="4" y="137"/>
                      <a:pt x="5" y="138"/>
                      <a:pt x="6" y="138"/>
                    </a:cubicBezTo>
                    <a:cubicBezTo>
                      <a:pt x="8" y="138"/>
                      <a:pt x="9" y="137"/>
                      <a:pt x="10" y="136"/>
                    </a:cubicBezTo>
                    <a:cubicBezTo>
                      <a:pt x="29" y="117"/>
                      <a:pt x="38" y="93"/>
                      <a:pt x="38" y="69"/>
                    </a:cubicBezTo>
                    <a:cubicBezTo>
                      <a:pt x="38" y="45"/>
                      <a:pt x="29" y="20"/>
                      <a:pt x="10" y="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en-US" sz="2299"/>
              </a:p>
            </p:txBody>
          </p:sp>
        </p:grpSp>
      </p:grpSp>
      <p:sp>
        <p:nvSpPr>
          <p:cNvPr id="44" name="Oval 43"/>
          <p:cNvSpPr/>
          <p:nvPr/>
        </p:nvSpPr>
        <p:spPr bwMode="auto">
          <a:xfrm>
            <a:off x="7617135" y="2120922"/>
            <a:ext cx="711015" cy="711015"/>
          </a:xfrm>
          <a:prstGeom prst="ellipse">
            <a:avLst/>
          </a:prstGeom>
          <a:solidFill>
            <a:schemeClr val="accent5"/>
          </a:solidFill>
          <a:ln>
            <a:noFill/>
          </a:ln>
        </p:spPr>
        <p:style>
          <a:lnRef idx="2">
            <a:schemeClr val="accent3">
              <a:hueOff val="552171"/>
              <a:satOff val="28263"/>
              <a:lumOff val="11872"/>
              <a:alphaOff val="0"/>
            </a:schemeClr>
          </a:lnRef>
          <a:fillRef idx="1">
            <a:schemeClr val="accent3">
              <a:hueOff val="552171"/>
              <a:satOff val="28263"/>
              <a:lumOff val="11872"/>
              <a:alphaOff val="0"/>
            </a:schemeClr>
          </a:fillRef>
          <a:effectRef idx="0">
            <a:schemeClr val="accent3">
              <a:hueOff val="552171"/>
              <a:satOff val="28263"/>
              <a:lumOff val="11872"/>
              <a:alphaOff val="0"/>
            </a:schemeClr>
          </a:effectRef>
          <a:fontRef idx="minor">
            <a:schemeClr val="lt1"/>
          </a:fontRef>
        </p:style>
      </p:sp>
      <p:sp>
        <p:nvSpPr>
          <p:cNvPr id="45" name="Freeform 16"/>
          <p:cNvSpPr>
            <a:spLocks noChangeAspect="1" noEditPoints="1"/>
          </p:cNvSpPr>
          <p:nvPr/>
        </p:nvSpPr>
        <p:spPr bwMode="auto">
          <a:xfrm>
            <a:off x="7782057" y="2241880"/>
            <a:ext cx="355358" cy="411765"/>
          </a:xfrm>
          <a:custGeom>
            <a:avLst/>
            <a:gdLst>
              <a:gd name="T0" fmla="*/ 131007 w 320"/>
              <a:gd name="T1" fmla="*/ 77549 h 371"/>
              <a:gd name="T2" fmla="*/ 146751 w 320"/>
              <a:gd name="T3" fmla="*/ 6743 h 371"/>
              <a:gd name="T4" fmla="*/ 94460 w 320"/>
              <a:gd name="T5" fmla="*/ 58443 h 371"/>
              <a:gd name="T6" fmla="*/ 44981 w 320"/>
              <a:gd name="T7" fmla="*/ 102275 h 371"/>
              <a:gd name="T8" fmla="*/ 44981 w 320"/>
              <a:gd name="T9" fmla="*/ 179262 h 371"/>
              <a:gd name="T10" fmla="*/ 142252 w 320"/>
              <a:gd name="T11" fmla="*/ 208483 h 371"/>
              <a:gd name="T12" fmla="*/ 179924 w 320"/>
              <a:gd name="T13" fmla="*/ 96655 h 371"/>
              <a:gd name="T14" fmla="*/ 131007 w 320"/>
              <a:gd name="T15" fmla="*/ 77549 h 371"/>
              <a:gd name="T16" fmla="*/ 33736 w 320"/>
              <a:gd name="T17" fmla="*/ 78673 h 371"/>
              <a:gd name="T18" fmla="*/ 0 w 320"/>
              <a:gd name="T19" fmla="*/ 113514 h 371"/>
              <a:gd name="T20" fmla="*/ 0 w 320"/>
              <a:gd name="T21" fmla="*/ 168023 h 371"/>
              <a:gd name="T22" fmla="*/ 33736 w 320"/>
              <a:gd name="T23" fmla="*/ 202302 h 371"/>
              <a:gd name="T24" fmla="*/ 22491 w 320"/>
              <a:gd name="T25" fmla="*/ 177014 h 371"/>
              <a:gd name="T26" fmla="*/ 22491 w 320"/>
              <a:gd name="T27" fmla="*/ 105084 h 371"/>
              <a:gd name="T28" fmla="*/ 33736 w 320"/>
              <a:gd name="T29" fmla="*/ 78673 h 37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320" h="371">
                <a:moveTo>
                  <a:pt x="233" y="138"/>
                </a:moveTo>
                <a:cubicBezTo>
                  <a:pt x="230" y="131"/>
                  <a:pt x="304" y="65"/>
                  <a:pt x="261" y="12"/>
                </a:cubicBezTo>
                <a:cubicBezTo>
                  <a:pt x="251" y="0"/>
                  <a:pt x="217" y="72"/>
                  <a:pt x="168" y="104"/>
                </a:cubicBezTo>
                <a:cubicBezTo>
                  <a:pt x="142" y="122"/>
                  <a:pt x="80" y="161"/>
                  <a:pt x="80" y="182"/>
                </a:cubicBezTo>
                <a:cubicBezTo>
                  <a:pt x="80" y="319"/>
                  <a:pt x="80" y="319"/>
                  <a:pt x="80" y="319"/>
                </a:cubicBezTo>
                <a:cubicBezTo>
                  <a:pt x="80" y="344"/>
                  <a:pt x="178" y="371"/>
                  <a:pt x="253" y="371"/>
                </a:cubicBezTo>
                <a:cubicBezTo>
                  <a:pt x="280" y="371"/>
                  <a:pt x="320" y="199"/>
                  <a:pt x="320" y="172"/>
                </a:cubicBezTo>
                <a:cubicBezTo>
                  <a:pt x="320" y="145"/>
                  <a:pt x="235" y="145"/>
                  <a:pt x="233" y="138"/>
                </a:cubicBezTo>
                <a:close/>
                <a:moveTo>
                  <a:pt x="60" y="140"/>
                </a:moveTo>
                <a:cubicBezTo>
                  <a:pt x="47" y="140"/>
                  <a:pt x="0" y="148"/>
                  <a:pt x="0" y="202"/>
                </a:cubicBezTo>
                <a:cubicBezTo>
                  <a:pt x="0" y="299"/>
                  <a:pt x="0" y="299"/>
                  <a:pt x="0" y="299"/>
                </a:cubicBezTo>
                <a:cubicBezTo>
                  <a:pt x="0" y="354"/>
                  <a:pt x="47" y="360"/>
                  <a:pt x="60" y="360"/>
                </a:cubicBezTo>
                <a:cubicBezTo>
                  <a:pt x="73" y="360"/>
                  <a:pt x="40" y="348"/>
                  <a:pt x="40" y="315"/>
                </a:cubicBezTo>
                <a:cubicBezTo>
                  <a:pt x="40" y="187"/>
                  <a:pt x="40" y="187"/>
                  <a:pt x="40" y="187"/>
                </a:cubicBezTo>
                <a:cubicBezTo>
                  <a:pt x="40" y="152"/>
                  <a:pt x="73" y="140"/>
                  <a:pt x="60" y="14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d-ID" sz="2299"/>
          </a:p>
        </p:txBody>
      </p:sp>
      <p:grpSp>
        <p:nvGrpSpPr>
          <p:cNvPr id="46" name="Group 45"/>
          <p:cNvGrpSpPr>
            <a:grpSpLocks noChangeAspect="1"/>
          </p:cNvGrpSpPr>
          <p:nvPr/>
        </p:nvGrpSpPr>
        <p:grpSpPr bwMode="auto">
          <a:xfrm>
            <a:off x="3565304" y="2106637"/>
            <a:ext cx="711015" cy="711015"/>
            <a:chOff x="6560456" y="3342837"/>
            <a:chExt cx="359999" cy="359998"/>
          </a:xfrm>
        </p:grpSpPr>
        <p:sp>
          <p:nvSpPr>
            <p:cNvPr id="47" name="Oval 46"/>
            <p:cNvSpPr/>
            <p:nvPr/>
          </p:nvSpPr>
          <p:spPr>
            <a:xfrm>
              <a:off x="6560456" y="3342837"/>
              <a:ext cx="359999" cy="359998"/>
            </a:xfrm>
            <a:prstGeom prst="ellipse">
              <a:avLst/>
            </a:prstGeom>
            <a:solidFill>
              <a:schemeClr val="accent1"/>
            </a:solidFill>
            <a:ln>
              <a:noFill/>
            </a:ln>
          </p:spPr>
          <p:style>
            <a:lnRef idx="2">
              <a:schemeClr val="accent3">
                <a:hueOff val="552171"/>
                <a:satOff val="28263"/>
                <a:lumOff val="11872"/>
                <a:alphaOff val="0"/>
              </a:schemeClr>
            </a:lnRef>
            <a:fillRef idx="1">
              <a:schemeClr val="accent3">
                <a:hueOff val="552171"/>
                <a:satOff val="28263"/>
                <a:lumOff val="11872"/>
                <a:alphaOff val="0"/>
              </a:schemeClr>
            </a:fillRef>
            <a:effectRef idx="0">
              <a:schemeClr val="accent3">
                <a:hueOff val="552171"/>
                <a:satOff val="28263"/>
                <a:lumOff val="11872"/>
                <a:alphaOff val="0"/>
              </a:schemeClr>
            </a:effectRef>
            <a:fontRef idx="minor">
              <a:schemeClr val="lt1"/>
            </a:fontRef>
          </p:style>
        </p:sp>
        <p:sp>
          <p:nvSpPr>
            <p:cNvPr id="48" name="Freeform 6"/>
            <p:cNvSpPr>
              <a:spLocks noEditPoints="1"/>
            </p:cNvSpPr>
            <p:nvPr/>
          </p:nvSpPr>
          <p:spPr bwMode="auto">
            <a:xfrm>
              <a:off x="6664380" y="3422532"/>
              <a:ext cx="167110" cy="146795"/>
            </a:xfrm>
            <a:custGeom>
              <a:avLst/>
              <a:gdLst>
                <a:gd name="T0" fmla="*/ 167110 w 400"/>
                <a:gd name="T1" fmla="*/ 146795 h 352"/>
                <a:gd name="T2" fmla="*/ 164603 w 400"/>
                <a:gd name="T3" fmla="*/ 111764 h 352"/>
                <a:gd name="T4" fmla="*/ 142879 w 400"/>
                <a:gd name="T5" fmla="*/ 98419 h 352"/>
                <a:gd name="T6" fmla="*/ 126586 w 400"/>
                <a:gd name="T7" fmla="*/ 79653 h 352"/>
                <a:gd name="T8" fmla="*/ 132017 w 400"/>
                <a:gd name="T9" fmla="*/ 65474 h 352"/>
                <a:gd name="T10" fmla="*/ 136612 w 400"/>
                <a:gd name="T11" fmla="*/ 55882 h 352"/>
                <a:gd name="T12" fmla="*/ 134524 w 400"/>
                <a:gd name="T13" fmla="*/ 50878 h 352"/>
                <a:gd name="T14" fmla="*/ 135777 w 400"/>
                <a:gd name="T15" fmla="*/ 40869 h 352"/>
                <a:gd name="T16" fmla="*/ 116141 w 400"/>
                <a:gd name="T17" fmla="*/ 21269 h 352"/>
                <a:gd name="T18" fmla="*/ 96088 w 400"/>
                <a:gd name="T19" fmla="*/ 40869 h 352"/>
                <a:gd name="T20" fmla="*/ 97342 w 400"/>
                <a:gd name="T21" fmla="*/ 50878 h 352"/>
                <a:gd name="T22" fmla="*/ 95670 w 400"/>
                <a:gd name="T23" fmla="*/ 55882 h 352"/>
                <a:gd name="T24" fmla="*/ 100266 w 400"/>
                <a:gd name="T25" fmla="*/ 65474 h 352"/>
                <a:gd name="T26" fmla="*/ 105697 w 400"/>
                <a:gd name="T27" fmla="*/ 79653 h 352"/>
                <a:gd name="T28" fmla="*/ 98595 w 400"/>
                <a:gd name="T29" fmla="*/ 93415 h 352"/>
                <a:gd name="T30" fmla="*/ 129510 w 400"/>
                <a:gd name="T31" fmla="*/ 121773 h 352"/>
                <a:gd name="T32" fmla="*/ 129510 w 400"/>
                <a:gd name="T33" fmla="*/ 146795 h 352"/>
                <a:gd name="T34" fmla="*/ 167110 w 400"/>
                <a:gd name="T35" fmla="*/ 146795 h 352"/>
                <a:gd name="T36" fmla="*/ 85226 w 400"/>
                <a:gd name="T37" fmla="*/ 103007 h 352"/>
                <a:gd name="T38" fmla="*/ 63502 w 400"/>
                <a:gd name="T39" fmla="*/ 77985 h 352"/>
                <a:gd name="T40" fmla="*/ 70604 w 400"/>
                <a:gd name="T41" fmla="*/ 59218 h 352"/>
                <a:gd name="T42" fmla="*/ 76871 w 400"/>
                <a:gd name="T43" fmla="*/ 46290 h 352"/>
                <a:gd name="T44" fmla="*/ 74782 w 400"/>
                <a:gd name="T45" fmla="*/ 39618 h 352"/>
                <a:gd name="T46" fmla="*/ 76453 w 400"/>
                <a:gd name="T47" fmla="*/ 26273 h 352"/>
                <a:gd name="T48" fmla="*/ 49715 w 400"/>
                <a:gd name="T49" fmla="*/ 0 h 352"/>
                <a:gd name="T50" fmla="*/ 22978 w 400"/>
                <a:gd name="T51" fmla="*/ 26273 h 352"/>
                <a:gd name="T52" fmla="*/ 24649 w 400"/>
                <a:gd name="T53" fmla="*/ 39618 h 352"/>
                <a:gd name="T54" fmla="*/ 22142 w 400"/>
                <a:gd name="T55" fmla="*/ 46290 h 352"/>
                <a:gd name="T56" fmla="*/ 28409 w 400"/>
                <a:gd name="T57" fmla="*/ 59218 h 352"/>
                <a:gd name="T58" fmla="*/ 35929 w 400"/>
                <a:gd name="T59" fmla="*/ 77985 h 352"/>
                <a:gd name="T60" fmla="*/ 13787 w 400"/>
                <a:gd name="T61" fmla="*/ 103007 h 352"/>
                <a:gd name="T62" fmla="*/ 0 w 400"/>
                <a:gd name="T63" fmla="*/ 116352 h 352"/>
                <a:gd name="T64" fmla="*/ 0 w 400"/>
                <a:gd name="T65" fmla="*/ 146795 h 352"/>
                <a:gd name="T66" fmla="*/ 116141 w 400"/>
                <a:gd name="T67" fmla="*/ 146795 h 352"/>
                <a:gd name="T68" fmla="*/ 116141 w 400"/>
                <a:gd name="T69" fmla="*/ 123858 h 352"/>
                <a:gd name="T70" fmla="*/ 85226 w 400"/>
                <a:gd name="T71" fmla="*/ 103007 h 35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00" h="352">
                  <a:moveTo>
                    <a:pt x="400" y="352"/>
                  </a:moveTo>
                  <a:cubicBezTo>
                    <a:pt x="400" y="352"/>
                    <a:pt x="399" y="276"/>
                    <a:pt x="394" y="268"/>
                  </a:cubicBezTo>
                  <a:cubicBezTo>
                    <a:pt x="387" y="257"/>
                    <a:pt x="371" y="249"/>
                    <a:pt x="342" y="236"/>
                  </a:cubicBezTo>
                  <a:cubicBezTo>
                    <a:pt x="312" y="224"/>
                    <a:pt x="303" y="213"/>
                    <a:pt x="303" y="191"/>
                  </a:cubicBezTo>
                  <a:cubicBezTo>
                    <a:pt x="303" y="177"/>
                    <a:pt x="312" y="182"/>
                    <a:pt x="316" y="157"/>
                  </a:cubicBezTo>
                  <a:cubicBezTo>
                    <a:pt x="317" y="147"/>
                    <a:pt x="325" y="157"/>
                    <a:pt x="327" y="134"/>
                  </a:cubicBezTo>
                  <a:cubicBezTo>
                    <a:pt x="327" y="124"/>
                    <a:pt x="322" y="122"/>
                    <a:pt x="322" y="122"/>
                  </a:cubicBezTo>
                  <a:cubicBezTo>
                    <a:pt x="322" y="122"/>
                    <a:pt x="325" y="108"/>
                    <a:pt x="325" y="98"/>
                  </a:cubicBezTo>
                  <a:cubicBezTo>
                    <a:pt x="327" y="85"/>
                    <a:pt x="319" y="51"/>
                    <a:pt x="278" y="51"/>
                  </a:cubicBezTo>
                  <a:cubicBezTo>
                    <a:pt x="236" y="51"/>
                    <a:pt x="229" y="85"/>
                    <a:pt x="230" y="98"/>
                  </a:cubicBezTo>
                  <a:cubicBezTo>
                    <a:pt x="231" y="108"/>
                    <a:pt x="233" y="122"/>
                    <a:pt x="233" y="122"/>
                  </a:cubicBezTo>
                  <a:cubicBezTo>
                    <a:pt x="233" y="122"/>
                    <a:pt x="229" y="124"/>
                    <a:pt x="229" y="134"/>
                  </a:cubicBezTo>
                  <a:cubicBezTo>
                    <a:pt x="230" y="157"/>
                    <a:pt x="238" y="147"/>
                    <a:pt x="240" y="157"/>
                  </a:cubicBezTo>
                  <a:cubicBezTo>
                    <a:pt x="244" y="182"/>
                    <a:pt x="253" y="177"/>
                    <a:pt x="253" y="191"/>
                  </a:cubicBezTo>
                  <a:cubicBezTo>
                    <a:pt x="253" y="206"/>
                    <a:pt x="248" y="216"/>
                    <a:pt x="236" y="224"/>
                  </a:cubicBezTo>
                  <a:cubicBezTo>
                    <a:pt x="301" y="257"/>
                    <a:pt x="310" y="263"/>
                    <a:pt x="310" y="292"/>
                  </a:cubicBezTo>
                  <a:cubicBezTo>
                    <a:pt x="310" y="352"/>
                    <a:pt x="310" y="352"/>
                    <a:pt x="310" y="352"/>
                  </a:cubicBezTo>
                  <a:lnTo>
                    <a:pt x="400" y="352"/>
                  </a:lnTo>
                  <a:close/>
                  <a:moveTo>
                    <a:pt x="204" y="247"/>
                  </a:moveTo>
                  <a:cubicBezTo>
                    <a:pt x="165" y="231"/>
                    <a:pt x="152" y="217"/>
                    <a:pt x="152" y="187"/>
                  </a:cubicBezTo>
                  <a:cubicBezTo>
                    <a:pt x="152" y="169"/>
                    <a:pt x="164" y="175"/>
                    <a:pt x="169" y="142"/>
                  </a:cubicBezTo>
                  <a:cubicBezTo>
                    <a:pt x="172" y="129"/>
                    <a:pt x="182" y="142"/>
                    <a:pt x="184" y="111"/>
                  </a:cubicBezTo>
                  <a:cubicBezTo>
                    <a:pt x="184" y="98"/>
                    <a:pt x="179" y="95"/>
                    <a:pt x="179" y="95"/>
                  </a:cubicBezTo>
                  <a:cubicBezTo>
                    <a:pt x="179" y="95"/>
                    <a:pt x="181" y="77"/>
                    <a:pt x="183" y="63"/>
                  </a:cubicBezTo>
                  <a:cubicBezTo>
                    <a:pt x="184" y="45"/>
                    <a:pt x="174" y="0"/>
                    <a:pt x="119" y="0"/>
                  </a:cubicBezTo>
                  <a:cubicBezTo>
                    <a:pt x="64" y="0"/>
                    <a:pt x="54" y="45"/>
                    <a:pt x="55" y="63"/>
                  </a:cubicBezTo>
                  <a:cubicBezTo>
                    <a:pt x="56" y="77"/>
                    <a:pt x="59" y="95"/>
                    <a:pt x="59" y="95"/>
                  </a:cubicBezTo>
                  <a:cubicBezTo>
                    <a:pt x="59" y="95"/>
                    <a:pt x="53" y="98"/>
                    <a:pt x="53" y="111"/>
                  </a:cubicBezTo>
                  <a:cubicBezTo>
                    <a:pt x="55" y="142"/>
                    <a:pt x="66" y="129"/>
                    <a:pt x="68" y="142"/>
                  </a:cubicBezTo>
                  <a:cubicBezTo>
                    <a:pt x="74" y="175"/>
                    <a:pt x="86" y="169"/>
                    <a:pt x="86" y="187"/>
                  </a:cubicBezTo>
                  <a:cubicBezTo>
                    <a:pt x="86" y="217"/>
                    <a:pt x="73" y="231"/>
                    <a:pt x="33" y="247"/>
                  </a:cubicBezTo>
                  <a:cubicBezTo>
                    <a:pt x="21" y="252"/>
                    <a:pt x="0" y="260"/>
                    <a:pt x="0" y="279"/>
                  </a:cubicBezTo>
                  <a:cubicBezTo>
                    <a:pt x="0" y="352"/>
                    <a:pt x="0" y="352"/>
                    <a:pt x="0" y="352"/>
                  </a:cubicBezTo>
                  <a:cubicBezTo>
                    <a:pt x="278" y="352"/>
                    <a:pt x="278" y="352"/>
                    <a:pt x="278" y="352"/>
                  </a:cubicBezTo>
                  <a:cubicBezTo>
                    <a:pt x="278" y="352"/>
                    <a:pt x="278" y="309"/>
                    <a:pt x="278" y="297"/>
                  </a:cubicBezTo>
                  <a:cubicBezTo>
                    <a:pt x="278" y="280"/>
                    <a:pt x="244" y="264"/>
                    <a:pt x="204" y="247"/>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id-ID" sz="2299"/>
            </a:p>
          </p:txBody>
        </p:sp>
      </p:grpSp>
      <p:sp>
        <p:nvSpPr>
          <p:cNvPr id="49" name="Content Placeholder 2"/>
          <p:cNvSpPr txBox="1">
            <a:spLocks/>
          </p:cNvSpPr>
          <p:nvPr/>
        </p:nvSpPr>
        <p:spPr>
          <a:xfrm>
            <a:off x="2327116" y="3265749"/>
            <a:ext cx="1527758" cy="904639"/>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fontAlgn="auto">
              <a:lnSpc>
                <a:spcPct val="80000"/>
              </a:lnSpc>
              <a:defRPr/>
            </a:pPr>
            <a:r>
              <a:rPr lang="id-ID" sz="14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Searching</a:t>
            </a:r>
          </a:p>
          <a:p>
            <a:pPr algn="l" fontAlgn="auto">
              <a:lnSpc>
                <a:spcPct val="80000"/>
              </a:lnSpc>
              <a:defRPr/>
            </a:pPr>
            <a:r>
              <a:rPr lang="en-US" sz="1100" dirty="0" err="1">
                <a:solidFill>
                  <a:schemeClr val="bg1">
                    <a:lumMod val="65000"/>
                  </a:schemeClr>
                </a:solidFill>
                <a:ea typeface="Roboto" panose="02000000000000000000" pitchFamily="2" charset="0"/>
                <a:cs typeface="Arial" panose="020B0604020202020204" pitchFamily="34" charset="0"/>
              </a:rPr>
              <a:t>Lorem</a:t>
            </a:r>
            <a:r>
              <a:rPr lang="en-US" sz="1100" dirty="0">
                <a:solidFill>
                  <a:schemeClr val="bg1">
                    <a:lumMod val="65000"/>
                  </a:schemeClr>
                </a:solidFill>
                <a:ea typeface="Roboto" panose="02000000000000000000" pitchFamily="2" charset="0"/>
                <a:cs typeface="Arial" panose="020B0604020202020204" pitchFamily="34" charset="0"/>
              </a:rPr>
              <a:t> Ipsum has been the industry's standard dummy text ever since the 1500s</a:t>
            </a:r>
            <a:endParaRPr lang="en-US" sz="1100" b="1" dirty="0">
              <a:solidFill>
                <a:schemeClr val="bg1">
                  <a:lumMod val="65000"/>
                </a:schemeClr>
              </a:solidFill>
              <a:ea typeface="Roboto" panose="02000000000000000000" pitchFamily="2" charset="0"/>
              <a:cs typeface="Arial" panose="020B0604020202020204" pitchFamily="34" charset="0"/>
            </a:endParaRPr>
          </a:p>
        </p:txBody>
      </p:sp>
      <p:sp>
        <p:nvSpPr>
          <p:cNvPr id="50" name="Content Placeholder 2"/>
          <p:cNvSpPr txBox="1">
            <a:spLocks/>
          </p:cNvSpPr>
          <p:nvPr/>
        </p:nvSpPr>
        <p:spPr>
          <a:xfrm>
            <a:off x="4388742" y="3265749"/>
            <a:ext cx="1526548" cy="904639"/>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lnSpc>
                <a:spcPct val="80000"/>
              </a:lnSpc>
              <a:defRPr/>
            </a:pPr>
            <a:r>
              <a:rPr lang="id-ID" sz="14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Community</a:t>
            </a:r>
          </a:p>
          <a:p>
            <a:pPr algn="l" fontAlgn="auto">
              <a:lnSpc>
                <a:spcPct val="80000"/>
              </a:lnSpc>
              <a:defRPr/>
            </a:pPr>
            <a:r>
              <a:rPr lang="en-US" sz="1100" dirty="0" err="1">
                <a:solidFill>
                  <a:schemeClr val="bg1">
                    <a:lumMod val="65000"/>
                  </a:schemeClr>
                </a:solidFill>
                <a:ea typeface="Roboto" panose="02000000000000000000" pitchFamily="2" charset="0"/>
                <a:cs typeface="Arial" panose="020B0604020202020204" pitchFamily="34" charset="0"/>
              </a:rPr>
              <a:t>Lorem</a:t>
            </a:r>
            <a:r>
              <a:rPr lang="en-US" sz="1100" dirty="0">
                <a:solidFill>
                  <a:schemeClr val="bg1">
                    <a:lumMod val="65000"/>
                  </a:schemeClr>
                </a:solidFill>
                <a:ea typeface="Roboto" panose="02000000000000000000" pitchFamily="2" charset="0"/>
                <a:cs typeface="Arial" panose="020B0604020202020204" pitchFamily="34" charset="0"/>
              </a:rPr>
              <a:t> Ipsum has been the industry's standard dummy text ever since the 1500s</a:t>
            </a:r>
            <a:endParaRPr lang="en-US" sz="1100" b="1" dirty="0">
              <a:solidFill>
                <a:schemeClr val="bg1">
                  <a:lumMod val="65000"/>
                </a:schemeClr>
              </a:solidFill>
              <a:ea typeface="Roboto" panose="02000000000000000000" pitchFamily="2" charset="0"/>
              <a:cs typeface="Arial" panose="020B0604020202020204" pitchFamily="34" charset="0"/>
            </a:endParaRPr>
          </a:p>
        </p:txBody>
      </p:sp>
      <p:sp>
        <p:nvSpPr>
          <p:cNvPr id="51" name="Content Placeholder 2"/>
          <p:cNvSpPr txBox="1">
            <a:spLocks/>
          </p:cNvSpPr>
          <p:nvPr/>
        </p:nvSpPr>
        <p:spPr>
          <a:xfrm>
            <a:off x="6421800" y="3265749"/>
            <a:ext cx="1526549" cy="904639"/>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lnSpc>
                <a:spcPct val="80000"/>
              </a:lnSpc>
              <a:defRPr/>
            </a:pPr>
            <a:r>
              <a:rPr lang="id-ID" sz="14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Sounding</a:t>
            </a:r>
          </a:p>
          <a:p>
            <a:pPr algn="l" fontAlgn="auto">
              <a:lnSpc>
                <a:spcPct val="80000"/>
              </a:lnSpc>
              <a:defRPr/>
            </a:pPr>
            <a:r>
              <a:rPr lang="en-US" sz="1100" dirty="0" err="1">
                <a:solidFill>
                  <a:schemeClr val="bg1">
                    <a:lumMod val="65000"/>
                  </a:schemeClr>
                </a:solidFill>
                <a:ea typeface="Roboto" panose="02000000000000000000" pitchFamily="2" charset="0"/>
                <a:cs typeface="Arial" panose="020B0604020202020204" pitchFamily="34" charset="0"/>
              </a:rPr>
              <a:t>Lorem</a:t>
            </a:r>
            <a:r>
              <a:rPr lang="en-US" sz="1100" dirty="0">
                <a:solidFill>
                  <a:schemeClr val="bg1">
                    <a:lumMod val="65000"/>
                  </a:schemeClr>
                </a:solidFill>
                <a:ea typeface="Roboto" panose="02000000000000000000" pitchFamily="2" charset="0"/>
                <a:cs typeface="Arial" panose="020B0604020202020204" pitchFamily="34" charset="0"/>
              </a:rPr>
              <a:t> Ipsum has been the industry's standard dummy text ever since the 1500s</a:t>
            </a:r>
            <a:endParaRPr lang="en-US" sz="1100" b="1" dirty="0">
              <a:solidFill>
                <a:schemeClr val="bg1">
                  <a:lumMod val="65000"/>
                </a:schemeClr>
              </a:solidFill>
              <a:ea typeface="Roboto" panose="02000000000000000000" pitchFamily="2" charset="0"/>
              <a:cs typeface="Arial" panose="020B0604020202020204" pitchFamily="34" charset="0"/>
            </a:endParaRPr>
          </a:p>
        </p:txBody>
      </p:sp>
      <p:sp>
        <p:nvSpPr>
          <p:cNvPr id="52" name="Content Placeholder 2"/>
          <p:cNvSpPr txBox="1">
            <a:spLocks/>
          </p:cNvSpPr>
          <p:nvPr/>
        </p:nvSpPr>
        <p:spPr>
          <a:xfrm>
            <a:off x="8456445" y="3265749"/>
            <a:ext cx="1526549" cy="904639"/>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lnSpc>
                <a:spcPct val="80000"/>
              </a:lnSpc>
              <a:defRPr/>
            </a:pPr>
            <a:r>
              <a:rPr lang="id-ID" sz="14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Satisfaction</a:t>
            </a:r>
          </a:p>
          <a:p>
            <a:pPr algn="l" fontAlgn="auto">
              <a:lnSpc>
                <a:spcPct val="80000"/>
              </a:lnSpc>
              <a:defRPr/>
            </a:pPr>
            <a:r>
              <a:rPr lang="en-US" sz="1100" dirty="0" err="1">
                <a:solidFill>
                  <a:schemeClr val="bg1">
                    <a:lumMod val="65000"/>
                  </a:schemeClr>
                </a:solidFill>
                <a:ea typeface="Roboto" panose="02000000000000000000" pitchFamily="2" charset="0"/>
                <a:cs typeface="Arial" panose="020B0604020202020204" pitchFamily="34" charset="0"/>
              </a:rPr>
              <a:t>Lorem</a:t>
            </a:r>
            <a:r>
              <a:rPr lang="en-US" sz="1100" dirty="0">
                <a:solidFill>
                  <a:schemeClr val="bg1">
                    <a:lumMod val="65000"/>
                  </a:schemeClr>
                </a:solidFill>
                <a:ea typeface="Roboto" panose="02000000000000000000" pitchFamily="2" charset="0"/>
                <a:cs typeface="Arial" panose="020B0604020202020204" pitchFamily="34" charset="0"/>
              </a:rPr>
              <a:t> Ipsum has been the industry's standard dummy text ever since the 1500s</a:t>
            </a:r>
            <a:endParaRPr lang="en-US" sz="1100" b="1" dirty="0">
              <a:solidFill>
                <a:schemeClr val="bg1">
                  <a:lumMod val="65000"/>
                </a:schemeClr>
              </a:solidFill>
              <a:ea typeface="Roboto" panose="02000000000000000000" pitchFamily="2" charset="0"/>
              <a:cs typeface="Arial" panose="020B0604020202020204" pitchFamily="34" charset="0"/>
            </a:endParaRPr>
          </a:p>
        </p:txBody>
      </p:sp>
      <p:cxnSp>
        <p:nvCxnSpPr>
          <p:cNvPr id="53" name="Elbow Connector 52"/>
          <p:cNvCxnSpPr/>
          <p:nvPr/>
        </p:nvCxnSpPr>
        <p:spPr>
          <a:xfrm rot="5400000" flipV="1">
            <a:off x="1785692" y="2870074"/>
            <a:ext cx="553894" cy="450733"/>
          </a:xfrm>
          <a:prstGeom prst="bentConnector3">
            <a:avLst>
              <a:gd name="adj1" fmla="val 170412"/>
            </a:avLst>
          </a:prstGeom>
          <a:ln w="6350">
            <a:solidFill>
              <a:schemeClr val="accent6"/>
            </a:solidFill>
            <a:prstDash val="solid"/>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54" name="Elbow Connector 53"/>
          <p:cNvCxnSpPr/>
          <p:nvPr/>
        </p:nvCxnSpPr>
        <p:spPr>
          <a:xfrm rot="5400000" flipV="1">
            <a:off x="3852079" y="2862138"/>
            <a:ext cx="553894" cy="450733"/>
          </a:xfrm>
          <a:prstGeom prst="bentConnector3">
            <a:avLst>
              <a:gd name="adj1" fmla="val 170412"/>
            </a:avLst>
          </a:prstGeom>
          <a:ln w="6350">
            <a:solidFill>
              <a:schemeClr val="accent1"/>
            </a:solidFill>
            <a:prstDash val="solid"/>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55" name="Elbow Connector 54"/>
          <p:cNvCxnSpPr/>
          <p:nvPr/>
        </p:nvCxnSpPr>
        <p:spPr>
          <a:xfrm rot="5400000" flipV="1">
            <a:off x="5875616" y="2866900"/>
            <a:ext cx="555480" cy="450733"/>
          </a:xfrm>
          <a:prstGeom prst="bentConnector3">
            <a:avLst>
              <a:gd name="adj1" fmla="val 170412"/>
            </a:avLst>
          </a:prstGeom>
          <a:ln w="6350">
            <a:solidFill>
              <a:schemeClr val="accent4"/>
            </a:solidFill>
            <a:prstDash val="solid"/>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56" name="Elbow Connector 55"/>
          <p:cNvCxnSpPr/>
          <p:nvPr/>
        </p:nvCxnSpPr>
        <p:spPr>
          <a:xfrm rot="5400000" flipV="1">
            <a:off x="7903912" y="2862138"/>
            <a:ext cx="553893" cy="450733"/>
          </a:xfrm>
          <a:prstGeom prst="bentConnector3">
            <a:avLst>
              <a:gd name="adj1" fmla="val 170412"/>
            </a:avLst>
          </a:prstGeom>
          <a:ln w="6350">
            <a:solidFill>
              <a:schemeClr val="accent5"/>
            </a:solidFill>
            <a:prstDash val="solid"/>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57" name="Content Placeholder 2"/>
          <p:cNvSpPr txBox="1">
            <a:spLocks/>
          </p:cNvSpPr>
          <p:nvPr/>
        </p:nvSpPr>
        <p:spPr>
          <a:xfrm>
            <a:off x="2327116" y="4763405"/>
            <a:ext cx="7771960" cy="1237247"/>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fontAlgn="auto">
              <a:defRPr/>
            </a:pPr>
            <a:r>
              <a:rPr lang="id-ID" sz="1999" dirty="0">
                <a:solidFill>
                  <a:schemeClr val="tx1">
                    <a:lumMod val="85000"/>
                    <a:lumOff val="15000"/>
                  </a:schemeClr>
                </a:solidFill>
                <a:ea typeface="Roboto" panose="02000000000000000000" pitchFamily="2" charset="0"/>
              </a:rPr>
              <a:t>Descrition</a:t>
            </a:r>
          </a:p>
          <a:p>
            <a:pPr algn="l" fontAlgn="auto">
              <a:defRPr/>
            </a:pPr>
            <a:r>
              <a:rPr lang="en-US" sz="1100" dirty="0" err="1">
                <a:solidFill>
                  <a:schemeClr val="tx1">
                    <a:lumMod val="65000"/>
                    <a:lumOff val="35000"/>
                  </a:schemeClr>
                </a:solidFill>
                <a:ea typeface="Roboto" panose="02000000000000000000" pitchFamily="2" charset="0"/>
              </a:rPr>
              <a:t>Lorem</a:t>
            </a:r>
            <a:r>
              <a:rPr lang="en-US" sz="1100" dirty="0">
                <a:solidFill>
                  <a:schemeClr val="tx1">
                    <a:lumMod val="65000"/>
                    <a:lumOff val="35000"/>
                  </a:schemeClr>
                </a:solidFill>
                <a:ea typeface="Roboto" panose="02000000000000000000" pitchFamily="2" charset="0"/>
              </a:rPr>
              <a:t> </a:t>
            </a:r>
            <a:r>
              <a:rPr lang="en-US" sz="1100" dirty="0" err="1">
                <a:solidFill>
                  <a:schemeClr val="tx1">
                    <a:lumMod val="65000"/>
                    <a:lumOff val="35000"/>
                  </a:schemeClr>
                </a:solidFill>
                <a:ea typeface="Roboto" panose="02000000000000000000" pitchFamily="2" charset="0"/>
              </a:rPr>
              <a:t>Ipsum</a:t>
            </a:r>
            <a:r>
              <a:rPr lang="en-US" sz="1100" dirty="0">
                <a:solidFill>
                  <a:schemeClr val="tx1">
                    <a:lumMod val="65000"/>
                    <a:lumOff val="35000"/>
                  </a:schemeClr>
                </a:solidFill>
                <a:ea typeface="Roboto" panose="02000000000000000000" pitchFamily="2" charset="0"/>
              </a:rPr>
              <a:t> is simply dummy text of the printing and typesetting industry. </a:t>
            </a:r>
            <a:r>
              <a:rPr lang="en-US" sz="1100" dirty="0" err="1">
                <a:solidFill>
                  <a:schemeClr val="tx1">
                    <a:lumMod val="65000"/>
                    <a:lumOff val="35000"/>
                  </a:schemeClr>
                </a:solidFill>
                <a:ea typeface="Roboto" panose="02000000000000000000" pitchFamily="2" charset="0"/>
              </a:rPr>
              <a:t>Lorem</a:t>
            </a:r>
            <a:r>
              <a:rPr lang="en-US" sz="1100" dirty="0">
                <a:solidFill>
                  <a:schemeClr val="tx1">
                    <a:lumMod val="65000"/>
                    <a:lumOff val="35000"/>
                  </a:schemeClr>
                </a:solidFill>
                <a:ea typeface="Roboto" panose="02000000000000000000" pitchFamily="2" charset="0"/>
              </a:rPr>
              <a:t> </a:t>
            </a:r>
            <a:r>
              <a:rPr lang="en-US" sz="1100" dirty="0" err="1">
                <a:solidFill>
                  <a:schemeClr val="tx1">
                    <a:lumMod val="65000"/>
                    <a:lumOff val="35000"/>
                  </a:schemeClr>
                </a:solidFill>
                <a:ea typeface="Roboto" panose="02000000000000000000" pitchFamily="2" charset="0"/>
              </a:rPr>
              <a:t>Ipsum</a:t>
            </a:r>
            <a:r>
              <a:rPr lang="en-US" sz="1100" dirty="0">
                <a:solidFill>
                  <a:schemeClr val="tx1">
                    <a:lumMod val="65000"/>
                    <a:lumOff val="35000"/>
                  </a:schemeClr>
                </a:solidFill>
                <a:ea typeface="Roboto" panose="02000000000000000000" pitchFamily="2" charset="0"/>
              </a:rPr>
              <a:t> has been the industry's standard dummy text ever since the 1500s, when an unknown printer took a galley of type and scrambled it to make a type specimen book. It has survived not only five centuries, but also the leap into electronic typesetting, remaining essentially unchanged.</a:t>
            </a:r>
            <a:endParaRPr lang="id-ID" sz="1100" dirty="0">
              <a:solidFill>
                <a:schemeClr val="tx1">
                  <a:lumMod val="65000"/>
                  <a:lumOff val="35000"/>
                </a:schemeClr>
              </a:solidFill>
              <a:ea typeface="Roboto" panose="02000000000000000000" pitchFamily="2" charset="0"/>
            </a:endParaRPr>
          </a:p>
        </p:txBody>
      </p:sp>
      <p:cxnSp>
        <p:nvCxnSpPr>
          <p:cNvPr id="68" name="Straight Connector 67"/>
          <p:cNvCxnSpPr/>
          <p:nvPr/>
        </p:nvCxnSpPr>
        <p:spPr>
          <a:xfrm>
            <a:off x="2447140" y="4517131"/>
            <a:ext cx="7383616" cy="0"/>
          </a:xfrm>
          <a:prstGeom prst="line">
            <a:avLst/>
          </a:prstGeom>
          <a:ln w="22225">
            <a:solidFill>
              <a:schemeClr val="bg1">
                <a:lumMod val="65000"/>
              </a:schemeClr>
            </a:solidFill>
            <a:prstDash val="sysDot"/>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34"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FEATURED TIMELINE</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35" name="Rectangle 34"/>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36" name="Group 35"/>
          <p:cNvGrpSpPr/>
          <p:nvPr/>
        </p:nvGrpSpPr>
        <p:grpSpPr>
          <a:xfrm rot="10800000" flipV="1">
            <a:off x="5380522" y="1080697"/>
            <a:ext cx="1427781" cy="45707"/>
            <a:chOff x="3965945" y="1385354"/>
            <a:chExt cx="4572000" cy="79107"/>
          </a:xfrm>
        </p:grpSpPr>
        <p:sp>
          <p:nvSpPr>
            <p:cNvPr id="37" name="Rectangle 36"/>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8" name="Rectangle 37"/>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9" name="Rectangle 38"/>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8" name="Rectangle 57"/>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9" name="Rectangle 58"/>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extLst>
      <p:ext uri="{BB962C8B-B14F-4D97-AF65-F5344CB8AC3E}">
        <p14:creationId xmlns:p14="http://schemas.microsoft.com/office/powerpoint/2010/main" val="3216728793"/>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225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fltVal val="0"/>
                                          </p:val>
                                        </p:tav>
                                        <p:tav tm="100000">
                                          <p:val>
                                            <p:strVal val="#ppt_w"/>
                                          </p:val>
                                        </p:tav>
                                      </p:tavLst>
                                    </p:anim>
                                    <p:anim calcmode="lin" valueType="num">
                                      <p:cBhvr>
                                        <p:cTn id="8" dur="1000" fill="hold"/>
                                        <p:tgtEl>
                                          <p:spTgt spid="16"/>
                                        </p:tgtEl>
                                        <p:attrNameLst>
                                          <p:attrName>ppt_h</p:attrName>
                                        </p:attrNameLst>
                                      </p:cBhvr>
                                      <p:tavLst>
                                        <p:tav tm="0">
                                          <p:val>
                                            <p:fltVal val="0"/>
                                          </p:val>
                                        </p:tav>
                                        <p:tav tm="100000">
                                          <p:val>
                                            <p:strVal val="#ppt_h"/>
                                          </p:val>
                                        </p:tav>
                                      </p:tavLst>
                                    </p:anim>
                                    <p:animEffect transition="in" filter="fade">
                                      <p:cBhvr>
                                        <p:cTn id="9" dur="1000"/>
                                        <p:tgtEl>
                                          <p:spTgt spid="16"/>
                                        </p:tgtEl>
                                      </p:cBhvr>
                                    </p:animEffect>
                                  </p:childTnLst>
                                </p:cTn>
                              </p:par>
                              <p:par>
                                <p:cTn id="10" presetID="53" presetClass="entr" presetSubtype="16" fill="hold" nodeType="withEffect">
                                  <p:stCondLst>
                                    <p:cond delay="2250"/>
                                  </p:stCondLst>
                                  <p:childTnLst>
                                    <p:set>
                                      <p:cBhvr>
                                        <p:cTn id="11" dur="1" fill="hold">
                                          <p:stCondLst>
                                            <p:cond delay="0"/>
                                          </p:stCondLst>
                                        </p:cTn>
                                        <p:tgtEl>
                                          <p:spTgt spid="46"/>
                                        </p:tgtEl>
                                        <p:attrNameLst>
                                          <p:attrName>style.visibility</p:attrName>
                                        </p:attrNameLst>
                                      </p:cBhvr>
                                      <p:to>
                                        <p:strVal val="visible"/>
                                      </p:to>
                                    </p:set>
                                    <p:anim calcmode="lin" valueType="num">
                                      <p:cBhvr>
                                        <p:cTn id="12" dur="1000" fill="hold"/>
                                        <p:tgtEl>
                                          <p:spTgt spid="46"/>
                                        </p:tgtEl>
                                        <p:attrNameLst>
                                          <p:attrName>ppt_w</p:attrName>
                                        </p:attrNameLst>
                                      </p:cBhvr>
                                      <p:tavLst>
                                        <p:tav tm="0">
                                          <p:val>
                                            <p:fltVal val="0"/>
                                          </p:val>
                                        </p:tav>
                                        <p:tav tm="100000">
                                          <p:val>
                                            <p:strVal val="#ppt_w"/>
                                          </p:val>
                                        </p:tav>
                                      </p:tavLst>
                                    </p:anim>
                                    <p:anim calcmode="lin" valueType="num">
                                      <p:cBhvr>
                                        <p:cTn id="13" dur="1000" fill="hold"/>
                                        <p:tgtEl>
                                          <p:spTgt spid="46"/>
                                        </p:tgtEl>
                                        <p:attrNameLst>
                                          <p:attrName>ppt_h</p:attrName>
                                        </p:attrNameLst>
                                      </p:cBhvr>
                                      <p:tavLst>
                                        <p:tav tm="0">
                                          <p:val>
                                            <p:fltVal val="0"/>
                                          </p:val>
                                        </p:tav>
                                        <p:tav tm="100000">
                                          <p:val>
                                            <p:strVal val="#ppt_h"/>
                                          </p:val>
                                        </p:tav>
                                      </p:tavLst>
                                    </p:anim>
                                    <p:animEffect transition="in" filter="fade">
                                      <p:cBhvr>
                                        <p:cTn id="14" dur="1000"/>
                                        <p:tgtEl>
                                          <p:spTgt spid="46"/>
                                        </p:tgtEl>
                                      </p:cBhvr>
                                    </p:animEffect>
                                  </p:childTnLst>
                                </p:cTn>
                              </p:par>
                              <p:par>
                                <p:cTn id="15" presetID="53" presetClass="entr" presetSubtype="16" fill="hold" nodeType="withEffect">
                                  <p:stCondLst>
                                    <p:cond delay="2250"/>
                                  </p:stCondLst>
                                  <p:childTnLst>
                                    <p:set>
                                      <p:cBhvr>
                                        <p:cTn id="16" dur="1" fill="hold">
                                          <p:stCondLst>
                                            <p:cond delay="0"/>
                                          </p:stCondLst>
                                        </p:cTn>
                                        <p:tgtEl>
                                          <p:spTgt spid="22"/>
                                        </p:tgtEl>
                                        <p:attrNameLst>
                                          <p:attrName>style.visibility</p:attrName>
                                        </p:attrNameLst>
                                      </p:cBhvr>
                                      <p:to>
                                        <p:strVal val="visible"/>
                                      </p:to>
                                    </p:set>
                                    <p:anim calcmode="lin" valueType="num">
                                      <p:cBhvr>
                                        <p:cTn id="17" dur="1000" fill="hold"/>
                                        <p:tgtEl>
                                          <p:spTgt spid="22"/>
                                        </p:tgtEl>
                                        <p:attrNameLst>
                                          <p:attrName>ppt_w</p:attrName>
                                        </p:attrNameLst>
                                      </p:cBhvr>
                                      <p:tavLst>
                                        <p:tav tm="0">
                                          <p:val>
                                            <p:fltVal val="0"/>
                                          </p:val>
                                        </p:tav>
                                        <p:tav tm="100000">
                                          <p:val>
                                            <p:strVal val="#ppt_w"/>
                                          </p:val>
                                        </p:tav>
                                      </p:tavLst>
                                    </p:anim>
                                    <p:anim calcmode="lin" valueType="num">
                                      <p:cBhvr>
                                        <p:cTn id="18" dur="1000" fill="hold"/>
                                        <p:tgtEl>
                                          <p:spTgt spid="22"/>
                                        </p:tgtEl>
                                        <p:attrNameLst>
                                          <p:attrName>ppt_h</p:attrName>
                                        </p:attrNameLst>
                                      </p:cBhvr>
                                      <p:tavLst>
                                        <p:tav tm="0">
                                          <p:val>
                                            <p:fltVal val="0"/>
                                          </p:val>
                                        </p:tav>
                                        <p:tav tm="100000">
                                          <p:val>
                                            <p:strVal val="#ppt_h"/>
                                          </p:val>
                                        </p:tav>
                                      </p:tavLst>
                                    </p:anim>
                                    <p:animEffect transition="in" filter="fade">
                                      <p:cBhvr>
                                        <p:cTn id="19" dur="1000"/>
                                        <p:tgtEl>
                                          <p:spTgt spid="22"/>
                                        </p:tgtEl>
                                      </p:cBhvr>
                                    </p:animEffect>
                                  </p:childTnLst>
                                </p:cTn>
                              </p:par>
                              <p:par>
                                <p:cTn id="20" presetID="22" presetClass="entr" presetSubtype="1" fill="hold" nodeType="withEffect">
                                  <p:stCondLst>
                                    <p:cond delay="3250"/>
                                  </p:stCondLst>
                                  <p:childTnLst>
                                    <p:set>
                                      <p:cBhvr>
                                        <p:cTn id="21" dur="1" fill="hold">
                                          <p:stCondLst>
                                            <p:cond delay="0"/>
                                          </p:stCondLst>
                                        </p:cTn>
                                        <p:tgtEl>
                                          <p:spTgt spid="53"/>
                                        </p:tgtEl>
                                        <p:attrNameLst>
                                          <p:attrName>style.visibility</p:attrName>
                                        </p:attrNameLst>
                                      </p:cBhvr>
                                      <p:to>
                                        <p:strVal val="visible"/>
                                      </p:to>
                                    </p:set>
                                    <p:animEffect transition="in" filter="wipe(up)">
                                      <p:cBhvr>
                                        <p:cTn id="22" dur="500"/>
                                        <p:tgtEl>
                                          <p:spTgt spid="53"/>
                                        </p:tgtEl>
                                      </p:cBhvr>
                                    </p:animEffect>
                                  </p:childTnLst>
                                </p:cTn>
                              </p:par>
                              <p:par>
                                <p:cTn id="23" presetID="22" presetClass="entr" presetSubtype="1" fill="hold" nodeType="withEffect">
                                  <p:stCondLst>
                                    <p:cond delay="3250"/>
                                  </p:stCondLst>
                                  <p:childTnLst>
                                    <p:set>
                                      <p:cBhvr>
                                        <p:cTn id="24" dur="1" fill="hold">
                                          <p:stCondLst>
                                            <p:cond delay="0"/>
                                          </p:stCondLst>
                                        </p:cTn>
                                        <p:tgtEl>
                                          <p:spTgt spid="54"/>
                                        </p:tgtEl>
                                        <p:attrNameLst>
                                          <p:attrName>style.visibility</p:attrName>
                                        </p:attrNameLst>
                                      </p:cBhvr>
                                      <p:to>
                                        <p:strVal val="visible"/>
                                      </p:to>
                                    </p:set>
                                    <p:animEffect transition="in" filter="wipe(up)">
                                      <p:cBhvr>
                                        <p:cTn id="25" dur="500"/>
                                        <p:tgtEl>
                                          <p:spTgt spid="54"/>
                                        </p:tgtEl>
                                      </p:cBhvr>
                                    </p:animEffect>
                                  </p:childTnLst>
                                </p:cTn>
                              </p:par>
                              <p:par>
                                <p:cTn id="26" presetID="22" presetClass="entr" presetSubtype="1" fill="hold" nodeType="withEffect">
                                  <p:stCondLst>
                                    <p:cond delay="3250"/>
                                  </p:stCondLst>
                                  <p:childTnLst>
                                    <p:set>
                                      <p:cBhvr>
                                        <p:cTn id="27" dur="1" fill="hold">
                                          <p:stCondLst>
                                            <p:cond delay="0"/>
                                          </p:stCondLst>
                                        </p:cTn>
                                        <p:tgtEl>
                                          <p:spTgt spid="55"/>
                                        </p:tgtEl>
                                        <p:attrNameLst>
                                          <p:attrName>style.visibility</p:attrName>
                                        </p:attrNameLst>
                                      </p:cBhvr>
                                      <p:to>
                                        <p:strVal val="visible"/>
                                      </p:to>
                                    </p:set>
                                    <p:animEffect transition="in" filter="wipe(up)">
                                      <p:cBhvr>
                                        <p:cTn id="28" dur="500"/>
                                        <p:tgtEl>
                                          <p:spTgt spid="55"/>
                                        </p:tgtEl>
                                      </p:cBhvr>
                                    </p:animEffect>
                                  </p:childTnLst>
                                </p:cTn>
                              </p:par>
                              <p:par>
                                <p:cTn id="29" presetID="22" presetClass="entr" presetSubtype="1" fill="hold" nodeType="withEffect">
                                  <p:stCondLst>
                                    <p:cond delay="3250"/>
                                  </p:stCondLst>
                                  <p:childTnLst>
                                    <p:set>
                                      <p:cBhvr>
                                        <p:cTn id="30" dur="1" fill="hold">
                                          <p:stCondLst>
                                            <p:cond delay="0"/>
                                          </p:stCondLst>
                                        </p:cTn>
                                        <p:tgtEl>
                                          <p:spTgt spid="56"/>
                                        </p:tgtEl>
                                        <p:attrNameLst>
                                          <p:attrName>style.visibility</p:attrName>
                                        </p:attrNameLst>
                                      </p:cBhvr>
                                      <p:to>
                                        <p:strVal val="visible"/>
                                      </p:to>
                                    </p:set>
                                    <p:animEffect transition="in" filter="wipe(up)">
                                      <p:cBhvr>
                                        <p:cTn id="31" dur="500"/>
                                        <p:tgtEl>
                                          <p:spTgt spid="56"/>
                                        </p:tgtEl>
                                      </p:cBhvr>
                                    </p:animEffect>
                                  </p:childTnLst>
                                </p:cTn>
                              </p:par>
                              <p:par>
                                <p:cTn id="32" presetID="22" presetClass="entr" presetSubtype="8" fill="hold" grpId="0" nodeType="withEffect">
                                  <p:stCondLst>
                                    <p:cond delay="3250"/>
                                  </p:stCondLst>
                                  <p:childTnLst>
                                    <p:set>
                                      <p:cBhvr>
                                        <p:cTn id="33" dur="1" fill="hold">
                                          <p:stCondLst>
                                            <p:cond delay="0"/>
                                          </p:stCondLst>
                                        </p:cTn>
                                        <p:tgtEl>
                                          <p:spTgt spid="49"/>
                                        </p:tgtEl>
                                        <p:attrNameLst>
                                          <p:attrName>style.visibility</p:attrName>
                                        </p:attrNameLst>
                                      </p:cBhvr>
                                      <p:to>
                                        <p:strVal val="visible"/>
                                      </p:to>
                                    </p:set>
                                    <p:animEffect transition="in" filter="wipe(left)">
                                      <p:cBhvr>
                                        <p:cTn id="34" dur="750"/>
                                        <p:tgtEl>
                                          <p:spTgt spid="49"/>
                                        </p:tgtEl>
                                      </p:cBhvr>
                                    </p:animEffect>
                                  </p:childTnLst>
                                </p:cTn>
                              </p:par>
                              <p:par>
                                <p:cTn id="35" presetID="22" presetClass="entr" presetSubtype="8" fill="hold" grpId="0" nodeType="withEffect">
                                  <p:stCondLst>
                                    <p:cond delay="3250"/>
                                  </p:stCondLst>
                                  <p:childTnLst>
                                    <p:set>
                                      <p:cBhvr>
                                        <p:cTn id="36" dur="1" fill="hold">
                                          <p:stCondLst>
                                            <p:cond delay="0"/>
                                          </p:stCondLst>
                                        </p:cTn>
                                        <p:tgtEl>
                                          <p:spTgt spid="50"/>
                                        </p:tgtEl>
                                        <p:attrNameLst>
                                          <p:attrName>style.visibility</p:attrName>
                                        </p:attrNameLst>
                                      </p:cBhvr>
                                      <p:to>
                                        <p:strVal val="visible"/>
                                      </p:to>
                                    </p:set>
                                    <p:animEffect transition="in" filter="wipe(left)">
                                      <p:cBhvr>
                                        <p:cTn id="37" dur="750"/>
                                        <p:tgtEl>
                                          <p:spTgt spid="50"/>
                                        </p:tgtEl>
                                      </p:cBhvr>
                                    </p:animEffect>
                                  </p:childTnLst>
                                </p:cTn>
                              </p:par>
                              <p:par>
                                <p:cTn id="38" presetID="22" presetClass="entr" presetSubtype="8" fill="hold" grpId="0" nodeType="withEffect">
                                  <p:stCondLst>
                                    <p:cond delay="3250"/>
                                  </p:stCondLst>
                                  <p:childTnLst>
                                    <p:set>
                                      <p:cBhvr>
                                        <p:cTn id="39" dur="1" fill="hold">
                                          <p:stCondLst>
                                            <p:cond delay="0"/>
                                          </p:stCondLst>
                                        </p:cTn>
                                        <p:tgtEl>
                                          <p:spTgt spid="51"/>
                                        </p:tgtEl>
                                        <p:attrNameLst>
                                          <p:attrName>style.visibility</p:attrName>
                                        </p:attrNameLst>
                                      </p:cBhvr>
                                      <p:to>
                                        <p:strVal val="visible"/>
                                      </p:to>
                                    </p:set>
                                    <p:animEffect transition="in" filter="wipe(left)">
                                      <p:cBhvr>
                                        <p:cTn id="40" dur="750"/>
                                        <p:tgtEl>
                                          <p:spTgt spid="51"/>
                                        </p:tgtEl>
                                      </p:cBhvr>
                                    </p:animEffect>
                                  </p:childTnLst>
                                </p:cTn>
                              </p:par>
                              <p:par>
                                <p:cTn id="41" presetID="22" presetClass="entr" presetSubtype="8" fill="hold" grpId="0" nodeType="withEffect">
                                  <p:stCondLst>
                                    <p:cond delay="3250"/>
                                  </p:stCondLst>
                                  <p:childTnLst>
                                    <p:set>
                                      <p:cBhvr>
                                        <p:cTn id="42" dur="1" fill="hold">
                                          <p:stCondLst>
                                            <p:cond delay="0"/>
                                          </p:stCondLst>
                                        </p:cTn>
                                        <p:tgtEl>
                                          <p:spTgt spid="52"/>
                                        </p:tgtEl>
                                        <p:attrNameLst>
                                          <p:attrName>style.visibility</p:attrName>
                                        </p:attrNameLst>
                                      </p:cBhvr>
                                      <p:to>
                                        <p:strVal val="visible"/>
                                      </p:to>
                                    </p:set>
                                    <p:animEffect transition="in" filter="wipe(left)">
                                      <p:cBhvr>
                                        <p:cTn id="43" dur="750"/>
                                        <p:tgtEl>
                                          <p:spTgt spid="52"/>
                                        </p:tgtEl>
                                      </p:cBhvr>
                                    </p:animEffect>
                                  </p:childTnLst>
                                </p:cTn>
                              </p:par>
                              <p:par>
                                <p:cTn id="44" presetID="45" presetClass="entr" presetSubtype="0" fill="hold" grpId="0" nodeType="withEffect">
                                  <p:stCondLst>
                                    <p:cond delay="1500"/>
                                  </p:stCondLst>
                                  <p:childTnLst>
                                    <p:set>
                                      <p:cBhvr>
                                        <p:cTn id="45" dur="1" fill="hold">
                                          <p:stCondLst>
                                            <p:cond delay="0"/>
                                          </p:stCondLst>
                                        </p:cTn>
                                        <p:tgtEl>
                                          <p:spTgt spid="57"/>
                                        </p:tgtEl>
                                        <p:attrNameLst>
                                          <p:attrName>style.visibility</p:attrName>
                                        </p:attrNameLst>
                                      </p:cBhvr>
                                      <p:to>
                                        <p:strVal val="visible"/>
                                      </p:to>
                                    </p:set>
                                    <p:animEffect transition="in" filter="fade">
                                      <p:cBhvr>
                                        <p:cTn id="46" dur="2000"/>
                                        <p:tgtEl>
                                          <p:spTgt spid="57"/>
                                        </p:tgtEl>
                                      </p:cBhvr>
                                    </p:animEffect>
                                    <p:anim calcmode="lin" valueType="num">
                                      <p:cBhvr>
                                        <p:cTn id="47" dur="2000" fill="hold"/>
                                        <p:tgtEl>
                                          <p:spTgt spid="57"/>
                                        </p:tgtEl>
                                        <p:attrNameLst>
                                          <p:attrName>ppt_w</p:attrName>
                                        </p:attrNameLst>
                                      </p:cBhvr>
                                      <p:tavLst>
                                        <p:tav tm="0" fmla="#ppt_w*sin(2.5*pi*$)">
                                          <p:val>
                                            <p:fltVal val="0"/>
                                          </p:val>
                                        </p:tav>
                                        <p:tav tm="100000">
                                          <p:val>
                                            <p:fltVal val="1"/>
                                          </p:val>
                                        </p:tav>
                                      </p:tavLst>
                                    </p:anim>
                                    <p:anim calcmode="lin" valueType="num">
                                      <p:cBhvr>
                                        <p:cTn id="48" dur="2000" fill="hold"/>
                                        <p:tgtEl>
                                          <p:spTgt spid="57"/>
                                        </p:tgtEl>
                                        <p:attrNameLst>
                                          <p:attrName>ppt_h</p:attrName>
                                        </p:attrNameLst>
                                      </p:cBhvr>
                                      <p:tavLst>
                                        <p:tav tm="0">
                                          <p:val>
                                            <p:strVal val="#ppt_h"/>
                                          </p:val>
                                        </p:tav>
                                        <p:tav tm="100000">
                                          <p:val>
                                            <p:strVal val="#ppt_h"/>
                                          </p:val>
                                        </p:tav>
                                      </p:tavLst>
                                    </p:anim>
                                  </p:childTnLst>
                                </p:cTn>
                              </p:par>
                              <p:par>
                                <p:cTn id="49" presetID="2" presetClass="entr" presetSubtype="4" fill="hold" nodeType="withEffect">
                                  <p:stCondLst>
                                    <p:cond delay="3250"/>
                                  </p:stCondLst>
                                  <p:childTnLst>
                                    <p:set>
                                      <p:cBhvr>
                                        <p:cTn id="50" dur="1" fill="hold">
                                          <p:stCondLst>
                                            <p:cond delay="0"/>
                                          </p:stCondLst>
                                        </p:cTn>
                                        <p:tgtEl>
                                          <p:spTgt spid="68"/>
                                        </p:tgtEl>
                                        <p:attrNameLst>
                                          <p:attrName>style.visibility</p:attrName>
                                        </p:attrNameLst>
                                      </p:cBhvr>
                                      <p:to>
                                        <p:strVal val="visible"/>
                                      </p:to>
                                    </p:set>
                                    <p:anim calcmode="lin" valueType="num">
                                      <p:cBhvr additive="base">
                                        <p:cTn id="51" dur="500" fill="hold"/>
                                        <p:tgtEl>
                                          <p:spTgt spid="68"/>
                                        </p:tgtEl>
                                        <p:attrNameLst>
                                          <p:attrName>ppt_x</p:attrName>
                                        </p:attrNameLst>
                                      </p:cBhvr>
                                      <p:tavLst>
                                        <p:tav tm="0">
                                          <p:val>
                                            <p:strVal val="#ppt_x"/>
                                          </p:val>
                                        </p:tav>
                                        <p:tav tm="100000">
                                          <p:val>
                                            <p:strVal val="#ppt_x"/>
                                          </p:val>
                                        </p:tav>
                                      </p:tavLst>
                                    </p:anim>
                                    <p:anim calcmode="lin" valueType="num">
                                      <p:cBhvr additive="base">
                                        <p:cTn id="52" dur="500" fill="hold"/>
                                        <p:tgtEl>
                                          <p:spTgt spid="68"/>
                                        </p:tgtEl>
                                        <p:attrNameLst>
                                          <p:attrName>ppt_y</p:attrName>
                                        </p:attrNameLst>
                                      </p:cBhvr>
                                      <p:tavLst>
                                        <p:tav tm="0">
                                          <p:val>
                                            <p:strVal val="1+#ppt_h/2"/>
                                          </p:val>
                                        </p:tav>
                                        <p:tav tm="100000">
                                          <p:val>
                                            <p:strVal val="#ppt_y"/>
                                          </p:val>
                                        </p:tav>
                                      </p:tavLst>
                                    </p:anim>
                                  </p:childTnLst>
                                </p:cTn>
                              </p:par>
                            </p:childTnLst>
                          </p:cTn>
                        </p:par>
                        <p:par>
                          <p:cTn id="53" fill="hold">
                            <p:stCondLst>
                              <p:cond delay="4000"/>
                            </p:stCondLst>
                            <p:childTnLst>
                              <p:par>
                                <p:cTn id="54" presetID="49" presetClass="entr" presetSubtype="0" decel="100000" fill="hold" nodeType="afterEffect">
                                  <p:stCondLst>
                                    <p:cond delay="0"/>
                                  </p:stCondLst>
                                  <p:childTnLst>
                                    <p:set>
                                      <p:cBhvr>
                                        <p:cTn id="55" dur="1" fill="hold">
                                          <p:stCondLst>
                                            <p:cond delay="0"/>
                                          </p:stCondLst>
                                        </p:cTn>
                                        <p:tgtEl>
                                          <p:spTgt spid="36"/>
                                        </p:tgtEl>
                                        <p:attrNameLst>
                                          <p:attrName>style.visibility</p:attrName>
                                        </p:attrNameLst>
                                      </p:cBhvr>
                                      <p:to>
                                        <p:strVal val="visible"/>
                                      </p:to>
                                    </p:set>
                                    <p:anim calcmode="lin" valueType="num">
                                      <p:cBhvr>
                                        <p:cTn id="56" dur="500" fill="hold"/>
                                        <p:tgtEl>
                                          <p:spTgt spid="36"/>
                                        </p:tgtEl>
                                        <p:attrNameLst>
                                          <p:attrName>ppt_w</p:attrName>
                                        </p:attrNameLst>
                                      </p:cBhvr>
                                      <p:tavLst>
                                        <p:tav tm="0">
                                          <p:val>
                                            <p:fltVal val="0"/>
                                          </p:val>
                                        </p:tav>
                                        <p:tav tm="100000">
                                          <p:val>
                                            <p:strVal val="#ppt_w"/>
                                          </p:val>
                                        </p:tav>
                                      </p:tavLst>
                                    </p:anim>
                                    <p:anim calcmode="lin" valueType="num">
                                      <p:cBhvr>
                                        <p:cTn id="57" dur="500" fill="hold"/>
                                        <p:tgtEl>
                                          <p:spTgt spid="36"/>
                                        </p:tgtEl>
                                        <p:attrNameLst>
                                          <p:attrName>ppt_h</p:attrName>
                                        </p:attrNameLst>
                                      </p:cBhvr>
                                      <p:tavLst>
                                        <p:tav tm="0">
                                          <p:val>
                                            <p:fltVal val="0"/>
                                          </p:val>
                                        </p:tav>
                                        <p:tav tm="100000">
                                          <p:val>
                                            <p:strVal val="#ppt_h"/>
                                          </p:val>
                                        </p:tav>
                                      </p:tavLst>
                                    </p:anim>
                                    <p:anim calcmode="lin" valueType="num">
                                      <p:cBhvr>
                                        <p:cTn id="58" dur="500" fill="hold"/>
                                        <p:tgtEl>
                                          <p:spTgt spid="36"/>
                                        </p:tgtEl>
                                        <p:attrNameLst>
                                          <p:attrName>style.rotation</p:attrName>
                                        </p:attrNameLst>
                                      </p:cBhvr>
                                      <p:tavLst>
                                        <p:tav tm="0">
                                          <p:val>
                                            <p:fltVal val="360"/>
                                          </p:val>
                                        </p:tav>
                                        <p:tav tm="100000">
                                          <p:val>
                                            <p:fltVal val="0"/>
                                          </p:val>
                                        </p:tav>
                                      </p:tavLst>
                                    </p:anim>
                                    <p:animEffect transition="in" filter="fade">
                                      <p:cBhvr>
                                        <p:cTn id="5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1" grpId="0"/>
      <p:bldP spid="52" grpId="0"/>
      <p:bldP spid="5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609441" y="3607493"/>
            <a:ext cx="10969943" cy="445236"/>
          </a:xfrm>
          <a:prstGeom prst="rect">
            <a:avLst/>
          </a:prstGeom>
          <a:solidFill>
            <a:srgbClr val="EEEEEF"/>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5" name="Freeform 10"/>
          <p:cNvSpPr>
            <a:spLocks/>
          </p:cNvSpPr>
          <p:nvPr/>
        </p:nvSpPr>
        <p:spPr bwMode="auto">
          <a:xfrm>
            <a:off x="1453679" y="3600641"/>
            <a:ext cx="1599427" cy="448661"/>
          </a:xfrm>
          <a:custGeom>
            <a:avLst/>
            <a:gdLst/>
            <a:ahLst/>
            <a:cxnLst>
              <a:cxn ang="0">
                <a:pos x="75" y="125"/>
              </a:cxn>
              <a:cxn ang="0">
                <a:pos x="5" y="18"/>
              </a:cxn>
              <a:cxn ang="0">
                <a:pos x="14" y="0"/>
              </a:cxn>
              <a:cxn ang="0">
                <a:pos x="382" y="0"/>
              </a:cxn>
              <a:cxn ang="0">
                <a:pos x="392" y="6"/>
              </a:cxn>
              <a:cxn ang="0">
                <a:pos x="462" y="113"/>
              </a:cxn>
              <a:cxn ang="0">
                <a:pos x="453" y="131"/>
              </a:cxn>
              <a:cxn ang="0">
                <a:pos x="85" y="131"/>
              </a:cxn>
              <a:cxn ang="0">
                <a:pos x="75" y="125"/>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rgbClr val="475866"/>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6" name="Freeform 11"/>
          <p:cNvSpPr>
            <a:spLocks/>
          </p:cNvSpPr>
          <p:nvPr/>
        </p:nvSpPr>
        <p:spPr bwMode="auto">
          <a:xfrm>
            <a:off x="2960634" y="3600641"/>
            <a:ext cx="1601139" cy="448661"/>
          </a:xfrm>
          <a:custGeom>
            <a:avLst/>
            <a:gdLst/>
            <a:ahLst/>
            <a:cxnLst>
              <a:cxn ang="0">
                <a:pos x="75" y="125"/>
              </a:cxn>
              <a:cxn ang="0">
                <a:pos x="5" y="18"/>
              </a:cxn>
              <a:cxn ang="0">
                <a:pos x="14" y="0"/>
              </a:cxn>
              <a:cxn ang="0">
                <a:pos x="382" y="0"/>
              </a:cxn>
              <a:cxn ang="0">
                <a:pos x="392" y="6"/>
              </a:cxn>
              <a:cxn ang="0">
                <a:pos x="462" y="113"/>
              </a:cxn>
              <a:cxn ang="0">
                <a:pos x="453" y="131"/>
              </a:cxn>
              <a:cxn ang="0">
                <a:pos x="85" y="131"/>
              </a:cxn>
              <a:cxn ang="0">
                <a:pos x="75" y="125"/>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chemeClr val="accent1"/>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7" name="Freeform 12"/>
          <p:cNvSpPr>
            <a:spLocks/>
          </p:cNvSpPr>
          <p:nvPr/>
        </p:nvSpPr>
        <p:spPr bwMode="auto">
          <a:xfrm>
            <a:off x="4469299" y="3600641"/>
            <a:ext cx="1601139" cy="448661"/>
          </a:xfrm>
          <a:custGeom>
            <a:avLst/>
            <a:gdLst/>
            <a:ahLst/>
            <a:cxnLst>
              <a:cxn ang="0">
                <a:pos x="75" y="125"/>
              </a:cxn>
              <a:cxn ang="0">
                <a:pos x="5" y="18"/>
              </a:cxn>
              <a:cxn ang="0">
                <a:pos x="14" y="0"/>
              </a:cxn>
              <a:cxn ang="0">
                <a:pos x="382" y="0"/>
              </a:cxn>
              <a:cxn ang="0">
                <a:pos x="392" y="6"/>
              </a:cxn>
              <a:cxn ang="0">
                <a:pos x="462" y="113"/>
              </a:cxn>
              <a:cxn ang="0">
                <a:pos x="453" y="131"/>
              </a:cxn>
              <a:cxn ang="0">
                <a:pos x="85" y="131"/>
              </a:cxn>
              <a:cxn ang="0">
                <a:pos x="75" y="125"/>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chemeClr val="accent2"/>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8" name="Freeform 13"/>
          <p:cNvSpPr>
            <a:spLocks/>
          </p:cNvSpPr>
          <p:nvPr/>
        </p:nvSpPr>
        <p:spPr bwMode="auto">
          <a:xfrm>
            <a:off x="5977966" y="3600641"/>
            <a:ext cx="1601139" cy="448661"/>
          </a:xfrm>
          <a:custGeom>
            <a:avLst/>
            <a:gdLst/>
            <a:ahLst/>
            <a:cxnLst>
              <a:cxn ang="0">
                <a:pos x="75" y="125"/>
              </a:cxn>
              <a:cxn ang="0">
                <a:pos x="5" y="18"/>
              </a:cxn>
              <a:cxn ang="0">
                <a:pos x="14" y="0"/>
              </a:cxn>
              <a:cxn ang="0">
                <a:pos x="382" y="0"/>
              </a:cxn>
              <a:cxn ang="0">
                <a:pos x="392" y="6"/>
              </a:cxn>
              <a:cxn ang="0">
                <a:pos x="462" y="113"/>
              </a:cxn>
              <a:cxn ang="0">
                <a:pos x="453" y="131"/>
              </a:cxn>
              <a:cxn ang="0">
                <a:pos x="85" y="131"/>
              </a:cxn>
              <a:cxn ang="0">
                <a:pos x="75" y="125"/>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rgbClr val="475866"/>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9" name="Freeform 14"/>
          <p:cNvSpPr>
            <a:spLocks/>
          </p:cNvSpPr>
          <p:nvPr/>
        </p:nvSpPr>
        <p:spPr bwMode="auto">
          <a:xfrm>
            <a:off x="7486633" y="3600641"/>
            <a:ext cx="1601139" cy="448661"/>
          </a:xfrm>
          <a:custGeom>
            <a:avLst/>
            <a:gdLst/>
            <a:ahLst/>
            <a:cxnLst>
              <a:cxn ang="0">
                <a:pos x="75" y="125"/>
              </a:cxn>
              <a:cxn ang="0">
                <a:pos x="5" y="18"/>
              </a:cxn>
              <a:cxn ang="0">
                <a:pos x="14" y="0"/>
              </a:cxn>
              <a:cxn ang="0">
                <a:pos x="382" y="0"/>
              </a:cxn>
              <a:cxn ang="0">
                <a:pos x="392" y="6"/>
              </a:cxn>
              <a:cxn ang="0">
                <a:pos x="462" y="113"/>
              </a:cxn>
              <a:cxn ang="0">
                <a:pos x="453" y="131"/>
              </a:cxn>
              <a:cxn ang="0">
                <a:pos x="85" y="131"/>
              </a:cxn>
              <a:cxn ang="0">
                <a:pos x="75" y="125"/>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chemeClr val="accent4"/>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10" name="Freeform 15"/>
          <p:cNvSpPr>
            <a:spLocks/>
          </p:cNvSpPr>
          <p:nvPr/>
        </p:nvSpPr>
        <p:spPr bwMode="auto">
          <a:xfrm>
            <a:off x="9005576" y="3600641"/>
            <a:ext cx="1578878" cy="448661"/>
          </a:xfrm>
          <a:custGeom>
            <a:avLst/>
            <a:gdLst/>
            <a:ahLst/>
            <a:cxnLst>
              <a:cxn ang="0">
                <a:pos x="70" y="123"/>
              </a:cxn>
              <a:cxn ang="0">
                <a:pos x="7" y="27"/>
              </a:cxn>
              <a:cxn ang="0">
                <a:pos x="22" y="0"/>
              </a:cxn>
              <a:cxn ang="0">
                <a:pos x="376" y="0"/>
              </a:cxn>
              <a:cxn ang="0">
                <a:pos x="391" y="8"/>
              </a:cxn>
              <a:cxn ang="0">
                <a:pos x="453" y="104"/>
              </a:cxn>
              <a:cxn ang="0">
                <a:pos x="439" y="131"/>
              </a:cxn>
              <a:cxn ang="0">
                <a:pos x="85" y="131"/>
              </a:cxn>
              <a:cxn ang="0">
                <a:pos x="70" y="123"/>
              </a:cxn>
            </a:cxnLst>
            <a:rect l="0" t="0" r="r" b="b"/>
            <a:pathLst>
              <a:path w="461" h="131">
                <a:moveTo>
                  <a:pt x="70" y="123"/>
                </a:moveTo>
                <a:cubicBezTo>
                  <a:pt x="7" y="27"/>
                  <a:pt x="7" y="27"/>
                  <a:pt x="7" y="27"/>
                </a:cubicBezTo>
                <a:cubicBezTo>
                  <a:pt x="0" y="16"/>
                  <a:pt x="8" y="0"/>
                  <a:pt x="22" y="0"/>
                </a:cubicBezTo>
                <a:cubicBezTo>
                  <a:pt x="376" y="0"/>
                  <a:pt x="376" y="0"/>
                  <a:pt x="376" y="0"/>
                </a:cubicBezTo>
                <a:cubicBezTo>
                  <a:pt x="382" y="0"/>
                  <a:pt x="387" y="3"/>
                  <a:pt x="391" y="8"/>
                </a:cubicBezTo>
                <a:cubicBezTo>
                  <a:pt x="453" y="104"/>
                  <a:pt x="453" y="104"/>
                  <a:pt x="453" y="104"/>
                </a:cubicBezTo>
                <a:cubicBezTo>
                  <a:pt x="461" y="116"/>
                  <a:pt x="453" y="131"/>
                  <a:pt x="439" y="131"/>
                </a:cubicBezTo>
                <a:cubicBezTo>
                  <a:pt x="85" y="131"/>
                  <a:pt x="85" y="131"/>
                  <a:pt x="85" y="131"/>
                </a:cubicBezTo>
                <a:cubicBezTo>
                  <a:pt x="79" y="131"/>
                  <a:pt x="73" y="128"/>
                  <a:pt x="70" y="123"/>
                </a:cubicBezTo>
                <a:close/>
              </a:path>
            </a:pathLst>
          </a:custGeom>
          <a:solidFill>
            <a:schemeClr val="accent6"/>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11" name="Rectangle 40"/>
          <p:cNvSpPr>
            <a:spLocks noChangeArrowheads="1"/>
          </p:cNvSpPr>
          <p:nvPr/>
        </p:nvSpPr>
        <p:spPr bwMode="auto">
          <a:xfrm>
            <a:off x="2244832" y="3501321"/>
            <a:ext cx="13699" cy="27400"/>
          </a:xfrm>
          <a:prstGeom prst="rect">
            <a:avLst/>
          </a:prstGeom>
          <a:solidFill>
            <a:srgbClr val="646463"/>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12" name="Freeform 41"/>
          <p:cNvSpPr>
            <a:spLocks noEditPoints="1"/>
          </p:cNvSpPr>
          <p:nvPr/>
        </p:nvSpPr>
        <p:spPr bwMode="auto">
          <a:xfrm>
            <a:off x="2244832" y="2403642"/>
            <a:ext cx="13699" cy="1042881"/>
          </a:xfrm>
          <a:custGeom>
            <a:avLst/>
            <a:gdLst/>
            <a:ahLst/>
            <a:cxnLst>
              <a:cxn ang="0">
                <a:pos x="8" y="609"/>
              </a:cxn>
              <a:cxn ang="0">
                <a:pos x="0" y="609"/>
              </a:cxn>
              <a:cxn ang="0">
                <a:pos x="0" y="577"/>
              </a:cxn>
              <a:cxn ang="0">
                <a:pos x="8" y="577"/>
              </a:cxn>
              <a:cxn ang="0">
                <a:pos x="8" y="609"/>
              </a:cxn>
              <a:cxn ang="0">
                <a:pos x="8" y="545"/>
              </a:cxn>
              <a:cxn ang="0">
                <a:pos x="0" y="545"/>
              </a:cxn>
              <a:cxn ang="0">
                <a:pos x="0" y="512"/>
              </a:cxn>
              <a:cxn ang="0">
                <a:pos x="8" y="512"/>
              </a:cxn>
              <a:cxn ang="0">
                <a:pos x="8" y="545"/>
              </a:cxn>
              <a:cxn ang="0">
                <a:pos x="8" y="480"/>
              </a:cxn>
              <a:cxn ang="0">
                <a:pos x="0" y="480"/>
              </a:cxn>
              <a:cxn ang="0">
                <a:pos x="0" y="448"/>
              </a:cxn>
              <a:cxn ang="0">
                <a:pos x="8" y="448"/>
              </a:cxn>
              <a:cxn ang="0">
                <a:pos x="8" y="480"/>
              </a:cxn>
              <a:cxn ang="0">
                <a:pos x="8" y="416"/>
              </a:cxn>
              <a:cxn ang="0">
                <a:pos x="0" y="416"/>
              </a:cxn>
              <a:cxn ang="0">
                <a:pos x="0" y="384"/>
              </a:cxn>
              <a:cxn ang="0">
                <a:pos x="8" y="384"/>
              </a:cxn>
              <a:cxn ang="0">
                <a:pos x="8" y="416"/>
              </a:cxn>
              <a:cxn ang="0">
                <a:pos x="8" y="352"/>
              </a:cxn>
              <a:cxn ang="0">
                <a:pos x="0" y="352"/>
              </a:cxn>
              <a:cxn ang="0">
                <a:pos x="0" y="320"/>
              </a:cxn>
              <a:cxn ang="0">
                <a:pos x="8" y="320"/>
              </a:cxn>
              <a:cxn ang="0">
                <a:pos x="8" y="352"/>
              </a:cxn>
              <a:cxn ang="0">
                <a:pos x="8" y="288"/>
              </a:cxn>
              <a:cxn ang="0">
                <a:pos x="0" y="288"/>
              </a:cxn>
              <a:cxn ang="0">
                <a:pos x="0" y="256"/>
              </a:cxn>
              <a:cxn ang="0">
                <a:pos x="8" y="256"/>
              </a:cxn>
              <a:cxn ang="0">
                <a:pos x="8" y="288"/>
              </a:cxn>
              <a:cxn ang="0">
                <a:pos x="8" y="224"/>
              </a:cxn>
              <a:cxn ang="0">
                <a:pos x="0" y="224"/>
              </a:cxn>
              <a:cxn ang="0">
                <a:pos x="0" y="192"/>
              </a:cxn>
              <a:cxn ang="0">
                <a:pos x="8" y="192"/>
              </a:cxn>
              <a:cxn ang="0">
                <a:pos x="8" y="224"/>
              </a:cxn>
              <a:cxn ang="0">
                <a:pos x="8" y="160"/>
              </a:cxn>
              <a:cxn ang="0">
                <a:pos x="0" y="160"/>
              </a:cxn>
              <a:cxn ang="0">
                <a:pos x="0" y="128"/>
              </a:cxn>
              <a:cxn ang="0">
                <a:pos x="8" y="128"/>
              </a:cxn>
              <a:cxn ang="0">
                <a:pos x="8" y="160"/>
              </a:cxn>
              <a:cxn ang="0">
                <a:pos x="8" y="96"/>
              </a:cxn>
              <a:cxn ang="0">
                <a:pos x="0" y="96"/>
              </a:cxn>
              <a:cxn ang="0">
                <a:pos x="0" y="64"/>
              </a:cxn>
              <a:cxn ang="0">
                <a:pos x="8" y="64"/>
              </a:cxn>
              <a:cxn ang="0">
                <a:pos x="8" y="96"/>
              </a:cxn>
              <a:cxn ang="0">
                <a:pos x="8" y="32"/>
              </a:cxn>
              <a:cxn ang="0">
                <a:pos x="0" y="32"/>
              </a:cxn>
              <a:cxn ang="0">
                <a:pos x="0" y="0"/>
              </a:cxn>
              <a:cxn ang="0">
                <a:pos x="8" y="0"/>
              </a:cxn>
              <a:cxn ang="0">
                <a:pos x="8" y="32"/>
              </a:cxn>
            </a:cxnLst>
            <a:rect l="0" t="0" r="r" b="b"/>
            <a:pathLst>
              <a:path w="8" h="609">
                <a:moveTo>
                  <a:pt x="8" y="609"/>
                </a:moveTo>
                <a:lnTo>
                  <a:pt x="0" y="609"/>
                </a:lnTo>
                <a:lnTo>
                  <a:pt x="0" y="577"/>
                </a:lnTo>
                <a:lnTo>
                  <a:pt x="8" y="577"/>
                </a:lnTo>
                <a:lnTo>
                  <a:pt x="8" y="609"/>
                </a:lnTo>
                <a:close/>
                <a:moveTo>
                  <a:pt x="8" y="545"/>
                </a:moveTo>
                <a:lnTo>
                  <a:pt x="0" y="545"/>
                </a:lnTo>
                <a:lnTo>
                  <a:pt x="0" y="512"/>
                </a:lnTo>
                <a:lnTo>
                  <a:pt x="8" y="512"/>
                </a:lnTo>
                <a:lnTo>
                  <a:pt x="8" y="545"/>
                </a:lnTo>
                <a:close/>
                <a:moveTo>
                  <a:pt x="8" y="480"/>
                </a:moveTo>
                <a:lnTo>
                  <a:pt x="0" y="480"/>
                </a:lnTo>
                <a:lnTo>
                  <a:pt x="0" y="448"/>
                </a:lnTo>
                <a:lnTo>
                  <a:pt x="8" y="448"/>
                </a:lnTo>
                <a:lnTo>
                  <a:pt x="8" y="480"/>
                </a:lnTo>
                <a:close/>
                <a:moveTo>
                  <a:pt x="8" y="416"/>
                </a:moveTo>
                <a:lnTo>
                  <a:pt x="0" y="416"/>
                </a:lnTo>
                <a:lnTo>
                  <a:pt x="0" y="384"/>
                </a:lnTo>
                <a:lnTo>
                  <a:pt x="8" y="384"/>
                </a:lnTo>
                <a:lnTo>
                  <a:pt x="8" y="416"/>
                </a:lnTo>
                <a:close/>
                <a:moveTo>
                  <a:pt x="8" y="352"/>
                </a:moveTo>
                <a:lnTo>
                  <a:pt x="0" y="352"/>
                </a:lnTo>
                <a:lnTo>
                  <a:pt x="0" y="320"/>
                </a:lnTo>
                <a:lnTo>
                  <a:pt x="8" y="320"/>
                </a:lnTo>
                <a:lnTo>
                  <a:pt x="8" y="352"/>
                </a:lnTo>
                <a:close/>
                <a:moveTo>
                  <a:pt x="8" y="288"/>
                </a:moveTo>
                <a:lnTo>
                  <a:pt x="0" y="288"/>
                </a:lnTo>
                <a:lnTo>
                  <a:pt x="0" y="256"/>
                </a:lnTo>
                <a:lnTo>
                  <a:pt x="8" y="256"/>
                </a:lnTo>
                <a:lnTo>
                  <a:pt x="8" y="288"/>
                </a:lnTo>
                <a:close/>
                <a:moveTo>
                  <a:pt x="8" y="224"/>
                </a:moveTo>
                <a:lnTo>
                  <a:pt x="0" y="224"/>
                </a:lnTo>
                <a:lnTo>
                  <a:pt x="0" y="192"/>
                </a:lnTo>
                <a:lnTo>
                  <a:pt x="8" y="192"/>
                </a:lnTo>
                <a:lnTo>
                  <a:pt x="8" y="224"/>
                </a:lnTo>
                <a:close/>
                <a:moveTo>
                  <a:pt x="8" y="160"/>
                </a:moveTo>
                <a:lnTo>
                  <a:pt x="0" y="160"/>
                </a:lnTo>
                <a:lnTo>
                  <a:pt x="0" y="128"/>
                </a:lnTo>
                <a:lnTo>
                  <a:pt x="8" y="128"/>
                </a:lnTo>
                <a:lnTo>
                  <a:pt x="8" y="160"/>
                </a:lnTo>
                <a:close/>
                <a:moveTo>
                  <a:pt x="8" y="96"/>
                </a:moveTo>
                <a:lnTo>
                  <a:pt x="0" y="96"/>
                </a:lnTo>
                <a:lnTo>
                  <a:pt x="0" y="64"/>
                </a:lnTo>
                <a:lnTo>
                  <a:pt x="8" y="64"/>
                </a:lnTo>
                <a:lnTo>
                  <a:pt x="8" y="96"/>
                </a:lnTo>
                <a:close/>
                <a:moveTo>
                  <a:pt x="8" y="32"/>
                </a:moveTo>
                <a:lnTo>
                  <a:pt x="0" y="32"/>
                </a:lnTo>
                <a:lnTo>
                  <a:pt x="0" y="0"/>
                </a:lnTo>
                <a:lnTo>
                  <a:pt x="8" y="0"/>
                </a:lnTo>
                <a:lnTo>
                  <a:pt x="8" y="32"/>
                </a:lnTo>
                <a:close/>
              </a:path>
            </a:pathLst>
          </a:custGeom>
          <a:solidFill>
            <a:srgbClr val="64646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13" name="Rectangle 42"/>
          <p:cNvSpPr>
            <a:spLocks noChangeArrowheads="1"/>
          </p:cNvSpPr>
          <p:nvPr/>
        </p:nvSpPr>
        <p:spPr bwMode="auto">
          <a:xfrm>
            <a:off x="2244832" y="2319731"/>
            <a:ext cx="13699" cy="27400"/>
          </a:xfrm>
          <a:prstGeom prst="rect">
            <a:avLst/>
          </a:prstGeom>
          <a:solidFill>
            <a:srgbClr val="646463"/>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14" name="Oval 43"/>
          <p:cNvSpPr>
            <a:spLocks noChangeArrowheads="1"/>
          </p:cNvSpPr>
          <p:nvPr/>
        </p:nvSpPr>
        <p:spPr bwMode="auto">
          <a:xfrm>
            <a:off x="2210582" y="2278632"/>
            <a:ext cx="85623" cy="83911"/>
          </a:xfrm>
          <a:prstGeom prst="ellipse">
            <a:avLst/>
          </a:prstGeom>
          <a:solidFill>
            <a:srgbClr val="64646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15" name="Rectangle 44"/>
          <p:cNvSpPr>
            <a:spLocks noChangeArrowheads="1"/>
          </p:cNvSpPr>
          <p:nvPr/>
        </p:nvSpPr>
        <p:spPr bwMode="auto">
          <a:xfrm>
            <a:off x="5262165" y="3501321"/>
            <a:ext cx="13699" cy="27400"/>
          </a:xfrm>
          <a:prstGeom prst="rect">
            <a:avLst/>
          </a:prstGeom>
          <a:solidFill>
            <a:srgbClr val="646463"/>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16" name="Freeform 45"/>
          <p:cNvSpPr>
            <a:spLocks noEditPoints="1"/>
          </p:cNvSpPr>
          <p:nvPr/>
        </p:nvSpPr>
        <p:spPr bwMode="auto">
          <a:xfrm>
            <a:off x="5262165" y="2403642"/>
            <a:ext cx="13699" cy="1042881"/>
          </a:xfrm>
          <a:custGeom>
            <a:avLst/>
            <a:gdLst/>
            <a:ahLst/>
            <a:cxnLst>
              <a:cxn ang="0">
                <a:pos x="8" y="609"/>
              </a:cxn>
              <a:cxn ang="0">
                <a:pos x="0" y="609"/>
              </a:cxn>
              <a:cxn ang="0">
                <a:pos x="0" y="577"/>
              </a:cxn>
              <a:cxn ang="0">
                <a:pos x="8" y="577"/>
              </a:cxn>
              <a:cxn ang="0">
                <a:pos x="8" y="609"/>
              </a:cxn>
              <a:cxn ang="0">
                <a:pos x="8" y="545"/>
              </a:cxn>
              <a:cxn ang="0">
                <a:pos x="0" y="545"/>
              </a:cxn>
              <a:cxn ang="0">
                <a:pos x="0" y="512"/>
              </a:cxn>
              <a:cxn ang="0">
                <a:pos x="8" y="512"/>
              </a:cxn>
              <a:cxn ang="0">
                <a:pos x="8" y="545"/>
              </a:cxn>
              <a:cxn ang="0">
                <a:pos x="8" y="480"/>
              </a:cxn>
              <a:cxn ang="0">
                <a:pos x="0" y="480"/>
              </a:cxn>
              <a:cxn ang="0">
                <a:pos x="0" y="448"/>
              </a:cxn>
              <a:cxn ang="0">
                <a:pos x="8" y="448"/>
              </a:cxn>
              <a:cxn ang="0">
                <a:pos x="8" y="480"/>
              </a:cxn>
              <a:cxn ang="0">
                <a:pos x="8" y="416"/>
              </a:cxn>
              <a:cxn ang="0">
                <a:pos x="0" y="416"/>
              </a:cxn>
              <a:cxn ang="0">
                <a:pos x="0" y="384"/>
              </a:cxn>
              <a:cxn ang="0">
                <a:pos x="8" y="384"/>
              </a:cxn>
              <a:cxn ang="0">
                <a:pos x="8" y="416"/>
              </a:cxn>
              <a:cxn ang="0">
                <a:pos x="8" y="352"/>
              </a:cxn>
              <a:cxn ang="0">
                <a:pos x="0" y="352"/>
              </a:cxn>
              <a:cxn ang="0">
                <a:pos x="0" y="320"/>
              </a:cxn>
              <a:cxn ang="0">
                <a:pos x="8" y="320"/>
              </a:cxn>
              <a:cxn ang="0">
                <a:pos x="8" y="352"/>
              </a:cxn>
              <a:cxn ang="0">
                <a:pos x="8" y="288"/>
              </a:cxn>
              <a:cxn ang="0">
                <a:pos x="0" y="288"/>
              </a:cxn>
              <a:cxn ang="0">
                <a:pos x="0" y="256"/>
              </a:cxn>
              <a:cxn ang="0">
                <a:pos x="8" y="256"/>
              </a:cxn>
              <a:cxn ang="0">
                <a:pos x="8" y="288"/>
              </a:cxn>
              <a:cxn ang="0">
                <a:pos x="8" y="224"/>
              </a:cxn>
              <a:cxn ang="0">
                <a:pos x="0" y="224"/>
              </a:cxn>
              <a:cxn ang="0">
                <a:pos x="0" y="192"/>
              </a:cxn>
              <a:cxn ang="0">
                <a:pos x="8" y="192"/>
              </a:cxn>
              <a:cxn ang="0">
                <a:pos x="8" y="224"/>
              </a:cxn>
              <a:cxn ang="0">
                <a:pos x="8" y="160"/>
              </a:cxn>
              <a:cxn ang="0">
                <a:pos x="0" y="160"/>
              </a:cxn>
              <a:cxn ang="0">
                <a:pos x="0" y="128"/>
              </a:cxn>
              <a:cxn ang="0">
                <a:pos x="8" y="128"/>
              </a:cxn>
              <a:cxn ang="0">
                <a:pos x="8" y="160"/>
              </a:cxn>
              <a:cxn ang="0">
                <a:pos x="8" y="96"/>
              </a:cxn>
              <a:cxn ang="0">
                <a:pos x="0" y="96"/>
              </a:cxn>
              <a:cxn ang="0">
                <a:pos x="0" y="64"/>
              </a:cxn>
              <a:cxn ang="0">
                <a:pos x="8" y="64"/>
              </a:cxn>
              <a:cxn ang="0">
                <a:pos x="8" y="96"/>
              </a:cxn>
              <a:cxn ang="0">
                <a:pos x="8" y="32"/>
              </a:cxn>
              <a:cxn ang="0">
                <a:pos x="0" y="32"/>
              </a:cxn>
              <a:cxn ang="0">
                <a:pos x="0" y="0"/>
              </a:cxn>
              <a:cxn ang="0">
                <a:pos x="8" y="0"/>
              </a:cxn>
              <a:cxn ang="0">
                <a:pos x="8" y="32"/>
              </a:cxn>
            </a:cxnLst>
            <a:rect l="0" t="0" r="r" b="b"/>
            <a:pathLst>
              <a:path w="8" h="609">
                <a:moveTo>
                  <a:pt x="8" y="609"/>
                </a:moveTo>
                <a:lnTo>
                  <a:pt x="0" y="609"/>
                </a:lnTo>
                <a:lnTo>
                  <a:pt x="0" y="577"/>
                </a:lnTo>
                <a:lnTo>
                  <a:pt x="8" y="577"/>
                </a:lnTo>
                <a:lnTo>
                  <a:pt x="8" y="609"/>
                </a:lnTo>
                <a:close/>
                <a:moveTo>
                  <a:pt x="8" y="545"/>
                </a:moveTo>
                <a:lnTo>
                  <a:pt x="0" y="545"/>
                </a:lnTo>
                <a:lnTo>
                  <a:pt x="0" y="512"/>
                </a:lnTo>
                <a:lnTo>
                  <a:pt x="8" y="512"/>
                </a:lnTo>
                <a:lnTo>
                  <a:pt x="8" y="545"/>
                </a:lnTo>
                <a:close/>
                <a:moveTo>
                  <a:pt x="8" y="480"/>
                </a:moveTo>
                <a:lnTo>
                  <a:pt x="0" y="480"/>
                </a:lnTo>
                <a:lnTo>
                  <a:pt x="0" y="448"/>
                </a:lnTo>
                <a:lnTo>
                  <a:pt x="8" y="448"/>
                </a:lnTo>
                <a:lnTo>
                  <a:pt x="8" y="480"/>
                </a:lnTo>
                <a:close/>
                <a:moveTo>
                  <a:pt x="8" y="416"/>
                </a:moveTo>
                <a:lnTo>
                  <a:pt x="0" y="416"/>
                </a:lnTo>
                <a:lnTo>
                  <a:pt x="0" y="384"/>
                </a:lnTo>
                <a:lnTo>
                  <a:pt x="8" y="384"/>
                </a:lnTo>
                <a:lnTo>
                  <a:pt x="8" y="416"/>
                </a:lnTo>
                <a:close/>
                <a:moveTo>
                  <a:pt x="8" y="352"/>
                </a:moveTo>
                <a:lnTo>
                  <a:pt x="0" y="352"/>
                </a:lnTo>
                <a:lnTo>
                  <a:pt x="0" y="320"/>
                </a:lnTo>
                <a:lnTo>
                  <a:pt x="8" y="320"/>
                </a:lnTo>
                <a:lnTo>
                  <a:pt x="8" y="352"/>
                </a:lnTo>
                <a:close/>
                <a:moveTo>
                  <a:pt x="8" y="288"/>
                </a:moveTo>
                <a:lnTo>
                  <a:pt x="0" y="288"/>
                </a:lnTo>
                <a:lnTo>
                  <a:pt x="0" y="256"/>
                </a:lnTo>
                <a:lnTo>
                  <a:pt x="8" y="256"/>
                </a:lnTo>
                <a:lnTo>
                  <a:pt x="8" y="288"/>
                </a:lnTo>
                <a:close/>
                <a:moveTo>
                  <a:pt x="8" y="224"/>
                </a:moveTo>
                <a:lnTo>
                  <a:pt x="0" y="224"/>
                </a:lnTo>
                <a:lnTo>
                  <a:pt x="0" y="192"/>
                </a:lnTo>
                <a:lnTo>
                  <a:pt x="8" y="192"/>
                </a:lnTo>
                <a:lnTo>
                  <a:pt x="8" y="224"/>
                </a:lnTo>
                <a:close/>
                <a:moveTo>
                  <a:pt x="8" y="160"/>
                </a:moveTo>
                <a:lnTo>
                  <a:pt x="0" y="160"/>
                </a:lnTo>
                <a:lnTo>
                  <a:pt x="0" y="128"/>
                </a:lnTo>
                <a:lnTo>
                  <a:pt x="8" y="128"/>
                </a:lnTo>
                <a:lnTo>
                  <a:pt x="8" y="160"/>
                </a:lnTo>
                <a:close/>
                <a:moveTo>
                  <a:pt x="8" y="96"/>
                </a:moveTo>
                <a:lnTo>
                  <a:pt x="0" y="96"/>
                </a:lnTo>
                <a:lnTo>
                  <a:pt x="0" y="64"/>
                </a:lnTo>
                <a:lnTo>
                  <a:pt x="8" y="64"/>
                </a:lnTo>
                <a:lnTo>
                  <a:pt x="8" y="96"/>
                </a:lnTo>
                <a:close/>
                <a:moveTo>
                  <a:pt x="8" y="32"/>
                </a:moveTo>
                <a:lnTo>
                  <a:pt x="0" y="32"/>
                </a:lnTo>
                <a:lnTo>
                  <a:pt x="0" y="0"/>
                </a:lnTo>
                <a:lnTo>
                  <a:pt x="8" y="0"/>
                </a:lnTo>
                <a:lnTo>
                  <a:pt x="8" y="32"/>
                </a:lnTo>
                <a:close/>
              </a:path>
            </a:pathLst>
          </a:custGeom>
          <a:solidFill>
            <a:srgbClr val="64646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17" name="Rectangle 46"/>
          <p:cNvSpPr>
            <a:spLocks noChangeArrowheads="1"/>
          </p:cNvSpPr>
          <p:nvPr/>
        </p:nvSpPr>
        <p:spPr bwMode="auto">
          <a:xfrm>
            <a:off x="5262165" y="2319731"/>
            <a:ext cx="13699" cy="27400"/>
          </a:xfrm>
          <a:prstGeom prst="rect">
            <a:avLst/>
          </a:prstGeom>
          <a:solidFill>
            <a:srgbClr val="646463"/>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18" name="Oval 47"/>
          <p:cNvSpPr>
            <a:spLocks noChangeArrowheads="1"/>
          </p:cNvSpPr>
          <p:nvPr/>
        </p:nvSpPr>
        <p:spPr bwMode="auto">
          <a:xfrm>
            <a:off x="5227916" y="2278632"/>
            <a:ext cx="85623" cy="83911"/>
          </a:xfrm>
          <a:prstGeom prst="ellipse">
            <a:avLst/>
          </a:prstGeom>
          <a:solidFill>
            <a:srgbClr val="64646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19" name="Rectangle 48"/>
          <p:cNvSpPr>
            <a:spLocks noChangeArrowheads="1"/>
          </p:cNvSpPr>
          <p:nvPr/>
        </p:nvSpPr>
        <p:spPr bwMode="auto">
          <a:xfrm>
            <a:off x="8277786" y="3501321"/>
            <a:ext cx="13699" cy="27400"/>
          </a:xfrm>
          <a:prstGeom prst="rect">
            <a:avLst/>
          </a:prstGeom>
          <a:solidFill>
            <a:srgbClr val="646463"/>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20" name="Freeform 49"/>
          <p:cNvSpPr>
            <a:spLocks noEditPoints="1"/>
          </p:cNvSpPr>
          <p:nvPr/>
        </p:nvSpPr>
        <p:spPr bwMode="auto">
          <a:xfrm>
            <a:off x="8277786" y="2403642"/>
            <a:ext cx="13699" cy="1042881"/>
          </a:xfrm>
          <a:custGeom>
            <a:avLst/>
            <a:gdLst/>
            <a:ahLst/>
            <a:cxnLst>
              <a:cxn ang="0">
                <a:pos x="8" y="609"/>
              </a:cxn>
              <a:cxn ang="0">
                <a:pos x="0" y="609"/>
              </a:cxn>
              <a:cxn ang="0">
                <a:pos x="0" y="577"/>
              </a:cxn>
              <a:cxn ang="0">
                <a:pos x="8" y="577"/>
              </a:cxn>
              <a:cxn ang="0">
                <a:pos x="8" y="609"/>
              </a:cxn>
              <a:cxn ang="0">
                <a:pos x="8" y="545"/>
              </a:cxn>
              <a:cxn ang="0">
                <a:pos x="0" y="545"/>
              </a:cxn>
              <a:cxn ang="0">
                <a:pos x="0" y="512"/>
              </a:cxn>
              <a:cxn ang="0">
                <a:pos x="8" y="512"/>
              </a:cxn>
              <a:cxn ang="0">
                <a:pos x="8" y="545"/>
              </a:cxn>
              <a:cxn ang="0">
                <a:pos x="8" y="480"/>
              </a:cxn>
              <a:cxn ang="0">
                <a:pos x="0" y="480"/>
              </a:cxn>
              <a:cxn ang="0">
                <a:pos x="0" y="448"/>
              </a:cxn>
              <a:cxn ang="0">
                <a:pos x="8" y="448"/>
              </a:cxn>
              <a:cxn ang="0">
                <a:pos x="8" y="480"/>
              </a:cxn>
              <a:cxn ang="0">
                <a:pos x="8" y="416"/>
              </a:cxn>
              <a:cxn ang="0">
                <a:pos x="0" y="416"/>
              </a:cxn>
              <a:cxn ang="0">
                <a:pos x="0" y="384"/>
              </a:cxn>
              <a:cxn ang="0">
                <a:pos x="8" y="384"/>
              </a:cxn>
              <a:cxn ang="0">
                <a:pos x="8" y="416"/>
              </a:cxn>
              <a:cxn ang="0">
                <a:pos x="8" y="352"/>
              </a:cxn>
              <a:cxn ang="0">
                <a:pos x="0" y="352"/>
              </a:cxn>
              <a:cxn ang="0">
                <a:pos x="0" y="320"/>
              </a:cxn>
              <a:cxn ang="0">
                <a:pos x="8" y="320"/>
              </a:cxn>
              <a:cxn ang="0">
                <a:pos x="8" y="352"/>
              </a:cxn>
              <a:cxn ang="0">
                <a:pos x="8" y="288"/>
              </a:cxn>
              <a:cxn ang="0">
                <a:pos x="0" y="288"/>
              </a:cxn>
              <a:cxn ang="0">
                <a:pos x="0" y="256"/>
              </a:cxn>
              <a:cxn ang="0">
                <a:pos x="8" y="256"/>
              </a:cxn>
              <a:cxn ang="0">
                <a:pos x="8" y="288"/>
              </a:cxn>
              <a:cxn ang="0">
                <a:pos x="8" y="224"/>
              </a:cxn>
              <a:cxn ang="0">
                <a:pos x="0" y="224"/>
              </a:cxn>
              <a:cxn ang="0">
                <a:pos x="0" y="192"/>
              </a:cxn>
              <a:cxn ang="0">
                <a:pos x="8" y="192"/>
              </a:cxn>
              <a:cxn ang="0">
                <a:pos x="8" y="224"/>
              </a:cxn>
              <a:cxn ang="0">
                <a:pos x="8" y="160"/>
              </a:cxn>
              <a:cxn ang="0">
                <a:pos x="0" y="160"/>
              </a:cxn>
              <a:cxn ang="0">
                <a:pos x="0" y="128"/>
              </a:cxn>
              <a:cxn ang="0">
                <a:pos x="8" y="128"/>
              </a:cxn>
              <a:cxn ang="0">
                <a:pos x="8" y="160"/>
              </a:cxn>
              <a:cxn ang="0">
                <a:pos x="8" y="96"/>
              </a:cxn>
              <a:cxn ang="0">
                <a:pos x="0" y="96"/>
              </a:cxn>
              <a:cxn ang="0">
                <a:pos x="0" y="64"/>
              </a:cxn>
              <a:cxn ang="0">
                <a:pos x="8" y="64"/>
              </a:cxn>
              <a:cxn ang="0">
                <a:pos x="8" y="96"/>
              </a:cxn>
              <a:cxn ang="0">
                <a:pos x="8" y="32"/>
              </a:cxn>
              <a:cxn ang="0">
                <a:pos x="0" y="32"/>
              </a:cxn>
              <a:cxn ang="0">
                <a:pos x="0" y="0"/>
              </a:cxn>
              <a:cxn ang="0">
                <a:pos x="8" y="0"/>
              </a:cxn>
              <a:cxn ang="0">
                <a:pos x="8" y="32"/>
              </a:cxn>
            </a:cxnLst>
            <a:rect l="0" t="0" r="r" b="b"/>
            <a:pathLst>
              <a:path w="8" h="609">
                <a:moveTo>
                  <a:pt x="8" y="609"/>
                </a:moveTo>
                <a:lnTo>
                  <a:pt x="0" y="609"/>
                </a:lnTo>
                <a:lnTo>
                  <a:pt x="0" y="577"/>
                </a:lnTo>
                <a:lnTo>
                  <a:pt x="8" y="577"/>
                </a:lnTo>
                <a:lnTo>
                  <a:pt x="8" y="609"/>
                </a:lnTo>
                <a:close/>
                <a:moveTo>
                  <a:pt x="8" y="545"/>
                </a:moveTo>
                <a:lnTo>
                  <a:pt x="0" y="545"/>
                </a:lnTo>
                <a:lnTo>
                  <a:pt x="0" y="512"/>
                </a:lnTo>
                <a:lnTo>
                  <a:pt x="8" y="512"/>
                </a:lnTo>
                <a:lnTo>
                  <a:pt x="8" y="545"/>
                </a:lnTo>
                <a:close/>
                <a:moveTo>
                  <a:pt x="8" y="480"/>
                </a:moveTo>
                <a:lnTo>
                  <a:pt x="0" y="480"/>
                </a:lnTo>
                <a:lnTo>
                  <a:pt x="0" y="448"/>
                </a:lnTo>
                <a:lnTo>
                  <a:pt x="8" y="448"/>
                </a:lnTo>
                <a:lnTo>
                  <a:pt x="8" y="480"/>
                </a:lnTo>
                <a:close/>
                <a:moveTo>
                  <a:pt x="8" y="416"/>
                </a:moveTo>
                <a:lnTo>
                  <a:pt x="0" y="416"/>
                </a:lnTo>
                <a:lnTo>
                  <a:pt x="0" y="384"/>
                </a:lnTo>
                <a:lnTo>
                  <a:pt x="8" y="384"/>
                </a:lnTo>
                <a:lnTo>
                  <a:pt x="8" y="416"/>
                </a:lnTo>
                <a:close/>
                <a:moveTo>
                  <a:pt x="8" y="352"/>
                </a:moveTo>
                <a:lnTo>
                  <a:pt x="0" y="352"/>
                </a:lnTo>
                <a:lnTo>
                  <a:pt x="0" y="320"/>
                </a:lnTo>
                <a:lnTo>
                  <a:pt x="8" y="320"/>
                </a:lnTo>
                <a:lnTo>
                  <a:pt x="8" y="352"/>
                </a:lnTo>
                <a:close/>
                <a:moveTo>
                  <a:pt x="8" y="288"/>
                </a:moveTo>
                <a:lnTo>
                  <a:pt x="0" y="288"/>
                </a:lnTo>
                <a:lnTo>
                  <a:pt x="0" y="256"/>
                </a:lnTo>
                <a:lnTo>
                  <a:pt x="8" y="256"/>
                </a:lnTo>
                <a:lnTo>
                  <a:pt x="8" y="288"/>
                </a:lnTo>
                <a:close/>
                <a:moveTo>
                  <a:pt x="8" y="224"/>
                </a:moveTo>
                <a:lnTo>
                  <a:pt x="0" y="224"/>
                </a:lnTo>
                <a:lnTo>
                  <a:pt x="0" y="192"/>
                </a:lnTo>
                <a:lnTo>
                  <a:pt x="8" y="192"/>
                </a:lnTo>
                <a:lnTo>
                  <a:pt x="8" y="224"/>
                </a:lnTo>
                <a:close/>
                <a:moveTo>
                  <a:pt x="8" y="160"/>
                </a:moveTo>
                <a:lnTo>
                  <a:pt x="0" y="160"/>
                </a:lnTo>
                <a:lnTo>
                  <a:pt x="0" y="128"/>
                </a:lnTo>
                <a:lnTo>
                  <a:pt x="8" y="128"/>
                </a:lnTo>
                <a:lnTo>
                  <a:pt x="8" y="160"/>
                </a:lnTo>
                <a:close/>
                <a:moveTo>
                  <a:pt x="8" y="96"/>
                </a:moveTo>
                <a:lnTo>
                  <a:pt x="0" y="96"/>
                </a:lnTo>
                <a:lnTo>
                  <a:pt x="0" y="64"/>
                </a:lnTo>
                <a:lnTo>
                  <a:pt x="8" y="64"/>
                </a:lnTo>
                <a:lnTo>
                  <a:pt x="8" y="96"/>
                </a:lnTo>
                <a:close/>
                <a:moveTo>
                  <a:pt x="8" y="32"/>
                </a:moveTo>
                <a:lnTo>
                  <a:pt x="0" y="32"/>
                </a:lnTo>
                <a:lnTo>
                  <a:pt x="0" y="0"/>
                </a:lnTo>
                <a:lnTo>
                  <a:pt x="8" y="0"/>
                </a:lnTo>
                <a:lnTo>
                  <a:pt x="8" y="32"/>
                </a:lnTo>
                <a:close/>
              </a:path>
            </a:pathLst>
          </a:custGeom>
          <a:solidFill>
            <a:srgbClr val="64646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21" name="Rectangle 50"/>
          <p:cNvSpPr>
            <a:spLocks noChangeArrowheads="1"/>
          </p:cNvSpPr>
          <p:nvPr/>
        </p:nvSpPr>
        <p:spPr bwMode="auto">
          <a:xfrm>
            <a:off x="8277786" y="2319731"/>
            <a:ext cx="13699" cy="27400"/>
          </a:xfrm>
          <a:prstGeom prst="rect">
            <a:avLst/>
          </a:prstGeom>
          <a:solidFill>
            <a:srgbClr val="646463"/>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22" name="Oval 51"/>
          <p:cNvSpPr>
            <a:spLocks noChangeArrowheads="1"/>
          </p:cNvSpPr>
          <p:nvPr/>
        </p:nvSpPr>
        <p:spPr bwMode="auto">
          <a:xfrm>
            <a:off x="8243537" y="2278632"/>
            <a:ext cx="85623" cy="83911"/>
          </a:xfrm>
          <a:prstGeom prst="ellipse">
            <a:avLst/>
          </a:prstGeom>
          <a:solidFill>
            <a:srgbClr val="64646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23" name="Rectangle 52"/>
          <p:cNvSpPr>
            <a:spLocks noChangeArrowheads="1"/>
          </p:cNvSpPr>
          <p:nvPr/>
        </p:nvSpPr>
        <p:spPr bwMode="auto">
          <a:xfrm>
            <a:off x="3804871" y="4117801"/>
            <a:ext cx="13699" cy="27400"/>
          </a:xfrm>
          <a:prstGeom prst="rect">
            <a:avLst/>
          </a:prstGeom>
          <a:solidFill>
            <a:srgbClr val="646463"/>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24" name="Freeform 53"/>
          <p:cNvSpPr>
            <a:spLocks noEditPoints="1"/>
          </p:cNvSpPr>
          <p:nvPr/>
        </p:nvSpPr>
        <p:spPr bwMode="auto">
          <a:xfrm>
            <a:off x="3804871" y="4200000"/>
            <a:ext cx="13699" cy="1044593"/>
          </a:xfrm>
          <a:custGeom>
            <a:avLst/>
            <a:gdLst/>
            <a:ahLst/>
            <a:cxnLst>
              <a:cxn ang="0">
                <a:pos x="8" y="32"/>
              </a:cxn>
              <a:cxn ang="0">
                <a:pos x="0" y="32"/>
              </a:cxn>
              <a:cxn ang="0">
                <a:pos x="0" y="0"/>
              </a:cxn>
              <a:cxn ang="0">
                <a:pos x="8" y="0"/>
              </a:cxn>
              <a:cxn ang="0">
                <a:pos x="8" y="32"/>
              </a:cxn>
              <a:cxn ang="0">
                <a:pos x="8" y="97"/>
              </a:cxn>
              <a:cxn ang="0">
                <a:pos x="0" y="97"/>
              </a:cxn>
              <a:cxn ang="0">
                <a:pos x="0" y="65"/>
              </a:cxn>
              <a:cxn ang="0">
                <a:pos x="8" y="65"/>
              </a:cxn>
              <a:cxn ang="0">
                <a:pos x="8" y="97"/>
              </a:cxn>
              <a:cxn ang="0">
                <a:pos x="8" y="161"/>
              </a:cxn>
              <a:cxn ang="0">
                <a:pos x="0" y="161"/>
              </a:cxn>
              <a:cxn ang="0">
                <a:pos x="0" y="129"/>
              </a:cxn>
              <a:cxn ang="0">
                <a:pos x="8" y="129"/>
              </a:cxn>
              <a:cxn ang="0">
                <a:pos x="8" y="161"/>
              </a:cxn>
              <a:cxn ang="0">
                <a:pos x="8" y="225"/>
              </a:cxn>
              <a:cxn ang="0">
                <a:pos x="0" y="225"/>
              </a:cxn>
              <a:cxn ang="0">
                <a:pos x="0" y="193"/>
              </a:cxn>
              <a:cxn ang="0">
                <a:pos x="8" y="193"/>
              </a:cxn>
              <a:cxn ang="0">
                <a:pos x="8" y="225"/>
              </a:cxn>
              <a:cxn ang="0">
                <a:pos x="8" y="289"/>
              </a:cxn>
              <a:cxn ang="0">
                <a:pos x="0" y="289"/>
              </a:cxn>
              <a:cxn ang="0">
                <a:pos x="0" y="257"/>
              </a:cxn>
              <a:cxn ang="0">
                <a:pos x="8" y="257"/>
              </a:cxn>
              <a:cxn ang="0">
                <a:pos x="8" y="289"/>
              </a:cxn>
              <a:cxn ang="0">
                <a:pos x="8" y="353"/>
              </a:cxn>
              <a:cxn ang="0">
                <a:pos x="0" y="353"/>
              </a:cxn>
              <a:cxn ang="0">
                <a:pos x="0" y="321"/>
              </a:cxn>
              <a:cxn ang="0">
                <a:pos x="8" y="321"/>
              </a:cxn>
              <a:cxn ang="0">
                <a:pos x="8" y="353"/>
              </a:cxn>
              <a:cxn ang="0">
                <a:pos x="8" y="417"/>
              </a:cxn>
              <a:cxn ang="0">
                <a:pos x="0" y="417"/>
              </a:cxn>
              <a:cxn ang="0">
                <a:pos x="0" y="385"/>
              </a:cxn>
              <a:cxn ang="0">
                <a:pos x="8" y="385"/>
              </a:cxn>
              <a:cxn ang="0">
                <a:pos x="8" y="417"/>
              </a:cxn>
              <a:cxn ang="0">
                <a:pos x="8" y="481"/>
              </a:cxn>
              <a:cxn ang="0">
                <a:pos x="0" y="481"/>
              </a:cxn>
              <a:cxn ang="0">
                <a:pos x="0" y="449"/>
              </a:cxn>
              <a:cxn ang="0">
                <a:pos x="8" y="449"/>
              </a:cxn>
              <a:cxn ang="0">
                <a:pos x="8" y="481"/>
              </a:cxn>
              <a:cxn ang="0">
                <a:pos x="8" y="545"/>
              </a:cxn>
              <a:cxn ang="0">
                <a:pos x="0" y="545"/>
              </a:cxn>
              <a:cxn ang="0">
                <a:pos x="0" y="513"/>
              </a:cxn>
              <a:cxn ang="0">
                <a:pos x="8" y="513"/>
              </a:cxn>
              <a:cxn ang="0">
                <a:pos x="8" y="545"/>
              </a:cxn>
              <a:cxn ang="0">
                <a:pos x="8" y="610"/>
              </a:cxn>
              <a:cxn ang="0">
                <a:pos x="0" y="610"/>
              </a:cxn>
              <a:cxn ang="0">
                <a:pos x="0" y="577"/>
              </a:cxn>
              <a:cxn ang="0">
                <a:pos x="8" y="577"/>
              </a:cxn>
              <a:cxn ang="0">
                <a:pos x="8" y="610"/>
              </a:cxn>
            </a:cxnLst>
            <a:rect l="0" t="0" r="r" b="b"/>
            <a:pathLst>
              <a:path w="8" h="610">
                <a:moveTo>
                  <a:pt x="8" y="32"/>
                </a:moveTo>
                <a:lnTo>
                  <a:pt x="0" y="32"/>
                </a:lnTo>
                <a:lnTo>
                  <a:pt x="0" y="0"/>
                </a:lnTo>
                <a:lnTo>
                  <a:pt x="8" y="0"/>
                </a:lnTo>
                <a:lnTo>
                  <a:pt x="8" y="32"/>
                </a:lnTo>
                <a:close/>
                <a:moveTo>
                  <a:pt x="8" y="97"/>
                </a:moveTo>
                <a:lnTo>
                  <a:pt x="0" y="97"/>
                </a:lnTo>
                <a:lnTo>
                  <a:pt x="0" y="65"/>
                </a:lnTo>
                <a:lnTo>
                  <a:pt x="8" y="65"/>
                </a:lnTo>
                <a:lnTo>
                  <a:pt x="8" y="97"/>
                </a:lnTo>
                <a:close/>
                <a:moveTo>
                  <a:pt x="8" y="161"/>
                </a:moveTo>
                <a:lnTo>
                  <a:pt x="0" y="161"/>
                </a:lnTo>
                <a:lnTo>
                  <a:pt x="0" y="129"/>
                </a:lnTo>
                <a:lnTo>
                  <a:pt x="8" y="129"/>
                </a:lnTo>
                <a:lnTo>
                  <a:pt x="8" y="161"/>
                </a:lnTo>
                <a:close/>
                <a:moveTo>
                  <a:pt x="8" y="225"/>
                </a:moveTo>
                <a:lnTo>
                  <a:pt x="0" y="225"/>
                </a:lnTo>
                <a:lnTo>
                  <a:pt x="0" y="193"/>
                </a:lnTo>
                <a:lnTo>
                  <a:pt x="8" y="193"/>
                </a:lnTo>
                <a:lnTo>
                  <a:pt x="8" y="225"/>
                </a:lnTo>
                <a:close/>
                <a:moveTo>
                  <a:pt x="8" y="289"/>
                </a:moveTo>
                <a:lnTo>
                  <a:pt x="0" y="289"/>
                </a:lnTo>
                <a:lnTo>
                  <a:pt x="0" y="257"/>
                </a:lnTo>
                <a:lnTo>
                  <a:pt x="8" y="257"/>
                </a:lnTo>
                <a:lnTo>
                  <a:pt x="8" y="289"/>
                </a:lnTo>
                <a:close/>
                <a:moveTo>
                  <a:pt x="8" y="353"/>
                </a:moveTo>
                <a:lnTo>
                  <a:pt x="0" y="353"/>
                </a:lnTo>
                <a:lnTo>
                  <a:pt x="0" y="321"/>
                </a:lnTo>
                <a:lnTo>
                  <a:pt x="8" y="321"/>
                </a:lnTo>
                <a:lnTo>
                  <a:pt x="8" y="353"/>
                </a:lnTo>
                <a:close/>
                <a:moveTo>
                  <a:pt x="8" y="417"/>
                </a:moveTo>
                <a:lnTo>
                  <a:pt x="0" y="417"/>
                </a:lnTo>
                <a:lnTo>
                  <a:pt x="0" y="385"/>
                </a:lnTo>
                <a:lnTo>
                  <a:pt x="8" y="385"/>
                </a:lnTo>
                <a:lnTo>
                  <a:pt x="8" y="417"/>
                </a:lnTo>
                <a:close/>
                <a:moveTo>
                  <a:pt x="8" y="481"/>
                </a:moveTo>
                <a:lnTo>
                  <a:pt x="0" y="481"/>
                </a:lnTo>
                <a:lnTo>
                  <a:pt x="0" y="449"/>
                </a:lnTo>
                <a:lnTo>
                  <a:pt x="8" y="449"/>
                </a:lnTo>
                <a:lnTo>
                  <a:pt x="8" y="481"/>
                </a:lnTo>
                <a:close/>
                <a:moveTo>
                  <a:pt x="8" y="545"/>
                </a:moveTo>
                <a:lnTo>
                  <a:pt x="0" y="545"/>
                </a:lnTo>
                <a:lnTo>
                  <a:pt x="0" y="513"/>
                </a:lnTo>
                <a:lnTo>
                  <a:pt x="8" y="513"/>
                </a:lnTo>
                <a:lnTo>
                  <a:pt x="8" y="545"/>
                </a:lnTo>
                <a:close/>
                <a:moveTo>
                  <a:pt x="8" y="610"/>
                </a:moveTo>
                <a:lnTo>
                  <a:pt x="0" y="610"/>
                </a:lnTo>
                <a:lnTo>
                  <a:pt x="0" y="577"/>
                </a:lnTo>
                <a:lnTo>
                  <a:pt x="8" y="577"/>
                </a:lnTo>
                <a:lnTo>
                  <a:pt x="8" y="610"/>
                </a:lnTo>
                <a:close/>
              </a:path>
            </a:pathLst>
          </a:custGeom>
          <a:solidFill>
            <a:srgbClr val="64646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25" name="Rectangle 54"/>
          <p:cNvSpPr>
            <a:spLocks noChangeArrowheads="1"/>
          </p:cNvSpPr>
          <p:nvPr/>
        </p:nvSpPr>
        <p:spPr bwMode="auto">
          <a:xfrm>
            <a:off x="3804871" y="5299391"/>
            <a:ext cx="13699" cy="27400"/>
          </a:xfrm>
          <a:prstGeom prst="rect">
            <a:avLst/>
          </a:prstGeom>
          <a:solidFill>
            <a:srgbClr val="646463"/>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26" name="Oval 55"/>
          <p:cNvSpPr>
            <a:spLocks noChangeArrowheads="1"/>
          </p:cNvSpPr>
          <p:nvPr/>
        </p:nvSpPr>
        <p:spPr bwMode="auto">
          <a:xfrm>
            <a:off x="3770622" y="5282266"/>
            <a:ext cx="85623" cy="85623"/>
          </a:xfrm>
          <a:prstGeom prst="ellipse">
            <a:avLst/>
          </a:prstGeom>
          <a:solidFill>
            <a:srgbClr val="64646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27" name="Rectangle 56"/>
          <p:cNvSpPr>
            <a:spLocks noChangeArrowheads="1"/>
          </p:cNvSpPr>
          <p:nvPr/>
        </p:nvSpPr>
        <p:spPr bwMode="auto">
          <a:xfrm>
            <a:off x="6820493" y="4117801"/>
            <a:ext cx="13699" cy="27400"/>
          </a:xfrm>
          <a:prstGeom prst="rect">
            <a:avLst/>
          </a:prstGeom>
          <a:solidFill>
            <a:srgbClr val="646463"/>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28" name="Freeform 57"/>
          <p:cNvSpPr>
            <a:spLocks noEditPoints="1"/>
          </p:cNvSpPr>
          <p:nvPr/>
        </p:nvSpPr>
        <p:spPr bwMode="auto">
          <a:xfrm>
            <a:off x="6820493" y="4200000"/>
            <a:ext cx="13699" cy="1044593"/>
          </a:xfrm>
          <a:custGeom>
            <a:avLst/>
            <a:gdLst/>
            <a:ahLst/>
            <a:cxnLst>
              <a:cxn ang="0">
                <a:pos x="8" y="32"/>
              </a:cxn>
              <a:cxn ang="0">
                <a:pos x="0" y="32"/>
              </a:cxn>
              <a:cxn ang="0">
                <a:pos x="0" y="0"/>
              </a:cxn>
              <a:cxn ang="0">
                <a:pos x="8" y="0"/>
              </a:cxn>
              <a:cxn ang="0">
                <a:pos x="8" y="32"/>
              </a:cxn>
              <a:cxn ang="0">
                <a:pos x="8" y="97"/>
              </a:cxn>
              <a:cxn ang="0">
                <a:pos x="0" y="97"/>
              </a:cxn>
              <a:cxn ang="0">
                <a:pos x="0" y="65"/>
              </a:cxn>
              <a:cxn ang="0">
                <a:pos x="8" y="65"/>
              </a:cxn>
              <a:cxn ang="0">
                <a:pos x="8" y="97"/>
              </a:cxn>
              <a:cxn ang="0">
                <a:pos x="8" y="161"/>
              </a:cxn>
              <a:cxn ang="0">
                <a:pos x="0" y="161"/>
              </a:cxn>
              <a:cxn ang="0">
                <a:pos x="0" y="129"/>
              </a:cxn>
              <a:cxn ang="0">
                <a:pos x="8" y="129"/>
              </a:cxn>
              <a:cxn ang="0">
                <a:pos x="8" y="161"/>
              </a:cxn>
              <a:cxn ang="0">
                <a:pos x="8" y="225"/>
              </a:cxn>
              <a:cxn ang="0">
                <a:pos x="0" y="225"/>
              </a:cxn>
              <a:cxn ang="0">
                <a:pos x="0" y="193"/>
              </a:cxn>
              <a:cxn ang="0">
                <a:pos x="8" y="193"/>
              </a:cxn>
              <a:cxn ang="0">
                <a:pos x="8" y="225"/>
              </a:cxn>
              <a:cxn ang="0">
                <a:pos x="8" y="289"/>
              </a:cxn>
              <a:cxn ang="0">
                <a:pos x="0" y="289"/>
              </a:cxn>
              <a:cxn ang="0">
                <a:pos x="0" y="257"/>
              </a:cxn>
              <a:cxn ang="0">
                <a:pos x="8" y="257"/>
              </a:cxn>
              <a:cxn ang="0">
                <a:pos x="8" y="289"/>
              </a:cxn>
              <a:cxn ang="0">
                <a:pos x="8" y="353"/>
              </a:cxn>
              <a:cxn ang="0">
                <a:pos x="0" y="353"/>
              </a:cxn>
              <a:cxn ang="0">
                <a:pos x="0" y="321"/>
              </a:cxn>
              <a:cxn ang="0">
                <a:pos x="8" y="321"/>
              </a:cxn>
              <a:cxn ang="0">
                <a:pos x="8" y="353"/>
              </a:cxn>
              <a:cxn ang="0">
                <a:pos x="8" y="417"/>
              </a:cxn>
              <a:cxn ang="0">
                <a:pos x="0" y="417"/>
              </a:cxn>
              <a:cxn ang="0">
                <a:pos x="0" y="385"/>
              </a:cxn>
              <a:cxn ang="0">
                <a:pos x="8" y="385"/>
              </a:cxn>
              <a:cxn ang="0">
                <a:pos x="8" y="417"/>
              </a:cxn>
              <a:cxn ang="0">
                <a:pos x="8" y="481"/>
              </a:cxn>
              <a:cxn ang="0">
                <a:pos x="0" y="481"/>
              </a:cxn>
              <a:cxn ang="0">
                <a:pos x="0" y="449"/>
              </a:cxn>
              <a:cxn ang="0">
                <a:pos x="8" y="449"/>
              </a:cxn>
              <a:cxn ang="0">
                <a:pos x="8" y="481"/>
              </a:cxn>
              <a:cxn ang="0">
                <a:pos x="8" y="545"/>
              </a:cxn>
              <a:cxn ang="0">
                <a:pos x="0" y="545"/>
              </a:cxn>
              <a:cxn ang="0">
                <a:pos x="0" y="513"/>
              </a:cxn>
              <a:cxn ang="0">
                <a:pos x="8" y="513"/>
              </a:cxn>
              <a:cxn ang="0">
                <a:pos x="8" y="545"/>
              </a:cxn>
              <a:cxn ang="0">
                <a:pos x="8" y="610"/>
              </a:cxn>
              <a:cxn ang="0">
                <a:pos x="0" y="610"/>
              </a:cxn>
              <a:cxn ang="0">
                <a:pos x="0" y="577"/>
              </a:cxn>
              <a:cxn ang="0">
                <a:pos x="8" y="577"/>
              </a:cxn>
              <a:cxn ang="0">
                <a:pos x="8" y="610"/>
              </a:cxn>
            </a:cxnLst>
            <a:rect l="0" t="0" r="r" b="b"/>
            <a:pathLst>
              <a:path w="8" h="610">
                <a:moveTo>
                  <a:pt x="8" y="32"/>
                </a:moveTo>
                <a:lnTo>
                  <a:pt x="0" y="32"/>
                </a:lnTo>
                <a:lnTo>
                  <a:pt x="0" y="0"/>
                </a:lnTo>
                <a:lnTo>
                  <a:pt x="8" y="0"/>
                </a:lnTo>
                <a:lnTo>
                  <a:pt x="8" y="32"/>
                </a:lnTo>
                <a:close/>
                <a:moveTo>
                  <a:pt x="8" y="97"/>
                </a:moveTo>
                <a:lnTo>
                  <a:pt x="0" y="97"/>
                </a:lnTo>
                <a:lnTo>
                  <a:pt x="0" y="65"/>
                </a:lnTo>
                <a:lnTo>
                  <a:pt x="8" y="65"/>
                </a:lnTo>
                <a:lnTo>
                  <a:pt x="8" y="97"/>
                </a:lnTo>
                <a:close/>
                <a:moveTo>
                  <a:pt x="8" y="161"/>
                </a:moveTo>
                <a:lnTo>
                  <a:pt x="0" y="161"/>
                </a:lnTo>
                <a:lnTo>
                  <a:pt x="0" y="129"/>
                </a:lnTo>
                <a:lnTo>
                  <a:pt x="8" y="129"/>
                </a:lnTo>
                <a:lnTo>
                  <a:pt x="8" y="161"/>
                </a:lnTo>
                <a:close/>
                <a:moveTo>
                  <a:pt x="8" y="225"/>
                </a:moveTo>
                <a:lnTo>
                  <a:pt x="0" y="225"/>
                </a:lnTo>
                <a:lnTo>
                  <a:pt x="0" y="193"/>
                </a:lnTo>
                <a:lnTo>
                  <a:pt x="8" y="193"/>
                </a:lnTo>
                <a:lnTo>
                  <a:pt x="8" y="225"/>
                </a:lnTo>
                <a:close/>
                <a:moveTo>
                  <a:pt x="8" y="289"/>
                </a:moveTo>
                <a:lnTo>
                  <a:pt x="0" y="289"/>
                </a:lnTo>
                <a:lnTo>
                  <a:pt x="0" y="257"/>
                </a:lnTo>
                <a:lnTo>
                  <a:pt x="8" y="257"/>
                </a:lnTo>
                <a:lnTo>
                  <a:pt x="8" y="289"/>
                </a:lnTo>
                <a:close/>
                <a:moveTo>
                  <a:pt x="8" y="353"/>
                </a:moveTo>
                <a:lnTo>
                  <a:pt x="0" y="353"/>
                </a:lnTo>
                <a:lnTo>
                  <a:pt x="0" y="321"/>
                </a:lnTo>
                <a:lnTo>
                  <a:pt x="8" y="321"/>
                </a:lnTo>
                <a:lnTo>
                  <a:pt x="8" y="353"/>
                </a:lnTo>
                <a:close/>
                <a:moveTo>
                  <a:pt x="8" y="417"/>
                </a:moveTo>
                <a:lnTo>
                  <a:pt x="0" y="417"/>
                </a:lnTo>
                <a:lnTo>
                  <a:pt x="0" y="385"/>
                </a:lnTo>
                <a:lnTo>
                  <a:pt x="8" y="385"/>
                </a:lnTo>
                <a:lnTo>
                  <a:pt x="8" y="417"/>
                </a:lnTo>
                <a:close/>
                <a:moveTo>
                  <a:pt x="8" y="481"/>
                </a:moveTo>
                <a:lnTo>
                  <a:pt x="0" y="481"/>
                </a:lnTo>
                <a:lnTo>
                  <a:pt x="0" y="449"/>
                </a:lnTo>
                <a:lnTo>
                  <a:pt x="8" y="449"/>
                </a:lnTo>
                <a:lnTo>
                  <a:pt x="8" y="481"/>
                </a:lnTo>
                <a:close/>
                <a:moveTo>
                  <a:pt x="8" y="545"/>
                </a:moveTo>
                <a:lnTo>
                  <a:pt x="0" y="545"/>
                </a:lnTo>
                <a:lnTo>
                  <a:pt x="0" y="513"/>
                </a:lnTo>
                <a:lnTo>
                  <a:pt x="8" y="513"/>
                </a:lnTo>
                <a:lnTo>
                  <a:pt x="8" y="545"/>
                </a:lnTo>
                <a:close/>
                <a:moveTo>
                  <a:pt x="8" y="610"/>
                </a:moveTo>
                <a:lnTo>
                  <a:pt x="0" y="610"/>
                </a:lnTo>
                <a:lnTo>
                  <a:pt x="0" y="577"/>
                </a:lnTo>
                <a:lnTo>
                  <a:pt x="8" y="577"/>
                </a:lnTo>
                <a:lnTo>
                  <a:pt x="8" y="610"/>
                </a:lnTo>
                <a:close/>
              </a:path>
            </a:pathLst>
          </a:custGeom>
          <a:solidFill>
            <a:srgbClr val="64646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29" name="Rectangle 58"/>
          <p:cNvSpPr>
            <a:spLocks noChangeArrowheads="1"/>
          </p:cNvSpPr>
          <p:nvPr/>
        </p:nvSpPr>
        <p:spPr bwMode="auto">
          <a:xfrm>
            <a:off x="6820493" y="5299391"/>
            <a:ext cx="13699" cy="27400"/>
          </a:xfrm>
          <a:prstGeom prst="rect">
            <a:avLst/>
          </a:prstGeom>
          <a:solidFill>
            <a:srgbClr val="646463"/>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30" name="Oval 59"/>
          <p:cNvSpPr>
            <a:spLocks noChangeArrowheads="1"/>
          </p:cNvSpPr>
          <p:nvPr/>
        </p:nvSpPr>
        <p:spPr bwMode="auto">
          <a:xfrm>
            <a:off x="6786244" y="5282266"/>
            <a:ext cx="85623" cy="85623"/>
          </a:xfrm>
          <a:prstGeom prst="ellipse">
            <a:avLst/>
          </a:prstGeom>
          <a:solidFill>
            <a:srgbClr val="64646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31" name="Rectangle 60"/>
          <p:cNvSpPr>
            <a:spLocks noChangeArrowheads="1"/>
          </p:cNvSpPr>
          <p:nvPr/>
        </p:nvSpPr>
        <p:spPr bwMode="auto">
          <a:xfrm>
            <a:off x="9837827" y="4117801"/>
            <a:ext cx="13699" cy="27400"/>
          </a:xfrm>
          <a:prstGeom prst="rect">
            <a:avLst/>
          </a:prstGeom>
          <a:solidFill>
            <a:srgbClr val="646463"/>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32" name="Freeform 61"/>
          <p:cNvSpPr>
            <a:spLocks noEditPoints="1"/>
          </p:cNvSpPr>
          <p:nvPr/>
        </p:nvSpPr>
        <p:spPr bwMode="auto">
          <a:xfrm>
            <a:off x="9837827" y="4200000"/>
            <a:ext cx="13699" cy="1044593"/>
          </a:xfrm>
          <a:custGeom>
            <a:avLst/>
            <a:gdLst/>
            <a:ahLst/>
            <a:cxnLst>
              <a:cxn ang="0">
                <a:pos x="8" y="32"/>
              </a:cxn>
              <a:cxn ang="0">
                <a:pos x="0" y="32"/>
              </a:cxn>
              <a:cxn ang="0">
                <a:pos x="0" y="0"/>
              </a:cxn>
              <a:cxn ang="0">
                <a:pos x="8" y="0"/>
              </a:cxn>
              <a:cxn ang="0">
                <a:pos x="8" y="32"/>
              </a:cxn>
              <a:cxn ang="0">
                <a:pos x="8" y="97"/>
              </a:cxn>
              <a:cxn ang="0">
                <a:pos x="0" y="97"/>
              </a:cxn>
              <a:cxn ang="0">
                <a:pos x="0" y="65"/>
              </a:cxn>
              <a:cxn ang="0">
                <a:pos x="8" y="65"/>
              </a:cxn>
              <a:cxn ang="0">
                <a:pos x="8" y="97"/>
              </a:cxn>
              <a:cxn ang="0">
                <a:pos x="8" y="161"/>
              </a:cxn>
              <a:cxn ang="0">
                <a:pos x="0" y="161"/>
              </a:cxn>
              <a:cxn ang="0">
                <a:pos x="0" y="129"/>
              </a:cxn>
              <a:cxn ang="0">
                <a:pos x="8" y="129"/>
              </a:cxn>
              <a:cxn ang="0">
                <a:pos x="8" y="161"/>
              </a:cxn>
              <a:cxn ang="0">
                <a:pos x="8" y="225"/>
              </a:cxn>
              <a:cxn ang="0">
                <a:pos x="0" y="225"/>
              </a:cxn>
              <a:cxn ang="0">
                <a:pos x="0" y="193"/>
              </a:cxn>
              <a:cxn ang="0">
                <a:pos x="8" y="193"/>
              </a:cxn>
              <a:cxn ang="0">
                <a:pos x="8" y="225"/>
              </a:cxn>
              <a:cxn ang="0">
                <a:pos x="8" y="289"/>
              </a:cxn>
              <a:cxn ang="0">
                <a:pos x="0" y="289"/>
              </a:cxn>
              <a:cxn ang="0">
                <a:pos x="0" y="257"/>
              </a:cxn>
              <a:cxn ang="0">
                <a:pos x="8" y="257"/>
              </a:cxn>
              <a:cxn ang="0">
                <a:pos x="8" y="289"/>
              </a:cxn>
              <a:cxn ang="0">
                <a:pos x="8" y="353"/>
              </a:cxn>
              <a:cxn ang="0">
                <a:pos x="0" y="353"/>
              </a:cxn>
              <a:cxn ang="0">
                <a:pos x="0" y="321"/>
              </a:cxn>
              <a:cxn ang="0">
                <a:pos x="8" y="321"/>
              </a:cxn>
              <a:cxn ang="0">
                <a:pos x="8" y="353"/>
              </a:cxn>
              <a:cxn ang="0">
                <a:pos x="8" y="417"/>
              </a:cxn>
              <a:cxn ang="0">
                <a:pos x="0" y="417"/>
              </a:cxn>
              <a:cxn ang="0">
                <a:pos x="0" y="385"/>
              </a:cxn>
              <a:cxn ang="0">
                <a:pos x="8" y="385"/>
              </a:cxn>
              <a:cxn ang="0">
                <a:pos x="8" y="417"/>
              </a:cxn>
              <a:cxn ang="0">
                <a:pos x="8" y="481"/>
              </a:cxn>
              <a:cxn ang="0">
                <a:pos x="0" y="481"/>
              </a:cxn>
              <a:cxn ang="0">
                <a:pos x="0" y="449"/>
              </a:cxn>
              <a:cxn ang="0">
                <a:pos x="8" y="449"/>
              </a:cxn>
              <a:cxn ang="0">
                <a:pos x="8" y="481"/>
              </a:cxn>
              <a:cxn ang="0">
                <a:pos x="8" y="545"/>
              </a:cxn>
              <a:cxn ang="0">
                <a:pos x="0" y="545"/>
              </a:cxn>
              <a:cxn ang="0">
                <a:pos x="0" y="513"/>
              </a:cxn>
              <a:cxn ang="0">
                <a:pos x="8" y="513"/>
              </a:cxn>
              <a:cxn ang="0">
                <a:pos x="8" y="545"/>
              </a:cxn>
              <a:cxn ang="0">
                <a:pos x="8" y="610"/>
              </a:cxn>
              <a:cxn ang="0">
                <a:pos x="0" y="610"/>
              </a:cxn>
              <a:cxn ang="0">
                <a:pos x="0" y="577"/>
              </a:cxn>
              <a:cxn ang="0">
                <a:pos x="8" y="577"/>
              </a:cxn>
              <a:cxn ang="0">
                <a:pos x="8" y="610"/>
              </a:cxn>
            </a:cxnLst>
            <a:rect l="0" t="0" r="r" b="b"/>
            <a:pathLst>
              <a:path w="8" h="610">
                <a:moveTo>
                  <a:pt x="8" y="32"/>
                </a:moveTo>
                <a:lnTo>
                  <a:pt x="0" y="32"/>
                </a:lnTo>
                <a:lnTo>
                  <a:pt x="0" y="0"/>
                </a:lnTo>
                <a:lnTo>
                  <a:pt x="8" y="0"/>
                </a:lnTo>
                <a:lnTo>
                  <a:pt x="8" y="32"/>
                </a:lnTo>
                <a:close/>
                <a:moveTo>
                  <a:pt x="8" y="97"/>
                </a:moveTo>
                <a:lnTo>
                  <a:pt x="0" y="97"/>
                </a:lnTo>
                <a:lnTo>
                  <a:pt x="0" y="65"/>
                </a:lnTo>
                <a:lnTo>
                  <a:pt x="8" y="65"/>
                </a:lnTo>
                <a:lnTo>
                  <a:pt x="8" y="97"/>
                </a:lnTo>
                <a:close/>
                <a:moveTo>
                  <a:pt x="8" y="161"/>
                </a:moveTo>
                <a:lnTo>
                  <a:pt x="0" y="161"/>
                </a:lnTo>
                <a:lnTo>
                  <a:pt x="0" y="129"/>
                </a:lnTo>
                <a:lnTo>
                  <a:pt x="8" y="129"/>
                </a:lnTo>
                <a:lnTo>
                  <a:pt x="8" y="161"/>
                </a:lnTo>
                <a:close/>
                <a:moveTo>
                  <a:pt x="8" y="225"/>
                </a:moveTo>
                <a:lnTo>
                  <a:pt x="0" y="225"/>
                </a:lnTo>
                <a:lnTo>
                  <a:pt x="0" y="193"/>
                </a:lnTo>
                <a:lnTo>
                  <a:pt x="8" y="193"/>
                </a:lnTo>
                <a:lnTo>
                  <a:pt x="8" y="225"/>
                </a:lnTo>
                <a:close/>
                <a:moveTo>
                  <a:pt x="8" y="289"/>
                </a:moveTo>
                <a:lnTo>
                  <a:pt x="0" y="289"/>
                </a:lnTo>
                <a:lnTo>
                  <a:pt x="0" y="257"/>
                </a:lnTo>
                <a:lnTo>
                  <a:pt x="8" y="257"/>
                </a:lnTo>
                <a:lnTo>
                  <a:pt x="8" y="289"/>
                </a:lnTo>
                <a:close/>
                <a:moveTo>
                  <a:pt x="8" y="353"/>
                </a:moveTo>
                <a:lnTo>
                  <a:pt x="0" y="353"/>
                </a:lnTo>
                <a:lnTo>
                  <a:pt x="0" y="321"/>
                </a:lnTo>
                <a:lnTo>
                  <a:pt x="8" y="321"/>
                </a:lnTo>
                <a:lnTo>
                  <a:pt x="8" y="353"/>
                </a:lnTo>
                <a:close/>
                <a:moveTo>
                  <a:pt x="8" y="417"/>
                </a:moveTo>
                <a:lnTo>
                  <a:pt x="0" y="417"/>
                </a:lnTo>
                <a:lnTo>
                  <a:pt x="0" y="385"/>
                </a:lnTo>
                <a:lnTo>
                  <a:pt x="8" y="385"/>
                </a:lnTo>
                <a:lnTo>
                  <a:pt x="8" y="417"/>
                </a:lnTo>
                <a:close/>
                <a:moveTo>
                  <a:pt x="8" y="481"/>
                </a:moveTo>
                <a:lnTo>
                  <a:pt x="0" y="481"/>
                </a:lnTo>
                <a:lnTo>
                  <a:pt x="0" y="449"/>
                </a:lnTo>
                <a:lnTo>
                  <a:pt x="8" y="449"/>
                </a:lnTo>
                <a:lnTo>
                  <a:pt x="8" y="481"/>
                </a:lnTo>
                <a:close/>
                <a:moveTo>
                  <a:pt x="8" y="545"/>
                </a:moveTo>
                <a:lnTo>
                  <a:pt x="0" y="545"/>
                </a:lnTo>
                <a:lnTo>
                  <a:pt x="0" y="513"/>
                </a:lnTo>
                <a:lnTo>
                  <a:pt x="8" y="513"/>
                </a:lnTo>
                <a:lnTo>
                  <a:pt x="8" y="545"/>
                </a:lnTo>
                <a:close/>
                <a:moveTo>
                  <a:pt x="8" y="610"/>
                </a:moveTo>
                <a:lnTo>
                  <a:pt x="0" y="610"/>
                </a:lnTo>
                <a:lnTo>
                  <a:pt x="0" y="577"/>
                </a:lnTo>
                <a:lnTo>
                  <a:pt x="8" y="577"/>
                </a:lnTo>
                <a:lnTo>
                  <a:pt x="8" y="610"/>
                </a:lnTo>
                <a:close/>
              </a:path>
            </a:pathLst>
          </a:custGeom>
          <a:solidFill>
            <a:srgbClr val="64646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33" name="Rectangle 62"/>
          <p:cNvSpPr>
            <a:spLocks noChangeArrowheads="1"/>
          </p:cNvSpPr>
          <p:nvPr/>
        </p:nvSpPr>
        <p:spPr bwMode="auto">
          <a:xfrm>
            <a:off x="9837827" y="5299391"/>
            <a:ext cx="13699" cy="27400"/>
          </a:xfrm>
          <a:prstGeom prst="rect">
            <a:avLst/>
          </a:prstGeom>
          <a:solidFill>
            <a:srgbClr val="646463"/>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34" name="Oval 63"/>
          <p:cNvSpPr>
            <a:spLocks noChangeArrowheads="1"/>
          </p:cNvSpPr>
          <p:nvPr/>
        </p:nvSpPr>
        <p:spPr bwMode="auto">
          <a:xfrm>
            <a:off x="9803577" y="5282266"/>
            <a:ext cx="85623" cy="85623"/>
          </a:xfrm>
          <a:prstGeom prst="ellipse">
            <a:avLst/>
          </a:prstGeom>
          <a:solidFill>
            <a:srgbClr val="64646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35" name="Freeform 64"/>
          <p:cNvSpPr>
            <a:spLocks noEditPoints="1"/>
          </p:cNvSpPr>
          <p:nvPr/>
        </p:nvSpPr>
        <p:spPr bwMode="auto">
          <a:xfrm>
            <a:off x="2039336" y="4182875"/>
            <a:ext cx="431538" cy="457224"/>
          </a:xfrm>
          <a:custGeom>
            <a:avLst/>
            <a:gdLst/>
            <a:ahLst/>
            <a:cxnLst>
              <a:cxn ang="0">
                <a:pos x="120" y="11"/>
              </a:cxn>
              <a:cxn ang="0">
                <a:pos x="69" y="11"/>
              </a:cxn>
              <a:cxn ang="0">
                <a:pos x="70" y="8"/>
              </a:cxn>
              <a:cxn ang="0">
                <a:pos x="63" y="0"/>
              </a:cxn>
              <a:cxn ang="0">
                <a:pos x="56" y="8"/>
              </a:cxn>
              <a:cxn ang="0">
                <a:pos x="57" y="11"/>
              </a:cxn>
              <a:cxn ang="0">
                <a:pos x="6" y="11"/>
              </a:cxn>
              <a:cxn ang="0">
                <a:pos x="0" y="18"/>
              </a:cxn>
              <a:cxn ang="0">
                <a:pos x="0" y="93"/>
              </a:cxn>
              <a:cxn ang="0">
                <a:pos x="6" y="99"/>
              </a:cxn>
              <a:cxn ang="0">
                <a:pos x="47" y="99"/>
              </a:cxn>
              <a:cxn ang="0">
                <a:pos x="39" y="127"/>
              </a:cxn>
              <a:cxn ang="0">
                <a:pos x="42" y="132"/>
              </a:cxn>
              <a:cxn ang="0">
                <a:pos x="45" y="132"/>
              </a:cxn>
              <a:cxn ang="0">
                <a:pos x="50" y="129"/>
              </a:cxn>
              <a:cxn ang="0">
                <a:pos x="58" y="99"/>
              </a:cxn>
              <a:cxn ang="0">
                <a:pos x="68" y="99"/>
              </a:cxn>
              <a:cxn ang="0">
                <a:pos x="76" y="129"/>
              </a:cxn>
              <a:cxn ang="0">
                <a:pos x="81" y="132"/>
              </a:cxn>
              <a:cxn ang="0">
                <a:pos x="84" y="132"/>
              </a:cxn>
              <a:cxn ang="0">
                <a:pos x="87" y="127"/>
              </a:cxn>
              <a:cxn ang="0">
                <a:pos x="79" y="99"/>
              </a:cxn>
              <a:cxn ang="0">
                <a:pos x="120" y="99"/>
              </a:cxn>
              <a:cxn ang="0">
                <a:pos x="126" y="93"/>
              </a:cxn>
              <a:cxn ang="0">
                <a:pos x="126" y="18"/>
              </a:cxn>
              <a:cxn ang="0">
                <a:pos x="120" y="11"/>
              </a:cxn>
              <a:cxn ang="0">
                <a:pos x="114" y="86"/>
              </a:cxn>
              <a:cxn ang="0">
                <a:pos x="12" y="86"/>
              </a:cxn>
              <a:cxn ang="0">
                <a:pos x="12" y="23"/>
              </a:cxn>
              <a:cxn ang="0">
                <a:pos x="114" y="23"/>
              </a:cxn>
              <a:cxn ang="0">
                <a:pos x="114" y="86"/>
              </a:cxn>
              <a:cxn ang="0">
                <a:pos x="114" y="86"/>
              </a:cxn>
              <a:cxn ang="0">
                <a:pos x="114" y="86"/>
              </a:cxn>
            </a:cxnLst>
            <a:rect l="0" t="0" r="r" b="b"/>
            <a:pathLst>
              <a:path w="126" h="133">
                <a:moveTo>
                  <a:pt x="120" y="11"/>
                </a:moveTo>
                <a:cubicBezTo>
                  <a:pt x="69" y="11"/>
                  <a:pt x="69" y="11"/>
                  <a:pt x="69" y="11"/>
                </a:cubicBezTo>
                <a:cubicBezTo>
                  <a:pt x="70" y="10"/>
                  <a:pt x="70" y="9"/>
                  <a:pt x="70" y="8"/>
                </a:cubicBezTo>
                <a:cubicBezTo>
                  <a:pt x="70" y="4"/>
                  <a:pt x="67" y="0"/>
                  <a:pt x="63" y="0"/>
                </a:cubicBezTo>
                <a:cubicBezTo>
                  <a:pt x="59" y="0"/>
                  <a:pt x="56" y="4"/>
                  <a:pt x="56" y="8"/>
                </a:cubicBezTo>
                <a:cubicBezTo>
                  <a:pt x="56" y="9"/>
                  <a:pt x="56" y="10"/>
                  <a:pt x="57" y="11"/>
                </a:cubicBezTo>
                <a:cubicBezTo>
                  <a:pt x="6" y="11"/>
                  <a:pt x="6" y="11"/>
                  <a:pt x="6" y="11"/>
                </a:cubicBezTo>
                <a:cubicBezTo>
                  <a:pt x="3" y="11"/>
                  <a:pt x="0" y="14"/>
                  <a:pt x="0" y="18"/>
                </a:cubicBezTo>
                <a:cubicBezTo>
                  <a:pt x="0" y="93"/>
                  <a:pt x="0" y="93"/>
                  <a:pt x="0" y="93"/>
                </a:cubicBezTo>
                <a:cubicBezTo>
                  <a:pt x="0" y="96"/>
                  <a:pt x="3" y="99"/>
                  <a:pt x="6" y="99"/>
                </a:cubicBezTo>
                <a:cubicBezTo>
                  <a:pt x="47" y="99"/>
                  <a:pt x="47" y="99"/>
                  <a:pt x="47" y="99"/>
                </a:cubicBezTo>
                <a:cubicBezTo>
                  <a:pt x="39" y="127"/>
                  <a:pt x="39" y="127"/>
                  <a:pt x="39" y="127"/>
                </a:cubicBezTo>
                <a:cubicBezTo>
                  <a:pt x="39" y="129"/>
                  <a:pt x="40" y="131"/>
                  <a:pt x="42" y="132"/>
                </a:cubicBezTo>
                <a:cubicBezTo>
                  <a:pt x="45" y="132"/>
                  <a:pt x="45" y="132"/>
                  <a:pt x="45" y="132"/>
                </a:cubicBezTo>
                <a:cubicBezTo>
                  <a:pt x="47" y="133"/>
                  <a:pt x="49" y="131"/>
                  <a:pt x="50" y="129"/>
                </a:cubicBezTo>
                <a:cubicBezTo>
                  <a:pt x="58" y="99"/>
                  <a:pt x="58" y="99"/>
                  <a:pt x="58" y="99"/>
                </a:cubicBezTo>
                <a:cubicBezTo>
                  <a:pt x="68" y="99"/>
                  <a:pt x="68" y="99"/>
                  <a:pt x="68" y="99"/>
                </a:cubicBezTo>
                <a:cubicBezTo>
                  <a:pt x="76" y="129"/>
                  <a:pt x="76" y="129"/>
                  <a:pt x="76" y="129"/>
                </a:cubicBezTo>
                <a:cubicBezTo>
                  <a:pt x="77" y="131"/>
                  <a:pt x="79" y="133"/>
                  <a:pt x="81" y="132"/>
                </a:cubicBezTo>
                <a:cubicBezTo>
                  <a:pt x="84" y="132"/>
                  <a:pt x="84" y="132"/>
                  <a:pt x="84" y="132"/>
                </a:cubicBezTo>
                <a:cubicBezTo>
                  <a:pt x="86" y="131"/>
                  <a:pt x="87" y="129"/>
                  <a:pt x="87" y="127"/>
                </a:cubicBezTo>
                <a:cubicBezTo>
                  <a:pt x="79" y="99"/>
                  <a:pt x="79" y="99"/>
                  <a:pt x="79" y="99"/>
                </a:cubicBezTo>
                <a:cubicBezTo>
                  <a:pt x="120" y="99"/>
                  <a:pt x="120" y="99"/>
                  <a:pt x="120" y="99"/>
                </a:cubicBezTo>
                <a:cubicBezTo>
                  <a:pt x="123" y="99"/>
                  <a:pt x="126" y="96"/>
                  <a:pt x="126" y="93"/>
                </a:cubicBezTo>
                <a:cubicBezTo>
                  <a:pt x="126" y="18"/>
                  <a:pt x="126" y="18"/>
                  <a:pt x="126" y="18"/>
                </a:cubicBezTo>
                <a:cubicBezTo>
                  <a:pt x="126" y="14"/>
                  <a:pt x="123" y="11"/>
                  <a:pt x="120" y="11"/>
                </a:cubicBezTo>
                <a:close/>
                <a:moveTo>
                  <a:pt x="114" y="86"/>
                </a:moveTo>
                <a:cubicBezTo>
                  <a:pt x="12" y="86"/>
                  <a:pt x="12" y="86"/>
                  <a:pt x="12" y="86"/>
                </a:cubicBezTo>
                <a:cubicBezTo>
                  <a:pt x="12" y="23"/>
                  <a:pt x="12" y="23"/>
                  <a:pt x="12" y="23"/>
                </a:cubicBezTo>
                <a:cubicBezTo>
                  <a:pt x="114" y="23"/>
                  <a:pt x="114" y="23"/>
                  <a:pt x="114" y="23"/>
                </a:cubicBezTo>
                <a:lnTo>
                  <a:pt x="114" y="86"/>
                </a:lnTo>
                <a:close/>
                <a:moveTo>
                  <a:pt x="114" y="86"/>
                </a:moveTo>
                <a:cubicBezTo>
                  <a:pt x="114" y="86"/>
                  <a:pt x="114" y="86"/>
                  <a:pt x="114" y="86"/>
                </a:cubicBezTo>
              </a:path>
            </a:pathLst>
          </a:custGeom>
          <a:solidFill>
            <a:schemeClr val="accent1"/>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36" name="Freeform 65"/>
          <p:cNvSpPr>
            <a:spLocks noEditPoints="1"/>
          </p:cNvSpPr>
          <p:nvPr/>
        </p:nvSpPr>
        <p:spPr bwMode="auto">
          <a:xfrm>
            <a:off x="2104409" y="4318158"/>
            <a:ext cx="291116" cy="123297"/>
          </a:xfrm>
          <a:custGeom>
            <a:avLst/>
            <a:gdLst/>
            <a:ahLst/>
            <a:cxnLst>
              <a:cxn ang="0">
                <a:pos x="5" y="36"/>
              </a:cxn>
              <a:cxn ang="0">
                <a:pos x="11" y="31"/>
              </a:cxn>
              <a:cxn ang="0">
                <a:pos x="10" y="30"/>
              </a:cxn>
              <a:cxn ang="0">
                <a:pos x="34" y="11"/>
              </a:cxn>
              <a:cxn ang="0">
                <a:pos x="37" y="12"/>
              </a:cxn>
              <a:cxn ang="0">
                <a:pos x="40" y="11"/>
              </a:cxn>
              <a:cxn ang="0">
                <a:pos x="53" y="22"/>
              </a:cxn>
              <a:cxn ang="0">
                <a:pos x="53" y="23"/>
              </a:cxn>
              <a:cxn ang="0">
                <a:pos x="58" y="29"/>
              </a:cxn>
              <a:cxn ang="0">
                <a:pos x="64" y="23"/>
              </a:cxn>
              <a:cxn ang="0">
                <a:pos x="63" y="22"/>
              </a:cxn>
              <a:cxn ang="0">
                <a:pos x="77" y="10"/>
              </a:cxn>
              <a:cxn ang="0">
                <a:pos x="79" y="10"/>
              </a:cxn>
              <a:cxn ang="0">
                <a:pos x="85" y="5"/>
              </a:cxn>
              <a:cxn ang="0">
                <a:pos x="79" y="0"/>
              </a:cxn>
              <a:cxn ang="0">
                <a:pos x="74" y="5"/>
              </a:cxn>
              <a:cxn ang="0">
                <a:pos x="74" y="7"/>
              </a:cxn>
              <a:cxn ang="0">
                <a:pos x="61" y="19"/>
              </a:cxn>
              <a:cxn ang="0">
                <a:pos x="58" y="18"/>
              </a:cxn>
              <a:cxn ang="0">
                <a:pos x="55" y="19"/>
              </a:cxn>
              <a:cxn ang="0">
                <a:pos x="42" y="8"/>
              </a:cxn>
              <a:cxn ang="0">
                <a:pos x="42" y="6"/>
              </a:cxn>
              <a:cxn ang="0">
                <a:pos x="37" y="1"/>
              </a:cxn>
              <a:cxn ang="0">
                <a:pos x="32" y="6"/>
              </a:cxn>
              <a:cxn ang="0">
                <a:pos x="32" y="8"/>
              </a:cxn>
              <a:cxn ang="0">
                <a:pos x="8" y="27"/>
              </a:cxn>
              <a:cxn ang="0">
                <a:pos x="5" y="26"/>
              </a:cxn>
              <a:cxn ang="0">
                <a:pos x="0" y="31"/>
              </a:cxn>
              <a:cxn ang="0">
                <a:pos x="5" y="36"/>
              </a:cxn>
              <a:cxn ang="0">
                <a:pos x="5" y="36"/>
              </a:cxn>
              <a:cxn ang="0">
                <a:pos x="5" y="36"/>
              </a:cxn>
            </a:cxnLst>
            <a:rect l="0" t="0" r="r" b="b"/>
            <a:pathLst>
              <a:path w="85" h="36">
                <a:moveTo>
                  <a:pt x="5" y="36"/>
                </a:moveTo>
                <a:cubicBezTo>
                  <a:pt x="8" y="36"/>
                  <a:pt x="11" y="34"/>
                  <a:pt x="11" y="31"/>
                </a:cubicBezTo>
                <a:cubicBezTo>
                  <a:pt x="11" y="31"/>
                  <a:pt x="10" y="30"/>
                  <a:pt x="10" y="30"/>
                </a:cubicBezTo>
                <a:cubicBezTo>
                  <a:pt x="17" y="24"/>
                  <a:pt x="29" y="15"/>
                  <a:pt x="34" y="11"/>
                </a:cubicBezTo>
                <a:cubicBezTo>
                  <a:pt x="35" y="11"/>
                  <a:pt x="36" y="12"/>
                  <a:pt x="37" y="12"/>
                </a:cubicBezTo>
                <a:cubicBezTo>
                  <a:pt x="38" y="12"/>
                  <a:pt x="39" y="11"/>
                  <a:pt x="40" y="11"/>
                </a:cubicBezTo>
                <a:cubicBezTo>
                  <a:pt x="43" y="14"/>
                  <a:pt x="49" y="19"/>
                  <a:pt x="53" y="22"/>
                </a:cubicBezTo>
                <a:cubicBezTo>
                  <a:pt x="53" y="23"/>
                  <a:pt x="53" y="23"/>
                  <a:pt x="53" y="23"/>
                </a:cubicBezTo>
                <a:cubicBezTo>
                  <a:pt x="53" y="26"/>
                  <a:pt x="56" y="29"/>
                  <a:pt x="58" y="29"/>
                </a:cubicBezTo>
                <a:cubicBezTo>
                  <a:pt x="61" y="29"/>
                  <a:pt x="64" y="26"/>
                  <a:pt x="64" y="23"/>
                </a:cubicBezTo>
                <a:cubicBezTo>
                  <a:pt x="64" y="23"/>
                  <a:pt x="64" y="22"/>
                  <a:pt x="63" y="22"/>
                </a:cubicBezTo>
                <a:cubicBezTo>
                  <a:pt x="77" y="10"/>
                  <a:pt x="77" y="10"/>
                  <a:pt x="77" y="10"/>
                </a:cubicBezTo>
                <a:cubicBezTo>
                  <a:pt x="78" y="10"/>
                  <a:pt x="78" y="10"/>
                  <a:pt x="79" y="10"/>
                </a:cubicBezTo>
                <a:cubicBezTo>
                  <a:pt x="82" y="10"/>
                  <a:pt x="85" y="8"/>
                  <a:pt x="85" y="5"/>
                </a:cubicBezTo>
                <a:cubicBezTo>
                  <a:pt x="85" y="2"/>
                  <a:pt x="82" y="0"/>
                  <a:pt x="79" y="0"/>
                </a:cubicBezTo>
                <a:cubicBezTo>
                  <a:pt x="76" y="0"/>
                  <a:pt x="74" y="2"/>
                  <a:pt x="74" y="5"/>
                </a:cubicBezTo>
                <a:cubicBezTo>
                  <a:pt x="74" y="6"/>
                  <a:pt x="74" y="6"/>
                  <a:pt x="74" y="7"/>
                </a:cubicBezTo>
                <a:cubicBezTo>
                  <a:pt x="71" y="10"/>
                  <a:pt x="65" y="16"/>
                  <a:pt x="61" y="19"/>
                </a:cubicBezTo>
                <a:cubicBezTo>
                  <a:pt x="60" y="18"/>
                  <a:pt x="59" y="18"/>
                  <a:pt x="58" y="18"/>
                </a:cubicBezTo>
                <a:cubicBezTo>
                  <a:pt x="57" y="18"/>
                  <a:pt x="56" y="19"/>
                  <a:pt x="55" y="19"/>
                </a:cubicBezTo>
                <a:cubicBezTo>
                  <a:pt x="52" y="16"/>
                  <a:pt x="46" y="12"/>
                  <a:pt x="42" y="8"/>
                </a:cubicBezTo>
                <a:cubicBezTo>
                  <a:pt x="42" y="8"/>
                  <a:pt x="42" y="7"/>
                  <a:pt x="42" y="6"/>
                </a:cubicBezTo>
                <a:cubicBezTo>
                  <a:pt x="42" y="3"/>
                  <a:pt x="40" y="1"/>
                  <a:pt x="37" y="1"/>
                </a:cubicBezTo>
                <a:cubicBezTo>
                  <a:pt x="34" y="1"/>
                  <a:pt x="32" y="3"/>
                  <a:pt x="32" y="6"/>
                </a:cubicBezTo>
                <a:cubicBezTo>
                  <a:pt x="32" y="7"/>
                  <a:pt x="32" y="8"/>
                  <a:pt x="32" y="8"/>
                </a:cubicBezTo>
                <a:cubicBezTo>
                  <a:pt x="8" y="27"/>
                  <a:pt x="8" y="27"/>
                  <a:pt x="8" y="27"/>
                </a:cubicBezTo>
                <a:cubicBezTo>
                  <a:pt x="7" y="26"/>
                  <a:pt x="6" y="26"/>
                  <a:pt x="5" y="26"/>
                </a:cubicBezTo>
                <a:cubicBezTo>
                  <a:pt x="2" y="26"/>
                  <a:pt x="0" y="28"/>
                  <a:pt x="0" y="31"/>
                </a:cubicBezTo>
                <a:cubicBezTo>
                  <a:pt x="0" y="34"/>
                  <a:pt x="2" y="36"/>
                  <a:pt x="5" y="36"/>
                </a:cubicBezTo>
                <a:close/>
                <a:moveTo>
                  <a:pt x="5" y="36"/>
                </a:moveTo>
                <a:cubicBezTo>
                  <a:pt x="5" y="36"/>
                  <a:pt x="5" y="36"/>
                  <a:pt x="5" y="36"/>
                </a:cubicBezTo>
              </a:path>
            </a:pathLst>
          </a:custGeom>
          <a:solidFill>
            <a:schemeClr val="accent1"/>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37" name="Freeform 66"/>
          <p:cNvSpPr>
            <a:spLocks noEditPoints="1"/>
          </p:cNvSpPr>
          <p:nvPr/>
        </p:nvSpPr>
        <p:spPr bwMode="auto">
          <a:xfrm>
            <a:off x="5207365" y="4182874"/>
            <a:ext cx="116447" cy="118159"/>
          </a:xfrm>
          <a:custGeom>
            <a:avLst/>
            <a:gdLst/>
            <a:ahLst/>
            <a:cxnLst>
              <a:cxn ang="0">
                <a:pos x="34" y="17"/>
              </a:cxn>
              <a:cxn ang="0">
                <a:pos x="17" y="34"/>
              </a:cxn>
              <a:cxn ang="0">
                <a:pos x="0" y="17"/>
              </a:cxn>
              <a:cxn ang="0">
                <a:pos x="17" y="0"/>
              </a:cxn>
              <a:cxn ang="0">
                <a:pos x="34" y="17"/>
              </a:cxn>
              <a:cxn ang="0">
                <a:pos x="34" y="17"/>
              </a:cxn>
              <a:cxn ang="0">
                <a:pos x="34" y="17"/>
              </a:cxn>
            </a:cxnLst>
            <a:rect l="0" t="0" r="r" b="b"/>
            <a:pathLst>
              <a:path w="34" h="34">
                <a:moveTo>
                  <a:pt x="34" y="17"/>
                </a:moveTo>
                <a:cubicBezTo>
                  <a:pt x="34" y="26"/>
                  <a:pt x="26" y="34"/>
                  <a:pt x="17" y="34"/>
                </a:cubicBezTo>
                <a:cubicBezTo>
                  <a:pt x="8" y="34"/>
                  <a:pt x="0" y="26"/>
                  <a:pt x="0" y="17"/>
                </a:cubicBezTo>
                <a:cubicBezTo>
                  <a:pt x="0" y="8"/>
                  <a:pt x="8" y="0"/>
                  <a:pt x="17" y="0"/>
                </a:cubicBezTo>
                <a:cubicBezTo>
                  <a:pt x="26" y="0"/>
                  <a:pt x="34" y="8"/>
                  <a:pt x="34" y="17"/>
                </a:cubicBezTo>
                <a:close/>
                <a:moveTo>
                  <a:pt x="34" y="17"/>
                </a:moveTo>
                <a:cubicBezTo>
                  <a:pt x="34" y="17"/>
                  <a:pt x="34" y="17"/>
                  <a:pt x="34" y="17"/>
                </a:cubicBezTo>
              </a:path>
            </a:pathLst>
          </a:custGeom>
          <a:solidFill>
            <a:srgbClr val="4CB7A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38" name="Freeform 67"/>
          <p:cNvSpPr>
            <a:spLocks noEditPoints="1"/>
          </p:cNvSpPr>
          <p:nvPr/>
        </p:nvSpPr>
        <p:spPr bwMode="auto">
          <a:xfrm>
            <a:off x="5024134" y="4321584"/>
            <a:ext cx="484624" cy="294541"/>
          </a:xfrm>
          <a:custGeom>
            <a:avLst/>
            <a:gdLst/>
            <a:ahLst/>
            <a:cxnLst>
              <a:cxn ang="0">
                <a:pos x="129" y="24"/>
              </a:cxn>
              <a:cxn ang="0">
                <a:pos x="113" y="20"/>
              </a:cxn>
              <a:cxn ang="0">
                <a:pos x="100" y="26"/>
              </a:cxn>
              <a:cxn ang="0">
                <a:pos x="91" y="22"/>
              </a:cxn>
              <a:cxn ang="0">
                <a:pos x="91" y="13"/>
              </a:cxn>
              <a:cxn ang="0">
                <a:pos x="78" y="0"/>
              </a:cxn>
              <a:cxn ang="0">
                <a:pos x="62" y="0"/>
              </a:cxn>
              <a:cxn ang="0">
                <a:pos x="49" y="13"/>
              </a:cxn>
              <a:cxn ang="0">
                <a:pos x="49" y="23"/>
              </a:cxn>
              <a:cxn ang="0">
                <a:pos x="40" y="26"/>
              </a:cxn>
              <a:cxn ang="0">
                <a:pos x="27" y="20"/>
              </a:cxn>
              <a:cxn ang="0">
                <a:pos x="11" y="24"/>
              </a:cxn>
              <a:cxn ang="0">
                <a:pos x="1" y="39"/>
              </a:cxn>
              <a:cxn ang="0">
                <a:pos x="5" y="58"/>
              </a:cxn>
              <a:cxn ang="0">
                <a:pos x="20" y="68"/>
              </a:cxn>
              <a:cxn ang="0">
                <a:pos x="25" y="67"/>
              </a:cxn>
              <a:cxn ang="0">
                <a:pos x="36" y="77"/>
              </a:cxn>
              <a:cxn ang="0">
                <a:pos x="70" y="86"/>
              </a:cxn>
              <a:cxn ang="0">
                <a:pos x="115" y="67"/>
              </a:cxn>
              <a:cxn ang="0">
                <a:pos x="120" y="68"/>
              </a:cxn>
              <a:cxn ang="0">
                <a:pos x="135" y="58"/>
              </a:cxn>
              <a:cxn ang="0">
                <a:pos x="139" y="39"/>
              </a:cxn>
              <a:cxn ang="0">
                <a:pos x="129" y="24"/>
              </a:cxn>
              <a:cxn ang="0">
                <a:pos x="70" y="80"/>
              </a:cxn>
              <a:cxn ang="0">
                <a:pos x="39" y="71"/>
              </a:cxn>
              <a:cxn ang="0">
                <a:pos x="32" y="65"/>
              </a:cxn>
              <a:cxn ang="0">
                <a:pos x="36" y="65"/>
              </a:cxn>
              <a:cxn ang="0">
                <a:pos x="46" y="49"/>
              </a:cxn>
              <a:cxn ang="0">
                <a:pos x="43" y="32"/>
              </a:cxn>
              <a:cxn ang="0">
                <a:pos x="49" y="29"/>
              </a:cxn>
              <a:cxn ang="0">
                <a:pos x="49" y="32"/>
              </a:cxn>
              <a:cxn ang="0">
                <a:pos x="62" y="45"/>
              </a:cxn>
              <a:cxn ang="0">
                <a:pos x="78" y="45"/>
              </a:cxn>
              <a:cxn ang="0">
                <a:pos x="91" y="32"/>
              </a:cxn>
              <a:cxn ang="0">
                <a:pos x="91" y="29"/>
              </a:cxn>
              <a:cxn ang="0">
                <a:pos x="98" y="32"/>
              </a:cxn>
              <a:cxn ang="0">
                <a:pos x="94" y="49"/>
              </a:cxn>
              <a:cxn ang="0">
                <a:pos x="104" y="65"/>
              </a:cxn>
              <a:cxn ang="0">
                <a:pos x="108" y="65"/>
              </a:cxn>
              <a:cxn ang="0">
                <a:pos x="70" y="80"/>
              </a:cxn>
              <a:cxn ang="0">
                <a:pos x="70" y="80"/>
              </a:cxn>
              <a:cxn ang="0">
                <a:pos x="70" y="80"/>
              </a:cxn>
            </a:cxnLst>
            <a:rect l="0" t="0" r="r" b="b"/>
            <a:pathLst>
              <a:path w="141" h="86">
                <a:moveTo>
                  <a:pt x="129" y="24"/>
                </a:moveTo>
                <a:cubicBezTo>
                  <a:pt x="113" y="20"/>
                  <a:pt x="113" y="20"/>
                  <a:pt x="113" y="20"/>
                </a:cubicBezTo>
                <a:cubicBezTo>
                  <a:pt x="108" y="19"/>
                  <a:pt x="103" y="22"/>
                  <a:pt x="100" y="26"/>
                </a:cubicBezTo>
                <a:cubicBezTo>
                  <a:pt x="97" y="25"/>
                  <a:pt x="94" y="23"/>
                  <a:pt x="91" y="22"/>
                </a:cubicBezTo>
                <a:cubicBezTo>
                  <a:pt x="91" y="13"/>
                  <a:pt x="91" y="13"/>
                  <a:pt x="91" y="13"/>
                </a:cubicBezTo>
                <a:cubicBezTo>
                  <a:pt x="91" y="6"/>
                  <a:pt x="85" y="0"/>
                  <a:pt x="78" y="0"/>
                </a:cubicBezTo>
                <a:cubicBezTo>
                  <a:pt x="62" y="0"/>
                  <a:pt x="62" y="0"/>
                  <a:pt x="62" y="0"/>
                </a:cubicBezTo>
                <a:cubicBezTo>
                  <a:pt x="55" y="0"/>
                  <a:pt x="49" y="6"/>
                  <a:pt x="49" y="13"/>
                </a:cubicBezTo>
                <a:cubicBezTo>
                  <a:pt x="49" y="23"/>
                  <a:pt x="49" y="23"/>
                  <a:pt x="49" y="23"/>
                </a:cubicBezTo>
                <a:cubicBezTo>
                  <a:pt x="46" y="24"/>
                  <a:pt x="43" y="25"/>
                  <a:pt x="40" y="26"/>
                </a:cubicBezTo>
                <a:cubicBezTo>
                  <a:pt x="38" y="22"/>
                  <a:pt x="32" y="19"/>
                  <a:pt x="27" y="20"/>
                </a:cubicBezTo>
                <a:cubicBezTo>
                  <a:pt x="11" y="24"/>
                  <a:pt x="11" y="24"/>
                  <a:pt x="11" y="24"/>
                </a:cubicBezTo>
                <a:cubicBezTo>
                  <a:pt x="4" y="25"/>
                  <a:pt x="0" y="32"/>
                  <a:pt x="1" y="39"/>
                </a:cubicBezTo>
                <a:cubicBezTo>
                  <a:pt x="5" y="58"/>
                  <a:pt x="5" y="58"/>
                  <a:pt x="5" y="58"/>
                </a:cubicBezTo>
                <a:cubicBezTo>
                  <a:pt x="7" y="65"/>
                  <a:pt x="14" y="69"/>
                  <a:pt x="20" y="68"/>
                </a:cubicBezTo>
                <a:cubicBezTo>
                  <a:pt x="25" y="67"/>
                  <a:pt x="25" y="67"/>
                  <a:pt x="25" y="67"/>
                </a:cubicBezTo>
                <a:cubicBezTo>
                  <a:pt x="28" y="70"/>
                  <a:pt x="31" y="74"/>
                  <a:pt x="36" y="77"/>
                </a:cubicBezTo>
                <a:cubicBezTo>
                  <a:pt x="45" y="83"/>
                  <a:pt x="57" y="86"/>
                  <a:pt x="70" y="86"/>
                </a:cubicBezTo>
                <a:cubicBezTo>
                  <a:pt x="90" y="86"/>
                  <a:pt x="107" y="78"/>
                  <a:pt x="115" y="67"/>
                </a:cubicBezTo>
                <a:cubicBezTo>
                  <a:pt x="120" y="68"/>
                  <a:pt x="120" y="68"/>
                  <a:pt x="120" y="68"/>
                </a:cubicBezTo>
                <a:cubicBezTo>
                  <a:pt x="127" y="69"/>
                  <a:pt x="134" y="65"/>
                  <a:pt x="135" y="58"/>
                </a:cubicBezTo>
                <a:cubicBezTo>
                  <a:pt x="139" y="39"/>
                  <a:pt x="139" y="39"/>
                  <a:pt x="139" y="39"/>
                </a:cubicBezTo>
                <a:cubicBezTo>
                  <a:pt x="141" y="32"/>
                  <a:pt x="136" y="25"/>
                  <a:pt x="129" y="24"/>
                </a:cubicBezTo>
                <a:close/>
                <a:moveTo>
                  <a:pt x="70" y="80"/>
                </a:moveTo>
                <a:cubicBezTo>
                  <a:pt x="58" y="80"/>
                  <a:pt x="48" y="77"/>
                  <a:pt x="39" y="71"/>
                </a:cubicBezTo>
                <a:cubicBezTo>
                  <a:pt x="37" y="70"/>
                  <a:pt x="34" y="67"/>
                  <a:pt x="32" y="65"/>
                </a:cubicBezTo>
                <a:cubicBezTo>
                  <a:pt x="36" y="65"/>
                  <a:pt x="36" y="65"/>
                  <a:pt x="36" y="65"/>
                </a:cubicBezTo>
                <a:cubicBezTo>
                  <a:pt x="43" y="63"/>
                  <a:pt x="48" y="56"/>
                  <a:pt x="46" y="49"/>
                </a:cubicBezTo>
                <a:cubicBezTo>
                  <a:pt x="43" y="32"/>
                  <a:pt x="43" y="32"/>
                  <a:pt x="43" y="32"/>
                </a:cubicBezTo>
                <a:cubicBezTo>
                  <a:pt x="45" y="31"/>
                  <a:pt x="47" y="30"/>
                  <a:pt x="49" y="29"/>
                </a:cubicBezTo>
                <a:cubicBezTo>
                  <a:pt x="49" y="32"/>
                  <a:pt x="49" y="32"/>
                  <a:pt x="49" y="32"/>
                </a:cubicBezTo>
                <a:cubicBezTo>
                  <a:pt x="49" y="40"/>
                  <a:pt x="55" y="45"/>
                  <a:pt x="62" y="45"/>
                </a:cubicBezTo>
                <a:cubicBezTo>
                  <a:pt x="78" y="45"/>
                  <a:pt x="78" y="45"/>
                  <a:pt x="78" y="45"/>
                </a:cubicBezTo>
                <a:cubicBezTo>
                  <a:pt x="85" y="45"/>
                  <a:pt x="91" y="40"/>
                  <a:pt x="91" y="32"/>
                </a:cubicBezTo>
                <a:cubicBezTo>
                  <a:pt x="91" y="29"/>
                  <a:pt x="91" y="29"/>
                  <a:pt x="91" y="29"/>
                </a:cubicBezTo>
                <a:cubicBezTo>
                  <a:pt x="93" y="30"/>
                  <a:pt x="96" y="31"/>
                  <a:pt x="98" y="32"/>
                </a:cubicBezTo>
                <a:cubicBezTo>
                  <a:pt x="94" y="49"/>
                  <a:pt x="94" y="49"/>
                  <a:pt x="94" y="49"/>
                </a:cubicBezTo>
                <a:cubicBezTo>
                  <a:pt x="93" y="56"/>
                  <a:pt x="97" y="63"/>
                  <a:pt x="104" y="65"/>
                </a:cubicBezTo>
                <a:cubicBezTo>
                  <a:pt x="108" y="65"/>
                  <a:pt x="108" y="65"/>
                  <a:pt x="108" y="65"/>
                </a:cubicBezTo>
                <a:cubicBezTo>
                  <a:pt x="101" y="74"/>
                  <a:pt x="87" y="80"/>
                  <a:pt x="70" y="80"/>
                </a:cubicBezTo>
                <a:close/>
                <a:moveTo>
                  <a:pt x="70" y="80"/>
                </a:moveTo>
                <a:cubicBezTo>
                  <a:pt x="70" y="80"/>
                  <a:pt x="70" y="80"/>
                  <a:pt x="70" y="80"/>
                </a:cubicBezTo>
              </a:path>
            </a:pathLst>
          </a:custGeom>
          <a:solidFill>
            <a:srgbClr val="4CB7A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39" name="Freeform 68"/>
          <p:cNvSpPr>
            <a:spLocks noEditPoints="1"/>
          </p:cNvSpPr>
          <p:nvPr/>
        </p:nvSpPr>
        <p:spPr bwMode="auto">
          <a:xfrm>
            <a:off x="5399159" y="4258221"/>
            <a:ext cx="116447" cy="118159"/>
          </a:xfrm>
          <a:custGeom>
            <a:avLst/>
            <a:gdLst/>
            <a:ahLst/>
            <a:cxnLst>
              <a:cxn ang="0">
                <a:pos x="34" y="17"/>
              </a:cxn>
              <a:cxn ang="0">
                <a:pos x="17" y="34"/>
              </a:cxn>
              <a:cxn ang="0">
                <a:pos x="0" y="17"/>
              </a:cxn>
              <a:cxn ang="0">
                <a:pos x="17" y="0"/>
              </a:cxn>
              <a:cxn ang="0">
                <a:pos x="34" y="17"/>
              </a:cxn>
              <a:cxn ang="0">
                <a:pos x="34" y="17"/>
              </a:cxn>
              <a:cxn ang="0">
                <a:pos x="34" y="17"/>
              </a:cxn>
            </a:cxnLst>
            <a:rect l="0" t="0" r="r" b="b"/>
            <a:pathLst>
              <a:path w="34" h="34">
                <a:moveTo>
                  <a:pt x="34" y="17"/>
                </a:moveTo>
                <a:cubicBezTo>
                  <a:pt x="34" y="27"/>
                  <a:pt x="26" y="34"/>
                  <a:pt x="17" y="34"/>
                </a:cubicBezTo>
                <a:cubicBezTo>
                  <a:pt x="7" y="34"/>
                  <a:pt x="0" y="27"/>
                  <a:pt x="0" y="17"/>
                </a:cubicBezTo>
                <a:cubicBezTo>
                  <a:pt x="0" y="8"/>
                  <a:pt x="7" y="0"/>
                  <a:pt x="17" y="0"/>
                </a:cubicBezTo>
                <a:cubicBezTo>
                  <a:pt x="26" y="0"/>
                  <a:pt x="34" y="8"/>
                  <a:pt x="34" y="17"/>
                </a:cubicBezTo>
                <a:close/>
                <a:moveTo>
                  <a:pt x="34" y="17"/>
                </a:moveTo>
                <a:cubicBezTo>
                  <a:pt x="34" y="17"/>
                  <a:pt x="34" y="17"/>
                  <a:pt x="34" y="17"/>
                </a:cubicBezTo>
              </a:path>
            </a:pathLst>
          </a:custGeom>
          <a:solidFill>
            <a:srgbClr val="4CB7A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40" name="Freeform 69"/>
          <p:cNvSpPr>
            <a:spLocks noEditPoints="1"/>
          </p:cNvSpPr>
          <p:nvPr/>
        </p:nvSpPr>
        <p:spPr bwMode="auto">
          <a:xfrm>
            <a:off x="5010434" y="4254796"/>
            <a:ext cx="128434" cy="128434"/>
          </a:xfrm>
          <a:custGeom>
            <a:avLst/>
            <a:gdLst/>
            <a:ahLst/>
            <a:cxnLst>
              <a:cxn ang="0">
                <a:pos x="22" y="35"/>
              </a:cxn>
              <a:cxn ang="0">
                <a:pos x="35" y="15"/>
              </a:cxn>
              <a:cxn ang="0">
                <a:pos x="15" y="2"/>
              </a:cxn>
              <a:cxn ang="0">
                <a:pos x="2" y="22"/>
              </a:cxn>
              <a:cxn ang="0">
                <a:pos x="22" y="35"/>
              </a:cxn>
              <a:cxn ang="0">
                <a:pos x="22" y="35"/>
              </a:cxn>
              <a:cxn ang="0">
                <a:pos x="22" y="35"/>
              </a:cxn>
            </a:cxnLst>
            <a:rect l="0" t="0" r="r" b="b"/>
            <a:pathLst>
              <a:path w="37" h="37">
                <a:moveTo>
                  <a:pt x="22" y="35"/>
                </a:moveTo>
                <a:cubicBezTo>
                  <a:pt x="31" y="33"/>
                  <a:pt x="37" y="24"/>
                  <a:pt x="35" y="15"/>
                </a:cubicBezTo>
                <a:cubicBezTo>
                  <a:pt x="33" y="6"/>
                  <a:pt x="24" y="0"/>
                  <a:pt x="15" y="2"/>
                </a:cubicBezTo>
                <a:cubicBezTo>
                  <a:pt x="6" y="4"/>
                  <a:pt x="0" y="13"/>
                  <a:pt x="2" y="22"/>
                </a:cubicBezTo>
                <a:cubicBezTo>
                  <a:pt x="4" y="31"/>
                  <a:pt x="13" y="37"/>
                  <a:pt x="22" y="35"/>
                </a:cubicBezTo>
                <a:close/>
                <a:moveTo>
                  <a:pt x="22" y="35"/>
                </a:moveTo>
                <a:cubicBezTo>
                  <a:pt x="22" y="35"/>
                  <a:pt x="22" y="35"/>
                  <a:pt x="22" y="35"/>
                </a:cubicBezTo>
              </a:path>
            </a:pathLst>
          </a:custGeom>
          <a:solidFill>
            <a:srgbClr val="4CB7A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41" name="Freeform 70"/>
          <p:cNvSpPr>
            <a:spLocks noEditPoints="1"/>
          </p:cNvSpPr>
          <p:nvPr/>
        </p:nvSpPr>
        <p:spPr bwMode="auto">
          <a:xfrm>
            <a:off x="8113390" y="4176024"/>
            <a:ext cx="339066" cy="460649"/>
          </a:xfrm>
          <a:custGeom>
            <a:avLst/>
            <a:gdLst/>
            <a:ahLst/>
            <a:cxnLst>
              <a:cxn ang="0">
                <a:pos x="99" y="46"/>
              </a:cxn>
              <a:cxn ang="0">
                <a:pos x="49" y="3"/>
              </a:cxn>
              <a:cxn ang="0">
                <a:pos x="10" y="34"/>
              </a:cxn>
              <a:cxn ang="0">
                <a:pos x="8" y="58"/>
              </a:cxn>
              <a:cxn ang="0">
                <a:pos x="12" y="64"/>
              </a:cxn>
              <a:cxn ang="0">
                <a:pos x="1" y="86"/>
              </a:cxn>
              <a:cxn ang="0">
                <a:pos x="12" y="90"/>
              </a:cxn>
              <a:cxn ang="0">
                <a:pos x="12" y="104"/>
              </a:cxn>
              <a:cxn ang="0">
                <a:pos x="29" y="117"/>
              </a:cxn>
              <a:cxn ang="0">
                <a:pos x="38" y="116"/>
              </a:cxn>
              <a:cxn ang="0">
                <a:pos x="40" y="134"/>
              </a:cxn>
              <a:cxn ang="0">
                <a:pos x="92" y="134"/>
              </a:cxn>
              <a:cxn ang="0">
                <a:pos x="84" y="95"/>
              </a:cxn>
              <a:cxn ang="0">
                <a:pos x="99" y="46"/>
              </a:cxn>
              <a:cxn ang="0">
                <a:pos x="42" y="62"/>
              </a:cxn>
              <a:cxn ang="0">
                <a:pos x="60" y="41"/>
              </a:cxn>
              <a:cxn ang="0">
                <a:pos x="23" y="41"/>
              </a:cxn>
              <a:cxn ang="0">
                <a:pos x="65" y="14"/>
              </a:cxn>
              <a:cxn ang="0">
                <a:pos x="48" y="33"/>
              </a:cxn>
              <a:cxn ang="0">
                <a:pos x="84" y="33"/>
              </a:cxn>
              <a:cxn ang="0">
                <a:pos x="42" y="62"/>
              </a:cxn>
              <a:cxn ang="0">
                <a:pos x="42" y="62"/>
              </a:cxn>
              <a:cxn ang="0">
                <a:pos x="42" y="62"/>
              </a:cxn>
            </a:cxnLst>
            <a:rect l="0" t="0" r="r" b="b"/>
            <a:pathLst>
              <a:path w="99" h="134">
                <a:moveTo>
                  <a:pt x="99" y="46"/>
                </a:moveTo>
                <a:cubicBezTo>
                  <a:pt x="99" y="9"/>
                  <a:pt x="70" y="0"/>
                  <a:pt x="49" y="3"/>
                </a:cubicBezTo>
                <a:cubicBezTo>
                  <a:pt x="28" y="5"/>
                  <a:pt x="10" y="15"/>
                  <a:pt x="10" y="34"/>
                </a:cubicBezTo>
                <a:cubicBezTo>
                  <a:pt x="10" y="52"/>
                  <a:pt x="8" y="58"/>
                  <a:pt x="8" y="58"/>
                </a:cubicBezTo>
                <a:cubicBezTo>
                  <a:pt x="12" y="64"/>
                  <a:pt x="12" y="64"/>
                  <a:pt x="12" y="64"/>
                </a:cubicBezTo>
                <a:cubicBezTo>
                  <a:pt x="12" y="64"/>
                  <a:pt x="0" y="83"/>
                  <a:pt x="1" y="86"/>
                </a:cubicBezTo>
                <a:cubicBezTo>
                  <a:pt x="2" y="88"/>
                  <a:pt x="12" y="90"/>
                  <a:pt x="12" y="90"/>
                </a:cubicBezTo>
                <a:cubicBezTo>
                  <a:pt x="12" y="90"/>
                  <a:pt x="13" y="91"/>
                  <a:pt x="12" y="104"/>
                </a:cubicBezTo>
                <a:cubicBezTo>
                  <a:pt x="11" y="118"/>
                  <a:pt x="22" y="119"/>
                  <a:pt x="29" y="117"/>
                </a:cubicBezTo>
                <a:cubicBezTo>
                  <a:pt x="33" y="117"/>
                  <a:pt x="35" y="116"/>
                  <a:pt x="38" y="116"/>
                </a:cubicBezTo>
                <a:cubicBezTo>
                  <a:pt x="40" y="134"/>
                  <a:pt x="40" y="134"/>
                  <a:pt x="40" y="134"/>
                </a:cubicBezTo>
                <a:cubicBezTo>
                  <a:pt x="92" y="134"/>
                  <a:pt x="92" y="134"/>
                  <a:pt x="92" y="134"/>
                </a:cubicBezTo>
                <a:cubicBezTo>
                  <a:pt x="84" y="95"/>
                  <a:pt x="84" y="95"/>
                  <a:pt x="84" y="95"/>
                </a:cubicBezTo>
                <a:cubicBezTo>
                  <a:pt x="87" y="82"/>
                  <a:pt x="99" y="75"/>
                  <a:pt x="99" y="46"/>
                </a:cubicBezTo>
                <a:close/>
                <a:moveTo>
                  <a:pt x="42" y="62"/>
                </a:moveTo>
                <a:cubicBezTo>
                  <a:pt x="60" y="41"/>
                  <a:pt x="60" y="41"/>
                  <a:pt x="60" y="41"/>
                </a:cubicBezTo>
                <a:cubicBezTo>
                  <a:pt x="23" y="41"/>
                  <a:pt x="23" y="41"/>
                  <a:pt x="23" y="41"/>
                </a:cubicBezTo>
                <a:cubicBezTo>
                  <a:pt x="65" y="14"/>
                  <a:pt x="65" y="14"/>
                  <a:pt x="65" y="14"/>
                </a:cubicBezTo>
                <a:cubicBezTo>
                  <a:pt x="48" y="33"/>
                  <a:pt x="48" y="33"/>
                  <a:pt x="48" y="33"/>
                </a:cubicBezTo>
                <a:cubicBezTo>
                  <a:pt x="84" y="33"/>
                  <a:pt x="84" y="33"/>
                  <a:pt x="84" y="33"/>
                </a:cubicBezTo>
                <a:lnTo>
                  <a:pt x="42" y="62"/>
                </a:lnTo>
                <a:close/>
                <a:moveTo>
                  <a:pt x="42" y="62"/>
                </a:moveTo>
                <a:cubicBezTo>
                  <a:pt x="42" y="62"/>
                  <a:pt x="42" y="62"/>
                  <a:pt x="42" y="62"/>
                </a:cubicBezTo>
              </a:path>
            </a:pathLst>
          </a:custGeom>
          <a:solidFill>
            <a:schemeClr val="accent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42" name="Freeform 71"/>
          <p:cNvSpPr>
            <a:spLocks noEditPoints="1"/>
          </p:cNvSpPr>
          <p:nvPr/>
        </p:nvSpPr>
        <p:spPr bwMode="auto">
          <a:xfrm>
            <a:off x="3832270" y="3054372"/>
            <a:ext cx="123297" cy="113022"/>
          </a:xfrm>
          <a:custGeom>
            <a:avLst/>
            <a:gdLst/>
            <a:ahLst/>
            <a:cxnLst>
              <a:cxn ang="0">
                <a:pos x="26" y="6"/>
              </a:cxn>
              <a:cxn ang="0">
                <a:pos x="0" y="10"/>
              </a:cxn>
              <a:cxn ang="0">
                <a:pos x="30" y="33"/>
              </a:cxn>
              <a:cxn ang="0">
                <a:pos x="26" y="6"/>
              </a:cxn>
              <a:cxn ang="0">
                <a:pos x="26" y="6"/>
              </a:cxn>
              <a:cxn ang="0">
                <a:pos x="26" y="6"/>
              </a:cxn>
            </a:cxnLst>
            <a:rect l="0" t="0" r="r" b="b"/>
            <a:pathLst>
              <a:path w="36" h="33">
                <a:moveTo>
                  <a:pt x="26" y="6"/>
                </a:moveTo>
                <a:cubicBezTo>
                  <a:pt x="18" y="0"/>
                  <a:pt x="6" y="2"/>
                  <a:pt x="0" y="10"/>
                </a:cubicBezTo>
                <a:cubicBezTo>
                  <a:pt x="30" y="33"/>
                  <a:pt x="30" y="33"/>
                  <a:pt x="30" y="33"/>
                </a:cubicBezTo>
                <a:cubicBezTo>
                  <a:pt x="36" y="24"/>
                  <a:pt x="34" y="13"/>
                  <a:pt x="26" y="6"/>
                </a:cubicBezTo>
                <a:close/>
                <a:moveTo>
                  <a:pt x="26" y="6"/>
                </a:moveTo>
                <a:cubicBezTo>
                  <a:pt x="26" y="6"/>
                  <a:pt x="26" y="6"/>
                  <a:pt x="26" y="6"/>
                </a:cubicBezTo>
              </a:path>
            </a:pathLst>
          </a:custGeom>
          <a:solidFill>
            <a:schemeClr val="accent5"/>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43" name="Freeform 72"/>
          <p:cNvSpPr>
            <a:spLocks noEditPoints="1"/>
          </p:cNvSpPr>
          <p:nvPr/>
        </p:nvSpPr>
        <p:spPr bwMode="auto">
          <a:xfrm>
            <a:off x="3565128" y="3054372"/>
            <a:ext cx="123297" cy="113022"/>
          </a:xfrm>
          <a:custGeom>
            <a:avLst/>
            <a:gdLst/>
            <a:ahLst/>
            <a:cxnLst>
              <a:cxn ang="0">
                <a:pos x="10" y="6"/>
              </a:cxn>
              <a:cxn ang="0">
                <a:pos x="7" y="33"/>
              </a:cxn>
              <a:cxn ang="0">
                <a:pos x="36" y="10"/>
              </a:cxn>
              <a:cxn ang="0">
                <a:pos x="10" y="6"/>
              </a:cxn>
              <a:cxn ang="0">
                <a:pos x="10" y="6"/>
              </a:cxn>
              <a:cxn ang="0">
                <a:pos x="10" y="6"/>
              </a:cxn>
            </a:cxnLst>
            <a:rect l="0" t="0" r="r" b="b"/>
            <a:pathLst>
              <a:path w="36" h="33">
                <a:moveTo>
                  <a:pt x="10" y="6"/>
                </a:moveTo>
                <a:cubicBezTo>
                  <a:pt x="2" y="13"/>
                  <a:pt x="0" y="24"/>
                  <a:pt x="7" y="33"/>
                </a:cubicBezTo>
                <a:cubicBezTo>
                  <a:pt x="36" y="10"/>
                  <a:pt x="36" y="10"/>
                  <a:pt x="36" y="10"/>
                </a:cubicBezTo>
                <a:cubicBezTo>
                  <a:pt x="30" y="2"/>
                  <a:pt x="18" y="0"/>
                  <a:pt x="10" y="6"/>
                </a:cubicBezTo>
                <a:close/>
                <a:moveTo>
                  <a:pt x="10" y="6"/>
                </a:moveTo>
                <a:cubicBezTo>
                  <a:pt x="10" y="6"/>
                  <a:pt x="10" y="6"/>
                  <a:pt x="10" y="6"/>
                </a:cubicBezTo>
              </a:path>
            </a:pathLst>
          </a:custGeom>
          <a:solidFill>
            <a:schemeClr val="accent5"/>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44" name="Freeform 73"/>
          <p:cNvSpPr>
            <a:spLocks noEditPoints="1"/>
          </p:cNvSpPr>
          <p:nvPr/>
        </p:nvSpPr>
        <p:spPr bwMode="auto">
          <a:xfrm>
            <a:off x="3589103" y="3098895"/>
            <a:ext cx="345914" cy="347627"/>
          </a:xfrm>
          <a:custGeom>
            <a:avLst/>
            <a:gdLst/>
            <a:ahLst/>
            <a:cxnLst>
              <a:cxn ang="0">
                <a:pos x="51" y="0"/>
              </a:cxn>
              <a:cxn ang="0">
                <a:pos x="0" y="50"/>
              </a:cxn>
              <a:cxn ang="0">
                <a:pos x="51" y="101"/>
              </a:cxn>
              <a:cxn ang="0">
                <a:pos x="101" y="50"/>
              </a:cxn>
              <a:cxn ang="0">
                <a:pos x="51" y="0"/>
              </a:cxn>
              <a:cxn ang="0">
                <a:pos x="51" y="57"/>
              </a:cxn>
              <a:cxn ang="0">
                <a:pos x="49" y="56"/>
              </a:cxn>
              <a:cxn ang="0">
                <a:pos x="23" y="71"/>
              </a:cxn>
              <a:cxn ang="0">
                <a:pos x="45" y="53"/>
              </a:cxn>
              <a:cxn ang="0">
                <a:pos x="44" y="50"/>
              </a:cxn>
              <a:cxn ang="0">
                <a:pos x="49" y="44"/>
              </a:cxn>
              <a:cxn ang="0">
                <a:pos x="53" y="10"/>
              </a:cxn>
              <a:cxn ang="0">
                <a:pos x="55" y="45"/>
              </a:cxn>
              <a:cxn ang="0">
                <a:pos x="57" y="50"/>
              </a:cxn>
              <a:cxn ang="0">
                <a:pos x="51" y="57"/>
              </a:cxn>
              <a:cxn ang="0">
                <a:pos x="51" y="57"/>
              </a:cxn>
              <a:cxn ang="0">
                <a:pos x="51" y="57"/>
              </a:cxn>
            </a:cxnLst>
            <a:rect l="0" t="0" r="r" b="b"/>
            <a:pathLst>
              <a:path w="101" h="101">
                <a:moveTo>
                  <a:pt x="51" y="0"/>
                </a:moveTo>
                <a:cubicBezTo>
                  <a:pt x="23" y="0"/>
                  <a:pt x="0" y="22"/>
                  <a:pt x="0" y="50"/>
                </a:cubicBezTo>
                <a:cubicBezTo>
                  <a:pt x="0" y="78"/>
                  <a:pt x="23" y="101"/>
                  <a:pt x="51" y="101"/>
                </a:cubicBezTo>
                <a:cubicBezTo>
                  <a:pt x="79" y="101"/>
                  <a:pt x="101" y="78"/>
                  <a:pt x="101" y="50"/>
                </a:cubicBezTo>
                <a:cubicBezTo>
                  <a:pt x="101" y="22"/>
                  <a:pt x="79" y="0"/>
                  <a:pt x="51" y="0"/>
                </a:cubicBezTo>
                <a:close/>
                <a:moveTo>
                  <a:pt x="51" y="57"/>
                </a:moveTo>
                <a:cubicBezTo>
                  <a:pt x="50" y="57"/>
                  <a:pt x="49" y="57"/>
                  <a:pt x="49" y="56"/>
                </a:cubicBezTo>
                <a:cubicBezTo>
                  <a:pt x="23" y="71"/>
                  <a:pt x="23" y="71"/>
                  <a:pt x="23" y="71"/>
                </a:cubicBezTo>
                <a:cubicBezTo>
                  <a:pt x="45" y="53"/>
                  <a:pt x="45" y="53"/>
                  <a:pt x="45" y="53"/>
                </a:cubicBezTo>
                <a:cubicBezTo>
                  <a:pt x="44" y="52"/>
                  <a:pt x="44" y="51"/>
                  <a:pt x="44" y="50"/>
                </a:cubicBezTo>
                <a:cubicBezTo>
                  <a:pt x="44" y="47"/>
                  <a:pt x="46" y="45"/>
                  <a:pt x="49" y="44"/>
                </a:cubicBezTo>
                <a:cubicBezTo>
                  <a:pt x="53" y="10"/>
                  <a:pt x="53" y="10"/>
                  <a:pt x="53" y="10"/>
                </a:cubicBezTo>
                <a:cubicBezTo>
                  <a:pt x="55" y="45"/>
                  <a:pt x="55" y="45"/>
                  <a:pt x="55" y="45"/>
                </a:cubicBezTo>
                <a:cubicBezTo>
                  <a:pt x="56" y="47"/>
                  <a:pt x="57" y="48"/>
                  <a:pt x="57" y="50"/>
                </a:cubicBezTo>
                <a:cubicBezTo>
                  <a:pt x="57" y="54"/>
                  <a:pt x="54" y="57"/>
                  <a:pt x="51" y="57"/>
                </a:cubicBezTo>
                <a:close/>
                <a:moveTo>
                  <a:pt x="51" y="57"/>
                </a:moveTo>
                <a:cubicBezTo>
                  <a:pt x="51" y="57"/>
                  <a:pt x="51" y="57"/>
                  <a:pt x="51" y="57"/>
                </a:cubicBezTo>
              </a:path>
            </a:pathLst>
          </a:custGeom>
          <a:solidFill>
            <a:schemeClr val="accent5"/>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45" name="Freeform 74"/>
          <p:cNvSpPr>
            <a:spLocks noEditPoints="1"/>
          </p:cNvSpPr>
          <p:nvPr/>
        </p:nvSpPr>
        <p:spPr bwMode="auto">
          <a:xfrm>
            <a:off x="3863093" y="3405422"/>
            <a:ext cx="58223" cy="51373"/>
          </a:xfrm>
          <a:custGeom>
            <a:avLst/>
            <a:gdLst/>
            <a:ahLst/>
            <a:cxnLst>
              <a:cxn ang="0">
                <a:pos x="0" y="7"/>
              </a:cxn>
              <a:cxn ang="0">
                <a:pos x="5" y="15"/>
              </a:cxn>
              <a:cxn ang="0">
                <a:pos x="17" y="15"/>
              </a:cxn>
              <a:cxn ang="0">
                <a:pos x="8" y="0"/>
              </a:cxn>
              <a:cxn ang="0">
                <a:pos x="0" y="7"/>
              </a:cxn>
              <a:cxn ang="0">
                <a:pos x="0" y="7"/>
              </a:cxn>
              <a:cxn ang="0">
                <a:pos x="0" y="7"/>
              </a:cxn>
            </a:cxnLst>
            <a:rect l="0" t="0" r="r" b="b"/>
            <a:pathLst>
              <a:path w="17" h="15">
                <a:moveTo>
                  <a:pt x="0" y="7"/>
                </a:moveTo>
                <a:cubicBezTo>
                  <a:pt x="5" y="15"/>
                  <a:pt x="5" y="15"/>
                  <a:pt x="5" y="15"/>
                </a:cubicBezTo>
                <a:cubicBezTo>
                  <a:pt x="17" y="15"/>
                  <a:pt x="17" y="15"/>
                  <a:pt x="17" y="15"/>
                </a:cubicBezTo>
                <a:cubicBezTo>
                  <a:pt x="8" y="0"/>
                  <a:pt x="8" y="0"/>
                  <a:pt x="8" y="0"/>
                </a:cubicBezTo>
                <a:cubicBezTo>
                  <a:pt x="6" y="3"/>
                  <a:pt x="3" y="5"/>
                  <a:pt x="0" y="7"/>
                </a:cubicBezTo>
                <a:close/>
                <a:moveTo>
                  <a:pt x="0" y="7"/>
                </a:moveTo>
                <a:cubicBezTo>
                  <a:pt x="0" y="7"/>
                  <a:pt x="0" y="7"/>
                  <a:pt x="0" y="7"/>
                </a:cubicBezTo>
              </a:path>
            </a:pathLst>
          </a:custGeom>
          <a:solidFill>
            <a:schemeClr val="accent5"/>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46" name="Freeform 75"/>
          <p:cNvSpPr>
            <a:spLocks noEditPoints="1"/>
          </p:cNvSpPr>
          <p:nvPr/>
        </p:nvSpPr>
        <p:spPr bwMode="auto">
          <a:xfrm>
            <a:off x="3602802" y="3405422"/>
            <a:ext cx="54798" cy="51373"/>
          </a:xfrm>
          <a:custGeom>
            <a:avLst/>
            <a:gdLst/>
            <a:ahLst/>
            <a:cxnLst>
              <a:cxn ang="0">
                <a:pos x="0" y="15"/>
              </a:cxn>
              <a:cxn ang="0">
                <a:pos x="12" y="15"/>
              </a:cxn>
              <a:cxn ang="0">
                <a:pos x="16" y="6"/>
              </a:cxn>
              <a:cxn ang="0">
                <a:pos x="8" y="0"/>
              </a:cxn>
              <a:cxn ang="0">
                <a:pos x="0" y="15"/>
              </a:cxn>
              <a:cxn ang="0">
                <a:pos x="0" y="15"/>
              </a:cxn>
              <a:cxn ang="0">
                <a:pos x="0" y="15"/>
              </a:cxn>
            </a:cxnLst>
            <a:rect l="0" t="0" r="r" b="b"/>
            <a:pathLst>
              <a:path w="16" h="15">
                <a:moveTo>
                  <a:pt x="0" y="15"/>
                </a:moveTo>
                <a:cubicBezTo>
                  <a:pt x="12" y="15"/>
                  <a:pt x="12" y="15"/>
                  <a:pt x="12" y="15"/>
                </a:cubicBezTo>
                <a:cubicBezTo>
                  <a:pt x="16" y="6"/>
                  <a:pt x="16" y="6"/>
                  <a:pt x="16" y="6"/>
                </a:cubicBezTo>
                <a:cubicBezTo>
                  <a:pt x="14" y="4"/>
                  <a:pt x="11" y="2"/>
                  <a:pt x="8" y="0"/>
                </a:cubicBezTo>
                <a:lnTo>
                  <a:pt x="0" y="15"/>
                </a:lnTo>
                <a:close/>
                <a:moveTo>
                  <a:pt x="0" y="15"/>
                </a:moveTo>
                <a:cubicBezTo>
                  <a:pt x="0" y="15"/>
                  <a:pt x="0" y="15"/>
                  <a:pt x="0" y="15"/>
                </a:cubicBezTo>
              </a:path>
            </a:pathLst>
          </a:custGeom>
          <a:solidFill>
            <a:schemeClr val="accent5"/>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47" name="Freeform 76"/>
          <p:cNvSpPr>
            <a:spLocks noEditPoints="1"/>
          </p:cNvSpPr>
          <p:nvPr/>
        </p:nvSpPr>
        <p:spPr bwMode="auto">
          <a:xfrm>
            <a:off x="6858166" y="3136568"/>
            <a:ext cx="131859" cy="126721"/>
          </a:xfrm>
          <a:custGeom>
            <a:avLst/>
            <a:gdLst/>
            <a:ahLst/>
            <a:cxnLst>
              <a:cxn ang="0">
                <a:pos x="33" y="8"/>
              </a:cxn>
              <a:cxn ang="0">
                <a:pos x="31" y="9"/>
              </a:cxn>
              <a:cxn ang="0">
                <a:pos x="28" y="6"/>
              </a:cxn>
              <a:cxn ang="0">
                <a:pos x="29" y="4"/>
              </a:cxn>
              <a:cxn ang="0">
                <a:pos x="28" y="2"/>
              </a:cxn>
              <a:cxn ang="0">
                <a:pos x="24" y="0"/>
              </a:cxn>
              <a:cxn ang="0">
                <a:pos x="22" y="1"/>
              </a:cxn>
              <a:cxn ang="0">
                <a:pos x="21" y="3"/>
              </a:cxn>
              <a:cxn ang="0">
                <a:pos x="17" y="3"/>
              </a:cxn>
              <a:cxn ang="0">
                <a:pos x="15" y="1"/>
              </a:cxn>
              <a:cxn ang="0">
                <a:pos x="13" y="0"/>
              </a:cxn>
              <a:cxn ang="0">
                <a:pos x="9" y="2"/>
              </a:cxn>
              <a:cxn ang="0">
                <a:pos x="8" y="4"/>
              </a:cxn>
              <a:cxn ang="0">
                <a:pos x="9" y="6"/>
              </a:cxn>
              <a:cxn ang="0">
                <a:pos x="6" y="9"/>
              </a:cxn>
              <a:cxn ang="0">
                <a:pos x="4" y="8"/>
              </a:cxn>
              <a:cxn ang="0">
                <a:pos x="2" y="9"/>
              </a:cxn>
              <a:cxn ang="0">
                <a:pos x="0" y="13"/>
              </a:cxn>
              <a:cxn ang="0">
                <a:pos x="1" y="15"/>
              </a:cxn>
              <a:cxn ang="0">
                <a:pos x="4" y="16"/>
              </a:cxn>
              <a:cxn ang="0">
                <a:pos x="4" y="21"/>
              </a:cxn>
              <a:cxn ang="0">
                <a:pos x="1" y="22"/>
              </a:cxn>
              <a:cxn ang="0">
                <a:pos x="0" y="24"/>
              </a:cxn>
              <a:cxn ang="0">
                <a:pos x="2" y="28"/>
              </a:cxn>
              <a:cxn ang="0">
                <a:pos x="4" y="29"/>
              </a:cxn>
              <a:cxn ang="0">
                <a:pos x="6" y="28"/>
              </a:cxn>
              <a:cxn ang="0">
                <a:pos x="9" y="31"/>
              </a:cxn>
              <a:cxn ang="0">
                <a:pos x="8" y="33"/>
              </a:cxn>
              <a:cxn ang="0">
                <a:pos x="9" y="35"/>
              </a:cxn>
              <a:cxn ang="0">
                <a:pos x="13" y="37"/>
              </a:cxn>
              <a:cxn ang="0">
                <a:pos x="15" y="36"/>
              </a:cxn>
              <a:cxn ang="0">
                <a:pos x="17" y="34"/>
              </a:cxn>
              <a:cxn ang="0">
                <a:pos x="21" y="34"/>
              </a:cxn>
              <a:cxn ang="0">
                <a:pos x="22" y="36"/>
              </a:cxn>
              <a:cxn ang="0">
                <a:pos x="24" y="37"/>
              </a:cxn>
              <a:cxn ang="0">
                <a:pos x="28" y="35"/>
              </a:cxn>
              <a:cxn ang="0">
                <a:pos x="29" y="33"/>
              </a:cxn>
              <a:cxn ang="0">
                <a:pos x="28" y="31"/>
              </a:cxn>
              <a:cxn ang="0">
                <a:pos x="31" y="28"/>
              </a:cxn>
              <a:cxn ang="0">
                <a:pos x="33" y="29"/>
              </a:cxn>
              <a:cxn ang="0">
                <a:pos x="35" y="28"/>
              </a:cxn>
              <a:cxn ang="0">
                <a:pos x="37" y="24"/>
              </a:cxn>
              <a:cxn ang="0">
                <a:pos x="36" y="22"/>
              </a:cxn>
              <a:cxn ang="0">
                <a:pos x="34" y="21"/>
              </a:cxn>
              <a:cxn ang="0">
                <a:pos x="34" y="16"/>
              </a:cxn>
              <a:cxn ang="0">
                <a:pos x="36" y="15"/>
              </a:cxn>
              <a:cxn ang="0">
                <a:pos x="37" y="13"/>
              </a:cxn>
              <a:cxn ang="0">
                <a:pos x="35" y="9"/>
              </a:cxn>
              <a:cxn ang="0">
                <a:pos x="33" y="8"/>
              </a:cxn>
              <a:cxn ang="0">
                <a:pos x="22" y="25"/>
              </a:cxn>
              <a:cxn ang="0">
                <a:pos x="12" y="21"/>
              </a:cxn>
              <a:cxn ang="0">
                <a:pos x="16" y="11"/>
              </a:cxn>
              <a:cxn ang="0">
                <a:pos x="26" y="15"/>
              </a:cxn>
              <a:cxn ang="0">
                <a:pos x="22" y="25"/>
              </a:cxn>
              <a:cxn ang="0">
                <a:pos x="22" y="25"/>
              </a:cxn>
              <a:cxn ang="0">
                <a:pos x="22" y="25"/>
              </a:cxn>
            </a:cxnLst>
            <a:rect l="0" t="0" r="r" b="b"/>
            <a:pathLst>
              <a:path w="38" h="37">
                <a:moveTo>
                  <a:pt x="33" y="8"/>
                </a:moveTo>
                <a:cubicBezTo>
                  <a:pt x="31" y="9"/>
                  <a:pt x="31" y="9"/>
                  <a:pt x="31" y="9"/>
                </a:cubicBezTo>
                <a:cubicBezTo>
                  <a:pt x="30" y="8"/>
                  <a:pt x="29" y="7"/>
                  <a:pt x="28" y="6"/>
                </a:cubicBezTo>
                <a:cubicBezTo>
                  <a:pt x="29" y="4"/>
                  <a:pt x="29" y="4"/>
                  <a:pt x="29" y="4"/>
                </a:cubicBezTo>
                <a:cubicBezTo>
                  <a:pt x="29" y="3"/>
                  <a:pt x="29" y="2"/>
                  <a:pt x="28" y="2"/>
                </a:cubicBezTo>
                <a:cubicBezTo>
                  <a:pt x="24" y="0"/>
                  <a:pt x="24" y="0"/>
                  <a:pt x="24" y="0"/>
                </a:cubicBezTo>
                <a:cubicBezTo>
                  <a:pt x="23" y="0"/>
                  <a:pt x="22" y="0"/>
                  <a:pt x="22" y="1"/>
                </a:cubicBezTo>
                <a:cubicBezTo>
                  <a:pt x="21" y="3"/>
                  <a:pt x="21" y="3"/>
                  <a:pt x="21" y="3"/>
                </a:cubicBezTo>
                <a:cubicBezTo>
                  <a:pt x="19" y="3"/>
                  <a:pt x="18" y="3"/>
                  <a:pt x="17" y="3"/>
                </a:cubicBezTo>
                <a:cubicBezTo>
                  <a:pt x="15" y="1"/>
                  <a:pt x="15" y="1"/>
                  <a:pt x="15" y="1"/>
                </a:cubicBezTo>
                <a:cubicBezTo>
                  <a:pt x="15" y="0"/>
                  <a:pt x="14" y="0"/>
                  <a:pt x="13" y="0"/>
                </a:cubicBezTo>
                <a:cubicBezTo>
                  <a:pt x="9" y="2"/>
                  <a:pt x="9" y="2"/>
                  <a:pt x="9" y="2"/>
                </a:cubicBezTo>
                <a:cubicBezTo>
                  <a:pt x="8" y="2"/>
                  <a:pt x="8" y="3"/>
                  <a:pt x="8" y="4"/>
                </a:cubicBezTo>
                <a:cubicBezTo>
                  <a:pt x="9" y="6"/>
                  <a:pt x="9" y="6"/>
                  <a:pt x="9" y="6"/>
                </a:cubicBezTo>
                <a:cubicBezTo>
                  <a:pt x="8" y="7"/>
                  <a:pt x="7" y="8"/>
                  <a:pt x="6" y="9"/>
                </a:cubicBezTo>
                <a:cubicBezTo>
                  <a:pt x="4" y="8"/>
                  <a:pt x="4" y="8"/>
                  <a:pt x="4" y="8"/>
                </a:cubicBezTo>
                <a:cubicBezTo>
                  <a:pt x="3" y="8"/>
                  <a:pt x="2" y="8"/>
                  <a:pt x="2" y="9"/>
                </a:cubicBezTo>
                <a:cubicBezTo>
                  <a:pt x="0" y="13"/>
                  <a:pt x="0" y="13"/>
                  <a:pt x="0" y="13"/>
                </a:cubicBezTo>
                <a:cubicBezTo>
                  <a:pt x="0" y="14"/>
                  <a:pt x="0" y="15"/>
                  <a:pt x="1" y="15"/>
                </a:cubicBezTo>
                <a:cubicBezTo>
                  <a:pt x="4" y="16"/>
                  <a:pt x="4" y="16"/>
                  <a:pt x="4" y="16"/>
                </a:cubicBezTo>
                <a:cubicBezTo>
                  <a:pt x="3" y="18"/>
                  <a:pt x="3" y="19"/>
                  <a:pt x="4" y="21"/>
                </a:cubicBezTo>
                <a:cubicBezTo>
                  <a:pt x="1" y="22"/>
                  <a:pt x="1" y="22"/>
                  <a:pt x="1" y="22"/>
                </a:cubicBezTo>
                <a:cubicBezTo>
                  <a:pt x="0" y="22"/>
                  <a:pt x="0" y="23"/>
                  <a:pt x="0" y="24"/>
                </a:cubicBezTo>
                <a:cubicBezTo>
                  <a:pt x="2" y="28"/>
                  <a:pt x="2" y="28"/>
                  <a:pt x="2" y="28"/>
                </a:cubicBezTo>
                <a:cubicBezTo>
                  <a:pt x="2" y="29"/>
                  <a:pt x="3" y="29"/>
                  <a:pt x="4" y="29"/>
                </a:cubicBezTo>
                <a:cubicBezTo>
                  <a:pt x="6" y="28"/>
                  <a:pt x="6" y="28"/>
                  <a:pt x="6" y="28"/>
                </a:cubicBezTo>
                <a:cubicBezTo>
                  <a:pt x="7" y="29"/>
                  <a:pt x="8" y="30"/>
                  <a:pt x="9" y="31"/>
                </a:cubicBezTo>
                <a:cubicBezTo>
                  <a:pt x="8" y="33"/>
                  <a:pt x="8" y="33"/>
                  <a:pt x="8" y="33"/>
                </a:cubicBezTo>
                <a:cubicBezTo>
                  <a:pt x="8" y="34"/>
                  <a:pt x="8" y="35"/>
                  <a:pt x="9" y="35"/>
                </a:cubicBezTo>
                <a:cubicBezTo>
                  <a:pt x="13" y="37"/>
                  <a:pt x="13" y="37"/>
                  <a:pt x="13" y="37"/>
                </a:cubicBezTo>
                <a:cubicBezTo>
                  <a:pt x="14" y="37"/>
                  <a:pt x="15" y="37"/>
                  <a:pt x="15" y="36"/>
                </a:cubicBezTo>
                <a:cubicBezTo>
                  <a:pt x="17" y="34"/>
                  <a:pt x="17" y="34"/>
                  <a:pt x="17" y="34"/>
                </a:cubicBezTo>
                <a:cubicBezTo>
                  <a:pt x="18" y="34"/>
                  <a:pt x="19" y="34"/>
                  <a:pt x="21" y="34"/>
                </a:cubicBezTo>
                <a:cubicBezTo>
                  <a:pt x="22" y="36"/>
                  <a:pt x="22" y="36"/>
                  <a:pt x="22" y="36"/>
                </a:cubicBezTo>
                <a:cubicBezTo>
                  <a:pt x="22" y="37"/>
                  <a:pt x="23" y="37"/>
                  <a:pt x="24" y="37"/>
                </a:cubicBezTo>
                <a:cubicBezTo>
                  <a:pt x="28" y="35"/>
                  <a:pt x="28" y="35"/>
                  <a:pt x="28" y="35"/>
                </a:cubicBezTo>
                <a:cubicBezTo>
                  <a:pt x="29" y="35"/>
                  <a:pt x="29" y="34"/>
                  <a:pt x="29" y="33"/>
                </a:cubicBezTo>
                <a:cubicBezTo>
                  <a:pt x="28" y="31"/>
                  <a:pt x="28" y="31"/>
                  <a:pt x="28" y="31"/>
                </a:cubicBezTo>
                <a:cubicBezTo>
                  <a:pt x="29" y="30"/>
                  <a:pt x="30" y="29"/>
                  <a:pt x="31" y="28"/>
                </a:cubicBezTo>
                <a:cubicBezTo>
                  <a:pt x="33" y="29"/>
                  <a:pt x="33" y="29"/>
                  <a:pt x="33" y="29"/>
                </a:cubicBezTo>
                <a:cubicBezTo>
                  <a:pt x="34" y="29"/>
                  <a:pt x="35" y="29"/>
                  <a:pt x="35" y="28"/>
                </a:cubicBezTo>
                <a:cubicBezTo>
                  <a:pt x="37" y="24"/>
                  <a:pt x="37" y="24"/>
                  <a:pt x="37" y="24"/>
                </a:cubicBezTo>
                <a:cubicBezTo>
                  <a:pt x="38" y="23"/>
                  <a:pt x="37" y="22"/>
                  <a:pt x="36" y="22"/>
                </a:cubicBezTo>
                <a:cubicBezTo>
                  <a:pt x="34" y="21"/>
                  <a:pt x="34" y="21"/>
                  <a:pt x="34" y="21"/>
                </a:cubicBezTo>
                <a:cubicBezTo>
                  <a:pt x="34" y="19"/>
                  <a:pt x="34" y="18"/>
                  <a:pt x="34" y="16"/>
                </a:cubicBezTo>
                <a:cubicBezTo>
                  <a:pt x="36" y="15"/>
                  <a:pt x="36" y="15"/>
                  <a:pt x="36" y="15"/>
                </a:cubicBezTo>
                <a:cubicBezTo>
                  <a:pt x="37" y="15"/>
                  <a:pt x="38" y="14"/>
                  <a:pt x="37" y="13"/>
                </a:cubicBezTo>
                <a:cubicBezTo>
                  <a:pt x="35" y="9"/>
                  <a:pt x="35" y="9"/>
                  <a:pt x="35" y="9"/>
                </a:cubicBezTo>
                <a:cubicBezTo>
                  <a:pt x="35" y="8"/>
                  <a:pt x="34" y="8"/>
                  <a:pt x="33" y="8"/>
                </a:cubicBezTo>
                <a:close/>
                <a:moveTo>
                  <a:pt x="22" y="25"/>
                </a:moveTo>
                <a:cubicBezTo>
                  <a:pt x="18" y="27"/>
                  <a:pt x="13" y="25"/>
                  <a:pt x="12" y="21"/>
                </a:cubicBezTo>
                <a:cubicBezTo>
                  <a:pt x="10" y="17"/>
                  <a:pt x="12" y="13"/>
                  <a:pt x="16" y="11"/>
                </a:cubicBezTo>
                <a:cubicBezTo>
                  <a:pt x="20" y="10"/>
                  <a:pt x="24" y="12"/>
                  <a:pt x="26" y="15"/>
                </a:cubicBezTo>
                <a:cubicBezTo>
                  <a:pt x="27" y="19"/>
                  <a:pt x="26" y="24"/>
                  <a:pt x="22" y="25"/>
                </a:cubicBezTo>
                <a:close/>
                <a:moveTo>
                  <a:pt x="22" y="25"/>
                </a:moveTo>
                <a:cubicBezTo>
                  <a:pt x="22" y="25"/>
                  <a:pt x="22" y="25"/>
                  <a:pt x="22" y="25"/>
                </a:cubicBezTo>
              </a:path>
            </a:pathLst>
          </a:custGeom>
          <a:solidFill>
            <a:srgbClr val="475866"/>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48" name="Freeform 77"/>
          <p:cNvSpPr>
            <a:spLocks noEditPoints="1"/>
          </p:cNvSpPr>
          <p:nvPr/>
        </p:nvSpPr>
        <p:spPr bwMode="auto">
          <a:xfrm>
            <a:off x="6693772" y="3026971"/>
            <a:ext cx="236318" cy="436674"/>
          </a:xfrm>
          <a:custGeom>
            <a:avLst/>
            <a:gdLst/>
            <a:ahLst/>
            <a:cxnLst>
              <a:cxn ang="0">
                <a:pos x="63" y="73"/>
              </a:cxn>
              <a:cxn ang="0">
                <a:pos x="63" y="107"/>
              </a:cxn>
              <a:cxn ang="0">
                <a:pos x="7" y="107"/>
              </a:cxn>
              <a:cxn ang="0">
                <a:pos x="7" y="21"/>
              </a:cxn>
              <a:cxn ang="0">
                <a:pos x="63" y="21"/>
              </a:cxn>
              <a:cxn ang="0">
                <a:pos x="63" y="28"/>
              </a:cxn>
              <a:cxn ang="0">
                <a:pos x="69" y="28"/>
              </a:cxn>
              <a:cxn ang="0">
                <a:pos x="69" y="10"/>
              </a:cxn>
              <a:cxn ang="0">
                <a:pos x="59" y="0"/>
              </a:cxn>
              <a:cxn ang="0">
                <a:pos x="11" y="0"/>
              </a:cxn>
              <a:cxn ang="0">
                <a:pos x="0" y="10"/>
              </a:cxn>
              <a:cxn ang="0">
                <a:pos x="0" y="117"/>
              </a:cxn>
              <a:cxn ang="0">
                <a:pos x="11" y="127"/>
              </a:cxn>
              <a:cxn ang="0">
                <a:pos x="59" y="127"/>
              </a:cxn>
              <a:cxn ang="0">
                <a:pos x="69" y="117"/>
              </a:cxn>
              <a:cxn ang="0">
                <a:pos x="69" y="73"/>
              </a:cxn>
              <a:cxn ang="0">
                <a:pos x="63" y="73"/>
              </a:cxn>
              <a:cxn ang="0">
                <a:pos x="30" y="11"/>
              </a:cxn>
              <a:cxn ang="0">
                <a:pos x="40" y="11"/>
              </a:cxn>
              <a:cxn ang="0">
                <a:pos x="41" y="13"/>
              </a:cxn>
              <a:cxn ang="0">
                <a:pos x="40" y="14"/>
              </a:cxn>
              <a:cxn ang="0">
                <a:pos x="30" y="14"/>
              </a:cxn>
              <a:cxn ang="0">
                <a:pos x="28" y="13"/>
              </a:cxn>
              <a:cxn ang="0">
                <a:pos x="30" y="11"/>
              </a:cxn>
              <a:cxn ang="0">
                <a:pos x="34" y="121"/>
              </a:cxn>
              <a:cxn ang="0">
                <a:pos x="29" y="116"/>
              </a:cxn>
              <a:cxn ang="0">
                <a:pos x="34" y="111"/>
              </a:cxn>
              <a:cxn ang="0">
                <a:pos x="40" y="116"/>
              </a:cxn>
              <a:cxn ang="0">
                <a:pos x="34" y="121"/>
              </a:cxn>
              <a:cxn ang="0">
                <a:pos x="34" y="121"/>
              </a:cxn>
              <a:cxn ang="0">
                <a:pos x="34" y="121"/>
              </a:cxn>
            </a:cxnLst>
            <a:rect l="0" t="0" r="r" b="b"/>
            <a:pathLst>
              <a:path w="69" h="127">
                <a:moveTo>
                  <a:pt x="63" y="73"/>
                </a:moveTo>
                <a:cubicBezTo>
                  <a:pt x="63" y="107"/>
                  <a:pt x="63" y="107"/>
                  <a:pt x="63" y="107"/>
                </a:cubicBezTo>
                <a:cubicBezTo>
                  <a:pt x="7" y="107"/>
                  <a:pt x="7" y="107"/>
                  <a:pt x="7" y="107"/>
                </a:cubicBezTo>
                <a:cubicBezTo>
                  <a:pt x="7" y="21"/>
                  <a:pt x="7" y="21"/>
                  <a:pt x="7" y="21"/>
                </a:cubicBezTo>
                <a:cubicBezTo>
                  <a:pt x="63" y="21"/>
                  <a:pt x="63" y="21"/>
                  <a:pt x="63" y="21"/>
                </a:cubicBezTo>
                <a:cubicBezTo>
                  <a:pt x="63" y="28"/>
                  <a:pt x="63" y="28"/>
                  <a:pt x="63" y="28"/>
                </a:cubicBezTo>
                <a:cubicBezTo>
                  <a:pt x="69" y="28"/>
                  <a:pt x="69" y="28"/>
                  <a:pt x="69" y="28"/>
                </a:cubicBezTo>
                <a:cubicBezTo>
                  <a:pt x="69" y="10"/>
                  <a:pt x="69" y="10"/>
                  <a:pt x="69" y="10"/>
                </a:cubicBezTo>
                <a:cubicBezTo>
                  <a:pt x="69" y="4"/>
                  <a:pt x="65" y="0"/>
                  <a:pt x="59" y="0"/>
                </a:cubicBezTo>
                <a:cubicBezTo>
                  <a:pt x="11" y="0"/>
                  <a:pt x="11" y="0"/>
                  <a:pt x="11" y="0"/>
                </a:cubicBezTo>
                <a:cubicBezTo>
                  <a:pt x="5" y="0"/>
                  <a:pt x="0" y="4"/>
                  <a:pt x="0" y="10"/>
                </a:cubicBezTo>
                <a:cubicBezTo>
                  <a:pt x="0" y="117"/>
                  <a:pt x="0" y="117"/>
                  <a:pt x="0" y="117"/>
                </a:cubicBezTo>
                <a:cubicBezTo>
                  <a:pt x="0" y="123"/>
                  <a:pt x="5" y="127"/>
                  <a:pt x="11" y="127"/>
                </a:cubicBezTo>
                <a:cubicBezTo>
                  <a:pt x="59" y="127"/>
                  <a:pt x="59" y="127"/>
                  <a:pt x="59" y="127"/>
                </a:cubicBezTo>
                <a:cubicBezTo>
                  <a:pt x="65" y="127"/>
                  <a:pt x="69" y="123"/>
                  <a:pt x="69" y="117"/>
                </a:cubicBezTo>
                <a:cubicBezTo>
                  <a:pt x="69" y="73"/>
                  <a:pt x="69" y="73"/>
                  <a:pt x="69" y="73"/>
                </a:cubicBezTo>
                <a:lnTo>
                  <a:pt x="63" y="73"/>
                </a:lnTo>
                <a:close/>
                <a:moveTo>
                  <a:pt x="30" y="11"/>
                </a:moveTo>
                <a:cubicBezTo>
                  <a:pt x="40" y="11"/>
                  <a:pt x="40" y="11"/>
                  <a:pt x="40" y="11"/>
                </a:cubicBezTo>
                <a:cubicBezTo>
                  <a:pt x="41" y="11"/>
                  <a:pt x="41" y="12"/>
                  <a:pt x="41" y="13"/>
                </a:cubicBezTo>
                <a:cubicBezTo>
                  <a:pt x="41" y="13"/>
                  <a:pt x="41" y="14"/>
                  <a:pt x="40" y="14"/>
                </a:cubicBezTo>
                <a:cubicBezTo>
                  <a:pt x="30" y="14"/>
                  <a:pt x="30" y="14"/>
                  <a:pt x="30" y="14"/>
                </a:cubicBezTo>
                <a:cubicBezTo>
                  <a:pt x="29" y="14"/>
                  <a:pt x="28" y="13"/>
                  <a:pt x="28" y="13"/>
                </a:cubicBezTo>
                <a:cubicBezTo>
                  <a:pt x="28" y="12"/>
                  <a:pt x="29" y="11"/>
                  <a:pt x="30" y="11"/>
                </a:cubicBezTo>
                <a:close/>
                <a:moveTo>
                  <a:pt x="34" y="121"/>
                </a:moveTo>
                <a:cubicBezTo>
                  <a:pt x="32" y="121"/>
                  <a:pt x="29" y="119"/>
                  <a:pt x="29" y="116"/>
                </a:cubicBezTo>
                <a:cubicBezTo>
                  <a:pt x="29" y="113"/>
                  <a:pt x="32" y="111"/>
                  <a:pt x="34" y="111"/>
                </a:cubicBezTo>
                <a:cubicBezTo>
                  <a:pt x="37" y="111"/>
                  <a:pt x="40" y="113"/>
                  <a:pt x="40" y="116"/>
                </a:cubicBezTo>
                <a:cubicBezTo>
                  <a:pt x="40" y="119"/>
                  <a:pt x="37" y="121"/>
                  <a:pt x="34" y="121"/>
                </a:cubicBezTo>
                <a:close/>
                <a:moveTo>
                  <a:pt x="34" y="121"/>
                </a:moveTo>
                <a:cubicBezTo>
                  <a:pt x="34" y="121"/>
                  <a:pt x="34" y="121"/>
                  <a:pt x="34" y="121"/>
                </a:cubicBezTo>
              </a:path>
            </a:pathLst>
          </a:custGeom>
          <a:solidFill>
            <a:srgbClr val="475866"/>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49" name="Rectangle 78"/>
          <p:cNvSpPr>
            <a:spLocks noChangeArrowheads="1"/>
          </p:cNvSpPr>
          <p:nvPr/>
        </p:nvSpPr>
        <p:spPr bwMode="auto">
          <a:xfrm>
            <a:off x="6567049" y="3136569"/>
            <a:ext cx="106172" cy="23975"/>
          </a:xfrm>
          <a:prstGeom prst="rect">
            <a:avLst/>
          </a:prstGeom>
          <a:solidFill>
            <a:srgbClr val="475866"/>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50" name="Rectangle 79"/>
          <p:cNvSpPr>
            <a:spLocks noChangeArrowheads="1"/>
          </p:cNvSpPr>
          <p:nvPr/>
        </p:nvSpPr>
        <p:spPr bwMode="auto">
          <a:xfrm>
            <a:off x="6594450" y="3181094"/>
            <a:ext cx="78772" cy="20550"/>
          </a:xfrm>
          <a:prstGeom prst="rect">
            <a:avLst/>
          </a:prstGeom>
          <a:solidFill>
            <a:srgbClr val="475866"/>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51" name="Rectangle 80"/>
          <p:cNvSpPr>
            <a:spLocks noChangeArrowheads="1"/>
          </p:cNvSpPr>
          <p:nvPr/>
        </p:nvSpPr>
        <p:spPr bwMode="auto">
          <a:xfrm>
            <a:off x="6645823" y="3225616"/>
            <a:ext cx="27400" cy="20550"/>
          </a:xfrm>
          <a:prstGeom prst="rect">
            <a:avLst/>
          </a:prstGeom>
          <a:solidFill>
            <a:srgbClr val="475866"/>
          </a:solidFill>
          <a:ln w="9525">
            <a:noFill/>
            <a:miter lim="800000"/>
            <a:headEnd/>
            <a:tailEnd/>
          </a:ln>
        </p:spPr>
        <p:txBody>
          <a:bodyPr vert="horz" wrap="square" lIns="109699" tIns="54850" rIns="109699" bIns="54850" numCol="1" anchor="t" anchorCtr="0" compatLnSpc="1">
            <a:prstTxWarp prst="textNoShape">
              <a:avLst/>
            </a:prstTxWarp>
          </a:bodyPr>
          <a:lstStyle/>
          <a:p>
            <a:endParaRPr lang="en-US" sz="2159"/>
          </a:p>
        </p:txBody>
      </p:sp>
      <p:sp>
        <p:nvSpPr>
          <p:cNvPr id="52" name="Freeform 81"/>
          <p:cNvSpPr>
            <a:spLocks noEditPoints="1"/>
          </p:cNvSpPr>
          <p:nvPr/>
        </p:nvSpPr>
        <p:spPr bwMode="auto">
          <a:xfrm>
            <a:off x="9656307" y="3009848"/>
            <a:ext cx="277417" cy="457224"/>
          </a:xfrm>
          <a:custGeom>
            <a:avLst/>
            <a:gdLst/>
            <a:ahLst/>
            <a:cxnLst>
              <a:cxn ang="0">
                <a:pos x="80" y="76"/>
              </a:cxn>
              <a:cxn ang="0">
                <a:pos x="76" y="66"/>
              </a:cxn>
              <a:cxn ang="0">
                <a:pos x="70" y="64"/>
              </a:cxn>
              <a:cxn ang="0">
                <a:pos x="70" y="76"/>
              </a:cxn>
              <a:cxn ang="0">
                <a:pos x="67" y="76"/>
              </a:cxn>
              <a:cxn ang="0">
                <a:pos x="67" y="63"/>
              </a:cxn>
              <a:cxn ang="0">
                <a:pos x="62" y="57"/>
              </a:cxn>
              <a:cxn ang="0">
                <a:pos x="55" y="57"/>
              </a:cxn>
              <a:cxn ang="0">
                <a:pos x="55" y="70"/>
              </a:cxn>
              <a:cxn ang="0">
                <a:pos x="52" y="70"/>
              </a:cxn>
              <a:cxn ang="0">
                <a:pos x="52" y="55"/>
              </a:cxn>
              <a:cxn ang="0">
                <a:pos x="45" y="52"/>
              </a:cxn>
              <a:cxn ang="0">
                <a:pos x="40" y="54"/>
              </a:cxn>
              <a:cxn ang="0">
                <a:pos x="40" y="66"/>
              </a:cxn>
              <a:cxn ang="0">
                <a:pos x="37" y="66"/>
              </a:cxn>
              <a:cxn ang="0">
                <a:pos x="37" y="43"/>
              </a:cxn>
              <a:cxn ang="0">
                <a:pos x="53" y="22"/>
              </a:cxn>
              <a:cxn ang="0">
                <a:pos x="31" y="0"/>
              </a:cxn>
              <a:cxn ang="0">
                <a:pos x="9" y="22"/>
              </a:cxn>
              <a:cxn ang="0">
                <a:pos x="23" y="43"/>
              </a:cxn>
              <a:cxn ang="0">
                <a:pos x="23" y="82"/>
              </a:cxn>
              <a:cxn ang="0">
                <a:pos x="10" y="64"/>
              </a:cxn>
              <a:cxn ang="0">
                <a:pos x="0" y="66"/>
              </a:cxn>
              <a:cxn ang="0">
                <a:pos x="12" y="93"/>
              </a:cxn>
              <a:cxn ang="0">
                <a:pos x="19" y="118"/>
              </a:cxn>
              <a:cxn ang="0">
                <a:pos x="47" y="132"/>
              </a:cxn>
              <a:cxn ang="0">
                <a:pos x="77" y="124"/>
              </a:cxn>
              <a:cxn ang="0">
                <a:pos x="80" y="76"/>
              </a:cxn>
              <a:cxn ang="0">
                <a:pos x="18" y="22"/>
              </a:cxn>
              <a:cxn ang="0">
                <a:pos x="31" y="10"/>
              </a:cxn>
              <a:cxn ang="0">
                <a:pos x="43" y="22"/>
              </a:cxn>
              <a:cxn ang="0">
                <a:pos x="37" y="33"/>
              </a:cxn>
              <a:cxn ang="0">
                <a:pos x="37" y="25"/>
              </a:cxn>
              <a:cxn ang="0">
                <a:pos x="30" y="16"/>
              </a:cxn>
              <a:cxn ang="0">
                <a:pos x="23" y="24"/>
              </a:cxn>
              <a:cxn ang="0">
                <a:pos x="23" y="32"/>
              </a:cxn>
              <a:cxn ang="0">
                <a:pos x="18" y="22"/>
              </a:cxn>
              <a:cxn ang="0">
                <a:pos x="18" y="22"/>
              </a:cxn>
              <a:cxn ang="0">
                <a:pos x="18" y="22"/>
              </a:cxn>
            </a:cxnLst>
            <a:rect l="0" t="0" r="r" b="b"/>
            <a:pathLst>
              <a:path w="81" h="133">
                <a:moveTo>
                  <a:pt x="80" y="76"/>
                </a:moveTo>
                <a:cubicBezTo>
                  <a:pt x="80" y="76"/>
                  <a:pt x="80" y="70"/>
                  <a:pt x="76" y="66"/>
                </a:cubicBezTo>
                <a:cubicBezTo>
                  <a:pt x="74" y="64"/>
                  <a:pt x="72" y="64"/>
                  <a:pt x="70" y="64"/>
                </a:cubicBezTo>
                <a:cubicBezTo>
                  <a:pt x="70" y="76"/>
                  <a:pt x="70" y="76"/>
                  <a:pt x="70" y="76"/>
                </a:cubicBezTo>
                <a:cubicBezTo>
                  <a:pt x="67" y="76"/>
                  <a:pt x="67" y="76"/>
                  <a:pt x="67" y="76"/>
                </a:cubicBezTo>
                <a:cubicBezTo>
                  <a:pt x="67" y="63"/>
                  <a:pt x="67" y="63"/>
                  <a:pt x="67" y="63"/>
                </a:cubicBezTo>
                <a:cubicBezTo>
                  <a:pt x="66" y="61"/>
                  <a:pt x="65" y="58"/>
                  <a:pt x="62" y="57"/>
                </a:cubicBezTo>
                <a:cubicBezTo>
                  <a:pt x="59" y="56"/>
                  <a:pt x="57" y="57"/>
                  <a:pt x="55" y="57"/>
                </a:cubicBezTo>
                <a:cubicBezTo>
                  <a:pt x="55" y="70"/>
                  <a:pt x="55" y="70"/>
                  <a:pt x="55" y="70"/>
                </a:cubicBezTo>
                <a:cubicBezTo>
                  <a:pt x="52" y="70"/>
                  <a:pt x="52" y="70"/>
                  <a:pt x="52" y="70"/>
                </a:cubicBezTo>
                <a:cubicBezTo>
                  <a:pt x="52" y="55"/>
                  <a:pt x="52" y="55"/>
                  <a:pt x="52" y="55"/>
                </a:cubicBezTo>
                <a:cubicBezTo>
                  <a:pt x="51" y="54"/>
                  <a:pt x="49" y="52"/>
                  <a:pt x="45" y="52"/>
                </a:cubicBezTo>
                <a:cubicBezTo>
                  <a:pt x="43" y="52"/>
                  <a:pt x="42" y="53"/>
                  <a:pt x="40" y="54"/>
                </a:cubicBezTo>
                <a:cubicBezTo>
                  <a:pt x="40" y="66"/>
                  <a:pt x="40" y="66"/>
                  <a:pt x="40" y="66"/>
                </a:cubicBezTo>
                <a:cubicBezTo>
                  <a:pt x="37" y="66"/>
                  <a:pt x="37" y="66"/>
                  <a:pt x="37" y="66"/>
                </a:cubicBezTo>
                <a:cubicBezTo>
                  <a:pt x="37" y="43"/>
                  <a:pt x="37" y="43"/>
                  <a:pt x="37" y="43"/>
                </a:cubicBezTo>
                <a:cubicBezTo>
                  <a:pt x="46" y="41"/>
                  <a:pt x="53" y="32"/>
                  <a:pt x="53" y="22"/>
                </a:cubicBezTo>
                <a:cubicBezTo>
                  <a:pt x="53" y="10"/>
                  <a:pt x="43" y="0"/>
                  <a:pt x="31" y="0"/>
                </a:cubicBezTo>
                <a:cubicBezTo>
                  <a:pt x="19" y="0"/>
                  <a:pt x="9" y="10"/>
                  <a:pt x="9" y="22"/>
                </a:cubicBezTo>
                <a:cubicBezTo>
                  <a:pt x="9" y="32"/>
                  <a:pt x="15" y="40"/>
                  <a:pt x="23" y="43"/>
                </a:cubicBezTo>
                <a:cubicBezTo>
                  <a:pt x="23" y="82"/>
                  <a:pt x="23" y="82"/>
                  <a:pt x="23" y="82"/>
                </a:cubicBezTo>
                <a:cubicBezTo>
                  <a:pt x="23" y="82"/>
                  <a:pt x="16" y="66"/>
                  <a:pt x="10" y="64"/>
                </a:cubicBezTo>
                <a:cubicBezTo>
                  <a:pt x="4" y="62"/>
                  <a:pt x="0" y="66"/>
                  <a:pt x="0" y="66"/>
                </a:cubicBezTo>
                <a:cubicBezTo>
                  <a:pt x="0" y="66"/>
                  <a:pt x="7" y="79"/>
                  <a:pt x="12" y="93"/>
                </a:cubicBezTo>
                <a:cubicBezTo>
                  <a:pt x="15" y="102"/>
                  <a:pt x="16" y="112"/>
                  <a:pt x="19" y="118"/>
                </a:cubicBezTo>
                <a:cubicBezTo>
                  <a:pt x="26" y="131"/>
                  <a:pt x="36" y="132"/>
                  <a:pt x="47" y="132"/>
                </a:cubicBezTo>
                <a:cubicBezTo>
                  <a:pt x="58" y="132"/>
                  <a:pt x="73" y="133"/>
                  <a:pt x="77" y="124"/>
                </a:cubicBezTo>
                <a:cubicBezTo>
                  <a:pt x="81" y="115"/>
                  <a:pt x="80" y="76"/>
                  <a:pt x="80" y="76"/>
                </a:cubicBezTo>
                <a:close/>
                <a:moveTo>
                  <a:pt x="18" y="22"/>
                </a:moveTo>
                <a:cubicBezTo>
                  <a:pt x="18" y="15"/>
                  <a:pt x="24" y="10"/>
                  <a:pt x="31" y="10"/>
                </a:cubicBezTo>
                <a:cubicBezTo>
                  <a:pt x="38" y="10"/>
                  <a:pt x="43" y="15"/>
                  <a:pt x="43" y="22"/>
                </a:cubicBezTo>
                <a:cubicBezTo>
                  <a:pt x="43" y="27"/>
                  <a:pt x="41" y="31"/>
                  <a:pt x="37" y="33"/>
                </a:cubicBezTo>
                <a:cubicBezTo>
                  <a:pt x="37" y="25"/>
                  <a:pt x="37" y="25"/>
                  <a:pt x="37" y="25"/>
                </a:cubicBezTo>
                <a:cubicBezTo>
                  <a:pt x="37" y="25"/>
                  <a:pt x="36" y="16"/>
                  <a:pt x="30" y="16"/>
                </a:cubicBezTo>
                <a:cubicBezTo>
                  <a:pt x="25" y="16"/>
                  <a:pt x="23" y="24"/>
                  <a:pt x="23" y="24"/>
                </a:cubicBezTo>
                <a:cubicBezTo>
                  <a:pt x="23" y="32"/>
                  <a:pt x="23" y="32"/>
                  <a:pt x="23" y="32"/>
                </a:cubicBezTo>
                <a:cubicBezTo>
                  <a:pt x="20" y="30"/>
                  <a:pt x="18" y="26"/>
                  <a:pt x="18" y="22"/>
                </a:cubicBezTo>
                <a:close/>
                <a:moveTo>
                  <a:pt x="18" y="22"/>
                </a:moveTo>
                <a:cubicBezTo>
                  <a:pt x="18" y="22"/>
                  <a:pt x="18" y="22"/>
                  <a:pt x="18" y="22"/>
                </a:cubicBezTo>
              </a:path>
            </a:pathLst>
          </a:custGeom>
          <a:solidFill>
            <a:schemeClr val="accent6"/>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53" name="Rectangle 82"/>
          <p:cNvSpPr>
            <a:spLocks noChangeArrowheads="1"/>
          </p:cNvSpPr>
          <p:nvPr/>
        </p:nvSpPr>
        <p:spPr bwMode="auto">
          <a:xfrm>
            <a:off x="1905683" y="3665716"/>
            <a:ext cx="673086" cy="353723"/>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defTabSz="1096951" fontAlgn="base">
              <a:spcBef>
                <a:spcPct val="0"/>
              </a:spcBef>
              <a:spcAft>
                <a:spcPct val="0"/>
              </a:spcAft>
            </a:pPr>
            <a:r>
              <a:rPr lang="en-US" sz="2299" dirty="0">
                <a:solidFill>
                  <a:srgbClr val="EEEEEF"/>
                </a:solidFill>
                <a:latin typeface="Open Sans Light" pitchFamily="34" charset="0"/>
                <a:cs typeface="Arial" pitchFamily="34" charset="0"/>
              </a:rPr>
              <a:t>2010</a:t>
            </a:r>
            <a:endParaRPr lang="en-US" sz="2159" dirty="0">
              <a:latin typeface="Arial" pitchFamily="34" charset="0"/>
              <a:cs typeface="Arial" pitchFamily="34" charset="0"/>
            </a:endParaRPr>
          </a:p>
        </p:txBody>
      </p:sp>
      <p:sp>
        <p:nvSpPr>
          <p:cNvPr id="54" name="Rectangle 83"/>
          <p:cNvSpPr>
            <a:spLocks noChangeArrowheads="1"/>
          </p:cNvSpPr>
          <p:nvPr/>
        </p:nvSpPr>
        <p:spPr bwMode="auto">
          <a:xfrm>
            <a:off x="3490590" y="3665716"/>
            <a:ext cx="673086" cy="353723"/>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defTabSz="1096951" fontAlgn="base">
              <a:spcBef>
                <a:spcPct val="0"/>
              </a:spcBef>
              <a:spcAft>
                <a:spcPct val="0"/>
              </a:spcAft>
            </a:pPr>
            <a:r>
              <a:rPr lang="en-US" sz="2299" dirty="0">
                <a:solidFill>
                  <a:srgbClr val="EEEEEF"/>
                </a:solidFill>
                <a:latin typeface="Open Sans Light" pitchFamily="34" charset="0"/>
                <a:cs typeface="Arial" pitchFamily="34" charset="0"/>
              </a:rPr>
              <a:t>2011</a:t>
            </a:r>
            <a:endParaRPr lang="en-US" sz="2159" dirty="0">
              <a:latin typeface="Arial" pitchFamily="34" charset="0"/>
              <a:cs typeface="Arial" pitchFamily="34" charset="0"/>
            </a:endParaRPr>
          </a:p>
        </p:txBody>
      </p:sp>
      <p:sp>
        <p:nvSpPr>
          <p:cNvPr id="55" name="Rectangle 84"/>
          <p:cNvSpPr>
            <a:spLocks noChangeArrowheads="1"/>
          </p:cNvSpPr>
          <p:nvPr/>
        </p:nvSpPr>
        <p:spPr bwMode="auto">
          <a:xfrm>
            <a:off x="4922418" y="3665716"/>
            <a:ext cx="673086" cy="353723"/>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defTabSz="1096951" fontAlgn="base">
              <a:spcBef>
                <a:spcPct val="0"/>
              </a:spcBef>
              <a:spcAft>
                <a:spcPct val="0"/>
              </a:spcAft>
            </a:pPr>
            <a:r>
              <a:rPr lang="en-US" sz="2299" dirty="0">
                <a:solidFill>
                  <a:srgbClr val="EEEEEF"/>
                </a:solidFill>
                <a:latin typeface="Open Sans Light" pitchFamily="34" charset="0"/>
                <a:cs typeface="Arial" pitchFamily="34" charset="0"/>
              </a:rPr>
              <a:t>2012</a:t>
            </a:r>
            <a:endParaRPr lang="en-US" sz="2159" dirty="0">
              <a:latin typeface="Arial" pitchFamily="34" charset="0"/>
              <a:cs typeface="Arial" pitchFamily="34" charset="0"/>
            </a:endParaRPr>
          </a:p>
        </p:txBody>
      </p:sp>
      <p:sp>
        <p:nvSpPr>
          <p:cNvPr id="56" name="Rectangle 85"/>
          <p:cNvSpPr>
            <a:spLocks noChangeArrowheads="1"/>
          </p:cNvSpPr>
          <p:nvPr/>
        </p:nvSpPr>
        <p:spPr bwMode="auto">
          <a:xfrm>
            <a:off x="6506211" y="3665716"/>
            <a:ext cx="673086" cy="353723"/>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defTabSz="1096951" fontAlgn="base">
              <a:spcBef>
                <a:spcPct val="0"/>
              </a:spcBef>
              <a:spcAft>
                <a:spcPct val="0"/>
              </a:spcAft>
            </a:pPr>
            <a:r>
              <a:rPr lang="en-US" sz="2299" dirty="0">
                <a:solidFill>
                  <a:srgbClr val="EEEEEF"/>
                </a:solidFill>
                <a:latin typeface="Open Sans Light" pitchFamily="34" charset="0"/>
                <a:cs typeface="Arial" pitchFamily="34" charset="0"/>
              </a:rPr>
              <a:t>2013</a:t>
            </a:r>
            <a:endParaRPr lang="en-US" sz="2159" dirty="0">
              <a:latin typeface="Arial" pitchFamily="34" charset="0"/>
              <a:cs typeface="Arial" pitchFamily="34" charset="0"/>
            </a:endParaRPr>
          </a:p>
        </p:txBody>
      </p:sp>
      <p:sp>
        <p:nvSpPr>
          <p:cNvPr id="57" name="Rectangle 86"/>
          <p:cNvSpPr>
            <a:spLocks noChangeArrowheads="1"/>
          </p:cNvSpPr>
          <p:nvPr/>
        </p:nvSpPr>
        <p:spPr bwMode="auto">
          <a:xfrm>
            <a:off x="7939152" y="3665716"/>
            <a:ext cx="673086" cy="353723"/>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defTabSz="1096951" fontAlgn="base">
              <a:spcBef>
                <a:spcPct val="0"/>
              </a:spcBef>
              <a:spcAft>
                <a:spcPct val="0"/>
              </a:spcAft>
            </a:pPr>
            <a:r>
              <a:rPr lang="en-US" sz="2299" dirty="0">
                <a:solidFill>
                  <a:srgbClr val="EEEEEF"/>
                </a:solidFill>
                <a:latin typeface="Open Sans Light" pitchFamily="34" charset="0"/>
                <a:cs typeface="Arial" pitchFamily="34" charset="0"/>
              </a:rPr>
              <a:t>2014</a:t>
            </a:r>
            <a:endParaRPr lang="en-US" sz="2159" dirty="0">
              <a:latin typeface="Arial" pitchFamily="34" charset="0"/>
              <a:cs typeface="Arial" pitchFamily="34" charset="0"/>
            </a:endParaRPr>
          </a:p>
        </p:txBody>
      </p:sp>
      <p:sp>
        <p:nvSpPr>
          <p:cNvPr id="58" name="Rectangle 87"/>
          <p:cNvSpPr>
            <a:spLocks noChangeArrowheads="1"/>
          </p:cNvSpPr>
          <p:nvPr/>
        </p:nvSpPr>
        <p:spPr bwMode="auto">
          <a:xfrm>
            <a:off x="9523545" y="3665716"/>
            <a:ext cx="673086" cy="353723"/>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algn="ctr" defTabSz="1096951" fontAlgn="base">
              <a:spcBef>
                <a:spcPct val="0"/>
              </a:spcBef>
              <a:spcAft>
                <a:spcPct val="0"/>
              </a:spcAft>
            </a:pPr>
            <a:r>
              <a:rPr lang="en-US" sz="2299" dirty="0">
                <a:solidFill>
                  <a:srgbClr val="EEEEEF"/>
                </a:solidFill>
                <a:latin typeface="Open Sans Light" pitchFamily="34" charset="0"/>
                <a:cs typeface="Arial" pitchFamily="34" charset="0"/>
              </a:rPr>
              <a:t>2015</a:t>
            </a:r>
            <a:endParaRPr lang="en-US" sz="2159" dirty="0">
              <a:latin typeface="Arial" pitchFamily="34" charset="0"/>
              <a:cs typeface="Arial" pitchFamily="34" charset="0"/>
            </a:endParaRPr>
          </a:p>
        </p:txBody>
      </p:sp>
      <p:sp>
        <p:nvSpPr>
          <p:cNvPr id="59" name="Freeform 45"/>
          <p:cNvSpPr>
            <a:spLocks noEditPoints="1"/>
          </p:cNvSpPr>
          <p:nvPr/>
        </p:nvSpPr>
        <p:spPr bwMode="auto">
          <a:xfrm>
            <a:off x="8281913" y="2403642"/>
            <a:ext cx="13699" cy="1042881"/>
          </a:xfrm>
          <a:custGeom>
            <a:avLst/>
            <a:gdLst/>
            <a:ahLst/>
            <a:cxnLst>
              <a:cxn ang="0">
                <a:pos x="8" y="609"/>
              </a:cxn>
              <a:cxn ang="0">
                <a:pos x="0" y="609"/>
              </a:cxn>
              <a:cxn ang="0">
                <a:pos x="0" y="577"/>
              </a:cxn>
              <a:cxn ang="0">
                <a:pos x="8" y="577"/>
              </a:cxn>
              <a:cxn ang="0">
                <a:pos x="8" y="609"/>
              </a:cxn>
              <a:cxn ang="0">
                <a:pos x="8" y="545"/>
              </a:cxn>
              <a:cxn ang="0">
                <a:pos x="0" y="545"/>
              </a:cxn>
              <a:cxn ang="0">
                <a:pos x="0" y="512"/>
              </a:cxn>
              <a:cxn ang="0">
                <a:pos x="8" y="512"/>
              </a:cxn>
              <a:cxn ang="0">
                <a:pos x="8" y="545"/>
              </a:cxn>
              <a:cxn ang="0">
                <a:pos x="8" y="480"/>
              </a:cxn>
              <a:cxn ang="0">
                <a:pos x="0" y="480"/>
              </a:cxn>
              <a:cxn ang="0">
                <a:pos x="0" y="448"/>
              </a:cxn>
              <a:cxn ang="0">
                <a:pos x="8" y="448"/>
              </a:cxn>
              <a:cxn ang="0">
                <a:pos x="8" y="480"/>
              </a:cxn>
              <a:cxn ang="0">
                <a:pos x="8" y="416"/>
              </a:cxn>
              <a:cxn ang="0">
                <a:pos x="0" y="416"/>
              </a:cxn>
              <a:cxn ang="0">
                <a:pos x="0" y="384"/>
              </a:cxn>
              <a:cxn ang="0">
                <a:pos x="8" y="384"/>
              </a:cxn>
              <a:cxn ang="0">
                <a:pos x="8" y="416"/>
              </a:cxn>
              <a:cxn ang="0">
                <a:pos x="8" y="352"/>
              </a:cxn>
              <a:cxn ang="0">
                <a:pos x="0" y="352"/>
              </a:cxn>
              <a:cxn ang="0">
                <a:pos x="0" y="320"/>
              </a:cxn>
              <a:cxn ang="0">
                <a:pos x="8" y="320"/>
              </a:cxn>
              <a:cxn ang="0">
                <a:pos x="8" y="352"/>
              </a:cxn>
              <a:cxn ang="0">
                <a:pos x="8" y="288"/>
              </a:cxn>
              <a:cxn ang="0">
                <a:pos x="0" y="288"/>
              </a:cxn>
              <a:cxn ang="0">
                <a:pos x="0" y="256"/>
              </a:cxn>
              <a:cxn ang="0">
                <a:pos x="8" y="256"/>
              </a:cxn>
              <a:cxn ang="0">
                <a:pos x="8" y="288"/>
              </a:cxn>
              <a:cxn ang="0">
                <a:pos x="8" y="224"/>
              </a:cxn>
              <a:cxn ang="0">
                <a:pos x="0" y="224"/>
              </a:cxn>
              <a:cxn ang="0">
                <a:pos x="0" y="192"/>
              </a:cxn>
              <a:cxn ang="0">
                <a:pos x="8" y="192"/>
              </a:cxn>
              <a:cxn ang="0">
                <a:pos x="8" y="224"/>
              </a:cxn>
              <a:cxn ang="0">
                <a:pos x="8" y="160"/>
              </a:cxn>
              <a:cxn ang="0">
                <a:pos x="0" y="160"/>
              </a:cxn>
              <a:cxn ang="0">
                <a:pos x="0" y="128"/>
              </a:cxn>
              <a:cxn ang="0">
                <a:pos x="8" y="128"/>
              </a:cxn>
              <a:cxn ang="0">
                <a:pos x="8" y="160"/>
              </a:cxn>
              <a:cxn ang="0">
                <a:pos x="8" y="96"/>
              </a:cxn>
              <a:cxn ang="0">
                <a:pos x="0" y="96"/>
              </a:cxn>
              <a:cxn ang="0">
                <a:pos x="0" y="64"/>
              </a:cxn>
              <a:cxn ang="0">
                <a:pos x="8" y="64"/>
              </a:cxn>
              <a:cxn ang="0">
                <a:pos x="8" y="96"/>
              </a:cxn>
              <a:cxn ang="0">
                <a:pos x="8" y="32"/>
              </a:cxn>
              <a:cxn ang="0">
                <a:pos x="0" y="32"/>
              </a:cxn>
              <a:cxn ang="0">
                <a:pos x="0" y="0"/>
              </a:cxn>
              <a:cxn ang="0">
                <a:pos x="8" y="0"/>
              </a:cxn>
              <a:cxn ang="0">
                <a:pos x="8" y="32"/>
              </a:cxn>
            </a:cxnLst>
            <a:rect l="0" t="0" r="r" b="b"/>
            <a:pathLst>
              <a:path w="8" h="609">
                <a:moveTo>
                  <a:pt x="8" y="609"/>
                </a:moveTo>
                <a:lnTo>
                  <a:pt x="0" y="609"/>
                </a:lnTo>
                <a:lnTo>
                  <a:pt x="0" y="577"/>
                </a:lnTo>
                <a:lnTo>
                  <a:pt x="8" y="577"/>
                </a:lnTo>
                <a:lnTo>
                  <a:pt x="8" y="609"/>
                </a:lnTo>
                <a:close/>
                <a:moveTo>
                  <a:pt x="8" y="545"/>
                </a:moveTo>
                <a:lnTo>
                  <a:pt x="0" y="545"/>
                </a:lnTo>
                <a:lnTo>
                  <a:pt x="0" y="512"/>
                </a:lnTo>
                <a:lnTo>
                  <a:pt x="8" y="512"/>
                </a:lnTo>
                <a:lnTo>
                  <a:pt x="8" y="545"/>
                </a:lnTo>
                <a:close/>
                <a:moveTo>
                  <a:pt x="8" y="480"/>
                </a:moveTo>
                <a:lnTo>
                  <a:pt x="0" y="480"/>
                </a:lnTo>
                <a:lnTo>
                  <a:pt x="0" y="448"/>
                </a:lnTo>
                <a:lnTo>
                  <a:pt x="8" y="448"/>
                </a:lnTo>
                <a:lnTo>
                  <a:pt x="8" y="480"/>
                </a:lnTo>
                <a:close/>
                <a:moveTo>
                  <a:pt x="8" y="416"/>
                </a:moveTo>
                <a:lnTo>
                  <a:pt x="0" y="416"/>
                </a:lnTo>
                <a:lnTo>
                  <a:pt x="0" y="384"/>
                </a:lnTo>
                <a:lnTo>
                  <a:pt x="8" y="384"/>
                </a:lnTo>
                <a:lnTo>
                  <a:pt x="8" y="416"/>
                </a:lnTo>
                <a:close/>
                <a:moveTo>
                  <a:pt x="8" y="352"/>
                </a:moveTo>
                <a:lnTo>
                  <a:pt x="0" y="352"/>
                </a:lnTo>
                <a:lnTo>
                  <a:pt x="0" y="320"/>
                </a:lnTo>
                <a:lnTo>
                  <a:pt x="8" y="320"/>
                </a:lnTo>
                <a:lnTo>
                  <a:pt x="8" y="352"/>
                </a:lnTo>
                <a:close/>
                <a:moveTo>
                  <a:pt x="8" y="288"/>
                </a:moveTo>
                <a:lnTo>
                  <a:pt x="0" y="288"/>
                </a:lnTo>
                <a:lnTo>
                  <a:pt x="0" y="256"/>
                </a:lnTo>
                <a:lnTo>
                  <a:pt x="8" y="256"/>
                </a:lnTo>
                <a:lnTo>
                  <a:pt x="8" y="288"/>
                </a:lnTo>
                <a:close/>
                <a:moveTo>
                  <a:pt x="8" y="224"/>
                </a:moveTo>
                <a:lnTo>
                  <a:pt x="0" y="224"/>
                </a:lnTo>
                <a:lnTo>
                  <a:pt x="0" y="192"/>
                </a:lnTo>
                <a:lnTo>
                  <a:pt x="8" y="192"/>
                </a:lnTo>
                <a:lnTo>
                  <a:pt x="8" y="224"/>
                </a:lnTo>
                <a:close/>
                <a:moveTo>
                  <a:pt x="8" y="160"/>
                </a:moveTo>
                <a:lnTo>
                  <a:pt x="0" y="160"/>
                </a:lnTo>
                <a:lnTo>
                  <a:pt x="0" y="128"/>
                </a:lnTo>
                <a:lnTo>
                  <a:pt x="8" y="128"/>
                </a:lnTo>
                <a:lnTo>
                  <a:pt x="8" y="160"/>
                </a:lnTo>
                <a:close/>
                <a:moveTo>
                  <a:pt x="8" y="96"/>
                </a:moveTo>
                <a:lnTo>
                  <a:pt x="0" y="96"/>
                </a:lnTo>
                <a:lnTo>
                  <a:pt x="0" y="64"/>
                </a:lnTo>
                <a:lnTo>
                  <a:pt x="8" y="64"/>
                </a:lnTo>
                <a:lnTo>
                  <a:pt x="8" y="96"/>
                </a:lnTo>
                <a:close/>
                <a:moveTo>
                  <a:pt x="8" y="32"/>
                </a:moveTo>
                <a:lnTo>
                  <a:pt x="0" y="32"/>
                </a:lnTo>
                <a:lnTo>
                  <a:pt x="0" y="0"/>
                </a:lnTo>
                <a:lnTo>
                  <a:pt x="8" y="0"/>
                </a:lnTo>
                <a:lnTo>
                  <a:pt x="8" y="32"/>
                </a:lnTo>
                <a:close/>
              </a:path>
            </a:pathLst>
          </a:custGeom>
          <a:solidFill>
            <a:srgbClr val="646463"/>
          </a:solidFill>
          <a:ln w="9525">
            <a:noFill/>
            <a:round/>
            <a:headEnd/>
            <a:tailEnd/>
          </a:ln>
        </p:spPr>
        <p:txBody>
          <a:bodyPr vert="horz" wrap="square" lIns="109699" tIns="54850" rIns="109699" bIns="54850" numCol="1" anchor="t" anchorCtr="0" compatLnSpc="1">
            <a:prstTxWarp prst="textNoShape">
              <a:avLst/>
            </a:prstTxWarp>
          </a:bodyPr>
          <a:lstStyle/>
          <a:p>
            <a:endParaRPr lang="en-US" sz="2159"/>
          </a:p>
        </p:txBody>
      </p:sp>
      <p:sp>
        <p:nvSpPr>
          <p:cNvPr id="69" name="Rectangle 68"/>
          <p:cNvSpPr/>
          <p:nvPr/>
        </p:nvSpPr>
        <p:spPr>
          <a:xfrm>
            <a:off x="2346348" y="1960352"/>
            <a:ext cx="1603548" cy="720009"/>
          </a:xfrm>
          <a:prstGeom prst="rect">
            <a:avLst/>
          </a:prstGeom>
        </p:spPr>
        <p:txBody>
          <a:bodyPr wrap="square">
            <a:spAutoFit/>
          </a:bodyPr>
          <a:lstStyle/>
          <a:p>
            <a:r>
              <a:rPr lang="en-US" sz="1200" dirty="0">
                <a:solidFill>
                  <a:schemeClr val="tx1">
                    <a:lumMod val="65000"/>
                    <a:lumOff val="35000"/>
                  </a:schemeClr>
                </a:solidFill>
                <a:latin typeface="+mj-lt"/>
              </a:rPr>
              <a:t>SUB HEADING</a:t>
            </a:r>
          </a:p>
          <a:p>
            <a:r>
              <a:rPr lang="en-US" sz="960" dirty="0" err="1">
                <a:solidFill>
                  <a:schemeClr val="tx1">
                    <a:lumMod val="50000"/>
                    <a:lumOff val="50000"/>
                  </a:schemeClr>
                </a:solidFill>
              </a:rPr>
              <a:t>Lorem</a:t>
            </a:r>
            <a:r>
              <a:rPr lang="en-US" sz="960" dirty="0">
                <a:solidFill>
                  <a:schemeClr val="tx1">
                    <a:lumMod val="50000"/>
                    <a:lumOff val="50000"/>
                  </a:schemeClr>
                </a:solidFill>
              </a:rPr>
              <a:t> </a:t>
            </a:r>
            <a:r>
              <a:rPr lang="en-US" sz="960" dirty="0" err="1">
                <a:solidFill>
                  <a:schemeClr val="tx1">
                    <a:lumMod val="50000"/>
                    <a:lumOff val="50000"/>
                  </a:schemeClr>
                </a:solidFill>
              </a:rPr>
              <a:t>ipsum</a:t>
            </a:r>
            <a:r>
              <a:rPr lang="en-US" sz="960" dirty="0">
                <a:solidFill>
                  <a:schemeClr val="tx1">
                    <a:lumMod val="50000"/>
                    <a:lumOff val="50000"/>
                  </a:schemeClr>
                </a:solidFill>
              </a:rPr>
              <a:t> dolor sit </a:t>
            </a:r>
            <a:r>
              <a:rPr lang="en-US" sz="960" dirty="0" err="1">
                <a:solidFill>
                  <a:schemeClr val="tx1">
                    <a:lumMod val="50000"/>
                    <a:lumOff val="50000"/>
                  </a:schemeClr>
                </a:solidFill>
              </a:rPr>
              <a:t>amet</a:t>
            </a:r>
            <a:r>
              <a:rPr lang="en-US" sz="960" dirty="0">
                <a:solidFill>
                  <a:schemeClr val="tx1">
                    <a:lumMod val="50000"/>
                    <a:lumOff val="50000"/>
                  </a:schemeClr>
                </a:solidFill>
              </a:rPr>
              <a:t>, </a:t>
            </a:r>
            <a:r>
              <a:rPr lang="en-US" sz="960" dirty="0" err="1">
                <a:solidFill>
                  <a:schemeClr val="tx1">
                    <a:lumMod val="50000"/>
                    <a:lumOff val="50000"/>
                  </a:schemeClr>
                </a:solidFill>
              </a:rPr>
              <a:t>consectetur</a:t>
            </a:r>
            <a:r>
              <a:rPr lang="en-US" sz="960" dirty="0">
                <a:solidFill>
                  <a:schemeClr val="tx1">
                    <a:lumMod val="50000"/>
                    <a:lumOff val="50000"/>
                  </a:schemeClr>
                </a:solidFill>
              </a:rPr>
              <a:t> </a:t>
            </a:r>
            <a:r>
              <a:rPr lang="en-US" sz="960" dirty="0" err="1">
                <a:solidFill>
                  <a:schemeClr val="tx1">
                    <a:lumMod val="50000"/>
                    <a:lumOff val="50000"/>
                  </a:schemeClr>
                </a:solidFill>
              </a:rPr>
              <a:t>adipiscing</a:t>
            </a:r>
            <a:r>
              <a:rPr lang="en-US" sz="960" dirty="0">
                <a:solidFill>
                  <a:schemeClr val="tx1">
                    <a:lumMod val="50000"/>
                    <a:lumOff val="50000"/>
                  </a:schemeClr>
                </a:solidFill>
              </a:rPr>
              <a:t> </a:t>
            </a:r>
            <a:r>
              <a:rPr lang="en-US" sz="960" dirty="0" err="1">
                <a:solidFill>
                  <a:schemeClr val="tx1">
                    <a:lumMod val="50000"/>
                    <a:lumOff val="50000"/>
                  </a:schemeClr>
                </a:solidFill>
              </a:rPr>
              <a:t>elit</a:t>
            </a:r>
            <a:r>
              <a:rPr lang="en-US" sz="960" dirty="0">
                <a:solidFill>
                  <a:schemeClr val="tx1">
                    <a:lumMod val="50000"/>
                    <a:lumOff val="50000"/>
                  </a:schemeClr>
                </a:solidFill>
              </a:rPr>
              <a:t>.</a:t>
            </a:r>
            <a:endParaRPr lang="en-US" sz="960" dirty="0"/>
          </a:p>
        </p:txBody>
      </p:sp>
      <p:sp>
        <p:nvSpPr>
          <p:cNvPr id="71" name="Rectangle 70"/>
          <p:cNvSpPr/>
          <p:nvPr/>
        </p:nvSpPr>
        <p:spPr>
          <a:xfrm>
            <a:off x="5376795" y="1960352"/>
            <a:ext cx="1603548" cy="720009"/>
          </a:xfrm>
          <a:prstGeom prst="rect">
            <a:avLst/>
          </a:prstGeom>
        </p:spPr>
        <p:txBody>
          <a:bodyPr wrap="square">
            <a:spAutoFit/>
          </a:bodyPr>
          <a:lstStyle/>
          <a:p>
            <a:r>
              <a:rPr lang="en-US" sz="1200" dirty="0">
                <a:solidFill>
                  <a:schemeClr val="tx1">
                    <a:lumMod val="65000"/>
                    <a:lumOff val="35000"/>
                  </a:schemeClr>
                </a:solidFill>
                <a:latin typeface="+mj-lt"/>
              </a:rPr>
              <a:t>SUB HEADING</a:t>
            </a:r>
          </a:p>
          <a:p>
            <a:r>
              <a:rPr lang="en-US" sz="960" dirty="0" err="1">
                <a:solidFill>
                  <a:schemeClr val="tx1">
                    <a:lumMod val="50000"/>
                    <a:lumOff val="50000"/>
                  </a:schemeClr>
                </a:solidFill>
              </a:rPr>
              <a:t>Lorem</a:t>
            </a:r>
            <a:r>
              <a:rPr lang="en-US" sz="960" dirty="0">
                <a:solidFill>
                  <a:schemeClr val="tx1">
                    <a:lumMod val="50000"/>
                    <a:lumOff val="50000"/>
                  </a:schemeClr>
                </a:solidFill>
              </a:rPr>
              <a:t> </a:t>
            </a:r>
            <a:r>
              <a:rPr lang="en-US" sz="960" dirty="0" err="1">
                <a:solidFill>
                  <a:schemeClr val="tx1">
                    <a:lumMod val="50000"/>
                    <a:lumOff val="50000"/>
                  </a:schemeClr>
                </a:solidFill>
              </a:rPr>
              <a:t>ipsum</a:t>
            </a:r>
            <a:r>
              <a:rPr lang="en-US" sz="960" dirty="0">
                <a:solidFill>
                  <a:schemeClr val="tx1">
                    <a:lumMod val="50000"/>
                    <a:lumOff val="50000"/>
                  </a:schemeClr>
                </a:solidFill>
              </a:rPr>
              <a:t> dolor sit </a:t>
            </a:r>
            <a:r>
              <a:rPr lang="en-US" sz="960" dirty="0" err="1">
                <a:solidFill>
                  <a:schemeClr val="tx1">
                    <a:lumMod val="50000"/>
                    <a:lumOff val="50000"/>
                  </a:schemeClr>
                </a:solidFill>
              </a:rPr>
              <a:t>amet</a:t>
            </a:r>
            <a:r>
              <a:rPr lang="en-US" sz="960" dirty="0">
                <a:solidFill>
                  <a:schemeClr val="tx1">
                    <a:lumMod val="50000"/>
                    <a:lumOff val="50000"/>
                  </a:schemeClr>
                </a:solidFill>
              </a:rPr>
              <a:t>, </a:t>
            </a:r>
            <a:r>
              <a:rPr lang="en-US" sz="960" dirty="0" err="1">
                <a:solidFill>
                  <a:schemeClr val="tx1">
                    <a:lumMod val="50000"/>
                    <a:lumOff val="50000"/>
                  </a:schemeClr>
                </a:solidFill>
              </a:rPr>
              <a:t>consectetur</a:t>
            </a:r>
            <a:r>
              <a:rPr lang="en-US" sz="960" dirty="0">
                <a:solidFill>
                  <a:schemeClr val="tx1">
                    <a:lumMod val="50000"/>
                    <a:lumOff val="50000"/>
                  </a:schemeClr>
                </a:solidFill>
              </a:rPr>
              <a:t> </a:t>
            </a:r>
            <a:r>
              <a:rPr lang="en-US" sz="960" dirty="0" err="1">
                <a:solidFill>
                  <a:schemeClr val="tx1">
                    <a:lumMod val="50000"/>
                    <a:lumOff val="50000"/>
                  </a:schemeClr>
                </a:solidFill>
              </a:rPr>
              <a:t>adipiscing</a:t>
            </a:r>
            <a:r>
              <a:rPr lang="en-US" sz="960" dirty="0">
                <a:solidFill>
                  <a:schemeClr val="tx1">
                    <a:lumMod val="50000"/>
                    <a:lumOff val="50000"/>
                  </a:schemeClr>
                </a:solidFill>
              </a:rPr>
              <a:t> </a:t>
            </a:r>
            <a:r>
              <a:rPr lang="en-US" sz="960" dirty="0" err="1">
                <a:solidFill>
                  <a:schemeClr val="tx1">
                    <a:lumMod val="50000"/>
                    <a:lumOff val="50000"/>
                  </a:schemeClr>
                </a:solidFill>
              </a:rPr>
              <a:t>elit</a:t>
            </a:r>
            <a:r>
              <a:rPr lang="en-US" sz="960" dirty="0">
                <a:solidFill>
                  <a:schemeClr val="tx1">
                    <a:lumMod val="50000"/>
                    <a:lumOff val="50000"/>
                  </a:schemeClr>
                </a:solidFill>
              </a:rPr>
              <a:t>.</a:t>
            </a:r>
            <a:endParaRPr lang="en-US" sz="960" dirty="0"/>
          </a:p>
        </p:txBody>
      </p:sp>
      <p:sp>
        <p:nvSpPr>
          <p:cNvPr id="72" name="Rectangle 71"/>
          <p:cNvSpPr/>
          <p:nvPr/>
        </p:nvSpPr>
        <p:spPr>
          <a:xfrm>
            <a:off x="8379817" y="1960352"/>
            <a:ext cx="1603548" cy="720009"/>
          </a:xfrm>
          <a:prstGeom prst="rect">
            <a:avLst/>
          </a:prstGeom>
        </p:spPr>
        <p:txBody>
          <a:bodyPr wrap="square">
            <a:spAutoFit/>
          </a:bodyPr>
          <a:lstStyle/>
          <a:p>
            <a:r>
              <a:rPr lang="en-US" sz="1200" dirty="0">
                <a:solidFill>
                  <a:schemeClr val="tx1">
                    <a:lumMod val="65000"/>
                    <a:lumOff val="35000"/>
                  </a:schemeClr>
                </a:solidFill>
                <a:latin typeface="+mj-lt"/>
              </a:rPr>
              <a:t>SUB HEADING</a:t>
            </a:r>
          </a:p>
          <a:p>
            <a:r>
              <a:rPr lang="en-US" sz="960" dirty="0" err="1">
                <a:solidFill>
                  <a:schemeClr val="tx1">
                    <a:lumMod val="50000"/>
                    <a:lumOff val="50000"/>
                  </a:schemeClr>
                </a:solidFill>
              </a:rPr>
              <a:t>Lorem</a:t>
            </a:r>
            <a:r>
              <a:rPr lang="en-US" sz="960" dirty="0">
                <a:solidFill>
                  <a:schemeClr val="tx1">
                    <a:lumMod val="50000"/>
                    <a:lumOff val="50000"/>
                  </a:schemeClr>
                </a:solidFill>
              </a:rPr>
              <a:t> </a:t>
            </a:r>
            <a:r>
              <a:rPr lang="en-US" sz="960" dirty="0" err="1">
                <a:solidFill>
                  <a:schemeClr val="tx1">
                    <a:lumMod val="50000"/>
                    <a:lumOff val="50000"/>
                  </a:schemeClr>
                </a:solidFill>
              </a:rPr>
              <a:t>ipsum</a:t>
            </a:r>
            <a:r>
              <a:rPr lang="en-US" sz="960" dirty="0">
                <a:solidFill>
                  <a:schemeClr val="tx1">
                    <a:lumMod val="50000"/>
                    <a:lumOff val="50000"/>
                  </a:schemeClr>
                </a:solidFill>
              </a:rPr>
              <a:t> dolor sit </a:t>
            </a:r>
            <a:r>
              <a:rPr lang="en-US" sz="960" dirty="0" err="1">
                <a:solidFill>
                  <a:schemeClr val="tx1">
                    <a:lumMod val="50000"/>
                    <a:lumOff val="50000"/>
                  </a:schemeClr>
                </a:solidFill>
              </a:rPr>
              <a:t>amet</a:t>
            </a:r>
            <a:r>
              <a:rPr lang="en-US" sz="960" dirty="0">
                <a:solidFill>
                  <a:schemeClr val="tx1">
                    <a:lumMod val="50000"/>
                    <a:lumOff val="50000"/>
                  </a:schemeClr>
                </a:solidFill>
              </a:rPr>
              <a:t>, </a:t>
            </a:r>
            <a:r>
              <a:rPr lang="en-US" sz="960" dirty="0" err="1">
                <a:solidFill>
                  <a:schemeClr val="tx1">
                    <a:lumMod val="50000"/>
                    <a:lumOff val="50000"/>
                  </a:schemeClr>
                </a:solidFill>
              </a:rPr>
              <a:t>consectetur</a:t>
            </a:r>
            <a:r>
              <a:rPr lang="en-US" sz="960" dirty="0">
                <a:solidFill>
                  <a:schemeClr val="tx1">
                    <a:lumMod val="50000"/>
                    <a:lumOff val="50000"/>
                  </a:schemeClr>
                </a:solidFill>
              </a:rPr>
              <a:t> </a:t>
            </a:r>
            <a:r>
              <a:rPr lang="en-US" sz="960" dirty="0" err="1">
                <a:solidFill>
                  <a:schemeClr val="tx1">
                    <a:lumMod val="50000"/>
                    <a:lumOff val="50000"/>
                  </a:schemeClr>
                </a:solidFill>
              </a:rPr>
              <a:t>adipiscing</a:t>
            </a:r>
            <a:r>
              <a:rPr lang="en-US" sz="960" dirty="0">
                <a:solidFill>
                  <a:schemeClr val="tx1">
                    <a:lumMod val="50000"/>
                    <a:lumOff val="50000"/>
                  </a:schemeClr>
                </a:solidFill>
              </a:rPr>
              <a:t> </a:t>
            </a:r>
            <a:r>
              <a:rPr lang="en-US" sz="960" dirty="0" err="1">
                <a:solidFill>
                  <a:schemeClr val="tx1">
                    <a:lumMod val="50000"/>
                    <a:lumOff val="50000"/>
                  </a:schemeClr>
                </a:solidFill>
              </a:rPr>
              <a:t>elit</a:t>
            </a:r>
            <a:r>
              <a:rPr lang="en-US" sz="960" dirty="0">
                <a:solidFill>
                  <a:schemeClr val="tx1">
                    <a:lumMod val="50000"/>
                    <a:lumOff val="50000"/>
                  </a:schemeClr>
                </a:solidFill>
              </a:rPr>
              <a:t>.</a:t>
            </a:r>
            <a:endParaRPr lang="en-US" sz="960" dirty="0"/>
          </a:p>
        </p:txBody>
      </p:sp>
      <p:sp>
        <p:nvSpPr>
          <p:cNvPr id="73" name="Rectangle 72"/>
          <p:cNvSpPr/>
          <p:nvPr/>
        </p:nvSpPr>
        <p:spPr>
          <a:xfrm>
            <a:off x="2163516" y="4935949"/>
            <a:ext cx="1603548" cy="720009"/>
          </a:xfrm>
          <a:prstGeom prst="rect">
            <a:avLst/>
          </a:prstGeom>
        </p:spPr>
        <p:txBody>
          <a:bodyPr wrap="square">
            <a:spAutoFit/>
          </a:bodyPr>
          <a:lstStyle/>
          <a:p>
            <a:pPr algn="r"/>
            <a:r>
              <a:rPr lang="en-US" sz="1200" dirty="0">
                <a:solidFill>
                  <a:schemeClr val="tx1">
                    <a:lumMod val="65000"/>
                    <a:lumOff val="35000"/>
                  </a:schemeClr>
                </a:solidFill>
                <a:latin typeface="+mj-lt"/>
              </a:rPr>
              <a:t>SUB HEADING</a:t>
            </a:r>
          </a:p>
          <a:p>
            <a:pPr algn="r"/>
            <a:r>
              <a:rPr lang="en-US" sz="960" dirty="0" err="1">
                <a:solidFill>
                  <a:schemeClr val="tx1">
                    <a:lumMod val="50000"/>
                    <a:lumOff val="50000"/>
                  </a:schemeClr>
                </a:solidFill>
              </a:rPr>
              <a:t>Lorem</a:t>
            </a:r>
            <a:r>
              <a:rPr lang="en-US" sz="960" dirty="0">
                <a:solidFill>
                  <a:schemeClr val="tx1">
                    <a:lumMod val="50000"/>
                    <a:lumOff val="50000"/>
                  </a:schemeClr>
                </a:solidFill>
              </a:rPr>
              <a:t> </a:t>
            </a:r>
            <a:r>
              <a:rPr lang="en-US" sz="960" dirty="0" err="1">
                <a:solidFill>
                  <a:schemeClr val="tx1">
                    <a:lumMod val="50000"/>
                    <a:lumOff val="50000"/>
                  </a:schemeClr>
                </a:solidFill>
              </a:rPr>
              <a:t>ipsum</a:t>
            </a:r>
            <a:r>
              <a:rPr lang="en-US" sz="960" dirty="0">
                <a:solidFill>
                  <a:schemeClr val="tx1">
                    <a:lumMod val="50000"/>
                    <a:lumOff val="50000"/>
                  </a:schemeClr>
                </a:solidFill>
              </a:rPr>
              <a:t> dolor sit </a:t>
            </a:r>
            <a:r>
              <a:rPr lang="en-US" sz="960" dirty="0" err="1">
                <a:solidFill>
                  <a:schemeClr val="tx1">
                    <a:lumMod val="50000"/>
                    <a:lumOff val="50000"/>
                  </a:schemeClr>
                </a:solidFill>
              </a:rPr>
              <a:t>amet</a:t>
            </a:r>
            <a:r>
              <a:rPr lang="en-US" sz="960" dirty="0">
                <a:solidFill>
                  <a:schemeClr val="tx1">
                    <a:lumMod val="50000"/>
                    <a:lumOff val="50000"/>
                  </a:schemeClr>
                </a:solidFill>
              </a:rPr>
              <a:t>, </a:t>
            </a:r>
            <a:r>
              <a:rPr lang="en-US" sz="960" dirty="0" err="1">
                <a:solidFill>
                  <a:schemeClr val="tx1">
                    <a:lumMod val="50000"/>
                    <a:lumOff val="50000"/>
                  </a:schemeClr>
                </a:solidFill>
              </a:rPr>
              <a:t>consectetur</a:t>
            </a:r>
            <a:r>
              <a:rPr lang="en-US" sz="960" dirty="0">
                <a:solidFill>
                  <a:schemeClr val="tx1">
                    <a:lumMod val="50000"/>
                    <a:lumOff val="50000"/>
                  </a:schemeClr>
                </a:solidFill>
              </a:rPr>
              <a:t> </a:t>
            </a:r>
            <a:r>
              <a:rPr lang="en-US" sz="960" dirty="0" err="1">
                <a:solidFill>
                  <a:schemeClr val="tx1">
                    <a:lumMod val="50000"/>
                    <a:lumOff val="50000"/>
                  </a:schemeClr>
                </a:solidFill>
              </a:rPr>
              <a:t>adipiscing</a:t>
            </a:r>
            <a:r>
              <a:rPr lang="en-US" sz="960" dirty="0">
                <a:solidFill>
                  <a:schemeClr val="tx1">
                    <a:lumMod val="50000"/>
                    <a:lumOff val="50000"/>
                  </a:schemeClr>
                </a:solidFill>
              </a:rPr>
              <a:t> </a:t>
            </a:r>
            <a:r>
              <a:rPr lang="en-US" sz="960" dirty="0" err="1">
                <a:solidFill>
                  <a:schemeClr val="tx1">
                    <a:lumMod val="50000"/>
                    <a:lumOff val="50000"/>
                  </a:schemeClr>
                </a:solidFill>
              </a:rPr>
              <a:t>elit</a:t>
            </a:r>
            <a:r>
              <a:rPr lang="en-US" sz="960" dirty="0">
                <a:solidFill>
                  <a:schemeClr val="tx1">
                    <a:lumMod val="50000"/>
                    <a:lumOff val="50000"/>
                  </a:schemeClr>
                </a:solidFill>
              </a:rPr>
              <a:t>.</a:t>
            </a:r>
            <a:endParaRPr lang="en-US" sz="960" dirty="0"/>
          </a:p>
        </p:txBody>
      </p:sp>
      <p:sp>
        <p:nvSpPr>
          <p:cNvPr id="74" name="Rectangle 73"/>
          <p:cNvSpPr/>
          <p:nvPr/>
        </p:nvSpPr>
        <p:spPr>
          <a:xfrm>
            <a:off x="5193963" y="4935949"/>
            <a:ext cx="1603548" cy="720009"/>
          </a:xfrm>
          <a:prstGeom prst="rect">
            <a:avLst/>
          </a:prstGeom>
        </p:spPr>
        <p:txBody>
          <a:bodyPr wrap="square">
            <a:spAutoFit/>
          </a:bodyPr>
          <a:lstStyle/>
          <a:p>
            <a:pPr algn="r"/>
            <a:r>
              <a:rPr lang="en-US" sz="1200" dirty="0">
                <a:solidFill>
                  <a:schemeClr val="tx1">
                    <a:lumMod val="65000"/>
                    <a:lumOff val="35000"/>
                  </a:schemeClr>
                </a:solidFill>
                <a:latin typeface="+mj-lt"/>
              </a:rPr>
              <a:t>SUB HEADING</a:t>
            </a:r>
          </a:p>
          <a:p>
            <a:pPr algn="r"/>
            <a:r>
              <a:rPr lang="en-US" sz="960" dirty="0" err="1">
                <a:solidFill>
                  <a:schemeClr val="tx1">
                    <a:lumMod val="50000"/>
                    <a:lumOff val="50000"/>
                  </a:schemeClr>
                </a:solidFill>
              </a:rPr>
              <a:t>Lorem</a:t>
            </a:r>
            <a:r>
              <a:rPr lang="en-US" sz="960" dirty="0">
                <a:solidFill>
                  <a:schemeClr val="tx1">
                    <a:lumMod val="50000"/>
                    <a:lumOff val="50000"/>
                  </a:schemeClr>
                </a:solidFill>
              </a:rPr>
              <a:t> </a:t>
            </a:r>
            <a:r>
              <a:rPr lang="en-US" sz="960" dirty="0" err="1">
                <a:solidFill>
                  <a:schemeClr val="tx1">
                    <a:lumMod val="50000"/>
                    <a:lumOff val="50000"/>
                  </a:schemeClr>
                </a:solidFill>
              </a:rPr>
              <a:t>ipsum</a:t>
            </a:r>
            <a:r>
              <a:rPr lang="en-US" sz="960" dirty="0">
                <a:solidFill>
                  <a:schemeClr val="tx1">
                    <a:lumMod val="50000"/>
                    <a:lumOff val="50000"/>
                  </a:schemeClr>
                </a:solidFill>
              </a:rPr>
              <a:t> dolor sit </a:t>
            </a:r>
            <a:r>
              <a:rPr lang="en-US" sz="960" dirty="0" err="1">
                <a:solidFill>
                  <a:schemeClr val="tx1">
                    <a:lumMod val="50000"/>
                    <a:lumOff val="50000"/>
                  </a:schemeClr>
                </a:solidFill>
              </a:rPr>
              <a:t>amet</a:t>
            </a:r>
            <a:r>
              <a:rPr lang="en-US" sz="960" dirty="0">
                <a:solidFill>
                  <a:schemeClr val="tx1">
                    <a:lumMod val="50000"/>
                    <a:lumOff val="50000"/>
                  </a:schemeClr>
                </a:solidFill>
              </a:rPr>
              <a:t>, </a:t>
            </a:r>
            <a:r>
              <a:rPr lang="en-US" sz="960" dirty="0" err="1">
                <a:solidFill>
                  <a:schemeClr val="tx1">
                    <a:lumMod val="50000"/>
                    <a:lumOff val="50000"/>
                  </a:schemeClr>
                </a:solidFill>
              </a:rPr>
              <a:t>consectetur</a:t>
            </a:r>
            <a:r>
              <a:rPr lang="en-US" sz="960" dirty="0">
                <a:solidFill>
                  <a:schemeClr val="tx1">
                    <a:lumMod val="50000"/>
                    <a:lumOff val="50000"/>
                  </a:schemeClr>
                </a:solidFill>
              </a:rPr>
              <a:t> </a:t>
            </a:r>
            <a:r>
              <a:rPr lang="en-US" sz="960" dirty="0" err="1">
                <a:solidFill>
                  <a:schemeClr val="tx1">
                    <a:lumMod val="50000"/>
                    <a:lumOff val="50000"/>
                  </a:schemeClr>
                </a:solidFill>
              </a:rPr>
              <a:t>adipiscing</a:t>
            </a:r>
            <a:r>
              <a:rPr lang="en-US" sz="960" dirty="0">
                <a:solidFill>
                  <a:schemeClr val="tx1">
                    <a:lumMod val="50000"/>
                    <a:lumOff val="50000"/>
                  </a:schemeClr>
                </a:solidFill>
              </a:rPr>
              <a:t> </a:t>
            </a:r>
            <a:r>
              <a:rPr lang="en-US" sz="960" dirty="0" err="1">
                <a:solidFill>
                  <a:schemeClr val="tx1">
                    <a:lumMod val="50000"/>
                    <a:lumOff val="50000"/>
                  </a:schemeClr>
                </a:solidFill>
              </a:rPr>
              <a:t>elit</a:t>
            </a:r>
            <a:r>
              <a:rPr lang="en-US" sz="960" dirty="0">
                <a:solidFill>
                  <a:schemeClr val="tx1">
                    <a:lumMod val="50000"/>
                    <a:lumOff val="50000"/>
                  </a:schemeClr>
                </a:solidFill>
              </a:rPr>
              <a:t>.</a:t>
            </a:r>
            <a:endParaRPr lang="en-US" sz="960" dirty="0"/>
          </a:p>
        </p:txBody>
      </p:sp>
      <p:sp>
        <p:nvSpPr>
          <p:cNvPr id="75" name="Rectangle 74"/>
          <p:cNvSpPr/>
          <p:nvPr/>
        </p:nvSpPr>
        <p:spPr>
          <a:xfrm>
            <a:off x="8196984" y="4935949"/>
            <a:ext cx="1603548" cy="720009"/>
          </a:xfrm>
          <a:prstGeom prst="rect">
            <a:avLst/>
          </a:prstGeom>
        </p:spPr>
        <p:txBody>
          <a:bodyPr wrap="square">
            <a:spAutoFit/>
          </a:bodyPr>
          <a:lstStyle/>
          <a:p>
            <a:pPr algn="r"/>
            <a:r>
              <a:rPr lang="en-US" sz="1200" dirty="0">
                <a:solidFill>
                  <a:schemeClr val="tx1">
                    <a:lumMod val="65000"/>
                    <a:lumOff val="35000"/>
                  </a:schemeClr>
                </a:solidFill>
                <a:latin typeface="+mj-lt"/>
              </a:rPr>
              <a:t>SUB HEADING</a:t>
            </a:r>
          </a:p>
          <a:p>
            <a:pPr algn="r"/>
            <a:r>
              <a:rPr lang="en-US" sz="960" dirty="0" err="1">
                <a:solidFill>
                  <a:schemeClr val="tx1">
                    <a:lumMod val="50000"/>
                    <a:lumOff val="50000"/>
                  </a:schemeClr>
                </a:solidFill>
              </a:rPr>
              <a:t>Lorem</a:t>
            </a:r>
            <a:r>
              <a:rPr lang="en-US" sz="960" dirty="0">
                <a:solidFill>
                  <a:schemeClr val="tx1">
                    <a:lumMod val="50000"/>
                    <a:lumOff val="50000"/>
                  </a:schemeClr>
                </a:solidFill>
              </a:rPr>
              <a:t> </a:t>
            </a:r>
            <a:r>
              <a:rPr lang="en-US" sz="960" dirty="0" err="1">
                <a:solidFill>
                  <a:schemeClr val="tx1">
                    <a:lumMod val="50000"/>
                    <a:lumOff val="50000"/>
                  </a:schemeClr>
                </a:solidFill>
              </a:rPr>
              <a:t>ipsum</a:t>
            </a:r>
            <a:r>
              <a:rPr lang="en-US" sz="960" dirty="0">
                <a:solidFill>
                  <a:schemeClr val="tx1">
                    <a:lumMod val="50000"/>
                    <a:lumOff val="50000"/>
                  </a:schemeClr>
                </a:solidFill>
              </a:rPr>
              <a:t> dolor sit </a:t>
            </a:r>
            <a:r>
              <a:rPr lang="en-US" sz="960" dirty="0" err="1">
                <a:solidFill>
                  <a:schemeClr val="tx1">
                    <a:lumMod val="50000"/>
                    <a:lumOff val="50000"/>
                  </a:schemeClr>
                </a:solidFill>
              </a:rPr>
              <a:t>amet</a:t>
            </a:r>
            <a:r>
              <a:rPr lang="en-US" sz="960" dirty="0">
                <a:solidFill>
                  <a:schemeClr val="tx1">
                    <a:lumMod val="50000"/>
                    <a:lumOff val="50000"/>
                  </a:schemeClr>
                </a:solidFill>
              </a:rPr>
              <a:t>, </a:t>
            </a:r>
            <a:r>
              <a:rPr lang="en-US" sz="960" dirty="0" err="1">
                <a:solidFill>
                  <a:schemeClr val="tx1">
                    <a:lumMod val="50000"/>
                    <a:lumOff val="50000"/>
                  </a:schemeClr>
                </a:solidFill>
              </a:rPr>
              <a:t>consectetur</a:t>
            </a:r>
            <a:r>
              <a:rPr lang="en-US" sz="960" dirty="0">
                <a:solidFill>
                  <a:schemeClr val="tx1">
                    <a:lumMod val="50000"/>
                    <a:lumOff val="50000"/>
                  </a:schemeClr>
                </a:solidFill>
              </a:rPr>
              <a:t> </a:t>
            </a:r>
            <a:r>
              <a:rPr lang="en-US" sz="960" dirty="0" err="1">
                <a:solidFill>
                  <a:schemeClr val="tx1">
                    <a:lumMod val="50000"/>
                    <a:lumOff val="50000"/>
                  </a:schemeClr>
                </a:solidFill>
              </a:rPr>
              <a:t>adipiscing</a:t>
            </a:r>
            <a:r>
              <a:rPr lang="en-US" sz="960" dirty="0">
                <a:solidFill>
                  <a:schemeClr val="tx1">
                    <a:lumMod val="50000"/>
                    <a:lumOff val="50000"/>
                  </a:schemeClr>
                </a:solidFill>
              </a:rPr>
              <a:t> </a:t>
            </a:r>
            <a:r>
              <a:rPr lang="en-US" sz="960" dirty="0" err="1">
                <a:solidFill>
                  <a:schemeClr val="tx1">
                    <a:lumMod val="50000"/>
                    <a:lumOff val="50000"/>
                  </a:schemeClr>
                </a:solidFill>
              </a:rPr>
              <a:t>elit</a:t>
            </a:r>
            <a:r>
              <a:rPr lang="en-US" sz="960" dirty="0">
                <a:solidFill>
                  <a:schemeClr val="tx1">
                    <a:lumMod val="50000"/>
                    <a:lumOff val="50000"/>
                  </a:schemeClr>
                </a:solidFill>
              </a:rPr>
              <a:t>.</a:t>
            </a:r>
            <a:endParaRPr lang="en-US" sz="960" dirty="0"/>
          </a:p>
        </p:txBody>
      </p:sp>
      <p:sp>
        <p:nvSpPr>
          <p:cNvPr id="76"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algn="ctr" defTabSz="914126">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FEATURE TIMELINE</a:t>
            </a:r>
          </a:p>
        </p:txBody>
      </p:sp>
      <p:sp>
        <p:nvSpPr>
          <p:cNvPr id="77" name="Rectangle 76"/>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78" name="Group 77"/>
          <p:cNvGrpSpPr/>
          <p:nvPr/>
        </p:nvGrpSpPr>
        <p:grpSpPr>
          <a:xfrm rot="10800000" flipV="1">
            <a:off x="5380522" y="1080697"/>
            <a:ext cx="1427781" cy="45707"/>
            <a:chOff x="3965945" y="1385354"/>
            <a:chExt cx="4572000" cy="79107"/>
          </a:xfrm>
        </p:grpSpPr>
        <p:sp>
          <p:nvSpPr>
            <p:cNvPr id="79" name="Rectangle 78"/>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80" name="Rectangle 79"/>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81" name="Rectangle 80"/>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82" name="Rectangle 81"/>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83" name="Rectangle 82"/>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extLst>
      <p:ext uri="{BB962C8B-B14F-4D97-AF65-F5344CB8AC3E}">
        <p14:creationId xmlns:p14="http://schemas.microsoft.com/office/powerpoint/2010/main" val="311444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p:cTn id="7" dur="500" fill="hold"/>
                                        <p:tgtEl>
                                          <p:spTgt spid="78"/>
                                        </p:tgtEl>
                                        <p:attrNameLst>
                                          <p:attrName>ppt_w</p:attrName>
                                        </p:attrNameLst>
                                      </p:cBhvr>
                                      <p:tavLst>
                                        <p:tav tm="0">
                                          <p:val>
                                            <p:fltVal val="0"/>
                                          </p:val>
                                        </p:tav>
                                        <p:tav tm="100000">
                                          <p:val>
                                            <p:strVal val="#ppt_w"/>
                                          </p:val>
                                        </p:tav>
                                      </p:tavLst>
                                    </p:anim>
                                    <p:anim calcmode="lin" valueType="num">
                                      <p:cBhvr>
                                        <p:cTn id="8" dur="500" fill="hold"/>
                                        <p:tgtEl>
                                          <p:spTgt spid="78"/>
                                        </p:tgtEl>
                                        <p:attrNameLst>
                                          <p:attrName>ppt_h</p:attrName>
                                        </p:attrNameLst>
                                      </p:cBhvr>
                                      <p:tavLst>
                                        <p:tav tm="0">
                                          <p:val>
                                            <p:fltVal val="0"/>
                                          </p:val>
                                        </p:tav>
                                        <p:tav tm="100000">
                                          <p:val>
                                            <p:strVal val="#ppt_h"/>
                                          </p:val>
                                        </p:tav>
                                      </p:tavLst>
                                    </p:anim>
                                    <p:anim calcmode="lin" valueType="num">
                                      <p:cBhvr>
                                        <p:cTn id="9" dur="500" fill="hold"/>
                                        <p:tgtEl>
                                          <p:spTgt spid="78"/>
                                        </p:tgtEl>
                                        <p:attrNameLst>
                                          <p:attrName>style.rotation</p:attrName>
                                        </p:attrNameLst>
                                      </p:cBhvr>
                                      <p:tavLst>
                                        <p:tav tm="0">
                                          <p:val>
                                            <p:fltVal val="360"/>
                                          </p:val>
                                        </p:tav>
                                        <p:tav tm="100000">
                                          <p:val>
                                            <p:fltVal val="0"/>
                                          </p:val>
                                        </p:tav>
                                      </p:tavLst>
                                    </p:anim>
                                    <p:animEffect transition="in" filter="fade">
                                      <p:cBhvr>
                                        <p:cTn id="10"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ontent Placeholder 2"/>
          <p:cNvSpPr txBox="1">
            <a:spLocks/>
          </p:cNvSpPr>
          <p:nvPr/>
        </p:nvSpPr>
        <p:spPr>
          <a:xfrm>
            <a:off x="1750156" y="4708451"/>
            <a:ext cx="8688514" cy="1382018"/>
          </a:xfrm>
          <a:prstGeom prst="rect">
            <a:avLst/>
          </a:prstGeom>
        </p:spPr>
        <p:txBody>
          <a:bodyPr vert="horz" lIns="91416" tIns="45708" rIns="91416" bIns="45708"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00" dirty="0" err="1">
                <a:solidFill>
                  <a:schemeClr val="bg1">
                    <a:lumMod val="50000"/>
                  </a:schemeClr>
                </a:solidFill>
              </a:rPr>
              <a:t>Lorem</a:t>
            </a:r>
            <a:r>
              <a:rPr lang="en-US" sz="1200" dirty="0">
                <a:solidFill>
                  <a:schemeClr val="bg1">
                    <a:lumMod val="50000"/>
                  </a:schemeClr>
                </a:solidFill>
              </a:rPr>
              <a:t> </a:t>
            </a:r>
            <a:r>
              <a:rPr lang="en-US" sz="1200" dirty="0" err="1">
                <a:solidFill>
                  <a:schemeClr val="bg1">
                    <a:lumMod val="50000"/>
                  </a:schemeClr>
                </a:solidFill>
              </a:rPr>
              <a:t>Ipsum</a:t>
            </a:r>
            <a:r>
              <a:rPr lang="en-US" sz="1200" dirty="0">
                <a:solidFill>
                  <a:schemeClr val="bg1">
                    <a:lumMod val="50000"/>
                  </a:schemeClr>
                </a:solidFill>
              </a:rPr>
              <a:t> is simply dummy text of the printing and typesetting industry. </a:t>
            </a:r>
            <a:r>
              <a:rPr lang="en-US" sz="1200" dirty="0" err="1">
                <a:solidFill>
                  <a:schemeClr val="bg1">
                    <a:lumMod val="50000"/>
                  </a:schemeClr>
                </a:solidFill>
              </a:rPr>
              <a:t>Lorem</a:t>
            </a:r>
            <a:r>
              <a:rPr lang="en-US" sz="1200" dirty="0">
                <a:solidFill>
                  <a:schemeClr val="bg1">
                    <a:lumMod val="50000"/>
                  </a:schemeClr>
                </a:solidFill>
              </a:rPr>
              <a:t> </a:t>
            </a:r>
            <a:r>
              <a:rPr lang="en-US" sz="1200" dirty="0" err="1">
                <a:solidFill>
                  <a:schemeClr val="bg1">
                    <a:lumMod val="50000"/>
                  </a:schemeClr>
                </a:solidFill>
              </a:rPr>
              <a:t>Ipsum</a:t>
            </a:r>
            <a:r>
              <a:rPr lang="en-US" sz="1200" dirty="0">
                <a:solidFill>
                  <a:schemeClr val="bg1">
                    <a:lumMod val="50000"/>
                  </a:schemeClr>
                </a:solidFill>
              </a:rPr>
              <a:t>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200" dirty="0" err="1">
                <a:solidFill>
                  <a:schemeClr val="bg1">
                    <a:lumMod val="50000"/>
                  </a:schemeClr>
                </a:solidFill>
              </a:rPr>
              <a:t>popularised</a:t>
            </a:r>
            <a:r>
              <a:rPr lang="en-US" sz="1200" dirty="0">
                <a:solidFill>
                  <a:schemeClr val="bg1">
                    <a:lumMod val="50000"/>
                  </a:schemeClr>
                </a:solidFill>
              </a:rPr>
              <a:t> in the 1960s with the release of </a:t>
            </a:r>
            <a:r>
              <a:rPr lang="en-US" sz="1200" dirty="0" err="1">
                <a:solidFill>
                  <a:schemeClr val="bg1">
                    <a:lumMod val="50000"/>
                  </a:schemeClr>
                </a:solidFill>
              </a:rPr>
              <a:t>Letraset</a:t>
            </a:r>
            <a:r>
              <a:rPr lang="en-US" sz="1200" dirty="0">
                <a:solidFill>
                  <a:schemeClr val="bg1">
                    <a:lumMod val="50000"/>
                  </a:schemeClr>
                </a:solidFill>
              </a:rPr>
              <a:t> sheets containing </a:t>
            </a:r>
            <a:r>
              <a:rPr lang="en-US" sz="1200" dirty="0" err="1">
                <a:solidFill>
                  <a:schemeClr val="bg1">
                    <a:lumMod val="50000"/>
                  </a:schemeClr>
                </a:solidFill>
              </a:rPr>
              <a:t>Lorem</a:t>
            </a:r>
            <a:r>
              <a:rPr lang="en-US" sz="1200" dirty="0">
                <a:solidFill>
                  <a:schemeClr val="bg1">
                    <a:lumMod val="50000"/>
                  </a:schemeClr>
                </a:solidFill>
              </a:rPr>
              <a:t> </a:t>
            </a:r>
            <a:r>
              <a:rPr lang="en-US" sz="1200" dirty="0" err="1">
                <a:solidFill>
                  <a:schemeClr val="bg1">
                    <a:lumMod val="50000"/>
                  </a:schemeClr>
                </a:solidFill>
              </a:rPr>
              <a:t>Ipsum</a:t>
            </a:r>
            <a:r>
              <a:rPr lang="en-US" sz="1200" dirty="0">
                <a:solidFill>
                  <a:schemeClr val="bg1">
                    <a:lumMod val="50000"/>
                  </a:schemeClr>
                </a:solidFill>
              </a:rPr>
              <a:t> passages, and more recently with desktop publishing software like Aldus PageMaker including versions of </a:t>
            </a:r>
            <a:r>
              <a:rPr lang="en-US" sz="1200" dirty="0" err="1">
                <a:solidFill>
                  <a:schemeClr val="bg1">
                    <a:lumMod val="50000"/>
                  </a:schemeClr>
                </a:solidFill>
              </a:rPr>
              <a:t>Lorem</a:t>
            </a:r>
            <a:r>
              <a:rPr lang="en-US" sz="1200" dirty="0">
                <a:solidFill>
                  <a:schemeClr val="bg1">
                    <a:lumMod val="50000"/>
                  </a:schemeClr>
                </a:solidFill>
              </a:rPr>
              <a:t> </a:t>
            </a:r>
            <a:r>
              <a:rPr lang="en-US" sz="1200" dirty="0" err="1">
                <a:solidFill>
                  <a:schemeClr val="bg1">
                    <a:lumMod val="50000"/>
                  </a:schemeClr>
                </a:solidFill>
              </a:rPr>
              <a:t>Ipsum</a:t>
            </a:r>
            <a:r>
              <a:rPr lang="en-US" sz="1200" dirty="0">
                <a:solidFill>
                  <a:schemeClr val="bg1">
                    <a:lumMod val="50000"/>
                  </a:schemeClr>
                </a:solidFill>
              </a:rPr>
              <a:t>.</a:t>
            </a:r>
          </a:p>
          <a:p>
            <a:pPr algn="l"/>
            <a:r>
              <a:rPr lang="en-US" sz="1200" dirty="0">
                <a:solidFill>
                  <a:schemeClr val="bg1">
                    <a:lumMod val="65000"/>
                  </a:schemeClr>
                </a:solidFill>
              </a:rPr>
              <a:t>Contrary to popular belief, </a:t>
            </a:r>
            <a:r>
              <a:rPr lang="en-US" sz="1200" dirty="0" err="1">
                <a:solidFill>
                  <a:schemeClr val="bg1">
                    <a:lumMod val="65000"/>
                  </a:schemeClr>
                </a:solidFill>
              </a:rPr>
              <a:t>Lorem</a:t>
            </a:r>
            <a:r>
              <a:rPr lang="en-US" sz="1200" dirty="0">
                <a:solidFill>
                  <a:schemeClr val="bg1">
                    <a:lumMod val="65000"/>
                  </a:schemeClr>
                </a:solidFill>
              </a:rPr>
              <a:t> </a:t>
            </a:r>
            <a:r>
              <a:rPr lang="en-US" sz="1200" dirty="0" err="1">
                <a:solidFill>
                  <a:schemeClr val="bg1">
                    <a:lumMod val="65000"/>
                  </a:schemeClr>
                </a:solidFill>
              </a:rPr>
              <a:t>Ipsum</a:t>
            </a:r>
            <a:r>
              <a:rPr lang="en-US" sz="1200" dirty="0">
                <a:solidFill>
                  <a:schemeClr val="bg1">
                    <a:lumMod val="65000"/>
                  </a:schemeClr>
                </a:solidFill>
              </a:rPr>
              <a:t> is not simply random text. It has roots in a piece of Latin literature from 45 BC.</a:t>
            </a:r>
          </a:p>
        </p:txBody>
      </p:sp>
      <p:sp>
        <p:nvSpPr>
          <p:cNvPr id="31" name="Title 13"/>
          <p:cNvSpPr txBox="1">
            <a:spLocks/>
          </p:cNvSpPr>
          <p:nvPr/>
        </p:nvSpPr>
        <p:spPr>
          <a:xfrm>
            <a:off x="1750156" y="4115499"/>
            <a:ext cx="4115620" cy="585362"/>
          </a:xfrm>
          <a:prstGeom prst="rect">
            <a:avLst/>
          </a:prstGeom>
        </p:spPr>
        <p:txBody>
          <a:bodyPr vert="horz" lIns="91416" tIns="45708" rIns="91416" bIns="45708" rtlCol="0" anchor="ctr">
            <a:no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799" dirty="0">
                <a:solidFill>
                  <a:schemeClr val="tx1">
                    <a:lumMod val="50000"/>
                    <a:lumOff val="50000"/>
                  </a:schemeClr>
                </a:solidFill>
                <a:latin typeface="+mn-lt"/>
              </a:rPr>
              <a:t>5 Important Keys</a:t>
            </a:r>
          </a:p>
        </p:txBody>
      </p:sp>
      <p:sp>
        <p:nvSpPr>
          <p:cNvPr id="24" name="Content Placeholder 2"/>
          <p:cNvSpPr txBox="1">
            <a:spLocks/>
          </p:cNvSpPr>
          <p:nvPr/>
        </p:nvSpPr>
        <p:spPr>
          <a:xfrm>
            <a:off x="1750156" y="2676384"/>
            <a:ext cx="1624558" cy="1111744"/>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solidFill>
                  <a:schemeClr val="tx1">
                    <a:lumMod val="50000"/>
                    <a:lumOff val="50000"/>
                  </a:schemeClr>
                </a:solidFill>
              </a:rPr>
              <a:t>Consistency </a:t>
            </a:r>
          </a:p>
          <a:p>
            <a:pPr marL="0" indent="0">
              <a:buNone/>
            </a:pPr>
            <a:r>
              <a:rPr lang="en-US" sz="1200" dirty="0"/>
              <a:t>Lorem ipsum dolor sit amet, consectetur adipiscing.</a:t>
            </a:r>
          </a:p>
        </p:txBody>
      </p:sp>
      <p:sp>
        <p:nvSpPr>
          <p:cNvPr id="32" name="Content Placeholder 2"/>
          <p:cNvSpPr txBox="1">
            <a:spLocks/>
          </p:cNvSpPr>
          <p:nvPr/>
        </p:nvSpPr>
        <p:spPr>
          <a:xfrm>
            <a:off x="1750156" y="1828801"/>
            <a:ext cx="981568" cy="458578"/>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4399"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01</a:t>
            </a:r>
          </a:p>
        </p:txBody>
      </p:sp>
      <p:grpSp>
        <p:nvGrpSpPr>
          <p:cNvPr id="6" name="Group 5"/>
          <p:cNvGrpSpPr/>
          <p:nvPr/>
        </p:nvGrpSpPr>
        <p:grpSpPr>
          <a:xfrm>
            <a:off x="3502992" y="1828800"/>
            <a:ext cx="1627610" cy="1959328"/>
            <a:chOff x="3604885" y="2141908"/>
            <a:chExt cx="1628034" cy="1959838"/>
          </a:xfrm>
        </p:grpSpPr>
        <p:sp>
          <p:nvSpPr>
            <p:cNvPr id="25" name="Content Placeholder 2"/>
            <p:cNvSpPr txBox="1">
              <a:spLocks/>
            </p:cNvSpPr>
            <p:nvPr/>
          </p:nvSpPr>
          <p:spPr>
            <a:xfrm>
              <a:off x="3604885" y="2989712"/>
              <a:ext cx="1628034" cy="1112034"/>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solidFill>
                    <a:schemeClr val="tx1">
                      <a:lumMod val="50000"/>
                      <a:lumOff val="50000"/>
                    </a:schemeClr>
                  </a:solidFill>
                </a:rPr>
                <a:t>Coherence</a:t>
              </a:r>
            </a:p>
            <a:p>
              <a:pPr marL="0" indent="0">
                <a:buNone/>
              </a:pPr>
              <a:r>
                <a:rPr lang="en-US" sz="1200" dirty="0"/>
                <a:t>Lorem ipsum dolor sit amet, consectetur adipiscing.</a:t>
              </a:r>
            </a:p>
          </p:txBody>
        </p:sp>
        <p:sp>
          <p:nvSpPr>
            <p:cNvPr id="33" name="Content Placeholder 2"/>
            <p:cNvSpPr txBox="1">
              <a:spLocks/>
            </p:cNvSpPr>
            <p:nvPr/>
          </p:nvSpPr>
          <p:spPr>
            <a:xfrm>
              <a:off x="3604885" y="2141908"/>
              <a:ext cx="981824" cy="45869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4399"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02</a:t>
              </a:r>
            </a:p>
          </p:txBody>
        </p:sp>
      </p:grpSp>
      <p:grpSp>
        <p:nvGrpSpPr>
          <p:cNvPr id="7" name="Group 6"/>
          <p:cNvGrpSpPr/>
          <p:nvPr/>
        </p:nvGrpSpPr>
        <p:grpSpPr>
          <a:xfrm>
            <a:off x="5258881" y="1828800"/>
            <a:ext cx="1632678" cy="1959328"/>
            <a:chOff x="5251332" y="2141908"/>
            <a:chExt cx="1633103" cy="1959838"/>
          </a:xfrm>
        </p:grpSpPr>
        <p:sp>
          <p:nvSpPr>
            <p:cNvPr id="26" name="Content Placeholder 2"/>
            <p:cNvSpPr txBox="1">
              <a:spLocks/>
            </p:cNvSpPr>
            <p:nvPr/>
          </p:nvSpPr>
          <p:spPr>
            <a:xfrm>
              <a:off x="5251332" y="2989712"/>
              <a:ext cx="1633103" cy="1112034"/>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solidFill>
                    <a:schemeClr val="tx1">
                      <a:lumMod val="50000"/>
                      <a:lumOff val="50000"/>
                    </a:schemeClr>
                  </a:solidFill>
                </a:rPr>
                <a:t>Text Clarity</a:t>
              </a:r>
            </a:p>
            <a:p>
              <a:pPr marL="0" indent="0">
                <a:buNone/>
              </a:pPr>
              <a:r>
                <a:rPr lang="en-US" sz="1200" dirty="0"/>
                <a:t>Lorem ipsum dolor sit amet, consectetur adipiscing.</a:t>
              </a:r>
            </a:p>
          </p:txBody>
        </p:sp>
        <p:sp>
          <p:nvSpPr>
            <p:cNvPr id="34" name="Content Placeholder 2"/>
            <p:cNvSpPr txBox="1">
              <a:spLocks/>
            </p:cNvSpPr>
            <p:nvPr/>
          </p:nvSpPr>
          <p:spPr>
            <a:xfrm>
              <a:off x="5251332" y="2141908"/>
              <a:ext cx="981824" cy="45869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4399" b="1" dirty="0">
                  <a:solidFill>
                    <a:srgbClr val="F0534B"/>
                  </a:solidFill>
                  <a:latin typeface="Open Sans" panose="020B0606030504020204" pitchFamily="34" charset="0"/>
                  <a:ea typeface="Open Sans" panose="020B0606030504020204" pitchFamily="34" charset="0"/>
                  <a:cs typeface="Open Sans" panose="020B0606030504020204" pitchFamily="34" charset="0"/>
                </a:rPr>
                <a:t>03</a:t>
              </a:r>
            </a:p>
          </p:txBody>
        </p:sp>
      </p:grpSp>
      <p:grpSp>
        <p:nvGrpSpPr>
          <p:cNvPr id="8" name="Group 7"/>
          <p:cNvGrpSpPr/>
          <p:nvPr/>
        </p:nvGrpSpPr>
        <p:grpSpPr>
          <a:xfrm>
            <a:off x="7019838" y="1828800"/>
            <a:ext cx="1634713" cy="1959328"/>
            <a:chOff x="6890669" y="2141908"/>
            <a:chExt cx="1635139" cy="1959838"/>
          </a:xfrm>
        </p:grpSpPr>
        <p:sp>
          <p:nvSpPr>
            <p:cNvPr id="27" name="Content Placeholder 2"/>
            <p:cNvSpPr txBox="1">
              <a:spLocks/>
            </p:cNvSpPr>
            <p:nvPr/>
          </p:nvSpPr>
          <p:spPr>
            <a:xfrm>
              <a:off x="6890669" y="2989712"/>
              <a:ext cx="1635139" cy="1112034"/>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solidFill>
                    <a:schemeClr val="tx1">
                      <a:lumMod val="50000"/>
                      <a:lumOff val="50000"/>
                    </a:schemeClr>
                  </a:solidFill>
                </a:rPr>
                <a:t>Color</a:t>
              </a:r>
            </a:p>
            <a:p>
              <a:pPr marL="0" indent="0">
                <a:buNone/>
              </a:pPr>
              <a:r>
                <a:rPr lang="en-US" sz="1200" dirty="0"/>
                <a:t>Lorem ipsum dolor sit amet, consectetur adipiscing.</a:t>
              </a:r>
            </a:p>
          </p:txBody>
        </p:sp>
        <p:sp>
          <p:nvSpPr>
            <p:cNvPr id="35" name="Content Placeholder 2"/>
            <p:cNvSpPr txBox="1">
              <a:spLocks/>
            </p:cNvSpPr>
            <p:nvPr/>
          </p:nvSpPr>
          <p:spPr>
            <a:xfrm>
              <a:off x="6890669" y="2141908"/>
              <a:ext cx="981824" cy="45869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4399" b="1" dirty="0">
                  <a:solidFill>
                    <a:schemeClr val="accent6"/>
                  </a:solidFill>
                  <a:latin typeface="Open Sans" panose="020B0606030504020204" pitchFamily="34" charset="0"/>
                  <a:ea typeface="Open Sans" panose="020B0606030504020204" pitchFamily="34" charset="0"/>
                  <a:cs typeface="Open Sans" panose="020B0606030504020204" pitchFamily="34" charset="0"/>
                </a:rPr>
                <a:t>04</a:t>
              </a:r>
            </a:p>
          </p:txBody>
        </p:sp>
      </p:grpSp>
      <p:grpSp>
        <p:nvGrpSpPr>
          <p:cNvPr id="9" name="Group 8"/>
          <p:cNvGrpSpPr/>
          <p:nvPr/>
        </p:nvGrpSpPr>
        <p:grpSpPr>
          <a:xfrm>
            <a:off x="8782830" y="1828800"/>
            <a:ext cx="1655840" cy="1959328"/>
            <a:chOff x="8546280" y="2141908"/>
            <a:chExt cx="1656271" cy="1959838"/>
          </a:xfrm>
        </p:grpSpPr>
        <p:sp>
          <p:nvSpPr>
            <p:cNvPr id="28" name="Content Placeholder 2"/>
            <p:cNvSpPr txBox="1">
              <a:spLocks/>
            </p:cNvSpPr>
            <p:nvPr/>
          </p:nvSpPr>
          <p:spPr>
            <a:xfrm>
              <a:off x="8546280" y="2989712"/>
              <a:ext cx="1656271" cy="1112034"/>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solidFill>
                    <a:schemeClr val="tx1">
                      <a:lumMod val="50000"/>
                      <a:lumOff val="50000"/>
                    </a:schemeClr>
                  </a:solidFill>
                </a:rPr>
                <a:t>Information</a:t>
              </a:r>
            </a:p>
            <a:p>
              <a:pPr marL="0" indent="0">
                <a:buNone/>
              </a:pPr>
              <a:r>
                <a:rPr lang="en-US" sz="1200" dirty="0"/>
                <a:t>Lorem ipsum dolor sit amet, consectetur adipiscing.</a:t>
              </a:r>
            </a:p>
          </p:txBody>
        </p:sp>
        <p:sp>
          <p:nvSpPr>
            <p:cNvPr id="36" name="Content Placeholder 2"/>
            <p:cNvSpPr txBox="1">
              <a:spLocks/>
            </p:cNvSpPr>
            <p:nvPr/>
          </p:nvSpPr>
          <p:spPr>
            <a:xfrm>
              <a:off x="8546280" y="2141908"/>
              <a:ext cx="981824" cy="45869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4399" b="1" dirty="0">
                  <a:solidFill>
                    <a:srgbClr val="7030A0"/>
                  </a:solidFill>
                  <a:latin typeface="Open Sans" panose="020B0606030504020204" pitchFamily="34" charset="0"/>
                  <a:ea typeface="Open Sans" panose="020B0606030504020204" pitchFamily="34" charset="0"/>
                  <a:cs typeface="Open Sans" panose="020B0606030504020204" pitchFamily="34" charset="0"/>
                </a:rPr>
                <a:t>05</a:t>
              </a:r>
            </a:p>
          </p:txBody>
        </p:sp>
      </p:grpSp>
      <p:sp>
        <p:nvSpPr>
          <p:cNvPr id="20"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algn="ctr" defTabSz="914126">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FEATURE TIMELINE</a:t>
            </a:r>
          </a:p>
        </p:txBody>
      </p:sp>
      <p:sp>
        <p:nvSpPr>
          <p:cNvPr id="21" name="Rectangle 20"/>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22" name="Group 21"/>
          <p:cNvGrpSpPr/>
          <p:nvPr/>
        </p:nvGrpSpPr>
        <p:grpSpPr>
          <a:xfrm rot="10800000" flipV="1">
            <a:off x="5380522" y="1080697"/>
            <a:ext cx="1427781" cy="45707"/>
            <a:chOff x="3965945" y="1385354"/>
            <a:chExt cx="4572000" cy="79107"/>
          </a:xfrm>
        </p:grpSpPr>
        <p:sp>
          <p:nvSpPr>
            <p:cNvPr id="23" name="Rectangle 22"/>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7" name="Rectangle 36"/>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8" name="Rectangle 37"/>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9" name="Rectangle 38"/>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41" name="Rectangle 40"/>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extLst>
      <p:ext uri="{BB962C8B-B14F-4D97-AF65-F5344CB8AC3E}">
        <p14:creationId xmlns:p14="http://schemas.microsoft.com/office/powerpoint/2010/main" val="355809146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arn(inVertical)">
                                      <p:cBhvr>
                                        <p:cTn id="7" dur="500"/>
                                        <p:tgtEl>
                                          <p:spTgt spid="3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500"/>
                                        <p:tgtEl>
                                          <p:spTgt spid="30"/>
                                        </p:tgtEl>
                                      </p:cBhvr>
                                    </p:animEffect>
                                  </p:childTnLst>
                                </p:cTn>
                              </p:par>
                            </p:childTnLst>
                          </p:cTn>
                        </p:par>
                        <p:par>
                          <p:cTn id="12" fill="hold">
                            <p:stCondLst>
                              <p:cond delay="1000"/>
                            </p:stCondLst>
                            <p:childTnLst>
                              <p:par>
                                <p:cTn id="13" presetID="49" presetClass="entr" presetSubtype="0" decel="100000"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p:cTn id="15" dur="500" fill="hold"/>
                                        <p:tgtEl>
                                          <p:spTgt spid="22"/>
                                        </p:tgtEl>
                                        <p:attrNameLst>
                                          <p:attrName>ppt_w</p:attrName>
                                        </p:attrNameLst>
                                      </p:cBhvr>
                                      <p:tavLst>
                                        <p:tav tm="0">
                                          <p:val>
                                            <p:fltVal val="0"/>
                                          </p:val>
                                        </p:tav>
                                        <p:tav tm="100000">
                                          <p:val>
                                            <p:strVal val="#ppt_w"/>
                                          </p:val>
                                        </p:tav>
                                      </p:tavLst>
                                    </p:anim>
                                    <p:anim calcmode="lin" valueType="num">
                                      <p:cBhvr>
                                        <p:cTn id="16" dur="500" fill="hold"/>
                                        <p:tgtEl>
                                          <p:spTgt spid="22"/>
                                        </p:tgtEl>
                                        <p:attrNameLst>
                                          <p:attrName>ppt_h</p:attrName>
                                        </p:attrNameLst>
                                      </p:cBhvr>
                                      <p:tavLst>
                                        <p:tav tm="0">
                                          <p:val>
                                            <p:fltVal val="0"/>
                                          </p:val>
                                        </p:tav>
                                        <p:tav tm="100000">
                                          <p:val>
                                            <p:strVal val="#ppt_h"/>
                                          </p:val>
                                        </p:tav>
                                      </p:tavLst>
                                    </p:anim>
                                    <p:anim calcmode="lin" valueType="num">
                                      <p:cBhvr>
                                        <p:cTn id="17" dur="500" fill="hold"/>
                                        <p:tgtEl>
                                          <p:spTgt spid="22"/>
                                        </p:tgtEl>
                                        <p:attrNameLst>
                                          <p:attrName>style.rotation</p:attrName>
                                        </p:attrNameLst>
                                      </p:cBhvr>
                                      <p:tavLst>
                                        <p:tav tm="0">
                                          <p:val>
                                            <p:fltVal val="360"/>
                                          </p:val>
                                        </p:tav>
                                        <p:tav tm="100000">
                                          <p:val>
                                            <p:fltVal val="0"/>
                                          </p:val>
                                        </p:tav>
                                      </p:tavLst>
                                    </p:anim>
                                    <p:animEffect transition="in" filter="fade">
                                      <p:cBhvr>
                                        <p:cTn id="1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191706" y="3075170"/>
            <a:ext cx="4394841" cy="3073008"/>
          </a:xfrm>
          <a:prstGeom prst="rect">
            <a:avLst/>
          </a:prstGeom>
        </p:spPr>
        <p:txBody>
          <a:bodyPr wrap="square" lIns="117208" tIns="58604" rIns="117208" bIns="58604">
            <a:spAutoFit/>
          </a:bodyPr>
          <a:lstStyle/>
          <a:p>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Lorem ipsum dolor sit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amet</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consectetuer</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adipiscing</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elit</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Aenean</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commodo</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ligula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eget</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dolor.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Aenean</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massa</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Cum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sociis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natoque</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penatibus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et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magnis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dis parturient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montes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nascetur</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ridiculus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mus.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dolor sit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amet</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consectetuer</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adipiscing</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elit</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Aenean</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commodo</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ligula</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eget</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dolor.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Aenean</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massa</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Cum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sociis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natoque</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penatibus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et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magnis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dis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parturient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montes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nascetur</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ridiculus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mus. </a:t>
            </a:r>
          </a:p>
          <a:p>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dolor sit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amet</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consectetuer</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adipiscing</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elit</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Aenean</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commodo</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ligula</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eget</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dolor.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Aenean</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massa</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Cum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sociis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natoque</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penatibus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et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magnis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dis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parturient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montes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nascetur</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smtClean="0">
                <a:latin typeface="Open Sans Light" panose="020B0306030504020204" pitchFamily="34" charset="0"/>
                <a:ea typeface="Open Sans Light" panose="020B0306030504020204" pitchFamily="34" charset="0"/>
                <a:cs typeface="Open Sans Light" panose="020B0306030504020204" pitchFamily="34" charset="0"/>
              </a:rPr>
              <a:t>ridiculus</a:t>
            </a:r>
            <a:r>
              <a:rPr lang="en-US" sz="1200" dirty="0" smtClean="0">
                <a:latin typeface="Open Sans Light" panose="020B0306030504020204" pitchFamily="34" charset="0"/>
                <a:ea typeface="Open Sans Light" panose="020B0306030504020204" pitchFamily="34" charset="0"/>
                <a:cs typeface="Open Sans Light" panose="020B0306030504020204" pitchFamily="34" charset="0"/>
              </a:rPr>
              <a:t> mus. </a:t>
            </a:r>
          </a:p>
          <a:p>
            <a:endParaRPr lang="en-US" sz="1200" dirty="0" smtClean="0">
              <a:latin typeface="Open Sans Light" panose="020B0306030504020204" pitchFamily="34" charset="0"/>
              <a:ea typeface="Open Sans Light" panose="020B0306030504020204" pitchFamily="34" charset="0"/>
              <a:cs typeface="Open Sans Light" panose="020B0306030504020204" pitchFamily="34" charset="0"/>
            </a:endParaRPr>
          </a:p>
          <a:p>
            <a:endParaRPr lang="en-US" sz="1200" dirty="0" smtClean="0">
              <a:latin typeface="Open Sans Light" panose="020B0306030504020204" pitchFamily="34" charset="0"/>
              <a:ea typeface="Open Sans Light" panose="020B0306030504020204" pitchFamily="34" charset="0"/>
              <a:cs typeface="Open Sans Light" panose="020B0306030504020204" pitchFamily="34" charset="0"/>
            </a:endParaRPr>
          </a:p>
          <a:p>
            <a:endParaRPr lang="en-US" sz="1200" dirty="0" smtClean="0">
              <a:latin typeface="Open Sans Light" panose="020B0306030504020204" pitchFamily="34" charset="0"/>
              <a:ea typeface="Open Sans Light" panose="020B0306030504020204" pitchFamily="34" charset="0"/>
              <a:cs typeface="Open Sans Light" panose="020B0306030504020204" pitchFamily="34" charset="0"/>
            </a:endParaRPr>
          </a:p>
          <a:p>
            <a:endParaRPr lang="en-US" sz="1200" dirty="0" smtClean="0">
              <a:latin typeface="Open Sans Light" panose="020B0306030504020204" pitchFamily="34" charset="0"/>
              <a:ea typeface="Open Sans Light" panose="020B0306030504020204" pitchFamily="34" charset="0"/>
              <a:cs typeface="Open Sans Light" panose="020B0306030504020204" pitchFamily="34" charset="0"/>
            </a:endParaRPr>
          </a:p>
          <a:p>
            <a:r>
              <a:rPr lang="en-US" sz="1200" i="1" dirty="0" err="1" smtClean="0">
                <a:latin typeface="Open Sans Light" panose="020B0306030504020204" pitchFamily="34" charset="0"/>
                <a:ea typeface="Open Sans Light" panose="020B0306030504020204" pitchFamily="34" charset="0"/>
                <a:cs typeface="Open Sans Light" panose="020B0306030504020204" pitchFamily="34" charset="0"/>
              </a:rPr>
              <a:t>Donec</a:t>
            </a:r>
            <a:r>
              <a:rPr lang="en-US" sz="1200" i="1" dirty="0" smtClean="0">
                <a:latin typeface="Open Sans Light" panose="020B0306030504020204" pitchFamily="34" charset="0"/>
                <a:ea typeface="Open Sans Light" panose="020B0306030504020204" pitchFamily="34" charset="0"/>
                <a:cs typeface="Open Sans Light" panose="020B0306030504020204" pitchFamily="34" charset="0"/>
              </a:rPr>
              <a:t> quam </a:t>
            </a:r>
            <a:r>
              <a:rPr lang="en-US" sz="1200" i="1" dirty="0" err="1" smtClean="0">
                <a:latin typeface="Open Sans Light" panose="020B0306030504020204" pitchFamily="34" charset="0"/>
                <a:ea typeface="Open Sans Light" panose="020B0306030504020204" pitchFamily="34" charset="0"/>
                <a:cs typeface="Open Sans Light" panose="020B0306030504020204" pitchFamily="34" charset="0"/>
              </a:rPr>
              <a:t>felis</a:t>
            </a:r>
            <a:r>
              <a:rPr lang="en-US" sz="1200" i="1"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i="1" dirty="0" err="1" smtClean="0">
                <a:latin typeface="Open Sans Light" panose="020B0306030504020204" pitchFamily="34" charset="0"/>
                <a:ea typeface="Open Sans Light" panose="020B0306030504020204" pitchFamily="34" charset="0"/>
                <a:cs typeface="Open Sans Light" panose="020B0306030504020204" pitchFamily="34" charset="0"/>
              </a:rPr>
              <a:t>ultricies</a:t>
            </a:r>
            <a:r>
              <a:rPr lang="en-US" sz="1200" i="1"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i="1" dirty="0" err="1" smtClean="0">
                <a:latin typeface="Open Sans Light" panose="020B0306030504020204" pitchFamily="34" charset="0"/>
                <a:ea typeface="Open Sans Light" panose="020B0306030504020204" pitchFamily="34" charset="0"/>
                <a:cs typeface="Open Sans Light" panose="020B0306030504020204" pitchFamily="34" charset="0"/>
              </a:rPr>
              <a:t>nec</a:t>
            </a:r>
            <a:r>
              <a:rPr lang="en-US" sz="1200" i="1" dirty="0" smtClean="0">
                <a:latin typeface="Open Sans Light" panose="020B0306030504020204" pitchFamily="34" charset="0"/>
                <a:ea typeface="Open Sans Light" panose="020B0306030504020204" pitchFamily="34" charset="0"/>
                <a:cs typeface="Open Sans Light" panose="020B0306030504020204" pitchFamily="34" charset="0"/>
              </a:rPr>
              <a:t>, </a:t>
            </a:r>
            <a:r>
              <a:rPr lang="en-US" sz="1200" i="1" dirty="0" err="1" smtClean="0">
                <a:latin typeface="Open Sans Light" panose="020B0306030504020204" pitchFamily="34" charset="0"/>
                <a:ea typeface="Open Sans Light" panose="020B0306030504020204" pitchFamily="34" charset="0"/>
                <a:cs typeface="Open Sans Light" panose="020B0306030504020204" pitchFamily="34" charset="0"/>
              </a:rPr>
              <a:t>pellentesque</a:t>
            </a:r>
            <a:r>
              <a:rPr lang="en-US" sz="1200" i="1" dirty="0" smtClean="0">
                <a:latin typeface="Open Sans Light" panose="020B0306030504020204" pitchFamily="34" charset="0"/>
                <a:ea typeface="Open Sans Light" panose="020B0306030504020204" pitchFamily="34" charset="0"/>
                <a:cs typeface="Open Sans Light" panose="020B0306030504020204" pitchFamily="34" charset="0"/>
              </a:rPr>
              <a:t>.</a:t>
            </a:r>
            <a:endParaRPr lang="en-US" sz="1200" i="1"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7" name="Rectangle 6"/>
          <p:cNvSpPr/>
          <p:nvPr/>
        </p:nvSpPr>
        <p:spPr>
          <a:xfrm>
            <a:off x="1311223" y="6916200"/>
            <a:ext cx="4561574" cy="448888"/>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lIns="117208" tIns="58604" rIns="117208" bIns="58604" rtlCol="0" anchor="ctr"/>
          <a:lstStyle/>
          <a:p>
            <a:r>
              <a:rPr lang="en-US" sz="1800" i="1" dirty="0" smtClean="0">
                <a:latin typeface="Open Sans" pitchFamily="34" charset="0"/>
                <a:ea typeface="Open Sans" pitchFamily="34" charset="0"/>
                <a:cs typeface="Open Sans" pitchFamily="34" charset="0"/>
              </a:rPr>
              <a:t>A team with passion of conquering …</a:t>
            </a:r>
          </a:p>
        </p:txBody>
      </p:sp>
      <p:sp>
        <p:nvSpPr>
          <p:cNvPr id="17" name="Rectangle 16"/>
          <p:cNvSpPr/>
          <p:nvPr/>
        </p:nvSpPr>
        <p:spPr>
          <a:xfrm>
            <a:off x="0" y="685800"/>
            <a:ext cx="3656012" cy="17526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 rIns="228600" rtlCol="0" anchor="ctr"/>
          <a:lstStyle/>
          <a:p>
            <a:r>
              <a:rPr lang="en-US" sz="2000" dirty="0" smtClean="0">
                <a:latin typeface="Open Sans Light" pitchFamily="34" charset="0"/>
                <a:ea typeface="Open Sans Light" pitchFamily="34" charset="0"/>
                <a:cs typeface="Open Sans Light" pitchFamily="34" charset="0"/>
              </a:rPr>
              <a:t>A TEAM WITH </a:t>
            </a:r>
            <a:br>
              <a:rPr lang="en-US" sz="2000" dirty="0" smtClean="0">
                <a:latin typeface="Open Sans Light" pitchFamily="34" charset="0"/>
                <a:ea typeface="Open Sans Light" pitchFamily="34" charset="0"/>
                <a:cs typeface="Open Sans Light" pitchFamily="34" charset="0"/>
              </a:rPr>
            </a:br>
            <a:r>
              <a:rPr lang="en-US" sz="2000" dirty="0" smtClean="0">
                <a:latin typeface="Open Sans Light" pitchFamily="34" charset="0"/>
                <a:ea typeface="Open Sans Light" pitchFamily="34" charset="0"/>
                <a:cs typeface="Open Sans Light" pitchFamily="34" charset="0"/>
              </a:rPr>
              <a:t>PASSION OF </a:t>
            </a:r>
            <a:r>
              <a:rPr lang="en-US" sz="2000" dirty="0" smtClean="0">
                <a:latin typeface="Open Sans Extrabold" panose="020B0906030804020204" pitchFamily="34" charset="0"/>
                <a:ea typeface="Open Sans Extrabold" panose="020B0906030804020204" pitchFamily="34" charset="0"/>
                <a:cs typeface="Open Sans Extrabold" panose="020B0906030804020204" pitchFamily="34" charset="0"/>
              </a:rPr>
              <a:t>CONQUERING </a:t>
            </a:r>
            <a:br>
              <a:rPr lang="en-US" sz="2000" dirty="0" smtClean="0">
                <a:latin typeface="Open Sans Extrabold" panose="020B0906030804020204" pitchFamily="34" charset="0"/>
                <a:ea typeface="Open Sans Extrabold" panose="020B0906030804020204" pitchFamily="34" charset="0"/>
                <a:cs typeface="Open Sans Extrabold" panose="020B0906030804020204" pitchFamily="34" charset="0"/>
              </a:rPr>
            </a:br>
            <a:r>
              <a:rPr lang="en-US" sz="2000" dirty="0" smtClean="0">
                <a:latin typeface="Open Sans Extrabold" panose="020B0906030804020204" pitchFamily="34" charset="0"/>
                <a:ea typeface="Open Sans Extrabold" panose="020B0906030804020204" pitchFamily="34" charset="0"/>
                <a:cs typeface="Open Sans Extrabold" panose="020B0906030804020204" pitchFamily="34" charset="0"/>
              </a:rPr>
              <a:t>THE WORLD</a:t>
            </a:r>
            <a:endParaRPr lang="en-US" sz="2000"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4"/>
          <p:cNvSpPr txBox="1"/>
          <p:nvPr/>
        </p:nvSpPr>
        <p:spPr>
          <a:xfrm>
            <a:off x="2298101" y="2134791"/>
            <a:ext cx="2272708" cy="323081"/>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500" b="1" dirty="0">
                <a:solidFill>
                  <a:schemeClr val="tx1">
                    <a:lumMod val="65000"/>
                    <a:lumOff val="35000"/>
                  </a:schemeClr>
                </a:solidFill>
                <a:latin typeface="+mj-lt"/>
              </a:rPr>
              <a:t>SEO</a:t>
            </a:r>
          </a:p>
        </p:txBody>
      </p:sp>
      <p:sp>
        <p:nvSpPr>
          <p:cNvPr id="33" name="TextBox 7"/>
          <p:cNvSpPr txBox="1"/>
          <p:nvPr/>
        </p:nvSpPr>
        <p:spPr>
          <a:xfrm>
            <a:off x="2298101" y="3512026"/>
            <a:ext cx="2272708" cy="323081"/>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500" b="1" dirty="0">
                <a:solidFill>
                  <a:schemeClr val="tx1">
                    <a:lumMod val="65000"/>
                    <a:lumOff val="35000"/>
                  </a:schemeClr>
                </a:solidFill>
                <a:latin typeface="+mj-lt"/>
              </a:rPr>
              <a:t>PHOTOWORKS</a:t>
            </a:r>
          </a:p>
        </p:txBody>
      </p:sp>
      <p:sp>
        <p:nvSpPr>
          <p:cNvPr id="48" name="TextBox 22"/>
          <p:cNvSpPr txBox="1"/>
          <p:nvPr/>
        </p:nvSpPr>
        <p:spPr>
          <a:xfrm>
            <a:off x="2298101" y="4877355"/>
            <a:ext cx="2272708" cy="323081"/>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500" b="1" dirty="0">
                <a:solidFill>
                  <a:schemeClr val="tx1">
                    <a:lumMod val="65000"/>
                    <a:lumOff val="35000"/>
                  </a:schemeClr>
                </a:solidFill>
                <a:latin typeface="+mj-lt"/>
              </a:rPr>
              <a:t>DATABASE</a:t>
            </a:r>
          </a:p>
        </p:txBody>
      </p:sp>
      <p:sp>
        <p:nvSpPr>
          <p:cNvPr id="26" name="Oval 25"/>
          <p:cNvSpPr/>
          <p:nvPr/>
        </p:nvSpPr>
        <p:spPr>
          <a:xfrm>
            <a:off x="1155398" y="1985725"/>
            <a:ext cx="1041129" cy="104112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sz="1799">
              <a:solidFill>
                <a:schemeClr val="bg1"/>
              </a:solidFill>
            </a:endParaRPr>
          </a:p>
        </p:txBody>
      </p:sp>
      <p:sp>
        <p:nvSpPr>
          <p:cNvPr id="31" name="TextBox 5"/>
          <p:cNvSpPr txBox="1"/>
          <p:nvPr/>
        </p:nvSpPr>
        <p:spPr>
          <a:xfrm>
            <a:off x="2298102" y="2416411"/>
            <a:ext cx="1896568" cy="646163"/>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200" dirty="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consectetuer adipiscing elit.</a:t>
            </a:r>
          </a:p>
        </p:txBody>
      </p:sp>
      <p:sp>
        <p:nvSpPr>
          <p:cNvPr id="32" name="Oval 31"/>
          <p:cNvSpPr/>
          <p:nvPr/>
        </p:nvSpPr>
        <p:spPr>
          <a:xfrm>
            <a:off x="1155398" y="3362959"/>
            <a:ext cx="1041129" cy="104112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sz="1799">
              <a:solidFill>
                <a:schemeClr val="bg1"/>
              </a:solidFill>
            </a:endParaRPr>
          </a:p>
        </p:txBody>
      </p:sp>
      <p:sp>
        <p:nvSpPr>
          <p:cNvPr id="34" name="TextBox 8"/>
          <p:cNvSpPr txBox="1"/>
          <p:nvPr/>
        </p:nvSpPr>
        <p:spPr>
          <a:xfrm>
            <a:off x="2298102" y="3793645"/>
            <a:ext cx="1896568" cy="646163"/>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200" dirty="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consectetuer adipiscing elit.</a:t>
            </a:r>
          </a:p>
        </p:txBody>
      </p:sp>
      <p:sp>
        <p:nvSpPr>
          <p:cNvPr id="47" name="Oval 46"/>
          <p:cNvSpPr/>
          <p:nvPr/>
        </p:nvSpPr>
        <p:spPr>
          <a:xfrm>
            <a:off x="1155398" y="4728288"/>
            <a:ext cx="1041129" cy="104112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sz="1799">
              <a:solidFill>
                <a:schemeClr val="bg1"/>
              </a:solidFill>
            </a:endParaRPr>
          </a:p>
        </p:txBody>
      </p:sp>
      <p:sp>
        <p:nvSpPr>
          <p:cNvPr id="49" name="TextBox 23"/>
          <p:cNvSpPr txBox="1"/>
          <p:nvPr/>
        </p:nvSpPr>
        <p:spPr>
          <a:xfrm>
            <a:off x="2298102" y="5158974"/>
            <a:ext cx="1896568" cy="646163"/>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200" dirty="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consectetuer adipiscing elit.</a:t>
            </a:r>
          </a:p>
        </p:txBody>
      </p:sp>
      <p:grpSp>
        <p:nvGrpSpPr>
          <p:cNvPr id="56" name="Group 55"/>
          <p:cNvGrpSpPr/>
          <p:nvPr/>
        </p:nvGrpSpPr>
        <p:grpSpPr>
          <a:xfrm>
            <a:off x="1445293" y="2297616"/>
            <a:ext cx="453907" cy="453907"/>
            <a:chOff x="2005013" y="1077913"/>
            <a:chExt cx="688975" cy="688975"/>
          </a:xfrm>
          <a:solidFill>
            <a:schemeClr val="bg1"/>
          </a:solidFill>
        </p:grpSpPr>
        <p:sp>
          <p:nvSpPr>
            <p:cNvPr id="88" name="Freeform 87"/>
            <p:cNvSpPr>
              <a:spLocks noEditPoints="1"/>
            </p:cNvSpPr>
            <p:nvPr/>
          </p:nvSpPr>
          <p:spPr bwMode="auto">
            <a:xfrm>
              <a:off x="2005013" y="1077913"/>
              <a:ext cx="688975" cy="688975"/>
            </a:xfrm>
            <a:custGeom>
              <a:avLst/>
              <a:gdLst>
                <a:gd name="T0" fmla="*/ 8083 w 16058"/>
                <a:gd name="T1" fmla="*/ 10645 h 16058"/>
                <a:gd name="T2" fmla="*/ 6322 w 16058"/>
                <a:gd name="T3" fmla="*/ 9396 h 16058"/>
                <a:gd name="T4" fmla="*/ 5244 w 16058"/>
                <a:gd name="T5" fmla="*/ 7514 h 16058"/>
                <a:gd name="T6" fmla="*/ 5076 w 16058"/>
                <a:gd name="T7" fmla="*/ 5258 h 16058"/>
                <a:gd name="T8" fmla="*/ 5875 w 16058"/>
                <a:gd name="T9" fmla="*/ 3217 h 16058"/>
                <a:gd name="T10" fmla="*/ 7435 w 16058"/>
                <a:gd name="T11" fmla="*/ 1730 h 16058"/>
                <a:gd name="T12" fmla="*/ 9523 w 16058"/>
                <a:gd name="T13" fmla="*/ 1030 h 16058"/>
                <a:gd name="T14" fmla="*/ 11761 w 16058"/>
                <a:gd name="T15" fmla="*/ 1308 h 16058"/>
                <a:gd name="T16" fmla="*/ 13584 w 16058"/>
                <a:gd name="T17" fmla="*/ 2474 h 16058"/>
                <a:gd name="T18" fmla="*/ 14750 w 16058"/>
                <a:gd name="T19" fmla="*/ 4297 h 16058"/>
                <a:gd name="T20" fmla="*/ 15028 w 16058"/>
                <a:gd name="T21" fmla="*/ 6535 h 16058"/>
                <a:gd name="T22" fmla="*/ 14328 w 16058"/>
                <a:gd name="T23" fmla="*/ 8624 h 16058"/>
                <a:gd name="T24" fmla="*/ 12841 w 16058"/>
                <a:gd name="T25" fmla="*/ 10183 h 16058"/>
                <a:gd name="T26" fmla="*/ 10800 w 16058"/>
                <a:gd name="T27" fmla="*/ 10982 h 16058"/>
                <a:gd name="T28" fmla="*/ 2326 w 16058"/>
                <a:gd name="T29" fmla="*/ 14973 h 16058"/>
                <a:gd name="T30" fmla="*/ 2162 w 16058"/>
                <a:gd name="T31" fmla="*/ 15080 h 16058"/>
                <a:gd name="T32" fmla="*/ 1975 w 16058"/>
                <a:gd name="T33" fmla="*/ 15148 h 16058"/>
                <a:gd name="T34" fmla="*/ 1771 w 16058"/>
                <a:gd name="T35" fmla="*/ 15172 h 16058"/>
                <a:gd name="T36" fmla="*/ 1387 w 16058"/>
                <a:gd name="T37" fmla="*/ 15084 h 16058"/>
                <a:gd name="T38" fmla="*/ 1088 w 16058"/>
                <a:gd name="T39" fmla="*/ 14850 h 16058"/>
                <a:gd name="T40" fmla="*/ 913 w 16058"/>
                <a:gd name="T41" fmla="*/ 14508 h 16058"/>
                <a:gd name="T42" fmla="*/ 890 w 16058"/>
                <a:gd name="T43" fmla="*/ 14194 h 16058"/>
                <a:gd name="T44" fmla="*/ 935 w 16058"/>
                <a:gd name="T45" fmla="*/ 13998 h 16058"/>
                <a:gd name="T46" fmla="*/ 1021 w 16058"/>
                <a:gd name="T47" fmla="*/ 13820 h 16058"/>
                <a:gd name="T48" fmla="*/ 1142 w 16058"/>
                <a:gd name="T49" fmla="*/ 13667 h 16058"/>
                <a:gd name="T50" fmla="*/ 5408 w 16058"/>
                <a:gd name="T51" fmla="*/ 9863 h 16058"/>
                <a:gd name="T52" fmla="*/ 5742 w 16058"/>
                <a:gd name="T53" fmla="*/ 10234 h 16058"/>
                <a:gd name="T54" fmla="*/ 6106 w 16058"/>
                <a:gd name="T55" fmla="*/ 10575 h 16058"/>
                <a:gd name="T56" fmla="*/ 2407 w 16058"/>
                <a:gd name="T57" fmla="*/ 14900 h 16058"/>
                <a:gd name="T58" fmla="*/ 7693 w 16058"/>
                <a:gd name="T59" fmla="*/ 474 h 16058"/>
                <a:gd name="T60" fmla="*/ 5579 w 16058"/>
                <a:gd name="T61" fmla="*/ 1973 h 16058"/>
                <a:gd name="T62" fmla="*/ 4285 w 16058"/>
                <a:gd name="T63" fmla="*/ 4231 h 16058"/>
                <a:gd name="T64" fmla="*/ 4022 w 16058"/>
                <a:gd name="T65" fmla="*/ 6306 h 16058"/>
                <a:gd name="T66" fmla="*/ 4119 w 16058"/>
                <a:gd name="T67" fmla="*/ 7138 h 16058"/>
                <a:gd name="T68" fmla="*/ 4326 w 16058"/>
                <a:gd name="T69" fmla="*/ 7930 h 16058"/>
                <a:gd name="T70" fmla="*/ 4634 w 16058"/>
                <a:gd name="T71" fmla="*/ 8676 h 16058"/>
                <a:gd name="T72" fmla="*/ 386 w 16058"/>
                <a:gd name="T73" fmla="*/ 13185 h 16058"/>
                <a:gd name="T74" fmla="*/ 179 w 16058"/>
                <a:gd name="T75" fmla="*/ 13512 h 16058"/>
                <a:gd name="T76" fmla="*/ 46 w 16058"/>
                <a:gd name="T77" fmla="*/ 13883 h 16058"/>
                <a:gd name="T78" fmla="*/ 0 w 16058"/>
                <a:gd name="T79" fmla="*/ 14287 h 16058"/>
                <a:gd name="T80" fmla="*/ 175 w 16058"/>
                <a:gd name="T81" fmla="*/ 15054 h 16058"/>
                <a:gd name="T82" fmla="*/ 644 w 16058"/>
                <a:gd name="T83" fmla="*/ 15654 h 16058"/>
                <a:gd name="T84" fmla="*/ 1329 w 16058"/>
                <a:gd name="T85" fmla="*/ 16002 h 16058"/>
                <a:gd name="T86" fmla="*/ 1954 w 16058"/>
                <a:gd name="T87" fmla="*/ 16049 h 16058"/>
                <a:gd name="T88" fmla="*/ 2344 w 16058"/>
                <a:gd name="T89" fmla="*/ 15963 h 16058"/>
                <a:gd name="T90" fmla="*/ 2698 w 16058"/>
                <a:gd name="T91" fmla="*/ 15795 h 16058"/>
                <a:gd name="T92" fmla="*/ 3003 w 16058"/>
                <a:gd name="T93" fmla="*/ 15557 h 16058"/>
                <a:gd name="T94" fmla="*/ 7703 w 16058"/>
                <a:gd name="T95" fmla="*/ 11572 h 16058"/>
                <a:gd name="T96" fmla="*/ 8472 w 16058"/>
                <a:gd name="T97" fmla="*/ 11837 h 16058"/>
                <a:gd name="T98" fmla="*/ 9285 w 16058"/>
                <a:gd name="T99" fmla="*/ 11996 h 16058"/>
                <a:gd name="T100" fmla="*/ 10346 w 16058"/>
                <a:gd name="T101" fmla="*/ 12035 h 16058"/>
                <a:gd name="T102" fmla="*/ 12907 w 16058"/>
                <a:gd name="T103" fmla="*/ 11317 h 16058"/>
                <a:gd name="T104" fmla="*/ 14862 w 16058"/>
                <a:gd name="T105" fmla="*/ 9625 h 16058"/>
                <a:gd name="T106" fmla="*/ 15936 w 16058"/>
                <a:gd name="T107" fmla="*/ 7235 h 16058"/>
                <a:gd name="T108" fmla="*/ 15868 w 16058"/>
                <a:gd name="T109" fmla="*/ 4517 h 16058"/>
                <a:gd name="T110" fmla="*/ 14683 w 16058"/>
                <a:gd name="T111" fmla="*/ 2191 h 16058"/>
                <a:gd name="T112" fmla="*/ 12647 w 16058"/>
                <a:gd name="T113" fmla="*/ 594 h 16058"/>
                <a:gd name="T114" fmla="*/ 10036 w 16058"/>
                <a:gd name="T115" fmla="*/ 0 h 16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6058" h="16058">
                  <a:moveTo>
                    <a:pt x="10036" y="11040"/>
                  </a:moveTo>
                  <a:lnTo>
                    <a:pt x="9778" y="11034"/>
                  </a:lnTo>
                  <a:lnTo>
                    <a:pt x="9523" y="11014"/>
                  </a:lnTo>
                  <a:lnTo>
                    <a:pt x="9272" y="10982"/>
                  </a:lnTo>
                  <a:lnTo>
                    <a:pt x="9025" y="10938"/>
                  </a:lnTo>
                  <a:lnTo>
                    <a:pt x="8783" y="10882"/>
                  </a:lnTo>
                  <a:lnTo>
                    <a:pt x="8544" y="10814"/>
                  </a:lnTo>
                  <a:lnTo>
                    <a:pt x="8311" y="10736"/>
                  </a:lnTo>
                  <a:lnTo>
                    <a:pt x="8083" y="10645"/>
                  </a:lnTo>
                  <a:lnTo>
                    <a:pt x="7860" y="10545"/>
                  </a:lnTo>
                  <a:lnTo>
                    <a:pt x="7645" y="10434"/>
                  </a:lnTo>
                  <a:lnTo>
                    <a:pt x="7435" y="10313"/>
                  </a:lnTo>
                  <a:lnTo>
                    <a:pt x="7231" y="10183"/>
                  </a:lnTo>
                  <a:lnTo>
                    <a:pt x="7034" y="10043"/>
                  </a:lnTo>
                  <a:lnTo>
                    <a:pt x="6845" y="9894"/>
                  </a:lnTo>
                  <a:lnTo>
                    <a:pt x="6662" y="9736"/>
                  </a:lnTo>
                  <a:lnTo>
                    <a:pt x="6488" y="9570"/>
                  </a:lnTo>
                  <a:lnTo>
                    <a:pt x="6322" y="9396"/>
                  </a:lnTo>
                  <a:lnTo>
                    <a:pt x="6164" y="9213"/>
                  </a:lnTo>
                  <a:lnTo>
                    <a:pt x="6015" y="9024"/>
                  </a:lnTo>
                  <a:lnTo>
                    <a:pt x="5875" y="8827"/>
                  </a:lnTo>
                  <a:lnTo>
                    <a:pt x="5745" y="8624"/>
                  </a:lnTo>
                  <a:lnTo>
                    <a:pt x="5624" y="8413"/>
                  </a:lnTo>
                  <a:lnTo>
                    <a:pt x="5513" y="8198"/>
                  </a:lnTo>
                  <a:lnTo>
                    <a:pt x="5413" y="7975"/>
                  </a:lnTo>
                  <a:lnTo>
                    <a:pt x="5322" y="7747"/>
                  </a:lnTo>
                  <a:lnTo>
                    <a:pt x="5244" y="7514"/>
                  </a:lnTo>
                  <a:lnTo>
                    <a:pt x="5176" y="7275"/>
                  </a:lnTo>
                  <a:lnTo>
                    <a:pt x="5120" y="7033"/>
                  </a:lnTo>
                  <a:lnTo>
                    <a:pt x="5076" y="6786"/>
                  </a:lnTo>
                  <a:lnTo>
                    <a:pt x="5044" y="6535"/>
                  </a:lnTo>
                  <a:lnTo>
                    <a:pt x="5025" y="6280"/>
                  </a:lnTo>
                  <a:lnTo>
                    <a:pt x="5018" y="6022"/>
                  </a:lnTo>
                  <a:lnTo>
                    <a:pt x="5025" y="5764"/>
                  </a:lnTo>
                  <a:lnTo>
                    <a:pt x="5044" y="5509"/>
                  </a:lnTo>
                  <a:lnTo>
                    <a:pt x="5076" y="5258"/>
                  </a:lnTo>
                  <a:lnTo>
                    <a:pt x="5120" y="5011"/>
                  </a:lnTo>
                  <a:lnTo>
                    <a:pt x="5176" y="4768"/>
                  </a:lnTo>
                  <a:lnTo>
                    <a:pt x="5244" y="4529"/>
                  </a:lnTo>
                  <a:lnTo>
                    <a:pt x="5322" y="4297"/>
                  </a:lnTo>
                  <a:lnTo>
                    <a:pt x="5413" y="4069"/>
                  </a:lnTo>
                  <a:lnTo>
                    <a:pt x="5513" y="3846"/>
                  </a:lnTo>
                  <a:lnTo>
                    <a:pt x="5624" y="3630"/>
                  </a:lnTo>
                  <a:lnTo>
                    <a:pt x="5745" y="3420"/>
                  </a:lnTo>
                  <a:lnTo>
                    <a:pt x="5875" y="3217"/>
                  </a:lnTo>
                  <a:lnTo>
                    <a:pt x="6015" y="3020"/>
                  </a:lnTo>
                  <a:lnTo>
                    <a:pt x="6164" y="2830"/>
                  </a:lnTo>
                  <a:lnTo>
                    <a:pt x="6322" y="2648"/>
                  </a:lnTo>
                  <a:lnTo>
                    <a:pt x="6488" y="2474"/>
                  </a:lnTo>
                  <a:lnTo>
                    <a:pt x="6662" y="2307"/>
                  </a:lnTo>
                  <a:lnTo>
                    <a:pt x="6845" y="2150"/>
                  </a:lnTo>
                  <a:lnTo>
                    <a:pt x="7034" y="2000"/>
                  </a:lnTo>
                  <a:lnTo>
                    <a:pt x="7231" y="1861"/>
                  </a:lnTo>
                  <a:lnTo>
                    <a:pt x="7435" y="1730"/>
                  </a:lnTo>
                  <a:lnTo>
                    <a:pt x="7645" y="1610"/>
                  </a:lnTo>
                  <a:lnTo>
                    <a:pt x="7860" y="1498"/>
                  </a:lnTo>
                  <a:lnTo>
                    <a:pt x="8083" y="1398"/>
                  </a:lnTo>
                  <a:lnTo>
                    <a:pt x="8311" y="1308"/>
                  </a:lnTo>
                  <a:lnTo>
                    <a:pt x="8544" y="1229"/>
                  </a:lnTo>
                  <a:lnTo>
                    <a:pt x="8783" y="1161"/>
                  </a:lnTo>
                  <a:lnTo>
                    <a:pt x="9025" y="1106"/>
                  </a:lnTo>
                  <a:lnTo>
                    <a:pt x="9272" y="1062"/>
                  </a:lnTo>
                  <a:lnTo>
                    <a:pt x="9523" y="1030"/>
                  </a:lnTo>
                  <a:lnTo>
                    <a:pt x="9778" y="1010"/>
                  </a:lnTo>
                  <a:lnTo>
                    <a:pt x="10036" y="1004"/>
                  </a:lnTo>
                  <a:lnTo>
                    <a:pt x="10294" y="1010"/>
                  </a:lnTo>
                  <a:lnTo>
                    <a:pt x="10549" y="1030"/>
                  </a:lnTo>
                  <a:lnTo>
                    <a:pt x="10800" y="1062"/>
                  </a:lnTo>
                  <a:lnTo>
                    <a:pt x="11048" y="1106"/>
                  </a:lnTo>
                  <a:lnTo>
                    <a:pt x="11291" y="1161"/>
                  </a:lnTo>
                  <a:lnTo>
                    <a:pt x="11529" y="1229"/>
                  </a:lnTo>
                  <a:lnTo>
                    <a:pt x="11761" y="1308"/>
                  </a:lnTo>
                  <a:lnTo>
                    <a:pt x="11989" y="1398"/>
                  </a:lnTo>
                  <a:lnTo>
                    <a:pt x="12212" y="1498"/>
                  </a:lnTo>
                  <a:lnTo>
                    <a:pt x="12428" y="1610"/>
                  </a:lnTo>
                  <a:lnTo>
                    <a:pt x="12639" y="1730"/>
                  </a:lnTo>
                  <a:lnTo>
                    <a:pt x="12841" y="1861"/>
                  </a:lnTo>
                  <a:lnTo>
                    <a:pt x="13038" y="2000"/>
                  </a:lnTo>
                  <a:lnTo>
                    <a:pt x="13228" y="2150"/>
                  </a:lnTo>
                  <a:lnTo>
                    <a:pt x="13410" y="2307"/>
                  </a:lnTo>
                  <a:lnTo>
                    <a:pt x="13584" y="2474"/>
                  </a:lnTo>
                  <a:lnTo>
                    <a:pt x="13751" y="2648"/>
                  </a:lnTo>
                  <a:lnTo>
                    <a:pt x="13908" y="2830"/>
                  </a:lnTo>
                  <a:lnTo>
                    <a:pt x="14058" y="3020"/>
                  </a:lnTo>
                  <a:lnTo>
                    <a:pt x="14197" y="3217"/>
                  </a:lnTo>
                  <a:lnTo>
                    <a:pt x="14328" y="3420"/>
                  </a:lnTo>
                  <a:lnTo>
                    <a:pt x="14448" y="3630"/>
                  </a:lnTo>
                  <a:lnTo>
                    <a:pt x="14560" y="3846"/>
                  </a:lnTo>
                  <a:lnTo>
                    <a:pt x="14660" y="4069"/>
                  </a:lnTo>
                  <a:lnTo>
                    <a:pt x="14750" y="4297"/>
                  </a:lnTo>
                  <a:lnTo>
                    <a:pt x="14829" y="4529"/>
                  </a:lnTo>
                  <a:lnTo>
                    <a:pt x="14897" y="4768"/>
                  </a:lnTo>
                  <a:lnTo>
                    <a:pt x="14952" y="5011"/>
                  </a:lnTo>
                  <a:lnTo>
                    <a:pt x="14996" y="5258"/>
                  </a:lnTo>
                  <a:lnTo>
                    <a:pt x="15028" y="5509"/>
                  </a:lnTo>
                  <a:lnTo>
                    <a:pt x="15048" y="5764"/>
                  </a:lnTo>
                  <a:lnTo>
                    <a:pt x="15054" y="6022"/>
                  </a:lnTo>
                  <a:lnTo>
                    <a:pt x="15048" y="6280"/>
                  </a:lnTo>
                  <a:lnTo>
                    <a:pt x="15028" y="6535"/>
                  </a:lnTo>
                  <a:lnTo>
                    <a:pt x="14996" y="6786"/>
                  </a:lnTo>
                  <a:lnTo>
                    <a:pt x="14952" y="7033"/>
                  </a:lnTo>
                  <a:lnTo>
                    <a:pt x="14897" y="7275"/>
                  </a:lnTo>
                  <a:lnTo>
                    <a:pt x="14829" y="7514"/>
                  </a:lnTo>
                  <a:lnTo>
                    <a:pt x="14750" y="7747"/>
                  </a:lnTo>
                  <a:lnTo>
                    <a:pt x="14660" y="7975"/>
                  </a:lnTo>
                  <a:lnTo>
                    <a:pt x="14560" y="8198"/>
                  </a:lnTo>
                  <a:lnTo>
                    <a:pt x="14448" y="8413"/>
                  </a:lnTo>
                  <a:lnTo>
                    <a:pt x="14328" y="8624"/>
                  </a:lnTo>
                  <a:lnTo>
                    <a:pt x="14197" y="8827"/>
                  </a:lnTo>
                  <a:lnTo>
                    <a:pt x="14058" y="9024"/>
                  </a:lnTo>
                  <a:lnTo>
                    <a:pt x="13908" y="9213"/>
                  </a:lnTo>
                  <a:lnTo>
                    <a:pt x="13751" y="9396"/>
                  </a:lnTo>
                  <a:lnTo>
                    <a:pt x="13584" y="9570"/>
                  </a:lnTo>
                  <a:lnTo>
                    <a:pt x="13410" y="9736"/>
                  </a:lnTo>
                  <a:lnTo>
                    <a:pt x="13228" y="9894"/>
                  </a:lnTo>
                  <a:lnTo>
                    <a:pt x="13038" y="10043"/>
                  </a:lnTo>
                  <a:lnTo>
                    <a:pt x="12841" y="10183"/>
                  </a:lnTo>
                  <a:lnTo>
                    <a:pt x="12639" y="10313"/>
                  </a:lnTo>
                  <a:lnTo>
                    <a:pt x="12428" y="10434"/>
                  </a:lnTo>
                  <a:lnTo>
                    <a:pt x="12212" y="10545"/>
                  </a:lnTo>
                  <a:lnTo>
                    <a:pt x="11989" y="10645"/>
                  </a:lnTo>
                  <a:lnTo>
                    <a:pt x="11761" y="10736"/>
                  </a:lnTo>
                  <a:lnTo>
                    <a:pt x="11529" y="10814"/>
                  </a:lnTo>
                  <a:lnTo>
                    <a:pt x="11291" y="10882"/>
                  </a:lnTo>
                  <a:lnTo>
                    <a:pt x="11048" y="10938"/>
                  </a:lnTo>
                  <a:lnTo>
                    <a:pt x="10800" y="10982"/>
                  </a:lnTo>
                  <a:lnTo>
                    <a:pt x="10549" y="11014"/>
                  </a:lnTo>
                  <a:lnTo>
                    <a:pt x="10294" y="11034"/>
                  </a:lnTo>
                  <a:lnTo>
                    <a:pt x="10036" y="11040"/>
                  </a:lnTo>
                  <a:close/>
                  <a:moveTo>
                    <a:pt x="2407" y="14900"/>
                  </a:moveTo>
                  <a:lnTo>
                    <a:pt x="2391" y="14915"/>
                  </a:lnTo>
                  <a:lnTo>
                    <a:pt x="2376" y="14930"/>
                  </a:lnTo>
                  <a:lnTo>
                    <a:pt x="2360" y="14945"/>
                  </a:lnTo>
                  <a:lnTo>
                    <a:pt x="2342" y="14959"/>
                  </a:lnTo>
                  <a:lnTo>
                    <a:pt x="2326" y="14973"/>
                  </a:lnTo>
                  <a:lnTo>
                    <a:pt x="2309" y="14987"/>
                  </a:lnTo>
                  <a:lnTo>
                    <a:pt x="2291" y="15000"/>
                  </a:lnTo>
                  <a:lnTo>
                    <a:pt x="2274" y="15013"/>
                  </a:lnTo>
                  <a:lnTo>
                    <a:pt x="2256" y="15025"/>
                  </a:lnTo>
                  <a:lnTo>
                    <a:pt x="2238" y="15037"/>
                  </a:lnTo>
                  <a:lnTo>
                    <a:pt x="2219" y="15048"/>
                  </a:lnTo>
                  <a:lnTo>
                    <a:pt x="2200" y="15059"/>
                  </a:lnTo>
                  <a:lnTo>
                    <a:pt x="2181" y="15069"/>
                  </a:lnTo>
                  <a:lnTo>
                    <a:pt x="2162" y="15080"/>
                  </a:lnTo>
                  <a:lnTo>
                    <a:pt x="2142" y="15090"/>
                  </a:lnTo>
                  <a:lnTo>
                    <a:pt x="2122" y="15099"/>
                  </a:lnTo>
                  <a:lnTo>
                    <a:pt x="2102" y="15108"/>
                  </a:lnTo>
                  <a:lnTo>
                    <a:pt x="2081" y="15116"/>
                  </a:lnTo>
                  <a:lnTo>
                    <a:pt x="2060" y="15123"/>
                  </a:lnTo>
                  <a:lnTo>
                    <a:pt x="2039" y="15130"/>
                  </a:lnTo>
                  <a:lnTo>
                    <a:pt x="2018" y="15137"/>
                  </a:lnTo>
                  <a:lnTo>
                    <a:pt x="1996" y="15143"/>
                  </a:lnTo>
                  <a:lnTo>
                    <a:pt x="1975" y="15148"/>
                  </a:lnTo>
                  <a:lnTo>
                    <a:pt x="1953" y="15153"/>
                  </a:lnTo>
                  <a:lnTo>
                    <a:pt x="1931" y="15158"/>
                  </a:lnTo>
                  <a:lnTo>
                    <a:pt x="1909" y="15162"/>
                  </a:lnTo>
                  <a:lnTo>
                    <a:pt x="1886" y="15165"/>
                  </a:lnTo>
                  <a:lnTo>
                    <a:pt x="1864" y="15168"/>
                  </a:lnTo>
                  <a:lnTo>
                    <a:pt x="1841" y="15170"/>
                  </a:lnTo>
                  <a:lnTo>
                    <a:pt x="1818" y="15171"/>
                  </a:lnTo>
                  <a:lnTo>
                    <a:pt x="1794" y="15172"/>
                  </a:lnTo>
                  <a:lnTo>
                    <a:pt x="1771" y="15172"/>
                  </a:lnTo>
                  <a:lnTo>
                    <a:pt x="1725" y="15171"/>
                  </a:lnTo>
                  <a:lnTo>
                    <a:pt x="1680" y="15168"/>
                  </a:lnTo>
                  <a:lnTo>
                    <a:pt x="1636" y="15162"/>
                  </a:lnTo>
                  <a:lnTo>
                    <a:pt x="1593" y="15154"/>
                  </a:lnTo>
                  <a:lnTo>
                    <a:pt x="1550" y="15145"/>
                  </a:lnTo>
                  <a:lnTo>
                    <a:pt x="1507" y="15133"/>
                  </a:lnTo>
                  <a:lnTo>
                    <a:pt x="1466" y="15119"/>
                  </a:lnTo>
                  <a:lnTo>
                    <a:pt x="1426" y="15103"/>
                  </a:lnTo>
                  <a:lnTo>
                    <a:pt x="1387" y="15084"/>
                  </a:lnTo>
                  <a:lnTo>
                    <a:pt x="1349" y="15065"/>
                  </a:lnTo>
                  <a:lnTo>
                    <a:pt x="1312" y="15044"/>
                  </a:lnTo>
                  <a:lnTo>
                    <a:pt x="1276" y="15021"/>
                  </a:lnTo>
                  <a:lnTo>
                    <a:pt x="1241" y="14996"/>
                  </a:lnTo>
                  <a:lnTo>
                    <a:pt x="1208" y="14970"/>
                  </a:lnTo>
                  <a:lnTo>
                    <a:pt x="1176" y="14942"/>
                  </a:lnTo>
                  <a:lnTo>
                    <a:pt x="1145" y="14913"/>
                  </a:lnTo>
                  <a:lnTo>
                    <a:pt x="1116" y="14882"/>
                  </a:lnTo>
                  <a:lnTo>
                    <a:pt x="1088" y="14850"/>
                  </a:lnTo>
                  <a:lnTo>
                    <a:pt x="1062" y="14817"/>
                  </a:lnTo>
                  <a:lnTo>
                    <a:pt x="1037" y="14782"/>
                  </a:lnTo>
                  <a:lnTo>
                    <a:pt x="1014" y="14746"/>
                  </a:lnTo>
                  <a:lnTo>
                    <a:pt x="993" y="14709"/>
                  </a:lnTo>
                  <a:lnTo>
                    <a:pt x="974" y="14671"/>
                  </a:lnTo>
                  <a:lnTo>
                    <a:pt x="955" y="14632"/>
                  </a:lnTo>
                  <a:lnTo>
                    <a:pt x="939" y="14592"/>
                  </a:lnTo>
                  <a:lnTo>
                    <a:pt x="925" y="14551"/>
                  </a:lnTo>
                  <a:lnTo>
                    <a:pt x="913" y="14508"/>
                  </a:lnTo>
                  <a:lnTo>
                    <a:pt x="903" y="14465"/>
                  </a:lnTo>
                  <a:lnTo>
                    <a:pt x="896" y="14422"/>
                  </a:lnTo>
                  <a:lnTo>
                    <a:pt x="890" y="14378"/>
                  </a:lnTo>
                  <a:lnTo>
                    <a:pt x="887" y="14333"/>
                  </a:lnTo>
                  <a:lnTo>
                    <a:pt x="886" y="14287"/>
                  </a:lnTo>
                  <a:lnTo>
                    <a:pt x="886" y="14264"/>
                  </a:lnTo>
                  <a:lnTo>
                    <a:pt x="887" y="14240"/>
                  </a:lnTo>
                  <a:lnTo>
                    <a:pt x="888" y="14217"/>
                  </a:lnTo>
                  <a:lnTo>
                    <a:pt x="890" y="14194"/>
                  </a:lnTo>
                  <a:lnTo>
                    <a:pt x="893" y="14172"/>
                  </a:lnTo>
                  <a:lnTo>
                    <a:pt x="896" y="14149"/>
                  </a:lnTo>
                  <a:lnTo>
                    <a:pt x="900" y="14127"/>
                  </a:lnTo>
                  <a:lnTo>
                    <a:pt x="905" y="14105"/>
                  </a:lnTo>
                  <a:lnTo>
                    <a:pt x="910" y="14083"/>
                  </a:lnTo>
                  <a:lnTo>
                    <a:pt x="915" y="14062"/>
                  </a:lnTo>
                  <a:lnTo>
                    <a:pt x="921" y="14040"/>
                  </a:lnTo>
                  <a:lnTo>
                    <a:pt x="928" y="14019"/>
                  </a:lnTo>
                  <a:lnTo>
                    <a:pt x="935" y="13998"/>
                  </a:lnTo>
                  <a:lnTo>
                    <a:pt x="942" y="13977"/>
                  </a:lnTo>
                  <a:lnTo>
                    <a:pt x="950" y="13956"/>
                  </a:lnTo>
                  <a:lnTo>
                    <a:pt x="959" y="13936"/>
                  </a:lnTo>
                  <a:lnTo>
                    <a:pt x="968" y="13916"/>
                  </a:lnTo>
                  <a:lnTo>
                    <a:pt x="978" y="13896"/>
                  </a:lnTo>
                  <a:lnTo>
                    <a:pt x="988" y="13877"/>
                  </a:lnTo>
                  <a:lnTo>
                    <a:pt x="999" y="13858"/>
                  </a:lnTo>
                  <a:lnTo>
                    <a:pt x="1010" y="13839"/>
                  </a:lnTo>
                  <a:lnTo>
                    <a:pt x="1021" y="13820"/>
                  </a:lnTo>
                  <a:lnTo>
                    <a:pt x="1033" y="13802"/>
                  </a:lnTo>
                  <a:lnTo>
                    <a:pt x="1045" y="13784"/>
                  </a:lnTo>
                  <a:lnTo>
                    <a:pt x="1058" y="13767"/>
                  </a:lnTo>
                  <a:lnTo>
                    <a:pt x="1071" y="13749"/>
                  </a:lnTo>
                  <a:lnTo>
                    <a:pt x="1085" y="13732"/>
                  </a:lnTo>
                  <a:lnTo>
                    <a:pt x="1099" y="13716"/>
                  </a:lnTo>
                  <a:lnTo>
                    <a:pt x="1113" y="13698"/>
                  </a:lnTo>
                  <a:lnTo>
                    <a:pt x="1127" y="13682"/>
                  </a:lnTo>
                  <a:lnTo>
                    <a:pt x="1142" y="13667"/>
                  </a:lnTo>
                  <a:lnTo>
                    <a:pt x="1158" y="13651"/>
                  </a:lnTo>
                  <a:lnTo>
                    <a:pt x="1154" y="13647"/>
                  </a:lnTo>
                  <a:lnTo>
                    <a:pt x="5202" y="9601"/>
                  </a:lnTo>
                  <a:lnTo>
                    <a:pt x="5235" y="9645"/>
                  </a:lnTo>
                  <a:lnTo>
                    <a:pt x="5268" y="9689"/>
                  </a:lnTo>
                  <a:lnTo>
                    <a:pt x="5302" y="9733"/>
                  </a:lnTo>
                  <a:lnTo>
                    <a:pt x="5337" y="9776"/>
                  </a:lnTo>
                  <a:lnTo>
                    <a:pt x="5372" y="9819"/>
                  </a:lnTo>
                  <a:lnTo>
                    <a:pt x="5408" y="9863"/>
                  </a:lnTo>
                  <a:lnTo>
                    <a:pt x="5443" y="9906"/>
                  </a:lnTo>
                  <a:lnTo>
                    <a:pt x="5479" y="9948"/>
                  </a:lnTo>
                  <a:lnTo>
                    <a:pt x="5516" y="9989"/>
                  </a:lnTo>
                  <a:lnTo>
                    <a:pt x="5552" y="10031"/>
                  </a:lnTo>
                  <a:lnTo>
                    <a:pt x="5589" y="10072"/>
                  </a:lnTo>
                  <a:lnTo>
                    <a:pt x="5627" y="10114"/>
                  </a:lnTo>
                  <a:lnTo>
                    <a:pt x="5665" y="10154"/>
                  </a:lnTo>
                  <a:lnTo>
                    <a:pt x="5704" y="10194"/>
                  </a:lnTo>
                  <a:lnTo>
                    <a:pt x="5742" y="10234"/>
                  </a:lnTo>
                  <a:lnTo>
                    <a:pt x="5781" y="10273"/>
                  </a:lnTo>
                  <a:lnTo>
                    <a:pt x="5820" y="10312"/>
                  </a:lnTo>
                  <a:lnTo>
                    <a:pt x="5860" y="10350"/>
                  </a:lnTo>
                  <a:lnTo>
                    <a:pt x="5900" y="10390"/>
                  </a:lnTo>
                  <a:lnTo>
                    <a:pt x="5940" y="10427"/>
                  </a:lnTo>
                  <a:lnTo>
                    <a:pt x="5982" y="10465"/>
                  </a:lnTo>
                  <a:lnTo>
                    <a:pt x="6023" y="10502"/>
                  </a:lnTo>
                  <a:lnTo>
                    <a:pt x="6064" y="10539"/>
                  </a:lnTo>
                  <a:lnTo>
                    <a:pt x="6106" y="10575"/>
                  </a:lnTo>
                  <a:lnTo>
                    <a:pt x="6148" y="10611"/>
                  </a:lnTo>
                  <a:lnTo>
                    <a:pt x="6190" y="10647"/>
                  </a:lnTo>
                  <a:lnTo>
                    <a:pt x="6234" y="10683"/>
                  </a:lnTo>
                  <a:lnTo>
                    <a:pt x="6277" y="10718"/>
                  </a:lnTo>
                  <a:lnTo>
                    <a:pt x="6320" y="10752"/>
                  </a:lnTo>
                  <a:lnTo>
                    <a:pt x="6364" y="10786"/>
                  </a:lnTo>
                  <a:lnTo>
                    <a:pt x="6408" y="10820"/>
                  </a:lnTo>
                  <a:lnTo>
                    <a:pt x="6453" y="10854"/>
                  </a:lnTo>
                  <a:lnTo>
                    <a:pt x="2407" y="14900"/>
                  </a:lnTo>
                  <a:close/>
                  <a:moveTo>
                    <a:pt x="10036" y="0"/>
                  </a:moveTo>
                  <a:lnTo>
                    <a:pt x="9726" y="8"/>
                  </a:lnTo>
                  <a:lnTo>
                    <a:pt x="9421" y="31"/>
                  </a:lnTo>
                  <a:lnTo>
                    <a:pt x="9119" y="69"/>
                  </a:lnTo>
                  <a:lnTo>
                    <a:pt x="8823" y="122"/>
                  </a:lnTo>
                  <a:lnTo>
                    <a:pt x="8532" y="190"/>
                  </a:lnTo>
                  <a:lnTo>
                    <a:pt x="8246" y="271"/>
                  </a:lnTo>
                  <a:lnTo>
                    <a:pt x="7966" y="365"/>
                  </a:lnTo>
                  <a:lnTo>
                    <a:pt x="7693" y="474"/>
                  </a:lnTo>
                  <a:lnTo>
                    <a:pt x="7426" y="594"/>
                  </a:lnTo>
                  <a:lnTo>
                    <a:pt x="7166" y="727"/>
                  </a:lnTo>
                  <a:lnTo>
                    <a:pt x="6914" y="872"/>
                  </a:lnTo>
                  <a:lnTo>
                    <a:pt x="6669" y="1029"/>
                  </a:lnTo>
                  <a:lnTo>
                    <a:pt x="6433" y="1196"/>
                  </a:lnTo>
                  <a:lnTo>
                    <a:pt x="6206" y="1375"/>
                  </a:lnTo>
                  <a:lnTo>
                    <a:pt x="5988" y="1565"/>
                  </a:lnTo>
                  <a:lnTo>
                    <a:pt x="5778" y="1763"/>
                  </a:lnTo>
                  <a:lnTo>
                    <a:pt x="5579" y="1973"/>
                  </a:lnTo>
                  <a:lnTo>
                    <a:pt x="5389" y="2191"/>
                  </a:lnTo>
                  <a:lnTo>
                    <a:pt x="5211" y="2419"/>
                  </a:lnTo>
                  <a:lnTo>
                    <a:pt x="5043" y="2655"/>
                  </a:lnTo>
                  <a:lnTo>
                    <a:pt x="4887" y="2899"/>
                  </a:lnTo>
                  <a:lnTo>
                    <a:pt x="4741" y="3151"/>
                  </a:lnTo>
                  <a:lnTo>
                    <a:pt x="4609" y="3411"/>
                  </a:lnTo>
                  <a:lnTo>
                    <a:pt x="4488" y="3678"/>
                  </a:lnTo>
                  <a:lnTo>
                    <a:pt x="4380" y="3951"/>
                  </a:lnTo>
                  <a:lnTo>
                    <a:pt x="4285" y="4231"/>
                  </a:lnTo>
                  <a:lnTo>
                    <a:pt x="4204" y="4517"/>
                  </a:lnTo>
                  <a:lnTo>
                    <a:pt x="4137" y="4808"/>
                  </a:lnTo>
                  <a:lnTo>
                    <a:pt x="4084" y="5104"/>
                  </a:lnTo>
                  <a:lnTo>
                    <a:pt x="4046" y="5407"/>
                  </a:lnTo>
                  <a:lnTo>
                    <a:pt x="4023" y="5712"/>
                  </a:lnTo>
                  <a:lnTo>
                    <a:pt x="4015" y="6022"/>
                  </a:lnTo>
                  <a:lnTo>
                    <a:pt x="4016" y="6117"/>
                  </a:lnTo>
                  <a:lnTo>
                    <a:pt x="4018" y="6211"/>
                  </a:lnTo>
                  <a:lnTo>
                    <a:pt x="4022" y="6306"/>
                  </a:lnTo>
                  <a:lnTo>
                    <a:pt x="4027" y="6400"/>
                  </a:lnTo>
                  <a:lnTo>
                    <a:pt x="4033" y="6493"/>
                  </a:lnTo>
                  <a:lnTo>
                    <a:pt x="4041" y="6587"/>
                  </a:lnTo>
                  <a:lnTo>
                    <a:pt x="4051" y="6680"/>
                  </a:lnTo>
                  <a:lnTo>
                    <a:pt x="4062" y="6772"/>
                  </a:lnTo>
                  <a:lnTo>
                    <a:pt x="4074" y="6864"/>
                  </a:lnTo>
                  <a:lnTo>
                    <a:pt x="4087" y="6956"/>
                  </a:lnTo>
                  <a:lnTo>
                    <a:pt x="4102" y="7046"/>
                  </a:lnTo>
                  <a:lnTo>
                    <a:pt x="4119" y="7138"/>
                  </a:lnTo>
                  <a:lnTo>
                    <a:pt x="4136" y="7227"/>
                  </a:lnTo>
                  <a:lnTo>
                    <a:pt x="4155" y="7317"/>
                  </a:lnTo>
                  <a:lnTo>
                    <a:pt x="4176" y="7406"/>
                  </a:lnTo>
                  <a:lnTo>
                    <a:pt x="4197" y="7495"/>
                  </a:lnTo>
                  <a:lnTo>
                    <a:pt x="4220" y="7583"/>
                  </a:lnTo>
                  <a:lnTo>
                    <a:pt x="4244" y="7671"/>
                  </a:lnTo>
                  <a:lnTo>
                    <a:pt x="4270" y="7758"/>
                  </a:lnTo>
                  <a:lnTo>
                    <a:pt x="4298" y="7844"/>
                  </a:lnTo>
                  <a:lnTo>
                    <a:pt x="4326" y="7930"/>
                  </a:lnTo>
                  <a:lnTo>
                    <a:pt x="4355" y="8015"/>
                  </a:lnTo>
                  <a:lnTo>
                    <a:pt x="4386" y="8100"/>
                  </a:lnTo>
                  <a:lnTo>
                    <a:pt x="4417" y="8185"/>
                  </a:lnTo>
                  <a:lnTo>
                    <a:pt x="4450" y="8268"/>
                  </a:lnTo>
                  <a:lnTo>
                    <a:pt x="4484" y="8351"/>
                  </a:lnTo>
                  <a:lnTo>
                    <a:pt x="4520" y="8433"/>
                  </a:lnTo>
                  <a:lnTo>
                    <a:pt x="4556" y="8515"/>
                  </a:lnTo>
                  <a:lnTo>
                    <a:pt x="4595" y="8596"/>
                  </a:lnTo>
                  <a:lnTo>
                    <a:pt x="4634" y="8676"/>
                  </a:lnTo>
                  <a:lnTo>
                    <a:pt x="4673" y="8757"/>
                  </a:lnTo>
                  <a:lnTo>
                    <a:pt x="4715" y="8835"/>
                  </a:lnTo>
                  <a:lnTo>
                    <a:pt x="528" y="13021"/>
                  </a:lnTo>
                  <a:lnTo>
                    <a:pt x="531" y="13025"/>
                  </a:lnTo>
                  <a:lnTo>
                    <a:pt x="501" y="13055"/>
                  </a:lnTo>
                  <a:lnTo>
                    <a:pt x="471" y="13086"/>
                  </a:lnTo>
                  <a:lnTo>
                    <a:pt x="443" y="13118"/>
                  </a:lnTo>
                  <a:lnTo>
                    <a:pt x="414" y="13152"/>
                  </a:lnTo>
                  <a:lnTo>
                    <a:pt x="386" y="13185"/>
                  </a:lnTo>
                  <a:lnTo>
                    <a:pt x="360" y="13219"/>
                  </a:lnTo>
                  <a:lnTo>
                    <a:pt x="335" y="13253"/>
                  </a:lnTo>
                  <a:lnTo>
                    <a:pt x="310" y="13288"/>
                  </a:lnTo>
                  <a:lnTo>
                    <a:pt x="286" y="13324"/>
                  </a:lnTo>
                  <a:lnTo>
                    <a:pt x="263" y="13360"/>
                  </a:lnTo>
                  <a:lnTo>
                    <a:pt x="241" y="13397"/>
                  </a:lnTo>
                  <a:lnTo>
                    <a:pt x="219" y="13436"/>
                  </a:lnTo>
                  <a:lnTo>
                    <a:pt x="199" y="13474"/>
                  </a:lnTo>
                  <a:lnTo>
                    <a:pt x="179" y="13512"/>
                  </a:lnTo>
                  <a:lnTo>
                    <a:pt x="161" y="13551"/>
                  </a:lnTo>
                  <a:lnTo>
                    <a:pt x="143" y="13591"/>
                  </a:lnTo>
                  <a:lnTo>
                    <a:pt x="126" y="13631"/>
                  </a:lnTo>
                  <a:lnTo>
                    <a:pt x="110" y="13672"/>
                  </a:lnTo>
                  <a:lnTo>
                    <a:pt x="95" y="13714"/>
                  </a:lnTo>
                  <a:lnTo>
                    <a:pt x="81" y="13755"/>
                  </a:lnTo>
                  <a:lnTo>
                    <a:pt x="69" y="13797"/>
                  </a:lnTo>
                  <a:lnTo>
                    <a:pt x="57" y="13840"/>
                  </a:lnTo>
                  <a:lnTo>
                    <a:pt x="46" y="13883"/>
                  </a:lnTo>
                  <a:lnTo>
                    <a:pt x="37" y="13926"/>
                  </a:lnTo>
                  <a:lnTo>
                    <a:pt x="28" y="13970"/>
                  </a:lnTo>
                  <a:lnTo>
                    <a:pt x="21" y="14015"/>
                  </a:lnTo>
                  <a:lnTo>
                    <a:pt x="15" y="14059"/>
                  </a:lnTo>
                  <a:lnTo>
                    <a:pt x="9" y="14104"/>
                  </a:lnTo>
                  <a:lnTo>
                    <a:pt x="5" y="14149"/>
                  </a:lnTo>
                  <a:lnTo>
                    <a:pt x="2" y="14195"/>
                  </a:lnTo>
                  <a:lnTo>
                    <a:pt x="1" y="14240"/>
                  </a:lnTo>
                  <a:lnTo>
                    <a:pt x="0" y="14287"/>
                  </a:lnTo>
                  <a:lnTo>
                    <a:pt x="2" y="14378"/>
                  </a:lnTo>
                  <a:lnTo>
                    <a:pt x="9" y="14468"/>
                  </a:lnTo>
                  <a:lnTo>
                    <a:pt x="20" y="14557"/>
                  </a:lnTo>
                  <a:lnTo>
                    <a:pt x="36" y="14644"/>
                  </a:lnTo>
                  <a:lnTo>
                    <a:pt x="56" y="14729"/>
                  </a:lnTo>
                  <a:lnTo>
                    <a:pt x="79" y="14814"/>
                  </a:lnTo>
                  <a:lnTo>
                    <a:pt x="107" y="14896"/>
                  </a:lnTo>
                  <a:lnTo>
                    <a:pt x="140" y="14976"/>
                  </a:lnTo>
                  <a:lnTo>
                    <a:pt x="175" y="15054"/>
                  </a:lnTo>
                  <a:lnTo>
                    <a:pt x="214" y="15132"/>
                  </a:lnTo>
                  <a:lnTo>
                    <a:pt x="256" y="15205"/>
                  </a:lnTo>
                  <a:lnTo>
                    <a:pt x="302" y="15277"/>
                  </a:lnTo>
                  <a:lnTo>
                    <a:pt x="352" y="15346"/>
                  </a:lnTo>
                  <a:lnTo>
                    <a:pt x="404" y="15414"/>
                  </a:lnTo>
                  <a:lnTo>
                    <a:pt x="460" y="15478"/>
                  </a:lnTo>
                  <a:lnTo>
                    <a:pt x="519" y="15539"/>
                  </a:lnTo>
                  <a:lnTo>
                    <a:pt x="580" y="15598"/>
                  </a:lnTo>
                  <a:lnTo>
                    <a:pt x="644" y="15654"/>
                  </a:lnTo>
                  <a:lnTo>
                    <a:pt x="712" y="15706"/>
                  </a:lnTo>
                  <a:lnTo>
                    <a:pt x="781" y="15756"/>
                  </a:lnTo>
                  <a:lnTo>
                    <a:pt x="853" y="15801"/>
                  </a:lnTo>
                  <a:lnTo>
                    <a:pt x="926" y="15844"/>
                  </a:lnTo>
                  <a:lnTo>
                    <a:pt x="1004" y="15883"/>
                  </a:lnTo>
                  <a:lnTo>
                    <a:pt x="1082" y="15918"/>
                  </a:lnTo>
                  <a:lnTo>
                    <a:pt x="1162" y="15951"/>
                  </a:lnTo>
                  <a:lnTo>
                    <a:pt x="1244" y="15979"/>
                  </a:lnTo>
                  <a:lnTo>
                    <a:pt x="1329" y="16002"/>
                  </a:lnTo>
                  <a:lnTo>
                    <a:pt x="1414" y="16022"/>
                  </a:lnTo>
                  <a:lnTo>
                    <a:pt x="1501" y="16038"/>
                  </a:lnTo>
                  <a:lnTo>
                    <a:pt x="1590" y="16049"/>
                  </a:lnTo>
                  <a:lnTo>
                    <a:pt x="1680" y="16056"/>
                  </a:lnTo>
                  <a:lnTo>
                    <a:pt x="1771" y="16058"/>
                  </a:lnTo>
                  <a:lnTo>
                    <a:pt x="1818" y="16057"/>
                  </a:lnTo>
                  <a:lnTo>
                    <a:pt x="1863" y="16056"/>
                  </a:lnTo>
                  <a:lnTo>
                    <a:pt x="1909" y="16053"/>
                  </a:lnTo>
                  <a:lnTo>
                    <a:pt x="1954" y="16049"/>
                  </a:lnTo>
                  <a:lnTo>
                    <a:pt x="1999" y="16043"/>
                  </a:lnTo>
                  <a:lnTo>
                    <a:pt x="2043" y="16037"/>
                  </a:lnTo>
                  <a:lnTo>
                    <a:pt x="2088" y="16030"/>
                  </a:lnTo>
                  <a:lnTo>
                    <a:pt x="2132" y="16021"/>
                  </a:lnTo>
                  <a:lnTo>
                    <a:pt x="2175" y="16012"/>
                  </a:lnTo>
                  <a:lnTo>
                    <a:pt x="2218" y="16001"/>
                  </a:lnTo>
                  <a:lnTo>
                    <a:pt x="2261" y="15989"/>
                  </a:lnTo>
                  <a:lnTo>
                    <a:pt x="2302" y="15977"/>
                  </a:lnTo>
                  <a:lnTo>
                    <a:pt x="2344" y="15963"/>
                  </a:lnTo>
                  <a:lnTo>
                    <a:pt x="2386" y="15948"/>
                  </a:lnTo>
                  <a:lnTo>
                    <a:pt x="2427" y="15932"/>
                  </a:lnTo>
                  <a:lnTo>
                    <a:pt x="2467" y="15915"/>
                  </a:lnTo>
                  <a:lnTo>
                    <a:pt x="2507" y="15897"/>
                  </a:lnTo>
                  <a:lnTo>
                    <a:pt x="2546" y="15878"/>
                  </a:lnTo>
                  <a:lnTo>
                    <a:pt x="2584" y="15859"/>
                  </a:lnTo>
                  <a:lnTo>
                    <a:pt x="2622" y="15839"/>
                  </a:lnTo>
                  <a:lnTo>
                    <a:pt x="2661" y="15817"/>
                  </a:lnTo>
                  <a:lnTo>
                    <a:pt x="2698" y="15795"/>
                  </a:lnTo>
                  <a:lnTo>
                    <a:pt x="2734" y="15772"/>
                  </a:lnTo>
                  <a:lnTo>
                    <a:pt x="2770" y="15748"/>
                  </a:lnTo>
                  <a:lnTo>
                    <a:pt x="2805" y="15723"/>
                  </a:lnTo>
                  <a:lnTo>
                    <a:pt x="2839" y="15698"/>
                  </a:lnTo>
                  <a:lnTo>
                    <a:pt x="2873" y="15671"/>
                  </a:lnTo>
                  <a:lnTo>
                    <a:pt x="2906" y="15644"/>
                  </a:lnTo>
                  <a:lnTo>
                    <a:pt x="2940" y="15615"/>
                  </a:lnTo>
                  <a:lnTo>
                    <a:pt x="2971" y="15587"/>
                  </a:lnTo>
                  <a:lnTo>
                    <a:pt x="3003" y="15557"/>
                  </a:lnTo>
                  <a:lnTo>
                    <a:pt x="3033" y="15527"/>
                  </a:lnTo>
                  <a:lnTo>
                    <a:pt x="3032" y="15526"/>
                  </a:lnTo>
                  <a:lnTo>
                    <a:pt x="7217" y="11342"/>
                  </a:lnTo>
                  <a:lnTo>
                    <a:pt x="7296" y="11383"/>
                  </a:lnTo>
                  <a:lnTo>
                    <a:pt x="7377" y="11423"/>
                  </a:lnTo>
                  <a:lnTo>
                    <a:pt x="7457" y="11462"/>
                  </a:lnTo>
                  <a:lnTo>
                    <a:pt x="7538" y="11500"/>
                  </a:lnTo>
                  <a:lnTo>
                    <a:pt x="7621" y="11537"/>
                  </a:lnTo>
                  <a:lnTo>
                    <a:pt x="7703" y="11572"/>
                  </a:lnTo>
                  <a:lnTo>
                    <a:pt x="7786" y="11606"/>
                  </a:lnTo>
                  <a:lnTo>
                    <a:pt x="7869" y="11640"/>
                  </a:lnTo>
                  <a:lnTo>
                    <a:pt x="7954" y="11671"/>
                  </a:lnTo>
                  <a:lnTo>
                    <a:pt x="8039" y="11702"/>
                  </a:lnTo>
                  <a:lnTo>
                    <a:pt x="8124" y="11731"/>
                  </a:lnTo>
                  <a:lnTo>
                    <a:pt x="8211" y="11759"/>
                  </a:lnTo>
                  <a:lnTo>
                    <a:pt x="8297" y="11787"/>
                  </a:lnTo>
                  <a:lnTo>
                    <a:pt x="8384" y="11813"/>
                  </a:lnTo>
                  <a:lnTo>
                    <a:pt x="8472" y="11837"/>
                  </a:lnTo>
                  <a:lnTo>
                    <a:pt x="8560" y="11860"/>
                  </a:lnTo>
                  <a:lnTo>
                    <a:pt x="8649" y="11882"/>
                  </a:lnTo>
                  <a:lnTo>
                    <a:pt x="8739" y="11902"/>
                  </a:lnTo>
                  <a:lnTo>
                    <a:pt x="8828" y="11921"/>
                  </a:lnTo>
                  <a:lnTo>
                    <a:pt x="8918" y="11939"/>
                  </a:lnTo>
                  <a:lnTo>
                    <a:pt x="9010" y="11955"/>
                  </a:lnTo>
                  <a:lnTo>
                    <a:pt x="9100" y="11970"/>
                  </a:lnTo>
                  <a:lnTo>
                    <a:pt x="9192" y="11984"/>
                  </a:lnTo>
                  <a:lnTo>
                    <a:pt x="9285" y="11996"/>
                  </a:lnTo>
                  <a:lnTo>
                    <a:pt x="9377" y="12007"/>
                  </a:lnTo>
                  <a:lnTo>
                    <a:pt x="9470" y="12016"/>
                  </a:lnTo>
                  <a:lnTo>
                    <a:pt x="9564" y="12024"/>
                  </a:lnTo>
                  <a:lnTo>
                    <a:pt x="9657" y="12031"/>
                  </a:lnTo>
                  <a:lnTo>
                    <a:pt x="9751" y="12036"/>
                  </a:lnTo>
                  <a:lnTo>
                    <a:pt x="9846" y="12040"/>
                  </a:lnTo>
                  <a:lnTo>
                    <a:pt x="9941" y="12042"/>
                  </a:lnTo>
                  <a:lnTo>
                    <a:pt x="10036" y="12044"/>
                  </a:lnTo>
                  <a:lnTo>
                    <a:pt x="10346" y="12035"/>
                  </a:lnTo>
                  <a:lnTo>
                    <a:pt x="10651" y="12012"/>
                  </a:lnTo>
                  <a:lnTo>
                    <a:pt x="10954" y="11974"/>
                  </a:lnTo>
                  <a:lnTo>
                    <a:pt x="11250" y="11921"/>
                  </a:lnTo>
                  <a:lnTo>
                    <a:pt x="11541" y="11854"/>
                  </a:lnTo>
                  <a:lnTo>
                    <a:pt x="11827" y="11773"/>
                  </a:lnTo>
                  <a:lnTo>
                    <a:pt x="12107" y="11678"/>
                  </a:lnTo>
                  <a:lnTo>
                    <a:pt x="12380" y="11570"/>
                  </a:lnTo>
                  <a:lnTo>
                    <a:pt x="12647" y="11449"/>
                  </a:lnTo>
                  <a:lnTo>
                    <a:pt x="12907" y="11317"/>
                  </a:lnTo>
                  <a:lnTo>
                    <a:pt x="13159" y="11171"/>
                  </a:lnTo>
                  <a:lnTo>
                    <a:pt x="13403" y="11015"/>
                  </a:lnTo>
                  <a:lnTo>
                    <a:pt x="13639" y="10847"/>
                  </a:lnTo>
                  <a:lnTo>
                    <a:pt x="13866" y="10669"/>
                  </a:lnTo>
                  <a:lnTo>
                    <a:pt x="14085" y="10479"/>
                  </a:lnTo>
                  <a:lnTo>
                    <a:pt x="14295" y="10280"/>
                  </a:lnTo>
                  <a:lnTo>
                    <a:pt x="14493" y="10070"/>
                  </a:lnTo>
                  <a:lnTo>
                    <a:pt x="14683" y="9852"/>
                  </a:lnTo>
                  <a:lnTo>
                    <a:pt x="14862" y="9625"/>
                  </a:lnTo>
                  <a:lnTo>
                    <a:pt x="15029" y="9389"/>
                  </a:lnTo>
                  <a:lnTo>
                    <a:pt x="15186" y="9144"/>
                  </a:lnTo>
                  <a:lnTo>
                    <a:pt x="15331" y="8892"/>
                  </a:lnTo>
                  <a:lnTo>
                    <a:pt x="15464" y="8632"/>
                  </a:lnTo>
                  <a:lnTo>
                    <a:pt x="15584" y="8365"/>
                  </a:lnTo>
                  <a:lnTo>
                    <a:pt x="15693" y="8092"/>
                  </a:lnTo>
                  <a:lnTo>
                    <a:pt x="15787" y="7812"/>
                  </a:lnTo>
                  <a:lnTo>
                    <a:pt x="15868" y="7526"/>
                  </a:lnTo>
                  <a:lnTo>
                    <a:pt x="15936" y="7235"/>
                  </a:lnTo>
                  <a:lnTo>
                    <a:pt x="15989" y="6939"/>
                  </a:lnTo>
                  <a:lnTo>
                    <a:pt x="16027" y="6638"/>
                  </a:lnTo>
                  <a:lnTo>
                    <a:pt x="16050" y="6332"/>
                  </a:lnTo>
                  <a:lnTo>
                    <a:pt x="16058" y="6022"/>
                  </a:lnTo>
                  <a:lnTo>
                    <a:pt x="16050" y="5712"/>
                  </a:lnTo>
                  <a:lnTo>
                    <a:pt x="16027" y="5407"/>
                  </a:lnTo>
                  <a:lnTo>
                    <a:pt x="15989" y="5104"/>
                  </a:lnTo>
                  <a:lnTo>
                    <a:pt x="15936" y="4808"/>
                  </a:lnTo>
                  <a:lnTo>
                    <a:pt x="15868" y="4517"/>
                  </a:lnTo>
                  <a:lnTo>
                    <a:pt x="15787" y="4231"/>
                  </a:lnTo>
                  <a:lnTo>
                    <a:pt x="15693" y="3951"/>
                  </a:lnTo>
                  <a:lnTo>
                    <a:pt x="15584" y="3678"/>
                  </a:lnTo>
                  <a:lnTo>
                    <a:pt x="15464" y="3411"/>
                  </a:lnTo>
                  <a:lnTo>
                    <a:pt x="15331" y="3151"/>
                  </a:lnTo>
                  <a:lnTo>
                    <a:pt x="15186" y="2899"/>
                  </a:lnTo>
                  <a:lnTo>
                    <a:pt x="15029" y="2655"/>
                  </a:lnTo>
                  <a:lnTo>
                    <a:pt x="14862" y="2419"/>
                  </a:lnTo>
                  <a:lnTo>
                    <a:pt x="14683" y="2191"/>
                  </a:lnTo>
                  <a:lnTo>
                    <a:pt x="14493" y="1973"/>
                  </a:lnTo>
                  <a:lnTo>
                    <a:pt x="14295" y="1763"/>
                  </a:lnTo>
                  <a:lnTo>
                    <a:pt x="14085" y="1565"/>
                  </a:lnTo>
                  <a:lnTo>
                    <a:pt x="13866" y="1375"/>
                  </a:lnTo>
                  <a:lnTo>
                    <a:pt x="13639" y="1196"/>
                  </a:lnTo>
                  <a:lnTo>
                    <a:pt x="13403" y="1029"/>
                  </a:lnTo>
                  <a:lnTo>
                    <a:pt x="13159" y="872"/>
                  </a:lnTo>
                  <a:lnTo>
                    <a:pt x="12907" y="727"/>
                  </a:lnTo>
                  <a:lnTo>
                    <a:pt x="12647" y="594"/>
                  </a:lnTo>
                  <a:lnTo>
                    <a:pt x="12380" y="474"/>
                  </a:lnTo>
                  <a:lnTo>
                    <a:pt x="12107" y="365"/>
                  </a:lnTo>
                  <a:lnTo>
                    <a:pt x="11827" y="271"/>
                  </a:lnTo>
                  <a:lnTo>
                    <a:pt x="11541" y="190"/>
                  </a:lnTo>
                  <a:lnTo>
                    <a:pt x="11250" y="122"/>
                  </a:lnTo>
                  <a:lnTo>
                    <a:pt x="10954" y="69"/>
                  </a:lnTo>
                  <a:lnTo>
                    <a:pt x="10651" y="31"/>
                  </a:lnTo>
                  <a:lnTo>
                    <a:pt x="10346" y="8"/>
                  </a:lnTo>
                  <a:lnTo>
                    <a:pt x="1003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89" name="Freeform 88"/>
            <p:cNvSpPr>
              <a:spLocks/>
            </p:cNvSpPr>
            <p:nvPr/>
          </p:nvSpPr>
          <p:spPr bwMode="auto">
            <a:xfrm>
              <a:off x="2284413" y="1185863"/>
              <a:ext cx="161925" cy="161925"/>
            </a:xfrm>
            <a:custGeom>
              <a:avLst/>
              <a:gdLst>
                <a:gd name="T0" fmla="*/ 2977 w 3763"/>
                <a:gd name="T1" fmla="*/ 40 h 3764"/>
                <a:gd name="T2" fmla="*/ 2305 w 3763"/>
                <a:gd name="T3" fmla="*/ 213 h 3764"/>
                <a:gd name="T4" fmla="*/ 1691 w 3763"/>
                <a:gd name="T5" fmla="*/ 509 h 3764"/>
                <a:gd name="T6" fmla="*/ 1151 w 3763"/>
                <a:gd name="T7" fmla="*/ 912 h 3764"/>
                <a:gd name="T8" fmla="*/ 697 w 3763"/>
                <a:gd name="T9" fmla="*/ 1411 h 3764"/>
                <a:gd name="T10" fmla="*/ 346 w 3763"/>
                <a:gd name="T11" fmla="*/ 1990 h 3764"/>
                <a:gd name="T12" fmla="*/ 110 w 3763"/>
                <a:gd name="T13" fmla="*/ 2635 h 3764"/>
                <a:gd name="T14" fmla="*/ 5 w 3763"/>
                <a:gd name="T15" fmla="*/ 3332 h 3764"/>
                <a:gd name="T16" fmla="*/ 3 w 3763"/>
                <a:gd name="T17" fmla="*/ 3551 h 3764"/>
                <a:gd name="T18" fmla="*/ 15 w 3763"/>
                <a:gd name="T19" fmla="*/ 3599 h 3764"/>
                <a:gd name="T20" fmla="*/ 36 w 3763"/>
                <a:gd name="T21" fmla="*/ 3643 h 3764"/>
                <a:gd name="T22" fmla="*/ 65 w 3763"/>
                <a:gd name="T23" fmla="*/ 3681 h 3764"/>
                <a:gd name="T24" fmla="*/ 100 w 3763"/>
                <a:gd name="T25" fmla="*/ 3713 h 3764"/>
                <a:gd name="T26" fmla="*/ 142 w 3763"/>
                <a:gd name="T27" fmla="*/ 3739 h 3764"/>
                <a:gd name="T28" fmla="*/ 188 w 3763"/>
                <a:gd name="T29" fmla="*/ 3756 h 3764"/>
                <a:gd name="T30" fmla="*/ 237 w 3763"/>
                <a:gd name="T31" fmla="*/ 3764 h 3764"/>
                <a:gd name="T32" fmla="*/ 289 w 3763"/>
                <a:gd name="T33" fmla="*/ 3761 h 3764"/>
                <a:gd name="T34" fmla="*/ 337 w 3763"/>
                <a:gd name="T35" fmla="*/ 3749 h 3764"/>
                <a:gd name="T36" fmla="*/ 381 w 3763"/>
                <a:gd name="T37" fmla="*/ 3728 h 3764"/>
                <a:gd name="T38" fmla="*/ 419 w 3763"/>
                <a:gd name="T39" fmla="*/ 3698 h 3764"/>
                <a:gd name="T40" fmla="*/ 451 w 3763"/>
                <a:gd name="T41" fmla="*/ 3663 h 3764"/>
                <a:gd name="T42" fmla="*/ 476 w 3763"/>
                <a:gd name="T43" fmla="*/ 3621 h 3764"/>
                <a:gd name="T44" fmla="*/ 493 w 3763"/>
                <a:gd name="T45" fmla="*/ 3576 h 3764"/>
                <a:gd name="T46" fmla="*/ 501 w 3763"/>
                <a:gd name="T47" fmla="*/ 3526 h 3764"/>
                <a:gd name="T48" fmla="*/ 537 w 3763"/>
                <a:gd name="T49" fmla="*/ 3054 h 3764"/>
                <a:gd name="T50" fmla="*/ 684 w 3763"/>
                <a:gd name="T51" fmla="*/ 2478 h 3764"/>
                <a:gd name="T52" fmla="*/ 937 w 3763"/>
                <a:gd name="T53" fmla="*/ 1952 h 3764"/>
                <a:gd name="T54" fmla="*/ 1283 w 3763"/>
                <a:gd name="T55" fmla="*/ 1488 h 3764"/>
                <a:gd name="T56" fmla="*/ 1711 w 3763"/>
                <a:gd name="T57" fmla="*/ 1100 h 3764"/>
                <a:gd name="T58" fmla="*/ 2208 w 3763"/>
                <a:gd name="T59" fmla="*/ 799 h 3764"/>
                <a:gd name="T60" fmla="*/ 2760 w 3763"/>
                <a:gd name="T61" fmla="*/ 596 h 3764"/>
                <a:gd name="T62" fmla="*/ 3358 w 3763"/>
                <a:gd name="T63" fmla="*/ 506 h 3764"/>
                <a:gd name="T64" fmla="*/ 3550 w 3763"/>
                <a:gd name="T65" fmla="*/ 499 h 3764"/>
                <a:gd name="T66" fmla="*/ 3599 w 3763"/>
                <a:gd name="T67" fmla="*/ 487 h 3764"/>
                <a:gd name="T68" fmla="*/ 3643 w 3763"/>
                <a:gd name="T69" fmla="*/ 466 h 3764"/>
                <a:gd name="T70" fmla="*/ 3681 w 3763"/>
                <a:gd name="T71" fmla="*/ 437 h 3764"/>
                <a:gd name="T72" fmla="*/ 3713 w 3763"/>
                <a:gd name="T73" fmla="*/ 402 h 3764"/>
                <a:gd name="T74" fmla="*/ 3738 w 3763"/>
                <a:gd name="T75" fmla="*/ 359 h 3764"/>
                <a:gd name="T76" fmla="*/ 3755 w 3763"/>
                <a:gd name="T77" fmla="*/ 313 h 3764"/>
                <a:gd name="T78" fmla="*/ 3763 w 3763"/>
                <a:gd name="T79" fmla="*/ 264 h 3764"/>
                <a:gd name="T80" fmla="*/ 3760 w 3763"/>
                <a:gd name="T81" fmla="*/ 213 h 3764"/>
                <a:gd name="T82" fmla="*/ 3748 w 3763"/>
                <a:gd name="T83" fmla="*/ 165 h 3764"/>
                <a:gd name="T84" fmla="*/ 3727 w 3763"/>
                <a:gd name="T85" fmla="*/ 120 h 3764"/>
                <a:gd name="T86" fmla="*/ 3698 w 3763"/>
                <a:gd name="T87" fmla="*/ 82 h 3764"/>
                <a:gd name="T88" fmla="*/ 3663 w 3763"/>
                <a:gd name="T89" fmla="*/ 50 h 3764"/>
                <a:gd name="T90" fmla="*/ 3621 w 3763"/>
                <a:gd name="T91" fmla="*/ 25 h 3764"/>
                <a:gd name="T92" fmla="*/ 3574 w 3763"/>
                <a:gd name="T93" fmla="*/ 8 h 3764"/>
                <a:gd name="T94" fmla="*/ 3525 w 3763"/>
                <a:gd name="T95" fmla="*/ 0 h 3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63" h="3764">
                  <a:moveTo>
                    <a:pt x="3512" y="0"/>
                  </a:moveTo>
                  <a:lnTo>
                    <a:pt x="3332" y="5"/>
                  </a:lnTo>
                  <a:lnTo>
                    <a:pt x="3153" y="18"/>
                  </a:lnTo>
                  <a:lnTo>
                    <a:pt x="2977" y="40"/>
                  </a:lnTo>
                  <a:lnTo>
                    <a:pt x="2805" y="71"/>
                  </a:lnTo>
                  <a:lnTo>
                    <a:pt x="2634" y="110"/>
                  </a:lnTo>
                  <a:lnTo>
                    <a:pt x="2467" y="158"/>
                  </a:lnTo>
                  <a:lnTo>
                    <a:pt x="2305" y="213"/>
                  </a:lnTo>
                  <a:lnTo>
                    <a:pt x="2145" y="276"/>
                  </a:lnTo>
                  <a:lnTo>
                    <a:pt x="1990" y="346"/>
                  </a:lnTo>
                  <a:lnTo>
                    <a:pt x="1838" y="424"/>
                  </a:lnTo>
                  <a:lnTo>
                    <a:pt x="1691" y="509"/>
                  </a:lnTo>
                  <a:lnTo>
                    <a:pt x="1548" y="600"/>
                  </a:lnTo>
                  <a:lnTo>
                    <a:pt x="1411" y="698"/>
                  </a:lnTo>
                  <a:lnTo>
                    <a:pt x="1278" y="802"/>
                  </a:lnTo>
                  <a:lnTo>
                    <a:pt x="1151" y="912"/>
                  </a:lnTo>
                  <a:lnTo>
                    <a:pt x="1028" y="1029"/>
                  </a:lnTo>
                  <a:lnTo>
                    <a:pt x="912" y="1151"/>
                  </a:lnTo>
                  <a:lnTo>
                    <a:pt x="801" y="1279"/>
                  </a:lnTo>
                  <a:lnTo>
                    <a:pt x="697" y="1411"/>
                  </a:lnTo>
                  <a:lnTo>
                    <a:pt x="600" y="1549"/>
                  </a:lnTo>
                  <a:lnTo>
                    <a:pt x="508" y="1691"/>
                  </a:lnTo>
                  <a:lnTo>
                    <a:pt x="423" y="1839"/>
                  </a:lnTo>
                  <a:lnTo>
                    <a:pt x="346" y="1990"/>
                  </a:lnTo>
                  <a:lnTo>
                    <a:pt x="276" y="2146"/>
                  </a:lnTo>
                  <a:lnTo>
                    <a:pt x="212" y="2305"/>
                  </a:lnTo>
                  <a:lnTo>
                    <a:pt x="157" y="2468"/>
                  </a:lnTo>
                  <a:lnTo>
                    <a:pt x="110" y="2635"/>
                  </a:lnTo>
                  <a:lnTo>
                    <a:pt x="71" y="2805"/>
                  </a:lnTo>
                  <a:lnTo>
                    <a:pt x="40" y="2978"/>
                  </a:lnTo>
                  <a:lnTo>
                    <a:pt x="18" y="3153"/>
                  </a:lnTo>
                  <a:lnTo>
                    <a:pt x="5" y="3332"/>
                  </a:lnTo>
                  <a:lnTo>
                    <a:pt x="0" y="3513"/>
                  </a:lnTo>
                  <a:lnTo>
                    <a:pt x="0" y="3526"/>
                  </a:lnTo>
                  <a:lnTo>
                    <a:pt x="1" y="3539"/>
                  </a:lnTo>
                  <a:lnTo>
                    <a:pt x="3" y="3551"/>
                  </a:lnTo>
                  <a:lnTo>
                    <a:pt x="5" y="3563"/>
                  </a:lnTo>
                  <a:lnTo>
                    <a:pt x="8" y="3576"/>
                  </a:lnTo>
                  <a:lnTo>
                    <a:pt x="11" y="3587"/>
                  </a:lnTo>
                  <a:lnTo>
                    <a:pt x="15" y="3599"/>
                  </a:lnTo>
                  <a:lnTo>
                    <a:pt x="20" y="3610"/>
                  </a:lnTo>
                  <a:lnTo>
                    <a:pt x="25" y="3621"/>
                  </a:lnTo>
                  <a:lnTo>
                    <a:pt x="30" y="3632"/>
                  </a:lnTo>
                  <a:lnTo>
                    <a:pt x="36" y="3643"/>
                  </a:lnTo>
                  <a:lnTo>
                    <a:pt x="43" y="3653"/>
                  </a:lnTo>
                  <a:lnTo>
                    <a:pt x="50" y="3663"/>
                  </a:lnTo>
                  <a:lnTo>
                    <a:pt x="57" y="3672"/>
                  </a:lnTo>
                  <a:lnTo>
                    <a:pt x="65" y="3681"/>
                  </a:lnTo>
                  <a:lnTo>
                    <a:pt x="73" y="3690"/>
                  </a:lnTo>
                  <a:lnTo>
                    <a:pt x="82" y="3698"/>
                  </a:lnTo>
                  <a:lnTo>
                    <a:pt x="91" y="3706"/>
                  </a:lnTo>
                  <a:lnTo>
                    <a:pt x="100" y="3713"/>
                  </a:lnTo>
                  <a:lnTo>
                    <a:pt x="110" y="3721"/>
                  </a:lnTo>
                  <a:lnTo>
                    <a:pt x="120" y="3728"/>
                  </a:lnTo>
                  <a:lnTo>
                    <a:pt x="131" y="3734"/>
                  </a:lnTo>
                  <a:lnTo>
                    <a:pt x="142" y="3739"/>
                  </a:lnTo>
                  <a:lnTo>
                    <a:pt x="153" y="3744"/>
                  </a:lnTo>
                  <a:lnTo>
                    <a:pt x="164" y="3749"/>
                  </a:lnTo>
                  <a:lnTo>
                    <a:pt x="176" y="3753"/>
                  </a:lnTo>
                  <a:lnTo>
                    <a:pt x="188" y="3756"/>
                  </a:lnTo>
                  <a:lnTo>
                    <a:pt x="200" y="3759"/>
                  </a:lnTo>
                  <a:lnTo>
                    <a:pt x="212" y="3761"/>
                  </a:lnTo>
                  <a:lnTo>
                    <a:pt x="224" y="3763"/>
                  </a:lnTo>
                  <a:lnTo>
                    <a:pt x="237" y="3764"/>
                  </a:lnTo>
                  <a:lnTo>
                    <a:pt x="250" y="3764"/>
                  </a:lnTo>
                  <a:lnTo>
                    <a:pt x="264" y="3764"/>
                  </a:lnTo>
                  <a:lnTo>
                    <a:pt x="276" y="3763"/>
                  </a:lnTo>
                  <a:lnTo>
                    <a:pt x="289" y="3761"/>
                  </a:lnTo>
                  <a:lnTo>
                    <a:pt x="301" y="3759"/>
                  </a:lnTo>
                  <a:lnTo>
                    <a:pt x="313" y="3756"/>
                  </a:lnTo>
                  <a:lnTo>
                    <a:pt x="325" y="3753"/>
                  </a:lnTo>
                  <a:lnTo>
                    <a:pt x="337" y="3749"/>
                  </a:lnTo>
                  <a:lnTo>
                    <a:pt x="348" y="3744"/>
                  </a:lnTo>
                  <a:lnTo>
                    <a:pt x="359" y="3739"/>
                  </a:lnTo>
                  <a:lnTo>
                    <a:pt x="370" y="3734"/>
                  </a:lnTo>
                  <a:lnTo>
                    <a:pt x="381" y="3728"/>
                  </a:lnTo>
                  <a:lnTo>
                    <a:pt x="391" y="3721"/>
                  </a:lnTo>
                  <a:lnTo>
                    <a:pt x="401" y="3713"/>
                  </a:lnTo>
                  <a:lnTo>
                    <a:pt x="410" y="3706"/>
                  </a:lnTo>
                  <a:lnTo>
                    <a:pt x="419" y="3698"/>
                  </a:lnTo>
                  <a:lnTo>
                    <a:pt x="428" y="3690"/>
                  </a:lnTo>
                  <a:lnTo>
                    <a:pt x="436" y="3681"/>
                  </a:lnTo>
                  <a:lnTo>
                    <a:pt x="444" y="3672"/>
                  </a:lnTo>
                  <a:lnTo>
                    <a:pt x="451" y="3663"/>
                  </a:lnTo>
                  <a:lnTo>
                    <a:pt x="458" y="3653"/>
                  </a:lnTo>
                  <a:lnTo>
                    <a:pt x="465" y="3643"/>
                  </a:lnTo>
                  <a:lnTo>
                    <a:pt x="471" y="3632"/>
                  </a:lnTo>
                  <a:lnTo>
                    <a:pt x="476" y="3621"/>
                  </a:lnTo>
                  <a:lnTo>
                    <a:pt x="481" y="3610"/>
                  </a:lnTo>
                  <a:lnTo>
                    <a:pt x="486" y="3599"/>
                  </a:lnTo>
                  <a:lnTo>
                    <a:pt x="490" y="3587"/>
                  </a:lnTo>
                  <a:lnTo>
                    <a:pt x="493" y="3576"/>
                  </a:lnTo>
                  <a:lnTo>
                    <a:pt x="496" y="3563"/>
                  </a:lnTo>
                  <a:lnTo>
                    <a:pt x="498" y="3551"/>
                  </a:lnTo>
                  <a:lnTo>
                    <a:pt x="500" y="3539"/>
                  </a:lnTo>
                  <a:lnTo>
                    <a:pt x="501" y="3526"/>
                  </a:lnTo>
                  <a:lnTo>
                    <a:pt x="501" y="3513"/>
                  </a:lnTo>
                  <a:lnTo>
                    <a:pt x="505" y="3358"/>
                  </a:lnTo>
                  <a:lnTo>
                    <a:pt x="517" y="3205"/>
                  </a:lnTo>
                  <a:lnTo>
                    <a:pt x="537" y="3054"/>
                  </a:lnTo>
                  <a:lnTo>
                    <a:pt x="563" y="2907"/>
                  </a:lnTo>
                  <a:lnTo>
                    <a:pt x="596" y="2760"/>
                  </a:lnTo>
                  <a:lnTo>
                    <a:pt x="637" y="2618"/>
                  </a:lnTo>
                  <a:lnTo>
                    <a:pt x="684" y="2478"/>
                  </a:lnTo>
                  <a:lnTo>
                    <a:pt x="738" y="2341"/>
                  </a:lnTo>
                  <a:lnTo>
                    <a:pt x="798" y="2208"/>
                  </a:lnTo>
                  <a:lnTo>
                    <a:pt x="865" y="2078"/>
                  </a:lnTo>
                  <a:lnTo>
                    <a:pt x="937" y="1952"/>
                  </a:lnTo>
                  <a:lnTo>
                    <a:pt x="1015" y="1830"/>
                  </a:lnTo>
                  <a:lnTo>
                    <a:pt x="1100" y="1711"/>
                  </a:lnTo>
                  <a:lnTo>
                    <a:pt x="1189" y="1598"/>
                  </a:lnTo>
                  <a:lnTo>
                    <a:pt x="1283" y="1488"/>
                  </a:lnTo>
                  <a:lnTo>
                    <a:pt x="1384" y="1384"/>
                  </a:lnTo>
                  <a:lnTo>
                    <a:pt x="1488" y="1285"/>
                  </a:lnTo>
                  <a:lnTo>
                    <a:pt x="1597" y="1189"/>
                  </a:lnTo>
                  <a:lnTo>
                    <a:pt x="1711" y="1100"/>
                  </a:lnTo>
                  <a:lnTo>
                    <a:pt x="1829" y="1017"/>
                  </a:lnTo>
                  <a:lnTo>
                    <a:pt x="1952" y="937"/>
                  </a:lnTo>
                  <a:lnTo>
                    <a:pt x="2077" y="865"/>
                  </a:lnTo>
                  <a:lnTo>
                    <a:pt x="2208" y="799"/>
                  </a:lnTo>
                  <a:lnTo>
                    <a:pt x="2340" y="739"/>
                  </a:lnTo>
                  <a:lnTo>
                    <a:pt x="2478" y="685"/>
                  </a:lnTo>
                  <a:lnTo>
                    <a:pt x="2617" y="637"/>
                  </a:lnTo>
                  <a:lnTo>
                    <a:pt x="2760" y="596"/>
                  </a:lnTo>
                  <a:lnTo>
                    <a:pt x="2906" y="563"/>
                  </a:lnTo>
                  <a:lnTo>
                    <a:pt x="3054" y="537"/>
                  </a:lnTo>
                  <a:lnTo>
                    <a:pt x="3204" y="517"/>
                  </a:lnTo>
                  <a:lnTo>
                    <a:pt x="3358" y="506"/>
                  </a:lnTo>
                  <a:lnTo>
                    <a:pt x="3512" y="502"/>
                  </a:lnTo>
                  <a:lnTo>
                    <a:pt x="3525" y="502"/>
                  </a:lnTo>
                  <a:lnTo>
                    <a:pt x="3538" y="501"/>
                  </a:lnTo>
                  <a:lnTo>
                    <a:pt x="3550" y="499"/>
                  </a:lnTo>
                  <a:lnTo>
                    <a:pt x="3562" y="497"/>
                  </a:lnTo>
                  <a:lnTo>
                    <a:pt x="3574" y="494"/>
                  </a:lnTo>
                  <a:lnTo>
                    <a:pt x="3587" y="491"/>
                  </a:lnTo>
                  <a:lnTo>
                    <a:pt x="3599" y="487"/>
                  </a:lnTo>
                  <a:lnTo>
                    <a:pt x="3610" y="482"/>
                  </a:lnTo>
                  <a:lnTo>
                    <a:pt x="3621" y="477"/>
                  </a:lnTo>
                  <a:lnTo>
                    <a:pt x="3632" y="472"/>
                  </a:lnTo>
                  <a:lnTo>
                    <a:pt x="3643" y="466"/>
                  </a:lnTo>
                  <a:lnTo>
                    <a:pt x="3653" y="459"/>
                  </a:lnTo>
                  <a:lnTo>
                    <a:pt x="3663" y="452"/>
                  </a:lnTo>
                  <a:lnTo>
                    <a:pt x="3672" y="445"/>
                  </a:lnTo>
                  <a:lnTo>
                    <a:pt x="3681" y="437"/>
                  </a:lnTo>
                  <a:lnTo>
                    <a:pt x="3690" y="429"/>
                  </a:lnTo>
                  <a:lnTo>
                    <a:pt x="3698" y="420"/>
                  </a:lnTo>
                  <a:lnTo>
                    <a:pt x="3706" y="411"/>
                  </a:lnTo>
                  <a:lnTo>
                    <a:pt x="3713" y="402"/>
                  </a:lnTo>
                  <a:lnTo>
                    <a:pt x="3720" y="391"/>
                  </a:lnTo>
                  <a:lnTo>
                    <a:pt x="3727" y="381"/>
                  </a:lnTo>
                  <a:lnTo>
                    <a:pt x="3733" y="370"/>
                  </a:lnTo>
                  <a:lnTo>
                    <a:pt x="3738" y="359"/>
                  </a:lnTo>
                  <a:lnTo>
                    <a:pt x="3743" y="348"/>
                  </a:lnTo>
                  <a:lnTo>
                    <a:pt x="3748" y="337"/>
                  </a:lnTo>
                  <a:lnTo>
                    <a:pt x="3752" y="325"/>
                  </a:lnTo>
                  <a:lnTo>
                    <a:pt x="3755" y="313"/>
                  </a:lnTo>
                  <a:lnTo>
                    <a:pt x="3758" y="301"/>
                  </a:lnTo>
                  <a:lnTo>
                    <a:pt x="3760" y="289"/>
                  </a:lnTo>
                  <a:lnTo>
                    <a:pt x="3762" y="276"/>
                  </a:lnTo>
                  <a:lnTo>
                    <a:pt x="3763" y="264"/>
                  </a:lnTo>
                  <a:lnTo>
                    <a:pt x="3763" y="251"/>
                  </a:lnTo>
                  <a:lnTo>
                    <a:pt x="3763" y="238"/>
                  </a:lnTo>
                  <a:lnTo>
                    <a:pt x="3762" y="225"/>
                  </a:lnTo>
                  <a:lnTo>
                    <a:pt x="3760" y="213"/>
                  </a:lnTo>
                  <a:lnTo>
                    <a:pt x="3758" y="201"/>
                  </a:lnTo>
                  <a:lnTo>
                    <a:pt x="3755" y="188"/>
                  </a:lnTo>
                  <a:lnTo>
                    <a:pt x="3752" y="177"/>
                  </a:lnTo>
                  <a:lnTo>
                    <a:pt x="3748" y="165"/>
                  </a:lnTo>
                  <a:lnTo>
                    <a:pt x="3743" y="154"/>
                  </a:lnTo>
                  <a:lnTo>
                    <a:pt x="3738" y="143"/>
                  </a:lnTo>
                  <a:lnTo>
                    <a:pt x="3733" y="132"/>
                  </a:lnTo>
                  <a:lnTo>
                    <a:pt x="3727" y="120"/>
                  </a:lnTo>
                  <a:lnTo>
                    <a:pt x="3720" y="110"/>
                  </a:lnTo>
                  <a:lnTo>
                    <a:pt x="3713" y="100"/>
                  </a:lnTo>
                  <a:lnTo>
                    <a:pt x="3706" y="91"/>
                  </a:lnTo>
                  <a:lnTo>
                    <a:pt x="3698" y="82"/>
                  </a:lnTo>
                  <a:lnTo>
                    <a:pt x="3690" y="73"/>
                  </a:lnTo>
                  <a:lnTo>
                    <a:pt x="3681" y="65"/>
                  </a:lnTo>
                  <a:lnTo>
                    <a:pt x="3672" y="57"/>
                  </a:lnTo>
                  <a:lnTo>
                    <a:pt x="3663" y="50"/>
                  </a:lnTo>
                  <a:lnTo>
                    <a:pt x="3653" y="43"/>
                  </a:lnTo>
                  <a:lnTo>
                    <a:pt x="3643" y="36"/>
                  </a:lnTo>
                  <a:lnTo>
                    <a:pt x="3632" y="30"/>
                  </a:lnTo>
                  <a:lnTo>
                    <a:pt x="3621" y="25"/>
                  </a:lnTo>
                  <a:lnTo>
                    <a:pt x="3610" y="20"/>
                  </a:lnTo>
                  <a:lnTo>
                    <a:pt x="3599" y="15"/>
                  </a:lnTo>
                  <a:lnTo>
                    <a:pt x="3587" y="11"/>
                  </a:lnTo>
                  <a:lnTo>
                    <a:pt x="3574" y="8"/>
                  </a:lnTo>
                  <a:lnTo>
                    <a:pt x="3562" y="5"/>
                  </a:lnTo>
                  <a:lnTo>
                    <a:pt x="3550" y="3"/>
                  </a:lnTo>
                  <a:lnTo>
                    <a:pt x="3538" y="1"/>
                  </a:lnTo>
                  <a:lnTo>
                    <a:pt x="3525" y="0"/>
                  </a:lnTo>
                  <a:lnTo>
                    <a:pt x="35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grpSp>
      <p:grpSp>
        <p:nvGrpSpPr>
          <p:cNvPr id="57" name="Group 56"/>
          <p:cNvGrpSpPr/>
          <p:nvPr/>
        </p:nvGrpSpPr>
        <p:grpSpPr>
          <a:xfrm>
            <a:off x="1439695" y="3678238"/>
            <a:ext cx="475918" cy="401521"/>
            <a:chOff x="3714750" y="2139950"/>
            <a:chExt cx="690563" cy="582613"/>
          </a:xfrm>
          <a:solidFill>
            <a:schemeClr val="bg1"/>
          </a:solidFill>
        </p:grpSpPr>
        <p:sp>
          <p:nvSpPr>
            <p:cNvPr id="85" name="Freeform 84"/>
            <p:cNvSpPr>
              <a:spLocks noEditPoints="1"/>
            </p:cNvSpPr>
            <p:nvPr/>
          </p:nvSpPr>
          <p:spPr bwMode="auto">
            <a:xfrm>
              <a:off x="3887788" y="2290763"/>
              <a:ext cx="344488" cy="346075"/>
            </a:xfrm>
            <a:custGeom>
              <a:avLst/>
              <a:gdLst>
                <a:gd name="T0" fmla="*/ 5872 w 8047"/>
                <a:gd name="T1" fmla="*/ 6409 h 8046"/>
                <a:gd name="T2" fmla="*/ 5238 w 8047"/>
                <a:gd name="T3" fmla="*/ 6786 h 8046"/>
                <a:gd name="T4" fmla="*/ 4543 w 8047"/>
                <a:gd name="T5" fmla="*/ 6995 h 8046"/>
                <a:gd name="T6" fmla="*/ 3820 w 8047"/>
                <a:gd name="T7" fmla="*/ 7033 h 8046"/>
                <a:gd name="T8" fmla="*/ 3106 w 8047"/>
                <a:gd name="T9" fmla="*/ 6898 h 8046"/>
                <a:gd name="T10" fmla="*/ 2431 w 8047"/>
                <a:gd name="T11" fmla="*/ 6587 h 8046"/>
                <a:gd name="T12" fmla="*/ 1836 w 8047"/>
                <a:gd name="T13" fmla="*/ 6102 h 8046"/>
                <a:gd name="T14" fmla="*/ 1391 w 8047"/>
                <a:gd name="T15" fmla="*/ 5499 h 8046"/>
                <a:gd name="T16" fmla="*/ 1113 w 8047"/>
                <a:gd name="T17" fmla="*/ 4824 h 8046"/>
                <a:gd name="T18" fmla="*/ 1007 w 8047"/>
                <a:gd name="T19" fmla="*/ 4110 h 8046"/>
                <a:gd name="T20" fmla="*/ 1073 w 8047"/>
                <a:gd name="T21" fmla="*/ 3388 h 8046"/>
                <a:gd name="T22" fmla="*/ 1314 w 8047"/>
                <a:gd name="T23" fmla="*/ 2694 h 8046"/>
                <a:gd name="T24" fmla="*/ 1733 w 8047"/>
                <a:gd name="T25" fmla="*/ 2059 h 8046"/>
                <a:gd name="T26" fmla="*/ 2295 w 8047"/>
                <a:gd name="T27" fmla="*/ 1548 h 8046"/>
                <a:gd name="T28" fmla="*/ 2945 w 8047"/>
                <a:gd name="T29" fmla="*/ 1204 h 8046"/>
                <a:gd name="T30" fmla="*/ 3647 w 8047"/>
                <a:gd name="T31" fmla="*/ 1029 h 8046"/>
                <a:gd name="T32" fmla="*/ 4371 w 8047"/>
                <a:gd name="T33" fmla="*/ 1025 h 8046"/>
                <a:gd name="T34" fmla="*/ 5081 w 8047"/>
                <a:gd name="T35" fmla="*/ 1196 h 8046"/>
                <a:gd name="T36" fmla="*/ 5743 w 8047"/>
                <a:gd name="T37" fmla="*/ 1543 h 8046"/>
                <a:gd name="T38" fmla="*/ 6314 w 8047"/>
                <a:gd name="T39" fmla="*/ 2057 h 8046"/>
                <a:gd name="T40" fmla="*/ 6724 w 8047"/>
                <a:gd name="T41" fmla="*/ 2677 h 8046"/>
                <a:gd name="T42" fmla="*/ 6968 w 8047"/>
                <a:gd name="T43" fmla="*/ 3362 h 8046"/>
                <a:gd name="T44" fmla="*/ 7040 w 8047"/>
                <a:gd name="T45" fmla="*/ 4081 h 8046"/>
                <a:gd name="T46" fmla="*/ 6940 w 8047"/>
                <a:gd name="T47" fmla="*/ 4799 h 8046"/>
                <a:gd name="T48" fmla="*/ 6663 w 8047"/>
                <a:gd name="T49" fmla="*/ 5485 h 8046"/>
                <a:gd name="T50" fmla="*/ 4024 w 8047"/>
                <a:gd name="T51" fmla="*/ 0 h 8046"/>
                <a:gd name="T52" fmla="*/ 3018 w 8047"/>
                <a:gd name="T53" fmla="*/ 125 h 8046"/>
                <a:gd name="T54" fmla="*/ 2105 w 8047"/>
                <a:gd name="T55" fmla="*/ 485 h 8046"/>
                <a:gd name="T56" fmla="*/ 1318 w 8047"/>
                <a:gd name="T57" fmla="*/ 1044 h 8046"/>
                <a:gd name="T58" fmla="*/ 687 w 8047"/>
                <a:gd name="T59" fmla="*/ 1773 h 8046"/>
                <a:gd name="T60" fmla="*/ 243 w 8047"/>
                <a:gd name="T61" fmla="*/ 2639 h 8046"/>
                <a:gd name="T62" fmla="*/ 20 w 8047"/>
                <a:gd name="T63" fmla="*/ 3611 h 8046"/>
                <a:gd name="T64" fmla="*/ 46 w 8047"/>
                <a:gd name="T65" fmla="*/ 4636 h 8046"/>
                <a:gd name="T66" fmla="*/ 316 w 8047"/>
                <a:gd name="T67" fmla="*/ 5590 h 8046"/>
                <a:gd name="T68" fmla="*/ 798 w 8047"/>
                <a:gd name="T69" fmla="*/ 6431 h 8046"/>
                <a:gd name="T70" fmla="*/ 1463 w 8047"/>
                <a:gd name="T71" fmla="*/ 7128 h 8046"/>
                <a:gd name="T72" fmla="*/ 2278 w 8047"/>
                <a:gd name="T73" fmla="*/ 7650 h 8046"/>
                <a:gd name="T74" fmla="*/ 3212 w 8047"/>
                <a:gd name="T75" fmla="*/ 7965 h 8046"/>
                <a:gd name="T76" fmla="*/ 4231 w 8047"/>
                <a:gd name="T77" fmla="*/ 8041 h 8046"/>
                <a:gd name="T78" fmla="*/ 5220 w 8047"/>
                <a:gd name="T79" fmla="*/ 7866 h 8046"/>
                <a:gd name="T80" fmla="*/ 6110 w 8047"/>
                <a:gd name="T81" fmla="*/ 7464 h 8046"/>
                <a:gd name="T82" fmla="*/ 6868 w 8047"/>
                <a:gd name="T83" fmla="*/ 6868 h 8046"/>
                <a:gd name="T84" fmla="*/ 7465 w 8047"/>
                <a:gd name="T85" fmla="*/ 6110 h 8046"/>
                <a:gd name="T86" fmla="*/ 7866 w 8047"/>
                <a:gd name="T87" fmla="*/ 5220 h 8046"/>
                <a:gd name="T88" fmla="*/ 8042 w 8047"/>
                <a:gd name="T89" fmla="*/ 4230 h 8046"/>
                <a:gd name="T90" fmla="*/ 7966 w 8047"/>
                <a:gd name="T91" fmla="*/ 3212 h 8046"/>
                <a:gd name="T92" fmla="*/ 7650 w 8047"/>
                <a:gd name="T93" fmla="*/ 2278 h 8046"/>
                <a:gd name="T94" fmla="*/ 7128 w 8047"/>
                <a:gd name="T95" fmla="*/ 1463 h 8046"/>
                <a:gd name="T96" fmla="*/ 6431 w 8047"/>
                <a:gd name="T97" fmla="*/ 798 h 8046"/>
                <a:gd name="T98" fmla="*/ 5590 w 8047"/>
                <a:gd name="T99" fmla="*/ 316 h 8046"/>
                <a:gd name="T100" fmla="*/ 4636 w 8047"/>
                <a:gd name="T101" fmla="*/ 46 h 8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047" h="8046">
                  <a:moveTo>
                    <a:pt x="6314" y="5986"/>
                  </a:moveTo>
                  <a:lnTo>
                    <a:pt x="6210" y="6102"/>
                  </a:lnTo>
                  <a:lnTo>
                    <a:pt x="6102" y="6210"/>
                  </a:lnTo>
                  <a:lnTo>
                    <a:pt x="5989" y="6313"/>
                  </a:lnTo>
                  <a:lnTo>
                    <a:pt x="5872" y="6409"/>
                  </a:lnTo>
                  <a:lnTo>
                    <a:pt x="5752" y="6497"/>
                  </a:lnTo>
                  <a:lnTo>
                    <a:pt x="5627" y="6580"/>
                  </a:lnTo>
                  <a:lnTo>
                    <a:pt x="5500" y="6655"/>
                  </a:lnTo>
                  <a:lnTo>
                    <a:pt x="5370" y="6724"/>
                  </a:lnTo>
                  <a:lnTo>
                    <a:pt x="5238" y="6786"/>
                  </a:lnTo>
                  <a:lnTo>
                    <a:pt x="5102" y="6842"/>
                  </a:lnTo>
                  <a:lnTo>
                    <a:pt x="4964" y="6890"/>
                  </a:lnTo>
                  <a:lnTo>
                    <a:pt x="4825" y="6933"/>
                  </a:lnTo>
                  <a:lnTo>
                    <a:pt x="4684" y="6967"/>
                  </a:lnTo>
                  <a:lnTo>
                    <a:pt x="4543" y="6995"/>
                  </a:lnTo>
                  <a:lnTo>
                    <a:pt x="4399" y="7017"/>
                  </a:lnTo>
                  <a:lnTo>
                    <a:pt x="4255" y="7031"/>
                  </a:lnTo>
                  <a:lnTo>
                    <a:pt x="4110" y="7039"/>
                  </a:lnTo>
                  <a:lnTo>
                    <a:pt x="3965" y="7039"/>
                  </a:lnTo>
                  <a:lnTo>
                    <a:pt x="3820" y="7033"/>
                  </a:lnTo>
                  <a:lnTo>
                    <a:pt x="3676" y="7020"/>
                  </a:lnTo>
                  <a:lnTo>
                    <a:pt x="3533" y="7000"/>
                  </a:lnTo>
                  <a:lnTo>
                    <a:pt x="3389" y="6973"/>
                  </a:lnTo>
                  <a:lnTo>
                    <a:pt x="3247" y="6940"/>
                  </a:lnTo>
                  <a:lnTo>
                    <a:pt x="3106" y="6898"/>
                  </a:lnTo>
                  <a:lnTo>
                    <a:pt x="2966" y="6850"/>
                  </a:lnTo>
                  <a:lnTo>
                    <a:pt x="2829" y="6795"/>
                  </a:lnTo>
                  <a:lnTo>
                    <a:pt x="2695" y="6732"/>
                  </a:lnTo>
                  <a:lnTo>
                    <a:pt x="2562" y="6663"/>
                  </a:lnTo>
                  <a:lnTo>
                    <a:pt x="2431" y="6587"/>
                  </a:lnTo>
                  <a:lnTo>
                    <a:pt x="2304" y="6503"/>
                  </a:lnTo>
                  <a:lnTo>
                    <a:pt x="2181" y="6412"/>
                  </a:lnTo>
                  <a:lnTo>
                    <a:pt x="2060" y="6314"/>
                  </a:lnTo>
                  <a:lnTo>
                    <a:pt x="1944" y="6209"/>
                  </a:lnTo>
                  <a:lnTo>
                    <a:pt x="1836" y="6102"/>
                  </a:lnTo>
                  <a:lnTo>
                    <a:pt x="1733" y="5988"/>
                  </a:lnTo>
                  <a:lnTo>
                    <a:pt x="1637" y="5871"/>
                  </a:lnTo>
                  <a:lnTo>
                    <a:pt x="1549" y="5751"/>
                  </a:lnTo>
                  <a:lnTo>
                    <a:pt x="1466" y="5627"/>
                  </a:lnTo>
                  <a:lnTo>
                    <a:pt x="1391" y="5499"/>
                  </a:lnTo>
                  <a:lnTo>
                    <a:pt x="1322" y="5369"/>
                  </a:lnTo>
                  <a:lnTo>
                    <a:pt x="1260" y="5237"/>
                  </a:lnTo>
                  <a:lnTo>
                    <a:pt x="1204" y="5101"/>
                  </a:lnTo>
                  <a:lnTo>
                    <a:pt x="1156" y="4964"/>
                  </a:lnTo>
                  <a:lnTo>
                    <a:pt x="1113" y="4824"/>
                  </a:lnTo>
                  <a:lnTo>
                    <a:pt x="1079" y="4683"/>
                  </a:lnTo>
                  <a:lnTo>
                    <a:pt x="1050" y="4542"/>
                  </a:lnTo>
                  <a:lnTo>
                    <a:pt x="1029" y="4399"/>
                  </a:lnTo>
                  <a:lnTo>
                    <a:pt x="1015" y="4254"/>
                  </a:lnTo>
                  <a:lnTo>
                    <a:pt x="1007" y="4110"/>
                  </a:lnTo>
                  <a:lnTo>
                    <a:pt x="1006" y="3965"/>
                  </a:lnTo>
                  <a:lnTo>
                    <a:pt x="1013" y="3820"/>
                  </a:lnTo>
                  <a:lnTo>
                    <a:pt x="1026" y="3675"/>
                  </a:lnTo>
                  <a:lnTo>
                    <a:pt x="1046" y="3532"/>
                  </a:lnTo>
                  <a:lnTo>
                    <a:pt x="1073" y="3388"/>
                  </a:lnTo>
                  <a:lnTo>
                    <a:pt x="1107" y="3246"/>
                  </a:lnTo>
                  <a:lnTo>
                    <a:pt x="1149" y="3105"/>
                  </a:lnTo>
                  <a:lnTo>
                    <a:pt x="1197" y="2966"/>
                  </a:lnTo>
                  <a:lnTo>
                    <a:pt x="1251" y="2828"/>
                  </a:lnTo>
                  <a:lnTo>
                    <a:pt x="1314" y="2694"/>
                  </a:lnTo>
                  <a:lnTo>
                    <a:pt x="1384" y="2561"/>
                  </a:lnTo>
                  <a:lnTo>
                    <a:pt x="1460" y="2430"/>
                  </a:lnTo>
                  <a:lnTo>
                    <a:pt x="1544" y="2303"/>
                  </a:lnTo>
                  <a:lnTo>
                    <a:pt x="1634" y="2180"/>
                  </a:lnTo>
                  <a:lnTo>
                    <a:pt x="1733" y="2059"/>
                  </a:lnTo>
                  <a:lnTo>
                    <a:pt x="1837" y="1943"/>
                  </a:lnTo>
                  <a:lnTo>
                    <a:pt x="1945" y="1835"/>
                  </a:lnTo>
                  <a:lnTo>
                    <a:pt x="2058" y="1732"/>
                  </a:lnTo>
                  <a:lnTo>
                    <a:pt x="2175" y="1637"/>
                  </a:lnTo>
                  <a:lnTo>
                    <a:pt x="2295" y="1548"/>
                  </a:lnTo>
                  <a:lnTo>
                    <a:pt x="2419" y="1465"/>
                  </a:lnTo>
                  <a:lnTo>
                    <a:pt x="2547" y="1390"/>
                  </a:lnTo>
                  <a:lnTo>
                    <a:pt x="2677" y="1322"/>
                  </a:lnTo>
                  <a:lnTo>
                    <a:pt x="2809" y="1259"/>
                  </a:lnTo>
                  <a:lnTo>
                    <a:pt x="2945" y="1204"/>
                  </a:lnTo>
                  <a:lnTo>
                    <a:pt x="3082" y="1156"/>
                  </a:lnTo>
                  <a:lnTo>
                    <a:pt x="3222" y="1113"/>
                  </a:lnTo>
                  <a:lnTo>
                    <a:pt x="3363" y="1078"/>
                  </a:lnTo>
                  <a:lnTo>
                    <a:pt x="3504" y="1050"/>
                  </a:lnTo>
                  <a:lnTo>
                    <a:pt x="3647" y="1029"/>
                  </a:lnTo>
                  <a:lnTo>
                    <a:pt x="3792" y="1014"/>
                  </a:lnTo>
                  <a:lnTo>
                    <a:pt x="3936" y="1007"/>
                  </a:lnTo>
                  <a:lnTo>
                    <a:pt x="4081" y="1006"/>
                  </a:lnTo>
                  <a:lnTo>
                    <a:pt x="4226" y="1012"/>
                  </a:lnTo>
                  <a:lnTo>
                    <a:pt x="4371" y="1025"/>
                  </a:lnTo>
                  <a:lnTo>
                    <a:pt x="4514" y="1045"/>
                  </a:lnTo>
                  <a:lnTo>
                    <a:pt x="4658" y="1072"/>
                  </a:lnTo>
                  <a:lnTo>
                    <a:pt x="4800" y="1106"/>
                  </a:lnTo>
                  <a:lnTo>
                    <a:pt x="4941" y="1148"/>
                  </a:lnTo>
                  <a:lnTo>
                    <a:pt x="5081" y="1196"/>
                  </a:lnTo>
                  <a:lnTo>
                    <a:pt x="5218" y="1251"/>
                  </a:lnTo>
                  <a:lnTo>
                    <a:pt x="5353" y="1313"/>
                  </a:lnTo>
                  <a:lnTo>
                    <a:pt x="5486" y="1383"/>
                  </a:lnTo>
                  <a:lnTo>
                    <a:pt x="5616" y="1459"/>
                  </a:lnTo>
                  <a:lnTo>
                    <a:pt x="5743" y="1543"/>
                  </a:lnTo>
                  <a:lnTo>
                    <a:pt x="5866" y="1633"/>
                  </a:lnTo>
                  <a:lnTo>
                    <a:pt x="5987" y="1732"/>
                  </a:lnTo>
                  <a:lnTo>
                    <a:pt x="6103" y="1836"/>
                  </a:lnTo>
                  <a:lnTo>
                    <a:pt x="6211" y="1944"/>
                  </a:lnTo>
                  <a:lnTo>
                    <a:pt x="6314" y="2057"/>
                  </a:lnTo>
                  <a:lnTo>
                    <a:pt x="6409" y="2174"/>
                  </a:lnTo>
                  <a:lnTo>
                    <a:pt x="6498" y="2294"/>
                  </a:lnTo>
                  <a:lnTo>
                    <a:pt x="6581" y="2419"/>
                  </a:lnTo>
                  <a:lnTo>
                    <a:pt x="6656" y="2546"/>
                  </a:lnTo>
                  <a:lnTo>
                    <a:pt x="6724" y="2677"/>
                  </a:lnTo>
                  <a:lnTo>
                    <a:pt x="6787" y="2809"/>
                  </a:lnTo>
                  <a:lnTo>
                    <a:pt x="6842" y="2944"/>
                  </a:lnTo>
                  <a:lnTo>
                    <a:pt x="6890" y="3082"/>
                  </a:lnTo>
                  <a:lnTo>
                    <a:pt x="6933" y="3221"/>
                  </a:lnTo>
                  <a:lnTo>
                    <a:pt x="6968" y="3362"/>
                  </a:lnTo>
                  <a:lnTo>
                    <a:pt x="6996" y="3503"/>
                  </a:lnTo>
                  <a:lnTo>
                    <a:pt x="7017" y="3647"/>
                  </a:lnTo>
                  <a:lnTo>
                    <a:pt x="7032" y="3791"/>
                  </a:lnTo>
                  <a:lnTo>
                    <a:pt x="7039" y="3936"/>
                  </a:lnTo>
                  <a:lnTo>
                    <a:pt x="7040" y="4081"/>
                  </a:lnTo>
                  <a:lnTo>
                    <a:pt x="7034" y="4226"/>
                  </a:lnTo>
                  <a:lnTo>
                    <a:pt x="7021" y="4369"/>
                  </a:lnTo>
                  <a:lnTo>
                    <a:pt x="7001" y="4514"/>
                  </a:lnTo>
                  <a:lnTo>
                    <a:pt x="6974" y="4657"/>
                  </a:lnTo>
                  <a:lnTo>
                    <a:pt x="6940" y="4799"/>
                  </a:lnTo>
                  <a:lnTo>
                    <a:pt x="6898" y="4940"/>
                  </a:lnTo>
                  <a:lnTo>
                    <a:pt x="6850" y="5080"/>
                  </a:lnTo>
                  <a:lnTo>
                    <a:pt x="6795" y="5216"/>
                  </a:lnTo>
                  <a:lnTo>
                    <a:pt x="6732" y="5352"/>
                  </a:lnTo>
                  <a:lnTo>
                    <a:pt x="6663" y="5485"/>
                  </a:lnTo>
                  <a:lnTo>
                    <a:pt x="6587" y="5615"/>
                  </a:lnTo>
                  <a:lnTo>
                    <a:pt x="6503" y="5742"/>
                  </a:lnTo>
                  <a:lnTo>
                    <a:pt x="6413" y="5866"/>
                  </a:lnTo>
                  <a:lnTo>
                    <a:pt x="6314" y="5986"/>
                  </a:lnTo>
                  <a:close/>
                  <a:moveTo>
                    <a:pt x="4024" y="0"/>
                  </a:moveTo>
                  <a:lnTo>
                    <a:pt x="3816" y="5"/>
                  </a:lnTo>
                  <a:lnTo>
                    <a:pt x="3612" y="20"/>
                  </a:lnTo>
                  <a:lnTo>
                    <a:pt x="3410" y="46"/>
                  </a:lnTo>
                  <a:lnTo>
                    <a:pt x="3212" y="81"/>
                  </a:lnTo>
                  <a:lnTo>
                    <a:pt x="3018" y="125"/>
                  </a:lnTo>
                  <a:lnTo>
                    <a:pt x="2826" y="180"/>
                  </a:lnTo>
                  <a:lnTo>
                    <a:pt x="2639" y="243"/>
                  </a:lnTo>
                  <a:lnTo>
                    <a:pt x="2456" y="316"/>
                  </a:lnTo>
                  <a:lnTo>
                    <a:pt x="2278" y="396"/>
                  </a:lnTo>
                  <a:lnTo>
                    <a:pt x="2105" y="485"/>
                  </a:lnTo>
                  <a:lnTo>
                    <a:pt x="1936" y="582"/>
                  </a:lnTo>
                  <a:lnTo>
                    <a:pt x="1773" y="687"/>
                  </a:lnTo>
                  <a:lnTo>
                    <a:pt x="1615" y="798"/>
                  </a:lnTo>
                  <a:lnTo>
                    <a:pt x="1463" y="918"/>
                  </a:lnTo>
                  <a:lnTo>
                    <a:pt x="1318" y="1044"/>
                  </a:lnTo>
                  <a:lnTo>
                    <a:pt x="1178" y="1178"/>
                  </a:lnTo>
                  <a:lnTo>
                    <a:pt x="1045" y="1318"/>
                  </a:lnTo>
                  <a:lnTo>
                    <a:pt x="918" y="1463"/>
                  </a:lnTo>
                  <a:lnTo>
                    <a:pt x="798" y="1615"/>
                  </a:lnTo>
                  <a:lnTo>
                    <a:pt x="687" y="1773"/>
                  </a:lnTo>
                  <a:lnTo>
                    <a:pt x="582" y="1936"/>
                  </a:lnTo>
                  <a:lnTo>
                    <a:pt x="485" y="2105"/>
                  </a:lnTo>
                  <a:lnTo>
                    <a:pt x="396" y="2278"/>
                  </a:lnTo>
                  <a:lnTo>
                    <a:pt x="316" y="2456"/>
                  </a:lnTo>
                  <a:lnTo>
                    <a:pt x="243" y="2639"/>
                  </a:lnTo>
                  <a:lnTo>
                    <a:pt x="181" y="2826"/>
                  </a:lnTo>
                  <a:lnTo>
                    <a:pt x="126" y="3018"/>
                  </a:lnTo>
                  <a:lnTo>
                    <a:pt x="81" y="3212"/>
                  </a:lnTo>
                  <a:lnTo>
                    <a:pt x="46" y="3410"/>
                  </a:lnTo>
                  <a:lnTo>
                    <a:pt x="20" y="3611"/>
                  </a:lnTo>
                  <a:lnTo>
                    <a:pt x="5" y="3816"/>
                  </a:lnTo>
                  <a:lnTo>
                    <a:pt x="0" y="4022"/>
                  </a:lnTo>
                  <a:lnTo>
                    <a:pt x="5" y="4230"/>
                  </a:lnTo>
                  <a:lnTo>
                    <a:pt x="20" y="4434"/>
                  </a:lnTo>
                  <a:lnTo>
                    <a:pt x="46" y="4636"/>
                  </a:lnTo>
                  <a:lnTo>
                    <a:pt x="81" y="4834"/>
                  </a:lnTo>
                  <a:lnTo>
                    <a:pt x="126" y="5028"/>
                  </a:lnTo>
                  <a:lnTo>
                    <a:pt x="181" y="5220"/>
                  </a:lnTo>
                  <a:lnTo>
                    <a:pt x="243" y="5407"/>
                  </a:lnTo>
                  <a:lnTo>
                    <a:pt x="316" y="5590"/>
                  </a:lnTo>
                  <a:lnTo>
                    <a:pt x="396" y="5768"/>
                  </a:lnTo>
                  <a:lnTo>
                    <a:pt x="485" y="5941"/>
                  </a:lnTo>
                  <a:lnTo>
                    <a:pt x="582" y="6110"/>
                  </a:lnTo>
                  <a:lnTo>
                    <a:pt x="687" y="6273"/>
                  </a:lnTo>
                  <a:lnTo>
                    <a:pt x="798" y="6431"/>
                  </a:lnTo>
                  <a:lnTo>
                    <a:pt x="918" y="6583"/>
                  </a:lnTo>
                  <a:lnTo>
                    <a:pt x="1045" y="6728"/>
                  </a:lnTo>
                  <a:lnTo>
                    <a:pt x="1178" y="6868"/>
                  </a:lnTo>
                  <a:lnTo>
                    <a:pt x="1318" y="7001"/>
                  </a:lnTo>
                  <a:lnTo>
                    <a:pt x="1463" y="7128"/>
                  </a:lnTo>
                  <a:lnTo>
                    <a:pt x="1615" y="7247"/>
                  </a:lnTo>
                  <a:lnTo>
                    <a:pt x="1773" y="7359"/>
                  </a:lnTo>
                  <a:lnTo>
                    <a:pt x="1936" y="7464"/>
                  </a:lnTo>
                  <a:lnTo>
                    <a:pt x="2105" y="7561"/>
                  </a:lnTo>
                  <a:lnTo>
                    <a:pt x="2278" y="7650"/>
                  </a:lnTo>
                  <a:lnTo>
                    <a:pt x="2456" y="7730"/>
                  </a:lnTo>
                  <a:lnTo>
                    <a:pt x="2639" y="7803"/>
                  </a:lnTo>
                  <a:lnTo>
                    <a:pt x="2826" y="7866"/>
                  </a:lnTo>
                  <a:lnTo>
                    <a:pt x="3018" y="7919"/>
                  </a:lnTo>
                  <a:lnTo>
                    <a:pt x="3212" y="7965"/>
                  </a:lnTo>
                  <a:lnTo>
                    <a:pt x="3410" y="8000"/>
                  </a:lnTo>
                  <a:lnTo>
                    <a:pt x="3612" y="8026"/>
                  </a:lnTo>
                  <a:lnTo>
                    <a:pt x="3816" y="8041"/>
                  </a:lnTo>
                  <a:lnTo>
                    <a:pt x="4024" y="8046"/>
                  </a:lnTo>
                  <a:lnTo>
                    <a:pt x="4231" y="8041"/>
                  </a:lnTo>
                  <a:lnTo>
                    <a:pt x="4435" y="8026"/>
                  </a:lnTo>
                  <a:lnTo>
                    <a:pt x="4636" y="8000"/>
                  </a:lnTo>
                  <a:lnTo>
                    <a:pt x="4834" y="7965"/>
                  </a:lnTo>
                  <a:lnTo>
                    <a:pt x="5028" y="7919"/>
                  </a:lnTo>
                  <a:lnTo>
                    <a:pt x="5220" y="7866"/>
                  </a:lnTo>
                  <a:lnTo>
                    <a:pt x="5407" y="7803"/>
                  </a:lnTo>
                  <a:lnTo>
                    <a:pt x="5590" y="7730"/>
                  </a:lnTo>
                  <a:lnTo>
                    <a:pt x="5768" y="7650"/>
                  </a:lnTo>
                  <a:lnTo>
                    <a:pt x="5941" y="7561"/>
                  </a:lnTo>
                  <a:lnTo>
                    <a:pt x="6110" y="7464"/>
                  </a:lnTo>
                  <a:lnTo>
                    <a:pt x="6273" y="7359"/>
                  </a:lnTo>
                  <a:lnTo>
                    <a:pt x="6431" y="7247"/>
                  </a:lnTo>
                  <a:lnTo>
                    <a:pt x="6583" y="7128"/>
                  </a:lnTo>
                  <a:lnTo>
                    <a:pt x="6728" y="7001"/>
                  </a:lnTo>
                  <a:lnTo>
                    <a:pt x="6868" y="6868"/>
                  </a:lnTo>
                  <a:lnTo>
                    <a:pt x="7002" y="6728"/>
                  </a:lnTo>
                  <a:lnTo>
                    <a:pt x="7128" y="6583"/>
                  </a:lnTo>
                  <a:lnTo>
                    <a:pt x="7248" y="6431"/>
                  </a:lnTo>
                  <a:lnTo>
                    <a:pt x="7360" y="6273"/>
                  </a:lnTo>
                  <a:lnTo>
                    <a:pt x="7465" y="6110"/>
                  </a:lnTo>
                  <a:lnTo>
                    <a:pt x="7561" y="5941"/>
                  </a:lnTo>
                  <a:lnTo>
                    <a:pt x="7650" y="5768"/>
                  </a:lnTo>
                  <a:lnTo>
                    <a:pt x="7730" y="5590"/>
                  </a:lnTo>
                  <a:lnTo>
                    <a:pt x="7803" y="5407"/>
                  </a:lnTo>
                  <a:lnTo>
                    <a:pt x="7866" y="5220"/>
                  </a:lnTo>
                  <a:lnTo>
                    <a:pt x="7921" y="5028"/>
                  </a:lnTo>
                  <a:lnTo>
                    <a:pt x="7966" y="4834"/>
                  </a:lnTo>
                  <a:lnTo>
                    <a:pt x="8001" y="4636"/>
                  </a:lnTo>
                  <a:lnTo>
                    <a:pt x="8026" y="4434"/>
                  </a:lnTo>
                  <a:lnTo>
                    <a:pt x="8042" y="4230"/>
                  </a:lnTo>
                  <a:lnTo>
                    <a:pt x="8047" y="4022"/>
                  </a:lnTo>
                  <a:lnTo>
                    <a:pt x="8042" y="3816"/>
                  </a:lnTo>
                  <a:lnTo>
                    <a:pt x="8026" y="3611"/>
                  </a:lnTo>
                  <a:lnTo>
                    <a:pt x="8001" y="3410"/>
                  </a:lnTo>
                  <a:lnTo>
                    <a:pt x="7966" y="3212"/>
                  </a:lnTo>
                  <a:lnTo>
                    <a:pt x="7921" y="3018"/>
                  </a:lnTo>
                  <a:lnTo>
                    <a:pt x="7866" y="2826"/>
                  </a:lnTo>
                  <a:lnTo>
                    <a:pt x="7803" y="2639"/>
                  </a:lnTo>
                  <a:lnTo>
                    <a:pt x="7730" y="2456"/>
                  </a:lnTo>
                  <a:lnTo>
                    <a:pt x="7650" y="2278"/>
                  </a:lnTo>
                  <a:lnTo>
                    <a:pt x="7561" y="2105"/>
                  </a:lnTo>
                  <a:lnTo>
                    <a:pt x="7465" y="1936"/>
                  </a:lnTo>
                  <a:lnTo>
                    <a:pt x="7360" y="1773"/>
                  </a:lnTo>
                  <a:lnTo>
                    <a:pt x="7248" y="1615"/>
                  </a:lnTo>
                  <a:lnTo>
                    <a:pt x="7128" y="1463"/>
                  </a:lnTo>
                  <a:lnTo>
                    <a:pt x="7002" y="1318"/>
                  </a:lnTo>
                  <a:lnTo>
                    <a:pt x="6868" y="1178"/>
                  </a:lnTo>
                  <a:lnTo>
                    <a:pt x="6728" y="1044"/>
                  </a:lnTo>
                  <a:lnTo>
                    <a:pt x="6583" y="918"/>
                  </a:lnTo>
                  <a:lnTo>
                    <a:pt x="6431" y="798"/>
                  </a:lnTo>
                  <a:lnTo>
                    <a:pt x="6273" y="687"/>
                  </a:lnTo>
                  <a:lnTo>
                    <a:pt x="6110" y="582"/>
                  </a:lnTo>
                  <a:lnTo>
                    <a:pt x="5941" y="485"/>
                  </a:lnTo>
                  <a:lnTo>
                    <a:pt x="5768" y="396"/>
                  </a:lnTo>
                  <a:lnTo>
                    <a:pt x="5590" y="316"/>
                  </a:lnTo>
                  <a:lnTo>
                    <a:pt x="5407" y="243"/>
                  </a:lnTo>
                  <a:lnTo>
                    <a:pt x="5220" y="180"/>
                  </a:lnTo>
                  <a:lnTo>
                    <a:pt x="5028" y="125"/>
                  </a:lnTo>
                  <a:lnTo>
                    <a:pt x="4834" y="81"/>
                  </a:lnTo>
                  <a:lnTo>
                    <a:pt x="4636" y="46"/>
                  </a:lnTo>
                  <a:lnTo>
                    <a:pt x="4435" y="20"/>
                  </a:lnTo>
                  <a:lnTo>
                    <a:pt x="4231" y="5"/>
                  </a:lnTo>
                  <a:lnTo>
                    <a:pt x="40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86" name="Freeform 85"/>
            <p:cNvSpPr>
              <a:spLocks/>
            </p:cNvSpPr>
            <p:nvPr/>
          </p:nvSpPr>
          <p:spPr bwMode="auto">
            <a:xfrm>
              <a:off x="3973513" y="2378075"/>
              <a:ext cx="96838" cy="96838"/>
            </a:xfrm>
            <a:custGeom>
              <a:avLst/>
              <a:gdLst>
                <a:gd name="T0" fmla="*/ 1705 w 2263"/>
                <a:gd name="T1" fmla="*/ 23 h 2263"/>
                <a:gd name="T2" fmla="*/ 1319 w 2263"/>
                <a:gd name="T3" fmla="*/ 122 h 2263"/>
                <a:gd name="T4" fmla="*/ 968 w 2263"/>
                <a:gd name="T5" fmla="*/ 291 h 2263"/>
                <a:gd name="T6" fmla="*/ 659 w 2263"/>
                <a:gd name="T7" fmla="*/ 523 h 2263"/>
                <a:gd name="T8" fmla="*/ 399 w 2263"/>
                <a:gd name="T9" fmla="*/ 808 h 2263"/>
                <a:gd name="T10" fmla="*/ 198 w 2263"/>
                <a:gd name="T11" fmla="*/ 1139 h 2263"/>
                <a:gd name="T12" fmla="*/ 63 w 2263"/>
                <a:gd name="T13" fmla="*/ 1508 h 2263"/>
                <a:gd name="T14" fmla="*/ 3 w 2263"/>
                <a:gd name="T15" fmla="*/ 1908 h 2263"/>
                <a:gd name="T16" fmla="*/ 1 w 2263"/>
                <a:gd name="T17" fmla="*/ 2038 h 2263"/>
                <a:gd name="T18" fmla="*/ 11 w 2263"/>
                <a:gd name="T19" fmla="*/ 2087 h 2263"/>
                <a:gd name="T20" fmla="*/ 30 w 2263"/>
                <a:gd name="T21" fmla="*/ 2131 h 2263"/>
                <a:gd name="T22" fmla="*/ 57 w 2263"/>
                <a:gd name="T23" fmla="*/ 2171 h 2263"/>
                <a:gd name="T24" fmla="*/ 91 w 2263"/>
                <a:gd name="T25" fmla="*/ 2206 h 2263"/>
                <a:gd name="T26" fmla="*/ 131 w 2263"/>
                <a:gd name="T27" fmla="*/ 2233 h 2263"/>
                <a:gd name="T28" fmla="*/ 177 w 2263"/>
                <a:gd name="T29" fmla="*/ 2252 h 2263"/>
                <a:gd name="T30" fmla="*/ 225 w 2263"/>
                <a:gd name="T31" fmla="*/ 2262 h 2263"/>
                <a:gd name="T32" fmla="*/ 276 w 2263"/>
                <a:gd name="T33" fmla="*/ 2262 h 2263"/>
                <a:gd name="T34" fmla="*/ 326 w 2263"/>
                <a:gd name="T35" fmla="*/ 2252 h 2263"/>
                <a:gd name="T36" fmla="*/ 371 w 2263"/>
                <a:gd name="T37" fmla="*/ 2233 h 2263"/>
                <a:gd name="T38" fmla="*/ 411 w 2263"/>
                <a:gd name="T39" fmla="*/ 2206 h 2263"/>
                <a:gd name="T40" fmla="*/ 445 w 2263"/>
                <a:gd name="T41" fmla="*/ 2171 h 2263"/>
                <a:gd name="T42" fmla="*/ 472 w 2263"/>
                <a:gd name="T43" fmla="*/ 2131 h 2263"/>
                <a:gd name="T44" fmla="*/ 492 w 2263"/>
                <a:gd name="T45" fmla="*/ 2087 h 2263"/>
                <a:gd name="T46" fmla="*/ 502 w 2263"/>
                <a:gd name="T47" fmla="*/ 2038 h 2263"/>
                <a:gd name="T48" fmla="*/ 505 w 2263"/>
                <a:gd name="T49" fmla="*/ 1934 h 2263"/>
                <a:gd name="T50" fmla="*/ 550 w 2263"/>
                <a:gd name="T51" fmla="*/ 1634 h 2263"/>
                <a:gd name="T52" fmla="*/ 651 w 2263"/>
                <a:gd name="T53" fmla="*/ 1358 h 2263"/>
                <a:gd name="T54" fmla="*/ 802 w 2263"/>
                <a:gd name="T55" fmla="*/ 1109 h 2263"/>
                <a:gd name="T56" fmla="*/ 997 w 2263"/>
                <a:gd name="T57" fmla="*/ 895 h 2263"/>
                <a:gd name="T58" fmla="*/ 1229 w 2263"/>
                <a:gd name="T59" fmla="*/ 721 h 2263"/>
                <a:gd name="T60" fmla="*/ 1492 w 2263"/>
                <a:gd name="T61" fmla="*/ 594 h 2263"/>
                <a:gd name="T62" fmla="*/ 1781 w 2263"/>
                <a:gd name="T63" fmla="*/ 521 h 2263"/>
                <a:gd name="T64" fmla="*/ 2025 w 2263"/>
                <a:gd name="T65" fmla="*/ 503 h 2263"/>
                <a:gd name="T66" fmla="*/ 2074 w 2263"/>
                <a:gd name="T67" fmla="*/ 496 h 2263"/>
                <a:gd name="T68" fmla="*/ 2120 w 2263"/>
                <a:gd name="T69" fmla="*/ 478 h 2263"/>
                <a:gd name="T70" fmla="*/ 2161 w 2263"/>
                <a:gd name="T71" fmla="*/ 453 h 2263"/>
                <a:gd name="T72" fmla="*/ 2198 w 2263"/>
                <a:gd name="T73" fmla="*/ 420 h 2263"/>
                <a:gd name="T74" fmla="*/ 2227 w 2263"/>
                <a:gd name="T75" fmla="*/ 382 h 2263"/>
                <a:gd name="T76" fmla="*/ 2248 w 2263"/>
                <a:gd name="T77" fmla="*/ 338 h 2263"/>
                <a:gd name="T78" fmla="*/ 2260 w 2263"/>
                <a:gd name="T79" fmla="*/ 289 h 2263"/>
                <a:gd name="T80" fmla="*/ 2263 w 2263"/>
                <a:gd name="T81" fmla="*/ 239 h 2263"/>
                <a:gd name="T82" fmla="*/ 2255 w 2263"/>
                <a:gd name="T83" fmla="*/ 189 h 2263"/>
                <a:gd name="T84" fmla="*/ 2238 w 2263"/>
                <a:gd name="T85" fmla="*/ 142 h 2263"/>
                <a:gd name="T86" fmla="*/ 2213 w 2263"/>
                <a:gd name="T87" fmla="*/ 101 h 2263"/>
                <a:gd name="T88" fmla="*/ 2180 w 2263"/>
                <a:gd name="T89" fmla="*/ 65 h 2263"/>
                <a:gd name="T90" fmla="*/ 2141 w 2263"/>
                <a:gd name="T91" fmla="*/ 36 h 2263"/>
                <a:gd name="T92" fmla="*/ 2098 w 2263"/>
                <a:gd name="T93" fmla="*/ 15 h 2263"/>
                <a:gd name="T94" fmla="*/ 2050 w 2263"/>
                <a:gd name="T95" fmla="*/ 3 h 2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63" h="2263">
                  <a:moveTo>
                    <a:pt x="2012" y="0"/>
                  </a:moveTo>
                  <a:lnTo>
                    <a:pt x="1908" y="3"/>
                  </a:lnTo>
                  <a:lnTo>
                    <a:pt x="1806" y="11"/>
                  </a:lnTo>
                  <a:lnTo>
                    <a:pt x="1705" y="23"/>
                  </a:lnTo>
                  <a:lnTo>
                    <a:pt x="1606" y="41"/>
                  </a:lnTo>
                  <a:lnTo>
                    <a:pt x="1509" y="63"/>
                  </a:lnTo>
                  <a:lnTo>
                    <a:pt x="1413" y="90"/>
                  </a:lnTo>
                  <a:lnTo>
                    <a:pt x="1319" y="122"/>
                  </a:lnTo>
                  <a:lnTo>
                    <a:pt x="1229" y="158"/>
                  </a:lnTo>
                  <a:lnTo>
                    <a:pt x="1139" y="198"/>
                  </a:lnTo>
                  <a:lnTo>
                    <a:pt x="1053" y="243"/>
                  </a:lnTo>
                  <a:lnTo>
                    <a:pt x="968" y="291"/>
                  </a:lnTo>
                  <a:lnTo>
                    <a:pt x="887" y="344"/>
                  </a:lnTo>
                  <a:lnTo>
                    <a:pt x="807" y="400"/>
                  </a:lnTo>
                  <a:lnTo>
                    <a:pt x="732" y="459"/>
                  </a:lnTo>
                  <a:lnTo>
                    <a:pt x="659" y="523"/>
                  </a:lnTo>
                  <a:lnTo>
                    <a:pt x="589" y="589"/>
                  </a:lnTo>
                  <a:lnTo>
                    <a:pt x="523" y="658"/>
                  </a:lnTo>
                  <a:lnTo>
                    <a:pt x="459" y="732"/>
                  </a:lnTo>
                  <a:lnTo>
                    <a:pt x="399" y="808"/>
                  </a:lnTo>
                  <a:lnTo>
                    <a:pt x="344" y="887"/>
                  </a:lnTo>
                  <a:lnTo>
                    <a:pt x="290" y="968"/>
                  </a:lnTo>
                  <a:lnTo>
                    <a:pt x="242" y="1053"/>
                  </a:lnTo>
                  <a:lnTo>
                    <a:pt x="198" y="1139"/>
                  </a:lnTo>
                  <a:lnTo>
                    <a:pt x="158" y="1229"/>
                  </a:lnTo>
                  <a:lnTo>
                    <a:pt x="121" y="1319"/>
                  </a:lnTo>
                  <a:lnTo>
                    <a:pt x="90" y="1413"/>
                  </a:lnTo>
                  <a:lnTo>
                    <a:pt x="63" y="1508"/>
                  </a:lnTo>
                  <a:lnTo>
                    <a:pt x="41" y="1606"/>
                  </a:lnTo>
                  <a:lnTo>
                    <a:pt x="23" y="1705"/>
                  </a:lnTo>
                  <a:lnTo>
                    <a:pt x="10" y="1805"/>
                  </a:lnTo>
                  <a:lnTo>
                    <a:pt x="3" y="1908"/>
                  </a:lnTo>
                  <a:lnTo>
                    <a:pt x="0" y="2011"/>
                  </a:lnTo>
                  <a:lnTo>
                    <a:pt x="0" y="2011"/>
                  </a:lnTo>
                  <a:lnTo>
                    <a:pt x="0" y="2025"/>
                  </a:lnTo>
                  <a:lnTo>
                    <a:pt x="1" y="2038"/>
                  </a:lnTo>
                  <a:lnTo>
                    <a:pt x="3" y="2050"/>
                  </a:lnTo>
                  <a:lnTo>
                    <a:pt x="5" y="2063"/>
                  </a:lnTo>
                  <a:lnTo>
                    <a:pt x="8" y="2075"/>
                  </a:lnTo>
                  <a:lnTo>
                    <a:pt x="11" y="2087"/>
                  </a:lnTo>
                  <a:lnTo>
                    <a:pt x="15" y="2098"/>
                  </a:lnTo>
                  <a:lnTo>
                    <a:pt x="20" y="2110"/>
                  </a:lnTo>
                  <a:lnTo>
                    <a:pt x="25" y="2121"/>
                  </a:lnTo>
                  <a:lnTo>
                    <a:pt x="30" y="2131"/>
                  </a:lnTo>
                  <a:lnTo>
                    <a:pt x="36" y="2142"/>
                  </a:lnTo>
                  <a:lnTo>
                    <a:pt x="43" y="2152"/>
                  </a:lnTo>
                  <a:lnTo>
                    <a:pt x="49" y="2162"/>
                  </a:lnTo>
                  <a:lnTo>
                    <a:pt x="57" y="2171"/>
                  </a:lnTo>
                  <a:lnTo>
                    <a:pt x="65" y="2180"/>
                  </a:lnTo>
                  <a:lnTo>
                    <a:pt x="73" y="2189"/>
                  </a:lnTo>
                  <a:lnTo>
                    <a:pt x="82" y="2198"/>
                  </a:lnTo>
                  <a:lnTo>
                    <a:pt x="91" y="2206"/>
                  </a:lnTo>
                  <a:lnTo>
                    <a:pt x="100" y="2214"/>
                  </a:lnTo>
                  <a:lnTo>
                    <a:pt x="110" y="2221"/>
                  </a:lnTo>
                  <a:lnTo>
                    <a:pt x="120" y="2227"/>
                  </a:lnTo>
                  <a:lnTo>
                    <a:pt x="131" y="2233"/>
                  </a:lnTo>
                  <a:lnTo>
                    <a:pt x="141" y="2239"/>
                  </a:lnTo>
                  <a:lnTo>
                    <a:pt x="153" y="2244"/>
                  </a:lnTo>
                  <a:lnTo>
                    <a:pt x="165" y="2248"/>
                  </a:lnTo>
                  <a:lnTo>
                    <a:pt x="177" y="2252"/>
                  </a:lnTo>
                  <a:lnTo>
                    <a:pt x="188" y="2255"/>
                  </a:lnTo>
                  <a:lnTo>
                    <a:pt x="201" y="2258"/>
                  </a:lnTo>
                  <a:lnTo>
                    <a:pt x="213" y="2260"/>
                  </a:lnTo>
                  <a:lnTo>
                    <a:pt x="225" y="2262"/>
                  </a:lnTo>
                  <a:lnTo>
                    <a:pt x="238" y="2263"/>
                  </a:lnTo>
                  <a:lnTo>
                    <a:pt x="251" y="2263"/>
                  </a:lnTo>
                  <a:lnTo>
                    <a:pt x="264" y="2263"/>
                  </a:lnTo>
                  <a:lnTo>
                    <a:pt x="276" y="2262"/>
                  </a:lnTo>
                  <a:lnTo>
                    <a:pt x="289" y="2260"/>
                  </a:lnTo>
                  <a:lnTo>
                    <a:pt x="301" y="2258"/>
                  </a:lnTo>
                  <a:lnTo>
                    <a:pt x="313" y="2255"/>
                  </a:lnTo>
                  <a:lnTo>
                    <a:pt x="326" y="2252"/>
                  </a:lnTo>
                  <a:lnTo>
                    <a:pt x="338" y="2248"/>
                  </a:lnTo>
                  <a:lnTo>
                    <a:pt x="349" y="2244"/>
                  </a:lnTo>
                  <a:lnTo>
                    <a:pt x="360" y="2239"/>
                  </a:lnTo>
                  <a:lnTo>
                    <a:pt x="371" y="2233"/>
                  </a:lnTo>
                  <a:lnTo>
                    <a:pt x="381" y="2227"/>
                  </a:lnTo>
                  <a:lnTo>
                    <a:pt x="391" y="2221"/>
                  </a:lnTo>
                  <a:lnTo>
                    <a:pt x="401" y="2214"/>
                  </a:lnTo>
                  <a:lnTo>
                    <a:pt x="411" y="2206"/>
                  </a:lnTo>
                  <a:lnTo>
                    <a:pt x="420" y="2198"/>
                  </a:lnTo>
                  <a:lnTo>
                    <a:pt x="429" y="2189"/>
                  </a:lnTo>
                  <a:lnTo>
                    <a:pt x="437" y="2180"/>
                  </a:lnTo>
                  <a:lnTo>
                    <a:pt x="445" y="2171"/>
                  </a:lnTo>
                  <a:lnTo>
                    <a:pt x="452" y="2162"/>
                  </a:lnTo>
                  <a:lnTo>
                    <a:pt x="459" y="2152"/>
                  </a:lnTo>
                  <a:lnTo>
                    <a:pt x="466" y="2142"/>
                  </a:lnTo>
                  <a:lnTo>
                    <a:pt x="472" y="2131"/>
                  </a:lnTo>
                  <a:lnTo>
                    <a:pt x="477" y="2121"/>
                  </a:lnTo>
                  <a:lnTo>
                    <a:pt x="482" y="2110"/>
                  </a:lnTo>
                  <a:lnTo>
                    <a:pt x="488" y="2098"/>
                  </a:lnTo>
                  <a:lnTo>
                    <a:pt x="492" y="2087"/>
                  </a:lnTo>
                  <a:lnTo>
                    <a:pt x="495" y="2075"/>
                  </a:lnTo>
                  <a:lnTo>
                    <a:pt x="498" y="2063"/>
                  </a:lnTo>
                  <a:lnTo>
                    <a:pt x="500" y="2050"/>
                  </a:lnTo>
                  <a:lnTo>
                    <a:pt x="502" y="2038"/>
                  </a:lnTo>
                  <a:lnTo>
                    <a:pt x="503" y="2025"/>
                  </a:lnTo>
                  <a:lnTo>
                    <a:pt x="503" y="2011"/>
                  </a:lnTo>
                  <a:lnTo>
                    <a:pt x="503" y="2011"/>
                  </a:lnTo>
                  <a:lnTo>
                    <a:pt x="505" y="1934"/>
                  </a:lnTo>
                  <a:lnTo>
                    <a:pt x="511" y="1858"/>
                  </a:lnTo>
                  <a:lnTo>
                    <a:pt x="520" y="1782"/>
                  </a:lnTo>
                  <a:lnTo>
                    <a:pt x="533" y="1708"/>
                  </a:lnTo>
                  <a:lnTo>
                    <a:pt x="550" y="1634"/>
                  </a:lnTo>
                  <a:lnTo>
                    <a:pt x="570" y="1563"/>
                  </a:lnTo>
                  <a:lnTo>
                    <a:pt x="594" y="1492"/>
                  </a:lnTo>
                  <a:lnTo>
                    <a:pt x="621" y="1424"/>
                  </a:lnTo>
                  <a:lnTo>
                    <a:pt x="651" y="1358"/>
                  </a:lnTo>
                  <a:lnTo>
                    <a:pt x="685" y="1292"/>
                  </a:lnTo>
                  <a:lnTo>
                    <a:pt x="721" y="1229"/>
                  </a:lnTo>
                  <a:lnTo>
                    <a:pt x="760" y="1167"/>
                  </a:lnTo>
                  <a:lnTo>
                    <a:pt x="802" y="1109"/>
                  </a:lnTo>
                  <a:lnTo>
                    <a:pt x="847" y="1052"/>
                  </a:lnTo>
                  <a:lnTo>
                    <a:pt x="894" y="997"/>
                  </a:lnTo>
                  <a:lnTo>
                    <a:pt x="944" y="945"/>
                  </a:lnTo>
                  <a:lnTo>
                    <a:pt x="997" y="895"/>
                  </a:lnTo>
                  <a:lnTo>
                    <a:pt x="1052" y="848"/>
                  </a:lnTo>
                  <a:lnTo>
                    <a:pt x="1108" y="802"/>
                  </a:lnTo>
                  <a:lnTo>
                    <a:pt x="1168" y="761"/>
                  </a:lnTo>
                  <a:lnTo>
                    <a:pt x="1229" y="721"/>
                  </a:lnTo>
                  <a:lnTo>
                    <a:pt x="1292" y="685"/>
                  </a:lnTo>
                  <a:lnTo>
                    <a:pt x="1357" y="651"/>
                  </a:lnTo>
                  <a:lnTo>
                    <a:pt x="1424" y="621"/>
                  </a:lnTo>
                  <a:lnTo>
                    <a:pt x="1492" y="594"/>
                  </a:lnTo>
                  <a:lnTo>
                    <a:pt x="1563" y="571"/>
                  </a:lnTo>
                  <a:lnTo>
                    <a:pt x="1634" y="551"/>
                  </a:lnTo>
                  <a:lnTo>
                    <a:pt x="1707" y="534"/>
                  </a:lnTo>
                  <a:lnTo>
                    <a:pt x="1781" y="521"/>
                  </a:lnTo>
                  <a:lnTo>
                    <a:pt x="1857" y="511"/>
                  </a:lnTo>
                  <a:lnTo>
                    <a:pt x="1934" y="505"/>
                  </a:lnTo>
                  <a:lnTo>
                    <a:pt x="2012" y="503"/>
                  </a:lnTo>
                  <a:lnTo>
                    <a:pt x="2025" y="503"/>
                  </a:lnTo>
                  <a:lnTo>
                    <a:pt x="2037" y="502"/>
                  </a:lnTo>
                  <a:lnTo>
                    <a:pt x="2050" y="500"/>
                  </a:lnTo>
                  <a:lnTo>
                    <a:pt x="2062" y="498"/>
                  </a:lnTo>
                  <a:lnTo>
                    <a:pt x="2074" y="496"/>
                  </a:lnTo>
                  <a:lnTo>
                    <a:pt x="2086" y="491"/>
                  </a:lnTo>
                  <a:lnTo>
                    <a:pt x="2098" y="487"/>
                  </a:lnTo>
                  <a:lnTo>
                    <a:pt x="2109" y="483"/>
                  </a:lnTo>
                  <a:lnTo>
                    <a:pt x="2120" y="478"/>
                  </a:lnTo>
                  <a:lnTo>
                    <a:pt x="2131" y="472"/>
                  </a:lnTo>
                  <a:lnTo>
                    <a:pt x="2141" y="466"/>
                  </a:lnTo>
                  <a:lnTo>
                    <a:pt x="2151" y="460"/>
                  </a:lnTo>
                  <a:lnTo>
                    <a:pt x="2161" y="453"/>
                  </a:lnTo>
                  <a:lnTo>
                    <a:pt x="2171" y="445"/>
                  </a:lnTo>
                  <a:lnTo>
                    <a:pt x="2180" y="437"/>
                  </a:lnTo>
                  <a:lnTo>
                    <a:pt x="2190" y="429"/>
                  </a:lnTo>
                  <a:lnTo>
                    <a:pt x="2198" y="420"/>
                  </a:lnTo>
                  <a:lnTo>
                    <a:pt x="2206" y="411"/>
                  </a:lnTo>
                  <a:lnTo>
                    <a:pt x="2213" y="402"/>
                  </a:lnTo>
                  <a:lnTo>
                    <a:pt x="2220" y="392"/>
                  </a:lnTo>
                  <a:lnTo>
                    <a:pt x="2227" y="382"/>
                  </a:lnTo>
                  <a:lnTo>
                    <a:pt x="2233" y="371"/>
                  </a:lnTo>
                  <a:lnTo>
                    <a:pt x="2238" y="361"/>
                  </a:lnTo>
                  <a:lnTo>
                    <a:pt x="2243" y="350"/>
                  </a:lnTo>
                  <a:lnTo>
                    <a:pt x="2248" y="338"/>
                  </a:lnTo>
                  <a:lnTo>
                    <a:pt x="2252" y="327"/>
                  </a:lnTo>
                  <a:lnTo>
                    <a:pt x="2255" y="314"/>
                  </a:lnTo>
                  <a:lnTo>
                    <a:pt x="2258" y="302"/>
                  </a:lnTo>
                  <a:lnTo>
                    <a:pt x="2260" y="289"/>
                  </a:lnTo>
                  <a:lnTo>
                    <a:pt x="2262" y="277"/>
                  </a:lnTo>
                  <a:lnTo>
                    <a:pt x="2263" y="264"/>
                  </a:lnTo>
                  <a:lnTo>
                    <a:pt x="2263" y="251"/>
                  </a:lnTo>
                  <a:lnTo>
                    <a:pt x="2263" y="239"/>
                  </a:lnTo>
                  <a:lnTo>
                    <a:pt x="2262" y="226"/>
                  </a:lnTo>
                  <a:lnTo>
                    <a:pt x="2260" y="213"/>
                  </a:lnTo>
                  <a:lnTo>
                    <a:pt x="2258" y="201"/>
                  </a:lnTo>
                  <a:lnTo>
                    <a:pt x="2255" y="189"/>
                  </a:lnTo>
                  <a:lnTo>
                    <a:pt x="2252" y="177"/>
                  </a:lnTo>
                  <a:lnTo>
                    <a:pt x="2248" y="165"/>
                  </a:lnTo>
                  <a:lnTo>
                    <a:pt x="2243" y="154"/>
                  </a:lnTo>
                  <a:lnTo>
                    <a:pt x="2238" y="142"/>
                  </a:lnTo>
                  <a:lnTo>
                    <a:pt x="2233" y="131"/>
                  </a:lnTo>
                  <a:lnTo>
                    <a:pt x="2227" y="121"/>
                  </a:lnTo>
                  <a:lnTo>
                    <a:pt x="2220" y="111"/>
                  </a:lnTo>
                  <a:lnTo>
                    <a:pt x="2213" y="101"/>
                  </a:lnTo>
                  <a:lnTo>
                    <a:pt x="2206" y="91"/>
                  </a:lnTo>
                  <a:lnTo>
                    <a:pt x="2198" y="82"/>
                  </a:lnTo>
                  <a:lnTo>
                    <a:pt x="2190" y="74"/>
                  </a:lnTo>
                  <a:lnTo>
                    <a:pt x="2180" y="65"/>
                  </a:lnTo>
                  <a:lnTo>
                    <a:pt x="2171" y="57"/>
                  </a:lnTo>
                  <a:lnTo>
                    <a:pt x="2161" y="50"/>
                  </a:lnTo>
                  <a:lnTo>
                    <a:pt x="2151" y="43"/>
                  </a:lnTo>
                  <a:lnTo>
                    <a:pt x="2141" y="36"/>
                  </a:lnTo>
                  <a:lnTo>
                    <a:pt x="2131" y="30"/>
                  </a:lnTo>
                  <a:lnTo>
                    <a:pt x="2120" y="25"/>
                  </a:lnTo>
                  <a:lnTo>
                    <a:pt x="2109" y="20"/>
                  </a:lnTo>
                  <a:lnTo>
                    <a:pt x="2098" y="15"/>
                  </a:lnTo>
                  <a:lnTo>
                    <a:pt x="2086" y="12"/>
                  </a:lnTo>
                  <a:lnTo>
                    <a:pt x="2074" y="8"/>
                  </a:lnTo>
                  <a:lnTo>
                    <a:pt x="2062" y="5"/>
                  </a:lnTo>
                  <a:lnTo>
                    <a:pt x="2050" y="3"/>
                  </a:lnTo>
                  <a:lnTo>
                    <a:pt x="2037" y="2"/>
                  </a:lnTo>
                  <a:lnTo>
                    <a:pt x="2025" y="1"/>
                  </a:lnTo>
                  <a:lnTo>
                    <a:pt x="20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87" name="Freeform 86"/>
            <p:cNvSpPr>
              <a:spLocks noEditPoints="1"/>
            </p:cNvSpPr>
            <p:nvPr/>
          </p:nvSpPr>
          <p:spPr bwMode="auto">
            <a:xfrm>
              <a:off x="3714750" y="2139950"/>
              <a:ext cx="690563" cy="582613"/>
            </a:xfrm>
            <a:custGeom>
              <a:avLst/>
              <a:gdLst>
                <a:gd name="T0" fmla="*/ 15067 w 16095"/>
                <a:gd name="T1" fmla="*/ 12220 h 13579"/>
                <a:gd name="T2" fmla="*/ 14989 w 16095"/>
                <a:gd name="T3" fmla="*/ 12371 h 13579"/>
                <a:gd name="T4" fmla="*/ 14868 w 16095"/>
                <a:gd name="T5" fmla="*/ 12488 h 13579"/>
                <a:gd name="T6" fmla="*/ 14712 w 16095"/>
                <a:gd name="T7" fmla="*/ 12557 h 13579"/>
                <a:gd name="T8" fmla="*/ 1483 w 16095"/>
                <a:gd name="T9" fmla="*/ 12572 h 13579"/>
                <a:gd name="T10" fmla="*/ 1313 w 16095"/>
                <a:gd name="T11" fmla="*/ 12534 h 13579"/>
                <a:gd name="T12" fmla="*/ 1171 w 16095"/>
                <a:gd name="T13" fmla="*/ 12442 h 13579"/>
                <a:gd name="T14" fmla="*/ 1066 w 16095"/>
                <a:gd name="T15" fmla="*/ 12311 h 13579"/>
                <a:gd name="T16" fmla="*/ 1012 w 16095"/>
                <a:gd name="T17" fmla="*/ 12147 h 13579"/>
                <a:gd name="T18" fmla="*/ 1011 w 16095"/>
                <a:gd name="T19" fmla="*/ 4458 h 13579"/>
                <a:gd name="T20" fmla="*/ 1054 w 16095"/>
                <a:gd name="T21" fmla="*/ 4310 h 13579"/>
                <a:gd name="T22" fmla="*/ 1140 w 16095"/>
                <a:gd name="T23" fmla="*/ 4186 h 13579"/>
                <a:gd name="T24" fmla="*/ 1258 w 16095"/>
                <a:gd name="T25" fmla="*/ 4090 h 13579"/>
                <a:gd name="T26" fmla="*/ 1404 w 16095"/>
                <a:gd name="T27" fmla="*/ 4035 h 13579"/>
                <a:gd name="T28" fmla="*/ 5099 w 16095"/>
                <a:gd name="T29" fmla="*/ 1253 h 13579"/>
                <a:gd name="T30" fmla="*/ 5179 w 16095"/>
                <a:gd name="T31" fmla="*/ 1151 h 13579"/>
                <a:gd name="T32" fmla="*/ 5281 w 16095"/>
                <a:gd name="T33" fmla="*/ 1073 h 13579"/>
                <a:gd name="T34" fmla="*/ 5401 w 16095"/>
                <a:gd name="T35" fmla="*/ 1023 h 13579"/>
                <a:gd name="T36" fmla="*/ 5533 w 16095"/>
                <a:gd name="T37" fmla="*/ 1006 h 13579"/>
                <a:gd name="T38" fmla="*/ 10675 w 16095"/>
                <a:gd name="T39" fmla="*/ 1019 h 13579"/>
                <a:gd name="T40" fmla="*/ 10797 w 16095"/>
                <a:gd name="T41" fmla="*/ 1064 h 13579"/>
                <a:gd name="T42" fmla="*/ 10901 w 16095"/>
                <a:gd name="T43" fmla="*/ 1138 h 13579"/>
                <a:gd name="T44" fmla="*/ 10986 w 16095"/>
                <a:gd name="T45" fmla="*/ 1237 h 13579"/>
                <a:gd name="T46" fmla="*/ 14669 w 16095"/>
                <a:gd name="T47" fmla="*/ 4031 h 13579"/>
                <a:gd name="T48" fmla="*/ 14817 w 16095"/>
                <a:gd name="T49" fmla="*/ 4080 h 13579"/>
                <a:gd name="T50" fmla="*/ 14940 w 16095"/>
                <a:gd name="T51" fmla="*/ 4170 h 13579"/>
                <a:gd name="T52" fmla="*/ 15031 w 16095"/>
                <a:gd name="T53" fmla="*/ 4291 h 13579"/>
                <a:gd name="T54" fmla="*/ 15081 w 16095"/>
                <a:gd name="T55" fmla="*/ 4436 h 13579"/>
                <a:gd name="T56" fmla="*/ 12654 w 16095"/>
                <a:gd name="T57" fmla="*/ 2675 h 13579"/>
                <a:gd name="T58" fmla="*/ 11802 w 16095"/>
                <a:gd name="T59" fmla="*/ 647 h 13579"/>
                <a:gd name="T60" fmla="*/ 11540 w 16095"/>
                <a:gd name="T61" fmla="*/ 358 h 13579"/>
                <a:gd name="T62" fmla="*/ 11217 w 16095"/>
                <a:gd name="T63" fmla="*/ 148 h 13579"/>
                <a:gd name="T64" fmla="*/ 10847 w 16095"/>
                <a:gd name="T65" fmla="*/ 26 h 13579"/>
                <a:gd name="T66" fmla="*/ 5474 w 16095"/>
                <a:gd name="T67" fmla="*/ 1 h 13579"/>
                <a:gd name="T68" fmla="*/ 5085 w 16095"/>
                <a:gd name="T69" fmla="*/ 67 h 13579"/>
                <a:gd name="T70" fmla="*/ 4733 w 16095"/>
                <a:gd name="T71" fmla="*/ 227 h 13579"/>
                <a:gd name="T72" fmla="*/ 4434 w 16095"/>
                <a:gd name="T73" fmla="*/ 473 h 13579"/>
                <a:gd name="T74" fmla="*/ 4204 w 16095"/>
                <a:gd name="T75" fmla="*/ 792 h 13579"/>
                <a:gd name="T76" fmla="*/ 1127 w 16095"/>
                <a:gd name="T77" fmla="*/ 3067 h 13579"/>
                <a:gd name="T78" fmla="*/ 700 w 16095"/>
                <a:gd name="T79" fmla="*/ 3251 h 13579"/>
                <a:gd name="T80" fmla="*/ 357 w 16095"/>
                <a:gd name="T81" fmla="*/ 3550 h 13579"/>
                <a:gd name="T82" fmla="*/ 119 w 16095"/>
                <a:gd name="T83" fmla="*/ 3937 h 13579"/>
                <a:gd name="T84" fmla="*/ 6 w 16095"/>
                <a:gd name="T85" fmla="*/ 4389 h 13579"/>
                <a:gd name="T86" fmla="*/ 31 w 16095"/>
                <a:gd name="T87" fmla="*/ 12374 h 13579"/>
                <a:gd name="T88" fmla="*/ 218 w 16095"/>
                <a:gd name="T89" fmla="*/ 12852 h 13579"/>
                <a:gd name="T90" fmla="*/ 549 w 16095"/>
                <a:gd name="T91" fmla="*/ 13234 h 13579"/>
                <a:gd name="T92" fmla="*/ 991 w 16095"/>
                <a:gd name="T93" fmla="*/ 13487 h 13579"/>
                <a:gd name="T94" fmla="*/ 1509 w 16095"/>
                <a:gd name="T95" fmla="*/ 13579 h 13579"/>
                <a:gd name="T96" fmla="*/ 15034 w 16095"/>
                <a:gd name="T97" fmla="*/ 13511 h 13579"/>
                <a:gd name="T98" fmla="*/ 15488 w 16095"/>
                <a:gd name="T99" fmla="*/ 13279 h 13579"/>
                <a:gd name="T100" fmla="*/ 15836 w 16095"/>
                <a:gd name="T101" fmla="*/ 12913 h 13579"/>
                <a:gd name="T102" fmla="*/ 16048 w 16095"/>
                <a:gd name="T103" fmla="*/ 12446 h 13579"/>
                <a:gd name="T104" fmla="*/ 16093 w 16095"/>
                <a:gd name="T105" fmla="*/ 4457 h 13579"/>
                <a:gd name="T106" fmla="*/ 16000 w 16095"/>
                <a:gd name="T107" fmla="*/ 3999 h 13579"/>
                <a:gd name="T108" fmla="*/ 15779 w 16095"/>
                <a:gd name="T109" fmla="*/ 3600 h 13579"/>
                <a:gd name="T110" fmla="*/ 15450 w 16095"/>
                <a:gd name="T111" fmla="*/ 3287 h 13579"/>
                <a:gd name="T112" fmla="*/ 15034 w 16095"/>
                <a:gd name="T113" fmla="*/ 3085 h 1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095" h="13579">
                  <a:moveTo>
                    <a:pt x="15089" y="12070"/>
                  </a:moveTo>
                  <a:lnTo>
                    <a:pt x="15088" y="12096"/>
                  </a:lnTo>
                  <a:lnTo>
                    <a:pt x="15086" y="12121"/>
                  </a:lnTo>
                  <a:lnTo>
                    <a:pt x="15083" y="12147"/>
                  </a:lnTo>
                  <a:lnTo>
                    <a:pt x="15079" y="12172"/>
                  </a:lnTo>
                  <a:lnTo>
                    <a:pt x="15073" y="12196"/>
                  </a:lnTo>
                  <a:lnTo>
                    <a:pt x="15067" y="12220"/>
                  </a:lnTo>
                  <a:lnTo>
                    <a:pt x="15059" y="12243"/>
                  </a:lnTo>
                  <a:lnTo>
                    <a:pt x="15050" y="12266"/>
                  </a:lnTo>
                  <a:lnTo>
                    <a:pt x="15040" y="12288"/>
                  </a:lnTo>
                  <a:lnTo>
                    <a:pt x="15029" y="12311"/>
                  </a:lnTo>
                  <a:lnTo>
                    <a:pt x="15017" y="12331"/>
                  </a:lnTo>
                  <a:lnTo>
                    <a:pt x="15004" y="12352"/>
                  </a:lnTo>
                  <a:lnTo>
                    <a:pt x="14989" y="12371"/>
                  </a:lnTo>
                  <a:lnTo>
                    <a:pt x="14974" y="12390"/>
                  </a:lnTo>
                  <a:lnTo>
                    <a:pt x="14958" y="12408"/>
                  </a:lnTo>
                  <a:lnTo>
                    <a:pt x="14942" y="12426"/>
                  </a:lnTo>
                  <a:lnTo>
                    <a:pt x="14924" y="12442"/>
                  </a:lnTo>
                  <a:lnTo>
                    <a:pt x="14906" y="12458"/>
                  </a:lnTo>
                  <a:lnTo>
                    <a:pt x="14887" y="12473"/>
                  </a:lnTo>
                  <a:lnTo>
                    <a:pt x="14868" y="12488"/>
                  </a:lnTo>
                  <a:lnTo>
                    <a:pt x="14847" y="12501"/>
                  </a:lnTo>
                  <a:lnTo>
                    <a:pt x="14826" y="12513"/>
                  </a:lnTo>
                  <a:lnTo>
                    <a:pt x="14804" y="12524"/>
                  </a:lnTo>
                  <a:lnTo>
                    <a:pt x="14782" y="12534"/>
                  </a:lnTo>
                  <a:lnTo>
                    <a:pt x="14759" y="12543"/>
                  </a:lnTo>
                  <a:lnTo>
                    <a:pt x="14736" y="12551"/>
                  </a:lnTo>
                  <a:lnTo>
                    <a:pt x="14712" y="12557"/>
                  </a:lnTo>
                  <a:lnTo>
                    <a:pt x="14688" y="12563"/>
                  </a:lnTo>
                  <a:lnTo>
                    <a:pt x="14663" y="12567"/>
                  </a:lnTo>
                  <a:lnTo>
                    <a:pt x="14637" y="12570"/>
                  </a:lnTo>
                  <a:lnTo>
                    <a:pt x="14612" y="12572"/>
                  </a:lnTo>
                  <a:lnTo>
                    <a:pt x="14586" y="12573"/>
                  </a:lnTo>
                  <a:lnTo>
                    <a:pt x="1509" y="12573"/>
                  </a:lnTo>
                  <a:lnTo>
                    <a:pt x="1483" y="12572"/>
                  </a:lnTo>
                  <a:lnTo>
                    <a:pt x="1458" y="12570"/>
                  </a:lnTo>
                  <a:lnTo>
                    <a:pt x="1432" y="12567"/>
                  </a:lnTo>
                  <a:lnTo>
                    <a:pt x="1407" y="12563"/>
                  </a:lnTo>
                  <a:lnTo>
                    <a:pt x="1383" y="12557"/>
                  </a:lnTo>
                  <a:lnTo>
                    <a:pt x="1359" y="12551"/>
                  </a:lnTo>
                  <a:lnTo>
                    <a:pt x="1336" y="12543"/>
                  </a:lnTo>
                  <a:lnTo>
                    <a:pt x="1313" y="12534"/>
                  </a:lnTo>
                  <a:lnTo>
                    <a:pt x="1291" y="12524"/>
                  </a:lnTo>
                  <a:lnTo>
                    <a:pt x="1268" y="12513"/>
                  </a:lnTo>
                  <a:lnTo>
                    <a:pt x="1248" y="12501"/>
                  </a:lnTo>
                  <a:lnTo>
                    <a:pt x="1227" y="12488"/>
                  </a:lnTo>
                  <a:lnTo>
                    <a:pt x="1208" y="12473"/>
                  </a:lnTo>
                  <a:lnTo>
                    <a:pt x="1189" y="12458"/>
                  </a:lnTo>
                  <a:lnTo>
                    <a:pt x="1171" y="12442"/>
                  </a:lnTo>
                  <a:lnTo>
                    <a:pt x="1153" y="12426"/>
                  </a:lnTo>
                  <a:lnTo>
                    <a:pt x="1137" y="12408"/>
                  </a:lnTo>
                  <a:lnTo>
                    <a:pt x="1121" y="12390"/>
                  </a:lnTo>
                  <a:lnTo>
                    <a:pt x="1106" y="12371"/>
                  </a:lnTo>
                  <a:lnTo>
                    <a:pt x="1091" y="12352"/>
                  </a:lnTo>
                  <a:lnTo>
                    <a:pt x="1078" y="12331"/>
                  </a:lnTo>
                  <a:lnTo>
                    <a:pt x="1066" y="12311"/>
                  </a:lnTo>
                  <a:lnTo>
                    <a:pt x="1055" y="12288"/>
                  </a:lnTo>
                  <a:lnTo>
                    <a:pt x="1045" y="12266"/>
                  </a:lnTo>
                  <a:lnTo>
                    <a:pt x="1036" y="12243"/>
                  </a:lnTo>
                  <a:lnTo>
                    <a:pt x="1028" y="12220"/>
                  </a:lnTo>
                  <a:lnTo>
                    <a:pt x="1022" y="12196"/>
                  </a:lnTo>
                  <a:lnTo>
                    <a:pt x="1016" y="12172"/>
                  </a:lnTo>
                  <a:lnTo>
                    <a:pt x="1012" y="12147"/>
                  </a:lnTo>
                  <a:lnTo>
                    <a:pt x="1009" y="12121"/>
                  </a:lnTo>
                  <a:lnTo>
                    <a:pt x="1007" y="12096"/>
                  </a:lnTo>
                  <a:lnTo>
                    <a:pt x="1006" y="12070"/>
                  </a:lnTo>
                  <a:lnTo>
                    <a:pt x="1006" y="4527"/>
                  </a:lnTo>
                  <a:lnTo>
                    <a:pt x="1006" y="4504"/>
                  </a:lnTo>
                  <a:lnTo>
                    <a:pt x="1008" y="4480"/>
                  </a:lnTo>
                  <a:lnTo>
                    <a:pt x="1011" y="4458"/>
                  </a:lnTo>
                  <a:lnTo>
                    <a:pt x="1014" y="4436"/>
                  </a:lnTo>
                  <a:lnTo>
                    <a:pt x="1018" y="4414"/>
                  </a:lnTo>
                  <a:lnTo>
                    <a:pt x="1024" y="4393"/>
                  </a:lnTo>
                  <a:lnTo>
                    <a:pt x="1030" y="4372"/>
                  </a:lnTo>
                  <a:lnTo>
                    <a:pt x="1037" y="4351"/>
                  </a:lnTo>
                  <a:lnTo>
                    <a:pt x="1045" y="4331"/>
                  </a:lnTo>
                  <a:lnTo>
                    <a:pt x="1054" y="4310"/>
                  </a:lnTo>
                  <a:lnTo>
                    <a:pt x="1064" y="4291"/>
                  </a:lnTo>
                  <a:lnTo>
                    <a:pt x="1075" y="4272"/>
                  </a:lnTo>
                  <a:lnTo>
                    <a:pt x="1086" y="4254"/>
                  </a:lnTo>
                  <a:lnTo>
                    <a:pt x="1098" y="4236"/>
                  </a:lnTo>
                  <a:lnTo>
                    <a:pt x="1112" y="4218"/>
                  </a:lnTo>
                  <a:lnTo>
                    <a:pt x="1126" y="4202"/>
                  </a:lnTo>
                  <a:lnTo>
                    <a:pt x="1140" y="4186"/>
                  </a:lnTo>
                  <a:lnTo>
                    <a:pt x="1155" y="4170"/>
                  </a:lnTo>
                  <a:lnTo>
                    <a:pt x="1171" y="4154"/>
                  </a:lnTo>
                  <a:lnTo>
                    <a:pt x="1187" y="4140"/>
                  </a:lnTo>
                  <a:lnTo>
                    <a:pt x="1204" y="4126"/>
                  </a:lnTo>
                  <a:lnTo>
                    <a:pt x="1221" y="4114"/>
                  </a:lnTo>
                  <a:lnTo>
                    <a:pt x="1239" y="4102"/>
                  </a:lnTo>
                  <a:lnTo>
                    <a:pt x="1258" y="4090"/>
                  </a:lnTo>
                  <a:lnTo>
                    <a:pt x="1278" y="4080"/>
                  </a:lnTo>
                  <a:lnTo>
                    <a:pt x="1298" y="4070"/>
                  </a:lnTo>
                  <a:lnTo>
                    <a:pt x="1318" y="4061"/>
                  </a:lnTo>
                  <a:lnTo>
                    <a:pt x="1339" y="4054"/>
                  </a:lnTo>
                  <a:lnTo>
                    <a:pt x="1360" y="4046"/>
                  </a:lnTo>
                  <a:lnTo>
                    <a:pt x="1382" y="4040"/>
                  </a:lnTo>
                  <a:lnTo>
                    <a:pt x="1404" y="4035"/>
                  </a:lnTo>
                  <a:lnTo>
                    <a:pt x="1426" y="4031"/>
                  </a:lnTo>
                  <a:lnTo>
                    <a:pt x="4164" y="3574"/>
                  </a:lnTo>
                  <a:lnTo>
                    <a:pt x="5065" y="1322"/>
                  </a:lnTo>
                  <a:lnTo>
                    <a:pt x="5073" y="1305"/>
                  </a:lnTo>
                  <a:lnTo>
                    <a:pt x="5081" y="1288"/>
                  </a:lnTo>
                  <a:lnTo>
                    <a:pt x="5089" y="1270"/>
                  </a:lnTo>
                  <a:lnTo>
                    <a:pt x="5099" y="1253"/>
                  </a:lnTo>
                  <a:lnTo>
                    <a:pt x="5108" y="1237"/>
                  </a:lnTo>
                  <a:lnTo>
                    <a:pt x="5119" y="1222"/>
                  </a:lnTo>
                  <a:lnTo>
                    <a:pt x="5130" y="1207"/>
                  </a:lnTo>
                  <a:lnTo>
                    <a:pt x="5141" y="1192"/>
                  </a:lnTo>
                  <a:lnTo>
                    <a:pt x="5153" y="1178"/>
                  </a:lnTo>
                  <a:lnTo>
                    <a:pt x="5165" y="1164"/>
                  </a:lnTo>
                  <a:lnTo>
                    <a:pt x="5179" y="1151"/>
                  </a:lnTo>
                  <a:lnTo>
                    <a:pt x="5193" y="1138"/>
                  </a:lnTo>
                  <a:lnTo>
                    <a:pt x="5206" y="1126"/>
                  </a:lnTo>
                  <a:lnTo>
                    <a:pt x="5221" y="1115"/>
                  </a:lnTo>
                  <a:lnTo>
                    <a:pt x="5235" y="1102"/>
                  </a:lnTo>
                  <a:lnTo>
                    <a:pt x="5250" y="1092"/>
                  </a:lnTo>
                  <a:lnTo>
                    <a:pt x="5266" y="1082"/>
                  </a:lnTo>
                  <a:lnTo>
                    <a:pt x="5281" y="1073"/>
                  </a:lnTo>
                  <a:lnTo>
                    <a:pt x="5298" y="1064"/>
                  </a:lnTo>
                  <a:lnTo>
                    <a:pt x="5314" y="1055"/>
                  </a:lnTo>
                  <a:lnTo>
                    <a:pt x="5331" y="1048"/>
                  </a:lnTo>
                  <a:lnTo>
                    <a:pt x="5349" y="1041"/>
                  </a:lnTo>
                  <a:lnTo>
                    <a:pt x="5366" y="1034"/>
                  </a:lnTo>
                  <a:lnTo>
                    <a:pt x="5384" y="1028"/>
                  </a:lnTo>
                  <a:lnTo>
                    <a:pt x="5401" y="1023"/>
                  </a:lnTo>
                  <a:lnTo>
                    <a:pt x="5419" y="1019"/>
                  </a:lnTo>
                  <a:lnTo>
                    <a:pt x="5438" y="1015"/>
                  </a:lnTo>
                  <a:lnTo>
                    <a:pt x="5456" y="1012"/>
                  </a:lnTo>
                  <a:lnTo>
                    <a:pt x="5475" y="1009"/>
                  </a:lnTo>
                  <a:lnTo>
                    <a:pt x="5494" y="1007"/>
                  </a:lnTo>
                  <a:lnTo>
                    <a:pt x="5514" y="1006"/>
                  </a:lnTo>
                  <a:lnTo>
                    <a:pt x="5533" y="1006"/>
                  </a:lnTo>
                  <a:lnTo>
                    <a:pt x="10562" y="1006"/>
                  </a:lnTo>
                  <a:lnTo>
                    <a:pt x="10581" y="1006"/>
                  </a:lnTo>
                  <a:lnTo>
                    <a:pt x="10601" y="1007"/>
                  </a:lnTo>
                  <a:lnTo>
                    <a:pt x="10620" y="1009"/>
                  </a:lnTo>
                  <a:lnTo>
                    <a:pt x="10638" y="1012"/>
                  </a:lnTo>
                  <a:lnTo>
                    <a:pt x="10657" y="1015"/>
                  </a:lnTo>
                  <a:lnTo>
                    <a:pt x="10675" y="1019"/>
                  </a:lnTo>
                  <a:lnTo>
                    <a:pt x="10693" y="1023"/>
                  </a:lnTo>
                  <a:lnTo>
                    <a:pt x="10711" y="1028"/>
                  </a:lnTo>
                  <a:lnTo>
                    <a:pt x="10728" y="1034"/>
                  </a:lnTo>
                  <a:lnTo>
                    <a:pt x="10746" y="1041"/>
                  </a:lnTo>
                  <a:lnTo>
                    <a:pt x="10764" y="1048"/>
                  </a:lnTo>
                  <a:lnTo>
                    <a:pt x="10780" y="1055"/>
                  </a:lnTo>
                  <a:lnTo>
                    <a:pt x="10797" y="1064"/>
                  </a:lnTo>
                  <a:lnTo>
                    <a:pt x="10813" y="1073"/>
                  </a:lnTo>
                  <a:lnTo>
                    <a:pt x="10828" y="1082"/>
                  </a:lnTo>
                  <a:lnTo>
                    <a:pt x="10844" y="1092"/>
                  </a:lnTo>
                  <a:lnTo>
                    <a:pt x="10859" y="1102"/>
                  </a:lnTo>
                  <a:lnTo>
                    <a:pt x="10873" y="1115"/>
                  </a:lnTo>
                  <a:lnTo>
                    <a:pt x="10888" y="1126"/>
                  </a:lnTo>
                  <a:lnTo>
                    <a:pt x="10901" y="1138"/>
                  </a:lnTo>
                  <a:lnTo>
                    <a:pt x="10915" y="1151"/>
                  </a:lnTo>
                  <a:lnTo>
                    <a:pt x="10929" y="1164"/>
                  </a:lnTo>
                  <a:lnTo>
                    <a:pt x="10941" y="1178"/>
                  </a:lnTo>
                  <a:lnTo>
                    <a:pt x="10953" y="1192"/>
                  </a:lnTo>
                  <a:lnTo>
                    <a:pt x="10964" y="1207"/>
                  </a:lnTo>
                  <a:lnTo>
                    <a:pt x="10975" y="1222"/>
                  </a:lnTo>
                  <a:lnTo>
                    <a:pt x="10986" y="1237"/>
                  </a:lnTo>
                  <a:lnTo>
                    <a:pt x="10995" y="1253"/>
                  </a:lnTo>
                  <a:lnTo>
                    <a:pt x="11005" y="1270"/>
                  </a:lnTo>
                  <a:lnTo>
                    <a:pt x="11013" y="1288"/>
                  </a:lnTo>
                  <a:lnTo>
                    <a:pt x="11021" y="1305"/>
                  </a:lnTo>
                  <a:lnTo>
                    <a:pt x="11029" y="1322"/>
                  </a:lnTo>
                  <a:lnTo>
                    <a:pt x="11929" y="3574"/>
                  </a:lnTo>
                  <a:lnTo>
                    <a:pt x="14669" y="4031"/>
                  </a:lnTo>
                  <a:lnTo>
                    <a:pt x="14691" y="4035"/>
                  </a:lnTo>
                  <a:lnTo>
                    <a:pt x="14713" y="4040"/>
                  </a:lnTo>
                  <a:lnTo>
                    <a:pt x="14735" y="4046"/>
                  </a:lnTo>
                  <a:lnTo>
                    <a:pt x="14756" y="4054"/>
                  </a:lnTo>
                  <a:lnTo>
                    <a:pt x="14777" y="4061"/>
                  </a:lnTo>
                  <a:lnTo>
                    <a:pt x="14797" y="4070"/>
                  </a:lnTo>
                  <a:lnTo>
                    <a:pt x="14817" y="4080"/>
                  </a:lnTo>
                  <a:lnTo>
                    <a:pt x="14837" y="4090"/>
                  </a:lnTo>
                  <a:lnTo>
                    <a:pt x="14856" y="4102"/>
                  </a:lnTo>
                  <a:lnTo>
                    <a:pt x="14874" y="4114"/>
                  </a:lnTo>
                  <a:lnTo>
                    <a:pt x="14891" y="4126"/>
                  </a:lnTo>
                  <a:lnTo>
                    <a:pt x="14908" y="4140"/>
                  </a:lnTo>
                  <a:lnTo>
                    <a:pt x="14924" y="4154"/>
                  </a:lnTo>
                  <a:lnTo>
                    <a:pt x="14940" y="4170"/>
                  </a:lnTo>
                  <a:lnTo>
                    <a:pt x="14955" y="4186"/>
                  </a:lnTo>
                  <a:lnTo>
                    <a:pt x="14969" y="4202"/>
                  </a:lnTo>
                  <a:lnTo>
                    <a:pt x="14983" y="4218"/>
                  </a:lnTo>
                  <a:lnTo>
                    <a:pt x="14997" y="4236"/>
                  </a:lnTo>
                  <a:lnTo>
                    <a:pt x="15009" y="4254"/>
                  </a:lnTo>
                  <a:lnTo>
                    <a:pt x="15020" y="4272"/>
                  </a:lnTo>
                  <a:lnTo>
                    <a:pt x="15031" y="4291"/>
                  </a:lnTo>
                  <a:lnTo>
                    <a:pt x="15041" y="4310"/>
                  </a:lnTo>
                  <a:lnTo>
                    <a:pt x="15050" y="4331"/>
                  </a:lnTo>
                  <a:lnTo>
                    <a:pt x="15058" y="4351"/>
                  </a:lnTo>
                  <a:lnTo>
                    <a:pt x="15065" y="4372"/>
                  </a:lnTo>
                  <a:lnTo>
                    <a:pt x="15071" y="4393"/>
                  </a:lnTo>
                  <a:lnTo>
                    <a:pt x="15076" y="4414"/>
                  </a:lnTo>
                  <a:lnTo>
                    <a:pt x="15081" y="4436"/>
                  </a:lnTo>
                  <a:lnTo>
                    <a:pt x="15084" y="4458"/>
                  </a:lnTo>
                  <a:lnTo>
                    <a:pt x="15087" y="4480"/>
                  </a:lnTo>
                  <a:lnTo>
                    <a:pt x="15088" y="4504"/>
                  </a:lnTo>
                  <a:lnTo>
                    <a:pt x="15089" y="4527"/>
                  </a:lnTo>
                  <a:lnTo>
                    <a:pt x="15089" y="12070"/>
                  </a:lnTo>
                  <a:close/>
                  <a:moveTo>
                    <a:pt x="14834" y="3038"/>
                  </a:moveTo>
                  <a:lnTo>
                    <a:pt x="12654" y="2675"/>
                  </a:lnTo>
                  <a:lnTo>
                    <a:pt x="11963" y="948"/>
                  </a:lnTo>
                  <a:lnTo>
                    <a:pt x="11940" y="894"/>
                  </a:lnTo>
                  <a:lnTo>
                    <a:pt x="11916" y="842"/>
                  </a:lnTo>
                  <a:lnTo>
                    <a:pt x="11890" y="792"/>
                  </a:lnTo>
                  <a:lnTo>
                    <a:pt x="11862" y="741"/>
                  </a:lnTo>
                  <a:lnTo>
                    <a:pt x="11833" y="693"/>
                  </a:lnTo>
                  <a:lnTo>
                    <a:pt x="11802" y="647"/>
                  </a:lnTo>
                  <a:lnTo>
                    <a:pt x="11768" y="601"/>
                  </a:lnTo>
                  <a:lnTo>
                    <a:pt x="11734" y="556"/>
                  </a:lnTo>
                  <a:lnTo>
                    <a:pt x="11698" y="514"/>
                  </a:lnTo>
                  <a:lnTo>
                    <a:pt x="11661" y="473"/>
                  </a:lnTo>
                  <a:lnTo>
                    <a:pt x="11622" y="433"/>
                  </a:lnTo>
                  <a:lnTo>
                    <a:pt x="11581" y="394"/>
                  </a:lnTo>
                  <a:lnTo>
                    <a:pt x="11540" y="358"/>
                  </a:lnTo>
                  <a:lnTo>
                    <a:pt x="11498" y="323"/>
                  </a:lnTo>
                  <a:lnTo>
                    <a:pt x="11454" y="290"/>
                  </a:lnTo>
                  <a:lnTo>
                    <a:pt x="11408" y="258"/>
                  </a:lnTo>
                  <a:lnTo>
                    <a:pt x="11362" y="227"/>
                  </a:lnTo>
                  <a:lnTo>
                    <a:pt x="11315" y="199"/>
                  </a:lnTo>
                  <a:lnTo>
                    <a:pt x="11267" y="173"/>
                  </a:lnTo>
                  <a:lnTo>
                    <a:pt x="11217" y="148"/>
                  </a:lnTo>
                  <a:lnTo>
                    <a:pt x="11167" y="125"/>
                  </a:lnTo>
                  <a:lnTo>
                    <a:pt x="11116" y="104"/>
                  </a:lnTo>
                  <a:lnTo>
                    <a:pt x="11063" y="84"/>
                  </a:lnTo>
                  <a:lnTo>
                    <a:pt x="11010" y="67"/>
                  </a:lnTo>
                  <a:lnTo>
                    <a:pt x="10957" y="51"/>
                  </a:lnTo>
                  <a:lnTo>
                    <a:pt x="10902" y="38"/>
                  </a:lnTo>
                  <a:lnTo>
                    <a:pt x="10847" y="26"/>
                  </a:lnTo>
                  <a:lnTo>
                    <a:pt x="10791" y="17"/>
                  </a:lnTo>
                  <a:lnTo>
                    <a:pt x="10734" y="10"/>
                  </a:lnTo>
                  <a:lnTo>
                    <a:pt x="10678" y="4"/>
                  </a:lnTo>
                  <a:lnTo>
                    <a:pt x="10621" y="1"/>
                  </a:lnTo>
                  <a:lnTo>
                    <a:pt x="10562" y="0"/>
                  </a:lnTo>
                  <a:lnTo>
                    <a:pt x="5533" y="0"/>
                  </a:lnTo>
                  <a:lnTo>
                    <a:pt x="5474" y="1"/>
                  </a:lnTo>
                  <a:lnTo>
                    <a:pt x="5417" y="4"/>
                  </a:lnTo>
                  <a:lnTo>
                    <a:pt x="5361" y="10"/>
                  </a:lnTo>
                  <a:lnTo>
                    <a:pt x="5304" y="17"/>
                  </a:lnTo>
                  <a:lnTo>
                    <a:pt x="5248" y="26"/>
                  </a:lnTo>
                  <a:lnTo>
                    <a:pt x="5193" y="38"/>
                  </a:lnTo>
                  <a:lnTo>
                    <a:pt x="5138" y="51"/>
                  </a:lnTo>
                  <a:lnTo>
                    <a:pt x="5085" y="67"/>
                  </a:lnTo>
                  <a:lnTo>
                    <a:pt x="5032" y="84"/>
                  </a:lnTo>
                  <a:lnTo>
                    <a:pt x="4979" y="104"/>
                  </a:lnTo>
                  <a:lnTo>
                    <a:pt x="4928" y="125"/>
                  </a:lnTo>
                  <a:lnTo>
                    <a:pt x="4878" y="148"/>
                  </a:lnTo>
                  <a:lnTo>
                    <a:pt x="4829" y="173"/>
                  </a:lnTo>
                  <a:lnTo>
                    <a:pt x="4780" y="199"/>
                  </a:lnTo>
                  <a:lnTo>
                    <a:pt x="4733" y="227"/>
                  </a:lnTo>
                  <a:lnTo>
                    <a:pt x="4687" y="258"/>
                  </a:lnTo>
                  <a:lnTo>
                    <a:pt x="4641" y="290"/>
                  </a:lnTo>
                  <a:lnTo>
                    <a:pt x="4597" y="323"/>
                  </a:lnTo>
                  <a:lnTo>
                    <a:pt x="4555" y="358"/>
                  </a:lnTo>
                  <a:lnTo>
                    <a:pt x="4513" y="395"/>
                  </a:lnTo>
                  <a:lnTo>
                    <a:pt x="4472" y="434"/>
                  </a:lnTo>
                  <a:lnTo>
                    <a:pt x="4434" y="473"/>
                  </a:lnTo>
                  <a:lnTo>
                    <a:pt x="4397" y="514"/>
                  </a:lnTo>
                  <a:lnTo>
                    <a:pt x="4361" y="557"/>
                  </a:lnTo>
                  <a:lnTo>
                    <a:pt x="4327" y="602"/>
                  </a:lnTo>
                  <a:lnTo>
                    <a:pt x="4293" y="647"/>
                  </a:lnTo>
                  <a:lnTo>
                    <a:pt x="4262" y="694"/>
                  </a:lnTo>
                  <a:lnTo>
                    <a:pt x="4232" y="742"/>
                  </a:lnTo>
                  <a:lnTo>
                    <a:pt x="4204" y="792"/>
                  </a:lnTo>
                  <a:lnTo>
                    <a:pt x="4178" y="843"/>
                  </a:lnTo>
                  <a:lnTo>
                    <a:pt x="4154" y="895"/>
                  </a:lnTo>
                  <a:lnTo>
                    <a:pt x="4130" y="949"/>
                  </a:lnTo>
                  <a:lnTo>
                    <a:pt x="3441" y="2675"/>
                  </a:lnTo>
                  <a:lnTo>
                    <a:pt x="1261" y="3038"/>
                  </a:lnTo>
                  <a:lnTo>
                    <a:pt x="1193" y="3051"/>
                  </a:lnTo>
                  <a:lnTo>
                    <a:pt x="1127" y="3067"/>
                  </a:lnTo>
                  <a:lnTo>
                    <a:pt x="1061" y="3085"/>
                  </a:lnTo>
                  <a:lnTo>
                    <a:pt x="998" y="3106"/>
                  </a:lnTo>
                  <a:lnTo>
                    <a:pt x="935" y="3130"/>
                  </a:lnTo>
                  <a:lnTo>
                    <a:pt x="873" y="3158"/>
                  </a:lnTo>
                  <a:lnTo>
                    <a:pt x="814" y="3186"/>
                  </a:lnTo>
                  <a:lnTo>
                    <a:pt x="756" y="3218"/>
                  </a:lnTo>
                  <a:lnTo>
                    <a:pt x="700" y="3251"/>
                  </a:lnTo>
                  <a:lnTo>
                    <a:pt x="645" y="3287"/>
                  </a:lnTo>
                  <a:lnTo>
                    <a:pt x="592" y="3327"/>
                  </a:lnTo>
                  <a:lnTo>
                    <a:pt x="541" y="3367"/>
                  </a:lnTo>
                  <a:lnTo>
                    <a:pt x="492" y="3410"/>
                  </a:lnTo>
                  <a:lnTo>
                    <a:pt x="445" y="3454"/>
                  </a:lnTo>
                  <a:lnTo>
                    <a:pt x="399" y="3502"/>
                  </a:lnTo>
                  <a:lnTo>
                    <a:pt x="357" y="3550"/>
                  </a:lnTo>
                  <a:lnTo>
                    <a:pt x="316" y="3600"/>
                  </a:lnTo>
                  <a:lnTo>
                    <a:pt x="277" y="3653"/>
                  </a:lnTo>
                  <a:lnTo>
                    <a:pt x="240" y="3707"/>
                  </a:lnTo>
                  <a:lnTo>
                    <a:pt x="206" y="3762"/>
                  </a:lnTo>
                  <a:lnTo>
                    <a:pt x="175" y="3818"/>
                  </a:lnTo>
                  <a:lnTo>
                    <a:pt x="145" y="3877"/>
                  </a:lnTo>
                  <a:lnTo>
                    <a:pt x="119" y="3937"/>
                  </a:lnTo>
                  <a:lnTo>
                    <a:pt x="95" y="3999"/>
                  </a:lnTo>
                  <a:lnTo>
                    <a:pt x="72" y="4061"/>
                  </a:lnTo>
                  <a:lnTo>
                    <a:pt x="53" y="4124"/>
                  </a:lnTo>
                  <a:lnTo>
                    <a:pt x="37" y="4189"/>
                  </a:lnTo>
                  <a:lnTo>
                    <a:pt x="24" y="4255"/>
                  </a:lnTo>
                  <a:lnTo>
                    <a:pt x="14" y="4321"/>
                  </a:lnTo>
                  <a:lnTo>
                    <a:pt x="6" y="4389"/>
                  </a:lnTo>
                  <a:lnTo>
                    <a:pt x="2" y="4457"/>
                  </a:lnTo>
                  <a:lnTo>
                    <a:pt x="0" y="4527"/>
                  </a:lnTo>
                  <a:lnTo>
                    <a:pt x="0" y="12070"/>
                  </a:lnTo>
                  <a:lnTo>
                    <a:pt x="2" y="12148"/>
                  </a:lnTo>
                  <a:lnTo>
                    <a:pt x="8" y="12224"/>
                  </a:lnTo>
                  <a:lnTo>
                    <a:pt x="17" y="12299"/>
                  </a:lnTo>
                  <a:lnTo>
                    <a:pt x="31" y="12374"/>
                  </a:lnTo>
                  <a:lnTo>
                    <a:pt x="47" y="12446"/>
                  </a:lnTo>
                  <a:lnTo>
                    <a:pt x="68" y="12519"/>
                  </a:lnTo>
                  <a:lnTo>
                    <a:pt x="92" y="12588"/>
                  </a:lnTo>
                  <a:lnTo>
                    <a:pt x="119" y="12657"/>
                  </a:lnTo>
                  <a:lnTo>
                    <a:pt x="149" y="12724"/>
                  </a:lnTo>
                  <a:lnTo>
                    <a:pt x="182" y="12788"/>
                  </a:lnTo>
                  <a:lnTo>
                    <a:pt x="218" y="12852"/>
                  </a:lnTo>
                  <a:lnTo>
                    <a:pt x="259" y="12913"/>
                  </a:lnTo>
                  <a:lnTo>
                    <a:pt x="300" y="12972"/>
                  </a:lnTo>
                  <a:lnTo>
                    <a:pt x="345" y="13030"/>
                  </a:lnTo>
                  <a:lnTo>
                    <a:pt x="392" y="13084"/>
                  </a:lnTo>
                  <a:lnTo>
                    <a:pt x="443" y="13136"/>
                  </a:lnTo>
                  <a:lnTo>
                    <a:pt x="495" y="13187"/>
                  </a:lnTo>
                  <a:lnTo>
                    <a:pt x="549" y="13234"/>
                  </a:lnTo>
                  <a:lnTo>
                    <a:pt x="607" y="13279"/>
                  </a:lnTo>
                  <a:lnTo>
                    <a:pt x="666" y="13320"/>
                  </a:lnTo>
                  <a:lnTo>
                    <a:pt x="727" y="13361"/>
                  </a:lnTo>
                  <a:lnTo>
                    <a:pt x="791" y="13397"/>
                  </a:lnTo>
                  <a:lnTo>
                    <a:pt x="855" y="13430"/>
                  </a:lnTo>
                  <a:lnTo>
                    <a:pt x="922" y="13460"/>
                  </a:lnTo>
                  <a:lnTo>
                    <a:pt x="991" y="13487"/>
                  </a:lnTo>
                  <a:lnTo>
                    <a:pt x="1060" y="13511"/>
                  </a:lnTo>
                  <a:lnTo>
                    <a:pt x="1133" y="13532"/>
                  </a:lnTo>
                  <a:lnTo>
                    <a:pt x="1205" y="13548"/>
                  </a:lnTo>
                  <a:lnTo>
                    <a:pt x="1280" y="13562"/>
                  </a:lnTo>
                  <a:lnTo>
                    <a:pt x="1355" y="13571"/>
                  </a:lnTo>
                  <a:lnTo>
                    <a:pt x="1431" y="13577"/>
                  </a:lnTo>
                  <a:lnTo>
                    <a:pt x="1509" y="13579"/>
                  </a:lnTo>
                  <a:lnTo>
                    <a:pt x="14586" y="13579"/>
                  </a:lnTo>
                  <a:lnTo>
                    <a:pt x="14664" y="13577"/>
                  </a:lnTo>
                  <a:lnTo>
                    <a:pt x="14740" y="13571"/>
                  </a:lnTo>
                  <a:lnTo>
                    <a:pt x="14815" y="13562"/>
                  </a:lnTo>
                  <a:lnTo>
                    <a:pt x="14890" y="13548"/>
                  </a:lnTo>
                  <a:lnTo>
                    <a:pt x="14962" y="13532"/>
                  </a:lnTo>
                  <a:lnTo>
                    <a:pt x="15034" y="13511"/>
                  </a:lnTo>
                  <a:lnTo>
                    <a:pt x="15104" y="13487"/>
                  </a:lnTo>
                  <a:lnTo>
                    <a:pt x="15173" y="13460"/>
                  </a:lnTo>
                  <a:lnTo>
                    <a:pt x="15240" y="13430"/>
                  </a:lnTo>
                  <a:lnTo>
                    <a:pt x="15304" y="13397"/>
                  </a:lnTo>
                  <a:lnTo>
                    <a:pt x="15368" y="13361"/>
                  </a:lnTo>
                  <a:lnTo>
                    <a:pt x="15429" y="13320"/>
                  </a:lnTo>
                  <a:lnTo>
                    <a:pt x="15488" y="13279"/>
                  </a:lnTo>
                  <a:lnTo>
                    <a:pt x="15546" y="13234"/>
                  </a:lnTo>
                  <a:lnTo>
                    <a:pt x="15600" y="13187"/>
                  </a:lnTo>
                  <a:lnTo>
                    <a:pt x="15652" y="13136"/>
                  </a:lnTo>
                  <a:lnTo>
                    <a:pt x="15703" y="13084"/>
                  </a:lnTo>
                  <a:lnTo>
                    <a:pt x="15750" y="13030"/>
                  </a:lnTo>
                  <a:lnTo>
                    <a:pt x="15795" y="12972"/>
                  </a:lnTo>
                  <a:lnTo>
                    <a:pt x="15836" y="12913"/>
                  </a:lnTo>
                  <a:lnTo>
                    <a:pt x="15877" y="12852"/>
                  </a:lnTo>
                  <a:lnTo>
                    <a:pt x="15913" y="12788"/>
                  </a:lnTo>
                  <a:lnTo>
                    <a:pt x="15946" y="12724"/>
                  </a:lnTo>
                  <a:lnTo>
                    <a:pt x="15976" y="12657"/>
                  </a:lnTo>
                  <a:lnTo>
                    <a:pt x="16003" y="12588"/>
                  </a:lnTo>
                  <a:lnTo>
                    <a:pt x="16027" y="12519"/>
                  </a:lnTo>
                  <a:lnTo>
                    <a:pt x="16048" y="12446"/>
                  </a:lnTo>
                  <a:lnTo>
                    <a:pt x="16064" y="12374"/>
                  </a:lnTo>
                  <a:lnTo>
                    <a:pt x="16078" y="12299"/>
                  </a:lnTo>
                  <a:lnTo>
                    <a:pt x="16087" y="12224"/>
                  </a:lnTo>
                  <a:lnTo>
                    <a:pt x="16093" y="12148"/>
                  </a:lnTo>
                  <a:lnTo>
                    <a:pt x="16095" y="12070"/>
                  </a:lnTo>
                  <a:lnTo>
                    <a:pt x="16095" y="4527"/>
                  </a:lnTo>
                  <a:lnTo>
                    <a:pt x="16093" y="4457"/>
                  </a:lnTo>
                  <a:lnTo>
                    <a:pt x="16089" y="4389"/>
                  </a:lnTo>
                  <a:lnTo>
                    <a:pt x="16081" y="4321"/>
                  </a:lnTo>
                  <a:lnTo>
                    <a:pt x="16071" y="4255"/>
                  </a:lnTo>
                  <a:lnTo>
                    <a:pt x="16058" y="4189"/>
                  </a:lnTo>
                  <a:lnTo>
                    <a:pt x="16042" y="4124"/>
                  </a:lnTo>
                  <a:lnTo>
                    <a:pt x="16023" y="4061"/>
                  </a:lnTo>
                  <a:lnTo>
                    <a:pt x="16000" y="3999"/>
                  </a:lnTo>
                  <a:lnTo>
                    <a:pt x="15976" y="3937"/>
                  </a:lnTo>
                  <a:lnTo>
                    <a:pt x="15949" y="3877"/>
                  </a:lnTo>
                  <a:lnTo>
                    <a:pt x="15920" y="3818"/>
                  </a:lnTo>
                  <a:lnTo>
                    <a:pt x="15889" y="3762"/>
                  </a:lnTo>
                  <a:lnTo>
                    <a:pt x="15855" y="3707"/>
                  </a:lnTo>
                  <a:lnTo>
                    <a:pt x="15818" y="3653"/>
                  </a:lnTo>
                  <a:lnTo>
                    <a:pt x="15779" y="3600"/>
                  </a:lnTo>
                  <a:lnTo>
                    <a:pt x="15738" y="3550"/>
                  </a:lnTo>
                  <a:lnTo>
                    <a:pt x="15696" y="3502"/>
                  </a:lnTo>
                  <a:lnTo>
                    <a:pt x="15650" y="3454"/>
                  </a:lnTo>
                  <a:lnTo>
                    <a:pt x="15603" y="3410"/>
                  </a:lnTo>
                  <a:lnTo>
                    <a:pt x="15554" y="3367"/>
                  </a:lnTo>
                  <a:lnTo>
                    <a:pt x="15503" y="3327"/>
                  </a:lnTo>
                  <a:lnTo>
                    <a:pt x="15450" y="3287"/>
                  </a:lnTo>
                  <a:lnTo>
                    <a:pt x="15395" y="3251"/>
                  </a:lnTo>
                  <a:lnTo>
                    <a:pt x="15339" y="3218"/>
                  </a:lnTo>
                  <a:lnTo>
                    <a:pt x="15281" y="3186"/>
                  </a:lnTo>
                  <a:lnTo>
                    <a:pt x="15221" y="3158"/>
                  </a:lnTo>
                  <a:lnTo>
                    <a:pt x="15160" y="3130"/>
                  </a:lnTo>
                  <a:lnTo>
                    <a:pt x="15097" y="3106"/>
                  </a:lnTo>
                  <a:lnTo>
                    <a:pt x="15034" y="3085"/>
                  </a:lnTo>
                  <a:lnTo>
                    <a:pt x="14968" y="3067"/>
                  </a:lnTo>
                  <a:lnTo>
                    <a:pt x="14901" y="3051"/>
                  </a:lnTo>
                  <a:lnTo>
                    <a:pt x="14834" y="30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grpSp>
      <p:grpSp>
        <p:nvGrpSpPr>
          <p:cNvPr id="59" name="Group 58"/>
          <p:cNvGrpSpPr/>
          <p:nvPr/>
        </p:nvGrpSpPr>
        <p:grpSpPr>
          <a:xfrm>
            <a:off x="1478765" y="5025849"/>
            <a:ext cx="407881" cy="466916"/>
            <a:chOff x="2005013" y="4152900"/>
            <a:chExt cx="603250" cy="690563"/>
          </a:xfrm>
          <a:solidFill>
            <a:schemeClr val="bg1"/>
          </a:solidFill>
        </p:grpSpPr>
        <p:sp>
          <p:nvSpPr>
            <p:cNvPr id="79" name="Freeform 78"/>
            <p:cNvSpPr>
              <a:spLocks noEditPoints="1"/>
            </p:cNvSpPr>
            <p:nvPr/>
          </p:nvSpPr>
          <p:spPr bwMode="auto">
            <a:xfrm>
              <a:off x="2005013" y="4152900"/>
              <a:ext cx="603250" cy="690563"/>
            </a:xfrm>
            <a:custGeom>
              <a:avLst/>
              <a:gdLst>
                <a:gd name="T0" fmla="*/ 4158 w 14060"/>
                <a:gd name="T1" fmla="*/ 5259 h 16095"/>
                <a:gd name="T2" fmla="*/ 1877 w 14060"/>
                <a:gd name="T3" fmla="*/ 4442 h 16095"/>
                <a:gd name="T4" fmla="*/ 1004 w 14060"/>
                <a:gd name="T5" fmla="*/ 3269 h 16095"/>
                <a:gd name="T6" fmla="*/ 1877 w 14060"/>
                <a:gd name="T7" fmla="*/ 2095 h 16095"/>
                <a:gd name="T8" fmla="*/ 4158 w 14060"/>
                <a:gd name="T9" fmla="*/ 1279 h 16095"/>
                <a:gd name="T10" fmla="*/ 7340 w 14060"/>
                <a:gd name="T11" fmla="*/ 1009 h 16095"/>
                <a:gd name="T12" fmla="*/ 10399 w 14060"/>
                <a:gd name="T13" fmla="*/ 1392 h 16095"/>
                <a:gd name="T14" fmla="*/ 12461 w 14060"/>
                <a:gd name="T15" fmla="*/ 2288 h 16095"/>
                <a:gd name="T16" fmla="*/ 13025 w 14060"/>
                <a:gd name="T17" fmla="*/ 3501 h 16095"/>
                <a:gd name="T18" fmla="*/ 11859 w 14060"/>
                <a:gd name="T19" fmla="*/ 4623 h 16095"/>
                <a:gd name="T20" fmla="*/ 9376 w 14060"/>
                <a:gd name="T21" fmla="*/ 5355 h 16095"/>
                <a:gd name="T22" fmla="*/ 13055 w 14060"/>
                <a:gd name="T23" fmla="*/ 6798 h 16095"/>
                <a:gd name="T24" fmla="*/ 12329 w 14060"/>
                <a:gd name="T25" fmla="*/ 7877 h 16095"/>
                <a:gd name="T26" fmla="*/ 10154 w 14060"/>
                <a:gd name="T27" fmla="*/ 8729 h 16095"/>
                <a:gd name="T28" fmla="*/ 7030 w 14060"/>
                <a:gd name="T29" fmla="*/ 9053 h 16095"/>
                <a:gd name="T30" fmla="*/ 3906 w 14060"/>
                <a:gd name="T31" fmla="*/ 8729 h 16095"/>
                <a:gd name="T32" fmla="*/ 1731 w 14060"/>
                <a:gd name="T33" fmla="*/ 7877 h 16095"/>
                <a:gd name="T34" fmla="*/ 1005 w 14060"/>
                <a:gd name="T35" fmla="*/ 6798 h 16095"/>
                <a:gd name="T36" fmla="*/ 2178 w 14060"/>
                <a:gd name="T37" fmla="*/ 5717 h 16095"/>
                <a:gd name="T38" fmla="*/ 4255 w 14060"/>
                <a:gd name="T39" fmla="*/ 6300 h 16095"/>
                <a:gd name="T40" fmla="*/ 6598 w 14060"/>
                <a:gd name="T41" fmla="*/ 6533 h 16095"/>
                <a:gd name="T42" fmla="*/ 8968 w 14060"/>
                <a:gd name="T43" fmla="*/ 6425 h 16095"/>
                <a:gd name="T44" fmla="*/ 11177 w 14060"/>
                <a:gd name="T45" fmla="*/ 5970 h 16095"/>
                <a:gd name="T46" fmla="*/ 12929 w 14060"/>
                <a:gd name="T47" fmla="*/ 5154 h 16095"/>
                <a:gd name="T48" fmla="*/ 12866 w 14060"/>
                <a:gd name="T49" fmla="*/ 10385 h 16095"/>
                <a:gd name="T50" fmla="*/ 11291 w 14060"/>
                <a:gd name="T51" fmla="*/ 11413 h 16095"/>
                <a:gd name="T52" fmla="*/ 8535 w 14060"/>
                <a:gd name="T53" fmla="*/ 12001 h 16095"/>
                <a:gd name="T54" fmla="*/ 5238 w 14060"/>
                <a:gd name="T55" fmla="*/ 11971 h 16095"/>
                <a:gd name="T56" fmla="*/ 2570 w 14060"/>
                <a:gd name="T57" fmla="*/ 11335 h 16095"/>
                <a:gd name="T58" fmla="*/ 1127 w 14060"/>
                <a:gd name="T59" fmla="*/ 10277 h 16095"/>
                <a:gd name="T60" fmla="*/ 1334 w 14060"/>
                <a:gd name="T61" fmla="*/ 8216 h 16095"/>
                <a:gd name="T62" fmla="*/ 3083 w 14060"/>
                <a:gd name="T63" fmla="*/ 9035 h 16095"/>
                <a:gd name="T64" fmla="*/ 5412 w 14060"/>
                <a:gd name="T65" fmla="*/ 9477 h 16095"/>
                <a:gd name="T66" fmla="*/ 7960 w 14060"/>
                <a:gd name="T67" fmla="*/ 9530 h 16095"/>
                <a:gd name="T68" fmla="*/ 10383 w 14060"/>
                <a:gd name="T69" fmla="*/ 9193 h 16095"/>
                <a:gd name="T70" fmla="*/ 12328 w 14060"/>
                <a:gd name="T71" fmla="*/ 8477 h 16095"/>
                <a:gd name="T72" fmla="*/ 12986 w 14060"/>
                <a:gd name="T73" fmla="*/ 13170 h 16095"/>
                <a:gd name="T74" fmla="*/ 11680 w 14060"/>
                <a:gd name="T75" fmla="*/ 14265 h 16095"/>
                <a:gd name="T76" fmla="*/ 9102 w 14060"/>
                <a:gd name="T77" fmla="*/ 14951 h 16095"/>
                <a:gd name="T78" fmla="*/ 5816 w 14060"/>
                <a:gd name="T79" fmla="*/ 15043 h 16095"/>
                <a:gd name="T80" fmla="*/ 2979 w 14060"/>
                <a:gd name="T81" fmla="*/ 14501 h 16095"/>
                <a:gd name="T82" fmla="*/ 1275 w 14060"/>
                <a:gd name="T83" fmla="*/ 13499 h 16095"/>
                <a:gd name="T84" fmla="*/ 1459 w 14060"/>
                <a:gd name="T85" fmla="*/ 11324 h 16095"/>
                <a:gd name="T86" fmla="*/ 3277 w 14060"/>
                <a:gd name="T87" fmla="*/ 12109 h 16095"/>
                <a:gd name="T88" fmla="*/ 5640 w 14060"/>
                <a:gd name="T89" fmla="*/ 12516 h 16095"/>
                <a:gd name="T90" fmla="*/ 8191 w 14060"/>
                <a:gd name="T91" fmla="*/ 12534 h 16095"/>
                <a:gd name="T92" fmla="*/ 10586 w 14060"/>
                <a:gd name="T93" fmla="*/ 12162 h 16095"/>
                <a:gd name="T94" fmla="*/ 12468 w 14060"/>
                <a:gd name="T95" fmla="*/ 11410 h 16095"/>
                <a:gd name="T96" fmla="*/ 5756 w 14060"/>
                <a:gd name="T97" fmla="*/ 48 h 16095"/>
                <a:gd name="T98" fmla="*/ 2501 w 14060"/>
                <a:gd name="T99" fmla="*/ 695 h 16095"/>
                <a:gd name="T100" fmla="*/ 359 w 14060"/>
                <a:gd name="T101" fmla="*/ 2134 h 16095"/>
                <a:gd name="T102" fmla="*/ 163 w 14060"/>
                <a:gd name="T103" fmla="*/ 13611 h 16095"/>
                <a:gd name="T104" fmla="*/ 2001 w 14060"/>
                <a:gd name="T105" fmla="*/ 15199 h 16095"/>
                <a:gd name="T106" fmla="*/ 5124 w 14060"/>
                <a:gd name="T107" fmla="*/ 15985 h 16095"/>
                <a:gd name="T108" fmla="*/ 8621 w 14060"/>
                <a:gd name="T109" fmla="*/ 16020 h 16095"/>
                <a:gd name="T110" fmla="*/ 11814 w 14060"/>
                <a:gd name="T111" fmla="*/ 15302 h 16095"/>
                <a:gd name="T112" fmla="*/ 13808 w 14060"/>
                <a:gd name="T113" fmla="*/ 13789 h 16095"/>
                <a:gd name="T114" fmla="*/ 13808 w 14060"/>
                <a:gd name="T115" fmla="*/ 2305 h 16095"/>
                <a:gd name="T116" fmla="*/ 11814 w 14060"/>
                <a:gd name="T117" fmla="*/ 792 h 16095"/>
                <a:gd name="T118" fmla="*/ 8621 w 14060"/>
                <a:gd name="T119" fmla="*/ 75 h 16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60" h="16095">
                  <a:moveTo>
                    <a:pt x="7030" y="5533"/>
                  </a:moveTo>
                  <a:lnTo>
                    <a:pt x="6720" y="5530"/>
                  </a:lnTo>
                  <a:lnTo>
                    <a:pt x="6413" y="5521"/>
                  </a:lnTo>
                  <a:lnTo>
                    <a:pt x="6112" y="5507"/>
                  </a:lnTo>
                  <a:lnTo>
                    <a:pt x="5816" y="5486"/>
                  </a:lnTo>
                  <a:lnTo>
                    <a:pt x="5524" y="5461"/>
                  </a:lnTo>
                  <a:lnTo>
                    <a:pt x="5238" y="5431"/>
                  </a:lnTo>
                  <a:lnTo>
                    <a:pt x="4958" y="5395"/>
                  </a:lnTo>
                  <a:lnTo>
                    <a:pt x="4684" y="5355"/>
                  </a:lnTo>
                  <a:lnTo>
                    <a:pt x="4418" y="5309"/>
                  </a:lnTo>
                  <a:lnTo>
                    <a:pt x="4158" y="5259"/>
                  </a:lnTo>
                  <a:lnTo>
                    <a:pt x="3906" y="5205"/>
                  </a:lnTo>
                  <a:lnTo>
                    <a:pt x="3661" y="5145"/>
                  </a:lnTo>
                  <a:lnTo>
                    <a:pt x="3425" y="5083"/>
                  </a:lnTo>
                  <a:lnTo>
                    <a:pt x="3197" y="5016"/>
                  </a:lnTo>
                  <a:lnTo>
                    <a:pt x="2979" y="4944"/>
                  </a:lnTo>
                  <a:lnTo>
                    <a:pt x="2769" y="4870"/>
                  </a:lnTo>
                  <a:lnTo>
                    <a:pt x="2570" y="4791"/>
                  </a:lnTo>
                  <a:lnTo>
                    <a:pt x="2380" y="4709"/>
                  </a:lnTo>
                  <a:lnTo>
                    <a:pt x="2201" y="4623"/>
                  </a:lnTo>
                  <a:lnTo>
                    <a:pt x="2034" y="4535"/>
                  </a:lnTo>
                  <a:lnTo>
                    <a:pt x="1877" y="4442"/>
                  </a:lnTo>
                  <a:lnTo>
                    <a:pt x="1731" y="4348"/>
                  </a:lnTo>
                  <a:lnTo>
                    <a:pt x="1599" y="4250"/>
                  </a:lnTo>
                  <a:lnTo>
                    <a:pt x="1477" y="4149"/>
                  </a:lnTo>
                  <a:lnTo>
                    <a:pt x="1370" y="4047"/>
                  </a:lnTo>
                  <a:lnTo>
                    <a:pt x="1275" y="3942"/>
                  </a:lnTo>
                  <a:lnTo>
                    <a:pt x="1194" y="3835"/>
                  </a:lnTo>
                  <a:lnTo>
                    <a:pt x="1127" y="3725"/>
                  </a:lnTo>
                  <a:lnTo>
                    <a:pt x="1074" y="3613"/>
                  </a:lnTo>
                  <a:lnTo>
                    <a:pt x="1035" y="3501"/>
                  </a:lnTo>
                  <a:lnTo>
                    <a:pt x="1012" y="3386"/>
                  </a:lnTo>
                  <a:lnTo>
                    <a:pt x="1004" y="3269"/>
                  </a:lnTo>
                  <a:lnTo>
                    <a:pt x="1012" y="3153"/>
                  </a:lnTo>
                  <a:lnTo>
                    <a:pt x="1035" y="3038"/>
                  </a:lnTo>
                  <a:lnTo>
                    <a:pt x="1074" y="2924"/>
                  </a:lnTo>
                  <a:lnTo>
                    <a:pt x="1127" y="2813"/>
                  </a:lnTo>
                  <a:lnTo>
                    <a:pt x="1194" y="2703"/>
                  </a:lnTo>
                  <a:lnTo>
                    <a:pt x="1275" y="2596"/>
                  </a:lnTo>
                  <a:lnTo>
                    <a:pt x="1370" y="2491"/>
                  </a:lnTo>
                  <a:lnTo>
                    <a:pt x="1477" y="2388"/>
                  </a:lnTo>
                  <a:lnTo>
                    <a:pt x="1599" y="2288"/>
                  </a:lnTo>
                  <a:lnTo>
                    <a:pt x="1731" y="2190"/>
                  </a:lnTo>
                  <a:lnTo>
                    <a:pt x="1877" y="2095"/>
                  </a:lnTo>
                  <a:lnTo>
                    <a:pt x="2034" y="2004"/>
                  </a:lnTo>
                  <a:lnTo>
                    <a:pt x="2201" y="1915"/>
                  </a:lnTo>
                  <a:lnTo>
                    <a:pt x="2380" y="1830"/>
                  </a:lnTo>
                  <a:lnTo>
                    <a:pt x="2570" y="1747"/>
                  </a:lnTo>
                  <a:lnTo>
                    <a:pt x="2769" y="1669"/>
                  </a:lnTo>
                  <a:lnTo>
                    <a:pt x="2979" y="1593"/>
                  </a:lnTo>
                  <a:lnTo>
                    <a:pt x="3197" y="1523"/>
                  </a:lnTo>
                  <a:lnTo>
                    <a:pt x="3425" y="1456"/>
                  </a:lnTo>
                  <a:lnTo>
                    <a:pt x="3661" y="1392"/>
                  </a:lnTo>
                  <a:lnTo>
                    <a:pt x="3906" y="1334"/>
                  </a:lnTo>
                  <a:lnTo>
                    <a:pt x="4158" y="1279"/>
                  </a:lnTo>
                  <a:lnTo>
                    <a:pt x="4418" y="1229"/>
                  </a:lnTo>
                  <a:lnTo>
                    <a:pt x="4684" y="1184"/>
                  </a:lnTo>
                  <a:lnTo>
                    <a:pt x="4958" y="1143"/>
                  </a:lnTo>
                  <a:lnTo>
                    <a:pt x="5238" y="1108"/>
                  </a:lnTo>
                  <a:lnTo>
                    <a:pt x="5524" y="1077"/>
                  </a:lnTo>
                  <a:lnTo>
                    <a:pt x="5816" y="1052"/>
                  </a:lnTo>
                  <a:lnTo>
                    <a:pt x="6112" y="1032"/>
                  </a:lnTo>
                  <a:lnTo>
                    <a:pt x="6413" y="1018"/>
                  </a:lnTo>
                  <a:lnTo>
                    <a:pt x="6720" y="1009"/>
                  </a:lnTo>
                  <a:lnTo>
                    <a:pt x="7030" y="1006"/>
                  </a:lnTo>
                  <a:lnTo>
                    <a:pt x="7340" y="1009"/>
                  </a:lnTo>
                  <a:lnTo>
                    <a:pt x="7647" y="1018"/>
                  </a:lnTo>
                  <a:lnTo>
                    <a:pt x="7948" y="1032"/>
                  </a:lnTo>
                  <a:lnTo>
                    <a:pt x="8244" y="1052"/>
                  </a:lnTo>
                  <a:lnTo>
                    <a:pt x="8536" y="1077"/>
                  </a:lnTo>
                  <a:lnTo>
                    <a:pt x="8822" y="1108"/>
                  </a:lnTo>
                  <a:lnTo>
                    <a:pt x="9102" y="1143"/>
                  </a:lnTo>
                  <a:lnTo>
                    <a:pt x="9376" y="1184"/>
                  </a:lnTo>
                  <a:lnTo>
                    <a:pt x="9642" y="1229"/>
                  </a:lnTo>
                  <a:lnTo>
                    <a:pt x="9902" y="1279"/>
                  </a:lnTo>
                  <a:lnTo>
                    <a:pt x="10154" y="1334"/>
                  </a:lnTo>
                  <a:lnTo>
                    <a:pt x="10399" y="1392"/>
                  </a:lnTo>
                  <a:lnTo>
                    <a:pt x="10635" y="1456"/>
                  </a:lnTo>
                  <a:lnTo>
                    <a:pt x="10863" y="1523"/>
                  </a:lnTo>
                  <a:lnTo>
                    <a:pt x="11081" y="1593"/>
                  </a:lnTo>
                  <a:lnTo>
                    <a:pt x="11291" y="1669"/>
                  </a:lnTo>
                  <a:lnTo>
                    <a:pt x="11490" y="1747"/>
                  </a:lnTo>
                  <a:lnTo>
                    <a:pt x="11680" y="1830"/>
                  </a:lnTo>
                  <a:lnTo>
                    <a:pt x="11859" y="1915"/>
                  </a:lnTo>
                  <a:lnTo>
                    <a:pt x="12026" y="2004"/>
                  </a:lnTo>
                  <a:lnTo>
                    <a:pt x="12183" y="2095"/>
                  </a:lnTo>
                  <a:lnTo>
                    <a:pt x="12329" y="2190"/>
                  </a:lnTo>
                  <a:lnTo>
                    <a:pt x="12461" y="2288"/>
                  </a:lnTo>
                  <a:lnTo>
                    <a:pt x="12583" y="2388"/>
                  </a:lnTo>
                  <a:lnTo>
                    <a:pt x="12690" y="2491"/>
                  </a:lnTo>
                  <a:lnTo>
                    <a:pt x="12785" y="2596"/>
                  </a:lnTo>
                  <a:lnTo>
                    <a:pt x="12866" y="2703"/>
                  </a:lnTo>
                  <a:lnTo>
                    <a:pt x="12933" y="2813"/>
                  </a:lnTo>
                  <a:lnTo>
                    <a:pt x="12986" y="2924"/>
                  </a:lnTo>
                  <a:lnTo>
                    <a:pt x="13025" y="3038"/>
                  </a:lnTo>
                  <a:lnTo>
                    <a:pt x="13048" y="3153"/>
                  </a:lnTo>
                  <a:lnTo>
                    <a:pt x="13056" y="3269"/>
                  </a:lnTo>
                  <a:lnTo>
                    <a:pt x="13048" y="3386"/>
                  </a:lnTo>
                  <a:lnTo>
                    <a:pt x="13025" y="3501"/>
                  </a:lnTo>
                  <a:lnTo>
                    <a:pt x="12986" y="3613"/>
                  </a:lnTo>
                  <a:lnTo>
                    <a:pt x="12933" y="3725"/>
                  </a:lnTo>
                  <a:lnTo>
                    <a:pt x="12866" y="3835"/>
                  </a:lnTo>
                  <a:lnTo>
                    <a:pt x="12785" y="3942"/>
                  </a:lnTo>
                  <a:lnTo>
                    <a:pt x="12690" y="4047"/>
                  </a:lnTo>
                  <a:lnTo>
                    <a:pt x="12583" y="4149"/>
                  </a:lnTo>
                  <a:lnTo>
                    <a:pt x="12461" y="4250"/>
                  </a:lnTo>
                  <a:lnTo>
                    <a:pt x="12329" y="4348"/>
                  </a:lnTo>
                  <a:lnTo>
                    <a:pt x="12183" y="4442"/>
                  </a:lnTo>
                  <a:lnTo>
                    <a:pt x="12026" y="4535"/>
                  </a:lnTo>
                  <a:lnTo>
                    <a:pt x="11859" y="4623"/>
                  </a:lnTo>
                  <a:lnTo>
                    <a:pt x="11680" y="4709"/>
                  </a:lnTo>
                  <a:lnTo>
                    <a:pt x="11490" y="4791"/>
                  </a:lnTo>
                  <a:lnTo>
                    <a:pt x="11291" y="4870"/>
                  </a:lnTo>
                  <a:lnTo>
                    <a:pt x="11081" y="4944"/>
                  </a:lnTo>
                  <a:lnTo>
                    <a:pt x="10863" y="5016"/>
                  </a:lnTo>
                  <a:lnTo>
                    <a:pt x="10635" y="5083"/>
                  </a:lnTo>
                  <a:lnTo>
                    <a:pt x="10399" y="5145"/>
                  </a:lnTo>
                  <a:lnTo>
                    <a:pt x="10154" y="5205"/>
                  </a:lnTo>
                  <a:lnTo>
                    <a:pt x="9902" y="5259"/>
                  </a:lnTo>
                  <a:lnTo>
                    <a:pt x="9642" y="5309"/>
                  </a:lnTo>
                  <a:lnTo>
                    <a:pt x="9376" y="5355"/>
                  </a:lnTo>
                  <a:lnTo>
                    <a:pt x="9102" y="5395"/>
                  </a:lnTo>
                  <a:lnTo>
                    <a:pt x="8822" y="5431"/>
                  </a:lnTo>
                  <a:lnTo>
                    <a:pt x="8536" y="5461"/>
                  </a:lnTo>
                  <a:lnTo>
                    <a:pt x="8244" y="5486"/>
                  </a:lnTo>
                  <a:lnTo>
                    <a:pt x="7948" y="5507"/>
                  </a:lnTo>
                  <a:lnTo>
                    <a:pt x="7647" y="5521"/>
                  </a:lnTo>
                  <a:lnTo>
                    <a:pt x="7340" y="5530"/>
                  </a:lnTo>
                  <a:lnTo>
                    <a:pt x="7030" y="5533"/>
                  </a:lnTo>
                  <a:close/>
                  <a:moveTo>
                    <a:pt x="13056" y="6790"/>
                  </a:moveTo>
                  <a:lnTo>
                    <a:pt x="13054" y="6790"/>
                  </a:lnTo>
                  <a:lnTo>
                    <a:pt x="13055" y="6798"/>
                  </a:lnTo>
                  <a:lnTo>
                    <a:pt x="13056" y="6805"/>
                  </a:lnTo>
                  <a:lnTo>
                    <a:pt x="13048" y="6921"/>
                  </a:lnTo>
                  <a:lnTo>
                    <a:pt x="13025" y="7036"/>
                  </a:lnTo>
                  <a:lnTo>
                    <a:pt x="12986" y="7148"/>
                  </a:lnTo>
                  <a:lnTo>
                    <a:pt x="12933" y="7259"/>
                  </a:lnTo>
                  <a:lnTo>
                    <a:pt x="12866" y="7367"/>
                  </a:lnTo>
                  <a:lnTo>
                    <a:pt x="12785" y="7474"/>
                  </a:lnTo>
                  <a:lnTo>
                    <a:pt x="12690" y="7579"/>
                  </a:lnTo>
                  <a:lnTo>
                    <a:pt x="12582" y="7680"/>
                  </a:lnTo>
                  <a:lnTo>
                    <a:pt x="12461" y="7780"/>
                  </a:lnTo>
                  <a:lnTo>
                    <a:pt x="12329" y="7877"/>
                  </a:lnTo>
                  <a:lnTo>
                    <a:pt x="12183" y="7971"/>
                  </a:lnTo>
                  <a:lnTo>
                    <a:pt x="12026" y="8063"/>
                  </a:lnTo>
                  <a:lnTo>
                    <a:pt x="11859" y="8151"/>
                  </a:lnTo>
                  <a:lnTo>
                    <a:pt x="11680" y="8236"/>
                  </a:lnTo>
                  <a:lnTo>
                    <a:pt x="11490" y="8317"/>
                  </a:lnTo>
                  <a:lnTo>
                    <a:pt x="11291" y="8396"/>
                  </a:lnTo>
                  <a:lnTo>
                    <a:pt x="11081" y="8470"/>
                  </a:lnTo>
                  <a:lnTo>
                    <a:pt x="10862" y="8540"/>
                  </a:lnTo>
                  <a:lnTo>
                    <a:pt x="10635" y="8607"/>
                  </a:lnTo>
                  <a:lnTo>
                    <a:pt x="10399" y="8670"/>
                  </a:lnTo>
                  <a:lnTo>
                    <a:pt x="10154" y="8729"/>
                  </a:lnTo>
                  <a:lnTo>
                    <a:pt x="9902" y="8782"/>
                  </a:lnTo>
                  <a:lnTo>
                    <a:pt x="9642" y="8832"/>
                  </a:lnTo>
                  <a:lnTo>
                    <a:pt x="9375" y="8876"/>
                  </a:lnTo>
                  <a:lnTo>
                    <a:pt x="9102" y="8917"/>
                  </a:lnTo>
                  <a:lnTo>
                    <a:pt x="8822" y="8953"/>
                  </a:lnTo>
                  <a:lnTo>
                    <a:pt x="8535" y="8983"/>
                  </a:lnTo>
                  <a:lnTo>
                    <a:pt x="8244" y="9008"/>
                  </a:lnTo>
                  <a:lnTo>
                    <a:pt x="7948" y="9027"/>
                  </a:lnTo>
                  <a:lnTo>
                    <a:pt x="7646" y="9041"/>
                  </a:lnTo>
                  <a:lnTo>
                    <a:pt x="7340" y="9050"/>
                  </a:lnTo>
                  <a:lnTo>
                    <a:pt x="7030" y="9053"/>
                  </a:lnTo>
                  <a:lnTo>
                    <a:pt x="6720" y="9050"/>
                  </a:lnTo>
                  <a:lnTo>
                    <a:pt x="6414" y="9041"/>
                  </a:lnTo>
                  <a:lnTo>
                    <a:pt x="6112" y="9027"/>
                  </a:lnTo>
                  <a:lnTo>
                    <a:pt x="5816" y="9008"/>
                  </a:lnTo>
                  <a:lnTo>
                    <a:pt x="5525" y="8983"/>
                  </a:lnTo>
                  <a:lnTo>
                    <a:pt x="5238" y="8953"/>
                  </a:lnTo>
                  <a:lnTo>
                    <a:pt x="4958" y="8917"/>
                  </a:lnTo>
                  <a:lnTo>
                    <a:pt x="4685" y="8876"/>
                  </a:lnTo>
                  <a:lnTo>
                    <a:pt x="4418" y="8832"/>
                  </a:lnTo>
                  <a:lnTo>
                    <a:pt x="4158" y="8782"/>
                  </a:lnTo>
                  <a:lnTo>
                    <a:pt x="3906" y="8729"/>
                  </a:lnTo>
                  <a:lnTo>
                    <a:pt x="3661" y="8670"/>
                  </a:lnTo>
                  <a:lnTo>
                    <a:pt x="3425" y="8607"/>
                  </a:lnTo>
                  <a:lnTo>
                    <a:pt x="3197" y="8540"/>
                  </a:lnTo>
                  <a:lnTo>
                    <a:pt x="2979" y="8470"/>
                  </a:lnTo>
                  <a:lnTo>
                    <a:pt x="2769" y="8396"/>
                  </a:lnTo>
                  <a:lnTo>
                    <a:pt x="2570" y="8317"/>
                  </a:lnTo>
                  <a:lnTo>
                    <a:pt x="2380" y="8236"/>
                  </a:lnTo>
                  <a:lnTo>
                    <a:pt x="2201" y="8151"/>
                  </a:lnTo>
                  <a:lnTo>
                    <a:pt x="2034" y="8063"/>
                  </a:lnTo>
                  <a:lnTo>
                    <a:pt x="1877" y="7971"/>
                  </a:lnTo>
                  <a:lnTo>
                    <a:pt x="1731" y="7877"/>
                  </a:lnTo>
                  <a:lnTo>
                    <a:pt x="1599" y="7780"/>
                  </a:lnTo>
                  <a:lnTo>
                    <a:pt x="1477" y="7680"/>
                  </a:lnTo>
                  <a:lnTo>
                    <a:pt x="1370" y="7579"/>
                  </a:lnTo>
                  <a:lnTo>
                    <a:pt x="1275" y="7474"/>
                  </a:lnTo>
                  <a:lnTo>
                    <a:pt x="1194" y="7367"/>
                  </a:lnTo>
                  <a:lnTo>
                    <a:pt x="1127" y="7259"/>
                  </a:lnTo>
                  <a:lnTo>
                    <a:pt x="1074" y="7148"/>
                  </a:lnTo>
                  <a:lnTo>
                    <a:pt x="1035" y="7036"/>
                  </a:lnTo>
                  <a:lnTo>
                    <a:pt x="1012" y="6921"/>
                  </a:lnTo>
                  <a:lnTo>
                    <a:pt x="1004" y="6805"/>
                  </a:lnTo>
                  <a:lnTo>
                    <a:pt x="1005" y="6798"/>
                  </a:lnTo>
                  <a:lnTo>
                    <a:pt x="1006" y="6790"/>
                  </a:lnTo>
                  <a:lnTo>
                    <a:pt x="1004" y="6790"/>
                  </a:lnTo>
                  <a:lnTo>
                    <a:pt x="1004" y="5062"/>
                  </a:lnTo>
                  <a:lnTo>
                    <a:pt x="1131" y="5154"/>
                  </a:lnTo>
                  <a:lnTo>
                    <a:pt x="1263" y="5244"/>
                  </a:lnTo>
                  <a:lnTo>
                    <a:pt x="1402" y="5330"/>
                  </a:lnTo>
                  <a:lnTo>
                    <a:pt x="1547" y="5414"/>
                  </a:lnTo>
                  <a:lnTo>
                    <a:pt x="1697" y="5493"/>
                  </a:lnTo>
                  <a:lnTo>
                    <a:pt x="1852" y="5571"/>
                  </a:lnTo>
                  <a:lnTo>
                    <a:pt x="2013" y="5645"/>
                  </a:lnTo>
                  <a:lnTo>
                    <a:pt x="2178" y="5717"/>
                  </a:lnTo>
                  <a:lnTo>
                    <a:pt x="2348" y="5784"/>
                  </a:lnTo>
                  <a:lnTo>
                    <a:pt x="2523" y="5850"/>
                  </a:lnTo>
                  <a:lnTo>
                    <a:pt x="2701" y="5911"/>
                  </a:lnTo>
                  <a:lnTo>
                    <a:pt x="2883" y="5970"/>
                  </a:lnTo>
                  <a:lnTo>
                    <a:pt x="3070" y="6027"/>
                  </a:lnTo>
                  <a:lnTo>
                    <a:pt x="3260" y="6080"/>
                  </a:lnTo>
                  <a:lnTo>
                    <a:pt x="3453" y="6129"/>
                  </a:lnTo>
                  <a:lnTo>
                    <a:pt x="3650" y="6176"/>
                  </a:lnTo>
                  <a:lnTo>
                    <a:pt x="3848" y="6221"/>
                  </a:lnTo>
                  <a:lnTo>
                    <a:pt x="4050" y="6262"/>
                  </a:lnTo>
                  <a:lnTo>
                    <a:pt x="4255" y="6300"/>
                  </a:lnTo>
                  <a:lnTo>
                    <a:pt x="4461" y="6336"/>
                  </a:lnTo>
                  <a:lnTo>
                    <a:pt x="4670" y="6369"/>
                  </a:lnTo>
                  <a:lnTo>
                    <a:pt x="4880" y="6399"/>
                  </a:lnTo>
                  <a:lnTo>
                    <a:pt x="5092" y="6425"/>
                  </a:lnTo>
                  <a:lnTo>
                    <a:pt x="5305" y="6449"/>
                  </a:lnTo>
                  <a:lnTo>
                    <a:pt x="5519" y="6470"/>
                  </a:lnTo>
                  <a:lnTo>
                    <a:pt x="5733" y="6488"/>
                  </a:lnTo>
                  <a:lnTo>
                    <a:pt x="5949" y="6503"/>
                  </a:lnTo>
                  <a:lnTo>
                    <a:pt x="6165" y="6516"/>
                  </a:lnTo>
                  <a:lnTo>
                    <a:pt x="6382" y="6527"/>
                  </a:lnTo>
                  <a:lnTo>
                    <a:pt x="6598" y="6533"/>
                  </a:lnTo>
                  <a:lnTo>
                    <a:pt x="6814" y="6538"/>
                  </a:lnTo>
                  <a:lnTo>
                    <a:pt x="7030" y="6539"/>
                  </a:lnTo>
                  <a:lnTo>
                    <a:pt x="7246" y="6538"/>
                  </a:lnTo>
                  <a:lnTo>
                    <a:pt x="7462" y="6533"/>
                  </a:lnTo>
                  <a:lnTo>
                    <a:pt x="7678" y="6527"/>
                  </a:lnTo>
                  <a:lnTo>
                    <a:pt x="7895" y="6516"/>
                  </a:lnTo>
                  <a:lnTo>
                    <a:pt x="8111" y="6503"/>
                  </a:lnTo>
                  <a:lnTo>
                    <a:pt x="8327" y="6488"/>
                  </a:lnTo>
                  <a:lnTo>
                    <a:pt x="8541" y="6470"/>
                  </a:lnTo>
                  <a:lnTo>
                    <a:pt x="8755" y="6449"/>
                  </a:lnTo>
                  <a:lnTo>
                    <a:pt x="8968" y="6425"/>
                  </a:lnTo>
                  <a:lnTo>
                    <a:pt x="9180" y="6399"/>
                  </a:lnTo>
                  <a:lnTo>
                    <a:pt x="9390" y="6369"/>
                  </a:lnTo>
                  <a:lnTo>
                    <a:pt x="9599" y="6336"/>
                  </a:lnTo>
                  <a:lnTo>
                    <a:pt x="9805" y="6300"/>
                  </a:lnTo>
                  <a:lnTo>
                    <a:pt x="10010" y="6262"/>
                  </a:lnTo>
                  <a:lnTo>
                    <a:pt x="10212" y="6221"/>
                  </a:lnTo>
                  <a:lnTo>
                    <a:pt x="10410" y="6176"/>
                  </a:lnTo>
                  <a:lnTo>
                    <a:pt x="10607" y="6129"/>
                  </a:lnTo>
                  <a:lnTo>
                    <a:pt x="10800" y="6080"/>
                  </a:lnTo>
                  <a:lnTo>
                    <a:pt x="10990" y="6027"/>
                  </a:lnTo>
                  <a:lnTo>
                    <a:pt x="11177" y="5970"/>
                  </a:lnTo>
                  <a:lnTo>
                    <a:pt x="11358" y="5911"/>
                  </a:lnTo>
                  <a:lnTo>
                    <a:pt x="11537" y="5850"/>
                  </a:lnTo>
                  <a:lnTo>
                    <a:pt x="11712" y="5784"/>
                  </a:lnTo>
                  <a:lnTo>
                    <a:pt x="11882" y="5717"/>
                  </a:lnTo>
                  <a:lnTo>
                    <a:pt x="12047" y="5645"/>
                  </a:lnTo>
                  <a:lnTo>
                    <a:pt x="12208" y="5571"/>
                  </a:lnTo>
                  <a:lnTo>
                    <a:pt x="12363" y="5493"/>
                  </a:lnTo>
                  <a:lnTo>
                    <a:pt x="12513" y="5414"/>
                  </a:lnTo>
                  <a:lnTo>
                    <a:pt x="12658" y="5330"/>
                  </a:lnTo>
                  <a:lnTo>
                    <a:pt x="12797" y="5244"/>
                  </a:lnTo>
                  <a:lnTo>
                    <a:pt x="12929" y="5154"/>
                  </a:lnTo>
                  <a:lnTo>
                    <a:pt x="13056" y="5062"/>
                  </a:lnTo>
                  <a:lnTo>
                    <a:pt x="13056" y="6790"/>
                  </a:lnTo>
                  <a:close/>
                  <a:moveTo>
                    <a:pt x="13056" y="9808"/>
                  </a:moveTo>
                  <a:lnTo>
                    <a:pt x="13054" y="9808"/>
                  </a:lnTo>
                  <a:lnTo>
                    <a:pt x="13055" y="9816"/>
                  </a:lnTo>
                  <a:lnTo>
                    <a:pt x="13056" y="9824"/>
                  </a:lnTo>
                  <a:lnTo>
                    <a:pt x="13048" y="9940"/>
                  </a:lnTo>
                  <a:lnTo>
                    <a:pt x="13025" y="10053"/>
                  </a:lnTo>
                  <a:lnTo>
                    <a:pt x="12986" y="10166"/>
                  </a:lnTo>
                  <a:lnTo>
                    <a:pt x="12933" y="10277"/>
                  </a:lnTo>
                  <a:lnTo>
                    <a:pt x="12866" y="10385"/>
                  </a:lnTo>
                  <a:lnTo>
                    <a:pt x="12785" y="10492"/>
                  </a:lnTo>
                  <a:lnTo>
                    <a:pt x="12690" y="10597"/>
                  </a:lnTo>
                  <a:lnTo>
                    <a:pt x="12582" y="10698"/>
                  </a:lnTo>
                  <a:lnTo>
                    <a:pt x="12461" y="10798"/>
                  </a:lnTo>
                  <a:lnTo>
                    <a:pt x="12329" y="10895"/>
                  </a:lnTo>
                  <a:lnTo>
                    <a:pt x="12183" y="10989"/>
                  </a:lnTo>
                  <a:lnTo>
                    <a:pt x="12026" y="11080"/>
                  </a:lnTo>
                  <a:lnTo>
                    <a:pt x="11859" y="11169"/>
                  </a:lnTo>
                  <a:lnTo>
                    <a:pt x="11680" y="11253"/>
                  </a:lnTo>
                  <a:lnTo>
                    <a:pt x="11490" y="11335"/>
                  </a:lnTo>
                  <a:lnTo>
                    <a:pt x="11291" y="11413"/>
                  </a:lnTo>
                  <a:lnTo>
                    <a:pt x="11081" y="11488"/>
                  </a:lnTo>
                  <a:lnTo>
                    <a:pt x="10862" y="11558"/>
                  </a:lnTo>
                  <a:lnTo>
                    <a:pt x="10635" y="11625"/>
                  </a:lnTo>
                  <a:lnTo>
                    <a:pt x="10399" y="11688"/>
                  </a:lnTo>
                  <a:lnTo>
                    <a:pt x="10154" y="11746"/>
                  </a:lnTo>
                  <a:lnTo>
                    <a:pt x="9902" y="11800"/>
                  </a:lnTo>
                  <a:lnTo>
                    <a:pt x="9642" y="11850"/>
                  </a:lnTo>
                  <a:lnTo>
                    <a:pt x="9375" y="11895"/>
                  </a:lnTo>
                  <a:lnTo>
                    <a:pt x="9102" y="11934"/>
                  </a:lnTo>
                  <a:lnTo>
                    <a:pt x="8822" y="11971"/>
                  </a:lnTo>
                  <a:lnTo>
                    <a:pt x="8535" y="12001"/>
                  </a:lnTo>
                  <a:lnTo>
                    <a:pt x="8244" y="12026"/>
                  </a:lnTo>
                  <a:lnTo>
                    <a:pt x="7948" y="12045"/>
                  </a:lnTo>
                  <a:lnTo>
                    <a:pt x="7646" y="12060"/>
                  </a:lnTo>
                  <a:lnTo>
                    <a:pt x="7340" y="12068"/>
                  </a:lnTo>
                  <a:lnTo>
                    <a:pt x="7030" y="12071"/>
                  </a:lnTo>
                  <a:lnTo>
                    <a:pt x="6720" y="12068"/>
                  </a:lnTo>
                  <a:lnTo>
                    <a:pt x="6414" y="12060"/>
                  </a:lnTo>
                  <a:lnTo>
                    <a:pt x="6112" y="12045"/>
                  </a:lnTo>
                  <a:lnTo>
                    <a:pt x="5816" y="12026"/>
                  </a:lnTo>
                  <a:lnTo>
                    <a:pt x="5525" y="12001"/>
                  </a:lnTo>
                  <a:lnTo>
                    <a:pt x="5238" y="11971"/>
                  </a:lnTo>
                  <a:lnTo>
                    <a:pt x="4958" y="11934"/>
                  </a:lnTo>
                  <a:lnTo>
                    <a:pt x="4685" y="11895"/>
                  </a:lnTo>
                  <a:lnTo>
                    <a:pt x="4418" y="11850"/>
                  </a:lnTo>
                  <a:lnTo>
                    <a:pt x="4158" y="11800"/>
                  </a:lnTo>
                  <a:lnTo>
                    <a:pt x="3906" y="11746"/>
                  </a:lnTo>
                  <a:lnTo>
                    <a:pt x="3661" y="11688"/>
                  </a:lnTo>
                  <a:lnTo>
                    <a:pt x="3425" y="11625"/>
                  </a:lnTo>
                  <a:lnTo>
                    <a:pt x="3197" y="11558"/>
                  </a:lnTo>
                  <a:lnTo>
                    <a:pt x="2979" y="11488"/>
                  </a:lnTo>
                  <a:lnTo>
                    <a:pt x="2769" y="11413"/>
                  </a:lnTo>
                  <a:lnTo>
                    <a:pt x="2570" y="11335"/>
                  </a:lnTo>
                  <a:lnTo>
                    <a:pt x="2380" y="11253"/>
                  </a:lnTo>
                  <a:lnTo>
                    <a:pt x="2201" y="11169"/>
                  </a:lnTo>
                  <a:lnTo>
                    <a:pt x="2034" y="11080"/>
                  </a:lnTo>
                  <a:lnTo>
                    <a:pt x="1877" y="10989"/>
                  </a:lnTo>
                  <a:lnTo>
                    <a:pt x="1731" y="10895"/>
                  </a:lnTo>
                  <a:lnTo>
                    <a:pt x="1599" y="10798"/>
                  </a:lnTo>
                  <a:lnTo>
                    <a:pt x="1477" y="10698"/>
                  </a:lnTo>
                  <a:lnTo>
                    <a:pt x="1370" y="10597"/>
                  </a:lnTo>
                  <a:lnTo>
                    <a:pt x="1275" y="10492"/>
                  </a:lnTo>
                  <a:lnTo>
                    <a:pt x="1194" y="10385"/>
                  </a:lnTo>
                  <a:lnTo>
                    <a:pt x="1127" y="10277"/>
                  </a:lnTo>
                  <a:lnTo>
                    <a:pt x="1074" y="10166"/>
                  </a:lnTo>
                  <a:lnTo>
                    <a:pt x="1035" y="10053"/>
                  </a:lnTo>
                  <a:lnTo>
                    <a:pt x="1012" y="9940"/>
                  </a:lnTo>
                  <a:lnTo>
                    <a:pt x="1004" y="9824"/>
                  </a:lnTo>
                  <a:lnTo>
                    <a:pt x="1005" y="9816"/>
                  </a:lnTo>
                  <a:lnTo>
                    <a:pt x="1006" y="9808"/>
                  </a:lnTo>
                  <a:lnTo>
                    <a:pt x="1004" y="9808"/>
                  </a:lnTo>
                  <a:lnTo>
                    <a:pt x="1004" y="7929"/>
                  </a:lnTo>
                  <a:lnTo>
                    <a:pt x="1106" y="8027"/>
                  </a:lnTo>
                  <a:lnTo>
                    <a:pt x="1215" y="8124"/>
                  </a:lnTo>
                  <a:lnTo>
                    <a:pt x="1334" y="8216"/>
                  </a:lnTo>
                  <a:lnTo>
                    <a:pt x="1459" y="8306"/>
                  </a:lnTo>
                  <a:lnTo>
                    <a:pt x="1592" y="8393"/>
                  </a:lnTo>
                  <a:lnTo>
                    <a:pt x="1732" y="8477"/>
                  </a:lnTo>
                  <a:lnTo>
                    <a:pt x="1880" y="8558"/>
                  </a:lnTo>
                  <a:lnTo>
                    <a:pt x="2034" y="8635"/>
                  </a:lnTo>
                  <a:lnTo>
                    <a:pt x="2194" y="8709"/>
                  </a:lnTo>
                  <a:lnTo>
                    <a:pt x="2361" y="8781"/>
                  </a:lnTo>
                  <a:lnTo>
                    <a:pt x="2534" y="8849"/>
                  </a:lnTo>
                  <a:lnTo>
                    <a:pt x="2712" y="8915"/>
                  </a:lnTo>
                  <a:lnTo>
                    <a:pt x="2895" y="8976"/>
                  </a:lnTo>
                  <a:lnTo>
                    <a:pt x="3083" y="9035"/>
                  </a:lnTo>
                  <a:lnTo>
                    <a:pt x="3277" y="9092"/>
                  </a:lnTo>
                  <a:lnTo>
                    <a:pt x="3474" y="9144"/>
                  </a:lnTo>
                  <a:lnTo>
                    <a:pt x="3677" y="9193"/>
                  </a:lnTo>
                  <a:lnTo>
                    <a:pt x="3883" y="9241"/>
                  </a:lnTo>
                  <a:lnTo>
                    <a:pt x="4091" y="9284"/>
                  </a:lnTo>
                  <a:lnTo>
                    <a:pt x="4305" y="9324"/>
                  </a:lnTo>
                  <a:lnTo>
                    <a:pt x="4521" y="9360"/>
                  </a:lnTo>
                  <a:lnTo>
                    <a:pt x="4740" y="9394"/>
                  </a:lnTo>
                  <a:lnTo>
                    <a:pt x="4962" y="9426"/>
                  </a:lnTo>
                  <a:lnTo>
                    <a:pt x="5186" y="9453"/>
                  </a:lnTo>
                  <a:lnTo>
                    <a:pt x="5412" y="9477"/>
                  </a:lnTo>
                  <a:lnTo>
                    <a:pt x="5640" y="9498"/>
                  </a:lnTo>
                  <a:lnTo>
                    <a:pt x="5869" y="9516"/>
                  </a:lnTo>
                  <a:lnTo>
                    <a:pt x="6100" y="9530"/>
                  </a:lnTo>
                  <a:lnTo>
                    <a:pt x="6332" y="9541"/>
                  </a:lnTo>
                  <a:lnTo>
                    <a:pt x="6564" y="9549"/>
                  </a:lnTo>
                  <a:lnTo>
                    <a:pt x="6797" y="9554"/>
                  </a:lnTo>
                  <a:lnTo>
                    <a:pt x="7030" y="9556"/>
                  </a:lnTo>
                  <a:lnTo>
                    <a:pt x="7263" y="9554"/>
                  </a:lnTo>
                  <a:lnTo>
                    <a:pt x="7496" y="9549"/>
                  </a:lnTo>
                  <a:lnTo>
                    <a:pt x="7728" y="9541"/>
                  </a:lnTo>
                  <a:lnTo>
                    <a:pt x="7960" y="9530"/>
                  </a:lnTo>
                  <a:lnTo>
                    <a:pt x="8191" y="9516"/>
                  </a:lnTo>
                  <a:lnTo>
                    <a:pt x="8420" y="9498"/>
                  </a:lnTo>
                  <a:lnTo>
                    <a:pt x="8648" y="9477"/>
                  </a:lnTo>
                  <a:lnTo>
                    <a:pt x="8874" y="9453"/>
                  </a:lnTo>
                  <a:lnTo>
                    <a:pt x="9098" y="9426"/>
                  </a:lnTo>
                  <a:lnTo>
                    <a:pt x="9320" y="9394"/>
                  </a:lnTo>
                  <a:lnTo>
                    <a:pt x="9539" y="9360"/>
                  </a:lnTo>
                  <a:lnTo>
                    <a:pt x="9755" y="9324"/>
                  </a:lnTo>
                  <a:lnTo>
                    <a:pt x="9969" y="9284"/>
                  </a:lnTo>
                  <a:lnTo>
                    <a:pt x="10177" y="9241"/>
                  </a:lnTo>
                  <a:lnTo>
                    <a:pt x="10383" y="9193"/>
                  </a:lnTo>
                  <a:lnTo>
                    <a:pt x="10586" y="9144"/>
                  </a:lnTo>
                  <a:lnTo>
                    <a:pt x="10783" y="9092"/>
                  </a:lnTo>
                  <a:lnTo>
                    <a:pt x="10977" y="9035"/>
                  </a:lnTo>
                  <a:lnTo>
                    <a:pt x="11165" y="8976"/>
                  </a:lnTo>
                  <a:lnTo>
                    <a:pt x="11348" y="8915"/>
                  </a:lnTo>
                  <a:lnTo>
                    <a:pt x="11526" y="8849"/>
                  </a:lnTo>
                  <a:lnTo>
                    <a:pt x="11699" y="8781"/>
                  </a:lnTo>
                  <a:lnTo>
                    <a:pt x="11866" y="8709"/>
                  </a:lnTo>
                  <a:lnTo>
                    <a:pt x="12026" y="8635"/>
                  </a:lnTo>
                  <a:lnTo>
                    <a:pt x="12180" y="8558"/>
                  </a:lnTo>
                  <a:lnTo>
                    <a:pt x="12328" y="8477"/>
                  </a:lnTo>
                  <a:lnTo>
                    <a:pt x="12468" y="8393"/>
                  </a:lnTo>
                  <a:lnTo>
                    <a:pt x="12601" y="8306"/>
                  </a:lnTo>
                  <a:lnTo>
                    <a:pt x="12726" y="8216"/>
                  </a:lnTo>
                  <a:lnTo>
                    <a:pt x="12845" y="8124"/>
                  </a:lnTo>
                  <a:lnTo>
                    <a:pt x="12954" y="8027"/>
                  </a:lnTo>
                  <a:lnTo>
                    <a:pt x="13056" y="7929"/>
                  </a:lnTo>
                  <a:lnTo>
                    <a:pt x="13056" y="9808"/>
                  </a:lnTo>
                  <a:close/>
                  <a:moveTo>
                    <a:pt x="13056" y="12826"/>
                  </a:moveTo>
                  <a:lnTo>
                    <a:pt x="13048" y="12942"/>
                  </a:lnTo>
                  <a:lnTo>
                    <a:pt x="13025" y="13057"/>
                  </a:lnTo>
                  <a:lnTo>
                    <a:pt x="12986" y="13170"/>
                  </a:lnTo>
                  <a:lnTo>
                    <a:pt x="12933" y="13281"/>
                  </a:lnTo>
                  <a:lnTo>
                    <a:pt x="12866" y="13391"/>
                  </a:lnTo>
                  <a:lnTo>
                    <a:pt x="12785" y="13499"/>
                  </a:lnTo>
                  <a:lnTo>
                    <a:pt x="12690" y="13603"/>
                  </a:lnTo>
                  <a:lnTo>
                    <a:pt x="12583" y="13707"/>
                  </a:lnTo>
                  <a:lnTo>
                    <a:pt x="12461" y="13806"/>
                  </a:lnTo>
                  <a:lnTo>
                    <a:pt x="12329" y="13904"/>
                  </a:lnTo>
                  <a:lnTo>
                    <a:pt x="12183" y="13999"/>
                  </a:lnTo>
                  <a:lnTo>
                    <a:pt x="12026" y="14091"/>
                  </a:lnTo>
                  <a:lnTo>
                    <a:pt x="11859" y="14180"/>
                  </a:lnTo>
                  <a:lnTo>
                    <a:pt x="11680" y="14265"/>
                  </a:lnTo>
                  <a:lnTo>
                    <a:pt x="11490" y="14348"/>
                  </a:lnTo>
                  <a:lnTo>
                    <a:pt x="11291" y="14426"/>
                  </a:lnTo>
                  <a:lnTo>
                    <a:pt x="11081" y="14501"/>
                  </a:lnTo>
                  <a:lnTo>
                    <a:pt x="10863" y="14572"/>
                  </a:lnTo>
                  <a:lnTo>
                    <a:pt x="10635" y="14639"/>
                  </a:lnTo>
                  <a:lnTo>
                    <a:pt x="10399" y="14703"/>
                  </a:lnTo>
                  <a:lnTo>
                    <a:pt x="10154" y="14761"/>
                  </a:lnTo>
                  <a:lnTo>
                    <a:pt x="9902" y="14815"/>
                  </a:lnTo>
                  <a:lnTo>
                    <a:pt x="9642" y="14866"/>
                  </a:lnTo>
                  <a:lnTo>
                    <a:pt x="9376" y="14911"/>
                  </a:lnTo>
                  <a:lnTo>
                    <a:pt x="9102" y="14951"/>
                  </a:lnTo>
                  <a:lnTo>
                    <a:pt x="8822" y="14987"/>
                  </a:lnTo>
                  <a:lnTo>
                    <a:pt x="8536" y="15018"/>
                  </a:lnTo>
                  <a:lnTo>
                    <a:pt x="8244" y="15043"/>
                  </a:lnTo>
                  <a:lnTo>
                    <a:pt x="7948" y="15063"/>
                  </a:lnTo>
                  <a:lnTo>
                    <a:pt x="7647" y="15077"/>
                  </a:lnTo>
                  <a:lnTo>
                    <a:pt x="7340" y="15086"/>
                  </a:lnTo>
                  <a:lnTo>
                    <a:pt x="7030" y="15089"/>
                  </a:lnTo>
                  <a:lnTo>
                    <a:pt x="6720" y="15086"/>
                  </a:lnTo>
                  <a:lnTo>
                    <a:pt x="6413" y="15077"/>
                  </a:lnTo>
                  <a:lnTo>
                    <a:pt x="6112" y="15063"/>
                  </a:lnTo>
                  <a:lnTo>
                    <a:pt x="5816" y="15043"/>
                  </a:lnTo>
                  <a:lnTo>
                    <a:pt x="5524" y="15018"/>
                  </a:lnTo>
                  <a:lnTo>
                    <a:pt x="5238" y="14987"/>
                  </a:lnTo>
                  <a:lnTo>
                    <a:pt x="4958" y="14951"/>
                  </a:lnTo>
                  <a:lnTo>
                    <a:pt x="4684" y="14911"/>
                  </a:lnTo>
                  <a:lnTo>
                    <a:pt x="4418" y="14866"/>
                  </a:lnTo>
                  <a:lnTo>
                    <a:pt x="4158" y="14815"/>
                  </a:lnTo>
                  <a:lnTo>
                    <a:pt x="3906" y="14761"/>
                  </a:lnTo>
                  <a:lnTo>
                    <a:pt x="3661" y="14703"/>
                  </a:lnTo>
                  <a:lnTo>
                    <a:pt x="3425" y="14639"/>
                  </a:lnTo>
                  <a:lnTo>
                    <a:pt x="3197" y="14572"/>
                  </a:lnTo>
                  <a:lnTo>
                    <a:pt x="2979" y="14501"/>
                  </a:lnTo>
                  <a:lnTo>
                    <a:pt x="2769" y="14426"/>
                  </a:lnTo>
                  <a:lnTo>
                    <a:pt x="2570" y="14348"/>
                  </a:lnTo>
                  <a:lnTo>
                    <a:pt x="2380" y="14265"/>
                  </a:lnTo>
                  <a:lnTo>
                    <a:pt x="2201" y="14180"/>
                  </a:lnTo>
                  <a:lnTo>
                    <a:pt x="2034" y="14091"/>
                  </a:lnTo>
                  <a:lnTo>
                    <a:pt x="1877" y="13999"/>
                  </a:lnTo>
                  <a:lnTo>
                    <a:pt x="1731" y="13904"/>
                  </a:lnTo>
                  <a:lnTo>
                    <a:pt x="1599" y="13806"/>
                  </a:lnTo>
                  <a:lnTo>
                    <a:pt x="1477" y="13707"/>
                  </a:lnTo>
                  <a:lnTo>
                    <a:pt x="1370" y="13603"/>
                  </a:lnTo>
                  <a:lnTo>
                    <a:pt x="1275" y="13499"/>
                  </a:lnTo>
                  <a:lnTo>
                    <a:pt x="1194" y="13391"/>
                  </a:lnTo>
                  <a:lnTo>
                    <a:pt x="1127" y="13281"/>
                  </a:lnTo>
                  <a:lnTo>
                    <a:pt x="1074" y="13170"/>
                  </a:lnTo>
                  <a:lnTo>
                    <a:pt x="1035" y="13057"/>
                  </a:lnTo>
                  <a:lnTo>
                    <a:pt x="1012" y="12942"/>
                  </a:lnTo>
                  <a:lnTo>
                    <a:pt x="1004" y="12826"/>
                  </a:lnTo>
                  <a:lnTo>
                    <a:pt x="1004" y="10947"/>
                  </a:lnTo>
                  <a:lnTo>
                    <a:pt x="1106" y="11045"/>
                  </a:lnTo>
                  <a:lnTo>
                    <a:pt x="1215" y="11141"/>
                  </a:lnTo>
                  <a:lnTo>
                    <a:pt x="1334" y="11234"/>
                  </a:lnTo>
                  <a:lnTo>
                    <a:pt x="1459" y="11324"/>
                  </a:lnTo>
                  <a:lnTo>
                    <a:pt x="1592" y="11410"/>
                  </a:lnTo>
                  <a:lnTo>
                    <a:pt x="1732" y="11495"/>
                  </a:lnTo>
                  <a:lnTo>
                    <a:pt x="1880" y="11575"/>
                  </a:lnTo>
                  <a:lnTo>
                    <a:pt x="2034" y="11653"/>
                  </a:lnTo>
                  <a:lnTo>
                    <a:pt x="2194" y="11727"/>
                  </a:lnTo>
                  <a:lnTo>
                    <a:pt x="2361" y="11799"/>
                  </a:lnTo>
                  <a:lnTo>
                    <a:pt x="2534" y="11867"/>
                  </a:lnTo>
                  <a:lnTo>
                    <a:pt x="2712" y="11932"/>
                  </a:lnTo>
                  <a:lnTo>
                    <a:pt x="2895" y="11994"/>
                  </a:lnTo>
                  <a:lnTo>
                    <a:pt x="3083" y="12053"/>
                  </a:lnTo>
                  <a:lnTo>
                    <a:pt x="3277" y="12109"/>
                  </a:lnTo>
                  <a:lnTo>
                    <a:pt x="3474" y="12162"/>
                  </a:lnTo>
                  <a:lnTo>
                    <a:pt x="3677" y="12211"/>
                  </a:lnTo>
                  <a:lnTo>
                    <a:pt x="3883" y="12258"/>
                  </a:lnTo>
                  <a:lnTo>
                    <a:pt x="4091" y="12302"/>
                  </a:lnTo>
                  <a:lnTo>
                    <a:pt x="4305" y="12342"/>
                  </a:lnTo>
                  <a:lnTo>
                    <a:pt x="4521" y="12378"/>
                  </a:lnTo>
                  <a:lnTo>
                    <a:pt x="4740" y="12412"/>
                  </a:lnTo>
                  <a:lnTo>
                    <a:pt x="4962" y="12443"/>
                  </a:lnTo>
                  <a:lnTo>
                    <a:pt x="5186" y="12471"/>
                  </a:lnTo>
                  <a:lnTo>
                    <a:pt x="5412" y="12495"/>
                  </a:lnTo>
                  <a:lnTo>
                    <a:pt x="5640" y="12516"/>
                  </a:lnTo>
                  <a:lnTo>
                    <a:pt x="5869" y="12534"/>
                  </a:lnTo>
                  <a:lnTo>
                    <a:pt x="6100" y="12548"/>
                  </a:lnTo>
                  <a:lnTo>
                    <a:pt x="6332" y="12559"/>
                  </a:lnTo>
                  <a:lnTo>
                    <a:pt x="6564" y="12567"/>
                  </a:lnTo>
                  <a:lnTo>
                    <a:pt x="6797" y="12572"/>
                  </a:lnTo>
                  <a:lnTo>
                    <a:pt x="7030" y="12574"/>
                  </a:lnTo>
                  <a:lnTo>
                    <a:pt x="7263" y="12572"/>
                  </a:lnTo>
                  <a:lnTo>
                    <a:pt x="7496" y="12567"/>
                  </a:lnTo>
                  <a:lnTo>
                    <a:pt x="7728" y="12559"/>
                  </a:lnTo>
                  <a:lnTo>
                    <a:pt x="7960" y="12548"/>
                  </a:lnTo>
                  <a:lnTo>
                    <a:pt x="8191" y="12534"/>
                  </a:lnTo>
                  <a:lnTo>
                    <a:pt x="8420" y="12516"/>
                  </a:lnTo>
                  <a:lnTo>
                    <a:pt x="8648" y="12495"/>
                  </a:lnTo>
                  <a:lnTo>
                    <a:pt x="8874" y="12471"/>
                  </a:lnTo>
                  <a:lnTo>
                    <a:pt x="9098" y="12443"/>
                  </a:lnTo>
                  <a:lnTo>
                    <a:pt x="9320" y="12412"/>
                  </a:lnTo>
                  <a:lnTo>
                    <a:pt x="9539" y="12378"/>
                  </a:lnTo>
                  <a:lnTo>
                    <a:pt x="9755" y="12342"/>
                  </a:lnTo>
                  <a:lnTo>
                    <a:pt x="9969" y="12302"/>
                  </a:lnTo>
                  <a:lnTo>
                    <a:pt x="10177" y="12258"/>
                  </a:lnTo>
                  <a:lnTo>
                    <a:pt x="10383" y="12211"/>
                  </a:lnTo>
                  <a:lnTo>
                    <a:pt x="10586" y="12162"/>
                  </a:lnTo>
                  <a:lnTo>
                    <a:pt x="10783" y="12109"/>
                  </a:lnTo>
                  <a:lnTo>
                    <a:pt x="10977" y="12053"/>
                  </a:lnTo>
                  <a:lnTo>
                    <a:pt x="11165" y="11994"/>
                  </a:lnTo>
                  <a:lnTo>
                    <a:pt x="11348" y="11932"/>
                  </a:lnTo>
                  <a:lnTo>
                    <a:pt x="11526" y="11867"/>
                  </a:lnTo>
                  <a:lnTo>
                    <a:pt x="11699" y="11799"/>
                  </a:lnTo>
                  <a:lnTo>
                    <a:pt x="11866" y="11727"/>
                  </a:lnTo>
                  <a:lnTo>
                    <a:pt x="12026" y="11653"/>
                  </a:lnTo>
                  <a:lnTo>
                    <a:pt x="12180" y="11575"/>
                  </a:lnTo>
                  <a:lnTo>
                    <a:pt x="12328" y="11495"/>
                  </a:lnTo>
                  <a:lnTo>
                    <a:pt x="12468" y="11410"/>
                  </a:lnTo>
                  <a:lnTo>
                    <a:pt x="12601" y="11324"/>
                  </a:lnTo>
                  <a:lnTo>
                    <a:pt x="12726" y="11234"/>
                  </a:lnTo>
                  <a:lnTo>
                    <a:pt x="12845" y="11141"/>
                  </a:lnTo>
                  <a:lnTo>
                    <a:pt x="12954" y="11045"/>
                  </a:lnTo>
                  <a:lnTo>
                    <a:pt x="13056" y="10947"/>
                  </a:lnTo>
                  <a:lnTo>
                    <a:pt x="13056" y="12826"/>
                  </a:lnTo>
                  <a:close/>
                  <a:moveTo>
                    <a:pt x="7030" y="0"/>
                  </a:moveTo>
                  <a:lnTo>
                    <a:pt x="6712" y="3"/>
                  </a:lnTo>
                  <a:lnTo>
                    <a:pt x="6393" y="12"/>
                  </a:lnTo>
                  <a:lnTo>
                    <a:pt x="6074" y="27"/>
                  </a:lnTo>
                  <a:lnTo>
                    <a:pt x="5756" y="48"/>
                  </a:lnTo>
                  <a:lnTo>
                    <a:pt x="5439" y="75"/>
                  </a:lnTo>
                  <a:lnTo>
                    <a:pt x="5124" y="110"/>
                  </a:lnTo>
                  <a:lnTo>
                    <a:pt x="4812" y="149"/>
                  </a:lnTo>
                  <a:lnTo>
                    <a:pt x="4503" y="195"/>
                  </a:lnTo>
                  <a:lnTo>
                    <a:pt x="4199" y="247"/>
                  </a:lnTo>
                  <a:lnTo>
                    <a:pt x="3900" y="306"/>
                  </a:lnTo>
                  <a:lnTo>
                    <a:pt x="3605" y="370"/>
                  </a:lnTo>
                  <a:lnTo>
                    <a:pt x="3318" y="442"/>
                  </a:lnTo>
                  <a:lnTo>
                    <a:pt x="3037" y="520"/>
                  </a:lnTo>
                  <a:lnTo>
                    <a:pt x="2765" y="604"/>
                  </a:lnTo>
                  <a:lnTo>
                    <a:pt x="2501" y="695"/>
                  </a:lnTo>
                  <a:lnTo>
                    <a:pt x="2246" y="792"/>
                  </a:lnTo>
                  <a:lnTo>
                    <a:pt x="2001" y="896"/>
                  </a:lnTo>
                  <a:lnTo>
                    <a:pt x="1766" y="1007"/>
                  </a:lnTo>
                  <a:lnTo>
                    <a:pt x="1543" y="1124"/>
                  </a:lnTo>
                  <a:lnTo>
                    <a:pt x="1332" y="1247"/>
                  </a:lnTo>
                  <a:lnTo>
                    <a:pt x="1133" y="1378"/>
                  </a:lnTo>
                  <a:lnTo>
                    <a:pt x="948" y="1515"/>
                  </a:lnTo>
                  <a:lnTo>
                    <a:pt x="778" y="1660"/>
                  </a:lnTo>
                  <a:lnTo>
                    <a:pt x="623" y="1811"/>
                  </a:lnTo>
                  <a:lnTo>
                    <a:pt x="482" y="1969"/>
                  </a:lnTo>
                  <a:lnTo>
                    <a:pt x="359" y="2134"/>
                  </a:lnTo>
                  <a:lnTo>
                    <a:pt x="252" y="2305"/>
                  </a:lnTo>
                  <a:lnTo>
                    <a:pt x="163" y="2484"/>
                  </a:lnTo>
                  <a:lnTo>
                    <a:pt x="93" y="2670"/>
                  </a:lnTo>
                  <a:lnTo>
                    <a:pt x="42" y="2862"/>
                  </a:lnTo>
                  <a:lnTo>
                    <a:pt x="11" y="3062"/>
                  </a:lnTo>
                  <a:lnTo>
                    <a:pt x="0" y="3269"/>
                  </a:lnTo>
                  <a:lnTo>
                    <a:pt x="0" y="12826"/>
                  </a:lnTo>
                  <a:lnTo>
                    <a:pt x="11" y="13033"/>
                  </a:lnTo>
                  <a:lnTo>
                    <a:pt x="42" y="13232"/>
                  </a:lnTo>
                  <a:lnTo>
                    <a:pt x="93" y="13425"/>
                  </a:lnTo>
                  <a:lnTo>
                    <a:pt x="163" y="13611"/>
                  </a:lnTo>
                  <a:lnTo>
                    <a:pt x="252" y="13789"/>
                  </a:lnTo>
                  <a:lnTo>
                    <a:pt x="359" y="13961"/>
                  </a:lnTo>
                  <a:lnTo>
                    <a:pt x="482" y="14126"/>
                  </a:lnTo>
                  <a:lnTo>
                    <a:pt x="623" y="14284"/>
                  </a:lnTo>
                  <a:lnTo>
                    <a:pt x="778" y="14435"/>
                  </a:lnTo>
                  <a:lnTo>
                    <a:pt x="948" y="14579"/>
                  </a:lnTo>
                  <a:lnTo>
                    <a:pt x="1133" y="14717"/>
                  </a:lnTo>
                  <a:lnTo>
                    <a:pt x="1332" y="14847"/>
                  </a:lnTo>
                  <a:lnTo>
                    <a:pt x="1543" y="14971"/>
                  </a:lnTo>
                  <a:lnTo>
                    <a:pt x="1766" y="15088"/>
                  </a:lnTo>
                  <a:lnTo>
                    <a:pt x="2001" y="15199"/>
                  </a:lnTo>
                  <a:lnTo>
                    <a:pt x="2246" y="15302"/>
                  </a:lnTo>
                  <a:lnTo>
                    <a:pt x="2501" y="15400"/>
                  </a:lnTo>
                  <a:lnTo>
                    <a:pt x="2765" y="15490"/>
                  </a:lnTo>
                  <a:lnTo>
                    <a:pt x="3037" y="15575"/>
                  </a:lnTo>
                  <a:lnTo>
                    <a:pt x="3318" y="15652"/>
                  </a:lnTo>
                  <a:lnTo>
                    <a:pt x="3605" y="15724"/>
                  </a:lnTo>
                  <a:lnTo>
                    <a:pt x="3900" y="15789"/>
                  </a:lnTo>
                  <a:lnTo>
                    <a:pt x="4199" y="15848"/>
                  </a:lnTo>
                  <a:lnTo>
                    <a:pt x="4503" y="15900"/>
                  </a:lnTo>
                  <a:lnTo>
                    <a:pt x="4812" y="15946"/>
                  </a:lnTo>
                  <a:lnTo>
                    <a:pt x="5124" y="15985"/>
                  </a:lnTo>
                  <a:lnTo>
                    <a:pt x="5439" y="16020"/>
                  </a:lnTo>
                  <a:lnTo>
                    <a:pt x="5756" y="16047"/>
                  </a:lnTo>
                  <a:lnTo>
                    <a:pt x="6074" y="16068"/>
                  </a:lnTo>
                  <a:lnTo>
                    <a:pt x="6393" y="16083"/>
                  </a:lnTo>
                  <a:lnTo>
                    <a:pt x="6712" y="16092"/>
                  </a:lnTo>
                  <a:lnTo>
                    <a:pt x="7030" y="16095"/>
                  </a:lnTo>
                  <a:lnTo>
                    <a:pt x="7348" y="16092"/>
                  </a:lnTo>
                  <a:lnTo>
                    <a:pt x="7667" y="16083"/>
                  </a:lnTo>
                  <a:lnTo>
                    <a:pt x="7986" y="16068"/>
                  </a:lnTo>
                  <a:lnTo>
                    <a:pt x="8304" y="16047"/>
                  </a:lnTo>
                  <a:lnTo>
                    <a:pt x="8621" y="16020"/>
                  </a:lnTo>
                  <a:lnTo>
                    <a:pt x="8936" y="15985"/>
                  </a:lnTo>
                  <a:lnTo>
                    <a:pt x="9248" y="15946"/>
                  </a:lnTo>
                  <a:lnTo>
                    <a:pt x="9557" y="15900"/>
                  </a:lnTo>
                  <a:lnTo>
                    <a:pt x="9861" y="15848"/>
                  </a:lnTo>
                  <a:lnTo>
                    <a:pt x="10160" y="15789"/>
                  </a:lnTo>
                  <a:lnTo>
                    <a:pt x="10455" y="15724"/>
                  </a:lnTo>
                  <a:lnTo>
                    <a:pt x="10742" y="15652"/>
                  </a:lnTo>
                  <a:lnTo>
                    <a:pt x="11023" y="15575"/>
                  </a:lnTo>
                  <a:lnTo>
                    <a:pt x="11295" y="15490"/>
                  </a:lnTo>
                  <a:lnTo>
                    <a:pt x="11559" y="15400"/>
                  </a:lnTo>
                  <a:lnTo>
                    <a:pt x="11814" y="15302"/>
                  </a:lnTo>
                  <a:lnTo>
                    <a:pt x="12059" y="15199"/>
                  </a:lnTo>
                  <a:lnTo>
                    <a:pt x="12294" y="15088"/>
                  </a:lnTo>
                  <a:lnTo>
                    <a:pt x="12517" y="14971"/>
                  </a:lnTo>
                  <a:lnTo>
                    <a:pt x="12728" y="14847"/>
                  </a:lnTo>
                  <a:lnTo>
                    <a:pt x="12927" y="14717"/>
                  </a:lnTo>
                  <a:lnTo>
                    <a:pt x="13112" y="14579"/>
                  </a:lnTo>
                  <a:lnTo>
                    <a:pt x="13282" y="14435"/>
                  </a:lnTo>
                  <a:lnTo>
                    <a:pt x="13437" y="14284"/>
                  </a:lnTo>
                  <a:lnTo>
                    <a:pt x="13578" y="14126"/>
                  </a:lnTo>
                  <a:lnTo>
                    <a:pt x="13701" y="13961"/>
                  </a:lnTo>
                  <a:lnTo>
                    <a:pt x="13808" y="13789"/>
                  </a:lnTo>
                  <a:lnTo>
                    <a:pt x="13897" y="13611"/>
                  </a:lnTo>
                  <a:lnTo>
                    <a:pt x="13967" y="13425"/>
                  </a:lnTo>
                  <a:lnTo>
                    <a:pt x="14018" y="13232"/>
                  </a:lnTo>
                  <a:lnTo>
                    <a:pt x="14049" y="13033"/>
                  </a:lnTo>
                  <a:lnTo>
                    <a:pt x="14060" y="12826"/>
                  </a:lnTo>
                  <a:lnTo>
                    <a:pt x="14060" y="3269"/>
                  </a:lnTo>
                  <a:lnTo>
                    <a:pt x="14049" y="3062"/>
                  </a:lnTo>
                  <a:lnTo>
                    <a:pt x="14018" y="2862"/>
                  </a:lnTo>
                  <a:lnTo>
                    <a:pt x="13967" y="2670"/>
                  </a:lnTo>
                  <a:lnTo>
                    <a:pt x="13897" y="2484"/>
                  </a:lnTo>
                  <a:lnTo>
                    <a:pt x="13808" y="2305"/>
                  </a:lnTo>
                  <a:lnTo>
                    <a:pt x="13701" y="2134"/>
                  </a:lnTo>
                  <a:lnTo>
                    <a:pt x="13578" y="1969"/>
                  </a:lnTo>
                  <a:lnTo>
                    <a:pt x="13437" y="1811"/>
                  </a:lnTo>
                  <a:lnTo>
                    <a:pt x="13282" y="1660"/>
                  </a:lnTo>
                  <a:lnTo>
                    <a:pt x="13112" y="1515"/>
                  </a:lnTo>
                  <a:lnTo>
                    <a:pt x="12927" y="1378"/>
                  </a:lnTo>
                  <a:lnTo>
                    <a:pt x="12728" y="1247"/>
                  </a:lnTo>
                  <a:lnTo>
                    <a:pt x="12517" y="1124"/>
                  </a:lnTo>
                  <a:lnTo>
                    <a:pt x="12294" y="1007"/>
                  </a:lnTo>
                  <a:lnTo>
                    <a:pt x="12059" y="896"/>
                  </a:lnTo>
                  <a:lnTo>
                    <a:pt x="11814" y="792"/>
                  </a:lnTo>
                  <a:lnTo>
                    <a:pt x="11559" y="695"/>
                  </a:lnTo>
                  <a:lnTo>
                    <a:pt x="11295" y="604"/>
                  </a:lnTo>
                  <a:lnTo>
                    <a:pt x="11023" y="520"/>
                  </a:lnTo>
                  <a:lnTo>
                    <a:pt x="10742" y="442"/>
                  </a:lnTo>
                  <a:lnTo>
                    <a:pt x="10455" y="370"/>
                  </a:lnTo>
                  <a:lnTo>
                    <a:pt x="10160" y="306"/>
                  </a:lnTo>
                  <a:lnTo>
                    <a:pt x="9861" y="247"/>
                  </a:lnTo>
                  <a:lnTo>
                    <a:pt x="9557" y="195"/>
                  </a:lnTo>
                  <a:lnTo>
                    <a:pt x="9248" y="149"/>
                  </a:lnTo>
                  <a:lnTo>
                    <a:pt x="8936" y="110"/>
                  </a:lnTo>
                  <a:lnTo>
                    <a:pt x="8621" y="75"/>
                  </a:lnTo>
                  <a:lnTo>
                    <a:pt x="8304" y="48"/>
                  </a:lnTo>
                  <a:lnTo>
                    <a:pt x="7986" y="27"/>
                  </a:lnTo>
                  <a:lnTo>
                    <a:pt x="7667" y="12"/>
                  </a:lnTo>
                  <a:lnTo>
                    <a:pt x="7348" y="3"/>
                  </a:lnTo>
                  <a:lnTo>
                    <a:pt x="70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80" name="Freeform 79"/>
            <p:cNvSpPr>
              <a:spLocks/>
            </p:cNvSpPr>
            <p:nvPr/>
          </p:nvSpPr>
          <p:spPr bwMode="auto">
            <a:xfrm>
              <a:off x="2479676" y="4692650"/>
              <a:ext cx="42863" cy="42863"/>
            </a:xfrm>
            <a:custGeom>
              <a:avLst/>
              <a:gdLst>
                <a:gd name="T0" fmla="*/ 554 w 1004"/>
                <a:gd name="T1" fmla="*/ 1003 h 1006"/>
                <a:gd name="T2" fmla="*/ 628 w 1004"/>
                <a:gd name="T3" fmla="*/ 990 h 1006"/>
                <a:gd name="T4" fmla="*/ 698 w 1004"/>
                <a:gd name="T5" fmla="*/ 967 h 1006"/>
                <a:gd name="T6" fmla="*/ 762 w 1004"/>
                <a:gd name="T7" fmla="*/ 934 h 1006"/>
                <a:gd name="T8" fmla="*/ 822 w 1004"/>
                <a:gd name="T9" fmla="*/ 891 h 1006"/>
                <a:gd name="T10" fmla="*/ 874 w 1004"/>
                <a:gd name="T11" fmla="*/ 841 h 1006"/>
                <a:gd name="T12" fmla="*/ 919 w 1004"/>
                <a:gd name="T13" fmla="*/ 785 h 1006"/>
                <a:gd name="T14" fmla="*/ 955 w 1004"/>
                <a:gd name="T15" fmla="*/ 721 h 1006"/>
                <a:gd name="T16" fmla="*/ 981 w 1004"/>
                <a:gd name="T17" fmla="*/ 653 h 1006"/>
                <a:gd name="T18" fmla="*/ 998 w 1004"/>
                <a:gd name="T19" fmla="*/ 580 h 1006"/>
                <a:gd name="T20" fmla="*/ 1004 w 1004"/>
                <a:gd name="T21" fmla="*/ 503 h 1006"/>
                <a:gd name="T22" fmla="*/ 998 w 1004"/>
                <a:gd name="T23" fmla="*/ 427 h 1006"/>
                <a:gd name="T24" fmla="*/ 981 w 1004"/>
                <a:gd name="T25" fmla="*/ 353 h 1006"/>
                <a:gd name="T26" fmla="*/ 955 w 1004"/>
                <a:gd name="T27" fmla="*/ 285 h 1006"/>
                <a:gd name="T28" fmla="*/ 919 w 1004"/>
                <a:gd name="T29" fmla="*/ 222 h 1006"/>
                <a:gd name="T30" fmla="*/ 874 w 1004"/>
                <a:gd name="T31" fmla="*/ 165 h 1006"/>
                <a:gd name="T32" fmla="*/ 822 w 1004"/>
                <a:gd name="T33" fmla="*/ 115 h 1006"/>
                <a:gd name="T34" fmla="*/ 762 w 1004"/>
                <a:gd name="T35" fmla="*/ 73 h 1006"/>
                <a:gd name="T36" fmla="*/ 698 w 1004"/>
                <a:gd name="T37" fmla="*/ 39 h 1006"/>
                <a:gd name="T38" fmla="*/ 628 w 1004"/>
                <a:gd name="T39" fmla="*/ 16 h 1006"/>
                <a:gd name="T40" fmla="*/ 554 w 1004"/>
                <a:gd name="T41" fmla="*/ 3 h 1006"/>
                <a:gd name="T42" fmla="*/ 476 w 1004"/>
                <a:gd name="T43" fmla="*/ 1 h 1006"/>
                <a:gd name="T44" fmla="*/ 401 w 1004"/>
                <a:gd name="T45" fmla="*/ 10 h 1006"/>
                <a:gd name="T46" fmla="*/ 330 w 1004"/>
                <a:gd name="T47" fmla="*/ 30 h 1006"/>
                <a:gd name="T48" fmla="*/ 262 w 1004"/>
                <a:gd name="T49" fmla="*/ 61 h 1006"/>
                <a:gd name="T50" fmla="*/ 202 w 1004"/>
                <a:gd name="T51" fmla="*/ 100 h 1006"/>
                <a:gd name="T52" fmla="*/ 147 w 1004"/>
                <a:gd name="T53" fmla="*/ 147 h 1006"/>
                <a:gd name="T54" fmla="*/ 100 w 1004"/>
                <a:gd name="T55" fmla="*/ 202 h 1006"/>
                <a:gd name="T56" fmla="*/ 60 w 1004"/>
                <a:gd name="T57" fmla="*/ 263 h 1006"/>
                <a:gd name="T58" fmla="*/ 30 w 1004"/>
                <a:gd name="T59" fmla="*/ 330 h 1006"/>
                <a:gd name="T60" fmla="*/ 10 w 1004"/>
                <a:gd name="T61" fmla="*/ 402 h 1006"/>
                <a:gd name="T62" fmla="*/ 1 w 1004"/>
                <a:gd name="T63" fmla="*/ 477 h 1006"/>
                <a:gd name="T64" fmla="*/ 3 w 1004"/>
                <a:gd name="T65" fmla="*/ 554 h 1006"/>
                <a:gd name="T66" fmla="*/ 16 w 1004"/>
                <a:gd name="T67" fmla="*/ 629 h 1006"/>
                <a:gd name="T68" fmla="*/ 39 w 1004"/>
                <a:gd name="T69" fmla="*/ 699 h 1006"/>
                <a:gd name="T70" fmla="*/ 72 w 1004"/>
                <a:gd name="T71" fmla="*/ 764 h 1006"/>
                <a:gd name="T72" fmla="*/ 115 w 1004"/>
                <a:gd name="T73" fmla="*/ 823 h 1006"/>
                <a:gd name="T74" fmla="*/ 165 w 1004"/>
                <a:gd name="T75" fmla="*/ 875 h 1006"/>
                <a:gd name="T76" fmla="*/ 221 w 1004"/>
                <a:gd name="T77" fmla="*/ 921 h 1006"/>
                <a:gd name="T78" fmla="*/ 284 w 1004"/>
                <a:gd name="T79" fmla="*/ 957 h 1006"/>
                <a:gd name="T80" fmla="*/ 353 w 1004"/>
                <a:gd name="T81" fmla="*/ 984 h 1006"/>
                <a:gd name="T82" fmla="*/ 426 w 1004"/>
                <a:gd name="T83" fmla="*/ 1000 h 1006"/>
                <a:gd name="T84" fmla="*/ 502 w 1004"/>
                <a:gd name="T85" fmla="*/ 1006 h 10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4" h="1006">
                  <a:moveTo>
                    <a:pt x="502" y="1006"/>
                  </a:moveTo>
                  <a:lnTo>
                    <a:pt x="528" y="1005"/>
                  </a:lnTo>
                  <a:lnTo>
                    <a:pt x="554" y="1003"/>
                  </a:lnTo>
                  <a:lnTo>
                    <a:pt x="579" y="1000"/>
                  </a:lnTo>
                  <a:lnTo>
                    <a:pt x="604" y="996"/>
                  </a:lnTo>
                  <a:lnTo>
                    <a:pt x="628" y="990"/>
                  </a:lnTo>
                  <a:lnTo>
                    <a:pt x="652" y="984"/>
                  </a:lnTo>
                  <a:lnTo>
                    <a:pt x="675" y="976"/>
                  </a:lnTo>
                  <a:lnTo>
                    <a:pt x="698" y="967"/>
                  </a:lnTo>
                  <a:lnTo>
                    <a:pt x="720" y="957"/>
                  </a:lnTo>
                  <a:lnTo>
                    <a:pt x="741" y="946"/>
                  </a:lnTo>
                  <a:lnTo>
                    <a:pt x="762" y="934"/>
                  </a:lnTo>
                  <a:lnTo>
                    <a:pt x="783" y="921"/>
                  </a:lnTo>
                  <a:lnTo>
                    <a:pt x="803" y="907"/>
                  </a:lnTo>
                  <a:lnTo>
                    <a:pt x="822" y="891"/>
                  </a:lnTo>
                  <a:lnTo>
                    <a:pt x="840" y="875"/>
                  </a:lnTo>
                  <a:lnTo>
                    <a:pt x="858" y="859"/>
                  </a:lnTo>
                  <a:lnTo>
                    <a:pt x="874" y="841"/>
                  </a:lnTo>
                  <a:lnTo>
                    <a:pt x="890" y="823"/>
                  </a:lnTo>
                  <a:lnTo>
                    <a:pt x="905" y="804"/>
                  </a:lnTo>
                  <a:lnTo>
                    <a:pt x="919" y="785"/>
                  </a:lnTo>
                  <a:lnTo>
                    <a:pt x="932" y="764"/>
                  </a:lnTo>
                  <a:lnTo>
                    <a:pt x="944" y="743"/>
                  </a:lnTo>
                  <a:lnTo>
                    <a:pt x="955" y="721"/>
                  </a:lnTo>
                  <a:lnTo>
                    <a:pt x="965" y="699"/>
                  </a:lnTo>
                  <a:lnTo>
                    <a:pt x="974" y="676"/>
                  </a:lnTo>
                  <a:lnTo>
                    <a:pt x="981" y="653"/>
                  </a:lnTo>
                  <a:lnTo>
                    <a:pt x="988" y="629"/>
                  </a:lnTo>
                  <a:lnTo>
                    <a:pt x="994" y="605"/>
                  </a:lnTo>
                  <a:lnTo>
                    <a:pt x="998" y="580"/>
                  </a:lnTo>
                  <a:lnTo>
                    <a:pt x="1001" y="554"/>
                  </a:lnTo>
                  <a:lnTo>
                    <a:pt x="1003" y="529"/>
                  </a:lnTo>
                  <a:lnTo>
                    <a:pt x="1004" y="503"/>
                  </a:lnTo>
                  <a:lnTo>
                    <a:pt x="1003" y="477"/>
                  </a:lnTo>
                  <a:lnTo>
                    <a:pt x="1001" y="452"/>
                  </a:lnTo>
                  <a:lnTo>
                    <a:pt x="998" y="427"/>
                  </a:lnTo>
                  <a:lnTo>
                    <a:pt x="994" y="402"/>
                  </a:lnTo>
                  <a:lnTo>
                    <a:pt x="988" y="377"/>
                  </a:lnTo>
                  <a:lnTo>
                    <a:pt x="981" y="353"/>
                  </a:lnTo>
                  <a:lnTo>
                    <a:pt x="974" y="330"/>
                  </a:lnTo>
                  <a:lnTo>
                    <a:pt x="965" y="307"/>
                  </a:lnTo>
                  <a:lnTo>
                    <a:pt x="955" y="285"/>
                  </a:lnTo>
                  <a:lnTo>
                    <a:pt x="944" y="263"/>
                  </a:lnTo>
                  <a:lnTo>
                    <a:pt x="932" y="243"/>
                  </a:lnTo>
                  <a:lnTo>
                    <a:pt x="919" y="222"/>
                  </a:lnTo>
                  <a:lnTo>
                    <a:pt x="905" y="202"/>
                  </a:lnTo>
                  <a:lnTo>
                    <a:pt x="890" y="183"/>
                  </a:lnTo>
                  <a:lnTo>
                    <a:pt x="874" y="165"/>
                  </a:lnTo>
                  <a:lnTo>
                    <a:pt x="858" y="147"/>
                  </a:lnTo>
                  <a:lnTo>
                    <a:pt x="840" y="131"/>
                  </a:lnTo>
                  <a:lnTo>
                    <a:pt x="822" y="115"/>
                  </a:lnTo>
                  <a:lnTo>
                    <a:pt x="803" y="100"/>
                  </a:lnTo>
                  <a:lnTo>
                    <a:pt x="783" y="86"/>
                  </a:lnTo>
                  <a:lnTo>
                    <a:pt x="762" y="73"/>
                  </a:lnTo>
                  <a:lnTo>
                    <a:pt x="741" y="61"/>
                  </a:lnTo>
                  <a:lnTo>
                    <a:pt x="720" y="50"/>
                  </a:lnTo>
                  <a:lnTo>
                    <a:pt x="698" y="39"/>
                  </a:lnTo>
                  <a:lnTo>
                    <a:pt x="675" y="30"/>
                  </a:lnTo>
                  <a:lnTo>
                    <a:pt x="652" y="22"/>
                  </a:lnTo>
                  <a:lnTo>
                    <a:pt x="628" y="16"/>
                  </a:lnTo>
                  <a:lnTo>
                    <a:pt x="604" y="10"/>
                  </a:lnTo>
                  <a:lnTo>
                    <a:pt x="579" y="6"/>
                  </a:lnTo>
                  <a:lnTo>
                    <a:pt x="554" y="3"/>
                  </a:lnTo>
                  <a:lnTo>
                    <a:pt x="528" y="1"/>
                  </a:lnTo>
                  <a:lnTo>
                    <a:pt x="502" y="0"/>
                  </a:lnTo>
                  <a:lnTo>
                    <a:pt x="476" y="1"/>
                  </a:lnTo>
                  <a:lnTo>
                    <a:pt x="451" y="3"/>
                  </a:lnTo>
                  <a:lnTo>
                    <a:pt x="426" y="6"/>
                  </a:lnTo>
                  <a:lnTo>
                    <a:pt x="401" y="10"/>
                  </a:lnTo>
                  <a:lnTo>
                    <a:pt x="377" y="16"/>
                  </a:lnTo>
                  <a:lnTo>
                    <a:pt x="353" y="22"/>
                  </a:lnTo>
                  <a:lnTo>
                    <a:pt x="330" y="30"/>
                  </a:lnTo>
                  <a:lnTo>
                    <a:pt x="306" y="39"/>
                  </a:lnTo>
                  <a:lnTo>
                    <a:pt x="284" y="50"/>
                  </a:lnTo>
                  <a:lnTo>
                    <a:pt x="262" y="61"/>
                  </a:lnTo>
                  <a:lnTo>
                    <a:pt x="242" y="73"/>
                  </a:lnTo>
                  <a:lnTo>
                    <a:pt x="221" y="86"/>
                  </a:lnTo>
                  <a:lnTo>
                    <a:pt x="202" y="100"/>
                  </a:lnTo>
                  <a:lnTo>
                    <a:pt x="183" y="115"/>
                  </a:lnTo>
                  <a:lnTo>
                    <a:pt x="165" y="131"/>
                  </a:lnTo>
                  <a:lnTo>
                    <a:pt x="147" y="147"/>
                  </a:lnTo>
                  <a:lnTo>
                    <a:pt x="131" y="165"/>
                  </a:lnTo>
                  <a:lnTo>
                    <a:pt x="115" y="183"/>
                  </a:lnTo>
                  <a:lnTo>
                    <a:pt x="100" y="202"/>
                  </a:lnTo>
                  <a:lnTo>
                    <a:pt x="86" y="222"/>
                  </a:lnTo>
                  <a:lnTo>
                    <a:pt x="72" y="243"/>
                  </a:lnTo>
                  <a:lnTo>
                    <a:pt x="60" y="263"/>
                  </a:lnTo>
                  <a:lnTo>
                    <a:pt x="49" y="285"/>
                  </a:lnTo>
                  <a:lnTo>
                    <a:pt x="39" y="307"/>
                  </a:lnTo>
                  <a:lnTo>
                    <a:pt x="30" y="330"/>
                  </a:lnTo>
                  <a:lnTo>
                    <a:pt x="22" y="353"/>
                  </a:lnTo>
                  <a:lnTo>
                    <a:pt x="16" y="377"/>
                  </a:lnTo>
                  <a:lnTo>
                    <a:pt x="10" y="402"/>
                  </a:lnTo>
                  <a:lnTo>
                    <a:pt x="6" y="427"/>
                  </a:lnTo>
                  <a:lnTo>
                    <a:pt x="3" y="452"/>
                  </a:lnTo>
                  <a:lnTo>
                    <a:pt x="1" y="477"/>
                  </a:lnTo>
                  <a:lnTo>
                    <a:pt x="0" y="503"/>
                  </a:lnTo>
                  <a:lnTo>
                    <a:pt x="1" y="529"/>
                  </a:lnTo>
                  <a:lnTo>
                    <a:pt x="3" y="554"/>
                  </a:lnTo>
                  <a:lnTo>
                    <a:pt x="6" y="580"/>
                  </a:lnTo>
                  <a:lnTo>
                    <a:pt x="10" y="605"/>
                  </a:lnTo>
                  <a:lnTo>
                    <a:pt x="16" y="629"/>
                  </a:lnTo>
                  <a:lnTo>
                    <a:pt x="22" y="653"/>
                  </a:lnTo>
                  <a:lnTo>
                    <a:pt x="30" y="676"/>
                  </a:lnTo>
                  <a:lnTo>
                    <a:pt x="39" y="699"/>
                  </a:lnTo>
                  <a:lnTo>
                    <a:pt x="49" y="721"/>
                  </a:lnTo>
                  <a:lnTo>
                    <a:pt x="60" y="743"/>
                  </a:lnTo>
                  <a:lnTo>
                    <a:pt x="72" y="764"/>
                  </a:lnTo>
                  <a:lnTo>
                    <a:pt x="86" y="785"/>
                  </a:lnTo>
                  <a:lnTo>
                    <a:pt x="100" y="804"/>
                  </a:lnTo>
                  <a:lnTo>
                    <a:pt x="115" y="823"/>
                  </a:lnTo>
                  <a:lnTo>
                    <a:pt x="131" y="841"/>
                  </a:lnTo>
                  <a:lnTo>
                    <a:pt x="147" y="859"/>
                  </a:lnTo>
                  <a:lnTo>
                    <a:pt x="165" y="875"/>
                  </a:lnTo>
                  <a:lnTo>
                    <a:pt x="183" y="891"/>
                  </a:lnTo>
                  <a:lnTo>
                    <a:pt x="202" y="907"/>
                  </a:lnTo>
                  <a:lnTo>
                    <a:pt x="221" y="921"/>
                  </a:lnTo>
                  <a:lnTo>
                    <a:pt x="242" y="934"/>
                  </a:lnTo>
                  <a:lnTo>
                    <a:pt x="262" y="946"/>
                  </a:lnTo>
                  <a:lnTo>
                    <a:pt x="284" y="957"/>
                  </a:lnTo>
                  <a:lnTo>
                    <a:pt x="306" y="967"/>
                  </a:lnTo>
                  <a:lnTo>
                    <a:pt x="330" y="976"/>
                  </a:lnTo>
                  <a:lnTo>
                    <a:pt x="353" y="984"/>
                  </a:lnTo>
                  <a:lnTo>
                    <a:pt x="377" y="990"/>
                  </a:lnTo>
                  <a:lnTo>
                    <a:pt x="401" y="996"/>
                  </a:lnTo>
                  <a:lnTo>
                    <a:pt x="426" y="1000"/>
                  </a:lnTo>
                  <a:lnTo>
                    <a:pt x="451" y="1003"/>
                  </a:lnTo>
                  <a:lnTo>
                    <a:pt x="476" y="1005"/>
                  </a:lnTo>
                  <a:lnTo>
                    <a:pt x="502" y="10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81" name="Freeform 80"/>
            <p:cNvSpPr>
              <a:spLocks/>
            </p:cNvSpPr>
            <p:nvPr/>
          </p:nvSpPr>
          <p:spPr bwMode="auto">
            <a:xfrm>
              <a:off x="2479676" y="4562475"/>
              <a:ext cx="42863" cy="42863"/>
            </a:xfrm>
            <a:custGeom>
              <a:avLst/>
              <a:gdLst>
                <a:gd name="T0" fmla="*/ 554 w 1004"/>
                <a:gd name="T1" fmla="*/ 1003 h 1006"/>
                <a:gd name="T2" fmla="*/ 628 w 1004"/>
                <a:gd name="T3" fmla="*/ 990 h 1006"/>
                <a:gd name="T4" fmla="*/ 698 w 1004"/>
                <a:gd name="T5" fmla="*/ 967 h 1006"/>
                <a:gd name="T6" fmla="*/ 762 w 1004"/>
                <a:gd name="T7" fmla="*/ 934 h 1006"/>
                <a:gd name="T8" fmla="*/ 822 w 1004"/>
                <a:gd name="T9" fmla="*/ 892 h 1006"/>
                <a:gd name="T10" fmla="*/ 874 w 1004"/>
                <a:gd name="T11" fmla="*/ 841 h 1006"/>
                <a:gd name="T12" fmla="*/ 919 w 1004"/>
                <a:gd name="T13" fmla="*/ 785 h 1006"/>
                <a:gd name="T14" fmla="*/ 955 w 1004"/>
                <a:gd name="T15" fmla="*/ 722 h 1006"/>
                <a:gd name="T16" fmla="*/ 981 w 1004"/>
                <a:gd name="T17" fmla="*/ 653 h 1006"/>
                <a:gd name="T18" fmla="*/ 998 w 1004"/>
                <a:gd name="T19" fmla="*/ 580 h 1006"/>
                <a:gd name="T20" fmla="*/ 1004 w 1004"/>
                <a:gd name="T21" fmla="*/ 503 h 1006"/>
                <a:gd name="T22" fmla="*/ 998 w 1004"/>
                <a:gd name="T23" fmla="*/ 427 h 1006"/>
                <a:gd name="T24" fmla="*/ 981 w 1004"/>
                <a:gd name="T25" fmla="*/ 353 h 1006"/>
                <a:gd name="T26" fmla="*/ 955 w 1004"/>
                <a:gd name="T27" fmla="*/ 285 h 1006"/>
                <a:gd name="T28" fmla="*/ 919 w 1004"/>
                <a:gd name="T29" fmla="*/ 222 h 1006"/>
                <a:gd name="T30" fmla="*/ 874 w 1004"/>
                <a:gd name="T31" fmla="*/ 165 h 1006"/>
                <a:gd name="T32" fmla="*/ 822 w 1004"/>
                <a:gd name="T33" fmla="*/ 115 h 1006"/>
                <a:gd name="T34" fmla="*/ 762 w 1004"/>
                <a:gd name="T35" fmla="*/ 73 h 1006"/>
                <a:gd name="T36" fmla="*/ 698 w 1004"/>
                <a:gd name="T37" fmla="*/ 40 h 1006"/>
                <a:gd name="T38" fmla="*/ 628 w 1004"/>
                <a:gd name="T39" fmla="*/ 17 h 1006"/>
                <a:gd name="T40" fmla="*/ 554 w 1004"/>
                <a:gd name="T41" fmla="*/ 3 h 1006"/>
                <a:gd name="T42" fmla="*/ 476 w 1004"/>
                <a:gd name="T43" fmla="*/ 1 h 1006"/>
                <a:gd name="T44" fmla="*/ 401 w 1004"/>
                <a:gd name="T45" fmla="*/ 10 h 1006"/>
                <a:gd name="T46" fmla="*/ 330 w 1004"/>
                <a:gd name="T47" fmla="*/ 31 h 1006"/>
                <a:gd name="T48" fmla="*/ 262 w 1004"/>
                <a:gd name="T49" fmla="*/ 61 h 1006"/>
                <a:gd name="T50" fmla="*/ 202 w 1004"/>
                <a:gd name="T51" fmla="*/ 100 h 1006"/>
                <a:gd name="T52" fmla="*/ 147 w 1004"/>
                <a:gd name="T53" fmla="*/ 147 h 1006"/>
                <a:gd name="T54" fmla="*/ 100 w 1004"/>
                <a:gd name="T55" fmla="*/ 203 h 1006"/>
                <a:gd name="T56" fmla="*/ 60 w 1004"/>
                <a:gd name="T57" fmla="*/ 263 h 1006"/>
                <a:gd name="T58" fmla="*/ 30 w 1004"/>
                <a:gd name="T59" fmla="*/ 330 h 1006"/>
                <a:gd name="T60" fmla="*/ 10 w 1004"/>
                <a:gd name="T61" fmla="*/ 402 h 1006"/>
                <a:gd name="T62" fmla="*/ 1 w 1004"/>
                <a:gd name="T63" fmla="*/ 477 h 1006"/>
                <a:gd name="T64" fmla="*/ 3 w 1004"/>
                <a:gd name="T65" fmla="*/ 555 h 1006"/>
                <a:gd name="T66" fmla="*/ 16 w 1004"/>
                <a:gd name="T67" fmla="*/ 629 h 1006"/>
                <a:gd name="T68" fmla="*/ 39 w 1004"/>
                <a:gd name="T69" fmla="*/ 700 h 1006"/>
                <a:gd name="T70" fmla="*/ 72 w 1004"/>
                <a:gd name="T71" fmla="*/ 764 h 1006"/>
                <a:gd name="T72" fmla="*/ 115 w 1004"/>
                <a:gd name="T73" fmla="*/ 823 h 1006"/>
                <a:gd name="T74" fmla="*/ 165 w 1004"/>
                <a:gd name="T75" fmla="*/ 876 h 1006"/>
                <a:gd name="T76" fmla="*/ 221 w 1004"/>
                <a:gd name="T77" fmla="*/ 921 h 1006"/>
                <a:gd name="T78" fmla="*/ 284 w 1004"/>
                <a:gd name="T79" fmla="*/ 957 h 1006"/>
                <a:gd name="T80" fmla="*/ 353 w 1004"/>
                <a:gd name="T81" fmla="*/ 983 h 1006"/>
                <a:gd name="T82" fmla="*/ 426 w 1004"/>
                <a:gd name="T83" fmla="*/ 1000 h 1006"/>
                <a:gd name="T84" fmla="*/ 502 w 1004"/>
                <a:gd name="T85" fmla="*/ 1006 h 10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4" h="1006">
                  <a:moveTo>
                    <a:pt x="502" y="1006"/>
                  </a:moveTo>
                  <a:lnTo>
                    <a:pt x="528" y="1005"/>
                  </a:lnTo>
                  <a:lnTo>
                    <a:pt x="554" y="1003"/>
                  </a:lnTo>
                  <a:lnTo>
                    <a:pt x="579" y="1000"/>
                  </a:lnTo>
                  <a:lnTo>
                    <a:pt x="604" y="996"/>
                  </a:lnTo>
                  <a:lnTo>
                    <a:pt x="628" y="990"/>
                  </a:lnTo>
                  <a:lnTo>
                    <a:pt x="652" y="983"/>
                  </a:lnTo>
                  <a:lnTo>
                    <a:pt x="675" y="976"/>
                  </a:lnTo>
                  <a:lnTo>
                    <a:pt x="698" y="967"/>
                  </a:lnTo>
                  <a:lnTo>
                    <a:pt x="720" y="957"/>
                  </a:lnTo>
                  <a:lnTo>
                    <a:pt x="741" y="946"/>
                  </a:lnTo>
                  <a:lnTo>
                    <a:pt x="762" y="934"/>
                  </a:lnTo>
                  <a:lnTo>
                    <a:pt x="783" y="921"/>
                  </a:lnTo>
                  <a:lnTo>
                    <a:pt x="803" y="907"/>
                  </a:lnTo>
                  <a:lnTo>
                    <a:pt x="822" y="892"/>
                  </a:lnTo>
                  <a:lnTo>
                    <a:pt x="840" y="876"/>
                  </a:lnTo>
                  <a:lnTo>
                    <a:pt x="858" y="859"/>
                  </a:lnTo>
                  <a:lnTo>
                    <a:pt x="874" y="841"/>
                  </a:lnTo>
                  <a:lnTo>
                    <a:pt x="890" y="823"/>
                  </a:lnTo>
                  <a:lnTo>
                    <a:pt x="905" y="804"/>
                  </a:lnTo>
                  <a:lnTo>
                    <a:pt x="919" y="785"/>
                  </a:lnTo>
                  <a:lnTo>
                    <a:pt x="932" y="764"/>
                  </a:lnTo>
                  <a:lnTo>
                    <a:pt x="944" y="743"/>
                  </a:lnTo>
                  <a:lnTo>
                    <a:pt x="955" y="722"/>
                  </a:lnTo>
                  <a:lnTo>
                    <a:pt x="965" y="700"/>
                  </a:lnTo>
                  <a:lnTo>
                    <a:pt x="974" y="676"/>
                  </a:lnTo>
                  <a:lnTo>
                    <a:pt x="981" y="653"/>
                  </a:lnTo>
                  <a:lnTo>
                    <a:pt x="988" y="629"/>
                  </a:lnTo>
                  <a:lnTo>
                    <a:pt x="994" y="605"/>
                  </a:lnTo>
                  <a:lnTo>
                    <a:pt x="998" y="580"/>
                  </a:lnTo>
                  <a:lnTo>
                    <a:pt x="1001" y="555"/>
                  </a:lnTo>
                  <a:lnTo>
                    <a:pt x="1003" y="530"/>
                  </a:lnTo>
                  <a:lnTo>
                    <a:pt x="1004" y="503"/>
                  </a:lnTo>
                  <a:lnTo>
                    <a:pt x="1003" y="477"/>
                  </a:lnTo>
                  <a:lnTo>
                    <a:pt x="1001" y="452"/>
                  </a:lnTo>
                  <a:lnTo>
                    <a:pt x="998" y="427"/>
                  </a:lnTo>
                  <a:lnTo>
                    <a:pt x="994" y="402"/>
                  </a:lnTo>
                  <a:lnTo>
                    <a:pt x="988" y="378"/>
                  </a:lnTo>
                  <a:lnTo>
                    <a:pt x="981" y="353"/>
                  </a:lnTo>
                  <a:lnTo>
                    <a:pt x="974" y="330"/>
                  </a:lnTo>
                  <a:lnTo>
                    <a:pt x="965" y="307"/>
                  </a:lnTo>
                  <a:lnTo>
                    <a:pt x="955" y="285"/>
                  </a:lnTo>
                  <a:lnTo>
                    <a:pt x="944" y="263"/>
                  </a:lnTo>
                  <a:lnTo>
                    <a:pt x="932" y="243"/>
                  </a:lnTo>
                  <a:lnTo>
                    <a:pt x="919" y="222"/>
                  </a:lnTo>
                  <a:lnTo>
                    <a:pt x="905" y="203"/>
                  </a:lnTo>
                  <a:lnTo>
                    <a:pt x="890" y="183"/>
                  </a:lnTo>
                  <a:lnTo>
                    <a:pt x="874" y="165"/>
                  </a:lnTo>
                  <a:lnTo>
                    <a:pt x="858" y="147"/>
                  </a:lnTo>
                  <a:lnTo>
                    <a:pt x="840" y="131"/>
                  </a:lnTo>
                  <a:lnTo>
                    <a:pt x="822" y="115"/>
                  </a:lnTo>
                  <a:lnTo>
                    <a:pt x="803" y="100"/>
                  </a:lnTo>
                  <a:lnTo>
                    <a:pt x="783" y="86"/>
                  </a:lnTo>
                  <a:lnTo>
                    <a:pt x="762" y="73"/>
                  </a:lnTo>
                  <a:lnTo>
                    <a:pt x="741" y="61"/>
                  </a:lnTo>
                  <a:lnTo>
                    <a:pt x="720" y="50"/>
                  </a:lnTo>
                  <a:lnTo>
                    <a:pt x="698" y="40"/>
                  </a:lnTo>
                  <a:lnTo>
                    <a:pt x="675" y="31"/>
                  </a:lnTo>
                  <a:lnTo>
                    <a:pt x="652" y="23"/>
                  </a:lnTo>
                  <a:lnTo>
                    <a:pt x="628" y="17"/>
                  </a:lnTo>
                  <a:lnTo>
                    <a:pt x="604" y="10"/>
                  </a:lnTo>
                  <a:lnTo>
                    <a:pt x="579" y="6"/>
                  </a:lnTo>
                  <a:lnTo>
                    <a:pt x="554" y="3"/>
                  </a:lnTo>
                  <a:lnTo>
                    <a:pt x="528" y="1"/>
                  </a:lnTo>
                  <a:lnTo>
                    <a:pt x="502" y="0"/>
                  </a:lnTo>
                  <a:lnTo>
                    <a:pt x="476" y="1"/>
                  </a:lnTo>
                  <a:lnTo>
                    <a:pt x="451" y="3"/>
                  </a:lnTo>
                  <a:lnTo>
                    <a:pt x="426" y="6"/>
                  </a:lnTo>
                  <a:lnTo>
                    <a:pt x="401" y="10"/>
                  </a:lnTo>
                  <a:lnTo>
                    <a:pt x="377" y="17"/>
                  </a:lnTo>
                  <a:lnTo>
                    <a:pt x="353" y="23"/>
                  </a:lnTo>
                  <a:lnTo>
                    <a:pt x="330" y="31"/>
                  </a:lnTo>
                  <a:lnTo>
                    <a:pt x="306" y="40"/>
                  </a:lnTo>
                  <a:lnTo>
                    <a:pt x="284" y="50"/>
                  </a:lnTo>
                  <a:lnTo>
                    <a:pt x="262" y="61"/>
                  </a:lnTo>
                  <a:lnTo>
                    <a:pt x="242" y="73"/>
                  </a:lnTo>
                  <a:lnTo>
                    <a:pt x="221" y="86"/>
                  </a:lnTo>
                  <a:lnTo>
                    <a:pt x="202" y="100"/>
                  </a:lnTo>
                  <a:lnTo>
                    <a:pt x="183" y="115"/>
                  </a:lnTo>
                  <a:lnTo>
                    <a:pt x="165" y="131"/>
                  </a:lnTo>
                  <a:lnTo>
                    <a:pt x="147" y="147"/>
                  </a:lnTo>
                  <a:lnTo>
                    <a:pt x="131" y="165"/>
                  </a:lnTo>
                  <a:lnTo>
                    <a:pt x="115" y="183"/>
                  </a:lnTo>
                  <a:lnTo>
                    <a:pt x="100" y="203"/>
                  </a:lnTo>
                  <a:lnTo>
                    <a:pt x="86" y="222"/>
                  </a:lnTo>
                  <a:lnTo>
                    <a:pt x="72" y="243"/>
                  </a:lnTo>
                  <a:lnTo>
                    <a:pt x="60" y="263"/>
                  </a:lnTo>
                  <a:lnTo>
                    <a:pt x="49" y="285"/>
                  </a:lnTo>
                  <a:lnTo>
                    <a:pt x="39" y="307"/>
                  </a:lnTo>
                  <a:lnTo>
                    <a:pt x="30" y="330"/>
                  </a:lnTo>
                  <a:lnTo>
                    <a:pt x="22" y="353"/>
                  </a:lnTo>
                  <a:lnTo>
                    <a:pt x="16" y="378"/>
                  </a:lnTo>
                  <a:lnTo>
                    <a:pt x="10" y="402"/>
                  </a:lnTo>
                  <a:lnTo>
                    <a:pt x="6" y="427"/>
                  </a:lnTo>
                  <a:lnTo>
                    <a:pt x="3" y="452"/>
                  </a:lnTo>
                  <a:lnTo>
                    <a:pt x="1" y="477"/>
                  </a:lnTo>
                  <a:lnTo>
                    <a:pt x="0" y="503"/>
                  </a:lnTo>
                  <a:lnTo>
                    <a:pt x="1" y="530"/>
                  </a:lnTo>
                  <a:lnTo>
                    <a:pt x="3" y="555"/>
                  </a:lnTo>
                  <a:lnTo>
                    <a:pt x="6" y="580"/>
                  </a:lnTo>
                  <a:lnTo>
                    <a:pt x="10" y="605"/>
                  </a:lnTo>
                  <a:lnTo>
                    <a:pt x="16" y="629"/>
                  </a:lnTo>
                  <a:lnTo>
                    <a:pt x="22" y="653"/>
                  </a:lnTo>
                  <a:lnTo>
                    <a:pt x="30" y="676"/>
                  </a:lnTo>
                  <a:lnTo>
                    <a:pt x="39" y="700"/>
                  </a:lnTo>
                  <a:lnTo>
                    <a:pt x="49" y="722"/>
                  </a:lnTo>
                  <a:lnTo>
                    <a:pt x="60" y="743"/>
                  </a:lnTo>
                  <a:lnTo>
                    <a:pt x="72" y="764"/>
                  </a:lnTo>
                  <a:lnTo>
                    <a:pt x="86" y="785"/>
                  </a:lnTo>
                  <a:lnTo>
                    <a:pt x="100" y="804"/>
                  </a:lnTo>
                  <a:lnTo>
                    <a:pt x="115" y="823"/>
                  </a:lnTo>
                  <a:lnTo>
                    <a:pt x="131" y="841"/>
                  </a:lnTo>
                  <a:lnTo>
                    <a:pt x="147" y="859"/>
                  </a:lnTo>
                  <a:lnTo>
                    <a:pt x="165" y="876"/>
                  </a:lnTo>
                  <a:lnTo>
                    <a:pt x="183" y="892"/>
                  </a:lnTo>
                  <a:lnTo>
                    <a:pt x="202" y="907"/>
                  </a:lnTo>
                  <a:lnTo>
                    <a:pt x="221" y="921"/>
                  </a:lnTo>
                  <a:lnTo>
                    <a:pt x="242" y="934"/>
                  </a:lnTo>
                  <a:lnTo>
                    <a:pt x="262" y="946"/>
                  </a:lnTo>
                  <a:lnTo>
                    <a:pt x="284" y="957"/>
                  </a:lnTo>
                  <a:lnTo>
                    <a:pt x="306" y="967"/>
                  </a:lnTo>
                  <a:lnTo>
                    <a:pt x="330" y="976"/>
                  </a:lnTo>
                  <a:lnTo>
                    <a:pt x="353" y="983"/>
                  </a:lnTo>
                  <a:lnTo>
                    <a:pt x="377" y="990"/>
                  </a:lnTo>
                  <a:lnTo>
                    <a:pt x="401" y="996"/>
                  </a:lnTo>
                  <a:lnTo>
                    <a:pt x="426" y="1000"/>
                  </a:lnTo>
                  <a:lnTo>
                    <a:pt x="451" y="1003"/>
                  </a:lnTo>
                  <a:lnTo>
                    <a:pt x="476" y="1005"/>
                  </a:lnTo>
                  <a:lnTo>
                    <a:pt x="502" y="10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82" name="Freeform 81"/>
            <p:cNvSpPr>
              <a:spLocks/>
            </p:cNvSpPr>
            <p:nvPr/>
          </p:nvSpPr>
          <p:spPr bwMode="auto">
            <a:xfrm>
              <a:off x="2479676" y="4433888"/>
              <a:ext cx="42863" cy="42863"/>
            </a:xfrm>
            <a:custGeom>
              <a:avLst/>
              <a:gdLst>
                <a:gd name="T0" fmla="*/ 554 w 1004"/>
                <a:gd name="T1" fmla="*/ 1003 h 1006"/>
                <a:gd name="T2" fmla="*/ 628 w 1004"/>
                <a:gd name="T3" fmla="*/ 989 h 1006"/>
                <a:gd name="T4" fmla="*/ 698 w 1004"/>
                <a:gd name="T5" fmla="*/ 966 h 1006"/>
                <a:gd name="T6" fmla="*/ 762 w 1004"/>
                <a:gd name="T7" fmla="*/ 933 h 1006"/>
                <a:gd name="T8" fmla="*/ 822 w 1004"/>
                <a:gd name="T9" fmla="*/ 891 h 1006"/>
                <a:gd name="T10" fmla="*/ 874 w 1004"/>
                <a:gd name="T11" fmla="*/ 841 h 1006"/>
                <a:gd name="T12" fmla="*/ 919 w 1004"/>
                <a:gd name="T13" fmla="*/ 784 h 1006"/>
                <a:gd name="T14" fmla="*/ 955 w 1004"/>
                <a:gd name="T15" fmla="*/ 721 h 1006"/>
                <a:gd name="T16" fmla="*/ 981 w 1004"/>
                <a:gd name="T17" fmla="*/ 652 h 1006"/>
                <a:gd name="T18" fmla="*/ 998 w 1004"/>
                <a:gd name="T19" fmla="*/ 579 h 1006"/>
                <a:gd name="T20" fmla="*/ 1004 w 1004"/>
                <a:gd name="T21" fmla="*/ 503 h 1006"/>
                <a:gd name="T22" fmla="*/ 998 w 1004"/>
                <a:gd name="T23" fmla="*/ 426 h 1006"/>
                <a:gd name="T24" fmla="*/ 981 w 1004"/>
                <a:gd name="T25" fmla="*/ 353 h 1006"/>
                <a:gd name="T26" fmla="*/ 955 w 1004"/>
                <a:gd name="T27" fmla="*/ 284 h 1006"/>
                <a:gd name="T28" fmla="*/ 919 w 1004"/>
                <a:gd name="T29" fmla="*/ 221 h 1006"/>
                <a:gd name="T30" fmla="*/ 874 w 1004"/>
                <a:gd name="T31" fmla="*/ 165 h 1006"/>
                <a:gd name="T32" fmla="*/ 822 w 1004"/>
                <a:gd name="T33" fmla="*/ 114 h 1006"/>
                <a:gd name="T34" fmla="*/ 762 w 1004"/>
                <a:gd name="T35" fmla="*/ 72 h 1006"/>
                <a:gd name="T36" fmla="*/ 698 w 1004"/>
                <a:gd name="T37" fmla="*/ 39 h 1006"/>
                <a:gd name="T38" fmla="*/ 628 w 1004"/>
                <a:gd name="T39" fmla="*/ 16 h 1006"/>
                <a:gd name="T40" fmla="*/ 554 w 1004"/>
                <a:gd name="T41" fmla="*/ 3 h 1006"/>
                <a:gd name="T42" fmla="*/ 476 w 1004"/>
                <a:gd name="T43" fmla="*/ 1 h 1006"/>
                <a:gd name="T44" fmla="*/ 401 w 1004"/>
                <a:gd name="T45" fmla="*/ 10 h 1006"/>
                <a:gd name="T46" fmla="*/ 330 w 1004"/>
                <a:gd name="T47" fmla="*/ 30 h 1006"/>
                <a:gd name="T48" fmla="*/ 262 w 1004"/>
                <a:gd name="T49" fmla="*/ 60 h 1006"/>
                <a:gd name="T50" fmla="*/ 202 w 1004"/>
                <a:gd name="T51" fmla="*/ 99 h 1006"/>
                <a:gd name="T52" fmla="*/ 147 w 1004"/>
                <a:gd name="T53" fmla="*/ 146 h 1006"/>
                <a:gd name="T54" fmla="*/ 100 w 1004"/>
                <a:gd name="T55" fmla="*/ 202 h 1006"/>
                <a:gd name="T56" fmla="*/ 60 w 1004"/>
                <a:gd name="T57" fmla="*/ 263 h 1006"/>
                <a:gd name="T58" fmla="*/ 30 w 1004"/>
                <a:gd name="T59" fmla="*/ 330 h 1006"/>
                <a:gd name="T60" fmla="*/ 10 w 1004"/>
                <a:gd name="T61" fmla="*/ 401 h 1006"/>
                <a:gd name="T62" fmla="*/ 1 w 1004"/>
                <a:gd name="T63" fmla="*/ 476 h 1006"/>
                <a:gd name="T64" fmla="*/ 3 w 1004"/>
                <a:gd name="T65" fmla="*/ 554 h 1006"/>
                <a:gd name="T66" fmla="*/ 16 w 1004"/>
                <a:gd name="T67" fmla="*/ 628 h 1006"/>
                <a:gd name="T68" fmla="*/ 39 w 1004"/>
                <a:gd name="T69" fmla="*/ 699 h 1006"/>
                <a:gd name="T70" fmla="*/ 72 w 1004"/>
                <a:gd name="T71" fmla="*/ 763 h 1006"/>
                <a:gd name="T72" fmla="*/ 115 w 1004"/>
                <a:gd name="T73" fmla="*/ 822 h 1006"/>
                <a:gd name="T74" fmla="*/ 165 w 1004"/>
                <a:gd name="T75" fmla="*/ 875 h 1006"/>
                <a:gd name="T76" fmla="*/ 221 w 1004"/>
                <a:gd name="T77" fmla="*/ 920 h 1006"/>
                <a:gd name="T78" fmla="*/ 284 w 1004"/>
                <a:gd name="T79" fmla="*/ 956 h 1006"/>
                <a:gd name="T80" fmla="*/ 353 w 1004"/>
                <a:gd name="T81" fmla="*/ 983 h 1006"/>
                <a:gd name="T82" fmla="*/ 426 w 1004"/>
                <a:gd name="T83" fmla="*/ 999 h 1006"/>
                <a:gd name="T84" fmla="*/ 502 w 1004"/>
                <a:gd name="T85" fmla="*/ 1006 h 10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4" h="1006">
                  <a:moveTo>
                    <a:pt x="502" y="1006"/>
                  </a:moveTo>
                  <a:lnTo>
                    <a:pt x="528" y="1005"/>
                  </a:lnTo>
                  <a:lnTo>
                    <a:pt x="554" y="1003"/>
                  </a:lnTo>
                  <a:lnTo>
                    <a:pt x="579" y="999"/>
                  </a:lnTo>
                  <a:lnTo>
                    <a:pt x="604" y="995"/>
                  </a:lnTo>
                  <a:lnTo>
                    <a:pt x="628" y="989"/>
                  </a:lnTo>
                  <a:lnTo>
                    <a:pt x="652" y="983"/>
                  </a:lnTo>
                  <a:lnTo>
                    <a:pt x="675" y="975"/>
                  </a:lnTo>
                  <a:lnTo>
                    <a:pt x="698" y="966"/>
                  </a:lnTo>
                  <a:lnTo>
                    <a:pt x="720" y="956"/>
                  </a:lnTo>
                  <a:lnTo>
                    <a:pt x="741" y="945"/>
                  </a:lnTo>
                  <a:lnTo>
                    <a:pt x="762" y="933"/>
                  </a:lnTo>
                  <a:lnTo>
                    <a:pt x="783" y="920"/>
                  </a:lnTo>
                  <a:lnTo>
                    <a:pt x="803" y="906"/>
                  </a:lnTo>
                  <a:lnTo>
                    <a:pt x="822" y="891"/>
                  </a:lnTo>
                  <a:lnTo>
                    <a:pt x="840" y="875"/>
                  </a:lnTo>
                  <a:lnTo>
                    <a:pt x="858" y="859"/>
                  </a:lnTo>
                  <a:lnTo>
                    <a:pt x="874" y="841"/>
                  </a:lnTo>
                  <a:lnTo>
                    <a:pt x="890" y="822"/>
                  </a:lnTo>
                  <a:lnTo>
                    <a:pt x="905" y="803"/>
                  </a:lnTo>
                  <a:lnTo>
                    <a:pt x="919" y="784"/>
                  </a:lnTo>
                  <a:lnTo>
                    <a:pt x="932" y="763"/>
                  </a:lnTo>
                  <a:lnTo>
                    <a:pt x="944" y="743"/>
                  </a:lnTo>
                  <a:lnTo>
                    <a:pt x="955" y="721"/>
                  </a:lnTo>
                  <a:lnTo>
                    <a:pt x="965" y="699"/>
                  </a:lnTo>
                  <a:lnTo>
                    <a:pt x="974" y="676"/>
                  </a:lnTo>
                  <a:lnTo>
                    <a:pt x="981" y="652"/>
                  </a:lnTo>
                  <a:lnTo>
                    <a:pt x="988" y="628"/>
                  </a:lnTo>
                  <a:lnTo>
                    <a:pt x="994" y="604"/>
                  </a:lnTo>
                  <a:lnTo>
                    <a:pt x="998" y="579"/>
                  </a:lnTo>
                  <a:lnTo>
                    <a:pt x="1001" y="554"/>
                  </a:lnTo>
                  <a:lnTo>
                    <a:pt x="1003" y="529"/>
                  </a:lnTo>
                  <a:lnTo>
                    <a:pt x="1004" y="503"/>
                  </a:lnTo>
                  <a:lnTo>
                    <a:pt x="1003" y="476"/>
                  </a:lnTo>
                  <a:lnTo>
                    <a:pt x="1001" y="451"/>
                  </a:lnTo>
                  <a:lnTo>
                    <a:pt x="998" y="426"/>
                  </a:lnTo>
                  <a:lnTo>
                    <a:pt x="994" y="401"/>
                  </a:lnTo>
                  <a:lnTo>
                    <a:pt x="988" y="377"/>
                  </a:lnTo>
                  <a:lnTo>
                    <a:pt x="981" y="353"/>
                  </a:lnTo>
                  <a:lnTo>
                    <a:pt x="974" y="330"/>
                  </a:lnTo>
                  <a:lnTo>
                    <a:pt x="965" y="306"/>
                  </a:lnTo>
                  <a:lnTo>
                    <a:pt x="955" y="284"/>
                  </a:lnTo>
                  <a:lnTo>
                    <a:pt x="944" y="263"/>
                  </a:lnTo>
                  <a:lnTo>
                    <a:pt x="932" y="242"/>
                  </a:lnTo>
                  <a:lnTo>
                    <a:pt x="919" y="221"/>
                  </a:lnTo>
                  <a:lnTo>
                    <a:pt x="905" y="202"/>
                  </a:lnTo>
                  <a:lnTo>
                    <a:pt x="890" y="183"/>
                  </a:lnTo>
                  <a:lnTo>
                    <a:pt x="874" y="165"/>
                  </a:lnTo>
                  <a:lnTo>
                    <a:pt x="858" y="146"/>
                  </a:lnTo>
                  <a:lnTo>
                    <a:pt x="840" y="130"/>
                  </a:lnTo>
                  <a:lnTo>
                    <a:pt x="822" y="114"/>
                  </a:lnTo>
                  <a:lnTo>
                    <a:pt x="803" y="99"/>
                  </a:lnTo>
                  <a:lnTo>
                    <a:pt x="783" y="85"/>
                  </a:lnTo>
                  <a:lnTo>
                    <a:pt x="762" y="72"/>
                  </a:lnTo>
                  <a:lnTo>
                    <a:pt x="741" y="60"/>
                  </a:lnTo>
                  <a:lnTo>
                    <a:pt x="720" y="49"/>
                  </a:lnTo>
                  <a:lnTo>
                    <a:pt x="698" y="39"/>
                  </a:lnTo>
                  <a:lnTo>
                    <a:pt x="675" y="30"/>
                  </a:lnTo>
                  <a:lnTo>
                    <a:pt x="652" y="22"/>
                  </a:lnTo>
                  <a:lnTo>
                    <a:pt x="628" y="16"/>
                  </a:lnTo>
                  <a:lnTo>
                    <a:pt x="604" y="10"/>
                  </a:lnTo>
                  <a:lnTo>
                    <a:pt x="579" y="6"/>
                  </a:lnTo>
                  <a:lnTo>
                    <a:pt x="554" y="3"/>
                  </a:lnTo>
                  <a:lnTo>
                    <a:pt x="528" y="1"/>
                  </a:lnTo>
                  <a:lnTo>
                    <a:pt x="502" y="0"/>
                  </a:lnTo>
                  <a:lnTo>
                    <a:pt x="476" y="1"/>
                  </a:lnTo>
                  <a:lnTo>
                    <a:pt x="451" y="3"/>
                  </a:lnTo>
                  <a:lnTo>
                    <a:pt x="426" y="6"/>
                  </a:lnTo>
                  <a:lnTo>
                    <a:pt x="401" y="10"/>
                  </a:lnTo>
                  <a:lnTo>
                    <a:pt x="377" y="16"/>
                  </a:lnTo>
                  <a:lnTo>
                    <a:pt x="353" y="22"/>
                  </a:lnTo>
                  <a:lnTo>
                    <a:pt x="330" y="30"/>
                  </a:lnTo>
                  <a:lnTo>
                    <a:pt x="306" y="39"/>
                  </a:lnTo>
                  <a:lnTo>
                    <a:pt x="284" y="49"/>
                  </a:lnTo>
                  <a:lnTo>
                    <a:pt x="262" y="60"/>
                  </a:lnTo>
                  <a:lnTo>
                    <a:pt x="242" y="72"/>
                  </a:lnTo>
                  <a:lnTo>
                    <a:pt x="221" y="85"/>
                  </a:lnTo>
                  <a:lnTo>
                    <a:pt x="202" y="99"/>
                  </a:lnTo>
                  <a:lnTo>
                    <a:pt x="183" y="114"/>
                  </a:lnTo>
                  <a:lnTo>
                    <a:pt x="165" y="130"/>
                  </a:lnTo>
                  <a:lnTo>
                    <a:pt x="147" y="146"/>
                  </a:lnTo>
                  <a:lnTo>
                    <a:pt x="131" y="165"/>
                  </a:lnTo>
                  <a:lnTo>
                    <a:pt x="115" y="183"/>
                  </a:lnTo>
                  <a:lnTo>
                    <a:pt x="100" y="202"/>
                  </a:lnTo>
                  <a:lnTo>
                    <a:pt x="86" y="221"/>
                  </a:lnTo>
                  <a:lnTo>
                    <a:pt x="72" y="242"/>
                  </a:lnTo>
                  <a:lnTo>
                    <a:pt x="60" y="263"/>
                  </a:lnTo>
                  <a:lnTo>
                    <a:pt x="49" y="284"/>
                  </a:lnTo>
                  <a:lnTo>
                    <a:pt x="39" y="306"/>
                  </a:lnTo>
                  <a:lnTo>
                    <a:pt x="30" y="330"/>
                  </a:lnTo>
                  <a:lnTo>
                    <a:pt x="22" y="353"/>
                  </a:lnTo>
                  <a:lnTo>
                    <a:pt x="16" y="377"/>
                  </a:lnTo>
                  <a:lnTo>
                    <a:pt x="10" y="401"/>
                  </a:lnTo>
                  <a:lnTo>
                    <a:pt x="6" y="426"/>
                  </a:lnTo>
                  <a:lnTo>
                    <a:pt x="3" y="451"/>
                  </a:lnTo>
                  <a:lnTo>
                    <a:pt x="1" y="476"/>
                  </a:lnTo>
                  <a:lnTo>
                    <a:pt x="0" y="503"/>
                  </a:lnTo>
                  <a:lnTo>
                    <a:pt x="1" y="529"/>
                  </a:lnTo>
                  <a:lnTo>
                    <a:pt x="3" y="554"/>
                  </a:lnTo>
                  <a:lnTo>
                    <a:pt x="6" y="579"/>
                  </a:lnTo>
                  <a:lnTo>
                    <a:pt x="10" y="604"/>
                  </a:lnTo>
                  <a:lnTo>
                    <a:pt x="16" y="628"/>
                  </a:lnTo>
                  <a:lnTo>
                    <a:pt x="22" y="652"/>
                  </a:lnTo>
                  <a:lnTo>
                    <a:pt x="30" y="676"/>
                  </a:lnTo>
                  <a:lnTo>
                    <a:pt x="39" y="699"/>
                  </a:lnTo>
                  <a:lnTo>
                    <a:pt x="49" y="721"/>
                  </a:lnTo>
                  <a:lnTo>
                    <a:pt x="60" y="743"/>
                  </a:lnTo>
                  <a:lnTo>
                    <a:pt x="72" y="763"/>
                  </a:lnTo>
                  <a:lnTo>
                    <a:pt x="86" y="784"/>
                  </a:lnTo>
                  <a:lnTo>
                    <a:pt x="100" y="803"/>
                  </a:lnTo>
                  <a:lnTo>
                    <a:pt x="115" y="822"/>
                  </a:lnTo>
                  <a:lnTo>
                    <a:pt x="131" y="841"/>
                  </a:lnTo>
                  <a:lnTo>
                    <a:pt x="147" y="859"/>
                  </a:lnTo>
                  <a:lnTo>
                    <a:pt x="165" y="875"/>
                  </a:lnTo>
                  <a:lnTo>
                    <a:pt x="183" y="891"/>
                  </a:lnTo>
                  <a:lnTo>
                    <a:pt x="202" y="906"/>
                  </a:lnTo>
                  <a:lnTo>
                    <a:pt x="221" y="920"/>
                  </a:lnTo>
                  <a:lnTo>
                    <a:pt x="242" y="933"/>
                  </a:lnTo>
                  <a:lnTo>
                    <a:pt x="262" y="945"/>
                  </a:lnTo>
                  <a:lnTo>
                    <a:pt x="284" y="956"/>
                  </a:lnTo>
                  <a:lnTo>
                    <a:pt x="306" y="966"/>
                  </a:lnTo>
                  <a:lnTo>
                    <a:pt x="330" y="975"/>
                  </a:lnTo>
                  <a:lnTo>
                    <a:pt x="353" y="983"/>
                  </a:lnTo>
                  <a:lnTo>
                    <a:pt x="377" y="989"/>
                  </a:lnTo>
                  <a:lnTo>
                    <a:pt x="401" y="995"/>
                  </a:lnTo>
                  <a:lnTo>
                    <a:pt x="426" y="999"/>
                  </a:lnTo>
                  <a:lnTo>
                    <a:pt x="451" y="1003"/>
                  </a:lnTo>
                  <a:lnTo>
                    <a:pt x="476" y="1005"/>
                  </a:lnTo>
                  <a:lnTo>
                    <a:pt x="502" y="10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grpSp>
      <p:sp>
        <p:nvSpPr>
          <p:cNvPr id="38" name="Oval 37"/>
          <p:cNvSpPr/>
          <p:nvPr/>
        </p:nvSpPr>
        <p:spPr>
          <a:xfrm>
            <a:off x="4486694" y="1985948"/>
            <a:ext cx="1041129" cy="10411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sz="1799">
              <a:solidFill>
                <a:schemeClr val="bg1"/>
              </a:solidFill>
            </a:endParaRPr>
          </a:p>
        </p:txBody>
      </p:sp>
      <p:sp>
        <p:nvSpPr>
          <p:cNvPr id="39" name="TextBox 13"/>
          <p:cNvSpPr txBox="1"/>
          <p:nvPr/>
        </p:nvSpPr>
        <p:spPr>
          <a:xfrm>
            <a:off x="5629396" y="2132529"/>
            <a:ext cx="2272708" cy="323081"/>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500" b="1" dirty="0">
                <a:solidFill>
                  <a:schemeClr val="tx1">
                    <a:lumMod val="65000"/>
                    <a:lumOff val="35000"/>
                  </a:schemeClr>
                </a:solidFill>
                <a:latin typeface="+mj-lt"/>
              </a:rPr>
              <a:t>EQUALIZER</a:t>
            </a:r>
          </a:p>
        </p:txBody>
      </p:sp>
      <p:sp>
        <p:nvSpPr>
          <p:cNvPr id="40" name="TextBox 14"/>
          <p:cNvSpPr txBox="1"/>
          <p:nvPr/>
        </p:nvSpPr>
        <p:spPr>
          <a:xfrm>
            <a:off x="5629397" y="2414148"/>
            <a:ext cx="1916329" cy="646163"/>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200" dirty="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consectetuer adipiscing elit.</a:t>
            </a:r>
          </a:p>
        </p:txBody>
      </p:sp>
      <p:sp>
        <p:nvSpPr>
          <p:cNvPr id="41" name="Oval 40"/>
          <p:cNvSpPr/>
          <p:nvPr/>
        </p:nvSpPr>
        <p:spPr>
          <a:xfrm>
            <a:off x="4486694" y="3360696"/>
            <a:ext cx="1041129" cy="104112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sz="1799">
              <a:solidFill>
                <a:schemeClr val="bg1"/>
              </a:solidFill>
            </a:endParaRPr>
          </a:p>
        </p:txBody>
      </p:sp>
      <p:sp>
        <p:nvSpPr>
          <p:cNvPr id="42" name="TextBox 16"/>
          <p:cNvSpPr txBox="1"/>
          <p:nvPr/>
        </p:nvSpPr>
        <p:spPr>
          <a:xfrm>
            <a:off x="5629396" y="3509763"/>
            <a:ext cx="2272708" cy="323081"/>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500" b="1" dirty="0">
                <a:solidFill>
                  <a:schemeClr val="tx1">
                    <a:lumMod val="65000"/>
                    <a:lumOff val="35000"/>
                  </a:schemeClr>
                </a:solidFill>
                <a:latin typeface="+mj-lt"/>
              </a:rPr>
              <a:t>INTERNET</a:t>
            </a:r>
          </a:p>
        </p:txBody>
      </p:sp>
      <p:sp>
        <p:nvSpPr>
          <p:cNvPr id="43" name="TextBox 17"/>
          <p:cNvSpPr txBox="1"/>
          <p:nvPr/>
        </p:nvSpPr>
        <p:spPr>
          <a:xfrm>
            <a:off x="5629397" y="3791383"/>
            <a:ext cx="1916329" cy="646163"/>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200" dirty="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consectetuer adipiscing elit.</a:t>
            </a:r>
          </a:p>
        </p:txBody>
      </p:sp>
      <p:sp>
        <p:nvSpPr>
          <p:cNvPr id="50" name="Oval 49"/>
          <p:cNvSpPr/>
          <p:nvPr/>
        </p:nvSpPr>
        <p:spPr>
          <a:xfrm>
            <a:off x="4486694" y="4726026"/>
            <a:ext cx="1041129" cy="104112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sz="1799">
              <a:solidFill>
                <a:schemeClr val="bg1"/>
              </a:solidFill>
            </a:endParaRPr>
          </a:p>
        </p:txBody>
      </p:sp>
      <p:sp>
        <p:nvSpPr>
          <p:cNvPr id="51" name="TextBox 25"/>
          <p:cNvSpPr txBox="1"/>
          <p:nvPr/>
        </p:nvSpPr>
        <p:spPr>
          <a:xfrm>
            <a:off x="5629396" y="4875092"/>
            <a:ext cx="2272708" cy="323081"/>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500" b="1" dirty="0">
                <a:solidFill>
                  <a:schemeClr val="tx1">
                    <a:lumMod val="65000"/>
                    <a:lumOff val="35000"/>
                  </a:schemeClr>
                </a:solidFill>
                <a:latin typeface="+mj-lt"/>
              </a:rPr>
              <a:t>TRAVELING</a:t>
            </a:r>
          </a:p>
        </p:txBody>
      </p:sp>
      <p:sp>
        <p:nvSpPr>
          <p:cNvPr id="52" name="TextBox 26"/>
          <p:cNvSpPr txBox="1"/>
          <p:nvPr/>
        </p:nvSpPr>
        <p:spPr>
          <a:xfrm>
            <a:off x="5629397" y="5156712"/>
            <a:ext cx="1916329" cy="646163"/>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200" dirty="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consectetuer adipiscing elit.</a:t>
            </a:r>
          </a:p>
        </p:txBody>
      </p:sp>
      <p:grpSp>
        <p:nvGrpSpPr>
          <p:cNvPr id="60" name="Group 59"/>
          <p:cNvGrpSpPr/>
          <p:nvPr/>
        </p:nvGrpSpPr>
        <p:grpSpPr>
          <a:xfrm>
            <a:off x="4789761" y="2277951"/>
            <a:ext cx="434970" cy="443102"/>
            <a:chOff x="3632200" y="4152900"/>
            <a:chExt cx="690563" cy="690563"/>
          </a:xfrm>
          <a:solidFill>
            <a:schemeClr val="bg1"/>
          </a:solidFill>
        </p:grpSpPr>
        <p:sp>
          <p:nvSpPr>
            <p:cNvPr id="76" name="Freeform 75"/>
            <p:cNvSpPr>
              <a:spLocks noEditPoints="1"/>
            </p:cNvSpPr>
            <p:nvPr/>
          </p:nvSpPr>
          <p:spPr bwMode="auto">
            <a:xfrm>
              <a:off x="3632200" y="4152900"/>
              <a:ext cx="215900" cy="690563"/>
            </a:xfrm>
            <a:custGeom>
              <a:avLst/>
              <a:gdLst>
                <a:gd name="T0" fmla="*/ 3784 w 5030"/>
                <a:gd name="T1" fmla="*/ 5837 h 16095"/>
                <a:gd name="T2" fmla="*/ 3571 w 5030"/>
                <a:gd name="T3" fmla="*/ 6098 h 16095"/>
                <a:gd name="T4" fmla="*/ 3350 w 5030"/>
                <a:gd name="T5" fmla="*/ 6279 h 16095"/>
                <a:gd name="T6" fmla="*/ 3045 w 5030"/>
                <a:gd name="T7" fmla="*/ 6436 h 16095"/>
                <a:gd name="T8" fmla="*/ 2678 w 5030"/>
                <a:gd name="T9" fmla="*/ 6529 h 16095"/>
                <a:gd name="T10" fmla="*/ 2288 w 5030"/>
                <a:gd name="T11" fmla="*/ 6519 h 16095"/>
                <a:gd name="T12" fmla="*/ 1931 w 5030"/>
                <a:gd name="T13" fmla="*/ 6415 h 16095"/>
                <a:gd name="T14" fmla="*/ 1633 w 5030"/>
                <a:gd name="T15" fmla="*/ 6246 h 16095"/>
                <a:gd name="T16" fmla="*/ 1400 w 5030"/>
                <a:gd name="T17" fmla="*/ 6039 h 16095"/>
                <a:gd name="T18" fmla="*/ 1158 w 5030"/>
                <a:gd name="T19" fmla="*/ 5678 h 16095"/>
                <a:gd name="T20" fmla="*/ 1020 w 5030"/>
                <a:gd name="T21" fmla="*/ 5219 h 16095"/>
                <a:gd name="T22" fmla="*/ 1014 w 5030"/>
                <a:gd name="T23" fmla="*/ 4893 h 16095"/>
                <a:gd name="T24" fmla="*/ 1117 w 5030"/>
                <a:gd name="T25" fmla="*/ 4478 h 16095"/>
                <a:gd name="T26" fmla="*/ 1329 w 5030"/>
                <a:gd name="T27" fmla="*/ 4104 h 16095"/>
                <a:gd name="T28" fmla="*/ 1607 w 5030"/>
                <a:gd name="T29" fmla="*/ 3832 h 16095"/>
                <a:gd name="T30" fmla="*/ 1879 w 5030"/>
                <a:gd name="T31" fmla="*/ 3669 h 16095"/>
                <a:gd name="T32" fmla="*/ 2225 w 5030"/>
                <a:gd name="T33" fmla="*/ 3552 h 16095"/>
                <a:gd name="T34" fmla="*/ 2613 w 5030"/>
                <a:gd name="T35" fmla="*/ 3525 h 16095"/>
                <a:gd name="T36" fmla="*/ 2988 w 5030"/>
                <a:gd name="T37" fmla="*/ 3603 h 16095"/>
                <a:gd name="T38" fmla="*/ 3301 w 5030"/>
                <a:gd name="T39" fmla="*/ 3750 h 16095"/>
                <a:gd name="T40" fmla="*/ 3571 w 5030"/>
                <a:gd name="T41" fmla="*/ 3960 h 16095"/>
                <a:gd name="T42" fmla="*/ 3825 w 5030"/>
                <a:gd name="T43" fmla="*/ 4288 h 16095"/>
                <a:gd name="T44" fmla="*/ 3996 w 5030"/>
                <a:gd name="T45" fmla="*/ 4760 h 16095"/>
                <a:gd name="T46" fmla="*/ 4021 w 5030"/>
                <a:gd name="T47" fmla="*/ 5112 h 16095"/>
                <a:gd name="T48" fmla="*/ 3015 w 5030"/>
                <a:gd name="T49" fmla="*/ 14637 h 16095"/>
                <a:gd name="T50" fmla="*/ 2903 w 5030"/>
                <a:gd name="T51" fmla="*/ 14906 h 16095"/>
                <a:gd name="T52" fmla="*/ 2665 w 5030"/>
                <a:gd name="T53" fmla="*/ 15067 h 16095"/>
                <a:gd name="T54" fmla="*/ 2365 w 5030"/>
                <a:gd name="T55" fmla="*/ 15067 h 16095"/>
                <a:gd name="T56" fmla="*/ 2127 w 5030"/>
                <a:gd name="T57" fmla="*/ 14906 h 16095"/>
                <a:gd name="T58" fmla="*/ 2015 w 5030"/>
                <a:gd name="T59" fmla="*/ 14637 h 16095"/>
                <a:gd name="T60" fmla="*/ 2579 w 5030"/>
                <a:gd name="T61" fmla="*/ 7544 h 16095"/>
                <a:gd name="T62" fmla="*/ 2018 w 5030"/>
                <a:gd name="T63" fmla="*/ 1432 h 16095"/>
                <a:gd name="T64" fmla="*/ 2143 w 5030"/>
                <a:gd name="T65" fmla="*/ 1171 h 16095"/>
                <a:gd name="T66" fmla="*/ 2389 w 5030"/>
                <a:gd name="T67" fmla="*/ 1022 h 16095"/>
                <a:gd name="T68" fmla="*/ 2688 w 5030"/>
                <a:gd name="T69" fmla="*/ 1036 h 16095"/>
                <a:gd name="T70" fmla="*/ 2918 w 5030"/>
                <a:gd name="T71" fmla="*/ 1208 h 16095"/>
                <a:gd name="T72" fmla="*/ 3017 w 5030"/>
                <a:gd name="T73" fmla="*/ 1483 h 16095"/>
                <a:gd name="T74" fmla="*/ 2386 w 5030"/>
                <a:gd name="T75" fmla="*/ 2518 h 16095"/>
                <a:gd name="T76" fmla="*/ 4007 w 5030"/>
                <a:gd name="T77" fmla="*/ 1280 h 16095"/>
                <a:gd name="T78" fmla="*/ 3631 w 5030"/>
                <a:gd name="T79" fmla="*/ 495 h 16095"/>
                <a:gd name="T80" fmla="*/ 2891 w 5030"/>
                <a:gd name="T81" fmla="*/ 47 h 16095"/>
                <a:gd name="T82" fmla="*/ 1997 w 5030"/>
                <a:gd name="T83" fmla="*/ 92 h 16095"/>
                <a:gd name="T84" fmla="*/ 1306 w 5030"/>
                <a:gd name="T85" fmla="*/ 607 h 16095"/>
                <a:gd name="T86" fmla="*/ 1008 w 5030"/>
                <a:gd name="T87" fmla="*/ 1431 h 16095"/>
                <a:gd name="T88" fmla="*/ 503 w 5030"/>
                <a:gd name="T89" fmla="*/ 3532 h 16095"/>
                <a:gd name="T90" fmla="*/ 111 w 5030"/>
                <a:gd name="T91" fmla="*/ 4294 h 16095"/>
                <a:gd name="T92" fmla="*/ 5 w 5030"/>
                <a:gd name="T93" fmla="*/ 5183 h 16095"/>
                <a:gd name="T94" fmla="*/ 213 w 5030"/>
                <a:gd name="T95" fmla="*/ 6036 h 16095"/>
                <a:gd name="T96" fmla="*/ 687 w 5030"/>
                <a:gd name="T97" fmla="*/ 6746 h 16095"/>
                <a:gd name="T98" fmla="*/ 1053 w 5030"/>
                <a:gd name="T99" fmla="*/ 14962 h 16095"/>
                <a:gd name="T100" fmla="*/ 1501 w 5030"/>
                <a:gd name="T101" fmla="*/ 15703 h 16095"/>
                <a:gd name="T102" fmla="*/ 2285 w 5030"/>
                <a:gd name="T103" fmla="*/ 16078 h 16095"/>
                <a:gd name="T104" fmla="*/ 3169 w 5030"/>
                <a:gd name="T105" fmla="*/ 15946 h 16095"/>
                <a:gd name="T106" fmla="*/ 3805 w 5030"/>
                <a:gd name="T107" fmla="*/ 15368 h 16095"/>
                <a:gd name="T108" fmla="*/ 4024 w 5030"/>
                <a:gd name="T109" fmla="*/ 7030 h 16095"/>
                <a:gd name="T110" fmla="*/ 4609 w 5030"/>
                <a:gd name="T111" fmla="*/ 6412 h 16095"/>
                <a:gd name="T112" fmla="*/ 4958 w 5030"/>
                <a:gd name="T113" fmla="*/ 5624 h 16095"/>
                <a:gd name="T114" fmla="*/ 5012 w 5030"/>
                <a:gd name="T115" fmla="*/ 4727 h 16095"/>
                <a:gd name="T116" fmla="*/ 4754 w 5030"/>
                <a:gd name="T117" fmla="*/ 3894 h 16095"/>
                <a:gd name="T118" fmla="*/ 4241 w 5030"/>
                <a:gd name="T119" fmla="*/ 3213 h 16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30" h="16095">
                  <a:moveTo>
                    <a:pt x="3955" y="5452"/>
                  </a:moveTo>
                  <a:lnTo>
                    <a:pt x="3950" y="5472"/>
                  </a:lnTo>
                  <a:lnTo>
                    <a:pt x="3944" y="5492"/>
                  </a:lnTo>
                  <a:lnTo>
                    <a:pt x="3938" y="5512"/>
                  </a:lnTo>
                  <a:lnTo>
                    <a:pt x="3931" y="5532"/>
                  </a:lnTo>
                  <a:lnTo>
                    <a:pt x="3913" y="5581"/>
                  </a:lnTo>
                  <a:lnTo>
                    <a:pt x="3893" y="5630"/>
                  </a:lnTo>
                  <a:lnTo>
                    <a:pt x="3872" y="5678"/>
                  </a:lnTo>
                  <a:lnTo>
                    <a:pt x="3849" y="5725"/>
                  </a:lnTo>
                  <a:lnTo>
                    <a:pt x="3825" y="5771"/>
                  </a:lnTo>
                  <a:lnTo>
                    <a:pt x="3798" y="5815"/>
                  </a:lnTo>
                  <a:lnTo>
                    <a:pt x="3784" y="5837"/>
                  </a:lnTo>
                  <a:lnTo>
                    <a:pt x="3770" y="5860"/>
                  </a:lnTo>
                  <a:lnTo>
                    <a:pt x="3756" y="5881"/>
                  </a:lnTo>
                  <a:lnTo>
                    <a:pt x="3741" y="5903"/>
                  </a:lnTo>
                  <a:lnTo>
                    <a:pt x="3738" y="5906"/>
                  </a:lnTo>
                  <a:lnTo>
                    <a:pt x="3735" y="5910"/>
                  </a:lnTo>
                  <a:lnTo>
                    <a:pt x="3701" y="5954"/>
                  </a:lnTo>
                  <a:lnTo>
                    <a:pt x="3666" y="5997"/>
                  </a:lnTo>
                  <a:lnTo>
                    <a:pt x="3648" y="6019"/>
                  </a:lnTo>
                  <a:lnTo>
                    <a:pt x="3629" y="6039"/>
                  </a:lnTo>
                  <a:lnTo>
                    <a:pt x="3610" y="6059"/>
                  </a:lnTo>
                  <a:lnTo>
                    <a:pt x="3591" y="6079"/>
                  </a:lnTo>
                  <a:lnTo>
                    <a:pt x="3571" y="6098"/>
                  </a:lnTo>
                  <a:lnTo>
                    <a:pt x="3552" y="6118"/>
                  </a:lnTo>
                  <a:lnTo>
                    <a:pt x="3531" y="6136"/>
                  </a:lnTo>
                  <a:lnTo>
                    <a:pt x="3511" y="6155"/>
                  </a:lnTo>
                  <a:lnTo>
                    <a:pt x="3490" y="6173"/>
                  </a:lnTo>
                  <a:lnTo>
                    <a:pt x="3468" y="6191"/>
                  </a:lnTo>
                  <a:lnTo>
                    <a:pt x="3446" y="6209"/>
                  </a:lnTo>
                  <a:lnTo>
                    <a:pt x="3424" y="6225"/>
                  </a:lnTo>
                  <a:lnTo>
                    <a:pt x="3422" y="6228"/>
                  </a:lnTo>
                  <a:lnTo>
                    <a:pt x="3420" y="6230"/>
                  </a:lnTo>
                  <a:lnTo>
                    <a:pt x="3397" y="6246"/>
                  </a:lnTo>
                  <a:lnTo>
                    <a:pt x="3374" y="6263"/>
                  </a:lnTo>
                  <a:lnTo>
                    <a:pt x="3350" y="6279"/>
                  </a:lnTo>
                  <a:lnTo>
                    <a:pt x="3326" y="6294"/>
                  </a:lnTo>
                  <a:lnTo>
                    <a:pt x="3301" y="6309"/>
                  </a:lnTo>
                  <a:lnTo>
                    <a:pt x="3277" y="6324"/>
                  </a:lnTo>
                  <a:lnTo>
                    <a:pt x="3252" y="6338"/>
                  </a:lnTo>
                  <a:lnTo>
                    <a:pt x="3228" y="6352"/>
                  </a:lnTo>
                  <a:lnTo>
                    <a:pt x="3202" y="6366"/>
                  </a:lnTo>
                  <a:lnTo>
                    <a:pt x="3177" y="6379"/>
                  </a:lnTo>
                  <a:lnTo>
                    <a:pt x="3151" y="6391"/>
                  </a:lnTo>
                  <a:lnTo>
                    <a:pt x="3124" y="6403"/>
                  </a:lnTo>
                  <a:lnTo>
                    <a:pt x="3098" y="6415"/>
                  </a:lnTo>
                  <a:lnTo>
                    <a:pt x="3072" y="6425"/>
                  </a:lnTo>
                  <a:lnTo>
                    <a:pt x="3045" y="6436"/>
                  </a:lnTo>
                  <a:lnTo>
                    <a:pt x="3018" y="6446"/>
                  </a:lnTo>
                  <a:lnTo>
                    <a:pt x="2988" y="6456"/>
                  </a:lnTo>
                  <a:lnTo>
                    <a:pt x="2958" y="6466"/>
                  </a:lnTo>
                  <a:lnTo>
                    <a:pt x="2928" y="6475"/>
                  </a:lnTo>
                  <a:lnTo>
                    <a:pt x="2897" y="6484"/>
                  </a:lnTo>
                  <a:lnTo>
                    <a:pt x="2867" y="6492"/>
                  </a:lnTo>
                  <a:lnTo>
                    <a:pt x="2836" y="6500"/>
                  </a:lnTo>
                  <a:lnTo>
                    <a:pt x="2805" y="6507"/>
                  </a:lnTo>
                  <a:lnTo>
                    <a:pt x="2773" y="6513"/>
                  </a:lnTo>
                  <a:lnTo>
                    <a:pt x="2742" y="6519"/>
                  </a:lnTo>
                  <a:lnTo>
                    <a:pt x="2710" y="6525"/>
                  </a:lnTo>
                  <a:lnTo>
                    <a:pt x="2678" y="6529"/>
                  </a:lnTo>
                  <a:lnTo>
                    <a:pt x="2646" y="6533"/>
                  </a:lnTo>
                  <a:lnTo>
                    <a:pt x="2613" y="6535"/>
                  </a:lnTo>
                  <a:lnTo>
                    <a:pt x="2581" y="6537"/>
                  </a:lnTo>
                  <a:lnTo>
                    <a:pt x="2548" y="6539"/>
                  </a:lnTo>
                  <a:lnTo>
                    <a:pt x="2515" y="6539"/>
                  </a:lnTo>
                  <a:lnTo>
                    <a:pt x="2482" y="6539"/>
                  </a:lnTo>
                  <a:lnTo>
                    <a:pt x="2448" y="6537"/>
                  </a:lnTo>
                  <a:lnTo>
                    <a:pt x="2416" y="6535"/>
                  </a:lnTo>
                  <a:lnTo>
                    <a:pt x="2383" y="6533"/>
                  </a:lnTo>
                  <a:lnTo>
                    <a:pt x="2351" y="6529"/>
                  </a:lnTo>
                  <a:lnTo>
                    <a:pt x="2320" y="6525"/>
                  </a:lnTo>
                  <a:lnTo>
                    <a:pt x="2288" y="6519"/>
                  </a:lnTo>
                  <a:lnTo>
                    <a:pt x="2256" y="6513"/>
                  </a:lnTo>
                  <a:lnTo>
                    <a:pt x="2225" y="6507"/>
                  </a:lnTo>
                  <a:lnTo>
                    <a:pt x="2194" y="6500"/>
                  </a:lnTo>
                  <a:lnTo>
                    <a:pt x="2163" y="6492"/>
                  </a:lnTo>
                  <a:lnTo>
                    <a:pt x="2133" y="6484"/>
                  </a:lnTo>
                  <a:lnTo>
                    <a:pt x="2101" y="6475"/>
                  </a:lnTo>
                  <a:lnTo>
                    <a:pt x="2071" y="6466"/>
                  </a:lnTo>
                  <a:lnTo>
                    <a:pt x="2041" y="6456"/>
                  </a:lnTo>
                  <a:lnTo>
                    <a:pt x="2012" y="6446"/>
                  </a:lnTo>
                  <a:lnTo>
                    <a:pt x="1985" y="6436"/>
                  </a:lnTo>
                  <a:lnTo>
                    <a:pt x="1958" y="6425"/>
                  </a:lnTo>
                  <a:lnTo>
                    <a:pt x="1931" y="6415"/>
                  </a:lnTo>
                  <a:lnTo>
                    <a:pt x="1905" y="6403"/>
                  </a:lnTo>
                  <a:lnTo>
                    <a:pt x="1879" y="6391"/>
                  </a:lnTo>
                  <a:lnTo>
                    <a:pt x="1853" y="6379"/>
                  </a:lnTo>
                  <a:lnTo>
                    <a:pt x="1827" y="6366"/>
                  </a:lnTo>
                  <a:lnTo>
                    <a:pt x="1802" y="6352"/>
                  </a:lnTo>
                  <a:lnTo>
                    <a:pt x="1776" y="6338"/>
                  </a:lnTo>
                  <a:lnTo>
                    <a:pt x="1752" y="6324"/>
                  </a:lnTo>
                  <a:lnTo>
                    <a:pt x="1727" y="6309"/>
                  </a:lnTo>
                  <a:lnTo>
                    <a:pt x="1703" y="6294"/>
                  </a:lnTo>
                  <a:lnTo>
                    <a:pt x="1680" y="6279"/>
                  </a:lnTo>
                  <a:lnTo>
                    <a:pt x="1656" y="6263"/>
                  </a:lnTo>
                  <a:lnTo>
                    <a:pt x="1633" y="6246"/>
                  </a:lnTo>
                  <a:lnTo>
                    <a:pt x="1611" y="6230"/>
                  </a:lnTo>
                  <a:lnTo>
                    <a:pt x="1607" y="6228"/>
                  </a:lnTo>
                  <a:lnTo>
                    <a:pt x="1605" y="6225"/>
                  </a:lnTo>
                  <a:lnTo>
                    <a:pt x="1583" y="6209"/>
                  </a:lnTo>
                  <a:lnTo>
                    <a:pt x="1561" y="6191"/>
                  </a:lnTo>
                  <a:lnTo>
                    <a:pt x="1540" y="6173"/>
                  </a:lnTo>
                  <a:lnTo>
                    <a:pt x="1519" y="6155"/>
                  </a:lnTo>
                  <a:lnTo>
                    <a:pt x="1499" y="6136"/>
                  </a:lnTo>
                  <a:lnTo>
                    <a:pt x="1478" y="6118"/>
                  </a:lnTo>
                  <a:lnTo>
                    <a:pt x="1458" y="6098"/>
                  </a:lnTo>
                  <a:lnTo>
                    <a:pt x="1438" y="6079"/>
                  </a:lnTo>
                  <a:lnTo>
                    <a:pt x="1400" y="6039"/>
                  </a:lnTo>
                  <a:lnTo>
                    <a:pt x="1364" y="5997"/>
                  </a:lnTo>
                  <a:lnTo>
                    <a:pt x="1329" y="5954"/>
                  </a:lnTo>
                  <a:lnTo>
                    <a:pt x="1295" y="5910"/>
                  </a:lnTo>
                  <a:lnTo>
                    <a:pt x="1292" y="5906"/>
                  </a:lnTo>
                  <a:lnTo>
                    <a:pt x="1289" y="5903"/>
                  </a:lnTo>
                  <a:lnTo>
                    <a:pt x="1274" y="5881"/>
                  </a:lnTo>
                  <a:lnTo>
                    <a:pt x="1258" y="5860"/>
                  </a:lnTo>
                  <a:lnTo>
                    <a:pt x="1244" y="5837"/>
                  </a:lnTo>
                  <a:lnTo>
                    <a:pt x="1231" y="5815"/>
                  </a:lnTo>
                  <a:lnTo>
                    <a:pt x="1205" y="5771"/>
                  </a:lnTo>
                  <a:lnTo>
                    <a:pt x="1181" y="5725"/>
                  </a:lnTo>
                  <a:lnTo>
                    <a:pt x="1158" y="5678"/>
                  </a:lnTo>
                  <a:lnTo>
                    <a:pt x="1137" y="5630"/>
                  </a:lnTo>
                  <a:lnTo>
                    <a:pt x="1117" y="5581"/>
                  </a:lnTo>
                  <a:lnTo>
                    <a:pt x="1098" y="5532"/>
                  </a:lnTo>
                  <a:lnTo>
                    <a:pt x="1091" y="5512"/>
                  </a:lnTo>
                  <a:lnTo>
                    <a:pt x="1085" y="5492"/>
                  </a:lnTo>
                  <a:lnTo>
                    <a:pt x="1079" y="5472"/>
                  </a:lnTo>
                  <a:lnTo>
                    <a:pt x="1074" y="5452"/>
                  </a:lnTo>
                  <a:lnTo>
                    <a:pt x="1059" y="5402"/>
                  </a:lnTo>
                  <a:lnTo>
                    <a:pt x="1046" y="5350"/>
                  </a:lnTo>
                  <a:lnTo>
                    <a:pt x="1034" y="5298"/>
                  </a:lnTo>
                  <a:lnTo>
                    <a:pt x="1025" y="5246"/>
                  </a:lnTo>
                  <a:lnTo>
                    <a:pt x="1020" y="5219"/>
                  </a:lnTo>
                  <a:lnTo>
                    <a:pt x="1017" y="5193"/>
                  </a:lnTo>
                  <a:lnTo>
                    <a:pt x="1014" y="5165"/>
                  </a:lnTo>
                  <a:lnTo>
                    <a:pt x="1011" y="5139"/>
                  </a:lnTo>
                  <a:lnTo>
                    <a:pt x="1009" y="5112"/>
                  </a:lnTo>
                  <a:lnTo>
                    <a:pt x="1007" y="5085"/>
                  </a:lnTo>
                  <a:lnTo>
                    <a:pt x="1006" y="5057"/>
                  </a:lnTo>
                  <a:lnTo>
                    <a:pt x="1006" y="5030"/>
                  </a:lnTo>
                  <a:lnTo>
                    <a:pt x="1006" y="5002"/>
                  </a:lnTo>
                  <a:lnTo>
                    <a:pt x="1007" y="4974"/>
                  </a:lnTo>
                  <a:lnTo>
                    <a:pt x="1009" y="4947"/>
                  </a:lnTo>
                  <a:lnTo>
                    <a:pt x="1011" y="4920"/>
                  </a:lnTo>
                  <a:lnTo>
                    <a:pt x="1014" y="4893"/>
                  </a:lnTo>
                  <a:lnTo>
                    <a:pt x="1017" y="4866"/>
                  </a:lnTo>
                  <a:lnTo>
                    <a:pt x="1020" y="4840"/>
                  </a:lnTo>
                  <a:lnTo>
                    <a:pt x="1025" y="4812"/>
                  </a:lnTo>
                  <a:lnTo>
                    <a:pt x="1034" y="4760"/>
                  </a:lnTo>
                  <a:lnTo>
                    <a:pt x="1046" y="4709"/>
                  </a:lnTo>
                  <a:lnTo>
                    <a:pt x="1059" y="4657"/>
                  </a:lnTo>
                  <a:lnTo>
                    <a:pt x="1074" y="4606"/>
                  </a:lnTo>
                  <a:lnTo>
                    <a:pt x="1079" y="4586"/>
                  </a:lnTo>
                  <a:lnTo>
                    <a:pt x="1085" y="4567"/>
                  </a:lnTo>
                  <a:lnTo>
                    <a:pt x="1091" y="4547"/>
                  </a:lnTo>
                  <a:lnTo>
                    <a:pt x="1098" y="4528"/>
                  </a:lnTo>
                  <a:lnTo>
                    <a:pt x="1117" y="4478"/>
                  </a:lnTo>
                  <a:lnTo>
                    <a:pt x="1137" y="4429"/>
                  </a:lnTo>
                  <a:lnTo>
                    <a:pt x="1158" y="4382"/>
                  </a:lnTo>
                  <a:lnTo>
                    <a:pt x="1181" y="4335"/>
                  </a:lnTo>
                  <a:lnTo>
                    <a:pt x="1205" y="4288"/>
                  </a:lnTo>
                  <a:lnTo>
                    <a:pt x="1231" y="4243"/>
                  </a:lnTo>
                  <a:lnTo>
                    <a:pt x="1244" y="4221"/>
                  </a:lnTo>
                  <a:lnTo>
                    <a:pt x="1258" y="4200"/>
                  </a:lnTo>
                  <a:lnTo>
                    <a:pt x="1274" y="4178"/>
                  </a:lnTo>
                  <a:lnTo>
                    <a:pt x="1289" y="4157"/>
                  </a:lnTo>
                  <a:lnTo>
                    <a:pt x="1292" y="4153"/>
                  </a:lnTo>
                  <a:lnTo>
                    <a:pt x="1295" y="4148"/>
                  </a:lnTo>
                  <a:lnTo>
                    <a:pt x="1329" y="4104"/>
                  </a:lnTo>
                  <a:lnTo>
                    <a:pt x="1364" y="4062"/>
                  </a:lnTo>
                  <a:lnTo>
                    <a:pt x="1400" y="4020"/>
                  </a:lnTo>
                  <a:lnTo>
                    <a:pt x="1438" y="3979"/>
                  </a:lnTo>
                  <a:lnTo>
                    <a:pt x="1458" y="3960"/>
                  </a:lnTo>
                  <a:lnTo>
                    <a:pt x="1478" y="3941"/>
                  </a:lnTo>
                  <a:lnTo>
                    <a:pt x="1499" y="3922"/>
                  </a:lnTo>
                  <a:lnTo>
                    <a:pt x="1519" y="3903"/>
                  </a:lnTo>
                  <a:lnTo>
                    <a:pt x="1540" y="3885"/>
                  </a:lnTo>
                  <a:lnTo>
                    <a:pt x="1561" y="3868"/>
                  </a:lnTo>
                  <a:lnTo>
                    <a:pt x="1583" y="3850"/>
                  </a:lnTo>
                  <a:lnTo>
                    <a:pt x="1605" y="3833"/>
                  </a:lnTo>
                  <a:lnTo>
                    <a:pt x="1607" y="3832"/>
                  </a:lnTo>
                  <a:lnTo>
                    <a:pt x="1611" y="3830"/>
                  </a:lnTo>
                  <a:lnTo>
                    <a:pt x="1633" y="3813"/>
                  </a:lnTo>
                  <a:lnTo>
                    <a:pt x="1656" y="3796"/>
                  </a:lnTo>
                  <a:lnTo>
                    <a:pt x="1680" y="3780"/>
                  </a:lnTo>
                  <a:lnTo>
                    <a:pt x="1703" y="3765"/>
                  </a:lnTo>
                  <a:lnTo>
                    <a:pt x="1727" y="3750"/>
                  </a:lnTo>
                  <a:lnTo>
                    <a:pt x="1752" y="3735"/>
                  </a:lnTo>
                  <a:lnTo>
                    <a:pt x="1776" y="3721"/>
                  </a:lnTo>
                  <a:lnTo>
                    <a:pt x="1802" y="3707"/>
                  </a:lnTo>
                  <a:lnTo>
                    <a:pt x="1827" y="3694"/>
                  </a:lnTo>
                  <a:lnTo>
                    <a:pt x="1853" y="3681"/>
                  </a:lnTo>
                  <a:lnTo>
                    <a:pt x="1879" y="3669"/>
                  </a:lnTo>
                  <a:lnTo>
                    <a:pt x="1905" y="3657"/>
                  </a:lnTo>
                  <a:lnTo>
                    <a:pt x="1931" y="3645"/>
                  </a:lnTo>
                  <a:lnTo>
                    <a:pt x="1958" y="3633"/>
                  </a:lnTo>
                  <a:lnTo>
                    <a:pt x="1985" y="3623"/>
                  </a:lnTo>
                  <a:lnTo>
                    <a:pt x="2012" y="3613"/>
                  </a:lnTo>
                  <a:lnTo>
                    <a:pt x="2041" y="3603"/>
                  </a:lnTo>
                  <a:lnTo>
                    <a:pt x="2071" y="3593"/>
                  </a:lnTo>
                  <a:lnTo>
                    <a:pt x="2101" y="3584"/>
                  </a:lnTo>
                  <a:lnTo>
                    <a:pt x="2133" y="3575"/>
                  </a:lnTo>
                  <a:lnTo>
                    <a:pt x="2163" y="3567"/>
                  </a:lnTo>
                  <a:lnTo>
                    <a:pt x="2194" y="3559"/>
                  </a:lnTo>
                  <a:lnTo>
                    <a:pt x="2225" y="3552"/>
                  </a:lnTo>
                  <a:lnTo>
                    <a:pt x="2256" y="3546"/>
                  </a:lnTo>
                  <a:lnTo>
                    <a:pt x="2288" y="3540"/>
                  </a:lnTo>
                  <a:lnTo>
                    <a:pt x="2320" y="3535"/>
                  </a:lnTo>
                  <a:lnTo>
                    <a:pt x="2351" y="3531"/>
                  </a:lnTo>
                  <a:lnTo>
                    <a:pt x="2383" y="3528"/>
                  </a:lnTo>
                  <a:lnTo>
                    <a:pt x="2416" y="3525"/>
                  </a:lnTo>
                  <a:lnTo>
                    <a:pt x="2448" y="3523"/>
                  </a:lnTo>
                  <a:lnTo>
                    <a:pt x="2482" y="3521"/>
                  </a:lnTo>
                  <a:lnTo>
                    <a:pt x="2515" y="3521"/>
                  </a:lnTo>
                  <a:lnTo>
                    <a:pt x="2548" y="3521"/>
                  </a:lnTo>
                  <a:lnTo>
                    <a:pt x="2581" y="3523"/>
                  </a:lnTo>
                  <a:lnTo>
                    <a:pt x="2613" y="3525"/>
                  </a:lnTo>
                  <a:lnTo>
                    <a:pt x="2646" y="3528"/>
                  </a:lnTo>
                  <a:lnTo>
                    <a:pt x="2678" y="3531"/>
                  </a:lnTo>
                  <a:lnTo>
                    <a:pt x="2710" y="3535"/>
                  </a:lnTo>
                  <a:lnTo>
                    <a:pt x="2742" y="3540"/>
                  </a:lnTo>
                  <a:lnTo>
                    <a:pt x="2773" y="3546"/>
                  </a:lnTo>
                  <a:lnTo>
                    <a:pt x="2805" y="3552"/>
                  </a:lnTo>
                  <a:lnTo>
                    <a:pt x="2836" y="3559"/>
                  </a:lnTo>
                  <a:lnTo>
                    <a:pt x="2867" y="3567"/>
                  </a:lnTo>
                  <a:lnTo>
                    <a:pt x="2897" y="3575"/>
                  </a:lnTo>
                  <a:lnTo>
                    <a:pt x="2928" y="3584"/>
                  </a:lnTo>
                  <a:lnTo>
                    <a:pt x="2958" y="3593"/>
                  </a:lnTo>
                  <a:lnTo>
                    <a:pt x="2988" y="3603"/>
                  </a:lnTo>
                  <a:lnTo>
                    <a:pt x="3018" y="3613"/>
                  </a:lnTo>
                  <a:lnTo>
                    <a:pt x="3045" y="3623"/>
                  </a:lnTo>
                  <a:lnTo>
                    <a:pt x="3072" y="3633"/>
                  </a:lnTo>
                  <a:lnTo>
                    <a:pt x="3098" y="3645"/>
                  </a:lnTo>
                  <a:lnTo>
                    <a:pt x="3124" y="3657"/>
                  </a:lnTo>
                  <a:lnTo>
                    <a:pt x="3151" y="3669"/>
                  </a:lnTo>
                  <a:lnTo>
                    <a:pt x="3177" y="3681"/>
                  </a:lnTo>
                  <a:lnTo>
                    <a:pt x="3202" y="3694"/>
                  </a:lnTo>
                  <a:lnTo>
                    <a:pt x="3228" y="3707"/>
                  </a:lnTo>
                  <a:lnTo>
                    <a:pt x="3252" y="3721"/>
                  </a:lnTo>
                  <a:lnTo>
                    <a:pt x="3277" y="3735"/>
                  </a:lnTo>
                  <a:lnTo>
                    <a:pt x="3301" y="3750"/>
                  </a:lnTo>
                  <a:lnTo>
                    <a:pt x="3326" y="3765"/>
                  </a:lnTo>
                  <a:lnTo>
                    <a:pt x="3374" y="3796"/>
                  </a:lnTo>
                  <a:lnTo>
                    <a:pt x="3420" y="3830"/>
                  </a:lnTo>
                  <a:lnTo>
                    <a:pt x="3422" y="3832"/>
                  </a:lnTo>
                  <a:lnTo>
                    <a:pt x="3424" y="3833"/>
                  </a:lnTo>
                  <a:lnTo>
                    <a:pt x="3446" y="3850"/>
                  </a:lnTo>
                  <a:lnTo>
                    <a:pt x="3468" y="3868"/>
                  </a:lnTo>
                  <a:lnTo>
                    <a:pt x="3490" y="3885"/>
                  </a:lnTo>
                  <a:lnTo>
                    <a:pt x="3511" y="3903"/>
                  </a:lnTo>
                  <a:lnTo>
                    <a:pt x="3531" y="3922"/>
                  </a:lnTo>
                  <a:lnTo>
                    <a:pt x="3552" y="3941"/>
                  </a:lnTo>
                  <a:lnTo>
                    <a:pt x="3571" y="3960"/>
                  </a:lnTo>
                  <a:lnTo>
                    <a:pt x="3591" y="3979"/>
                  </a:lnTo>
                  <a:lnTo>
                    <a:pt x="3629" y="4020"/>
                  </a:lnTo>
                  <a:lnTo>
                    <a:pt x="3666" y="4062"/>
                  </a:lnTo>
                  <a:lnTo>
                    <a:pt x="3701" y="4104"/>
                  </a:lnTo>
                  <a:lnTo>
                    <a:pt x="3735" y="4148"/>
                  </a:lnTo>
                  <a:lnTo>
                    <a:pt x="3738" y="4153"/>
                  </a:lnTo>
                  <a:lnTo>
                    <a:pt x="3741" y="4157"/>
                  </a:lnTo>
                  <a:lnTo>
                    <a:pt x="3756" y="4178"/>
                  </a:lnTo>
                  <a:lnTo>
                    <a:pt x="3770" y="4200"/>
                  </a:lnTo>
                  <a:lnTo>
                    <a:pt x="3784" y="4221"/>
                  </a:lnTo>
                  <a:lnTo>
                    <a:pt x="3798" y="4243"/>
                  </a:lnTo>
                  <a:lnTo>
                    <a:pt x="3825" y="4288"/>
                  </a:lnTo>
                  <a:lnTo>
                    <a:pt x="3849" y="4335"/>
                  </a:lnTo>
                  <a:lnTo>
                    <a:pt x="3872" y="4382"/>
                  </a:lnTo>
                  <a:lnTo>
                    <a:pt x="3893" y="4429"/>
                  </a:lnTo>
                  <a:lnTo>
                    <a:pt x="3913" y="4478"/>
                  </a:lnTo>
                  <a:lnTo>
                    <a:pt x="3931" y="4528"/>
                  </a:lnTo>
                  <a:lnTo>
                    <a:pt x="3938" y="4547"/>
                  </a:lnTo>
                  <a:lnTo>
                    <a:pt x="3944" y="4567"/>
                  </a:lnTo>
                  <a:lnTo>
                    <a:pt x="3950" y="4586"/>
                  </a:lnTo>
                  <a:lnTo>
                    <a:pt x="3955" y="4606"/>
                  </a:lnTo>
                  <a:lnTo>
                    <a:pt x="3970" y="4657"/>
                  </a:lnTo>
                  <a:lnTo>
                    <a:pt x="3984" y="4709"/>
                  </a:lnTo>
                  <a:lnTo>
                    <a:pt x="3996" y="4760"/>
                  </a:lnTo>
                  <a:lnTo>
                    <a:pt x="4005" y="4812"/>
                  </a:lnTo>
                  <a:lnTo>
                    <a:pt x="4010" y="4840"/>
                  </a:lnTo>
                  <a:lnTo>
                    <a:pt x="4013" y="4866"/>
                  </a:lnTo>
                  <a:lnTo>
                    <a:pt x="4016" y="4893"/>
                  </a:lnTo>
                  <a:lnTo>
                    <a:pt x="4019" y="4920"/>
                  </a:lnTo>
                  <a:lnTo>
                    <a:pt x="4021" y="4947"/>
                  </a:lnTo>
                  <a:lnTo>
                    <a:pt x="4023" y="4974"/>
                  </a:lnTo>
                  <a:lnTo>
                    <a:pt x="4024" y="5002"/>
                  </a:lnTo>
                  <a:lnTo>
                    <a:pt x="4024" y="5030"/>
                  </a:lnTo>
                  <a:lnTo>
                    <a:pt x="4024" y="5057"/>
                  </a:lnTo>
                  <a:lnTo>
                    <a:pt x="4023" y="5085"/>
                  </a:lnTo>
                  <a:lnTo>
                    <a:pt x="4021" y="5112"/>
                  </a:lnTo>
                  <a:lnTo>
                    <a:pt x="4019" y="5139"/>
                  </a:lnTo>
                  <a:lnTo>
                    <a:pt x="4016" y="5165"/>
                  </a:lnTo>
                  <a:lnTo>
                    <a:pt x="4013" y="5193"/>
                  </a:lnTo>
                  <a:lnTo>
                    <a:pt x="4010" y="5219"/>
                  </a:lnTo>
                  <a:lnTo>
                    <a:pt x="4005" y="5246"/>
                  </a:lnTo>
                  <a:lnTo>
                    <a:pt x="3996" y="5298"/>
                  </a:lnTo>
                  <a:lnTo>
                    <a:pt x="3984" y="5350"/>
                  </a:lnTo>
                  <a:lnTo>
                    <a:pt x="3970" y="5402"/>
                  </a:lnTo>
                  <a:lnTo>
                    <a:pt x="3955" y="5452"/>
                  </a:lnTo>
                  <a:close/>
                  <a:moveTo>
                    <a:pt x="3018" y="14586"/>
                  </a:moveTo>
                  <a:lnTo>
                    <a:pt x="3017" y="14612"/>
                  </a:lnTo>
                  <a:lnTo>
                    <a:pt x="3015" y="14637"/>
                  </a:lnTo>
                  <a:lnTo>
                    <a:pt x="3012" y="14663"/>
                  </a:lnTo>
                  <a:lnTo>
                    <a:pt x="3008" y="14688"/>
                  </a:lnTo>
                  <a:lnTo>
                    <a:pt x="3002" y="14712"/>
                  </a:lnTo>
                  <a:lnTo>
                    <a:pt x="2996" y="14736"/>
                  </a:lnTo>
                  <a:lnTo>
                    <a:pt x="2988" y="14759"/>
                  </a:lnTo>
                  <a:lnTo>
                    <a:pt x="2979" y="14782"/>
                  </a:lnTo>
                  <a:lnTo>
                    <a:pt x="2969" y="14804"/>
                  </a:lnTo>
                  <a:lnTo>
                    <a:pt x="2957" y="14827"/>
                  </a:lnTo>
                  <a:lnTo>
                    <a:pt x="2945" y="14847"/>
                  </a:lnTo>
                  <a:lnTo>
                    <a:pt x="2932" y="14868"/>
                  </a:lnTo>
                  <a:lnTo>
                    <a:pt x="2918" y="14887"/>
                  </a:lnTo>
                  <a:lnTo>
                    <a:pt x="2903" y="14906"/>
                  </a:lnTo>
                  <a:lnTo>
                    <a:pt x="2887" y="14924"/>
                  </a:lnTo>
                  <a:lnTo>
                    <a:pt x="2871" y="14942"/>
                  </a:lnTo>
                  <a:lnTo>
                    <a:pt x="2853" y="14958"/>
                  </a:lnTo>
                  <a:lnTo>
                    <a:pt x="2835" y="14974"/>
                  </a:lnTo>
                  <a:lnTo>
                    <a:pt x="2816" y="14989"/>
                  </a:lnTo>
                  <a:lnTo>
                    <a:pt x="2796" y="15004"/>
                  </a:lnTo>
                  <a:lnTo>
                    <a:pt x="2775" y="15017"/>
                  </a:lnTo>
                  <a:lnTo>
                    <a:pt x="2754" y="15029"/>
                  </a:lnTo>
                  <a:lnTo>
                    <a:pt x="2733" y="15040"/>
                  </a:lnTo>
                  <a:lnTo>
                    <a:pt x="2711" y="15050"/>
                  </a:lnTo>
                  <a:lnTo>
                    <a:pt x="2688" y="15059"/>
                  </a:lnTo>
                  <a:lnTo>
                    <a:pt x="2665" y="15067"/>
                  </a:lnTo>
                  <a:lnTo>
                    <a:pt x="2641" y="15073"/>
                  </a:lnTo>
                  <a:lnTo>
                    <a:pt x="2616" y="15079"/>
                  </a:lnTo>
                  <a:lnTo>
                    <a:pt x="2591" y="15083"/>
                  </a:lnTo>
                  <a:lnTo>
                    <a:pt x="2566" y="15086"/>
                  </a:lnTo>
                  <a:lnTo>
                    <a:pt x="2541" y="15088"/>
                  </a:lnTo>
                  <a:lnTo>
                    <a:pt x="2515" y="15089"/>
                  </a:lnTo>
                  <a:lnTo>
                    <a:pt x="2489" y="15088"/>
                  </a:lnTo>
                  <a:lnTo>
                    <a:pt x="2464" y="15086"/>
                  </a:lnTo>
                  <a:lnTo>
                    <a:pt x="2438" y="15083"/>
                  </a:lnTo>
                  <a:lnTo>
                    <a:pt x="2413" y="15079"/>
                  </a:lnTo>
                  <a:lnTo>
                    <a:pt x="2389" y="15073"/>
                  </a:lnTo>
                  <a:lnTo>
                    <a:pt x="2365" y="15067"/>
                  </a:lnTo>
                  <a:lnTo>
                    <a:pt x="2342" y="15059"/>
                  </a:lnTo>
                  <a:lnTo>
                    <a:pt x="2319" y="15050"/>
                  </a:lnTo>
                  <a:lnTo>
                    <a:pt x="2297" y="15040"/>
                  </a:lnTo>
                  <a:lnTo>
                    <a:pt x="2274" y="15029"/>
                  </a:lnTo>
                  <a:lnTo>
                    <a:pt x="2254" y="15017"/>
                  </a:lnTo>
                  <a:lnTo>
                    <a:pt x="2233" y="15004"/>
                  </a:lnTo>
                  <a:lnTo>
                    <a:pt x="2214" y="14989"/>
                  </a:lnTo>
                  <a:lnTo>
                    <a:pt x="2195" y="14974"/>
                  </a:lnTo>
                  <a:lnTo>
                    <a:pt x="2177" y="14958"/>
                  </a:lnTo>
                  <a:lnTo>
                    <a:pt x="2159" y="14942"/>
                  </a:lnTo>
                  <a:lnTo>
                    <a:pt x="2143" y="14924"/>
                  </a:lnTo>
                  <a:lnTo>
                    <a:pt x="2127" y="14906"/>
                  </a:lnTo>
                  <a:lnTo>
                    <a:pt x="2111" y="14887"/>
                  </a:lnTo>
                  <a:lnTo>
                    <a:pt x="2097" y="14868"/>
                  </a:lnTo>
                  <a:lnTo>
                    <a:pt x="2084" y="14847"/>
                  </a:lnTo>
                  <a:lnTo>
                    <a:pt x="2072" y="14827"/>
                  </a:lnTo>
                  <a:lnTo>
                    <a:pt x="2061" y="14804"/>
                  </a:lnTo>
                  <a:lnTo>
                    <a:pt x="2051" y="14782"/>
                  </a:lnTo>
                  <a:lnTo>
                    <a:pt x="2042" y="14759"/>
                  </a:lnTo>
                  <a:lnTo>
                    <a:pt x="2034" y="14736"/>
                  </a:lnTo>
                  <a:lnTo>
                    <a:pt x="2028" y="14712"/>
                  </a:lnTo>
                  <a:lnTo>
                    <a:pt x="2022" y="14688"/>
                  </a:lnTo>
                  <a:lnTo>
                    <a:pt x="2018" y="14663"/>
                  </a:lnTo>
                  <a:lnTo>
                    <a:pt x="2015" y="14637"/>
                  </a:lnTo>
                  <a:lnTo>
                    <a:pt x="2013" y="14612"/>
                  </a:lnTo>
                  <a:lnTo>
                    <a:pt x="2012" y="14586"/>
                  </a:lnTo>
                  <a:lnTo>
                    <a:pt x="2012" y="7493"/>
                  </a:lnTo>
                  <a:lnTo>
                    <a:pt x="2073" y="7505"/>
                  </a:lnTo>
                  <a:lnTo>
                    <a:pt x="2135" y="7515"/>
                  </a:lnTo>
                  <a:lnTo>
                    <a:pt x="2197" y="7524"/>
                  </a:lnTo>
                  <a:lnTo>
                    <a:pt x="2259" y="7531"/>
                  </a:lnTo>
                  <a:lnTo>
                    <a:pt x="2323" y="7537"/>
                  </a:lnTo>
                  <a:lnTo>
                    <a:pt x="2386" y="7542"/>
                  </a:lnTo>
                  <a:lnTo>
                    <a:pt x="2450" y="7544"/>
                  </a:lnTo>
                  <a:lnTo>
                    <a:pt x="2515" y="7545"/>
                  </a:lnTo>
                  <a:lnTo>
                    <a:pt x="2579" y="7544"/>
                  </a:lnTo>
                  <a:lnTo>
                    <a:pt x="2644" y="7542"/>
                  </a:lnTo>
                  <a:lnTo>
                    <a:pt x="2707" y="7537"/>
                  </a:lnTo>
                  <a:lnTo>
                    <a:pt x="2770" y="7531"/>
                  </a:lnTo>
                  <a:lnTo>
                    <a:pt x="2833" y="7524"/>
                  </a:lnTo>
                  <a:lnTo>
                    <a:pt x="2895" y="7515"/>
                  </a:lnTo>
                  <a:lnTo>
                    <a:pt x="2956" y="7505"/>
                  </a:lnTo>
                  <a:lnTo>
                    <a:pt x="3018" y="7493"/>
                  </a:lnTo>
                  <a:lnTo>
                    <a:pt x="3018" y="14586"/>
                  </a:lnTo>
                  <a:close/>
                  <a:moveTo>
                    <a:pt x="2012" y="1509"/>
                  </a:moveTo>
                  <a:lnTo>
                    <a:pt x="2013" y="1483"/>
                  </a:lnTo>
                  <a:lnTo>
                    <a:pt x="2015" y="1458"/>
                  </a:lnTo>
                  <a:lnTo>
                    <a:pt x="2018" y="1432"/>
                  </a:lnTo>
                  <a:lnTo>
                    <a:pt x="2022" y="1407"/>
                  </a:lnTo>
                  <a:lnTo>
                    <a:pt x="2028" y="1383"/>
                  </a:lnTo>
                  <a:lnTo>
                    <a:pt x="2034" y="1359"/>
                  </a:lnTo>
                  <a:lnTo>
                    <a:pt x="2042" y="1336"/>
                  </a:lnTo>
                  <a:lnTo>
                    <a:pt x="2051" y="1313"/>
                  </a:lnTo>
                  <a:lnTo>
                    <a:pt x="2061" y="1291"/>
                  </a:lnTo>
                  <a:lnTo>
                    <a:pt x="2072" y="1269"/>
                  </a:lnTo>
                  <a:lnTo>
                    <a:pt x="2084" y="1248"/>
                  </a:lnTo>
                  <a:lnTo>
                    <a:pt x="2097" y="1227"/>
                  </a:lnTo>
                  <a:lnTo>
                    <a:pt x="2111" y="1208"/>
                  </a:lnTo>
                  <a:lnTo>
                    <a:pt x="2127" y="1189"/>
                  </a:lnTo>
                  <a:lnTo>
                    <a:pt x="2143" y="1171"/>
                  </a:lnTo>
                  <a:lnTo>
                    <a:pt x="2159" y="1153"/>
                  </a:lnTo>
                  <a:lnTo>
                    <a:pt x="2177" y="1137"/>
                  </a:lnTo>
                  <a:lnTo>
                    <a:pt x="2195" y="1121"/>
                  </a:lnTo>
                  <a:lnTo>
                    <a:pt x="2214" y="1106"/>
                  </a:lnTo>
                  <a:lnTo>
                    <a:pt x="2233" y="1091"/>
                  </a:lnTo>
                  <a:lnTo>
                    <a:pt x="2254" y="1078"/>
                  </a:lnTo>
                  <a:lnTo>
                    <a:pt x="2274" y="1066"/>
                  </a:lnTo>
                  <a:lnTo>
                    <a:pt x="2297" y="1055"/>
                  </a:lnTo>
                  <a:lnTo>
                    <a:pt x="2319" y="1045"/>
                  </a:lnTo>
                  <a:lnTo>
                    <a:pt x="2342" y="1036"/>
                  </a:lnTo>
                  <a:lnTo>
                    <a:pt x="2365" y="1029"/>
                  </a:lnTo>
                  <a:lnTo>
                    <a:pt x="2389" y="1022"/>
                  </a:lnTo>
                  <a:lnTo>
                    <a:pt x="2413" y="1016"/>
                  </a:lnTo>
                  <a:lnTo>
                    <a:pt x="2438" y="1012"/>
                  </a:lnTo>
                  <a:lnTo>
                    <a:pt x="2464" y="1009"/>
                  </a:lnTo>
                  <a:lnTo>
                    <a:pt x="2489" y="1007"/>
                  </a:lnTo>
                  <a:lnTo>
                    <a:pt x="2515" y="1006"/>
                  </a:lnTo>
                  <a:lnTo>
                    <a:pt x="2541" y="1007"/>
                  </a:lnTo>
                  <a:lnTo>
                    <a:pt x="2566" y="1009"/>
                  </a:lnTo>
                  <a:lnTo>
                    <a:pt x="2591" y="1012"/>
                  </a:lnTo>
                  <a:lnTo>
                    <a:pt x="2616" y="1016"/>
                  </a:lnTo>
                  <a:lnTo>
                    <a:pt x="2641" y="1022"/>
                  </a:lnTo>
                  <a:lnTo>
                    <a:pt x="2665" y="1029"/>
                  </a:lnTo>
                  <a:lnTo>
                    <a:pt x="2688" y="1036"/>
                  </a:lnTo>
                  <a:lnTo>
                    <a:pt x="2711" y="1045"/>
                  </a:lnTo>
                  <a:lnTo>
                    <a:pt x="2733" y="1055"/>
                  </a:lnTo>
                  <a:lnTo>
                    <a:pt x="2754" y="1066"/>
                  </a:lnTo>
                  <a:lnTo>
                    <a:pt x="2775" y="1078"/>
                  </a:lnTo>
                  <a:lnTo>
                    <a:pt x="2796" y="1091"/>
                  </a:lnTo>
                  <a:lnTo>
                    <a:pt x="2816" y="1106"/>
                  </a:lnTo>
                  <a:lnTo>
                    <a:pt x="2835" y="1121"/>
                  </a:lnTo>
                  <a:lnTo>
                    <a:pt x="2853" y="1137"/>
                  </a:lnTo>
                  <a:lnTo>
                    <a:pt x="2871" y="1153"/>
                  </a:lnTo>
                  <a:lnTo>
                    <a:pt x="2887" y="1171"/>
                  </a:lnTo>
                  <a:lnTo>
                    <a:pt x="2903" y="1189"/>
                  </a:lnTo>
                  <a:lnTo>
                    <a:pt x="2918" y="1208"/>
                  </a:lnTo>
                  <a:lnTo>
                    <a:pt x="2932" y="1227"/>
                  </a:lnTo>
                  <a:lnTo>
                    <a:pt x="2945" y="1248"/>
                  </a:lnTo>
                  <a:lnTo>
                    <a:pt x="2957" y="1269"/>
                  </a:lnTo>
                  <a:lnTo>
                    <a:pt x="2969" y="1291"/>
                  </a:lnTo>
                  <a:lnTo>
                    <a:pt x="2979" y="1313"/>
                  </a:lnTo>
                  <a:lnTo>
                    <a:pt x="2988" y="1336"/>
                  </a:lnTo>
                  <a:lnTo>
                    <a:pt x="2996" y="1359"/>
                  </a:lnTo>
                  <a:lnTo>
                    <a:pt x="3002" y="1383"/>
                  </a:lnTo>
                  <a:lnTo>
                    <a:pt x="3008" y="1407"/>
                  </a:lnTo>
                  <a:lnTo>
                    <a:pt x="3012" y="1432"/>
                  </a:lnTo>
                  <a:lnTo>
                    <a:pt x="3015" y="1458"/>
                  </a:lnTo>
                  <a:lnTo>
                    <a:pt x="3017" y="1483"/>
                  </a:lnTo>
                  <a:lnTo>
                    <a:pt x="3018" y="1509"/>
                  </a:lnTo>
                  <a:lnTo>
                    <a:pt x="3018" y="2565"/>
                  </a:lnTo>
                  <a:lnTo>
                    <a:pt x="2956" y="2554"/>
                  </a:lnTo>
                  <a:lnTo>
                    <a:pt x="2895" y="2543"/>
                  </a:lnTo>
                  <a:lnTo>
                    <a:pt x="2833" y="2535"/>
                  </a:lnTo>
                  <a:lnTo>
                    <a:pt x="2770" y="2528"/>
                  </a:lnTo>
                  <a:lnTo>
                    <a:pt x="2707" y="2522"/>
                  </a:lnTo>
                  <a:lnTo>
                    <a:pt x="2644" y="2518"/>
                  </a:lnTo>
                  <a:lnTo>
                    <a:pt x="2579" y="2516"/>
                  </a:lnTo>
                  <a:lnTo>
                    <a:pt x="2515" y="2515"/>
                  </a:lnTo>
                  <a:lnTo>
                    <a:pt x="2450" y="2516"/>
                  </a:lnTo>
                  <a:lnTo>
                    <a:pt x="2386" y="2518"/>
                  </a:lnTo>
                  <a:lnTo>
                    <a:pt x="2323" y="2522"/>
                  </a:lnTo>
                  <a:lnTo>
                    <a:pt x="2259" y="2528"/>
                  </a:lnTo>
                  <a:lnTo>
                    <a:pt x="2197" y="2535"/>
                  </a:lnTo>
                  <a:lnTo>
                    <a:pt x="2135" y="2543"/>
                  </a:lnTo>
                  <a:lnTo>
                    <a:pt x="2073" y="2554"/>
                  </a:lnTo>
                  <a:lnTo>
                    <a:pt x="2012" y="2565"/>
                  </a:lnTo>
                  <a:lnTo>
                    <a:pt x="2012" y="1509"/>
                  </a:lnTo>
                  <a:close/>
                  <a:moveTo>
                    <a:pt x="4024" y="3029"/>
                  </a:moveTo>
                  <a:lnTo>
                    <a:pt x="4024" y="1509"/>
                  </a:lnTo>
                  <a:lnTo>
                    <a:pt x="4022" y="1431"/>
                  </a:lnTo>
                  <a:lnTo>
                    <a:pt x="4016" y="1355"/>
                  </a:lnTo>
                  <a:lnTo>
                    <a:pt x="4007" y="1280"/>
                  </a:lnTo>
                  <a:lnTo>
                    <a:pt x="3994" y="1205"/>
                  </a:lnTo>
                  <a:lnTo>
                    <a:pt x="3976" y="1133"/>
                  </a:lnTo>
                  <a:lnTo>
                    <a:pt x="3955" y="1060"/>
                  </a:lnTo>
                  <a:lnTo>
                    <a:pt x="3932" y="991"/>
                  </a:lnTo>
                  <a:lnTo>
                    <a:pt x="3905" y="922"/>
                  </a:lnTo>
                  <a:lnTo>
                    <a:pt x="3875" y="855"/>
                  </a:lnTo>
                  <a:lnTo>
                    <a:pt x="3842" y="791"/>
                  </a:lnTo>
                  <a:lnTo>
                    <a:pt x="3805" y="727"/>
                  </a:lnTo>
                  <a:lnTo>
                    <a:pt x="3765" y="666"/>
                  </a:lnTo>
                  <a:lnTo>
                    <a:pt x="3724" y="607"/>
                  </a:lnTo>
                  <a:lnTo>
                    <a:pt x="3679" y="549"/>
                  </a:lnTo>
                  <a:lnTo>
                    <a:pt x="3631" y="495"/>
                  </a:lnTo>
                  <a:lnTo>
                    <a:pt x="3581" y="443"/>
                  </a:lnTo>
                  <a:lnTo>
                    <a:pt x="3529" y="392"/>
                  </a:lnTo>
                  <a:lnTo>
                    <a:pt x="3475" y="345"/>
                  </a:lnTo>
                  <a:lnTo>
                    <a:pt x="3417" y="300"/>
                  </a:lnTo>
                  <a:lnTo>
                    <a:pt x="3358" y="259"/>
                  </a:lnTo>
                  <a:lnTo>
                    <a:pt x="3296" y="219"/>
                  </a:lnTo>
                  <a:lnTo>
                    <a:pt x="3233" y="182"/>
                  </a:lnTo>
                  <a:lnTo>
                    <a:pt x="3169" y="149"/>
                  </a:lnTo>
                  <a:lnTo>
                    <a:pt x="3101" y="119"/>
                  </a:lnTo>
                  <a:lnTo>
                    <a:pt x="3033" y="92"/>
                  </a:lnTo>
                  <a:lnTo>
                    <a:pt x="2962" y="68"/>
                  </a:lnTo>
                  <a:lnTo>
                    <a:pt x="2891" y="47"/>
                  </a:lnTo>
                  <a:lnTo>
                    <a:pt x="2819" y="31"/>
                  </a:lnTo>
                  <a:lnTo>
                    <a:pt x="2744" y="17"/>
                  </a:lnTo>
                  <a:lnTo>
                    <a:pt x="2669" y="8"/>
                  </a:lnTo>
                  <a:lnTo>
                    <a:pt x="2592" y="2"/>
                  </a:lnTo>
                  <a:lnTo>
                    <a:pt x="2515" y="0"/>
                  </a:lnTo>
                  <a:lnTo>
                    <a:pt x="2437" y="2"/>
                  </a:lnTo>
                  <a:lnTo>
                    <a:pt x="2361" y="8"/>
                  </a:lnTo>
                  <a:lnTo>
                    <a:pt x="2285" y="17"/>
                  </a:lnTo>
                  <a:lnTo>
                    <a:pt x="2211" y="31"/>
                  </a:lnTo>
                  <a:lnTo>
                    <a:pt x="2138" y="47"/>
                  </a:lnTo>
                  <a:lnTo>
                    <a:pt x="2066" y="68"/>
                  </a:lnTo>
                  <a:lnTo>
                    <a:pt x="1997" y="92"/>
                  </a:lnTo>
                  <a:lnTo>
                    <a:pt x="1928" y="119"/>
                  </a:lnTo>
                  <a:lnTo>
                    <a:pt x="1861" y="149"/>
                  </a:lnTo>
                  <a:lnTo>
                    <a:pt x="1796" y="182"/>
                  </a:lnTo>
                  <a:lnTo>
                    <a:pt x="1733" y="219"/>
                  </a:lnTo>
                  <a:lnTo>
                    <a:pt x="1672" y="259"/>
                  </a:lnTo>
                  <a:lnTo>
                    <a:pt x="1613" y="300"/>
                  </a:lnTo>
                  <a:lnTo>
                    <a:pt x="1555" y="345"/>
                  </a:lnTo>
                  <a:lnTo>
                    <a:pt x="1501" y="392"/>
                  </a:lnTo>
                  <a:lnTo>
                    <a:pt x="1449" y="443"/>
                  </a:lnTo>
                  <a:lnTo>
                    <a:pt x="1398" y="495"/>
                  </a:lnTo>
                  <a:lnTo>
                    <a:pt x="1351" y="549"/>
                  </a:lnTo>
                  <a:lnTo>
                    <a:pt x="1306" y="607"/>
                  </a:lnTo>
                  <a:lnTo>
                    <a:pt x="1263" y="666"/>
                  </a:lnTo>
                  <a:lnTo>
                    <a:pt x="1224" y="727"/>
                  </a:lnTo>
                  <a:lnTo>
                    <a:pt x="1188" y="791"/>
                  </a:lnTo>
                  <a:lnTo>
                    <a:pt x="1155" y="855"/>
                  </a:lnTo>
                  <a:lnTo>
                    <a:pt x="1125" y="922"/>
                  </a:lnTo>
                  <a:lnTo>
                    <a:pt x="1097" y="991"/>
                  </a:lnTo>
                  <a:lnTo>
                    <a:pt x="1074" y="1060"/>
                  </a:lnTo>
                  <a:lnTo>
                    <a:pt x="1053" y="1133"/>
                  </a:lnTo>
                  <a:lnTo>
                    <a:pt x="1037" y="1205"/>
                  </a:lnTo>
                  <a:lnTo>
                    <a:pt x="1023" y="1280"/>
                  </a:lnTo>
                  <a:lnTo>
                    <a:pt x="1014" y="1355"/>
                  </a:lnTo>
                  <a:lnTo>
                    <a:pt x="1008" y="1431"/>
                  </a:lnTo>
                  <a:lnTo>
                    <a:pt x="1006" y="1509"/>
                  </a:lnTo>
                  <a:lnTo>
                    <a:pt x="1006" y="3029"/>
                  </a:lnTo>
                  <a:lnTo>
                    <a:pt x="950" y="3073"/>
                  </a:lnTo>
                  <a:lnTo>
                    <a:pt x="894" y="3118"/>
                  </a:lnTo>
                  <a:lnTo>
                    <a:pt x="841" y="3165"/>
                  </a:lnTo>
                  <a:lnTo>
                    <a:pt x="789" y="3213"/>
                  </a:lnTo>
                  <a:lnTo>
                    <a:pt x="737" y="3263"/>
                  </a:lnTo>
                  <a:lnTo>
                    <a:pt x="687" y="3314"/>
                  </a:lnTo>
                  <a:lnTo>
                    <a:pt x="639" y="3366"/>
                  </a:lnTo>
                  <a:lnTo>
                    <a:pt x="592" y="3420"/>
                  </a:lnTo>
                  <a:lnTo>
                    <a:pt x="547" y="3476"/>
                  </a:lnTo>
                  <a:lnTo>
                    <a:pt x="503" y="3532"/>
                  </a:lnTo>
                  <a:lnTo>
                    <a:pt x="461" y="3589"/>
                  </a:lnTo>
                  <a:lnTo>
                    <a:pt x="420" y="3648"/>
                  </a:lnTo>
                  <a:lnTo>
                    <a:pt x="381" y="3708"/>
                  </a:lnTo>
                  <a:lnTo>
                    <a:pt x="344" y="3768"/>
                  </a:lnTo>
                  <a:lnTo>
                    <a:pt x="309" y="3831"/>
                  </a:lnTo>
                  <a:lnTo>
                    <a:pt x="276" y="3894"/>
                  </a:lnTo>
                  <a:lnTo>
                    <a:pt x="243" y="3958"/>
                  </a:lnTo>
                  <a:lnTo>
                    <a:pt x="213" y="4024"/>
                  </a:lnTo>
                  <a:lnTo>
                    <a:pt x="184" y="4090"/>
                  </a:lnTo>
                  <a:lnTo>
                    <a:pt x="158" y="4158"/>
                  </a:lnTo>
                  <a:lnTo>
                    <a:pt x="134" y="4226"/>
                  </a:lnTo>
                  <a:lnTo>
                    <a:pt x="111" y="4294"/>
                  </a:lnTo>
                  <a:lnTo>
                    <a:pt x="91" y="4365"/>
                  </a:lnTo>
                  <a:lnTo>
                    <a:pt x="71" y="4435"/>
                  </a:lnTo>
                  <a:lnTo>
                    <a:pt x="55" y="4508"/>
                  </a:lnTo>
                  <a:lnTo>
                    <a:pt x="41" y="4580"/>
                  </a:lnTo>
                  <a:lnTo>
                    <a:pt x="28" y="4653"/>
                  </a:lnTo>
                  <a:lnTo>
                    <a:pt x="18" y="4727"/>
                  </a:lnTo>
                  <a:lnTo>
                    <a:pt x="10" y="4801"/>
                  </a:lnTo>
                  <a:lnTo>
                    <a:pt x="5" y="4877"/>
                  </a:lnTo>
                  <a:lnTo>
                    <a:pt x="1" y="4953"/>
                  </a:lnTo>
                  <a:lnTo>
                    <a:pt x="0" y="5030"/>
                  </a:lnTo>
                  <a:lnTo>
                    <a:pt x="1" y="5106"/>
                  </a:lnTo>
                  <a:lnTo>
                    <a:pt x="5" y="5183"/>
                  </a:lnTo>
                  <a:lnTo>
                    <a:pt x="10" y="5258"/>
                  </a:lnTo>
                  <a:lnTo>
                    <a:pt x="18" y="5332"/>
                  </a:lnTo>
                  <a:lnTo>
                    <a:pt x="28" y="5407"/>
                  </a:lnTo>
                  <a:lnTo>
                    <a:pt x="41" y="5479"/>
                  </a:lnTo>
                  <a:lnTo>
                    <a:pt x="55" y="5552"/>
                  </a:lnTo>
                  <a:lnTo>
                    <a:pt x="71" y="5624"/>
                  </a:lnTo>
                  <a:lnTo>
                    <a:pt x="91" y="5695"/>
                  </a:lnTo>
                  <a:lnTo>
                    <a:pt x="111" y="5765"/>
                  </a:lnTo>
                  <a:lnTo>
                    <a:pt x="134" y="5834"/>
                  </a:lnTo>
                  <a:lnTo>
                    <a:pt x="158" y="5902"/>
                  </a:lnTo>
                  <a:lnTo>
                    <a:pt x="184" y="5969"/>
                  </a:lnTo>
                  <a:lnTo>
                    <a:pt x="213" y="6036"/>
                  </a:lnTo>
                  <a:lnTo>
                    <a:pt x="243" y="6101"/>
                  </a:lnTo>
                  <a:lnTo>
                    <a:pt x="276" y="6165"/>
                  </a:lnTo>
                  <a:lnTo>
                    <a:pt x="309" y="6229"/>
                  </a:lnTo>
                  <a:lnTo>
                    <a:pt x="344" y="6291"/>
                  </a:lnTo>
                  <a:lnTo>
                    <a:pt x="381" y="6351"/>
                  </a:lnTo>
                  <a:lnTo>
                    <a:pt x="420" y="6412"/>
                  </a:lnTo>
                  <a:lnTo>
                    <a:pt x="461" y="6470"/>
                  </a:lnTo>
                  <a:lnTo>
                    <a:pt x="503" y="6529"/>
                  </a:lnTo>
                  <a:lnTo>
                    <a:pt x="547" y="6584"/>
                  </a:lnTo>
                  <a:lnTo>
                    <a:pt x="592" y="6639"/>
                  </a:lnTo>
                  <a:lnTo>
                    <a:pt x="639" y="6694"/>
                  </a:lnTo>
                  <a:lnTo>
                    <a:pt x="687" y="6746"/>
                  </a:lnTo>
                  <a:lnTo>
                    <a:pt x="737" y="6796"/>
                  </a:lnTo>
                  <a:lnTo>
                    <a:pt x="789" y="6846"/>
                  </a:lnTo>
                  <a:lnTo>
                    <a:pt x="841" y="6895"/>
                  </a:lnTo>
                  <a:lnTo>
                    <a:pt x="894" y="6941"/>
                  </a:lnTo>
                  <a:lnTo>
                    <a:pt x="950" y="6986"/>
                  </a:lnTo>
                  <a:lnTo>
                    <a:pt x="1006" y="7030"/>
                  </a:lnTo>
                  <a:lnTo>
                    <a:pt x="1006" y="14586"/>
                  </a:lnTo>
                  <a:lnTo>
                    <a:pt x="1008" y="14664"/>
                  </a:lnTo>
                  <a:lnTo>
                    <a:pt x="1014" y="14740"/>
                  </a:lnTo>
                  <a:lnTo>
                    <a:pt x="1023" y="14815"/>
                  </a:lnTo>
                  <a:lnTo>
                    <a:pt x="1037" y="14890"/>
                  </a:lnTo>
                  <a:lnTo>
                    <a:pt x="1053" y="14962"/>
                  </a:lnTo>
                  <a:lnTo>
                    <a:pt x="1074" y="15035"/>
                  </a:lnTo>
                  <a:lnTo>
                    <a:pt x="1097" y="15104"/>
                  </a:lnTo>
                  <a:lnTo>
                    <a:pt x="1125" y="15173"/>
                  </a:lnTo>
                  <a:lnTo>
                    <a:pt x="1155" y="15240"/>
                  </a:lnTo>
                  <a:lnTo>
                    <a:pt x="1188" y="15304"/>
                  </a:lnTo>
                  <a:lnTo>
                    <a:pt x="1224" y="15368"/>
                  </a:lnTo>
                  <a:lnTo>
                    <a:pt x="1263" y="15429"/>
                  </a:lnTo>
                  <a:lnTo>
                    <a:pt x="1306" y="15488"/>
                  </a:lnTo>
                  <a:lnTo>
                    <a:pt x="1351" y="15546"/>
                  </a:lnTo>
                  <a:lnTo>
                    <a:pt x="1398" y="15600"/>
                  </a:lnTo>
                  <a:lnTo>
                    <a:pt x="1449" y="15652"/>
                  </a:lnTo>
                  <a:lnTo>
                    <a:pt x="1501" y="15703"/>
                  </a:lnTo>
                  <a:lnTo>
                    <a:pt x="1555" y="15750"/>
                  </a:lnTo>
                  <a:lnTo>
                    <a:pt x="1613" y="15795"/>
                  </a:lnTo>
                  <a:lnTo>
                    <a:pt x="1672" y="15836"/>
                  </a:lnTo>
                  <a:lnTo>
                    <a:pt x="1733" y="15877"/>
                  </a:lnTo>
                  <a:lnTo>
                    <a:pt x="1796" y="15913"/>
                  </a:lnTo>
                  <a:lnTo>
                    <a:pt x="1861" y="15946"/>
                  </a:lnTo>
                  <a:lnTo>
                    <a:pt x="1928" y="15976"/>
                  </a:lnTo>
                  <a:lnTo>
                    <a:pt x="1997" y="16003"/>
                  </a:lnTo>
                  <a:lnTo>
                    <a:pt x="2066" y="16027"/>
                  </a:lnTo>
                  <a:lnTo>
                    <a:pt x="2138" y="16048"/>
                  </a:lnTo>
                  <a:lnTo>
                    <a:pt x="2211" y="16064"/>
                  </a:lnTo>
                  <a:lnTo>
                    <a:pt x="2285" y="16078"/>
                  </a:lnTo>
                  <a:lnTo>
                    <a:pt x="2361" y="16087"/>
                  </a:lnTo>
                  <a:lnTo>
                    <a:pt x="2437" y="16093"/>
                  </a:lnTo>
                  <a:lnTo>
                    <a:pt x="2515" y="16095"/>
                  </a:lnTo>
                  <a:lnTo>
                    <a:pt x="2592" y="16093"/>
                  </a:lnTo>
                  <a:lnTo>
                    <a:pt x="2669" y="16087"/>
                  </a:lnTo>
                  <a:lnTo>
                    <a:pt x="2744" y="16078"/>
                  </a:lnTo>
                  <a:lnTo>
                    <a:pt x="2819" y="16064"/>
                  </a:lnTo>
                  <a:lnTo>
                    <a:pt x="2891" y="16048"/>
                  </a:lnTo>
                  <a:lnTo>
                    <a:pt x="2962" y="16027"/>
                  </a:lnTo>
                  <a:lnTo>
                    <a:pt x="3033" y="16003"/>
                  </a:lnTo>
                  <a:lnTo>
                    <a:pt x="3101" y="15976"/>
                  </a:lnTo>
                  <a:lnTo>
                    <a:pt x="3169" y="15946"/>
                  </a:lnTo>
                  <a:lnTo>
                    <a:pt x="3233" y="15913"/>
                  </a:lnTo>
                  <a:lnTo>
                    <a:pt x="3296" y="15877"/>
                  </a:lnTo>
                  <a:lnTo>
                    <a:pt x="3358" y="15836"/>
                  </a:lnTo>
                  <a:lnTo>
                    <a:pt x="3417" y="15795"/>
                  </a:lnTo>
                  <a:lnTo>
                    <a:pt x="3475" y="15750"/>
                  </a:lnTo>
                  <a:lnTo>
                    <a:pt x="3529" y="15703"/>
                  </a:lnTo>
                  <a:lnTo>
                    <a:pt x="3581" y="15652"/>
                  </a:lnTo>
                  <a:lnTo>
                    <a:pt x="3631" y="15600"/>
                  </a:lnTo>
                  <a:lnTo>
                    <a:pt x="3679" y="15546"/>
                  </a:lnTo>
                  <a:lnTo>
                    <a:pt x="3724" y="15488"/>
                  </a:lnTo>
                  <a:lnTo>
                    <a:pt x="3765" y="15429"/>
                  </a:lnTo>
                  <a:lnTo>
                    <a:pt x="3805" y="15368"/>
                  </a:lnTo>
                  <a:lnTo>
                    <a:pt x="3842" y="15304"/>
                  </a:lnTo>
                  <a:lnTo>
                    <a:pt x="3875" y="15240"/>
                  </a:lnTo>
                  <a:lnTo>
                    <a:pt x="3905" y="15173"/>
                  </a:lnTo>
                  <a:lnTo>
                    <a:pt x="3932" y="15104"/>
                  </a:lnTo>
                  <a:lnTo>
                    <a:pt x="3955" y="15035"/>
                  </a:lnTo>
                  <a:lnTo>
                    <a:pt x="3976" y="14962"/>
                  </a:lnTo>
                  <a:lnTo>
                    <a:pt x="3994" y="14890"/>
                  </a:lnTo>
                  <a:lnTo>
                    <a:pt x="4007" y="14815"/>
                  </a:lnTo>
                  <a:lnTo>
                    <a:pt x="4016" y="14740"/>
                  </a:lnTo>
                  <a:lnTo>
                    <a:pt x="4022" y="14664"/>
                  </a:lnTo>
                  <a:lnTo>
                    <a:pt x="4024" y="14586"/>
                  </a:lnTo>
                  <a:lnTo>
                    <a:pt x="4024" y="7030"/>
                  </a:lnTo>
                  <a:lnTo>
                    <a:pt x="4080" y="6986"/>
                  </a:lnTo>
                  <a:lnTo>
                    <a:pt x="4135" y="6941"/>
                  </a:lnTo>
                  <a:lnTo>
                    <a:pt x="4189" y="6895"/>
                  </a:lnTo>
                  <a:lnTo>
                    <a:pt x="4241" y="6846"/>
                  </a:lnTo>
                  <a:lnTo>
                    <a:pt x="4292" y="6796"/>
                  </a:lnTo>
                  <a:lnTo>
                    <a:pt x="4343" y="6746"/>
                  </a:lnTo>
                  <a:lnTo>
                    <a:pt x="4391" y="6694"/>
                  </a:lnTo>
                  <a:lnTo>
                    <a:pt x="4437" y="6639"/>
                  </a:lnTo>
                  <a:lnTo>
                    <a:pt x="4482" y="6584"/>
                  </a:lnTo>
                  <a:lnTo>
                    <a:pt x="4527" y="6529"/>
                  </a:lnTo>
                  <a:lnTo>
                    <a:pt x="4569" y="6470"/>
                  </a:lnTo>
                  <a:lnTo>
                    <a:pt x="4609" y="6412"/>
                  </a:lnTo>
                  <a:lnTo>
                    <a:pt x="4648" y="6351"/>
                  </a:lnTo>
                  <a:lnTo>
                    <a:pt x="4686" y="6291"/>
                  </a:lnTo>
                  <a:lnTo>
                    <a:pt x="4721" y="6229"/>
                  </a:lnTo>
                  <a:lnTo>
                    <a:pt x="4754" y="6165"/>
                  </a:lnTo>
                  <a:lnTo>
                    <a:pt x="4786" y="6101"/>
                  </a:lnTo>
                  <a:lnTo>
                    <a:pt x="4816" y="6036"/>
                  </a:lnTo>
                  <a:lnTo>
                    <a:pt x="4846" y="5969"/>
                  </a:lnTo>
                  <a:lnTo>
                    <a:pt x="4872" y="5902"/>
                  </a:lnTo>
                  <a:lnTo>
                    <a:pt x="4896" y="5834"/>
                  </a:lnTo>
                  <a:lnTo>
                    <a:pt x="4919" y="5765"/>
                  </a:lnTo>
                  <a:lnTo>
                    <a:pt x="4939" y="5695"/>
                  </a:lnTo>
                  <a:lnTo>
                    <a:pt x="4958" y="5624"/>
                  </a:lnTo>
                  <a:lnTo>
                    <a:pt x="4974" y="5552"/>
                  </a:lnTo>
                  <a:lnTo>
                    <a:pt x="4988" y="5479"/>
                  </a:lnTo>
                  <a:lnTo>
                    <a:pt x="5002" y="5407"/>
                  </a:lnTo>
                  <a:lnTo>
                    <a:pt x="5012" y="5332"/>
                  </a:lnTo>
                  <a:lnTo>
                    <a:pt x="5020" y="5258"/>
                  </a:lnTo>
                  <a:lnTo>
                    <a:pt x="5025" y="5183"/>
                  </a:lnTo>
                  <a:lnTo>
                    <a:pt x="5029" y="5106"/>
                  </a:lnTo>
                  <a:lnTo>
                    <a:pt x="5030" y="5030"/>
                  </a:lnTo>
                  <a:lnTo>
                    <a:pt x="5029" y="4953"/>
                  </a:lnTo>
                  <a:lnTo>
                    <a:pt x="5025" y="4877"/>
                  </a:lnTo>
                  <a:lnTo>
                    <a:pt x="5020" y="4801"/>
                  </a:lnTo>
                  <a:lnTo>
                    <a:pt x="5012" y="4727"/>
                  </a:lnTo>
                  <a:lnTo>
                    <a:pt x="5002" y="4653"/>
                  </a:lnTo>
                  <a:lnTo>
                    <a:pt x="4988" y="4580"/>
                  </a:lnTo>
                  <a:lnTo>
                    <a:pt x="4974" y="4508"/>
                  </a:lnTo>
                  <a:lnTo>
                    <a:pt x="4958" y="4435"/>
                  </a:lnTo>
                  <a:lnTo>
                    <a:pt x="4939" y="4365"/>
                  </a:lnTo>
                  <a:lnTo>
                    <a:pt x="4919" y="4294"/>
                  </a:lnTo>
                  <a:lnTo>
                    <a:pt x="4896" y="4226"/>
                  </a:lnTo>
                  <a:lnTo>
                    <a:pt x="4872" y="4158"/>
                  </a:lnTo>
                  <a:lnTo>
                    <a:pt x="4846" y="4090"/>
                  </a:lnTo>
                  <a:lnTo>
                    <a:pt x="4816" y="4024"/>
                  </a:lnTo>
                  <a:lnTo>
                    <a:pt x="4786" y="3958"/>
                  </a:lnTo>
                  <a:lnTo>
                    <a:pt x="4754" y="3894"/>
                  </a:lnTo>
                  <a:lnTo>
                    <a:pt x="4721" y="3831"/>
                  </a:lnTo>
                  <a:lnTo>
                    <a:pt x="4686" y="3768"/>
                  </a:lnTo>
                  <a:lnTo>
                    <a:pt x="4648" y="3708"/>
                  </a:lnTo>
                  <a:lnTo>
                    <a:pt x="4609" y="3648"/>
                  </a:lnTo>
                  <a:lnTo>
                    <a:pt x="4569" y="3589"/>
                  </a:lnTo>
                  <a:lnTo>
                    <a:pt x="4527" y="3532"/>
                  </a:lnTo>
                  <a:lnTo>
                    <a:pt x="4482" y="3476"/>
                  </a:lnTo>
                  <a:lnTo>
                    <a:pt x="4437" y="3420"/>
                  </a:lnTo>
                  <a:lnTo>
                    <a:pt x="4391" y="3366"/>
                  </a:lnTo>
                  <a:lnTo>
                    <a:pt x="4343" y="3314"/>
                  </a:lnTo>
                  <a:lnTo>
                    <a:pt x="4292" y="3263"/>
                  </a:lnTo>
                  <a:lnTo>
                    <a:pt x="4241" y="3213"/>
                  </a:lnTo>
                  <a:lnTo>
                    <a:pt x="4189" y="3165"/>
                  </a:lnTo>
                  <a:lnTo>
                    <a:pt x="4135" y="3118"/>
                  </a:lnTo>
                  <a:lnTo>
                    <a:pt x="4080" y="3073"/>
                  </a:lnTo>
                  <a:lnTo>
                    <a:pt x="4024" y="30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77" name="Freeform 76"/>
            <p:cNvSpPr>
              <a:spLocks noEditPoints="1"/>
            </p:cNvSpPr>
            <p:nvPr/>
          </p:nvSpPr>
          <p:spPr bwMode="auto">
            <a:xfrm>
              <a:off x="4106863" y="4152900"/>
              <a:ext cx="215900" cy="690563"/>
            </a:xfrm>
            <a:custGeom>
              <a:avLst/>
              <a:gdLst>
                <a:gd name="T0" fmla="*/ 3785 w 5030"/>
                <a:gd name="T1" fmla="*/ 5837 h 16095"/>
                <a:gd name="T2" fmla="*/ 3571 w 5030"/>
                <a:gd name="T3" fmla="*/ 6098 h 16095"/>
                <a:gd name="T4" fmla="*/ 3350 w 5030"/>
                <a:gd name="T5" fmla="*/ 6279 h 16095"/>
                <a:gd name="T6" fmla="*/ 3045 w 5030"/>
                <a:gd name="T7" fmla="*/ 6436 h 16095"/>
                <a:gd name="T8" fmla="*/ 2678 w 5030"/>
                <a:gd name="T9" fmla="*/ 6529 h 16095"/>
                <a:gd name="T10" fmla="*/ 2288 w 5030"/>
                <a:gd name="T11" fmla="*/ 6519 h 16095"/>
                <a:gd name="T12" fmla="*/ 1932 w 5030"/>
                <a:gd name="T13" fmla="*/ 6415 h 16095"/>
                <a:gd name="T14" fmla="*/ 1633 w 5030"/>
                <a:gd name="T15" fmla="*/ 6246 h 16095"/>
                <a:gd name="T16" fmla="*/ 1420 w 5030"/>
                <a:gd name="T17" fmla="*/ 6059 h 16095"/>
                <a:gd name="T18" fmla="*/ 1245 w 5030"/>
                <a:gd name="T19" fmla="*/ 5837 h 16095"/>
                <a:gd name="T20" fmla="*/ 1060 w 5030"/>
                <a:gd name="T21" fmla="*/ 5402 h 16095"/>
                <a:gd name="T22" fmla="*/ 1006 w 5030"/>
                <a:gd name="T23" fmla="*/ 5002 h 16095"/>
                <a:gd name="T24" fmla="*/ 1080 w 5030"/>
                <a:gd name="T25" fmla="*/ 4586 h 16095"/>
                <a:gd name="T26" fmla="*/ 1274 w 5030"/>
                <a:gd name="T27" fmla="*/ 4178 h 16095"/>
                <a:gd name="T28" fmla="*/ 1540 w 5030"/>
                <a:gd name="T29" fmla="*/ 3885 h 16095"/>
                <a:gd name="T30" fmla="*/ 1777 w 5030"/>
                <a:gd name="T31" fmla="*/ 3721 h 16095"/>
                <a:gd name="T32" fmla="*/ 2102 w 5030"/>
                <a:gd name="T33" fmla="*/ 3584 h 16095"/>
                <a:gd name="T34" fmla="*/ 2482 w 5030"/>
                <a:gd name="T35" fmla="*/ 3521 h 16095"/>
                <a:gd name="T36" fmla="*/ 2867 w 5030"/>
                <a:gd name="T37" fmla="*/ 3567 h 16095"/>
                <a:gd name="T38" fmla="*/ 3202 w 5030"/>
                <a:gd name="T39" fmla="*/ 3694 h 16095"/>
                <a:gd name="T40" fmla="*/ 3490 w 5030"/>
                <a:gd name="T41" fmla="*/ 3885 h 16095"/>
                <a:gd name="T42" fmla="*/ 3756 w 5030"/>
                <a:gd name="T43" fmla="*/ 4178 h 16095"/>
                <a:gd name="T44" fmla="*/ 3951 w 5030"/>
                <a:gd name="T45" fmla="*/ 4586 h 16095"/>
                <a:gd name="T46" fmla="*/ 4024 w 5030"/>
                <a:gd name="T47" fmla="*/ 5002 h 16095"/>
                <a:gd name="T48" fmla="*/ 3971 w 5030"/>
                <a:gd name="T49" fmla="*/ 5402 h 16095"/>
                <a:gd name="T50" fmla="*/ 2958 w 5030"/>
                <a:gd name="T51" fmla="*/ 14827 h 16095"/>
                <a:gd name="T52" fmla="*/ 2755 w 5030"/>
                <a:gd name="T53" fmla="*/ 15029 h 16095"/>
                <a:gd name="T54" fmla="*/ 2464 w 5030"/>
                <a:gd name="T55" fmla="*/ 15086 h 16095"/>
                <a:gd name="T56" fmla="*/ 2195 w 5030"/>
                <a:gd name="T57" fmla="*/ 14974 h 16095"/>
                <a:gd name="T58" fmla="*/ 2035 w 5030"/>
                <a:gd name="T59" fmla="*/ 14736 h 16095"/>
                <a:gd name="T60" fmla="*/ 2323 w 5030"/>
                <a:gd name="T61" fmla="*/ 7537 h 16095"/>
                <a:gd name="T62" fmla="*/ 3018 w 5030"/>
                <a:gd name="T63" fmla="*/ 14586 h 16095"/>
                <a:gd name="T64" fmla="*/ 2085 w 5030"/>
                <a:gd name="T65" fmla="*/ 1248 h 16095"/>
                <a:gd name="T66" fmla="*/ 2297 w 5030"/>
                <a:gd name="T67" fmla="*/ 1055 h 16095"/>
                <a:gd name="T68" fmla="*/ 2592 w 5030"/>
                <a:gd name="T69" fmla="*/ 1012 h 16095"/>
                <a:gd name="T70" fmla="*/ 2853 w 5030"/>
                <a:gd name="T71" fmla="*/ 1137 h 16095"/>
                <a:gd name="T72" fmla="*/ 3002 w 5030"/>
                <a:gd name="T73" fmla="*/ 1383 h 16095"/>
                <a:gd name="T74" fmla="*/ 2644 w 5030"/>
                <a:gd name="T75" fmla="*/ 2518 h 16095"/>
                <a:gd name="T76" fmla="*/ 4024 w 5030"/>
                <a:gd name="T77" fmla="*/ 3029 h 16095"/>
                <a:gd name="T78" fmla="*/ 3806 w 5030"/>
                <a:gd name="T79" fmla="*/ 727 h 16095"/>
                <a:gd name="T80" fmla="*/ 3169 w 5030"/>
                <a:gd name="T81" fmla="*/ 149 h 16095"/>
                <a:gd name="T82" fmla="*/ 2286 w 5030"/>
                <a:gd name="T83" fmla="*/ 17 h 16095"/>
                <a:gd name="T84" fmla="*/ 1501 w 5030"/>
                <a:gd name="T85" fmla="*/ 392 h 16095"/>
                <a:gd name="T86" fmla="*/ 1054 w 5030"/>
                <a:gd name="T87" fmla="*/ 1133 h 16095"/>
                <a:gd name="T88" fmla="*/ 687 w 5030"/>
                <a:gd name="T89" fmla="*/ 3314 h 16095"/>
                <a:gd name="T90" fmla="*/ 214 w 5030"/>
                <a:gd name="T91" fmla="*/ 4024 h 16095"/>
                <a:gd name="T92" fmla="*/ 5 w 5030"/>
                <a:gd name="T93" fmla="*/ 4877 h 16095"/>
                <a:gd name="T94" fmla="*/ 111 w 5030"/>
                <a:gd name="T95" fmla="*/ 5765 h 16095"/>
                <a:gd name="T96" fmla="*/ 503 w 5030"/>
                <a:gd name="T97" fmla="*/ 6529 h 16095"/>
                <a:gd name="T98" fmla="*/ 1008 w 5030"/>
                <a:gd name="T99" fmla="*/ 14664 h 16095"/>
                <a:gd name="T100" fmla="*/ 1306 w 5030"/>
                <a:gd name="T101" fmla="*/ 15488 h 16095"/>
                <a:gd name="T102" fmla="*/ 1997 w 5030"/>
                <a:gd name="T103" fmla="*/ 16003 h 16095"/>
                <a:gd name="T104" fmla="*/ 2891 w 5030"/>
                <a:gd name="T105" fmla="*/ 16048 h 16095"/>
                <a:gd name="T106" fmla="*/ 3632 w 5030"/>
                <a:gd name="T107" fmla="*/ 15600 h 16095"/>
                <a:gd name="T108" fmla="*/ 4007 w 5030"/>
                <a:gd name="T109" fmla="*/ 14815 h 16095"/>
                <a:gd name="T110" fmla="*/ 4438 w 5030"/>
                <a:gd name="T111" fmla="*/ 6639 h 16095"/>
                <a:gd name="T112" fmla="*/ 4872 w 5030"/>
                <a:gd name="T113" fmla="*/ 5902 h 16095"/>
                <a:gd name="T114" fmla="*/ 5030 w 5030"/>
                <a:gd name="T115" fmla="*/ 5030 h 16095"/>
                <a:gd name="T116" fmla="*/ 4872 w 5030"/>
                <a:gd name="T117" fmla="*/ 4158 h 16095"/>
                <a:gd name="T118" fmla="*/ 4438 w 5030"/>
                <a:gd name="T119" fmla="*/ 3420 h 16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30" h="16095">
                  <a:moveTo>
                    <a:pt x="3956" y="5452"/>
                  </a:moveTo>
                  <a:lnTo>
                    <a:pt x="3951" y="5472"/>
                  </a:lnTo>
                  <a:lnTo>
                    <a:pt x="3945" y="5492"/>
                  </a:lnTo>
                  <a:lnTo>
                    <a:pt x="3939" y="5512"/>
                  </a:lnTo>
                  <a:lnTo>
                    <a:pt x="3932" y="5532"/>
                  </a:lnTo>
                  <a:lnTo>
                    <a:pt x="3913" y="5581"/>
                  </a:lnTo>
                  <a:lnTo>
                    <a:pt x="3893" y="5630"/>
                  </a:lnTo>
                  <a:lnTo>
                    <a:pt x="3872" y="5678"/>
                  </a:lnTo>
                  <a:lnTo>
                    <a:pt x="3849" y="5725"/>
                  </a:lnTo>
                  <a:lnTo>
                    <a:pt x="3825" y="5771"/>
                  </a:lnTo>
                  <a:lnTo>
                    <a:pt x="3799" y="5815"/>
                  </a:lnTo>
                  <a:lnTo>
                    <a:pt x="3785" y="5837"/>
                  </a:lnTo>
                  <a:lnTo>
                    <a:pt x="3771" y="5860"/>
                  </a:lnTo>
                  <a:lnTo>
                    <a:pt x="3756" y="5881"/>
                  </a:lnTo>
                  <a:lnTo>
                    <a:pt x="3741" y="5903"/>
                  </a:lnTo>
                  <a:lnTo>
                    <a:pt x="3738" y="5906"/>
                  </a:lnTo>
                  <a:lnTo>
                    <a:pt x="3735" y="5910"/>
                  </a:lnTo>
                  <a:lnTo>
                    <a:pt x="3701" y="5954"/>
                  </a:lnTo>
                  <a:lnTo>
                    <a:pt x="3666" y="5997"/>
                  </a:lnTo>
                  <a:lnTo>
                    <a:pt x="3648" y="6019"/>
                  </a:lnTo>
                  <a:lnTo>
                    <a:pt x="3630" y="6039"/>
                  </a:lnTo>
                  <a:lnTo>
                    <a:pt x="3611" y="6059"/>
                  </a:lnTo>
                  <a:lnTo>
                    <a:pt x="3592" y="6079"/>
                  </a:lnTo>
                  <a:lnTo>
                    <a:pt x="3571" y="6098"/>
                  </a:lnTo>
                  <a:lnTo>
                    <a:pt x="3552" y="6118"/>
                  </a:lnTo>
                  <a:lnTo>
                    <a:pt x="3531" y="6136"/>
                  </a:lnTo>
                  <a:lnTo>
                    <a:pt x="3511" y="6155"/>
                  </a:lnTo>
                  <a:lnTo>
                    <a:pt x="3490" y="6173"/>
                  </a:lnTo>
                  <a:lnTo>
                    <a:pt x="3469" y="6191"/>
                  </a:lnTo>
                  <a:lnTo>
                    <a:pt x="3447" y="6209"/>
                  </a:lnTo>
                  <a:lnTo>
                    <a:pt x="3425" y="6225"/>
                  </a:lnTo>
                  <a:lnTo>
                    <a:pt x="3423" y="6228"/>
                  </a:lnTo>
                  <a:lnTo>
                    <a:pt x="3421" y="6230"/>
                  </a:lnTo>
                  <a:lnTo>
                    <a:pt x="3397" y="6246"/>
                  </a:lnTo>
                  <a:lnTo>
                    <a:pt x="3374" y="6263"/>
                  </a:lnTo>
                  <a:lnTo>
                    <a:pt x="3350" y="6279"/>
                  </a:lnTo>
                  <a:lnTo>
                    <a:pt x="3326" y="6294"/>
                  </a:lnTo>
                  <a:lnTo>
                    <a:pt x="3302" y="6309"/>
                  </a:lnTo>
                  <a:lnTo>
                    <a:pt x="3278" y="6324"/>
                  </a:lnTo>
                  <a:lnTo>
                    <a:pt x="3253" y="6338"/>
                  </a:lnTo>
                  <a:lnTo>
                    <a:pt x="3228" y="6352"/>
                  </a:lnTo>
                  <a:lnTo>
                    <a:pt x="3202" y="6366"/>
                  </a:lnTo>
                  <a:lnTo>
                    <a:pt x="3177" y="6379"/>
                  </a:lnTo>
                  <a:lnTo>
                    <a:pt x="3151" y="6391"/>
                  </a:lnTo>
                  <a:lnTo>
                    <a:pt x="3125" y="6403"/>
                  </a:lnTo>
                  <a:lnTo>
                    <a:pt x="3099" y="6415"/>
                  </a:lnTo>
                  <a:lnTo>
                    <a:pt x="3072" y="6425"/>
                  </a:lnTo>
                  <a:lnTo>
                    <a:pt x="3045" y="6436"/>
                  </a:lnTo>
                  <a:lnTo>
                    <a:pt x="3018" y="6446"/>
                  </a:lnTo>
                  <a:lnTo>
                    <a:pt x="2988" y="6456"/>
                  </a:lnTo>
                  <a:lnTo>
                    <a:pt x="2959" y="6466"/>
                  </a:lnTo>
                  <a:lnTo>
                    <a:pt x="2929" y="6475"/>
                  </a:lnTo>
                  <a:lnTo>
                    <a:pt x="2897" y="6484"/>
                  </a:lnTo>
                  <a:lnTo>
                    <a:pt x="2867" y="6492"/>
                  </a:lnTo>
                  <a:lnTo>
                    <a:pt x="2836" y="6500"/>
                  </a:lnTo>
                  <a:lnTo>
                    <a:pt x="2805" y="6507"/>
                  </a:lnTo>
                  <a:lnTo>
                    <a:pt x="2774" y="6513"/>
                  </a:lnTo>
                  <a:lnTo>
                    <a:pt x="2742" y="6519"/>
                  </a:lnTo>
                  <a:lnTo>
                    <a:pt x="2710" y="6525"/>
                  </a:lnTo>
                  <a:lnTo>
                    <a:pt x="2678" y="6529"/>
                  </a:lnTo>
                  <a:lnTo>
                    <a:pt x="2646" y="6533"/>
                  </a:lnTo>
                  <a:lnTo>
                    <a:pt x="2614" y="6535"/>
                  </a:lnTo>
                  <a:lnTo>
                    <a:pt x="2582" y="6537"/>
                  </a:lnTo>
                  <a:lnTo>
                    <a:pt x="2548" y="6539"/>
                  </a:lnTo>
                  <a:lnTo>
                    <a:pt x="2515" y="6539"/>
                  </a:lnTo>
                  <a:lnTo>
                    <a:pt x="2482" y="6539"/>
                  </a:lnTo>
                  <a:lnTo>
                    <a:pt x="2449" y="6537"/>
                  </a:lnTo>
                  <a:lnTo>
                    <a:pt x="2417" y="6535"/>
                  </a:lnTo>
                  <a:lnTo>
                    <a:pt x="2383" y="6533"/>
                  </a:lnTo>
                  <a:lnTo>
                    <a:pt x="2351" y="6529"/>
                  </a:lnTo>
                  <a:lnTo>
                    <a:pt x="2320" y="6525"/>
                  </a:lnTo>
                  <a:lnTo>
                    <a:pt x="2288" y="6519"/>
                  </a:lnTo>
                  <a:lnTo>
                    <a:pt x="2257" y="6513"/>
                  </a:lnTo>
                  <a:lnTo>
                    <a:pt x="2225" y="6507"/>
                  </a:lnTo>
                  <a:lnTo>
                    <a:pt x="2194" y="6500"/>
                  </a:lnTo>
                  <a:lnTo>
                    <a:pt x="2163" y="6492"/>
                  </a:lnTo>
                  <a:lnTo>
                    <a:pt x="2133" y="6484"/>
                  </a:lnTo>
                  <a:lnTo>
                    <a:pt x="2102" y="6475"/>
                  </a:lnTo>
                  <a:lnTo>
                    <a:pt x="2072" y="6466"/>
                  </a:lnTo>
                  <a:lnTo>
                    <a:pt x="2042" y="6456"/>
                  </a:lnTo>
                  <a:lnTo>
                    <a:pt x="2012" y="6446"/>
                  </a:lnTo>
                  <a:lnTo>
                    <a:pt x="1985" y="6436"/>
                  </a:lnTo>
                  <a:lnTo>
                    <a:pt x="1958" y="6425"/>
                  </a:lnTo>
                  <a:lnTo>
                    <a:pt x="1932" y="6415"/>
                  </a:lnTo>
                  <a:lnTo>
                    <a:pt x="1906" y="6403"/>
                  </a:lnTo>
                  <a:lnTo>
                    <a:pt x="1879" y="6391"/>
                  </a:lnTo>
                  <a:lnTo>
                    <a:pt x="1853" y="6379"/>
                  </a:lnTo>
                  <a:lnTo>
                    <a:pt x="1827" y="6366"/>
                  </a:lnTo>
                  <a:lnTo>
                    <a:pt x="1802" y="6352"/>
                  </a:lnTo>
                  <a:lnTo>
                    <a:pt x="1777" y="6338"/>
                  </a:lnTo>
                  <a:lnTo>
                    <a:pt x="1753" y="6324"/>
                  </a:lnTo>
                  <a:lnTo>
                    <a:pt x="1728" y="6309"/>
                  </a:lnTo>
                  <a:lnTo>
                    <a:pt x="1703" y="6294"/>
                  </a:lnTo>
                  <a:lnTo>
                    <a:pt x="1680" y="6279"/>
                  </a:lnTo>
                  <a:lnTo>
                    <a:pt x="1656" y="6263"/>
                  </a:lnTo>
                  <a:lnTo>
                    <a:pt x="1633" y="6246"/>
                  </a:lnTo>
                  <a:lnTo>
                    <a:pt x="1611" y="6230"/>
                  </a:lnTo>
                  <a:lnTo>
                    <a:pt x="1608" y="6228"/>
                  </a:lnTo>
                  <a:lnTo>
                    <a:pt x="1606" y="6225"/>
                  </a:lnTo>
                  <a:lnTo>
                    <a:pt x="1584" y="6209"/>
                  </a:lnTo>
                  <a:lnTo>
                    <a:pt x="1562" y="6191"/>
                  </a:lnTo>
                  <a:lnTo>
                    <a:pt x="1540" y="6173"/>
                  </a:lnTo>
                  <a:lnTo>
                    <a:pt x="1519" y="6155"/>
                  </a:lnTo>
                  <a:lnTo>
                    <a:pt x="1499" y="6136"/>
                  </a:lnTo>
                  <a:lnTo>
                    <a:pt x="1478" y="6118"/>
                  </a:lnTo>
                  <a:lnTo>
                    <a:pt x="1459" y="6098"/>
                  </a:lnTo>
                  <a:lnTo>
                    <a:pt x="1439" y="6079"/>
                  </a:lnTo>
                  <a:lnTo>
                    <a:pt x="1420" y="6059"/>
                  </a:lnTo>
                  <a:lnTo>
                    <a:pt x="1401" y="6039"/>
                  </a:lnTo>
                  <a:lnTo>
                    <a:pt x="1382" y="6019"/>
                  </a:lnTo>
                  <a:lnTo>
                    <a:pt x="1364" y="5997"/>
                  </a:lnTo>
                  <a:lnTo>
                    <a:pt x="1346" y="5976"/>
                  </a:lnTo>
                  <a:lnTo>
                    <a:pt x="1329" y="5954"/>
                  </a:lnTo>
                  <a:lnTo>
                    <a:pt x="1312" y="5932"/>
                  </a:lnTo>
                  <a:lnTo>
                    <a:pt x="1296" y="5910"/>
                  </a:lnTo>
                  <a:lnTo>
                    <a:pt x="1292" y="5906"/>
                  </a:lnTo>
                  <a:lnTo>
                    <a:pt x="1289" y="5903"/>
                  </a:lnTo>
                  <a:lnTo>
                    <a:pt x="1274" y="5881"/>
                  </a:lnTo>
                  <a:lnTo>
                    <a:pt x="1259" y="5860"/>
                  </a:lnTo>
                  <a:lnTo>
                    <a:pt x="1245" y="5837"/>
                  </a:lnTo>
                  <a:lnTo>
                    <a:pt x="1232" y="5815"/>
                  </a:lnTo>
                  <a:lnTo>
                    <a:pt x="1205" y="5771"/>
                  </a:lnTo>
                  <a:lnTo>
                    <a:pt x="1181" y="5725"/>
                  </a:lnTo>
                  <a:lnTo>
                    <a:pt x="1158" y="5678"/>
                  </a:lnTo>
                  <a:lnTo>
                    <a:pt x="1137" y="5630"/>
                  </a:lnTo>
                  <a:lnTo>
                    <a:pt x="1117" y="5581"/>
                  </a:lnTo>
                  <a:lnTo>
                    <a:pt x="1099" y="5532"/>
                  </a:lnTo>
                  <a:lnTo>
                    <a:pt x="1092" y="5512"/>
                  </a:lnTo>
                  <a:lnTo>
                    <a:pt x="1086" y="5492"/>
                  </a:lnTo>
                  <a:lnTo>
                    <a:pt x="1080" y="5472"/>
                  </a:lnTo>
                  <a:lnTo>
                    <a:pt x="1075" y="5452"/>
                  </a:lnTo>
                  <a:lnTo>
                    <a:pt x="1060" y="5402"/>
                  </a:lnTo>
                  <a:lnTo>
                    <a:pt x="1046" y="5350"/>
                  </a:lnTo>
                  <a:lnTo>
                    <a:pt x="1034" y="5298"/>
                  </a:lnTo>
                  <a:lnTo>
                    <a:pt x="1025" y="5246"/>
                  </a:lnTo>
                  <a:lnTo>
                    <a:pt x="1020" y="5219"/>
                  </a:lnTo>
                  <a:lnTo>
                    <a:pt x="1017" y="5193"/>
                  </a:lnTo>
                  <a:lnTo>
                    <a:pt x="1014" y="5165"/>
                  </a:lnTo>
                  <a:lnTo>
                    <a:pt x="1011" y="5139"/>
                  </a:lnTo>
                  <a:lnTo>
                    <a:pt x="1009" y="5112"/>
                  </a:lnTo>
                  <a:lnTo>
                    <a:pt x="1007" y="5085"/>
                  </a:lnTo>
                  <a:lnTo>
                    <a:pt x="1006" y="5057"/>
                  </a:lnTo>
                  <a:lnTo>
                    <a:pt x="1006" y="5030"/>
                  </a:lnTo>
                  <a:lnTo>
                    <a:pt x="1006" y="5002"/>
                  </a:lnTo>
                  <a:lnTo>
                    <a:pt x="1007" y="4974"/>
                  </a:lnTo>
                  <a:lnTo>
                    <a:pt x="1009" y="4947"/>
                  </a:lnTo>
                  <a:lnTo>
                    <a:pt x="1011" y="4920"/>
                  </a:lnTo>
                  <a:lnTo>
                    <a:pt x="1014" y="4893"/>
                  </a:lnTo>
                  <a:lnTo>
                    <a:pt x="1017" y="4866"/>
                  </a:lnTo>
                  <a:lnTo>
                    <a:pt x="1020" y="4840"/>
                  </a:lnTo>
                  <a:lnTo>
                    <a:pt x="1025" y="4812"/>
                  </a:lnTo>
                  <a:lnTo>
                    <a:pt x="1034" y="4760"/>
                  </a:lnTo>
                  <a:lnTo>
                    <a:pt x="1046" y="4709"/>
                  </a:lnTo>
                  <a:lnTo>
                    <a:pt x="1060" y="4657"/>
                  </a:lnTo>
                  <a:lnTo>
                    <a:pt x="1075" y="4606"/>
                  </a:lnTo>
                  <a:lnTo>
                    <a:pt x="1080" y="4586"/>
                  </a:lnTo>
                  <a:lnTo>
                    <a:pt x="1086" y="4567"/>
                  </a:lnTo>
                  <a:lnTo>
                    <a:pt x="1092" y="4547"/>
                  </a:lnTo>
                  <a:lnTo>
                    <a:pt x="1099" y="4528"/>
                  </a:lnTo>
                  <a:lnTo>
                    <a:pt x="1117" y="4478"/>
                  </a:lnTo>
                  <a:lnTo>
                    <a:pt x="1137" y="4429"/>
                  </a:lnTo>
                  <a:lnTo>
                    <a:pt x="1158" y="4382"/>
                  </a:lnTo>
                  <a:lnTo>
                    <a:pt x="1181" y="4335"/>
                  </a:lnTo>
                  <a:lnTo>
                    <a:pt x="1205" y="4288"/>
                  </a:lnTo>
                  <a:lnTo>
                    <a:pt x="1232" y="4243"/>
                  </a:lnTo>
                  <a:lnTo>
                    <a:pt x="1245" y="4221"/>
                  </a:lnTo>
                  <a:lnTo>
                    <a:pt x="1259" y="4200"/>
                  </a:lnTo>
                  <a:lnTo>
                    <a:pt x="1274" y="4178"/>
                  </a:lnTo>
                  <a:lnTo>
                    <a:pt x="1289" y="4157"/>
                  </a:lnTo>
                  <a:lnTo>
                    <a:pt x="1292" y="4153"/>
                  </a:lnTo>
                  <a:lnTo>
                    <a:pt x="1296" y="4148"/>
                  </a:lnTo>
                  <a:lnTo>
                    <a:pt x="1329" y="4104"/>
                  </a:lnTo>
                  <a:lnTo>
                    <a:pt x="1364" y="4062"/>
                  </a:lnTo>
                  <a:lnTo>
                    <a:pt x="1401" y="4020"/>
                  </a:lnTo>
                  <a:lnTo>
                    <a:pt x="1439" y="3979"/>
                  </a:lnTo>
                  <a:lnTo>
                    <a:pt x="1459" y="3960"/>
                  </a:lnTo>
                  <a:lnTo>
                    <a:pt x="1478" y="3941"/>
                  </a:lnTo>
                  <a:lnTo>
                    <a:pt x="1499" y="3922"/>
                  </a:lnTo>
                  <a:lnTo>
                    <a:pt x="1519" y="3903"/>
                  </a:lnTo>
                  <a:lnTo>
                    <a:pt x="1540" y="3885"/>
                  </a:lnTo>
                  <a:lnTo>
                    <a:pt x="1562" y="3868"/>
                  </a:lnTo>
                  <a:lnTo>
                    <a:pt x="1584" y="3850"/>
                  </a:lnTo>
                  <a:lnTo>
                    <a:pt x="1606" y="3833"/>
                  </a:lnTo>
                  <a:lnTo>
                    <a:pt x="1608" y="3832"/>
                  </a:lnTo>
                  <a:lnTo>
                    <a:pt x="1611" y="3830"/>
                  </a:lnTo>
                  <a:lnTo>
                    <a:pt x="1633" y="3813"/>
                  </a:lnTo>
                  <a:lnTo>
                    <a:pt x="1656" y="3796"/>
                  </a:lnTo>
                  <a:lnTo>
                    <a:pt x="1680" y="3780"/>
                  </a:lnTo>
                  <a:lnTo>
                    <a:pt x="1703" y="3765"/>
                  </a:lnTo>
                  <a:lnTo>
                    <a:pt x="1728" y="3750"/>
                  </a:lnTo>
                  <a:lnTo>
                    <a:pt x="1753" y="3735"/>
                  </a:lnTo>
                  <a:lnTo>
                    <a:pt x="1777" y="3721"/>
                  </a:lnTo>
                  <a:lnTo>
                    <a:pt x="1802" y="3707"/>
                  </a:lnTo>
                  <a:lnTo>
                    <a:pt x="1827" y="3694"/>
                  </a:lnTo>
                  <a:lnTo>
                    <a:pt x="1853" y="3681"/>
                  </a:lnTo>
                  <a:lnTo>
                    <a:pt x="1879" y="3669"/>
                  </a:lnTo>
                  <a:lnTo>
                    <a:pt x="1906" y="3657"/>
                  </a:lnTo>
                  <a:lnTo>
                    <a:pt x="1932" y="3645"/>
                  </a:lnTo>
                  <a:lnTo>
                    <a:pt x="1958" y="3633"/>
                  </a:lnTo>
                  <a:lnTo>
                    <a:pt x="1985" y="3623"/>
                  </a:lnTo>
                  <a:lnTo>
                    <a:pt x="2012" y="3613"/>
                  </a:lnTo>
                  <a:lnTo>
                    <a:pt x="2042" y="3603"/>
                  </a:lnTo>
                  <a:lnTo>
                    <a:pt x="2072" y="3593"/>
                  </a:lnTo>
                  <a:lnTo>
                    <a:pt x="2102" y="3584"/>
                  </a:lnTo>
                  <a:lnTo>
                    <a:pt x="2133" y="3575"/>
                  </a:lnTo>
                  <a:lnTo>
                    <a:pt x="2163" y="3567"/>
                  </a:lnTo>
                  <a:lnTo>
                    <a:pt x="2194" y="3559"/>
                  </a:lnTo>
                  <a:lnTo>
                    <a:pt x="2225" y="3552"/>
                  </a:lnTo>
                  <a:lnTo>
                    <a:pt x="2257" y="3546"/>
                  </a:lnTo>
                  <a:lnTo>
                    <a:pt x="2288" y="3540"/>
                  </a:lnTo>
                  <a:lnTo>
                    <a:pt x="2320" y="3535"/>
                  </a:lnTo>
                  <a:lnTo>
                    <a:pt x="2351" y="3531"/>
                  </a:lnTo>
                  <a:lnTo>
                    <a:pt x="2383" y="3528"/>
                  </a:lnTo>
                  <a:lnTo>
                    <a:pt x="2417" y="3525"/>
                  </a:lnTo>
                  <a:lnTo>
                    <a:pt x="2449" y="3523"/>
                  </a:lnTo>
                  <a:lnTo>
                    <a:pt x="2482" y="3521"/>
                  </a:lnTo>
                  <a:lnTo>
                    <a:pt x="2515" y="3521"/>
                  </a:lnTo>
                  <a:lnTo>
                    <a:pt x="2548" y="3521"/>
                  </a:lnTo>
                  <a:lnTo>
                    <a:pt x="2582" y="3523"/>
                  </a:lnTo>
                  <a:lnTo>
                    <a:pt x="2614" y="3525"/>
                  </a:lnTo>
                  <a:lnTo>
                    <a:pt x="2646" y="3528"/>
                  </a:lnTo>
                  <a:lnTo>
                    <a:pt x="2678" y="3531"/>
                  </a:lnTo>
                  <a:lnTo>
                    <a:pt x="2710" y="3535"/>
                  </a:lnTo>
                  <a:lnTo>
                    <a:pt x="2742" y="3540"/>
                  </a:lnTo>
                  <a:lnTo>
                    <a:pt x="2774" y="3546"/>
                  </a:lnTo>
                  <a:lnTo>
                    <a:pt x="2805" y="3552"/>
                  </a:lnTo>
                  <a:lnTo>
                    <a:pt x="2836" y="3559"/>
                  </a:lnTo>
                  <a:lnTo>
                    <a:pt x="2867" y="3567"/>
                  </a:lnTo>
                  <a:lnTo>
                    <a:pt x="2897" y="3575"/>
                  </a:lnTo>
                  <a:lnTo>
                    <a:pt x="2929" y="3584"/>
                  </a:lnTo>
                  <a:lnTo>
                    <a:pt x="2959" y="3593"/>
                  </a:lnTo>
                  <a:lnTo>
                    <a:pt x="2988" y="3603"/>
                  </a:lnTo>
                  <a:lnTo>
                    <a:pt x="3018" y="3613"/>
                  </a:lnTo>
                  <a:lnTo>
                    <a:pt x="3045" y="3623"/>
                  </a:lnTo>
                  <a:lnTo>
                    <a:pt x="3072" y="3633"/>
                  </a:lnTo>
                  <a:lnTo>
                    <a:pt x="3099" y="3645"/>
                  </a:lnTo>
                  <a:lnTo>
                    <a:pt x="3125" y="3657"/>
                  </a:lnTo>
                  <a:lnTo>
                    <a:pt x="3151" y="3669"/>
                  </a:lnTo>
                  <a:lnTo>
                    <a:pt x="3177" y="3681"/>
                  </a:lnTo>
                  <a:lnTo>
                    <a:pt x="3202" y="3694"/>
                  </a:lnTo>
                  <a:lnTo>
                    <a:pt x="3228" y="3707"/>
                  </a:lnTo>
                  <a:lnTo>
                    <a:pt x="3253" y="3721"/>
                  </a:lnTo>
                  <a:lnTo>
                    <a:pt x="3278" y="3735"/>
                  </a:lnTo>
                  <a:lnTo>
                    <a:pt x="3302" y="3750"/>
                  </a:lnTo>
                  <a:lnTo>
                    <a:pt x="3326" y="3765"/>
                  </a:lnTo>
                  <a:lnTo>
                    <a:pt x="3374" y="3796"/>
                  </a:lnTo>
                  <a:lnTo>
                    <a:pt x="3421" y="3830"/>
                  </a:lnTo>
                  <a:lnTo>
                    <a:pt x="3423" y="3832"/>
                  </a:lnTo>
                  <a:lnTo>
                    <a:pt x="3425" y="3833"/>
                  </a:lnTo>
                  <a:lnTo>
                    <a:pt x="3447" y="3850"/>
                  </a:lnTo>
                  <a:lnTo>
                    <a:pt x="3469" y="3868"/>
                  </a:lnTo>
                  <a:lnTo>
                    <a:pt x="3490" y="3885"/>
                  </a:lnTo>
                  <a:lnTo>
                    <a:pt x="3511" y="3903"/>
                  </a:lnTo>
                  <a:lnTo>
                    <a:pt x="3531" y="3922"/>
                  </a:lnTo>
                  <a:lnTo>
                    <a:pt x="3552" y="3941"/>
                  </a:lnTo>
                  <a:lnTo>
                    <a:pt x="3571" y="3960"/>
                  </a:lnTo>
                  <a:lnTo>
                    <a:pt x="3592" y="3979"/>
                  </a:lnTo>
                  <a:lnTo>
                    <a:pt x="3630" y="4020"/>
                  </a:lnTo>
                  <a:lnTo>
                    <a:pt x="3666" y="4062"/>
                  </a:lnTo>
                  <a:lnTo>
                    <a:pt x="3701" y="4104"/>
                  </a:lnTo>
                  <a:lnTo>
                    <a:pt x="3735" y="4148"/>
                  </a:lnTo>
                  <a:lnTo>
                    <a:pt x="3738" y="4153"/>
                  </a:lnTo>
                  <a:lnTo>
                    <a:pt x="3741" y="4157"/>
                  </a:lnTo>
                  <a:lnTo>
                    <a:pt x="3756" y="4178"/>
                  </a:lnTo>
                  <a:lnTo>
                    <a:pt x="3771" y="4200"/>
                  </a:lnTo>
                  <a:lnTo>
                    <a:pt x="3785" y="4221"/>
                  </a:lnTo>
                  <a:lnTo>
                    <a:pt x="3799" y="4243"/>
                  </a:lnTo>
                  <a:lnTo>
                    <a:pt x="3825" y="4288"/>
                  </a:lnTo>
                  <a:lnTo>
                    <a:pt x="3849" y="4335"/>
                  </a:lnTo>
                  <a:lnTo>
                    <a:pt x="3872" y="4382"/>
                  </a:lnTo>
                  <a:lnTo>
                    <a:pt x="3893" y="4429"/>
                  </a:lnTo>
                  <a:lnTo>
                    <a:pt x="3913" y="4478"/>
                  </a:lnTo>
                  <a:lnTo>
                    <a:pt x="3932" y="4528"/>
                  </a:lnTo>
                  <a:lnTo>
                    <a:pt x="3939" y="4547"/>
                  </a:lnTo>
                  <a:lnTo>
                    <a:pt x="3945" y="4567"/>
                  </a:lnTo>
                  <a:lnTo>
                    <a:pt x="3951" y="4586"/>
                  </a:lnTo>
                  <a:lnTo>
                    <a:pt x="3956" y="4606"/>
                  </a:lnTo>
                  <a:lnTo>
                    <a:pt x="3971" y="4657"/>
                  </a:lnTo>
                  <a:lnTo>
                    <a:pt x="3984" y="4709"/>
                  </a:lnTo>
                  <a:lnTo>
                    <a:pt x="3996" y="4760"/>
                  </a:lnTo>
                  <a:lnTo>
                    <a:pt x="4005" y="4812"/>
                  </a:lnTo>
                  <a:lnTo>
                    <a:pt x="4010" y="4840"/>
                  </a:lnTo>
                  <a:lnTo>
                    <a:pt x="4013" y="4866"/>
                  </a:lnTo>
                  <a:lnTo>
                    <a:pt x="4016" y="4893"/>
                  </a:lnTo>
                  <a:lnTo>
                    <a:pt x="4019" y="4920"/>
                  </a:lnTo>
                  <a:lnTo>
                    <a:pt x="4021" y="4947"/>
                  </a:lnTo>
                  <a:lnTo>
                    <a:pt x="4023" y="4974"/>
                  </a:lnTo>
                  <a:lnTo>
                    <a:pt x="4024" y="5002"/>
                  </a:lnTo>
                  <a:lnTo>
                    <a:pt x="4024" y="5030"/>
                  </a:lnTo>
                  <a:lnTo>
                    <a:pt x="4024" y="5057"/>
                  </a:lnTo>
                  <a:lnTo>
                    <a:pt x="4023" y="5085"/>
                  </a:lnTo>
                  <a:lnTo>
                    <a:pt x="4021" y="5112"/>
                  </a:lnTo>
                  <a:lnTo>
                    <a:pt x="4019" y="5139"/>
                  </a:lnTo>
                  <a:lnTo>
                    <a:pt x="4016" y="5165"/>
                  </a:lnTo>
                  <a:lnTo>
                    <a:pt x="4013" y="5193"/>
                  </a:lnTo>
                  <a:lnTo>
                    <a:pt x="4010" y="5219"/>
                  </a:lnTo>
                  <a:lnTo>
                    <a:pt x="4005" y="5246"/>
                  </a:lnTo>
                  <a:lnTo>
                    <a:pt x="3996" y="5298"/>
                  </a:lnTo>
                  <a:lnTo>
                    <a:pt x="3984" y="5350"/>
                  </a:lnTo>
                  <a:lnTo>
                    <a:pt x="3971" y="5402"/>
                  </a:lnTo>
                  <a:lnTo>
                    <a:pt x="3956" y="5452"/>
                  </a:lnTo>
                  <a:close/>
                  <a:moveTo>
                    <a:pt x="3018" y="14586"/>
                  </a:moveTo>
                  <a:lnTo>
                    <a:pt x="3017" y="14612"/>
                  </a:lnTo>
                  <a:lnTo>
                    <a:pt x="3015" y="14637"/>
                  </a:lnTo>
                  <a:lnTo>
                    <a:pt x="3012" y="14663"/>
                  </a:lnTo>
                  <a:lnTo>
                    <a:pt x="3008" y="14688"/>
                  </a:lnTo>
                  <a:lnTo>
                    <a:pt x="3002" y="14712"/>
                  </a:lnTo>
                  <a:lnTo>
                    <a:pt x="2996" y="14736"/>
                  </a:lnTo>
                  <a:lnTo>
                    <a:pt x="2988" y="14759"/>
                  </a:lnTo>
                  <a:lnTo>
                    <a:pt x="2979" y="14782"/>
                  </a:lnTo>
                  <a:lnTo>
                    <a:pt x="2969" y="14804"/>
                  </a:lnTo>
                  <a:lnTo>
                    <a:pt x="2958" y="14827"/>
                  </a:lnTo>
                  <a:lnTo>
                    <a:pt x="2946" y="14847"/>
                  </a:lnTo>
                  <a:lnTo>
                    <a:pt x="2933" y="14868"/>
                  </a:lnTo>
                  <a:lnTo>
                    <a:pt x="2919" y="14887"/>
                  </a:lnTo>
                  <a:lnTo>
                    <a:pt x="2903" y="14906"/>
                  </a:lnTo>
                  <a:lnTo>
                    <a:pt x="2887" y="14924"/>
                  </a:lnTo>
                  <a:lnTo>
                    <a:pt x="2871" y="14942"/>
                  </a:lnTo>
                  <a:lnTo>
                    <a:pt x="2853" y="14958"/>
                  </a:lnTo>
                  <a:lnTo>
                    <a:pt x="2835" y="14974"/>
                  </a:lnTo>
                  <a:lnTo>
                    <a:pt x="2816" y="14989"/>
                  </a:lnTo>
                  <a:lnTo>
                    <a:pt x="2796" y="15004"/>
                  </a:lnTo>
                  <a:lnTo>
                    <a:pt x="2776" y="15017"/>
                  </a:lnTo>
                  <a:lnTo>
                    <a:pt x="2755" y="15029"/>
                  </a:lnTo>
                  <a:lnTo>
                    <a:pt x="2733" y="15040"/>
                  </a:lnTo>
                  <a:lnTo>
                    <a:pt x="2711" y="15050"/>
                  </a:lnTo>
                  <a:lnTo>
                    <a:pt x="2688" y="15059"/>
                  </a:lnTo>
                  <a:lnTo>
                    <a:pt x="2665" y="15067"/>
                  </a:lnTo>
                  <a:lnTo>
                    <a:pt x="2641" y="15073"/>
                  </a:lnTo>
                  <a:lnTo>
                    <a:pt x="2617" y="15079"/>
                  </a:lnTo>
                  <a:lnTo>
                    <a:pt x="2592" y="15083"/>
                  </a:lnTo>
                  <a:lnTo>
                    <a:pt x="2566" y="15086"/>
                  </a:lnTo>
                  <a:lnTo>
                    <a:pt x="2541" y="15088"/>
                  </a:lnTo>
                  <a:lnTo>
                    <a:pt x="2515" y="15089"/>
                  </a:lnTo>
                  <a:lnTo>
                    <a:pt x="2489" y="15088"/>
                  </a:lnTo>
                  <a:lnTo>
                    <a:pt x="2464" y="15086"/>
                  </a:lnTo>
                  <a:lnTo>
                    <a:pt x="2439" y="15083"/>
                  </a:lnTo>
                  <a:lnTo>
                    <a:pt x="2414" y="15079"/>
                  </a:lnTo>
                  <a:lnTo>
                    <a:pt x="2389" y="15073"/>
                  </a:lnTo>
                  <a:lnTo>
                    <a:pt x="2365" y="15067"/>
                  </a:lnTo>
                  <a:lnTo>
                    <a:pt x="2342" y="15059"/>
                  </a:lnTo>
                  <a:lnTo>
                    <a:pt x="2319" y="15050"/>
                  </a:lnTo>
                  <a:lnTo>
                    <a:pt x="2297" y="15040"/>
                  </a:lnTo>
                  <a:lnTo>
                    <a:pt x="2276" y="15029"/>
                  </a:lnTo>
                  <a:lnTo>
                    <a:pt x="2255" y="15017"/>
                  </a:lnTo>
                  <a:lnTo>
                    <a:pt x="2233" y="15004"/>
                  </a:lnTo>
                  <a:lnTo>
                    <a:pt x="2214" y="14989"/>
                  </a:lnTo>
                  <a:lnTo>
                    <a:pt x="2195" y="14974"/>
                  </a:lnTo>
                  <a:lnTo>
                    <a:pt x="2177" y="14958"/>
                  </a:lnTo>
                  <a:lnTo>
                    <a:pt x="2159" y="14942"/>
                  </a:lnTo>
                  <a:lnTo>
                    <a:pt x="2143" y="14924"/>
                  </a:lnTo>
                  <a:lnTo>
                    <a:pt x="2127" y="14906"/>
                  </a:lnTo>
                  <a:lnTo>
                    <a:pt x="2112" y="14887"/>
                  </a:lnTo>
                  <a:lnTo>
                    <a:pt x="2098" y="14868"/>
                  </a:lnTo>
                  <a:lnTo>
                    <a:pt x="2085" y="14847"/>
                  </a:lnTo>
                  <a:lnTo>
                    <a:pt x="2073" y="14827"/>
                  </a:lnTo>
                  <a:lnTo>
                    <a:pt x="2061" y="14804"/>
                  </a:lnTo>
                  <a:lnTo>
                    <a:pt x="2051" y="14782"/>
                  </a:lnTo>
                  <a:lnTo>
                    <a:pt x="2042" y="14759"/>
                  </a:lnTo>
                  <a:lnTo>
                    <a:pt x="2035" y="14736"/>
                  </a:lnTo>
                  <a:lnTo>
                    <a:pt x="2028" y="14712"/>
                  </a:lnTo>
                  <a:lnTo>
                    <a:pt x="2022" y="14688"/>
                  </a:lnTo>
                  <a:lnTo>
                    <a:pt x="2018" y="14663"/>
                  </a:lnTo>
                  <a:lnTo>
                    <a:pt x="2015" y="14637"/>
                  </a:lnTo>
                  <a:lnTo>
                    <a:pt x="2013" y="14612"/>
                  </a:lnTo>
                  <a:lnTo>
                    <a:pt x="2012" y="14586"/>
                  </a:lnTo>
                  <a:lnTo>
                    <a:pt x="2012" y="7493"/>
                  </a:lnTo>
                  <a:lnTo>
                    <a:pt x="2074" y="7505"/>
                  </a:lnTo>
                  <a:lnTo>
                    <a:pt x="2135" y="7515"/>
                  </a:lnTo>
                  <a:lnTo>
                    <a:pt x="2197" y="7524"/>
                  </a:lnTo>
                  <a:lnTo>
                    <a:pt x="2260" y="7531"/>
                  </a:lnTo>
                  <a:lnTo>
                    <a:pt x="2323" y="7537"/>
                  </a:lnTo>
                  <a:lnTo>
                    <a:pt x="2386" y="7542"/>
                  </a:lnTo>
                  <a:lnTo>
                    <a:pt x="2451" y="7544"/>
                  </a:lnTo>
                  <a:lnTo>
                    <a:pt x="2515" y="7545"/>
                  </a:lnTo>
                  <a:lnTo>
                    <a:pt x="2580" y="7544"/>
                  </a:lnTo>
                  <a:lnTo>
                    <a:pt x="2644" y="7542"/>
                  </a:lnTo>
                  <a:lnTo>
                    <a:pt x="2707" y="7537"/>
                  </a:lnTo>
                  <a:lnTo>
                    <a:pt x="2771" y="7531"/>
                  </a:lnTo>
                  <a:lnTo>
                    <a:pt x="2833" y="7524"/>
                  </a:lnTo>
                  <a:lnTo>
                    <a:pt x="2895" y="7515"/>
                  </a:lnTo>
                  <a:lnTo>
                    <a:pt x="2957" y="7505"/>
                  </a:lnTo>
                  <a:lnTo>
                    <a:pt x="3018" y="7493"/>
                  </a:lnTo>
                  <a:lnTo>
                    <a:pt x="3018" y="14586"/>
                  </a:lnTo>
                  <a:close/>
                  <a:moveTo>
                    <a:pt x="2012" y="1509"/>
                  </a:moveTo>
                  <a:lnTo>
                    <a:pt x="2013" y="1483"/>
                  </a:lnTo>
                  <a:lnTo>
                    <a:pt x="2015" y="1458"/>
                  </a:lnTo>
                  <a:lnTo>
                    <a:pt x="2018" y="1432"/>
                  </a:lnTo>
                  <a:lnTo>
                    <a:pt x="2022" y="1407"/>
                  </a:lnTo>
                  <a:lnTo>
                    <a:pt x="2028" y="1383"/>
                  </a:lnTo>
                  <a:lnTo>
                    <a:pt x="2035" y="1359"/>
                  </a:lnTo>
                  <a:lnTo>
                    <a:pt x="2042" y="1336"/>
                  </a:lnTo>
                  <a:lnTo>
                    <a:pt x="2051" y="1313"/>
                  </a:lnTo>
                  <a:lnTo>
                    <a:pt x="2061" y="1291"/>
                  </a:lnTo>
                  <a:lnTo>
                    <a:pt x="2073" y="1269"/>
                  </a:lnTo>
                  <a:lnTo>
                    <a:pt x="2085" y="1248"/>
                  </a:lnTo>
                  <a:lnTo>
                    <a:pt x="2098" y="1227"/>
                  </a:lnTo>
                  <a:lnTo>
                    <a:pt x="2112" y="1208"/>
                  </a:lnTo>
                  <a:lnTo>
                    <a:pt x="2127" y="1189"/>
                  </a:lnTo>
                  <a:lnTo>
                    <a:pt x="2143" y="1171"/>
                  </a:lnTo>
                  <a:lnTo>
                    <a:pt x="2159" y="1153"/>
                  </a:lnTo>
                  <a:lnTo>
                    <a:pt x="2177" y="1137"/>
                  </a:lnTo>
                  <a:lnTo>
                    <a:pt x="2195" y="1121"/>
                  </a:lnTo>
                  <a:lnTo>
                    <a:pt x="2214" y="1106"/>
                  </a:lnTo>
                  <a:lnTo>
                    <a:pt x="2233" y="1091"/>
                  </a:lnTo>
                  <a:lnTo>
                    <a:pt x="2255" y="1078"/>
                  </a:lnTo>
                  <a:lnTo>
                    <a:pt x="2276" y="1066"/>
                  </a:lnTo>
                  <a:lnTo>
                    <a:pt x="2297" y="1055"/>
                  </a:lnTo>
                  <a:lnTo>
                    <a:pt x="2319" y="1045"/>
                  </a:lnTo>
                  <a:lnTo>
                    <a:pt x="2342" y="1036"/>
                  </a:lnTo>
                  <a:lnTo>
                    <a:pt x="2365" y="1029"/>
                  </a:lnTo>
                  <a:lnTo>
                    <a:pt x="2389" y="1022"/>
                  </a:lnTo>
                  <a:lnTo>
                    <a:pt x="2414" y="1016"/>
                  </a:lnTo>
                  <a:lnTo>
                    <a:pt x="2439" y="1012"/>
                  </a:lnTo>
                  <a:lnTo>
                    <a:pt x="2464" y="1009"/>
                  </a:lnTo>
                  <a:lnTo>
                    <a:pt x="2489" y="1007"/>
                  </a:lnTo>
                  <a:lnTo>
                    <a:pt x="2515" y="1006"/>
                  </a:lnTo>
                  <a:lnTo>
                    <a:pt x="2541" y="1007"/>
                  </a:lnTo>
                  <a:lnTo>
                    <a:pt x="2566" y="1009"/>
                  </a:lnTo>
                  <a:lnTo>
                    <a:pt x="2592" y="1012"/>
                  </a:lnTo>
                  <a:lnTo>
                    <a:pt x="2617" y="1016"/>
                  </a:lnTo>
                  <a:lnTo>
                    <a:pt x="2641" y="1022"/>
                  </a:lnTo>
                  <a:lnTo>
                    <a:pt x="2665" y="1029"/>
                  </a:lnTo>
                  <a:lnTo>
                    <a:pt x="2688" y="1036"/>
                  </a:lnTo>
                  <a:lnTo>
                    <a:pt x="2711" y="1045"/>
                  </a:lnTo>
                  <a:lnTo>
                    <a:pt x="2733" y="1055"/>
                  </a:lnTo>
                  <a:lnTo>
                    <a:pt x="2755" y="1066"/>
                  </a:lnTo>
                  <a:lnTo>
                    <a:pt x="2776" y="1078"/>
                  </a:lnTo>
                  <a:lnTo>
                    <a:pt x="2796" y="1091"/>
                  </a:lnTo>
                  <a:lnTo>
                    <a:pt x="2816" y="1106"/>
                  </a:lnTo>
                  <a:lnTo>
                    <a:pt x="2835" y="1121"/>
                  </a:lnTo>
                  <a:lnTo>
                    <a:pt x="2853" y="1137"/>
                  </a:lnTo>
                  <a:lnTo>
                    <a:pt x="2871" y="1153"/>
                  </a:lnTo>
                  <a:lnTo>
                    <a:pt x="2887" y="1171"/>
                  </a:lnTo>
                  <a:lnTo>
                    <a:pt x="2903" y="1189"/>
                  </a:lnTo>
                  <a:lnTo>
                    <a:pt x="2919" y="1208"/>
                  </a:lnTo>
                  <a:lnTo>
                    <a:pt x="2933" y="1227"/>
                  </a:lnTo>
                  <a:lnTo>
                    <a:pt x="2946" y="1248"/>
                  </a:lnTo>
                  <a:lnTo>
                    <a:pt x="2958" y="1269"/>
                  </a:lnTo>
                  <a:lnTo>
                    <a:pt x="2969" y="1291"/>
                  </a:lnTo>
                  <a:lnTo>
                    <a:pt x="2979" y="1313"/>
                  </a:lnTo>
                  <a:lnTo>
                    <a:pt x="2988" y="1336"/>
                  </a:lnTo>
                  <a:lnTo>
                    <a:pt x="2996" y="1359"/>
                  </a:lnTo>
                  <a:lnTo>
                    <a:pt x="3002" y="1383"/>
                  </a:lnTo>
                  <a:lnTo>
                    <a:pt x="3008" y="1407"/>
                  </a:lnTo>
                  <a:lnTo>
                    <a:pt x="3012" y="1432"/>
                  </a:lnTo>
                  <a:lnTo>
                    <a:pt x="3015" y="1458"/>
                  </a:lnTo>
                  <a:lnTo>
                    <a:pt x="3017" y="1483"/>
                  </a:lnTo>
                  <a:lnTo>
                    <a:pt x="3018" y="1509"/>
                  </a:lnTo>
                  <a:lnTo>
                    <a:pt x="3018" y="2565"/>
                  </a:lnTo>
                  <a:lnTo>
                    <a:pt x="2957" y="2554"/>
                  </a:lnTo>
                  <a:lnTo>
                    <a:pt x="2895" y="2543"/>
                  </a:lnTo>
                  <a:lnTo>
                    <a:pt x="2833" y="2535"/>
                  </a:lnTo>
                  <a:lnTo>
                    <a:pt x="2771" y="2528"/>
                  </a:lnTo>
                  <a:lnTo>
                    <a:pt x="2707" y="2522"/>
                  </a:lnTo>
                  <a:lnTo>
                    <a:pt x="2644" y="2518"/>
                  </a:lnTo>
                  <a:lnTo>
                    <a:pt x="2580" y="2516"/>
                  </a:lnTo>
                  <a:lnTo>
                    <a:pt x="2515" y="2515"/>
                  </a:lnTo>
                  <a:lnTo>
                    <a:pt x="2451" y="2516"/>
                  </a:lnTo>
                  <a:lnTo>
                    <a:pt x="2386" y="2518"/>
                  </a:lnTo>
                  <a:lnTo>
                    <a:pt x="2323" y="2522"/>
                  </a:lnTo>
                  <a:lnTo>
                    <a:pt x="2260" y="2528"/>
                  </a:lnTo>
                  <a:lnTo>
                    <a:pt x="2197" y="2535"/>
                  </a:lnTo>
                  <a:lnTo>
                    <a:pt x="2135" y="2543"/>
                  </a:lnTo>
                  <a:lnTo>
                    <a:pt x="2074" y="2554"/>
                  </a:lnTo>
                  <a:lnTo>
                    <a:pt x="2012" y="2565"/>
                  </a:lnTo>
                  <a:lnTo>
                    <a:pt x="2012" y="1509"/>
                  </a:lnTo>
                  <a:close/>
                  <a:moveTo>
                    <a:pt x="4024" y="3029"/>
                  </a:moveTo>
                  <a:lnTo>
                    <a:pt x="4024" y="1509"/>
                  </a:lnTo>
                  <a:lnTo>
                    <a:pt x="4022" y="1431"/>
                  </a:lnTo>
                  <a:lnTo>
                    <a:pt x="4016" y="1355"/>
                  </a:lnTo>
                  <a:lnTo>
                    <a:pt x="4007" y="1280"/>
                  </a:lnTo>
                  <a:lnTo>
                    <a:pt x="3994" y="1205"/>
                  </a:lnTo>
                  <a:lnTo>
                    <a:pt x="3977" y="1133"/>
                  </a:lnTo>
                  <a:lnTo>
                    <a:pt x="3956" y="1060"/>
                  </a:lnTo>
                  <a:lnTo>
                    <a:pt x="3933" y="991"/>
                  </a:lnTo>
                  <a:lnTo>
                    <a:pt x="3905" y="922"/>
                  </a:lnTo>
                  <a:lnTo>
                    <a:pt x="3875" y="855"/>
                  </a:lnTo>
                  <a:lnTo>
                    <a:pt x="3842" y="791"/>
                  </a:lnTo>
                  <a:lnTo>
                    <a:pt x="3806" y="727"/>
                  </a:lnTo>
                  <a:lnTo>
                    <a:pt x="3766" y="666"/>
                  </a:lnTo>
                  <a:lnTo>
                    <a:pt x="3724" y="607"/>
                  </a:lnTo>
                  <a:lnTo>
                    <a:pt x="3679" y="549"/>
                  </a:lnTo>
                  <a:lnTo>
                    <a:pt x="3632" y="495"/>
                  </a:lnTo>
                  <a:lnTo>
                    <a:pt x="3581" y="443"/>
                  </a:lnTo>
                  <a:lnTo>
                    <a:pt x="3529" y="392"/>
                  </a:lnTo>
                  <a:lnTo>
                    <a:pt x="3475" y="345"/>
                  </a:lnTo>
                  <a:lnTo>
                    <a:pt x="3417" y="300"/>
                  </a:lnTo>
                  <a:lnTo>
                    <a:pt x="3358" y="259"/>
                  </a:lnTo>
                  <a:lnTo>
                    <a:pt x="3297" y="219"/>
                  </a:lnTo>
                  <a:lnTo>
                    <a:pt x="3233" y="182"/>
                  </a:lnTo>
                  <a:lnTo>
                    <a:pt x="3169" y="149"/>
                  </a:lnTo>
                  <a:lnTo>
                    <a:pt x="3102" y="119"/>
                  </a:lnTo>
                  <a:lnTo>
                    <a:pt x="3033" y="92"/>
                  </a:lnTo>
                  <a:lnTo>
                    <a:pt x="2963" y="68"/>
                  </a:lnTo>
                  <a:lnTo>
                    <a:pt x="2891" y="47"/>
                  </a:lnTo>
                  <a:lnTo>
                    <a:pt x="2819" y="31"/>
                  </a:lnTo>
                  <a:lnTo>
                    <a:pt x="2745" y="17"/>
                  </a:lnTo>
                  <a:lnTo>
                    <a:pt x="2669" y="8"/>
                  </a:lnTo>
                  <a:lnTo>
                    <a:pt x="2593" y="2"/>
                  </a:lnTo>
                  <a:lnTo>
                    <a:pt x="2515" y="0"/>
                  </a:lnTo>
                  <a:lnTo>
                    <a:pt x="2438" y="2"/>
                  </a:lnTo>
                  <a:lnTo>
                    <a:pt x="2361" y="8"/>
                  </a:lnTo>
                  <a:lnTo>
                    <a:pt x="2286" y="17"/>
                  </a:lnTo>
                  <a:lnTo>
                    <a:pt x="2211" y="31"/>
                  </a:lnTo>
                  <a:lnTo>
                    <a:pt x="2138" y="47"/>
                  </a:lnTo>
                  <a:lnTo>
                    <a:pt x="2067" y="68"/>
                  </a:lnTo>
                  <a:lnTo>
                    <a:pt x="1997" y="92"/>
                  </a:lnTo>
                  <a:lnTo>
                    <a:pt x="1929" y="119"/>
                  </a:lnTo>
                  <a:lnTo>
                    <a:pt x="1861" y="149"/>
                  </a:lnTo>
                  <a:lnTo>
                    <a:pt x="1796" y="182"/>
                  </a:lnTo>
                  <a:lnTo>
                    <a:pt x="1734" y="219"/>
                  </a:lnTo>
                  <a:lnTo>
                    <a:pt x="1672" y="259"/>
                  </a:lnTo>
                  <a:lnTo>
                    <a:pt x="1613" y="300"/>
                  </a:lnTo>
                  <a:lnTo>
                    <a:pt x="1555" y="345"/>
                  </a:lnTo>
                  <a:lnTo>
                    <a:pt x="1501" y="392"/>
                  </a:lnTo>
                  <a:lnTo>
                    <a:pt x="1449" y="443"/>
                  </a:lnTo>
                  <a:lnTo>
                    <a:pt x="1399" y="495"/>
                  </a:lnTo>
                  <a:lnTo>
                    <a:pt x="1351" y="549"/>
                  </a:lnTo>
                  <a:lnTo>
                    <a:pt x="1306" y="607"/>
                  </a:lnTo>
                  <a:lnTo>
                    <a:pt x="1264" y="666"/>
                  </a:lnTo>
                  <a:lnTo>
                    <a:pt x="1225" y="727"/>
                  </a:lnTo>
                  <a:lnTo>
                    <a:pt x="1188" y="791"/>
                  </a:lnTo>
                  <a:lnTo>
                    <a:pt x="1155" y="855"/>
                  </a:lnTo>
                  <a:lnTo>
                    <a:pt x="1125" y="922"/>
                  </a:lnTo>
                  <a:lnTo>
                    <a:pt x="1098" y="991"/>
                  </a:lnTo>
                  <a:lnTo>
                    <a:pt x="1075" y="1060"/>
                  </a:lnTo>
                  <a:lnTo>
                    <a:pt x="1054" y="1133"/>
                  </a:lnTo>
                  <a:lnTo>
                    <a:pt x="1037" y="1205"/>
                  </a:lnTo>
                  <a:lnTo>
                    <a:pt x="1023" y="1280"/>
                  </a:lnTo>
                  <a:lnTo>
                    <a:pt x="1014" y="1355"/>
                  </a:lnTo>
                  <a:lnTo>
                    <a:pt x="1008" y="1431"/>
                  </a:lnTo>
                  <a:lnTo>
                    <a:pt x="1006" y="1509"/>
                  </a:lnTo>
                  <a:lnTo>
                    <a:pt x="1006" y="3029"/>
                  </a:lnTo>
                  <a:lnTo>
                    <a:pt x="950" y="3073"/>
                  </a:lnTo>
                  <a:lnTo>
                    <a:pt x="895" y="3118"/>
                  </a:lnTo>
                  <a:lnTo>
                    <a:pt x="841" y="3165"/>
                  </a:lnTo>
                  <a:lnTo>
                    <a:pt x="789" y="3213"/>
                  </a:lnTo>
                  <a:lnTo>
                    <a:pt x="738" y="3263"/>
                  </a:lnTo>
                  <a:lnTo>
                    <a:pt x="687" y="3314"/>
                  </a:lnTo>
                  <a:lnTo>
                    <a:pt x="639" y="3366"/>
                  </a:lnTo>
                  <a:lnTo>
                    <a:pt x="593" y="3420"/>
                  </a:lnTo>
                  <a:lnTo>
                    <a:pt x="548" y="3476"/>
                  </a:lnTo>
                  <a:lnTo>
                    <a:pt x="503" y="3532"/>
                  </a:lnTo>
                  <a:lnTo>
                    <a:pt x="461" y="3589"/>
                  </a:lnTo>
                  <a:lnTo>
                    <a:pt x="421" y="3648"/>
                  </a:lnTo>
                  <a:lnTo>
                    <a:pt x="382" y="3708"/>
                  </a:lnTo>
                  <a:lnTo>
                    <a:pt x="344" y="3768"/>
                  </a:lnTo>
                  <a:lnTo>
                    <a:pt x="309" y="3831"/>
                  </a:lnTo>
                  <a:lnTo>
                    <a:pt x="276" y="3894"/>
                  </a:lnTo>
                  <a:lnTo>
                    <a:pt x="244" y="3958"/>
                  </a:lnTo>
                  <a:lnTo>
                    <a:pt x="214" y="4024"/>
                  </a:lnTo>
                  <a:lnTo>
                    <a:pt x="184" y="4090"/>
                  </a:lnTo>
                  <a:lnTo>
                    <a:pt x="158" y="4158"/>
                  </a:lnTo>
                  <a:lnTo>
                    <a:pt x="134" y="4226"/>
                  </a:lnTo>
                  <a:lnTo>
                    <a:pt x="111" y="4294"/>
                  </a:lnTo>
                  <a:lnTo>
                    <a:pt x="91" y="4365"/>
                  </a:lnTo>
                  <a:lnTo>
                    <a:pt x="72" y="4435"/>
                  </a:lnTo>
                  <a:lnTo>
                    <a:pt x="56" y="4508"/>
                  </a:lnTo>
                  <a:lnTo>
                    <a:pt x="42" y="4580"/>
                  </a:lnTo>
                  <a:lnTo>
                    <a:pt x="28" y="4653"/>
                  </a:lnTo>
                  <a:lnTo>
                    <a:pt x="18" y="4727"/>
                  </a:lnTo>
                  <a:lnTo>
                    <a:pt x="10" y="4801"/>
                  </a:lnTo>
                  <a:lnTo>
                    <a:pt x="5" y="4877"/>
                  </a:lnTo>
                  <a:lnTo>
                    <a:pt x="1" y="4953"/>
                  </a:lnTo>
                  <a:lnTo>
                    <a:pt x="0" y="5030"/>
                  </a:lnTo>
                  <a:lnTo>
                    <a:pt x="1" y="5106"/>
                  </a:lnTo>
                  <a:lnTo>
                    <a:pt x="5" y="5183"/>
                  </a:lnTo>
                  <a:lnTo>
                    <a:pt x="10" y="5258"/>
                  </a:lnTo>
                  <a:lnTo>
                    <a:pt x="18" y="5332"/>
                  </a:lnTo>
                  <a:lnTo>
                    <a:pt x="28" y="5407"/>
                  </a:lnTo>
                  <a:lnTo>
                    <a:pt x="42" y="5479"/>
                  </a:lnTo>
                  <a:lnTo>
                    <a:pt x="56" y="5552"/>
                  </a:lnTo>
                  <a:lnTo>
                    <a:pt x="72" y="5624"/>
                  </a:lnTo>
                  <a:lnTo>
                    <a:pt x="91" y="5695"/>
                  </a:lnTo>
                  <a:lnTo>
                    <a:pt x="111" y="5765"/>
                  </a:lnTo>
                  <a:lnTo>
                    <a:pt x="134" y="5834"/>
                  </a:lnTo>
                  <a:lnTo>
                    <a:pt x="158" y="5902"/>
                  </a:lnTo>
                  <a:lnTo>
                    <a:pt x="184" y="5969"/>
                  </a:lnTo>
                  <a:lnTo>
                    <a:pt x="214" y="6036"/>
                  </a:lnTo>
                  <a:lnTo>
                    <a:pt x="244" y="6101"/>
                  </a:lnTo>
                  <a:lnTo>
                    <a:pt x="276" y="6165"/>
                  </a:lnTo>
                  <a:lnTo>
                    <a:pt x="309" y="6229"/>
                  </a:lnTo>
                  <a:lnTo>
                    <a:pt x="344" y="6291"/>
                  </a:lnTo>
                  <a:lnTo>
                    <a:pt x="382" y="6351"/>
                  </a:lnTo>
                  <a:lnTo>
                    <a:pt x="421" y="6412"/>
                  </a:lnTo>
                  <a:lnTo>
                    <a:pt x="461" y="6470"/>
                  </a:lnTo>
                  <a:lnTo>
                    <a:pt x="503" y="6529"/>
                  </a:lnTo>
                  <a:lnTo>
                    <a:pt x="548" y="6584"/>
                  </a:lnTo>
                  <a:lnTo>
                    <a:pt x="593" y="6639"/>
                  </a:lnTo>
                  <a:lnTo>
                    <a:pt x="639" y="6694"/>
                  </a:lnTo>
                  <a:lnTo>
                    <a:pt x="687" y="6746"/>
                  </a:lnTo>
                  <a:lnTo>
                    <a:pt x="738" y="6796"/>
                  </a:lnTo>
                  <a:lnTo>
                    <a:pt x="789" y="6846"/>
                  </a:lnTo>
                  <a:lnTo>
                    <a:pt x="841" y="6895"/>
                  </a:lnTo>
                  <a:lnTo>
                    <a:pt x="895" y="6941"/>
                  </a:lnTo>
                  <a:lnTo>
                    <a:pt x="950" y="6986"/>
                  </a:lnTo>
                  <a:lnTo>
                    <a:pt x="1006" y="7030"/>
                  </a:lnTo>
                  <a:lnTo>
                    <a:pt x="1006" y="14586"/>
                  </a:lnTo>
                  <a:lnTo>
                    <a:pt x="1008" y="14664"/>
                  </a:lnTo>
                  <a:lnTo>
                    <a:pt x="1014" y="14740"/>
                  </a:lnTo>
                  <a:lnTo>
                    <a:pt x="1023" y="14815"/>
                  </a:lnTo>
                  <a:lnTo>
                    <a:pt x="1037" y="14890"/>
                  </a:lnTo>
                  <a:lnTo>
                    <a:pt x="1054" y="14962"/>
                  </a:lnTo>
                  <a:lnTo>
                    <a:pt x="1075" y="15035"/>
                  </a:lnTo>
                  <a:lnTo>
                    <a:pt x="1098" y="15104"/>
                  </a:lnTo>
                  <a:lnTo>
                    <a:pt x="1125" y="15173"/>
                  </a:lnTo>
                  <a:lnTo>
                    <a:pt x="1155" y="15240"/>
                  </a:lnTo>
                  <a:lnTo>
                    <a:pt x="1188" y="15304"/>
                  </a:lnTo>
                  <a:lnTo>
                    <a:pt x="1225" y="15368"/>
                  </a:lnTo>
                  <a:lnTo>
                    <a:pt x="1264" y="15429"/>
                  </a:lnTo>
                  <a:lnTo>
                    <a:pt x="1306" y="15488"/>
                  </a:lnTo>
                  <a:lnTo>
                    <a:pt x="1351" y="15546"/>
                  </a:lnTo>
                  <a:lnTo>
                    <a:pt x="1399" y="15600"/>
                  </a:lnTo>
                  <a:lnTo>
                    <a:pt x="1449" y="15652"/>
                  </a:lnTo>
                  <a:lnTo>
                    <a:pt x="1501" y="15703"/>
                  </a:lnTo>
                  <a:lnTo>
                    <a:pt x="1555" y="15750"/>
                  </a:lnTo>
                  <a:lnTo>
                    <a:pt x="1613" y="15795"/>
                  </a:lnTo>
                  <a:lnTo>
                    <a:pt x="1672" y="15836"/>
                  </a:lnTo>
                  <a:lnTo>
                    <a:pt x="1734" y="15877"/>
                  </a:lnTo>
                  <a:lnTo>
                    <a:pt x="1796" y="15913"/>
                  </a:lnTo>
                  <a:lnTo>
                    <a:pt x="1861" y="15946"/>
                  </a:lnTo>
                  <a:lnTo>
                    <a:pt x="1929" y="15976"/>
                  </a:lnTo>
                  <a:lnTo>
                    <a:pt x="1997" y="16003"/>
                  </a:lnTo>
                  <a:lnTo>
                    <a:pt x="2067" y="16027"/>
                  </a:lnTo>
                  <a:lnTo>
                    <a:pt x="2138" y="16048"/>
                  </a:lnTo>
                  <a:lnTo>
                    <a:pt x="2211" y="16064"/>
                  </a:lnTo>
                  <a:lnTo>
                    <a:pt x="2286" y="16078"/>
                  </a:lnTo>
                  <a:lnTo>
                    <a:pt x="2361" y="16087"/>
                  </a:lnTo>
                  <a:lnTo>
                    <a:pt x="2438" y="16093"/>
                  </a:lnTo>
                  <a:lnTo>
                    <a:pt x="2515" y="16095"/>
                  </a:lnTo>
                  <a:lnTo>
                    <a:pt x="2593" y="16093"/>
                  </a:lnTo>
                  <a:lnTo>
                    <a:pt x="2669" y="16087"/>
                  </a:lnTo>
                  <a:lnTo>
                    <a:pt x="2745" y="16078"/>
                  </a:lnTo>
                  <a:lnTo>
                    <a:pt x="2819" y="16064"/>
                  </a:lnTo>
                  <a:lnTo>
                    <a:pt x="2891" y="16048"/>
                  </a:lnTo>
                  <a:lnTo>
                    <a:pt x="2963" y="16027"/>
                  </a:lnTo>
                  <a:lnTo>
                    <a:pt x="3033" y="16003"/>
                  </a:lnTo>
                  <a:lnTo>
                    <a:pt x="3102" y="15976"/>
                  </a:lnTo>
                  <a:lnTo>
                    <a:pt x="3169" y="15946"/>
                  </a:lnTo>
                  <a:lnTo>
                    <a:pt x="3233" y="15913"/>
                  </a:lnTo>
                  <a:lnTo>
                    <a:pt x="3297" y="15877"/>
                  </a:lnTo>
                  <a:lnTo>
                    <a:pt x="3358" y="15836"/>
                  </a:lnTo>
                  <a:lnTo>
                    <a:pt x="3417" y="15795"/>
                  </a:lnTo>
                  <a:lnTo>
                    <a:pt x="3475" y="15750"/>
                  </a:lnTo>
                  <a:lnTo>
                    <a:pt x="3529" y="15703"/>
                  </a:lnTo>
                  <a:lnTo>
                    <a:pt x="3581" y="15652"/>
                  </a:lnTo>
                  <a:lnTo>
                    <a:pt x="3632" y="15600"/>
                  </a:lnTo>
                  <a:lnTo>
                    <a:pt x="3679" y="15546"/>
                  </a:lnTo>
                  <a:lnTo>
                    <a:pt x="3724" y="15488"/>
                  </a:lnTo>
                  <a:lnTo>
                    <a:pt x="3766" y="15429"/>
                  </a:lnTo>
                  <a:lnTo>
                    <a:pt x="3806" y="15368"/>
                  </a:lnTo>
                  <a:lnTo>
                    <a:pt x="3842" y="15304"/>
                  </a:lnTo>
                  <a:lnTo>
                    <a:pt x="3875" y="15240"/>
                  </a:lnTo>
                  <a:lnTo>
                    <a:pt x="3905" y="15173"/>
                  </a:lnTo>
                  <a:lnTo>
                    <a:pt x="3933" y="15104"/>
                  </a:lnTo>
                  <a:lnTo>
                    <a:pt x="3956" y="15035"/>
                  </a:lnTo>
                  <a:lnTo>
                    <a:pt x="3977" y="14962"/>
                  </a:lnTo>
                  <a:lnTo>
                    <a:pt x="3994" y="14890"/>
                  </a:lnTo>
                  <a:lnTo>
                    <a:pt x="4007" y="14815"/>
                  </a:lnTo>
                  <a:lnTo>
                    <a:pt x="4016" y="14740"/>
                  </a:lnTo>
                  <a:lnTo>
                    <a:pt x="4022" y="14664"/>
                  </a:lnTo>
                  <a:lnTo>
                    <a:pt x="4024" y="14586"/>
                  </a:lnTo>
                  <a:lnTo>
                    <a:pt x="4024" y="7030"/>
                  </a:lnTo>
                  <a:lnTo>
                    <a:pt x="4080" y="6986"/>
                  </a:lnTo>
                  <a:lnTo>
                    <a:pt x="4136" y="6941"/>
                  </a:lnTo>
                  <a:lnTo>
                    <a:pt x="4189" y="6895"/>
                  </a:lnTo>
                  <a:lnTo>
                    <a:pt x="4241" y="6846"/>
                  </a:lnTo>
                  <a:lnTo>
                    <a:pt x="4293" y="6796"/>
                  </a:lnTo>
                  <a:lnTo>
                    <a:pt x="4343" y="6746"/>
                  </a:lnTo>
                  <a:lnTo>
                    <a:pt x="4391" y="6694"/>
                  </a:lnTo>
                  <a:lnTo>
                    <a:pt x="4438" y="6639"/>
                  </a:lnTo>
                  <a:lnTo>
                    <a:pt x="4483" y="6584"/>
                  </a:lnTo>
                  <a:lnTo>
                    <a:pt x="4527" y="6529"/>
                  </a:lnTo>
                  <a:lnTo>
                    <a:pt x="4569" y="6470"/>
                  </a:lnTo>
                  <a:lnTo>
                    <a:pt x="4610" y="6412"/>
                  </a:lnTo>
                  <a:lnTo>
                    <a:pt x="4649" y="6351"/>
                  </a:lnTo>
                  <a:lnTo>
                    <a:pt x="4686" y="6291"/>
                  </a:lnTo>
                  <a:lnTo>
                    <a:pt x="4721" y="6229"/>
                  </a:lnTo>
                  <a:lnTo>
                    <a:pt x="4754" y="6165"/>
                  </a:lnTo>
                  <a:lnTo>
                    <a:pt x="4787" y="6101"/>
                  </a:lnTo>
                  <a:lnTo>
                    <a:pt x="4817" y="6036"/>
                  </a:lnTo>
                  <a:lnTo>
                    <a:pt x="4846" y="5969"/>
                  </a:lnTo>
                  <a:lnTo>
                    <a:pt x="4872" y="5902"/>
                  </a:lnTo>
                  <a:lnTo>
                    <a:pt x="4896" y="5834"/>
                  </a:lnTo>
                  <a:lnTo>
                    <a:pt x="4919" y="5765"/>
                  </a:lnTo>
                  <a:lnTo>
                    <a:pt x="4939" y="5695"/>
                  </a:lnTo>
                  <a:lnTo>
                    <a:pt x="4959" y="5624"/>
                  </a:lnTo>
                  <a:lnTo>
                    <a:pt x="4975" y="5552"/>
                  </a:lnTo>
                  <a:lnTo>
                    <a:pt x="4989" y="5479"/>
                  </a:lnTo>
                  <a:lnTo>
                    <a:pt x="5002" y="5407"/>
                  </a:lnTo>
                  <a:lnTo>
                    <a:pt x="5012" y="5332"/>
                  </a:lnTo>
                  <a:lnTo>
                    <a:pt x="5020" y="5258"/>
                  </a:lnTo>
                  <a:lnTo>
                    <a:pt x="5025" y="5183"/>
                  </a:lnTo>
                  <a:lnTo>
                    <a:pt x="5029" y="5106"/>
                  </a:lnTo>
                  <a:lnTo>
                    <a:pt x="5030" y="5030"/>
                  </a:lnTo>
                  <a:lnTo>
                    <a:pt x="5029" y="4953"/>
                  </a:lnTo>
                  <a:lnTo>
                    <a:pt x="5025" y="4877"/>
                  </a:lnTo>
                  <a:lnTo>
                    <a:pt x="5020" y="4801"/>
                  </a:lnTo>
                  <a:lnTo>
                    <a:pt x="5012" y="4727"/>
                  </a:lnTo>
                  <a:lnTo>
                    <a:pt x="5002" y="4653"/>
                  </a:lnTo>
                  <a:lnTo>
                    <a:pt x="4989" y="4580"/>
                  </a:lnTo>
                  <a:lnTo>
                    <a:pt x="4975" y="4508"/>
                  </a:lnTo>
                  <a:lnTo>
                    <a:pt x="4959" y="4435"/>
                  </a:lnTo>
                  <a:lnTo>
                    <a:pt x="4939" y="4365"/>
                  </a:lnTo>
                  <a:lnTo>
                    <a:pt x="4919" y="4294"/>
                  </a:lnTo>
                  <a:lnTo>
                    <a:pt x="4896" y="4226"/>
                  </a:lnTo>
                  <a:lnTo>
                    <a:pt x="4872" y="4158"/>
                  </a:lnTo>
                  <a:lnTo>
                    <a:pt x="4846" y="4090"/>
                  </a:lnTo>
                  <a:lnTo>
                    <a:pt x="4817" y="4024"/>
                  </a:lnTo>
                  <a:lnTo>
                    <a:pt x="4787" y="3958"/>
                  </a:lnTo>
                  <a:lnTo>
                    <a:pt x="4754" y="3894"/>
                  </a:lnTo>
                  <a:lnTo>
                    <a:pt x="4721" y="3831"/>
                  </a:lnTo>
                  <a:lnTo>
                    <a:pt x="4686" y="3768"/>
                  </a:lnTo>
                  <a:lnTo>
                    <a:pt x="4649" y="3708"/>
                  </a:lnTo>
                  <a:lnTo>
                    <a:pt x="4610" y="3648"/>
                  </a:lnTo>
                  <a:lnTo>
                    <a:pt x="4569" y="3589"/>
                  </a:lnTo>
                  <a:lnTo>
                    <a:pt x="4527" y="3532"/>
                  </a:lnTo>
                  <a:lnTo>
                    <a:pt x="4483" y="3476"/>
                  </a:lnTo>
                  <a:lnTo>
                    <a:pt x="4438" y="3420"/>
                  </a:lnTo>
                  <a:lnTo>
                    <a:pt x="4391" y="3366"/>
                  </a:lnTo>
                  <a:lnTo>
                    <a:pt x="4343" y="3314"/>
                  </a:lnTo>
                  <a:lnTo>
                    <a:pt x="4293" y="3263"/>
                  </a:lnTo>
                  <a:lnTo>
                    <a:pt x="4241" y="3213"/>
                  </a:lnTo>
                  <a:lnTo>
                    <a:pt x="4189" y="3165"/>
                  </a:lnTo>
                  <a:lnTo>
                    <a:pt x="4136" y="3118"/>
                  </a:lnTo>
                  <a:lnTo>
                    <a:pt x="4080" y="3073"/>
                  </a:lnTo>
                  <a:lnTo>
                    <a:pt x="4024" y="30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78" name="Freeform 77"/>
            <p:cNvSpPr>
              <a:spLocks noEditPoints="1"/>
            </p:cNvSpPr>
            <p:nvPr/>
          </p:nvSpPr>
          <p:spPr bwMode="auto">
            <a:xfrm>
              <a:off x="3870325" y="4152900"/>
              <a:ext cx="214313" cy="690563"/>
            </a:xfrm>
            <a:custGeom>
              <a:avLst/>
              <a:gdLst>
                <a:gd name="T0" fmla="*/ 3784 w 5029"/>
                <a:gd name="T1" fmla="*/ 11873 h 16095"/>
                <a:gd name="T2" fmla="*/ 3571 w 5029"/>
                <a:gd name="T3" fmla="*/ 12135 h 16095"/>
                <a:gd name="T4" fmla="*/ 3349 w 5029"/>
                <a:gd name="T5" fmla="*/ 12315 h 16095"/>
                <a:gd name="T6" fmla="*/ 3045 w 5029"/>
                <a:gd name="T7" fmla="*/ 12472 h 16095"/>
                <a:gd name="T8" fmla="*/ 2677 w 5029"/>
                <a:gd name="T9" fmla="*/ 12564 h 16095"/>
                <a:gd name="T10" fmla="*/ 2287 w 5029"/>
                <a:gd name="T11" fmla="*/ 12555 h 16095"/>
                <a:gd name="T12" fmla="*/ 1931 w 5029"/>
                <a:gd name="T13" fmla="*/ 12450 h 16095"/>
                <a:gd name="T14" fmla="*/ 1632 w 5029"/>
                <a:gd name="T15" fmla="*/ 12281 h 16095"/>
                <a:gd name="T16" fmla="*/ 1400 w 5029"/>
                <a:gd name="T17" fmla="*/ 12074 h 16095"/>
                <a:gd name="T18" fmla="*/ 1157 w 5029"/>
                <a:gd name="T19" fmla="*/ 11713 h 16095"/>
                <a:gd name="T20" fmla="*/ 1020 w 5029"/>
                <a:gd name="T21" fmla="*/ 11254 h 16095"/>
                <a:gd name="T22" fmla="*/ 1013 w 5029"/>
                <a:gd name="T23" fmla="*/ 10929 h 16095"/>
                <a:gd name="T24" fmla="*/ 1116 w 5029"/>
                <a:gd name="T25" fmla="*/ 10514 h 16095"/>
                <a:gd name="T26" fmla="*/ 1328 w 5029"/>
                <a:gd name="T27" fmla="*/ 10140 h 16095"/>
                <a:gd name="T28" fmla="*/ 1607 w 5029"/>
                <a:gd name="T29" fmla="*/ 9867 h 16095"/>
                <a:gd name="T30" fmla="*/ 1931 w 5029"/>
                <a:gd name="T31" fmla="*/ 9680 h 16095"/>
                <a:gd name="T32" fmla="*/ 2287 w 5029"/>
                <a:gd name="T33" fmla="*/ 9576 h 16095"/>
                <a:gd name="T34" fmla="*/ 2677 w 5029"/>
                <a:gd name="T35" fmla="*/ 9566 h 16095"/>
                <a:gd name="T36" fmla="*/ 3045 w 5029"/>
                <a:gd name="T37" fmla="*/ 9659 h 16095"/>
                <a:gd name="T38" fmla="*/ 3373 w 5029"/>
                <a:gd name="T39" fmla="*/ 9832 h 16095"/>
                <a:gd name="T40" fmla="*/ 3629 w 5029"/>
                <a:gd name="T41" fmla="*/ 10055 h 16095"/>
                <a:gd name="T42" fmla="*/ 3872 w 5029"/>
                <a:gd name="T43" fmla="*/ 10417 h 16095"/>
                <a:gd name="T44" fmla="*/ 4008 w 5029"/>
                <a:gd name="T45" fmla="*/ 10875 h 16095"/>
                <a:gd name="T46" fmla="*/ 4015 w 5029"/>
                <a:gd name="T47" fmla="*/ 11201 h 16095"/>
                <a:gd name="T48" fmla="*/ 3007 w 5029"/>
                <a:gd name="T49" fmla="*/ 14688 h 16095"/>
                <a:gd name="T50" fmla="*/ 2870 w 5029"/>
                <a:gd name="T51" fmla="*/ 14942 h 16095"/>
                <a:gd name="T52" fmla="*/ 2616 w 5029"/>
                <a:gd name="T53" fmla="*/ 15079 h 16095"/>
                <a:gd name="T54" fmla="*/ 2318 w 5029"/>
                <a:gd name="T55" fmla="*/ 15050 h 16095"/>
                <a:gd name="T56" fmla="*/ 2097 w 5029"/>
                <a:gd name="T57" fmla="*/ 14868 h 16095"/>
                <a:gd name="T58" fmla="*/ 2012 w 5029"/>
                <a:gd name="T59" fmla="*/ 14586 h 16095"/>
                <a:gd name="T60" fmla="*/ 2707 w 5029"/>
                <a:gd name="T61" fmla="*/ 13573 h 16095"/>
                <a:gd name="T62" fmla="*/ 2028 w 5029"/>
                <a:gd name="T63" fmla="*/ 1383 h 16095"/>
                <a:gd name="T64" fmla="*/ 2177 w 5029"/>
                <a:gd name="T65" fmla="*/ 1137 h 16095"/>
                <a:gd name="T66" fmla="*/ 2438 w 5029"/>
                <a:gd name="T67" fmla="*/ 1012 h 16095"/>
                <a:gd name="T68" fmla="*/ 2733 w 5029"/>
                <a:gd name="T69" fmla="*/ 1055 h 16095"/>
                <a:gd name="T70" fmla="*/ 2945 w 5029"/>
                <a:gd name="T71" fmla="*/ 1248 h 16095"/>
                <a:gd name="T72" fmla="*/ 3017 w 5029"/>
                <a:gd name="T73" fmla="*/ 8601 h 16095"/>
                <a:gd name="T74" fmla="*/ 2259 w 5029"/>
                <a:gd name="T75" fmla="*/ 8564 h 16095"/>
                <a:gd name="T76" fmla="*/ 3976 w 5029"/>
                <a:gd name="T77" fmla="*/ 1133 h 16095"/>
                <a:gd name="T78" fmla="*/ 3528 w 5029"/>
                <a:gd name="T79" fmla="*/ 392 h 16095"/>
                <a:gd name="T80" fmla="*/ 2744 w 5029"/>
                <a:gd name="T81" fmla="*/ 17 h 16095"/>
                <a:gd name="T82" fmla="*/ 1861 w 5029"/>
                <a:gd name="T83" fmla="*/ 149 h 16095"/>
                <a:gd name="T84" fmla="*/ 1224 w 5029"/>
                <a:gd name="T85" fmla="*/ 727 h 16095"/>
                <a:gd name="T86" fmla="*/ 1006 w 5029"/>
                <a:gd name="T87" fmla="*/ 9065 h 16095"/>
                <a:gd name="T88" fmla="*/ 420 w 5029"/>
                <a:gd name="T89" fmla="*/ 9683 h 16095"/>
                <a:gd name="T90" fmla="*/ 71 w 5029"/>
                <a:gd name="T91" fmla="*/ 10471 h 16095"/>
                <a:gd name="T92" fmla="*/ 18 w 5029"/>
                <a:gd name="T93" fmla="*/ 11368 h 16095"/>
                <a:gd name="T94" fmla="*/ 275 w 5029"/>
                <a:gd name="T95" fmla="*/ 12201 h 16095"/>
                <a:gd name="T96" fmla="*/ 788 w 5029"/>
                <a:gd name="T97" fmla="*/ 12882 h 16095"/>
                <a:gd name="T98" fmla="*/ 1097 w 5029"/>
                <a:gd name="T99" fmla="*/ 15104 h 16095"/>
                <a:gd name="T100" fmla="*/ 1612 w 5029"/>
                <a:gd name="T101" fmla="*/ 15795 h 16095"/>
                <a:gd name="T102" fmla="*/ 2437 w 5029"/>
                <a:gd name="T103" fmla="*/ 16093 h 16095"/>
                <a:gd name="T104" fmla="*/ 3296 w 5029"/>
                <a:gd name="T105" fmla="*/ 15877 h 16095"/>
                <a:gd name="T106" fmla="*/ 3875 w 5029"/>
                <a:gd name="T107" fmla="*/ 15240 h 16095"/>
                <a:gd name="T108" fmla="*/ 4135 w 5029"/>
                <a:gd name="T109" fmla="*/ 12977 h 16095"/>
                <a:gd name="T110" fmla="*/ 4685 w 5029"/>
                <a:gd name="T111" fmla="*/ 12327 h 16095"/>
                <a:gd name="T112" fmla="*/ 4989 w 5029"/>
                <a:gd name="T113" fmla="*/ 11515 h 16095"/>
                <a:gd name="T114" fmla="*/ 4989 w 5029"/>
                <a:gd name="T115" fmla="*/ 10616 h 16095"/>
                <a:gd name="T116" fmla="*/ 4685 w 5029"/>
                <a:gd name="T117" fmla="*/ 9804 h 16095"/>
                <a:gd name="T118" fmla="*/ 4135 w 5029"/>
                <a:gd name="T119" fmla="*/ 9154 h 16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29" h="16095">
                  <a:moveTo>
                    <a:pt x="3956" y="11488"/>
                  </a:moveTo>
                  <a:lnTo>
                    <a:pt x="3950" y="11508"/>
                  </a:lnTo>
                  <a:lnTo>
                    <a:pt x="3944" y="11528"/>
                  </a:lnTo>
                  <a:lnTo>
                    <a:pt x="3938" y="11547"/>
                  </a:lnTo>
                  <a:lnTo>
                    <a:pt x="3931" y="11567"/>
                  </a:lnTo>
                  <a:lnTo>
                    <a:pt x="3913" y="11617"/>
                  </a:lnTo>
                  <a:lnTo>
                    <a:pt x="3893" y="11666"/>
                  </a:lnTo>
                  <a:lnTo>
                    <a:pt x="3872" y="11713"/>
                  </a:lnTo>
                  <a:lnTo>
                    <a:pt x="3848" y="11760"/>
                  </a:lnTo>
                  <a:lnTo>
                    <a:pt x="3824" y="11807"/>
                  </a:lnTo>
                  <a:lnTo>
                    <a:pt x="3798" y="11851"/>
                  </a:lnTo>
                  <a:lnTo>
                    <a:pt x="3784" y="11873"/>
                  </a:lnTo>
                  <a:lnTo>
                    <a:pt x="3770" y="11895"/>
                  </a:lnTo>
                  <a:lnTo>
                    <a:pt x="3756" y="11916"/>
                  </a:lnTo>
                  <a:lnTo>
                    <a:pt x="3741" y="11938"/>
                  </a:lnTo>
                  <a:lnTo>
                    <a:pt x="3738" y="11941"/>
                  </a:lnTo>
                  <a:lnTo>
                    <a:pt x="3735" y="11946"/>
                  </a:lnTo>
                  <a:lnTo>
                    <a:pt x="3701" y="11990"/>
                  </a:lnTo>
                  <a:lnTo>
                    <a:pt x="3665" y="12033"/>
                  </a:lnTo>
                  <a:lnTo>
                    <a:pt x="3647" y="12054"/>
                  </a:lnTo>
                  <a:lnTo>
                    <a:pt x="3629" y="12074"/>
                  </a:lnTo>
                  <a:lnTo>
                    <a:pt x="3610" y="12094"/>
                  </a:lnTo>
                  <a:lnTo>
                    <a:pt x="3591" y="12115"/>
                  </a:lnTo>
                  <a:lnTo>
                    <a:pt x="3571" y="12135"/>
                  </a:lnTo>
                  <a:lnTo>
                    <a:pt x="3552" y="12154"/>
                  </a:lnTo>
                  <a:lnTo>
                    <a:pt x="3530" y="12172"/>
                  </a:lnTo>
                  <a:lnTo>
                    <a:pt x="3510" y="12191"/>
                  </a:lnTo>
                  <a:lnTo>
                    <a:pt x="3489" y="12209"/>
                  </a:lnTo>
                  <a:lnTo>
                    <a:pt x="3468" y="12226"/>
                  </a:lnTo>
                  <a:lnTo>
                    <a:pt x="3446" y="12244"/>
                  </a:lnTo>
                  <a:lnTo>
                    <a:pt x="3424" y="12261"/>
                  </a:lnTo>
                  <a:lnTo>
                    <a:pt x="3422" y="12263"/>
                  </a:lnTo>
                  <a:lnTo>
                    <a:pt x="3419" y="12265"/>
                  </a:lnTo>
                  <a:lnTo>
                    <a:pt x="3397" y="12281"/>
                  </a:lnTo>
                  <a:lnTo>
                    <a:pt x="3373" y="12299"/>
                  </a:lnTo>
                  <a:lnTo>
                    <a:pt x="3349" y="12315"/>
                  </a:lnTo>
                  <a:lnTo>
                    <a:pt x="3325" y="12330"/>
                  </a:lnTo>
                  <a:lnTo>
                    <a:pt x="3301" y="12345"/>
                  </a:lnTo>
                  <a:lnTo>
                    <a:pt x="3277" y="12360"/>
                  </a:lnTo>
                  <a:lnTo>
                    <a:pt x="3252" y="12374"/>
                  </a:lnTo>
                  <a:lnTo>
                    <a:pt x="3228" y="12388"/>
                  </a:lnTo>
                  <a:lnTo>
                    <a:pt x="3202" y="12401"/>
                  </a:lnTo>
                  <a:lnTo>
                    <a:pt x="3176" y="12414"/>
                  </a:lnTo>
                  <a:lnTo>
                    <a:pt x="3150" y="12426"/>
                  </a:lnTo>
                  <a:lnTo>
                    <a:pt x="3124" y="12438"/>
                  </a:lnTo>
                  <a:lnTo>
                    <a:pt x="3098" y="12450"/>
                  </a:lnTo>
                  <a:lnTo>
                    <a:pt x="3072" y="12461"/>
                  </a:lnTo>
                  <a:lnTo>
                    <a:pt x="3045" y="12472"/>
                  </a:lnTo>
                  <a:lnTo>
                    <a:pt x="3017" y="12482"/>
                  </a:lnTo>
                  <a:lnTo>
                    <a:pt x="2987" y="12492"/>
                  </a:lnTo>
                  <a:lnTo>
                    <a:pt x="2958" y="12502"/>
                  </a:lnTo>
                  <a:lnTo>
                    <a:pt x="2927" y="12511"/>
                  </a:lnTo>
                  <a:lnTo>
                    <a:pt x="2897" y="12520"/>
                  </a:lnTo>
                  <a:lnTo>
                    <a:pt x="2867" y="12528"/>
                  </a:lnTo>
                  <a:lnTo>
                    <a:pt x="2835" y="12536"/>
                  </a:lnTo>
                  <a:lnTo>
                    <a:pt x="2804" y="12543"/>
                  </a:lnTo>
                  <a:lnTo>
                    <a:pt x="2773" y="12549"/>
                  </a:lnTo>
                  <a:lnTo>
                    <a:pt x="2742" y="12555"/>
                  </a:lnTo>
                  <a:lnTo>
                    <a:pt x="2710" y="12560"/>
                  </a:lnTo>
                  <a:lnTo>
                    <a:pt x="2677" y="12564"/>
                  </a:lnTo>
                  <a:lnTo>
                    <a:pt x="2645" y="12568"/>
                  </a:lnTo>
                  <a:lnTo>
                    <a:pt x="2613" y="12570"/>
                  </a:lnTo>
                  <a:lnTo>
                    <a:pt x="2581" y="12572"/>
                  </a:lnTo>
                  <a:lnTo>
                    <a:pt x="2548" y="12574"/>
                  </a:lnTo>
                  <a:lnTo>
                    <a:pt x="2515" y="12574"/>
                  </a:lnTo>
                  <a:lnTo>
                    <a:pt x="2481" y="12574"/>
                  </a:lnTo>
                  <a:lnTo>
                    <a:pt x="2448" y="12572"/>
                  </a:lnTo>
                  <a:lnTo>
                    <a:pt x="2416" y="12570"/>
                  </a:lnTo>
                  <a:lnTo>
                    <a:pt x="2384" y="12568"/>
                  </a:lnTo>
                  <a:lnTo>
                    <a:pt x="2352" y="12564"/>
                  </a:lnTo>
                  <a:lnTo>
                    <a:pt x="2319" y="12560"/>
                  </a:lnTo>
                  <a:lnTo>
                    <a:pt x="2287" y="12555"/>
                  </a:lnTo>
                  <a:lnTo>
                    <a:pt x="2256" y="12549"/>
                  </a:lnTo>
                  <a:lnTo>
                    <a:pt x="2225" y="12543"/>
                  </a:lnTo>
                  <a:lnTo>
                    <a:pt x="2194" y="12536"/>
                  </a:lnTo>
                  <a:lnTo>
                    <a:pt x="2162" y="12528"/>
                  </a:lnTo>
                  <a:lnTo>
                    <a:pt x="2132" y="12520"/>
                  </a:lnTo>
                  <a:lnTo>
                    <a:pt x="2101" y="12511"/>
                  </a:lnTo>
                  <a:lnTo>
                    <a:pt x="2071" y="12502"/>
                  </a:lnTo>
                  <a:lnTo>
                    <a:pt x="2042" y="12492"/>
                  </a:lnTo>
                  <a:lnTo>
                    <a:pt x="2012" y="12482"/>
                  </a:lnTo>
                  <a:lnTo>
                    <a:pt x="1984" y="12472"/>
                  </a:lnTo>
                  <a:lnTo>
                    <a:pt x="1957" y="12461"/>
                  </a:lnTo>
                  <a:lnTo>
                    <a:pt x="1931" y="12450"/>
                  </a:lnTo>
                  <a:lnTo>
                    <a:pt x="1905" y="12438"/>
                  </a:lnTo>
                  <a:lnTo>
                    <a:pt x="1879" y="12426"/>
                  </a:lnTo>
                  <a:lnTo>
                    <a:pt x="1853" y="12414"/>
                  </a:lnTo>
                  <a:lnTo>
                    <a:pt x="1827" y="12401"/>
                  </a:lnTo>
                  <a:lnTo>
                    <a:pt x="1801" y="12388"/>
                  </a:lnTo>
                  <a:lnTo>
                    <a:pt x="1776" y="12374"/>
                  </a:lnTo>
                  <a:lnTo>
                    <a:pt x="1752" y="12360"/>
                  </a:lnTo>
                  <a:lnTo>
                    <a:pt x="1727" y="12345"/>
                  </a:lnTo>
                  <a:lnTo>
                    <a:pt x="1703" y="12330"/>
                  </a:lnTo>
                  <a:lnTo>
                    <a:pt x="1680" y="12315"/>
                  </a:lnTo>
                  <a:lnTo>
                    <a:pt x="1655" y="12299"/>
                  </a:lnTo>
                  <a:lnTo>
                    <a:pt x="1632" y="12281"/>
                  </a:lnTo>
                  <a:lnTo>
                    <a:pt x="1609" y="12265"/>
                  </a:lnTo>
                  <a:lnTo>
                    <a:pt x="1607" y="12263"/>
                  </a:lnTo>
                  <a:lnTo>
                    <a:pt x="1605" y="12261"/>
                  </a:lnTo>
                  <a:lnTo>
                    <a:pt x="1583" y="12244"/>
                  </a:lnTo>
                  <a:lnTo>
                    <a:pt x="1561" y="12226"/>
                  </a:lnTo>
                  <a:lnTo>
                    <a:pt x="1540" y="12209"/>
                  </a:lnTo>
                  <a:lnTo>
                    <a:pt x="1519" y="12191"/>
                  </a:lnTo>
                  <a:lnTo>
                    <a:pt x="1499" y="12172"/>
                  </a:lnTo>
                  <a:lnTo>
                    <a:pt x="1477" y="12154"/>
                  </a:lnTo>
                  <a:lnTo>
                    <a:pt x="1458" y="12135"/>
                  </a:lnTo>
                  <a:lnTo>
                    <a:pt x="1438" y="12115"/>
                  </a:lnTo>
                  <a:lnTo>
                    <a:pt x="1400" y="12074"/>
                  </a:lnTo>
                  <a:lnTo>
                    <a:pt x="1364" y="12033"/>
                  </a:lnTo>
                  <a:lnTo>
                    <a:pt x="1328" y="11990"/>
                  </a:lnTo>
                  <a:lnTo>
                    <a:pt x="1295" y="11946"/>
                  </a:lnTo>
                  <a:lnTo>
                    <a:pt x="1291" y="11941"/>
                  </a:lnTo>
                  <a:lnTo>
                    <a:pt x="1288" y="11938"/>
                  </a:lnTo>
                  <a:lnTo>
                    <a:pt x="1273" y="11916"/>
                  </a:lnTo>
                  <a:lnTo>
                    <a:pt x="1258" y="11895"/>
                  </a:lnTo>
                  <a:lnTo>
                    <a:pt x="1244" y="11873"/>
                  </a:lnTo>
                  <a:lnTo>
                    <a:pt x="1231" y="11851"/>
                  </a:lnTo>
                  <a:lnTo>
                    <a:pt x="1205" y="11807"/>
                  </a:lnTo>
                  <a:lnTo>
                    <a:pt x="1181" y="11760"/>
                  </a:lnTo>
                  <a:lnTo>
                    <a:pt x="1157" y="11713"/>
                  </a:lnTo>
                  <a:lnTo>
                    <a:pt x="1136" y="11666"/>
                  </a:lnTo>
                  <a:lnTo>
                    <a:pt x="1116" y="11617"/>
                  </a:lnTo>
                  <a:lnTo>
                    <a:pt x="1098" y="11567"/>
                  </a:lnTo>
                  <a:lnTo>
                    <a:pt x="1091" y="11547"/>
                  </a:lnTo>
                  <a:lnTo>
                    <a:pt x="1085" y="11528"/>
                  </a:lnTo>
                  <a:lnTo>
                    <a:pt x="1079" y="11508"/>
                  </a:lnTo>
                  <a:lnTo>
                    <a:pt x="1074" y="11488"/>
                  </a:lnTo>
                  <a:lnTo>
                    <a:pt x="1059" y="11438"/>
                  </a:lnTo>
                  <a:lnTo>
                    <a:pt x="1046" y="11385"/>
                  </a:lnTo>
                  <a:lnTo>
                    <a:pt x="1034" y="11334"/>
                  </a:lnTo>
                  <a:lnTo>
                    <a:pt x="1025" y="11282"/>
                  </a:lnTo>
                  <a:lnTo>
                    <a:pt x="1020" y="11254"/>
                  </a:lnTo>
                  <a:lnTo>
                    <a:pt x="1017" y="11228"/>
                  </a:lnTo>
                  <a:lnTo>
                    <a:pt x="1013" y="11201"/>
                  </a:lnTo>
                  <a:lnTo>
                    <a:pt x="1011" y="11175"/>
                  </a:lnTo>
                  <a:lnTo>
                    <a:pt x="1009" y="11148"/>
                  </a:lnTo>
                  <a:lnTo>
                    <a:pt x="1007" y="11121"/>
                  </a:lnTo>
                  <a:lnTo>
                    <a:pt x="1006" y="11092"/>
                  </a:lnTo>
                  <a:lnTo>
                    <a:pt x="1006" y="11065"/>
                  </a:lnTo>
                  <a:lnTo>
                    <a:pt x="1006" y="11037"/>
                  </a:lnTo>
                  <a:lnTo>
                    <a:pt x="1007" y="11010"/>
                  </a:lnTo>
                  <a:lnTo>
                    <a:pt x="1009" y="10983"/>
                  </a:lnTo>
                  <a:lnTo>
                    <a:pt x="1011" y="10956"/>
                  </a:lnTo>
                  <a:lnTo>
                    <a:pt x="1013" y="10929"/>
                  </a:lnTo>
                  <a:lnTo>
                    <a:pt x="1017" y="10901"/>
                  </a:lnTo>
                  <a:lnTo>
                    <a:pt x="1020" y="10875"/>
                  </a:lnTo>
                  <a:lnTo>
                    <a:pt x="1025" y="10848"/>
                  </a:lnTo>
                  <a:lnTo>
                    <a:pt x="1034" y="10796"/>
                  </a:lnTo>
                  <a:lnTo>
                    <a:pt x="1046" y="10744"/>
                  </a:lnTo>
                  <a:lnTo>
                    <a:pt x="1059" y="10693"/>
                  </a:lnTo>
                  <a:lnTo>
                    <a:pt x="1074" y="10642"/>
                  </a:lnTo>
                  <a:lnTo>
                    <a:pt x="1079" y="10622"/>
                  </a:lnTo>
                  <a:lnTo>
                    <a:pt x="1085" y="10603"/>
                  </a:lnTo>
                  <a:lnTo>
                    <a:pt x="1091" y="10582"/>
                  </a:lnTo>
                  <a:lnTo>
                    <a:pt x="1098" y="10563"/>
                  </a:lnTo>
                  <a:lnTo>
                    <a:pt x="1116" y="10514"/>
                  </a:lnTo>
                  <a:lnTo>
                    <a:pt x="1136" y="10465"/>
                  </a:lnTo>
                  <a:lnTo>
                    <a:pt x="1157" y="10417"/>
                  </a:lnTo>
                  <a:lnTo>
                    <a:pt x="1181" y="10370"/>
                  </a:lnTo>
                  <a:lnTo>
                    <a:pt x="1205" y="10324"/>
                  </a:lnTo>
                  <a:lnTo>
                    <a:pt x="1231" y="10279"/>
                  </a:lnTo>
                  <a:lnTo>
                    <a:pt x="1244" y="10257"/>
                  </a:lnTo>
                  <a:lnTo>
                    <a:pt x="1258" y="10235"/>
                  </a:lnTo>
                  <a:lnTo>
                    <a:pt x="1273" y="10213"/>
                  </a:lnTo>
                  <a:lnTo>
                    <a:pt x="1288" y="10192"/>
                  </a:lnTo>
                  <a:lnTo>
                    <a:pt x="1291" y="10188"/>
                  </a:lnTo>
                  <a:lnTo>
                    <a:pt x="1295" y="10184"/>
                  </a:lnTo>
                  <a:lnTo>
                    <a:pt x="1328" y="10140"/>
                  </a:lnTo>
                  <a:lnTo>
                    <a:pt x="1364" y="10098"/>
                  </a:lnTo>
                  <a:lnTo>
                    <a:pt x="1400" y="10055"/>
                  </a:lnTo>
                  <a:lnTo>
                    <a:pt x="1438" y="10015"/>
                  </a:lnTo>
                  <a:lnTo>
                    <a:pt x="1458" y="9996"/>
                  </a:lnTo>
                  <a:lnTo>
                    <a:pt x="1477" y="9977"/>
                  </a:lnTo>
                  <a:lnTo>
                    <a:pt x="1499" y="9958"/>
                  </a:lnTo>
                  <a:lnTo>
                    <a:pt x="1519" y="9939"/>
                  </a:lnTo>
                  <a:lnTo>
                    <a:pt x="1540" y="9921"/>
                  </a:lnTo>
                  <a:lnTo>
                    <a:pt x="1561" y="9903"/>
                  </a:lnTo>
                  <a:lnTo>
                    <a:pt x="1583" y="9885"/>
                  </a:lnTo>
                  <a:lnTo>
                    <a:pt x="1605" y="9869"/>
                  </a:lnTo>
                  <a:lnTo>
                    <a:pt x="1607" y="9867"/>
                  </a:lnTo>
                  <a:lnTo>
                    <a:pt x="1609" y="9864"/>
                  </a:lnTo>
                  <a:lnTo>
                    <a:pt x="1655" y="9832"/>
                  </a:lnTo>
                  <a:lnTo>
                    <a:pt x="1703" y="9800"/>
                  </a:lnTo>
                  <a:lnTo>
                    <a:pt x="1727" y="9785"/>
                  </a:lnTo>
                  <a:lnTo>
                    <a:pt x="1752" y="9771"/>
                  </a:lnTo>
                  <a:lnTo>
                    <a:pt x="1776" y="9757"/>
                  </a:lnTo>
                  <a:lnTo>
                    <a:pt x="1801" y="9743"/>
                  </a:lnTo>
                  <a:lnTo>
                    <a:pt x="1827" y="9729"/>
                  </a:lnTo>
                  <a:lnTo>
                    <a:pt x="1853" y="9716"/>
                  </a:lnTo>
                  <a:lnTo>
                    <a:pt x="1879" y="9704"/>
                  </a:lnTo>
                  <a:lnTo>
                    <a:pt x="1905" y="9692"/>
                  </a:lnTo>
                  <a:lnTo>
                    <a:pt x="1931" y="9680"/>
                  </a:lnTo>
                  <a:lnTo>
                    <a:pt x="1957" y="9669"/>
                  </a:lnTo>
                  <a:lnTo>
                    <a:pt x="1984" y="9659"/>
                  </a:lnTo>
                  <a:lnTo>
                    <a:pt x="2012" y="9649"/>
                  </a:lnTo>
                  <a:lnTo>
                    <a:pt x="2042" y="9639"/>
                  </a:lnTo>
                  <a:lnTo>
                    <a:pt x="2071" y="9629"/>
                  </a:lnTo>
                  <a:lnTo>
                    <a:pt x="2101" y="9620"/>
                  </a:lnTo>
                  <a:lnTo>
                    <a:pt x="2132" y="9611"/>
                  </a:lnTo>
                  <a:lnTo>
                    <a:pt x="2162" y="9603"/>
                  </a:lnTo>
                  <a:lnTo>
                    <a:pt x="2194" y="9595"/>
                  </a:lnTo>
                  <a:lnTo>
                    <a:pt x="2225" y="9588"/>
                  </a:lnTo>
                  <a:lnTo>
                    <a:pt x="2256" y="9582"/>
                  </a:lnTo>
                  <a:lnTo>
                    <a:pt x="2287" y="9576"/>
                  </a:lnTo>
                  <a:lnTo>
                    <a:pt x="2319" y="9570"/>
                  </a:lnTo>
                  <a:lnTo>
                    <a:pt x="2352" y="9566"/>
                  </a:lnTo>
                  <a:lnTo>
                    <a:pt x="2384" y="9563"/>
                  </a:lnTo>
                  <a:lnTo>
                    <a:pt x="2416" y="9560"/>
                  </a:lnTo>
                  <a:lnTo>
                    <a:pt x="2448" y="9558"/>
                  </a:lnTo>
                  <a:lnTo>
                    <a:pt x="2481" y="9556"/>
                  </a:lnTo>
                  <a:lnTo>
                    <a:pt x="2515" y="9556"/>
                  </a:lnTo>
                  <a:lnTo>
                    <a:pt x="2548" y="9556"/>
                  </a:lnTo>
                  <a:lnTo>
                    <a:pt x="2581" y="9558"/>
                  </a:lnTo>
                  <a:lnTo>
                    <a:pt x="2613" y="9560"/>
                  </a:lnTo>
                  <a:lnTo>
                    <a:pt x="2645" y="9563"/>
                  </a:lnTo>
                  <a:lnTo>
                    <a:pt x="2677" y="9566"/>
                  </a:lnTo>
                  <a:lnTo>
                    <a:pt x="2710" y="9570"/>
                  </a:lnTo>
                  <a:lnTo>
                    <a:pt x="2742" y="9576"/>
                  </a:lnTo>
                  <a:lnTo>
                    <a:pt x="2773" y="9582"/>
                  </a:lnTo>
                  <a:lnTo>
                    <a:pt x="2804" y="9588"/>
                  </a:lnTo>
                  <a:lnTo>
                    <a:pt x="2835" y="9595"/>
                  </a:lnTo>
                  <a:lnTo>
                    <a:pt x="2867" y="9603"/>
                  </a:lnTo>
                  <a:lnTo>
                    <a:pt x="2897" y="9611"/>
                  </a:lnTo>
                  <a:lnTo>
                    <a:pt x="2927" y="9620"/>
                  </a:lnTo>
                  <a:lnTo>
                    <a:pt x="2958" y="9629"/>
                  </a:lnTo>
                  <a:lnTo>
                    <a:pt x="2987" y="9639"/>
                  </a:lnTo>
                  <a:lnTo>
                    <a:pt x="3017" y="9649"/>
                  </a:lnTo>
                  <a:lnTo>
                    <a:pt x="3045" y="9659"/>
                  </a:lnTo>
                  <a:lnTo>
                    <a:pt x="3072" y="9669"/>
                  </a:lnTo>
                  <a:lnTo>
                    <a:pt x="3098" y="9680"/>
                  </a:lnTo>
                  <a:lnTo>
                    <a:pt x="3124" y="9692"/>
                  </a:lnTo>
                  <a:lnTo>
                    <a:pt x="3150" y="9704"/>
                  </a:lnTo>
                  <a:lnTo>
                    <a:pt x="3176" y="9716"/>
                  </a:lnTo>
                  <a:lnTo>
                    <a:pt x="3202" y="9729"/>
                  </a:lnTo>
                  <a:lnTo>
                    <a:pt x="3228" y="9743"/>
                  </a:lnTo>
                  <a:lnTo>
                    <a:pt x="3252" y="9757"/>
                  </a:lnTo>
                  <a:lnTo>
                    <a:pt x="3277" y="9771"/>
                  </a:lnTo>
                  <a:lnTo>
                    <a:pt x="3301" y="9785"/>
                  </a:lnTo>
                  <a:lnTo>
                    <a:pt x="3325" y="9800"/>
                  </a:lnTo>
                  <a:lnTo>
                    <a:pt x="3373" y="9832"/>
                  </a:lnTo>
                  <a:lnTo>
                    <a:pt x="3419" y="9864"/>
                  </a:lnTo>
                  <a:lnTo>
                    <a:pt x="3422" y="9867"/>
                  </a:lnTo>
                  <a:lnTo>
                    <a:pt x="3424" y="9869"/>
                  </a:lnTo>
                  <a:lnTo>
                    <a:pt x="3446" y="9885"/>
                  </a:lnTo>
                  <a:lnTo>
                    <a:pt x="3468" y="9903"/>
                  </a:lnTo>
                  <a:lnTo>
                    <a:pt x="3489" y="9921"/>
                  </a:lnTo>
                  <a:lnTo>
                    <a:pt x="3510" y="9939"/>
                  </a:lnTo>
                  <a:lnTo>
                    <a:pt x="3530" y="9958"/>
                  </a:lnTo>
                  <a:lnTo>
                    <a:pt x="3552" y="9977"/>
                  </a:lnTo>
                  <a:lnTo>
                    <a:pt x="3571" y="9996"/>
                  </a:lnTo>
                  <a:lnTo>
                    <a:pt x="3591" y="10015"/>
                  </a:lnTo>
                  <a:lnTo>
                    <a:pt x="3629" y="10055"/>
                  </a:lnTo>
                  <a:lnTo>
                    <a:pt x="3665" y="10098"/>
                  </a:lnTo>
                  <a:lnTo>
                    <a:pt x="3701" y="10140"/>
                  </a:lnTo>
                  <a:lnTo>
                    <a:pt x="3735" y="10184"/>
                  </a:lnTo>
                  <a:lnTo>
                    <a:pt x="3738" y="10188"/>
                  </a:lnTo>
                  <a:lnTo>
                    <a:pt x="3741" y="10192"/>
                  </a:lnTo>
                  <a:lnTo>
                    <a:pt x="3756" y="10213"/>
                  </a:lnTo>
                  <a:lnTo>
                    <a:pt x="3770" y="10235"/>
                  </a:lnTo>
                  <a:lnTo>
                    <a:pt x="3784" y="10257"/>
                  </a:lnTo>
                  <a:lnTo>
                    <a:pt x="3798" y="10279"/>
                  </a:lnTo>
                  <a:lnTo>
                    <a:pt x="3824" y="10324"/>
                  </a:lnTo>
                  <a:lnTo>
                    <a:pt x="3848" y="10370"/>
                  </a:lnTo>
                  <a:lnTo>
                    <a:pt x="3872" y="10417"/>
                  </a:lnTo>
                  <a:lnTo>
                    <a:pt x="3893" y="10465"/>
                  </a:lnTo>
                  <a:lnTo>
                    <a:pt x="3913" y="10514"/>
                  </a:lnTo>
                  <a:lnTo>
                    <a:pt x="3931" y="10563"/>
                  </a:lnTo>
                  <a:lnTo>
                    <a:pt x="3938" y="10582"/>
                  </a:lnTo>
                  <a:lnTo>
                    <a:pt x="3944" y="10603"/>
                  </a:lnTo>
                  <a:lnTo>
                    <a:pt x="3950" y="10622"/>
                  </a:lnTo>
                  <a:lnTo>
                    <a:pt x="3956" y="10642"/>
                  </a:lnTo>
                  <a:lnTo>
                    <a:pt x="3970" y="10693"/>
                  </a:lnTo>
                  <a:lnTo>
                    <a:pt x="3983" y="10744"/>
                  </a:lnTo>
                  <a:lnTo>
                    <a:pt x="3994" y="10796"/>
                  </a:lnTo>
                  <a:lnTo>
                    <a:pt x="4004" y="10848"/>
                  </a:lnTo>
                  <a:lnTo>
                    <a:pt x="4008" y="10875"/>
                  </a:lnTo>
                  <a:lnTo>
                    <a:pt x="4012" y="10901"/>
                  </a:lnTo>
                  <a:lnTo>
                    <a:pt x="4015" y="10929"/>
                  </a:lnTo>
                  <a:lnTo>
                    <a:pt x="4018" y="10956"/>
                  </a:lnTo>
                  <a:lnTo>
                    <a:pt x="4020" y="10983"/>
                  </a:lnTo>
                  <a:lnTo>
                    <a:pt x="4022" y="11010"/>
                  </a:lnTo>
                  <a:lnTo>
                    <a:pt x="4023" y="11037"/>
                  </a:lnTo>
                  <a:lnTo>
                    <a:pt x="4023" y="11065"/>
                  </a:lnTo>
                  <a:lnTo>
                    <a:pt x="4023" y="11092"/>
                  </a:lnTo>
                  <a:lnTo>
                    <a:pt x="4022" y="11121"/>
                  </a:lnTo>
                  <a:lnTo>
                    <a:pt x="4020" y="11148"/>
                  </a:lnTo>
                  <a:lnTo>
                    <a:pt x="4018" y="11175"/>
                  </a:lnTo>
                  <a:lnTo>
                    <a:pt x="4015" y="11201"/>
                  </a:lnTo>
                  <a:lnTo>
                    <a:pt x="4012" y="11228"/>
                  </a:lnTo>
                  <a:lnTo>
                    <a:pt x="4008" y="11254"/>
                  </a:lnTo>
                  <a:lnTo>
                    <a:pt x="4004" y="11282"/>
                  </a:lnTo>
                  <a:lnTo>
                    <a:pt x="3994" y="11334"/>
                  </a:lnTo>
                  <a:lnTo>
                    <a:pt x="3983" y="11385"/>
                  </a:lnTo>
                  <a:lnTo>
                    <a:pt x="3970" y="11438"/>
                  </a:lnTo>
                  <a:lnTo>
                    <a:pt x="3956" y="11488"/>
                  </a:lnTo>
                  <a:close/>
                  <a:moveTo>
                    <a:pt x="3017" y="14586"/>
                  </a:moveTo>
                  <a:lnTo>
                    <a:pt x="3016" y="14612"/>
                  </a:lnTo>
                  <a:lnTo>
                    <a:pt x="3014" y="14637"/>
                  </a:lnTo>
                  <a:lnTo>
                    <a:pt x="3011" y="14663"/>
                  </a:lnTo>
                  <a:lnTo>
                    <a:pt x="3007" y="14688"/>
                  </a:lnTo>
                  <a:lnTo>
                    <a:pt x="3001" y="14712"/>
                  </a:lnTo>
                  <a:lnTo>
                    <a:pt x="2995" y="14736"/>
                  </a:lnTo>
                  <a:lnTo>
                    <a:pt x="2987" y="14759"/>
                  </a:lnTo>
                  <a:lnTo>
                    <a:pt x="2978" y="14782"/>
                  </a:lnTo>
                  <a:lnTo>
                    <a:pt x="2968" y="14804"/>
                  </a:lnTo>
                  <a:lnTo>
                    <a:pt x="2957" y="14827"/>
                  </a:lnTo>
                  <a:lnTo>
                    <a:pt x="2945" y="14847"/>
                  </a:lnTo>
                  <a:lnTo>
                    <a:pt x="2932" y="14868"/>
                  </a:lnTo>
                  <a:lnTo>
                    <a:pt x="2918" y="14887"/>
                  </a:lnTo>
                  <a:lnTo>
                    <a:pt x="2903" y="14906"/>
                  </a:lnTo>
                  <a:lnTo>
                    <a:pt x="2887" y="14924"/>
                  </a:lnTo>
                  <a:lnTo>
                    <a:pt x="2870" y="14942"/>
                  </a:lnTo>
                  <a:lnTo>
                    <a:pt x="2852" y="14958"/>
                  </a:lnTo>
                  <a:lnTo>
                    <a:pt x="2834" y="14974"/>
                  </a:lnTo>
                  <a:lnTo>
                    <a:pt x="2815" y="14989"/>
                  </a:lnTo>
                  <a:lnTo>
                    <a:pt x="2795" y="15004"/>
                  </a:lnTo>
                  <a:lnTo>
                    <a:pt x="2775" y="15017"/>
                  </a:lnTo>
                  <a:lnTo>
                    <a:pt x="2754" y="15029"/>
                  </a:lnTo>
                  <a:lnTo>
                    <a:pt x="2733" y="15040"/>
                  </a:lnTo>
                  <a:lnTo>
                    <a:pt x="2711" y="15050"/>
                  </a:lnTo>
                  <a:lnTo>
                    <a:pt x="2688" y="15059"/>
                  </a:lnTo>
                  <a:lnTo>
                    <a:pt x="2664" y="15067"/>
                  </a:lnTo>
                  <a:lnTo>
                    <a:pt x="2640" y="15073"/>
                  </a:lnTo>
                  <a:lnTo>
                    <a:pt x="2616" y="15079"/>
                  </a:lnTo>
                  <a:lnTo>
                    <a:pt x="2591" y="15083"/>
                  </a:lnTo>
                  <a:lnTo>
                    <a:pt x="2566" y="15086"/>
                  </a:lnTo>
                  <a:lnTo>
                    <a:pt x="2541" y="15088"/>
                  </a:lnTo>
                  <a:lnTo>
                    <a:pt x="2515" y="15089"/>
                  </a:lnTo>
                  <a:lnTo>
                    <a:pt x="2488" y="15088"/>
                  </a:lnTo>
                  <a:lnTo>
                    <a:pt x="2463" y="15086"/>
                  </a:lnTo>
                  <a:lnTo>
                    <a:pt x="2438" y="15083"/>
                  </a:lnTo>
                  <a:lnTo>
                    <a:pt x="2413" y="15079"/>
                  </a:lnTo>
                  <a:lnTo>
                    <a:pt x="2389" y="15073"/>
                  </a:lnTo>
                  <a:lnTo>
                    <a:pt x="2365" y="15067"/>
                  </a:lnTo>
                  <a:lnTo>
                    <a:pt x="2341" y="15059"/>
                  </a:lnTo>
                  <a:lnTo>
                    <a:pt x="2318" y="15050"/>
                  </a:lnTo>
                  <a:lnTo>
                    <a:pt x="2296" y="15040"/>
                  </a:lnTo>
                  <a:lnTo>
                    <a:pt x="2275" y="15029"/>
                  </a:lnTo>
                  <a:lnTo>
                    <a:pt x="2254" y="15017"/>
                  </a:lnTo>
                  <a:lnTo>
                    <a:pt x="2233" y="15004"/>
                  </a:lnTo>
                  <a:lnTo>
                    <a:pt x="2214" y="14989"/>
                  </a:lnTo>
                  <a:lnTo>
                    <a:pt x="2195" y="14974"/>
                  </a:lnTo>
                  <a:lnTo>
                    <a:pt x="2177" y="14958"/>
                  </a:lnTo>
                  <a:lnTo>
                    <a:pt x="2158" y="14942"/>
                  </a:lnTo>
                  <a:lnTo>
                    <a:pt x="2142" y="14924"/>
                  </a:lnTo>
                  <a:lnTo>
                    <a:pt x="2126" y="14906"/>
                  </a:lnTo>
                  <a:lnTo>
                    <a:pt x="2111" y="14887"/>
                  </a:lnTo>
                  <a:lnTo>
                    <a:pt x="2097" y="14868"/>
                  </a:lnTo>
                  <a:lnTo>
                    <a:pt x="2084" y="14847"/>
                  </a:lnTo>
                  <a:lnTo>
                    <a:pt x="2072" y="14827"/>
                  </a:lnTo>
                  <a:lnTo>
                    <a:pt x="2061" y="14804"/>
                  </a:lnTo>
                  <a:lnTo>
                    <a:pt x="2051" y="14782"/>
                  </a:lnTo>
                  <a:lnTo>
                    <a:pt x="2042" y="14759"/>
                  </a:lnTo>
                  <a:lnTo>
                    <a:pt x="2034" y="14736"/>
                  </a:lnTo>
                  <a:lnTo>
                    <a:pt x="2028" y="14712"/>
                  </a:lnTo>
                  <a:lnTo>
                    <a:pt x="2022" y="14688"/>
                  </a:lnTo>
                  <a:lnTo>
                    <a:pt x="2018" y="14663"/>
                  </a:lnTo>
                  <a:lnTo>
                    <a:pt x="2015" y="14637"/>
                  </a:lnTo>
                  <a:lnTo>
                    <a:pt x="2013" y="14612"/>
                  </a:lnTo>
                  <a:lnTo>
                    <a:pt x="2012" y="14586"/>
                  </a:lnTo>
                  <a:lnTo>
                    <a:pt x="2012" y="13530"/>
                  </a:lnTo>
                  <a:lnTo>
                    <a:pt x="2073" y="13541"/>
                  </a:lnTo>
                  <a:lnTo>
                    <a:pt x="2134" y="13551"/>
                  </a:lnTo>
                  <a:lnTo>
                    <a:pt x="2197" y="13560"/>
                  </a:lnTo>
                  <a:lnTo>
                    <a:pt x="2259" y="13567"/>
                  </a:lnTo>
                  <a:lnTo>
                    <a:pt x="2322" y="13573"/>
                  </a:lnTo>
                  <a:lnTo>
                    <a:pt x="2386" y="13577"/>
                  </a:lnTo>
                  <a:lnTo>
                    <a:pt x="2450" y="13579"/>
                  </a:lnTo>
                  <a:lnTo>
                    <a:pt x="2515" y="13580"/>
                  </a:lnTo>
                  <a:lnTo>
                    <a:pt x="2579" y="13579"/>
                  </a:lnTo>
                  <a:lnTo>
                    <a:pt x="2643" y="13577"/>
                  </a:lnTo>
                  <a:lnTo>
                    <a:pt x="2707" y="13573"/>
                  </a:lnTo>
                  <a:lnTo>
                    <a:pt x="2770" y="13567"/>
                  </a:lnTo>
                  <a:lnTo>
                    <a:pt x="2832" y="13560"/>
                  </a:lnTo>
                  <a:lnTo>
                    <a:pt x="2895" y="13551"/>
                  </a:lnTo>
                  <a:lnTo>
                    <a:pt x="2956" y="13541"/>
                  </a:lnTo>
                  <a:lnTo>
                    <a:pt x="3017" y="13530"/>
                  </a:lnTo>
                  <a:lnTo>
                    <a:pt x="3017" y="14586"/>
                  </a:lnTo>
                  <a:close/>
                  <a:moveTo>
                    <a:pt x="2012" y="1509"/>
                  </a:moveTo>
                  <a:lnTo>
                    <a:pt x="2013" y="1483"/>
                  </a:lnTo>
                  <a:lnTo>
                    <a:pt x="2015" y="1458"/>
                  </a:lnTo>
                  <a:lnTo>
                    <a:pt x="2018" y="1432"/>
                  </a:lnTo>
                  <a:lnTo>
                    <a:pt x="2022" y="1407"/>
                  </a:lnTo>
                  <a:lnTo>
                    <a:pt x="2028" y="1383"/>
                  </a:lnTo>
                  <a:lnTo>
                    <a:pt x="2034" y="1359"/>
                  </a:lnTo>
                  <a:lnTo>
                    <a:pt x="2042" y="1336"/>
                  </a:lnTo>
                  <a:lnTo>
                    <a:pt x="2051" y="1313"/>
                  </a:lnTo>
                  <a:lnTo>
                    <a:pt x="2061" y="1291"/>
                  </a:lnTo>
                  <a:lnTo>
                    <a:pt x="2072" y="1269"/>
                  </a:lnTo>
                  <a:lnTo>
                    <a:pt x="2084" y="1248"/>
                  </a:lnTo>
                  <a:lnTo>
                    <a:pt x="2097" y="1227"/>
                  </a:lnTo>
                  <a:lnTo>
                    <a:pt x="2111" y="1208"/>
                  </a:lnTo>
                  <a:lnTo>
                    <a:pt x="2126" y="1189"/>
                  </a:lnTo>
                  <a:lnTo>
                    <a:pt x="2142" y="1171"/>
                  </a:lnTo>
                  <a:lnTo>
                    <a:pt x="2158" y="1153"/>
                  </a:lnTo>
                  <a:lnTo>
                    <a:pt x="2177" y="1137"/>
                  </a:lnTo>
                  <a:lnTo>
                    <a:pt x="2195" y="1121"/>
                  </a:lnTo>
                  <a:lnTo>
                    <a:pt x="2214" y="1106"/>
                  </a:lnTo>
                  <a:lnTo>
                    <a:pt x="2233" y="1091"/>
                  </a:lnTo>
                  <a:lnTo>
                    <a:pt x="2254" y="1078"/>
                  </a:lnTo>
                  <a:lnTo>
                    <a:pt x="2275" y="1066"/>
                  </a:lnTo>
                  <a:lnTo>
                    <a:pt x="2296" y="1055"/>
                  </a:lnTo>
                  <a:lnTo>
                    <a:pt x="2318" y="1045"/>
                  </a:lnTo>
                  <a:lnTo>
                    <a:pt x="2341" y="1036"/>
                  </a:lnTo>
                  <a:lnTo>
                    <a:pt x="2365" y="1029"/>
                  </a:lnTo>
                  <a:lnTo>
                    <a:pt x="2389" y="1022"/>
                  </a:lnTo>
                  <a:lnTo>
                    <a:pt x="2413" y="1016"/>
                  </a:lnTo>
                  <a:lnTo>
                    <a:pt x="2438" y="1012"/>
                  </a:lnTo>
                  <a:lnTo>
                    <a:pt x="2463" y="1009"/>
                  </a:lnTo>
                  <a:lnTo>
                    <a:pt x="2488" y="1007"/>
                  </a:lnTo>
                  <a:lnTo>
                    <a:pt x="2515" y="1006"/>
                  </a:lnTo>
                  <a:lnTo>
                    <a:pt x="2541" y="1007"/>
                  </a:lnTo>
                  <a:lnTo>
                    <a:pt x="2566" y="1009"/>
                  </a:lnTo>
                  <a:lnTo>
                    <a:pt x="2591" y="1012"/>
                  </a:lnTo>
                  <a:lnTo>
                    <a:pt x="2616" y="1016"/>
                  </a:lnTo>
                  <a:lnTo>
                    <a:pt x="2640" y="1022"/>
                  </a:lnTo>
                  <a:lnTo>
                    <a:pt x="2664" y="1029"/>
                  </a:lnTo>
                  <a:lnTo>
                    <a:pt x="2688" y="1036"/>
                  </a:lnTo>
                  <a:lnTo>
                    <a:pt x="2711" y="1045"/>
                  </a:lnTo>
                  <a:lnTo>
                    <a:pt x="2733" y="1055"/>
                  </a:lnTo>
                  <a:lnTo>
                    <a:pt x="2754" y="1066"/>
                  </a:lnTo>
                  <a:lnTo>
                    <a:pt x="2775" y="1078"/>
                  </a:lnTo>
                  <a:lnTo>
                    <a:pt x="2795" y="1091"/>
                  </a:lnTo>
                  <a:lnTo>
                    <a:pt x="2815" y="1106"/>
                  </a:lnTo>
                  <a:lnTo>
                    <a:pt x="2834" y="1121"/>
                  </a:lnTo>
                  <a:lnTo>
                    <a:pt x="2852" y="1137"/>
                  </a:lnTo>
                  <a:lnTo>
                    <a:pt x="2870" y="1153"/>
                  </a:lnTo>
                  <a:lnTo>
                    <a:pt x="2887" y="1171"/>
                  </a:lnTo>
                  <a:lnTo>
                    <a:pt x="2903" y="1189"/>
                  </a:lnTo>
                  <a:lnTo>
                    <a:pt x="2918" y="1208"/>
                  </a:lnTo>
                  <a:lnTo>
                    <a:pt x="2932" y="1227"/>
                  </a:lnTo>
                  <a:lnTo>
                    <a:pt x="2945" y="1248"/>
                  </a:lnTo>
                  <a:lnTo>
                    <a:pt x="2957" y="1269"/>
                  </a:lnTo>
                  <a:lnTo>
                    <a:pt x="2968" y="1291"/>
                  </a:lnTo>
                  <a:lnTo>
                    <a:pt x="2978" y="1313"/>
                  </a:lnTo>
                  <a:lnTo>
                    <a:pt x="2987" y="1336"/>
                  </a:lnTo>
                  <a:lnTo>
                    <a:pt x="2995" y="1359"/>
                  </a:lnTo>
                  <a:lnTo>
                    <a:pt x="3001" y="1383"/>
                  </a:lnTo>
                  <a:lnTo>
                    <a:pt x="3007" y="1407"/>
                  </a:lnTo>
                  <a:lnTo>
                    <a:pt x="3011" y="1432"/>
                  </a:lnTo>
                  <a:lnTo>
                    <a:pt x="3014" y="1458"/>
                  </a:lnTo>
                  <a:lnTo>
                    <a:pt x="3016" y="1483"/>
                  </a:lnTo>
                  <a:lnTo>
                    <a:pt x="3017" y="1509"/>
                  </a:lnTo>
                  <a:lnTo>
                    <a:pt x="3017" y="8601"/>
                  </a:lnTo>
                  <a:lnTo>
                    <a:pt x="2956" y="8590"/>
                  </a:lnTo>
                  <a:lnTo>
                    <a:pt x="2895" y="8579"/>
                  </a:lnTo>
                  <a:lnTo>
                    <a:pt x="2832" y="8571"/>
                  </a:lnTo>
                  <a:lnTo>
                    <a:pt x="2770" y="8564"/>
                  </a:lnTo>
                  <a:lnTo>
                    <a:pt x="2707" y="8558"/>
                  </a:lnTo>
                  <a:lnTo>
                    <a:pt x="2643" y="8553"/>
                  </a:lnTo>
                  <a:lnTo>
                    <a:pt x="2579" y="8551"/>
                  </a:lnTo>
                  <a:lnTo>
                    <a:pt x="2515" y="8550"/>
                  </a:lnTo>
                  <a:lnTo>
                    <a:pt x="2450" y="8551"/>
                  </a:lnTo>
                  <a:lnTo>
                    <a:pt x="2386" y="8553"/>
                  </a:lnTo>
                  <a:lnTo>
                    <a:pt x="2322" y="8558"/>
                  </a:lnTo>
                  <a:lnTo>
                    <a:pt x="2259" y="8564"/>
                  </a:lnTo>
                  <a:lnTo>
                    <a:pt x="2197" y="8571"/>
                  </a:lnTo>
                  <a:lnTo>
                    <a:pt x="2134" y="8579"/>
                  </a:lnTo>
                  <a:lnTo>
                    <a:pt x="2073" y="8590"/>
                  </a:lnTo>
                  <a:lnTo>
                    <a:pt x="2012" y="8601"/>
                  </a:lnTo>
                  <a:lnTo>
                    <a:pt x="2012" y="1509"/>
                  </a:lnTo>
                  <a:close/>
                  <a:moveTo>
                    <a:pt x="4023" y="9065"/>
                  </a:moveTo>
                  <a:lnTo>
                    <a:pt x="4023" y="1509"/>
                  </a:lnTo>
                  <a:lnTo>
                    <a:pt x="4021" y="1431"/>
                  </a:lnTo>
                  <a:lnTo>
                    <a:pt x="4015" y="1355"/>
                  </a:lnTo>
                  <a:lnTo>
                    <a:pt x="4006" y="1280"/>
                  </a:lnTo>
                  <a:lnTo>
                    <a:pt x="3992" y="1205"/>
                  </a:lnTo>
                  <a:lnTo>
                    <a:pt x="3976" y="1133"/>
                  </a:lnTo>
                  <a:lnTo>
                    <a:pt x="3955" y="1060"/>
                  </a:lnTo>
                  <a:lnTo>
                    <a:pt x="3932" y="991"/>
                  </a:lnTo>
                  <a:lnTo>
                    <a:pt x="3905" y="922"/>
                  </a:lnTo>
                  <a:lnTo>
                    <a:pt x="3875" y="855"/>
                  </a:lnTo>
                  <a:lnTo>
                    <a:pt x="3841" y="791"/>
                  </a:lnTo>
                  <a:lnTo>
                    <a:pt x="3805" y="727"/>
                  </a:lnTo>
                  <a:lnTo>
                    <a:pt x="3765" y="666"/>
                  </a:lnTo>
                  <a:lnTo>
                    <a:pt x="3724" y="607"/>
                  </a:lnTo>
                  <a:lnTo>
                    <a:pt x="3678" y="549"/>
                  </a:lnTo>
                  <a:lnTo>
                    <a:pt x="3631" y="495"/>
                  </a:lnTo>
                  <a:lnTo>
                    <a:pt x="3581" y="443"/>
                  </a:lnTo>
                  <a:lnTo>
                    <a:pt x="3528" y="392"/>
                  </a:lnTo>
                  <a:lnTo>
                    <a:pt x="3474" y="345"/>
                  </a:lnTo>
                  <a:lnTo>
                    <a:pt x="3417" y="300"/>
                  </a:lnTo>
                  <a:lnTo>
                    <a:pt x="3357" y="259"/>
                  </a:lnTo>
                  <a:lnTo>
                    <a:pt x="3296" y="219"/>
                  </a:lnTo>
                  <a:lnTo>
                    <a:pt x="3233" y="182"/>
                  </a:lnTo>
                  <a:lnTo>
                    <a:pt x="3168" y="149"/>
                  </a:lnTo>
                  <a:lnTo>
                    <a:pt x="3101" y="119"/>
                  </a:lnTo>
                  <a:lnTo>
                    <a:pt x="3033" y="92"/>
                  </a:lnTo>
                  <a:lnTo>
                    <a:pt x="2963" y="68"/>
                  </a:lnTo>
                  <a:lnTo>
                    <a:pt x="2891" y="47"/>
                  </a:lnTo>
                  <a:lnTo>
                    <a:pt x="2818" y="31"/>
                  </a:lnTo>
                  <a:lnTo>
                    <a:pt x="2744" y="17"/>
                  </a:lnTo>
                  <a:lnTo>
                    <a:pt x="2668" y="8"/>
                  </a:lnTo>
                  <a:lnTo>
                    <a:pt x="2592" y="2"/>
                  </a:lnTo>
                  <a:lnTo>
                    <a:pt x="2515" y="0"/>
                  </a:lnTo>
                  <a:lnTo>
                    <a:pt x="2437" y="2"/>
                  </a:lnTo>
                  <a:lnTo>
                    <a:pt x="2361" y="8"/>
                  </a:lnTo>
                  <a:lnTo>
                    <a:pt x="2285" y="17"/>
                  </a:lnTo>
                  <a:lnTo>
                    <a:pt x="2211" y="31"/>
                  </a:lnTo>
                  <a:lnTo>
                    <a:pt x="2137" y="47"/>
                  </a:lnTo>
                  <a:lnTo>
                    <a:pt x="2066" y="68"/>
                  </a:lnTo>
                  <a:lnTo>
                    <a:pt x="1996" y="92"/>
                  </a:lnTo>
                  <a:lnTo>
                    <a:pt x="1928" y="119"/>
                  </a:lnTo>
                  <a:lnTo>
                    <a:pt x="1861" y="149"/>
                  </a:lnTo>
                  <a:lnTo>
                    <a:pt x="1795" y="182"/>
                  </a:lnTo>
                  <a:lnTo>
                    <a:pt x="1733" y="219"/>
                  </a:lnTo>
                  <a:lnTo>
                    <a:pt x="1672" y="259"/>
                  </a:lnTo>
                  <a:lnTo>
                    <a:pt x="1612" y="300"/>
                  </a:lnTo>
                  <a:lnTo>
                    <a:pt x="1555" y="345"/>
                  </a:lnTo>
                  <a:lnTo>
                    <a:pt x="1501" y="392"/>
                  </a:lnTo>
                  <a:lnTo>
                    <a:pt x="1448" y="443"/>
                  </a:lnTo>
                  <a:lnTo>
                    <a:pt x="1398" y="495"/>
                  </a:lnTo>
                  <a:lnTo>
                    <a:pt x="1351" y="549"/>
                  </a:lnTo>
                  <a:lnTo>
                    <a:pt x="1305" y="607"/>
                  </a:lnTo>
                  <a:lnTo>
                    <a:pt x="1263" y="666"/>
                  </a:lnTo>
                  <a:lnTo>
                    <a:pt x="1224" y="727"/>
                  </a:lnTo>
                  <a:lnTo>
                    <a:pt x="1188" y="791"/>
                  </a:lnTo>
                  <a:lnTo>
                    <a:pt x="1154" y="855"/>
                  </a:lnTo>
                  <a:lnTo>
                    <a:pt x="1124" y="922"/>
                  </a:lnTo>
                  <a:lnTo>
                    <a:pt x="1097" y="991"/>
                  </a:lnTo>
                  <a:lnTo>
                    <a:pt x="1073" y="1060"/>
                  </a:lnTo>
                  <a:lnTo>
                    <a:pt x="1053" y="1133"/>
                  </a:lnTo>
                  <a:lnTo>
                    <a:pt x="1036" y="1205"/>
                  </a:lnTo>
                  <a:lnTo>
                    <a:pt x="1023" y="1280"/>
                  </a:lnTo>
                  <a:lnTo>
                    <a:pt x="1014" y="1355"/>
                  </a:lnTo>
                  <a:lnTo>
                    <a:pt x="1008" y="1431"/>
                  </a:lnTo>
                  <a:lnTo>
                    <a:pt x="1006" y="1509"/>
                  </a:lnTo>
                  <a:lnTo>
                    <a:pt x="1006" y="9065"/>
                  </a:lnTo>
                  <a:lnTo>
                    <a:pt x="949" y="9109"/>
                  </a:lnTo>
                  <a:lnTo>
                    <a:pt x="894" y="9154"/>
                  </a:lnTo>
                  <a:lnTo>
                    <a:pt x="841" y="9200"/>
                  </a:lnTo>
                  <a:lnTo>
                    <a:pt x="788" y="9249"/>
                  </a:lnTo>
                  <a:lnTo>
                    <a:pt x="737" y="9299"/>
                  </a:lnTo>
                  <a:lnTo>
                    <a:pt x="687" y="9349"/>
                  </a:lnTo>
                  <a:lnTo>
                    <a:pt x="638" y="9401"/>
                  </a:lnTo>
                  <a:lnTo>
                    <a:pt x="592" y="9456"/>
                  </a:lnTo>
                  <a:lnTo>
                    <a:pt x="547" y="9511"/>
                  </a:lnTo>
                  <a:lnTo>
                    <a:pt x="503" y="9567"/>
                  </a:lnTo>
                  <a:lnTo>
                    <a:pt x="460" y="9625"/>
                  </a:lnTo>
                  <a:lnTo>
                    <a:pt x="420" y="9683"/>
                  </a:lnTo>
                  <a:lnTo>
                    <a:pt x="381" y="9744"/>
                  </a:lnTo>
                  <a:lnTo>
                    <a:pt x="344" y="9804"/>
                  </a:lnTo>
                  <a:lnTo>
                    <a:pt x="308" y="9866"/>
                  </a:lnTo>
                  <a:lnTo>
                    <a:pt x="275" y="9930"/>
                  </a:lnTo>
                  <a:lnTo>
                    <a:pt x="243" y="9994"/>
                  </a:lnTo>
                  <a:lnTo>
                    <a:pt x="213" y="10059"/>
                  </a:lnTo>
                  <a:lnTo>
                    <a:pt x="184" y="10126"/>
                  </a:lnTo>
                  <a:lnTo>
                    <a:pt x="158" y="10193"/>
                  </a:lnTo>
                  <a:lnTo>
                    <a:pt x="133" y="10262"/>
                  </a:lnTo>
                  <a:lnTo>
                    <a:pt x="110" y="10330"/>
                  </a:lnTo>
                  <a:lnTo>
                    <a:pt x="90" y="10400"/>
                  </a:lnTo>
                  <a:lnTo>
                    <a:pt x="71" y="10471"/>
                  </a:lnTo>
                  <a:lnTo>
                    <a:pt x="55" y="10543"/>
                  </a:lnTo>
                  <a:lnTo>
                    <a:pt x="41" y="10616"/>
                  </a:lnTo>
                  <a:lnTo>
                    <a:pt x="28" y="10689"/>
                  </a:lnTo>
                  <a:lnTo>
                    <a:pt x="18" y="10763"/>
                  </a:lnTo>
                  <a:lnTo>
                    <a:pt x="10" y="10837"/>
                  </a:lnTo>
                  <a:lnTo>
                    <a:pt x="5" y="10912"/>
                  </a:lnTo>
                  <a:lnTo>
                    <a:pt x="1" y="10989"/>
                  </a:lnTo>
                  <a:lnTo>
                    <a:pt x="0" y="11065"/>
                  </a:lnTo>
                  <a:lnTo>
                    <a:pt x="1" y="11142"/>
                  </a:lnTo>
                  <a:lnTo>
                    <a:pt x="5" y="11218"/>
                  </a:lnTo>
                  <a:lnTo>
                    <a:pt x="10" y="11294"/>
                  </a:lnTo>
                  <a:lnTo>
                    <a:pt x="18" y="11368"/>
                  </a:lnTo>
                  <a:lnTo>
                    <a:pt x="28" y="11442"/>
                  </a:lnTo>
                  <a:lnTo>
                    <a:pt x="41" y="11515"/>
                  </a:lnTo>
                  <a:lnTo>
                    <a:pt x="55" y="11587"/>
                  </a:lnTo>
                  <a:lnTo>
                    <a:pt x="71" y="11660"/>
                  </a:lnTo>
                  <a:lnTo>
                    <a:pt x="90" y="11730"/>
                  </a:lnTo>
                  <a:lnTo>
                    <a:pt x="110" y="11801"/>
                  </a:lnTo>
                  <a:lnTo>
                    <a:pt x="133" y="11869"/>
                  </a:lnTo>
                  <a:lnTo>
                    <a:pt x="158" y="11937"/>
                  </a:lnTo>
                  <a:lnTo>
                    <a:pt x="184" y="12005"/>
                  </a:lnTo>
                  <a:lnTo>
                    <a:pt x="213" y="12071"/>
                  </a:lnTo>
                  <a:lnTo>
                    <a:pt x="243" y="12137"/>
                  </a:lnTo>
                  <a:lnTo>
                    <a:pt x="275" y="12201"/>
                  </a:lnTo>
                  <a:lnTo>
                    <a:pt x="308" y="12264"/>
                  </a:lnTo>
                  <a:lnTo>
                    <a:pt x="344" y="12327"/>
                  </a:lnTo>
                  <a:lnTo>
                    <a:pt x="381" y="12387"/>
                  </a:lnTo>
                  <a:lnTo>
                    <a:pt x="420" y="12447"/>
                  </a:lnTo>
                  <a:lnTo>
                    <a:pt x="460" y="12506"/>
                  </a:lnTo>
                  <a:lnTo>
                    <a:pt x="503" y="12564"/>
                  </a:lnTo>
                  <a:lnTo>
                    <a:pt x="547" y="12619"/>
                  </a:lnTo>
                  <a:lnTo>
                    <a:pt x="592" y="12675"/>
                  </a:lnTo>
                  <a:lnTo>
                    <a:pt x="638" y="12729"/>
                  </a:lnTo>
                  <a:lnTo>
                    <a:pt x="687" y="12781"/>
                  </a:lnTo>
                  <a:lnTo>
                    <a:pt x="737" y="12832"/>
                  </a:lnTo>
                  <a:lnTo>
                    <a:pt x="788" y="12882"/>
                  </a:lnTo>
                  <a:lnTo>
                    <a:pt x="841" y="12930"/>
                  </a:lnTo>
                  <a:lnTo>
                    <a:pt x="894" y="12977"/>
                  </a:lnTo>
                  <a:lnTo>
                    <a:pt x="949" y="13022"/>
                  </a:lnTo>
                  <a:lnTo>
                    <a:pt x="1006" y="13066"/>
                  </a:lnTo>
                  <a:lnTo>
                    <a:pt x="1006" y="14586"/>
                  </a:lnTo>
                  <a:lnTo>
                    <a:pt x="1008" y="14664"/>
                  </a:lnTo>
                  <a:lnTo>
                    <a:pt x="1014" y="14740"/>
                  </a:lnTo>
                  <a:lnTo>
                    <a:pt x="1023" y="14815"/>
                  </a:lnTo>
                  <a:lnTo>
                    <a:pt x="1036" y="14890"/>
                  </a:lnTo>
                  <a:lnTo>
                    <a:pt x="1053" y="14962"/>
                  </a:lnTo>
                  <a:lnTo>
                    <a:pt x="1073" y="15035"/>
                  </a:lnTo>
                  <a:lnTo>
                    <a:pt x="1097" y="15104"/>
                  </a:lnTo>
                  <a:lnTo>
                    <a:pt x="1124" y="15173"/>
                  </a:lnTo>
                  <a:lnTo>
                    <a:pt x="1154" y="15240"/>
                  </a:lnTo>
                  <a:lnTo>
                    <a:pt x="1188" y="15304"/>
                  </a:lnTo>
                  <a:lnTo>
                    <a:pt x="1224" y="15368"/>
                  </a:lnTo>
                  <a:lnTo>
                    <a:pt x="1263" y="15429"/>
                  </a:lnTo>
                  <a:lnTo>
                    <a:pt x="1305" y="15488"/>
                  </a:lnTo>
                  <a:lnTo>
                    <a:pt x="1351" y="15546"/>
                  </a:lnTo>
                  <a:lnTo>
                    <a:pt x="1398" y="15600"/>
                  </a:lnTo>
                  <a:lnTo>
                    <a:pt x="1448" y="15652"/>
                  </a:lnTo>
                  <a:lnTo>
                    <a:pt x="1501" y="15703"/>
                  </a:lnTo>
                  <a:lnTo>
                    <a:pt x="1555" y="15750"/>
                  </a:lnTo>
                  <a:lnTo>
                    <a:pt x="1612" y="15795"/>
                  </a:lnTo>
                  <a:lnTo>
                    <a:pt x="1672" y="15836"/>
                  </a:lnTo>
                  <a:lnTo>
                    <a:pt x="1733" y="15877"/>
                  </a:lnTo>
                  <a:lnTo>
                    <a:pt x="1795" y="15913"/>
                  </a:lnTo>
                  <a:lnTo>
                    <a:pt x="1861" y="15946"/>
                  </a:lnTo>
                  <a:lnTo>
                    <a:pt x="1928" y="15976"/>
                  </a:lnTo>
                  <a:lnTo>
                    <a:pt x="1996" y="16003"/>
                  </a:lnTo>
                  <a:lnTo>
                    <a:pt x="2066" y="16027"/>
                  </a:lnTo>
                  <a:lnTo>
                    <a:pt x="2137" y="16048"/>
                  </a:lnTo>
                  <a:lnTo>
                    <a:pt x="2211" y="16064"/>
                  </a:lnTo>
                  <a:lnTo>
                    <a:pt x="2285" y="16078"/>
                  </a:lnTo>
                  <a:lnTo>
                    <a:pt x="2361" y="16087"/>
                  </a:lnTo>
                  <a:lnTo>
                    <a:pt x="2437" y="16093"/>
                  </a:lnTo>
                  <a:lnTo>
                    <a:pt x="2515" y="16095"/>
                  </a:lnTo>
                  <a:lnTo>
                    <a:pt x="2592" y="16093"/>
                  </a:lnTo>
                  <a:lnTo>
                    <a:pt x="2668" y="16087"/>
                  </a:lnTo>
                  <a:lnTo>
                    <a:pt x="2744" y="16078"/>
                  </a:lnTo>
                  <a:lnTo>
                    <a:pt x="2818" y="16064"/>
                  </a:lnTo>
                  <a:lnTo>
                    <a:pt x="2891" y="16048"/>
                  </a:lnTo>
                  <a:lnTo>
                    <a:pt x="2963" y="16027"/>
                  </a:lnTo>
                  <a:lnTo>
                    <a:pt x="3033" y="16003"/>
                  </a:lnTo>
                  <a:lnTo>
                    <a:pt x="3101" y="15976"/>
                  </a:lnTo>
                  <a:lnTo>
                    <a:pt x="3168" y="15946"/>
                  </a:lnTo>
                  <a:lnTo>
                    <a:pt x="3233" y="15913"/>
                  </a:lnTo>
                  <a:lnTo>
                    <a:pt x="3296" y="15877"/>
                  </a:lnTo>
                  <a:lnTo>
                    <a:pt x="3357" y="15836"/>
                  </a:lnTo>
                  <a:lnTo>
                    <a:pt x="3417" y="15795"/>
                  </a:lnTo>
                  <a:lnTo>
                    <a:pt x="3474" y="15750"/>
                  </a:lnTo>
                  <a:lnTo>
                    <a:pt x="3528" y="15703"/>
                  </a:lnTo>
                  <a:lnTo>
                    <a:pt x="3581" y="15652"/>
                  </a:lnTo>
                  <a:lnTo>
                    <a:pt x="3631" y="15600"/>
                  </a:lnTo>
                  <a:lnTo>
                    <a:pt x="3678" y="15546"/>
                  </a:lnTo>
                  <a:lnTo>
                    <a:pt x="3724" y="15488"/>
                  </a:lnTo>
                  <a:lnTo>
                    <a:pt x="3765" y="15429"/>
                  </a:lnTo>
                  <a:lnTo>
                    <a:pt x="3805" y="15368"/>
                  </a:lnTo>
                  <a:lnTo>
                    <a:pt x="3841" y="15304"/>
                  </a:lnTo>
                  <a:lnTo>
                    <a:pt x="3875" y="15240"/>
                  </a:lnTo>
                  <a:lnTo>
                    <a:pt x="3905" y="15173"/>
                  </a:lnTo>
                  <a:lnTo>
                    <a:pt x="3932" y="15104"/>
                  </a:lnTo>
                  <a:lnTo>
                    <a:pt x="3955" y="15035"/>
                  </a:lnTo>
                  <a:lnTo>
                    <a:pt x="3976" y="14962"/>
                  </a:lnTo>
                  <a:lnTo>
                    <a:pt x="3992" y="14890"/>
                  </a:lnTo>
                  <a:lnTo>
                    <a:pt x="4006" y="14815"/>
                  </a:lnTo>
                  <a:lnTo>
                    <a:pt x="4015" y="14740"/>
                  </a:lnTo>
                  <a:lnTo>
                    <a:pt x="4021" y="14664"/>
                  </a:lnTo>
                  <a:lnTo>
                    <a:pt x="4023" y="14586"/>
                  </a:lnTo>
                  <a:lnTo>
                    <a:pt x="4023" y="13066"/>
                  </a:lnTo>
                  <a:lnTo>
                    <a:pt x="4080" y="13022"/>
                  </a:lnTo>
                  <a:lnTo>
                    <a:pt x="4135" y="12977"/>
                  </a:lnTo>
                  <a:lnTo>
                    <a:pt x="4188" y="12930"/>
                  </a:lnTo>
                  <a:lnTo>
                    <a:pt x="4241" y="12882"/>
                  </a:lnTo>
                  <a:lnTo>
                    <a:pt x="4292" y="12832"/>
                  </a:lnTo>
                  <a:lnTo>
                    <a:pt x="4342" y="12781"/>
                  </a:lnTo>
                  <a:lnTo>
                    <a:pt x="4391" y="12729"/>
                  </a:lnTo>
                  <a:lnTo>
                    <a:pt x="4437" y="12675"/>
                  </a:lnTo>
                  <a:lnTo>
                    <a:pt x="4482" y="12619"/>
                  </a:lnTo>
                  <a:lnTo>
                    <a:pt x="4526" y="12564"/>
                  </a:lnTo>
                  <a:lnTo>
                    <a:pt x="4569" y="12506"/>
                  </a:lnTo>
                  <a:lnTo>
                    <a:pt x="4609" y="12447"/>
                  </a:lnTo>
                  <a:lnTo>
                    <a:pt x="4648" y="12387"/>
                  </a:lnTo>
                  <a:lnTo>
                    <a:pt x="4685" y="12327"/>
                  </a:lnTo>
                  <a:lnTo>
                    <a:pt x="4721" y="12264"/>
                  </a:lnTo>
                  <a:lnTo>
                    <a:pt x="4755" y="12201"/>
                  </a:lnTo>
                  <a:lnTo>
                    <a:pt x="4786" y="12137"/>
                  </a:lnTo>
                  <a:lnTo>
                    <a:pt x="4816" y="12071"/>
                  </a:lnTo>
                  <a:lnTo>
                    <a:pt x="4845" y="12005"/>
                  </a:lnTo>
                  <a:lnTo>
                    <a:pt x="4871" y="11937"/>
                  </a:lnTo>
                  <a:lnTo>
                    <a:pt x="4896" y="11869"/>
                  </a:lnTo>
                  <a:lnTo>
                    <a:pt x="4919" y="11801"/>
                  </a:lnTo>
                  <a:lnTo>
                    <a:pt x="4939" y="11730"/>
                  </a:lnTo>
                  <a:lnTo>
                    <a:pt x="4958" y="11660"/>
                  </a:lnTo>
                  <a:lnTo>
                    <a:pt x="4974" y="11587"/>
                  </a:lnTo>
                  <a:lnTo>
                    <a:pt x="4989" y="11515"/>
                  </a:lnTo>
                  <a:lnTo>
                    <a:pt x="5001" y="11442"/>
                  </a:lnTo>
                  <a:lnTo>
                    <a:pt x="5011" y="11368"/>
                  </a:lnTo>
                  <a:lnTo>
                    <a:pt x="5019" y="11294"/>
                  </a:lnTo>
                  <a:lnTo>
                    <a:pt x="5024" y="11218"/>
                  </a:lnTo>
                  <a:lnTo>
                    <a:pt x="5028" y="11142"/>
                  </a:lnTo>
                  <a:lnTo>
                    <a:pt x="5029" y="11065"/>
                  </a:lnTo>
                  <a:lnTo>
                    <a:pt x="5028" y="10989"/>
                  </a:lnTo>
                  <a:lnTo>
                    <a:pt x="5024" y="10912"/>
                  </a:lnTo>
                  <a:lnTo>
                    <a:pt x="5019" y="10837"/>
                  </a:lnTo>
                  <a:lnTo>
                    <a:pt x="5011" y="10763"/>
                  </a:lnTo>
                  <a:lnTo>
                    <a:pt x="5001" y="10689"/>
                  </a:lnTo>
                  <a:lnTo>
                    <a:pt x="4989" y="10616"/>
                  </a:lnTo>
                  <a:lnTo>
                    <a:pt x="4974" y="10543"/>
                  </a:lnTo>
                  <a:lnTo>
                    <a:pt x="4958" y="10471"/>
                  </a:lnTo>
                  <a:lnTo>
                    <a:pt x="4939" y="10400"/>
                  </a:lnTo>
                  <a:lnTo>
                    <a:pt x="4919" y="10330"/>
                  </a:lnTo>
                  <a:lnTo>
                    <a:pt x="4896" y="10262"/>
                  </a:lnTo>
                  <a:lnTo>
                    <a:pt x="4871" y="10193"/>
                  </a:lnTo>
                  <a:lnTo>
                    <a:pt x="4845" y="10126"/>
                  </a:lnTo>
                  <a:lnTo>
                    <a:pt x="4816" y="10059"/>
                  </a:lnTo>
                  <a:lnTo>
                    <a:pt x="4786" y="9994"/>
                  </a:lnTo>
                  <a:lnTo>
                    <a:pt x="4755" y="9930"/>
                  </a:lnTo>
                  <a:lnTo>
                    <a:pt x="4721" y="9866"/>
                  </a:lnTo>
                  <a:lnTo>
                    <a:pt x="4685" y="9804"/>
                  </a:lnTo>
                  <a:lnTo>
                    <a:pt x="4648" y="9744"/>
                  </a:lnTo>
                  <a:lnTo>
                    <a:pt x="4609" y="9683"/>
                  </a:lnTo>
                  <a:lnTo>
                    <a:pt x="4569" y="9625"/>
                  </a:lnTo>
                  <a:lnTo>
                    <a:pt x="4526" y="9567"/>
                  </a:lnTo>
                  <a:lnTo>
                    <a:pt x="4482" y="9511"/>
                  </a:lnTo>
                  <a:lnTo>
                    <a:pt x="4437" y="9456"/>
                  </a:lnTo>
                  <a:lnTo>
                    <a:pt x="4391" y="9401"/>
                  </a:lnTo>
                  <a:lnTo>
                    <a:pt x="4342" y="9349"/>
                  </a:lnTo>
                  <a:lnTo>
                    <a:pt x="4292" y="9299"/>
                  </a:lnTo>
                  <a:lnTo>
                    <a:pt x="4241" y="9249"/>
                  </a:lnTo>
                  <a:lnTo>
                    <a:pt x="4188" y="9200"/>
                  </a:lnTo>
                  <a:lnTo>
                    <a:pt x="4135" y="9154"/>
                  </a:lnTo>
                  <a:lnTo>
                    <a:pt x="4080" y="9109"/>
                  </a:lnTo>
                  <a:lnTo>
                    <a:pt x="4023" y="906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grpSp>
      <p:sp>
        <p:nvSpPr>
          <p:cNvPr id="61" name="Freeform 60"/>
          <p:cNvSpPr>
            <a:spLocks noEditPoints="1"/>
          </p:cNvSpPr>
          <p:nvPr/>
        </p:nvSpPr>
        <p:spPr bwMode="auto">
          <a:xfrm>
            <a:off x="4789772" y="3662520"/>
            <a:ext cx="440960" cy="442007"/>
          </a:xfrm>
          <a:custGeom>
            <a:avLst/>
            <a:gdLst>
              <a:gd name="T0" fmla="*/ 11438 w 16419"/>
              <a:gd name="T1" fmla="*/ 11992 h 16036"/>
              <a:gd name="T2" fmla="*/ 12051 w 16419"/>
              <a:gd name="T3" fmla="*/ 9611 h 16036"/>
              <a:gd name="T4" fmla="*/ 15080 w 16419"/>
              <a:gd name="T5" fmla="*/ 9931 h 16036"/>
              <a:gd name="T6" fmla="*/ 13248 w 16419"/>
              <a:gd name="T7" fmla="*/ 12967 h 16036"/>
              <a:gd name="T8" fmla="*/ 4590 w 16419"/>
              <a:gd name="T9" fmla="*/ 10655 h 16036"/>
              <a:gd name="T10" fmla="*/ 4429 w 16419"/>
              <a:gd name="T11" fmla="*/ 12231 h 16036"/>
              <a:gd name="T12" fmla="*/ 2147 w 16419"/>
              <a:gd name="T13" fmla="*/ 11712 h 16036"/>
              <a:gd name="T14" fmla="*/ 1073 w 16419"/>
              <a:gd name="T15" fmla="*/ 8277 h 16036"/>
              <a:gd name="T16" fmla="*/ 4139 w 16419"/>
              <a:gd name="T17" fmla="*/ 4183 h 16036"/>
              <a:gd name="T18" fmla="*/ 4533 w 16419"/>
              <a:gd name="T19" fmla="*/ 5582 h 16036"/>
              <a:gd name="T20" fmla="*/ 1073 w 16419"/>
              <a:gd name="T21" fmla="*/ 7759 h 16036"/>
              <a:gd name="T22" fmla="*/ 1997 w 16419"/>
              <a:gd name="T23" fmla="*/ 4578 h 16036"/>
              <a:gd name="T24" fmla="*/ 9313 w 16419"/>
              <a:gd name="T25" fmla="*/ 5095 h 16036"/>
              <a:gd name="T26" fmla="*/ 11066 w 16419"/>
              <a:gd name="T27" fmla="*/ 4695 h 16036"/>
              <a:gd name="T28" fmla="*/ 11565 w 16419"/>
              <a:gd name="T29" fmla="*/ 6759 h 16036"/>
              <a:gd name="T30" fmla="*/ 10152 w 16419"/>
              <a:gd name="T31" fmla="*/ 11598 h 16036"/>
              <a:gd name="T32" fmla="*/ 8474 w 16419"/>
              <a:gd name="T33" fmla="*/ 11394 h 16036"/>
              <a:gd name="T34" fmla="*/ 11313 w 16419"/>
              <a:gd name="T35" fmla="*/ 10543 h 16036"/>
              <a:gd name="T36" fmla="*/ 12142 w 16419"/>
              <a:gd name="T37" fmla="*/ 12889 h 16036"/>
              <a:gd name="T38" fmla="*/ 11354 w 16419"/>
              <a:gd name="T39" fmla="*/ 14282 h 16036"/>
              <a:gd name="T40" fmla="*/ 9710 w 16419"/>
              <a:gd name="T41" fmla="*/ 14564 h 16036"/>
              <a:gd name="T42" fmla="*/ 10935 w 16419"/>
              <a:gd name="T43" fmla="*/ 12871 h 16036"/>
              <a:gd name="T44" fmla="*/ 9524 w 16419"/>
              <a:gd name="T45" fmla="*/ 12005 h 16036"/>
              <a:gd name="T46" fmla="*/ 10393 w 16419"/>
              <a:gd name="T47" fmla="*/ 12757 h 16036"/>
              <a:gd name="T48" fmla="*/ 8904 w 16419"/>
              <a:gd name="T49" fmla="*/ 14636 h 16036"/>
              <a:gd name="T50" fmla="*/ 5284 w 16419"/>
              <a:gd name="T51" fmla="*/ 14382 h 16036"/>
              <a:gd name="T52" fmla="*/ 4071 w 16419"/>
              <a:gd name="T53" fmla="*/ 13005 h 16036"/>
              <a:gd name="T54" fmla="*/ 5783 w 16419"/>
              <a:gd name="T55" fmla="*/ 13367 h 16036"/>
              <a:gd name="T56" fmla="*/ 7945 w 16419"/>
              <a:gd name="T57" fmla="*/ 8277 h 16036"/>
              <a:gd name="T58" fmla="*/ 6342 w 16419"/>
              <a:gd name="T59" fmla="*/ 11582 h 16036"/>
              <a:gd name="T60" fmla="*/ 5136 w 16419"/>
              <a:gd name="T61" fmla="*/ 10650 h 16036"/>
              <a:gd name="T62" fmla="*/ 7945 w 16419"/>
              <a:gd name="T63" fmla="*/ 8277 h 16036"/>
              <a:gd name="T64" fmla="*/ 7024 w 16419"/>
              <a:gd name="T65" fmla="*/ 5084 h 16036"/>
              <a:gd name="T66" fmla="*/ 4843 w 16419"/>
              <a:gd name="T67" fmla="*/ 6857 h 16036"/>
              <a:gd name="T68" fmla="*/ 5321 w 16419"/>
              <a:gd name="T69" fmla="*/ 4784 h 16036"/>
              <a:gd name="T70" fmla="*/ 3667 w 16419"/>
              <a:gd name="T71" fmla="*/ 3305 h 16036"/>
              <a:gd name="T72" fmla="*/ 5215 w 16419"/>
              <a:gd name="T73" fmla="*/ 1684 h 16036"/>
              <a:gd name="T74" fmla="*/ 6448 w 16419"/>
              <a:gd name="T75" fmla="*/ 1771 h 16036"/>
              <a:gd name="T76" fmla="*/ 5148 w 16419"/>
              <a:gd name="T77" fmla="*/ 3833 h 16036"/>
              <a:gd name="T78" fmla="*/ 6569 w 16419"/>
              <a:gd name="T79" fmla="*/ 4486 h 16036"/>
              <a:gd name="T80" fmla="*/ 6014 w 16419"/>
              <a:gd name="T81" fmla="*/ 3301 h 16036"/>
              <a:gd name="T82" fmla="*/ 7732 w 16419"/>
              <a:gd name="T83" fmla="*/ 1205 h 16036"/>
              <a:gd name="T84" fmla="*/ 11565 w 16419"/>
              <a:gd name="T85" fmla="*/ 1859 h 16036"/>
              <a:gd name="T86" fmla="*/ 12421 w 16419"/>
              <a:gd name="T87" fmla="*/ 3513 h 16036"/>
              <a:gd name="T88" fmla="*/ 11123 w 16419"/>
              <a:gd name="T89" fmla="*/ 3527 h 16036"/>
              <a:gd name="T90" fmla="*/ 9758 w 16419"/>
              <a:gd name="T91" fmla="*/ 1525 h 16036"/>
              <a:gd name="T92" fmla="*/ 9852 w 16419"/>
              <a:gd name="T93" fmla="*/ 2463 h 16036"/>
              <a:gd name="T94" fmla="*/ 10437 w 16419"/>
              <a:gd name="T95" fmla="*/ 4348 h 16036"/>
              <a:gd name="T96" fmla="*/ 8786 w 16419"/>
              <a:gd name="T97" fmla="*/ 4626 h 16036"/>
              <a:gd name="T98" fmla="*/ 6848 w 16419"/>
              <a:gd name="T99" fmla="*/ 13930 h 16036"/>
              <a:gd name="T100" fmla="*/ 6020 w 16419"/>
              <a:gd name="T101" fmla="*/ 12187 h 16036"/>
              <a:gd name="T102" fmla="*/ 7521 w 16419"/>
              <a:gd name="T103" fmla="*/ 11934 h 16036"/>
              <a:gd name="T104" fmla="*/ 12063 w 16419"/>
              <a:gd name="T105" fmla="*/ 6494 h 16036"/>
              <a:gd name="T106" fmla="*/ 11695 w 16419"/>
              <a:gd name="T107" fmla="*/ 4461 h 16036"/>
              <a:gd name="T108" fmla="*/ 13078 w 16419"/>
              <a:gd name="T109" fmla="*/ 3710 h 16036"/>
              <a:gd name="T110" fmla="*/ 14700 w 16419"/>
              <a:gd name="T111" fmla="*/ 5106 h 16036"/>
              <a:gd name="T112" fmla="*/ 6960 w 16419"/>
              <a:gd name="T113" fmla="*/ 92 h 16036"/>
              <a:gd name="T114" fmla="*/ 498 w 16419"/>
              <a:gd name="T115" fmla="*/ 5261 h 16036"/>
              <a:gd name="T116" fmla="*/ 2132 w 16419"/>
              <a:gd name="T117" fmla="*/ 13409 h 16036"/>
              <a:gd name="T118" fmla="*/ 10261 w 16419"/>
              <a:gd name="T119" fmla="*/ 15783 h 16036"/>
              <a:gd name="T120" fmla="*/ 16160 w 16419"/>
              <a:gd name="T121" fmla="*/ 10021 h 16036"/>
              <a:gd name="T122" fmla="*/ 13729 w 16419"/>
              <a:gd name="T123" fmla="*/ 2083 h 16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419" h="16036">
                <a:moveTo>
                  <a:pt x="13248" y="12967"/>
                </a:moveTo>
                <a:lnTo>
                  <a:pt x="13139" y="12892"/>
                </a:lnTo>
                <a:lnTo>
                  <a:pt x="13030" y="12819"/>
                </a:lnTo>
                <a:lnTo>
                  <a:pt x="12919" y="12748"/>
                </a:lnTo>
                <a:lnTo>
                  <a:pt x="12807" y="12676"/>
                </a:lnTo>
                <a:lnTo>
                  <a:pt x="12693" y="12608"/>
                </a:lnTo>
                <a:lnTo>
                  <a:pt x="12579" y="12541"/>
                </a:lnTo>
                <a:lnTo>
                  <a:pt x="12463" y="12476"/>
                </a:lnTo>
                <a:lnTo>
                  <a:pt x="12347" y="12413"/>
                </a:lnTo>
                <a:lnTo>
                  <a:pt x="12229" y="12351"/>
                </a:lnTo>
                <a:lnTo>
                  <a:pt x="12110" y="12291"/>
                </a:lnTo>
                <a:lnTo>
                  <a:pt x="12051" y="12261"/>
                </a:lnTo>
                <a:lnTo>
                  <a:pt x="11990" y="12231"/>
                </a:lnTo>
                <a:lnTo>
                  <a:pt x="11930" y="12203"/>
                </a:lnTo>
                <a:lnTo>
                  <a:pt x="11869" y="12175"/>
                </a:lnTo>
                <a:lnTo>
                  <a:pt x="11808" y="12147"/>
                </a:lnTo>
                <a:lnTo>
                  <a:pt x="11747" y="12120"/>
                </a:lnTo>
                <a:lnTo>
                  <a:pt x="11686" y="12094"/>
                </a:lnTo>
                <a:lnTo>
                  <a:pt x="11625" y="12068"/>
                </a:lnTo>
                <a:lnTo>
                  <a:pt x="11562" y="12042"/>
                </a:lnTo>
                <a:lnTo>
                  <a:pt x="11499" y="12017"/>
                </a:lnTo>
                <a:lnTo>
                  <a:pt x="11438" y="11992"/>
                </a:lnTo>
                <a:lnTo>
                  <a:pt x="11374" y="11968"/>
                </a:lnTo>
                <a:lnTo>
                  <a:pt x="11419" y="11863"/>
                </a:lnTo>
                <a:lnTo>
                  <a:pt x="11463" y="11756"/>
                </a:lnTo>
                <a:lnTo>
                  <a:pt x="11505" y="11649"/>
                </a:lnTo>
                <a:lnTo>
                  <a:pt x="11546" y="11541"/>
                </a:lnTo>
                <a:lnTo>
                  <a:pt x="11585" y="11433"/>
                </a:lnTo>
                <a:lnTo>
                  <a:pt x="11624" y="11323"/>
                </a:lnTo>
                <a:lnTo>
                  <a:pt x="11661" y="11214"/>
                </a:lnTo>
                <a:lnTo>
                  <a:pt x="11696" y="11104"/>
                </a:lnTo>
                <a:lnTo>
                  <a:pt x="11731" y="10993"/>
                </a:lnTo>
                <a:lnTo>
                  <a:pt x="11765" y="10880"/>
                </a:lnTo>
                <a:lnTo>
                  <a:pt x="11798" y="10768"/>
                </a:lnTo>
                <a:lnTo>
                  <a:pt x="11829" y="10655"/>
                </a:lnTo>
                <a:lnTo>
                  <a:pt x="11859" y="10542"/>
                </a:lnTo>
                <a:lnTo>
                  <a:pt x="11887" y="10427"/>
                </a:lnTo>
                <a:lnTo>
                  <a:pt x="11914" y="10312"/>
                </a:lnTo>
                <a:lnTo>
                  <a:pt x="11941" y="10197"/>
                </a:lnTo>
                <a:lnTo>
                  <a:pt x="11965" y="10081"/>
                </a:lnTo>
                <a:lnTo>
                  <a:pt x="11988" y="9964"/>
                </a:lnTo>
                <a:lnTo>
                  <a:pt x="12010" y="9847"/>
                </a:lnTo>
                <a:lnTo>
                  <a:pt x="12031" y="9729"/>
                </a:lnTo>
                <a:lnTo>
                  <a:pt x="12051" y="9611"/>
                </a:lnTo>
                <a:lnTo>
                  <a:pt x="12068" y="9492"/>
                </a:lnTo>
                <a:lnTo>
                  <a:pt x="12084" y="9373"/>
                </a:lnTo>
                <a:lnTo>
                  <a:pt x="12100" y="9253"/>
                </a:lnTo>
                <a:lnTo>
                  <a:pt x="12113" y="9133"/>
                </a:lnTo>
                <a:lnTo>
                  <a:pt x="12126" y="9011"/>
                </a:lnTo>
                <a:lnTo>
                  <a:pt x="12137" y="8890"/>
                </a:lnTo>
                <a:lnTo>
                  <a:pt x="12147" y="8769"/>
                </a:lnTo>
                <a:lnTo>
                  <a:pt x="12155" y="8646"/>
                </a:lnTo>
                <a:lnTo>
                  <a:pt x="12161" y="8523"/>
                </a:lnTo>
                <a:lnTo>
                  <a:pt x="12166" y="8400"/>
                </a:lnTo>
                <a:lnTo>
                  <a:pt x="12171" y="8277"/>
                </a:lnTo>
                <a:lnTo>
                  <a:pt x="15347" y="8277"/>
                </a:lnTo>
                <a:lnTo>
                  <a:pt x="15337" y="8448"/>
                </a:lnTo>
                <a:lnTo>
                  <a:pt x="15325" y="8617"/>
                </a:lnTo>
                <a:lnTo>
                  <a:pt x="15309" y="8786"/>
                </a:lnTo>
                <a:lnTo>
                  <a:pt x="15287" y="8954"/>
                </a:lnTo>
                <a:lnTo>
                  <a:pt x="15262" y="9119"/>
                </a:lnTo>
                <a:lnTo>
                  <a:pt x="15234" y="9285"/>
                </a:lnTo>
                <a:lnTo>
                  <a:pt x="15201" y="9449"/>
                </a:lnTo>
                <a:lnTo>
                  <a:pt x="15164" y="9612"/>
                </a:lnTo>
                <a:lnTo>
                  <a:pt x="15124" y="9772"/>
                </a:lnTo>
                <a:lnTo>
                  <a:pt x="15080" y="9931"/>
                </a:lnTo>
                <a:lnTo>
                  <a:pt x="15032" y="10090"/>
                </a:lnTo>
                <a:lnTo>
                  <a:pt x="14980" y="10246"/>
                </a:lnTo>
                <a:lnTo>
                  <a:pt x="14925" y="10400"/>
                </a:lnTo>
                <a:lnTo>
                  <a:pt x="14866" y="10554"/>
                </a:lnTo>
                <a:lnTo>
                  <a:pt x="14804" y="10705"/>
                </a:lnTo>
                <a:lnTo>
                  <a:pt x="14738" y="10854"/>
                </a:lnTo>
                <a:lnTo>
                  <a:pt x="14668" y="11002"/>
                </a:lnTo>
                <a:lnTo>
                  <a:pt x="14596" y="11148"/>
                </a:lnTo>
                <a:lnTo>
                  <a:pt x="14521" y="11292"/>
                </a:lnTo>
                <a:lnTo>
                  <a:pt x="14441" y="11434"/>
                </a:lnTo>
                <a:lnTo>
                  <a:pt x="14358" y="11574"/>
                </a:lnTo>
                <a:lnTo>
                  <a:pt x="14272" y="11712"/>
                </a:lnTo>
                <a:lnTo>
                  <a:pt x="14183" y="11848"/>
                </a:lnTo>
                <a:lnTo>
                  <a:pt x="14092" y="11981"/>
                </a:lnTo>
                <a:lnTo>
                  <a:pt x="13996" y="12113"/>
                </a:lnTo>
                <a:lnTo>
                  <a:pt x="13898" y="12241"/>
                </a:lnTo>
                <a:lnTo>
                  <a:pt x="13797" y="12369"/>
                </a:lnTo>
                <a:lnTo>
                  <a:pt x="13693" y="12493"/>
                </a:lnTo>
                <a:lnTo>
                  <a:pt x="13586" y="12615"/>
                </a:lnTo>
                <a:lnTo>
                  <a:pt x="13476" y="12735"/>
                </a:lnTo>
                <a:lnTo>
                  <a:pt x="13364" y="12852"/>
                </a:lnTo>
                <a:lnTo>
                  <a:pt x="13248" y="12967"/>
                </a:lnTo>
                <a:close/>
                <a:moveTo>
                  <a:pt x="1073" y="8277"/>
                </a:moveTo>
                <a:lnTo>
                  <a:pt x="4248" y="8277"/>
                </a:lnTo>
                <a:lnTo>
                  <a:pt x="4253" y="8400"/>
                </a:lnTo>
                <a:lnTo>
                  <a:pt x="4258" y="8523"/>
                </a:lnTo>
                <a:lnTo>
                  <a:pt x="4265" y="8646"/>
                </a:lnTo>
                <a:lnTo>
                  <a:pt x="4273" y="8769"/>
                </a:lnTo>
                <a:lnTo>
                  <a:pt x="4282" y="8890"/>
                </a:lnTo>
                <a:lnTo>
                  <a:pt x="4294" y="9011"/>
                </a:lnTo>
                <a:lnTo>
                  <a:pt x="4306" y="9133"/>
                </a:lnTo>
                <a:lnTo>
                  <a:pt x="4319" y="9253"/>
                </a:lnTo>
                <a:lnTo>
                  <a:pt x="4335" y="9373"/>
                </a:lnTo>
                <a:lnTo>
                  <a:pt x="4351" y="9492"/>
                </a:lnTo>
                <a:lnTo>
                  <a:pt x="4370" y="9611"/>
                </a:lnTo>
                <a:lnTo>
                  <a:pt x="4388" y="9729"/>
                </a:lnTo>
                <a:lnTo>
                  <a:pt x="4410" y="9847"/>
                </a:lnTo>
                <a:lnTo>
                  <a:pt x="4431" y="9964"/>
                </a:lnTo>
                <a:lnTo>
                  <a:pt x="4455" y="10081"/>
                </a:lnTo>
                <a:lnTo>
                  <a:pt x="4479" y="10197"/>
                </a:lnTo>
                <a:lnTo>
                  <a:pt x="4505" y="10312"/>
                </a:lnTo>
                <a:lnTo>
                  <a:pt x="4533" y="10427"/>
                </a:lnTo>
                <a:lnTo>
                  <a:pt x="4560" y="10542"/>
                </a:lnTo>
                <a:lnTo>
                  <a:pt x="4590" y="10655"/>
                </a:lnTo>
                <a:lnTo>
                  <a:pt x="4622" y="10768"/>
                </a:lnTo>
                <a:lnTo>
                  <a:pt x="4654" y="10880"/>
                </a:lnTo>
                <a:lnTo>
                  <a:pt x="4688" y="10993"/>
                </a:lnTo>
                <a:lnTo>
                  <a:pt x="4723" y="11104"/>
                </a:lnTo>
                <a:lnTo>
                  <a:pt x="4758" y="11214"/>
                </a:lnTo>
                <a:lnTo>
                  <a:pt x="4795" y="11323"/>
                </a:lnTo>
                <a:lnTo>
                  <a:pt x="4834" y="11433"/>
                </a:lnTo>
                <a:lnTo>
                  <a:pt x="4874" y="11541"/>
                </a:lnTo>
                <a:lnTo>
                  <a:pt x="4915" y="11649"/>
                </a:lnTo>
                <a:lnTo>
                  <a:pt x="4958" y="11756"/>
                </a:lnTo>
                <a:lnTo>
                  <a:pt x="5001" y="11863"/>
                </a:lnTo>
                <a:lnTo>
                  <a:pt x="5045" y="11968"/>
                </a:lnTo>
                <a:lnTo>
                  <a:pt x="4982" y="11992"/>
                </a:lnTo>
                <a:lnTo>
                  <a:pt x="4920" y="12017"/>
                </a:lnTo>
                <a:lnTo>
                  <a:pt x="4857" y="12042"/>
                </a:lnTo>
                <a:lnTo>
                  <a:pt x="4795" y="12068"/>
                </a:lnTo>
                <a:lnTo>
                  <a:pt x="4734" y="12094"/>
                </a:lnTo>
                <a:lnTo>
                  <a:pt x="4672" y="12120"/>
                </a:lnTo>
                <a:lnTo>
                  <a:pt x="4611" y="12147"/>
                </a:lnTo>
                <a:lnTo>
                  <a:pt x="4550" y="12175"/>
                </a:lnTo>
                <a:lnTo>
                  <a:pt x="4490" y="12203"/>
                </a:lnTo>
                <a:lnTo>
                  <a:pt x="4429" y="12231"/>
                </a:lnTo>
                <a:lnTo>
                  <a:pt x="4370" y="12261"/>
                </a:lnTo>
                <a:lnTo>
                  <a:pt x="4309" y="12291"/>
                </a:lnTo>
                <a:lnTo>
                  <a:pt x="4191" y="12351"/>
                </a:lnTo>
                <a:lnTo>
                  <a:pt x="4073" y="12413"/>
                </a:lnTo>
                <a:lnTo>
                  <a:pt x="3956" y="12476"/>
                </a:lnTo>
                <a:lnTo>
                  <a:pt x="3841" y="12541"/>
                </a:lnTo>
                <a:lnTo>
                  <a:pt x="3726" y="12608"/>
                </a:lnTo>
                <a:lnTo>
                  <a:pt x="3613" y="12676"/>
                </a:lnTo>
                <a:lnTo>
                  <a:pt x="3501" y="12748"/>
                </a:lnTo>
                <a:lnTo>
                  <a:pt x="3389" y="12819"/>
                </a:lnTo>
                <a:lnTo>
                  <a:pt x="3280" y="12892"/>
                </a:lnTo>
                <a:lnTo>
                  <a:pt x="3171" y="12967"/>
                </a:lnTo>
                <a:lnTo>
                  <a:pt x="3056" y="12852"/>
                </a:lnTo>
                <a:lnTo>
                  <a:pt x="2943" y="12735"/>
                </a:lnTo>
                <a:lnTo>
                  <a:pt x="2833" y="12615"/>
                </a:lnTo>
                <a:lnTo>
                  <a:pt x="2727" y="12493"/>
                </a:lnTo>
                <a:lnTo>
                  <a:pt x="2623" y="12369"/>
                </a:lnTo>
                <a:lnTo>
                  <a:pt x="2521" y="12241"/>
                </a:lnTo>
                <a:lnTo>
                  <a:pt x="2423" y="12113"/>
                </a:lnTo>
                <a:lnTo>
                  <a:pt x="2328" y="11981"/>
                </a:lnTo>
                <a:lnTo>
                  <a:pt x="2236" y="11848"/>
                </a:lnTo>
                <a:lnTo>
                  <a:pt x="2147" y="11712"/>
                </a:lnTo>
                <a:lnTo>
                  <a:pt x="2062" y="11574"/>
                </a:lnTo>
                <a:lnTo>
                  <a:pt x="1978" y="11434"/>
                </a:lnTo>
                <a:lnTo>
                  <a:pt x="1899" y="11292"/>
                </a:lnTo>
                <a:lnTo>
                  <a:pt x="1824" y="11148"/>
                </a:lnTo>
                <a:lnTo>
                  <a:pt x="1751" y="11002"/>
                </a:lnTo>
                <a:lnTo>
                  <a:pt x="1682" y="10854"/>
                </a:lnTo>
                <a:lnTo>
                  <a:pt x="1615" y="10705"/>
                </a:lnTo>
                <a:lnTo>
                  <a:pt x="1554" y="10554"/>
                </a:lnTo>
                <a:lnTo>
                  <a:pt x="1494" y="10400"/>
                </a:lnTo>
                <a:lnTo>
                  <a:pt x="1440" y="10246"/>
                </a:lnTo>
                <a:lnTo>
                  <a:pt x="1387" y="10090"/>
                </a:lnTo>
                <a:lnTo>
                  <a:pt x="1340" y="9931"/>
                </a:lnTo>
                <a:lnTo>
                  <a:pt x="1296" y="9772"/>
                </a:lnTo>
                <a:lnTo>
                  <a:pt x="1255" y="9612"/>
                </a:lnTo>
                <a:lnTo>
                  <a:pt x="1219" y="9449"/>
                </a:lnTo>
                <a:lnTo>
                  <a:pt x="1186" y="9285"/>
                </a:lnTo>
                <a:lnTo>
                  <a:pt x="1158" y="9119"/>
                </a:lnTo>
                <a:lnTo>
                  <a:pt x="1132" y="8954"/>
                </a:lnTo>
                <a:lnTo>
                  <a:pt x="1111" y="8786"/>
                </a:lnTo>
                <a:lnTo>
                  <a:pt x="1095" y="8617"/>
                </a:lnTo>
                <a:lnTo>
                  <a:pt x="1082" y="8448"/>
                </a:lnTo>
                <a:lnTo>
                  <a:pt x="1073" y="8277"/>
                </a:lnTo>
                <a:close/>
                <a:moveTo>
                  <a:pt x="2878" y="3381"/>
                </a:moveTo>
                <a:lnTo>
                  <a:pt x="2935" y="3423"/>
                </a:lnTo>
                <a:lnTo>
                  <a:pt x="2992" y="3466"/>
                </a:lnTo>
                <a:lnTo>
                  <a:pt x="3050" y="3507"/>
                </a:lnTo>
                <a:lnTo>
                  <a:pt x="3107" y="3549"/>
                </a:lnTo>
                <a:lnTo>
                  <a:pt x="3165" y="3590"/>
                </a:lnTo>
                <a:lnTo>
                  <a:pt x="3223" y="3630"/>
                </a:lnTo>
                <a:lnTo>
                  <a:pt x="3282" y="3670"/>
                </a:lnTo>
                <a:lnTo>
                  <a:pt x="3341" y="3710"/>
                </a:lnTo>
                <a:lnTo>
                  <a:pt x="3401" y="3749"/>
                </a:lnTo>
                <a:lnTo>
                  <a:pt x="3460" y="3789"/>
                </a:lnTo>
                <a:lnTo>
                  <a:pt x="3521" y="3827"/>
                </a:lnTo>
                <a:lnTo>
                  <a:pt x="3581" y="3865"/>
                </a:lnTo>
                <a:lnTo>
                  <a:pt x="3642" y="3902"/>
                </a:lnTo>
                <a:lnTo>
                  <a:pt x="3702" y="3939"/>
                </a:lnTo>
                <a:lnTo>
                  <a:pt x="3764" y="3975"/>
                </a:lnTo>
                <a:lnTo>
                  <a:pt x="3826" y="4011"/>
                </a:lnTo>
                <a:lnTo>
                  <a:pt x="3887" y="4046"/>
                </a:lnTo>
                <a:lnTo>
                  <a:pt x="3950" y="4081"/>
                </a:lnTo>
                <a:lnTo>
                  <a:pt x="4012" y="4116"/>
                </a:lnTo>
                <a:lnTo>
                  <a:pt x="4076" y="4150"/>
                </a:lnTo>
                <a:lnTo>
                  <a:pt x="4139" y="4183"/>
                </a:lnTo>
                <a:lnTo>
                  <a:pt x="4202" y="4216"/>
                </a:lnTo>
                <a:lnTo>
                  <a:pt x="4267" y="4249"/>
                </a:lnTo>
                <a:lnTo>
                  <a:pt x="4331" y="4281"/>
                </a:lnTo>
                <a:lnTo>
                  <a:pt x="4395" y="4312"/>
                </a:lnTo>
                <a:lnTo>
                  <a:pt x="4461" y="4343"/>
                </a:lnTo>
                <a:lnTo>
                  <a:pt x="4525" y="4374"/>
                </a:lnTo>
                <a:lnTo>
                  <a:pt x="4591" y="4403"/>
                </a:lnTo>
                <a:lnTo>
                  <a:pt x="4657" y="4432"/>
                </a:lnTo>
                <a:lnTo>
                  <a:pt x="4724" y="4461"/>
                </a:lnTo>
                <a:lnTo>
                  <a:pt x="4789" y="4489"/>
                </a:lnTo>
                <a:lnTo>
                  <a:pt x="4856" y="4517"/>
                </a:lnTo>
                <a:lnTo>
                  <a:pt x="4822" y="4611"/>
                </a:lnTo>
                <a:lnTo>
                  <a:pt x="4789" y="4706"/>
                </a:lnTo>
                <a:lnTo>
                  <a:pt x="4756" y="4801"/>
                </a:lnTo>
                <a:lnTo>
                  <a:pt x="4726" y="4897"/>
                </a:lnTo>
                <a:lnTo>
                  <a:pt x="4695" y="4993"/>
                </a:lnTo>
                <a:lnTo>
                  <a:pt x="4665" y="5090"/>
                </a:lnTo>
                <a:lnTo>
                  <a:pt x="4637" y="5188"/>
                </a:lnTo>
                <a:lnTo>
                  <a:pt x="4610" y="5285"/>
                </a:lnTo>
                <a:lnTo>
                  <a:pt x="4583" y="5383"/>
                </a:lnTo>
                <a:lnTo>
                  <a:pt x="4557" y="5482"/>
                </a:lnTo>
                <a:lnTo>
                  <a:pt x="4533" y="5582"/>
                </a:lnTo>
                <a:lnTo>
                  <a:pt x="4509" y="5681"/>
                </a:lnTo>
                <a:lnTo>
                  <a:pt x="4486" y="5781"/>
                </a:lnTo>
                <a:lnTo>
                  <a:pt x="4465" y="5881"/>
                </a:lnTo>
                <a:lnTo>
                  <a:pt x="4444" y="5982"/>
                </a:lnTo>
                <a:lnTo>
                  <a:pt x="4425" y="6084"/>
                </a:lnTo>
                <a:lnTo>
                  <a:pt x="4406" y="6186"/>
                </a:lnTo>
                <a:lnTo>
                  <a:pt x="4388" y="6288"/>
                </a:lnTo>
                <a:lnTo>
                  <a:pt x="4372" y="6391"/>
                </a:lnTo>
                <a:lnTo>
                  <a:pt x="4356" y="6494"/>
                </a:lnTo>
                <a:lnTo>
                  <a:pt x="4342" y="6598"/>
                </a:lnTo>
                <a:lnTo>
                  <a:pt x="4328" y="6701"/>
                </a:lnTo>
                <a:lnTo>
                  <a:pt x="4315" y="6805"/>
                </a:lnTo>
                <a:lnTo>
                  <a:pt x="4304" y="6911"/>
                </a:lnTo>
                <a:lnTo>
                  <a:pt x="4294" y="7015"/>
                </a:lnTo>
                <a:lnTo>
                  <a:pt x="4284" y="7120"/>
                </a:lnTo>
                <a:lnTo>
                  <a:pt x="4275" y="7226"/>
                </a:lnTo>
                <a:lnTo>
                  <a:pt x="4268" y="7332"/>
                </a:lnTo>
                <a:lnTo>
                  <a:pt x="4262" y="7439"/>
                </a:lnTo>
                <a:lnTo>
                  <a:pt x="4257" y="7545"/>
                </a:lnTo>
                <a:lnTo>
                  <a:pt x="4253" y="7652"/>
                </a:lnTo>
                <a:lnTo>
                  <a:pt x="4248" y="7759"/>
                </a:lnTo>
                <a:lnTo>
                  <a:pt x="1073" y="7759"/>
                </a:lnTo>
                <a:lnTo>
                  <a:pt x="1081" y="7602"/>
                </a:lnTo>
                <a:lnTo>
                  <a:pt x="1092" y="7446"/>
                </a:lnTo>
                <a:lnTo>
                  <a:pt x="1107" y="7291"/>
                </a:lnTo>
                <a:lnTo>
                  <a:pt x="1125" y="7137"/>
                </a:lnTo>
                <a:lnTo>
                  <a:pt x="1146" y="6984"/>
                </a:lnTo>
                <a:lnTo>
                  <a:pt x="1171" y="6832"/>
                </a:lnTo>
                <a:lnTo>
                  <a:pt x="1200" y="6681"/>
                </a:lnTo>
                <a:lnTo>
                  <a:pt x="1231" y="6532"/>
                </a:lnTo>
                <a:lnTo>
                  <a:pt x="1265" y="6383"/>
                </a:lnTo>
                <a:lnTo>
                  <a:pt x="1304" y="6236"/>
                </a:lnTo>
                <a:lnTo>
                  <a:pt x="1345" y="6090"/>
                </a:lnTo>
                <a:lnTo>
                  <a:pt x="1389" y="5945"/>
                </a:lnTo>
                <a:lnTo>
                  <a:pt x="1437" y="5802"/>
                </a:lnTo>
                <a:lnTo>
                  <a:pt x="1487" y="5660"/>
                </a:lnTo>
                <a:lnTo>
                  <a:pt x="1540" y="5519"/>
                </a:lnTo>
                <a:lnTo>
                  <a:pt x="1597" y="5380"/>
                </a:lnTo>
                <a:lnTo>
                  <a:pt x="1656" y="5243"/>
                </a:lnTo>
                <a:lnTo>
                  <a:pt x="1719" y="5106"/>
                </a:lnTo>
                <a:lnTo>
                  <a:pt x="1785" y="4972"/>
                </a:lnTo>
                <a:lnTo>
                  <a:pt x="1852" y="4839"/>
                </a:lnTo>
                <a:lnTo>
                  <a:pt x="1923" y="4708"/>
                </a:lnTo>
                <a:lnTo>
                  <a:pt x="1997" y="4578"/>
                </a:lnTo>
                <a:lnTo>
                  <a:pt x="2074" y="4450"/>
                </a:lnTo>
                <a:lnTo>
                  <a:pt x="2153" y="4324"/>
                </a:lnTo>
                <a:lnTo>
                  <a:pt x="2234" y="4199"/>
                </a:lnTo>
                <a:lnTo>
                  <a:pt x="2319" y="4076"/>
                </a:lnTo>
                <a:lnTo>
                  <a:pt x="2405" y="3956"/>
                </a:lnTo>
                <a:lnTo>
                  <a:pt x="2496" y="3837"/>
                </a:lnTo>
                <a:lnTo>
                  <a:pt x="2587" y="3719"/>
                </a:lnTo>
                <a:lnTo>
                  <a:pt x="2681" y="3605"/>
                </a:lnTo>
                <a:lnTo>
                  <a:pt x="2779" y="3492"/>
                </a:lnTo>
                <a:lnTo>
                  <a:pt x="2878" y="3381"/>
                </a:lnTo>
                <a:close/>
                <a:moveTo>
                  <a:pt x="8474" y="7759"/>
                </a:moveTo>
                <a:lnTo>
                  <a:pt x="8474" y="5160"/>
                </a:lnTo>
                <a:lnTo>
                  <a:pt x="8559" y="5157"/>
                </a:lnTo>
                <a:lnTo>
                  <a:pt x="8644" y="5153"/>
                </a:lnTo>
                <a:lnTo>
                  <a:pt x="8728" y="5149"/>
                </a:lnTo>
                <a:lnTo>
                  <a:pt x="8812" y="5143"/>
                </a:lnTo>
                <a:lnTo>
                  <a:pt x="8896" y="5137"/>
                </a:lnTo>
                <a:lnTo>
                  <a:pt x="8980" y="5131"/>
                </a:lnTo>
                <a:lnTo>
                  <a:pt x="9063" y="5122"/>
                </a:lnTo>
                <a:lnTo>
                  <a:pt x="9146" y="5114"/>
                </a:lnTo>
                <a:lnTo>
                  <a:pt x="9230" y="5105"/>
                </a:lnTo>
                <a:lnTo>
                  <a:pt x="9313" y="5095"/>
                </a:lnTo>
                <a:lnTo>
                  <a:pt x="9395" y="5084"/>
                </a:lnTo>
                <a:lnTo>
                  <a:pt x="9477" y="5073"/>
                </a:lnTo>
                <a:lnTo>
                  <a:pt x="9559" y="5061"/>
                </a:lnTo>
                <a:lnTo>
                  <a:pt x="9641" y="5048"/>
                </a:lnTo>
                <a:lnTo>
                  <a:pt x="9723" y="5035"/>
                </a:lnTo>
                <a:lnTo>
                  <a:pt x="9804" y="5020"/>
                </a:lnTo>
                <a:lnTo>
                  <a:pt x="9885" y="5005"/>
                </a:lnTo>
                <a:lnTo>
                  <a:pt x="9965" y="4990"/>
                </a:lnTo>
                <a:lnTo>
                  <a:pt x="10046" y="4973"/>
                </a:lnTo>
                <a:lnTo>
                  <a:pt x="10126" y="4956"/>
                </a:lnTo>
                <a:lnTo>
                  <a:pt x="10206" y="4938"/>
                </a:lnTo>
                <a:lnTo>
                  <a:pt x="10287" y="4920"/>
                </a:lnTo>
                <a:lnTo>
                  <a:pt x="10366" y="4900"/>
                </a:lnTo>
                <a:lnTo>
                  <a:pt x="10445" y="4880"/>
                </a:lnTo>
                <a:lnTo>
                  <a:pt x="10524" y="4860"/>
                </a:lnTo>
                <a:lnTo>
                  <a:pt x="10602" y="4838"/>
                </a:lnTo>
                <a:lnTo>
                  <a:pt x="10681" y="4816"/>
                </a:lnTo>
                <a:lnTo>
                  <a:pt x="10759" y="4793"/>
                </a:lnTo>
                <a:lnTo>
                  <a:pt x="10836" y="4770"/>
                </a:lnTo>
                <a:lnTo>
                  <a:pt x="10914" y="4746"/>
                </a:lnTo>
                <a:lnTo>
                  <a:pt x="10990" y="4721"/>
                </a:lnTo>
                <a:lnTo>
                  <a:pt x="11066" y="4695"/>
                </a:lnTo>
                <a:lnTo>
                  <a:pt x="11099" y="4784"/>
                </a:lnTo>
                <a:lnTo>
                  <a:pt x="11130" y="4873"/>
                </a:lnTo>
                <a:lnTo>
                  <a:pt x="11161" y="4963"/>
                </a:lnTo>
                <a:lnTo>
                  <a:pt x="11191" y="5053"/>
                </a:lnTo>
                <a:lnTo>
                  <a:pt x="11219" y="5145"/>
                </a:lnTo>
                <a:lnTo>
                  <a:pt x="11247" y="5236"/>
                </a:lnTo>
                <a:lnTo>
                  <a:pt x="11274" y="5328"/>
                </a:lnTo>
                <a:lnTo>
                  <a:pt x="11299" y="5420"/>
                </a:lnTo>
                <a:lnTo>
                  <a:pt x="11325" y="5513"/>
                </a:lnTo>
                <a:lnTo>
                  <a:pt x="11349" y="5607"/>
                </a:lnTo>
                <a:lnTo>
                  <a:pt x="11372" y="5701"/>
                </a:lnTo>
                <a:lnTo>
                  <a:pt x="11395" y="5795"/>
                </a:lnTo>
                <a:lnTo>
                  <a:pt x="11415" y="5889"/>
                </a:lnTo>
                <a:lnTo>
                  <a:pt x="11436" y="5984"/>
                </a:lnTo>
                <a:lnTo>
                  <a:pt x="11455" y="6080"/>
                </a:lnTo>
                <a:lnTo>
                  <a:pt x="11474" y="6176"/>
                </a:lnTo>
                <a:lnTo>
                  <a:pt x="11491" y="6272"/>
                </a:lnTo>
                <a:lnTo>
                  <a:pt x="11509" y="6368"/>
                </a:lnTo>
                <a:lnTo>
                  <a:pt x="11524" y="6466"/>
                </a:lnTo>
                <a:lnTo>
                  <a:pt x="11538" y="6563"/>
                </a:lnTo>
                <a:lnTo>
                  <a:pt x="11553" y="6661"/>
                </a:lnTo>
                <a:lnTo>
                  <a:pt x="11565" y="6759"/>
                </a:lnTo>
                <a:lnTo>
                  <a:pt x="11577" y="6857"/>
                </a:lnTo>
                <a:lnTo>
                  <a:pt x="11589" y="6957"/>
                </a:lnTo>
                <a:lnTo>
                  <a:pt x="11598" y="7056"/>
                </a:lnTo>
                <a:lnTo>
                  <a:pt x="11607" y="7155"/>
                </a:lnTo>
                <a:lnTo>
                  <a:pt x="11615" y="7255"/>
                </a:lnTo>
                <a:lnTo>
                  <a:pt x="11623" y="7356"/>
                </a:lnTo>
                <a:lnTo>
                  <a:pt x="11629" y="7456"/>
                </a:lnTo>
                <a:lnTo>
                  <a:pt x="11634" y="7557"/>
                </a:lnTo>
                <a:lnTo>
                  <a:pt x="11638" y="7658"/>
                </a:lnTo>
                <a:lnTo>
                  <a:pt x="11641" y="7759"/>
                </a:lnTo>
                <a:lnTo>
                  <a:pt x="8474" y="7759"/>
                </a:lnTo>
                <a:close/>
                <a:moveTo>
                  <a:pt x="10879" y="11791"/>
                </a:moveTo>
                <a:lnTo>
                  <a:pt x="10807" y="11768"/>
                </a:lnTo>
                <a:lnTo>
                  <a:pt x="10735" y="11747"/>
                </a:lnTo>
                <a:lnTo>
                  <a:pt x="10663" y="11726"/>
                </a:lnTo>
                <a:lnTo>
                  <a:pt x="10590" y="11706"/>
                </a:lnTo>
                <a:lnTo>
                  <a:pt x="10518" y="11686"/>
                </a:lnTo>
                <a:lnTo>
                  <a:pt x="10446" y="11667"/>
                </a:lnTo>
                <a:lnTo>
                  <a:pt x="10373" y="11649"/>
                </a:lnTo>
                <a:lnTo>
                  <a:pt x="10299" y="11631"/>
                </a:lnTo>
                <a:lnTo>
                  <a:pt x="10226" y="11614"/>
                </a:lnTo>
                <a:lnTo>
                  <a:pt x="10152" y="11598"/>
                </a:lnTo>
                <a:lnTo>
                  <a:pt x="10078" y="11582"/>
                </a:lnTo>
                <a:lnTo>
                  <a:pt x="10003" y="11566"/>
                </a:lnTo>
                <a:lnTo>
                  <a:pt x="9929" y="11552"/>
                </a:lnTo>
                <a:lnTo>
                  <a:pt x="9854" y="11538"/>
                </a:lnTo>
                <a:lnTo>
                  <a:pt x="9780" y="11525"/>
                </a:lnTo>
                <a:lnTo>
                  <a:pt x="9704" y="11512"/>
                </a:lnTo>
                <a:lnTo>
                  <a:pt x="9629" y="11500"/>
                </a:lnTo>
                <a:lnTo>
                  <a:pt x="9553" y="11488"/>
                </a:lnTo>
                <a:lnTo>
                  <a:pt x="9477" y="11477"/>
                </a:lnTo>
                <a:lnTo>
                  <a:pt x="9401" y="11467"/>
                </a:lnTo>
                <a:lnTo>
                  <a:pt x="9325" y="11458"/>
                </a:lnTo>
                <a:lnTo>
                  <a:pt x="9249" y="11449"/>
                </a:lnTo>
                <a:lnTo>
                  <a:pt x="9172" y="11440"/>
                </a:lnTo>
                <a:lnTo>
                  <a:pt x="9095" y="11433"/>
                </a:lnTo>
                <a:lnTo>
                  <a:pt x="9018" y="11425"/>
                </a:lnTo>
                <a:lnTo>
                  <a:pt x="8941" y="11419"/>
                </a:lnTo>
                <a:lnTo>
                  <a:pt x="8864" y="11413"/>
                </a:lnTo>
                <a:lnTo>
                  <a:pt x="8786" y="11408"/>
                </a:lnTo>
                <a:lnTo>
                  <a:pt x="8708" y="11404"/>
                </a:lnTo>
                <a:lnTo>
                  <a:pt x="8630" y="11400"/>
                </a:lnTo>
                <a:lnTo>
                  <a:pt x="8552" y="11396"/>
                </a:lnTo>
                <a:lnTo>
                  <a:pt x="8474" y="11394"/>
                </a:lnTo>
                <a:lnTo>
                  <a:pt x="8474" y="8277"/>
                </a:lnTo>
                <a:lnTo>
                  <a:pt x="11641" y="8277"/>
                </a:lnTo>
                <a:lnTo>
                  <a:pt x="11637" y="8394"/>
                </a:lnTo>
                <a:lnTo>
                  <a:pt x="11632" y="8512"/>
                </a:lnTo>
                <a:lnTo>
                  <a:pt x="11626" y="8628"/>
                </a:lnTo>
                <a:lnTo>
                  <a:pt x="11617" y="8746"/>
                </a:lnTo>
                <a:lnTo>
                  <a:pt x="11608" y="8862"/>
                </a:lnTo>
                <a:lnTo>
                  <a:pt x="11598" y="8977"/>
                </a:lnTo>
                <a:lnTo>
                  <a:pt x="11586" y="9092"/>
                </a:lnTo>
                <a:lnTo>
                  <a:pt x="11572" y="9207"/>
                </a:lnTo>
                <a:lnTo>
                  <a:pt x="11558" y="9321"/>
                </a:lnTo>
                <a:lnTo>
                  <a:pt x="11542" y="9435"/>
                </a:lnTo>
                <a:lnTo>
                  <a:pt x="11525" y="9548"/>
                </a:lnTo>
                <a:lnTo>
                  <a:pt x="11506" y="9661"/>
                </a:lnTo>
                <a:lnTo>
                  <a:pt x="11486" y="9773"/>
                </a:lnTo>
                <a:lnTo>
                  <a:pt x="11466" y="9884"/>
                </a:lnTo>
                <a:lnTo>
                  <a:pt x="11443" y="9995"/>
                </a:lnTo>
                <a:lnTo>
                  <a:pt x="11419" y="10106"/>
                </a:lnTo>
                <a:lnTo>
                  <a:pt x="11395" y="10216"/>
                </a:lnTo>
                <a:lnTo>
                  <a:pt x="11368" y="10325"/>
                </a:lnTo>
                <a:lnTo>
                  <a:pt x="11341" y="10434"/>
                </a:lnTo>
                <a:lnTo>
                  <a:pt x="11313" y="10543"/>
                </a:lnTo>
                <a:lnTo>
                  <a:pt x="11283" y="10650"/>
                </a:lnTo>
                <a:lnTo>
                  <a:pt x="11252" y="10757"/>
                </a:lnTo>
                <a:lnTo>
                  <a:pt x="11220" y="10863"/>
                </a:lnTo>
                <a:lnTo>
                  <a:pt x="11186" y="10969"/>
                </a:lnTo>
                <a:lnTo>
                  <a:pt x="11152" y="11074"/>
                </a:lnTo>
                <a:lnTo>
                  <a:pt x="11117" y="11178"/>
                </a:lnTo>
                <a:lnTo>
                  <a:pt x="11080" y="11282"/>
                </a:lnTo>
                <a:lnTo>
                  <a:pt x="11042" y="11386"/>
                </a:lnTo>
                <a:lnTo>
                  <a:pt x="11003" y="11488"/>
                </a:lnTo>
                <a:lnTo>
                  <a:pt x="10962" y="11590"/>
                </a:lnTo>
                <a:lnTo>
                  <a:pt x="10921" y="11690"/>
                </a:lnTo>
                <a:lnTo>
                  <a:pt x="10879" y="11791"/>
                </a:lnTo>
                <a:close/>
                <a:moveTo>
                  <a:pt x="11162" y="12440"/>
                </a:moveTo>
                <a:lnTo>
                  <a:pt x="11275" y="12484"/>
                </a:lnTo>
                <a:lnTo>
                  <a:pt x="11387" y="12529"/>
                </a:lnTo>
                <a:lnTo>
                  <a:pt x="11497" y="12575"/>
                </a:lnTo>
                <a:lnTo>
                  <a:pt x="11606" y="12624"/>
                </a:lnTo>
                <a:lnTo>
                  <a:pt x="11715" y="12674"/>
                </a:lnTo>
                <a:lnTo>
                  <a:pt x="11824" y="12726"/>
                </a:lnTo>
                <a:lnTo>
                  <a:pt x="11930" y="12779"/>
                </a:lnTo>
                <a:lnTo>
                  <a:pt x="12036" y="12833"/>
                </a:lnTo>
                <a:lnTo>
                  <a:pt x="12142" y="12889"/>
                </a:lnTo>
                <a:lnTo>
                  <a:pt x="12245" y="12946"/>
                </a:lnTo>
                <a:lnTo>
                  <a:pt x="12349" y="13005"/>
                </a:lnTo>
                <a:lnTo>
                  <a:pt x="12451" y="13065"/>
                </a:lnTo>
                <a:lnTo>
                  <a:pt x="12552" y="13127"/>
                </a:lnTo>
                <a:lnTo>
                  <a:pt x="12653" y="13191"/>
                </a:lnTo>
                <a:lnTo>
                  <a:pt x="12751" y="13255"/>
                </a:lnTo>
                <a:lnTo>
                  <a:pt x="12850" y="13320"/>
                </a:lnTo>
                <a:lnTo>
                  <a:pt x="12759" y="13395"/>
                </a:lnTo>
                <a:lnTo>
                  <a:pt x="12666" y="13469"/>
                </a:lnTo>
                <a:lnTo>
                  <a:pt x="12573" y="13540"/>
                </a:lnTo>
                <a:lnTo>
                  <a:pt x="12477" y="13612"/>
                </a:lnTo>
                <a:lnTo>
                  <a:pt x="12381" y="13681"/>
                </a:lnTo>
                <a:lnTo>
                  <a:pt x="12283" y="13748"/>
                </a:lnTo>
                <a:lnTo>
                  <a:pt x="12185" y="13814"/>
                </a:lnTo>
                <a:lnTo>
                  <a:pt x="12084" y="13878"/>
                </a:lnTo>
                <a:lnTo>
                  <a:pt x="11984" y="13940"/>
                </a:lnTo>
                <a:lnTo>
                  <a:pt x="11881" y="14001"/>
                </a:lnTo>
                <a:lnTo>
                  <a:pt x="11779" y="14062"/>
                </a:lnTo>
                <a:lnTo>
                  <a:pt x="11674" y="14119"/>
                </a:lnTo>
                <a:lnTo>
                  <a:pt x="11568" y="14175"/>
                </a:lnTo>
                <a:lnTo>
                  <a:pt x="11461" y="14229"/>
                </a:lnTo>
                <a:lnTo>
                  <a:pt x="11354" y="14282"/>
                </a:lnTo>
                <a:lnTo>
                  <a:pt x="11245" y="14333"/>
                </a:lnTo>
                <a:lnTo>
                  <a:pt x="11136" y="14382"/>
                </a:lnTo>
                <a:lnTo>
                  <a:pt x="11025" y="14429"/>
                </a:lnTo>
                <a:lnTo>
                  <a:pt x="10914" y="14475"/>
                </a:lnTo>
                <a:lnTo>
                  <a:pt x="10802" y="14519"/>
                </a:lnTo>
                <a:lnTo>
                  <a:pt x="10688" y="14561"/>
                </a:lnTo>
                <a:lnTo>
                  <a:pt x="10573" y="14601"/>
                </a:lnTo>
                <a:lnTo>
                  <a:pt x="10458" y="14639"/>
                </a:lnTo>
                <a:lnTo>
                  <a:pt x="10342" y="14676"/>
                </a:lnTo>
                <a:lnTo>
                  <a:pt x="10225" y="14710"/>
                </a:lnTo>
                <a:lnTo>
                  <a:pt x="10107" y="14743"/>
                </a:lnTo>
                <a:lnTo>
                  <a:pt x="9989" y="14774"/>
                </a:lnTo>
                <a:lnTo>
                  <a:pt x="9869" y="14802"/>
                </a:lnTo>
                <a:lnTo>
                  <a:pt x="9749" y="14829"/>
                </a:lnTo>
                <a:lnTo>
                  <a:pt x="9628" y="14854"/>
                </a:lnTo>
                <a:lnTo>
                  <a:pt x="9507" y="14877"/>
                </a:lnTo>
                <a:lnTo>
                  <a:pt x="9383" y="14898"/>
                </a:lnTo>
                <a:lnTo>
                  <a:pt x="9450" y="14833"/>
                </a:lnTo>
                <a:lnTo>
                  <a:pt x="9516" y="14767"/>
                </a:lnTo>
                <a:lnTo>
                  <a:pt x="9582" y="14700"/>
                </a:lnTo>
                <a:lnTo>
                  <a:pt x="9645" y="14633"/>
                </a:lnTo>
                <a:lnTo>
                  <a:pt x="9710" y="14564"/>
                </a:lnTo>
                <a:lnTo>
                  <a:pt x="9772" y="14495"/>
                </a:lnTo>
                <a:lnTo>
                  <a:pt x="9835" y="14424"/>
                </a:lnTo>
                <a:lnTo>
                  <a:pt x="9897" y="14354"/>
                </a:lnTo>
                <a:lnTo>
                  <a:pt x="9958" y="14282"/>
                </a:lnTo>
                <a:lnTo>
                  <a:pt x="10019" y="14210"/>
                </a:lnTo>
                <a:lnTo>
                  <a:pt x="10078" y="14137"/>
                </a:lnTo>
                <a:lnTo>
                  <a:pt x="10138" y="14064"/>
                </a:lnTo>
                <a:lnTo>
                  <a:pt x="10195" y="13988"/>
                </a:lnTo>
                <a:lnTo>
                  <a:pt x="10254" y="13913"/>
                </a:lnTo>
                <a:lnTo>
                  <a:pt x="10310" y="13837"/>
                </a:lnTo>
                <a:lnTo>
                  <a:pt x="10367" y="13761"/>
                </a:lnTo>
                <a:lnTo>
                  <a:pt x="10422" y="13684"/>
                </a:lnTo>
                <a:lnTo>
                  <a:pt x="10476" y="13606"/>
                </a:lnTo>
                <a:lnTo>
                  <a:pt x="10531" y="13526"/>
                </a:lnTo>
                <a:lnTo>
                  <a:pt x="10584" y="13447"/>
                </a:lnTo>
                <a:lnTo>
                  <a:pt x="10636" y="13367"/>
                </a:lnTo>
                <a:lnTo>
                  <a:pt x="10688" y="13286"/>
                </a:lnTo>
                <a:lnTo>
                  <a:pt x="10739" y="13204"/>
                </a:lnTo>
                <a:lnTo>
                  <a:pt x="10789" y="13121"/>
                </a:lnTo>
                <a:lnTo>
                  <a:pt x="10839" y="13039"/>
                </a:lnTo>
                <a:lnTo>
                  <a:pt x="10888" y="12955"/>
                </a:lnTo>
                <a:lnTo>
                  <a:pt x="10935" y="12871"/>
                </a:lnTo>
                <a:lnTo>
                  <a:pt x="10982" y="12786"/>
                </a:lnTo>
                <a:lnTo>
                  <a:pt x="11028" y="12701"/>
                </a:lnTo>
                <a:lnTo>
                  <a:pt x="11074" y="12614"/>
                </a:lnTo>
                <a:lnTo>
                  <a:pt x="11119" y="12528"/>
                </a:lnTo>
                <a:lnTo>
                  <a:pt x="11162" y="12440"/>
                </a:lnTo>
                <a:close/>
                <a:moveTo>
                  <a:pt x="8474" y="14988"/>
                </a:moveTo>
                <a:lnTo>
                  <a:pt x="8474" y="11911"/>
                </a:lnTo>
                <a:lnTo>
                  <a:pt x="8545" y="11913"/>
                </a:lnTo>
                <a:lnTo>
                  <a:pt x="8616" y="11916"/>
                </a:lnTo>
                <a:lnTo>
                  <a:pt x="8687" y="11920"/>
                </a:lnTo>
                <a:lnTo>
                  <a:pt x="8757" y="11924"/>
                </a:lnTo>
                <a:lnTo>
                  <a:pt x="8828" y="11929"/>
                </a:lnTo>
                <a:lnTo>
                  <a:pt x="8899" y="11934"/>
                </a:lnTo>
                <a:lnTo>
                  <a:pt x="8969" y="11940"/>
                </a:lnTo>
                <a:lnTo>
                  <a:pt x="9039" y="11946"/>
                </a:lnTo>
                <a:lnTo>
                  <a:pt x="9108" y="11953"/>
                </a:lnTo>
                <a:lnTo>
                  <a:pt x="9178" y="11960"/>
                </a:lnTo>
                <a:lnTo>
                  <a:pt x="9248" y="11968"/>
                </a:lnTo>
                <a:lnTo>
                  <a:pt x="9317" y="11976"/>
                </a:lnTo>
                <a:lnTo>
                  <a:pt x="9387" y="11986"/>
                </a:lnTo>
                <a:lnTo>
                  <a:pt x="9455" y="11995"/>
                </a:lnTo>
                <a:lnTo>
                  <a:pt x="9524" y="12005"/>
                </a:lnTo>
                <a:lnTo>
                  <a:pt x="9593" y="12016"/>
                </a:lnTo>
                <a:lnTo>
                  <a:pt x="9661" y="12027"/>
                </a:lnTo>
                <a:lnTo>
                  <a:pt x="9729" y="12039"/>
                </a:lnTo>
                <a:lnTo>
                  <a:pt x="9797" y="12051"/>
                </a:lnTo>
                <a:lnTo>
                  <a:pt x="9865" y="12064"/>
                </a:lnTo>
                <a:lnTo>
                  <a:pt x="9932" y="12077"/>
                </a:lnTo>
                <a:lnTo>
                  <a:pt x="10000" y="12091"/>
                </a:lnTo>
                <a:lnTo>
                  <a:pt x="10067" y="12106"/>
                </a:lnTo>
                <a:lnTo>
                  <a:pt x="10134" y="12121"/>
                </a:lnTo>
                <a:lnTo>
                  <a:pt x="10200" y="12136"/>
                </a:lnTo>
                <a:lnTo>
                  <a:pt x="10267" y="12153"/>
                </a:lnTo>
                <a:lnTo>
                  <a:pt x="10334" y="12169"/>
                </a:lnTo>
                <a:lnTo>
                  <a:pt x="10399" y="12187"/>
                </a:lnTo>
                <a:lnTo>
                  <a:pt x="10465" y="12204"/>
                </a:lnTo>
                <a:lnTo>
                  <a:pt x="10531" y="12223"/>
                </a:lnTo>
                <a:lnTo>
                  <a:pt x="10596" y="12242"/>
                </a:lnTo>
                <a:lnTo>
                  <a:pt x="10661" y="12262"/>
                </a:lnTo>
                <a:lnTo>
                  <a:pt x="10610" y="12363"/>
                </a:lnTo>
                <a:lnTo>
                  <a:pt x="10557" y="12462"/>
                </a:lnTo>
                <a:lnTo>
                  <a:pt x="10504" y="12561"/>
                </a:lnTo>
                <a:lnTo>
                  <a:pt x="10450" y="12659"/>
                </a:lnTo>
                <a:lnTo>
                  <a:pt x="10393" y="12757"/>
                </a:lnTo>
                <a:lnTo>
                  <a:pt x="10337" y="12853"/>
                </a:lnTo>
                <a:lnTo>
                  <a:pt x="10279" y="12948"/>
                </a:lnTo>
                <a:lnTo>
                  <a:pt x="10220" y="13042"/>
                </a:lnTo>
                <a:lnTo>
                  <a:pt x="10159" y="13135"/>
                </a:lnTo>
                <a:lnTo>
                  <a:pt x="10099" y="13228"/>
                </a:lnTo>
                <a:lnTo>
                  <a:pt x="10036" y="13319"/>
                </a:lnTo>
                <a:lnTo>
                  <a:pt x="9972" y="13410"/>
                </a:lnTo>
                <a:lnTo>
                  <a:pt x="9909" y="13499"/>
                </a:lnTo>
                <a:lnTo>
                  <a:pt x="9843" y="13588"/>
                </a:lnTo>
                <a:lnTo>
                  <a:pt x="9776" y="13675"/>
                </a:lnTo>
                <a:lnTo>
                  <a:pt x="9710" y="13761"/>
                </a:lnTo>
                <a:lnTo>
                  <a:pt x="9641" y="13846"/>
                </a:lnTo>
                <a:lnTo>
                  <a:pt x="9571" y="13930"/>
                </a:lnTo>
                <a:lnTo>
                  <a:pt x="9501" y="14012"/>
                </a:lnTo>
                <a:lnTo>
                  <a:pt x="9430" y="14095"/>
                </a:lnTo>
                <a:lnTo>
                  <a:pt x="9358" y="14175"/>
                </a:lnTo>
                <a:lnTo>
                  <a:pt x="9284" y="14255"/>
                </a:lnTo>
                <a:lnTo>
                  <a:pt x="9210" y="14333"/>
                </a:lnTo>
                <a:lnTo>
                  <a:pt x="9135" y="14410"/>
                </a:lnTo>
                <a:lnTo>
                  <a:pt x="9059" y="14487"/>
                </a:lnTo>
                <a:lnTo>
                  <a:pt x="8982" y="14562"/>
                </a:lnTo>
                <a:lnTo>
                  <a:pt x="8904" y="14636"/>
                </a:lnTo>
                <a:lnTo>
                  <a:pt x="8825" y="14708"/>
                </a:lnTo>
                <a:lnTo>
                  <a:pt x="8746" y="14779"/>
                </a:lnTo>
                <a:lnTo>
                  <a:pt x="8666" y="14850"/>
                </a:lnTo>
                <a:lnTo>
                  <a:pt x="8584" y="14918"/>
                </a:lnTo>
                <a:lnTo>
                  <a:pt x="8502" y="14987"/>
                </a:lnTo>
                <a:lnTo>
                  <a:pt x="8474" y="14988"/>
                </a:lnTo>
                <a:close/>
                <a:moveTo>
                  <a:pt x="7036" y="14898"/>
                </a:moveTo>
                <a:lnTo>
                  <a:pt x="6913" y="14877"/>
                </a:lnTo>
                <a:lnTo>
                  <a:pt x="6791" y="14854"/>
                </a:lnTo>
                <a:lnTo>
                  <a:pt x="6670" y="14829"/>
                </a:lnTo>
                <a:lnTo>
                  <a:pt x="6550" y="14802"/>
                </a:lnTo>
                <a:lnTo>
                  <a:pt x="6431" y="14774"/>
                </a:lnTo>
                <a:lnTo>
                  <a:pt x="6312" y="14743"/>
                </a:lnTo>
                <a:lnTo>
                  <a:pt x="6194" y="14710"/>
                </a:lnTo>
                <a:lnTo>
                  <a:pt x="6077" y="14676"/>
                </a:lnTo>
                <a:lnTo>
                  <a:pt x="5961" y="14639"/>
                </a:lnTo>
                <a:lnTo>
                  <a:pt x="5846" y="14601"/>
                </a:lnTo>
                <a:lnTo>
                  <a:pt x="5731" y="14561"/>
                </a:lnTo>
                <a:lnTo>
                  <a:pt x="5618" y="14519"/>
                </a:lnTo>
                <a:lnTo>
                  <a:pt x="5505" y="14475"/>
                </a:lnTo>
                <a:lnTo>
                  <a:pt x="5395" y="14429"/>
                </a:lnTo>
                <a:lnTo>
                  <a:pt x="5284" y="14382"/>
                </a:lnTo>
                <a:lnTo>
                  <a:pt x="5174" y="14333"/>
                </a:lnTo>
                <a:lnTo>
                  <a:pt x="5065" y="14282"/>
                </a:lnTo>
                <a:lnTo>
                  <a:pt x="4958" y="14229"/>
                </a:lnTo>
                <a:lnTo>
                  <a:pt x="4851" y="14175"/>
                </a:lnTo>
                <a:lnTo>
                  <a:pt x="4746" y="14119"/>
                </a:lnTo>
                <a:lnTo>
                  <a:pt x="4641" y="14062"/>
                </a:lnTo>
                <a:lnTo>
                  <a:pt x="4538" y="14001"/>
                </a:lnTo>
                <a:lnTo>
                  <a:pt x="4436" y="13940"/>
                </a:lnTo>
                <a:lnTo>
                  <a:pt x="4335" y="13878"/>
                </a:lnTo>
                <a:lnTo>
                  <a:pt x="4235" y="13814"/>
                </a:lnTo>
                <a:lnTo>
                  <a:pt x="4137" y="13748"/>
                </a:lnTo>
                <a:lnTo>
                  <a:pt x="4038" y="13681"/>
                </a:lnTo>
                <a:lnTo>
                  <a:pt x="3943" y="13612"/>
                </a:lnTo>
                <a:lnTo>
                  <a:pt x="3847" y="13540"/>
                </a:lnTo>
                <a:lnTo>
                  <a:pt x="3753" y="13469"/>
                </a:lnTo>
                <a:lnTo>
                  <a:pt x="3660" y="13395"/>
                </a:lnTo>
                <a:lnTo>
                  <a:pt x="3569" y="13320"/>
                </a:lnTo>
                <a:lnTo>
                  <a:pt x="3668" y="13255"/>
                </a:lnTo>
                <a:lnTo>
                  <a:pt x="3767" y="13191"/>
                </a:lnTo>
                <a:lnTo>
                  <a:pt x="3867" y="13127"/>
                </a:lnTo>
                <a:lnTo>
                  <a:pt x="3968" y="13065"/>
                </a:lnTo>
                <a:lnTo>
                  <a:pt x="4071" y="13005"/>
                </a:lnTo>
                <a:lnTo>
                  <a:pt x="4174" y="12946"/>
                </a:lnTo>
                <a:lnTo>
                  <a:pt x="4278" y="12889"/>
                </a:lnTo>
                <a:lnTo>
                  <a:pt x="4383" y="12833"/>
                </a:lnTo>
                <a:lnTo>
                  <a:pt x="4489" y="12779"/>
                </a:lnTo>
                <a:lnTo>
                  <a:pt x="4596" y="12726"/>
                </a:lnTo>
                <a:lnTo>
                  <a:pt x="4704" y="12674"/>
                </a:lnTo>
                <a:lnTo>
                  <a:pt x="4813" y="12624"/>
                </a:lnTo>
                <a:lnTo>
                  <a:pt x="4923" y="12575"/>
                </a:lnTo>
                <a:lnTo>
                  <a:pt x="5033" y="12529"/>
                </a:lnTo>
                <a:lnTo>
                  <a:pt x="5144" y="12484"/>
                </a:lnTo>
                <a:lnTo>
                  <a:pt x="5257" y="12440"/>
                </a:lnTo>
                <a:lnTo>
                  <a:pt x="5301" y="12528"/>
                </a:lnTo>
                <a:lnTo>
                  <a:pt x="5345" y="12614"/>
                </a:lnTo>
                <a:lnTo>
                  <a:pt x="5391" y="12701"/>
                </a:lnTo>
                <a:lnTo>
                  <a:pt x="5437" y="12786"/>
                </a:lnTo>
                <a:lnTo>
                  <a:pt x="5484" y="12871"/>
                </a:lnTo>
                <a:lnTo>
                  <a:pt x="5532" y="12955"/>
                </a:lnTo>
                <a:lnTo>
                  <a:pt x="5580" y="13039"/>
                </a:lnTo>
                <a:lnTo>
                  <a:pt x="5630" y="13121"/>
                </a:lnTo>
                <a:lnTo>
                  <a:pt x="5680" y="13204"/>
                </a:lnTo>
                <a:lnTo>
                  <a:pt x="5731" y="13286"/>
                </a:lnTo>
                <a:lnTo>
                  <a:pt x="5783" y="13367"/>
                </a:lnTo>
                <a:lnTo>
                  <a:pt x="5835" y="13447"/>
                </a:lnTo>
                <a:lnTo>
                  <a:pt x="5888" y="13526"/>
                </a:lnTo>
                <a:lnTo>
                  <a:pt x="5943" y="13606"/>
                </a:lnTo>
                <a:lnTo>
                  <a:pt x="5997" y="13684"/>
                </a:lnTo>
                <a:lnTo>
                  <a:pt x="6052" y="13761"/>
                </a:lnTo>
                <a:lnTo>
                  <a:pt x="6109" y="13837"/>
                </a:lnTo>
                <a:lnTo>
                  <a:pt x="6166" y="13913"/>
                </a:lnTo>
                <a:lnTo>
                  <a:pt x="6224" y="13988"/>
                </a:lnTo>
                <a:lnTo>
                  <a:pt x="6282" y="14064"/>
                </a:lnTo>
                <a:lnTo>
                  <a:pt x="6341" y="14137"/>
                </a:lnTo>
                <a:lnTo>
                  <a:pt x="6400" y="14210"/>
                </a:lnTo>
                <a:lnTo>
                  <a:pt x="6461" y="14282"/>
                </a:lnTo>
                <a:lnTo>
                  <a:pt x="6522" y="14354"/>
                </a:lnTo>
                <a:lnTo>
                  <a:pt x="6584" y="14424"/>
                </a:lnTo>
                <a:lnTo>
                  <a:pt x="6647" y="14495"/>
                </a:lnTo>
                <a:lnTo>
                  <a:pt x="6710" y="14564"/>
                </a:lnTo>
                <a:lnTo>
                  <a:pt x="6774" y="14633"/>
                </a:lnTo>
                <a:lnTo>
                  <a:pt x="6839" y="14700"/>
                </a:lnTo>
                <a:lnTo>
                  <a:pt x="6903" y="14767"/>
                </a:lnTo>
                <a:lnTo>
                  <a:pt x="6969" y="14833"/>
                </a:lnTo>
                <a:lnTo>
                  <a:pt x="7036" y="14898"/>
                </a:lnTo>
                <a:close/>
                <a:moveTo>
                  <a:pt x="7945" y="8277"/>
                </a:moveTo>
                <a:lnTo>
                  <a:pt x="7945" y="11394"/>
                </a:lnTo>
                <a:lnTo>
                  <a:pt x="7867" y="11396"/>
                </a:lnTo>
                <a:lnTo>
                  <a:pt x="7789" y="11400"/>
                </a:lnTo>
                <a:lnTo>
                  <a:pt x="7711" y="11404"/>
                </a:lnTo>
                <a:lnTo>
                  <a:pt x="7633" y="11408"/>
                </a:lnTo>
                <a:lnTo>
                  <a:pt x="7555" y="11413"/>
                </a:lnTo>
                <a:lnTo>
                  <a:pt x="7478" y="11419"/>
                </a:lnTo>
                <a:lnTo>
                  <a:pt x="7401" y="11425"/>
                </a:lnTo>
                <a:lnTo>
                  <a:pt x="7324" y="11433"/>
                </a:lnTo>
                <a:lnTo>
                  <a:pt x="7247" y="11440"/>
                </a:lnTo>
                <a:lnTo>
                  <a:pt x="7170" y="11449"/>
                </a:lnTo>
                <a:lnTo>
                  <a:pt x="7094" y="11458"/>
                </a:lnTo>
                <a:lnTo>
                  <a:pt x="7018" y="11467"/>
                </a:lnTo>
                <a:lnTo>
                  <a:pt x="6942" y="11477"/>
                </a:lnTo>
                <a:lnTo>
                  <a:pt x="6866" y="11488"/>
                </a:lnTo>
                <a:lnTo>
                  <a:pt x="6790" y="11500"/>
                </a:lnTo>
                <a:lnTo>
                  <a:pt x="6715" y="11512"/>
                </a:lnTo>
                <a:lnTo>
                  <a:pt x="6640" y="11525"/>
                </a:lnTo>
                <a:lnTo>
                  <a:pt x="6565" y="11538"/>
                </a:lnTo>
                <a:lnTo>
                  <a:pt x="6491" y="11552"/>
                </a:lnTo>
                <a:lnTo>
                  <a:pt x="6416" y="11566"/>
                </a:lnTo>
                <a:lnTo>
                  <a:pt x="6342" y="11582"/>
                </a:lnTo>
                <a:lnTo>
                  <a:pt x="6268" y="11598"/>
                </a:lnTo>
                <a:lnTo>
                  <a:pt x="6194" y="11614"/>
                </a:lnTo>
                <a:lnTo>
                  <a:pt x="6120" y="11631"/>
                </a:lnTo>
                <a:lnTo>
                  <a:pt x="6047" y="11649"/>
                </a:lnTo>
                <a:lnTo>
                  <a:pt x="5973" y="11667"/>
                </a:lnTo>
                <a:lnTo>
                  <a:pt x="5901" y="11686"/>
                </a:lnTo>
                <a:lnTo>
                  <a:pt x="5829" y="11706"/>
                </a:lnTo>
                <a:lnTo>
                  <a:pt x="5756" y="11726"/>
                </a:lnTo>
                <a:lnTo>
                  <a:pt x="5684" y="11747"/>
                </a:lnTo>
                <a:lnTo>
                  <a:pt x="5612" y="11768"/>
                </a:lnTo>
                <a:lnTo>
                  <a:pt x="5540" y="11791"/>
                </a:lnTo>
                <a:lnTo>
                  <a:pt x="5498" y="11690"/>
                </a:lnTo>
                <a:lnTo>
                  <a:pt x="5457" y="11590"/>
                </a:lnTo>
                <a:lnTo>
                  <a:pt x="5417" y="11488"/>
                </a:lnTo>
                <a:lnTo>
                  <a:pt x="5377" y="11386"/>
                </a:lnTo>
                <a:lnTo>
                  <a:pt x="5339" y="11282"/>
                </a:lnTo>
                <a:lnTo>
                  <a:pt x="5303" y="11178"/>
                </a:lnTo>
                <a:lnTo>
                  <a:pt x="5267" y="11074"/>
                </a:lnTo>
                <a:lnTo>
                  <a:pt x="5233" y="10969"/>
                </a:lnTo>
                <a:lnTo>
                  <a:pt x="5200" y="10863"/>
                </a:lnTo>
                <a:lnTo>
                  <a:pt x="5167" y="10757"/>
                </a:lnTo>
                <a:lnTo>
                  <a:pt x="5136" y="10650"/>
                </a:lnTo>
                <a:lnTo>
                  <a:pt x="5106" y="10543"/>
                </a:lnTo>
                <a:lnTo>
                  <a:pt x="5079" y="10434"/>
                </a:lnTo>
                <a:lnTo>
                  <a:pt x="5051" y="10325"/>
                </a:lnTo>
                <a:lnTo>
                  <a:pt x="5025" y="10216"/>
                </a:lnTo>
                <a:lnTo>
                  <a:pt x="5000" y="10106"/>
                </a:lnTo>
                <a:lnTo>
                  <a:pt x="4976" y="9995"/>
                </a:lnTo>
                <a:lnTo>
                  <a:pt x="4954" y="9884"/>
                </a:lnTo>
                <a:lnTo>
                  <a:pt x="4933" y="9773"/>
                </a:lnTo>
                <a:lnTo>
                  <a:pt x="4913" y="9661"/>
                </a:lnTo>
                <a:lnTo>
                  <a:pt x="4895" y="9548"/>
                </a:lnTo>
                <a:lnTo>
                  <a:pt x="4877" y="9435"/>
                </a:lnTo>
                <a:lnTo>
                  <a:pt x="4861" y="9321"/>
                </a:lnTo>
                <a:lnTo>
                  <a:pt x="4847" y="9207"/>
                </a:lnTo>
                <a:lnTo>
                  <a:pt x="4833" y="9092"/>
                </a:lnTo>
                <a:lnTo>
                  <a:pt x="4822" y="8977"/>
                </a:lnTo>
                <a:lnTo>
                  <a:pt x="4811" y="8862"/>
                </a:lnTo>
                <a:lnTo>
                  <a:pt x="4802" y="8746"/>
                </a:lnTo>
                <a:lnTo>
                  <a:pt x="4794" y="8628"/>
                </a:lnTo>
                <a:lnTo>
                  <a:pt x="4787" y="8512"/>
                </a:lnTo>
                <a:lnTo>
                  <a:pt x="4782" y="8394"/>
                </a:lnTo>
                <a:lnTo>
                  <a:pt x="4779" y="8277"/>
                </a:lnTo>
                <a:lnTo>
                  <a:pt x="7945" y="8277"/>
                </a:lnTo>
                <a:close/>
                <a:moveTo>
                  <a:pt x="5353" y="4695"/>
                </a:moveTo>
                <a:lnTo>
                  <a:pt x="5430" y="4721"/>
                </a:lnTo>
                <a:lnTo>
                  <a:pt x="5507" y="4746"/>
                </a:lnTo>
                <a:lnTo>
                  <a:pt x="5583" y="4770"/>
                </a:lnTo>
                <a:lnTo>
                  <a:pt x="5661" y="4793"/>
                </a:lnTo>
                <a:lnTo>
                  <a:pt x="5739" y="4816"/>
                </a:lnTo>
                <a:lnTo>
                  <a:pt x="5817" y="4838"/>
                </a:lnTo>
                <a:lnTo>
                  <a:pt x="5896" y="4860"/>
                </a:lnTo>
                <a:lnTo>
                  <a:pt x="5974" y="4880"/>
                </a:lnTo>
                <a:lnTo>
                  <a:pt x="6053" y="4900"/>
                </a:lnTo>
                <a:lnTo>
                  <a:pt x="6134" y="4920"/>
                </a:lnTo>
                <a:lnTo>
                  <a:pt x="6213" y="4938"/>
                </a:lnTo>
                <a:lnTo>
                  <a:pt x="6293" y="4956"/>
                </a:lnTo>
                <a:lnTo>
                  <a:pt x="6373" y="4973"/>
                </a:lnTo>
                <a:lnTo>
                  <a:pt x="6454" y="4990"/>
                </a:lnTo>
                <a:lnTo>
                  <a:pt x="6535" y="5005"/>
                </a:lnTo>
                <a:lnTo>
                  <a:pt x="6615" y="5020"/>
                </a:lnTo>
                <a:lnTo>
                  <a:pt x="6697" y="5035"/>
                </a:lnTo>
                <a:lnTo>
                  <a:pt x="6778" y="5048"/>
                </a:lnTo>
                <a:lnTo>
                  <a:pt x="6860" y="5061"/>
                </a:lnTo>
                <a:lnTo>
                  <a:pt x="6942" y="5073"/>
                </a:lnTo>
                <a:lnTo>
                  <a:pt x="7024" y="5084"/>
                </a:lnTo>
                <a:lnTo>
                  <a:pt x="7106" y="5095"/>
                </a:lnTo>
                <a:lnTo>
                  <a:pt x="7189" y="5105"/>
                </a:lnTo>
                <a:lnTo>
                  <a:pt x="7273" y="5114"/>
                </a:lnTo>
                <a:lnTo>
                  <a:pt x="7356" y="5122"/>
                </a:lnTo>
                <a:lnTo>
                  <a:pt x="7439" y="5131"/>
                </a:lnTo>
                <a:lnTo>
                  <a:pt x="7523" y="5137"/>
                </a:lnTo>
                <a:lnTo>
                  <a:pt x="7607" y="5143"/>
                </a:lnTo>
                <a:lnTo>
                  <a:pt x="7691" y="5149"/>
                </a:lnTo>
                <a:lnTo>
                  <a:pt x="7775" y="5153"/>
                </a:lnTo>
                <a:lnTo>
                  <a:pt x="7860" y="5157"/>
                </a:lnTo>
                <a:lnTo>
                  <a:pt x="7945" y="5160"/>
                </a:lnTo>
                <a:lnTo>
                  <a:pt x="7945" y="7759"/>
                </a:lnTo>
                <a:lnTo>
                  <a:pt x="4779" y="7759"/>
                </a:lnTo>
                <a:lnTo>
                  <a:pt x="4782" y="7658"/>
                </a:lnTo>
                <a:lnTo>
                  <a:pt x="4786" y="7557"/>
                </a:lnTo>
                <a:lnTo>
                  <a:pt x="4791" y="7456"/>
                </a:lnTo>
                <a:lnTo>
                  <a:pt x="4797" y="7356"/>
                </a:lnTo>
                <a:lnTo>
                  <a:pt x="4805" y="7255"/>
                </a:lnTo>
                <a:lnTo>
                  <a:pt x="4812" y="7155"/>
                </a:lnTo>
                <a:lnTo>
                  <a:pt x="4821" y="7056"/>
                </a:lnTo>
                <a:lnTo>
                  <a:pt x="4831" y="6957"/>
                </a:lnTo>
                <a:lnTo>
                  <a:pt x="4843" y="6857"/>
                </a:lnTo>
                <a:lnTo>
                  <a:pt x="4854" y="6759"/>
                </a:lnTo>
                <a:lnTo>
                  <a:pt x="4867" y="6661"/>
                </a:lnTo>
                <a:lnTo>
                  <a:pt x="4881" y="6563"/>
                </a:lnTo>
                <a:lnTo>
                  <a:pt x="4896" y="6466"/>
                </a:lnTo>
                <a:lnTo>
                  <a:pt x="4911" y="6368"/>
                </a:lnTo>
                <a:lnTo>
                  <a:pt x="4928" y="6272"/>
                </a:lnTo>
                <a:lnTo>
                  <a:pt x="4945" y="6176"/>
                </a:lnTo>
                <a:lnTo>
                  <a:pt x="4964" y="6080"/>
                </a:lnTo>
                <a:lnTo>
                  <a:pt x="4983" y="5984"/>
                </a:lnTo>
                <a:lnTo>
                  <a:pt x="5004" y="5889"/>
                </a:lnTo>
                <a:lnTo>
                  <a:pt x="5025" y="5795"/>
                </a:lnTo>
                <a:lnTo>
                  <a:pt x="5048" y="5701"/>
                </a:lnTo>
                <a:lnTo>
                  <a:pt x="5070" y="5607"/>
                </a:lnTo>
                <a:lnTo>
                  <a:pt x="5095" y="5513"/>
                </a:lnTo>
                <a:lnTo>
                  <a:pt x="5120" y="5420"/>
                </a:lnTo>
                <a:lnTo>
                  <a:pt x="5145" y="5328"/>
                </a:lnTo>
                <a:lnTo>
                  <a:pt x="5172" y="5236"/>
                </a:lnTo>
                <a:lnTo>
                  <a:pt x="5201" y="5145"/>
                </a:lnTo>
                <a:lnTo>
                  <a:pt x="5228" y="5053"/>
                </a:lnTo>
                <a:lnTo>
                  <a:pt x="5258" y="4963"/>
                </a:lnTo>
                <a:lnTo>
                  <a:pt x="5289" y="4873"/>
                </a:lnTo>
                <a:lnTo>
                  <a:pt x="5321" y="4784"/>
                </a:lnTo>
                <a:lnTo>
                  <a:pt x="5353" y="4695"/>
                </a:lnTo>
                <a:close/>
                <a:moveTo>
                  <a:pt x="5056" y="4040"/>
                </a:moveTo>
                <a:lnTo>
                  <a:pt x="4994" y="4015"/>
                </a:lnTo>
                <a:lnTo>
                  <a:pt x="4934" y="3989"/>
                </a:lnTo>
                <a:lnTo>
                  <a:pt x="4873" y="3963"/>
                </a:lnTo>
                <a:lnTo>
                  <a:pt x="4813" y="3936"/>
                </a:lnTo>
                <a:lnTo>
                  <a:pt x="4753" y="3909"/>
                </a:lnTo>
                <a:lnTo>
                  <a:pt x="4693" y="3882"/>
                </a:lnTo>
                <a:lnTo>
                  <a:pt x="4633" y="3854"/>
                </a:lnTo>
                <a:lnTo>
                  <a:pt x="4575" y="3825"/>
                </a:lnTo>
                <a:lnTo>
                  <a:pt x="4515" y="3796"/>
                </a:lnTo>
                <a:lnTo>
                  <a:pt x="4457" y="3766"/>
                </a:lnTo>
                <a:lnTo>
                  <a:pt x="4398" y="3736"/>
                </a:lnTo>
                <a:lnTo>
                  <a:pt x="4341" y="3705"/>
                </a:lnTo>
                <a:lnTo>
                  <a:pt x="4282" y="3674"/>
                </a:lnTo>
                <a:lnTo>
                  <a:pt x="4225" y="3643"/>
                </a:lnTo>
                <a:lnTo>
                  <a:pt x="4168" y="3611"/>
                </a:lnTo>
                <a:lnTo>
                  <a:pt x="4111" y="3579"/>
                </a:lnTo>
                <a:lnTo>
                  <a:pt x="3998" y="3513"/>
                </a:lnTo>
                <a:lnTo>
                  <a:pt x="3886" y="3446"/>
                </a:lnTo>
                <a:lnTo>
                  <a:pt x="3776" y="3377"/>
                </a:lnTo>
                <a:lnTo>
                  <a:pt x="3667" y="3305"/>
                </a:lnTo>
                <a:lnTo>
                  <a:pt x="3559" y="3233"/>
                </a:lnTo>
                <a:lnTo>
                  <a:pt x="3451" y="3159"/>
                </a:lnTo>
                <a:lnTo>
                  <a:pt x="3345" y="3084"/>
                </a:lnTo>
                <a:lnTo>
                  <a:pt x="3241" y="3007"/>
                </a:lnTo>
                <a:lnTo>
                  <a:pt x="3337" y="2917"/>
                </a:lnTo>
                <a:lnTo>
                  <a:pt x="3436" y="2829"/>
                </a:lnTo>
                <a:lnTo>
                  <a:pt x="3535" y="2743"/>
                </a:lnTo>
                <a:lnTo>
                  <a:pt x="3637" y="2659"/>
                </a:lnTo>
                <a:lnTo>
                  <a:pt x="3740" y="2576"/>
                </a:lnTo>
                <a:lnTo>
                  <a:pt x="3845" y="2496"/>
                </a:lnTo>
                <a:lnTo>
                  <a:pt x="3951" y="2417"/>
                </a:lnTo>
                <a:lnTo>
                  <a:pt x="4059" y="2340"/>
                </a:lnTo>
                <a:lnTo>
                  <a:pt x="4168" y="2266"/>
                </a:lnTo>
                <a:lnTo>
                  <a:pt x="4279" y="2193"/>
                </a:lnTo>
                <a:lnTo>
                  <a:pt x="4391" y="2122"/>
                </a:lnTo>
                <a:lnTo>
                  <a:pt x="4505" y="2054"/>
                </a:lnTo>
                <a:lnTo>
                  <a:pt x="4620" y="1986"/>
                </a:lnTo>
                <a:lnTo>
                  <a:pt x="4736" y="1921"/>
                </a:lnTo>
                <a:lnTo>
                  <a:pt x="4854" y="1859"/>
                </a:lnTo>
                <a:lnTo>
                  <a:pt x="4973" y="1799"/>
                </a:lnTo>
                <a:lnTo>
                  <a:pt x="5093" y="1740"/>
                </a:lnTo>
                <a:lnTo>
                  <a:pt x="5215" y="1684"/>
                </a:lnTo>
                <a:lnTo>
                  <a:pt x="5338" y="1630"/>
                </a:lnTo>
                <a:lnTo>
                  <a:pt x="5461" y="1579"/>
                </a:lnTo>
                <a:lnTo>
                  <a:pt x="5587" y="1528"/>
                </a:lnTo>
                <a:lnTo>
                  <a:pt x="5714" y="1481"/>
                </a:lnTo>
                <a:lnTo>
                  <a:pt x="5841" y="1436"/>
                </a:lnTo>
                <a:lnTo>
                  <a:pt x="5969" y="1393"/>
                </a:lnTo>
                <a:lnTo>
                  <a:pt x="6100" y="1353"/>
                </a:lnTo>
                <a:lnTo>
                  <a:pt x="6230" y="1315"/>
                </a:lnTo>
                <a:lnTo>
                  <a:pt x="6362" y="1279"/>
                </a:lnTo>
                <a:lnTo>
                  <a:pt x="6495" y="1246"/>
                </a:lnTo>
                <a:lnTo>
                  <a:pt x="6628" y="1215"/>
                </a:lnTo>
                <a:lnTo>
                  <a:pt x="6764" y="1187"/>
                </a:lnTo>
                <a:lnTo>
                  <a:pt x="6899" y="1161"/>
                </a:lnTo>
                <a:lnTo>
                  <a:pt x="7036" y="1137"/>
                </a:lnTo>
                <a:lnTo>
                  <a:pt x="6960" y="1213"/>
                </a:lnTo>
                <a:lnTo>
                  <a:pt x="6884" y="1289"/>
                </a:lnTo>
                <a:lnTo>
                  <a:pt x="6809" y="1367"/>
                </a:lnTo>
                <a:lnTo>
                  <a:pt x="6735" y="1446"/>
                </a:lnTo>
                <a:lnTo>
                  <a:pt x="6662" y="1525"/>
                </a:lnTo>
                <a:lnTo>
                  <a:pt x="6589" y="1607"/>
                </a:lnTo>
                <a:lnTo>
                  <a:pt x="6518" y="1689"/>
                </a:lnTo>
                <a:lnTo>
                  <a:pt x="6448" y="1771"/>
                </a:lnTo>
                <a:lnTo>
                  <a:pt x="6379" y="1855"/>
                </a:lnTo>
                <a:lnTo>
                  <a:pt x="6310" y="1940"/>
                </a:lnTo>
                <a:lnTo>
                  <a:pt x="6242" y="2027"/>
                </a:lnTo>
                <a:lnTo>
                  <a:pt x="6176" y="2113"/>
                </a:lnTo>
                <a:lnTo>
                  <a:pt x="6110" y="2201"/>
                </a:lnTo>
                <a:lnTo>
                  <a:pt x="6045" y="2290"/>
                </a:lnTo>
                <a:lnTo>
                  <a:pt x="5982" y="2379"/>
                </a:lnTo>
                <a:lnTo>
                  <a:pt x="5919" y="2471"/>
                </a:lnTo>
                <a:lnTo>
                  <a:pt x="5857" y="2562"/>
                </a:lnTo>
                <a:lnTo>
                  <a:pt x="5797" y="2654"/>
                </a:lnTo>
                <a:lnTo>
                  <a:pt x="5736" y="2748"/>
                </a:lnTo>
                <a:lnTo>
                  <a:pt x="5678" y="2842"/>
                </a:lnTo>
                <a:lnTo>
                  <a:pt x="5620" y="2938"/>
                </a:lnTo>
                <a:lnTo>
                  <a:pt x="5564" y="3034"/>
                </a:lnTo>
                <a:lnTo>
                  <a:pt x="5508" y="3130"/>
                </a:lnTo>
                <a:lnTo>
                  <a:pt x="5453" y="3228"/>
                </a:lnTo>
                <a:lnTo>
                  <a:pt x="5400" y="3326"/>
                </a:lnTo>
                <a:lnTo>
                  <a:pt x="5347" y="3427"/>
                </a:lnTo>
                <a:lnTo>
                  <a:pt x="5296" y="3527"/>
                </a:lnTo>
                <a:lnTo>
                  <a:pt x="5246" y="3628"/>
                </a:lnTo>
                <a:lnTo>
                  <a:pt x="5197" y="3729"/>
                </a:lnTo>
                <a:lnTo>
                  <a:pt x="5148" y="3833"/>
                </a:lnTo>
                <a:lnTo>
                  <a:pt x="5102" y="3936"/>
                </a:lnTo>
                <a:lnTo>
                  <a:pt x="5056" y="4040"/>
                </a:lnTo>
                <a:close/>
                <a:moveTo>
                  <a:pt x="7945" y="1047"/>
                </a:moveTo>
                <a:lnTo>
                  <a:pt x="7945" y="4642"/>
                </a:lnTo>
                <a:lnTo>
                  <a:pt x="7867" y="4639"/>
                </a:lnTo>
                <a:lnTo>
                  <a:pt x="7789" y="4635"/>
                </a:lnTo>
                <a:lnTo>
                  <a:pt x="7711" y="4631"/>
                </a:lnTo>
                <a:lnTo>
                  <a:pt x="7633" y="4626"/>
                </a:lnTo>
                <a:lnTo>
                  <a:pt x="7556" y="4621"/>
                </a:lnTo>
                <a:lnTo>
                  <a:pt x="7478" y="4614"/>
                </a:lnTo>
                <a:lnTo>
                  <a:pt x="7401" y="4607"/>
                </a:lnTo>
                <a:lnTo>
                  <a:pt x="7325" y="4600"/>
                </a:lnTo>
                <a:lnTo>
                  <a:pt x="7248" y="4591"/>
                </a:lnTo>
                <a:lnTo>
                  <a:pt x="7172" y="4582"/>
                </a:lnTo>
                <a:lnTo>
                  <a:pt x="7095" y="4573"/>
                </a:lnTo>
                <a:lnTo>
                  <a:pt x="7020" y="4562"/>
                </a:lnTo>
                <a:lnTo>
                  <a:pt x="6944" y="4551"/>
                </a:lnTo>
                <a:lnTo>
                  <a:pt x="6868" y="4540"/>
                </a:lnTo>
                <a:lnTo>
                  <a:pt x="6793" y="4527"/>
                </a:lnTo>
                <a:lnTo>
                  <a:pt x="6718" y="4514"/>
                </a:lnTo>
                <a:lnTo>
                  <a:pt x="6644" y="4501"/>
                </a:lnTo>
                <a:lnTo>
                  <a:pt x="6569" y="4486"/>
                </a:lnTo>
                <a:lnTo>
                  <a:pt x="6495" y="4471"/>
                </a:lnTo>
                <a:lnTo>
                  <a:pt x="6421" y="4456"/>
                </a:lnTo>
                <a:lnTo>
                  <a:pt x="6347" y="4439"/>
                </a:lnTo>
                <a:lnTo>
                  <a:pt x="6273" y="4423"/>
                </a:lnTo>
                <a:lnTo>
                  <a:pt x="6200" y="4405"/>
                </a:lnTo>
                <a:lnTo>
                  <a:pt x="6127" y="4387"/>
                </a:lnTo>
                <a:lnTo>
                  <a:pt x="6055" y="4368"/>
                </a:lnTo>
                <a:lnTo>
                  <a:pt x="5982" y="4348"/>
                </a:lnTo>
                <a:lnTo>
                  <a:pt x="5910" y="4328"/>
                </a:lnTo>
                <a:lnTo>
                  <a:pt x="5838" y="4308"/>
                </a:lnTo>
                <a:lnTo>
                  <a:pt x="5766" y="4286"/>
                </a:lnTo>
                <a:lnTo>
                  <a:pt x="5694" y="4264"/>
                </a:lnTo>
                <a:lnTo>
                  <a:pt x="5624" y="4242"/>
                </a:lnTo>
                <a:lnTo>
                  <a:pt x="5553" y="4217"/>
                </a:lnTo>
                <a:lnTo>
                  <a:pt x="5605" y="4099"/>
                </a:lnTo>
                <a:lnTo>
                  <a:pt x="5658" y="3982"/>
                </a:lnTo>
                <a:lnTo>
                  <a:pt x="5714" y="3866"/>
                </a:lnTo>
                <a:lnTo>
                  <a:pt x="5771" y="3750"/>
                </a:lnTo>
                <a:lnTo>
                  <a:pt x="5830" y="3637"/>
                </a:lnTo>
                <a:lnTo>
                  <a:pt x="5889" y="3524"/>
                </a:lnTo>
                <a:lnTo>
                  <a:pt x="5951" y="3412"/>
                </a:lnTo>
                <a:lnTo>
                  <a:pt x="6014" y="3301"/>
                </a:lnTo>
                <a:lnTo>
                  <a:pt x="6078" y="3192"/>
                </a:lnTo>
                <a:lnTo>
                  <a:pt x="6144" y="3084"/>
                </a:lnTo>
                <a:lnTo>
                  <a:pt x="6212" y="2978"/>
                </a:lnTo>
                <a:lnTo>
                  <a:pt x="6279" y="2871"/>
                </a:lnTo>
                <a:lnTo>
                  <a:pt x="6349" y="2767"/>
                </a:lnTo>
                <a:lnTo>
                  <a:pt x="6421" y="2664"/>
                </a:lnTo>
                <a:lnTo>
                  <a:pt x="6494" y="2563"/>
                </a:lnTo>
                <a:lnTo>
                  <a:pt x="6568" y="2463"/>
                </a:lnTo>
                <a:lnTo>
                  <a:pt x="6643" y="2363"/>
                </a:lnTo>
                <a:lnTo>
                  <a:pt x="6718" y="2265"/>
                </a:lnTo>
                <a:lnTo>
                  <a:pt x="6796" y="2169"/>
                </a:lnTo>
                <a:lnTo>
                  <a:pt x="6875" y="2074"/>
                </a:lnTo>
                <a:lnTo>
                  <a:pt x="6955" y="1980"/>
                </a:lnTo>
                <a:lnTo>
                  <a:pt x="7038" y="1888"/>
                </a:lnTo>
                <a:lnTo>
                  <a:pt x="7121" y="1798"/>
                </a:lnTo>
                <a:lnTo>
                  <a:pt x="7204" y="1709"/>
                </a:lnTo>
                <a:lnTo>
                  <a:pt x="7289" y="1621"/>
                </a:lnTo>
                <a:lnTo>
                  <a:pt x="7375" y="1534"/>
                </a:lnTo>
                <a:lnTo>
                  <a:pt x="7463" y="1449"/>
                </a:lnTo>
                <a:lnTo>
                  <a:pt x="7552" y="1366"/>
                </a:lnTo>
                <a:lnTo>
                  <a:pt x="7642" y="1285"/>
                </a:lnTo>
                <a:lnTo>
                  <a:pt x="7732" y="1205"/>
                </a:lnTo>
                <a:lnTo>
                  <a:pt x="7825" y="1126"/>
                </a:lnTo>
                <a:lnTo>
                  <a:pt x="7918" y="1049"/>
                </a:lnTo>
                <a:lnTo>
                  <a:pt x="7931" y="1048"/>
                </a:lnTo>
                <a:lnTo>
                  <a:pt x="7945" y="1047"/>
                </a:lnTo>
                <a:close/>
                <a:moveTo>
                  <a:pt x="9383" y="1137"/>
                </a:moveTo>
                <a:lnTo>
                  <a:pt x="9520" y="1161"/>
                </a:lnTo>
                <a:lnTo>
                  <a:pt x="9656" y="1187"/>
                </a:lnTo>
                <a:lnTo>
                  <a:pt x="9791" y="1215"/>
                </a:lnTo>
                <a:lnTo>
                  <a:pt x="9924" y="1246"/>
                </a:lnTo>
                <a:lnTo>
                  <a:pt x="10058" y="1279"/>
                </a:lnTo>
                <a:lnTo>
                  <a:pt x="10189" y="1315"/>
                </a:lnTo>
                <a:lnTo>
                  <a:pt x="10320" y="1353"/>
                </a:lnTo>
                <a:lnTo>
                  <a:pt x="10450" y="1393"/>
                </a:lnTo>
                <a:lnTo>
                  <a:pt x="10578" y="1436"/>
                </a:lnTo>
                <a:lnTo>
                  <a:pt x="10706" y="1481"/>
                </a:lnTo>
                <a:lnTo>
                  <a:pt x="10832" y="1528"/>
                </a:lnTo>
                <a:lnTo>
                  <a:pt x="10958" y="1579"/>
                </a:lnTo>
                <a:lnTo>
                  <a:pt x="11082" y="1630"/>
                </a:lnTo>
                <a:lnTo>
                  <a:pt x="11205" y="1684"/>
                </a:lnTo>
                <a:lnTo>
                  <a:pt x="11326" y="1740"/>
                </a:lnTo>
                <a:lnTo>
                  <a:pt x="11446" y="1799"/>
                </a:lnTo>
                <a:lnTo>
                  <a:pt x="11565" y="1859"/>
                </a:lnTo>
                <a:lnTo>
                  <a:pt x="11683" y="1921"/>
                </a:lnTo>
                <a:lnTo>
                  <a:pt x="11799" y="1986"/>
                </a:lnTo>
                <a:lnTo>
                  <a:pt x="11914" y="2054"/>
                </a:lnTo>
                <a:lnTo>
                  <a:pt x="12028" y="2122"/>
                </a:lnTo>
                <a:lnTo>
                  <a:pt x="12140" y="2193"/>
                </a:lnTo>
                <a:lnTo>
                  <a:pt x="12251" y="2266"/>
                </a:lnTo>
                <a:lnTo>
                  <a:pt x="12360" y="2340"/>
                </a:lnTo>
                <a:lnTo>
                  <a:pt x="12468" y="2417"/>
                </a:lnTo>
                <a:lnTo>
                  <a:pt x="12574" y="2496"/>
                </a:lnTo>
                <a:lnTo>
                  <a:pt x="12679" y="2576"/>
                </a:lnTo>
                <a:lnTo>
                  <a:pt x="12782" y="2659"/>
                </a:lnTo>
                <a:lnTo>
                  <a:pt x="12884" y="2743"/>
                </a:lnTo>
                <a:lnTo>
                  <a:pt x="12983" y="2829"/>
                </a:lnTo>
                <a:lnTo>
                  <a:pt x="13082" y="2917"/>
                </a:lnTo>
                <a:lnTo>
                  <a:pt x="13178" y="3007"/>
                </a:lnTo>
                <a:lnTo>
                  <a:pt x="13074" y="3084"/>
                </a:lnTo>
                <a:lnTo>
                  <a:pt x="12968" y="3159"/>
                </a:lnTo>
                <a:lnTo>
                  <a:pt x="12861" y="3233"/>
                </a:lnTo>
                <a:lnTo>
                  <a:pt x="12752" y="3305"/>
                </a:lnTo>
                <a:lnTo>
                  <a:pt x="12644" y="3377"/>
                </a:lnTo>
                <a:lnTo>
                  <a:pt x="12533" y="3446"/>
                </a:lnTo>
                <a:lnTo>
                  <a:pt x="12421" y="3513"/>
                </a:lnTo>
                <a:lnTo>
                  <a:pt x="12308" y="3579"/>
                </a:lnTo>
                <a:lnTo>
                  <a:pt x="12252" y="3611"/>
                </a:lnTo>
                <a:lnTo>
                  <a:pt x="12194" y="3643"/>
                </a:lnTo>
                <a:lnTo>
                  <a:pt x="12137" y="3674"/>
                </a:lnTo>
                <a:lnTo>
                  <a:pt x="12078" y="3705"/>
                </a:lnTo>
                <a:lnTo>
                  <a:pt x="12021" y="3736"/>
                </a:lnTo>
                <a:lnTo>
                  <a:pt x="11962" y="3766"/>
                </a:lnTo>
                <a:lnTo>
                  <a:pt x="11904" y="3796"/>
                </a:lnTo>
                <a:lnTo>
                  <a:pt x="11844" y="3825"/>
                </a:lnTo>
                <a:lnTo>
                  <a:pt x="11786" y="3854"/>
                </a:lnTo>
                <a:lnTo>
                  <a:pt x="11726" y="3882"/>
                </a:lnTo>
                <a:lnTo>
                  <a:pt x="11667" y="3909"/>
                </a:lnTo>
                <a:lnTo>
                  <a:pt x="11606" y="3936"/>
                </a:lnTo>
                <a:lnTo>
                  <a:pt x="11546" y="3963"/>
                </a:lnTo>
                <a:lnTo>
                  <a:pt x="11485" y="3989"/>
                </a:lnTo>
                <a:lnTo>
                  <a:pt x="11425" y="4015"/>
                </a:lnTo>
                <a:lnTo>
                  <a:pt x="11363" y="4040"/>
                </a:lnTo>
                <a:lnTo>
                  <a:pt x="11317" y="3936"/>
                </a:lnTo>
                <a:lnTo>
                  <a:pt x="11271" y="3833"/>
                </a:lnTo>
                <a:lnTo>
                  <a:pt x="11222" y="3729"/>
                </a:lnTo>
                <a:lnTo>
                  <a:pt x="11173" y="3628"/>
                </a:lnTo>
                <a:lnTo>
                  <a:pt x="11123" y="3527"/>
                </a:lnTo>
                <a:lnTo>
                  <a:pt x="11072" y="3427"/>
                </a:lnTo>
                <a:lnTo>
                  <a:pt x="11019" y="3326"/>
                </a:lnTo>
                <a:lnTo>
                  <a:pt x="10966" y="3228"/>
                </a:lnTo>
                <a:lnTo>
                  <a:pt x="10911" y="3130"/>
                </a:lnTo>
                <a:lnTo>
                  <a:pt x="10855" y="3034"/>
                </a:lnTo>
                <a:lnTo>
                  <a:pt x="10799" y="2938"/>
                </a:lnTo>
                <a:lnTo>
                  <a:pt x="10741" y="2842"/>
                </a:lnTo>
                <a:lnTo>
                  <a:pt x="10683" y="2748"/>
                </a:lnTo>
                <a:lnTo>
                  <a:pt x="10623" y="2654"/>
                </a:lnTo>
                <a:lnTo>
                  <a:pt x="10562" y="2562"/>
                </a:lnTo>
                <a:lnTo>
                  <a:pt x="10500" y="2471"/>
                </a:lnTo>
                <a:lnTo>
                  <a:pt x="10437" y="2379"/>
                </a:lnTo>
                <a:lnTo>
                  <a:pt x="10374" y="2290"/>
                </a:lnTo>
                <a:lnTo>
                  <a:pt x="10309" y="2201"/>
                </a:lnTo>
                <a:lnTo>
                  <a:pt x="10243" y="2113"/>
                </a:lnTo>
                <a:lnTo>
                  <a:pt x="10177" y="2027"/>
                </a:lnTo>
                <a:lnTo>
                  <a:pt x="10109" y="1940"/>
                </a:lnTo>
                <a:lnTo>
                  <a:pt x="10041" y="1855"/>
                </a:lnTo>
                <a:lnTo>
                  <a:pt x="9971" y="1771"/>
                </a:lnTo>
                <a:lnTo>
                  <a:pt x="9901" y="1689"/>
                </a:lnTo>
                <a:lnTo>
                  <a:pt x="9830" y="1607"/>
                </a:lnTo>
                <a:lnTo>
                  <a:pt x="9758" y="1525"/>
                </a:lnTo>
                <a:lnTo>
                  <a:pt x="9685" y="1446"/>
                </a:lnTo>
                <a:lnTo>
                  <a:pt x="9610" y="1367"/>
                </a:lnTo>
                <a:lnTo>
                  <a:pt x="9536" y="1289"/>
                </a:lnTo>
                <a:lnTo>
                  <a:pt x="9460" y="1213"/>
                </a:lnTo>
                <a:lnTo>
                  <a:pt x="9383" y="1137"/>
                </a:lnTo>
                <a:close/>
                <a:moveTo>
                  <a:pt x="8502" y="1049"/>
                </a:moveTo>
                <a:lnTo>
                  <a:pt x="8595" y="1126"/>
                </a:lnTo>
                <a:lnTo>
                  <a:pt x="8687" y="1205"/>
                </a:lnTo>
                <a:lnTo>
                  <a:pt x="8778" y="1285"/>
                </a:lnTo>
                <a:lnTo>
                  <a:pt x="8867" y="1366"/>
                </a:lnTo>
                <a:lnTo>
                  <a:pt x="8957" y="1449"/>
                </a:lnTo>
                <a:lnTo>
                  <a:pt x="9044" y="1534"/>
                </a:lnTo>
                <a:lnTo>
                  <a:pt x="9130" y="1621"/>
                </a:lnTo>
                <a:lnTo>
                  <a:pt x="9215" y="1709"/>
                </a:lnTo>
                <a:lnTo>
                  <a:pt x="9299" y="1798"/>
                </a:lnTo>
                <a:lnTo>
                  <a:pt x="9382" y="1888"/>
                </a:lnTo>
                <a:lnTo>
                  <a:pt x="9464" y="1980"/>
                </a:lnTo>
                <a:lnTo>
                  <a:pt x="9544" y="2074"/>
                </a:lnTo>
                <a:lnTo>
                  <a:pt x="9623" y="2169"/>
                </a:lnTo>
                <a:lnTo>
                  <a:pt x="9701" y="2265"/>
                </a:lnTo>
                <a:lnTo>
                  <a:pt x="9778" y="2363"/>
                </a:lnTo>
                <a:lnTo>
                  <a:pt x="9852" y="2463"/>
                </a:lnTo>
                <a:lnTo>
                  <a:pt x="9926" y="2563"/>
                </a:lnTo>
                <a:lnTo>
                  <a:pt x="9999" y="2664"/>
                </a:lnTo>
                <a:lnTo>
                  <a:pt x="10070" y="2767"/>
                </a:lnTo>
                <a:lnTo>
                  <a:pt x="10140" y="2871"/>
                </a:lnTo>
                <a:lnTo>
                  <a:pt x="10209" y="2978"/>
                </a:lnTo>
                <a:lnTo>
                  <a:pt x="10275" y="3084"/>
                </a:lnTo>
                <a:lnTo>
                  <a:pt x="10341" y="3192"/>
                </a:lnTo>
                <a:lnTo>
                  <a:pt x="10406" y="3301"/>
                </a:lnTo>
                <a:lnTo>
                  <a:pt x="10468" y="3412"/>
                </a:lnTo>
                <a:lnTo>
                  <a:pt x="10530" y="3524"/>
                </a:lnTo>
                <a:lnTo>
                  <a:pt x="10589" y="3637"/>
                </a:lnTo>
                <a:lnTo>
                  <a:pt x="10648" y="3750"/>
                </a:lnTo>
                <a:lnTo>
                  <a:pt x="10705" y="3866"/>
                </a:lnTo>
                <a:lnTo>
                  <a:pt x="10761" y="3982"/>
                </a:lnTo>
                <a:lnTo>
                  <a:pt x="10815" y="4099"/>
                </a:lnTo>
                <a:lnTo>
                  <a:pt x="10867" y="4217"/>
                </a:lnTo>
                <a:lnTo>
                  <a:pt x="10797" y="4242"/>
                </a:lnTo>
                <a:lnTo>
                  <a:pt x="10725" y="4264"/>
                </a:lnTo>
                <a:lnTo>
                  <a:pt x="10654" y="4286"/>
                </a:lnTo>
                <a:lnTo>
                  <a:pt x="10582" y="4308"/>
                </a:lnTo>
                <a:lnTo>
                  <a:pt x="10510" y="4328"/>
                </a:lnTo>
                <a:lnTo>
                  <a:pt x="10437" y="4348"/>
                </a:lnTo>
                <a:lnTo>
                  <a:pt x="10366" y="4368"/>
                </a:lnTo>
                <a:lnTo>
                  <a:pt x="10293" y="4387"/>
                </a:lnTo>
                <a:lnTo>
                  <a:pt x="10219" y="4405"/>
                </a:lnTo>
                <a:lnTo>
                  <a:pt x="10146" y="4423"/>
                </a:lnTo>
                <a:lnTo>
                  <a:pt x="10072" y="4439"/>
                </a:lnTo>
                <a:lnTo>
                  <a:pt x="9998" y="4456"/>
                </a:lnTo>
                <a:lnTo>
                  <a:pt x="9924" y="4471"/>
                </a:lnTo>
                <a:lnTo>
                  <a:pt x="9850" y="4486"/>
                </a:lnTo>
                <a:lnTo>
                  <a:pt x="9775" y="4501"/>
                </a:lnTo>
                <a:lnTo>
                  <a:pt x="9701" y="4514"/>
                </a:lnTo>
                <a:lnTo>
                  <a:pt x="9626" y="4527"/>
                </a:lnTo>
                <a:lnTo>
                  <a:pt x="9551" y="4540"/>
                </a:lnTo>
                <a:lnTo>
                  <a:pt x="9475" y="4551"/>
                </a:lnTo>
                <a:lnTo>
                  <a:pt x="9400" y="4562"/>
                </a:lnTo>
                <a:lnTo>
                  <a:pt x="9324" y="4573"/>
                </a:lnTo>
                <a:lnTo>
                  <a:pt x="9247" y="4582"/>
                </a:lnTo>
                <a:lnTo>
                  <a:pt x="9171" y="4591"/>
                </a:lnTo>
                <a:lnTo>
                  <a:pt x="9094" y="4600"/>
                </a:lnTo>
                <a:lnTo>
                  <a:pt x="9018" y="4607"/>
                </a:lnTo>
                <a:lnTo>
                  <a:pt x="8940" y="4614"/>
                </a:lnTo>
                <a:lnTo>
                  <a:pt x="8863" y="4621"/>
                </a:lnTo>
                <a:lnTo>
                  <a:pt x="8786" y="4626"/>
                </a:lnTo>
                <a:lnTo>
                  <a:pt x="8708" y="4631"/>
                </a:lnTo>
                <a:lnTo>
                  <a:pt x="8630" y="4635"/>
                </a:lnTo>
                <a:lnTo>
                  <a:pt x="8552" y="4639"/>
                </a:lnTo>
                <a:lnTo>
                  <a:pt x="8474" y="4642"/>
                </a:lnTo>
                <a:lnTo>
                  <a:pt x="8474" y="1047"/>
                </a:lnTo>
                <a:lnTo>
                  <a:pt x="8489" y="1048"/>
                </a:lnTo>
                <a:lnTo>
                  <a:pt x="8502" y="1049"/>
                </a:lnTo>
                <a:close/>
                <a:moveTo>
                  <a:pt x="7917" y="14987"/>
                </a:moveTo>
                <a:lnTo>
                  <a:pt x="7835" y="14918"/>
                </a:lnTo>
                <a:lnTo>
                  <a:pt x="7754" y="14850"/>
                </a:lnTo>
                <a:lnTo>
                  <a:pt x="7673" y="14779"/>
                </a:lnTo>
                <a:lnTo>
                  <a:pt x="7594" y="14708"/>
                </a:lnTo>
                <a:lnTo>
                  <a:pt x="7515" y="14636"/>
                </a:lnTo>
                <a:lnTo>
                  <a:pt x="7437" y="14562"/>
                </a:lnTo>
                <a:lnTo>
                  <a:pt x="7360" y="14487"/>
                </a:lnTo>
                <a:lnTo>
                  <a:pt x="7284" y="14410"/>
                </a:lnTo>
                <a:lnTo>
                  <a:pt x="7209" y="14333"/>
                </a:lnTo>
                <a:lnTo>
                  <a:pt x="7135" y="14255"/>
                </a:lnTo>
                <a:lnTo>
                  <a:pt x="7061" y="14175"/>
                </a:lnTo>
                <a:lnTo>
                  <a:pt x="6989" y="14095"/>
                </a:lnTo>
                <a:lnTo>
                  <a:pt x="6919" y="14012"/>
                </a:lnTo>
                <a:lnTo>
                  <a:pt x="6848" y="13930"/>
                </a:lnTo>
                <a:lnTo>
                  <a:pt x="6778" y="13846"/>
                </a:lnTo>
                <a:lnTo>
                  <a:pt x="6710" y="13761"/>
                </a:lnTo>
                <a:lnTo>
                  <a:pt x="6643" y="13675"/>
                </a:lnTo>
                <a:lnTo>
                  <a:pt x="6576" y="13588"/>
                </a:lnTo>
                <a:lnTo>
                  <a:pt x="6511" y="13499"/>
                </a:lnTo>
                <a:lnTo>
                  <a:pt x="6447" y="13410"/>
                </a:lnTo>
                <a:lnTo>
                  <a:pt x="6383" y="13319"/>
                </a:lnTo>
                <a:lnTo>
                  <a:pt x="6321" y="13228"/>
                </a:lnTo>
                <a:lnTo>
                  <a:pt x="6260" y="13135"/>
                </a:lnTo>
                <a:lnTo>
                  <a:pt x="6199" y="13042"/>
                </a:lnTo>
                <a:lnTo>
                  <a:pt x="6141" y="12948"/>
                </a:lnTo>
                <a:lnTo>
                  <a:pt x="6082" y="12853"/>
                </a:lnTo>
                <a:lnTo>
                  <a:pt x="6026" y="12757"/>
                </a:lnTo>
                <a:lnTo>
                  <a:pt x="5969" y="12659"/>
                </a:lnTo>
                <a:lnTo>
                  <a:pt x="5915" y="12561"/>
                </a:lnTo>
                <a:lnTo>
                  <a:pt x="5862" y="12462"/>
                </a:lnTo>
                <a:lnTo>
                  <a:pt x="5809" y="12363"/>
                </a:lnTo>
                <a:lnTo>
                  <a:pt x="5758" y="12262"/>
                </a:lnTo>
                <a:lnTo>
                  <a:pt x="5823" y="12242"/>
                </a:lnTo>
                <a:lnTo>
                  <a:pt x="5888" y="12223"/>
                </a:lnTo>
                <a:lnTo>
                  <a:pt x="5954" y="12204"/>
                </a:lnTo>
                <a:lnTo>
                  <a:pt x="6020" y="12187"/>
                </a:lnTo>
                <a:lnTo>
                  <a:pt x="6086" y="12169"/>
                </a:lnTo>
                <a:lnTo>
                  <a:pt x="6152" y="12153"/>
                </a:lnTo>
                <a:lnTo>
                  <a:pt x="6219" y="12136"/>
                </a:lnTo>
                <a:lnTo>
                  <a:pt x="6285" y="12121"/>
                </a:lnTo>
                <a:lnTo>
                  <a:pt x="6352" y="12106"/>
                </a:lnTo>
                <a:lnTo>
                  <a:pt x="6420" y="12091"/>
                </a:lnTo>
                <a:lnTo>
                  <a:pt x="6487" y="12077"/>
                </a:lnTo>
                <a:lnTo>
                  <a:pt x="6554" y="12064"/>
                </a:lnTo>
                <a:lnTo>
                  <a:pt x="6622" y="12051"/>
                </a:lnTo>
                <a:lnTo>
                  <a:pt x="6691" y="12039"/>
                </a:lnTo>
                <a:lnTo>
                  <a:pt x="6758" y="12027"/>
                </a:lnTo>
                <a:lnTo>
                  <a:pt x="6827" y="12016"/>
                </a:lnTo>
                <a:lnTo>
                  <a:pt x="6895" y="12005"/>
                </a:lnTo>
                <a:lnTo>
                  <a:pt x="6964" y="11995"/>
                </a:lnTo>
                <a:lnTo>
                  <a:pt x="7033" y="11986"/>
                </a:lnTo>
                <a:lnTo>
                  <a:pt x="7102" y="11976"/>
                </a:lnTo>
                <a:lnTo>
                  <a:pt x="7171" y="11968"/>
                </a:lnTo>
                <a:lnTo>
                  <a:pt x="7241" y="11960"/>
                </a:lnTo>
                <a:lnTo>
                  <a:pt x="7311" y="11953"/>
                </a:lnTo>
                <a:lnTo>
                  <a:pt x="7380" y="11946"/>
                </a:lnTo>
                <a:lnTo>
                  <a:pt x="7450" y="11940"/>
                </a:lnTo>
                <a:lnTo>
                  <a:pt x="7521" y="11934"/>
                </a:lnTo>
                <a:lnTo>
                  <a:pt x="7591" y="11929"/>
                </a:lnTo>
                <a:lnTo>
                  <a:pt x="7662" y="11924"/>
                </a:lnTo>
                <a:lnTo>
                  <a:pt x="7732" y="11920"/>
                </a:lnTo>
                <a:lnTo>
                  <a:pt x="7803" y="11916"/>
                </a:lnTo>
                <a:lnTo>
                  <a:pt x="7874" y="11913"/>
                </a:lnTo>
                <a:lnTo>
                  <a:pt x="7945" y="11911"/>
                </a:lnTo>
                <a:lnTo>
                  <a:pt x="7945" y="14988"/>
                </a:lnTo>
                <a:lnTo>
                  <a:pt x="7917" y="14987"/>
                </a:lnTo>
                <a:close/>
                <a:moveTo>
                  <a:pt x="15347" y="7759"/>
                </a:moveTo>
                <a:lnTo>
                  <a:pt x="12171" y="7759"/>
                </a:lnTo>
                <a:lnTo>
                  <a:pt x="12168" y="7652"/>
                </a:lnTo>
                <a:lnTo>
                  <a:pt x="12163" y="7545"/>
                </a:lnTo>
                <a:lnTo>
                  <a:pt x="12157" y="7439"/>
                </a:lnTo>
                <a:lnTo>
                  <a:pt x="12151" y="7332"/>
                </a:lnTo>
                <a:lnTo>
                  <a:pt x="12144" y="7226"/>
                </a:lnTo>
                <a:lnTo>
                  <a:pt x="12136" y="7120"/>
                </a:lnTo>
                <a:lnTo>
                  <a:pt x="12126" y="7015"/>
                </a:lnTo>
                <a:lnTo>
                  <a:pt x="12115" y="6911"/>
                </a:lnTo>
                <a:lnTo>
                  <a:pt x="12104" y="6805"/>
                </a:lnTo>
                <a:lnTo>
                  <a:pt x="12092" y="6701"/>
                </a:lnTo>
                <a:lnTo>
                  <a:pt x="12078" y="6598"/>
                </a:lnTo>
                <a:lnTo>
                  <a:pt x="12063" y="6494"/>
                </a:lnTo>
                <a:lnTo>
                  <a:pt x="12047" y="6391"/>
                </a:lnTo>
                <a:lnTo>
                  <a:pt x="12031" y="6288"/>
                </a:lnTo>
                <a:lnTo>
                  <a:pt x="12014" y="6186"/>
                </a:lnTo>
                <a:lnTo>
                  <a:pt x="11995" y="6084"/>
                </a:lnTo>
                <a:lnTo>
                  <a:pt x="11976" y="5982"/>
                </a:lnTo>
                <a:lnTo>
                  <a:pt x="11954" y="5881"/>
                </a:lnTo>
                <a:lnTo>
                  <a:pt x="11933" y="5781"/>
                </a:lnTo>
                <a:lnTo>
                  <a:pt x="11910" y="5681"/>
                </a:lnTo>
                <a:lnTo>
                  <a:pt x="11886" y="5582"/>
                </a:lnTo>
                <a:lnTo>
                  <a:pt x="11862" y="5482"/>
                </a:lnTo>
                <a:lnTo>
                  <a:pt x="11836" y="5383"/>
                </a:lnTo>
                <a:lnTo>
                  <a:pt x="11810" y="5285"/>
                </a:lnTo>
                <a:lnTo>
                  <a:pt x="11783" y="5188"/>
                </a:lnTo>
                <a:lnTo>
                  <a:pt x="11754" y="5090"/>
                </a:lnTo>
                <a:lnTo>
                  <a:pt x="11724" y="4993"/>
                </a:lnTo>
                <a:lnTo>
                  <a:pt x="11694" y="4897"/>
                </a:lnTo>
                <a:lnTo>
                  <a:pt x="11663" y="4801"/>
                </a:lnTo>
                <a:lnTo>
                  <a:pt x="11630" y="4706"/>
                </a:lnTo>
                <a:lnTo>
                  <a:pt x="11597" y="4611"/>
                </a:lnTo>
                <a:lnTo>
                  <a:pt x="11563" y="4517"/>
                </a:lnTo>
                <a:lnTo>
                  <a:pt x="11630" y="4489"/>
                </a:lnTo>
                <a:lnTo>
                  <a:pt x="11695" y="4461"/>
                </a:lnTo>
                <a:lnTo>
                  <a:pt x="11762" y="4432"/>
                </a:lnTo>
                <a:lnTo>
                  <a:pt x="11828" y="4403"/>
                </a:lnTo>
                <a:lnTo>
                  <a:pt x="11894" y="4374"/>
                </a:lnTo>
                <a:lnTo>
                  <a:pt x="11959" y="4343"/>
                </a:lnTo>
                <a:lnTo>
                  <a:pt x="12024" y="4312"/>
                </a:lnTo>
                <a:lnTo>
                  <a:pt x="12088" y="4281"/>
                </a:lnTo>
                <a:lnTo>
                  <a:pt x="12153" y="4249"/>
                </a:lnTo>
                <a:lnTo>
                  <a:pt x="12217" y="4216"/>
                </a:lnTo>
                <a:lnTo>
                  <a:pt x="12280" y="4183"/>
                </a:lnTo>
                <a:lnTo>
                  <a:pt x="12344" y="4150"/>
                </a:lnTo>
                <a:lnTo>
                  <a:pt x="12407" y="4116"/>
                </a:lnTo>
                <a:lnTo>
                  <a:pt x="12469" y="4081"/>
                </a:lnTo>
                <a:lnTo>
                  <a:pt x="12532" y="4046"/>
                </a:lnTo>
                <a:lnTo>
                  <a:pt x="12593" y="4011"/>
                </a:lnTo>
                <a:lnTo>
                  <a:pt x="12655" y="3975"/>
                </a:lnTo>
                <a:lnTo>
                  <a:pt x="12717" y="3939"/>
                </a:lnTo>
                <a:lnTo>
                  <a:pt x="12778" y="3902"/>
                </a:lnTo>
                <a:lnTo>
                  <a:pt x="12839" y="3865"/>
                </a:lnTo>
                <a:lnTo>
                  <a:pt x="12899" y="3827"/>
                </a:lnTo>
                <a:lnTo>
                  <a:pt x="12959" y="3789"/>
                </a:lnTo>
                <a:lnTo>
                  <a:pt x="13019" y="3749"/>
                </a:lnTo>
                <a:lnTo>
                  <a:pt x="13078" y="3710"/>
                </a:lnTo>
                <a:lnTo>
                  <a:pt x="13137" y="3670"/>
                </a:lnTo>
                <a:lnTo>
                  <a:pt x="13196" y="3630"/>
                </a:lnTo>
                <a:lnTo>
                  <a:pt x="13254" y="3590"/>
                </a:lnTo>
                <a:lnTo>
                  <a:pt x="13313" y="3549"/>
                </a:lnTo>
                <a:lnTo>
                  <a:pt x="13370" y="3507"/>
                </a:lnTo>
                <a:lnTo>
                  <a:pt x="13428" y="3466"/>
                </a:lnTo>
                <a:lnTo>
                  <a:pt x="13485" y="3423"/>
                </a:lnTo>
                <a:lnTo>
                  <a:pt x="13542" y="3381"/>
                </a:lnTo>
                <a:lnTo>
                  <a:pt x="13641" y="3492"/>
                </a:lnTo>
                <a:lnTo>
                  <a:pt x="13738" y="3605"/>
                </a:lnTo>
                <a:lnTo>
                  <a:pt x="13832" y="3719"/>
                </a:lnTo>
                <a:lnTo>
                  <a:pt x="13924" y="3837"/>
                </a:lnTo>
                <a:lnTo>
                  <a:pt x="14014" y="3956"/>
                </a:lnTo>
                <a:lnTo>
                  <a:pt x="14101" y="4076"/>
                </a:lnTo>
                <a:lnTo>
                  <a:pt x="14185" y="4199"/>
                </a:lnTo>
                <a:lnTo>
                  <a:pt x="14266" y="4324"/>
                </a:lnTo>
                <a:lnTo>
                  <a:pt x="14346" y="4450"/>
                </a:lnTo>
                <a:lnTo>
                  <a:pt x="14422" y="4578"/>
                </a:lnTo>
                <a:lnTo>
                  <a:pt x="14496" y="4708"/>
                </a:lnTo>
                <a:lnTo>
                  <a:pt x="14567" y="4839"/>
                </a:lnTo>
                <a:lnTo>
                  <a:pt x="14634" y="4972"/>
                </a:lnTo>
                <a:lnTo>
                  <a:pt x="14700" y="5106"/>
                </a:lnTo>
                <a:lnTo>
                  <a:pt x="14763" y="5243"/>
                </a:lnTo>
                <a:lnTo>
                  <a:pt x="14822" y="5380"/>
                </a:lnTo>
                <a:lnTo>
                  <a:pt x="14879" y="5519"/>
                </a:lnTo>
                <a:lnTo>
                  <a:pt x="14932" y="5660"/>
                </a:lnTo>
                <a:lnTo>
                  <a:pt x="14982" y="5802"/>
                </a:lnTo>
                <a:lnTo>
                  <a:pt x="15031" y="5945"/>
                </a:lnTo>
                <a:lnTo>
                  <a:pt x="15075" y="6090"/>
                </a:lnTo>
                <a:lnTo>
                  <a:pt x="15116" y="6236"/>
                </a:lnTo>
                <a:lnTo>
                  <a:pt x="15154" y="6383"/>
                </a:lnTo>
                <a:lnTo>
                  <a:pt x="15189" y="6532"/>
                </a:lnTo>
                <a:lnTo>
                  <a:pt x="15220" y="6681"/>
                </a:lnTo>
                <a:lnTo>
                  <a:pt x="15248" y="6832"/>
                </a:lnTo>
                <a:lnTo>
                  <a:pt x="15273" y="6984"/>
                </a:lnTo>
                <a:lnTo>
                  <a:pt x="15294" y="7137"/>
                </a:lnTo>
                <a:lnTo>
                  <a:pt x="15313" y="7291"/>
                </a:lnTo>
                <a:lnTo>
                  <a:pt x="15327" y="7446"/>
                </a:lnTo>
                <a:lnTo>
                  <a:pt x="15338" y="7602"/>
                </a:lnTo>
                <a:lnTo>
                  <a:pt x="15347" y="7759"/>
                </a:lnTo>
                <a:close/>
                <a:moveTo>
                  <a:pt x="8210" y="0"/>
                </a:moveTo>
                <a:lnTo>
                  <a:pt x="7787" y="10"/>
                </a:lnTo>
                <a:lnTo>
                  <a:pt x="7370" y="41"/>
                </a:lnTo>
                <a:lnTo>
                  <a:pt x="6960" y="92"/>
                </a:lnTo>
                <a:lnTo>
                  <a:pt x="6555" y="162"/>
                </a:lnTo>
                <a:lnTo>
                  <a:pt x="6158" y="253"/>
                </a:lnTo>
                <a:lnTo>
                  <a:pt x="5768" y="361"/>
                </a:lnTo>
                <a:lnTo>
                  <a:pt x="5386" y="486"/>
                </a:lnTo>
                <a:lnTo>
                  <a:pt x="5014" y="630"/>
                </a:lnTo>
                <a:lnTo>
                  <a:pt x="4651" y="791"/>
                </a:lnTo>
                <a:lnTo>
                  <a:pt x="4297" y="967"/>
                </a:lnTo>
                <a:lnTo>
                  <a:pt x="3953" y="1161"/>
                </a:lnTo>
                <a:lnTo>
                  <a:pt x="3619" y="1369"/>
                </a:lnTo>
                <a:lnTo>
                  <a:pt x="3298" y="1593"/>
                </a:lnTo>
                <a:lnTo>
                  <a:pt x="2987" y="1831"/>
                </a:lnTo>
                <a:lnTo>
                  <a:pt x="2690" y="2083"/>
                </a:lnTo>
                <a:lnTo>
                  <a:pt x="2404" y="2348"/>
                </a:lnTo>
                <a:lnTo>
                  <a:pt x="2132" y="2627"/>
                </a:lnTo>
                <a:lnTo>
                  <a:pt x="1875" y="2918"/>
                </a:lnTo>
                <a:lnTo>
                  <a:pt x="1631" y="3220"/>
                </a:lnTo>
                <a:lnTo>
                  <a:pt x="1402" y="3535"/>
                </a:lnTo>
                <a:lnTo>
                  <a:pt x="1188" y="3861"/>
                </a:lnTo>
                <a:lnTo>
                  <a:pt x="991" y="4195"/>
                </a:lnTo>
                <a:lnTo>
                  <a:pt x="810" y="4541"/>
                </a:lnTo>
                <a:lnTo>
                  <a:pt x="645" y="4897"/>
                </a:lnTo>
                <a:lnTo>
                  <a:pt x="498" y="5261"/>
                </a:lnTo>
                <a:lnTo>
                  <a:pt x="369" y="5634"/>
                </a:lnTo>
                <a:lnTo>
                  <a:pt x="259" y="6014"/>
                </a:lnTo>
                <a:lnTo>
                  <a:pt x="167" y="6402"/>
                </a:lnTo>
                <a:lnTo>
                  <a:pt x="94" y="6797"/>
                </a:lnTo>
                <a:lnTo>
                  <a:pt x="42" y="7198"/>
                </a:lnTo>
                <a:lnTo>
                  <a:pt x="10" y="7605"/>
                </a:lnTo>
                <a:lnTo>
                  <a:pt x="0" y="8018"/>
                </a:lnTo>
                <a:lnTo>
                  <a:pt x="10" y="8431"/>
                </a:lnTo>
                <a:lnTo>
                  <a:pt x="42" y="8838"/>
                </a:lnTo>
                <a:lnTo>
                  <a:pt x="94" y="9239"/>
                </a:lnTo>
                <a:lnTo>
                  <a:pt x="167" y="9634"/>
                </a:lnTo>
                <a:lnTo>
                  <a:pt x="259" y="10021"/>
                </a:lnTo>
                <a:lnTo>
                  <a:pt x="369" y="10402"/>
                </a:lnTo>
                <a:lnTo>
                  <a:pt x="498" y="10774"/>
                </a:lnTo>
                <a:lnTo>
                  <a:pt x="645" y="11139"/>
                </a:lnTo>
                <a:lnTo>
                  <a:pt x="810" y="11494"/>
                </a:lnTo>
                <a:lnTo>
                  <a:pt x="991" y="11840"/>
                </a:lnTo>
                <a:lnTo>
                  <a:pt x="1188" y="12175"/>
                </a:lnTo>
                <a:lnTo>
                  <a:pt x="1402" y="12501"/>
                </a:lnTo>
                <a:lnTo>
                  <a:pt x="1631" y="12815"/>
                </a:lnTo>
                <a:lnTo>
                  <a:pt x="1875" y="13118"/>
                </a:lnTo>
                <a:lnTo>
                  <a:pt x="2132" y="13409"/>
                </a:lnTo>
                <a:lnTo>
                  <a:pt x="2404" y="13688"/>
                </a:lnTo>
                <a:lnTo>
                  <a:pt x="2690" y="13953"/>
                </a:lnTo>
                <a:lnTo>
                  <a:pt x="2987" y="14205"/>
                </a:lnTo>
                <a:lnTo>
                  <a:pt x="3298" y="14443"/>
                </a:lnTo>
                <a:lnTo>
                  <a:pt x="3619" y="14667"/>
                </a:lnTo>
                <a:lnTo>
                  <a:pt x="3953" y="14875"/>
                </a:lnTo>
                <a:lnTo>
                  <a:pt x="4297" y="15068"/>
                </a:lnTo>
                <a:lnTo>
                  <a:pt x="4651" y="15245"/>
                </a:lnTo>
                <a:lnTo>
                  <a:pt x="5014" y="15406"/>
                </a:lnTo>
                <a:lnTo>
                  <a:pt x="5386" y="15550"/>
                </a:lnTo>
                <a:lnTo>
                  <a:pt x="5768" y="15675"/>
                </a:lnTo>
                <a:lnTo>
                  <a:pt x="6158" y="15783"/>
                </a:lnTo>
                <a:lnTo>
                  <a:pt x="6555" y="15873"/>
                </a:lnTo>
                <a:lnTo>
                  <a:pt x="6960" y="15944"/>
                </a:lnTo>
                <a:lnTo>
                  <a:pt x="7370" y="15995"/>
                </a:lnTo>
                <a:lnTo>
                  <a:pt x="7787" y="16026"/>
                </a:lnTo>
                <a:lnTo>
                  <a:pt x="8210" y="16036"/>
                </a:lnTo>
                <a:lnTo>
                  <a:pt x="8632" y="16026"/>
                </a:lnTo>
                <a:lnTo>
                  <a:pt x="9049" y="15995"/>
                </a:lnTo>
                <a:lnTo>
                  <a:pt x="9459" y="15944"/>
                </a:lnTo>
                <a:lnTo>
                  <a:pt x="9864" y="15873"/>
                </a:lnTo>
                <a:lnTo>
                  <a:pt x="10261" y="15783"/>
                </a:lnTo>
                <a:lnTo>
                  <a:pt x="10651" y="15675"/>
                </a:lnTo>
                <a:lnTo>
                  <a:pt x="11033" y="15550"/>
                </a:lnTo>
                <a:lnTo>
                  <a:pt x="11405" y="15406"/>
                </a:lnTo>
                <a:lnTo>
                  <a:pt x="11768" y="15245"/>
                </a:lnTo>
                <a:lnTo>
                  <a:pt x="12122" y="15068"/>
                </a:lnTo>
                <a:lnTo>
                  <a:pt x="12466" y="14875"/>
                </a:lnTo>
                <a:lnTo>
                  <a:pt x="12800" y="14667"/>
                </a:lnTo>
                <a:lnTo>
                  <a:pt x="13122" y="14443"/>
                </a:lnTo>
                <a:lnTo>
                  <a:pt x="13432" y="14205"/>
                </a:lnTo>
                <a:lnTo>
                  <a:pt x="13729" y="13953"/>
                </a:lnTo>
                <a:lnTo>
                  <a:pt x="14015" y="13688"/>
                </a:lnTo>
                <a:lnTo>
                  <a:pt x="14287" y="13409"/>
                </a:lnTo>
                <a:lnTo>
                  <a:pt x="14544" y="13118"/>
                </a:lnTo>
                <a:lnTo>
                  <a:pt x="14788" y="12815"/>
                </a:lnTo>
                <a:lnTo>
                  <a:pt x="15017" y="12501"/>
                </a:lnTo>
                <a:lnTo>
                  <a:pt x="15231" y="12175"/>
                </a:lnTo>
                <a:lnTo>
                  <a:pt x="15428" y="11840"/>
                </a:lnTo>
                <a:lnTo>
                  <a:pt x="15609" y="11494"/>
                </a:lnTo>
                <a:lnTo>
                  <a:pt x="15774" y="11139"/>
                </a:lnTo>
                <a:lnTo>
                  <a:pt x="15921" y="10774"/>
                </a:lnTo>
                <a:lnTo>
                  <a:pt x="16050" y="10402"/>
                </a:lnTo>
                <a:lnTo>
                  <a:pt x="16160" y="10021"/>
                </a:lnTo>
                <a:lnTo>
                  <a:pt x="16253" y="9634"/>
                </a:lnTo>
                <a:lnTo>
                  <a:pt x="16325" y="9239"/>
                </a:lnTo>
                <a:lnTo>
                  <a:pt x="16377" y="8838"/>
                </a:lnTo>
                <a:lnTo>
                  <a:pt x="16409" y="8431"/>
                </a:lnTo>
                <a:lnTo>
                  <a:pt x="16419" y="8018"/>
                </a:lnTo>
                <a:lnTo>
                  <a:pt x="16409" y="7605"/>
                </a:lnTo>
                <a:lnTo>
                  <a:pt x="16377" y="7198"/>
                </a:lnTo>
                <a:lnTo>
                  <a:pt x="16325" y="6797"/>
                </a:lnTo>
                <a:lnTo>
                  <a:pt x="16253" y="6402"/>
                </a:lnTo>
                <a:lnTo>
                  <a:pt x="16160" y="6014"/>
                </a:lnTo>
                <a:lnTo>
                  <a:pt x="16050" y="5634"/>
                </a:lnTo>
                <a:lnTo>
                  <a:pt x="15921" y="5261"/>
                </a:lnTo>
                <a:lnTo>
                  <a:pt x="15774" y="4897"/>
                </a:lnTo>
                <a:lnTo>
                  <a:pt x="15609" y="4541"/>
                </a:lnTo>
                <a:lnTo>
                  <a:pt x="15428" y="4195"/>
                </a:lnTo>
                <a:lnTo>
                  <a:pt x="15231" y="3861"/>
                </a:lnTo>
                <a:lnTo>
                  <a:pt x="15017" y="3535"/>
                </a:lnTo>
                <a:lnTo>
                  <a:pt x="14788" y="3220"/>
                </a:lnTo>
                <a:lnTo>
                  <a:pt x="14544" y="2918"/>
                </a:lnTo>
                <a:lnTo>
                  <a:pt x="14287" y="2627"/>
                </a:lnTo>
                <a:lnTo>
                  <a:pt x="14015" y="2348"/>
                </a:lnTo>
                <a:lnTo>
                  <a:pt x="13729" y="2083"/>
                </a:lnTo>
                <a:lnTo>
                  <a:pt x="13432" y="1831"/>
                </a:lnTo>
                <a:lnTo>
                  <a:pt x="13122" y="1593"/>
                </a:lnTo>
                <a:lnTo>
                  <a:pt x="12800" y="1369"/>
                </a:lnTo>
                <a:lnTo>
                  <a:pt x="12466" y="1161"/>
                </a:lnTo>
                <a:lnTo>
                  <a:pt x="12122" y="967"/>
                </a:lnTo>
                <a:lnTo>
                  <a:pt x="11768" y="791"/>
                </a:lnTo>
                <a:lnTo>
                  <a:pt x="11405" y="630"/>
                </a:lnTo>
                <a:lnTo>
                  <a:pt x="11033" y="486"/>
                </a:lnTo>
                <a:lnTo>
                  <a:pt x="10651" y="361"/>
                </a:lnTo>
                <a:lnTo>
                  <a:pt x="10261" y="253"/>
                </a:lnTo>
                <a:lnTo>
                  <a:pt x="9864" y="162"/>
                </a:lnTo>
                <a:lnTo>
                  <a:pt x="9459" y="92"/>
                </a:lnTo>
                <a:lnTo>
                  <a:pt x="9049" y="41"/>
                </a:lnTo>
                <a:lnTo>
                  <a:pt x="8632" y="10"/>
                </a:lnTo>
                <a:lnTo>
                  <a:pt x="8210" y="0"/>
                </a:lnTo>
                <a:close/>
              </a:path>
            </a:pathLst>
          </a:custGeom>
          <a:solidFill>
            <a:schemeClr val="bg1"/>
          </a:solidFill>
          <a:ln>
            <a:noFill/>
          </a:ln>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grpSp>
        <p:nvGrpSpPr>
          <p:cNvPr id="62" name="Group 61"/>
          <p:cNvGrpSpPr/>
          <p:nvPr/>
        </p:nvGrpSpPr>
        <p:grpSpPr>
          <a:xfrm>
            <a:off x="4781102" y="5071240"/>
            <a:ext cx="500163" cy="407029"/>
            <a:chOff x="5245100" y="5103813"/>
            <a:chExt cx="690563" cy="561975"/>
          </a:xfrm>
          <a:solidFill>
            <a:schemeClr val="bg1"/>
          </a:solidFill>
        </p:grpSpPr>
        <p:sp>
          <p:nvSpPr>
            <p:cNvPr id="74" name="Freeform 73"/>
            <p:cNvSpPr>
              <a:spLocks noEditPoints="1"/>
            </p:cNvSpPr>
            <p:nvPr/>
          </p:nvSpPr>
          <p:spPr bwMode="auto">
            <a:xfrm>
              <a:off x="5719763" y="5276851"/>
              <a:ext cx="130175" cy="173038"/>
            </a:xfrm>
            <a:custGeom>
              <a:avLst/>
              <a:gdLst>
                <a:gd name="T0" fmla="*/ 503 w 3018"/>
                <a:gd name="T1" fmla="*/ 504 h 4030"/>
                <a:gd name="T2" fmla="*/ 2515 w 3018"/>
                <a:gd name="T3" fmla="*/ 3526 h 4030"/>
                <a:gd name="T4" fmla="*/ 1386 w 3018"/>
                <a:gd name="T5" fmla="*/ 175 h 4030"/>
                <a:gd name="T6" fmla="*/ 1320 w 3018"/>
                <a:gd name="T7" fmla="*/ 110 h 4030"/>
                <a:gd name="T8" fmla="*/ 1244 w 3018"/>
                <a:gd name="T9" fmla="*/ 60 h 4030"/>
                <a:gd name="T10" fmla="*/ 1159 w 3018"/>
                <a:gd name="T11" fmla="*/ 24 h 4030"/>
                <a:gd name="T12" fmla="*/ 1069 w 3018"/>
                <a:gd name="T13" fmla="*/ 3 h 4030"/>
                <a:gd name="T14" fmla="*/ 503 w 3018"/>
                <a:gd name="T15" fmla="*/ 0 h 4030"/>
                <a:gd name="T16" fmla="*/ 427 w 3018"/>
                <a:gd name="T17" fmla="*/ 6 h 4030"/>
                <a:gd name="T18" fmla="*/ 353 w 3018"/>
                <a:gd name="T19" fmla="*/ 23 h 4030"/>
                <a:gd name="T20" fmla="*/ 285 w 3018"/>
                <a:gd name="T21" fmla="*/ 50 h 4030"/>
                <a:gd name="T22" fmla="*/ 222 w 3018"/>
                <a:gd name="T23" fmla="*/ 86 h 4030"/>
                <a:gd name="T24" fmla="*/ 165 w 3018"/>
                <a:gd name="T25" fmla="*/ 130 h 4030"/>
                <a:gd name="T26" fmla="*/ 115 w 3018"/>
                <a:gd name="T27" fmla="*/ 183 h 4030"/>
                <a:gd name="T28" fmla="*/ 74 w 3018"/>
                <a:gd name="T29" fmla="*/ 242 h 4030"/>
                <a:gd name="T30" fmla="*/ 40 w 3018"/>
                <a:gd name="T31" fmla="*/ 308 h 4030"/>
                <a:gd name="T32" fmla="*/ 16 w 3018"/>
                <a:gd name="T33" fmla="*/ 377 h 4030"/>
                <a:gd name="T34" fmla="*/ 3 w 3018"/>
                <a:gd name="T35" fmla="*/ 452 h 4030"/>
                <a:gd name="T36" fmla="*/ 0 w 3018"/>
                <a:gd name="T37" fmla="*/ 3526 h 4030"/>
                <a:gd name="T38" fmla="*/ 6 w 3018"/>
                <a:gd name="T39" fmla="*/ 3604 h 4030"/>
                <a:gd name="T40" fmla="*/ 23 w 3018"/>
                <a:gd name="T41" fmla="*/ 3676 h 4030"/>
                <a:gd name="T42" fmla="*/ 50 w 3018"/>
                <a:gd name="T43" fmla="*/ 3745 h 4030"/>
                <a:gd name="T44" fmla="*/ 86 w 3018"/>
                <a:gd name="T45" fmla="*/ 3808 h 4030"/>
                <a:gd name="T46" fmla="*/ 131 w 3018"/>
                <a:gd name="T47" fmla="*/ 3866 h 4030"/>
                <a:gd name="T48" fmla="*/ 183 w 3018"/>
                <a:gd name="T49" fmla="*/ 3915 h 4030"/>
                <a:gd name="T50" fmla="*/ 243 w 3018"/>
                <a:gd name="T51" fmla="*/ 3957 h 4030"/>
                <a:gd name="T52" fmla="*/ 307 w 3018"/>
                <a:gd name="T53" fmla="*/ 3991 h 4030"/>
                <a:gd name="T54" fmla="*/ 378 w 3018"/>
                <a:gd name="T55" fmla="*/ 4015 h 4030"/>
                <a:gd name="T56" fmla="*/ 452 w 3018"/>
                <a:gd name="T57" fmla="*/ 4028 h 4030"/>
                <a:gd name="T58" fmla="*/ 2515 w 3018"/>
                <a:gd name="T59" fmla="*/ 4030 h 4030"/>
                <a:gd name="T60" fmla="*/ 2592 w 3018"/>
                <a:gd name="T61" fmla="*/ 4025 h 4030"/>
                <a:gd name="T62" fmla="*/ 2665 w 3018"/>
                <a:gd name="T63" fmla="*/ 4008 h 4030"/>
                <a:gd name="T64" fmla="*/ 2733 w 3018"/>
                <a:gd name="T65" fmla="*/ 3981 h 4030"/>
                <a:gd name="T66" fmla="*/ 2797 w 3018"/>
                <a:gd name="T67" fmla="*/ 3944 h 4030"/>
                <a:gd name="T68" fmla="*/ 2853 w 3018"/>
                <a:gd name="T69" fmla="*/ 3899 h 4030"/>
                <a:gd name="T70" fmla="*/ 2903 w 3018"/>
                <a:gd name="T71" fmla="*/ 3848 h 4030"/>
                <a:gd name="T72" fmla="*/ 2946 w 3018"/>
                <a:gd name="T73" fmla="*/ 3788 h 4030"/>
                <a:gd name="T74" fmla="*/ 2979 w 3018"/>
                <a:gd name="T75" fmla="*/ 3723 h 4030"/>
                <a:gd name="T76" fmla="*/ 3002 w 3018"/>
                <a:gd name="T77" fmla="*/ 3652 h 4030"/>
                <a:gd name="T78" fmla="*/ 3015 w 3018"/>
                <a:gd name="T79" fmla="*/ 3578 h 4030"/>
                <a:gd name="T80" fmla="*/ 3018 w 3018"/>
                <a:gd name="T81" fmla="*/ 2770 h 4030"/>
                <a:gd name="T82" fmla="*/ 3015 w 3018"/>
                <a:gd name="T83" fmla="*/ 2715 h 4030"/>
                <a:gd name="T84" fmla="*/ 3006 w 3018"/>
                <a:gd name="T85" fmla="*/ 2661 h 4030"/>
                <a:gd name="T86" fmla="*/ 2991 w 3018"/>
                <a:gd name="T87" fmla="*/ 2607 h 4030"/>
                <a:gd name="T88" fmla="*/ 2970 w 3018"/>
                <a:gd name="T89" fmla="*/ 2556 h 4030"/>
                <a:gd name="T90" fmla="*/ 2944 w 3018"/>
                <a:gd name="T91" fmla="*/ 2506 h 4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018" h="4030">
                  <a:moveTo>
                    <a:pt x="2515" y="3526"/>
                  </a:moveTo>
                  <a:lnTo>
                    <a:pt x="503" y="3526"/>
                  </a:lnTo>
                  <a:lnTo>
                    <a:pt x="503" y="504"/>
                  </a:lnTo>
                  <a:lnTo>
                    <a:pt x="1006" y="504"/>
                  </a:lnTo>
                  <a:lnTo>
                    <a:pt x="2515" y="2770"/>
                  </a:lnTo>
                  <a:lnTo>
                    <a:pt x="2515" y="3526"/>
                  </a:lnTo>
                  <a:close/>
                  <a:moveTo>
                    <a:pt x="1425" y="224"/>
                  </a:moveTo>
                  <a:lnTo>
                    <a:pt x="1407" y="199"/>
                  </a:lnTo>
                  <a:lnTo>
                    <a:pt x="1386" y="175"/>
                  </a:lnTo>
                  <a:lnTo>
                    <a:pt x="1365" y="152"/>
                  </a:lnTo>
                  <a:lnTo>
                    <a:pt x="1343" y="130"/>
                  </a:lnTo>
                  <a:lnTo>
                    <a:pt x="1320" y="110"/>
                  </a:lnTo>
                  <a:lnTo>
                    <a:pt x="1296" y="92"/>
                  </a:lnTo>
                  <a:lnTo>
                    <a:pt x="1270" y="75"/>
                  </a:lnTo>
                  <a:lnTo>
                    <a:pt x="1244" y="60"/>
                  </a:lnTo>
                  <a:lnTo>
                    <a:pt x="1216" y="46"/>
                  </a:lnTo>
                  <a:lnTo>
                    <a:pt x="1188" y="34"/>
                  </a:lnTo>
                  <a:lnTo>
                    <a:pt x="1159" y="24"/>
                  </a:lnTo>
                  <a:lnTo>
                    <a:pt x="1130" y="16"/>
                  </a:lnTo>
                  <a:lnTo>
                    <a:pt x="1100" y="9"/>
                  </a:lnTo>
                  <a:lnTo>
                    <a:pt x="1069" y="3"/>
                  </a:lnTo>
                  <a:lnTo>
                    <a:pt x="1037" y="1"/>
                  </a:lnTo>
                  <a:lnTo>
                    <a:pt x="1006" y="0"/>
                  </a:lnTo>
                  <a:lnTo>
                    <a:pt x="503" y="0"/>
                  </a:lnTo>
                  <a:lnTo>
                    <a:pt x="477" y="0"/>
                  </a:lnTo>
                  <a:lnTo>
                    <a:pt x="452" y="2"/>
                  </a:lnTo>
                  <a:lnTo>
                    <a:pt x="427" y="6"/>
                  </a:lnTo>
                  <a:lnTo>
                    <a:pt x="402" y="11"/>
                  </a:lnTo>
                  <a:lnTo>
                    <a:pt x="378" y="16"/>
                  </a:lnTo>
                  <a:lnTo>
                    <a:pt x="353" y="23"/>
                  </a:lnTo>
                  <a:lnTo>
                    <a:pt x="330" y="31"/>
                  </a:lnTo>
                  <a:lnTo>
                    <a:pt x="307" y="40"/>
                  </a:lnTo>
                  <a:lnTo>
                    <a:pt x="285" y="50"/>
                  </a:lnTo>
                  <a:lnTo>
                    <a:pt x="264" y="61"/>
                  </a:lnTo>
                  <a:lnTo>
                    <a:pt x="243" y="73"/>
                  </a:lnTo>
                  <a:lnTo>
                    <a:pt x="222" y="86"/>
                  </a:lnTo>
                  <a:lnTo>
                    <a:pt x="203" y="100"/>
                  </a:lnTo>
                  <a:lnTo>
                    <a:pt x="183" y="115"/>
                  </a:lnTo>
                  <a:lnTo>
                    <a:pt x="165" y="130"/>
                  </a:lnTo>
                  <a:lnTo>
                    <a:pt x="148" y="148"/>
                  </a:lnTo>
                  <a:lnTo>
                    <a:pt x="131" y="165"/>
                  </a:lnTo>
                  <a:lnTo>
                    <a:pt x="115" y="183"/>
                  </a:lnTo>
                  <a:lnTo>
                    <a:pt x="100" y="202"/>
                  </a:lnTo>
                  <a:lnTo>
                    <a:pt x="86" y="222"/>
                  </a:lnTo>
                  <a:lnTo>
                    <a:pt x="74" y="242"/>
                  </a:lnTo>
                  <a:lnTo>
                    <a:pt x="61" y="263"/>
                  </a:lnTo>
                  <a:lnTo>
                    <a:pt x="50" y="286"/>
                  </a:lnTo>
                  <a:lnTo>
                    <a:pt x="40" y="308"/>
                  </a:lnTo>
                  <a:lnTo>
                    <a:pt x="31" y="331"/>
                  </a:lnTo>
                  <a:lnTo>
                    <a:pt x="23" y="354"/>
                  </a:lnTo>
                  <a:lnTo>
                    <a:pt x="16" y="377"/>
                  </a:lnTo>
                  <a:lnTo>
                    <a:pt x="10" y="403"/>
                  </a:lnTo>
                  <a:lnTo>
                    <a:pt x="6" y="427"/>
                  </a:lnTo>
                  <a:lnTo>
                    <a:pt x="3" y="452"/>
                  </a:lnTo>
                  <a:lnTo>
                    <a:pt x="1" y="478"/>
                  </a:lnTo>
                  <a:lnTo>
                    <a:pt x="0" y="504"/>
                  </a:lnTo>
                  <a:lnTo>
                    <a:pt x="0" y="3526"/>
                  </a:lnTo>
                  <a:lnTo>
                    <a:pt x="1" y="3552"/>
                  </a:lnTo>
                  <a:lnTo>
                    <a:pt x="3" y="3578"/>
                  </a:lnTo>
                  <a:lnTo>
                    <a:pt x="6" y="3604"/>
                  </a:lnTo>
                  <a:lnTo>
                    <a:pt x="10" y="3628"/>
                  </a:lnTo>
                  <a:lnTo>
                    <a:pt x="16" y="3652"/>
                  </a:lnTo>
                  <a:lnTo>
                    <a:pt x="23" y="3676"/>
                  </a:lnTo>
                  <a:lnTo>
                    <a:pt x="31" y="3699"/>
                  </a:lnTo>
                  <a:lnTo>
                    <a:pt x="40" y="3723"/>
                  </a:lnTo>
                  <a:lnTo>
                    <a:pt x="50" y="3745"/>
                  </a:lnTo>
                  <a:lnTo>
                    <a:pt x="61" y="3767"/>
                  </a:lnTo>
                  <a:lnTo>
                    <a:pt x="74" y="3788"/>
                  </a:lnTo>
                  <a:lnTo>
                    <a:pt x="86" y="3808"/>
                  </a:lnTo>
                  <a:lnTo>
                    <a:pt x="100" y="3828"/>
                  </a:lnTo>
                  <a:lnTo>
                    <a:pt x="115" y="3848"/>
                  </a:lnTo>
                  <a:lnTo>
                    <a:pt x="131" y="3866"/>
                  </a:lnTo>
                  <a:lnTo>
                    <a:pt x="148" y="3883"/>
                  </a:lnTo>
                  <a:lnTo>
                    <a:pt x="165" y="3899"/>
                  </a:lnTo>
                  <a:lnTo>
                    <a:pt x="183" y="3915"/>
                  </a:lnTo>
                  <a:lnTo>
                    <a:pt x="203" y="3930"/>
                  </a:lnTo>
                  <a:lnTo>
                    <a:pt x="222" y="3944"/>
                  </a:lnTo>
                  <a:lnTo>
                    <a:pt x="243" y="3957"/>
                  </a:lnTo>
                  <a:lnTo>
                    <a:pt x="264" y="3969"/>
                  </a:lnTo>
                  <a:lnTo>
                    <a:pt x="285" y="3981"/>
                  </a:lnTo>
                  <a:lnTo>
                    <a:pt x="307" y="3991"/>
                  </a:lnTo>
                  <a:lnTo>
                    <a:pt x="330" y="4000"/>
                  </a:lnTo>
                  <a:lnTo>
                    <a:pt x="353" y="4008"/>
                  </a:lnTo>
                  <a:lnTo>
                    <a:pt x="378" y="4015"/>
                  </a:lnTo>
                  <a:lnTo>
                    <a:pt x="402" y="4020"/>
                  </a:lnTo>
                  <a:lnTo>
                    <a:pt x="427" y="4025"/>
                  </a:lnTo>
                  <a:lnTo>
                    <a:pt x="452" y="4028"/>
                  </a:lnTo>
                  <a:lnTo>
                    <a:pt x="477" y="4030"/>
                  </a:lnTo>
                  <a:lnTo>
                    <a:pt x="503" y="4030"/>
                  </a:lnTo>
                  <a:lnTo>
                    <a:pt x="2515" y="4030"/>
                  </a:lnTo>
                  <a:lnTo>
                    <a:pt x="2541" y="4030"/>
                  </a:lnTo>
                  <a:lnTo>
                    <a:pt x="2566" y="4028"/>
                  </a:lnTo>
                  <a:lnTo>
                    <a:pt x="2592" y="4025"/>
                  </a:lnTo>
                  <a:lnTo>
                    <a:pt x="2617" y="4020"/>
                  </a:lnTo>
                  <a:lnTo>
                    <a:pt x="2641" y="4015"/>
                  </a:lnTo>
                  <a:lnTo>
                    <a:pt x="2665" y="4008"/>
                  </a:lnTo>
                  <a:lnTo>
                    <a:pt x="2688" y="4000"/>
                  </a:lnTo>
                  <a:lnTo>
                    <a:pt x="2711" y="3991"/>
                  </a:lnTo>
                  <a:lnTo>
                    <a:pt x="2733" y="3981"/>
                  </a:lnTo>
                  <a:lnTo>
                    <a:pt x="2756" y="3969"/>
                  </a:lnTo>
                  <a:lnTo>
                    <a:pt x="2777" y="3957"/>
                  </a:lnTo>
                  <a:lnTo>
                    <a:pt x="2797" y="3944"/>
                  </a:lnTo>
                  <a:lnTo>
                    <a:pt x="2816" y="3930"/>
                  </a:lnTo>
                  <a:lnTo>
                    <a:pt x="2835" y="3915"/>
                  </a:lnTo>
                  <a:lnTo>
                    <a:pt x="2853" y="3899"/>
                  </a:lnTo>
                  <a:lnTo>
                    <a:pt x="2871" y="3883"/>
                  </a:lnTo>
                  <a:lnTo>
                    <a:pt x="2887" y="3866"/>
                  </a:lnTo>
                  <a:lnTo>
                    <a:pt x="2903" y="3848"/>
                  </a:lnTo>
                  <a:lnTo>
                    <a:pt x="2919" y="3828"/>
                  </a:lnTo>
                  <a:lnTo>
                    <a:pt x="2933" y="3808"/>
                  </a:lnTo>
                  <a:lnTo>
                    <a:pt x="2946" y="3788"/>
                  </a:lnTo>
                  <a:lnTo>
                    <a:pt x="2958" y="3767"/>
                  </a:lnTo>
                  <a:lnTo>
                    <a:pt x="2969" y="3745"/>
                  </a:lnTo>
                  <a:lnTo>
                    <a:pt x="2979" y="3723"/>
                  </a:lnTo>
                  <a:lnTo>
                    <a:pt x="2988" y="3699"/>
                  </a:lnTo>
                  <a:lnTo>
                    <a:pt x="2996" y="3676"/>
                  </a:lnTo>
                  <a:lnTo>
                    <a:pt x="3002" y="3652"/>
                  </a:lnTo>
                  <a:lnTo>
                    <a:pt x="3008" y="3628"/>
                  </a:lnTo>
                  <a:lnTo>
                    <a:pt x="3012" y="3604"/>
                  </a:lnTo>
                  <a:lnTo>
                    <a:pt x="3015" y="3578"/>
                  </a:lnTo>
                  <a:lnTo>
                    <a:pt x="3017" y="3552"/>
                  </a:lnTo>
                  <a:lnTo>
                    <a:pt x="3018" y="3526"/>
                  </a:lnTo>
                  <a:lnTo>
                    <a:pt x="3018" y="2770"/>
                  </a:lnTo>
                  <a:lnTo>
                    <a:pt x="3018" y="2752"/>
                  </a:lnTo>
                  <a:lnTo>
                    <a:pt x="3017" y="2734"/>
                  </a:lnTo>
                  <a:lnTo>
                    <a:pt x="3015" y="2715"/>
                  </a:lnTo>
                  <a:lnTo>
                    <a:pt x="3013" y="2697"/>
                  </a:lnTo>
                  <a:lnTo>
                    <a:pt x="3010" y="2679"/>
                  </a:lnTo>
                  <a:lnTo>
                    <a:pt x="3006" y="2661"/>
                  </a:lnTo>
                  <a:lnTo>
                    <a:pt x="3002" y="2642"/>
                  </a:lnTo>
                  <a:lnTo>
                    <a:pt x="2997" y="2625"/>
                  </a:lnTo>
                  <a:lnTo>
                    <a:pt x="2991" y="2607"/>
                  </a:lnTo>
                  <a:lnTo>
                    <a:pt x="2985" y="2590"/>
                  </a:lnTo>
                  <a:lnTo>
                    <a:pt x="2978" y="2573"/>
                  </a:lnTo>
                  <a:lnTo>
                    <a:pt x="2970" y="2556"/>
                  </a:lnTo>
                  <a:lnTo>
                    <a:pt x="2962" y="2540"/>
                  </a:lnTo>
                  <a:lnTo>
                    <a:pt x="2953" y="2523"/>
                  </a:lnTo>
                  <a:lnTo>
                    <a:pt x="2944" y="2506"/>
                  </a:lnTo>
                  <a:lnTo>
                    <a:pt x="2934" y="2491"/>
                  </a:lnTo>
                  <a:lnTo>
                    <a:pt x="1425"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75" name="Freeform 74"/>
            <p:cNvSpPr>
              <a:spLocks noEditPoints="1"/>
            </p:cNvSpPr>
            <p:nvPr/>
          </p:nvSpPr>
          <p:spPr bwMode="auto">
            <a:xfrm>
              <a:off x="5245100" y="5103813"/>
              <a:ext cx="690563" cy="561975"/>
            </a:xfrm>
            <a:custGeom>
              <a:avLst/>
              <a:gdLst>
                <a:gd name="T0" fmla="*/ 14958 w 16095"/>
                <a:gd name="T1" fmla="*/ 10414 h 13098"/>
                <a:gd name="T2" fmla="*/ 14612 w 16095"/>
                <a:gd name="T3" fmla="*/ 10578 h 13098"/>
                <a:gd name="T4" fmla="*/ 13430 w 16095"/>
                <a:gd name="T5" fmla="*/ 9605 h 13098"/>
                <a:gd name="T6" fmla="*/ 12244 w 16095"/>
                <a:gd name="T7" fmla="*/ 9076 h 13098"/>
                <a:gd name="T8" fmla="*/ 10967 w 16095"/>
                <a:gd name="T9" fmla="*/ 9402 h 13098"/>
                <a:gd name="T10" fmla="*/ 10179 w 16095"/>
                <a:gd name="T11" fmla="*/ 10419 h 13098"/>
                <a:gd name="T12" fmla="*/ 6951 w 16095"/>
                <a:gd name="T13" fmla="*/ 9661 h 13098"/>
                <a:gd name="T14" fmla="*/ 5791 w 16095"/>
                <a:gd name="T15" fmla="*/ 9085 h 13098"/>
                <a:gd name="T16" fmla="*/ 4497 w 16095"/>
                <a:gd name="T17" fmla="*/ 9359 h 13098"/>
                <a:gd name="T18" fmla="*/ 3670 w 16095"/>
                <a:gd name="T19" fmla="*/ 10341 h 13098"/>
                <a:gd name="T20" fmla="*/ 2737 w 16095"/>
                <a:gd name="T21" fmla="*/ 10493 h 13098"/>
                <a:gd name="T22" fmla="*/ 2526 w 16095"/>
                <a:gd name="T23" fmla="*/ 10177 h 13098"/>
                <a:gd name="T24" fmla="*/ 9773 w 16095"/>
                <a:gd name="T25" fmla="*/ 8381 h 13098"/>
                <a:gd name="T26" fmla="*/ 10495 w 16095"/>
                <a:gd name="T27" fmla="*/ 7502 h 13098"/>
                <a:gd name="T28" fmla="*/ 12812 w 16095"/>
                <a:gd name="T29" fmla="*/ 3586 h 13098"/>
                <a:gd name="T30" fmla="*/ 15062 w 16095"/>
                <a:gd name="T31" fmla="*/ 6889 h 13098"/>
                <a:gd name="T32" fmla="*/ 11820 w 16095"/>
                <a:gd name="T33" fmla="*/ 12058 h 13098"/>
                <a:gd name="T34" fmla="*/ 11211 w 16095"/>
                <a:gd name="T35" fmla="*/ 11606 h 13098"/>
                <a:gd name="T36" fmla="*/ 11098 w 16095"/>
                <a:gd name="T37" fmla="*/ 10831 h 13098"/>
                <a:gd name="T38" fmla="*/ 11550 w 16095"/>
                <a:gd name="T39" fmla="*/ 10221 h 13098"/>
                <a:gd name="T40" fmla="*/ 12323 w 16095"/>
                <a:gd name="T41" fmla="*/ 10107 h 13098"/>
                <a:gd name="T42" fmla="*/ 12931 w 16095"/>
                <a:gd name="T43" fmla="*/ 10561 h 13098"/>
                <a:gd name="T44" fmla="*/ 13046 w 16095"/>
                <a:gd name="T45" fmla="*/ 11335 h 13098"/>
                <a:gd name="T46" fmla="*/ 12593 w 16095"/>
                <a:gd name="T47" fmla="*/ 11944 h 13098"/>
                <a:gd name="T48" fmla="*/ 5330 w 16095"/>
                <a:gd name="T49" fmla="*/ 12070 h 13098"/>
                <a:gd name="T50" fmla="*/ 4699 w 16095"/>
                <a:gd name="T51" fmla="*/ 11646 h 13098"/>
                <a:gd name="T52" fmla="*/ 4548 w 16095"/>
                <a:gd name="T53" fmla="*/ 10880 h 13098"/>
                <a:gd name="T54" fmla="*/ 4970 w 16095"/>
                <a:gd name="T55" fmla="*/ 10247 h 13098"/>
                <a:gd name="T56" fmla="*/ 5736 w 16095"/>
                <a:gd name="T57" fmla="*/ 10096 h 13098"/>
                <a:gd name="T58" fmla="*/ 6368 w 16095"/>
                <a:gd name="T59" fmla="*/ 10520 h 13098"/>
                <a:gd name="T60" fmla="*/ 6518 w 16095"/>
                <a:gd name="T61" fmla="*/ 11286 h 13098"/>
                <a:gd name="T62" fmla="*/ 6095 w 16095"/>
                <a:gd name="T63" fmla="*/ 11918 h 13098"/>
                <a:gd name="T64" fmla="*/ 1432 w 16095"/>
                <a:gd name="T65" fmla="*/ 7551 h 13098"/>
                <a:gd name="T66" fmla="*/ 1106 w 16095"/>
                <a:gd name="T67" fmla="*/ 7355 h 13098"/>
                <a:gd name="T68" fmla="*/ 1009 w 16095"/>
                <a:gd name="T69" fmla="*/ 1460 h 13098"/>
                <a:gd name="T70" fmla="*/ 1189 w 16095"/>
                <a:gd name="T71" fmla="*/ 1122 h 13098"/>
                <a:gd name="T72" fmla="*/ 9080 w 16095"/>
                <a:gd name="T73" fmla="*/ 1008 h 13098"/>
                <a:gd name="T74" fmla="*/ 9426 w 16095"/>
                <a:gd name="T75" fmla="*/ 1172 h 13098"/>
                <a:gd name="T76" fmla="*/ 9556 w 16095"/>
                <a:gd name="T77" fmla="*/ 2519 h 13098"/>
                <a:gd name="T78" fmla="*/ 9442 w 16095"/>
                <a:gd name="T79" fmla="*/ 7374 h 13098"/>
                <a:gd name="T80" fmla="*/ 9105 w 16095"/>
                <a:gd name="T81" fmla="*/ 7554 h 13098"/>
                <a:gd name="T82" fmla="*/ 13480 w 16095"/>
                <a:gd name="T83" fmla="*/ 2820 h 13098"/>
                <a:gd name="T84" fmla="*/ 12808 w 16095"/>
                <a:gd name="T85" fmla="*/ 2537 h 13098"/>
                <a:gd name="T86" fmla="*/ 10413 w 16095"/>
                <a:gd name="T87" fmla="*/ 856 h 13098"/>
                <a:gd name="T88" fmla="*/ 9571 w 16095"/>
                <a:gd name="T89" fmla="*/ 92 h 13098"/>
                <a:gd name="T90" fmla="*/ 922 w 16095"/>
                <a:gd name="T91" fmla="*/ 119 h 13098"/>
                <a:gd name="T92" fmla="*/ 119 w 16095"/>
                <a:gd name="T93" fmla="*/ 924 h 13098"/>
                <a:gd name="T94" fmla="*/ 92 w 16095"/>
                <a:gd name="T95" fmla="*/ 7572 h 13098"/>
                <a:gd name="T96" fmla="*/ 855 w 16095"/>
                <a:gd name="T97" fmla="*/ 8415 h 13098"/>
                <a:gd name="T98" fmla="*/ 1557 w 16095"/>
                <a:gd name="T99" fmla="*/ 10453 h 13098"/>
                <a:gd name="T100" fmla="*/ 2236 w 16095"/>
                <a:gd name="T101" fmla="*/ 11368 h 13098"/>
                <a:gd name="T102" fmla="*/ 3702 w 16095"/>
                <a:gd name="T103" fmla="*/ 11901 h 13098"/>
                <a:gd name="T104" fmla="*/ 4567 w 16095"/>
                <a:gd name="T105" fmla="*/ 12848 h 13098"/>
                <a:gd name="T106" fmla="*/ 5876 w 16095"/>
                <a:gd name="T107" fmla="*/ 13069 h 13098"/>
                <a:gd name="T108" fmla="*/ 7006 w 16095"/>
                <a:gd name="T109" fmla="*/ 12446 h 13098"/>
                <a:gd name="T110" fmla="*/ 10208 w 16095"/>
                <a:gd name="T111" fmla="*/ 11824 h 13098"/>
                <a:gd name="T112" fmla="*/ 11035 w 16095"/>
                <a:gd name="T113" fmla="*/ 12807 h 13098"/>
                <a:gd name="T114" fmla="*/ 12330 w 16095"/>
                <a:gd name="T115" fmla="*/ 13081 h 13098"/>
                <a:gd name="T116" fmla="*/ 13489 w 16095"/>
                <a:gd name="T117" fmla="*/ 12505 h 13098"/>
                <a:gd name="T118" fmla="*/ 14740 w 16095"/>
                <a:gd name="T119" fmla="*/ 11579 h 13098"/>
                <a:gd name="T120" fmla="*/ 15750 w 16095"/>
                <a:gd name="T121" fmla="*/ 11036 h 13098"/>
                <a:gd name="T122" fmla="*/ 16095 w 16095"/>
                <a:gd name="T123" fmla="*/ 7025 h 13098"/>
                <a:gd name="T124" fmla="*/ 16023 w 16095"/>
                <a:gd name="T125" fmla="*/ 6588 h 130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095" h="13098">
                  <a:moveTo>
                    <a:pt x="15089" y="10075"/>
                  </a:moveTo>
                  <a:lnTo>
                    <a:pt x="15088" y="10101"/>
                  </a:lnTo>
                  <a:lnTo>
                    <a:pt x="15087" y="10127"/>
                  </a:lnTo>
                  <a:lnTo>
                    <a:pt x="15083" y="10152"/>
                  </a:lnTo>
                  <a:lnTo>
                    <a:pt x="15079" y="10177"/>
                  </a:lnTo>
                  <a:lnTo>
                    <a:pt x="15073" y="10201"/>
                  </a:lnTo>
                  <a:lnTo>
                    <a:pt x="15067" y="10225"/>
                  </a:lnTo>
                  <a:lnTo>
                    <a:pt x="15059" y="10248"/>
                  </a:lnTo>
                  <a:lnTo>
                    <a:pt x="15050" y="10272"/>
                  </a:lnTo>
                  <a:lnTo>
                    <a:pt x="15040" y="10294"/>
                  </a:lnTo>
                  <a:lnTo>
                    <a:pt x="15029" y="10316"/>
                  </a:lnTo>
                  <a:lnTo>
                    <a:pt x="15017" y="10337"/>
                  </a:lnTo>
                  <a:lnTo>
                    <a:pt x="15004" y="10357"/>
                  </a:lnTo>
                  <a:lnTo>
                    <a:pt x="14989" y="10376"/>
                  </a:lnTo>
                  <a:lnTo>
                    <a:pt x="14974" y="10396"/>
                  </a:lnTo>
                  <a:lnTo>
                    <a:pt x="14958" y="10414"/>
                  </a:lnTo>
                  <a:lnTo>
                    <a:pt x="14942" y="10432"/>
                  </a:lnTo>
                  <a:lnTo>
                    <a:pt x="14924" y="10448"/>
                  </a:lnTo>
                  <a:lnTo>
                    <a:pt x="14906" y="10464"/>
                  </a:lnTo>
                  <a:lnTo>
                    <a:pt x="14887" y="10479"/>
                  </a:lnTo>
                  <a:lnTo>
                    <a:pt x="14868" y="10493"/>
                  </a:lnTo>
                  <a:lnTo>
                    <a:pt x="14848" y="10506"/>
                  </a:lnTo>
                  <a:lnTo>
                    <a:pt x="14827" y="10519"/>
                  </a:lnTo>
                  <a:lnTo>
                    <a:pt x="14804" y="10530"/>
                  </a:lnTo>
                  <a:lnTo>
                    <a:pt x="14782" y="10540"/>
                  </a:lnTo>
                  <a:lnTo>
                    <a:pt x="14759" y="10549"/>
                  </a:lnTo>
                  <a:lnTo>
                    <a:pt x="14736" y="10557"/>
                  </a:lnTo>
                  <a:lnTo>
                    <a:pt x="14712" y="10563"/>
                  </a:lnTo>
                  <a:lnTo>
                    <a:pt x="14688" y="10569"/>
                  </a:lnTo>
                  <a:lnTo>
                    <a:pt x="14663" y="10573"/>
                  </a:lnTo>
                  <a:lnTo>
                    <a:pt x="14637" y="10577"/>
                  </a:lnTo>
                  <a:lnTo>
                    <a:pt x="14612" y="10578"/>
                  </a:lnTo>
                  <a:lnTo>
                    <a:pt x="14586" y="10579"/>
                  </a:lnTo>
                  <a:lnTo>
                    <a:pt x="14012" y="10579"/>
                  </a:lnTo>
                  <a:lnTo>
                    <a:pt x="13989" y="10498"/>
                  </a:lnTo>
                  <a:lnTo>
                    <a:pt x="13962" y="10419"/>
                  </a:lnTo>
                  <a:lnTo>
                    <a:pt x="13934" y="10341"/>
                  </a:lnTo>
                  <a:lnTo>
                    <a:pt x="13902" y="10266"/>
                  </a:lnTo>
                  <a:lnTo>
                    <a:pt x="13867" y="10191"/>
                  </a:lnTo>
                  <a:lnTo>
                    <a:pt x="13829" y="10117"/>
                  </a:lnTo>
                  <a:lnTo>
                    <a:pt x="13788" y="10047"/>
                  </a:lnTo>
                  <a:lnTo>
                    <a:pt x="13745" y="9977"/>
                  </a:lnTo>
                  <a:lnTo>
                    <a:pt x="13699" y="9910"/>
                  </a:lnTo>
                  <a:lnTo>
                    <a:pt x="13650" y="9844"/>
                  </a:lnTo>
                  <a:lnTo>
                    <a:pt x="13598" y="9781"/>
                  </a:lnTo>
                  <a:lnTo>
                    <a:pt x="13545" y="9719"/>
                  </a:lnTo>
                  <a:lnTo>
                    <a:pt x="13489" y="9661"/>
                  </a:lnTo>
                  <a:lnTo>
                    <a:pt x="13430" y="9605"/>
                  </a:lnTo>
                  <a:lnTo>
                    <a:pt x="13370" y="9550"/>
                  </a:lnTo>
                  <a:lnTo>
                    <a:pt x="13308" y="9499"/>
                  </a:lnTo>
                  <a:lnTo>
                    <a:pt x="13242" y="9449"/>
                  </a:lnTo>
                  <a:lnTo>
                    <a:pt x="13176" y="9402"/>
                  </a:lnTo>
                  <a:lnTo>
                    <a:pt x="13107" y="9359"/>
                  </a:lnTo>
                  <a:lnTo>
                    <a:pt x="13036" y="9317"/>
                  </a:lnTo>
                  <a:lnTo>
                    <a:pt x="12964" y="9279"/>
                  </a:lnTo>
                  <a:lnTo>
                    <a:pt x="12890" y="9244"/>
                  </a:lnTo>
                  <a:lnTo>
                    <a:pt x="12815" y="9212"/>
                  </a:lnTo>
                  <a:lnTo>
                    <a:pt x="12737" y="9182"/>
                  </a:lnTo>
                  <a:lnTo>
                    <a:pt x="12658" y="9156"/>
                  </a:lnTo>
                  <a:lnTo>
                    <a:pt x="12578" y="9133"/>
                  </a:lnTo>
                  <a:lnTo>
                    <a:pt x="12497" y="9113"/>
                  </a:lnTo>
                  <a:lnTo>
                    <a:pt x="12413" y="9097"/>
                  </a:lnTo>
                  <a:lnTo>
                    <a:pt x="12330" y="9085"/>
                  </a:lnTo>
                  <a:lnTo>
                    <a:pt x="12244" y="9076"/>
                  </a:lnTo>
                  <a:lnTo>
                    <a:pt x="12159" y="9070"/>
                  </a:lnTo>
                  <a:lnTo>
                    <a:pt x="12071" y="9068"/>
                  </a:lnTo>
                  <a:lnTo>
                    <a:pt x="11984" y="9070"/>
                  </a:lnTo>
                  <a:lnTo>
                    <a:pt x="11898" y="9076"/>
                  </a:lnTo>
                  <a:lnTo>
                    <a:pt x="11813" y="9085"/>
                  </a:lnTo>
                  <a:lnTo>
                    <a:pt x="11729" y="9097"/>
                  </a:lnTo>
                  <a:lnTo>
                    <a:pt x="11646" y="9113"/>
                  </a:lnTo>
                  <a:lnTo>
                    <a:pt x="11564" y="9133"/>
                  </a:lnTo>
                  <a:lnTo>
                    <a:pt x="11484" y="9156"/>
                  </a:lnTo>
                  <a:lnTo>
                    <a:pt x="11405" y="9182"/>
                  </a:lnTo>
                  <a:lnTo>
                    <a:pt x="11328" y="9212"/>
                  </a:lnTo>
                  <a:lnTo>
                    <a:pt x="11252" y="9244"/>
                  </a:lnTo>
                  <a:lnTo>
                    <a:pt x="11178" y="9279"/>
                  </a:lnTo>
                  <a:lnTo>
                    <a:pt x="11106" y="9317"/>
                  </a:lnTo>
                  <a:lnTo>
                    <a:pt x="11035" y="9359"/>
                  </a:lnTo>
                  <a:lnTo>
                    <a:pt x="10967" y="9402"/>
                  </a:lnTo>
                  <a:lnTo>
                    <a:pt x="10899" y="9449"/>
                  </a:lnTo>
                  <a:lnTo>
                    <a:pt x="10835" y="9499"/>
                  </a:lnTo>
                  <a:lnTo>
                    <a:pt x="10772" y="9550"/>
                  </a:lnTo>
                  <a:lnTo>
                    <a:pt x="10711" y="9605"/>
                  </a:lnTo>
                  <a:lnTo>
                    <a:pt x="10653" y="9661"/>
                  </a:lnTo>
                  <a:lnTo>
                    <a:pt x="10597" y="9719"/>
                  </a:lnTo>
                  <a:lnTo>
                    <a:pt x="10543" y="9781"/>
                  </a:lnTo>
                  <a:lnTo>
                    <a:pt x="10492" y="9844"/>
                  </a:lnTo>
                  <a:lnTo>
                    <a:pt x="10444" y="9910"/>
                  </a:lnTo>
                  <a:lnTo>
                    <a:pt x="10397" y="9977"/>
                  </a:lnTo>
                  <a:lnTo>
                    <a:pt x="10354" y="10047"/>
                  </a:lnTo>
                  <a:lnTo>
                    <a:pt x="10313" y="10117"/>
                  </a:lnTo>
                  <a:lnTo>
                    <a:pt x="10275" y="10191"/>
                  </a:lnTo>
                  <a:lnTo>
                    <a:pt x="10240" y="10266"/>
                  </a:lnTo>
                  <a:lnTo>
                    <a:pt x="10208" y="10341"/>
                  </a:lnTo>
                  <a:lnTo>
                    <a:pt x="10179" y="10419"/>
                  </a:lnTo>
                  <a:lnTo>
                    <a:pt x="10153" y="10498"/>
                  </a:lnTo>
                  <a:lnTo>
                    <a:pt x="10131" y="10579"/>
                  </a:lnTo>
                  <a:lnTo>
                    <a:pt x="7473" y="10579"/>
                  </a:lnTo>
                  <a:lnTo>
                    <a:pt x="7450" y="10498"/>
                  </a:lnTo>
                  <a:lnTo>
                    <a:pt x="7425" y="10419"/>
                  </a:lnTo>
                  <a:lnTo>
                    <a:pt x="7396" y="10341"/>
                  </a:lnTo>
                  <a:lnTo>
                    <a:pt x="7363" y="10266"/>
                  </a:lnTo>
                  <a:lnTo>
                    <a:pt x="7328" y="10191"/>
                  </a:lnTo>
                  <a:lnTo>
                    <a:pt x="7290" y="10117"/>
                  </a:lnTo>
                  <a:lnTo>
                    <a:pt x="7250" y="10047"/>
                  </a:lnTo>
                  <a:lnTo>
                    <a:pt x="7207" y="9977"/>
                  </a:lnTo>
                  <a:lnTo>
                    <a:pt x="7160" y="9910"/>
                  </a:lnTo>
                  <a:lnTo>
                    <a:pt x="7112" y="9844"/>
                  </a:lnTo>
                  <a:lnTo>
                    <a:pt x="7061" y="9781"/>
                  </a:lnTo>
                  <a:lnTo>
                    <a:pt x="7006" y="9719"/>
                  </a:lnTo>
                  <a:lnTo>
                    <a:pt x="6951" y="9661"/>
                  </a:lnTo>
                  <a:lnTo>
                    <a:pt x="6892" y="9605"/>
                  </a:lnTo>
                  <a:lnTo>
                    <a:pt x="6831" y="9550"/>
                  </a:lnTo>
                  <a:lnTo>
                    <a:pt x="6769" y="9499"/>
                  </a:lnTo>
                  <a:lnTo>
                    <a:pt x="6705" y="9449"/>
                  </a:lnTo>
                  <a:lnTo>
                    <a:pt x="6637" y="9402"/>
                  </a:lnTo>
                  <a:lnTo>
                    <a:pt x="6569" y="9359"/>
                  </a:lnTo>
                  <a:lnTo>
                    <a:pt x="6498" y="9317"/>
                  </a:lnTo>
                  <a:lnTo>
                    <a:pt x="6426" y="9279"/>
                  </a:lnTo>
                  <a:lnTo>
                    <a:pt x="6351" y="9244"/>
                  </a:lnTo>
                  <a:lnTo>
                    <a:pt x="6276" y="9212"/>
                  </a:lnTo>
                  <a:lnTo>
                    <a:pt x="6199" y="9182"/>
                  </a:lnTo>
                  <a:lnTo>
                    <a:pt x="6120" y="9156"/>
                  </a:lnTo>
                  <a:lnTo>
                    <a:pt x="6040" y="9133"/>
                  </a:lnTo>
                  <a:lnTo>
                    <a:pt x="5958" y="9113"/>
                  </a:lnTo>
                  <a:lnTo>
                    <a:pt x="5876" y="9097"/>
                  </a:lnTo>
                  <a:lnTo>
                    <a:pt x="5791" y="9085"/>
                  </a:lnTo>
                  <a:lnTo>
                    <a:pt x="5707" y="9076"/>
                  </a:lnTo>
                  <a:lnTo>
                    <a:pt x="5620" y="9070"/>
                  </a:lnTo>
                  <a:lnTo>
                    <a:pt x="5533" y="9068"/>
                  </a:lnTo>
                  <a:lnTo>
                    <a:pt x="5446" y="9070"/>
                  </a:lnTo>
                  <a:lnTo>
                    <a:pt x="5360" y="9076"/>
                  </a:lnTo>
                  <a:lnTo>
                    <a:pt x="5274" y="9085"/>
                  </a:lnTo>
                  <a:lnTo>
                    <a:pt x="5191" y="9097"/>
                  </a:lnTo>
                  <a:lnTo>
                    <a:pt x="5107" y="9113"/>
                  </a:lnTo>
                  <a:lnTo>
                    <a:pt x="5026" y="9133"/>
                  </a:lnTo>
                  <a:lnTo>
                    <a:pt x="4946" y="9156"/>
                  </a:lnTo>
                  <a:lnTo>
                    <a:pt x="4867" y="9182"/>
                  </a:lnTo>
                  <a:lnTo>
                    <a:pt x="4789" y="9212"/>
                  </a:lnTo>
                  <a:lnTo>
                    <a:pt x="4714" y="9244"/>
                  </a:lnTo>
                  <a:lnTo>
                    <a:pt x="4639" y="9279"/>
                  </a:lnTo>
                  <a:lnTo>
                    <a:pt x="4567" y="9317"/>
                  </a:lnTo>
                  <a:lnTo>
                    <a:pt x="4497" y="9359"/>
                  </a:lnTo>
                  <a:lnTo>
                    <a:pt x="4428" y="9402"/>
                  </a:lnTo>
                  <a:lnTo>
                    <a:pt x="4361" y="9449"/>
                  </a:lnTo>
                  <a:lnTo>
                    <a:pt x="4296" y="9499"/>
                  </a:lnTo>
                  <a:lnTo>
                    <a:pt x="4233" y="9550"/>
                  </a:lnTo>
                  <a:lnTo>
                    <a:pt x="4173" y="9605"/>
                  </a:lnTo>
                  <a:lnTo>
                    <a:pt x="4114" y="9661"/>
                  </a:lnTo>
                  <a:lnTo>
                    <a:pt x="4059" y="9719"/>
                  </a:lnTo>
                  <a:lnTo>
                    <a:pt x="4005" y="9781"/>
                  </a:lnTo>
                  <a:lnTo>
                    <a:pt x="3953" y="9844"/>
                  </a:lnTo>
                  <a:lnTo>
                    <a:pt x="3905" y="9910"/>
                  </a:lnTo>
                  <a:lnTo>
                    <a:pt x="3859" y="9977"/>
                  </a:lnTo>
                  <a:lnTo>
                    <a:pt x="3816" y="10047"/>
                  </a:lnTo>
                  <a:lnTo>
                    <a:pt x="3774" y="10117"/>
                  </a:lnTo>
                  <a:lnTo>
                    <a:pt x="3737" y="10191"/>
                  </a:lnTo>
                  <a:lnTo>
                    <a:pt x="3702" y="10266"/>
                  </a:lnTo>
                  <a:lnTo>
                    <a:pt x="3670" y="10341"/>
                  </a:lnTo>
                  <a:lnTo>
                    <a:pt x="3640" y="10419"/>
                  </a:lnTo>
                  <a:lnTo>
                    <a:pt x="3614" y="10498"/>
                  </a:lnTo>
                  <a:lnTo>
                    <a:pt x="3592" y="10579"/>
                  </a:lnTo>
                  <a:lnTo>
                    <a:pt x="3018" y="10579"/>
                  </a:lnTo>
                  <a:lnTo>
                    <a:pt x="2993" y="10578"/>
                  </a:lnTo>
                  <a:lnTo>
                    <a:pt x="2967" y="10577"/>
                  </a:lnTo>
                  <a:lnTo>
                    <a:pt x="2941" y="10573"/>
                  </a:lnTo>
                  <a:lnTo>
                    <a:pt x="2917" y="10569"/>
                  </a:lnTo>
                  <a:lnTo>
                    <a:pt x="2892" y="10563"/>
                  </a:lnTo>
                  <a:lnTo>
                    <a:pt x="2869" y="10557"/>
                  </a:lnTo>
                  <a:lnTo>
                    <a:pt x="2845" y="10549"/>
                  </a:lnTo>
                  <a:lnTo>
                    <a:pt x="2823" y="10540"/>
                  </a:lnTo>
                  <a:lnTo>
                    <a:pt x="2800" y="10530"/>
                  </a:lnTo>
                  <a:lnTo>
                    <a:pt x="2778" y="10519"/>
                  </a:lnTo>
                  <a:lnTo>
                    <a:pt x="2757" y="10506"/>
                  </a:lnTo>
                  <a:lnTo>
                    <a:pt x="2737" y="10493"/>
                  </a:lnTo>
                  <a:lnTo>
                    <a:pt x="2717" y="10479"/>
                  </a:lnTo>
                  <a:lnTo>
                    <a:pt x="2698" y="10464"/>
                  </a:lnTo>
                  <a:lnTo>
                    <a:pt x="2680" y="10448"/>
                  </a:lnTo>
                  <a:lnTo>
                    <a:pt x="2663" y="10432"/>
                  </a:lnTo>
                  <a:lnTo>
                    <a:pt x="2646" y="10414"/>
                  </a:lnTo>
                  <a:lnTo>
                    <a:pt x="2630" y="10396"/>
                  </a:lnTo>
                  <a:lnTo>
                    <a:pt x="2615" y="10376"/>
                  </a:lnTo>
                  <a:lnTo>
                    <a:pt x="2601" y="10357"/>
                  </a:lnTo>
                  <a:lnTo>
                    <a:pt x="2588" y="10337"/>
                  </a:lnTo>
                  <a:lnTo>
                    <a:pt x="2576" y="10316"/>
                  </a:lnTo>
                  <a:lnTo>
                    <a:pt x="2565" y="10294"/>
                  </a:lnTo>
                  <a:lnTo>
                    <a:pt x="2555" y="10272"/>
                  </a:lnTo>
                  <a:lnTo>
                    <a:pt x="2546" y="10248"/>
                  </a:lnTo>
                  <a:lnTo>
                    <a:pt x="2538" y="10225"/>
                  </a:lnTo>
                  <a:lnTo>
                    <a:pt x="2531" y="10201"/>
                  </a:lnTo>
                  <a:lnTo>
                    <a:pt x="2526" y="10177"/>
                  </a:lnTo>
                  <a:lnTo>
                    <a:pt x="2521" y="10152"/>
                  </a:lnTo>
                  <a:lnTo>
                    <a:pt x="2518" y="10127"/>
                  </a:lnTo>
                  <a:lnTo>
                    <a:pt x="2516" y="10101"/>
                  </a:lnTo>
                  <a:lnTo>
                    <a:pt x="2515" y="10075"/>
                  </a:lnTo>
                  <a:lnTo>
                    <a:pt x="2515" y="8564"/>
                  </a:lnTo>
                  <a:lnTo>
                    <a:pt x="9053" y="8564"/>
                  </a:lnTo>
                  <a:lnTo>
                    <a:pt x="9131" y="8562"/>
                  </a:lnTo>
                  <a:lnTo>
                    <a:pt x="9207" y="8557"/>
                  </a:lnTo>
                  <a:lnTo>
                    <a:pt x="9283" y="8547"/>
                  </a:lnTo>
                  <a:lnTo>
                    <a:pt x="9357" y="8533"/>
                  </a:lnTo>
                  <a:lnTo>
                    <a:pt x="9431" y="8516"/>
                  </a:lnTo>
                  <a:lnTo>
                    <a:pt x="9502" y="8496"/>
                  </a:lnTo>
                  <a:lnTo>
                    <a:pt x="9571" y="8472"/>
                  </a:lnTo>
                  <a:lnTo>
                    <a:pt x="9641" y="8445"/>
                  </a:lnTo>
                  <a:lnTo>
                    <a:pt x="9707" y="8415"/>
                  </a:lnTo>
                  <a:lnTo>
                    <a:pt x="9773" y="8381"/>
                  </a:lnTo>
                  <a:lnTo>
                    <a:pt x="9835" y="8345"/>
                  </a:lnTo>
                  <a:lnTo>
                    <a:pt x="9896" y="8306"/>
                  </a:lnTo>
                  <a:lnTo>
                    <a:pt x="9956" y="8263"/>
                  </a:lnTo>
                  <a:lnTo>
                    <a:pt x="10013" y="8218"/>
                  </a:lnTo>
                  <a:lnTo>
                    <a:pt x="10067" y="8171"/>
                  </a:lnTo>
                  <a:lnTo>
                    <a:pt x="10120" y="8120"/>
                  </a:lnTo>
                  <a:lnTo>
                    <a:pt x="10170" y="8068"/>
                  </a:lnTo>
                  <a:lnTo>
                    <a:pt x="10217" y="8014"/>
                  </a:lnTo>
                  <a:lnTo>
                    <a:pt x="10263" y="7956"/>
                  </a:lnTo>
                  <a:lnTo>
                    <a:pt x="10305" y="7897"/>
                  </a:lnTo>
                  <a:lnTo>
                    <a:pt x="10344" y="7836"/>
                  </a:lnTo>
                  <a:lnTo>
                    <a:pt x="10380" y="7773"/>
                  </a:lnTo>
                  <a:lnTo>
                    <a:pt x="10413" y="7707"/>
                  </a:lnTo>
                  <a:lnTo>
                    <a:pt x="10444" y="7641"/>
                  </a:lnTo>
                  <a:lnTo>
                    <a:pt x="10471" y="7572"/>
                  </a:lnTo>
                  <a:lnTo>
                    <a:pt x="10495" y="7502"/>
                  </a:lnTo>
                  <a:lnTo>
                    <a:pt x="10515" y="7430"/>
                  </a:lnTo>
                  <a:lnTo>
                    <a:pt x="10532" y="7357"/>
                  </a:lnTo>
                  <a:lnTo>
                    <a:pt x="10545" y="7283"/>
                  </a:lnTo>
                  <a:lnTo>
                    <a:pt x="10554" y="7207"/>
                  </a:lnTo>
                  <a:lnTo>
                    <a:pt x="10560" y="7131"/>
                  </a:lnTo>
                  <a:lnTo>
                    <a:pt x="10562" y="7052"/>
                  </a:lnTo>
                  <a:lnTo>
                    <a:pt x="10562" y="3527"/>
                  </a:lnTo>
                  <a:lnTo>
                    <a:pt x="12574" y="3527"/>
                  </a:lnTo>
                  <a:lnTo>
                    <a:pt x="12605" y="3528"/>
                  </a:lnTo>
                  <a:lnTo>
                    <a:pt x="12637" y="3530"/>
                  </a:lnTo>
                  <a:lnTo>
                    <a:pt x="12668" y="3535"/>
                  </a:lnTo>
                  <a:lnTo>
                    <a:pt x="12698" y="3542"/>
                  </a:lnTo>
                  <a:lnTo>
                    <a:pt x="12727" y="3550"/>
                  </a:lnTo>
                  <a:lnTo>
                    <a:pt x="12756" y="3560"/>
                  </a:lnTo>
                  <a:lnTo>
                    <a:pt x="12784" y="3572"/>
                  </a:lnTo>
                  <a:lnTo>
                    <a:pt x="12812" y="3586"/>
                  </a:lnTo>
                  <a:lnTo>
                    <a:pt x="12838" y="3601"/>
                  </a:lnTo>
                  <a:lnTo>
                    <a:pt x="12864" y="3618"/>
                  </a:lnTo>
                  <a:lnTo>
                    <a:pt x="12888" y="3636"/>
                  </a:lnTo>
                  <a:lnTo>
                    <a:pt x="12911" y="3657"/>
                  </a:lnTo>
                  <a:lnTo>
                    <a:pt x="12933" y="3678"/>
                  </a:lnTo>
                  <a:lnTo>
                    <a:pt x="12954" y="3701"/>
                  </a:lnTo>
                  <a:lnTo>
                    <a:pt x="12975" y="3725"/>
                  </a:lnTo>
                  <a:lnTo>
                    <a:pt x="12993" y="3750"/>
                  </a:lnTo>
                  <a:lnTo>
                    <a:pt x="15005" y="6773"/>
                  </a:lnTo>
                  <a:lnTo>
                    <a:pt x="15015" y="6788"/>
                  </a:lnTo>
                  <a:lnTo>
                    <a:pt x="15024" y="6804"/>
                  </a:lnTo>
                  <a:lnTo>
                    <a:pt x="15033" y="6822"/>
                  </a:lnTo>
                  <a:lnTo>
                    <a:pt x="15041" y="6838"/>
                  </a:lnTo>
                  <a:lnTo>
                    <a:pt x="15049" y="6855"/>
                  </a:lnTo>
                  <a:lnTo>
                    <a:pt x="15056" y="6872"/>
                  </a:lnTo>
                  <a:lnTo>
                    <a:pt x="15062" y="6889"/>
                  </a:lnTo>
                  <a:lnTo>
                    <a:pt x="15067" y="6907"/>
                  </a:lnTo>
                  <a:lnTo>
                    <a:pt x="15072" y="6924"/>
                  </a:lnTo>
                  <a:lnTo>
                    <a:pt x="15077" y="6942"/>
                  </a:lnTo>
                  <a:lnTo>
                    <a:pt x="15081" y="6961"/>
                  </a:lnTo>
                  <a:lnTo>
                    <a:pt x="15084" y="6979"/>
                  </a:lnTo>
                  <a:lnTo>
                    <a:pt x="15086" y="6997"/>
                  </a:lnTo>
                  <a:lnTo>
                    <a:pt x="15088" y="7016"/>
                  </a:lnTo>
                  <a:lnTo>
                    <a:pt x="15089" y="7034"/>
                  </a:lnTo>
                  <a:lnTo>
                    <a:pt x="15089" y="7052"/>
                  </a:lnTo>
                  <a:lnTo>
                    <a:pt x="15089" y="10075"/>
                  </a:lnTo>
                  <a:close/>
                  <a:moveTo>
                    <a:pt x="12071" y="12090"/>
                  </a:moveTo>
                  <a:lnTo>
                    <a:pt x="12020" y="12089"/>
                  </a:lnTo>
                  <a:lnTo>
                    <a:pt x="11969" y="12085"/>
                  </a:lnTo>
                  <a:lnTo>
                    <a:pt x="11918" y="12078"/>
                  </a:lnTo>
                  <a:lnTo>
                    <a:pt x="11869" y="12070"/>
                  </a:lnTo>
                  <a:lnTo>
                    <a:pt x="11820" y="12058"/>
                  </a:lnTo>
                  <a:lnTo>
                    <a:pt x="11772" y="12045"/>
                  </a:lnTo>
                  <a:lnTo>
                    <a:pt x="11725" y="12029"/>
                  </a:lnTo>
                  <a:lnTo>
                    <a:pt x="11680" y="12011"/>
                  </a:lnTo>
                  <a:lnTo>
                    <a:pt x="11636" y="11991"/>
                  </a:lnTo>
                  <a:lnTo>
                    <a:pt x="11591" y="11968"/>
                  </a:lnTo>
                  <a:lnTo>
                    <a:pt x="11550" y="11944"/>
                  </a:lnTo>
                  <a:lnTo>
                    <a:pt x="11509" y="11918"/>
                  </a:lnTo>
                  <a:lnTo>
                    <a:pt x="11470" y="11890"/>
                  </a:lnTo>
                  <a:lnTo>
                    <a:pt x="11431" y="11861"/>
                  </a:lnTo>
                  <a:lnTo>
                    <a:pt x="11395" y="11828"/>
                  </a:lnTo>
                  <a:lnTo>
                    <a:pt x="11360" y="11795"/>
                  </a:lnTo>
                  <a:lnTo>
                    <a:pt x="11327" y="11760"/>
                  </a:lnTo>
                  <a:lnTo>
                    <a:pt x="11295" y="11724"/>
                  </a:lnTo>
                  <a:lnTo>
                    <a:pt x="11265" y="11685"/>
                  </a:lnTo>
                  <a:lnTo>
                    <a:pt x="11237" y="11646"/>
                  </a:lnTo>
                  <a:lnTo>
                    <a:pt x="11211" y="11606"/>
                  </a:lnTo>
                  <a:lnTo>
                    <a:pt x="11187" y="11563"/>
                  </a:lnTo>
                  <a:lnTo>
                    <a:pt x="11165" y="11520"/>
                  </a:lnTo>
                  <a:lnTo>
                    <a:pt x="11145" y="11475"/>
                  </a:lnTo>
                  <a:lnTo>
                    <a:pt x="11127" y="11429"/>
                  </a:lnTo>
                  <a:lnTo>
                    <a:pt x="11111" y="11382"/>
                  </a:lnTo>
                  <a:lnTo>
                    <a:pt x="11098" y="11335"/>
                  </a:lnTo>
                  <a:lnTo>
                    <a:pt x="11086" y="11286"/>
                  </a:lnTo>
                  <a:lnTo>
                    <a:pt x="11077" y="11236"/>
                  </a:lnTo>
                  <a:lnTo>
                    <a:pt x="11070" y="11186"/>
                  </a:lnTo>
                  <a:lnTo>
                    <a:pt x="11067" y="11135"/>
                  </a:lnTo>
                  <a:lnTo>
                    <a:pt x="11065" y="11083"/>
                  </a:lnTo>
                  <a:lnTo>
                    <a:pt x="11067" y="11031"/>
                  </a:lnTo>
                  <a:lnTo>
                    <a:pt x="11070" y="10980"/>
                  </a:lnTo>
                  <a:lnTo>
                    <a:pt x="11077" y="10930"/>
                  </a:lnTo>
                  <a:lnTo>
                    <a:pt x="11086" y="10880"/>
                  </a:lnTo>
                  <a:lnTo>
                    <a:pt x="11098" y="10831"/>
                  </a:lnTo>
                  <a:lnTo>
                    <a:pt x="11111" y="10784"/>
                  </a:lnTo>
                  <a:lnTo>
                    <a:pt x="11127" y="10736"/>
                  </a:lnTo>
                  <a:lnTo>
                    <a:pt x="11145" y="10691"/>
                  </a:lnTo>
                  <a:lnTo>
                    <a:pt x="11165" y="10646"/>
                  </a:lnTo>
                  <a:lnTo>
                    <a:pt x="11187" y="10603"/>
                  </a:lnTo>
                  <a:lnTo>
                    <a:pt x="11211" y="10561"/>
                  </a:lnTo>
                  <a:lnTo>
                    <a:pt x="11237" y="10520"/>
                  </a:lnTo>
                  <a:lnTo>
                    <a:pt x="11265" y="10480"/>
                  </a:lnTo>
                  <a:lnTo>
                    <a:pt x="11295" y="10442"/>
                  </a:lnTo>
                  <a:lnTo>
                    <a:pt x="11327" y="10406"/>
                  </a:lnTo>
                  <a:lnTo>
                    <a:pt x="11360" y="10370"/>
                  </a:lnTo>
                  <a:lnTo>
                    <a:pt x="11395" y="10337"/>
                  </a:lnTo>
                  <a:lnTo>
                    <a:pt x="11431" y="10306"/>
                  </a:lnTo>
                  <a:lnTo>
                    <a:pt x="11470" y="10276"/>
                  </a:lnTo>
                  <a:lnTo>
                    <a:pt x="11509" y="10247"/>
                  </a:lnTo>
                  <a:lnTo>
                    <a:pt x="11550" y="10221"/>
                  </a:lnTo>
                  <a:lnTo>
                    <a:pt x="11591" y="10197"/>
                  </a:lnTo>
                  <a:lnTo>
                    <a:pt x="11636" y="10175"/>
                  </a:lnTo>
                  <a:lnTo>
                    <a:pt x="11680" y="10155"/>
                  </a:lnTo>
                  <a:lnTo>
                    <a:pt x="11725" y="10137"/>
                  </a:lnTo>
                  <a:lnTo>
                    <a:pt x="11772" y="10120"/>
                  </a:lnTo>
                  <a:lnTo>
                    <a:pt x="11820" y="10107"/>
                  </a:lnTo>
                  <a:lnTo>
                    <a:pt x="11869" y="10096"/>
                  </a:lnTo>
                  <a:lnTo>
                    <a:pt x="11918" y="10087"/>
                  </a:lnTo>
                  <a:lnTo>
                    <a:pt x="11969" y="10080"/>
                  </a:lnTo>
                  <a:lnTo>
                    <a:pt x="12020" y="10076"/>
                  </a:lnTo>
                  <a:lnTo>
                    <a:pt x="12071" y="10075"/>
                  </a:lnTo>
                  <a:lnTo>
                    <a:pt x="12124" y="10076"/>
                  </a:lnTo>
                  <a:lnTo>
                    <a:pt x="12174" y="10080"/>
                  </a:lnTo>
                  <a:lnTo>
                    <a:pt x="12224" y="10087"/>
                  </a:lnTo>
                  <a:lnTo>
                    <a:pt x="12274" y="10096"/>
                  </a:lnTo>
                  <a:lnTo>
                    <a:pt x="12323" y="10107"/>
                  </a:lnTo>
                  <a:lnTo>
                    <a:pt x="12370" y="10120"/>
                  </a:lnTo>
                  <a:lnTo>
                    <a:pt x="12417" y="10137"/>
                  </a:lnTo>
                  <a:lnTo>
                    <a:pt x="12463" y="10155"/>
                  </a:lnTo>
                  <a:lnTo>
                    <a:pt x="12508" y="10175"/>
                  </a:lnTo>
                  <a:lnTo>
                    <a:pt x="12551" y="10197"/>
                  </a:lnTo>
                  <a:lnTo>
                    <a:pt x="12593" y="10221"/>
                  </a:lnTo>
                  <a:lnTo>
                    <a:pt x="12634" y="10247"/>
                  </a:lnTo>
                  <a:lnTo>
                    <a:pt x="12673" y="10276"/>
                  </a:lnTo>
                  <a:lnTo>
                    <a:pt x="12711" y="10306"/>
                  </a:lnTo>
                  <a:lnTo>
                    <a:pt x="12747" y="10337"/>
                  </a:lnTo>
                  <a:lnTo>
                    <a:pt x="12782" y="10370"/>
                  </a:lnTo>
                  <a:lnTo>
                    <a:pt x="12816" y="10406"/>
                  </a:lnTo>
                  <a:lnTo>
                    <a:pt x="12848" y="10442"/>
                  </a:lnTo>
                  <a:lnTo>
                    <a:pt x="12877" y="10480"/>
                  </a:lnTo>
                  <a:lnTo>
                    <a:pt x="12905" y="10520"/>
                  </a:lnTo>
                  <a:lnTo>
                    <a:pt x="12931" y="10561"/>
                  </a:lnTo>
                  <a:lnTo>
                    <a:pt x="12955" y="10603"/>
                  </a:lnTo>
                  <a:lnTo>
                    <a:pt x="12978" y="10646"/>
                  </a:lnTo>
                  <a:lnTo>
                    <a:pt x="12999" y="10691"/>
                  </a:lnTo>
                  <a:lnTo>
                    <a:pt x="13016" y="10736"/>
                  </a:lnTo>
                  <a:lnTo>
                    <a:pt x="13032" y="10784"/>
                  </a:lnTo>
                  <a:lnTo>
                    <a:pt x="13046" y="10831"/>
                  </a:lnTo>
                  <a:lnTo>
                    <a:pt x="13057" y="10880"/>
                  </a:lnTo>
                  <a:lnTo>
                    <a:pt x="13066" y="10930"/>
                  </a:lnTo>
                  <a:lnTo>
                    <a:pt x="13072" y="10980"/>
                  </a:lnTo>
                  <a:lnTo>
                    <a:pt x="13076" y="11031"/>
                  </a:lnTo>
                  <a:lnTo>
                    <a:pt x="13077" y="11083"/>
                  </a:lnTo>
                  <a:lnTo>
                    <a:pt x="13076" y="11135"/>
                  </a:lnTo>
                  <a:lnTo>
                    <a:pt x="13072" y="11186"/>
                  </a:lnTo>
                  <a:lnTo>
                    <a:pt x="13066" y="11236"/>
                  </a:lnTo>
                  <a:lnTo>
                    <a:pt x="13057" y="11286"/>
                  </a:lnTo>
                  <a:lnTo>
                    <a:pt x="13046" y="11335"/>
                  </a:lnTo>
                  <a:lnTo>
                    <a:pt x="13032" y="11382"/>
                  </a:lnTo>
                  <a:lnTo>
                    <a:pt x="13016" y="11429"/>
                  </a:lnTo>
                  <a:lnTo>
                    <a:pt x="12999" y="11475"/>
                  </a:lnTo>
                  <a:lnTo>
                    <a:pt x="12978" y="11520"/>
                  </a:lnTo>
                  <a:lnTo>
                    <a:pt x="12955" y="11563"/>
                  </a:lnTo>
                  <a:lnTo>
                    <a:pt x="12931" y="11606"/>
                  </a:lnTo>
                  <a:lnTo>
                    <a:pt x="12905" y="11646"/>
                  </a:lnTo>
                  <a:lnTo>
                    <a:pt x="12877" y="11685"/>
                  </a:lnTo>
                  <a:lnTo>
                    <a:pt x="12848" y="11724"/>
                  </a:lnTo>
                  <a:lnTo>
                    <a:pt x="12816" y="11760"/>
                  </a:lnTo>
                  <a:lnTo>
                    <a:pt x="12782" y="11795"/>
                  </a:lnTo>
                  <a:lnTo>
                    <a:pt x="12747" y="11828"/>
                  </a:lnTo>
                  <a:lnTo>
                    <a:pt x="12711" y="11861"/>
                  </a:lnTo>
                  <a:lnTo>
                    <a:pt x="12673" y="11890"/>
                  </a:lnTo>
                  <a:lnTo>
                    <a:pt x="12634" y="11918"/>
                  </a:lnTo>
                  <a:lnTo>
                    <a:pt x="12593" y="11944"/>
                  </a:lnTo>
                  <a:lnTo>
                    <a:pt x="12551" y="11968"/>
                  </a:lnTo>
                  <a:lnTo>
                    <a:pt x="12508" y="11991"/>
                  </a:lnTo>
                  <a:lnTo>
                    <a:pt x="12463" y="12011"/>
                  </a:lnTo>
                  <a:lnTo>
                    <a:pt x="12417" y="12029"/>
                  </a:lnTo>
                  <a:lnTo>
                    <a:pt x="12370" y="12045"/>
                  </a:lnTo>
                  <a:lnTo>
                    <a:pt x="12323" y="12058"/>
                  </a:lnTo>
                  <a:lnTo>
                    <a:pt x="12274" y="12070"/>
                  </a:lnTo>
                  <a:lnTo>
                    <a:pt x="12224" y="12078"/>
                  </a:lnTo>
                  <a:lnTo>
                    <a:pt x="12174" y="12085"/>
                  </a:lnTo>
                  <a:lnTo>
                    <a:pt x="12124" y="12089"/>
                  </a:lnTo>
                  <a:lnTo>
                    <a:pt x="12071" y="12090"/>
                  </a:lnTo>
                  <a:close/>
                  <a:moveTo>
                    <a:pt x="5533" y="12090"/>
                  </a:moveTo>
                  <a:lnTo>
                    <a:pt x="5481" y="12089"/>
                  </a:lnTo>
                  <a:lnTo>
                    <a:pt x="5430" y="12085"/>
                  </a:lnTo>
                  <a:lnTo>
                    <a:pt x="5380" y="12078"/>
                  </a:lnTo>
                  <a:lnTo>
                    <a:pt x="5330" y="12070"/>
                  </a:lnTo>
                  <a:lnTo>
                    <a:pt x="5281" y="12058"/>
                  </a:lnTo>
                  <a:lnTo>
                    <a:pt x="5234" y="12045"/>
                  </a:lnTo>
                  <a:lnTo>
                    <a:pt x="5187" y="12029"/>
                  </a:lnTo>
                  <a:lnTo>
                    <a:pt x="5141" y="12011"/>
                  </a:lnTo>
                  <a:lnTo>
                    <a:pt x="5097" y="11991"/>
                  </a:lnTo>
                  <a:lnTo>
                    <a:pt x="5054" y="11968"/>
                  </a:lnTo>
                  <a:lnTo>
                    <a:pt x="5012" y="11944"/>
                  </a:lnTo>
                  <a:lnTo>
                    <a:pt x="4970" y="11918"/>
                  </a:lnTo>
                  <a:lnTo>
                    <a:pt x="4931" y="11890"/>
                  </a:lnTo>
                  <a:lnTo>
                    <a:pt x="4893" y="11861"/>
                  </a:lnTo>
                  <a:lnTo>
                    <a:pt x="4857" y="11828"/>
                  </a:lnTo>
                  <a:lnTo>
                    <a:pt x="4821" y="11795"/>
                  </a:lnTo>
                  <a:lnTo>
                    <a:pt x="4788" y="11760"/>
                  </a:lnTo>
                  <a:lnTo>
                    <a:pt x="4757" y="11724"/>
                  </a:lnTo>
                  <a:lnTo>
                    <a:pt x="4727" y="11685"/>
                  </a:lnTo>
                  <a:lnTo>
                    <a:pt x="4699" y="11646"/>
                  </a:lnTo>
                  <a:lnTo>
                    <a:pt x="4673" y="11606"/>
                  </a:lnTo>
                  <a:lnTo>
                    <a:pt x="4648" y="11563"/>
                  </a:lnTo>
                  <a:lnTo>
                    <a:pt x="4626" y="11520"/>
                  </a:lnTo>
                  <a:lnTo>
                    <a:pt x="4606" y="11475"/>
                  </a:lnTo>
                  <a:lnTo>
                    <a:pt x="4588" y="11429"/>
                  </a:lnTo>
                  <a:lnTo>
                    <a:pt x="4572" y="11382"/>
                  </a:lnTo>
                  <a:lnTo>
                    <a:pt x="4559" y="11335"/>
                  </a:lnTo>
                  <a:lnTo>
                    <a:pt x="4548" y="11286"/>
                  </a:lnTo>
                  <a:lnTo>
                    <a:pt x="4539" y="11236"/>
                  </a:lnTo>
                  <a:lnTo>
                    <a:pt x="4533" y="11186"/>
                  </a:lnTo>
                  <a:lnTo>
                    <a:pt x="4529" y="11135"/>
                  </a:lnTo>
                  <a:lnTo>
                    <a:pt x="4527" y="11083"/>
                  </a:lnTo>
                  <a:lnTo>
                    <a:pt x="4529" y="11031"/>
                  </a:lnTo>
                  <a:lnTo>
                    <a:pt x="4533" y="10980"/>
                  </a:lnTo>
                  <a:lnTo>
                    <a:pt x="4539" y="10930"/>
                  </a:lnTo>
                  <a:lnTo>
                    <a:pt x="4548" y="10880"/>
                  </a:lnTo>
                  <a:lnTo>
                    <a:pt x="4559" y="10831"/>
                  </a:lnTo>
                  <a:lnTo>
                    <a:pt x="4572" y="10784"/>
                  </a:lnTo>
                  <a:lnTo>
                    <a:pt x="4588" y="10736"/>
                  </a:lnTo>
                  <a:lnTo>
                    <a:pt x="4606" y="10691"/>
                  </a:lnTo>
                  <a:lnTo>
                    <a:pt x="4626" y="10646"/>
                  </a:lnTo>
                  <a:lnTo>
                    <a:pt x="4648" y="10603"/>
                  </a:lnTo>
                  <a:lnTo>
                    <a:pt x="4673" y="10561"/>
                  </a:lnTo>
                  <a:lnTo>
                    <a:pt x="4699" y="10520"/>
                  </a:lnTo>
                  <a:lnTo>
                    <a:pt x="4727" y="10480"/>
                  </a:lnTo>
                  <a:lnTo>
                    <a:pt x="4757" y="10442"/>
                  </a:lnTo>
                  <a:lnTo>
                    <a:pt x="4788" y="10406"/>
                  </a:lnTo>
                  <a:lnTo>
                    <a:pt x="4821" y="10370"/>
                  </a:lnTo>
                  <a:lnTo>
                    <a:pt x="4857" y="10337"/>
                  </a:lnTo>
                  <a:lnTo>
                    <a:pt x="4893" y="10306"/>
                  </a:lnTo>
                  <a:lnTo>
                    <a:pt x="4931" y="10276"/>
                  </a:lnTo>
                  <a:lnTo>
                    <a:pt x="4970" y="10247"/>
                  </a:lnTo>
                  <a:lnTo>
                    <a:pt x="5012" y="10221"/>
                  </a:lnTo>
                  <a:lnTo>
                    <a:pt x="5054" y="10197"/>
                  </a:lnTo>
                  <a:lnTo>
                    <a:pt x="5097" y="10175"/>
                  </a:lnTo>
                  <a:lnTo>
                    <a:pt x="5141" y="10155"/>
                  </a:lnTo>
                  <a:lnTo>
                    <a:pt x="5187" y="10137"/>
                  </a:lnTo>
                  <a:lnTo>
                    <a:pt x="5234" y="10120"/>
                  </a:lnTo>
                  <a:lnTo>
                    <a:pt x="5281" y="10107"/>
                  </a:lnTo>
                  <a:lnTo>
                    <a:pt x="5330" y="10096"/>
                  </a:lnTo>
                  <a:lnTo>
                    <a:pt x="5380" y="10087"/>
                  </a:lnTo>
                  <a:lnTo>
                    <a:pt x="5430" y="10080"/>
                  </a:lnTo>
                  <a:lnTo>
                    <a:pt x="5481" y="10076"/>
                  </a:lnTo>
                  <a:lnTo>
                    <a:pt x="5533" y="10075"/>
                  </a:lnTo>
                  <a:lnTo>
                    <a:pt x="5585" y="10076"/>
                  </a:lnTo>
                  <a:lnTo>
                    <a:pt x="5636" y="10080"/>
                  </a:lnTo>
                  <a:lnTo>
                    <a:pt x="5687" y="10087"/>
                  </a:lnTo>
                  <a:lnTo>
                    <a:pt x="5736" y="10096"/>
                  </a:lnTo>
                  <a:lnTo>
                    <a:pt x="5784" y="10107"/>
                  </a:lnTo>
                  <a:lnTo>
                    <a:pt x="5832" y="10120"/>
                  </a:lnTo>
                  <a:lnTo>
                    <a:pt x="5879" y="10137"/>
                  </a:lnTo>
                  <a:lnTo>
                    <a:pt x="5924" y="10155"/>
                  </a:lnTo>
                  <a:lnTo>
                    <a:pt x="5969" y="10175"/>
                  </a:lnTo>
                  <a:lnTo>
                    <a:pt x="6012" y="10197"/>
                  </a:lnTo>
                  <a:lnTo>
                    <a:pt x="6055" y="10221"/>
                  </a:lnTo>
                  <a:lnTo>
                    <a:pt x="6095" y="10247"/>
                  </a:lnTo>
                  <a:lnTo>
                    <a:pt x="6135" y="10276"/>
                  </a:lnTo>
                  <a:lnTo>
                    <a:pt x="6172" y="10306"/>
                  </a:lnTo>
                  <a:lnTo>
                    <a:pt x="6210" y="10337"/>
                  </a:lnTo>
                  <a:lnTo>
                    <a:pt x="6244" y="10370"/>
                  </a:lnTo>
                  <a:lnTo>
                    <a:pt x="6277" y="10406"/>
                  </a:lnTo>
                  <a:lnTo>
                    <a:pt x="6309" y="10442"/>
                  </a:lnTo>
                  <a:lnTo>
                    <a:pt x="6339" y="10480"/>
                  </a:lnTo>
                  <a:lnTo>
                    <a:pt x="6368" y="10520"/>
                  </a:lnTo>
                  <a:lnTo>
                    <a:pt x="6394" y="10561"/>
                  </a:lnTo>
                  <a:lnTo>
                    <a:pt x="6418" y="10603"/>
                  </a:lnTo>
                  <a:lnTo>
                    <a:pt x="6440" y="10646"/>
                  </a:lnTo>
                  <a:lnTo>
                    <a:pt x="6460" y="10691"/>
                  </a:lnTo>
                  <a:lnTo>
                    <a:pt x="6478" y="10736"/>
                  </a:lnTo>
                  <a:lnTo>
                    <a:pt x="6493" y="10784"/>
                  </a:lnTo>
                  <a:lnTo>
                    <a:pt x="6507" y="10831"/>
                  </a:lnTo>
                  <a:lnTo>
                    <a:pt x="6518" y="10880"/>
                  </a:lnTo>
                  <a:lnTo>
                    <a:pt x="6528" y="10930"/>
                  </a:lnTo>
                  <a:lnTo>
                    <a:pt x="6534" y="10980"/>
                  </a:lnTo>
                  <a:lnTo>
                    <a:pt x="6538" y="11031"/>
                  </a:lnTo>
                  <a:lnTo>
                    <a:pt x="6539" y="11083"/>
                  </a:lnTo>
                  <a:lnTo>
                    <a:pt x="6538" y="11135"/>
                  </a:lnTo>
                  <a:lnTo>
                    <a:pt x="6534" y="11186"/>
                  </a:lnTo>
                  <a:lnTo>
                    <a:pt x="6528" y="11236"/>
                  </a:lnTo>
                  <a:lnTo>
                    <a:pt x="6518" y="11286"/>
                  </a:lnTo>
                  <a:lnTo>
                    <a:pt x="6507" y="11335"/>
                  </a:lnTo>
                  <a:lnTo>
                    <a:pt x="6493" y="11382"/>
                  </a:lnTo>
                  <a:lnTo>
                    <a:pt x="6478" y="11429"/>
                  </a:lnTo>
                  <a:lnTo>
                    <a:pt x="6460" y="11475"/>
                  </a:lnTo>
                  <a:lnTo>
                    <a:pt x="6440" y="11520"/>
                  </a:lnTo>
                  <a:lnTo>
                    <a:pt x="6418" y="11563"/>
                  </a:lnTo>
                  <a:lnTo>
                    <a:pt x="6394" y="11606"/>
                  </a:lnTo>
                  <a:lnTo>
                    <a:pt x="6368" y="11646"/>
                  </a:lnTo>
                  <a:lnTo>
                    <a:pt x="6339" y="11685"/>
                  </a:lnTo>
                  <a:lnTo>
                    <a:pt x="6309" y="11724"/>
                  </a:lnTo>
                  <a:lnTo>
                    <a:pt x="6277" y="11760"/>
                  </a:lnTo>
                  <a:lnTo>
                    <a:pt x="6244" y="11795"/>
                  </a:lnTo>
                  <a:lnTo>
                    <a:pt x="6210" y="11828"/>
                  </a:lnTo>
                  <a:lnTo>
                    <a:pt x="6172" y="11861"/>
                  </a:lnTo>
                  <a:lnTo>
                    <a:pt x="6135" y="11890"/>
                  </a:lnTo>
                  <a:lnTo>
                    <a:pt x="6095" y="11918"/>
                  </a:lnTo>
                  <a:lnTo>
                    <a:pt x="6055" y="11944"/>
                  </a:lnTo>
                  <a:lnTo>
                    <a:pt x="6012" y="11968"/>
                  </a:lnTo>
                  <a:lnTo>
                    <a:pt x="5969" y="11991"/>
                  </a:lnTo>
                  <a:lnTo>
                    <a:pt x="5924" y="12011"/>
                  </a:lnTo>
                  <a:lnTo>
                    <a:pt x="5879" y="12029"/>
                  </a:lnTo>
                  <a:lnTo>
                    <a:pt x="5832" y="12045"/>
                  </a:lnTo>
                  <a:lnTo>
                    <a:pt x="5784" y="12058"/>
                  </a:lnTo>
                  <a:lnTo>
                    <a:pt x="5736" y="12070"/>
                  </a:lnTo>
                  <a:lnTo>
                    <a:pt x="5687" y="12078"/>
                  </a:lnTo>
                  <a:lnTo>
                    <a:pt x="5636" y="12085"/>
                  </a:lnTo>
                  <a:lnTo>
                    <a:pt x="5585" y="12089"/>
                  </a:lnTo>
                  <a:lnTo>
                    <a:pt x="5533" y="12090"/>
                  </a:lnTo>
                  <a:close/>
                  <a:moveTo>
                    <a:pt x="1509" y="7556"/>
                  </a:moveTo>
                  <a:lnTo>
                    <a:pt x="1483" y="7556"/>
                  </a:lnTo>
                  <a:lnTo>
                    <a:pt x="1458" y="7554"/>
                  </a:lnTo>
                  <a:lnTo>
                    <a:pt x="1432" y="7551"/>
                  </a:lnTo>
                  <a:lnTo>
                    <a:pt x="1407" y="7546"/>
                  </a:lnTo>
                  <a:lnTo>
                    <a:pt x="1383" y="7541"/>
                  </a:lnTo>
                  <a:lnTo>
                    <a:pt x="1359" y="7534"/>
                  </a:lnTo>
                  <a:lnTo>
                    <a:pt x="1336" y="7526"/>
                  </a:lnTo>
                  <a:lnTo>
                    <a:pt x="1313" y="7517"/>
                  </a:lnTo>
                  <a:lnTo>
                    <a:pt x="1291" y="7507"/>
                  </a:lnTo>
                  <a:lnTo>
                    <a:pt x="1269" y="7496"/>
                  </a:lnTo>
                  <a:lnTo>
                    <a:pt x="1248" y="7484"/>
                  </a:lnTo>
                  <a:lnTo>
                    <a:pt x="1228" y="7470"/>
                  </a:lnTo>
                  <a:lnTo>
                    <a:pt x="1208" y="7456"/>
                  </a:lnTo>
                  <a:lnTo>
                    <a:pt x="1189" y="7441"/>
                  </a:lnTo>
                  <a:lnTo>
                    <a:pt x="1171" y="7426"/>
                  </a:lnTo>
                  <a:lnTo>
                    <a:pt x="1154" y="7409"/>
                  </a:lnTo>
                  <a:lnTo>
                    <a:pt x="1137" y="7392"/>
                  </a:lnTo>
                  <a:lnTo>
                    <a:pt x="1121" y="7374"/>
                  </a:lnTo>
                  <a:lnTo>
                    <a:pt x="1106" y="7355"/>
                  </a:lnTo>
                  <a:lnTo>
                    <a:pt x="1091" y="7334"/>
                  </a:lnTo>
                  <a:lnTo>
                    <a:pt x="1078" y="7314"/>
                  </a:lnTo>
                  <a:lnTo>
                    <a:pt x="1066" y="7293"/>
                  </a:lnTo>
                  <a:lnTo>
                    <a:pt x="1055" y="7271"/>
                  </a:lnTo>
                  <a:lnTo>
                    <a:pt x="1045" y="7249"/>
                  </a:lnTo>
                  <a:lnTo>
                    <a:pt x="1036" y="7226"/>
                  </a:lnTo>
                  <a:lnTo>
                    <a:pt x="1029" y="7202"/>
                  </a:lnTo>
                  <a:lnTo>
                    <a:pt x="1022" y="7179"/>
                  </a:lnTo>
                  <a:lnTo>
                    <a:pt x="1016" y="7154"/>
                  </a:lnTo>
                  <a:lnTo>
                    <a:pt x="1012" y="7130"/>
                  </a:lnTo>
                  <a:lnTo>
                    <a:pt x="1009" y="7105"/>
                  </a:lnTo>
                  <a:lnTo>
                    <a:pt x="1007" y="7079"/>
                  </a:lnTo>
                  <a:lnTo>
                    <a:pt x="1006" y="7052"/>
                  </a:lnTo>
                  <a:lnTo>
                    <a:pt x="1006" y="1511"/>
                  </a:lnTo>
                  <a:lnTo>
                    <a:pt x="1007" y="1485"/>
                  </a:lnTo>
                  <a:lnTo>
                    <a:pt x="1009" y="1460"/>
                  </a:lnTo>
                  <a:lnTo>
                    <a:pt x="1012" y="1435"/>
                  </a:lnTo>
                  <a:lnTo>
                    <a:pt x="1016" y="1410"/>
                  </a:lnTo>
                  <a:lnTo>
                    <a:pt x="1022" y="1385"/>
                  </a:lnTo>
                  <a:lnTo>
                    <a:pt x="1029" y="1361"/>
                  </a:lnTo>
                  <a:lnTo>
                    <a:pt x="1036" y="1338"/>
                  </a:lnTo>
                  <a:lnTo>
                    <a:pt x="1045" y="1315"/>
                  </a:lnTo>
                  <a:lnTo>
                    <a:pt x="1055" y="1293"/>
                  </a:lnTo>
                  <a:lnTo>
                    <a:pt x="1066" y="1271"/>
                  </a:lnTo>
                  <a:lnTo>
                    <a:pt x="1078" y="1249"/>
                  </a:lnTo>
                  <a:lnTo>
                    <a:pt x="1091" y="1229"/>
                  </a:lnTo>
                  <a:lnTo>
                    <a:pt x="1106" y="1209"/>
                  </a:lnTo>
                  <a:lnTo>
                    <a:pt x="1121" y="1191"/>
                  </a:lnTo>
                  <a:lnTo>
                    <a:pt x="1137" y="1172"/>
                  </a:lnTo>
                  <a:lnTo>
                    <a:pt x="1154" y="1155"/>
                  </a:lnTo>
                  <a:lnTo>
                    <a:pt x="1171" y="1138"/>
                  </a:lnTo>
                  <a:lnTo>
                    <a:pt x="1189" y="1122"/>
                  </a:lnTo>
                  <a:lnTo>
                    <a:pt x="1208" y="1107"/>
                  </a:lnTo>
                  <a:lnTo>
                    <a:pt x="1228" y="1093"/>
                  </a:lnTo>
                  <a:lnTo>
                    <a:pt x="1248" y="1080"/>
                  </a:lnTo>
                  <a:lnTo>
                    <a:pt x="1269" y="1068"/>
                  </a:lnTo>
                  <a:lnTo>
                    <a:pt x="1291" y="1057"/>
                  </a:lnTo>
                  <a:lnTo>
                    <a:pt x="1313" y="1047"/>
                  </a:lnTo>
                  <a:lnTo>
                    <a:pt x="1336" y="1038"/>
                  </a:lnTo>
                  <a:lnTo>
                    <a:pt x="1359" y="1030"/>
                  </a:lnTo>
                  <a:lnTo>
                    <a:pt x="1383" y="1023"/>
                  </a:lnTo>
                  <a:lnTo>
                    <a:pt x="1407" y="1018"/>
                  </a:lnTo>
                  <a:lnTo>
                    <a:pt x="1432" y="1013"/>
                  </a:lnTo>
                  <a:lnTo>
                    <a:pt x="1458" y="1010"/>
                  </a:lnTo>
                  <a:lnTo>
                    <a:pt x="1483" y="1008"/>
                  </a:lnTo>
                  <a:lnTo>
                    <a:pt x="1509" y="1008"/>
                  </a:lnTo>
                  <a:lnTo>
                    <a:pt x="9053" y="1008"/>
                  </a:lnTo>
                  <a:lnTo>
                    <a:pt x="9080" y="1008"/>
                  </a:lnTo>
                  <a:lnTo>
                    <a:pt x="9105" y="1010"/>
                  </a:lnTo>
                  <a:lnTo>
                    <a:pt x="9131" y="1013"/>
                  </a:lnTo>
                  <a:lnTo>
                    <a:pt x="9155" y="1018"/>
                  </a:lnTo>
                  <a:lnTo>
                    <a:pt x="9179" y="1023"/>
                  </a:lnTo>
                  <a:lnTo>
                    <a:pt x="9203" y="1030"/>
                  </a:lnTo>
                  <a:lnTo>
                    <a:pt x="9226" y="1038"/>
                  </a:lnTo>
                  <a:lnTo>
                    <a:pt x="9250" y="1047"/>
                  </a:lnTo>
                  <a:lnTo>
                    <a:pt x="9272" y="1057"/>
                  </a:lnTo>
                  <a:lnTo>
                    <a:pt x="9294" y="1068"/>
                  </a:lnTo>
                  <a:lnTo>
                    <a:pt x="9315" y="1080"/>
                  </a:lnTo>
                  <a:lnTo>
                    <a:pt x="9335" y="1093"/>
                  </a:lnTo>
                  <a:lnTo>
                    <a:pt x="9355" y="1107"/>
                  </a:lnTo>
                  <a:lnTo>
                    <a:pt x="9373" y="1122"/>
                  </a:lnTo>
                  <a:lnTo>
                    <a:pt x="9392" y="1138"/>
                  </a:lnTo>
                  <a:lnTo>
                    <a:pt x="9410" y="1155"/>
                  </a:lnTo>
                  <a:lnTo>
                    <a:pt x="9426" y="1172"/>
                  </a:lnTo>
                  <a:lnTo>
                    <a:pt x="9442" y="1191"/>
                  </a:lnTo>
                  <a:lnTo>
                    <a:pt x="9457" y="1209"/>
                  </a:lnTo>
                  <a:lnTo>
                    <a:pt x="9471" y="1229"/>
                  </a:lnTo>
                  <a:lnTo>
                    <a:pt x="9484" y="1249"/>
                  </a:lnTo>
                  <a:lnTo>
                    <a:pt x="9496" y="1271"/>
                  </a:lnTo>
                  <a:lnTo>
                    <a:pt x="9507" y="1293"/>
                  </a:lnTo>
                  <a:lnTo>
                    <a:pt x="9517" y="1315"/>
                  </a:lnTo>
                  <a:lnTo>
                    <a:pt x="9526" y="1338"/>
                  </a:lnTo>
                  <a:lnTo>
                    <a:pt x="9534" y="1361"/>
                  </a:lnTo>
                  <a:lnTo>
                    <a:pt x="9541" y="1385"/>
                  </a:lnTo>
                  <a:lnTo>
                    <a:pt x="9546" y="1410"/>
                  </a:lnTo>
                  <a:lnTo>
                    <a:pt x="9550" y="1435"/>
                  </a:lnTo>
                  <a:lnTo>
                    <a:pt x="9554" y="1460"/>
                  </a:lnTo>
                  <a:lnTo>
                    <a:pt x="9556" y="1485"/>
                  </a:lnTo>
                  <a:lnTo>
                    <a:pt x="9556" y="1511"/>
                  </a:lnTo>
                  <a:lnTo>
                    <a:pt x="9556" y="2519"/>
                  </a:lnTo>
                  <a:lnTo>
                    <a:pt x="9556" y="3527"/>
                  </a:lnTo>
                  <a:lnTo>
                    <a:pt x="9556" y="7052"/>
                  </a:lnTo>
                  <a:lnTo>
                    <a:pt x="9556" y="7079"/>
                  </a:lnTo>
                  <a:lnTo>
                    <a:pt x="9554" y="7105"/>
                  </a:lnTo>
                  <a:lnTo>
                    <a:pt x="9550" y="7130"/>
                  </a:lnTo>
                  <a:lnTo>
                    <a:pt x="9546" y="7154"/>
                  </a:lnTo>
                  <a:lnTo>
                    <a:pt x="9541" y="7179"/>
                  </a:lnTo>
                  <a:lnTo>
                    <a:pt x="9534" y="7202"/>
                  </a:lnTo>
                  <a:lnTo>
                    <a:pt x="9526" y="7226"/>
                  </a:lnTo>
                  <a:lnTo>
                    <a:pt x="9517" y="7249"/>
                  </a:lnTo>
                  <a:lnTo>
                    <a:pt x="9507" y="7271"/>
                  </a:lnTo>
                  <a:lnTo>
                    <a:pt x="9496" y="7293"/>
                  </a:lnTo>
                  <a:lnTo>
                    <a:pt x="9484" y="7314"/>
                  </a:lnTo>
                  <a:lnTo>
                    <a:pt x="9471" y="7334"/>
                  </a:lnTo>
                  <a:lnTo>
                    <a:pt x="9457" y="7355"/>
                  </a:lnTo>
                  <a:lnTo>
                    <a:pt x="9442" y="7374"/>
                  </a:lnTo>
                  <a:lnTo>
                    <a:pt x="9426" y="7392"/>
                  </a:lnTo>
                  <a:lnTo>
                    <a:pt x="9410" y="7409"/>
                  </a:lnTo>
                  <a:lnTo>
                    <a:pt x="9392" y="7426"/>
                  </a:lnTo>
                  <a:lnTo>
                    <a:pt x="9373" y="7441"/>
                  </a:lnTo>
                  <a:lnTo>
                    <a:pt x="9355" y="7456"/>
                  </a:lnTo>
                  <a:lnTo>
                    <a:pt x="9335" y="7470"/>
                  </a:lnTo>
                  <a:lnTo>
                    <a:pt x="9315" y="7484"/>
                  </a:lnTo>
                  <a:lnTo>
                    <a:pt x="9294" y="7496"/>
                  </a:lnTo>
                  <a:lnTo>
                    <a:pt x="9272" y="7507"/>
                  </a:lnTo>
                  <a:lnTo>
                    <a:pt x="9250" y="7517"/>
                  </a:lnTo>
                  <a:lnTo>
                    <a:pt x="9226" y="7526"/>
                  </a:lnTo>
                  <a:lnTo>
                    <a:pt x="9203" y="7534"/>
                  </a:lnTo>
                  <a:lnTo>
                    <a:pt x="9179" y="7541"/>
                  </a:lnTo>
                  <a:lnTo>
                    <a:pt x="9155" y="7546"/>
                  </a:lnTo>
                  <a:lnTo>
                    <a:pt x="9131" y="7551"/>
                  </a:lnTo>
                  <a:lnTo>
                    <a:pt x="9105" y="7554"/>
                  </a:lnTo>
                  <a:lnTo>
                    <a:pt x="9080" y="7556"/>
                  </a:lnTo>
                  <a:lnTo>
                    <a:pt x="9053" y="7556"/>
                  </a:lnTo>
                  <a:lnTo>
                    <a:pt x="1509" y="7556"/>
                  </a:lnTo>
                  <a:close/>
                  <a:moveTo>
                    <a:pt x="15842" y="6214"/>
                  </a:moveTo>
                  <a:lnTo>
                    <a:pt x="13830" y="3192"/>
                  </a:lnTo>
                  <a:lnTo>
                    <a:pt x="13802" y="3153"/>
                  </a:lnTo>
                  <a:lnTo>
                    <a:pt x="13774" y="3115"/>
                  </a:lnTo>
                  <a:lnTo>
                    <a:pt x="13746" y="3077"/>
                  </a:lnTo>
                  <a:lnTo>
                    <a:pt x="13716" y="3042"/>
                  </a:lnTo>
                  <a:lnTo>
                    <a:pt x="13685" y="3007"/>
                  </a:lnTo>
                  <a:lnTo>
                    <a:pt x="13653" y="2973"/>
                  </a:lnTo>
                  <a:lnTo>
                    <a:pt x="13619" y="2940"/>
                  </a:lnTo>
                  <a:lnTo>
                    <a:pt x="13586" y="2909"/>
                  </a:lnTo>
                  <a:lnTo>
                    <a:pt x="13551" y="2878"/>
                  </a:lnTo>
                  <a:lnTo>
                    <a:pt x="13516" y="2849"/>
                  </a:lnTo>
                  <a:lnTo>
                    <a:pt x="13480" y="2820"/>
                  </a:lnTo>
                  <a:lnTo>
                    <a:pt x="13442" y="2793"/>
                  </a:lnTo>
                  <a:lnTo>
                    <a:pt x="13404" y="2768"/>
                  </a:lnTo>
                  <a:lnTo>
                    <a:pt x="13366" y="2743"/>
                  </a:lnTo>
                  <a:lnTo>
                    <a:pt x="13326" y="2720"/>
                  </a:lnTo>
                  <a:lnTo>
                    <a:pt x="13286" y="2697"/>
                  </a:lnTo>
                  <a:lnTo>
                    <a:pt x="13245" y="2676"/>
                  </a:lnTo>
                  <a:lnTo>
                    <a:pt x="13204" y="2656"/>
                  </a:lnTo>
                  <a:lnTo>
                    <a:pt x="13162" y="2638"/>
                  </a:lnTo>
                  <a:lnTo>
                    <a:pt x="13119" y="2621"/>
                  </a:lnTo>
                  <a:lnTo>
                    <a:pt x="13076" y="2605"/>
                  </a:lnTo>
                  <a:lnTo>
                    <a:pt x="13033" y="2590"/>
                  </a:lnTo>
                  <a:lnTo>
                    <a:pt x="12989" y="2576"/>
                  </a:lnTo>
                  <a:lnTo>
                    <a:pt x="12944" y="2564"/>
                  </a:lnTo>
                  <a:lnTo>
                    <a:pt x="12899" y="2554"/>
                  </a:lnTo>
                  <a:lnTo>
                    <a:pt x="12854" y="2544"/>
                  </a:lnTo>
                  <a:lnTo>
                    <a:pt x="12808" y="2537"/>
                  </a:lnTo>
                  <a:lnTo>
                    <a:pt x="12761" y="2530"/>
                  </a:lnTo>
                  <a:lnTo>
                    <a:pt x="12715" y="2525"/>
                  </a:lnTo>
                  <a:lnTo>
                    <a:pt x="12669" y="2522"/>
                  </a:lnTo>
                  <a:lnTo>
                    <a:pt x="12621" y="2519"/>
                  </a:lnTo>
                  <a:lnTo>
                    <a:pt x="12574" y="2519"/>
                  </a:lnTo>
                  <a:lnTo>
                    <a:pt x="10562" y="2519"/>
                  </a:lnTo>
                  <a:lnTo>
                    <a:pt x="10562" y="1511"/>
                  </a:lnTo>
                  <a:lnTo>
                    <a:pt x="10560" y="1434"/>
                  </a:lnTo>
                  <a:lnTo>
                    <a:pt x="10554" y="1357"/>
                  </a:lnTo>
                  <a:lnTo>
                    <a:pt x="10545" y="1282"/>
                  </a:lnTo>
                  <a:lnTo>
                    <a:pt x="10532" y="1207"/>
                  </a:lnTo>
                  <a:lnTo>
                    <a:pt x="10515" y="1134"/>
                  </a:lnTo>
                  <a:lnTo>
                    <a:pt x="10495" y="1062"/>
                  </a:lnTo>
                  <a:lnTo>
                    <a:pt x="10471" y="993"/>
                  </a:lnTo>
                  <a:lnTo>
                    <a:pt x="10444" y="924"/>
                  </a:lnTo>
                  <a:lnTo>
                    <a:pt x="10413" y="856"/>
                  </a:lnTo>
                  <a:lnTo>
                    <a:pt x="10380" y="791"/>
                  </a:lnTo>
                  <a:lnTo>
                    <a:pt x="10344" y="729"/>
                  </a:lnTo>
                  <a:lnTo>
                    <a:pt x="10305" y="667"/>
                  </a:lnTo>
                  <a:lnTo>
                    <a:pt x="10263" y="608"/>
                  </a:lnTo>
                  <a:lnTo>
                    <a:pt x="10217" y="550"/>
                  </a:lnTo>
                  <a:lnTo>
                    <a:pt x="10170" y="496"/>
                  </a:lnTo>
                  <a:lnTo>
                    <a:pt x="10120" y="443"/>
                  </a:lnTo>
                  <a:lnTo>
                    <a:pt x="10067" y="393"/>
                  </a:lnTo>
                  <a:lnTo>
                    <a:pt x="10013" y="346"/>
                  </a:lnTo>
                  <a:lnTo>
                    <a:pt x="9956" y="300"/>
                  </a:lnTo>
                  <a:lnTo>
                    <a:pt x="9896" y="258"/>
                  </a:lnTo>
                  <a:lnTo>
                    <a:pt x="9835" y="219"/>
                  </a:lnTo>
                  <a:lnTo>
                    <a:pt x="9773" y="182"/>
                  </a:lnTo>
                  <a:lnTo>
                    <a:pt x="9707" y="149"/>
                  </a:lnTo>
                  <a:lnTo>
                    <a:pt x="9641" y="119"/>
                  </a:lnTo>
                  <a:lnTo>
                    <a:pt x="9571" y="92"/>
                  </a:lnTo>
                  <a:lnTo>
                    <a:pt x="9502" y="69"/>
                  </a:lnTo>
                  <a:lnTo>
                    <a:pt x="9431" y="47"/>
                  </a:lnTo>
                  <a:lnTo>
                    <a:pt x="9357" y="31"/>
                  </a:lnTo>
                  <a:lnTo>
                    <a:pt x="9283" y="17"/>
                  </a:lnTo>
                  <a:lnTo>
                    <a:pt x="9207" y="8"/>
                  </a:lnTo>
                  <a:lnTo>
                    <a:pt x="9131" y="2"/>
                  </a:lnTo>
                  <a:lnTo>
                    <a:pt x="9053" y="0"/>
                  </a:lnTo>
                  <a:lnTo>
                    <a:pt x="1509" y="0"/>
                  </a:lnTo>
                  <a:lnTo>
                    <a:pt x="1431" y="2"/>
                  </a:lnTo>
                  <a:lnTo>
                    <a:pt x="1355" y="8"/>
                  </a:lnTo>
                  <a:lnTo>
                    <a:pt x="1280" y="17"/>
                  </a:lnTo>
                  <a:lnTo>
                    <a:pt x="1205" y="31"/>
                  </a:lnTo>
                  <a:lnTo>
                    <a:pt x="1133" y="47"/>
                  </a:lnTo>
                  <a:lnTo>
                    <a:pt x="1060" y="69"/>
                  </a:lnTo>
                  <a:lnTo>
                    <a:pt x="991" y="92"/>
                  </a:lnTo>
                  <a:lnTo>
                    <a:pt x="922" y="119"/>
                  </a:lnTo>
                  <a:lnTo>
                    <a:pt x="855" y="149"/>
                  </a:lnTo>
                  <a:lnTo>
                    <a:pt x="791" y="182"/>
                  </a:lnTo>
                  <a:lnTo>
                    <a:pt x="727" y="219"/>
                  </a:lnTo>
                  <a:lnTo>
                    <a:pt x="666" y="258"/>
                  </a:lnTo>
                  <a:lnTo>
                    <a:pt x="607" y="300"/>
                  </a:lnTo>
                  <a:lnTo>
                    <a:pt x="549" y="346"/>
                  </a:lnTo>
                  <a:lnTo>
                    <a:pt x="495" y="393"/>
                  </a:lnTo>
                  <a:lnTo>
                    <a:pt x="443" y="443"/>
                  </a:lnTo>
                  <a:lnTo>
                    <a:pt x="392" y="496"/>
                  </a:lnTo>
                  <a:lnTo>
                    <a:pt x="345" y="550"/>
                  </a:lnTo>
                  <a:lnTo>
                    <a:pt x="300" y="608"/>
                  </a:lnTo>
                  <a:lnTo>
                    <a:pt x="259" y="667"/>
                  </a:lnTo>
                  <a:lnTo>
                    <a:pt x="218" y="729"/>
                  </a:lnTo>
                  <a:lnTo>
                    <a:pt x="182" y="791"/>
                  </a:lnTo>
                  <a:lnTo>
                    <a:pt x="149" y="856"/>
                  </a:lnTo>
                  <a:lnTo>
                    <a:pt x="119" y="924"/>
                  </a:lnTo>
                  <a:lnTo>
                    <a:pt x="92" y="993"/>
                  </a:lnTo>
                  <a:lnTo>
                    <a:pt x="68" y="1062"/>
                  </a:lnTo>
                  <a:lnTo>
                    <a:pt x="47" y="1134"/>
                  </a:lnTo>
                  <a:lnTo>
                    <a:pt x="31" y="1207"/>
                  </a:lnTo>
                  <a:lnTo>
                    <a:pt x="17" y="1282"/>
                  </a:lnTo>
                  <a:lnTo>
                    <a:pt x="8" y="1357"/>
                  </a:lnTo>
                  <a:lnTo>
                    <a:pt x="2" y="1434"/>
                  </a:lnTo>
                  <a:lnTo>
                    <a:pt x="0" y="1511"/>
                  </a:lnTo>
                  <a:lnTo>
                    <a:pt x="0" y="7052"/>
                  </a:lnTo>
                  <a:lnTo>
                    <a:pt x="2" y="7131"/>
                  </a:lnTo>
                  <a:lnTo>
                    <a:pt x="8" y="7207"/>
                  </a:lnTo>
                  <a:lnTo>
                    <a:pt x="17" y="7283"/>
                  </a:lnTo>
                  <a:lnTo>
                    <a:pt x="31" y="7357"/>
                  </a:lnTo>
                  <a:lnTo>
                    <a:pt x="47" y="7430"/>
                  </a:lnTo>
                  <a:lnTo>
                    <a:pt x="68" y="7502"/>
                  </a:lnTo>
                  <a:lnTo>
                    <a:pt x="92" y="7572"/>
                  </a:lnTo>
                  <a:lnTo>
                    <a:pt x="119" y="7641"/>
                  </a:lnTo>
                  <a:lnTo>
                    <a:pt x="149" y="7707"/>
                  </a:lnTo>
                  <a:lnTo>
                    <a:pt x="182" y="7773"/>
                  </a:lnTo>
                  <a:lnTo>
                    <a:pt x="218" y="7836"/>
                  </a:lnTo>
                  <a:lnTo>
                    <a:pt x="259" y="7897"/>
                  </a:lnTo>
                  <a:lnTo>
                    <a:pt x="300" y="7956"/>
                  </a:lnTo>
                  <a:lnTo>
                    <a:pt x="345" y="8014"/>
                  </a:lnTo>
                  <a:lnTo>
                    <a:pt x="392" y="8068"/>
                  </a:lnTo>
                  <a:lnTo>
                    <a:pt x="443" y="8120"/>
                  </a:lnTo>
                  <a:lnTo>
                    <a:pt x="495" y="8171"/>
                  </a:lnTo>
                  <a:lnTo>
                    <a:pt x="549" y="8218"/>
                  </a:lnTo>
                  <a:lnTo>
                    <a:pt x="607" y="8263"/>
                  </a:lnTo>
                  <a:lnTo>
                    <a:pt x="666" y="8306"/>
                  </a:lnTo>
                  <a:lnTo>
                    <a:pt x="727" y="8345"/>
                  </a:lnTo>
                  <a:lnTo>
                    <a:pt x="791" y="8381"/>
                  </a:lnTo>
                  <a:lnTo>
                    <a:pt x="855" y="8415"/>
                  </a:lnTo>
                  <a:lnTo>
                    <a:pt x="922" y="8445"/>
                  </a:lnTo>
                  <a:lnTo>
                    <a:pt x="991" y="8472"/>
                  </a:lnTo>
                  <a:lnTo>
                    <a:pt x="1060" y="8496"/>
                  </a:lnTo>
                  <a:lnTo>
                    <a:pt x="1133" y="8516"/>
                  </a:lnTo>
                  <a:lnTo>
                    <a:pt x="1205" y="8533"/>
                  </a:lnTo>
                  <a:lnTo>
                    <a:pt x="1280" y="8547"/>
                  </a:lnTo>
                  <a:lnTo>
                    <a:pt x="1355" y="8557"/>
                  </a:lnTo>
                  <a:lnTo>
                    <a:pt x="1431" y="8562"/>
                  </a:lnTo>
                  <a:lnTo>
                    <a:pt x="1509" y="8564"/>
                  </a:lnTo>
                  <a:lnTo>
                    <a:pt x="1509" y="8564"/>
                  </a:lnTo>
                  <a:lnTo>
                    <a:pt x="1509" y="10075"/>
                  </a:lnTo>
                  <a:lnTo>
                    <a:pt x="1511" y="10153"/>
                  </a:lnTo>
                  <a:lnTo>
                    <a:pt x="1517" y="10229"/>
                  </a:lnTo>
                  <a:lnTo>
                    <a:pt x="1527" y="10305"/>
                  </a:lnTo>
                  <a:lnTo>
                    <a:pt x="1540" y="10379"/>
                  </a:lnTo>
                  <a:lnTo>
                    <a:pt x="1557" y="10453"/>
                  </a:lnTo>
                  <a:lnTo>
                    <a:pt x="1577" y="10525"/>
                  </a:lnTo>
                  <a:lnTo>
                    <a:pt x="1601" y="10594"/>
                  </a:lnTo>
                  <a:lnTo>
                    <a:pt x="1629" y="10663"/>
                  </a:lnTo>
                  <a:lnTo>
                    <a:pt x="1659" y="10730"/>
                  </a:lnTo>
                  <a:lnTo>
                    <a:pt x="1692" y="10795"/>
                  </a:lnTo>
                  <a:lnTo>
                    <a:pt x="1728" y="10858"/>
                  </a:lnTo>
                  <a:lnTo>
                    <a:pt x="1767" y="10920"/>
                  </a:lnTo>
                  <a:lnTo>
                    <a:pt x="1810" y="10979"/>
                  </a:lnTo>
                  <a:lnTo>
                    <a:pt x="1854" y="11036"/>
                  </a:lnTo>
                  <a:lnTo>
                    <a:pt x="1901" y="11091"/>
                  </a:lnTo>
                  <a:lnTo>
                    <a:pt x="1952" y="11143"/>
                  </a:lnTo>
                  <a:lnTo>
                    <a:pt x="2004" y="11194"/>
                  </a:lnTo>
                  <a:lnTo>
                    <a:pt x="2059" y="11241"/>
                  </a:lnTo>
                  <a:lnTo>
                    <a:pt x="2115" y="11286"/>
                  </a:lnTo>
                  <a:lnTo>
                    <a:pt x="2175" y="11329"/>
                  </a:lnTo>
                  <a:lnTo>
                    <a:pt x="2236" y="11368"/>
                  </a:lnTo>
                  <a:lnTo>
                    <a:pt x="2300" y="11404"/>
                  </a:lnTo>
                  <a:lnTo>
                    <a:pt x="2365" y="11437"/>
                  </a:lnTo>
                  <a:lnTo>
                    <a:pt x="2431" y="11468"/>
                  </a:lnTo>
                  <a:lnTo>
                    <a:pt x="2500" y="11495"/>
                  </a:lnTo>
                  <a:lnTo>
                    <a:pt x="2570" y="11519"/>
                  </a:lnTo>
                  <a:lnTo>
                    <a:pt x="2642" y="11539"/>
                  </a:lnTo>
                  <a:lnTo>
                    <a:pt x="2714" y="11556"/>
                  </a:lnTo>
                  <a:lnTo>
                    <a:pt x="2788" y="11569"/>
                  </a:lnTo>
                  <a:lnTo>
                    <a:pt x="2864" y="11579"/>
                  </a:lnTo>
                  <a:lnTo>
                    <a:pt x="2940" y="11585"/>
                  </a:lnTo>
                  <a:lnTo>
                    <a:pt x="3018" y="11587"/>
                  </a:lnTo>
                  <a:lnTo>
                    <a:pt x="3592" y="11587"/>
                  </a:lnTo>
                  <a:lnTo>
                    <a:pt x="3614" y="11667"/>
                  </a:lnTo>
                  <a:lnTo>
                    <a:pt x="3640" y="11747"/>
                  </a:lnTo>
                  <a:lnTo>
                    <a:pt x="3670" y="11824"/>
                  </a:lnTo>
                  <a:lnTo>
                    <a:pt x="3702" y="11901"/>
                  </a:lnTo>
                  <a:lnTo>
                    <a:pt x="3737" y="11976"/>
                  </a:lnTo>
                  <a:lnTo>
                    <a:pt x="3774" y="12048"/>
                  </a:lnTo>
                  <a:lnTo>
                    <a:pt x="3816" y="12120"/>
                  </a:lnTo>
                  <a:lnTo>
                    <a:pt x="3859" y="12188"/>
                  </a:lnTo>
                  <a:lnTo>
                    <a:pt x="3905" y="12256"/>
                  </a:lnTo>
                  <a:lnTo>
                    <a:pt x="3953" y="12321"/>
                  </a:lnTo>
                  <a:lnTo>
                    <a:pt x="4005" y="12385"/>
                  </a:lnTo>
                  <a:lnTo>
                    <a:pt x="4059" y="12446"/>
                  </a:lnTo>
                  <a:lnTo>
                    <a:pt x="4114" y="12505"/>
                  </a:lnTo>
                  <a:lnTo>
                    <a:pt x="4173" y="12561"/>
                  </a:lnTo>
                  <a:lnTo>
                    <a:pt x="4233" y="12615"/>
                  </a:lnTo>
                  <a:lnTo>
                    <a:pt x="4296" y="12668"/>
                  </a:lnTo>
                  <a:lnTo>
                    <a:pt x="4361" y="12717"/>
                  </a:lnTo>
                  <a:lnTo>
                    <a:pt x="4428" y="12763"/>
                  </a:lnTo>
                  <a:lnTo>
                    <a:pt x="4497" y="12807"/>
                  </a:lnTo>
                  <a:lnTo>
                    <a:pt x="4567" y="12848"/>
                  </a:lnTo>
                  <a:lnTo>
                    <a:pt x="4639" y="12886"/>
                  </a:lnTo>
                  <a:lnTo>
                    <a:pt x="4714" y="12922"/>
                  </a:lnTo>
                  <a:lnTo>
                    <a:pt x="4789" y="12955"/>
                  </a:lnTo>
                  <a:lnTo>
                    <a:pt x="4867" y="12984"/>
                  </a:lnTo>
                  <a:lnTo>
                    <a:pt x="4946" y="13010"/>
                  </a:lnTo>
                  <a:lnTo>
                    <a:pt x="5026" y="13033"/>
                  </a:lnTo>
                  <a:lnTo>
                    <a:pt x="5107" y="13053"/>
                  </a:lnTo>
                  <a:lnTo>
                    <a:pt x="5191" y="13069"/>
                  </a:lnTo>
                  <a:lnTo>
                    <a:pt x="5274" y="13081"/>
                  </a:lnTo>
                  <a:lnTo>
                    <a:pt x="5360" y="13091"/>
                  </a:lnTo>
                  <a:lnTo>
                    <a:pt x="5446" y="13096"/>
                  </a:lnTo>
                  <a:lnTo>
                    <a:pt x="5533" y="13098"/>
                  </a:lnTo>
                  <a:lnTo>
                    <a:pt x="5620" y="13096"/>
                  </a:lnTo>
                  <a:lnTo>
                    <a:pt x="5707" y="13091"/>
                  </a:lnTo>
                  <a:lnTo>
                    <a:pt x="5791" y="13081"/>
                  </a:lnTo>
                  <a:lnTo>
                    <a:pt x="5876" y="13069"/>
                  </a:lnTo>
                  <a:lnTo>
                    <a:pt x="5958" y="13053"/>
                  </a:lnTo>
                  <a:lnTo>
                    <a:pt x="6040" y="13033"/>
                  </a:lnTo>
                  <a:lnTo>
                    <a:pt x="6120" y="13010"/>
                  </a:lnTo>
                  <a:lnTo>
                    <a:pt x="6199" y="12984"/>
                  </a:lnTo>
                  <a:lnTo>
                    <a:pt x="6276" y="12955"/>
                  </a:lnTo>
                  <a:lnTo>
                    <a:pt x="6351" y="12922"/>
                  </a:lnTo>
                  <a:lnTo>
                    <a:pt x="6426" y="12886"/>
                  </a:lnTo>
                  <a:lnTo>
                    <a:pt x="6498" y="12848"/>
                  </a:lnTo>
                  <a:lnTo>
                    <a:pt x="6569" y="12807"/>
                  </a:lnTo>
                  <a:lnTo>
                    <a:pt x="6637" y="12763"/>
                  </a:lnTo>
                  <a:lnTo>
                    <a:pt x="6705" y="12717"/>
                  </a:lnTo>
                  <a:lnTo>
                    <a:pt x="6769" y="12668"/>
                  </a:lnTo>
                  <a:lnTo>
                    <a:pt x="6831" y="12615"/>
                  </a:lnTo>
                  <a:lnTo>
                    <a:pt x="6892" y="12561"/>
                  </a:lnTo>
                  <a:lnTo>
                    <a:pt x="6951" y="12505"/>
                  </a:lnTo>
                  <a:lnTo>
                    <a:pt x="7006" y="12446"/>
                  </a:lnTo>
                  <a:lnTo>
                    <a:pt x="7061" y="12385"/>
                  </a:lnTo>
                  <a:lnTo>
                    <a:pt x="7112" y="12321"/>
                  </a:lnTo>
                  <a:lnTo>
                    <a:pt x="7160" y="12256"/>
                  </a:lnTo>
                  <a:lnTo>
                    <a:pt x="7207" y="12188"/>
                  </a:lnTo>
                  <a:lnTo>
                    <a:pt x="7250" y="12120"/>
                  </a:lnTo>
                  <a:lnTo>
                    <a:pt x="7290" y="12048"/>
                  </a:lnTo>
                  <a:lnTo>
                    <a:pt x="7328" y="11976"/>
                  </a:lnTo>
                  <a:lnTo>
                    <a:pt x="7363" y="11901"/>
                  </a:lnTo>
                  <a:lnTo>
                    <a:pt x="7396" y="11824"/>
                  </a:lnTo>
                  <a:lnTo>
                    <a:pt x="7425" y="11747"/>
                  </a:lnTo>
                  <a:lnTo>
                    <a:pt x="7450" y="11667"/>
                  </a:lnTo>
                  <a:lnTo>
                    <a:pt x="7473" y="11587"/>
                  </a:lnTo>
                  <a:lnTo>
                    <a:pt x="10131" y="11587"/>
                  </a:lnTo>
                  <a:lnTo>
                    <a:pt x="10153" y="11667"/>
                  </a:lnTo>
                  <a:lnTo>
                    <a:pt x="10179" y="11747"/>
                  </a:lnTo>
                  <a:lnTo>
                    <a:pt x="10208" y="11824"/>
                  </a:lnTo>
                  <a:lnTo>
                    <a:pt x="10240" y="11901"/>
                  </a:lnTo>
                  <a:lnTo>
                    <a:pt x="10275" y="11976"/>
                  </a:lnTo>
                  <a:lnTo>
                    <a:pt x="10313" y="12048"/>
                  </a:lnTo>
                  <a:lnTo>
                    <a:pt x="10354" y="12120"/>
                  </a:lnTo>
                  <a:lnTo>
                    <a:pt x="10397" y="12188"/>
                  </a:lnTo>
                  <a:lnTo>
                    <a:pt x="10444" y="12256"/>
                  </a:lnTo>
                  <a:lnTo>
                    <a:pt x="10492" y="12321"/>
                  </a:lnTo>
                  <a:lnTo>
                    <a:pt x="10543" y="12385"/>
                  </a:lnTo>
                  <a:lnTo>
                    <a:pt x="10597" y="12446"/>
                  </a:lnTo>
                  <a:lnTo>
                    <a:pt x="10653" y="12505"/>
                  </a:lnTo>
                  <a:lnTo>
                    <a:pt x="10711" y="12561"/>
                  </a:lnTo>
                  <a:lnTo>
                    <a:pt x="10772" y="12615"/>
                  </a:lnTo>
                  <a:lnTo>
                    <a:pt x="10835" y="12668"/>
                  </a:lnTo>
                  <a:lnTo>
                    <a:pt x="10899" y="12717"/>
                  </a:lnTo>
                  <a:lnTo>
                    <a:pt x="10967" y="12763"/>
                  </a:lnTo>
                  <a:lnTo>
                    <a:pt x="11035" y="12807"/>
                  </a:lnTo>
                  <a:lnTo>
                    <a:pt x="11106" y="12848"/>
                  </a:lnTo>
                  <a:lnTo>
                    <a:pt x="11178" y="12886"/>
                  </a:lnTo>
                  <a:lnTo>
                    <a:pt x="11252" y="12922"/>
                  </a:lnTo>
                  <a:lnTo>
                    <a:pt x="11328" y="12955"/>
                  </a:lnTo>
                  <a:lnTo>
                    <a:pt x="11405" y="12984"/>
                  </a:lnTo>
                  <a:lnTo>
                    <a:pt x="11484" y="13010"/>
                  </a:lnTo>
                  <a:lnTo>
                    <a:pt x="11564" y="13033"/>
                  </a:lnTo>
                  <a:lnTo>
                    <a:pt x="11646" y="13053"/>
                  </a:lnTo>
                  <a:lnTo>
                    <a:pt x="11729" y="13069"/>
                  </a:lnTo>
                  <a:lnTo>
                    <a:pt x="11813" y="13081"/>
                  </a:lnTo>
                  <a:lnTo>
                    <a:pt x="11898" y="13091"/>
                  </a:lnTo>
                  <a:lnTo>
                    <a:pt x="11984" y="13096"/>
                  </a:lnTo>
                  <a:lnTo>
                    <a:pt x="12071" y="13098"/>
                  </a:lnTo>
                  <a:lnTo>
                    <a:pt x="12159" y="13096"/>
                  </a:lnTo>
                  <a:lnTo>
                    <a:pt x="12244" y="13091"/>
                  </a:lnTo>
                  <a:lnTo>
                    <a:pt x="12330" y="13081"/>
                  </a:lnTo>
                  <a:lnTo>
                    <a:pt x="12413" y="13069"/>
                  </a:lnTo>
                  <a:lnTo>
                    <a:pt x="12497" y="13053"/>
                  </a:lnTo>
                  <a:lnTo>
                    <a:pt x="12578" y="13033"/>
                  </a:lnTo>
                  <a:lnTo>
                    <a:pt x="12658" y="13010"/>
                  </a:lnTo>
                  <a:lnTo>
                    <a:pt x="12737" y="12984"/>
                  </a:lnTo>
                  <a:lnTo>
                    <a:pt x="12815" y="12955"/>
                  </a:lnTo>
                  <a:lnTo>
                    <a:pt x="12890" y="12922"/>
                  </a:lnTo>
                  <a:lnTo>
                    <a:pt x="12964" y="12886"/>
                  </a:lnTo>
                  <a:lnTo>
                    <a:pt x="13036" y="12848"/>
                  </a:lnTo>
                  <a:lnTo>
                    <a:pt x="13107" y="12807"/>
                  </a:lnTo>
                  <a:lnTo>
                    <a:pt x="13176" y="12763"/>
                  </a:lnTo>
                  <a:lnTo>
                    <a:pt x="13242" y="12717"/>
                  </a:lnTo>
                  <a:lnTo>
                    <a:pt x="13308" y="12668"/>
                  </a:lnTo>
                  <a:lnTo>
                    <a:pt x="13370" y="12615"/>
                  </a:lnTo>
                  <a:lnTo>
                    <a:pt x="13430" y="12561"/>
                  </a:lnTo>
                  <a:lnTo>
                    <a:pt x="13489" y="12505"/>
                  </a:lnTo>
                  <a:lnTo>
                    <a:pt x="13545" y="12446"/>
                  </a:lnTo>
                  <a:lnTo>
                    <a:pt x="13598" y="12385"/>
                  </a:lnTo>
                  <a:lnTo>
                    <a:pt x="13650" y="12321"/>
                  </a:lnTo>
                  <a:lnTo>
                    <a:pt x="13699" y="12256"/>
                  </a:lnTo>
                  <a:lnTo>
                    <a:pt x="13745" y="12188"/>
                  </a:lnTo>
                  <a:lnTo>
                    <a:pt x="13788" y="12120"/>
                  </a:lnTo>
                  <a:lnTo>
                    <a:pt x="13829" y="12048"/>
                  </a:lnTo>
                  <a:lnTo>
                    <a:pt x="13867" y="11976"/>
                  </a:lnTo>
                  <a:lnTo>
                    <a:pt x="13902" y="11901"/>
                  </a:lnTo>
                  <a:lnTo>
                    <a:pt x="13934" y="11824"/>
                  </a:lnTo>
                  <a:lnTo>
                    <a:pt x="13962" y="11747"/>
                  </a:lnTo>
                  <a:lnTo>
                    <a:pt x="13989" y="11667"/>
                  </a:lnTo>
                  <a:lnTo>
                    <a:pt x="14012" y="11587"/>
                  </a:lnTo>
                  <a:lnTo>
                    <a:pt x="14586" y="11587"/>
                  </a:lnTo>
                  <a:lnTo>
                    <a:pt x="14664" y="11585"/>
                  </a:lnTo>
                  <a:lnTo>
                    <a:pt x="14740" y="11579"/>
                  </a:lnTo>
                  <a:lnTo>
                    <a:pt x="14815" y="11569"/>
                  </a:lnTo>
                  <a:lnTo>
                    <a:pt x="14890" y="11556"/>
                  </a:lnTo>
                  <a:lnTo>
                    <a:pt x="14962" y="11539"/>
                  </a:lnTo>
                  <a:lnTo>
                    <a:pt x="15035" y="11519"/>
                  </a:lnTo>
                  <a:lnTo>
                    <a:pt x="15104" y="11495"/>
                  </a:lnTo>
                  <a:lnTo>
                    <a:pt x="15173" y="11468"/>
                  </a:lnTo>
                  <a:lnTo>
                    <a:pt x="15240" y="11437"/>
                  </a:lnTo>
                  <a:lnTo>
                    <a:pt x="15304" y="11404"/>
                  </a:lnTo>
                  <a:lnTo>
                    <a:pt x="15368" y="11368"/>
                  </a:lnTo>
                  <a:lnTo>
                    <a:pt x="15429" y="11329"/>
                  </a:lnTo>
                  <a:lnTo>
                    <a:pt x="15488" y="11286"/>
                  </a:lnTo>
                  <a:lnTo>
                    <a:pt x="15546" y="11241"/>
                  </a:lnTo>
                  <a:lnTo>
                    <a:pt x="15600" y="11194"/>
                  </a:lnTo>
                  <a:lnTo>
                    <a:pt x="15652" y="11143"/>
                  </a:lnTo>
                  <a:lnTo>
                    <a:pt x="15703" y="11091"/>
                  </a:lnTo>
                  <a:lnTo>
                    <a:pt x="15750" y="11036"/>
                  </a:lnTo>
                  <a:lnTo>
                    <a:pt x="15795" y="10979"/>
                  </a:lnTo>
                  <a:lnTo>
                    <a:pt x="15836" y="10920"/>
                  </a:lnTo>
                  <a:lnTo>
                    <a:pt x="15877" y="10858"/>
                  </a:lnTo>
                  <a:lnTo>
                    <a:pt x="15913" y="10795"/>
                  </a:lnTo>
                  <a:lnTo>
                    <a:pt x="15946" y="10730"/>
                  </a:lnTo>
                  <a:lnTo>
                    <a:pt x="15976" y="10663"/>
                  </a:lnTo>
                  <a:lnTo>
                    <a:pt x="16003" y="10594"/>
                  </a:lnTo>
                  <a:lnTo>
                    <a:pt x="16027" y="10525"/>
                  </a:lnTo>
                  <a:lnTo>
                    <a:pt x="16048" y="10453"/>
                  </a:lnTo>
                  <a:lnTo>
                    <a:pt x="16064" y="10379"/>
                  </a:lnTo>
                  <a:lnTo>
                    <a:pt x="16078" y="10305"/>
                  </a:lnTo>
                  <a:lnTo>
                    <a:pt x="16087" y="10229"/>
                  </a:lnTo>
                  <a:lnTo>
                    <a:pt x="16093" y="10153"/>
                  </a:lnTo>
                  <a:lnTo>
                    <a:pt x="16095" y="10075"/>
                  </a:lnTo>
                  <a:lnTo>
                    <a:pt x="16095" y="7052"/>
                  </a:lnTo>
                  <a:lnTo>
                    <a:pt x="16095" y="7025"/>
                  </a:lnTo>
                  <a:lnTo>
                    <a:pt x="16094" y="6997"/>
                  </a:lnTo>
                  <a:lnTo>
                    <a:pt x="16093" y="6969"/>
                  </a:lnTo>
                  <a:lnTo>
                    <a:pt x="16091" y="6941"/>
                  </a:lnTo>
                  <a:lnTo>
                    <a:pt x="16089" y="6913"/>
                  </a:lnTo>
                  <a:lnTo>
                    <a:pt x="16086" y="6885"/>
                  </a:lnTo>
                  <a:lnTo>
                    <a:pt x="16083" y="6858"/>
                  </a:lnTo>
                  <a:lnTo>
                    <a:pt x="16079" y="6831"/>
                  </a:lnTo>
                  <a:lnTo>
                    <a:pt x="16075" y="6803"/>
                  </a:lnTo>
                  <a:lnTo>
                    <a:pt x="16070" y="6776"/>
                  </a:lnTo>
                  <a:lnTo>
                    <a:pt x="16065" y="6749"/>
                  </a:lnTo>
                  <a:lnTo>
                    <a:pt x="16059" y="6722"/>
                  </a:lnTo>
                  <a:lnTo>
                    <a:pt x="16053" y="6695"/>
                  </a:lnTo>
                  <a:lnTo>
                    <a:pt x="16046" y="6667"/>
                  </a:lnTo>
                  <a:lnTo>
                    <a:pt x="16039" y="6641"/>
                  </a:lnTo>
                  <a:lnTo>
                    <a:pt x="16031" y="6615"/>
                  </a:lnTo>
                  <a:lnTo>
                    <a:pt x="16023" y="6588"/>
                  </a:lnTo>
                  <a:lnTo>
                    <a:pt x="16014" y="6562"/>
                  </a:lnTo>
                  <a:lnTo>
                    <a:pt x="16004" y="6536"/>
                  </a:lnTo>
                  <a:lnTo>
                    <a:pt x="15994" y="6510"/>
                  </a:lnTo>
                  <a:lnTo>
                    <a:pt x="15984" y="6484"/>
                  </a:lnTo>
                  <a:lnTo>
                    <a:pt x="15974" y="6459"/>
                  </a:lnTo>
                  <a:lnTo>
                    <a:pt x="15963" y="6434"/>
                  </a:lnTo>
                  <a:lnTo>
                    <a:pt x="15951" y="6408"/>
                  </a:lnTo>
                  <a:lnTo>
                    <a:pt x="15939" y="6383"/>
                  </a:lnTo>
                  <a:lnTo>
                    <a:pt x="15927" y="6358"/>
                  </a:lnTo>
                  <a:lnTo>
                    <a:pt x="15914" y="6334"/>
                  </a:lnTo>
                  <a:lnTo>
                    <a:pt x="15900" y="6310"/>
                  </a:lnTo>
                  <a:lnTo>
                    <a:pt x="15886" y="6286"/>
                  </a:lnTo>
                  <a:lnTo>
                    <a:pt x="15872" y="6261"/>
                  </a:lnTo>
                  <a:lnTo>
                    <a:pt x="15857" y="6238"/>
                  </a:lnTo>
                  <a:lnTo>
                    <a:pt x="15842" y="6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grpSp>
      <p:sp>
        <p:nvSpPr>
          <p:cNvPr id="35" name="Oval 34"/>
          <p:cNvSpPr/>
          <p:nvPr/>
        </p:nvSpPr>
        <p:spPr>
          <a:xfrm>
            <a:off x="7618015" y="1981200"/>
            <a:ext cx="1041129" cy="104112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sz="1799">
              <a:solidFill>
                <a:schemeClr val="bg1"/>
              </a:solidFill>
            </a:endParaRPr>
          </a:p>
        </p:txBody>
      </p:sp>
      <p:sp>
        <p:nvSpPr>
          <p:cNvPr id="36" name="TextBox 10"/>
          <p:cNvSpPr txBox="1"/>
          <p:nvPr/>
        </p:nvSpPr>
        <p:spPr>
          <a:xfrm>
            <a:off x="8760717" y="2130266"/>
            <a:ext cx="2272708" cy="323081"/>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500" b="1" dirty="0">
                <a:solidFill>
                  <a:schemeClr val="tx1">
                    <a:lumMod val="65000"/>
                    <a:lumOff val="35000"/>
                  </a:schemeClr>
                </a:solidFill>
                <a:latin typeface="+mj-lt"/>
              </a:rPr>
              <a:t>VISUALIZATION</a:t>
            </a:r>
          </a:p>
        </p:txBody>
      </p:sp>
      <p:sp>
        <p:nvSpPr>
          <p:cNvPr id="37" name="TextBox 11"/>
          <p:cNvSpPr txBox="1"/>
          <p:nvPr/>
        </p:nvSpPr>
        <p:spPr>
          <a:xfrm>
            <a:off x="8760718" y="2411886"/>
            <a:ext cx="1947355" cy="646163"/>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200" dirty="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consectetuer adipiscing elit.</a:t>
            </a:r>
          </a:p>
        </p:txBody>
      </p:sp>
      <p:sp>
        <p:nvSpPr>
          <p:cNvPr id="44" name="Oval 43"/>
          <p:cNvSpPr/>
          <p:nvPr/>
        </p:nvSpPr>
        <p:spPr>
          <a:xfrm>
            <a:off x="7618015" y="3360696"/>
            <a:ext cx="1041129" cy="104112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sz="1799">
              <a:solidFill>
                <a:schemeClr val="bg1"/>
              </a:solidFill>
            </a:endParaRPr>
          </a:p>
        </p:txBody>
      </p:sp>
      <p:sp>
        <p:nvSpPr>
          <p:cNvPr id="45" name="TextBox 19"/>
          <p:cNvSpPr txBox="1"/>
          <p:nvPr/>
        </p:nvSpPr>
        <p:spPr>
          <a:xfrm>
            <a:off x="8760717" y="3509763"/>
            <a:ext cx="2272708" cy="323081"/>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500" b="1" dirty="0">
                <a:solidFill>
                  <a:schemeClr val="tx1">
                    <a:lumMod val="65000"/>
                    <a:lumOff val="35000"/>
                  </a:schemeClr>
                </a:solidFill>
                <a:latin typeface="+mj-lt"/>
              </a:rPr>
              <a:t>SCIENCE</a:t>
            </a:r>
          </a:p>
        </p:txBody>
      </p:sp>
      <p:sp>
        <p:nvSpPr>
          <p:cNvPr id="46" name="TextBox 20"/>
          <p:cNvSpPr txBox="1"/>
          <p:nvPr/>
        </p:nvSpPr>
        <p:spPr>
          <a:xfrm>
            <a:off x="8760718" y="3791383"/>
            <a:ext cx="1947355" cy="646163"/>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200" dirty="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consectetuer adipiscing elit.</a:t>
            </a:r>
          </a:p>
        </p:txBody>
      </p:sp>
      <p:sp>
        <p:nvSpPr>
          <p:cNvPr id="53" name="Oval 52"/>
          <p:cNvSpPr/>
          <p:nvPr/>
        </p:nvSpPr>
        <p:spPr>
          <a:xfrm>
            <a:off x="7618015" y="4726026"/>
            <a:ext cx="1041129" cy="104112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sz="1799">
              <a:solidFill>
                <a:schemeClr val="bg1"/>
              </a:solidFill>
            </a:endParaRPr>
          </a:p>
        </p:txBody>
      </p:sp>
      <p:sp>
        <p:nvSpPr>
          <p:cNvPr id="54" name="TextBox 28"/>
          <p:cNvSpPr txBox="1"/>
          <p:nvPr/>
        </p:nvSpPr>
        <p:spPr>
          <a:xfrm>
            <a:off x="8760717" y="4875092"/>
            <a:ext cx="2272708" cy="323081"/>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500" b="1" dirty="0">
                <a:solidFill>
                  <a:schemeClr val="tx1">
                    <a:lumMod val="65000"/>
                    <a:lumOff val="35000"/>
                  </a:schemeClr>
                </a:solidFill>
                <a:latin typeface="+mj-lt"/>
              </a:rPr>
              <a:t>UTILITY</a:t>
            </a:r>
          </a:p>
        </p:txBody>
      </p:sp>
      <p:sp>
        <p:nvSpPr>
          <p:cNvPr id="55" name="TextBox 29"/>
          <p:cNvSpPr txBox="1"/>
          <p:nvPr/>
        </p:nvSpPr>
        <p:spPr>
          <a:xfrm>
            <a:off x="8760718" y="5156712"/>
            <a:ext cx="1947355" cy="646163"/>
          </a:xfrm>
          <a:prstGeom prst="rect">
            <a:avLst/>
          </a:prstGeom>
          <a:noFill/>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d-ID" sz="1200" dirty="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rPr>
              <a:t>Lorem ipsum dolor sit amet, consectetuer adipiscing elit.</a:t>
            </a:r>
          </a:p>
        </p:txBody>
      </p:sp>
      <p:grpSp>
        <p:nvGrpSpPr>
          <p:cNvPr id="58" name="Group 57"/>
          <p:cNvGrpSpPr/>
          <p:nvPr/>
        </p:nvGrpSpPr>
        <p:grpSpPr>
          <a:xfrm>
            <a:off x="7894159" y="2297615"/>
            <a:ext cx="497801" cy="465761"/>
            <a:chOff x="6964363" y="2108200"/>
            <a:chExt cx="690562" cy="646113"/>
          </a:xfrm>
          <a:solidFill>
            <a:schemeClr val="bg1"/>
          </a:solidFill>
        </p:grpSpPr>
        <p:sp>
          <p:nvSpPr>
            <p:cNvPr id="83" name="Freeform 82"/>
            <p:cNvSpPr>
              <a:spLocks noEditPoints="1"/>
            </p:cNvSpPr>
            <p:nvPr/>
          </p:nvSpPr>
          <p:spPr bwMode="auto">
            <a:xfrm>
              <a:off x="7050088" y="2193925"/>
              <a:ext cx="519112" cy="344488"/>
            </a:xfrm>
            <a:custGeom>
              <a:avLst/>
              <a:gdLst>
                <a:gd name="T0" fmla="*/ 503 w 12071"/>
                <a:gd name="T1" fmla="*/ 502 h 8033"/>
                <a:gd name="T2" fmla="*/ 11568 w 12071"/>
                <a:gd name="T3" fmla="*/ 0 h 8033"/>
                <a:gd name="T4" fmla="*/ 452 w 12071"/>
                <a:gd name="T5" fmla="*/ 5 h 8033"/>
                <a:gd name="T6" fmla="*/ 377 w 12071"/>
                <a:gd name="T7" fmla="*/ 18 h 8033"/>
                <a:gd name="T8" fmla="*/ 307 w 12071"/>
                <a:gd name="T9" fmla="*/ 41 h 8033"/>
                <a:gd name="T10" fmla="*/ 242 w 12071"/>
                <a:gd name="T11" fmla="*/ 74 h 8033"/>
                <a:gd name="T12" fmla="*/ 183 w 12071"/>
                <a:gd name="T13" fmla="*/ 116 h 8033"/>
                <a:gd name="T14" fmla="*/ 131 w 12071"/>
                <a:gd name="T15" fmla="*/ 166 h 8033"/>
                <a:gd name="T16" fmla="*/ 85 w 12071"/>
                <a:gd name="T17" fmla="*/ 222 h 8033"/>
                <a:gd name="T18" fmla="*/ 49 w 12071"/>
                <a:gd name="T19" fmla="*/ 284 h 8033"/>
                <a:gd name="T20" fmla="*/ 22 w 12071"/>
                <a:gd name="T21" fmla="*/ 353 h 8033"/>
                <a:gd name="T22" fmla="*/ 6 w 12071"/>
                <a:gd name="T23" fmla="*/ 426 h 8033"/>
                <a:gd name="T24" fmla="*/ 0 w 12071"/>
                <a:gd name="T25" fmla="*/ 502 h 8033"/>
                <a:gd name="T26" fmla="*/ 3 w 12071"/>
                <a:gd name="T27" fmla="*/ 7582 h 8033"/>
                <a:gd name="T28" fmla="*/ 16 w 12071"/>
                <a:gd name="T29" fmla="*/ 7656 h 8033"/>
                <a:gd name="T30" fmla="*/ 39 w 12071"/>
                <a:gd name="T31" fmla="*/ 7726 h 8033"/>
                <a:gd name="T32" fmla="*/ 72 w 12071"/>
                <a:gd name="T33" fmla="*/ 7792 h 8033"/>
                <a:gd name="T34" fmla="*/ 115 w 12071"/>
                <a:gd name="T35" fmla="*/ 7850 h 8033"/>
                <a:gd name="T36" fmla="*/ 165 w 12071"/>
                <a:gd name="T37" fmla="*/ 7902 h 8033"/>
                <a:gd name="T38" fmla="*/ 221 w 12071"/>
                <a:gd name="T39" fmla="*/ 7947 h 8033"/>
                <a:gd name="T40" fmla="*/ 285 w 12071"/>
                <a:gd name="T41" fmla="*/ 7983 h 8033"/>
                <a:gd name="T42" fmla="*/ 353 w 12071"/>
                <a:gd name="T43" fmla="*/ 8011 h 8033"/>
                <a:gd name="T44" fmla="*/ 426 w 12071"/>
                <a:gd name="T45" fmla="*/ 8027 h 8033"/>
                <a:gd name="T46" fmla="*/ 503 w 12071"/>
                <a:gd name="T47" fmla="*/ 8033 h 8033"/>
                <a:gd name="T48" fmla="*/ 11619 w 12071"/>
                <a:gd name="T49" fmla="*/ 8030 h 8033"/>
                <a:gd name="T50" fmla="*/ 11694 w 12071"/>
                <a:gd name="T51" fmla="*/ 8017 h 8033"/>
                <a:gd name="T52" fmla="*/ 11764 w 12071"/>
                <a:gd name="T53" fmla="*/ 7994 h 8033"/>
                <a:gd name="T54" fmla="*/ 11829 w 12071"/>
                <a:gd name="T55" fmla="*/ 7960 h 8033"/>
                <a:gd name="T56" fmla="*/ 11888 w 12071"/>
                <a:gd name="T57" fmla="*/ 7918 h 8033"/>
                <a:gd name="T58" fmla="*/ 11940 w 12071"/>
                <a:gd name="T59" fmla="*/ 7868 h 8033"/>
                <a:gd name="T60" fmla="*/ 11986 w 12071"/>
                <a:gd name="T61" fmla="*/ 7812 h 8033"/>
                <a:gd name="T62" fmla="*/ 12022 w 12071"/>
                <a:gd name="T63" fmla="*/ 7749 h 8033"/>
                <a:gd name="T64" fmla="*/ 12049 w 12071"/>
                <a:gd name="T65" fmla="*/ 7680 h 8033"/>
                <a:gd name="T66" fmla="*/ 12065 w 12071"/>
                <a:gd name="T67" fmla="*/ 7607 h 8033"/>
                <a:gd name="T68" fmla="*/ 12071 w 12071"/>
                <a:gd name="T69" fmla="*/ 7531 h 8033"/>
                <a:gd name="T70" fmla="*/ 12068 w 12071"/>
                <a:gd name="T71" fmla="*/ 451 h 8033"/>
                <a:gd name="T72" fmla="*/ 12055 w 12071"/>
                <a:gd name="T73" fmla="*/ 377 h 8033"/>
                <a:gd name="T74" fmla="*/ 12032 w 12071"/>
                <a:gd name="T75" fmla="*/ 306 h 8033"/>
                <a:gd name="T76" fmla="*/ 11999 w 12071"/>
                <a:gd name="T77" fmla="*/ 242 h 8033"/>
                <a:gd name="T78" fmla="*/ 11956 w 12071"/>
                <a:gd name="T79" fmla="*/ 183 h 8033"/>
                <a:gd name="T80" fmla="*/ 11906 w 12071"/>
                <a:gd name="T81" fmla="*/ 131 h 8033"/>
                <a:gd name="T82" fmla="*/ 11850 w 12071"/>
                <a:gd name="T83" fmla="*/ 85 h 8033"/>
                <a:gd name="T84" fmla="*/ 11786 w 12071"/>
                <a:gd name="T85" fmla="*/ 49 h 8033"/>
                <a:gd name="T86" fmla="*/ 11718 w 12071"/>
                <a:gd name="T87" fmla="*/ 22 h 8033"/>
                <a:gd name="T88" fmla="*/ 11645 w 12071"/>
                <a:gd name="T89" fmla="*/ 6 h 8033"/>
                <a:gd name="T90" fmla="*/ 11568 w 12071"/>
                <a:gd name="T91" fmla="*/ 0 h 80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071" h="8033">
                  <a:moveTo>
                    <a:pt x="11568" y="7533"/>
                  </a:moveTo>
                  <a:lnTo>
                    <a:pt x="503" y="7533"/>
                  </a:lnTo>
                  <a:lnTo>
                    <a:pt x="503" y="502"/>
                  </a:lnTo>
                  <a:lnTo>
                    <a:pt x="11568" y="502"/>
                  </a:lnTo>
                  <a:lnTo>
                    <a:pt x="11568" y="7533"/>
                  </a:lnTo>
                  <a:close/>
                  <a:moveTo>
                    <a:pt x="11568" y="0"/>
                  </a:moveTo>
                  <a:lnTo>
                    <a:pt x="503" y="2"/>
                  </a:lnTo>
                  <a:lnTo>
                    <a:pt x="477" y="3"/>
                  </a:lnTo>
                  <a:lnTo>
                    <a:pt x="452" y="5"/>
                  </a:lnTo>
                  <a:lnTo>
                    <a:pt x="426" y="8"/>
                  </a:lnTo>
                  <a:lnTo>
                    <a:pt x="401" y="12"/>
                  </a:lnTo>
                  <a:lnTo>
                    <a:pt x="377" y="18"/>
                  </a:lnTo>
                  <a:lnTo>
                    <a:pt x="353" y="24"/>
                  </a:lnTo>
                  <a:lnTo>
                    <a:pt x="330" y="32"/>
                  </a:lnTo>
                  <a:lnTo>
                    <a:pt x="307" y="41"/>
                  </a:lnTo>
                  <a:lnTo>
                    <a:pt x="285" y="51"/>
                  </a:lnTo>
                  <a:lnTo>
                    <a:pt x="263" y="62"/>
                  </a:lnTo>
                  <a:lnTo>
                    <a:pt x="242" y="74"/>
                  </a:lnTo>
                  <a:lnTo>
                    <a:pt x="221" y="87"/>
                  </a:lnTo>
                  <a:lnTo>
                    <a:pt x="202" y="102"/>
                  </a:lnTo>
                  <a:lnTo>
                    <a:pt x="183" y="116"/>
                  </a:lnTo>
                  <a:lnTo>
                    <a:pt x="165" y="132"/>
                  </a:lnTo>
                  <a:lnTo>
                    <a:pt x="147" y="148"/>
                  </a:lnTo>
                  <a:lnTo>
                    <a:pt x="131" y="166"/>
                  </a:lnTo>
                  <a:lnTo>
                    <a:pt x="115" y="184"/>
                  </a:lnTo>
                  <a:lnTo>
                    <a:pt x="99" y="202"/>
                  </a:lnTo>
                  <a:lnTo>
                    <a:pt x="85" y="222"/>
                  </a:lnTo>
                  <a:lnTo>
                    <a:pt x="72" y="242"/>
                  </a:lnTo>
                  <a:lnTo>
                    <a:pt x="60" y="263"/>
                  </a:lnTo>
                  <a:lnTo>
                    <a:pt x="49" y="284"/>
                  </a:lnTo>
                  <a:lnTo>
                    <a:pt x="39" y="307"/>
                  </a:lnTo>
                  <a:lnTo>
                    <a:pt x="30" y="329"/>
                  </a:lnTo>
                  <a:lnTo>
                    <a:pt x="22" y="353"/>
                  </a:lnTo>
                  <a:lnTo>
                    <a:pt x="16" y="377"/>
                  </a:lnTo>
                  <a:lnTo>
                    <a:pt x="10" y="401"/>
                  </a:lnTo>
                  <a:lnTo>
                    <a:pt x="6" y="426"/>
                  </a:lnTo>
                  <a:lnTo>
                    <a:pt x="3" y="451"/>
                  </a:lnTo>
                  <a:lnTo>
                    <a:pt x="1" y="476"/>
                  </a:lnTo>
                  <a:lnTo>
                    <a:pt x="0" y="502"/>
                  </a:lnTo>
                  <a:lnTo>
                    <a:pt x="0" y="7531"/>
                  </a:lnTo>
                  <a:lnTo>
                    <a:pt x="1" y="7557"/>
                  </a:lnTo>
                  <a:lnTo>
                    <a:pt x="3" y="7582"/>
                  </a:lnTo>
                  <a:lnTo>
                    <a:pt x="6" y="7607"/>
                  </a:lnTo>
                  <a:lnTo>
                    <a:pt x="10" y="7632"/>
                  </a:lnTo>
                  <a:lnTo>
                    <a:pt x="16" y="7656"/>
                  </a:lnTo>
                  <a:lnTo>
                    <a:pt x="22" y="7680"/>
                  </a:lnTo>
                  <a:lnTo>
                    <a:pt x="30" y="7703"/>
                  </a:lnTo>
                  <a:lnTo>
                    <a:pt x="39" y="7726"/>
                  </a:lnTo>
                  <a:lnTo>
                    <a:pt x="49" y="7749"/>
                  </a:lnTo>
                  <a:lnTo>
                    <a:pt x="60" y="7771"/>
                  </a:lnTo>
                  <a:lnTo>
                    <a:pt x="72" y="7792"/>
                  </a:lnTo>
                  <a:lnTo>
                    <a:pt x="85" y="7812"/>
                  </a:lnTo>
                  <a:lnTo>
                    <a:pt x="99" y="7831"/>
                  </a:lnTo>
                  <a:lnTo>
                    <a:pt x="115" y="7850"/>
                  </a:lnTo>
                  <a:lnTo>
                    <a:pt x="131" y="7868"/>
                  </a:lnTo>
                  <a:lnTo>
                    <a:pt x="147" y="7886"/>
                  </a:lnTo>
                  <a:lnTo>
                    <a:pt x="165" y="7902"/>
                  </a:lnTo>
                  <a:lnTo>
                    <a:pt x="183" y="7918"/>
                  </a:lnTo>
                  <a:lnTo>
                    <a:pt x="202" y="7933"/>
                  </a:lnTo>
                  <a:lnTo>
                    <a:pt x="221" y="7947"/>
                  </a:lnTo>
                  <a:lnTo>
                    <a:pt x="242" y="7960"/>
                  </a:lnTo>
                  <a:lnTo>
                    <a:pt x="263" y="7972"/>
                  </a:lnTo>
                  <a:lnTo>
                    <a:pt x="285" y="7983"/>
                  </a:lnTo>
                  <a:lnTo>
                    <a:pt x="307" y="7994"/>
                  </a:lnTo>
                  <a:lnTo>
                    <a:pt x="330" y="8003"/>
                  </a:lnTo>
                  <a:lnTo>
                    <a:pt x="353" y="8011"/>
                  </a:lnTo>
                  <a:lnTo>
                    <a:pt x="377" y="8017"/>
                  </a:lnTo>
                  <a:lnTo>
                    <a:pt x="401" y="8023"/>
                  </a:lnTo>
                  <a:lnTo>
                    <a:pt x="426" y="8027"/>
                  </a:lnTo>
                  <a:lnTo>
                    <a:pt x="452" y="8030"/>
                  </a:lnTo>
                  <a:lnTo>
                    <a:pt x="477" y="8032"/>
                  </a:lnTo>
                  <a:lnTo>
                    <a:pt x="503" y="8033"/>
                  </a:lnTo>
                  <a:lnTo>
                    <a:pt x="11568" y="8033"/>
                  </a:lnTo>
                  <a:lnTo>
                    <a:pt x="11594" y="8032"/>
                  </a:lnTo>
                  <a:lnTo>
                    <a:pt x="11619" y="8030"/>
                  </a:lnTo>
                  <a:lnTo>
                    <a:pt x="11645" y="8027"/>
                  </a:lnTo>
                  <a:lnTo>
                    <a:pt x="11670" y="8023"/>
                  </a:lnTo>
                  <a:lnTo>
                    <a:pt x="11694" y="8017"/>
                  </a:lnTo>
                  <a:lnTo>
                    <a:pt x="11718" y="8011"/>
                  </a:lnTo>
                  <a:lnTo>
                    <a:pt x="11741" y="8003"/>
                  </a:lnTo>
                  <a:lnTo>
                    <a:pt x="11764" y="7994"/>
                  </a:lnTo>
                  <a:lnTo>
                    <a:pt x="11786" y="7983"/>
                  </a:lnTo>
                  <a:lnTo>
                    <a:pt x="11809" y="7972"/>
                  </a:lnTo>
                  <a:lnTo>
                    <a:pt x="11829" y="7960"/>
                  </a:lnTo>
                  <a:lnTo>
                    <a:pt x="11850" y="7947"/>
                  </a:lnTo>
                  <a:lnTo>
                    <a:pt x="11869" y="7933"/>
                  </a:lnTo>
                  <a:lnTo>
                    <a:pt x="11888" y="7918"/>
                  </a:lnTo>
                  <a:lnTo>
                    <a:pt x="11906" y="7902"/>
                  </a:lnTo>
                  <a:lnTo>
                    <a:pt x="11924" y="7886"/>
                  </a:lnTo>
                  <a:lnTo>
                    <a:pt x="11940" y="7868"/>
                  </a:lnTo>
                  <a:lnTo>
                    <a:pt x="11956" y="7850"/>
                  </a:lnTo>
                  <a:lnTo>
                    <a:pt x="11972" y="7831"/>
                  </a:lnTo>
                  <a:lnTo>
                    <a:pt x="11986" y="7812"/>
                  </a:lnTo>
                  <a:lnTo>
                    <a:pt x="11999" y="7792"/>
                  </a:lnTo>
                  <a:lnTo>
                    <a:pt x="12011" y="7771"/>
                  </a:lnTo>
                  <a:lnTo>
                    <a:pt x="12022" y="7749"/>
                  </a:lnTo>
                  <a:lnTo>
                    <a:pt x="12032" y="7726"/>
                  </a:lnTo>
                  <a:lnTo>
                    <a:pt x="12041" y="7703"/>
                  </a:lnTo>
                  <a:lnTo>
                    <a:pt x="12049" y="7680"/>
                  </a:lnTo>
                  <a:lnTo>
                    <a:pt x="12055" y="7656"/>
                  </a:lnTo>
                  <a:lnTo>
                    <a:pt x="12061" y="7632"/>
                  </a:lnTo>
                  <a:lnTo>
                    <a:pt x="12065" y="7607"/>
                  </a:lnTo>
                  <a:lnTo>
                    <a:pt x="12068" y="7582"/>
                  </a:lnTo>
                  <a:lnTo>
                    <a:pt x="12070" y="7557"/>
                  </a:lnTo>
                  <a:lnTo>
                    <a:pt x="12071" y="7531"/>
                  </a:lnTo>
                  <a:lnTo>
                    <a:pt x="12071" y="502"/>
                  </a:lnTo>
                  <a:lnTo>
                    <a:pt x="12070" y="476"/>
                  </a:lnTo>
                  <a:lnTo>
                    <a:pt x="12068" y="451"/>
                  </a:lnTo>
                  <a:lnTo>
                    <a:pt x="12065" y="426"/>
                  </a:lnTo>
                  <a:lnTo>
                    <a:pt x="12061" y="401"/>
                  </a:lnTo>
                  <a:lnTo>
                    <a:pt x="12055" y="377"/>
                  </a:lnTo>
                  <a:lnTo>
                    <a:pt x="12049" y="353"/>
                  </a:lnTo>
                  <a:lnTo>
                    <a:pt x="12041" y="329"/>
                  </a:lnTo>
                  <a:lnTo>
                    <a:pt x="12032" y="306"/>
                  </a:lnTo>
                  <a:lnTo>
                    <a:pt x="12022" y="284"/>
                  </a:lnTo>
                  <a:lnTo>
                    <a:pt x="12011" y="263"/>
                  </a:lnTo>
                  <a:lnTo>
                    <a:pt x="11999" y="242"/>
                  </a:lnTo>
                  <a:lnTo>
                    <a:pt x="11986" y="221"/>
                  </a:lnTo>
                  <a:lnTo>
                    <a:pt x="11972" y="202"/>
                  </a:lnTo>
                  <a:lnTo>
                    <a:pt x="11956" y="183"/>
                  </a:lnTo>
                  <a:lnTo>
                    <a:pt x="11940" y="165"/>
                  </a:lnTo>
                  <a:lnTo>
                    <a:pt x="11924" y="147"/>
                  </a:lnTo>
                  <a:lnTo>
                    <a:pt x="11906" y="131"/>
                  </a:lnTo>
                  <a:lnTo>
                    <a:pt x="11888" y="115"/>
                  </a:lnTo>
                  <a:lnTo>
                    <a:pt x="11869" y="100"/>
                  </a:lnTo>
                  <a:lnTo>
                    <a:pt x="11850" y="85"/>
                  </a:lnTo>
                  <a:lnTo>
                    <a:pt x="11829" y="72"/>
                  </a:lnTo>
                  <a:lnTo>
                    <a:pt x="11809" y="60"/>
                  </a:lnTo>
                  <a:lnTo>
                    <a:pt x="11786" y="49"/>
                  </a:lnTo>
                  <a:lnTo>
                    <a:pt x="11764" y="39"/>
                  </a:lnTo>
                  <a:lnTo>
                    <a:pt x="11741" y="30"/>
                  </a:lnTo>
                  <a:lnTo>
                    <a:pt x="11718" y="22"/>
                  </a:lnTo>
                  <a:lnTo>
                    <a:pt x="11694" y="16"/>
                  </a:lnTo>
                  <a:lnTo>
                    <a:pt x="11670" y="10"/>
                  </a:lnTo>
                  <a:lnTo>
                    <a:pt x="11645" y="6"/>
                  </a:lnTo>
                  <a:lnTo>
                    <a:pt x="11619" y="3"/>
                  </a:lnTo>
                  <a:lnTo>
                    <a:pt x="11594" y="1"/>
                  </a:lnTo>
                  <a:lnTo>
                    <a:pt x="1156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84" name="Freeform 83"/>
            <p:cNvSpPr>
              <a:spLocks noEditPoints="1"/>
            </p:cNvSpPr>
            <p:nvPr/>
          </p:nvSpPr>
          <p:spPr bwMode="auto">
            <a:xfrm>
              <a:off x="6964363" y="2108200"/>
              <a:ext cx="690562" cy="646113"/>
            </a:xfrm>
            <a:custGeom>
              <a:avLst/>
              <a:gdLst>
                <a:gd name="T0" fmla="*/ 15066 w 16095"/>
                <a:gd name="T1" fmla="*/ 11696 h 15059"/>
                <a:gd name="T2" fmla="*/ 14988 w 16095"/>
                <a:gd name="T3" fmla="*/ 11847 h 15059"/>
                <a:gd name="T4" fmla="*/ 14867 w 16095"/>
                <a:gd name="T5" fmla="*/ 11963 h 15059"/>
                <a:gd name="T6" fmla="*/ 14712 w 16095"/>
                <a:gd name="T7" fmla="*/ 12033 h 15059"/>
                <a:gd name="T8" fmla="*/ 6036 w 16095"/>
                <a:gd name="T9" fmla="*/ 12049 h 15059"/>
                <a:gd name="T10" fmla="*/ 1359 w 16095"/>
                <a:gd name="T11" fmla="*/ 12027 h 15059"/>
                <a:gd name="T12" fmla="*/ 1208 w 16095"/>
                <a:gd name="T13" fmla="*/ 11949 h 15059"/>
                <a:gd name="T14" fmla="*/ 1091 w 16095"/>
                <a:gd name="T15" fmla="*/ 11828 h 15059"/>
                <a:gd name="T16" fmla="*/ 1022 w 16095"/>
                <a:gd name="T17" fmla="*/ 11672 h 15059"/>
                <a:gd name="T18" fmla="*/ 1007 w 16095"/>
                <a:gd name="T19" fmla="*/ 1480 h 15059"/>
                <a:gd name="T20" fmla="*/ 1045 w 16095"/>
                <a:gd name="T21" fmla="*/ 1310 h 15059"/>
                <a:gd name="T22" fmla="*/ 1137 w 16095"/>
                <a:gd name="T23" fmla="*/ 1169 h 15059"/>
                <a:gd name="T24" fmla="*/ 1268 w 16095"/>
                <a:gd name="T25" fmla="*/ 1064 h 15059"/>
                <a:gd name="T26" fmla="*/ 1432 w 16095"/>
                <a:gd name="T27" fmla="*/ 1010 h 15059"/>
                <a:gd name="T28" fmla="*/ 14663 w 16095"/>
                <a:gd name="T29" fmla="*/ 1010 h 15059"/>
                <a:gd name="T30" fmla="*/ 14826 w 16095"/>
                <a:gd name="T31" fmla="*/ 1064 h 15059"/>
                <a:gd name="T32" fmla="*/ 14958 w 16095"/>
                <a:gd name="T33" fmla="*/ 1169 h 15059"/>
                <a:gd name="T34" fmla="*/ 15050 w 16095"/>
                <a:gd name="T35" fmla="*/ 1310 h 15059"/>
                <a:gd name="T36" fmla="*/ 15088 w 16095"/>
                <a:gd name="T37" fmla="*/ 1480 h 15059"/>
                <a:gd name="T38" fmla="*/ 1279 w 16095"/>
                <a:gd name="T39" fmla="*/ 17 h 15059"/>
                <a:gd name="T40" fmla="*/ 790 w 16095"/>
                <a:gd name="T41" fmla="*/ 182 h 15059"/>
                <a:gd name="T42" fmla="*/ 391 w 16095"/>
                <a:gd name="T43" fmla="*/ 493 h 15059"/>
                <a:gd name="T44" fmla="*/ 119 w 16095"/>
                <a:gd name="T45" fmla="*/ 920 h 15059"/>
                <a:gd name="T46" fmla="*/ 2 w 16095"/>
                <a:gd name="T47" fmla="*/ 1429 h 15059"/>
                <a:gd name="T48" fmla="*/ 47 w 16095"/>
                <a:gd name="T49" fmla="*/ 11922 h 15059"/>
                <a:gd name="T50" fmla="*/ 257 w 16095"/>
                <a:gd name="T51" fmla="*/ 12387 h 15059"/>
                <a:gd name="T52" fmla="*/ 604 w 16095"/>
                <a:gd name="T53" fmla="*/ 12752 h 15059"/>
                <a:gd name="T54" fmla="*/ 1056 w 16095"/>
                <a:gd name="T55" fmla="*/ 12984 h 15059"/>
                <a:gd name="T56" fmla="*/ 6539 w 16095"/>
                <a:gd name="T57" fmla="*/ 13053 h 15059"/>
                <a:gd name="T58" fmla="*/ 3299 w 16095"/>
                <a:gd name="T59" fmla="*/ 14106 h 15059"/>
                <a:gd name="T60" fmla="*/ 3180 w 16095"/>
                <a:gd name="T61" fmla="*/ 14188 h 15059"/>
                <a:gd name="T62" fmla="*/ 3089 w 16095"/>
                <a:gd name="T63" fmla="*/ 14299 h 15059"/>
                <a:gd name="T64" fmla="*/ 3034 w 16095"/>
                <a:gd name="T65" fmla="*/ 14431 h 15059"/>
                <a:gd name="T66" fmla="*/ 3019 w 16095"/>
                <a:gd name="T67" fmla="*/ 14583 h 15059"/>
                <a:gd name="T68" fmla="*/ 3057 w 16095"/>
                <a:gd name="T69" fmla="*/ 14753 h 15059"/>
                <a:gd name="T70" fmla="*/ 3149 w 16095"/>
                <a:gd name="T71" fmla="*/ 14894 h 15059"/>
                <a:gd name="T72" fmla="*/ 3280 w 16095"/>
                <a:gd name="T73" fmla="*/ 14999 h 15059"/>
                <a:gd name="T74" fmla="*/ 3444 w 16095"/>
                <a:gd name="T75" fmla="*/ 15053 h 15059"/>
                <a:gd name="T76" fmla="*/ 12651 w 16095"/>
                <a:gd name="T77" fmla="*/ 15053 h 15059"/>
                <a:gd name="T78" fmla="*/ 12814 w 16095"/>
                <a:gd name="T79" fmla="*/ 14999 h 15059"/>
                <a:gd name="T80" fmla="*/ 12946 w 16095"/>
                <a:gd name="T81" fmla="*/ 14894 h 15059"/>
                <a:gd name="T82" fmla="*/ 13038 w 16095"/>
                <a:gd name="T83" fmla="*/ 14753 h 15059"/>
                <a:gd name="T84" fmla="*/ 13076 w 16095"/>
                <a:gd name="T85" fmla="*/ 14583 h 15059"/>
                <a:gd name="T86" fmla="*/ 13061 w 16095"/>
                <a:gd name="T87" fmla="*/ 14431 h 15059"/>
                <a:gd name="T88" fmla="*/ 13006 w 16095"/>
                <a:gd name="T89" fmla="*/ 14299 h 15059"/>
                <a:gd name="T90" fmla="*/ 12915 w 16095"/>
                <a:gd name="T91" fmla="*/ 14188 h 15059"/>
                <a:gd name="T92" fmla="*/ 12796 w 16095"/>
                <a:gd name="T93" fmla="*/ 14106 h 15059"/>
                <a:gd name="T94" fmla="*/ 9556 w 16095"/>
                <a:gd name="T95" fmla="*/ 13053 h 15059"/>
                <a:gd name="T96" fmla="*/ 15039 w 16095"/>
                <a:gd name="T97" fmla="*/ 12984 h 15059"/>
                <a:gd name="T98" fmla="*/ 15491 w 16095"/>
                <a:gd name="T99" fmla="*/ 12752 h 15059"/>
                <a:gd name="T100" fmla="*/ 15838 w 16095"/>
                <a:gd name="T101" fmla="*/ 12387 h 15059"/>
                <a:gd name="T102" fmla="*/ 16048 w 16095"/>
                <a:gd name="T103" fmla="*/ 11922 h 15059"/>
                <a:gd name="T104" fmla="*/ 16093 w 16095"/>
                <a:gd name="T105" fmla="*/ 1429 h 15059"/>
                <a:gd name="T106" fmla="*/ 15976 w 16095"/>
                <a:gd name="T107" fmla="*/ 920 h 15059"/>
                <a:gd name="T108" fmla="*/ 15703 w 16095"/>
                <a:gd name="T109" fmla="*/ 493 h 15059"/>
                <a:gd name="T110" fmla="*/ 15305 w 16095"/>
                <a:gd name="T111" fmla="*/ 182 h 15059"/>
                <a:gd name="T112" fmla="*/ 14815 w 16095"/>
                <a:gd name="T113" fmla="*/ 17 h 150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095" h="15059">
                  <a:moveTo>
                    <a:pt x="15089" y="11547"/>
                  </a:moveTo>
                  <a:lnTo>
                    <a:pt x="15088" y="11573"/>
                  </a:lnTo>
                  <a:lnTo>
                    <a:pt x="15086" y="11598"/>
                  </a:lnTo>
                  <a:lnTo>
                    <a:pt x="15083" y="11623"/>
                  </a:lnTo>
                  <a:lnTo>
                    <a:pt x="15079" y="11648"/>
                  </a:lnTo>
                  <a:lnTo>
                    <a:pt x="15073" y="11672"/>
                  </a:lnTo>
                  <a:lnTo>
                    <a:pt x="15066" y="11696"/>
                  </a:lnTo>
                  <a:lnTo>
                    <a:pt x="15059" y="11719"/>
                  </a:lnTo>
                  <a:lnTo>
                    <a:pt x="15050" y="11743"/>
                  </a:lnTo>
                  <a:lnTo>
                    <a:pt x="15040" y="11765"/>
                  </a:lnTo>
                  <a:lnTo>
                    <a:pt x="15029" y="11786"/>
                  </a:lnTo>
                  <a:lnTo>
                    <a:pt x="15016" y="11807"/>
                  </a:lnTo>
                  <a:lnTo>
                    <a:pt x="15003" y="11828"/>
                  </a:lnTo>
                  <a:lnTo>
                    <a:pt x="14988" y="11847"/>
                  </a:lnTo>
                  <a:lnTo>
                    <a:pt x="14974" y="11866"/>
                  </a:lnTo>
                  <a:lnTo>
                    <a:pt x="14958" y="11884"/>
                  </a:lnTo>
                  <a:lnTo>
                    <a:pt x="14941" y="11902"/>
                  </a:lnTo>
                  <a:lnTo>
                    <a:pt x="14924" y="11918"/>
                  </a:lnTo>
                  <a:lnTo>
                    <a:pt x="14906" y="11934"/>
                  </a:lnTo>
                  <a:lnTo>
                    <a:pt x="14887" y="11949"/>
                  </a:lnTo>
                  <a:lnTo>
                    <a:pt x="14867" y="11963"/>
                  </a:lnTo>
                  <a:lnTo>
                    <a:pt x="14847" y="11977"/>
                  </a:lnTo>
                  <a:lnTo>
                    <a:pt x="14826" y="11989"/>
                  </a:lnTo>
                  <a:lnTo>
                    <a:pt x="14803" y="12000"/>
                  </a:lnTo>
                  <a:lnTo>
                    <a:pt x="14781" y="12010"/>
                  </a:lnTo>
                  <a:lnTo>
                    <a:pt x="14759" y="12019"/>
                  </a:lnTo>
                  <a:lnTo>
                    <a:pt x="14735" y="12027"/>
                  </a:lnTo>
                  <a:lnTo>
                    <a:pt x="14712" y="12033"/>
                  </a:lnTo>
                  <a:lnTo>
                    <a:pt x="14687" y="12039"/>
                  </a:lnTo>
                  <a:lnTo>
                    <a:pt x="14663" y="12043"/>
                  </a:lnTo>
                  <a:lnTo>
                    <a:pt x="14637" y="12047"/>
                  </a:lnTo>
                  <a:lnTo>
                    <a:pt x="14612" y="12048"/>
                  </a:lnTo>
                  <a:lnTo>
                    <a:pt x="14586" y="12049"/>
                  </a:lnTo>
                  <a:lnTo>
                    <a:pt x="10059" y="12049"/>
                  </a:lnTo>
                  <a:lnTo>
                    <a:pt x="6036" y="12049"/>
                  </a:lnTo>
                  <a:lnTo>
                    <a:pt x="1509" y="12049"/>
                  </a:lnTo>
                  <a:lnTo>
                    <a:pt x="1483" y="12048"/>
                  </a:lnTo>
                  <a:lnTo>
                    <a:pt x="1458" y="12047"/>
                  </a:lnTo>
                  <a:lnTo>
                    <a:pt x="1432" y="12043"/>
                  </a:lnTo>
                  <a:lnTo>
                    <a:pt x="1407" y="12039"/>
                  </a:lnTo>
                  <a:lnTo>
                    <a:pt x="1383" y="12033"/>
                  </a:lnTo>
                  <a:lnTo>
                    <a:pt x="1359" y="12027"/>
                  </a:lnTo>
                  <a:lnTo>
                    <a:pt x="1336" y="12019"/>
                  </a:lnTo>
                  <a:lnTo>
                    <a:pt x="1313" y="12010"/>
                  </a:lnTo>
                  <a:lnTo>
                    <a:pt x="1291" y="12000"/>
                  </a:lnTo>
                  <a:lnTo>
                    <a:pt x="1268" y="11989"/>
                  </a:lnTo>
                  <a:lnTo>
                    <a:pt x="1248" y="11977"/>
                  </a:lnTo>
                  <a:lnTo>
                    <a:pt x="1227" y="11963"/>
                  </a:lnTo>
                  <a:lnTo>
                    <a:pt x="1208" y="11949"/>
                  </a:lnTo>
                  <a:lnTo>
                    <a:pt x="1189" y="11934"/>
                  </a:lnTo>
                  <a:lnTo>
                    <a:pt x="1171" y="11918"/>
                  </a:lnTo>
                  <a:lnTo>
                    <a:pt x="1153" y="11902"/>
                  </a:lnTo>
                  <a:lnTo>
                    <a:pt x="1137" y="11884"/>
                  </a:lnTo>
                  <a:lnTo>
                    <a:pt x="1121" y="11866"/>
                  </a:lnTo>
                  <a:lnTo>
                    <a:pt x="1106" y="11847"/>
                  </a:lnTo>
                  <a:lnTo>
                    <a:pt x="1091" y="11828"/>
                  </a:lnTo>
                  <a:lnTo>
                    <a:pt x="1078" y="11807"/>
                  </a:lnTo>
                  <a:lnTo>
                    <a:pt x="1066" y="11786"/>
                  </a:lnTo>
                  <a:lnTo>
                    <a:pt x="1055" y="11765"/>
                  </a:lnTo>
                  <a:lnTo>
                    <a:pt x="1045" y="11743"/>
                  </a:lnTo>
                  <a:lnTo>
                    <a:pt x="1036" y="11719"/>
                  </a:lnTo>
                  <a:lnTo>
                    <a:pt x="1028" y="11696"/>
                  </a:lnTo>
                  <a:lnTo>
                    <a:pt x="1022" y="11672"/>
                  </a:lnTo>
                  <a:lnTo>
                    <a:pt x="1016" y="11648"/>
                  </a:lnTo>
                  <a:lnTo>
                    <a:pt x="1012" y="11623"/>
                  </a:lnTo>
                  <a:lnTo>
                    <a:pt x="1009" y="11598"/>
                  </a:lnTo>
                  <a:lnTo>
                    <a:pt x="1007" y="11573"/>
                  </a:lnTo>
                  <a:lnTo>
                    <a:pt x="1006" y="11547"/>
                  </a:lnTo>
                  <a:lnTo>
                    <a:pt x="1006" y="1506"/>
                  </a:lnTo>
                  <a:lnTo>
                    <a:pt x="1007" y="1480"/>
                  </a:lnTo>
                  <a:lnTo>
                    <a:pt x="1009" y="1455"/>
                  </a:lnTo>
                  <a:lnTo>
                    <a:pt x="1012" y="1430"/>
                  </a:lnTo>
                  <a:lnTo>
                    <a:pt x="1016" y="1405"/>
                  </a:lnTo>
                  <a:lnTo>
                    <a:pt x="1022" y="1381"/>
                  </a:lnTo>
                  <a:lnTo>
                    <a:pt x="1028" y="1356"/>
                  </a:lnTo>
                  <a:lnTo>
                    <a:pt x="1036" y="1333"/>
                  </a:lnTo>
                  <a:lnTo>
                    <a:pt x="1045" y="1310"/>
                  </a:lnTo>
                  <a:lnTo>
                    <a:pt x="1055" y="1288"/>
                  </a:lnTo>
                  <a:lnTo>
                    <a:pt x="1066" y="1267"/>
                  </a:lnTo>
                  <a:lnTo>
                    <a:pt x="1078" y="1246"/>
                  </a:lnTo>
                  <a:lnTo>
                    <a:pt x="1091" y="1225"/>
                  </a:lnTo>
                  <a:lnTo>
                    <a:pt x="1106" y="1206"/>
                  </a:lnTo>
                  <a:lnTo>
                    <a:pt x="1121" y="1187"/>
                  </a:lnTo>
                  <a:lnTo>
                    <a:pt x="1137" y="1169"/>
                  </a:lnTo>
                  <a:lnTo>
                    <a:pt x="1153" y="1151"/>
                  </a:lnTo>
                  <a:lnTo>
                    <a:pt x="1171" y="1135"/>
                  </a:lnTo>
                  <a:lnTo>
                    <a:pt x="1189" y="1119"/>
                  </a:lnTo>
                  <a:lnTo>
                    <a:pt x="1208" y="1103"/>
                  </a:lnTo>
                  <a:lnTo>
                    <a:pt x="1227" y="1090"/>
                  </a:lnTo>
                  <a:lnTo>
                    <a:pt x="1248" y="1077"/>
                  </a:lnTo>
                  <a:lnTo>
                    <a:pt x="1268" y="1064"/>
                  </a:lnTo>
                  <a:lnTo>
                    <a:pt x="1291" y="1053"/>
                  </a:lnTo>
                  <a:lnTo>
                    <a:pt x="1313" y="1043"/>
                  </a:lnTo>
                  <a:lnTo>
                    <a:pt x="1336" y="1034"/>
                  </a:lnTo>
                  <a:lnTo>
                    <a:pt x="1359" y="1027"/>
                  </a:lnTo>
                  <a:lnTo>
                    <a:pt x="1383" y="1020"/>
                  </a:lnTo>
                  <a:lnTo>
                    <a:pt x="1407" y="1014"/>
                  </a:lnTo>
                  <a:lnTo>
                    <a:pt x="1432" y="1010"/>
                  </a:lnTo>
                  <a:lnTo>
                    <a:pt x="1458" y="1007"/>
                  </a:lnTo>
                  <a:lnTo>
                    <a:pt x="1483" y="1005"/>
                  </a:lnTo>
                  <a:lnTo>
                    <a:pt x="1509" y="1004"/>
                  </a:lnTo>
                  <a:lnTo>
                    <a:pt x="14586" y="1004"/>
                  </a:lnTo>
                  <a:lnTo>
                    <a:pt x="14612" y="1005"/>
                  </a:lnTo>
                  <a:lnTo>
                    <a:pt x="14637" y="1007"/>
                  </a:lnTo>
                  <a:lnTo>
                    <a:pt x="14663" y="1010"/>
                  </a:lnTo>
                  <a:lnTo>
                    <a:pt x="14687" y="1014"/>
                  </a:lnTo>
                  <a:lnTo>
                    <a:pt x="14712" y="1020"/>
                  </a:lnTo>
                  <a:lnTo>
                    <a:pt x="14735" y="1027"/>
                  </a:lnTo>
                  <a:lnTo>
                    <a:pt x="14759" y="1034"/>
                  </a:lnTo>
                  <a:lnTo>
                    <a:pt x="14781" y="1043"/>
                  </a:lnTo>
                  <a:lnTo>
                    <a:pt x="14803" y="1053"/>
                  </a:lnTo>
                  <a:lnTo>
                    <a:pt x="14826" y="1064"/>
                  </a:lnTo>
                  <a:lnTo>
                    <a:pt x="14847" y="1077"/>
                  </a:lnTo>
                  <a:lnTo>
                    <a:pt x="14867" y="1090"/>
                  </a:lnTo>
                  <a:lnTo>
                    <a:pt x="14887" y="1103"/>
                  </a:lnTo>
                  <a:lnTo>
                    <a:pt x="14906" y="1119"/>
                  </a:lnTo>
                  <a:lnTo>
                    <a:pt x="14924" y="1135"/>
                  </a:lnTo>
                  <a:lnTo>
                    <a:pt x="14941" y="1151"/>
                  </a:lnTo>
                  <a:lnTo>
                    <a:pt x="14958" y="1169"/>
                  </a:lnTo>
                  <a:lnTo>
                    <a:pt x="14974" y="1187"/>
                  </a:lnTo>
                  <a:lnTo>
                    <a:pt x="14988" y="1206"/>
                  </a:lnTo>
                  <a:lnTo>
                    <a:pt x="15003" y="1225"/>
                  </a:lnTo>
                  <a:lnTo>
                    <a:pt x="15016" y="1246"/>
                  </a:lnTo>
                  <a:lnTo>
                    <a:pt x="15029" y="1267"/>
                  </a:lnTo>
                  <a:lnTo>
                    <a:pt x="15040" y="1288"/>
                  </a:lnTo>
                  <a:lnTo>
                    <a:pt x="15050" y="1310"/>
                  </a:lnTo>
                  <a:lnTo>
                    <a:pt x="15059" y="1333"/>
                  </a:lnTo>
                  <a:lnTo>
                    <a:pt x="15066" y="1356"/>
                  </a:lnTo>
                  <a:lnTo>
                    <a:pt x="15073" y="1381"/>
                  </a:lnTo>
                  <a:lnTo>
                    <a:pt x="15079" y="1405"/>
                  </a:lnTo>
                  <a:lnTo>
                    <a:pt x="15083" y="1430"/>
                  </a:lnTo>
                  <a:lnTo>
                    <a:pt x="15086" y="1455"/>
                  </a:lnTo>
                  <a:lnTo>
                    <a:pt x="15088" y="1480"/>
                  </a:lnTo>
                  <a:lnTo>
                    <a:pt x="15089" y="1506"/>
                  </a:lnTo>
                  <a:lnTo>
                    <a:pt x="15089" y="11547"/>
                  </a:lnTo>
                  <a:close/>
                  <a:moveTo>
                    <a:pt x="14586" y="0"/>
                  </a:moveTo>
                  <a:lnTo>
                    <a:pt x="1509" y="0"/>
                  </a:lnTo>
                  <a:lnTo>
                    <a:pt x="1431" y="2"/>
                  </a:lnTo>
                  <a:lnTo>
                    <a:pt x="1354" y="8"/>
                  </a:lnTo>
                  <a:lnTo>
                    <a:pt x="1279" y="17"/>
                  </a:lnTo>
                  <a:lnTo>
                    <a:pt x="1204" y="30"/>
                  </a:lnTo>
                  <a:lnTo>
                    <a:pt x="1132" y="47"/>
                  </a:lnTo>
                  <a:lnTo>
                    <a:pt x="1060" y="67"/>
                  </a:lnTo>
                  <a:lnTo>
                    <a:pt x="990" y="91"/>
                  </a:lnTo>
                  <a:lnTo>
                    <a:pt x="921" y="118"/>
                  </a:lnTo>
                  <a:lnTo>
                    <a:pt x="854" y="149"/>
                  </a:lnTo>
                  <a:lnTo>
                    <a:pt x="790" y="182"/>
                  </a:lnTo>
                  <a:lnTo>
                    <a:pt x="726" y="218"/>
                  </a:lnTo>
                  <a:lnTo>
                    <a:pt x="665" y="257"/>
                  </a:lnTo>
                  <a:lnTo>
                    <a:pt x="606" y="299"/>
                  </a:lnTo>
                  <a:lnTo>
                    <a:pt x="549" y="344"/>
                  </a:lnTo>
                  <a:lnTo>
                    <a:pt x="494" y="392"/>
                  </a:lnTo>
                  <a:lnTo>
                    <a:pt x="442" y="441"/>
                  </a:lnTo>
                  <a:lnTo>
                    <a:pt x="391" y="493"/>
                  </a:lnTo>
                  <a:lnTo>
                    <a:pt x="344" y="548"/>
                  </a:lnTo>
                  <a:lnTo>
                    <a:pt x="300" y="605"/>
                  </a:lnTo>
                  <a:lnTo>
                    <a:pt x="258" y="664"/>
                  </a:lnTo>
                  <a:lnTo>
                    <a:pt x="218" y="725"/>
                  </a:lnTo>
                  <a:lnTo>
                    <a:pt x="182" y="788"/>
                  </a:lnTo>
                  <a:lnTo>
                    <a:pt x="149" y="853"/>
                  </a:lnTo>
                  <a:lnTo>
                    <a:pt x="119" y="920"/>
                  </a:lnTo>
                  <a:lnTo>
                    <a:pt x="92" y="988"/>
                  </a:lnTo>
                  <a:lnTo>
                    <a:pt x="67" y="1058"/>
                  </a:lnTo>
                  <a:lnTo>
                    <a:pt x="47" y="1130"/>
                  </a:lnTo>
                  <a:lnTo>
                    <a:pt x="30" y="1203"/>
                  </a:lnTo>
                  <a:lnTo>
                    <a:pt x="17" y="1277"/>
                  </a:lnTo>
                  <a:lnTo>
                    <a:pt x="8" y="1352"/>
                  </a:lnTo>
                  <a:lnTo>
                    <a:pt x="2" y="1429"/>
                  </a:lnTo>
                  <a:lnTo>
                    <a:pt x="0" y="1506"/>
                  </a:lnTo>
                  <a:lnTo>
                    <a:pt x="0" y="11547"/>
                  </a:lnTo>
                  <a:lnTo>
                    <a:pt x="2" y="11624"/>
                  </a:lnTo>
                  <a:lnTo>
                    <a:pt x="8" y="11700"/>
                  </a:lnTo>
                  <a:lnTo>
                    <a:pt x="17" y="11776"/>
                  </a:lnTo>
                  <a:lnTo>
                    <a:pt x="30" y="11850"/>
                  </a:lnTo>
                  <a:lnTo>
                    <a:pt x="47" y="11922"/>
                  </a:lnTo>
                  <a:lnTo>
                    <a:pt x="67" y="11994"/>
                  </a:lnTo>
                  <a:lnTo>
                    <a:pt x="92" y="12064"/>
                  </a:lnTo>
                  <a:lnTo>
                    <a:pt x="118" y="12132"/>
                  </a:lnTo>
                  <a:lnTo>
                    <a:pt x="148" y="12198"/>
                  </a:lnTo>
                  <a:lnTo>
                    <a:pt x="181" y="12264"/>
                  </a:lnTo>
                  <a:lnTo>
                    <a:pt x="217" y="12326"/>
                  </a:lnTo>
                  <a:lnTo>
                    <a:pt x="257" y="12387"/>
                  </a:lnTo>
                  <a:lnTo>
                    <a:pt x="299" y="12446"/>
                  </a:lnTo>
                  <a:lnTo>
                    <a:pt x="343" y="12504"/>
                  </a:lnTo>
                  <a:lnTo>
                    <a:pt x="390" y="12558"/>
                  </a:lnTo>
                  <a:lnTo>
                    <a:pt x="441" y="12610"/>
                  </a:lnTo>
                  <a:lnTo>
                    <a:pt x="493" y="12660"/>
                  </a:lnTo>
                  <a:lnTo>
                    <a:pt x="547" y="12707"/>
                  </a:lnTo>
                  <a:lnTo>
                    <a:pt x="604" y="12752"/>
                  </a:lnTo>
                  <a:lnTo>
                    <a:pt x="663" y="12794"/>
                  </a:lnTo>
                  <a:lnTo>
                    <a:pt x="724" y="12833"/>
                  </a:lnTo>
                  <a:lnTo>
                    <a:pt x="787" y="12869"/>
                  </a:lnTo>
                  <a:lnTo>
                    <a:pt x="852" y="12902"/>
                  </a:lnTo>
                  <a:lnTo>
                    <a:pt x="918" y="12933"/>
                  </a:lnTo>
                  <a:lnTo>
                    <a:pt x="987" y="12959"/>
                  </a:lnTo>
                  <a:lnTo>
                    <a:pt x="1056" y="12984"/>
                  </a:lnTo>
                  <a:lnTo>
                    <a:pt x="1128" y="13004"/>
                  </a:lnTo>
                  <a:lnTo>
                    <a:pt x="1201" y="13021"/>
                  </a:lnTo>
                  <a:lnTo>
                    <a:pt x="1275" y="13035"/>
                  </a:lnTo>
                  <a:lnTo>
                    <a:pt x="1350" y="13044"/>
                  </a:lnTo>
                  <a:lnTo>
                    <a:pt x="1426" y="13050"/>
                  </a:lnTo>
                  <a:lnTo>
                    <a:pt x="1504" y="13053"/>
                  </a:lnTo>
                  <a:lnTo>
                    <a:pt x="6539" y="13053"/>
                  </a:lnTo>
                  <a:lnTo>
                    <a:pt x="6539" y="13663"/>
                  </a:lnTo>
                  <a:lnTo>
                    <a:pt x="3399" y="14070"/>
                  </a:lnTo>
                  <a:lnTo>
                    <a:pt x="3378" y="14076"/>
                  </a:lnTo>
                  <a:lnTo>
                    <a:pt x="3358" y="14082"/>
                  </a:lnTo>
                  <a:lnTo>
                    <a:pt x="3338" y="14090"/>
                  </a:lnTo>
                  <a:lnTo>
                    <a:pt x="3319" y="14098"/>
                  </a:lnTo>
                  <a:lnTo>
                    <a:pt x="3299" y="14106"/>
                  </a:lnTo>
                  <a:lnTo>
                    <a:pt x="3280" y="14116"/>
                  </a:lnTo>
                  <a:lnTo>
                    <a:pt x="3262" y="14126"/>
                  </a:lnTo>
                  <a:lnTo>
                    <a:pt x="3245" y="14137"/>
                  </a:lnTo>
                  <a:lnTo>
                    <a:pt x="3228" y="14149"/>
                  </a:lnTo>
                  <a:lnTo>
                    <a:pt x="3211" y="14161"/>
                  </a:lnTo>
                  <a:lnTo>
                    <a:pt x="3196" y="14174"/>
                  </a:lnTo>
                  <a:lnTo>
                    <a:pt x="3180" y="14188"/>
                  </a:lnTo>
                  <a:lnTo>
                    <a:pt x="3166" y="14203"/>
                  </a:lnTo>
                  <a:lnTo>
                    <a:pt x="3151" y="14217"/>
                  </a:lnTo>
                  <a:lnTo>
                    <a:pt x="3138" y="14233"/>
                  </a:lnTo>
                  <a:lnTo>
                    <a:pt x="3124" y="14249"/>
                  </a:lnTo>
                  <a:lnTo>
                    <a:pt x="3112" y="14265"/>
                  </a:lnTo>
                  <a:lnTo>
                    <a:pt x="3100" y="14282"/>
                  </a:lnTo>
                  <a:lnTo>
                    <a:pt x="3089" y="14299"/>
                  </a:lnTo>
                  <a:lnTo>
                    <a:pt x="3079" y="14316"/>
                  </a:lnTo>
                  <a:lnTo>
                    <a:pt x="3070" y="14335"/>
                  </a:lnTo>
                  <a:lnTo>
                    <a:pt x="3061" y="14353"/>
                  </a:lnTo>
                  <a:lnTo>
                    <a:pt x="3053" y="14372"/>
                  </a:lnTo>
                  <a:lnTo>
                    <a:pt x="3046" y="14391"/>
                  </a:lnTo>
                  <a:lnTo>
                    <a:pt x="3039" y="14411"/>
                  </a:lnTo>
                  <a:lnTo>
                    <a:pt x="3034" y="14431"/>
                  </a:lnTo>
                  <a:lnTo>
                    <a:pt x="3029" y="14452"/>
                  </a:lnTo>
                  <a:lnTo>
                    <a:pt x="3025" y="14473"/>
                  </a:lnTo>
                  <a:lnTo>
                    <a:pt x="3022" y="14493"/>
                  </a:lnTo>
                  <a:lnTo>
                    <a:pt x="3020" y="14514"/>
                  </a:lnTo>
                  <a:lnTo>
                    <a:pt x="3018" y="14536"/>
                  </a:lnTo>
                  <a:lnTo>
                    <a:pt x="3018" y="14557"/>
                  </a:lnTo>
                  <a:lnTo>
                    <a:pt x="3019" y="14583"/>
                  </a:lnTo>
                  <a:lnTo>
                    <a:pt x="3020" y="14608"/>
                  </a:lnTo>
                  <a:lnTo>
                    <a:pt x="3024" y="14633"/>
                  </a:lnTo>
                  <a:lnTo>
                    <a:pt x="3028" y="14658"/>
                  </a:lnTo>
                  <a:lnTo>
                    <a:pt x="3034" y="14682"/>
                  </a:lnTo>
                  <a:lnTo>
                    <a:pt x="3040" y="14707"/>
                  </a:lnTo>
                  <a:lnTo>
                    <a:pt x="3048" y="14730"/>
                  </a:lnTo>
                  <a:lnTo>
                    <a:pt x="3057" y="14753"/>
                  </a:lnTo>
                  <a:lnTo>
                    <a:pt x="3067" y="14775"/>
                  </a:lnTo>
                  <a:lnTo>
                    <a:pt x="3078" y="14797"/>
                  </a:lnTo>
                  <a:lnTo>
                    <a:pt x="3090" y="14818"/>
                  </a:lnTo>
                  <a:lnTo>
                    <a:pt x="3103" y="14838"/>
                  </a:lnTo>
                  <a:lnTo>
                    <a:pt x="3117" y="14857"/>
                  </a:lnTo>
                  <a:lnTo>
                    <a:pt x="3132" y="14876"/>
                  </a:lnTo>
                  <a:lnTo>
                    <a:pt x="3149" y="14894"/>
                  </a:lnTo>
                  <a:lnTo>
                    <a:pt x="3165" y="14912"/>
                  </a:lnTo>
                  <a:lnTo>
                    <a:pt x="3183" y="14928"/>
                  </a:lnTo>
                  <a:lnTo>
                    <a:pt x="3201" y="14945"/>
                  </a:lnTo>
                  <a:lnTo>
                    <a:pt x="3220" y="14960"/>
                  </a:lnTo>
                  <a:lnTo>
                    <a:pt x="3239" y="14974"/>
                  </a:lnTo>
                  <a:lnTo>
                    <a:pt x="3260" y="14987"/>
                  </a:lnTo>
                  <a:lnTo>
                    <a:pt x="3280" y="14999"/>
                  </a:lnTo>
                  <a:lnTo>
                    <a:pt x="3302" y="15010"/>
                  </a:lnTo>
                  <a:lnTo>
                    <a:pt x="3325" y="15020"/>
                  </a:lnTo>
                  <a:lnTo>
                    <a:pt x="3348" y="15029"/>
                  </a:lnTo>
                  <a:lnTo>
                    <a:pt x="3371" y="15037"/>
                  </a:lnTo>
                  <a:lnTo>
                    <a:pt x="3395" y="15043"/>
                  </a:lnTo>
                  <a:lnTo>
                    <a:pt x="3419" y="15049"/>
                  </a:lnTo>
                  <a:lnTo>
                    <a:pt x="3444" y="15053"/>
                  </a:lnTo>
                  <a:lnTo>
                    <a:pt x="3469" y="15056"/>
                  </a:lnTo>
                  <a:lnTo>
                    <a:pt x="3495" y="15058"/>
                  </a:lnTo>
                  <a:lnTo>
                    <a:pt x="3521" y="15059"/>
                  </a:lnTo>
                  <a:lnTo>
                    <a:pt x="12574" y="15059"/>
                  </a:lnTo>
                  <a:lnTo>
                    <a:pt x="12600" y="15058"/>
                  </a:lnTo>
                  <a:lnTo>
                    <a:pt x="12626" y="15056"/>
                  </a:lnTo>
                  <a:lnTo>
                    <a:pt x="12651" y="15053"/>
                  </a:lnTo>
                  <a:lnTo>
                    <a:pt x="12676" y="15049"/>
                  </a:lnTo>
                  <a:lnTo>
                    <a:pt x="12700" y="15043"/>
                  </a:lnTo>
                  <a:lnTo>
                    <a:pt x="12724" y="15037"/>
                  </a:lnTo>
                  <a:lnTo>
                    <a:pt x="12747" y="15029"/>
                  </a:lnTo>
                  <a:lnTo>
                    <a:pt x="12770" y="15020"/>
                  </a:lnTo>
                  <a:lnTo>
                    <a:pt x="12793" y="15010"/>
                  </a:lnTo>
                  <a:lnTo>
                    <a:pt x="12814" y="14999"/>
                  </a:lnTo>
                  <a:lnTo>
                    <a:pt x="12835" y="14987"/>
                  </a:lnTo>
                  <a:lnTo>
                    <a:pt x="12856" y="14974"/>
                  </a:lnTo>
                  <a:lnTo>
                    <a:pt x="12875" y="14960"/>
                  </a:lnTo>
                  <a:lnTo>
                    <a:pt x="12894" y="14945"/>
                  </a:lnTo>
                  <a:lnTo>
                    <a:pt x="12912" y="14928"/>
                  </a:lnTo>
                  <a:lnTo>
                    <a:pt x="12930" y="14912"/>
                  </a:lnTo>
                  <a:lnTo>
                    <a:pt x="12946" y="14894"/>
                  </a:lnTo>
                  <a:lnTo>
                    <a:pt x="12963" y="14876"/>
                  </a:lnTo>
                  <a:lnTo>
                    <a:pt x="12978" y="14857"/>
                  </a:lnTo>
                  <a:lnTo>
                    <a:pt x="12992" y="14838"/>
                  </a:lnTo>
                  <a:lnTo>
                    <a:pt x="13005" y="14818"/>
                  </a:lnTo>
                  <a:lnTo>
                    <a:pt x="13017" y="14797"/>
                  </a:lnTo>
                  <a:lnTo>
                    <a:pt x="13028" y="14775"/>
                  </a:lnTo>
                  <a:lnTo>
                    <a:pt x="13038" y="14753"/>
                  </a:lnTo>
                  <a:lnTo>
                    <a:pt x="13047" y="14730"/>
                  </a:lnTo>
                  <a:lnTo>
                    <a:pt x="13055" y="14707"/>
                  </a:lnTo>
                  <a:lnTo>
                    <a:pt x="13061" y="14682"/>
                  </a:lnTo>
                  <a:lnTo>
                    <a:pt x="13067" y="14658"/>
                  </a:lnTo>
                  <a:lnTo>
                    <a:pt x="13071" y="14633"/>
                  </a:lnTo>
                  <a:lnTo>
                    <a:pt x="13074" y="14608"/>
                  </a:lnTo>
                  <a:lnTo>
                    <a:pt x="13076" y="14583"/>
                  </a:lnTo>
                  <a:lnTo>
                    <a:pt x="13077" y="14557"/>
                  </a:lnTo>
                  <a:lnTo>
                    <a:pt x="13077" y="14536"/>
                  </a:lnTo>
                  <a:lnTo>
                    <a:pt x="13075" y="14514"/>
                  </a:lnTo>
                  <a:lnTo>
                    <a:pt x="13073" y="14493"/>
                  </a:lnTo>
                  <a:lnTo>
                    <a:pt x="13070" y="14473"/>
                  </a:lnTo>
                  <a:lnTo>
                    <a:pt x="13066" y="14452"/>
                  </a:lnTo>
                  <a:lnTo>
                    <a:pt x="13061" y="14431"/>
                  </a:lnTo>
                  <a:lnTo>
                    <a:pt x="13056" y="14411"/>
                  </a:lnTo>
                  <a:lnTo>
                    <a:pt x="13049" y="14391"/>
                  </a:lnTo>
                  <a:lnTo>
                    <a:pt x="13042" y="14372"/>
                  </a:lnTo>
                  <a:lnTo>
                    <a:pt x="13034" y="14353"/>
                  </a:lnTo>
                  <a:lnTo>
                    <a:pt x="13025" y="14335"/>
                  </a:lnTo>
                  <a:lnTo>
                    <a:pt x="13016" y="14316"/>
                  </a:lnTo>
                  <a:lnTo>
                    <a:pt x="13006" y="14299"/>
                  </a:lnTo>
                  <a:lnTo>
                    <a:pt x="12995" y="14282"/>
                  </a:lnTo>
                  <a:lnTo>
                    <a:pt x="12983" y="14265"/>
                  </a:lnTo>
                  <a:lnTo>
                    <a:pt x="12971" y="14249"/>
                  </a:lnTo>
                  <a:lnTo>
                    <a:pt x="12957" y="14233"/>
                  </a:lnTo>
                  <a:lnTo>
                    <a:pt x="12944" y="14217"/>
                  </a:lnTo>
                  <a:lnTo>
                    <a:pt x="12930" y="14203"/>
                  </a:lnTo>
                  <a:lnTo>
                    <a:pt x="12915" y="14188"/>
                  </a:lnTo>
                  <a:lnTo>
                    <a:pt x="12900" y="14174"/>
                  </a:lnTo>
                  <a:lnTo>
                    <a:pt x="12884" y="14161"/>
                  </a:lnTo>
                  <a:lnTo>
                    <a:pt x="12867" y="14149"/>
                  </a:lnTo>
                  <a:lnTo>
                    <a:pt x="12850" y="14137"/>
                  </a:lnTo>
                  <a:lnTo>
                    <a:pt x="12833" y="14126"/>
                  </a:lnTo>
                  <a:lnTo>
                    <a:pt x="12815" y="14116"/>
                  </a:lnTo>
                  <a:lnTo>
                    <a:pt x="12796" y="14106"/>
                  </a:lnTo>
                  <a:lnTo>
                    <a:pt x="12776" y="14098"/>
                  </a:lnTo>
                  <a:lnTo>
                    <a:pt x="12757" y="14090"/>
                  </a:lnTo>
                  <a:lnTo>
                    <a:pt x="12737" y="14082"/>
                  </a:lnTo>
                  <a:lnTo>
                    <a:pt x="12717" y="14076"/>
                  </a:lnTo>
                  <a:lnTo>
                    <a:pt x="12696" y="14070"/>
                  </a:lnTo>
                  <a:lnTo>
                    <a:pt x="9556" y="13663"/>
                  </a:lnTo>
                  <a:lnTo>
                    <a:pt x="9556" y="13053"/>
                  </a:lnTo>
                  <a:lnTo>
                    <a:pt x="14591" y="13053"/>
                  </a:lnTo>
                  <a:lnTo>
                    <a:pt x="14669" y="13050"/>
                  </a:lnTo>
                  <a:lnTo>
                    <a:pt x="14745" y="13044"/>
                  </a:lnTo>
                  <a:lnTo>
                    <a:pt x="14820" y="13035"/>
                  </a:lnTo>
                  <a:lnTo>
                    <a:pt x="14894" y="13021"/>
                  </a:lnTo>
                  <a:lnTo>
                    <a:pt x="14967" y="13004"/>
                  </a:lnTo>
                  <a:lnTo>
                    <a:pt x="15039" y="12984"/>
                  </a:lnTo>
                  <a:lnTo>
                    <a:pt x="15108" y="12959"/>
                  </a:lnTo>
                  <a:lnTo>
                    <a:pt x="15177" y="12933"/>
                  </a:lnTo>
                  <a:lnTo>
                    <a:pt x="15243" y="12902"/>
                  </a:lnTo>
                  <a:lnTo>
                    <a:pt x="15308" y="12869"/>
                  </a:lnTo>
                  <a:lnTo>
                    <a:pt x="15371" y="12833"/>
                  </a:lnTo>
                  <a:lnTo>
                    <a:pt x="15432" y="12794"/>
                  </a:lnTo>
                  <a:lnTo>
                    <a:pt x="15491" y="12752"/>
                  </a:lnTo>
                  <a:lnTo>
                    <a:pt x="15548" y="12707"/>
                  </a:lnTo>
                  <a:lnTo>
                    <a:pt x="15602" y="12660"/>
                  </a:lnTo>
                  <a:lnTo>
                    <a:pt x="15654" y="12610"/>
                  </a:lnTo>
                  <a:lnTo>
                    <a:pt x="15705" y="12558"/>
                  </a:lnTo>
                  <a:lnTo>
                    <a:pt x="15752" y="12504"/>
                  </a:lnTo>
                  <a:lnTo>
                    <a:pt x="15796" y="12446"/>
                  </a:lnTo>
                  <a:lnTo>
                    <a:pt x="15838" y="12387"/>
                  </a:lnTo>
                  <a:lnTo>
                    <a:pt x="15878" y="12326"/>
                  </a:lnTo>
                  <a:lnTo>
                    <a:pt x="15914" y="12264"/>
                  </a:lnTo>
                  <a:lnTo>
                    <a:pt x="15947" y="12198"/>
                  </a:lnTo>
                  <a:lnTo>
                    <a:pt x="15977" y="12132"/>
                  </a:lnTo>
                  <a:lnTo>
                    <a:pt x="16003" y="12064"/>
                  </a:lnTo>
                  <a:lnTo>
                    <a:pt x="16028" y="11994"/>
                  </a:lnTo>
                  <a:lnTo>
                    <a:pt x="16048" y="11922"/>
                  </a:lnTo>
                  <a:lnTo>
                    <a:pt x="16065" y="11850"/>
                  </a:lnTo>
                  <a:lnTo>
                    <a:pt x="16078" y="11776"/>
                  </a:lnTo>
                  <a:lnTo>
                    <a:pt x="16087" y="11700"/>
                  </a:lnTo>
                  <a:lnTo>
                    <a:pt x="16093" y="11624"/>
                  </a:lnTo>
                  <a:lnTo>
                    <a:pt x="16095" y="11547"/>
                  </a:lnTo>
                  <a:lnTo>
                    <a:pt x="16095" y="1506"/>
                  </a:lnTo>
                  <a:lnTo>
                    <a:pt x="16093" y="1429"/>
                  </a:lnTo>
                  <a:lnTo>
                    <a:pt x="16087" y="1352"/>
                  </a:lnTo>
                  <a:lnTo>
                    <a:pt x="16078" y="1277"/>
                  </a:lnTo>
                  <a:lnTo>
                    <a:pt x="16064" y="1203"/>
                  </a:lnTo>
                  <a:lnTo>
                    <a:pt x="16048" y="1130"/>
                  </a:lnTo>
                  <a:lnTo>
                    <a:pt x="16028" y="1058"/>
                  </a:lnTo>
                  <a:lnTo>
                    <a:pt x="16003" y="988"/>
                  </a:lnTo>
                  <a:lnTo>
                    <a:pt x="15976" y="920"/>
                  </a:lnTo>
                  <a:lnTo>
                    <a:pt x="15946" y="853"/>
                  </a:lnTo>
                  <a:lnTo>
                    <a:pt x="15913" y="788"/>
                  </a:lnTo>
                  <a:lnTo>
                    <a:pt x="15877" y="725"/>
                  </a:lnTo>
                  <a:lnTo>
                    <a:pt x="15837" y="664"/>
                  </a:lnTo>
                  <a:lnTo>
                    <a:pt x="15795" y="605"/>
                  </a:lnTo>
                  <a:lnTo>
                    <a:pt x="15750" y="548"/>
                  </a:lnTo>
                  <a:lnTo>
                    <a:pt x="15703" y="493"/>
                  </a:lnTo>
                  <a:lnTo>
                    <a:pt x="15652" y="441"/>
                  </a:lnTo>
                  <a:lnTo>
                    <a:pt x="15600" y="392"/>
                  </a:lnTo>
                  <a:lnTo>
                    <a:pt x="15546" y="344"/>
                  </a:lnTo>
                  <a:lnTo>
                    <a:pt x="15488" y="299"/>
                  </a:lnTo>
                  <a:lnTo>
                    <a:pt x="15429" y="257"/>
                  </a:lnTo>
                  <a:lnTo>
                    <a:pt x="15369" y="218"/>
                  </a:lnTo>
                  <a:lnTo>
                    <a:pt x="15305" y="182"/>
                  </a:lnTo>
                  <a:lnTo>
                    <a:pt x="15240" y="149"/>
                  </a:lnTo>
                  <a:lnTo>
                    <a:pt x="15174" y="118"/>
                  </a:lnTo>
                  <a:lnTo>
                    <a:pt x="15105" y="91"/>
                  </a:lnTo>
                  <a:lnTo>
                    <a:pt x="15035" y="67"/>
                  </a:lnTo>
                  <a:lnTo>
                    <a:pt x="14963" y="47"/>
                  </a:lnTo>
                  <a:lnTo>
                    <a:pt x="14890" y="30"/>
                  </a:lnTo>
                  <a:lnTo>
                    <a:pt x="14815" y="17"/>
                  </a:lnTo>
                  <a:lnTo>
                    <a:pt x="14740" y="8"/>
                  </a:lnTo>
                  <a:lnTo>
                    <a:pt x="14664" y="2"/>
                  </a:lnTo>
                  <a:lnTo>
                    <a:pt x="1458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grpSp>
      <p:grpSp>
        <p:nvGrpSpPr>
          <p:cNvPr id="63" name="Group 62"/>
          <p:cNvGrpSpPr/>
          <p:nvPr/>
        </p:nvGrpSpPr>
        <p:grpSpPr>
          <a:xfrm>
            <a:off x="7914119" y="5030391"/>
            <a:ext cx="448921" cy="447888"/>
            <a:chOff x="4594225" y="2119313"/>
            <a:chExt cx="690563" cy="688975"/>
          </a:xfrm>
          <a:solidFill>
            <a:schemeClr val="bg1"/>
          </a:solidFill>
        </p:grpSpPr>
        <p:sp>
          <p:nvSpPr>
            <p:cNvPr id="71" name="Freeform 70"/>
            <p:cNvSpPr>
              <a:spLocks noEditPoints="1"/>
            </p:cNvSpPr>
            <p:nvPr/>
          </p:nvSpPr>
          <p:spPr bwMode="auto">
            <a:xfrm>
              <a:off x="4594225" y="2119313"/>
              <a:ext cx="690563" cy="688975"/>
            </a:xfrm>
            <a:custGeom>
              <a:avLst/>
              <a:gdLst>
                <a:gd name="T0" fmla="*/ 13014 w 16095"/>
                <a:gd name="T1" fmla="*/ 9314 h 16058"/>
                <a:gd name="T2" fmla="*/ 12601 w 16095"/>
                <a:gd name="T3" fmla="*/ 10148 h 16058"/>
                <a:gd name="T4" fmla="*/ 12483 w 16095"/>
                <a:gd name="T5" fmla="*/ 10816 h 16058"/>
                <a:gd name="T6" fmla="*/ 11103 w 16095"/>
                <a:gd name="T7" fmla="*/ 12535 h 16058"/>
                <a:gd name="T8" fmla="*/ 10453 w 16095"/>
                <a:gd name="T9" fmla="*/ 12465 h 16058"/>
                <a:gd name="T10" fmla="*/ 9575 w 16095"/>
                <a:gd name="T11" fmla="*/ 12816 h 16058"/>
                <a:gd name="T12" fmla="*/ 9126 w 16095"/>
                <a:gd name="T13" fmla="*/ 13268 h 16058"/>
                <a:gd name="T14" fmla="*/ 6955 w 16095"/>
                <a:gd name="T15" fmla="*/ 13239 h 16058"/>
                <a:gd name="T16" fmla="*/ 6491 w 16095"/>
                <a:gd name="T17" fmla="*/ 12802 h 16058"/>
                <a:gd name="T18" fmla="*/ 5615 w 16095"/>
                <a:gd name="T19" fmla="*/ 12459 h 16058"/>
                <a:gd name="T20" fmla="*/ 4959 w 16095"/>
                <a:gd name="T21" fmla="*/ 12551 h 16058"/>
                <a:gd name="T22" fmla="*/ 3617 w 16095"/>
                <a:gd name="T23" fmla="*/ 10784 h 16058"/>
                <a:gd name="T24" fmla="*/ 3464 w 16095"/>
                <a:gd name="T25" fmla="*/ 10082 h 16058"/>
                <a:gd name="T26" fmla="*/ 3059 w 16095"/>
                <a:gd name="T27" fmla="*/ 9291 h 16058"/>
                <a:gd name="T28" fmla="*/ 1006 w 16095"/>
                <a:gd name="T29" fmla="*/ 7347 h 16058"/>
                <a:gd name="T30" fmla="*/ 3081 w 16095"/>
                <a:gd name="T31" fmla="*/ 6745 h 16058"/>
                <a:gd name="T32" fmla="*/ 3495 w 16095"/>
                <a:gd name="T33" fmla="*/ 5911 h 16058"/>
                <a:gd name="T34" fmla="*/ 3613 w 16095"/>
                <a:gd name="T35" fmla="*/ 5243 h 16058"/>
                <a:gd name="T36" fmla="*/ 4992 w 16095"/>
                <a:gd name="T37" fmla="*/ 3523 h 16058"/>
                <a:gd name="T38" fmla="*/ 5643 w 16095"/>
                <a:gd name="T39" fmla="*/ 3593 h 16058"/>
                <a:gd name="T40" fmla="*/ 6520 w 16095"/>
                <a:gd name="T41" fmla="*/ 3242 h 16058"/>
                <a:gd name="T42" fmla="*/ 6970 w 16095"/>
                <a:gd name="T43" fmla="*/ 2790 h 16058"/>
                <a:gd name="T44" fmla="*/ 9140 w 16095"/>
                <a:gd name="T45" fmla="*/ 2819 h 16058"/>
                <a:gd name="T46" fmla="*/ 9604 w 16095"/>
                <a:gd name="T47" fmla="*/ 3256 h 16058"/>
                <a:gd name="T48" fmla="*/ 10480 w 16095"/>
                <a:gd name="T49" fmla="*/ 3599 h 16058"/>
                <a:gd name="T50" fmla="*/ 11137 w 16095"/>
                <a:gd name="T51" fmla="*/ 3507 h 16058"/>
                <a:gd name="T52" fmla="*/ 12478 w 16095"/>
                <a:gd name="T53" fmla="*/ 5274 h 16058"/>
                <a:gd name="T54" fmla="*/ 12631 w 16095"/>
                <a:gd name="T55" fmla="*/ 5976 h 16058"/>
                <a:gd name="T56" fmla="*/ 13036 w 16095"/>
                <a:gd name="T57" fmla="*/ 6767 h 16058"/>
                <a:gd name="T58" fmla="*/ 15089 w 16095"/>
                <a:gd name="T59" fmla="*/ 8712 h 16058"/>
                <a:gd name="T60" fmla="*/ 14489 w 16095"/>
                <a:gd name="T61" fmla="*/ 3783 h 16058"/>
                <a:gd name="T62" fmla="*/ 14336 w 16095"/>
                <a:gd name="T63" fmla="*/ 2970 h 16058"/>
                <a:gd name="T64" fmla="*/ 12945 w 16095"/>
                <a:gd name="T65" fmla="*/ 1659 h 16058"/>
                <a:gd name="T66" fmla="*/ 12433 w 16095"/>
                <a:gd name="T67" fmla="*/ 1581 h 16058"/>
                <a:gd name="T68" fmla="*/ 10192 w 16095"/>
                <a:gd name="T69" fmla="*/ 2406 h 16058"/>
                <a:gd name="T70" fmla="*/ 9336 w 16095"/>
                <a:gd name="T71" fmla="*/ 202 h 16058"/>
                <a:gd name="T72" fmla="*/ 7187 w 16095"/>
                <a:gd name="T73" fmla="*/ 15 h 16058"/>
                <a:gd name="T74" fmla="*/ 6503 w 16095"/>
                <a:gd name="T75" fmla="*/ 483 h 16058"/>
                <a:gd name="T76" fmla="*/ 4046 w 16095"/>
                <a:gd name="T77" fmla="*/ 1704 h 16058"/>
                <a:gd name="T78" fmla="*/ 3407 w 16095"/>
                <a:gd name="T79" fmla="*/ 1586 h 16058"/>
                <a:gd name="T80" fmla="*/ 2956 w 16095"/>
                <a:gd name="T81" fmla="*/ 1771 h 16058"/>
                <a:gd name="T82" fmla="*/ 1604 w 16095"/>
                <a:gd name="T83" fmla="*/ 3320 h 16058"/>
                <a:gd name="T84" fmla="*/ 2620 w 16095"/>
                <a:gd name="T85" fmla="*/ 5408 h 16058"/>
                <a:gd name="T86" fmla="*/ 379 w 16095"/>
                <a:gd name="T87" fmla="*/ 6562 h 16058"/>
                <a:gd name="T88" fmla="*/ 1 w 16095"/>
                <a:gd name="T89" fmla="*/ 7302 h 16058"/>
                <a:gd name="T90" fmla="*/ 285 w 16095"/>
                <a:gd name="T91" fmla="*/ 9412 h 16058"/>
                <a:gd name="T92" fmla="*/ 2511 w 16095"/>
                <a:gd name="T93" fmla="*/ 10413 h 16058"/>
                <a:gd name="T94" fmla="*/ 1583 w 16095"/>
                <a:gd name="T95" fmla="*/ 12613 h 16058"/>
                <a:gd name="T96" fmla="*/ 2897 w 16095"/>
                <a:gd name="T97" fmla="*/ 14241 h 16058"/>
                <a:gd name="T98" fmla="*/ 3336 w 16095"/>
                <a:gd name="T99" fmla="*/ 14459 h 16058"/>
                <a:gd name="T100" fmla="*/ 3944 w 16095"/>
                <a:gd name="T101" fmla="*/ 14404 h 16058"/>
                <a:gd name="T102" fmla="*/ 6444 w 16095"/>
                <a:gd name="T103" fmla="*/ 15461 h 16058"/>
                <a:gd name="T104" fmla="*/ 7061 w 16095"/>
                <a:gd name="T105" fmla="*/ 16012 h 16058"/>
                <a:gd name="T106" fmla="*/ 9229 w 16095"/>
                <a:gd name="T107" fmla="*/ 15927 h 16058"/>
                <a:gd name="T108" fmla="*/ 9718 w 16095"/>
                <a:gd name="T109" fmla="*/ 15251 h 16058"/>
                <a:gd name="T110" fmla="*/ 12326 w 16095"/>
                <a:gd name="T111" fmla="*/ 14460 h 16058"/>
                <a:gd name="T112" fmla="*/ 12877 w 16095"/>
                <a:gd name="T113" fmla="*/ 14426 h 16058"/>
                <a:gd name="T114" fmla="*/ 14253 w 16095"/>
                <a:gd name="T115" fmla="*/ 13191 h 16058"/>
                <a:gd name="T116" fmla="*/ 14511 w 16095"/>
                <a:gd name="T117" fmla="*/ 12402 h 16058"/>
                <a:gd name="T118" fmla="*/ 13745 w 16095"/>
                <a:gd name="T119" fmla="*/ 10004 h 16058"/>
                <a:gd name="T120" fmla="*/ 15941 w 16095"/>
                <a:gd name="T121" fmla="*/ 9245 h 16058"/>
                <a:gd name="T122" fmla="*/ 16061 w 16095"/>
                <a:gd name="T123" fmla="*/ 7086 h 16058"/>
                <a:gd name="T124" fmla="*/ 15536 w 16095"/>
                <a:gd name="T125" fmla="*/ 6448 h 16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095" h="16058">
                  <a:moveTo>
                    <a:pt x="13547" y="9020"/>
                  </a:moveTo>
                  <a:lnTo>
                    <a:pt x="13515" y="9027"/>
                  </a:lnTo>
                  <a:lnTo>
                    <a:pt x="13483" y="9035"/>
                  </a:lnTo>
                  <a:lnTo>
                    <a:pt x="13450" y="9044"/>
                  </a:lnTo>
                  <a:lnTo>
                    <a:pt x="13419" y="9054"/>
                  </a:lnTo>
                  <a:lnTo>
                    <a:pt x="13388" y="9065"/>
                  </a:lnTo>
                  <a:lnTo>
                    <a:pt x="13358" y="9077"/>
                  </a:lnTo>
                  <a:lnTo>
                    <a:pt x="13328" y="9090"/>
                  </a:lnTo>
                  <a:lnTo>
                    <a:pt x="13298" y="9104"/>
                  </a:lnTo>
                  <a:lnTo>
                    <a:pt x="13269" y="9120"/>
                  </a:lnTo>
                  <a:lnTo>
                    <a:pt x="13241" y="9135"/>
                  </a:lnTo>
                  <a:lnTo>
                    <a:pt x="13213" y="9152"/>
                  </a:lnTo>
                  <a:lnTo>
                    <a:pt x="13186" y="9169"/>
                  </a:lnTo>
                  <a:lnTo>
                    <a:pt x="13160" y="9187"/>
                  </a:lnTo>
                  <a:lnTo>
                    <a:pt x="13134" y="9207"/>
                  </a:lnTo>
                  <a:lnTo>
                    <a:pt x="13108" y="9226"/>
                  </a:lnTo>
                  <a:lnTo>
                    <a:pt x="13083" y="9247"/>
                  </a:lnTo>
                  <a:lnTo>
                    <a:pt x="13059" y="9269"/>
                  </a:lnTo>
                  <a:lnTo>
                    <a:pt x="13036" y="9291"/>
                  </a:lnTo>
                  <a:lnTo>
                    <a:pt x="13014" y="9314"/>
                  </a:lnTo>
                  <a:lnTo>
                    <a:pt x="12992" y="9338"/>
                  </a:lnTo>
                  <a:lnTo>
                    <a:pt x="12971" y="9362"/>
                  </a:lnTo>
                  <a:lnTo>
                    <a:pt x="12950" y="9387"/>
                  </a:lnTo>
                  <a:lnTo>
                    <a:pt x="12931" y="9414"/>
                  </a:lnTo>
                  <a:lnTo>
                    <a:pt x="12912" y="9440"/>
                  </a:lnTo>
                  <a:lnTo>
                    <a:pt x="12894" y="9467"/>
                  </a:lnTo>
                  <a:lnTo>
                    <a:pt x="12877" y="9495"/>
                  </a:lnTo>
                  <a:lnTo>
                    <a:pt x="12861" y="9523"/>
                  </a:lnTo>
                  <a:lnTo>
                    <a:pt x="12846" y="9552"/>
                  </a:lnTo>
                  <a:lnTo>
                    <a:pt x="12832" y="9582"/>
                  </a:lnTo>
                  <a:lnTo>
                    <a:pt x="12819" y="9612"/>
                  </a:lnTo>
                  <a:lnTo>
                    <a:pt x="12807" y="9642"/>
                  </a:lnTo>
                  <a:lnTo>
                    <a:pt x="12795" y="9674"/>
                  </a:lnTo>
                  <a:lnTo>
                    <a:pt x="12769" y="9743"/>
                  </a:lnTo>
                  <a:lnTo>
                    <a:pt x="12744" y="9812"/>
                  </a:lnTo>
                  <a:lnTo>
                    <a:pt x="12717" y="9880"/>
                  </a:lnTo>
                  <a:lnTo>
                    <a:pt x="12690" y="9948"/>
                  </a:lnTo>
                  <a:lnTo>
                    <a:pt x="12661" y="10015"/>
                  </a:lnTo>
                  <a:lnTo>
                    <a:pt x="12632" y="10082"/>
                  </a:lnTo>
                  <a:lnTo>
                    <a:pt x="12601" y="10148"/>
                  </a:lnTo>
                  <a:lnTo>
                    <a:pt x="12570" y="10214"/>
                  </a:lnTo>
                  <a:lnTo>
                    <a:pt x="12556" y="10244"/>
                  </a:lnTo>
                  <a:lnTo>
                    <a:pt x="12543" y="10274"/>
                  </a:lnTo>
                  <a:lnTo>
                    <a:pt x="12531" y="10305"/>
                  </a:lnTo>
                  <a:lnTo>
                    <a:pt x="12520" y="10336"/>
                  </a:lnTo>
                  <a:lnTo>
                    <a:pt x="12510" y="10367"/>
                  </a:lnTo>
                  <a:lnTo>
                    <a:pt x="12501" y="10399"/>
                  </a:lnTo>
                  <a:lnTo>
                    <a:pt x="12494" y="10430"/>
                  </a:lnTo>
                  <a:lnTo>
                    <a:pt x="12487" y="10462"/>
                  </a:lnTo>
                  <a:lnTo>
                    <a:pt x="12481" y="10495"/>
                  </a:lnTo>
                  <a:lnTo>
                    <a:pt x="12477" y="10527"/>
                  </a:lnTo>
                  <a:lnTo>
                    <a:pt x="12473" y="10559"/>
                  </a:lnTo>
                  <a:lnTo>
                    <a:pt x="12471" y="10591"/>
                  </a:lnTo>
                  <a:lnTo>
                    <a:pt x="12469" y="10623"/>
                  </a:lnTo>
                  <a:lnTo>
                    <a:pt x="12469" y="10655"/>
                  </a:lnTo>
                  <a:lnTo>
                    <a:pt x="12470" y="10687"/>
                  </a:lnTo>
                  <a:lnTo>
                    <a:pt x="12471" y="10719"/>
                  </a:lnTo>
                  <a:lnTo>
                    <a:pt x="12474" y="10752"/>
                  </a:lnTo>
                  <a:lnTo>
                    <a:pt x="12478" y="10784"/>
                  </a:lnTo>
                  <a:lnTo>
                    <a:pt x="12483" y="10816"/>
                  </a:lnTo>
                  <a:lnTo>
                    <a:pt x="12488" y="10848"/>
                  </a:lnTo>
                  <a:lnTo>
                    <a:pt x="12495" y="10879"/>
                  </a:lnTo>
                  <a:lnTo>
                    <a:pt x="12503" y="10911"/>
                  </a:lnTo>
                  <a:lnTo>
                    <a:pt x="12512" y="10942"/>
                  </a:lnTo>
                  <a:lnTo>
                    <a:pt x="12522" y="10972"/>
                  </a:lnTo>
                  <a:lnTo>
                    <a:pt x="12532" y="11003"/>
                  </a:lnTo>
                  <a:lnTo>
                    <a:pt x="12544" y="11034"/>
                  </a:lnTo>
                  <a:lnTo>
                    <a:pt x="12557" y="11064"/>
                  </a:lnTo>
                  <a:lnTo>
                    <a:pt x="12571" y="11093"/>
                  </a:lnTo>
                  <a:lnTo>
                    <a:pt x="12586" y="11123"/>
                  </a:lnTo>
                  <a:lnTo>
                    <a:pt x="12602" y="11151"/>
                  </a:lnTo>
                  <a:lnTo>
                    <a:pt x="12619" y="11180"/>
                  </a:lnTo>
                  <a:lnTo>
                    <a:pt x="12638" y="11207"/>
                  </a:lnTo>
                  <a:lnTo>
                    <a:pt x="13511" y="12514"/>
                  </a:lnTo>
                  <a:lnTo>
                    <a:pt x="12543" y="13480"/>
                  </a:lnTo>
                  <a:lnTo>
                    <a:pt x="11233" y="12608"/>
                  </a:lnTo>
                  <a:lnTo>
                    <a:pt x="11202" y="12588"/>
                  </a:lnTo>
                  <a:lnTo>
                    <a:pt x="11169" y="12569"/>
                  </a:lnTo>
                  <a:lnTo>
                    <a:pt x="11137" y="12551"/>
                  </a:lnTo>
                  <a:lnTo>
                    <a:pt x="11103" y="12535"/>
                  </a:lnTo>
                  <a:lnTo>
                    <a:pt x="11069" y="12520"/>
                  </a:lnTo>
                  <a:lnTo>
                    <a:pt x="11035" y="12506"/>
                  </a:lnTo>
                  <a:lnTo>
                    <a:pt x="11000" y="12494"/>
                  </a:lnTo>
                  <a:lnTo>
                    <a:pt x="10965" y="12483"/>
                  </a:lnTo>
                  <a:lnTo>
                    <a:pt x="10930" y="12473"/>
                  </a:lnTo>
                  <a:lnTo>
                    <a:pt x="10894" y="12464"/>
                  </a:lnTo>
                  <a:lnTo>
                    <a:pt x="10858" y="12457"/>
                  </a:lnTo>
                  <a:lnTo>
                    <a:pt x="10822" y="12451"/>
                  </a:lnTo>
                  <a:lnTo>
                    <a:pt x="10786" y="12446"/>
                  </a:lnTo>
                  <a:lnTo>
                    <a:pt x="10748" y="12443"/>
                  </a:lnTo>
                  <a:lnTo>
                    <a:pt x="10712" y="12441"/>
                  </a:lnTo>
                  <a:lnTo>
                    <a:pt x="10676" y="12440"/>
                  </a:lnTo>
                  <a:lnTo>
                    <a:pt x="10648" y="12441"/>
                  </a:lnTo>
                  <a:lnTo>
                    <a:pt x="10620" y="12442"/>
                  </a:lnTo>
                  <a:lnTo>
                    <a:pt x="10592" y="12444"/>
                  </a:lnTo>
                  <a:lnTo>
                    <a:pt x="10563" y="12446"/>
                  </a:lnTo>
                  <a:lnTo>
                    <a:pt x="10536" y="12450"/>
                  </a:lnTo>
                  <a:lnTo>
                    <a:pt x="10508" y="12454"/>
                  </a:lnTo>
                  <a:lnTo>
                    <a:pt x="10480" y="12459"/>
                  </a:lnTo>
                  <a:lnTo>
                    <a:pt x="10453" y="12465"/>
                  </a:lnTo>
                  <a:lnTo>
                    <a:pt x="10425" y="12472"/>
                  </a:lnTo>
                  <a:lnTo>
                    <a:pt x="10397" y="12479"/>
                  </a:lnTo>
                  <a:lnTo>
                    <a:pt x="10370" y="12488"/>
                  </a:lnTo>
                  <a:lnTo>
                    <a:pt x="10343" y="12497"/>
                  </a:lnTo>
                  <a:lnTo>
                    <a:pt x="10317" y="12506"/>
                  </a:lnTo>
                  <a:lnTo>
                    <a:pt x="10290" y="12517"/>
                  </a:lnTo>
                  <a:lnTo>
                    <a:pt x="10264" y="12528"/>
                  </a:lnTo>
                  <a:lnTo>
                    <a:pt x="10237" y="12540"/>
                  </a:lnTo>
                  <a:lnTo>
                    <a:pt x="10172" y="12571"/>
                  </a:lnTo>
                  <a:lnTo>
                    <a:pt x="10106" y="12602"/>
                  </a:lnTo>
                  <a:lnTo>
                    <a:pt x="10038" y="12631"/>
                  </a:lnTo>
                  <a:lnTo>
                    <a:pt x="9971" y="12661"/>
                  </a:lnTo>
                  <a:lnTo>
                    <a:pt x="9903" y="12688"/>
                  </a:lnTo>
                  <a:lnTo>
                    <a:pt x="9835" y="12715"/>
                  </a:lnTo>
                  <a:lnTo>
                    <a:pt x="9766" y="12740"/>
                  </a:lnTo>
                  <a:lnTo>
                    <a:pt x="9696" y="12765"/>
                  </a:lnTo>
                  <a:lnTo>
                    <a:pt x="9665" y="12777"/>
                  </a:lnTo>
                  <a:lnTo>
                    <a:pt x="9635" y="12789"/>
                  </a:lnTo>
                  <a:lnTo>
                    <a:pt x="9605" y="12802"/>
                  </a:lnTo>
                  <a:lnTo>
                    <a:pt x="9575" y="12816"/>
                  </a:lnTo>
                  <a:lnTo>
                    <a:pt x="9545" y="12832"/>
                  </a:lnTo>
                  <a:lnTo>
                    <a:pt x="9517" y="12848"/>
                  </a:lnTo>
                  <a:lnTo>
                    <a:pt x="9489" y="12864"/>
                  </a:lnTo>
                  <a:lnTo>
                    <a:pt x="9462" y="12882"/>
                  </a:lnTo>
                  <a:lnTo>
                    <a:pt x="9436" y="12901"/>
                  </a:lnTo>
                  <a:lnTo>
                    <a:pt x="9410" y="12920"/>
                  </a:lnTo>
                  <a:lnTo>
                    <a:pt x="9384" y="12941"/>
                  </a:lnTo>
                  <a:lnTo>
                    <a:pt x="9360" y="12962"/>
                  </a:lnTo>
                  <a:lnTo>
                    <a:pt x="9336" y="12984"/>
                  </a:lnTo>
                  <a:lnTo>
                    <a:pt x="9313" y="13007"/>
                  </a:lnTo>
                  <a:lnTo>
                    <a:pt x="9291" y="13030"/>
                  </a:lnTo>
                  <a:lnTo>
                    <a:pt x="9269" y="13054"/>
                  </a:lnTo>
                  <a:lnTo>
                    <a:pt x="9249" y="13078"/>
                  </a:lnTo>
                  <a:lnTo>
                    <a:pt x="9228" y="13103"/>
                  </a:lnTo>
                  <a:lnTo>
                    <a:pt x="9209" y="13129"/>
                  </a:lnTo>
                  <a:lnTo>
                    <a:pt x="9190" y="13156"/>
                  </a:lnTo>
                  <a:lnTo>
                    <a:pt x="9173" y="13183"/>
                  </a:lnTo>
                  <a:lnTo>
                    <a:pt x="9156" y="13211"/>
                  </a:lnTo>
                  <a:lnTo>
                    <a:pt x="9141" y="13239"/>
                  </a:lnTo>
                  <a:lnTo>
                    <a:pt x="9126" y="13268"/>
                  </a:lnTo>
                  <a:lnTo>
                    <a:pt x="9112" y="13297"/>
                  </a:lnTo>
                  <a:lnTo>
                    <a:pt x="9099" y="13327"/>
                  </a:lnTo>
                  <a:lnTo>
                    <a:pt x="9087" y="13357"/>
                  </a:lnTo>
                  <a:lnTo>
                    <a:pt x="9076" y="13388"/>
                  </a:lnTo>
                  <a:lnTo>
                    <a:pt x="9066" y="13419"/>
                  </a:lnTo>
                  <a:lnTo>
                    <a:pt x="9056" y="13451"/>
                  </a:lnTo>
                  <a:lnTo>
                    <a:pt x="9048" y="13484"/>
                  </a:lnTo>
                  <a:lnTo>
                    <a:pt x="9041" y="13516"/>
                  </a:lnTo>
                  <a:lnTo>
                    <a:pt x="8732" y="15054"/>
                  </a:lnTo>
                  <a:lnTo>
                    <a:pt x="7363" y="15054"/>
                  </a:lnTo>
                  <a:lnTo>
                    <a:pt x="7055" y="13516"/>
                  </a:lnTo>
                  <a:lnTo>
                    <a:pt x="7048" y="13484"/>
                  </a:lnTo>
                  <a:lnTo>
                    <a:pt x="7040" y="13451"/>
                  </a:lnTo>
                  <a:lnTo>
                    <a:pt x="7030" y="13419"/>
                  </a:lnTo>
                  <a:lnTo>
                    <a:pt x="7020" y="13388"/>
                  </a:lnTo>
                  <a:lnTo>
                    <a:pt x="7009" y="13357"/>
                  </a:lnTo>
                  <a:lnTo>
                    <a:pt x="6997" y="13327"/>
                  </a:lnTo>
                  <a:lnTo>
                    <a:pt x="6984" y="13297"/>
                  </a:lnTo>
                  <a:lnTo>
                    <a:pt x="6970" y="13268"/>
                  </a:lnTo>
                  <a:lnTo>
                    <a:pt x="6955" y="13239"/>
                  </a:lnTo>
                  <a:lnTo>
                    <a:pt x="6940" y="13211"/>
                  </a:lnTo>
                  <a:lnTo>
                    <a:pt x="6923" y="13183"/>
                  </a:lnTo>
                  <a:lnTo>
                    <a:pt x="6906" y="13156"/>
                  </a:lnTo>
                  <a:lnTo>
                    <a:pt x="6887" y="13129"/>
                  </a:lnTo>
                  <a:lnTo>
                    <a:pt x="6868" y="13103"/>
                  </a:lnTo>
                  <a:lnTo>
                    <a:pt x="6847" y="13078"/>
                  </a:lnTo>
                  <a:lnTo>
                    <a:pt x="6827" y="13054"/>
                  </a:lnTo>
                  <a:lnTo>
                    <a:pt x="6805" y="13030"/>
                  </a:lnTo>
                  <a:lnTo>
                    <a:pt x="6783" y="13007"/>
                  </a:lnTo>
                  <a:lnTo>
                    <a:pt x="6760" y="12984"/>
                  </a:lnTo>
                  <a:lnTo>
                    <a:pt x="6736" y="12962"/>
                  </a:lnTo>
                  <a:lnTo>
                    <a:pt x="6712" y="12941"/>
                  </a:lnTo>
                  <a:lnTo>
                    <a:pt x="6686" y="12920"/>
                  </a:lnTo>
                  <a:lnTo>
                    <a:pt x="6660" y="12901"/>
                  </a:lnTo>
                  <a:lnTo>
                    <a:pt x="6634" y="12882"/>
                  </a:lnTo>
                  <a:lnTo>
                    <a:pt x="6607" y="12864"/>
                  </a:lnTo>
                  <a:lnTo>
                    <a:pt x="6579" y="12848"/>
                  </a:lnTo>
                  <a:lnTo>
                    <a:pt x="6551" y="12832"/>
                  </a:lnTo>
                  <a:lnTo>
                    <a:pt x="6521" y="12816"/>
                  </a:lnTo>
                  <a:lnTo>
                    <a:pt x="6491" y="12802"/>
                  </a:lnTo>
                  <a:lnTo>
                    <a:pt x="6461" y="12789"/>
                  </a:lnTo>
                  <a:lnTo>
                    <a:pt x="6431" y="12777"/>
                  </a:lnTo>
                  <a:lnTo>
                    <a:pt x="6400" y="12765"/>
                  </a:lnTo>
                  <a:lnTo>
                    <a:pt x="6330" y="12740"/>
                  </a:lnTo>
                  <a:lnTo>
                    <a:pt x="6261" y="12715"/>
                  </a:lnTo>
                  <a:lnTo>
                    <a:pt x="6193" y="12688"/>
                  </a:lnTo>
                  <a:lnTo>
                    <a:pt x="6125" y="12661"/>
                  </a:lnTo>
                  <a:lnTo>
                    <a:pt x="6058" y="12632"/>
                  </a:lnTo>
                  <a:lnTo>
                    <a:pt x="5990" y="12602"/>
                  </a:lnTo>
                  <a:lnTo>
                    <a:pt x="5924" y="12572"/>
                  </a:lnTo>
                  <a:lnTo>
                    <a:pt x="5859" y="12541"/>
                  </a:lnTo>
                  <a:lnTo>
                    <a:pt x="5832" y="12529"/>
                  </a:lnTo>
                  <a:lnTo>
                    <a:pt x="5806" y="12517"/>
                  </a:lnTo>
                  <a:lnTo>
                    <a:pt x="5779" y="12507"/>
                  </a:lnTo>
                  <a:lnTo>
                    <a:pt x="5752" y="12497"/>
                  </a:lnTo>
                  <a:lnTo>
                    <a:pt x="5725" y="12488"/>
                  </a:lnTo>
                  <a:lnTo>
                    <a:pt x="5698" y="12479"/>
                  </a:lnTo>
                  <a:lnTo>
                    <a:pt x="5670" y="12472"/>
                  </a:lnTo>
                  <a:lnTo>
                    <a:pt x="5643" y="12465"/>
                  </a:lnTo>
                  <a:lnTo>
                    <a:pt x="5615" y="12459"/>
                  </a:lnTo>
                  <a:lnTo>
                    <a:pt x="5588" y="12454"/>
                  </a:lnTo>
                  <a:lnTo>
                    <a:pt x="5560" y="12450"/>
                  </a:lnTo>
                  <a:lnTo>
                    <a:pt x="5533" y="12446"/>
                  </a:lnTo>
                  <a:lnTo>
                    <a:pt x="5504" y="12444"/>
                  </a:lnTo>
                  <a:lnTo>
                    <a:pt x="5476" y="12442"/>
                  </a:lnTo>
                  <a:lnTo>
                    <a:pt x="5448" y="12441"/>
                  </a:lnTo>
                  <a:lnTo>
                    <a:pt x="5420" y="12440"/>
                  </a:lnTo>
                  <a:lnTo>
                    <a:pt x="5384" y="12441"/>
                  </a:lnTo>
                  <a:lnTo>
                    <a:pt x="5347" y="12443"/>
                  </a:lnTo>
                  <a:lnTo>
                    <a:pt x="5310" y="12446"/>
                  </a:lnTo>
                  <a:lnTo>
                    <a:pt x="5274" y="12451"/>
                  </a:lnTo>
                  <a:lnTo>
                    <a:pt x="5238" y="12457"/>
                  </a:lnTo>
                  <a:lnTo>
                    <a:pt x="5202" y="12464"/>
                  </a:lnTo>
                  <a:lnTo>
                    <a:pt x="5166" y="12473"/>
                  </a:lnTo>
                  <a:lnTo>
                    <a:pt x="5130" y="12483"/>
                  </a:lnTo>
                  <a:lnTo>
                    <a:pt x="5096" y="12494"/>
                  </a:lnTo>
                  <a:lnTo>
                    <a:pt x="5061" y="12506"/>
                  </a:lnTo>
                  <a:lnTo>
                    <a:pt x="5027" y="12520"/>
                  </a:lnTo>
                  <a:lnTo>
                    <a:pt x="4992" y="12535"/>
                  </a:lnTo>
                  <a:lnTo>
                    <a:pt x="4959" y="12551"/>
                  </a:lnTo>
                  <a:lnTo>
                    <a:pt x="4926" y="12569"/>
                  </a:lnTo>
                  <a:lnTo>
                    <a:pt x="4894" y="12588"/>
                  </a:lnTo>
                  <a:lnTo>
                    <a:pt x="4862" y="12608"/>
                  </a:lnTo>
                  <a:lnTo>
                    <a:pt x="3552" y="13480"/>
                  </a:lnTo>
                  <a:lnTo>
                    <a:pt x="2584" y="12514"/>
                  </a:lnTo>
                  <a:lnTo>
                    <a:pt x="3457" y="11207"/>
                  </a:lnTo>
                  <a:lnTo>
                    <a:pt x="3476" y="11180"/>
                  </a:lnTo>
                  <a:lnTo>
                    <a:pt x="3493" y="11151"/>
                  </a:lnTo>
                  <a:lnTo>
                    <a:pt x="3509" y="11123"/>
                  </a:lnTo>
                  <a:lnTo>
                    <a:pt x="3524" y="11093"/>
                  </a:lnTo>
                  <a:lnTo>
                    <a:pt x="3537" y="11064"/>
                  </a:lnTo>
                  <a:lnTo>
                    <a:pt x="3550" y="11034"/>
                  </a:lnTo>
                  <a:lnTo>
                    <a:pt x="3562" y="11003"/>
                  </a:lnTo>
                  <a:lnTo>
                    <a:pt x="3573" y="10972"/>
                  </a:lnTo>
                  <a:lnTo>
                    <a:pt x="3583" y="10942"/>
                  </a:lnTo>
                  <a:lnTo>
                    <a:pt x="3592" y="10911"/>
                  </a:lnTo>
                  <a:lnTo>
                    <a:pt x="3600" y="10879"/>
                  </a:lnTo>
                  <a:lnTo>
                    <a:pt x="3606" y="10848"/>
                  </a:lnTo>
                  <a:lnTo>
                    <a:pt x="3612" y="10816"/>
                  </a:lnTo>
                  <a:lnTo>
                    <a:pt x="3617" y="10784"/>
                  </a:lnTo>
                  <a:lnTo>
                    <a:pt x="3621" y="10753"/>
                  </a:lnTo>
                  <a:lnTo>
                    <a:pt x="3624" y="10720"/>
                  </a:lnTo>
                  <a:lnTo>
                    <a:pt x="3625" y="10688"/>
                  </a:lnTo>
                  <a:lnTo>
                    <a:pt x="3626" y="10655"/>
                  </a:lnTo>
                  <a:lnTo>
                    <a:pt x="3626" y="10623"/>
                  </a:lnTo>
                  <a:lnTo>
                    <a:pt x="3624" y="10591"/>
                  </a:lnTo>
                  <a:lnTo>
                    <a:pt x="3622" y="10559"/>
                  </a:lnTo>
                  <a:lnTo>
                    <a:pt x="3618" y="10527"/>
                  </a:lnTo>
                  <a:lnTo>
                    <a:pt x="3614" y="10495"/>
                  </a:lnTo>
                  <a:lnTo>
                    <a:pt x="3608" y="10462"/>
                  </a:lnTo>
                  <a:lnTo>
                    <a:pt x="3602" y="10431"/>
                  </a:lnTo>
                  <a:lnTo>
                    <a:pt x="3594" y="10399"/>
                  </a:lnTo>
                  <a:lnTo>
                    <a:pt x="3585" y="10368"/>
                  </a:lnTo>
                  <a:lnTo>
                    <a:pt x="3576" y="10337"/>
                  </a:lnTo>
                  <a:lnTo>
                    <a:pt x="3565" y="10306"/>
                  </a:lnTo>
                  <a:lnTo>
                    <a:pt x="3553" y="10275"/>
                  </a:lnTo>
                  <a:lnTo>
                    <a:pt x="3540" y="10245"/>
                  </a:lnTo>
                  <a:lnTo>
                    <a:pt x="3526" y="10215"/>
                  </a:lnTo>
                  <a:lnTo>
                    <a:pt x="3495" y="10148"/>
                  </a:lnTo>
                  <a:lnTo>
                    <a:pt x="3464" y="10082"/>
                  </a:lnTo>
                  <a:lnTo>
                    <a:pt x="3435" y="10016"/>
                  </a:lnTo>
                  <a:lnTo>
                    <a:pt x="3406" y="9949"/>
                  </a:lnTo>
                  <a:lnTo>
                    <a:pt x="3378" y="9881"/>
                  </a:lnTo>
                  <a:lnTo>
                    <a:pt x="3352" y="9813"/>
                  </a:lnTo>
                  <a:lnTo>
                    <a:pt x="3326" y="9744"/>
                  </a:lnTo>
                  <a:lnTo>
                    <a:pt x="3300" y="9675"/>
                  </a:lnTo>
                  <a:lnTo>
                    <a:pt x="3289" y="9643"/>
                  </a:lnTo>
                  <a:lnTo>
                    <a:pt x="3277" y="9612"/>
                  </a:lnTo>
                  <a:lnTo>
                    <a:pt x="3263" y="9582"/>
                  </a:lnTo>
                  <a:lnTo>
                    <a:pt x="3249" y="9553"/>
                  </a:lnTo>
                  <a:lnTo>
                    <a:pt x="3234" y="9524"/>
                  </a:lnTo>
                  <a:lnTo>
                    <a:pt x="3218" y="9496"/>
                  </a:lnTo>
                  <a:lnTo>
                    <a:pt x="3201" y="9468"/>
                  </a:lnTo>
                  <a:lnTo>
                    <a:pt x="3183" y="9441"/>
                  </a:lnTo>
                  <a:lnTo>
                    <a:pt x="3165" y="9414"/>
                  </a:lnTo>
                  <a:lnTo>
                    <a:pt x="3145" y="9388"/>
                  </a:lnTo>
                  <a:lnTo>
                    <a:pt x="3124" y="9362"/>
                  </a:lnTo>
                  <a:lnTo>
                    <a:pt x="3103" y="9338"/>
                  </a:lnTo>
                  <a:lnTo>
                    <a:pt x="3081" y="9314"/>
                  </a:lnTo>
                  <a:lnTo>
                    <a:pt x="3059" y="9291"/>
                  </a:lnTo>
                  <a:lnTo>
                    <a:pt x="3036" y="9269"/>
                  </a:lnTo>
                  <a:lnTo>
                    <a:pt x="3012" y="9248"/>
                  </a:lnTo>
                  <a:lnTo>
                    <a:pt x="2987" y="9227"/>
                  </a:lnTo>
                  <a:lnTo>
                    <a:pt x="2961" y="9207"/>
                  </a:lnTo>
                  <a:lnTo>
                    <a:pt x="2935" y="9188"/>
                  </a:lnTo>
                  <a:lnTo>
                    <a:pt x="2909" y="9170"/>
                  </a:lnTo>
                  <a:lnTo>
                    <a:pt x="2882" y="9152"/>
                  </a:lnTo>
                  <a:lnTo>
                    <a:pt x="2854" y="9136"/>
                  </a:lnTo>
                  <a:lnTo>
                    <a:pt x="2826" y="9120"/>
                  </a:lnTo>
                  <a:lnTo>
                    <a:pt x="2797" y="9104"/>
                  </a:lnTo>
                  <a:lnTo>
                    <a:pt x="2767" y="9090"/>
                  </a:lnTo>
                  <a:lnTo>
                    <a:pt x="2737" y="9077"/>
                  </a:lnTo>
                  <a:lnTo>
                    <a:pt x="2707" y="9065"/>
                  </a:lnTo>
                  <a:lnTo>
                    <a:pt x="2676" y="9054"/>
                  </a:lnTo>
                  <a:lnTo>
                    <a:pt x="2645" y="9044"/>
                  </a:lnTo>
                  <a:lnTo>
                    <a:pt x="2613" y="9035"/>
                  </a:lnTo>
                  <a:lnTo>
                    <a:pt x="2581" y="9027"/>
                  </a:lnTo>
                  <a:lnTo>
                    <a:pt x="2548" y="9020"/>
                  </a:lnTo>
                  <a:lnTo>
                    <a:pt x="1006" y="8712"/>
                  </a:lnTo>
                  <a:lnTo>
                    <a:pt x="1006" y="7347"/>
                  </a:lnTo>
                  <a:lnTo>
                    <a:pt x="2548" y="7039"/>
                  </a:lnTo>
                  <a:lnTo>
                    <a:pt x="2581" y="7032"/>
                  </a:lnTo>
                  <a:lnTo>
                    <a:pt x="2613" y="7024"/>
                  </a:lnTo>
                  <a:lnTo>
                    <a:pt x="2645" y="7015"/>
                  </a:lnTo>
                  <a:lnTo>
                    <a:pt x="2676" y="7005"/>
                  </a:lnTo>
                  <a:lnTo>
                    <a:pt x="2707" y="6994"/>
                  </a:lnTo>
                  <a:lnTo>
                    <a:pt x="2737" y="6982"/>
                  </a:lnTo>
                  <a:lnTo>
                    <a:pt x="2767" y="6969"/>
                  </a:lnTo>
                  <a:lnTo>
                    <a:pt x="2797" y="6955"/>
                  </a:lnTo>
                  <a:lnTo>
                    <a:pt x="2826" y="6939"/>
                  </a:lnTo>
                  <a:lnTo>
                    <a:pt x="2854" y="6923"/>
                  </a:lnTo>
                  <a:lnTo>
                    <a:pt x="2882" y="6907"/>
                  </a:lnTo>
                  <a:lnTo>
                    <a:pt x="2909" y="6889"/>
                  </a:lnTo>
                  <a:lnTo>
                    <a:pt x="2935" y="6871"/>
                  </a:lnTo>
                  <a:lnTo>
                    <a:pt x="2961" y="6852"/>
                  </a:lnTo>
                  <a:lnTo>
                    <a:pt x="2987" y="6832"/>
                  </a:lnTo>
                  <a:lnTo>
                    <a:pt x="3012" y="6812"/>
                  </a:lnTo>
                  <a:lnTo>
                    <a:pt x="3036" y="6790"/>
                  </a:lnTo>
                  <a:lnTo>
                    <a:pt x="3059" y="6768"/>
                  </a:lnTo>
                  <a:lnTo>
                    <a:pt x="3081" y="6745"/>
                  </a:lnTo>
                  <a:lnTo>
                    <a:pt x="3103" y="6721"/>
                  </a:lnTo>
                  <a:lnTo>
                    <a:pt x="3124" y="6697"/>
                  </a:lnTo>
                  <a:lnTo>
                    <a:pt x="3145" y="6672"/>
                  </a:lnTo>
                  <a:lnTo>
                    <a:pt x="3165" y="6645"/>
                  </a:lnTo>
                  <a:lnTo>
                    <a:pt x="3183" y="6618"/>
                  </a:lnTo>
                  <a:lnTo>
                    <a:pt x="3201" y="6591"/>
                  </a:lnTo>
                  <a:lnTo>
                    <a:pt x="3218" y="6564"/>
                  </a:lnTo>
                  <a:lnTo>
                    <a:pt x="3234" y="6535"/>
                  </a:lnTo>
                  <a:lnTo>
                    <a:pt x="3249" y="6506"/>
                  </a:lnTo>
                  <a:lnTo>
                    <a:pt x="3263" y="6477"/>
                  </a:lnTo>
                  <a:lnTo>
                    <a:pt x="3277" y="6447"/>
                  </a:lnTo>
                  <a:lnTo>
                    <a:pt x="3289" y="6416"/>
                  </a:lnTo>
                  <a:lnTo>
                    <a:pt x="3300" y="6384"/>
                  </a:lnTo>
                  <a:lnTo>
                    <a:pt x="3326" y="6315"/>
                  </a:lnTo>
                  <a:lnTo>
                    <a:pt x="3351" y="6247"/>
                  </a:lnTo>
                  <a:lnTo>
                    <a:pt x="3378" y="6179"/>
                  </a:lnTo>
                  <a:lnTo>
                    <a:pt x="3406" y="6110"/>
                  </a:lnTo>
                  <a:lnTo>
                    <a:pt x="3434" y="6043"/>
                  </a:lnTo>
                  <a:lnTo>
                    <a:pt x="3463" y="5977"/>
                  </a:lnTo>
                  <a:lnTo>
                    <a:pt x="3495" y="5911"/>
                  </a:lnTo>
                  <a:lnTo>
                    <a:pt x="3526" y="5845"/>
                  </a:lnTo>
                  <a:lnTo>
                    <a:pt x="3540" y="5815"/>
                  </a:lnTo>
                  <a:lnTo>
                    <a:pt x="3553" y="5784"/>
                  </a:lnTo>
                  <a:lnTo>
                    <a:pt x="3565" y="5754"/>
                  </a:lnTo>
                  <a:lnTo>
                    <a:pt x="3575" y="5723"/>
                  </a:lnTo>
                  <a:lnTo>
                    <a:pt x="3585" y="5692"/>
                  </a:lnTo>
                  <a:lnTo>
                    <a:pt x="3594" y="5660"/>
                  </a:lnTo>
                  <a:lnTo>
                    <a:pt x="3602" y="5629"/>
                  </a:lnTo>
                  <a:lnTo>
                    <a:pt x="3608" y="5597"/>
                  </a:lnTo>
                  <a:lnTo>
                    <a:pt x="3614" y="5564"/>
                  </a:lnTo>
                  <a:lnTo>
                    <a:pt x="3618" y="5532"/>
                  </a:lnTo>
                  <a:lnTo>
                    <a:pt x="3622" y="5500"/>
                  </a:lnTo>
                  <a:lnTo>
                    <a:pt x="3624" y="5468"/>
                  </a:lnTo>
                  <a:lnTo>
                    <a:pt x="3626" y="5436"/>
                  </a:lnTo>
                  <a:lnTo>
                    <a:pt x="3626" y="5403"/>
                  </a:lnTo>
                  <a:lnTo>
                    <a:pt x="3625" y="5371"/>
                  </a:lnTo>
                  <a:lnTo>
                    <a:pt x="3624" y="5339"/>
                  </a:lnTo>
                  <a:lnTo>
                    <a:pt x="3621" y="5306"/>
                  </a:lnTo>
                  <a:lnTo>
                    <a:pt x="3617" y="5274"/>
                  </a:lnTo>
                  <a:lnTo>
                    <a:pt x="3613" y="5243"/>
                  </a:lnTo>
                  <a:lnTo>
                    <a:pt x="3607" y="5211"/>
                  </a:lnTo>
                  <a:lnTo>
                    <a:pt x="3600" y="5179"/>
                  </a:lnTo>
                  <a:lnTo>
                    <a:pt x="3592" y="5148"/>
                  </a:lnTo>
                  <a:lnTo>
                    <a:pt x="3583" y="5117"/>
                  </a:lnTo>
                  <a:lnTo>
                    <a:pt x="3573" y="5086"/>
                  </a:lnTo>
                  <a:lnTo>
                    <a:pt x="3562" y="5056"/>
                  </a:lnTo>
                  <a:lnTo>
                    <a:pt x="3551" y="5024"/>
                  </a:lnTo>
                  <a:lnTo>
                    <a:pt x="3538" y="4995"/>
                  </a:lnTo>
                  <a:lnTo>
                    <a:pt x="3524" y="4965"/>
                  </a:lnTo>
                  <a:lnTo>
                    <a:pt x="3509" y="4936"/>
                  </a:lnTo>
                  <a:lnTo>
                    <a:pt x="3493" y="4907"/>
                  </a:lnTo>
                  <a:lnTo>
                    <a:pt x="3476" y="4879"/>
                  </a:lnTo>
                  <a:lnTo>
                    <a:pt x="3457" y="4851"/>
                  </a:lnTo>
                  <a:lnTo>
                    <a:pt x="2584" y="3544"/>
                  </a:lnTo>
                  <a:lnTo>
                    <a:pt x="3552" y="2578"/>
                  </a:lnTo>
                  <a:lnTo>
                    <a:pt x="4862" y="3450"/>
                  </a:lnTo>
                  <a:lnTo>
                    <a:pt x="4894" y="3470"/>
                  </a:lnTo>
                  <a:lnTo>
                    <a:pt x="4926" y="3489"/>
                  </a:lnTo>
                  <a:lnTo>
                    <a:pt x="4959" y="3507"/>
                  </a:lnTo>
                  <a:lnTo>
                    <a:pt x="4992" y="3523"/>
                  </a:lnTo>
                  <a:lnTo>
                    <a:pt x="5027" y="3538"/>
                  </a:lnTo>
                  <a:lnTo>
                    <a:pt x="5061" y="3552"/>
                  </a:lnTo>
                  <a:lnTo>
                    <a:pt x="5096" y="3564"/>
                  </a:lnTo>
                  <a:lnTo>
                    <a:pt x="5130" y="3576"/>
                  </a:lnTo>
                  <a:lnTo>
                    <a:pt x="5166" y="3586"/>
                  </a:lnTo>
                  <a:lnTo>
                    <a:pt x="5202" y="3594"/>
                  </a:lnTo>
                  <a:lnTo>
                    <a:pt x="5238" y="3601"/>
                  </a:lnTo>
                  <a:lnTo>
                    <a:pt x="5274" y="3607"/>
                  </a:lnTo>
                  <a:lnTo>
                    <a:pt x="5310" y="3612"/>
                  </a:lnTo>
                  <a:lnTo>
                    <a:pt x="5347" y="3615"/>
                  </a:lnTo>
                  <a:lnTo>
                    <a:pt x="5384" y="3617"/>
                  </a:lnTo>
                  <a:lnTo>
                    <a:pt x="5420" y="3618"/>
                  </a:lnTo>
                  <a:lnTo>
                    <a:pt x="5448" y="3617"/>
                  </a:lnTo>
                  <a:lnTo>
                    <a:pt x="5476" y="3616"/>
                  </a:lnTo>
                  <a:lnTo>
                    <a:pt x="5504" y="3614"/>
                  </a:lnTo>
                  <a:lnTo>
                    <a:pt x="5532" y="3612"/>
                  </a:lnTo>
                  <a:lnTo>
                    <a:pt x="5560" y="3608"/>
                  </a:lnTo>
                  <a:lnTo>
                    <a:pt x="5588" y="3604"/>
                  </a:lnTo>
                  <a:lnTo>
                    <a:pt x="5615" y="3599"/>
                  </a:lnTo>
                  <a:lnTo>
                    <a:pt x="5643" y="3593"/>
                  </a:lnTo>
                  <a:lnTo>
                    <a:pt x="5670" y="3586"/>
                  </a:lnTo>
                  <a:lnTo>
                    <a:pt x="5698" y="3579"/>
                  </a:lnTo>
                  <a:lnTo>
                    <a:pt x="5725" y="3571"/>
                  </a:lnTo>
                  <a:lnTo>
                    <a:pt x="5752" y="3562"/>
                  </a:lnTo>
                  <a:lnTo>
                    <a:pt x="5779" y="3552"/>
                  </a:lnTo>
                  <a:lnTo>
                    <a:pt x="5805" y="3542"/>
                  </a:lnTo>
                  <a:lnTo>
                    <a:pt x="5832" y="3531"/>
                  </a:lnTo>
                  <a:lnTo>
                    <a:pt x="5859" y="3518"/>
                  </a:lnTo>
                  <a:lnTo>
                    <a:pt x="5924" y="3487"/>
                  </a:lnTo>
                  <a:lnTo>
                    <a:pt x="5990" y="3457"/>
                  </a:lnTo>
                  <a:lnTo>
                    <a:pt x="6057" y="3428"/>
                  </a:lnTo>
                  <a:lnTo>
                    <a:pt x="6124" y="3398"/>
                  </a:lnTo>
                  <a:lnTo>
                    <a:pt x="6192" y="3370"/>
                  </a:lnTo>
                  <a:lnTo>
                    <a:pt x="6260" y="3344"/>
                  </a:lnTo>
                  <a:lnTo>
                    <a:pt x="6329" y="3318"/>
                  </a:lnTo>
                  <a:lnTo>
                    <a:pt x="6399" y="3293"/>
                  </a:lnTo>
                  <a:lnTo>
                    <a:pt x="6430" y="3282"/>
                  </a:lnTo>
                  <a:lnTo>
                    <a:pt x="6461" y="3270"/>
                  </a:lnTo>
                  <a:lnTo>
                    <a:pt x="6491" y="3256"/>
                  </a:lnTo>
                  <a:lnTo>
                    <a:pt x="6520" y="3242"/>
                  </a:lnTo>
                  <a:lnTo>
                    <a:pt x="6550" y="3227"/>
                  </a:lnTo>
                  <a:lnTo>
                    <a:pt x="6578" y="3211"/>
                  </a:lnTo>
                  <a:lnTo>
                    <a:pt x="6606" y="3194"/>
                  </a:lnTo>
                  <a:lnTo>
                    <a:pt x="6633" y="3176"/>
                  </a:lnTo>
                  <a:lnTo>
                    <a:pt x="6660" y="3158"/>
                  </a:lnTo>
                  <a:lnTo>
                    <a:pt x="6686" y="3138"/>
                  </a:lnTo>
                  <a:lnTo>
                    <a:pt x="6712" y="3117"/>
                  </a:lnTo>
                  <a:lnTo>
                    <a:pt x="6736" y="3096"/>
                  </a:lnTo>
                  <a:lnTo>
                    <a:pt x="6760" y="3074"/>
                  </a:lnTo>
                  <a:lnTo>
                    <a:pt x="6783" y="3052"/>
                  </a:lnTo>
                  <a:lnTo>
                    <a:pt x="6805" y="3029"/>
                  </a:lnTo>
                  <a:lnTo>
                    <a:pt x="6827" y="3005"/>
                  </a:lnTo>
                  <a:lnTo>
                    <a:pt x="6847" y="2980"/>
                  </a:lnTo>
                  <a:lnTo>
                    <a:pt x="6868" y="2955"/>
                  </a:lnTo>
                  <a:lnTo>
                    <a:pt x="6887" y="2929"/>
                  </a:lnTo>
                  <a:lnTo>
                    <a:pt x="6906" y="2903"/>
                  </a:lnTo>
                  <a:lnTo>
                    <a:pt x="6923" y="2876"/>
                  </a:lnTo>
                  <a:lnTo>
                    <a:pt x="6940" y="2847"/>
                  </a:lnTo>
                  <a:lnTo>
                    <a:pt x="6955" y="2819"/>
                  </a:lnTo>
                  <a:lnTo>
                    <a:pt x="6970" y="2790"/>
                  </a:lnTo>
                  <a:lnTo>
                    <a:pt x="6984" y="2761"/>
                  </a:lnTo>
                  <a:lnTo>
                    <a:pt x="6997" y="2731"/>
                  </a:lnTo>
                  <a:lnTo>
                    <a:pt x="7009" y="2701"/>
                  </a:lnTo>
                  <a:lnTo>
                    <a:pt x="7020" y="2670"/>
                  </a:lnTo>
                  <a:lnTo>
                    <a:pt x="7030" y="2639"/>
                  </a:lnTo>
                  <a:lnTo>
                    <a:pt x="7040" y="2608"/>
                  </a:lnTo>
                  <a:lnTo>
                    <a:pt x="7048" y="2575"/>
                  </a:lnTo>
                  <a:lnTo>
                    <a:pt x="7055" y="2542"/>
                  </a:lnTo>
                  <a:lnTo>
                    <a:pt x="7363" y="1004"/>
                  </a:lnTo>
                  <a:lnTo>
                    <a:pt x="8732" y="1004"/>
                  </a:lnTo>
                  <a:lnTo>
                    <a:pt x="9040" y="2542"/>
                  </a:lnTo>
                  <a:lnTo>
                    <a:pt x="9047" y="2575"/>
                  </a:lnTo>
                  <a:lnTo>
                    <a:pt x="9055" y="2608"/>
                  </a:lnTo>
                  <a:lnTo>
                    <a:pt x="9065" y="2639"/>
                  </a:lnTo>
                  <a:lnTo>
                    <a:pt x="9075" y="2670"/>
                  </a:lnTo>
                  <a:lnTo>
                    <a:pt x="9086" y="2701"/>
                  </a:lnTo>
                  <a:lnTo>
                    <a:pt x="9098" y="2731"/>
                  </a:lnTo>
                  <a:lnTo>
                    <a:pt x="9111" y="2761"/>
                  </a:lnTo>
                  <a:lnTo>
                    <a:pt x="9125" y="2790"/>
                  </a:lnTo>
                  <a:lnTo>
                    <a:pt x="9140" y="2819"/>
                  </a:lnTo>
                  <a:lnTo>
                    <a:pt x="9155" y="2847"/>
                  </a:lnTo>
                  <a:lnTo>
                    <a:pt x="9172" y="2876"/>
                  </a:lnTo>
                  <a:lnTo>
                    <a:pt x="9189" y="2903"/>
                  </a:lnTo>
                  <a:lnTo>
                    <a:pt x="9208" y="2929"/>
                  </a:lnTo>
                  <a:lnTo>
                    <a:pt x="9227" y="2955"/>
                  </a:lnTo>
                  <a:lnTo>
                    <a:pt x="9248" y="2980"/>
                  </a:lnTo>
                  <a:lnTo>
                    <a:pt x="9268" y="3005"/>
                  </a:lnTo>
                  <a:lnTo>
                    <a:pt x="9290" y="3029"/>
                  </a:lnTo>
                  <a:lnTo>
                    <a:pt x="9312" y="3052"/>
                  </a:lnTo>
                  <a:lnTo>
                    <a:pt x="9335" y="3074"/>
                  </a:lnTo>
                  <a:lnTo>
                    <a:pt x="9359" y="3096"/>
                  </a:lnTo>
                  <a:lnTo>
                    <a:pt x="9383" y="3117"/>
                  </a:lnTo>
                  <a:lnTo>
                    <a:pt x="9409" y="3138"/>
                  </a:lnTo>
                  <a:lnTo>
                    <a:pt x="9435" y="3158"/>
                  </a:lnTo>
                  <a:lnTo>
                    <a:pt x="9462" y="3176"/>
                  </a:lnTo>
                  <a:lnTo>
                    <a:pt x="9489" y="3194"/>
                  </a:lnTo>
                  <a:lnTo>
                    <a:pt x="9517" y="3211"/>
                  </a:lnTo>
                  <a:lnTo>
                    <a:pt x="9545" y="3227"/>
                  </a:lnTo>
                  <a:lnTo>
                    <a:pt x="9575" y="3242"/>
                  </a:lnTo>
                  <a:lnTo>
                    <a:pt x="9604" y="3256"/>
                  </a:lnTo>
                  <a:lnTo>
                    <a:pt x="9634" y="3270"/>
                  </a:lnTo>
                  <a:lnTo>
                    <a:pt x="9665" y="3282"/>
                  </a:lnTo>
                  <a:lnTo>
                    <a:pt x="9696" y="3293"/>
                  </a:lnTo>
                  <a:lnTo>
                    <a:pt x="9766" y="3318"/>
                  </a:lnTo>
                  <a:lnTo>
                    <a:pt x="9834" y="3344"/>
                  </a:lnTo>
                  <a:lnTo>
                    <a:pt x="9902" y="3370"/>
                  </a:lnTo>
                  <a:lnTo>
                    <a:pt x="9971" y="3398"/>
                  </a:lnTo>
                  <a:lnTo>
                    <a:pt x="10037" y="3427"/>
                  </a:lnTo>
                  <a:lnTo>
                    <a:pt x="10105" y="3456"/>
                  </a:lnTo>
                  <a:lnTo>
                    <a:pt x="10171" y="3487"/>
                  </a:lnTo>
                  <a:lnTo>
                    <a:pt x="10236" y="3518"/>
                  </a:lnTo>
                  <a:lnTo>
                    <a:pt x="10263" y="3530"/>
                  </a:lnTo>
                  <a:lnTo>
                    <a:pt x="10290" y="3541"/>
                  </a:lnTo>
                  <a:lnTo>
                    <a:pt x="10316" y="3552"/>
                  </a:lnTo>
                  <a:lnTo>
                    <a:pt x="10343" y="3562"/>
                  </a:lnTo>
                  <a:lnTo>
                    <a:pt x="10370" y="3571"/>
                  </a:lnTo>
                  <a:lnTo>
                    <a:pt x="10397" y="3579"/>
                  </a:lnTo>
                  <a:lnTo>
                    <a:pt x="10425" y="3586"/>
                  </a:lnTo>
                  <a:lnTo>
                    <a:pt x="10452" y="3593"/>
                  </a:lnTo>
                  <a:lnTo>
                    <a:pt x="10480" y="3599"/>
                  </a:lnTo>
                  <a:lnTo>
                    <a:pt x="10507" y="3604"/>
                  </a:lnTo>
                  <a:lnTo>
                    <a:pt x="10535" y="3608"/>
                  </a:lnTo>
                  <a:lnTo>
                    <a:pt x="10563" y="3612"/>
                  </a:lnTo>
                  <a:lnTo>
                    <a:pt x="10592" y="3614"/>
                  </a:lnTo>
                  <a:lnTo>
                    <a:pt x="10620" y="3616"/>
                  </a:lnTo>
                  <a:lnTo>
                    <a:pt x="10648" y="3617"/>
                  </a:lnTo>
                  <a:lnTo>
                    <a:pt x="10676" y="3618"/>
                  </a:lnTo>
                  <a:lnTo>
                    <a:pt x="10712" y="3617"/>
                  </a:lnTo>
                  <a:lnTo>
                    <a:pt x="10748" y="3615"/>
                  </a:lnTo>
                  <a:lnTo>
                    <a:pt x="10786" y="3612"/>
                  </a:lnTo>
                  <a:lnTo>
                    <a:pt x="10822" y="3607"/>
                  </a:lnTo>
                  <a:lnTo>
                    <a:pt x="10858" y="3601"/>
                  </a:lnTo>
                  <a:lnTo>
                    <a:pt x="10894" y="3594"/>
                  </a:lnTo>
                  <a:lnTo>
                    <a:pt x="10930" y="3586"/>
                  </a:lnTo>
                  <a:lnTo>
                    <a:pt x="10965" y="3576"/>
                  </a:lnTo>
                  <a:lnTo>
                    <a:pt x="11000" y="3564"/>
                  </a:lnTo>
                  <a:lnTo>
                    <a:pt x="11035" y="3552"/>
                  </a:lnTo>
                  <a:lnTo>
                    <a:pt x="11069" y="3538"/>
                  </a:lnTo>
                  <a:lnTo>
                    <a:pt x="11103" y="3523"/>
                  </a:lnTo>
                  <a:lnTo>
                    <a:pt x="11137" y="3507"/>
                  </a:lnTo>
                  <a:lnTo>
                    <a:pt x="11169" y="3489"/>
                  </a:lnTo>
                  <a:lnTo>
                    <a:pt x="11202" y="3470"/>
                  </a:lnTo>
                  <a:lnTo>
                    <a:pt x="11233" y="3450"/>
                  </a:lnTo>
                  <a:lnTo>
                    <a:pt x="12543" y="2578"/>
                  </a:lnTo>
                  <a:lnTo>
                    <a:pt x="13511" y="3544"/>
                  </a:lnTo>
                  <a:lnTo>
                    <a:pt x="12638" y="4851"/>
                  </a:lnTo>
                  <a:lnTo>
                    <a:pt x="12619" y="4879"/>
                  </a:lnTo>
                  <a:lnTo>
                    <a:pt x="12602" y="4907"/>
                  </a:lnTo>
                  <a:lnTo>
                    <a:pt x="12586" y="4936"/>
                  </a:lnTo>
                  <a:lnTo>
                    <a:pt x="12571" y="4965"/>
                  </a:lnTo>
                  <a:lnTo>
                    <a:pt x="12557" y="4995"/>
                  </a:lnTo>
                  <a:lnTo>
                    <a:pt x="12544" y="5024"/>
                  </a:lnTo>
                  <a:lnTo>
                    <a:pt x="12533" y="5056"/>
                  </a:lnTo>
                  <a:lnTo>
                    <a:pt x="12522" y="5086"/>
                  </a:lnTo>
                  <a:lnTo>
                    <a:pt x="12512" y="5117"/>
                  </a:lnTo>
                  <a:lnTo>
                    <a:pt x="12503" y="5148"/>
                  </a:lnTo>
                  <a:lnTo>
                    <a:pt x="12495" y="5179"/>
                  </a:lnTo>
                  <a:lnTo>
                    <a:pt x="12489" y="5211"/>
                  </a:lnTo>
                  <a:lnTo>
                    <a:pt x="12483" y="5242"/>
                  </a:lnTo>
                  <a:lnTo>
                    <a:pt x="12478" y="5274"/>
                  </a:lnTo>
                  <a:lnTo>
                    <a:pt x="12474" y="5306"/>
                  </a:lnTo>
                  <a:lnTo>
                    <a:pt x="12472" y="5339"/>
                  </a:lnTo>
                  <a:lnTo>
                    <a:pt x="12470" y="5371"/>
                  </a:lnTo>
                  <a:lnTo>
                    <a:pt x="12469" y="5403"/>
                  </a:lnTo>
                  <a:lnTo>
                    <a:pt x="12470" y="5435"/>
                  </a:lnTo>
                  <a:lnTo>
                    <a:pt x="12471" y="5467"/>
                  </a:lnTo>
                  <a:lnTo>
                    <a:pt x="12473" y="5500"/>
                  </a:lnTo>
                  <a:lnTo>
                    <a:pt x="12477" y="5532"/>
                  </a:lnTo>
                  <a:lnTo>
                    <a:pt x="12481" y="5563"/>
                  </a:lnTo>
                  <a:lnTo>
                    <a:pt x="12487" y="5596"/>
                  </a:lnTo>
                  <a:lnTo>
                    <a:pt x="12494" y="5628"/>
                  </a:lnTo>
                  <a:lnTo>
                    <a:pt x="12501" y="5660"/>
                  </a:lnTo>
                  <a:lnTo>
                    <a:pt x="12510" y="5691"/>
                  </a:lnTo>
                  <a:lnTo>
                    <a:pt x="12519" y="5722"/>
                  </a:lnTo>
                  <a:lnTo>
                    <a:pt x="12530" y="5753"/>
                  </a:lnTo>
                  <a:lnTo>
                    <a:pt x="12542" y="5784"/>
                  </a:lnTo>
                  <a:lnTo>
                    <a:pt x="12555" y="5814"/>
                  </a:lnTo>
                  <a:lnTo>
                    <a:pt x="12569" y="5844"/>
                  </a:lnTo>
                  <a:lnTo>
                    <a:pt x="12600" y="5910"/>
                  </a:lnTo>
                  <a:lnTo>
                    <a:pt x="12631" y="5976"/>
                  </a:lnTo>
                  <a:lnTo>
                    <a:pt x="12661" y="6043"/>
                  </a:lnTo>
                  <a:lnTo>
                    <a:pt x="12689" y="6110"/>
                  </a:lnTo>
                  <a:lnTo>
                    <a:pt x="12717" y="6178"/>
                  </a:lnTo>
                  <a:lnTo>
                    <a:pt x="12744" y="6246"/>
                  </a:lnTo>
                  <a:lnTo>
                    <a:pt x="12769" y="6315"/>
                  </a:lnTo>
                  <a:lnTo>
                    <a:pt x="12795" y="6384"/>
                  </a:lnTo>
                  <a:lnTo>
                    <a:pt x="12807" y="6416"/>
                  </a:lnTo>
                  <a:lnTo>
                    <a:pt x="12819" y="6446"/>
                  </a:lnTo>
                  <a:lnTo>
                    <a:pt x="12832" y="6476"/>
                  </a:lnTo>
                  <a:lnTo>
                    <a:pt x="12846" y="6506"/>
                  </a:lnTo>
                  <a:lnTo>
                    <a:pt x="12861" y="6535"/>
                  </a:lnTo>
                  <a:lnTo>
                    <a:pt x="12877" y="6563"/>
                  </a:lnTo>
                  <a:lnTo>
                    <a:pt x="12894" y="6591"/>
                  </a:lnTo>
                  <a:lnTo>
                    <a:pt x="12912" y="6618"/>
                  </a:lnTo>
                  <a:lnTo>
                    <a:pt x="12931" y="6644"/>
                  </a:lnTo>
                  <a:lnTo>
                    <a:pt x="12950" y="6671"/>
                  </a:lnTo>
                  <a:lnTo>
                    <a:pt x="12971" y="6696"/>
                  </a:lnTo>
                  <a:lnTo>
                    <a:pt x="12992" y="6721"/>
                  </a:lnTo>
                  <a:lnTo>
                    <a:pt x="13014" y="6744"/>
                  </a:lnTo>
                  <a:lnTo>
                    <a:pt x="13036" y="6767"/>
                  </a:lnTo>
                  <a:lnTo>
                    <a:pt x="13059" y="6790"/>
                  </a:lnTo>
                  <a:lnTo>
                    <a:pt x="13083" y="6811"/>
                  </a:lnTo>
                  <a:lnTo>
                    <a:pt x="13108" y="6832"/>
                  </a:lnTo>
                  <a:lnTo>
                    <a:pt x="13134" y="6852"/>
                  </a:lnTo>
                  <a:lnTo>
                    <a:pt x="13160" y="6871"/>
                  </a:lnTo>
                  <a:lnTo>
                    <a:pt x="13186" y="6889"/>
                  </a:lnTo>
                  <a:lnTo>
                    <a:pt x="13213" y="6907"/>
                  </a:lnTo>
                  <a:lnTo>
                    <a:pt x="13241" y="6923"/>
                  </a:lnTo>
                  <a:lnTo>
                    <a:pt x="13269" y="6939"/>
                  </a:lnTo>
                  <a:lnTo>
                    <a:pt x="13298" y="6955"/>
                  </a:lnTo>
                  <a:lnTo>
                    <a:pt x="13328" y="6968"/>
                  </a:lnTo>
                  <a:lnTo>
                    <a:pt x="13358" y="6981"/>
                  </a:lnTo>
                  <a:lnTo>
                    <a:pt x="13388" y="6993"/>
                  </a:lnTo>
                  <a:lnTo>
                    <a:pt x="13419" y="7004"/>
                  </a:lnTo>
                  <a:lnTo>
                    <a:pt x="13450" y="7014"/>
                  </a:lnTo>
                  <a:lnTo>
                    <a:pt x="13483" y="7024"/>
                  </a:lnTo>
                  <a:lnTo>
                    <a:pt x="13515" y="7032"/>
                  </a:lnTo>
                  <a:lnTo>
                    <a:pt x="13547" y="7039"/>
                  </a:lnTo>
                  <a:lnTo>
                    <a:pt x="15088" y="7347"/>
                  </a:lnTo>
                  <a:lnTo>
                    <a:pt x="15089" y="8712"/>
                  </a:lnTo>
                  <a:lnTo>
                    <a:pt x="13547" y="9020"/>
                  </a:lnTo>
                  <a:close/>
                  <a:moveTo>
                    <a:pt x="15286" y="6362"/>
                  </a:moveTo>
                  <a:lnTo>
                    <a:pt x="13745" y="6054"/>
                  </a:lnTo>
                  <a:lnTo>
                    <a:pt x="13715" y="5971"/>
                  </a:lnTo>
                  <a:lnTo>
                    <a:pt x="13684" y="5889"/>
                  </a:lnTo>
                  <a:lnTo>
                    <a:pt x="13652" y="5807"/>
                  </a:lnTo>
                  <a:lnTo>
                    <a:pt x="13618" y="5726"/>
                  </a:lnTo>
                  <a:lnTo>
                    <a:pt x="13584" y="5646"/>
                  </a:lnTo>
                  <a:lnTo>
                    <a:pt x="13548" y="5565"/>
                  </a:lnTo>
                  <a:lnTo>
                    <a:pt x="13512" y="5486"/>
                  </a:lnTo>
                  <a:lnTo>
                    <a:pt x="13475" y="5408"/>
                  </a:lnTo>
                  <a:lnTo>
                    <a:pt x="14348" y="4101"/>
                  </a:lnTo>
                  <a:lnTo>
                    <a:pt x="14372" y="4063"/>
                  </a:lnTo>
                  <a:lnTo>
                    <a:pt x="14394" y="4025"/>
                  </a:lnTo>
                  <a:lnTo>
                    <a:pt x="14414" y="3986"/>
                  </a:lnTo>
                  <a:lnTo>
                    <a:pt x="14433" y="3947"/>
                  </a:lnTo>
                  <a:lnTo>
                    <a:pt x="14449" y="3906"/>
                  </a:lnTo>
                  <a:lnTo>
                    <a:pt x="14464" y="3865"/>
                  </a:lnTo>
                  <a:lnTo>
                    <a:pt x="14476" y="3824"/>
                  </a:lnTo>
                  <a:lnTo>
                    <a:pt x="14489" y="3783"/>
                  </a:lnTo>
                  <a:lnTo>
                    <a:pt x="14498" y="3741"/>
                  </a:lnTo>
                  <a:lnTo>
                    <a:pt x="14505" y="3699"/>
                  </a:lnTo>
                  <a:lnTo>
                    <a:pt x="14511" y="3656"/>
                  </a:lnTo>
                  <a:lnTo>
                    <a:pt x="14515" y="3614"/>
                  </a:lnTo>
                  <a:lnTo>
                    <a:pt x="14517" y="3572"/>
                  </a:lnTo>
                  <a:lnTo>
                    <a:pt x="14517" y="3530"/>
                  </a:lnTo>
                  <a:lnTo>
                    <a:pt x="14515" y="3488"/>
                  </a:lnTo>
                  <a:lnTo>
                    <a:pt x="14512" y="3446"/>
                  </a:lnTo>
                  <a:lnTo>
                    <a:pt x="14507" y="3404"/>
                  </a:lnTo>
                  <a:lnTo>
                    <a:pt x="14500" y="3361"/>
                  </a:lnTo>
                  <a:lnTo>
                    <a:pt x="14492" y="3320"/>
                  </a:lnTo>
                  <a:lnTo>
                    <a:pt x="14480" y="3279"/>
                  </a:lnTo>
                  <a:lnTo>
                    <a:pt x="14468" y="3239"/>
                  </a:lnTo>
                  <a:lnTo>
                    <a:pt x="14455" y="3198"/>
                  </a:lnTo>
                  <a:lnTo>
                    <a:pt x="14439" y="3159"/>
                  </a:lnTo>
                  <a:lnTo>
                    <a:pt x="14422" y="3119"/>
                  </a:lnTo>
                  <a:lnTo>
                    <a:pt x="14403" y="3081"/>
                  </a:lnTo>
                  <a:lnTo>
                    <a:pt x="14382" y="3043"/>
                  </a:lnTo>
                  <a:lnTo>
                    <a:pt x="14360" y="3006"/>
                  </a:lnTo>
                  <a:lnTo>
                    <a:pt x="14336" y="2970"/>
                  </a:lnTo>
                  <a:lnTo>
                    <a:pt x="14309" y="2935"/>
                  </a:lnTo>
                  <a:lnTo>
                    <a:pt x="14282" y="2901"/>
                  </a:lnTo>
                  <a:lnTo>
                    <a:pt x="14253" y="2868"/>
                  </a:lnTo>
                  <a:lnTo>
                    <a:pt x="14222" y="2834"/>
                  </a:lnTo>
                  <a:lnTo>
                    <a:pt x="13254" y="1869"/>
                  </a:lnTo>
                  <a:lnTo>
                    <a:pt x="13236" y="1852"/>
                  </a:lnTo>
                  <a:lnTo>
                    <a:pt x="13217" y="1834"/>
                  </a:lnTo>
                  <a:lnTo>
                    <a:pt x="13198" y="1817"/>
                  </a:lnTo>
                  <a:lnTo>
                    <a:pt x="13179" y="1801"/>
                  </a:lnTo>
                  <a:lnTo>
                    <a:pt x="13159" y="1786"/>
                  </a:lnTo>
                  <a:lnTo>
                    <a:pt x="13139" y="1771"/>
                  </a:lnTo>
                  <a:lnTo>
                    <a:pt x="13118" y="1755"/>
                  </a:lnTo>
                  <a:lnTo>
                    <a:pt x="13097" y="1741"/>
                  </a:lnTo>
                  <a:lnTo>
                    <a:pt x="13076" y="1728"/>
                  </a:lnTo>
                  <a:lnTo>
                    <a:pt x="13055" y="1715"/>
                  </a:lnTo>
                  <a:lnTo>
                    <a:pt x="13034" y="1702"/>
                  </a:lnTo>
                  <a:lnTo>
                    <a:pt x="13012" y="1691"/>
                  </a:lnTo>
                  <a:lnTo>
                    <a:pt x="12990" y="1680"/>
                  </a:lnTo>
                  <a:lnTo>
                    <a:pt x="12968" y="1669"/>
                  </a:lnTo>
                  <a:lnTo>
                    <a:pt x="12945" y="1659"/>
                  </a:lnTo>
                  <a:lnTo>
                    <a:pt x="12923" y="1649"/>
                  </a:lnTo>
                  <a:lnTo>
                    <a:pt x="12900" y="1640"/>
                  </a:lnTo>
                  <a:lnTo>
                    <a:pt x="12877" y="1632"/>
                  </a:lnTo>
                  <a:lnTo>
                    <a:pt x="12854" y="1624"/>
                  </a:lnTo>
                  <a:lnTo>
                    <a:pt x="12831" y="1617"/>
                  </a:lnTo>
                  <a:lnTo>
                    <a:pt x="12808" y="1610"/>
                  </a:lnTo>
                  <a:lnTo>
                    <a:pt x="12783" y="1604"/>
                  </a:lnTo>
                  <a:lnTo>
                    <a:pt x="12759" y="1599"/>
                  </a:lnTo>
                  <a:lnTo>
                    <a:pt x="12736" y="1594"/>
                  </a:lnTo>
                  <a:lnTo>
                    <a:pt x="12712" y="1590"/>
                  </a:lnTo>
                  <a:lnTo>
                    <a:pt x="12688" y="1586"/>
                  </a:lnTo>
                  <a:lnTo>
                    <a:pt x="12664" y="1583"/>
                  </a:lnTo>
                  <a:lnTo>
                    <a:pt x="12640" y="1580"/>
                  </a:lnTo>
                  <a:lnTo>
                    <a:pt x="12615" y="1578"/>
                  </a:lnTo>
                  <a:lnTo>
                    <a:pt x="12591" y="1577"/>
                  </a:lnTo>
                  <a:lnTo>
                    <a:pt x="12566" y="1576"/>
                  </a:lnTo>
                  <a:lnTo>
                    <a:pt x="12542" y="1575"/>
                  </a:lnTo>
                  <a:lnTo>
                    <a:pt x="12506" y="1576"/>
                  </a:lnTo>
                  <a:lnTo>
                    <a:pt x="12470" y="1578"/>
                  </a:lnTo>
                  <a:lnTo>
                    <a:pt x="12433" y="1581"/>
                  </a:lnTo>
                  <a:lnTo>
                    <a:pt x="12398" y="1586"/>
                  </a:lnTo>
                  <a:lnTo>
                    <a:pt x="12362" y="1592"/>
                  </a:lnTo>
                  <a:lnTo>
                    <a:pt x="12326" y="1599"/>
                  </a:lnTo>
                  <a:lnTo>
                    <a:pt x="12291" y="1607"/>
                  </a:lnTo>
                  <a:lnTo>
                    <a:pt x="12255" y="1617"/>
                  </a:lnTo>
                  <a:lnTo>
                    <a:pt x="12220" y="1628"/>
                  </a:lnTo>
                  <a:lnTo>
                    <a:pt x="12185" y="1641"/>
                  </a:lnTo>
                  <a:lnTo>
                    <a:pt x="12151" y="1654"/>
                  </a:lnTo>
                  <a:lnTo>
                    <a:pt x="12117" y="1670"/>
                  </a:lnTo>
                  <a:lnTo>
                    <a:pt x="12083" y="1686"/>
                  </a:lnTo>
                  <a:lnTo>
                    <a:pt x="12050" y="1704"/>
                  </a:lnTo>
                  <a:lnTo>
                    <a:pt x="12018" y="1723"/>
                  </a:lnTo>
                  <a:lnTo>
                    <a:pt x="11986" y="1743"/>
                  </a:lnTo>
                  <a:lnTo>
                    <a:pt x="10676" y="2615"/>
                  </a:lnTo>
                  <a:lnTo>
                    <a:pt x="10597" y="2577"/>
                  </a:lnTo>
                  <a:lnTo>
                    <a:pt x="10517" y="2540"/>
                  </a:lnTo>
                  <a:lnTo>
                    <a:pt x="10437" y="2505"/>
                  </a:lnTo>
                  <a:lnTo>
                    <a:pt x="10356" y="2471"/>
                  </a:lnTo>
                  <a:lnTo>
                    <a:pt x="10275" y="2438"/>
                  </a:lnTo>
                  <a:lnTo>
                    <a:pt x="10192" y="2406"/>
                  </a:lnTo>
                  <a:lnTo>
                    <a:pt x="10110" y="2375"/>
                  </a:lnTo>
                  <a:lnTo>
                    <a:pt x="10026" y="2346"/>
                  </a:lnTo>
                  <a:lnTo>
                    <a:pt x="9718" y="808"/>
                  </a:lnTo>
                  <a:lnTo>
                    <a:pt x="9708" y="764"/>
                  </a:lnTo>
                  <a:lnTo>
                    <a:pt x="9697" y="721"/>
                  </a:lnTo>
                  <a:lnTo>
                    <a:pt x="9683" y="679"/>
                  </a:lnTo>
                  <a:lnTo>
                    <a:pt x="9668" y="638"/>
                  </a:lnTo>
                  <a:lnTo>
                    <a:pt x="9652" y="598"/>
                  </a:lnTo>
                  <a:lnTo>
                    <a:pt x="9633" y="559"/>
                  </a:lnTo>
                  <a:lnTo>
                    <a:pt x="9614" y="520"/>
                  </a:lnTo>
                  <a:lnTo>
                    <a:pt x="9592" y="483"/>
                  </a:lnTo>
                  <a:lnTo>
                    <a:pt x="9568" y="447"/>
                  </a:lnTo>
                  <a:lnTo>
                    <a:pt x="9544" y="413"/>
                  </a:lnTo>
                  <a:lnTo>
                    <a:pt x="9518" y="378"/>
                  </a:lnTo>
                  <a:lnTo>
                    <a:pt x="9491" y="345"/>
                  </a:lnTo>
                  <a:lnTo>
                    <a:pt x="9463" y="314"/>
                  </a:lnTo>
                  <a:lnTo>
                    <a:pt x="9433" y="284"/>
                  </a:lnTo>
                  <a:lnTo>
                    <a:pt x="9401" y="255"/>
                  </a:lnTo>
                  <a:lnTo>
                    <a:pt x="9369" y="228"/>
                  </a:lnTo>
                  <a:lnTo>
                    <a:pt x="9336" y="202"/>
                  </a:lnTo>
                  <a:lnTo>
                    <a:pt x="9302" y="177"/>
                  </a:lnTo>
                  <a:lnTo>
                    <a:pt x="9267" y="154"/>
                  </a:lnTo>
                  <a:lnTo>
                    <a:pt x="9229" y="131"/>
                  </a:lnTo>
                  <a:lnTo>
                    <a:pt x="9192" y="111"/>
                  </a:lnTo>
                  <a:lnTo>
                    <a:pt x="9154" y="92"/>
                  </a:lnTo>
                  <a:lnTo>
                    <a:pt x="9115" y="75"/>
                  </a:lnTo>
                  <a:lnTo>
                    <a:pt x="9075" y="60"/>
                  </a:lnTo>
                  <a:lnTo>
                    <a:pt x="9034" y="46"/>
                  </a:lnTo>
                  <a:lnTo>
                    <a:pt x="8993" y="34"/>
                  </a:lnTo>
                  <a:lnTo>
                    <a:pt x="8951" y="24"/>
                  </a:lnTo>
                  <a:lnTo>
                    <a:pt x="8908" y="15"/>
                  </a:lnTo>
                  <a:lnTo>
                    <a:pt x="8864" y="9"/>
                  </a:lnTo>
                  <a:lnTo>
                    <a:pt x="8821" y="4"/>
                  </a:lnTo>
                  <a:lnTo>
                    <a:pt x="8777" y="1"/>
                  </a:lnTo>
                  <a:lnTo>
                    <a:pt x="8732" y="0"/>
                  </a:lnTo>
                  <a:lnTo>
                    <a:pt x="7363" y="0"/>
                  </a:lnTo>
                  <a:lnTo>
                    <a:pt x="7318" y="1"/>
                  </a:lnTo>
                  <a:lnTo>
                    <a:pt x="7274" y="4"/>
                  </a:lnTo>
                  <a:lnTo>
                    <a:pt x="7231" y="9"/>
                  </a:lnTo>
                  <a:lnTo>
                    <a:pt x="7187" y="15"/>
                  </a:lnTo>
                  <a:lnTo>
                    <a:pt x="7144" y="24"/>
                  </a:lnTo>
                  <a:lnTo>
                    <a:pt x="7102" y="34"/>
                  </a:lnTo>
                  <a:lnTo>
                    <a:pt x="7061" y="46"/>
                  </a:lnTo>
                  <a:lnTo>
                    <a:pt x="7020" y="60"/>
                  </a:lnTo>
                  <a:lnTo>
                    <a:pt x="6980" y="75"/>
                  </a:lnTo>
                  <a:lnTo>
                    <a:pt x="6941" y="92"/>
                  </a:lnTo>
                  <a:lnTo>
                    <a:pt x="6903" y="111"/>
                  </a:lnTo>
                  <a:lnTo>
                    <a:pt x="6866" y="131"/>
                  </a:lnTo>
                  <a:lnTo>
                    <a:pt x="6829" y="154"/>
                  </a:lnTo>
                  <a:lnTo>
                    <a:pt x="6793" y="177"/>
                  </a:lnTo>
                  <a:lnTo>
                    <a:pt x="6759" y="202"/>
                  </a:lnTo>
                  <a:lnTo>
                    <a:pt x="6726" y="228"/>
                  </a:lnTo>
                  <a:lnTo>
                    <a:pt x="6694" y="255"/>
                  </a:lnTo>
                  <a:lnTo>
                    <a:pt x="6662" y="284"/>
                  </a:lnTo>
                  <a:lnTo>
                    <a:pt x="6633" y="314"/>
                  </a:lnTo>
                  <a:lnTo>
                    <a:pt x="6604" y="345"/>
                  </a:lnTo>
                  <a:lnTo>
                    <a:pt x="6577" y="378"/>
                  </a:lnTo>
                  <a:lnTo>
                    <a:pt x="6551" y="413"/>
                  </a:lnTo>
                  <a:lnTo>
                    <a:pt x="6527" y="447"/>
                  </a:lnTo>
                  <a:lnTo>
                    <a:pt x="6503" y="483"/>
                  </a:lnTo>
                  <a:lnTo>
                    <a:pt x="6482" y="520"/>
                  </a:lnTo>
                  <a:lnTo>
                    <a:pt x="6462" y="559"/>
                  </a:lnTo>
                  <a:lnTo>
                    <a:pt x="6444" y="598"/>
                  </a:lnTo>
                  <a:lnTo>
                    <a:pt x="6427" y="638"/>
                  </a:lnTo>
                  <a:lnTo>
                    <a:pt x="6412" y="679"/>
                  </a:lnTo>
                  <a:lnTo>
                    <a:pt x="6398" y="721"/>
                  </a:lnTo>
                  <a:lnTo>
                    <a:pt x="6387" y="764"/>
                  </a:lnTo>
                  <a:lnTo>
                    <a:pt x="6377" y="808"/>
                  </a:lnTo>
                  <a:lnTo>
                    <a:pt x="6069" y="2346"/>
                  </a:lnTo>
                  <a:lnTo>
                    <a:pt x="5985" y="2375"/>
                  </a:lnTo>
                  <a:lnTo>
                    <a:pt x="5903" y="2406"/>
                  </a:lnTo>
                  <a:lnTo>
                    <a:pt x="5820" y="2438"/>
                  </a:lnTo>
                  <a:lnTo>
                    <a:pt x="5739" y="2471"/>
                  </a:lnTo>
                  <a:lnTo>
                    <a:pt x="5658" y="2505"/>
                  </a:lnTo>
                  <a:lnTo>
                    <a:pt x="5578" y="2540"/>
                  </a:lnTo>
                  <a:lnTo>
                    <a:pt x="5499" y="2577"/>
                  </a:lnTo>
                  <a:lnTo>
                    <a:pt x="5420" y="2615"/>
                  </a:lnTo>
                  <a:lnTo>
                    <a:pt x="4110" y="1743"/>
                  </a:lnTo>
                  <a:lnTo>
                    <a:pt x="4078" y="1723"/>
                  </a:lnTo>
                  <a:lnTo>
                    <a:pt x="4046" y="1704"/>
                  </a:lnTo>
                  <a:lnTo>
                    <a:pt x="4012" y="1686"/>
                  </a:lnTo>
                  <a:lnTo>
                    <a:pt x="3978" y="1670"/>
                  </a:lnTo>
                  <a:lnTo>
                    <a:pt x="3944" y="1654"/>
                  </a:lnTo>
                  <a:lnTo>
                    <a:pt x="3910" y="1641"/>
                  </a:lnTo>
                  <a:lnTo>
                    <a:pt x="3875" y="1628"/>
                  </a:lnTo>
                  <a:lnTo>
                    <a:pt x="3840" y="1617"/>
                  </a:lnTo>
                  <a:lnTo>
                    <a:pt x="3804" y="1607"/>
                  </a:lnTo>
                  <a:lnTo>
                    <a:pt x="3769" y="1599"/>
                  </a:lnTo>
                  <a:lnTo>
                    <a:pt x="3733" y="1592"/>
                  </a:lnTo>
                  <a:lnTo>
                    <a:pt x="3698" y="1586"/>
                  </a:lnTo>
                  <a:lnTo>
                    <a:pt x="3662" y="1581"/>
                  </a:lnTo>
                  <a:lnTo>
                    <a:pt x="3625" y="1578"/>
                  </a:lnTo>
                  <a:lnTo>
                    <a:pt x="3589" y="1576"/>
                  </a:lnTo>
                  <a:lnTo>
                    <a:pt x="3553" y="1575"/>
                  </a:lnTo>
                  <a:lnTo>
                    <a:pt x="3529" y="1576"/>
                  </a:lnTo>
                  <a:lnTo>
                    <a:pt x="3504" y="1577"/>
                  </a:lnTo>
                  <a:lnTo>
                    <a:pt x="3480" y="1578"/>
                  </a:lnTo>
                  <a:lnTo>
                    <a:pt x="3455" y="1580"/>
                  </a:lnTo>
                  <a:lnTo>
                    <a:pt x="3431" y="1583"/>
                  </a:lnTo>
                  <a:lnTo>
                    <a:pt x="3407" y="1586"/>
                  </a:lnTo>
                  <a:lnTo>
                    <a:pt x="3383" y="1590"/>
                  </a:lnTo>
                  <a:lnTo>
                    <a:pt x="3359" y="1594"/>
                  </a:lnTo>
                  <a:lnTo>
                    <a:pt x="3336" y="1599"/>
                  </a:lnTo>
                  <a:lnTo>
                    <a:pt x="3312" y="1604"/>
                  </a:lnTo>
                  <a:lnTo>
                    <a:pt x="3288" y="1610"/>
                  </a:lnTo>
                  <a:lnTo>
                    <a:pt x="3264" y="1617"/>
                  </a:lnTo>
                  <a:lnTo>
                    <a:pt x="3241" y="1624"/>
                  </a:lnTo>
                  <a:lnTo>
                    <a:pt x="3218" y="1632"/>
                  </a:lnTo>
                  <a:lnTo>
                    <a:pt x="3195" y="1640"/>
                  </a:lnTo>
                  <a:lnTo>
                    <a:pt x="3173" y="1649"/>
                  </a:lnTo>
                  <a:lnTo>
                    <a:pt x="3150" y="1659"/>
                  </a:lnTo>
                  <a:lnTo>
                    <a:pt x="3127" y="1669"/>
                  </a:lnTo>
                  <a:lnTo>
                    <a:pt x="3105" y="1680"/>
                  </a:lnTo>
                  <a:lnTo>
                    <a:pt x="3083" y="1691"/>
                  </a:lnTo>
                  <a:lnTo>
                    <a:pt x="3061" y="1702"/>
                  </a:lnTo>
                  <a:lnTo>
                    <a:pt x="3040" y="1715"/>
                  </a:lnTo>
                  <a:lnTo>
                    <a:pt x="3019" y="1728"/>
                  </a:lnTo>
                  <a:lnTo>
                    <a:pt x="2998" y="1741"/>
                  </a:lnTo>
                  <a:lnTo>
                    <a:pt x="2978" y="1755"/>
                  </a:lnTo>
                  <a:lnTo>
                    <a:pt x="2956" y="1771"/>
                  </a:lnTo>
                  <a:lnTo>
                    <a:pt x="2936" y="1786"/>
                  </a:lnTo>
                  <a:lnTo>
                    <a:pt x="2917" y="1801"/>
                  </a:lnTo>
                  <a:lnTo>
                    <a:pt x="2897" y="1817"/>
                  </a:lnTo>
                  <a:lnTo>
                    <a:pt x="2878" y="1834"/>
                  </a:lnTo>
                  <a:lnTo>
                    <a:pt x="2860" y="1852"/>
                  </a:lnTo>
                  <a:lnTo>
                    <a:pt x="2841" y="1869"/>
                  </a:lnTo>
                  <a:lnTo>
                    <a:pt x="1873" y="2834"/>
                  </a:lnTo>
                  <a:lnTo>
                    <a:pt x="1843" y="2868"/>
                  </a:lnTo>
                  <a:lnTo>
                    <a:pt x="1814" y="2901"/>
                  </a:lnTo>
                  <a:lnTo>
                    <a:pt x="1786" y="2935"/>
                  </a:lnTo>
                  <a:lnTo>
                    <a:pt x="1759" y="2970"/>
                  </a:lnTo>
                  <a:lnTo>
                    <a:pt x="1735" y="3006"/>
                  </a:lnTo>
                  <a:lnTo>
                    <a:pt x="1713" y="3043"/>
                  </a:lnTo>
                  <a:lnTo>
                    <a:pt x="1692" y="3081"/>
                  </a:lnTo>
                  <a:lnTo>
                    <a:pt x="1673" y="3119"/>
                  </a:lnTo>
                  <a:lnTo>
                    <a:pt x="1656" y="3159"/>
                  </a:lnTo>
                  <a:lnTo>
                    <a:pt x="1641" y="3198"/>
                  </a:lnTo>
                  <a:lnTo>
                    <a:pt x="1627" y="3239"/>
                  </a:lnTo>
                  <a:lnTo>
                    <a:pt x="1615" y="3279"/>
                  </a:lnTo>
                  <a:lnTo>
                    <a:pt x="1604" y="3320"/>
                  </a:lnTo>
                  <a:lnTo>
                    <a:pt x="1595" y="3361"/>
                  </a:lnTo>
                  <a:lnTo>
                    <a:pt x="1588" y="3404"/>
                  </a:lnTo>
                  <a:lnTo>
                    <a:pt x="1583" y="3446"/>
                  </a:lnTo>
                  <a:lnTo>
                    <a:pt x="1580" y="3488"/>
                  </a:lnTo>
                  <a:lnTo>
                    <a:pt x="1579" y="3530"/>
                  </a:lnTo>
                  <a:lnTo>
                    <a:pt x="1579" y="3572"/>
                  </a:lnTo>
                  <a:lnTo>
                    <a:pt x="1581" y="3614"/>
                  </a:lnTo>
                  <a:lnTo>
                    <a:pt x="1585" y="3656"/>
                  </a:lnTo>
                  <a:lnTo>
                    <a:pt x="1590" y="3699"/>
                  </a:lnTo>
                  <a:lnTo>
                    <a:pt x="1598" y="3741"/>
                  </a:lnTo>
                  <a:lnTo>
                    <a:pt x="1607" y="3783"/>
                  </a:lnTo>
                  <a:lnTo>
                    <a:pt x="1619" y="3824"/>
                  </a:lnTo>
                  <a:lnTo>
                    <a:pt x="1632" y="3865"/>
                  </a:lnTo>
                  <a:lnTo>
                    <a:pt x="1646" y="3906"/>
                  </a:lnTo>
                  <a:lnTo>
                    <a:pt x="1663" y="3947"/>
                  </a:lnTo>
                  <a:lnTo>
                    <a:pt x="1681" y="3986"/>
                  </a:lnTo>
                  <a:lnTo>
                    <a:pt x="1702" y="4025"/>
                  </a:lnTo>
                  <a:lnTo>
                    <a:pt x="1724" y="4063"/>
                  </a:lnTo>
                  <a:lnTo>
                    <a:pt x="1747" y="4101"/>
                  </a:lnTo>
                  <a:lnTo>
                    <a:pt x="2620" y="5408"/>
                  </a:lnTo>
                  <a:lnTo>
                    <a:pt x="2583" y="5486"/>
                  </a:lnTo>
                  <a:lnTo>
                    <a:pt x="2546" y="5565"/>
                  </a:lnTo>
                  <a:lnTo>
                    <a:pt x="2511" y="5646"/>
                  </a:lnTo>
                  <a:lnTo>
                    <a:pt x="2477" y="5726"/>
                  </a:lnTo>
                  <a:lnTo>
                    <a:pt x="2443" y="5807"/>
                  </a:lnTo>
                  <a:lnTo>
                    <a:pt x="2411" y="5890"/>
                  </a:lnTo>
                  <a:lnTo>
                    <a:pt x="2380" y="5972"/>
                  </a:lnTo>
                  <a:lnTo>
                    <a:pt x="2351" y="6055"/>
                  </a:lnTo>
                  <a:lnTo>
                    <a:pt x="809" y="6362"/>
                  </a:lnTo>
                  <a:lnTo>
                    <a:pt x="766" y="6372"/>
                  </a:lnTo>
                  <a:lnTo>
                    <a:pt x="722" y="6383"/>
                  </a:lnTo>
                  <a:lnTo>
                    <a:pt x="681" y="6398"/>
                  </a:lnTo>
                  <a:lnTo>
                    <a:pt x="640" y="6413"/>
                  </a:lnTo>
                  <a:lnTo>
                    <a:pt x="600" y="6429"/>
                  </a:lnTo>
                  <a:lnTo>
                    <a:pt x="559" y="6448"/>
                  </a:lnTo>
                  <a:lnTo>
                    <a:pt x="521" y="6467"/>
                  </a:lnTo>
                  <a:lnTo>
                    <a:pt x="484" y="6489"/>
                  </a:lnTo>
                  <a:lnTo>
                    <a:pt x="448" y="6512"/>
                  </a:lnTo>
                  <a:lnTo>
                    <a:pt x="412" y="6536"/>
                  </a:lnTo>
                  <a:lnTo>
                    <a:pt x="379" y="6562"/>
                  </a:lnTo>
                  <a:lnTo>
                    <a:pt x="346" y="6589"/>
                  </a:lnTo>
                  <a:lnTo>
                    <a:pt x="315" y="6617"/>
                  </a:lnTo>
                  <a:lnTo>
                    <a:pt x="285" y="6647"/>
                  </a:lnTo>
                  <a:lnTo>
                    <a:pt x="256" y="6679"/>
                  </a:lnTo>
                  <a:lnTo>
                    <a:pt x="228" y="6711"/>
                  </a:lnTo>
                  <a:lnTo>
                    <a:pt x="202" y="6744"/>
                  </a:lnTo>
                  <a:lnTo>
                    <a:pt x="177" y="6778"/>
                  </a:lnTo>
                  <a:lnTo>
                    <a:pt x="154" y="6813"/>
                  </a:lnTo>
                  <a:lnTo>
                    <a:pt x="132" y="6850"/>
                  </a:lnTo>
                  <a:lnTo>
                    <a:pt x="112" y="6887"/>
                  </a:lnTo>
                  <a:lnTo>
                    <a:pt x="93" y="6925"/>
                  </a:lnTo>
                  <a:lnTo>
                    <a:pt x="75" y="6965"/>
                  </a:lnTo>
                  <a:lnTo>
                    <a:pt x="60" y="7005"/>
                  </a:lnTo>
                  <a:lnTo>
                    <a:pt x="46" y="7045"/>
                  </a:lnTo>
                  <a:lnTo>
                    <a:pt x="34" y="7086"/>
                  </a:lnTo>
                  <a:lnTo>
                    <a:pt x="24" y="7128"/>
                  </a:lnTo>
                  <a:lnTo>
                    <a:pt x="15" y="7171"/>
                  </a:lnTo>
                  <a:lnTo>
                    <a:pt x="9" y="7215"/>
                  </a:lnTo>
                  <a:lnTo>
                    <a:pt x="4" y="7258"/>
                  </a:lnTo>
                  <a:lnTo>
                    <a:pt x="1" y="7302"/>
                  </a:lnTo>
                  <a:lnTo>
                    <a:pt x="0" y="7347"/>
                  </a:lnTo>
                  <a:lnTo>
                    <a:pt x="0" y="8712"/>
                  </a:lnTo>
                  <a:lnTo>
                    <a:pt x="1" y="8757"/>
                  </a:lnTo>
                  <a:lnTo>
                    <a:pt x="4" y="8801"/>
                  </a:lnTo>
                  <a:lnTo>
                    <a:pt x="9" y="8844"/>
                  </a:lnTo>
                  <a:lnTo>
                    <a:pt x="15" y="8888"/>
                  </a:lnTo>
                  <a:lnTo>
                    <a:pt x="24" y="8931"/>
                  </a:lnTo>
                  <a:lnTo>
                    <a:pt x="34" y="8972"/>
                  </a:lnTo>
                  <a:lnTo>
                    <a:pt x="46" y="9014"/>
                  </a:lnTo>
                  <a:lnTo>
                    <a:pt x="60" y="9054"/>
                  </a:lnTo>
                  <a:lnTo>
                    <a:pt x="75" y="9094"/>
                  </a:lnTo>
                  <a:lnTo>
                    <a:pt x="93" y="9134"/>
                  </a:lnTo>
                  <a:lnTo>
                    <a:pt x="112" y="9172"/>
                  </a:lnTo>
                  <a:lnTo>
                    <a:pt x="132" y="9209"/>
                  </a:lnTo>
                  <a:lnTo>
                    <a:pt x="154" y="9245"/>
                  </a:lnTo>
                  <a:lnTo>
                    <a:pt x="177" y="9280"/>
                  </a:lnTo>
                  <a:lnTo>
                    <a:pt x="202" y="9315"/>
                  </a:lnTo>
                  <a:lnTo>
                    <a:pt x="228" y="9348"/>
                  </a:lnTo>
                  <a:lnTo>
                    <a:pt x="256" y="9380"/>
                  </a:lnTo>
                  <a:lnTo>
                    <a:pt x="285" y="9412"/>
                  </a:lnTo>
                  <a:lnTo>
                    <a:pt x="315" y="9441"/>
                  </a:lnTo>
                  <a:lnTo>
                    <a:pt x="346" y="9470"/>
                  </a:lnTo>
                  <a:lnTo>
                    <a:pt x="379" y="9497"/>
                  </a:lnTo>
                  <a:lnTo>
                    <a:pt x="412" y="9523"/>
                  </a:lnTo>
                  <a:lnTo>
                    <a:pt x="448" y="9547"/>
                  </a:lnTo>
                  <a:lnTo>
                    <a:pt x="484" y="9570"/>
                  </a:lnTo>
                  <a:lnTo>
                    <a:pt x="521" y="9591"/>
                  </a:lnTo>
                  <a:lnTo>
                    <a:pt x="559" y="9611"/>
                  </a:lnTo>
                  <a:lnTo>
                    <a:pt x="600" y="9629"/>
                  </a:lnTo>
                  <a:lnTo>
                    <a:pt x="640" y="9646"/>
                  </a:lnTo>
                  <a:lnTo>
                    <a:pt x="681" y="9661"/>
                  </a:lnTo>
                  <a:lnTo>
                    <a:pt x="722" y="9675"/>
                  </a:lnTo>
                  <a:lnTo>
                    <a:pt x="766" y="9687"/>
                  </a:lnTo>
                  <a:lnTo>
                    <a:pt x="809" y="9697"/>
                  </a:lnTo>
                  <a:lnTo>
                    <a:pt x="2351" y="10004"/>
                  </a:lnTo>
                  <a:lnTo>
                    <a:pt x="2380" y="10087"/>
                  </a:lnTo>
                  <a:lnTo>
                    <a:pt x="2411" y="10169"/>
                  </a:lnTo>
                  <a:lnTo>
                    <a:pt x="2443" y="10252"/>
                  </a:lnTo>
                  <a:lnTo>
                    <a:pt x="2477" y="10333"/>
                  </a:lnTo>
                  <a:lnTo>
                    <a:pt x="2511" y="10413"/>
                  </a:lnTo>
                  <a:lnTo>
                    <a:pt x="2546" y="10494"/>
                  </a:lnTo>
                  <a:lnTo>
                    <a:pt x="2583" y="10573"/>
                  </a:lnTo>
                  <a:lnTo>
                    <a:pt x="2620" y="10651"/>
                  </a:lnTo>
                  <a:lnTo>
                    <a:pt x="1747" y="11957"/>
                  </a:lnTo>
                  <a:lnTo>
                    <a:pt x="1724" y="11995"/>
                  </a:lnTo>
                  <a:lnTo>
                    <a:pt x="1702" y="12033"/>
                  </a:lnTo>
                  <a:lnTo>
                    <a:pt x="1681" y="12072"/>
                  </a:lnTo>
                  <a:lnTo>
                    <a:pt x="1663" y="12111"/>
                  </a:lnTo>
                  <a:lnTo>
                    <a:pt x="1646" y="12153"/>
                  </a:lnTo>
                  <a:lnTo>
                    <a:pt x="1632" y="12193"/>
                  </a:lnTo>
                  <a:lnTo>
                    <a:pt x="1619" y="12234"/>
                  </a:lnTo>
                  <a:lnTo>
                    <a:pt x="1607" y="12275"/>
                  </a:lnTo>
                  <a:lnTo>
                    <a:pt x="1598" y="12317"/>
                  </a:lnTo>
                  <a:lnTo>
                    <a:pt x="1590" y="12359"/>
                  </a:lnTo>
                  <a:lnTo>
                    <a:pt x="1585" y="12402"/>
                  </a:lnTo>
                  <a:lnTo>
                    <a:pt x="1581" y="12444"/>
                  </a:lnTo>
                  <a:lnTo>
                    <a:pt x="1579" y="12486"/>
                  </a:lnTo>
                  <a:lnTo>
                    <a:pt x="1579" y="12528"/>
                  </a:lnTo>
                  <a:lnTo>
                    <a:pt x="1580" y="12571"/>
                  </a:lnTo>
                  <a:lnTo>
                    <a:pt x="1583" y="12613"/>
                  </a:lnTo>
                  <a:lnTo>
                    <a:pt x="1588" y="12654"/>
                  </a:lnTo>
                  <a:lnTo>
                    <a:pt x="1595" y="12697"/>
                  </a:lnTo>
                  <a:lnTo>
                    <a:pt x="1604" y="12738"/>
                  </a:lnTo>
                  <a:lnTo>
                    <a:pt x="1615" y="12779"/>
                  </a:lnTo>
                  <a:lnTo>
                    <a:pt x="1627" y="12820"/>
                  </a:lnTo>
                  <a:lnTo>
                    <a:pt x="1641" y="12860"/>
                  </a:lnTo>
                  <a:lnTo>
                    <a:pt x="1656" y="12900"/>
                  </a:lnTo>
                  <a:lnTo>
                    <a:pt x="1673" y="12940"/>
                  </a:lnTo>
                  <a:lnTo>
                    <a:pt x="1692" y="12978"/>
                  </a:lnTo>
                  <a:lnTo>
                    <a:pt x="1713" y="13016"/>
                  </a:lnTo>
                  <a:lnTo>
                    <a:pt x="1735" y="13052"/>
                  </a:lnTo>
                  <a:lnTo>
                    <a:pt x="1759" y="13088"/>
                  </a:lnTo>
                  <a:lnTo>
                    <a:pt x="1786" y="13124"/>
                  </a:lnTo>
                  <a:lnTo>
                    <a:pt x="1814" y="13158"/>
                  </a:lnTo>
                  <a:lnTo>
                    <a:pt x="1843" y="13191"/>
                  </a:lnTo>
                  <a:lnTo>
                    <a:pt x="1873" y="13224"/>
                  </a:lnTo>
                  <a:lnTo>
                    <a:pt x="2841" y="14189"/>
                  </a:lnTo>
                  <a:lnTo>
                    <a:pt x="2860" y="14207"/>
                  </a:lnTo>
                  <a:lnTo>
                    <a:pt x="2878" y="14224"/>
                  </a:lnTo>
                  <a:lnTo>
                    <a:pt x="2897" y="14241"/>
                  </a:lnTo>
                  <a:lnTo>
                    <a:pt x="2917" y="14257"/>
                  </a:lnTo>
                  <a:lnTo>
                    <a:pt x="2936" y="14273"/>
                  </a:lnTo>
                  <a:lnTo>
                    <a:pt x="2956" y="14288"/>
                  </a:lnTo>
                  <a:lnTo>
                    <a:pt x="2978" y="14303"/>
                  </a:lnTo>
                  <a:lnTo>
                    <a:pt x="2998" y="14317"/>
                  </a:lnTo>
                  <a:lnTo>
                    <a:pt x="3019" y="14331"/>
                  </a:lnTo>
                  <a:lnTo>
                    <a:pt x="3040" y="14344"/>
                  </a:lnTo>
                  <a:lnTo>
                    <a:pt x="3061" y="14356"/>
                  </a:lnTo>
                  <a:lnTo>
                    <a:pt x="3083" y="14368"/>
                  </a:lnTo>
                  <a:lnTo>
                    <a:pt x="3105" y="14379"/>
                  </a:lnTo>
                  <a:lnTo>
                    <a:pt x="3127" y="14389"/>
                  </a:lnTo>
                  <a:lnTo>
                    <a:pt x="3150" y="14399"/>
                  </a:lnTo>
                  <a:lnTo>
                    <a:pt x="3173" y="14409"/>
                  </a:lnTo>
                  <a:lnTo>
                    <a:pt x="3195" y="14418"/>
                  </a:lnTo>
                  <a:lnTo>
                    <a:pt x="3218" y="14426"/>
                  </a:lnTo>
                  <a:lnTo>
                    <a:pt x="3241" y="14434"/>
                  </a:lnTo>
                  <a:lnTo>
                    <a:pt x="3264" y="14441"/>
                  </a:lnTo>
                  <a:lnTo>
                    <a:pt x="3288" y="14448"/>
                  </a:lnTo>
                  <a:lnTo>
                    <a:pt x="3312" y="14454"/>
                  </a:lnTo>
                  <a:lnTo>
                    <a:pt x="3336" y="14459"/>
                  </a:lnTo>
                  <a:lnTo>
                    <a:pt x="3359" y="14464"/>
                  </a:lnTo>
                  <a:lnTo>
                    <a:pt x="3383" y="14469"/>
                  </a:lnTo>
                  <a:lnTo>
                    <a:pt x="3407" y="14473"/>
                  </a:lnTo>
                  <a:lnTo>
                    <a:pt x="3431" y="14476"/>
                  </a:lnTo>
                  <a:lnTo>
                    <a:pt x="3455" y="14478"/>
                  </a:lnTo>
                  <a:lnTo>
                    <a:pt x="3480" y="14480"/>
                  </a:lnTo>
                  <a:lnTo>
                    <a:pt x="3504" y="14482"/>
                  </a:lnTo>
                  <a:lnTo>
                    <a:pt x="3529" y="14483"/>
                  </a:lnTo>
                  <a:lnTo>
                    <a:pt x="3553" y="14483"/>
                  </a:lnTo>
                  <a:lnTo>
                    <a:pt x="3589" y="14482"/>
                  </a:lnTo>
                  <a:lnTo>
                    <a:pt x="3625" y="14480"/>
                  </a:lnTo>
                  <a:lnTo>
                    <a:pt x="3662" y="14477"/>
                  </a:lnTo>
                  <a:lnTo>
                    <a:pt x="3698" y="14473"/>
                  </a:lnTo>
                  <a:lnTo>
                    <a:pt x="3733" y="14467"/>
                  </a:lnTo>
                  <a:lnTo>
                    <a:pt x="3769" y="14460"/>
                  </a:lnTo>
                  <a:lnTo>
                    <a:pt x="3804" y="14451"/>
                  </a:lnTo>
                  <a:lnTo>
                    <a:pt x="3840" y="14441"/>
                  </a:lnTo>
                  <a:lnTo>
                    <a:pt x="3875" y="14430"/>
                  </a:lnTo>
                  <a:lnTo>
                    <a:pt x="3910" y="14418"/>
                  </a:lnTo>
                  <a:lnTo>
                    <a:pt x="3944" y="14404"/>
                  </a:lnTo>
                  <a:lnTo>
                    <a:pt x="3978" y="14389"/>
                  </a:lnTo>
                  <a:lnTo>
                    <a:pt x="4013" y="14372"/>
                  </a:lnTo>
                  <a:lnTo>
                    <a:pt x="4046" y="14355"/>
                  </a:lnTo>
                  <a:lnTo>
                    <a:pt x="4078" y="14336"/>
                  </a:lnTo>
                  <a:lnTo>
                    <a:pt x="4110" y="14315"/>
                  </a:lnTo>
                  <a:lnTo>
                    <a:pt x="5420" y="13443"/>
                  </a:lnTo>
                  <a:lnTo>
                    <a:pt x="5499" y="13482"/>
                  </a:lnTo>
                  <a:lnTo>
                    <a:pt x="5578" y="13518"/>
                  </a:lnTo>
                  <a:lnTo>
                    <a:pt x="5658" y="13553"/>
                  </a:lnTo>
                  <a:lnTo>
                    <a:pt x="5739" y="13587"/>
                  </a:lnTo>
                  <a:lnTo>
                    <a:pt x="5820" y="13620"/>
                  </a:lnTo>
                  <a:lnTo>
                    <a:pt x="5903" y="13652"/>
                  </a:lnTo>
                  <a:lnTo>
                    <a:pt x="5985" y="13683"/>
                  </a:lnTo>
                  <a:lnTo>
                    <a:pt x="6069" y="13713"/>
                  </a:lnTo>
                  <a:lnTo>
                    <a:pt x="6377" y="15251"/>
                  </a:lnTo>
                  <a:lnTo>
                    <a:pt x="6387" y="15295"/>
                  </a:lnTo>
                  <a:lnTo>
                    <a:pt x="6398" y="15337"/>
                  </a:lnTo>
                  <a:lnTo>
                    <a:pt x="6412" y="15380"/>
                  </a:lnTo>
                  <a:lnTo>
                    <a:pt x="6427" y="15421"/>
                  </a:lnTo>
                  <a:lnTo>
                    <a:pt x="6444" y="15461"/>
                  </a:lnTo>
                  <a:lnTo>
                    <a:pt x="6462" y="15500"/>
                  </a:lnTo>
                  <a:lnTo>
                    <a:pt x="6482" y="15538"/>
                  </a:lnTo>
                  <a:lnTo>
                    <a:pt x="6503" y="15575"/>
                  </a:lnTo>
                  <a:lnTo>
                    <a:pt x="6527" y="15611"/>
                  </a:lnTo>
                  <a:lnTo>
                    <a:pt x="6551" y="15646"/>
                  </a:lnTo>
                  <a:lnTo>
                    <a:pt x="6577" y="15681"/>
                  </a:lnTo>
                  <a:lnTo>
                    <a:pt x="6604" y="15713"/>
                  </a:lnTo>
                  <a:lnTo>
                    <a:pt x="6633" y="15744"/>
                  </a:lnTo>
                  <a:lnTo>
                    <a:pt x="6662" y="15774"/>
                  </a:lnTo>
                  <a:lnTo>
                    <a:pt x="6694" y="15803"/>
                  </a:lnTo>
                  <a:lnTo>
                    <a:pt x="6726" y="15831"/>
                  </a:lnTo>
                  <a:lnTo>
                    <a:pt x="6759" y="15857"/>
                  </a:lnTo>
                  <a:lnTo>
                    <a:pt x="6793" y="15881"/>
                  </a:lnTo>
                  <a:lnTo>
                    <a:pt x="6829" y="15904"/>
                  </a:lnTo>
                  <a:lnTo>
                    <a:pt x="6866" y="15927"/>
                  </a:lnTo>
                  <a:lnTo>
                    <a:pt x="6903" y="15947"/>
                  </a:lnTo>
                  <a:lnTo>
                    <a:pt x="6941" y="15966"/>
                  </a:lnTo>
                  <a:lnTo>
                    <a:pt x="6980" y="15983"/>
                  </a:lnTo>
                  <a:lnTo>
                    <a:pt x="7020" y="15998"/>
                  </a:lnTo>
                  <a:lnTo>
                    <a:pt x="7061" y="16012"/>
                  </a:lnTo>
                  <a:lnTo>
                    <a:pt x="7102" y="16024"/>
                  </a:lnTo>
                  <a:lnTo>
                    <a:pt x="7144" y="16034"/>
                  </a:lnTo>
                  <a:lnTo>
                    <a:pt x="7187" y="16043"/>
                  </a:lnTo>
                  <a:lnTo>
                    <a:pt x="7231" y="16049"/>
                  </a:lnTo>
                  <a:lnTo>
                    <a:pt x="7274" y="16054"/>
                  </a:lnTo>
                  <a:lnTo>
                    <a:pt x="7318" y="16057"/>
                  </a:lnTo>
                  <a:lnTo>
                    <a:pt x="7363" y="16058"/>
                  </a:lnTo>
                  <a:lnTo>
                    <a:pt x="8732" y="16058"/>
                  </a:lnTo>
                  <a:lnTo>
                    <a:pt x="8777" y="16057"/>
                  </a:lnTo>
                  <a:lnTo>
                    <a:pt x="8821" y="16054"/>
                  </a:lnTo>
                  <a:lnTo>
                    <a:pt x="8864" y="16049"/>
                  </a:lnTo>
                  <a:lnTo>
                    <a:pt x="8908" y="16043"/>
                  </a:lnTo>
                  <a:lnTo>
                    <a:pt x="8951" y="16034"/>
                  </a:lnTo>
                  <a:lnTo>
                    <a:pt x="8993" y="16024"/>
                  </a:lnTo>
                  <a:lnTo>
                    <a:pt x="9034" y="16012"/>
                  </a:lnTo>
                  <a:lnTo>
                    <a:pt x="9075" y="15998"/>
                  </a:lnTo>
                  <a:lnTo>
                    <a:pt x="9115" y="15983"/>
                  </a:lnTo>
                  <a:lnTo>
                    <a:pt x="9154" y="15966"/>
                  </a:lnTo>
                  <a:lnTo>
                    <a:pt x="9192" y="15947"/>
                  </a:lnTo>
                  <a:lnTo>
                    <a:pt x="9229" y="15927"/>
                  </a:lnTo>
                  <a:lnTo>
                    <a:pt x="9267" y="15904"/>
                  </a:lnTo>
                  <a:lnTo>
                    <a:pt x="9302" y="15881"/>
                  </a:lnTo>
                  <a:lnTo>
                    <a:pt x="9336" y="15857"/>
                  </a:lnTo>
                  <a:lnTo>
                    <a:pt x="9369" y="15831"/>
                  </a:lnTo>
                  <a:lnTo>
                    <a:pt x="9401" y="15803"/>
                  </a:lnTo>
                  <a:lnTo>
                    <a:pt x="9433" y="15774"/>
                  </a:lnTo>
                  <a:lnTo>
                    <a:pt x="9463" y="15744"/>
                  </a:lnTo>
                  <a:lnTo>
                    <a:pt x="9491" y="15713"/>
                  </a:lnTo>
                  <a:lnTo>
                    <a:pt x="9518" y="15681"/>
                  </a:lnTo>
                  <a:lnTo>
                    <a:pt x="9544" y="15646"/>
                  </a:lnTo>
                  <a:lnTo>
                    <a:pt x="9568" y="15611"/>
                  </a:lnTo>
                  <a:lnTo>
                    <a:pt x="9592" y="15575"/>
                  </a:lnTo>
                  <a:lnTo>
                    <a:pt x="9614" y="15538"/>
                  </a:lnTo>
                  <a:lnTo>
                    <a:pt x="9633" y="15500"/>
                  </a:lnTo>
                  <a:lnTo>
                    <a:pt x="9652" y="15461"/>
                  </a:lnTo>
                  <a:lnTo>
                    <a:pt x="9668" y="15421"/>
                  </a:lnTo>
                  <a:lnTo>
                    <a:pt x="9683" y="15380"/>
                  </a:lnTo>
                  <a:lnTo>
                    <a:pt x="9697" y="15337"/>
                  </a:lnTo>
                  <a:lnTo>
                    <a:pt x="9708" y="15295"/>
                  </a:lnTo>
                  <a:lnTo>
                    <a:pt x="9718" y="15251"/>
                  </a:lnTo>
                  <a:lnTo>
                    <a:pt x="10027" y="13713"/>
                  </a:lnTo>
                  <a:lnTo>
                    <a:pt x="10111" y="13683"/>
                  </a:lnTo>
                  <a:lnTo>
                    <a:pt x="10193" y="13652"/>
                  </a:lnTo>
                  <a:lnTo>
                    <a:pt x="10276" y="13620"/>
                  </a:lnTo>
                  <a:lnTo>
                    <a:pt x="10357" y="13587"/>
                  </a:lnTo>
                  <a:lnTo>
                    <a:pt x="10438" y="13553"/>
                  </a:lnTo>
                  <a:lnTo>
                    <a:pt x="10517" y="13518"/>
                  </a:lnTo>
                  <a:lnTo>
                    <a:pt x="10597" y="13481"/>
                  </a:lnTo>
                  <a:lnTo>
                    <a:pt x="10676" y="13443"/>
                  </a:lnTo>
                  <a:lnTo>
                    <a:pt x="11986" y="14315"/>
                  </a:lnTo>
                  <a:lnTo>
                    <a:pt x="12018" y="14336"/>
                  </a:lnTo>
                  <a:lnTo>
                    <a:pt x="12050" y="14355"/>
                  </a:lnTo>
                  <a:lnTo>
                    <a:pt x="12083" y="14372"/>
                  </a:lnTo>
                  <a:lnTo>
                    <a:pt x="12117" y="14389"/>
                  </a:lnTo>
                  <a:lnTo>
                    <a:pt x="12151" y="14404"/>
                  </a:lnTo>
                  <a:lnTo>
                    <a:pt x="12185" y="14418"/>
                  </a:lnTo>
                  <a:lnTo>
                    <a:pt x="12220" y="14430"/>
                  </a:lnTo>
                  <a:lnTo>
                    <a:pt x="12255" y="14441"/>
                  </a:lnTo>
                  <a:lnTo>
                    <a:pt x="12291" y="14451"/>
                  </a:lnTo>
                  <a:lnTo>
                    <a:pt x="12326" y="14460"/>
                  </a:lnTo>
                  <a:lnTo>
                    <a:pt x="12362" y="14467"/>
                  </a:lnTo>
                  <a:lnTo>
                    <a:pt x="12398" y="14473"/>
                  </a:lnTo>
                  <a:lnTo>
                    <a:pt x="12433" y="14477"/>
                  </a:lnTo>
                  <a:lnTo>
                    <a:pt x="12470" y="14480"/>
                  </a:lnTo>
                  <a:lnTo>
                    <a:pt x="12506" y="14482"/>
                  </a:lnTo>
                  <a:lnTo>
                    <a:pt x="12542" y="14483"/>
                  </a:lnTo>
                  <a:lnTo>
                    <a:pt x="12566" y="14483"/>
                  </a:lnTo>
                  <a:lnTo>
                    <a:pt x="12591" y="14482"/>
                  </a:lnTo>
                  <a:lnTo>
                    <a:pt x="12615" y="14480"/>
                  </a:lnTo>
                  <a:lnTo>
                    <a:pt x="12640" y="14478"/>
                  </a:lnTo>
                  <a:lnTo>
                    <a:pt x="12664" y="14476"/>
                  </a:lnTo>
                  <a:lnTo>
                    <a:pt x="12688" y="14473"/>
                  </a:lnTo>
                  <a:lnTo>
                    <a:pt x="12712" y="14469"/>
                  </a:lnTo>
                  <a:lnTo>
                    <a:pt x="12736" y="14464"/>
                  </a:lnTo>
                  <a:lnTo>
                    <a:pt x="12759" y="14459"/>
                  </a:lnTo>
                  <a:lnTo>
                    <a:pt x="12783" y="14454"/>
                  </a:lnTo>
                  <a:lnTo>
                    <a:pt x="12808" y="14448"/>
                  </a:lnTo>
                  <a:lnTo>
                    <a:pt x="12831" y="14441"/>
                  </a:lnTo>
                  <a:lnTo>
                    <a:pt x="12854" y="14434"/>
                  </a:lnTo>
                  <a:lnTo>
                    <a:pt x="12877" y="14426"/>
                  </a:lnTo>
                  <a:lnTo>
                    <a:pt x="12900" y="14418"/>
                  </a:lnTo>
                  <a:lnTo>
                    <a:pt x="12923" y="14409"/>
                  </a:lnTo>
                  <a:lnTo>
                    <a:pt x="12945" y="14399"/>
                  </a:lnTo>
                  <a:lnTo>
                    <a:pt x="12968" y="14389"/>
                  </a:lnTo>
                  <a:lnTo>
                    <a:pt x="12990" y="14379"/>
                  </a:lnTo>
                  <a:lnTo>
                    <a:pt x="13012" y="14368"/>
                  </a:lnTo>
                  <a:lnTo>
                    <a:pt x="13034" y="14356"/>
                  </a:lnTo>
                  <a:lnTo>
                    <a:pt x="13055" y="14344"/>
                  </a:lnTo>
                  <a:lnTo>
                    <a:pt x="13076" y="14331"/>
                  </a:lnTo>
                  <a:lnTo>
                    <a:pt x="13097" y="14317"/>
                  </a:lnTo>
                  <a:lnTo>
                    <a:pt x="13118" y="14303"/>
                  </a:lnTo>
                  <a:lnTo>
                    <a:pt x="13139" y="14288"/>
                  </a:lnTo>
                  <a:lnTo>
                    <a:pt x="13159" y="14273"/>
                  </a:lnTo>
                  <a:lnTo>
                    <a:pt x="13179" y="14257"/>
                  </a:lnTo>
                  <a:lnTo>
                    <a:pt x="13198" y="14241"/>
                  </a:lnTo>
                  <a:lnTo>
                    <a:pt x="13217" y="14224"/>
                  </a:lnTo>
                  <a:lnTo>
                    <a:pt x="13236" y="14207"/>
                  </a:lnTo>
                  <a:lnTo>
                    <a:pt x="13254" y="14189"/>
                  </a:lnTo>
                  <a:lnTo>
                    <a:pt x="14222" y="13224"/>
                  </a:lnTo>
                  <a:lnTo>
                    <a:pt x="14253" y="13191"/>
                  </a:lnTo>
                  <a:lnTo>
                    <a:pt x="14282" y="13158"/>
                  </a:lnTo>
                  <a:lnTo>
                    <a:pt x="14309" y="13124"/>
                  </a:lnTo>
                  <a:lnTo>
                    <a:pt x="14336" y="13088"/>
                  </a:lnTo>
                  <a:lnTo>
                    <a:pt x="14360" y="13052"/>
                  </a:lnTo>
                  <a:lnTo>
                    <a:pt x="14382" y="13016"/>
                  </a:lnTo>
                  <a:lnTo>
                    <a:pt x="14403" y="12978"/>
                  </a:lnTo>
                  <a:lnTo>
                    <a:pt x="14422" y="12940"/>
                  </a:lnTo>
                  <a:lnTo>
                    <a:pt x="14439" y="12900"/>
                  </a:lnTo>
                  <a:lnTo>
                    <a:pt x="14455" y="12860"/>
                  </a:lnTo>
                  <a:lnTo>
                    <a:pt x="14468" y="12820"/>
                  </a:lnTo>
                  <a:lnTo>
                    <a:pt x="14480" y="12779"/>
                  </a:lnTo>
                  <a:lnTo>
                    <a:pt x="14492" y="12738"/>
                  </a:lnTo>
                  <a:lnTo>
                    <a:pt x="14500" y="12697"/>
                  </a:lnTo>
                  <a:lnTo>
                    <a:pt x="14507" y="12654"/>
                  </a:lnTo>
                  <a:lnTo>
                    <a:pt x="14512" y="12613"/>
                  </a:lnTo>
                  <a:lnTo>
                    <a:pt x="14515" y="12571"/>
                  </a:lnTo>
                  <a:lnTo>
                    <a:pt x="14517" y="12528"/>
                  </a:lnTo>
                  <a:lnTo>
                    <a:pt x="14517" y="12486"/>
                  </a:lnTo>
                  <a:lnTo>
                    <a:pt x="14515" y="12444"/>
                  </a:lnTo>
                  <a:lnTo>
                    <a:pt x="14511" y="12402"/>
                  </a:lnTo>
                  <a:lnTo>
                    <a:pt x="14505" y="12359"/>
                  </a:lnTo>
                  <a:lnTo>
                    <a:pt x="14498" y="12317"/>
                  </a:lnTo>
                  <a:lnTo>
                    <a:pt x="14489" y="12275"/>
                  </a:lnTo>
                  <a:lnTo>
                    <a:pt x="14476" y="12234"/>
                  </a:lnTo>
                  <a:lnTo>
                    <a:pt x="14464" y="12193"/>
                  </a:lnTo>
                  <a:lnTo>
                    <a:pt x="14449" y="12153"/>
                  </a:lnTo>
                  <a:lnTo>
                    <a:pt x="14433" y="12111"/>
                  </a:lnTo>
                  <a:lnTo>
                    <a:pt x="14414" y="12072"/>
                  </a:lnTo>
                  <a:lnTo>
                    <a:pt x="14394" y="12033"/>
                  </a:lnTo>
                  <a:lnTo>
                    <a:pt x="14372" y="11995"/>
                  </a:lnTo>
                  <a:lnTo>
                    <a:pt x="14348" y="11957"/>
                  </a:lnTo>
                  <a:lnTo>
                    <a:pt x="13475" y="10651"/>
                  </a:lnTo>
                  <a:lnTo>
                    <a:pt x="13512" y="10572"/>
                  </a:lnTo>
                  <a:lnTo>
                    <a:pt x="13549" y="10493"/>
                  </a:lnTo>
                  <a:lnTo>
                    <a:pt x="13584" y="10413"/>
                  </a:lnTo>
                  <a:lnTo>
                    <a:pt x="13618" y="10332"/>
                  </a:lnTo>
                  <a:lnTo>
                    <a:pt x="13652" y="10251"/>
                  </a:lnTo>
                  <a:lnTo>
                    <a:pt x="13684" y="10169"/>
                  </a:lnTo>
                  <a:lnTo>
                    <a:pt x="13715" y="10087"/>
                  </a:lnTo>
                  <a:lnTo>
                    <a:pt x="13745" y="10004"/>
                  </a:lnTo>
                  <a:lnTo>
                    <a:pt x="15286" y="9697"/>
                  </a:lnTo>
                  <a:lnTo>
                    <a:pt x="15329" y="9687"/>
                  </a:lnTo>
                  <a:lnTo>
                    <a:pt x="15373" y="9675"/>
                  </a:lnTo>
                  <a:lnTo>
                    <a:pt x="15414" y="9661"/>
                  </a:lnTo>
                  <a:lnTo>
                    <a:pt x="15455" y="9646"/>
                  </a:lnTo>
                  <a:lnTo>
                    <a:pt x="15495" y="9629"/>
                  </a:lnTo>
                  <a:lnTo>
                    <a:pt x="15536" y="9611"/>
                  </a:lnTo>
                  <a:lnTo>
                    <a:pt x="15574" y="9591"/>
                  </a:lnTo>
                  <a:lnTo>
                    <a:pt x="15611" y="9570"/>
                  </a:lnTo>
                  <a:lnTo>
                    <a:pt x="15647" y="9547"/>
                  </a:lnTo>
                  <a:lnTo>
                    <a:pt x="15683" y="9523"/>
                  </a:lnTo>
                  <a:lnTo>
                    <a:pt x="15716" y="9497"/>
                  </a:lnTo>
                  <a:lnTo>
                    <a:pt x="15749" y="9470"/>
                  </a:lnTo>
                  <a:lnTo>
                    <a:pt x="15780" y="9441"/>
                  </a:lnTo>
                  <a:lnTo>
                    <a:pt x="15810" y="9412"/>
                  </a:lnTo>
                  <a:lnTo>
                    <a:pt x="15839" y="9380"/>
                  </a:lnTo>
                  <a:lnTo>
                    <a:pt x="15867" y="9348"/>
                  </a:lnTo>
                  <a:lnTo>
                    <a:pt x="15893" y="9315"/>
                  </a:lnTo>
                  <a:lnTo>
                    <a:pt x="15918" y="9280"/>
                  </a:lnTo>
                  <a:lnTo>
                    <a:pt x="15941" y="9245"/>
                  </a:lnTo>
                  <a:lnTo>
                    <a:pt x="15963" y="9209"/>
                  </a:lnTo>
                  <a:lnTo>
                    <a:pt x="15983" y="9172"/>
                  </a:lnTo>
                  <a:lnTo>
                    <a:pt x="16002" y="9134"/>
                  </a:lnTo>
                  <a:lnTo>
                    <a:pt x="16020" y="9094"/>
                  </a:lnTo>
                  <a:lnTo>
                    <a:pt x="16035" y="9054"/>
                  </a:lnTo>
                  <a:lnTo>
                    <a:pt x="16049" y="9014"/>
                  </a:lnTo>
                  <a:lnTo>
                    <a:pt x="16061" y="8972"/>
                  </a:lnTo>
                  <a:lnTo>
                    <a:pt x="16071" y="8931"/>
                  </a:lnTo>
                  <a:lnTo>
                    <a:pt x="16080" y="8888"/>
                  </a:lnTo>
                  <a:lnTo>
                    <a:pt x="16086" y="8844"/>
                  </a:lnTo>
                  <a:lnTo>
                    <a:pt x="16091" y="8801"/>
                  </a:lnTo>
                  <a:lnTo>
                    <a:pt x="16094" y="8757"/>
                  </a:lnTo>
                  <a:lnTo>
                    <a:pt x="16095" y="8712"/>
                  </a:lnTo>
                  <a:lnTo>
                    <a:pt x="16095" y="7347"/>
                  </a:lnTo>
                  <a:lnTo>
                    <a:pt x="16094" y="7302"/>
                  </a:lnTo>
                  <a:lnTo>
                    <a:pt x="16091" y="7258"/>
                  </a:lnTo>
                  <a:lnTo>
                    <a:pt x="16086" y="7215"/>
                  </a:lnTo>
                  <a:lnTo>
                    <a:pt x="16080" y="7171"/>
                  </a:lnTo>
                  <a:lnTo>
                    <a:pt x="16071" y="7128"/>
                  </a:lnTo>
                  <a:lnTo>
                    <a:pt x="16061" y="7086"/>
                  </a:lnTo>
                  <a:lnTo>
                    <a:pt x="16049" y="7045"/>
                  </a:lnTo>
                  <a:lnTo>
                    <a:pt x="16035" y="7005"/>
                  </a:lnTo>
                  <a:lnTo>
                    <a:pt x="16020" y="6965"/>
                  </a:lnTo>
                  <a:lnTo>
                    <a:pt x="16002" y="6925"/>
                  </a:lnTo>
                  <a:lnTo>
                    <a:pt x="15983" y="6887"/>
                  </a:lnTo>
                  <a:lnTo>
                    <a:pt x="15963" y="6850"/>
                  </a:lnTo>
                  <a:lnTo>
                    <a:pt x="15941" y="6813"/>
                  </a:lnTo>
                  <a:lnTo>
                    <a:pt x="15918" y="6778"/>
                  </a:lnTo>
                  <a:lnTo>
                    <a:pt x="15893" y="6744"/>
                  </a:lnTo>
                  <a:lnTo>
                    <a:pt x="15867" y="6711"/>
                  </a:lnTo>
                  <a:lnTo>
                    <a:pt x="15839" y="6679"/>
                  </a:lnTo>
                  <a:lnTo>
                    <a:pt x="15810" y="6647"/>
                  </a:lnTo>
                  <a:lnTo>
                    <a:pt x="15780" y="6617"/>
                  </a:lnTo>
                  <a:lnTo>
                    <a:pt x="15749" y="6589"/>
                  </a:lnTo>
                  <a:lnTo>
                    <a:pt x="15716" y="6562"/>
                  </a:lnTo>
                  <a:lnTo>
                    <a:pt x="15683" y="6536"/>
                  </a:lnTo>
                  <a:lnTo>
                    <a:pt x="15647" y="6512"/>
                  </a:lnTo>
                  <a:lnTo>
                    <a:pt x="15611" y="6489"/>
                  </a:lnTo>
                  <a:lnTo>
                    <a:pt x="15574" y="6467"/>
                  </a:lnTo>
                  <a:lnTo>
                    <a:pt x="15536" y="6448"/>
                  </a:lnTo>
                  <a:lnTo>
                    <a:pt x="15495" y="6429"/>
                  </a:lnTo>
                  <a:lnTo>
                    <a:pt x="15455" y="6413"/>
                  </a:lnTo>
                  <a:lnTo>
                    <a:pt x="15414" y="6398"/>
                  </a:lnTo>
                  <a:lnTo>
                    <a:pt x="15373" y="6383"/>
                  </a:lnTo>
                  <a:lnTo>
                    <a:pt x="15329" y="6372"/>
                  </a:lnTo>
                  <a:lnTo>
                    <a:pt x="15286" y="6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72" name="Freeform 71"/>
            <p:cNvSpPr>
              <a:spLocks noEditPoints="1"/>
            </p:cNvSpPr>
            <p:nvPr/>
          </p:nvSpPr>
          <p:spPr bwMode="auto">
            <a:xfrm>
              <a:off x="4787900" y="2312988"/>
              <a:ext cx="303213" cy="301625"/>
            </a:xfrm>
            <a:custGeom>
              <a:avLst/>
              <a:gdLst>
                <a:gd name="T0" fmla="*/ 2899 w 7040"/>
                <a:gd name="T1" fmla="*/ 6524 h 7025"/>
                <a:gd name="T2" fmla="*/ 2185 w 7040"/>
                <a:gd name="T3" fmla="*/ 6283 h 7025"/>
                <a:gd name="T4" fmla="*/ 1560 w 7040"/>
                <a:gd name="T5" fmla="*/ 5884 h 7025"/>
                <a:gd name="T6" fmla="*/ 1051 w 7040"/>
                <a:gd name="T7" fmla="*/ 5351 h 7025"/>
                <a:gd name="T8" fmla="*/ 682 w 7040"/>
                <a:gd name="T9" fmla="*/ 4709 h 7025"/>
                <a:gd name="T10" fmla="*/ 475 w 7040"/>
                <a:gd name="T11" fmla="*/ 3980 h 7025"/>
                <a:gd name="T12" fmla="*/ 455 w 7040"/>
                <a:gd name="T13" fmla="*/ 3198 h 7025"/>
                <a:gd name="T14" fmla="*/ 626 w 7040"/>
                <a:gd name="T15" fmla="*/ 2456 h 7025"/>
                <a:gd name="T16" fmla="*/ 965 w 7040"/>
                <a:gd name="T17" fmla="*/ 1794 h 7025"/>
                <a:gd name="T18" fmla="*/ 1448 w 7040"/>
                <a:gd name="T19" fmla="*/ 1237 h 7025"/>
                <a:gd name="T20" fmla="*/ 2052 w 7040"/>
                <a:gd name="T21" fmla="*/ 810 h 7025"/>
                <a:gd name="T22" fmla="*/ 2750 w 7040"/>
                <a:gd name="T23" fmla="*/ 536 h 7025"/>
                <a:gd name="T24" fmla="*/ 3520 w 7040"/>
                <a:gd name="T25" fmla="*/ 439 h 7025"/>
                <a:gd name="T26" fmla="*/ 4289 w 7040"/>
                <a:gd name="T27" fmla="*/ 536 h 7025"/>
                <a:gd name="T28" fmla="*/ 4988 w 7040"/>
                <a:gd name="T29" fmla="*/ 810 h 7025"/>
                <a:gd name="T30" fmla="*/ 5591 w 7040"/>
                <a:gd name="T31" fmla="*/ 1237 h 7025"/>
                <a:gd name="T32" fmla="*/ 6075 w 7040"/>
                <a:gd name="T33" fmla="*/ 1794 h 7025"/>
                <a:gd name="T34" fmla="*/ 6414 w 7040"/>
                <a:gd name="T35" fmla="*/ 2456 h 7025"/>
                <a:gd name="T36" fmla="*/ 6585 w 7040"/>
                <a:gd name="T37" fmla="*/ 3198 h 7025"/>
                <a:gd name="T38" fmla="*/ 6565 w 7040"/>
                <a:gd name="T39" fmla="*/ 3980 h 7025"/>
                <a:gd name="T40" fmla="*/ 6358 w 7040"/>
                <a:gd name="T41" fmla="*/ 4709 h 7025"/>
                <a:gd name="T42" fmla="*/ 5988 w 7040"/>
                <a:gd name="T43" fmla="*/ 5351 h 7025"/>
                <a:gd name="T44" fmla="*/ 5479 w 7040"/>
                <a:gd name="T45" fmla="*/ 5884 h 7025"/>
                <a:gd name="T46" fmla="*/ 4855 w 7040"/>
                <a:gd name="T47" fmla="*/ 6283 h 7025"/>
                <a:gd name="T48" fmla="*/ 4140 w 7040"/>
                <a:gd name="T49" fmla="*/ 6524 h 7025"/>
                <a:gd name="T50" fmla="*/ 3520 w 7040"/>
                <a:gd name="T51" fmla="*/ 0 h 7025"/>
                <a:gd name="T52" fmla="*/ 2640 w 7040"/>
                <a:gd name="T53" fmla="*/ 110 h 7025"/>
                <a:gd name="T54" fmla="*/ 1842 w 7040"/>
                <a:gd name="T55" fmla="*/ 424 h 7025"/>
                <a:gd name="T56" fmla="*/ 1153 w 7040"/>
                <a:gd name="T57" fmla="*/ 912 h 7025"/>
                <a:gd name="T58" fmla="*/ 600 w 7040"/>
                <a:gd name="T59" fmla="*/ 1548 h 7025"/>
                <a:gd name="T60" fmla="*/ 213 w 7040"/>
                <a:gd name="T61" fmla="*/ 2305 h 7025"/>
                <a:gd name="T62" fmla="*/ 18 w 7040"/>
                <a:gd name="T63" fmla="*/ 3153 h 7025"/>
                <a:gd name="T64" fmla="*/ 40 w 7040"/>
                <a:gd name="T65" fmla="*/ 4047 h 7025"/>
                <a:gd name="T66" fmla="*/ 276 w 7040"/>
                <a:gd name="T67" fmla="*/ 4880 h 7025"/>
                <a:gd name="T68" fmla="*/ 699 w 7040"/>
                <a:gd name="T69" fmla="*/ 5614 h 7025"/>
                <a:gd name="T70" fmla="*/ 1280 w 7040"/>
                <a:gd name="T71" fmla="*/ 6222 h 7025"/>
                <a:gd name="T72" fmla="*/ 1993 w 7040"/>
                <a:gd name="T73" fmla="*/ 6678 h 7025"/>
                <a:gd name="T74" fmla="*/ 2810 w 7040"/>
                <a:gd name="T75" fmla="*/ 6953 h 7025"/>
                <a:gd name="T76" fmla="*/ 3702 w 7040"/>
                <a:gd name="T77" fmla="*/ 7020 h 7025"/>
                <a:gd name="T78" fmla="*/ 4567 w 7040"/>
                <a:gd name="T79" fmla="*/ 6867 h 7025"/>
                <a:gd name="T80" fmla="*/ 5345 w 7040"/>
                <a:gd name="T81" fmla="*/ 6517 h 7025"/>
                <a:gd name="T82" fmla="*/ 6009 w 7040"/>
                <a:gd name="T83" fmla="*/ 5996 h 7025"/>
                <a:gd name="T84" fmla="*/ 6531 w 7040"/>
                <a:gd name="T85" fmla="*/ 5333 h 7025"/>
                <a:gd name="T86" fmla="*/ 6882 w 7040"/>
                <a:gd name="T87" fmla="*/ 4556 h 7025"/>
                <a:gd name="T88" fmla="*/ 7036 w 7040"/>
                <a:gd name="T89" fmla="*/ 3693 h 7025"/>
                <a:gd name="T90" fmla="*/ 6969 w 7040"/>
                <a:gd name="T91" fmla="*/ 2805 h 7025"/>
                <a:gd name="T92" fmla="*/ 6693 w 7040"/>
                <a:gd name="T93" fmla="*/ 1990 h 7025"/>
                <a:gd name="T94" fmla="*/ 6237 w 7040"/>
                <a:gd name="T95" fmla="*/ 1278 h 7025"/>
                <a:gd name="T96" fmla="*/ 5626 w 7040"/>
                <a:gd name="T97" fmla="*/ 697 h 7025"/>
                <a:gd name="T98" fmla="*/ 4891 w 7040"/>
                <a:gd name="T99" fmla="*/ 276 h 7025"/>
                <a:gd name="T100" fmla="*/ 4056 w 7040"/>
                <a:gd name="T101" fmla="*/ 40 h 70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040" h="7025">
                  <a:moveTo>
                    <a:pt x="3520" y="6586"/>
                  </a:moveTo>
                  <a:lnTo>
                    <a:pt x="3362" y="6582"/>
                  </a:lnTo>
                  <a:lnTo>
                    <a:pt x="3205" y="6570"/>
                  </a:lnTo>
                  <a:lnTo>
                    <a:pt x="3051" y="6551"/>
                  </a:lnTo>
                  <a:lnTo>
                    <a:pt x="2899" y="6524"/>
                  </a:lnTo>
                  <a:lnTo>
                    <a:pt x="2750" y="6489"/>
                  </a:lnTo>
                  <a:lnTo>
                    <a:pt x="2604" y="6447"/>
                  </a:lnTo>
                  <a:lnTo>
                    <a:pt x="2460" y="6399"/>
                  </a:lnTo>
                  <a:lnTo>
                    <a:pt x="2320" y="6344"/>
                  </a:lnTo>
                  <a:lnTo>
                    <a:pt x="2185" y="6283"/>
                  </a:lnTo>
                  <a:lnTo>
                    <a:pt x="2052" y="6214"/>
                  </a:lnTo>
                  <a:lnTo>
                    <a:pt x="1922" y="6141"/>
                  </a:lnTo>
                  <a:lnTo>
                    <a:pt x="1797" y="6061"/>
                  </a:lnTo>
                  <a:lnTo>
                    <a:pt x="1677" y="5976"/>
                  </a:lnTo>
                  <a:lnTo>
                    <a:pt x="1560" y="5884"/>
                  </a:lnTo>
                  <a:lnTo>
                    <a:pt x="1448" y="5788"/>
                  </a:lnTo>
                  <a:lnTo>
                    <a:pt x="1342" y="5685"/>
                  </a:lnTo>
                  <a:lnTo>
                    <a:pt x="1240" y="5579"/>
                  </a:lnTo>
                  <a:lnTo>
                    <a:pt x="1142" y="5468"/>
                  </a:lnTo>
                  <a:lnTo>
                    <a:pt x="1051" y="5351"/>
                  </a:lnTo>
                  <a:lnTo>
                    <a:pt x="965" y="5231"/>
                  </a:lnTo>
                  <a:lnTo>
                    <a:pt x="885" y="5106"/>
                  </a:lnTo>
                  <a:lnTo>
                    <a:pt x="812" y="4977"/>
                  </a:lnTo>
                  <a:lnTo>
                    <a:pt x="743" y="4844"/>
                  </a:lnTo>
                  <a:lnTo>
                    <a:pt x="682" y="4709"/>
                  </a:lnTo>
                  <a:lnTo>
                    <a:pt x="626" y="4569"/>
                  </a:lnTo>
                  <a:lnTo>
                    <a:pt x="578" y="4426"/>
                  </a:lnTo>
                  <a:lnTo>
                    <a:pt x="536" y="4280"/>
                  </a:lnTo>
                  <a:lnTo>
                    <a:pt x="502" y="4132"/>
                  </a:lnTo>
                  <a:lnTo>
                    <a:pt x="475" y="3980"/>
                  </a:lnTo>
                  <a:lnTo>
                    <a:pt x="455" y="3827"/>
                  </a:lnTo>
                  <a:lnTo>
                    <a:pt x="443" y="3670"/>
                  </a:lnTo>
                  <a:lnTo>
                    <a:pt x="439" y="3513"/>
                  </a:lnTo>
                  <a:lnTo>
                    <a:pt x="443" y="3354"/>
                  </a:lnTo>
                  <a:lnTo>
                    <a:pt x="455" y="3198"/>
                  </a:lnTo>
                  <a:lnTo>
                    <a:pt x="475" y="3044"/>
                  </a:lnTo>
                  <a:lnTo>
                    <a:pt x="502" y="2893"/>
                  </a:lnTo>
                  <a:lnTo>
                    <a:pt x="536" y="2745"/>
                  </a:lnTo>
                  <a:lnTo>
                    <a:pt x="578" y="2598"/>
                  </a:lnTo>
                  <a:lnTo>
                    <a:pt x="626" y="2456"/>
                  </a:lnTo>
                  <a:lnTo>
                    <a:pt x="682" y="2316"/>
                  </a:lnTo>
                  <a:lnTo>
                    <a:pt x="743" y="2180"/>
                  </a:lnTo>
                  <a:lnTo>
                    <a:pt x="812" y="2047"/>
                  </a:lnTo>
                  <a:lnTo>
                    <a:pt x="885" y="1919"/>
                  </a:lnTo>
                  <a:lnTo>
                    <a:pt x="965" y="1794"/>
                  </a:lnTo>
                  <a:lnTo>
                    <a:pt x="1051" y="1674"/>
                  </a:lnTo>
                  <a:lnTo>
                    <a:pt x="1142" y="1557"/>
                  </a:lnTo>
                  <a:lnTo>
                    <a:pt x="1240" y="1446"/>
                  </a:lnTo>
                  <a:lnTo>
                    <a:pt x="1342" y="1340"/>
                  </a:lnTo>
                  <a:lnTo>
                    <a:pt x="1448" y="1237"/>
                  </a:lnTo>
                  <a:lnTo>
                    <a:pt x="1560" y="1141"/>
                  </a:lnTo>
                  <a:lnTo>
                    <a:pt x="1677" y="1049"/>
                  </a:lnTo>
                  <a:lnTo>
                    <a:pt x="1797" y="964"/>
                  </a:lnTo>
                  <a:lnTo>
                    <a:pt x="1922" y="884"/>
                  </a:lnTo>
                  <a:lnTo>
                    <a:pt x="2052" y="810"/>
                  </a:lnTo>
                  <a:lnTo>
                    <a:pt x="2185" y="742"/>
                  </a:lnTo>
                  <a:lnTo>
                    <a:pt x="2320" y="680"/>
                  </a:lnTo>
                  <a:lnTo>
                    <a:pt x="2460" y="625"/>
                  </a:lnTo>
                  <a:lnTo>
                    <a:pt x="2604" y="577"/>
                  </a:lnTo>
                  <a:lnTo>
                    <a:pt x="2750" y="536"/>
                  </a:lnTo>
                  <a:lnTo>
                    <a:pt x="2899" y="501"/>
                  </a:lnTo>
                  <a:lnTo>
                    <a:pt x="3051" y="474"/>
                  </a:lnTo>
                  <a:lnTo>
                    <a:pt x="3205" y="454"/>
                  </a:lnTo>
                  <a:lnTo>
                    <a:pt x="3362" y="443"/>
                  </a:lnTo>
                  <a:lnTo>
                    <a:pt x="3520" y="439"/>
                  </a:lnTo>
                  <a:lnTo>
                    <a:pt x="3678" y="443"/>
                  </a:lnTo>
                  <a:lnTo>
                    <a:pt x="3834" y="454"/>
                  </a:lnTo>
                  <a:lnTo>
                    <a:pt x="3989" y="474"/>
                  </a:lnTo>
                  <a:lnTo>
                    <a:pt x="4140" y="501"/>
                  </a:lnTo>
                  <a:lnTo>
                    <a:pt x="4289" y="536"/>
                  </a:lnTo>
                  <a:lnTo>
                    <a:pt x="4436" y="577"/>
                  </a:lnTo>
                  <a:lnTo>
                    <a:pt x="4579" y="625"/>
                  </a:lnTo>
                  <a:lnTo>
                    <a:pt x="4719" y="680"/>
                  </a:lnTo>
                  <a:lnTo>
                    <a:pt x="4855" y="742"/>
                  </a:lnTo>
                  <a:lnTo>
                    <a:pt x="4988" y="810"/>
                  </a:lnTo>
                  <a:lnTo>
                    <a:pt x="5117" y="884"/>
                  </a:lnTo>
                  <a:lnTo>
                    <a:pt x="5242" y="964"/>
                  </a:lnTo>
                  <a:lnTo>
                    <a:pt x="5362" y="1049"/>
                  </a:lnTo>
                  <a:lnTo>
                    <a:pt x="5479" y="1141"/>
                  </a:lnTo>
                  <a:lnTo>
                    <a:pt x="5591" y="1237"/>
                  </a:lnTo>
                  <a:lnTo>
                    <a:pt x="5698" y="1340"/>
                  </a:lnTo>
                  <a:lnTo>
                    <a:pt x="5800" y="1446"/>
                  </a:lnTo>
                  <a:lnTo>
                    <a:pt x="5897" y="1557"/>
                  </a:lnTo>
                  <a:lnTo>
                    <a:pt x="5988" y="1674"/>
                  </a:lnTo>
                  <a:lnTo>
                    <a:pt x="6075" y="1794"/>
                  </a:lnTo>
                  <a:lnTo>
                    <a:pt x="6154" y="1919"/>
                  </a:lnTo>
                  <a:lnTo>
                    <a:pt x="6228" y="2047"/>
                  </a:lnTo>
                  <a:lnTo>
                    <a:pt x="6297" y="2180"/>
                  </a:lnTo>
                  <a:lnTo>
                    <a:pt x="6358" y="2316"/>
                  </a:lnTo>
                  <a:lnTo>
                    <a:pt x="6414" y="2456"/>
                  </a:lnTo>
                  <a:lnTo>
                    <a:pt x="6462" y="2598"/>
                  </a:lnTo>
                  <a:lnTo>
                    <a:pt x="6503" y="2745"/>
                  </a:lnTo>
                  <a:lnTo>
                    <a:pt x="6538" y="2893"/>
                  </a:lnTo>
                  <a:lnTo>
                    <a:pt x="6565" y="3044"/>
                  </a:lnTo>
                  <a:lnTo>
                    <a:pt x="6585" y="3198"/>
                  </a:lnTo>
                  <a:lnTo>
                    <a:pt x="6597" y="3354"/>
                  </a:lnTo>
                  <a:lnTo>
                    <a:pt x="6601" y="3513"/>
                  </a:lnTo>
                  <a:lnTo>
                    <a:pt x="6597" y="3670"/>
                  </a:lnTo>
                  <a:lnTo>
                    <a:pt x="6585" y="3827"/>
                  </a:lnTo>
                  <a:lnTo>
                    <a:pt x="6565" y="3980"/>
                  </a:lnTo>
                  <a:lnTo>
                    <a:pt x="6538" y="4132"/>
                  </a:lnTo>
                  <a:lnTo>
                    <a:pt x="6503" y="4280"/>
                  </a:lnTo>
                  <a:lnTo>
                    <a:pt x="6462" y="4426"/>
                  </a:lnTo>
                  <a:lnTo>
                    <a:pt x="6414" y="4569"/>
                  </a:lnTo>
                  <a:lnTo>
                    <a:pt x="6358" y="4709"/>
                  </a:lnTo>
                  <a:lnTo>
                    <a:pt x="6297" y="4844"/>
                  </a:lnTo>
                  <a:lnTo>
                    <a:pt x="6228" y="4977"/>
                  </a:lnTo>
                  <a:lnTo>
                    <a:pt x="6154" y="5106"/>
                  </a:lnTo>
                  <a:lnTo>
                    <a:pt x="6075" y="5231"/>
                  </a:lnTo>
                  <a:lnTo>
                    <a:pt x="5988" y="5351"/>
                  </a:lnTo>
                  <a:lnTo>
                    <a:pt x="5897" y="5468"/>
                  </a:lnTo>
                  <a:lnTo>
                    <a:pt x="5800" y="5579"/>
                  </a:lnTo>
                  <a:lnTo>
                    <a:pt x="5698" y="5685"/>
                  </a:lnTo>
                  <a:lnTo>
                    <a:pt x="5591" y="5788"/>
                  </a:lnTo>
                  <a:lnTo>
                    <a:pt x="5479" y="5884"/>
                  </a:lnTo>
                  <a:lnTo>
                    <a:pt x="5362" y="5976"/>
                  </a:lnTo>
                  <a:lnTo>
                    <a:pt x="5242" y="6061"/>
                  </a:lnTo>
                  <a:lnTo>
                    <a:pt x="5117" y="6141"/>
                  </a:lnTo>
                  <a:lnTo>
                    <a:pt x="4988" y="6214"/>
                  </a:lnTo>
                  <a:lnTo>
                    <a:pt x="4855" y="6283"/>
                  </a:lnTo>
                  <a:lnTo>
                    <a:pt x="4719" y="6344"/>
                  </a:lnTo>
                  <a:lnTo>
                    <a:pt x="4579" y="6399"/>
                  </a:lnTo>
                  <a:lnTo>
                    <a:pt x="4436" y="6447"/>
                  </a:lnTo>
                  <a:lnTo>
                    <a:pt x="4289" y="6489"/>
                  </a:lnTo>
                  <a:lnTo>
                    <a:pt x="4140" y="6524"/>
                  </a:lnTo>
                  <a:lnTo>
                    <a:pt x="3989" y="6551"/>
                  </a:lnTo>
                  <a:lnTo>
                    <a:pt x="3834" y="6570"/>
                  </a:lnTo>
                  <a:lnTo>
                    <a:pt x="3678" y="6582"/>
                  </a:lnTo>
                  <a:lnTo>
                    <a:pt x="3520" y="6586"/>
                  </a:lnTo>
                  <a:close/>
                  <a:moveTo>
                    <a:pt x="3520" y="0"/>
                  </a:moveTo>
                  <a:lnTo>
                    <a:pt x="3338" y="5"/>
                  </a:lnTo>
                  <a:lnTo>
                    <a:pt x="3160" y="18"/>
                  </a:lnTo>
                  <a:lnTo>
                    <a:pt x="2984" y="40"/>
                  </a:lnTo>
                  <a:lnTo>
                    <a:pt x="2810" y="71"/>
                  </a:lnTo>
                  <a:lnTo>
                    <a:pt x="2640" y="110"/>
                  </a:lnTo>
                  <a:lnTo>
                    <a:pt x="2473" y="157"/>
                  </a:lnTo>
                  <a:lnTo>
                    <a:pt x="2309" y="213"/>
                  </a:lnTo>
                  <a:lnTo>
                    <a:pt x="2149" y="276"/>
                  </a:lnTo>
                  <a:lnTo>
                    <a:pt x="1993" y="346"/>
                  </a:lnTo>
                  <a:lnTo>
                    <a:pt x="1842" y="424"/>
                  </a:lnTo>
                  <a:lnTo>
                    <a:pt x="1695" y="508"/>
                  </a:lnTo>
                  <a:lnTo>
                    <a:pt x="1552" y="600"/>
                  </a:lnTo>
                  <a:lnTo>
                    <a:pt x="1414" y="697"/>
                  </a:lnTo>
                  <a:lnTo>
                    <a:pt x="1280" y="802"/>
                  </a:lnTo>
                  <a:lnTo>
                    <a:pt x="1153" y="912"/>
                  </a:lnTo>
                  <a:lnTo>
                    <a:pt x="1031" y="1028"/>
                  </a:lnTo>
                  <a:lnTo>
                    <a:pt x="914" y="1151"/>
                  </a:lnTo>
                  <a:lnTo>
                    <a:pt x="803" y="1278"/>
                  </a:lnTo>
                  <a:lnTo>
                    <a:pt x="699" y="1411"/>
                  </a:lnTo>
                  <a:lnTo>
                    <a:pt x="600" y="1548"/>
                  </a:lnTo>
                  <a:lnTo>
                    <a:pt x="509" y="1691"/>
                  </a:lnTo>
                  <a:lnTo>
                    <a:pt x="424" y="1838"/>
                  </a:lnTo>
                  <a:lnTo>
                    <a:pt x="347" y="1990"/>
                  </a:lnTo>
                  <a:lnTo>
                    <a:pt x="276" y="2145"/>
                  </a:lnTo>
                  <a:lnTo>
                    <a:pt x="213" y="2305"/>
                  </a:lnTo>
                  <a:lnTo>
                    <a:pt x="158" y="2468"/>
                  </a:lnTo>
                  <a:lnTo>
                    <a:pt x="110" y="2634"/>
                  </a:lnTo>
                  <a:lnTo>
                    <a:pt x="71" y="2805"/>
                  </a:lnTo>
                  <a:lnTo>
                    <a:pt x="40" y="2978"/>
                  </a:lnTo>
                  <a:lnTo>
                    <a:pt x="18" y="3153"/>
                  </a:lnTo>
                  <a:lnTo>
                    <a:pt x="4" y="3332"/>
                  </a:lnTo>
                  <a:lnTo>
                    <a:pt x="0" y="3513"/>
                  </a:lnTo>
                  <a:lnTo>
                    <a:pt x="4" y="3693"/>
                  </a:lnTo>
                  <a:lnTo>
                    <a:pt x="18" y="3872"/>
                  </a:lnTo>
                  <a:lnTo>
                    <a:pt x="40" y="4047"/>
                  </a:lnTo>
                  <a:lnTo>
                    <a:pt x="71" y="4220"/>
                  </a:lnTo>
                  <a:lnTo>
                    <a:pt x="110" y="4390"/>
                  </a:lnTo>
                  <a:lnTo>
                    <a:pt x="158" y="4556"/>
                  </a:lnTo>
                  <a:lnTo>
                    <a:pt x="213" y="4720"/>
                  </a:lnTo>
                  <a:lnTo>
                    <a:pt x="276" y="4880"/>
                  </a:lnTo>
                  <a:lnTo>
                    <a:pt x="347" y="5035"/>
                  </a:lnTo>
                  <a:lnTo>
                    <a:pt x="424" y="5187"/>
                  </a:lnTo>
                  <a:lnTo>
                    <a:pt x="509" y="5333"/>
                  </a:lnTo>
                  <a:lnTo>
                    <a:pt x="600" y="5476"/>
                  </a:lnTo>
                  <a:lnTo>
                    <a:pt x="699" y="5614"/>
                  </a:lnTo>
                  <a:lnTo>
                    <a:pt x="803" y="5747"/>
                  </a:lnTo>
                  <a:lnTo>
                    <a:pt x="914" y="5874"/>
                  </a:lnTo>
                  <a:lnTo>
                    <a:pt x="1031" y="5996"/>
                  </a:lnTo>
                  <a:lnTo>
                    <a:pt x="1153" y="6112"/>
                  </a:lnTo>
                  <a:lnTo>
                    <a:pt x="1280" y="6222"/>
                  </a:lnTo>
                  <a:lnTo>
                    <a:pt x="1414" y="6327"/>
                  </a:lnTo>
                  <a:lnTo>
                    <a:pt x="1552" y="6425"/>
                  </a:lnTo>
                  <a:lnTo>
                    <a:pt x="1695" y="6517"/>
                  </a:lnTo>
                  <a:lnTo>
                    <a:pt x="1842" y="6601"/>
                  </a:lnTo>
                  <a:lnTo>
                    <a:pt x="1993" y="6678"/>
                  </a:lnTo>
                  <a:lnTo>
                    <a:pt x="2149" y="6748"/>
                  </a:lnTo>
                  <a:lnTo>
                    <a:pt x="2309" y="6812"/>
                  </a:lnTo>
                  <a:lnTo>
                    <a:pt x="2473" y="6867"/>
                  </a:lnTo>
                  <a:lnTo>
                    <a:pt x="2640" y="6914"/>
                  </a:lnTo>
                  <a:lnTo>
                    <a:pt x="2810" y="6953"/>
                  </a:lnTo>
                  <a:lnTo>
                    <a:pt x="2984" y="6984"/>
                  </a:lnTo>
                  <a:lnTo>
                    <a:pt x="3160" y="7006"/>
                  </a:lnTo>
                  <a:lnTo>
                    <a:pt x="3338" y="7020"/>
                  </a:lnTo>
                  <a:lnTo>
                    <a:pt x="3520" y="7025"/>
                  </a:lnTo>
                  <a:lnTo>
                    <a:pt x="3702" y="7020"/>
                  </a:lnTo>
                  <a:lnTo>
                    <a:pt x="3880" y="7006"/>
                  </a:lnTo>
                  <a:lnTo>
                    <a:pt x="4056" y="6984"/>
                  </a:lnTo>
                  <a:lnTo>
                    <a:pt x="4230" y="6953"/>
                  </a:lnTo>
                  <a:lnTo>
                    <a:pt x="4400" y="6914"/>
                  </a:lnTo>
                  <a:lnTo>
                    <a:pt x="4567" y="6867"/>
                  </a:lnTo>
                  <a:lnTo>
                    <a:pt x="4731" y="6812"/>
                  </a:lnTo>
                  <a:lnTo>
                    <a:pt x="4891" y="6748"/>
                  </a:lnTo>
                  <a:lnTo>
                    <a:pt x="5047" y="6678"/>
                  </a:lnTo>
                  <a:lnTo>
                    <a:pt x="5197" y="6601"/>
                  </a:lnTo>
                  <a:lnTo>
                    <a:pt x="5345" y="6517"/>
                  </a:lnTo>
                  <a:lnTo>
                    <a:pt x="5488" y="6425"/>
                  </a:lnTo>
                  <a:lnTo>
                    <a:pt x="5626" y="6327"/>
                  </a:lnTo>
                  <a:lnTo>
                    <a:pt x="5759" y="6222"/>
                  </a:lnTo>
                  <a:lnTo>
                    <a:pt x="5886" y="6112"/>
                  </a:lnTo>
                  <a:lnTo>
                    <a:pt x="6009" y="5996"/>
                  </a:lnTo>
                  <a:lnTo>
                    <a:pt x="6126" y="5874"/>
                  </a:lnTo>
                  <a:lnTo>
                    <a:pt x="6237" y="5747"/>
                  </a:lnTo>
                  <a:lnTo>
                    <a:pt x="6341" y="5614"/>
                  </a:lnTo>
                  <a:lnTo>
                    <a:pt x="6439" y="5476"/>
                  </a:lnTo>
                  <a:lnTo>
                    <a:pt x="6531" y="5333"/>
                  </a:lnTo>
                  <a:lnTo>
                    <a:pt x="6616" y="5187"/>
                  </a:lnTo>
                  <a:lnTo>
                    <a:pt x="6693" y="5035"/>
                  </a:lnTo>
                  <a:lnTo>
                    <a:pt x="6764" y="4880"/>
                  </a:lnTo>
                  <a:lnTo>
                    <a:pt x="6827" y="4720"/>
                  </a:lnTo>
                  <a:lnTo>
                    <a:pt x="6882" y="4556"/>
                  </a:lnTo>
                  <a:lnTo>
                    <a:pt x="6930" y="4390"/>
                  </a:lnTo>
                  <a:lnTo>
                    <a:pt x="6969" y="4220"/>
                  </a:lnTo>
                  <a:lnTo>
                    <a:pt x="7000" y="4047"/>
                  </a:lnTo>
                  <a:lnTo>
                    <a:pt x="7022" y="3872"/>
                  </a:lnTo>
                  <a:lnTo>
                    <a:pt x="7036" y="3693"/>
                  </a:lnTo>
                  <a:lnTo>
                    <a:pt x="7040" y="3513"/>
                  </a:lnTo>
                  <a:lnTo>
                    <a:pt x="7036" y="3332"/>
                  </a:lnTo>
                  <a:lnTo>
                    <a:pt x="7022" y="3153"/>
                  </a:lnTo>
                  <a:lnTo>
                    <a:pt x="7000" y="2978"/>
                  </a:lnTo>
                  <a:lnTo>
                    <a:pt x="6969" y="2805"/>
                  </a:lnTo>
                  <a:lnTo>
                    <a:pt x="6930" y="2634"/>
                  </a:lnTo>
                  <a:lnTo>
                    <a:pt x="6882" y="2468"/>
                  </a:lnTo>
                  <a:lnTo>
                    <a:pt x="6827" y="2305"/>
                  </a:lnTo>
                  <a:lnTo>
                    <a:pt x="6764" y="2145"/>
                  </a:lnTo>
                  <a:lnTo>
                    <a:pt x="6693" y="1990"/>
                  </a:lnTo>
                  <a:lnTo>
                    <a:pt x="6616" y="1838"/>
                  </a:lnTo>
                  <a:lnTo>
                    <a:pt x="6531" y="1691"/>
                  </a:lnTo>
                  <a:lnTo>
                    <a:pt x="6439" y="1548"/>
                  </a:lnTo>
                  <a:lnTo>
                    <a:pt x="6341" y="1411"/>
                  </a:lnTo>
                  <a:lnTo>
                    <a:pt x="6237" y="1278"/>
                  </a:lnTo>
                  <a:lnTo>
                    <a:pt x="6126" y="1151"/>
                  </a:lnTo>
                  <a:lnTo>
                    <a:pt x="6009" y="1028"/>
                  </a:lnTo>
                  <a:lnTo>
                    <a:pt x="5886" y="912"/>
                  </a:lnTo>
                  <a:lnTo>
                    <a:pt x="5759" y="802"/>
                  </a:lnTo>
                  <a:lnTo>
                    <a:pt x="5626" y="697"/>
                  </a:lnTo>
                  <a:lnTo>
                    <a:pt x="5488" y="600"/>
                  </a:lnTo>
                  <a:lnTo>
                    <a:pt x="5345" y="508"/>
                  </a:lnTo>
                  <a:lnTo>
                    <a:pt x="5197" y="424"/>
                  </a:lnTo>
                  <a:lnTo>
                    <a:pt x="5047" y="346"/>
                  </a:lnTo>
                  <a:lnTo>
                    <a:pt x="4891" y="276"/>
                  </a:lnTo>
                  <a:lnTo>
                    <a:pt x="4731" y="213"/>
                  </a:lnTo>
                  <a:lnTo>
                    <a:pt x="4567" y="157"/>
                  </a:lnTo>
                  <a:lnTo>
                    <a:pt x="4400" y="110"/>
                  </a:lnTo>
                  <a:lnTo>
                    <a:pt x="4230" y="71"/>
                  </a:lnTo>
                  <a:lnTo>
                    <a:pt x="4056" y="40"/>
                  </a:lnTo>
                  <a:lnTo>
                    <a:pt x="3880" y="18"/>
                  </a:lnTo>
                  <a:lnTo>
                    <a:pt x="3702" y="5"/>
                  </a:lnTo>
                  <a:lnTo>
                    <a:pt x="352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73" name="Freeform 72"/>
            <p:cNvSpPr>
              <a:spLocks noEditPoints="1"/>
            </p:cNvSpPr>
            <p:nvPr/>
          </p:nvSpPr>
          <p:spPr bwMode="auto">
            <a:xfrm>
              <a:off x="4852988" y="2378076"/>
              <a:ext cx="173038" cy="171450"/>
            </a:xfrm>
            <a:custGeom>
              <a:avLst/>
              <a:gdLst>
                <a:gd name="T0" fmla="*/ 1708 w 4023"/>
                <a:gd name="T1" fmla="*/ 3482 h 4015"/>
                <a:gd name="T2" fmla="*/ 1358 w 4023"/>
                <a:gd name="T3" fmla="*/ 3364 h 4015"/>
                <a:gd name="T4" fmla="*/ 1052 w 4023"/>
                <a:gd name="T5" fmla="*/ 3169 h 4015"/>
                <a:gd name="T6" fmla="*/ 803 w 4023"/>
                <a:gd name="T7" fmla="*/ 2908 h 4015"/>
                <a:gd name="T8" fmla="*/ 621 w 4023"/>
                <a:gd name="T9" fmla="*/ 2593 h 4015"/>
                <a:gd name="T10" fmla="*/ 521 w 4023"/>
                <a:gd name="T11" fmla="*/ 2236 h 4015"/>
                <a:gd name="T12" fmla="*/ 511 w 4023"/>
                <a:gd name="T13" fmla="*/ 1853 h 4015"/>
                <a:gd name="T14" fmla="*/ 595 w 4023"/>
                <a:gd name="T15" fmla="*/ 1490 h 4015"/>
                <a:gd name="T16" fmla="*/ 761 w 4023"/>
                <a:gd name="T17" fmla="*/ 1165 h 4015"/>
                <a:gd name="T18" fmla="*/ 998 w 4023"/>
                <a:gd name="T19" fmla="*/ 893 h 4015"/>
                <a:gd name="T20" fmla="*/ 1293 w 4023"/>
                <a:gd name="T21" fmla="*/ 684 h 4015"/>
                <a:gd name="T22" fmla="*/ 1635 w 4023"/>
                <a:gd name="T23" fmla="*/ 549 h 4015"/>
                <a:gd name="T24" fmla="*/ 2012 w 4023"/>
                <a:gd name="T25" fmla="*/ 502 h 4015"/>
                <a:gd name="T26" fmla="*/ 2389 w 4023"/>
                <a:gd name="T27" fmla="*/ 549 h 4015"/>
                <a:gd name="T28" fmla="*/ 2731 w 4023"/>
                <a:gd name="T29" fmla="*/ 684 h 4015"/>
                <a:gd name="T30" fmla="*/ 3026 w 4023"/>
                <a:gd name="T31" fmla="*/ 893 h 4015"/>
                <a:gd name="T32" fmla="*/ 3263 w 4023"/>
                <a:gd name="T33" fmla="*/ 1165 h 4015"/>
                <a:gd name="T34" fmla="*/ 3429 w 4023"/>
                <a:gd name="T35" fmla="*/ 1490 h 4015"/>
                <a:gd name="T36" fmla="*/ 3513 w 4023"/>
                <a:gd name="T37" fmla="*/ 1853 h 4015"/>
                <a:gd name="T38" fmla="*/ 3503 w 4023"/>
                <a:gd name="T39" fmla="*/ 2236 h 4015"/>
                <a:gd name="T40" fmla="*/ 3402 w 4023"/>
                <a:gd name="T41" fmla="*/ 2593 h 4015"/>
                <a:gd name="T42" fmla="*/ 3221 w 4023"/>
                <a:gd name="T43" fmla="*/ 2908 h 4015"/>
                <a:gd name="T44" fmla="*/ 2971 w 4023"/>
                <a:gd name="T45" fmla="*/ 3169 h 4015"/>
                <a:gd name="T46" fmla="*/ 2665 w 4023"/>
                <a:gd name="T47" fmla="*/ 3364 h 4015"/>
                <a:gd name="T48" fmla="*/ 2316 w 4023"/>
                <a:gd name="T49" fmla="*/ 3482 h 4015"/>
                <a:gd name="T50" fmla="*/ 2012 w 4023"/>
                <a:gd name="T51" fmla="*/ 0 h 4015"/>
                <a:gd name="T52" fmla="*/ 1509 w 4023"/>
                <a:gd name="T53" fmla="*/ 63 h 4015"/>
                <a:gd name="T54" fmla="*/ 1053 w 4023"/>
                <a:gd name="T55" fmla="*/ 242 h 4015"/>
                <a:gd name="T56" fmla="*/ 659 w 4023"/>
                <a:gd name="T57" fmla="*/ 521 h 4015"/>
                <a:gd name="T58" fmla="*/ 344 w 4023"/>
                <a:gd name="T59" fmla="*/ 884 h 4015"/>
                <a:gd name="T60" fmla="*/ 122 w 4023"/>
                <a:gd name="T61" fmla="*/ 1317 h 4015"/>
                <a:gd name="T62" fmla="*/ 11 w 4023"/>
                <a:gd name="T63" fmla="*/ 1802 h 4015"/>
                <a:gd name="T64" fmla="*/ 23 w 4023"/>
                <a:gd name="T65" fmla="*/ 2313 h 4015"/>
                <a:gd name="T66" fmla="*/ 159 w 4023"/>
                <a:gd name="T67" fmla="*/ 2788 h 4015"/>
                <a:gd name="T68" fmla="*/ 399 w 4023"/>
                <a:gd name="T69" fmla="*/ 3209 h 4015"/>
                <a:gd name="T70" fmla="*/ 732 w 4023"/>
                <a:gd name="T71" fmla="*/ 3556 h 4015"/>
                <a:gd name="T72" fmla="*/ 1139 w 4023"/>
                <a:gd name="T73" fmla="*/ 3817 h 4015"/>
                <a:gd name="T74" fmla="*/ 1606 w 4023"/>
                <a:gd name="T75" fmla="*/ 3974 h 4015"/>
                <a:gd name="T76" fmla="*/ 2115 w 4023"/>
                <a:gd name="T77" fmla="*/ 4012 h 4015"/>
                <a:gd name="T78" fmla="*/ 2610 w 4023"/>
                <a:gd name="T79" fmla="*/ 3925 h 4015"/>
                <a:gd name="T80" fmla="*/ 3055 w 4023"/>
                <a:gd name="T81" fmla="*/ 3724 h 4015"/>
                <a:gd name="T82" fmla="*/ 3435 w 4023"/>
                <a:gd name="T83" fmla="*/ 3427 h 4015"/>
                <a:gd name="T84" fmla="*/ 3733 w 4023"/>
                <a:gd name="T85" fmla="*/ 3048 h 4015"/>
                <a:gd name="T86" fmla="*/ 3933 w 4023"/>
                <a:gd name="T87" fmla="*/ 2605 h 4015"/>
                <a:gd name="T88" fmla="*/ 4021 w 4023"/>
                <a:gd name="T89" fmla="*/ 2111 h 4015"/>
                <a:gd name="T90" fmla="*/ 3983 w 4023"/>
                <a:gd name="T91" fmla="*/ 1603 h 4015"/>
                <a:gd name="T92" fmla="*/ 3825 w 4023"/>
                <a:gd name="T93" fmla="*/ 1137 h 4015"/>
                <a:gd name="T94" fmla="*/ 3565 w 4023"/>
                <a:gd name="T95" fmla="*/ 731 h 4015"/>
                <a:gd name="T96" fmla="*/ 3216 w 4023"/>
                <a:gd name="T97" fmla="*/ 399 h 4015"/>
                <a:gd name="T98" fmla="*/ 2795 w 4023"/>
                <a:gd name="T99" fmla="*/ 158 h 4015"/>
                <a:gd name="T100" fmla="*/ 2318 w 4023"/>
                <a:gd name="T101" fmla="*/ 23 h 40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023" h="4015">
                  <a:moveTo>
                    <a:pt x="2012" y="3513"/>
                  </a:moveTo>
                  <a:lnTo>
                    <a:pt x="1934" y="3511"/>
                  </a:lnTo>
                  <a:lnTo>
                    <a:pt x="1858" y="3505"/>
                  </a:lnTo>
                  <a:lnTo>
                    <a:pt x="1782" y="3495"/>
                  </a:lnTo>
                  <a:lnTo>
                    <a:pt x="1708" y="3482"/>
                  </a:lnTo>
                  <a:lnTo>
                    <a:pt x="1635" y="3465"/>
                  </a:lnTo>
                  <a:lnTo>
                    <a:pt x="1564" y="3445"/>
                  </a:lnTo>
                  <a:lnTo>
                    <a:pt x="1493" y="3422"/>
                  </a:lnTo>
                  <a:lnTo>
                    <a:pt x="1425" y="3395"/>
                  </a:lnTo>
                  <a:lnTo>
                    <a:pt x="1358" y="3364"/>
                  </a:lnTo>
                  <a:lnTo>
                    <a:pt x="1293" y="3331"/>
                  </a:lnTo>
                  <a:lnTo>
                    <a:pt x="1230" y="3294"/>
                  </a:lnTo>
                  <a:lnTo>
                    <a:pt x="1169" y="3255"/>
                  </a:lnTo>
                  <a:lnTo>
                    <a:pt x="1109" y="3213"/>
                  </a:lnTo>
                  <a:lnTo>
                    <a:pt x="1052" y="3169"/>
                  </a:lnTo>
                  <a:lnTo>
                    <a:pt x="998" y="3122"/>
                  </a:lnTo>
                  <a:lnTo>
                    <a:pt x="945" y="3071"/>
                  </a:lnTo>
                  <a:lnTo>
                    <a:pt x="895" y="3019"/>
                  </a:lnTo>
                  <a:lnTo>
                    <a:pt x="848" y="2965"/>
                  </a:lnTo>
                  <a:lnTo>
                    <a:pt x="803" y="2908"/>
                  </a:lnTo>
                  <a:lnTo>
                    <a:pt x="761" y="2849"/>
                  </a:lnTo>
                  <a:lnTo>
                    <a:pt x="722" y="2787"/>
                  </a:lnTo>
                  <a:lnTo>
                    <a:pt x="686" y="2725"/>
                  </a:lnTo>
                  <a:lnTo>
                    <a:pt x="651" y="2660"/>
                  </a:lnTo>
                  <a:lnTo>
                    <a:pt x="621" y="2593"/>
                  </a:lnTo>
                  <a:lnTo>
                    <a:pt x="595" y="2524"/>
                  </a:lnTo>
                  <a:lnTo>
                    <a:pt x="571" y="2455"/>
                  </a:lnTo>
                  <a:lnTo>
                    <a:pt x="551" y="2383"/>
                  </a:lnTo>
                  <a:lnTo>
                    <a:pt x="534" y="2311"/>
                  </a:lnTo>
                  <a:lnTo>
                    <a:pt x="521" y="2236"/>
                  </a:lnTo>
                  <a:lnTo>
                    <a:pt x="511" y="2161"/>
                  </a:lnTo>
                  <a:lnTo>
                    <a:pt x="505" y="2085"/>
                  </a:lnTo>
                  <a:lnTo>
                    <a:pt x="504" y="2008"/>
                  </a:lnTo>
                  <a:lnTo>
                    <a:pt x="505" y="1930"/>
                  </a:lnTo>
                  <a:lnTo>
                    <a:pt x="511" y="1853"/>
                  </a:lnTo>
                  <a:lnTo>
                    <a:pt x="521" y="1778"/>
                  </a:lnTo>
                  <a:lnTo>
                    <a:pt x="534" y="1704"/>
                  </a:lnTo>
                  <a:lnTo>
                    <a:pt x="551" y="1631"/>
                  </a:lnTo>
                  <a:lnTo>
                    <a:pt x="571" y="1560"/>
                  </a:lnTo>
                  <a:lnTo>
                    <a:pt x="595" y="1490"/>
                  </a:lnTo>
                  <a:lnTo>
                    <a:pt x="621" y="1421"/>
                  </a:lnTo>
                  <a:lnTo>
                    <a:pt x="651" y="1355"/>
                  </a:lnTo>
                  <a:lnTo>
                    <a:pt x="686" y="1290"/>
                  </a:lnTo>
                  <a:lnTo>
                    <a:pt x="722" y="1227"/>
                  </a:lnTo>
                  <a:lnTo>
                    <a:pt x="761" y="1165"/>
                  </a:lnTo>
                  <a:lnTo>
                    <a:pt x="803" y="1107"/>
                  </a:lnTo>
                  <a:lnTo>
                    <a:pt x="848" y="1050"/>
                  </a:lnTo>
                  <a:lnTo>
                    <a:pt x="895" y="995"/>
                  </a:lnTo>
                  <a:lnTo>
                    <a:pt x="945" y="943"/>
                  </a:lnTo>
                  <a:lnTo>
                    <a:pt x="998" y="893"/>
                  </a:lnTo>
                  <a:lnTo>
                    <a:pt x="1052" y="845"/>
                  </a:lnTo>
                  <a:lnTo>
                    <a:pt x="1109" y="801"/>
                  </a:lnTo>
                  <a:lnTo>
                    <a:pt x="1169" y="759"/>
                  </a:lnTo>
                  <a:lnTo>
                    <a:pt x="1230" y="720"/>
                  </a:lnTo>
                  <a:lnTo>
                    <a:pt x="1293" y="684"/>
                  </a:lnTo>
                  <a:lnTo>
                    <a:pt x="1358" y="651"/>
                  </a:lnTo>
                  <a:lnTo>
                    <a:pt x="1425" y="620"/>
                  </a:lnTo>
                  <a:lnTo>
                    <a:pt x="1493" y="593"/>
                  </a:lnTo>
                  <a:lnTo>
                    <a:pt x="1564" y="569"/>
                  </a:lnTo>
                  <a:lnTo>
                    <a:pt x="1635" y="549"/>
                  </a:lnTo>
                  <a:lnTo>
                    <a:pt x="1708" y="532"/>
                  </a:lnTo>
                  <a:lnTo>
                    <a:pt x="1782" y="519"/>
                  </a:lnTo>
                  <a:lnTo>
                    <a:pt x="1858" y="510"/>
                  </a:lnTo>
                  <a:lnTo>
                    <a:pt x="1934" y="504"/>
                  </a:lnTo>
                  <a:lnTo>
                    <a:pt x="2012" y="502"/>
                  </a:lnTo>
                  <a:lnTo>
                    <a:pt x="2090" y="504"/>
                  </a:lnTo>
                  <a:lnTo>
                    <a:pt x="2166" y="510"/>
                  </a:lnTo>
                  <a:lnTo>
                    <a:pt x="2242" y="519"/>
                  </a:lnTo>
                  <a:lnTo>
                    <a:pt x="2316" y="532"/>
                  </a:lnTo>
                  <a:lnTo>
                    <a:pt x="2389" y="549"/>
                  </a:lnTo>
                  <a:lnTo>
                    <a:pt x="2460" y="569"/>
                  </a:lnTo>
                  <a:lnTo>
                    <a:pt x="2531" y="593"/>
                  </a:lnTo>
                  <a:lnTo>
                    <a:pt x="2599" y="620"/>
                  </a:lnTo>
                  <a:lnTo>
                    <a:pt x="2665" y="651"/>
                  </a:lnTo>
                  <a:lnTo>
                    <a:pt x="2731" y="684"/>
                  </a:lnTo>
                  <a:lnTo>
                    <a:pt x="2794" y="720"/>
                  </a:lnTo>
                  <a:lnTo>
                    <a:pt x="2855" y="759"/>
                  </a:lnTo>
                  <a:lnTo>
                    <a:pt x="2915" y="801"/>
                  </a:lnTo>
                  <a:lnTo>
                    <a:pt x="2971" y="845"/>
                  </a:lnTo>
                  <a:lnTo>
                    <a:pt x="3026" y="893"/>
                  </a:lnTo>
                  <a:lnTo>
                    <a:pt x="3079" y="943"/>
                  </a:lnTo>
                  <a:lnTo>
                    <a:pt x="3129" y="995"/>
                  </a:lnTo>
                  <a:lnTo>
                    <a:pt x="3176" y="1050"/>
                  </a:lnTo>
                  <a:lnTo>
                    <a:pt x="3221" y="1107"/>
                  </a:lnTo>
                  <a:lnTo>
                    <a:pt x="3263" y="1165"/>
                  </a:lnTo>
                  <a:lnTo>
                    <a:pt x="3302" y="1227"/>
                  </a:lnTo>
                  <a:lnTo>
                    <a:pt x="3338" y="1290"/>
                  </a:lnTo>
                  <a:lnTo>
                    <a:pt x="3372" y="1355"/>
                  </a:lnTo>
                  <a:lnTo>
                    <a:pt x="3402" y="1421"/>
                  </a:lnTo>
                  <a:lnTo>
                    <a:pt x="3429" y="1490"/>
                  </a:lnTo>
                  <a:lnTo>
                    <a:pt x="3453" y="1560"/>
                  </a:lnTo>
                  <a:lnTo>
                    <a:pt x="3473" y="1631"/>
                  </a:lnTo>
                  <a:lnTo>
                    <a:pt x="3490" y="1704"/>
                  </a:lnTo>
                  <a:lnTo>
                    <a:pt x="3503" y="1778"/>
                  </a:lnTo>
                  <a:lnTo>
                    <a:pt x="3513" y="1853"/>
                  </a:lnTo>
                  <a:lnTo>
                    <a:pt x="3518" y="1930"/>
                  </a:lnTo>
                  <a:lnTo>
                    <a:pt x="3520" y="2008"/>
                  </a:lnTo>
                  <a:lnTo>
                    <a:pt x="3518" y="2085"/>
                  </a:lnTo>
                  <a:lnTo>
                    <a:pt x="3513" y="2161"/>
                  </a:lnTo>
                  <a:lnTo>
                    <a:pt x="3503" y="2236"/>
                  </a:lnTo>
                  <a:lnTo>
                    <a:pt x="3490" y="2311"/>
                  </a:lnTo>
                  <a:lnTo>
                    <a:pt x="3473" y="2383"/>
                  </a:lnTo>
                  <a:lnTo>
                    <a:pt x="3453" y="2455"/>
                  </a:lnTo>
                  <a:lnTo>
                    <a:pt x="3429" y="2524"/>
                  </a:lnTo>
                  <a:lnTo>
                    <a:pt x="3402" y="2593"/>
                  </a:lnTo>
                  <a:lnTo>
                    <a:pt x="3372" y="2660"/>
                  </a:lnTo>
                  <a:lnTo>
                    <a:pt x="3338" y="2725"/>
                  </a:lnTo>
                  <a:lnTo>
                    <a:pt x="3302" y="2787"/>
                  </a:lnTo>
                  <a:lnTo>
                    <a:pt x="3263" y="2849"/>
                  </a:lnTo>
                  <a:lnTo>
                    <a:pt x="3221" y="2908"/>
                  </a:lnTo>
                  <a:lnTo>
                    <a:pt x="3176" y="2965"/>
                  </a:lnTo>
                  <a:lnTo>
                    <a:pt x="3129" y="3019"/>
                  </a:lnTo>
                  <a:lnTo>
                    <a:pt x="3079" y="3071"/>
                  </a:lnTo>
                  <a:lnTo>
                    <a:pt x="3026" y="3122"/>
                  </a:lnTo>
                  <a:lnTo>
                    <a:pt x="2971" y="3169"/>
                  </a:lnTo>
                  <a:lnTo>
                    <a:pt x="2915" y="3213"/>
                  </a:lnTo>
                  <a:lnTo>
                    <a:pt x="2855" y="3255"/>
                  </a:lnTo>
                  <a:lnTo>
                    <a:pt x="2794" y="3294"/>
                  </a:lnTo>
                  <a:lnTo>
                    <a:pt x="2731" y="3331"/>
                  </a:lnTo>
                  <a:lnTo>
                    <a:pt x="2665" y="3364"/>
                  </a:lnTo>
                  <a:lnTo>
                    <a:pt x="2599" y="3395"/>
                  </a:lnTo>
                  <a:lnTo>
                    <a:pt x="2531" y="3422"/>
                  </a:lnTo>
                  <a:lnTo>
                    <a:pt x="2460" y="3445"/>
                  </a:lnTo>
                  <a:lnTo>
                    <a:pt x="2389" y="3465"/>
                  </a:lnTo>
                  <a:lnTo>
                    <a:pt x="2316" y="3482"/>
                  </a:lnTo>
                  <a:lnTo>
                    <a:pt x="2242" y="3495"/>
                  </a:lnTo>
                  <a:lnTo>
                    <a:pt x="2166" y="3505"/>
                  </a:lnTo>
                  <a:lnTo>
                    <a:pt x="2090" y="3511"/>
                  </a:lnTo>
                  <a:lnTo>
                    <a:pt x="2012" y="3513"/>
                  </a:lnTo>
                  <a:close/>
                  <a:moveTo>
                    <a:pt x="2012" y="0"/>
                  </a:moveTo>
                  <a:lnTo>
                    <a:pt x="1908" y="3"/>
                  </a:lnTo>
                  <a:lnTo>
                    <a:pt x="1806" y="10"/>
                  </a:lnTo>
                  <a:lnTo>
                    <a:pt x="1706" y="23"/>
                  </a:lnTo>
                  <a:lnTo>
                    <a:pt x="1606" y="41"/>
                  </a:lnTo>
                  <a:lnTo>
                    <a:pt x="1509" y="63"/>
                  </a:lnTo>
                  <a:lnTo>
                    <a:pt x="1413" y="90"/>
                  </a:lnTo>
                  <a:lnTo>
                    <a:pt x="1319" y="122"/>
                  </a:lnTo>
                  <a:lnTo>
                    <a:pt x="1229" y="158"/>
                  </a:lnTo>
                  <a:lnTo>
                    <a:pt x="1139" y="198"/>
                  </a:lnTo>
                  <a:lnTo>
                    <a:pt x="1053" y="242"/>
                  </a:lnTo>
                  <a:lnTo>
                    <a:pt x="968" y="290"/>
                  </a:lnTo>
                  <a:lnTo>
                    <a:pt x="887" y="342"/>
                  </a:lnTo>
                  <a:lnTo>
                    <a:pt x="807" y="399"/>
                  </a:lnTo>
                  <a:lnTo>
                    <a:pt x="732" y="458"/>
                  </a:lnTo>
                  <a:lnTo>
                    <a:pt x="659" y="521"/>
                  </a:lnTo>
                  <a:lnTo>
                    <a:pt x="589" y="587"/>
                  </a:lnTo>
                  <a:lnTo>
                    <a:pt x="523" y="658"/>
                  </a:lnTo>
                  <a:lnTo>
                    <a:pt x="459" y="731"/>
                  </a:lnTo>
                  <a:lnTo>
                    <a:pt x="399" y="806"/>
                  </a:lnTo>
                  <a:lnTo>
                    <a:pt x="344" y="884"/>
                  </a:lnTo>
                  <a:lnTo>
                    <a:pt x="291" y="967"/>
                  </a:lnTo>
                  <a:lnTo>
                    <a:pt x="243" y="1050"/>
                  </a:lnTo>
                  <a:lnTo>
                    <a:pt x="198" y="1137"/>
                  </a:lnTo>
                  <a:lnTo>
                    <a:pt x="159" y="1226"/>
                  </a:lnTo>
                  <a:lnTo>
                    <a:pt x="122" y="1317"/>
                  </a:lnTo>
                  <a:lnTo>
                    <a:pt x="90" y="1410"/>
                  </a:lnTo>
                  <a:lnTo>
                    <a:pt x="63" y="1506"/>
                  </a:lnTo>
                  <a:lnTo>
                    <a:pt x="41" y="1603"/>
                  </a:lnTo>
                  <a:lnTo>
                    <a:pt x="23" y="1701"/>
                  </a:lnTo>
                  <a:lnTo>
                    <a:pt x="11" y="1802"/>
                  </a:lnTo>
                  <a:lnTo>
                    <a:pt x="3" y="1904"/>
                  </a:lnTo>
                  <a:lnTo>
                    <a:pt x="0" y="2008"/>
                  </a:lnTo>
                  <a:lnTo>
                    <a:pt x="3" y="2111"/>
                  </a:lnTo>
                  <a:lnTo>
                    <a:pt x="11" y="2212"/>
                  </a:lnTo>
                  <a:lnTo>
                    <a:pt x="23" y="2313"/>
                  </a:lnTo>
                  <a:lnTo>
                    <a:pt x="41" y="2412"/>
                  </a:lnTo>
                  <a:lnTo>
                    <a:pt x="63" y="2509"/>
                  </a:lnTo>
                  <a:lnTo>
                    <a:pt x="90" y="2605"/>
                  </a:lnTo>
                  <a:lnTo>
                    <a:pt x="122" y="2698"/>
                  </a:lnTo>
                  <a:lnTo>
                    <a:pt x="159" y="2788"/>
                  </a:lnTo>
                  <a:lnTo>
                    <a:pt x="198" y="2878"/>
                  </a:lnTo>
                  <a:lnTo>
                    <a:pt x="243" y="2964"/>
                  </a:lnTo>
                  <a:lnTo>
                    <a:pt x="291" y="3048"/>
                  </a:lnTo>
                  <a:lnTo>
                    <a:pt x="344" y="3130"/>
                  </a:lnTo>
                  <a:lnTo>
                    <a:pt x="399" y="3209"/>
                  </a:lnTo>
                  <a:lnTo>
                    <a:pt x="459" y="3284"/>
                  </a:lnTo>
                  <a:lnTo>
                    <a:pt x="523" y="3357"/>
                  </a:lnTo>
                  <a:lnTo>
                    <a:pt x="589" y="3427"/>
                  </a:lnTo>
                  <a:lnTo>
                    <a:pt x="659" y="3493"/>
                  </a:lnTo>
                  <a:lnTo>
                    <a:pt x="732" y="3556"/>
                  </a:lnTo>
                  <a:lnTo>
                    <a:pt x="807" y="3616"/>
                  </a:lnTo>
                  <a:lnTo>
                    <a:pt x="887" y="3672"/>
                  </a:lnTo>
                  <a:lnTo>
                    <a:pt x="968" y="3724"/>
                  </a:lnTo>
                  <a:lnTo>
                    <a:pt x="1053" y="3772"/>
                  </a:lnTo>
                  <a:lnTo>
                    <a:pt x="1139" y="3817"/>
                  </a:lnTo>
                  <a:lnTo>
                    <a:pt x="1229" y="3857"/>
                  </a:lnTo>
                  <a:lnTo>
                    <a:pt x="1319" y="3892"/>
                  </a:lnTo>
                  <a:lnTo>
                    <a:pt x="1413" y="3925"/>
                  </a:lnTo>
                  <a:lnTo>
                    <a:pt x="1509" y="3952"/>
                  </a:lnTo>
                  <a:lnTo>
                    <a:pt x="1606" y="3974"/>
                  </a:lnTo>
                  <a:lnTo>
                    <a:pt x="1706" y="3992"/>
                  </a:lnTo>
                  <a:lnTo>
                    <a:pt x="1806" y="4004"/>
                  </a:lnTo>
                  <a:lnTo>
                    <a:pt x="1908" y="4012"/>
                  </a:lnTo>
                  <a:lnTo>
                    <a:pt x="2012" y="4015"/>
                  </a:lnTo>
                  <a:lnTo>
                    <a:pt x="2115" y="4012"/>
                  </a:lnTo>
                  <a:lnTo>
                    <a:pt x="2218" y="4004"/>
                  </a:lnTo>
                  <a:lnTo>
                    <a:pt x="2318" y="3992"/>
                  </a:lnTo>
                  <a:lnTo>
                    <a:pt x="2417" y="3974"/>
                  </a:lnTo>
                  <a:lnTo>
                    <a:pt x="2514" y="3952"/>
                  </a:lnTo>
                  <a:lnTo>
                    <a:pt x="2610" y="3925"/>
                  </a:lnTo>
                  <a:lnTo>
                    <a:pt x="2704" y="3892"/>
                  </a:lnTo>
                  <a:lnTo>
                    <a:pt x="2795" y="3857"/>
                  </a:lnTo>
                  <a:lnTo>
                    <a:pt x="2884" y="3817"/>
                  </a:lnTo>
                  <a:lnTo>
                    <a:pt x="2971" y="3772"/>
                  </a:lnTo>
                  <a:lnTo>
                    <a:pt x="3055" y="3724"/>
                  </a:lnTo>
                  <a:lnTo>
                    <a:pt x="3137" y="3672"/>
                  </a:lnTo>
                  <a:lnTo>
                    <a:pt x="3216" y="3616"/>
                  </a:lnTo>
                  <a:lnTo>
                    <a:pt x="3292" y="3556"/>
                  </a:lnTo>
                  <a:lnTo>
                    <a:pt x="3364" y="3493"/>
                  </a:lnTo>
                  <a:lnTo>
                    <a:pt x="3435" y="3427"/>
                  </a:lnTo>
                  <a:lnTo>
                    <a:pt x="3501" y="3357"/>
                  </a:lnTo>
                  <a:lnTo>
                    <a:pt x="3565" y="3284"/>
                  </a:lnTo>
                  <a:lnTo>
                    <a:pt x="3624" y="3209"/>
                  </a:lnTo>
                  <a:lnTo>
                    <a:pt x="3680" y="3130"/>
                  </a:lnTo>
                  <a:lnTo>
                    <a:pt x="3733" y="3048"/>
                  </a:lnTo>
                  <a:lnTo>
                    <a:pt x="3781" y="2964"/>
                  </a:lnTo>
                  <a:lnTo>
                    <a:pt x="3825" y="2878"/>
                  </a:lnTo>
                  <a:lnTo>
                    <a:pt x="3865" y="2788"/>
                  </a:lnTo>
                  <a:lnTo>
                    <a:pt x="3902" y="2698"/>
                  </a:lnTo>
                  <a:lnTo>
                    <a:pt x="3933" y="2605"/>
                  </a:lnTo>
                  <a:lnTo>
                    <a:pt x="3960" y="2509"/>
                  </a:lnTo>
                  <a:lnTo>
                    <a:pt x="3983" y="2412"/>
                  </a:lnTo>
                  <a:lnTo>
                    <a:pt x="4000" y="2313"/>
                  </a:lnTo>
                  <a:lnTo>
                    <a:pt x="4013" y="2212"/>
                  </a:lnTo>
                  <a:lnTo>
                    <a:pt x="4021" y="2111"/>
                  </a:lnTo>
                  <a:lnTo>
                    <a:pt x="4023" y="2008"/>
                  </a:lnTo>
                  <a:lnTo>
                    <a:pt x="4021" y="1904"/>
                  </a:lnTo>
                  <a:lnTo>
                    <a:pt x="4013" y="1802"/>
                  </a:lnTo>
                  <a:lnTo>
                    <a:pt x="4000" y="1701"/>
                  </a:lnTo>
                  <a:lnTo>
                    <a:pt x="3983" y="1603"/>
                  </a:lnTo>
                  <a:lnTo>
                    <a:pt x="3960" y="1506"/>
                  </a:lnTo>
                  <a:lnTo>
                    <a:pt x="3933" y="1410"/>
                  </a:lnTo>
                  <a:lnTo>
                    <a:pt x="3902" y="1317"/>
                  </a:lnTo>
                  <a:lnTo>
                    <a:pt x="3865" y="1226"/>
                  </a:lnTo>
                  <a:lnTo>
                    <a:pt x="3825" y="1137"/>
                  </a:lnTo>
                  <a:lnTo>
                    <a:pt x="3781" y="1050"/>
                  </a:lnTo>
                  <a:lnTo>
                    <a:pt x="3733" y="967"/>
                  </a:lnTo>
                  <a:lnTo>
                    <a:pt x="3680" y="884"/>
                  </a:lnTo>
                  <a:lnTo>
                    <a:pt x="3624" y="806"/>
                  </a:lnTo>
                  <a:lnTo>
                    <a:pt x="3565" y="731"/>
                  </a:lnTo>
                  <a:lnTo>
                    <a:pt x="3501" y="658"/>
                  </a:lnTo>
                  <a:lnTo>
                    <a:pt x="3435" y="587"/>
                  </a:lnTo>
                  <a:lnTo>
                    <a:pt x="3364" y="521"/>
                  </a:lnTo>
                  <a:lnTo>
                    <a:pt x="3292" y="458"/>
                  </a:lnTo>
                  <a:lnTo>
                    <a:pt x="3216" y="399"/>
                  </a:lnTo>
                  <a:lnTo>
                    <a:pt x="3137" y="342"/>
                  </a:lnTo>
                  <a:lnTo>
                    <a:pt x="3055" y="290"/>
                  </a:lnTo>
                  <a:lnTo>
                    <a:pt x="2971" y="242"/>
                  </a:lnTo>
                  <a:lnTo>
                    <a:pt x="2884" y="198"/>
                  </a:lnTo>
                  <a:lnTo>
                    <a:pt x="2795" y="158"/>
                  </a:lnTo>
                  <a:lnTo>
                    <a:pt x="2704" y="122"/>
                  </a:lnTo>
                  <a:lnTo>
                    <a:pt x="2610" y="90"/>
                  </a:lnTo>
                  <a:lnTo>
                    <a:pt x="2514" y="63"/>
                  </a:lnTo>
                  <a:lnTo>
                    <a:pt x="2417" y="41"/>
                  </a:lnTo>
                  <a:lnTo>
                    <a:pt x="2318" y="23"/>
                  </a:lnTo>
                  <a:lnTo>
                    <a:pt x="2218" y="10"/>
                  </a:lnTo>
                  <a:lnTo>
                    <a:pt x="2115" y="3"/>
                  </a:lnTo>
                  <a:lnTo>
                    <a:pt x="20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grpSp>
      <p:grpSp>
        <p:nvGrpSpPr>
          <p:cNvPr id="64" name="Group 63"/>
          <p:cNvGrpSpPr/>
          <p:nvPr/>
        </p:nvGrpSpPr>
        <p:grpSpPr>
          <a:xfrm>
            <a:off x="7877765" y="3651386"/>
            <a:ext cx="514217" cy="515399"/>
            <a:chOff x="6826250" y="4151313"/>
            <a:chExt cx="690563" cy="692151"/>
          </a:xfrm>
          <a:solidFill>
            <a:schemeClr val="bg1"/>
          </a:solidFill>
        </p:grpSpPr>
        <p:sp>
          <p:nvSpPr>
            <p:cNvPr id="65" name="Freeform 64"/>
            <p:cNvSpPr>
              <a:spLocks noEditPoints="1"/>
            </p:cNvSpPr>
            <p:nvPr/>
          </p:nvSpPr>
          <p:spPr bwMode="auto">
            <a:xfrm>
              <a:off x="6826250" y="4216401"/>
              <a:ext cx="628650" cy="627063"/>
            </a:xfrm>
            <a:custGeom>
              <a:avLst/>
              <a:gdLst>
                <a:gd name="T0" fmla="*/ 12770 w 14656"/>
                <a:gd name="T1" fmla="*/ 6106 h 14620"/>
                <a:gd name="T2" fmla="*/ 12640 w 14656"/>
                <a:gd name="T3" fmla="*/ 6115 h 14620"/>
                <a:gd name="T4" fmla="*/ 12519 w 14656"/>
                <a:gd name="T5" fmla="*/ 6055 h 14620"/>
                <a:gd name="T6" fmla="*/ 9966 w 14656"/>
                <a:gd name="T7" fmla="*/ 5994 h 14620"/>
                <a:gd name="T8" fmla="*/ 8414 w 14656"/>
                <a:gd name="T9" fmla="*/ 5281 h 14620"/>
                <a:gd name="T10" fmla="*/ 6782 w 14656"/>
                <a:gd name="T11" fmla="*/ 4968 h 14620"/>
                <a:gd name="T12" fmla="*/ 5698 w 14656"/>
                <a:gd name="T13" fmla="*/ 4822 h 14620"/>
                <a:gd name="T14" fmla="*/ 8599 w 14656"/>
                <a:gd name="T15" fmla="*/ 2123 h 14620"/>
                <a:gd name="T16" fmla="*/ 8551 w 14656"/>
                <a:gd name="T17" fmla="*/ 1998 h 14620"/>
                <a:gd name="T18" fmla="*/ 8574 w 14656"/>
                <a:gd name="T19" fmla="*/ 1868 h 14620"/>
                <a:gd name="T20" fmla="*/ 9364 w 14656"/>
                <a:gd name="T21" fmla="*/ 1057 h 14620"/>
                <a:gd name="T22" fmla="*/ 9489 w 14656"/>
                <a:gd name="T23" fmla="*/ 1010 h 14620"/>
                <a:gd name="T24" fmla="*/ 9619 w 14656"/>
                <a:gd name="T25" fmla="*/ 1032 h 14620"/>
                <a:gd name="T26" fmla="*/ 13601 w 14656"/>
                <a:gd name="T27" fmla="*/ 5006 h 14620"/>
                <a:gd name="T28" fmla="*/ 13650 w 14656"/>
                <a:gd name="T29" fmla="*/ 5131 h 14620"/>
                <a:gd name="T30" fmla="*/ 13627 w 14656"/>
                <a:gd name="T31" fmla="*/ 5261 h 14620"/>
                <a:gd name="T32" fmla="*/ 8336 w 14656"/>
                <a:gd name="T33" fmla="*/ 13377 h 14620"/>
                <a:gd name="T34" fmla="*/ 8074 w 14656"/>
                <a:gd name="T35" fmla="*/ 13585 h 14620"/>
                <a:gd name="T36" fmla="*/ 7781 w 14656"/>
                <a:gd name="T37" fmla="*/ 13595 h 14620"/>
                <a:gd name="T38" fmla="*/ 7556 w 14656"/>
                <a:gd name="T39" fmla="*/ 13465 h 14620"/>
                <a:gd name="T40" fmla="*/ 1014 w 14656"/>
                <a:gd name="T41" fmla="*/ 6852 h 14620"/>
                <a:gd name="T42" fmla="*/ 1065 w 14656"/>
                <a:gd name="T43" fmla="*/ 6524 h 14620"/>
                <a:gd name="T44" fmla="*/ 1308 w 14656"/>
                <a:gd name="T45" fmla="*/ 6300 h 14620"/>
                <a:gd name="T46" fmla="*/ 6805 w 14656"/>
                <a:gd name="T47" fmla="*/ 5480 h 14620"/>
                <a:gd name="T48" fmla="*/ 8979 w 14656"/>
                <a:gd name="T49" fmla="*/ 6023 h 14620"/>
                <a:gd name="T50" fmla="*/ 10402 w 14656"/>
                <a:gd name="T51" fmla="*/ 369 h 14620"/>
                <a:gd name="T52" fmla="*/ 10132 w 14656"/>
                <a:gd name="T53" fmla="*/ 163 h 14620"/>
                <a:gd name="T54" fmla="*/ 9820 w 14656"/>
                <a:gd name="T55" fmla="*/ 38 h 14620"/>
                <a:gd name="T56" fmla="*/ 9482 w 14656"/>
                <a:gd name="T57" fmla="*/ 0 h 14620"/>
                <a:gd name="T58" fmla="*/ 9147 w 14656"/>
                <a:gd name="T59" fmla="*/ 55 h 14620"/>
                <a:gd name="T60" fmla="*/ 8841 w 14656"/>
                <a:gd name="T61" fmla="*/ 195 h 14620"/>
                <a:gd name="T62" fmla="*/ 7892 w 14656"/>
                <a:gd name="T63" fmla="*/ 1104 h 14620"/>
                <a:gd name="T64" fmla="*/ 7692 w 14656"/>
                <a:gd name="T65" fmla="*/ 1380 h 14620"/>
                <a:gd name="T66" fmla="*/ 7576 w 14656"/>
                <a:gd name="T67" fmla="*/ 1695 h 14620"/>
                <a:gd name="T68" fmla="*/ 7548 w 14656"/>
                <a:gd name="T69" fmla="*/ 2062 h 14620"/>
                <a:gd name="T70" fmla="*/ 7669 w 14656"/>
                <a:gd name="T71" fmla="*/ 2522 h 14620"/>
                <a:gd name="T72" fmla="*/ 623 w 14656"/>
                <a:gd name="T73" fmla="*/ 5539 h 14620"/>
                <a:gd name="T74" fmla="*/ 274 w 14656"/>
                <a:gd name="T75" fmla="*/ 5894 h 14620"/>
                <a:gd name="T76" fmla="*/ 58 w 14656"/>
                <a:gd name="T77" fmla="*/ 6345 h 14620"/>
                <a:gd name="T78" fmla="*/ 3 w 14656"/>
                <a:gd name="T79" fmla="*/ 6850 h 14620"/>
                <a:gd name="T80" fmla="*/ 114 w 14656"/>
                <a:gd name="T81" fmla="*/ 7337 h 14620"/>
                <a:gd name="T82" fmla="*/ 382 w 14656"/>
                <a:gd name="T83" fmla="*/ 7767 h 14620"/>
                <a:gd name="T84" fmla="*/ 7067 w 14656"/>
                <a:gd name="T85" fmla="*/ 14362 h 14620"/>
                <a:gd name="T86" fmla="*/ 7416 w 14656"/>
                <a:gd name="T87" fmla="*/ 14537 h 14620"/>
                <a:gd name="T88" fmla="*/ 7800 w 14656"/>
                <a:gd name="T89" fmla="*/ 14616 h 14620"/>
                <a:gd name="T90" fmla="*/ 8103 w 14656"/>
                <a:gd name="T91" fmla="*/ 14608 h 14620"/>
                <a:gd name="T92" fmla="*/ 8574 w 14656"/>
                <a:gd name="T93" fmla="*/ 14467 h 14620"/>
                <a:gd name="T94" fmla="*/ 8985 w 14656"/>
                <a:gd name="T95" fmla="*/ 14171 h 14620"/>
                <a:gd name="T96" fmla="*/ 9276 w 14656"/>
                <a:gd name="T97" fmla="*/ 13754 h 14620"/>
                <a:gd name="T98" fmla="*/ 12327 w 14656"/>
                <a:gd name="T99" fmla="*/ 7076 h 14620"/>
                <a:gd name="T100" fmla="*/ 12781 w 14656"/>
                <a:gd name="T101" fmla="*/ 7126 h 14620"/>
                <a:gd name="T102" fmla="*/ 13112 w 14656"/>
                <a:gd name="T103" fmla="*/ 7056 h 14620"/>
                <a:gd name="T104" fmla="*/ 13410 w 14656"/>
                <a:gd name="T105" fmla="*/ 6900 h 14620"/>
                <a:gd name="T106" fmla="*/ 14350 w 14656"/>
                <a:gd name="T107" fmla="*/ 5980 h 14620"/>
                <a:gd name="T108" fmla="*/ 14535 w 14656"/>
                <a:gd name="T109" fmla="*/ 5696 h 14620"/>
                <a:gd name="T110" fmla="*/ 14637 w 14656"/>
                <a:gd name="T111" fmla="*/ 5373 h 14620"/>
                <a:gd name="T112" fmla="*/ 14649 w 14656"/>
                <a:gd name="T113" fmla="*/ 5030 h 14620"/>
                <a:gd name="T114" fmla="*/ 14572 w 14656"/>
                <a:gd name="T115" fmla="*/ 4701 h 14620"/>
                <a:gd name="T116" fmla="*/ 14410 w 14656"/>
                <a:gd name="T117" fmla="*/ 4405 h 14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656" h="14620">
                  <a:moveTo>
                    <a:pt x="13576" y="5334"/>
                  </a:moveTo>
                  <a:lnTo>
                    <a:pt x="12866" y="6046"/>
                  </a:lnTo>
                  <a:lnTo>
                    <a:pt x="12856" y="6055"/>
                  </a:lnTo>
                  <a:lnTo>
                    <a:pt x="12847" y="6064"/>
                  </a:lnTo>
                  <a:lnTo>
                    <a:pt x="12837" y="6071"/>
                  </a:lnTo>
                  <a:lnTo>
                    <a:pt x="12826" y="6079"/>
                  </a:lnTo>
                  <a:lnTo>
                    <a:pt x="12816" y="6085"/>
                  </a:lnTo>
                  <a:lnTo>
                    <a:pt x="12805" y="6091"/>
                  </a:lnTo>
                  <a:lnTo>
                    <a:pt x="12794" y="6097"/>
                  </a:lnTo>
                  <a:lnTo>
                    <a:pt x="12782" y="6102"/>
                  </a:lnTo>
                  <a:lnTo>
                    <a:pt x="12770" y="6106"/>
                  </a:lnTo>
                  <a:lnTo>
                    <a:pt x="12759" y="6110"/>
                  </a:lnTo>
                  <a:lnTo>
                    <a:pt x="12747" y="6113"/>
                  </a:lnTo>
                  <a:lnTo>
                    <a:pt x="12735" y="6115"/>
                  </a:lnTo>
                  <a:lnTo>
                    <a:pt x="12723" y="6117"/>
                  </a:lnTo>
                  <a:lnTo>
                    <a:pt x="12712" y="6119"/>
                  </a:lnTo>
                  <a:lnTo>
                    <a:pt x="12700" y="6120"/>
                  </a:lnTo>
                  <a:lnTo>
                    <a:pt x="12688" y="6120"/>
                  </a:lnTo>
                  <a:lnTo>
                    <a:pt x="12676" y="6120"/>
                  </a:lnTo>
                  <a:lnTo>
                    <a:pt x="12664" y="6119"/>
                  </a:lnTo>
                  <a:lnTo>
                    <a:pt x="12652" y="6117"/>
                  </a:lnTo>
                  <a:lnTo>
                    <a:pt x="12640" y="6115"/>
                  </a:lnTo>
                  <a:lnTo>
                    <a:pt x="12628" y="6113"/>
                  </a:lnTo>
                  <a:lnTo>
                    <a:pt x="12615" y="6110"/>
                  </a:lnTo>
                  <a:lnTo>
                    <a:pt x="12604" y="6106"/>
                  </a:lnTo>
                  <a:lnTo>
                    <a:pt x="12593" y="6102"/>
                  </a:lnTo>
                  <a:lnTo>
                    <a:pt x="12581" y="6097"/>
                  </a:lnTo>
                  <a:lnTo>
                    <a:pt x="12571" y="6091"/>
                  </a:lnTo>
                  <a:lnTo>
                    <a:pt x="12560" y="6085"/>
                  </a:lnTo>
                  <a:lnTo>
                    <a:pt x="12549" y="6079"/>
                  </a:lnTo>
                  <a:lnTo>
                    <a:pt x="12539" y="6071"/>
                  </a:lnTo>
                  <a:lnTo>
                    <a:pt x="12529" y="6064"/>
                  </a:lnTo>
                  <a:lnTo>
                    <a:pt x="12519" y="6055"/>
                  </a:lnTo>
                  <a:lnTo>
                    <a:pt x="12510" y="6046"/>
                  </a:lnTo>
                  <a:lnTo>
                    <a:pt x="11621" y="5156"/>
                  </a:lnTo>
                  <a:lnTo>
                    <a:pt x="10900" y="6965"/>
                  </a:lnTo>
                  <a:lnTo>
                    <a:pt x="10961" y="6813"/>
                  </a:lnTo>
                  <a:lnTo>
                    <a:pt x="10819" y="6674"/>
                  </a:lnTo>
                  <a:lnTo>
                    <a:pt x="10677" y="6544"/>
                  </a:lnTo>
                  <a:lnTo>
                    <a:pt x="10534" y="6420"/>
                  </a:lnTo>
                  <a:lnTo>
                    <a:pt x="10392" y="6304"/>
                  </a:lnTo>
                  <a:lnTo>
                    <a:pt x="10251" y="6194"/>
                  </a:lnTo>
                  <a:lnTo>
                    <a:pt x="10108" y="6091"/>
                  </a:lnTo>
                  <a:lnTo>
                    <a:pt x="9966" y="5994"/>
                  </a:lnTo>
                  <a:lnTo>
                    <a:pt x="9823" y="5905"/>
                  </a:lnTo>
                  <a:lnTo>
                    <a:pt x="9681" y="5820"/>
                  </a:lnTo>
                  <a:lnTo>
                    <a:pt x="9539" y="5740"/>
                  </a:lnTo>
                  <a:lnTo>
                    <a:pt x="9397" y="5667"/>
                  </a:lnTo>
                  <a:lnTo>
                    <a:pt x="9257" y="5598"/>
                  </a:lnTo>
                  <a:lnTo>
                    <a:pt x="9115" y="5535"/>
                  </a:lnTo>
                  <a:lnTo>
                    <a:pt x="8974" y="5475"/>
                  </a:lnTo>
                  <a:lnTo>
                    <a:pt x="8833" y="5421"/>
                  </a:lnTo>
                  <a:lnTo>
                    <a:pt x="8693" y="5370"/>
                  </a:lnTo>
                  <a:lnTo>
                    <a:pt x="8553" y="5324"/>
                  </a:lnTo>
                  <a:lnTo>
                    <a:pt x="8414" y="5281"/>
                  </a:lnTo>
                  <a:lnTo>
                    <a:pt x="8275" y="5241"/>
                  </a:lnTo>
                  <a:lnTo>
                    <a:pt x="8136" y="5205"/>
                  </a:lnTo>
                  <a:lnTo>
                    <a:pt x="7997" y="5172"/>
                  </a:lnTo>
                  <a:lnTo>
                    <a:pt x="7860" y="5141"/>
                  </a:lnTo>
                  <a:lnTo>
                    <a:pt x="7723" y="5113"/>
                  </a:lnTo>
                  <a:lnTo>
                    <a:pt x="7587" y="5088"/>
                  </a:lnTo>
                  <a:lnTo>
                    <a:pt x="7451" y="5065"/>
                  </a:lnTo>
                  <a:lnTo>
                    <a:pt x="7315" y="5043"/>
                  </a:lnTo>
                  <a:lnTo>
                    <a:pt x="7180" y="5022"/>
                  </a:lnTo>
                  <a:lnTo>
                    <a:pt x="7047" y="5003"/>
                  </a:lnTo>
                  <a:lnTo>
                    <a:pt x="6782" y="4968"/>
                  </a:lnTo>
                  <a:lnTo>
                    <a:pt x="6519" y="4936"/>
                  </a:lnTo>
                  <a:lnTo>
                    <a:pt x="6436" y="4926"/>
                  </a:lnTo>
                  <a:lnTo>
                    <a:pt x="6354" y="4915"/>
                  </a:lnTo>
                  <a:lnTo>
                    <a:pt x="6270" y="4905"/>
                  </a:lnTo>
                  <a:lnTo>
                    <a:pt x="6188" y="4893"/>
                  </a:lnTo>
                  <a:lnTo>
                    <a:pt x="6105" y="4882"/>
                  </a:lnTo>
                  <a:lnTo>
                    <a:pt x="6024" y="4871"/>
                  </a:lnTo>
                  <a:lnTo>
                    <a:pt x="5942" y="4859"/>
                  </a:lnTo>
                  <a:lnTo>
                    <a:pt x="5861" y="4847"/>
                  </a:lnTo>
                  <a:lnTo>
                    <a:pt x="5779" y="4835"/>
                  </a:lnTo>
                  <a:lnTo>
                    <a:pt x="5698" y="4822"/>
                  </a:lnTo>
                  <a:lnTo>
                    <a:pt x="5617" y="4809"/>
                  </a:lnTo>
                  <a:lnTo>
                    <a:pt x="5537" y="4795"/>
                  </a:lnTo>
                  <a:lnTo>
                    <a:pt x="5456" y="4779"/>
                  </a:lnTo>
                  <a:lnTo>
                    <a:pt x="5376" y="4764"/>
                  </a:lnTo>
                  <a:lnTo>
                    <a:pt x="5296" y="4748"/>
                  </a:lnTo>
                  <a:lnTo>
                    <a:pt x="5216" y="4731"/>
                  </a:lnTo>
                  <a:lnTo>
                    <a:pt x="9487" y="3017"/>
                  </a:lnTo>
                  <a:lnTo>
                    <a:pt x="8624" y="2152"/>
                  </a:lnTo>
                  <a:lnTo>
                    <a:pt x="8615" y="2143"/>
                  </a:lnTo>
                  <a:lnTo>
                    <a:pt x="8607" y="2133"/>
                  </a:lnTo>
                  <a:lnTo>
                    <a:pt x="8599" y="2123"/>
                  </a:lnTo>
                  <a:lnTo>
                    <a:pt x="8592" y="2113"/>
                  </a:lnTo>
                  <a:lnTo>
                    <a:pt x="8586" y="2102"/>
                  </a:lnTo>
                  <a:lnTo>
                    <a:pt x="8580" y="2091"/>
                  </a:lnTo>
                  <a:lnTo>
                    <a:pt x="8574" y="2080"/>
                  </a:lnTo>
                  <a:lnTo>
                    <a:pt x="8569" y="2068"/>
                  </a:lnTo>
                  <a:lnTo>
                    <a:pt x="8565" y="2057"/>
                  </a:lnTo>
                  <a:lnTo>
                    <a:pt x="8561" y="2046"/>
                  </a:lnTo>
                  <a:lnTo>
                    <a:pt x="8558" y="2034"/>
                  </a:lnTo>
                  <a:lnTo>
                    <a:pt x="8555" y="2022"/>
                  </a:lnTo>
                  <a:lnTo>
                    <a:pt x="8553" y="2010"/>
                  </a:lnTo>
                  <a:lnTo>
                    <a:pt x="8551" y="1998"/>
                  </a:lnTo>
                  <a:lnTo>
                    <a:pt x="8550" y="1986"/>
                  </a:lnTo>
                  <a:lnTo>
                    <a:pt x="8550" y="1974"/>
                  </a:lnTo>
                  <a:lnTo>
                    <a:pt x="8550" y="1961"/>
                  </a:lnTo>
                  <a:lnTo>
                    <a:pt x="8551" y="1949"/>
                  </a:lnTo>
                  <a:lnTo>
                    <a:pt x="8553" y="1938"/>
                  </a:lnTo>
                  <a:lnTo>
                    <a:pt x="8555" y="1926"/>
                  </a:lnTo>
                  <a:lnTo>
                    <a:pt x="8558" y="1914"/>
                  </a:lnTo>
                  <a:lnTo>
                    <a:pt x="8562" y="1902"/>
                  </a:lnTo>
                  <a:lnTo>
                    <a:pt x="8565" y="1891"/>
                  </a:lnTo>
                  <a:lnTo>
                    <a:pt x="8570" y="1879"/>
                  </a:lnTo>
                  <a:lnTo>
                    <a:pt x="8574" y="1868"/>
                  </a:lnTo>
                  <a:lnTo>
                    <a:pt x="8580" y="1857"/>
                  </a:lnTo>
                  <a:lnTo>
                    <a:pt x="8586" y="1845"/>
                  </a:lnTo>
                  <a:lnTo>
                    <a:pt x="8593" y="1835"/>
                  </a:lnTo>
                  <a:lnTo>
                    <a:pt x="8600" y="1825"/>
                  </a:lnTo>
                  <a:lnTo>
                    <a:pt x="8608" y="1815"/>
                  </a:lnTo>
                  <a:lnTo>
                    <a:pt x="8616" y="1805"/>
                  </a:lnTo>
                  <a:lnTo>
                    <a:pt x="8625" y="1796"/>
                  </a:lnTo>
                  <a:lnTo>
                    <a:pt x="9335" y="1082"/>
                  </a:lnTo>
                  <a:lnTo>
                    <a:pt x="9344" y="1073"/>
                  </a:lnTo>
                  <a:lnTo>
                    <a:pt x="9354" y="1065"/>
                  </a:lnTo>
                  <a:lnTo>
                    <a:pt x="9364" y="1057"/>
                  </a:lnTo>
                  <a:lnTo>
                    <a:pt x="9374" y="1050"/>
                  </a:lnTo>
                  <a:lnTo>
                    <a:pt x="9385" y="1043"/>
                  </a:lnTo>
                  <a:lnTo>
                    <a:pt x="9396" y="1037"/>
                  </a:lnTo>
                  <a:lnTo>
                    <a:pt x="9408" y="1032"/>
                  </a:lnTo>
                  <a:lnTo>
                    <a:pt x="9419" y="1027"/>
                  </a:lnTo>
                  <a:lnTo>
                    <a:pt x="9430" y="1023"/>
                  </a:lnTo>
                  <a:lnTo>
                    <a:pt x="9442" y="1019"/>
                  </a:lnTo>
                  <a:lnTo>
                    <a:pt x="9454" y="1016"/>
                  </a:lnTo>
                  <a:lnTo>
                    <a:pt x="9465" y="1013"/>
                  </a:lnTo>
                  <a:lnTo>
                    <a:pt x="9477" y="1011"/>
                  </a:lnTo>
                  <a:lnTo>
                    <a:pt x="9489" y="1010"/>
                  </a:lnTo>
                  <a:lnTo>
                    <a:pt x="9501" y="1009"/>
                  </a:lnTo>
                  <a:lnTo>
                    <a:pt x="9513" y="1009"/>
                  </a:lnTo>
                  <a:lnTo>
                    <a:pt x="9525" y="1009"/>
                  </a:lnTo>
                  <a:lnTo>
                    <a:pt x="9537" y="1010"/>
                  </a:lnTo>
                  <a:lnTo>
                    <a:pt x="9549" y="1011"/>
                  </a:lnTo>
                  <a:lnTo>
                    <a:pt x="9561" y="1013"/>
                  </a:lnTo>
                  <a:lnTo>
                    <a:pt x="9574" y="1016"/>
                  </a:lnTo>
                  <a:lnTo>
                    <a:pt x="9585" y="1019"/>
                  </a:lnTo>
                  <a:lnTo>
                    <a:pt x="9597" y="1023"/>
                  </a:lnTo>
                  <a:lnTo>
                    <a:pt x="9608" y="1027"/>
                  </a:lnTo>
                  <a:lnTo>
                    <a:pt x="9619" y="1032"/>
                  </a:lnTo>
                  <a:lnTo>
                    <a:pt x="9630" y="1037"/>
                  </a:lnTo>
                  <a:lnTo>
                    <a:pt x="9641" y="1043"/>
                  </a:lnTo>
                  <a:lnTo>
                    <a:pt x="9651" y="1050"/>
                  </a:lnTo>
                  <a:lnTo>
                    <a:pt x="9662" y="1057"/>
                  </a:lnTo>
                  <a:lnTo>
                    <a:pt x="9672" y="1065"/>
                  </a:lnTo>
                  <a:lnTo>
                    <a:pt x="9681" y="1073"/>
                  </a:lnTo>
                  <a:lnTo>
                    <a:pt x="9691" y="1082"/>
                  </a:lnTo>
                  <a:lnTo>
                    <a:pt x="13576" y="4978"/>
                  </a:lnTo>
                  <a:lnTo>
                    <a:pt x="13585" y="4987"/>
                  </a:lnTo>
                  <a:lnTo>
                    <a:pt x="13593" y="4996"/>
                  </a:lnTo>
                  <a:lnTo>
                    <a:pt x="13601" y="5006"/>
                  </a:lnTo>
                  <a:lnTo>
                    <a:pt x="13608" y="5017"/>
                  </a:lnTo>
                  <a:lnTo>
                    <a:pt x="13615" y="5028"/>
                  </a:lnTo>
                  <a:lnTo>
                    <a:pt x="13621" y="5039"/>
                  </a:lnTo>
                  <a:lnTo>
                    <a:pt x="13627" y="5050"/>
                  </a:lnTo>
                  <a:lnTo>
                    <a:pt x="13631" y="5061"/>
                  </a:lnTo>
                  <a:lnTo>
                    <a:pt x="13636" y="5073"/>
                  </a:lnTo>
                  <a:lnTo>
                    <a:pt x="13641" y="5084"/>
                  </a:lnTo>
                  <a:lnTo>
                    <a:pt x="13644" y="5096"/>
                  </a:lnTo>
                  <a:lnTo>
                    <a:pt x="13646" y="5107"/>
                  </a:lnTo>
                  <a:lnTo>
                    <a:pt x="13648" y="5119"/>
                  </a:lnTo>
                  <a:lnTo>
                    <a:pt x="13650" y="5131"/>
                  </a:lnTo>
                  <a:lnTo>
                    <a:pt x="13651" y="5143"/>
                  </a:lnTo>
                  <a:lnTo>
                    <a:pt x="13651" y="5156"/>
                  </a:lnTo>
                  <a:lnTo>
                    <a:pt x="13651" y="5168"/>
                  </a:lnTo>
                  <a:lnTo>
                    <a:pt x="13650" y="5180"/>
                  </a:lnTo>
                  <a:lnTo>
                    <a:pt x="13648" y="5192"/>
                  </a:lnTo>
                  <a:lnTo>
                    <a:pt x="13646" y="5204"/>
                  </a:lnTo>
                  <a:lnTo>
                    <a:pt x="13644" y="5216"/>
                  </a:lnTo>
                  <a:lnTo>
                    <a:pt x="13641" y="5227"/>
                  </a:lnTo>
                  <a:lnTo>
                    <a:pt x="13636" y="5239"/>
                  </a:lnTo>
                  <a:lnTo>
                    <a:pt x="13631" y="5250"/>
                  </a:lnTo>
                  <a:lnTo>
                    <a:pt x="13627" y="5261"/>
                  </a:lnTo>
                  <a:lnTo>
                    <a:pt x="13621" y="5273"/>
                  </a:lnTo>
                  <a:lnTo>
                    <a:pt x="13615" y="5284"/>
                  </a:lnTo>
                  <a:lnTo>
                    <a:pt x="13608" y="5295"/>
                  </a:lnTo>
                  <a:lnTo>
                    <a:pt x="13601" y="5305"/>
                  </a:lnTo>
                  <a:lnTo>
                    <a:pt x="13593" y="5315"/>
                  </a:lnTo>
                  <a:lnTo>
                    <a:pt x="13585" y="5325"/>
                  </a:lnTo>
                  <a:lnTo>
                    <a:pt x="13576" y="5334"/>
                  </a:lnTo>
                  <a:close/>
                  <a:moveTo>
                    <a:pt x="8378" y="13292"/>
                  </a:moveTo>
                  <a:lnTo>
                    <a:pt x="8366" y="13321"/>
                  </a:lnTo>
                  <a:lnTo>
                    <a:pt x="8352" y="13350"/>
                  </a:lnTo>
                  <a:lnTo>
                    <a:pt x="8336" y="13377"/>
                  </a:lnTo>
                  <a:lnTo>
                    <a:pt x="8318" y="13403"/>
                  </a:lnTo>
                  <a:lnTo>
                    <a:pt x="8300" y="13427"/>
                  </a:lnTo>
                  <a:lnTo>
                    <a:pt x="8280" y="13450"/>
                  </a:lnTo>
                  <a:lnTo>
                    <a:pt x="8258" y="13473"/>
                  </a:lnTo>
                  <a:lnTo>
                    <a:pt x="8235" y="13494"/>
                  </a:lnTo>
                  <a:lnTo>
                    <a:pt x="8210" y="13513"/>
                  </a:lnTo>
                  <a:lnTo>
                    <a:pt x="8185" y="13530"/>
                  </a:lnTo>
                  <a:lnTo>
                    <a:pt x="8159" y="13546"/>
                  </a:lnTo>
                  <a:lnTo>
                    <a:pt x="8132" y="13560"/>
                  </a:lnTo>
                  <a:lnTo>
                    <a:pt x="8104" y="13573"/>
                  </a:lnTo>
                  <a:lnTo>
                    <a:pt x="8074" y="13585"/>
                  </a:lnTo>
                  <a:lnTo>
                    <a:pt x="8044" y="13594"/>
                  </a:lnTo>
                  <a:lnTo>
                    <a:pt x="8013" y="13601"/>
                  </a:lnTo>
                  <a:lnTo>
                    <a:pt x="7985" y="13607"/>
                  </a:lnTo>
                  <a:lnTo>
                    <a:pt x="7956" y="13610"/>
                  </a:lnTo>
                  <a:lnTo>
                    <a:pt x="7927" y="13612"/>
                  </a:lnTo>
                  <a:lnTo>
                    <a:pt x="7899" y="13612"/>
                  </a:lnTo>
                  <a:lnTo>
                    <a:pt x="7874" y="13611"/>
                  </a:lnTo>
                  <a:lnTo>
                    <a:pt x="7850" y="13609"/>
                  </a:lnTo>
                  <a:lnTo>
                    <a:pt x="7827" y="13605"/>
                  </a:lnTo>
                  <a:lnTo>
                    <a:pt x="7804" y="13601"/>
                  </a:lnTo>
                  <a:lnTo>
                    <a:pt x="7781" y="13595"/>
                  </a:lnTo>
                  <a:lnTo>
                    <a:pt x="7758" y="13589"/>
                  </a:lnTo>
                  <a:lnTo>
                    <a:pt x="7736" y="13580"/>
                  </a:lnTo>
                  <a:lnTo>
                    <a:pt x="7714" y="13571"/>
                  </a:lnTo>
                  <a:lnTo>
                    <a:pt x="7691" y="13562"/>
                  </a:lnTo>
                  <a:lnTo>
                    <a:pt x="7670" y="13551"/>
                  </a:lnTo>
                  <a:lnTo>
                    <a:pt x="7650" y="13539"/>
                  </a:lnTo>
                  <a:lnTo>
                    <a:pt x="7630" y="13526"/>
                  </a:lnTo>
                  <a:lnTo>
                    <a:pt x="7610" y="13512"/>
                  </a:lnTo>
                  <a:lnTo>
                    <a:pt x="7591" y="13497"/>
                  </a:lnTo>
                  <a:lnTo>
                    <a:pt x="7573" y="13482"/>
                  </a:lnTo>
                  <a:lnTo>
                    <a:pt x="7556" y="13465"/>
                  </a:lnTo>
                  <a:lnTo>
                    <a:pt x="1154" y="7119"/>
                  </a:lnTo>
                  <a:lnTo>
                    <a:pt x="1133" y="7096"/>
                  </a:lnTo>
                  <a:lnTo>
                    <a:pt x="1113" y="7072"/>
                  </a:lnTo>
                  <a:lnTo>
                    <a:pt x="1094" y="7048"/>
                  </a:lnTo>
                  <a:lnTo>
                    <a:pt x="1078" y="7022"/>
                  </a:lnTo>
                  <a:lnTo>
                    <a:pt x="1063" y="6996"/>
                  </a:lnTo>
                  <a:lnTo>
                    <a:pt x="1050" y="6967"/>
                  </a:lnTo>
                  <a:lnTo>
                    <a:pt x="1038" y="6940"/>
                  </a:lnTo>
                  <a:lnTo>
                    <a:pt x="1029" y="6911"/>
                  </a:lnTo>
                  <a:lnTo>
                    <a:pt x="1021" y="6882"/>
                  </a:lnTo>
                  <a:lnTo>
                    <a:pt x="1014" y="6852"/>
                  </a:lnTo>
                  <a:lnTo>
                    <a:pt x="1010" y="6822"/>
                  </a:lnTo>
                  <a:lnTo>
                    <a:pt x="1007" y="6792"/>
                  </a:lnTo>
                  <a:lnTo>
                    <a:pt x="1006" y="6761"/>
                  </a:lnTo>
                  <a:lnTo>
                    <a:pt x="1007" y="6730"/>
                  </a:lnTo>
                  <a:lnTo>
                    <a:pt x="1010" y="6699"/>
                  </a:lnTo>
                  <a:lnTo>
                    <a:pt x="1015" y="6668"/>
                  </a:lnTo>
                  <a:lnTo>
                    <a:pt x="1022" y="6638"/>
                  </a:lnTo>
                  <a:lnTo>
                    <a:pt x="1030" y="6608"/>
                  </a:lnTo>
                  <a:lnTo>
                    <a:pt x="1040" y="6579"/>
                  </a:lnTo>
                  <a:lnTo>
                    <a:pt x="1052" y="6551"/>
                  </a:lnTo>
                  <a:lnTo>
                    <a:pt x="1065" y="6524"/>
                  </a:lnTo>
                  <a:lnTo>
                    <a:pt x="1080" y="6498"/>
                  </a:lnTo>
                  <a:lnTo>
                    <a:pt x="1097" y="6472"/>
                  </a:lnTo>
                  <a:lnTo>
                    <a:pt x="1116" y="6448"/>
                  </a:lnTo>
                  <a:lnTo>
                    <a:pt x="1136" y="6425"/>
                  </a:lnTo>
                  <a:lnTo>
                    <a:pt x="1156" y="6403"/>
                  </a:lnTo>
                  <a:lnTo>
                    <a:pt x="1179" y="6383"/>
                  </a:lnTo>
                  <a:lnTo>
                    <a:pt x="1202" y="6363"/>
                  </a:lnTo>
                  <a:lnTo>
                    <a:pt x="1227" y="6345"/>
                  </a:lnTo>
                  <a:lnTo>
                    <a:pt x="1252" y="6329"/>
                  </a:lnTo>
                  <a:lnTo>
                    <a:pt x="1280" y="6314"/>
                  </a:lnTo>
                  <a:lnTo>
                    <a:pt x="1308" y="6300"/>
                  </a:lnTo>
                  <a:lnTo>
                    <a:pt x="4434" y="5046"/>
                  </a:lnTo>
                  <a:lnTo>
                    <a:pt x="4632" y="5107"/>
                  </a:lnTo>
                  <a:lnTo>
                    <a:pt x="4830" y="5162"/>
                  </a:lnTo>
                  <a:lnTo>
                    <a:pt x="5027" y="5210"/>
                  </a:lnTo>
                  <a:lnTo>
                    <a:pt x="5225" y="5252"/>
                  </a:lnTo>
                  <a:lnTo>
                    <a:pt x="5422" y="5290"/>
                  </a:lnTo>
                  <a:lnTo>
                    <a:pt x="5620" y="5323"/>
                  </a:lnTo>
                  <a:lnTo>
                    <a:pt x="5817" y="5353"/>
                  </a:lnTo>
                  <a:lnTo>
                    <a:pt x="6016" y="5380"/>
                  </a:lnTo>
                  <a:lnTo>
                    <a:pt x="6410" y="5431"/>
                  </a:lnTo>
                  <a:lnTo>
                    <a:pt x="6805" y="5480"/>
                  </a:lnTo>
                  <a:lnTo>
                    <a:pt x="7003" y="5507"/>
                  </a:lnTo>
                  <a:lnTo>
                    <a:pt x="7201" y="5536"/>
                  </a:lnTo>
                  <a:lnTo>
                    <a:pt x="7398" y="5568"/>
                  </a:lnTo>
                  <a:lnTo>
                    <a:pt x="7596" y="5603"/>
                  </a:lnTo>
                  <a:lnTo>
                    <a:pt x="7793" y="5643"/>
                  </a:lnTo>
                  <a:lnTo>
                    <a:pt x="7991" y="5688"/>
                  </a:lnTo>
                  <a:lnTo>
                    <a:pt x="8188" y="5739"/>
                  </a:lnTo>
                  <a:lnTo>
                    <a:pt x="8385" y="5798"/>
                  </a:lnTo>
                  <a:lnTo>
                    <a:pt x="8584" y="5864"/>
                  </a:lnTo>
                  <a:lnTo>
                    <a:pt x="8781" y="5939"/>
                  </a:lnTo>
                  <a:lnTo>
                    <a:pt x="8979" y="6023"/>
                  </a:lnTo>
                  <a:lnTo>
                    <a:pt x="9176" y="6116"/>
                  </a:lnTo>
                  <a:lnTo>
                    <a:pt x="9373" y="6221"/>
                  </a:lnTo>
                  <a:lnTo>
                    <a:pt x="9571" y="6337"/>
                  </a:lnTo>
                  <a:lnTo>
                    <a:pt x="9769" y="6466"/>
                  </a:lnTo>
                  <a:lnTo>
                    <a:pt x="9967" y="6608"/>
                  </a:lnTo>
                  <a:lnTo>
                    <a:pt x="10164" y="6765"/>
                  </a:lnTo>
                  <a:lnTo>
                    <a:pt x="10361" y="6935"/>
                  </a:lnTo>
                  <a:lnTo>
                    <a:pt x="10559" y="7122"/>
                  </a:lnTo>
                  <a:lnTo>
                    <a:pt x="10756" y="7324"/>
                  </a:lnTo>
                  <a:lnTo>
                    <a:pt x="8378" y="13292"/>
                  </a:lnTo>
                  <a:close/>
                  <a:moveTo>
                    <a:pt x="10402" y="369"/>
                  </a:moveTo>
                  <a:lnTo>
                    <a:pt x="10379" y="347"/>
                  </a:lnTo>
                  <a:lnTo>
                    <a:pt x="10356" y="326"/>
                  </a:lnTo>
                  <a:lnTo>
                    <a:pt x="10333" y="305"/>
                  </a:lnTo>
                  <a:lnTo>
                    <a:pt x="10310" y="286"/>
                  </a:lnTo>
                  <a:lnTo>
                    <a:pt x="10286" y="266"/>
                  </a:lnTo>
                  <a:lnTo>
                    <a:pt x="10261" y="247"/>
                  </a:lnTo>
                  <a:lnTo>
                    <a:pt x="10235" y="229"/>
                  </a:lnTo>
                  <a:lnTo>
                    <a:pt x="10210" y="211"/>
                  </a:lnTo>
                  <a:lnTo>
                    <a:pt x="10184" y="195"/>
                  </a:lnTo>
                  <a:lnTo>
                    <a:pt x="10158" y="179"/>
                  </a:lnTo>
                  <a:lnTo>
                    <a:pt x="10132" y="163"/>
                  </a:lnTo>
                  <a:lnTo>
                    <a:pt x="10105" y="148"/>
                  </a:lnTo>
                  <a:lnTo>
                    <a:pt x="10077" y="133"/>
                  </a:lnTo>
                  <a:lnTo>
                    <a:pt x="10050" y="120"/>
                  </a:lnTo>
                  <a:lnTo>
                    <a:pt x="10022" y="108"/>
                  </a:lnTo>
                  <a:lnTo>
                    <a:pt x="9994" y="96"/>
                  </a:lnTo>
                  <a:lnTo>
                    <a:pt x="9966" y="84"/>
                  </a:lnTo>
                  <a:lnTo>
                    <a:pt x="9938" y="74"/>
                  </a:lnTo>
                  <a:lnTo>
                    <a:pt x="9908" y="64"/>
                  </a:lnTo>
                  <a:lnTo>
                    <a:pt x="9879" y="55"/>
                  </a:lnTo>
                  <a:lnTo>
                    <a:pt x="9850" y="46"/>
                  </a:lnTo>
                  <a:lnTo>
                    <a:pt x="9820" y="38"/>
                  </a:lnTo>
                  <a:lnTo>
                    <a:pt x="9791" y="31"/>
                  </a:lnTo>
                  <a:lnTo>
                    <a:pt x="9761" y="25"/>
                  </a:lnTo>
                  <a:lnTo>
                    <a:pt x="9730" y="19"/>
                  </a:lnTo>
                  <a:lnTo>
                    <a:pt x="9699" y="14"/>
                  </a:lnTo>
                  <a:lnTo>
                    <a:pt x="9669" y="9"/>
                  </a:lnTo>
                  <a:lnTo>
                    <a:pt x="9638" y="6"/>
                  </a:lnTo>
                  <a:lnTo>
                    <a:pt x="9607" y="3"/>
                  </a:lnTo>
                  <a:lnTo>
                    <a:pt x="9577" y="2"/>
                  </a:lnTo>
                  <a:lnTo>
                    <a:pt x="9544" y="0"/>
                  </a:lnTo>
                  <a:lnTo>
                    <a:pt x="9513" y="0"/>
                  </a:lnTo>
                  <a:lnTo>
                    <a:pt x="9482" y="0"/>
                  </a:lnTo>
                  <a:lnTo>
                    <a:pt x="9451" y="2"/>
                  </a:lnTo>
                  <a:lnTo>
                    <a:pt x="9420" y="3"/>
                  </a:lnTo>
                  <a:lnTo>
                    <a:pt x="9388" y="6"/>
                  </a:lnTo>
                  <a:lnTo>
                    <a:pt x="9357" y="9"/>
                  </a:lnTo>
                  <a:lnTo>
                    <a:pt x="9327" y="14"/>
                  </a:lnTo>
                  <a:lnTo>
                    <a:pt x="9297" y="19"/>
                  </a:lnTo>
                  <a:lnTo>
                    <a:pt x="9266" y="25"/>
                  </a:lnTo>
                  <a:lnTo>
                    <a:pt x="9236" y="31"/>
                  </a:lnTo>
                  <a:lnTo>
                    <a:pt x="9206" y="38"/>
                  </a:lnTo>
                  <a:lnTo>
                    <a:pt x="9176" y="46"/>
                  </a:lnTo>
                  <a:lnTo>
                    <a:pt x="9147" y="55"/>
                  </a:lnTo>
                  <a:lnTo>
                    <a:pt x="9118" y="64"/>
                  </a:lnTo>
                  <a:lnTo>
                    <a:pt x="9089" y="74"/>
                  </a:lnTo>
                  <a:lnTo>
                    <a:pt x="9060" y="84"/>
                  </a:lnTo>
                  <a:lnTo>
                    <a:pt x="9031" y="96"/>
                  </a:lnTo>
                  <a:lnTo>
                    <a:pt x="9003" y="108"/>
                  </a:lnTo>
                  <a:lnTo>
                    <a:pt x="8976" y="120"/>
                  </a:lnTo>
                  <a:lnTo>
                    <a:pt x="8948" y="134"/>
                  </a:lnTo>
                  <a:lnTo>
                    <a:pt x="8921" y="149"/>
                  </a:lnTo>
                  <a:lnTo>
                    <a:pt x="8894" y="163"/>
                  </a:lnTo>
                  <a:lnTo>
                    <a:pt x="8867" y="179"/>
                  </a:lnTo>
                  <a:lnTo>
                    <a:pt x="8841" y="195"/>
                  </a:lnTo>
                  <a:lnTo>
                    <a:pt x="8816" y="211"/>
                  </a:lnTo>
                  <a:lnTo>
                    <a:pt x="8790" y="229"/>
                  </a:lnTo>
                  <a:lnTo>
                    <a:pt x="8766" y="247"/>
                  </a:lnTo>
                  <a:lnTo>
                    <a:pt x="8741" y="267"/>
                  </a:lnTo>
                  <a:lnTo>
                    <a:pt x="8716" y="286"/>
                  </a:lnTo>
                  <a:lnTo>
                    <a:pt x="8692" y="306"/>
                  </a:lnTo>
                  <a:lnTo>
                    <a:pt x="8669" y="326"/>
                  </a:lnTo>
                  <a:lnTo>
                    <a:pt x="8646" y="348"/>
                  </a:lnTo>
                  <a:lnTo>
                    <a:pt x="8624" y="369"/>
                  </a:lnTo>
                  <a:lnTo>
                    <a:pt x="7914" y="1081"/>
                  </a:lnTo>
                  <a:lnTo>
                    <a:pt x="7892" y="1104"/>
                  </a:lnTo>
                  <a:lnTo>
                    <a:pt x="7870" y="1128"/>
                  </a:lnTo>
                  <a:lnTo>
                    <a:pt x="7850" y="1151"/>
                  </a:lnTo>
                  <a:lnTo>
                    <a:pt x="7829" y="1174"/>
                  </a:lnTo>
                  <a:lnTo>
                    <a:pt x="7810" y="1199"/>
                  </a:lnTo>
                  <a:lnTo>
                    <a:pt x="7792" y="1223"/>
                  </a:lnTo>
                  <a:lnTo>
                    <a:pt x="7773" y="1249"/>
                  </a:lnTo>
                  <a:lnTo>
                    <a:pt x="7756" y="1274"/>
                  </a:lnTo>
                  <a:lnTo>
                    <a:pt x="7739" y="1300"/>
                  </a:lnTo>
                  <a:lnTo>
                    <a:pt x="7723" y="1326"/>
                  </a:lnTo>
                  <a:lnTo>
                    <a:pt x="7707" y="1352"/>
                  </a:lnTo>
                  <a:lnTo>
                    <a:pt x="7692" y="1380"/>
                  </a:lnTo>
                  <a:lnTo>
                    <a:pt x="7678" y="1407"/>
                  </a:lnTo>
                  <a:lnTo>
                    <a:pt x="7665" y="1434"/>
                  </a:lnTo>
                  <a:lnTo>
                    <a:pt x="7652" y="1462"/>
                  </a:lnTo>
                  <a:lnTo>
                    <a:pt x="7640" y="1491"/>
                  </a:lnTo>
                  <a:lnTo>
                    <a:pt x="7629" y="1519"/>
                  </a:lnTo>
                  <a:lnTo>
                    <a:pt x="7618" y="1547"/>
                  </a:lnTo>
                  <a:lnTo>
                    <a:pt x="7608" y="1576"/>
                  </a:lnTo>
                  <a:lnTo>
                    <a:pt x="7599" y="1606"/>
                  </a:lnTo>
                  <a:lnTo>
                    <a:pt x="7591" y="1636"/>
                  </a:lnTo>
                  <a:lnTo>
                    <a:pt x="7583" y="1665"/>
                  </a:lnTo>
                  <a:lnTo>
                    <a:pt x="7576" y="1695"/>
                  </a:lnTo>
                  <a:lnTo>
                    <a:pt x="7569" y="1725"/>
                  </a:lnTo>
                  <a:lnTo>
                    <a:pt x="7564" y="1756"/>
                  </a:lnTo>
                  <a:lnTo>
                    <a:pt x="7559" y="1786"/>
                  </a:lnTo>
                  <a:lnTo>
                    <a:pt x="7555" y="1817"/>
                  </a:lnTo>
                  <a:lnTo>
                    <a:pt x="7551" y="1848"/>
                  </a:lnTo>
                  <a:lnTo>
                    <a:pt x="7549" y="1879"/>
                  </a:lnTo>
                  <a:lnTo>
                    <a:pt x="7547" y="1911"/>
                  </a:lnTo>
                  <a:lnTo>
                    <a:pt x="7546" y="1942"/>
                  </a:lnTo>
                  <a:lnTo>
                    <a:pt x="7545" y="1974"/>
                  </a:lnTo>
                  <a:lnTo>
                    <a:pt x="7546" y="2018"/>
                  </a:lnTo>
                  <a:lnTo>
                    <a:pt x="7548" y="2062"/>
                  </a:lnTo>
                  <a:lnTo>
                    <a:pt x="7552" y="2106"/>
                  </a:lnTo>
                  <a:lnTo>
                    <a:pt x="7557" y="2150"/>
                  </a:lnTo>
                  <a:lnTo>
                    <a:pt x="7564" y="2192"/>
                  </a:lnTo>
                  <a:lnTo>
                    <a:pt x="7572" y="2236"/>
                  </a:lnTo>
                  <a:lnTo>
                    <a:pt x="7582" y="2278"/>
                  </a:lnTo>
                  <a:lnTo>
                    <a:pt x="7593" y="2319"/>
                  </a:lnTo>
                  <a:lnTo>
                    <a:pt x="7605" y="2361"/>
                  </a:lnTo>
                  <a:lnTo>
                    <a:pt x="7619" y="2402"/>
                  </a:lnTo>
                  <a:lnTo>
                    <a:pt x="7634" y="2442"/>
                  </a:lnTo>
                  <a:lnTo>
                    <a:pt x="7651" y="2483"/>
                  </a:lnTo>
                  <a:lnTo>
                    <a:pt x="7669" y="2522"/>
                  </a:lnTo>
                  <a:lnTo>
                    <a:pt x="7688" y="2560"/>
                  </a:lnTo>
                  <a:lnTo>
                    <a:pt x="7710" y="2599"/>
                  </a:lnTo>
                  <a:lnTo>
                    <a:pt x="7732" y="2635"/>
                  </a:lnTo>
                  <a:lnTo>
                    <a:pt x="902" y="5377"/>
                  </a:lnTo>
                  <a:lnTo>
                    <a:pt x="860" y="5397"/>
                  </a:lnTo>
                  <a:lnTo>
                    <a:pt x="819" y="5418"/>
                  </a:lnTo>
                  <a:lnTo>
                    <a:pt x="778" y="5440"/>
                  </a:lnTo>
                  <a:lnTo>
                    <a:pt x="737" y="5462"/>
                  </a:lnTo>
                  <a:lnTo>
                    <a:pt x="699" y="5486"/>
                  </a:lnTo>
                  <a:lnTo>
                    <a:pt x="660" y="5511"/>
                  </a:lnTo>
                  <a:lnTo>
                    <a:pt x="623" y="5539"/>
                  </a:lnTo>
                  <a:lnTo>
                    <a:pt x="586" y="5566"/>
                  </a:lnTo>
                  <a:lnTo>
                    <a:pt x="550" y="5594"/>
                  </a:lnTo>
                  <a:lnTo>
                    <a:pt x="516" y="5623"/>
                  </a:lnTo>
                  <a:lnTo>
                    <a:pt x="482" y="5655"/>
                  </a:lnTo>
                  <a:lnTo>
                    <a:pt x="450" y="5686"/>
                  </a:lnTo>
                  <a:lnTo>
                    <a:pt x="417" y="5718"/>
                  </a:lnTo>
                  <a:lnTo>
                    <a:pt x="386" y="5751"/>
                  </a:lnTo>
                  <a:lnTo>
                    <a:pt x="357" y="5786"/>
                  </a:lnTo>
                  <a:lnTo>
                    <a:pt x="328" y="5821"/>
                  </a:lnTo>
                  <a:lnTo>
                    <a:pt x="301" y="5857"/>
                  </a:lnTo>
                  <a:lnTo>
                    <a:pt x="274" y="5894"/>
                  </a:lnTo>
                  <a:lnTo>
                    <a:pt x="248" y="5931"/>
                  </a:lnTo>
                  <a:lnTo>
                    <a:pt x="224" y="5969"/>
                  </a:lnTo>
                  <a:lnTo>
                    <a:pt x="200" y="6009"/>
                  </a:lnTo>
                  <a:lnTo>
                    <a:pt x="179" y="6049"/>
                  </a:lnTo>
                  <a:lnTo>
                    <a:pt x="158" y="6089"/>
                  </a:lnTo>
                  <a:lnTo>
                    <a:pt x="138" y="6131"/>
                  </a:lnTo>
                  <a:lnTo>
                    <a:pt x="120" y="6172"/>
                  </a:lnTo>
                  <a:lnTo>
                    <a:pt x="103" y="6214"/>
                  </a:lnTo>
                  <a:lnTo>
                    <a:pt x="87" y="6258"/>
                  </a:lnTo>
                  <a:lnTo>
                    <a:pt x="71" y="6301"/>
                  </a:lnTo>
                  <a:lnTo>
                    <a:pt x="58" y="6345"/>
                  </a:lnTo>
                  <a:lnTo>
                    <a:pt x="46" y="6390"/>
                  </a:lnTo>
                  <a:lnTo>
                    <a:pt x="36" y="6435"/>
                  </a:lnTo>
                  <a:lnTo>
                    <a:pt x="26" y="6481"/>
                  </a:lnTo>
                  <a:lnTo>
                    <a:pt x="18" y="6527"/>
                  </a:lnTo>
                  <a:lnTo>
                    <a:pt x="12" y="6573"/>
                  </a:lnTo>
                  <a:lnTo>
                    <a:pt x="7" y="6620"/>
                  </a:lnTo>
                  <a:lnTo>
                    <a:pt x="3" y="6666"/>
                  </a:lnTo>
                  <a:lnTo>
                    <a:pt x="1" y="6712"/>
                  </a:lnTo>
                  <a:lnTo>
                    <a:pt x="0" y="6759"/>
                  </a:lnTo>
                  <a:lnTo>
                    <a:pt x="1" y="6804"/>
                  </a:lnTo>
                  <a:lnTo>
                    <a:pt x="3" y="6850"/>
                  </a:lnTo>
                  <a:lnTo>
                    <a:pt x="6" y="6896"/>
                  </a:lnTo>
                  <a:lnTo>
                    <a:pt x="11" y="6941"/>
                  </a:lnTo>
                  <a:lnTo>
                    <a:pt x="17" y="6987"/>
                  </a:lnTo>
                  <a:lnTo>
                    <a:pt x="24" y="7032"/>
                  </a:lnTo>
                  <a:lnTo>
                    <a:pt x="33" y="7076"/>
                  </a:lnTo>
                  <a:lnTo>
                    <a:pt x="43" y="7121"/>
                  </a:lnTo>
                  <a:lnTo>
                    <a:pt x="55" y="7165"/>
                  </a:lnTo>
                  <a:lnTo>
                    <a:pt x="67" y="7209"/>
                  </a:lnTo>
                  <a:lnTo>
                    <a:pt x="81" y="7253"/>
                  </a:lnTo>
                  <a:lnTo>
                    <a:pt x="98" y="7295"/>
                  </a:lnTo>
                  <a:lnTo>
                    <a:pt x="114" y="7337"/>
                  </a:lnTo>
                  <a:lnTo>
                    <a:pt x="132" y="7380"/>
                  </a:lnTo>
                  <a:lnTo>
                    <a:pt x="152" y="7421"/>
                  </a:lnTo>
                  <a:lnTo>
                    <a:pt x="172" y="7462"/>
                  </a:lnTo>
                  <a:lnTo>
                    <a:pt x="194" y="7503"/>
                  </a:lnTo>
                  <a:lnTo>
                    <a:pt x="217" y="7542"/>
                  </a:lnTo>
                  <a:lnTo>
                    <a:pt x="241" y="7581"/>
                  </a:lnTo>
                  <a:lnTo>
                    <a:pt x="268" y="7620"/>
                  </a:lnTo>
                  <a:lnTo>
                    <a:pt x="294" y="7658"/>
                  </a:lnTo>
                  <a:lnTo>
                    <a:pt x="322" y="7695"/>
                  </a:lnTo>
                  <a:lnTo>
                    <a:pt x="351" y="7732"/>
                  </a:lnTo>
                  <a:lnTo>
                    <a:pt x="382" y="7767"/>
                  </a:lnTo>
                  <a:lnTo>
                    <a:pt x="413" y="7801"/>
                  </a:lnTo>
                  <a:lnTo>
                    <a:pt x="447" y="7835"/>
                  </a:lnTo>
                  <a:lnTo>
                    <a:pt x="6844" y="14177"/>
                  </a:lnTo>
                  <a:lnTo>
                    <a:pt x="6871" y="14203"/>
                  </a:lnTo>
                  <a:lnTo>
                    <a:pt x="6897" y="14228"/>
                  </a:lnTo>
                  <a:lnTo>
                    <a:pt x="6924" y="14252"/>
                  </a:lnTo>
                  <a:lnTo>
                    <a:pt x="6952" y="14275"/>
                  </a:lnTo>
                  <a:lnTo>
                    <a:pt x="6979" y="14298"/>
                  </a:lnTo>
                  <a:lnTo>
                    <a:pt x="7008" y="14320"/>
                  </a:lnTo>
                  <a:lnTo>
                    <a:pt x="7038" y="14341"/>
                  </a:lnTo>
                  <a:lnTo>
                    <a:pt x="7067" y="14362"/>
                  </a:lnTo>
                  <a:lnTo>
                    <a:pt x="7097" y="14381"/>
                  </a:lnTo>
                  <a:lnTo>
                    <a:pt x="7127" y="14400"/>
                  </a:lnTo>
                  <a:lnTo>
                    <a:pt x="7157" y="14418"/>
                  </a:lnTo>
                  <a:lnTo>
                    <a:pt x="7188" y="14436"/>
                  </a:lnTo>
                  <a:lnTo>
                    <a:pt x="7221" y="14453"/>
                  </a:lnTo>
                  <a:lnTo>
                    <a:pt x="7252" y="14469"/>
                  </a:lnTo>
                  <a:lnTo>
                    <a:pt x="7284" y="14484"/>
                  </a:lnTo>
                  <a:lnTo>
                    <a:pt x="7316" y="14499"/>
                  </a:lnTo>
                  <a:lnTo>
                    <a:pt x="7349" y="14512"/>
                  </a:lnTo>
                  <a:lnTo>
                    <a:pt x="7383" y="14525"/>
                  </a:lnTo>
                  <a:lnTo>
                    <a:pt x="7416" y="14537"/>
                  </a:lnTo>
                  <a:lnTo>
                    <a:pt x="7450" y="14548"/>
                  </a:lnTo>
                  <a:lnTo>
                    <a:pt x="7484" y="14558"/>
                  </a:lnTo>
                  <a:lnTo>
                    <a:pt x="7518" y="14569"/>
                  </a:lnTo>
                  <a:lnTo>
                    <a:pt x="7553" y="14578"/>
                  </a:lnTo>
                  <a:lnTo>
                    <a:pt x="7588" y="14586"/>
                  </a:lnTo>
                  <a:lnTo>
                    <a:pt x="7623" y="14593"/>
                  </a:lnTo>
                  <a:lnTo>
                    <a:pt x="7657" y="14599"/>
                  </a:lnTo>
                  <a:lnTo>
                    <a:pt x="7693" y="14605"/>
                  </a:lnTo>
                  <a:lnTo>
                    <a:pt x="7729" y="14609"/>
                  </a:lnTo>
                  <a:lnTo>
                    <a:pt x="7765" y="14613"/>
                  </a:lnTo>
                  <a:lnTo>
                    <a:pt x="7800" y="14616"/>
                  </a:lnTo>
                  <a:lnTo>
                    <a:pt x="7836" y="14618"/>
                  </a:lnTo>
                  <a:lnTo>
                    <a:pt x="7872" y="14619"/>
                  </a:lnTo>
                  <a:lnTo>
                    <a:pt x="7882" y="14620"/>
                  </a:lnTo>
                  <a:lnTo>
                    <a:pt x="7892" y="14620"/>
                  </a:lnTo>
                  <a:lnTo>
                    <a:pt x="7903" y="14620"/>
                  </a:lnTo>
                  <a:lnTo>
                    <a:pt x="7911" y="14620"/>
                  </a:lnTo>
                  <a:lnTo>
                    <a:pt x="7949" y="14619"/>
                  </a:lnTo>
                  <a:lnTo>
                    <a:pt x="7987" y="14618"/>
                  </a:lnTo>
                  <a:lnTo>
                    <a:pt x="8025" y="14616"/>
                  </a:lnTo>
                  <a:lnTo>
                    <a:pt x="8065" y="14612"/>
                  </a:lnTo>
                  <a:lnTo>
                    <a:pt x="8103" y="14608"/>
                  </a:lnTo>
                  <a:lnTo>
                    <a:pt x="8141" y="14602"/>
                  </a:lnTo>
                  <a:lnTo>
                    <a:pt x="8179" y="14596"/>
                  </a:lnTo>
                  <a:lnTo>
                    <a:pt x="8219" y="14589"/>
                  </a:lnTo>
                  <a:lnTo>
                    <a:pt x="8265" y="14578"/>
                  </a:lnTo>
                  <a:lnTo>
                    <a:pt x="8311" y="14566"/>
                  </a:lnTo>
                  <a:lnTo>
                    <a:pt x="8356" y="14552"/>
                  </a:lnTo>
                  <a:lnTo>
                    <a:pt x="8401" y="14538"/>
                  </a:lnTo>
                  <a:lnTo>
                    <a:pt x="8445" y="14522"/>
                  </a:lnTo>
                  <a:lnTo>
                    <a:pt x="8489" y="14505"/>
                  </a:lnTo>
                  <a:lnTo>
                    <a:pt x="8531" y="14487"/>
                  </a:lnTo>
                  <a:lnTo>
                    <a:pt x="8574" y="14467"/>
                  </a:lnTo>
                  <a:lnTo>
                    <a:pt x="8616" y="14446"/>
                  </a:lnTo>
                  <a:lnTo>
                    <a:pt x="8656" y="14423"/>
                  </a:lnTo>
                  <a:lnTo>
                    <a:pt x="8696" y="14400"/>
                  </a:lnTo>
                  <a:lnTo>
                    <a:pt x="8736" y="14375"/>
                  </a:lnTo>
                  <a:lnTo>
                    <a:pt x="8774" y="14350"/>
                  </a:lnTo>
                  <a:lnTo>
                    <a:pt x="8811" y="14323"/>
                  </a:lnTo>
                  <a:lnTo>
                    <a:pt x="8847" y="14294"/>
                  </a:lnTo>
                  <a:lnTo>
                    <a:pt x="8883" y="14265"/>
                  </a:lnTo>
                  <a:lnTo>
                    <a:pt x="8918" y="14235"/>
                  </a:lnTo>
                  <a:lnTo>
                    <a:pt x="8952" y="14204"/>
                  </a:lnTo>
                  <a:lnTo>
                    <a:pt x="8985" y="14171"/>
                  </a:lnTo>
                  <a:lnTo>
                    <a:pt x="9017" y="14138"/>
                  </a:lnTo>
                  <a:lnTo>
                    <a:pt x="9047" y="14104"/>
                  </a:lnTo>
                  <a:lnTo>
                    <a:pt x="9078" y="14068"/>
                  </a:lnTo>
                  <a:lnTo>
                    <a:pt x="9106" y="14032"/>
                  </a:lnTo>
                  <a:lnTo>
                    <a:pt x="9134" y="13995"/>
                  </a:lnTo>
                  <a:lnTo>
                    <a:pt x="9160" y="13957"/>
                  </a:lnTo>
                  <a:lnTo>
                    <a:pt x="9186" y="13918"/>
                  </a:lnTo>
                  <a:lnTo>
                    <a:pt x="9210" y="13878"/>
                  </a:lnTo>
                  <a:lnTo>
                    <a:pt x="9232" y="13838"/>
                  </a:lnTo>
                  <a:lnTo>
                    <a:pt x="9255" y="13796"/>
                  </a:lnTo>
                  <a:lnTo>
                    <a:pt x="9276" y="13754"/>
                  </a:lnTo>
                  <a:lnTo>
                    <a:pt x="9295" y="13711"/>
                  </a:lnTo>
                  <a:lnTo>
                    <a:pt x="9313" y="13666"/>
                  </a:lnTo>
                  <a:lnTo>
                    <a:pt x="12000" y="6923"/>
                  </a:lnTo>
                  <a:lnTo>
                    <a:pt x="12038" y="6948"/>
                  </a:lnTo>
                  <a:lnTo>
                    <a:pt x="12077" y="6970"/>
                  </a:lnTo>
                  <a:lnTo>
                    <a:pt x="12118" y="6993"/>
                  </a:lnTo>
                  <a:lnTo>
                    <a:pt x="12158" y="7012"/>
                  </a:lnTo>
                  <a:lnTo>
                    <a:pt x="12199" y="7031"/>
                  </a:lnTo>
                  <a:lnTo>
                    <a:pt x="12241" y="7047"/>
                  </a:lnTo>
                  <a:lnTo>
                    <a:pt x="12284" y="7063"/>
                  </a:lnTo>
                  <a:lnTo>
                    <a:pt x="12327" y="7076"/>
                  </a:lnTo>
                  <a:lnTo>
                    <a:pt x="12370" y="7088"/>
                  </a:lnTo>
                  <a:lnTo>
                    <a:pt x="12414" y="7099"/>
                  </a:lnTo>
                  <a:lnTo>
                    <a:pt x="12459" y="7109"/>
                  </a:lnTo>
                  <a:lnTo>
                    <a:pt x="12504" y="7116"/>
                  </a:lnTo>
                  <a:lnTo>
                    <a:pt x="12549" y="7122"/>
                  </a:lnTo>
                  <a:lnTo>
                    <a:pt x="12595" y="7126"/>
                  </a:lnTo>
                  <a:lnTo>
                    <a:pt x="12642" y="7129"/>
                  </a:lnTo>
                  <a:lnTo>
                    <a:pt x="12688" y="7130"/>
                  </a:lnTo>
                  <a:lnTo>
                    <a:pt x="12719" y="7129"/>
                  </a:lnTo>
                  <a:lnTo>
                    <a:pt x="12750" y="7128"/>
                  </a:lnTo>
                  <a:lnTo>
                    <a:pt x="12781" y="7126"/>
                  </a:lnTo>
                  <a:lnTo>
                    <a:pt x="12813" y="7123"/>
                  </a:lnTo>
                  <a:lnTo>
                    <a:pt x="12844" y="7120"/>
                  </a:lnTo>
                  <a:lnTo>
                    <a:pt x="12874" y="7116"/>
                  </a:lnTo>
                  <a:lnTo>
                    <a:pt x="12905" y="7111"/>
                  </a:lnTo>
                  <a:lnTo>
                    <a:pt x="12935" y="7105"/>
                  </a:lnTo>
                  <a:lnTo>
                    <a:pt x="12966" y="7098"/>
                  </a:lnTo>
                  <a:lnTo>
                    <a:pt x="12995" y="7091"/>
                  </a:lnTo>
                  <a:lnTo>
                    <a:pt x="13025" y="7083"/>
                  </a:lnTo>
                  <a:lnTo>
                    <a:pt x="13054" y="7075"/>
                  </a:lnTo>
                  <a:lnTo>
                    <a:pt x="13083" y="7066"/>
                  </a:lnTo>
                  <a:lnTo>
                    <a:pt x="13112" y="7056"/>
                  </a:lnTo>
                  <a:lnTo>
                    <a:pt x="13141" y="7045"/>
                  </a:lnTo>
                  <a:lnTo>
                    <a:pt x="13170" y="7034"/>
                  </a:lnTo>
                  <a:lnTo>
                    <a:pt x="13198" y="7022"/>
                  </a:lnTo>
                  <a:lnTo>
                    <a:pt x="13225" y="7009"/>
                  </a:lnTo>
                  <a:lnTo>
                    <a:pt x="13253" y="6996"/>
                  </a:lnTo>
                  <a:lnTo>
                    <a:pt x="13280" y="6981"/>
                  </a:lnTo>
                  <a:lnTo>
                    <a:pt x="13307" y="6966"/>
                  </a:lnTo>
                  <a:lnTo>
                    <a:pt x="13334" y="6950"/>
                  </a:lnTo>
                  <a:lnTo>
                    <a:pt x="13360" y="6934"/>
                  </a:lnTo>
                  <a:lnTo>
                    <a:pt x="13385" y="6918"/>
                  </a:lnTo>
                  <a:lnTo>
                    <a:pt x="13410" y="6900"/>
                  </a:lnTo>
                  <a:lnTo>
                    <a:pt x="13435" y="6882"/>
                  </a:lnTo>
                  <a:lnTo>
                    <a:pt x="13460" y="6863"/>
                  </a:lnTo>
                  <a:lnTo>
                    <a:pt x="13485" y="6843"/>
                  </a:lnTo>
                  <a:lnTo>
                    <a:pt x="13508" y="6823"/>
                  </a:lnTo>
                  <a:lnTo>
                    <a:pt x="13532" y="6803"/>
                  </a:lnTo>
                  <a:lnTo>
                    <a:pt x="13554" y="6781"/>
                  </a:lnTo>
                  <a:lnTo>
                    <a:pt x="13577" y="6759"/>
                  </a:lnTo>
                  <a:lnTo>
                    <a:pt x="14285" y="6050"/>
                  </a:lnTo>
                  <a:lnTo>
                    <a:pt x="14307" y="6028"/>
                  </a:lnTo>
                  <a:lnTo>
                    <a:pt x="14329" y="6005"/>
                  </a:lnTo>
                  <a:lnTo>
                    <a:pt x="14350" y="5980"/>
                  </a:lnTo>
                  <a:lnTo>
                    <a:pt x="14370" y="5957"/>
                  </a:lnTo>
                  <a:lnTo>
                    <a:pt x="14389" y="5932"/>
                  </a:lnTo>
                  <a:lnTo>
                    <a:pt x="14408" y="5908"/>
                  </a:lnTo>
                  <a:lnTo>
                    <a:pt x="14426" y="5883"/>
                  </a:lnTo>
                  <a:lnTo>
                    <a:pt x="14444" y="5857"/>
                  </a:lnTo>
                  <a:lnTo>
                    <a:pt x="14460" y="5831"/>
                  </a:lnTo>
                  <a:lnTo>
                    <a:pt x="14477" y="5805"/>
                  </a:lnTo>
                  <a:lnTo>
                    <a:pt x="14493" y="5778"/>
                  </a:lnTo>
                  <a:lnTo>
                    <a:pt x="14508" y="5751"/>
                  </a:lnTo>
                  <a:lnTo>
                    <a:pt x="14522" y="5724"/>
                  </a:lnTo>
                  <a:lnTo>
                    <a:pt x="14535" y="5696"/>
                  </a:lnTo>
                  <a:lnTo>
                    <a:pt x="14548" y="5668"/>
                  </a:lnTo>
                  <a:lnTo>
                    <a:pt x="14560" y="5640"/>
                  </a:lnTo>
                  <a:lnTo>
                    <a:pt x="14572" y="5611"/>
                  </a:lnTo>
                  <a:lnTo>
                    <a:pt x="14582" y="5583"/>
                  </a:lnTo>
                  <a:lnTo>
                    <a:pt x="14592" y="5554"/>
                  </a:lnTo>
                  <a:lnTo>
                    <a:pt x="14602" y="5525"/>
                  </a:lnTo>
                  <a:lnTo>
                    <a:pt x="14610" y="5494"/>
                  </a:lnTo>
                  <a:lnTo>
                    <a:pt x="14618" y="5465"/>
                  </a:lnTo>
                  <a:lnTo>
                    <a:pt x="14625" y="5435"/>
                  </a:lnTo>
                  <a:lnTo>
                    <a:pt x="14631" y="5405"/>
                  </a:lnTo>
                  <a:lnTo>
                    <a:pt x="14637" y="5373"/>
                  </a:lnTo>
                  <a:lnTo>
                    <a:pt x="14642" y="5343"/>
                  </a:lnTo>
                  <a:lnTo>
                    <a:pt x="14646" y="5312"/>
                  </a:lnTo>
                  <a:lnTo>
                    <a:pt x="14649" y="5282"/>
                  </a:lnTo>
                  <a:lnTo>
                    <a:pt x="14652" y="5250"/>
                  </a:lnTo>
                  <a:lnTo>
                    <a:pt x="14654" y="5219"/>
                  </a:lnTo>
                  <a:lnTo>
                    <a:pt x="14656" y="5187"/>
                  </a:lnTo>
                  <a:lnTo>
                    <a:pt x="14656" y="5156"/>
                  </a:lnTo>
                  <a:lnTo>
                    <a:pt x="14656" y="5124"/>
                  </a:lnTo>
                  <a:lnTo>
                    <a:pt x="14654" y="5092"/>
                  </a:lnTo>
                  <a:lnTo>
                    <a:pt x="14652" y="5061"/>
                  </a:lnTo>
                  <a:lnTo>
                    <a:pt x="14649" y="5030"/>
                  </a:lnTo>
                  <a:lnTo>
                    <a:pt x="14646" y="4999"/>
                  </a:lnTo>
                  <a:lnTo>
                    <a:pt x="14642" y="4968"/>
                  </a:lnTo>
                  <a:lnTo>
                    <a:pt x="14637" y="4938"/>
                  </a:lnTo>
                  <a:lnTo>
                    <a:pt x="14631" y="4908"/>
                  </a:lnTo>
                  <a:lnTo>
                    <a:pt x="14625" y="4877"/>
                  </a:lnTo>
                  <a:lnTo>
                    <a:pt x="14618" y="4847"/>
                  </a:lnTo>
                  <a:lnTo>
                    <a:pt x="14610" y="4817"/>
                  </a:lnTo>
                  <a:lnTo>
                    <a:pt x="14602" y="4788"/>
                  </a:lnTo>
                  <a:lnTo>
                    <a:pt x="14592" y="4758"/>
                  </a:lnTo>
                  <a:lnTo>
                    <a:pt x="14583" y="4729"/>
                  </a:lnTo>
                  <a:lnTo>
                    <a:pt x="14572" y="4701"/>
                  </a:lnTo>
                  <a:lnTo>
                    <a:pt x="14561" y="4672"/>
                  </a:lnTo>
                  <a:lnTo>
                    <a:pt x="14549" y="4643"/>
                  </a:lnTo>
                  <a:lnTo>
                    <a:pt x="14536" y="4616"/>
                  </a:lnTo>
                  <a:lnTo>
                    <a:pt x="14523" y="4589"/>
                  </a:lnTo>
                  <a:lnTo>
                    <a:pt x="14509" y="4562"/>
                  </a:lnTo>
                  <a:lnTo>
                    <a:pt x="14494" y="4534"/>
                  </a:lnTo>
                  <a:lnTo>
                    <a:pt x="14478" y="4508"/>
                  </a:lnTo>
                  <a:lnTo>
                    <a:pt x="14462" y="4482"/>
                  </a:lnTo>
                  <a:lnTo>
                    <a:pt x="14445" y="4456"/>
                  </a:lnTo>
                  <a:lnTo>
                    <a:pt x="14428" y="4431"/>
                  </a:lnTo>
                  <a:lnTo>
                    <a:pt x="14410" y="4405"/>
                  </a:lnTo>
                  <a:lnTo>
                    <a:pt x="14391" y="4381"/>
                  </a:lnTo>
                  <a:lnTo>
                    <a:pt x="14372" y="4357"/>
                  </a:lnTo>
                  <a:lnTo>
                    <a:pt x="14352" y="4333"/>
                  </a:lnTo>
                  <a:lnTo>
                    <a:pt x="14331" y="4310"/>
                  </a:lnTo>
                  <a:lnTo>
                    <a:pt x="14309" y="4287"/>
                  </a:lnTo>
                  <a:lnTo>
                    <a:pt x="14288" y="4265"/>
                  </a:lnTo>
                  <a:lnTo>
                    <a:pt x="10402" y="3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66" name="Freeform 65"/>
            <p:cNvSpPr>
              <a:spLocks noEditPoints="1"/>
            </p:cNvSpPr>
            <p:nvPr/>
          </p:nvSpPr>
          <p:spPr bwMode="auto">
            <a:xfrm>
              <a:off x="7127875" y="4497388"/>
              <a:ext cx="107950" cy="107950"/>
            </a:xfrm>
            <a:custGeom>
              <a:avLst/>
              <a:gdLst>
                <a:gd name="T0" fmla="*/ 1409 w 2514"/>
                <a:gd name="T1" fmla="*/ 519 h 2521"/>
                <a:gd name="T2" fmla="*/ 1584 w 2514"/>
                <a:gd name="T3" fmla="*/ 579 h 2521"/>
                <a:gd name="T4" fmla="*/ 1737 w 2514"/>
                <a:gd name="T5" fmla="*/ 677 h 2521"/>
                <a:gd name="T6" fmla="*/ 1862 w 2514"/>
                <a:gd name="T7" fmla="*/ 808 h 2521"/>
                <a:gd name="T8" fmla="*/ 1952 w 2514"/>
                <a:gd name="T9" fmla="*/ 966 h 2521"/>
                <a:gd name="T10" fmla="*/ 2002 w 2514"/>
                <a:gd name="T11" fmla="*/ 1145 h 2521"/>
                <a:gd name="T12" fmla="*/ 2007 w 2514"/>
                <a:gd name="T13" fmla="*/ 1338 h 2521"/>
                <a:gd name="T14" fmla="*/ 1966 w 2514"/>
                <a:gd name="T15" fmla="*/ 1520 h 2521"/>
                <a:gd name="T16" fmla="*/ 1883 w 2514"/>
                <a:gd name="T17" fmla="*/ 1683 h 2521"/>
                <a:gd name="T18" fmla="*/ 1765 w 2514"/>
                <a:gd name="T19" fmla="*/ 1820 h 2521"/>
                <a:gd name="T20" fmla="*/ 1617 w 2514"/>
                <a:gd name="T21" fmla="*/ 1925 h 2521"/>
                <a:gd name="T22" fmla="*/ 1446 w 2514"/>
                <a:gd name="T23" fmla="*/ 1992 h 2521"/>
                <a:gd name="T24" fmla="*/ 1257 w 2514"/>
                <a:gd name="T25" fmla="*/ 2017 h 2521"/>
                <a:gd name="T26" fmla="*/ 1069 w 2514"/>
                <a:gd name="T27" fmla="*/ 1992 h 2521"/>
                <a:gd name="T28" fmla="*/ 897 w 2514"/>
                <a:gd name="T29" fmla="*/ 1925 h 2521"/>
                <a:gd name="T30" fmla="*/ 750 w 2514"/>
                <a:gd name="T31" fmla="*/ 1820 h 2521"/>
                <a:gd name="T32" fmla="*/ 631 w 2514"/>
                <a:gd name="T33" fmla="*/ 1683 h 2521"/>
                <a:gd name="T34" fmla="*/ 549 w 2514"/>
                <a:gd name="T35" fmla="*/ 1520 h 2521"/>
                <a:gd name="T36" fmla="*/ 507 w 2514"/>
                <a:gd name="T37" fmla="*/ 1338 h 2521"/>
                <a:gd name="T38" fmla="*/ 512 w 2514"/>
                <a:gd name="T39" fmla="*/ 1145 h 2521"/>
                <a:gd name="T40" fmla="*/ 562 w 2514"/>
                <a:gd name="T41" fmla="*/ 966 h 2521"/>
                <a:gd name="T42" fmla="*/ 652 w 2514"/>
                <a:gd name="T43" fmla="*/ 808 h 2521"/>
                <a:gd name="T44" fmla="*/ 777 w 2514"/>
                <a:gd name="T45" fmla="*/ 677 h 2521"/>
                <a:gd name="T46" fmla="*/ 930 w 2514"/>
                <a:gd name="T47" fmla="*/ 579 h 2521"/>
                <a:gd name="T48" fmla="*/ 1105 w 2514"/>
                <a:gd name="T49" fmla="*/ 519 h 2521"/>
                <a:gd name="T50" fmla="*/ 1257 w 2514"/>
                <a:gd name="T51" fmla="*/ 2521 h 2521"/>
                <a:gd name="T52" fmla="*/ 1571 w 2514"/>
                <a:gd name="T53" fmla="*/ 2481 h 2521"/>
                <a:gd name="T54" fmla="*/ 1856 w 2514"/>
                <a:gd name="T55" fmla="*/ 2368 h 2521"/>
                <a:gd name="T56" fmla="*/ 2102 w 2514"/>
                <a:gd name="T57" fmla="*/ 2193 h 2521"/>
                <a:gd name="T58" fmla="*/ 2299 w 2514"/>
                <a:gd name="T59" fmla="*/ 1964 h 2521"/>
                <a:gd name="T60" fmla="*/ 2438 w 2514"/>
                <a:gd name="T61" fmla="*/ 1693 h 2521"/>
                <a:gd name="T62" fmla="*/ 2508 w 2514"/>
                <a:gd name="T63" fmla="*/ 1389 h 2521"/>
                <a:gd name="T64" fmla="*/ 2500 w 2514"/>
                <a:gd name="T65" fmla="*/ 1069 h 2521"/>
                <a:gd name="T66" fmla="*/ 2416 w 2514"/>
                <a:gd name="T67" fmla="*/ 770 h 2521"/>
                <a:gd name="T68" fmla="*/ 2264 w 2514"/>
                <a:gd name="T69" fmla="*/ 506 h 2521"/>
                <a:gd name="T70" fmla="*/ 2057 w 2514"/>
                <a:gd name="T71" fmla="*/ 288 h 2521"/>
                <a:gd name="T72" fmla="*/ 1801 w 2514"/>
                <a:gd name="T73" fmla="*/ 124 h 2521"/>
                <a:gd name="T74" fmla="*/ 1510 w 2514"/>
                <a:gd name="T75" fmla="*/ 25 h 2521"/>
                <a:gd name="T76" fmla="*/ 1193 w 2514"/>
                <a:gd name="T77" fmla="*/ 2 h 2521"/>
                <a:gd name="T78" fmla="*/ 884 w 2514"/>
                <a:gd name="T79" fmla="*/ 56 h 2521"/>
                <a:gd name="T80" fmla="*/ 606 w 2514"/>
                <a:gd name="T81" fmla="*/ 182 h 2521"/>
                <a:gd name="T82" fmla="*/ 369 w 2514"/>
                <a:gd name="T83" fmla="*/ 369 h 2521"/>
                <a:gd name="T84" fmla="*/ 182 w 2514"/>
                <a:gd name="T85" fmla="*/ 607 h 2521"/>
                <a:gd name="T86" fmla="*/ 57 w 2514"/>
                <a:gd name="T87" fmla="*/ 886 h 2521"/>
                <a:gd name="T88" fmla="*/ 2 w 2514"/>
                <a:gd name="T89" fmla="*/ 1196 h 2521"/>
                <a:gd name="T90" fmla="*/ 26 w 2514"/>
                <a:gd name="T91" fmla="*/ 1514 h 2521"/>
                <a:gd name="T92" fmla="*/ 124 w 2514"/>
                <a:gd name="T93" fmla="*/ 1806 h 2521"/>
                <a:gd name="T94" fmla="*/ 287 w 2514"/>
                <a:gd name="T95" fmla="*/ 2062 h 2521"/>
                <a:gd name="T96" fmla="*/ 506 w 2514"/>
                <a:gd name="T97" fmla="*/ 2270 h 2521"/>
                <a:gd name="T98" fmla="*/ 768 w 2514"/>
                <a:gd name="T99" fmla="*/ 2422 h 2521"/>
                <a:gd name="T100" fmla="*/ 1066 w 2514"/>
                <a:gd name="T101" fmla="*/ 2507 h 2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14" h="2521">
                  <a:moveTo>
                    <a:pt x="1257" y="504"/>
                  </a:moveTo>
                  <a:lnTo>
                    <a:pt x="1296" y="505"/>
                  </a:lnTo>
                  <a:lnTo>
                    <a:pt x="1334" y="508"/>
                  </a:lnTo>
                  <a:lnTo>
                    <a:pt x="1372" y="513"/>
                  </a:lnTo>
                  <a:lnTo>
                    <a:pt x="1409" y="519"/>
                  </a:lnTo>
                  <a:lnTo>
                    <a:pt x="1446" y="528"/>
                  </a:lnTo>
                  <a:lnTo>
                    <a:pt x="1481" y="538"/>
                  </a:lnTo>
                  <a:lnTo>
                    <a:pt x="1517" y="551"/>
                  </a:lnTo>
                  <a:lnTo>
                    <a:pt x="1551" y="564"/>
                  </a:lnTo>
                  <a:lnTo>
                    <a:pt x="1584" y="579"/>
                  </a:lnTo>
                  <a:lnTo>
                    <a:pt x="1617" y="596"/>
                  </a:lnTo>
                  <a:lnTo>
                    <a:pt x="1648" y="614"/>
                  </a:lnTo>
                  <a:lnTo>
                    <a:pt x="1679" y="633"/>
                  </a:lnTo>
                  <a:lnTo>
                    <a:pt x="1709" y="654"/>
                  </a:lnTo>
                  <a:lnTo>
                    <a:pt x="1737" y="677"/>
                  </a:lnTo>
                  <a:lnTo>
                    <a:pt x="1765" y="701"/>
                  </a:lnTo>
                  <a:lnTo>
                    <a:pt x="1791" y="726"/>
                  </a:lnTo>
                  <a:lnTo>
                    <a:pt x="1815" y="752"/>
                  </a:lnTo>
                  <a:lnTo>
                    <a:pt x="1839" y="779"/>
                  </a:lnTo>
                  <a:lnTo>
                    <a:pt x="1862" y="808"/>
                  </a:lnTo>
                  <a:lnTo>
                    <a:pt x="1883" y="838"/>
                  </a:lnTo>
                  <a:lnTo>
                    <a:pt x="1903" y="868"/>
                  </a:lnTo>
                  <a:lnTo>
                    <a:pt x="1921" y="900"/>
                  </a:lnTo>
                  <a:lnTo>
                    <a:pt x="1937" y="933"/>
                  </a:lnTo>
                  <a:lnTo>
                    <a:pt x="1952" y="966"/>
                  </a:lnTo>
                  <a:lnTo>
                    <a:pt x="1966" y="1000"/>
                  </a:lnTo>
                  <a:lnTo>
                    <a:pt x="1977" y="1035"/>
                  </a:lnTo>
                  <a:lnTo>
                    <a:pt x="1988" y="1072"/>
                  </a:lnTo>
                  <a:lnTo>
                    <a:pt x="1996" y="1108"/>
                  </a:lnTo>
                  <a:lnTo>
                    <a:pt x="2002" y="1145"/>
                  </a:lnTo>
                  <a:lnTo>
                    <a:pt x="2007" y="1183"/>
                  </a:lnTo>
                  <a:lnTo>
                    <a:pt x="2010" y="1221"/>
                  </a:lnTo>
                  <a:lnTo>
                    <a:pt x="2011" y="1260"/>
                  </a:lnTo>
                  <a:lnTo>
                    <a:pt x="2010" y="1300"/>
                  </a:lnTo>
                  <a:lnTo>
                    <a:pt x="2007" y="1338"/>
                  </a:lnTo>
                  <a:lnTo>
                    <a:pt x="2002" y="1375"/>
                  </a:lnTo>
                  <a:lnTo>
                    <a:pt x="1996" y="1413"/>
                  </a:lnTo>
                  <a:lnTo>
                    <a:pt x="1988" y="1449"/>
                  </a:lnTo>
                  <a:lnTo>
                    <a:pt x="1977" y="1485"/>
                  </a:lnTo>
                  <a:lnTo>
                    <a:pt x="1966" y="1520"/>
                  </a:lnTo>
                  <a:lnTo>
                    <a:pt x="1952" y="1555"/>
                  </a:lnTo>
                  <a:lnTo>
                    <a:pt x="1937" y="1588"/>
                  </a:lnTo>
                  <a:lnTo>
                    <a:pt x="1921" y="1620"/>
                  </a:lnTo>
                  <a:lnTo>
                    <a:pt x="1903" y="1653"/>
                  </a:lnTo>
                  <a:lnTo>
                    <a:pt x="1883" y="1683"/>
                  </a:lnTo>
                  <a:lnTo>
                    <a:pt x="1862" y="1713"/>
                  </a:lnTo>
                  <a:lnTo>
                    <a:pt x="1839" y="1741"/>
                  </a:lnTo>
                  <a:lnTo>
                    <a:pt x="1815" y="1768"/>
                  </a:lnTo>
                  <a:lnTo>
                    <a:pt x="1791" y="1795"/>
                  </a:lnTo>
                  <a:lnTo>
                    <a:pt x="1765" y="1820"/>
                  </a:lnTo>
                  <a:lnTo>
                    <a:pt x="1737" y="1844"/>
                  </a:lnTo>
                  <a:lnTo>
                    <a:pt x="1709" y="1866"/>
                  </a:lnTo>
                  <a:lnTo>
                    <a:pt x="1679" y="1887"/>
                  </a:lnTo>
                  <a:lnTo>
                    <a:pt x="1648" y="1907"/>
                  </a:lnTo>
                  <a:lnTo>
                    <a:pt x="1617" y="1925"/>
                  </a:lnTo>
                  <a:lnTo>
                    <a:pt x="1584" y="1942"/>
                  </a:lnTo>
                  <a:lnTo>
                    <a:pt x="1551" y="1957"/>
                  </a:lnTo>
                  <a:lnTo>
                    <a:pt x="1517" y="1970"/>
                  </a:lnTo>
                  <a:lnTo>
                    <a:pt x="1481" y="1982"/>
                  </a:lnTo>
                  <a:lnTo>
                    <a:pt x="1446" y="1992"/>
                  </a:lnTo>
                  <a:lnTo>
                    <a:pt x="1409" y="2001"/>
                  </a:lnTo>
                  <a:lnTo>
                    <a:pt x="1372" y="2007"/>
                  </a:lnTo>
                  <a:lnTo>
                    <a:pt x="1334" y="2012"/>
                  </a:lnTo>
                  <a:lnTo>
                    <a:pt x="1296" y="2015"/>
                  </a:lnTo>
                  <a:lnTo>
                    <a:pt x="1257" y="2017"/>
                  </a:lnTo>
                  <a:lnTo>
                    <a:pt x="1219" y="2015"/>
                  </a:lnTo>
                  <a:lnTo>
                    <a:pt x="1180" y="2012"/>
                  </a:lnTo>
                  <a:lnTo>
                    <a:pt x="1142" y="2007"/>
                  </a:lnTo>
                  <a:lnTo>
                    <a:pt x="1105" y="2001"/>
                  </a:lnTo>
                  <a:lnTo>
                    <a:pt x="1069" y="1992"/>
                  </a:lnTo>
                  <a:lnTo>
                    <a:pt x="1033" y="1982"/>
                  </a:lnTo>
                  <a:lnTo>
                    <a:pt x="997" y="1970"/>
                  </a:lnTo>
                  <a:lnTo>
                    <a:pt x="963" y="1957"/>
                  </a:lnTo>
                  <a:lnTo>
                    <a:pt x="930" y="1942"/>
                  </a:lnTo>
                  <a:lnTo>
                    <a:pt x="897" y="1925"/>
                  </a:lnTo>
                  <a:lnTo>
                    <a:pt x="866" y="1907"/>
                  </a:lnTo>
                  <a:lnTo>
                    <a:pt x="835" y="1887"/>
                  </a:lnTo>
                  <a:lnTo>
                    <a:pt x="805" y="1866"/>
                  </a:lnTo>
                  <a:lnTo>
                    <a:pt x="777" y="1844"/>
                  </a:lnTo>
                  <a:lnTo>
                    <a:pt x="750" y="1820"/>
                  </a:lnTo>
                  <a:lnTo>
                    <a:pt x="724" y="1795"/>
                  </a:lnTo>
                  <a:lnTo>
                    <a:pt x="699" y="1768"/>
                  </a:lnTo>
                  <a:lnTo>
                    <a:pt x="675" y="1741"/>
                  </a:lnTo>
                  <a:lnTo>
                    <a:pt x="652" y="1713"/>
                  </a:lnTo>
                  <a:lnTo>
                    <a:pt x="631" y="1683"/>
                  </a:lnTo>
                  <a:lnTo>
                    <a:pt x="612" y="1653"/>
                  </a:lnTo>
                  <a:lnTo>
                    <a:pt x="594" y="1620"/>
                  </a:lnTo>
                  <a:lnTo>
                    <a:pt x="577" y="1588"/>
                  </a:lnTo>
                  <a:lnTo>
                    <a:pt x="562" y="1555"/>
                  </a:lnTo>
                  <a:lnTo>
                    <a:pt x="549" y="1520"/>
                  </a:lnTo>
                  <a:lnTo>
                    <a:pt x="537" y="1485"/>
                  </a:lnTo>
                  <a:lnTo>
                    <a:pt x="527" y="1449"/>
                  </a:lnTo>
                  <a:lnTo>
                    <a:pt x="518" y="1413"/>
                  </a:lnTo>
                  <a:lnTo>
                    <a:pt x="512" y="1375"/>
                  </a:lnTo>
                  <a:lnTo>
                    <a:pt x="507" y="1338"/>
                  </a:lnTo>
                  <a:lnTo>
                    <a:pt x="504" y="1300"/>
                  </a:lnTo>
                  <a:lnTo>
                    <a:pt x="503" y="1260"/>
                  </a:lnTo>
                  <a:lnTo>
                    <a:pt x="504" y="1221"/>
                  </a:lnTo>
                  <a:lnTo>
                    <a:pt x="507" y="1183"/>
                  </a:lnTo>
                  <a:lnTo>
                    <a:pt x="512" y="1145"/>
                  </a:lnTo>
                  <a:lnTo>
                    <a:pt x="518" y="1108"/>
                  </a:lnTo>
                  <a:lnTo>
                    <a:pt x="527" y="1072"/>
                  </a:lnTo>
                  <a:lnTo>
                    <a:pt x="537" y="1035"/>
                  </a:lnTo>
                  <a:lnTo>
                    <a:pt x="549" y="1000"/>
                  </a:lnTo>
                  <a:lnTo>
                    <a:pt x="562" y="966"/>
                  </a:lnTo>
                  <a:lnTo>
                    <a:pt x="577" y="933"/>
                  </a:lnTo>
                  <a:lnTo>
                    <a:pt x="594" y="900"/>
                  </a:lnTo>
                  <a:lnTo>
                    <a:pt x="612" y="868"/>
                  </a:lnTo>
                  <a:lnTo>
                    <a:pt x="631" y="838"/>
                  </a:lnTo>
                  <a:lnTo>
                    <a:pt x="652" y="808"/>
                  </a:lnTo>
                  <a:lnTo>
                    <a:pt x="675" y="779"/>
                  </a:lnTo>
                  <a:lnTo>
                    <a:pt x="699" y="752"/>
                  </a:lnTo>
                  <a:lnTo>
                    <a:pt x="724" y="726"/>
                  </a:lnTo>
                  <a:lnTo>
                    <a:pt x="750" y="701"/>
                  </a:lnTo>
                  <a:lnTo>
                    <a:pt x="777" y="677"/>
                  </a:lnTo>
                  <a:lnTo>
                    <a:pt x="805" y="654"/>
                  </a:lnTo>
                  <a:lnTo>
                    <a:pt x="835" y="633"/>
                  </a:lnTo>
                  <a:lnTo>
                    <a:pt x="866" y="614"/>
                  </a:lnTo>
                  <a:lnTo>
                    <a:pt x="897" y="596"/>
                  </a:lnTo>
                  <a:lnTo>
                    <a:pt x="930" y="579"/>
                  </a:lnTo>
                  <a:lnTo>
                    <a:pt x="963" y="564"/>
                  </a:lnTo>
                  <a:lnTo>
                    <a:pt x="997" y="551"/>
                  </a:lnTo>
                  <a:lnTo>
                    <a:pt x="1033" y="538"/>
                  </a:lnTo>
                  <a:lnTo>
                    <a:pt x="1069" y="528"/>
                  </a:lnTo>
                  <a:lnTo>
                    <a:pt x="1105" y="519"/>
                  </a:lnTo>
                  <a:lnTo>
                    <a:pt x="1142" y="513"/>
                  </a:lnTo>
                  <a:lnTo>
                    <a:pt x="1180" y="508"/>
                  </a:lnTo>
                  <a:lnTo>
                    <a:pt x="1219" y="505"/>
                  </a:lnTo>
                  <a:lnTo>
                    <a:pt x="1257" y="504"/>
                  </a:lnTo>
                  <a:close/>
                  <a:moveTo>
                    <a:pt x="1257" y="2521"/>
                  </a:moveTo>
                  <a:lnTo>
                    <a:pt x="1321" y="2519"/>
                  </a:lnTo>
                  <a:lnTo>
                    <a:pt x="1386" y="2515"/>
                  </a:lnTo>
                  <a:lnTo>
                    <a:pt x="1448" y="2507"/>
                  </a:lnTo>
                  <a:lnTo>
                    <a:pt x="1510" y="2495"/>
                  </a:lnTo>
                  <a:lnTo>
                    <a:pt x="1571" y="2481"/>
                  </a:lnTo>
                  <a:lnTo>
                    <a:pt x="1630" y="2464"/>
                  </a:lnTo>
                  <a:lnTo>
                    <a:pt x="1689" y="2444"/>
                  </a:lnTo>
                  <a:lnTo>
                    <a:pt x="1746" y="2422"/>
                  </a:lnTo>
                  <a:lnTo>
                    <a:pt x="1801" y="2396"/>
                  </a:lnTo>
                  <a:lnTo>
                    <a:pt x="1856" y="2368"/>
                  </a:lnTo>
                  <a:lnTo>
                    <a:pt x="1909" y="2338"/>
                  </a:lnTo>
                  <a:lnTo>
                    <a:pt x="1959" y="2305"/>
                  </a:lnTo>
                  <a:lnTo>
                    <a:pt x="2008" y="2270"/>
                  </a:lnTo>
                  <a:lnTo>
                    <a:pt x="2057" y="2232"/>
                  </a:lnTo>
                  <a:lnTo>
                    <a:pt x="2102" y="2193"/>
                  </a:lnTo>
                  <a:lnTo>
                    <a:pt x="2145" y="2151"/>
                  </a:lnTo>
                  <a:lnTo>
                    <a:pt x="2187" y="2107"/>
                  </a:lnTo>
                  <a:lnTo>
                    <a:pt x="2227" y="2062"/>
                  </a:lnTo>
                  <a:lnTo>
                    <a:pt x="2264" y="2013"/>
                  </a:lnTo>
                  <a:lnTo>
                    <a:pt x="2299" y="1964"/>
                  </a:lnTo>
                  <a:lnTo>
                    <a:pt x="2332" y="1914"/>
                  </a:lnTo>
                  <a:lnTo>
                    <a:pt x="2363" y="1860"/>
                  </a:lnTo>
                  <a:lnTo>
                    <a:pt x="2391" y="1806"/>
                  </a:lnTo>
                  <a:lnTo>
                    <a:pt x="2416" y="1750"/>
                  </a:lnTo>
                  <a:lnTo>
                    <a:pt x="2438" y="1693"/>
                  </a:lnTo>
                  <a:lnTo>
                    <a:pt x="2458" y="1634"/>
                  </a:lnTo>
                  <a:lnTo>
                    <a:pt x="2475" y="1575"/>
                  </a:lnTo>
                  <a:lnTo>
                    <a:pt x="2489" y="1514"/>
                  </a:lnTo>
                  <a:lnTo>
                    <a:pt x="2500" y="1452"/>
                  </a:lnTo>
                  <a:lnTo>
                    <a:pt x="2508" y="1389"/>
                  </a:lnTo>
                  <a:lnTo>
                    <a:pt x="2512" y="1325"/>
                  </a:lnTo>
                  <a:lnTo>
                    <a:pt x="2514" y="1260"/>
                  </a:lnTo>
                  <a:lnTo>
                    <a:pt x="2512" y="1196"/>
                  </a:lnTo>
                  <a:lnTo>
                    <a:pt x="2508" y="1131"/>
                  </a:lnTo>
                  <a:lnTo>
                    <a:pt x="2500" y="1069"/>
                  </a:lnTo>
                  <a:lnTo>
                    <a:pt x="2489" y="1006"/>
                  </a:lnTo>
                  <a:lnTo>
                    <a:pt x="2475" y="946"/>
                  </a:lnTo>
                  <a:lnTo>
                    <a:pt x="2458" y="886"/>
                  </a:lnTo>
                  <a:lnTo>
                    <a:pt x="2438" y="828"/>
                  </a:lnTo>
                  <a:lnTo>
                    <a:pt x="2416" y="770"/>
                  </a:lnTo>
                  <a:lnTo>
                    <a:pt x="2391" y="714"/>
                  </a:lnTo>
                  <a:lnTo>
                    <a:pt x="2363" y="659"/>
                  </a:lnTo>
                  <a:lnTo>
                    <a:pt x="2332" y="607"/>
                  </a:lnTo>
                  <a:lnTo>
                    <a:pt x="2299" y="556"/>
                  </a:lnTo>
                  <a:lnTo>
                    <a:pt x="2264" y="506"/>
                  </a:lnTo>
                  <a:lnTo>
                    <a:pt x="2227" y="459"/>
                  </a:lnTo>
                  <a:lnTo>
                    <a:pt x="2187" y="413"/>
                  </a:lnTo>
                  <a:lnTo>
                    <a:pt x="2145" y="369"/>
                  </a:lnTo>
                  <a:lnTo>
                    <a:pt x="2102" y="328"/>
                  </a:lnTo>
                  <a:lnTo>
                    <a:pt x="2057" y="288"/>
                  </a:lnTo>
                  <a:lnTo>
                    <a:pt x="2008" y="251"/>
                  </a:lnTo>
                  <a:lnTo>
                    <a:pt x="1959" y="216"/>
                  </a:lnTo>
                  <a:lnTo>
                    <a:pt x="1909" y="182"/>
                  </a:lnTo>
                  <a:lnTo>
                    <a:pt x="1856" y="152"/>
                  </a:lnTo>
                  <a:lnTo>
                    <a:pt x="1801" y="124"/>
                  </a:lnTo>
                  <a:lnTo>
                    <a:pt x="1746" y="99"/>
                  </a:lnTo>
                  <a:lnTo>
                    <a:pt x="1689" y="77"/>
                  </a:lnTo>
                  <a:lnTo>
                    <a:pt x="1630" y="56"/>
                  </a:lnTo>
                  <a:lnTo>
                    <a:pt x="1571" y="39"/>
                  </a:lnTo>
                  <a:lnTo>
                    <a:pt x="1510" y="25"/>
                  </a:lnTo>
                  <a:lnTo>
                    <a:pt x="1448" y="14"/>
                  </a:lnTo>
                  <a:lnTo>
                    <a:pt x="1386" y="6"/>
                  </a:lnTo>
                  <a:lnTo>
                    <a:pt x="1321" y="2"/>
                  </a:lnTo>
                  <a:lnTo>
                    <a:pt x="1257" y="0"/>
                  </a:lnTo>
                  <a:lnTo>
                    <a:pt x="1193" y="2"/>
                  </a:lnTo>
                  <a:lnTo>
                    <a:pt x="1129" y="6"/>
                  </a:lnTo>
                  <a:lnTo>
                    <a:pt x="1066" y="14"/>
                  </a:lnTo>
                  <a:lnTo>
                    <a:pt x="1004" y="25"/>
                  </a:lnTo>
                  <a:lnTo>
                    <a:pt x="943" y="39"/>
                  </a:lnTo>
                  <a:lnTo>
                    <a:pt x="884" y="56"/>
                  </a:lnTo>
                  <a:lnTo>
                    <a:pt x="825" y="77"/>
                  </a:lnTo>
                  <a:lnTo>
                    <a:pt x="768" y="99"/>
                  </a:lnTo>
                  <a:lnTo>
                    <a:pt x="713" y="124"/>
                  </a:lnTo>
                  <a:lnTo>
                    <a:pt x="658" y="152"/>
                  </a:lnTo>
                  <a:lnTo>
                    <a:pt x="606" y="182"/>
                  </a:lnTo>
                  <a:lnTo>
                    <a:pt x="555" y="216"/>
                  </a:lnTo>
                  <a:lnTo>
                    <a:pt x="506" y="251"/>
                  </a:lnTo>
                  <a:lnTo>
                    <a:pt x="458" y="288"/>
                  </a:lnTo>
                  <a:lnTo>
                    <a:pt x="412" y="328"/>
                  </a:lnTo>
                  <a:lnTo>
                    <a:pt x="369" y="369"/>
                  </a:lnTo>
                  <a:lnTo>
                    <a:pt x="326" y="413"/>
                  </a:lnTo>
                  <a:lnTo>
                    <a:pt x="287" y="459"/>
                  </a:lnTo>
                  <a:lnTo>
                    <a:pt x="250" y="506"/>
                  </a:lnTo>
                  <a:lnTo>
                    <a:pt x="215" y="556"/>
                  </a:lnTo>
                  <a:lnTo>
                    <a:pt x="182" y="607"/>
                  </a:lnTo>
                  <a:lnTo>
                    <a:pt x="151" y="659"/>
                  </a:lnTo>
                  <a:lnTo>
                    <a:pt x="124" y="714"/>
                  </a:lnTo>
                  <a:lnTo>
                    <a:pt x="99" y="770"/>
                  </a:lnTo>
                  <a:lnTo>
                    <a:pt x="76" y="828"/>
                  </a:lnTo>
                  <a:lnTo>
                    <a:pt x="57" y="886"/>
                  </a:lnTo>
                  <a:lnTo>
                    <a:pt x="40" y="946"/>
                  </a:lnTo>
                  <a:lnTo>
                    <a:pt x="26" y="1006"/>
                  </a:lnTo>
                  <a:lnTo>
                    <a:pt x="15" y="1069"/>
                  </a:lnTo>
                  <a:lnTo>
                    <a:pt x="7" y="1131"/>
                  </a:lnTo>
                  <a:lnTo>
                    <a:pt x="2" y="1196"/>
                  </a:lnTo>
                  <a:lnTo>
                    <a:pt x="0" y="1260"/>
                  </a:lnTo>
                  <a:lnTo>
                    <a:pt x="2" y="1325"/>
                  </a:lnTo>
                  <a:lnTo>
                    <a:pt x="7" y="1389"/>
                  </a:lnTo>
                  <a:lnTo>
                    <a:pt x="15" y="1452"/>
                  </a:lnTo>
                  <a:lnTo>
                    <a:pt x="26" y="1514"/>
                  </a:lnTo>
                  <a:lnTo>
                    <a:pt x="40" y="1575"/>
                  </a:lnTo>
                  <a:lnTo>
                    <a:pt x="57" y="1634"/>
                  </a:lnTo>
                  <a:lnTo>
                    <a:pt x="76" y="1693"/>
                  </a:lnTo>
                  <a:lnTo>
                    <a:pt x="99" y="1750"/>
                  </a:lnTo>
                  <a:lnTo>
                    <a:pt x="124" y="1806"/>
                  </a:lnTo>
                  <a:lnTo>
                    <a:pt x="151" y="1860"/>
                  </a:lnTo>
                  <a:lnTo>
                    <a:pt x="182" y="1914"/>
                  </a:lnTo>
                  <a:lnTo>
                    <a:pt x="215" y="1964"/>
                  </a:lnTo>
                  <a:lnTo>
                    <a:pt x="250" y="2013"/>
                  </a:lnTo>
                  <a:lnTo>
                    <a:pt x="287" y="2062"/>
                  </a:lnTo>
                  <a:lnTo>
                    <a:pt x="326" y="2107"/>
                  </a:lnTo>
                  <a:lnTo>
                    <a:pt x="369" y="2151"/>
                  </a:lnTo>
                  <a:lnTo>
                    <a:pt x="412" y="2193"/>
                  </a:lnTo>
                  <a:lnTo>
                    <a:pt x="458" y="2232"/>
                  </a:lnTo>
                  <a:lnTo>
                    <a:pt x="506" y="2270"/>
                  </a:lnTo>
                  <a:lnTo>
                    <a:pt x="555" y="2305"/>
                  </a:lnTo>
                  <a:lnTo>
                    <a:pt x="606" y="2338"/>
                  </a:lnTo>
                  <a:lnTo>
                    <a:pt x="658" y="2368"/>
                  </a:lnTo>
                  <a:lnTo>
                    <a:pt x="713" y="2396"/>
                  </a:lnTo>
                  <a:lnTo>
                    <a:pt x="768" y="2422"/>
                  </a:lnTo>
                  <a:lnTo>
                    <a:pt x="825" y="2444"/>
                  </a:lnTo>
                  <a:lnTo>
                    <a:pt x="884" y="2464"/>
                  </a:lnTo>
                  <a:lnTo>
                    <a:pt x="943" y="2481"/>
                  </a:lnTo>
                  <a:lnTo>
                    <a:pt x="1004" y="2495"/>
                  </a:lnTo>
                  <a:lnTo>
                    <a:pt x="1066" y="2507"/>
                  </a:lnTo>
                  <a:lnTo>
                    <a:pt x="1129" y="2515"/>
                  </a:lnTo>
                  <a:lnTo>
                    <a:pt x="1193" y="2519"/>
                  </a:lnTo>
                  <a:lnTo>
                    <a:pt x="1257" y="25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67" name="Freeform 66"/>
            <p:cNvSpPr>
              <a:spLocks noEditPoints="1"/>
            </p:cNvSpPr>
            <p:nvPr/>
          </p:nvSpPr>
          <p:spPr bwMode="auto">
            <a:xfrm>
              <a:off x="7408863" y="4151313"/>
              <a:ext cx="107950" cy="107950"/>
            </a:xfrm>
            <a:custGeom>
              <a:avLst/>
              <a:gdLst>
                <a:gd name="T0" fmla="*/ 1106 w 2515"/>
                <a:gd name="T1" fmla="*/ 2001 h 2521"/>
                <a:gd name="T2" fmla="*/ 931 w 2515"/>
                <a:gd name="T3" fmla="*/ 1942 h 2521"/>
                <a:gd name="T4" fmla="*/ 778 w 2515"/>
                <a:gd name="T5" fmla="*/ 1844 h 2521"/>
                <a:gd name="T6" fmla="*/ 653 w 2515"/>
                <a:gd name="T7" fmla="*/ 1713 h 2521"/>
                <a:gd name="T8" fmla="*/ 562 w 2515"/>
                <a:gd name="T9" fmla="*/ 1555 h 2521"/>
                <a:gd name="T10" fmla="*/ 512 w 2515"/>
                <a:gd name="T11" fmla="*/ 1375 h 2521"/>
                <a:gd name="T12" fmla="*/ 507 w 2515"/>
                <a:gd name="T13" fmla="*/ 1183 h 2521"/>
                <a:gd name="T14" fmla="*/ 548 w 2515"/>
                <a:gd name="T15" fmla="*/ 1000 h 2521"/>
                <a:gd name="T16" fmla="*/ 632 w 2515"/>
                <a:gd name="T17" fmla="*/ 838 h 2521"/>
                <a:gd name="T18" fmla="*/ 751 w 2515"/>
                <a:gd name="T19" fmla="*/ 701 h 2521"/>
                <a:gd name="T20" fmla="*/ 897 w 2515"/>
                <a:gd name="T21" fmla="*/ 596 h 2521"/>
                <a:gd name="T22" fmla="*/ 1068 w 2515"/>
                <a:gd name="T23" fmla="*/ 528 h 2521"/>
                <a:gd name="T24" fmla="*/ 1258 w 2515"/>
                <a:gd name="T25" fmla="*/ 504 h 2521"/>
                <a:gd name="T26" fmla="*/ 1447 w 2515"/>
                <a:gd name="T27" fmla="*/ 528 h 2521"/>
                <a:gd name="T28" fmla="*/ 1618 w 2515"/>
                <a:gd name="T29" fmla="*/ 596 h 2521"/>
                <a:gd name="T30" fmla="*/ 1765 w 2515"/>
                <a:gd name="T31" fmla="*/ 701 h 2521"/>
                <a:gd name="T32" fmla="*/ 1883 w 2515"/>
                <a:gd name="T33" fmla="*/ 838 h 2521"/>
                <a:gd name="T34" fmla="*/ 1967 w 2515"/>
                <a:gd name="T35" fmla="*/ 1000 h 2521"/>
                <a:gd name="T36" fmla="*/ 2008 w 2515"/>
                <a:gd name="T37" fmla="*/ 1183 h 2521"/>
                <a:gd name="T38" fmla="*/ 2003 w 2515"/>
                <a:gd name="T39" fmla="*/ 1375 h 2521"/>
                <a:gd name="T40" fmla="*/ 1953 w 2515"/>
                <a:gd name="T41" fmla="*/ 1555 h 2521"/>
                <a:gd name="T42" fmla="*/ 1862 w 2515"/>
                <a:gd name="T43" fmla="*/ 1713 h 2521"/>
                <a:gd name="T44" fmla="*/ 1737 w 2515"/>
                <a:gd name="T45" fmla="*/ 1844 h 2521"/>
                <a:gd name="T46" fmla="*/ 1585 w 2515"/>
                <a:gd name="T47" fmla="*/ 1942 h 2521"/>
                <a:gd name="T48" fmla="*/ 1409 w 2515"/>
                <a:gd name="T49" fmla="*/ 2001 h 2521"/>
                <a:gd name="T50" fmla="*/ 1258 w 2515"/>
                <a:gd name="T51" fmla="*/ 0 h 2521"/>
                <a:gd name="T52" fmla="*/ 944 w 2515"/>
                <a:gd name="T53" fmla="*/ 39 h 2521"/>
                <a:gd name="T54" fmla="*/ 659 w 2515"/>
                <a:gd name="T55" fmla="*/ 152 h 2521"/>
                <a:gd name="T56" fmla="*/ 413 w 2515"/>
                <a:gd name="T57" fmla="*/ 328 h 2521"/>
                <a:gd name="T58" fmla="*/ 215 w 2515"/>
                <a:gd name="T59" fmla="*/ 556 h 2521"/>
                <a:gd name="T60" fmla="*/ 77 w 2515"/>
                <a:gd name="T61" fmla="*/ 827 h 2521"/>
                <a:gd name="T62" fmla="*/ 7 w 2515"/>
                <a:gd name="T63" fmla="*/ 1131 h 2521"/>
                <a:gd name="T64" fmla="*/ 14 w 2515"/>
                <a:gd name="T65" fmla="*/ 1452 h 2521"/>
                <a:gd name="T66" fmla="*/ 99 w 2515"/>
                <a:gd name="T67" fmla="*/ 1750 h 2521"/>
                <a:gd name="T68" fmla="*/ 251 w 2515"/>
                <a:gd name="T69" fmla="*/ 2014 h 2521"/>
                <a:gd name="T70" fmla="*/ 458 w 2515"/>
                <a:gd name="T71" fmla="*/ 2232 h 2521"/>
                <a:gd name="T72" fmla="*/ 713 w 2515"/>
                <a:gd name="T73" fmla="*/ 2397 h 2521"/>
                <a:gd name="T74" fmla="*/ 1004 w 2515"/>
                <a:gd name="T75" fmla="*/ 2495 h 2521"/>
                <a:gd name="T76" fmla="*/ 1322 w 2515"/>
                <a:gd name="T77" fmla="*/ 2519 h 2521"/>
                <a:gd name="T78" fmla="*/ 1631 w 2515"/>
                <a:gd name="T79" fmla="*/ 2464 h 2521"/>
                <a:gd name="T80" fmla="*/ 1908 w 2515"/>
                <a:gd name="T81" fmla="*/ 2338 h 2521"/>
                <a:gd name="T82" fmla="*/ 2146 w 2515"/>
                <a:gd name="T83" fmla="*/ 2152 h 2521"/>
                <a:gd name="T84" fmla="*/ 2333 w 2515"/>
                <a:gd name="T85" fmla="*/ 1914 h 2521"/>
                <a:gd name="T86" fmla="*/ 2459 w 2515"/>
                <a:gd name="T87" fmla="*/ 1634 h 2521"/>
                <a:gd name="T88" fmla="*/ 2513 w 2515"/>
                <a:gd name="T89" fmla="*/ 1325 h 2521"/>
                <a:gd name="T90" fmla="*/ 2490 w 2515"/>
                <a:gd name="T91" fmla="*/ 1006 h 2521"/>
                <a:gd name="T92" fmla="*/ 2390 w 2515"/>
                <a:gd name="T93" fmla="*/ 714 h 2521"/>
                <a:gd name="T94" fmla="*/ 2227 w 2515"/>
                <a:gd name="T95" fmla="*/ 459 h 2521"/>
                <a:gd name="T96" fmla="*/ 2009 w 2515"/>
                <a:gd name="T97" fmla="*/ 251 h 2521"/>
                <a:gd name="T98" fmla="*/ 1746 w 2515"/>
                <a:gd name="T99" fmla="*/ 99 h 2521"/>
                <a:gd name="T100" fmla="*/ 1449 w 2515"/>
                <a:gd name="T101" fmla="*/ 14 h 2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15" h="2521">
                  <a:moveTo>
                    <a:pt x="1258" y="2017"/>
                  </a:moveTo>
                  <a:lnTo>
                    <a:pt x="1218" y="2015"/>
                  </a:lnTo>
                  <a:lnTo>
                    <a:pt x="1180" y="2012"/>
                  </a:lnTo>
                  <a:lnTo>
                    <a:pt x="1143" y="2007"/>
                  </a:lnTo>
                  <a:lnTo>
                    <a:pt x="1106" y="2001"/>
                  </a:lnTo>
                  <a:lnTo>
                    <a:pt x="1068" y="1992"/>
                  </a:lnTo>
                  <a:lnTo>
                    <a:pt x="1033" y="1982"/>
                  </a:lnTo>
                  <a:lnTo>
                    <a:pt x="998" y="1970"/>
                  </a:lnTo>
                  <a:lnTo>
                    <a:pt x="964" y="1957"/>
                  </a:lnTo>
                  <a:lnTo>
                    <a:pt x="931" y="1942"/>
                  </a:lnTo>
                  <a:lnTo>
                    <a:pt x="897" y="1925"/>
                  </a:lnTo>
                  <a:lnTo>
                    <a:pt x="866" y="1907"/>
                  </a:lnTo>
                  <a:lnTo>
                    <a:pt x="836" y="1887"/>
                  </a:lnTo>
                  <a:lnTo>
                    <a:pt x="806" y="1866"/>
                  </a:lnTo>
                  <a:lnTo>
                    <a:pt x="778" y="1844"/>
                  </a:lnTo>
                  <a:lnTo>
                    <a:pt x="751" y="1820"/>
                  </a:lnTo>
                  <a:lnTo>
                    <a:pt x="723" y="1795"/>
                  </a:lnTo>
                  <a:lnTo>
                    <a:pt x="699" y="1768"/>
                  </a:lnTo>
                  <a:lnTo>
                    <a:pt x="675" y="1741"/>
                  </a:lnTo>
                  <a:lnTo>
                    <a:pt x="653" y="1713"/>
                  </a:lnTo>
                  <a:lnTo>
                    <a:pt x="632" y="1683"/>
                  </a:lnTo>
                  <a:lnTo>
                    <a:pt x="612" y="1653"/>
                  </a:lnTo>
                  <a:lnTo>
                    <a:pt x="594" y="1620"/>
                  </a:lnTo>
                  <a:lnTo>
                    <a:pt x="578" y="1588"/>
                  </a:lnTo>
                  <a:lnTo>
                    <a:pt x="562" y="1555"/>
                  </a:lnTo>
                  <a:lnTo>
                    <a:pt x="548" y="1520"/>
                  </a:lnTo>
                  <a:lnTo>
                    <a:pt x="537" y="1485"/>
                  </a:lnTo>
                  <a:lnTo>
                    <a:pt x="527" y="1449"/>
                  </a:lnTo>
                  <a:lnTo>
                    <a:pt x="518" y="1413"/>
                  </a:lnTo>
                  <a:lnTo>
                    <a:pt x="512" y="1375"/>
                  </a:lnTo>
                  <a:lnTo>
                    <a:pt x="507" y="1338"/>
                  </a:lnTo>
                  <a:lnTo>
                    <a:pt x="504" y="1299"/>
                  </a:lnTo>
                  <a:lnTo>
                    <a:pt x="503" y="1260"/>
                  </a:lnTo>
                  <a:lnTo>
                    <a:pt x="504" y="1221"/>
                  </a:lnTo>
                  <a:lnTo>
                    <a:pt x="507" y="1183"/>
                  </a:lnTo>
                  <a:lnTo>
                    <a:pt x="512" y="1145"/>
                  </a:lnTo>
                  <a:lnTo>
                    <a:pt x="518" y="1108"/>
                  </a:lnTo>
                  <a:lnTo>
                    <a:pt x="527" y="1072"/>
                  </a:lnTo>
                  <a:lnTo>
                    <a:pt x="537" y="1035"/>
                  </a:lnTo>
                  <a:lnTo>
                    <a:pt x="548" y="1000"/>
                  </a:lnTo>
                  <a:lnTo>
                    <a:pt x="562" y="966"/>
                  </a:lnTo>
                  <a:lnTo>
                    <a:pt x="578" y="933"/>
                  </a:lnTo>
                  <a:lnTo>
                    <a:pt x="594" y="900"/>
                  </a:lnTo>
                  <a:lnTo>
                    <a:pt x="612" y="868"/>
                  </a:lnTo>
                  <a:lnTo>
                    <a:pt x="632" y="838"/>
                  </a:lnTo>
                  <a:lnTo>
                    <a:pt x="653" y="808"/>
                  </a:lnTo>
                  <a:lnTo>
                    <a:pt x="675" y="779"/>
                  </a:lnTo>
                  <a:lnTo>
                    <a:pt x="699" y="752"/>
                  </a:lnTo>
                  <a:lnTo>
                    <a:pt x="723" y="726"/>
                  </a:lnTo>
                  <a:lnTo>
                    <a:pt x="751" y="701"/>
                  </a:lnTo>
                  <a:lnTo>
                    <a:pt x="778" y="677"/>
                  </a:lnTo>
                  <a:lnTo>
                    <a:pt x="806" y="654"/>
                  </a:lnTo>
                  <a:lnTo>
                    <a:pt x="836" y="633"/>
                  </a:lnTo>
                  <a:lnTo>
                    <a:pt x="866" y="614"/>
                  </a:lnTo>
                  <a:lnTo>
                    <a:pt x="897" y="596"/>
                  </a:lnTo>
                  <a:lnTo>
                    <a:pt x="931" y="579"/>
                  </a:lnTo>
                  <a:lnTo>
                    <a:pt x="964" y="564"/>
                  </a:lnTo>
                  <a:lnTo>
                    <a:pt x="998" y="549"/>
                  </a:lnTo>
                  <a:lnTo>
                    <a:pt x="1033" y="538"/>
                  </a:lnTo>
                  <a:lnTo>
                    <a:pt x="1068" y="528"/>
                  </a:lnTo>
                  <a:lnTo>
                    <a:pt x="1106" y="519"/>
                  </a:lnTo>
                  <a:lnTo>
                    <a:pt x="1143" y="513"/>
                  </a:lnTo>
                  <a:lnTo>
                    <a:pt x="1180" y="508"/>
                  </a:lnTo>
                  <a:lnTo>
                    <a:pt x="1218" y="505"/>
                  </a:lnTo>
                  <a:lnTo>
                    <a:pt x="1258" y="504"/>
                  </a:lnTo>
                  <a:lnTo>
                    <a:pt x="1297" y="505"/>
                  </a:lnTo>
                  <a:lnTo>
                    <a:pt x="1335" y="508"/>
                  </a:lnTo>
                  <a:lnTo>
                    <a:pt x="1372" y="513"/>
                  </a:lnTo>
                  <a:lnTo>
                    <a:pt x="1409" y="519"/>
                  </a:lnTo>
                  <a:lnTo>
                    <a:pt x="1447" y="528"/>
                  </a:lnTo>
                  <a:lnTo>
                    <a:pt x="1482" y="538"/>
                  </a:lnTo>
                  <a:lnTo>
                    <a:pt x="1517" y="549"/>
                  </a:lnTo>
                  <a:lnTo>
                    <a:pt x="1551" y="564"/>
                  </a:lnTo>
                  <a:lnTo>
                    <a:pt x="1585" y="579"/>
                  </a:lnTo>
                  <a:lnTo>
                    <a:pt x="1618" y="596"/>
                  </a:lnTo>
                  <a:lnTo>
                    <a:pt x="1649" y="614"/>
                  </a:lnTo>
                  <a:lnTo>
                    <a:pt x="1679" y="633"/>
                  </a:lnTo>
                  <a:lnTo>
                    <a:pt x="1709" y="654"/>
                  </a:lnTo>
                  <a:lnTo>
                    <a:pt x="1737" y="677"/>
                  </a:lnTo>
                  <a:lnTo>
                    <a:pt x="1765" y="701"/>
                  </a:lnTo>
                  <a:lnTo>
                    <a:pt x="1791" y="726"/>
                  </a:lnTo>
                  <a:lnTo>
                    <a:pt x="1816" y="752"/>
                  </a:lnTo>
                  <a:lnTo>
                    <a:pt x="1840" y="779"/>
                  </a:lnTo>
                  <a:lnTo>
                    <a:pt x="1862" y="808"/>
                  </a:lnTo>
                  <a:lnTo>
                    <a:pt x="1883" y="838"/>
                  </a:lnTo>
                  <a:lnTo>
                    <a:pt x="1902" y="868"/>
                  </a:lnTo>
                  <a:lnTo>
                    <a:pt x="1920" y="900"/>
                  </a:lnTo>
                  <a:lnTo>
                    <a:pt x="1938" y="933"/>
                  </a:lnTo>
                  <a:lnTo>
                    <a:pt x="1953" y="966"/>
                  </a:lnTo>
                  <a:lnTo>
                    <a:pt x="1967" y="1000"/>
                  </a:lnTo>
                  <a:lnTo>
                    <a:pt x="1978" y="1035"/>
                  </a:lnTo>
                  <a:lnTo>
                    <a:pt x="1988" y="1072"/>
                  </a:lnTo>
                  <a:lnTo>
                    <a:pt x="1997" y="1108"/>
                  </a:lnTo>
                  <a:lnTo>
                    <a:pt x="2003" y="1145"/>
                  </a:lnTo>
                  <a:lnTo>
                    <a:pt x="2008" y="1183"/>
                  </a:lnTo>
                  <a:lnTo>
                    <a:pt x="2011" y="1221"/>
                  </a:lnTo>
                  <a:lnTo>
                    <a:pt x="2012" y="1260"/>
                  </a:lnTo>
                  <a:lnTo>
                    <a:pt x="2011" y="1299"/>
                  </a:lnTo>
                  <a:lnTo>
                    <a:pt x="2008" y="1338"/>
                  </a:lnTo>
                  <a:lnTo>
                    <a:pt x="2003" y="1375"/>
                  </a:lnTo>
                  <a:lnTo>
                    <a:pt x="1997" y="1413"/>
                  </a:lnTo>
                  <a:lnTo>
                    <a:pt x="1988" y="1449"/>
                  </a:lnTo>
                  <a:lnTo>
                    <a:pt x="1978" y="1485"/>
                  </a:lnTo>
                  <a:lnTo>
                    <a:pt x="1967" y="1520"/>
                  </a:lnTo>
                  <a:lnTo>
                    <a:pt x="1953" y="1555"/>
                  </a:lnTo>
                  <a:lnTo>
                    <a:pt x="1938" y="1588"/>
                  </a:lnTo>
                  <a:lnTo>
                    <a:pt x="1920" y="1620"/>
                  </a:lnTo>
                  <a:lnTo>
                    <a:pt x="1902" y="1653"/>
                  </a:lnTo>
                  <a:lnTo>
                    <a:pt x="1883" y="1683"/>
                  </a:lnTo>
                  <a:lnTo>
                    <a:pt x="1862" y="1713"/>
                  </a:lnTo>
                  <a:lnTo>
                    <a:pt x="1840" y="1741"/>
                  </a:lnTo>
                  <a:lnTo>
                    <a:pt x="1816" y="1768"/>
                  </a:lnTo>
                  <a:lnTo>
                    <a:pt x="1791" y="1795"/>
                  </a:lnTo>
                  <a:lnTo>
                    <a:pt x="1765" y="1820"/>
                  </a:lnTo>
                  <a:lnTo>
                    <a:pt x="1737" y="1844"/>
                  </a:lnTo>
                  <a:lnTo>
                    <a:pt x="1709" y="1866"/>
                  </a:lnTo>
                  <a:lnTo>
                    <a:pt x="1679" y="1887"/>
                  </a:lnTo>
                  <a:lnTo>
                    <a:pt x="1649" y="1907"/>
                  </a:lnTo>
                  <a:lnTo>
                    <a:pt x="1618" y="1925"/>
                  </a:lnTo>
                  <a:lnTo>
                    <a:pt x="1585" y="1942"/>
                  </a:lnTo>
                  <a:lnTo>
                    <a:pt x="1551" y="1957"/>
                  </a:lnTo>
                  <a:lnTo>
                    <a:pt x="1517" y="1970"/>
                  </a:lnTo>
                  <a:lnTo>
                    <a:pt x="1482" y="1982"/>
                  </a:lnTo>
                  <a:lnTo>
                    <a:pt x="1447" y="1992"/>
                  </a:lnTo>
                  <a:lnTo>
                    <a:pt x="1409" y="2001"/>
                  </a:lnTo>
                  <a:lnTo>
                    <a:pt x="1372" y="2007"/>
                  </a:lnTo>
                  <a:lnTo>
                    <a:pt x="1335" y="2012"/>
                  </a:lnTo>
                  <a:lnTo>
                    <a:pt x="1297" y="2015"/>
                  </a:lnTo>
                  <a:lnTo>
                    <a:pt x="1258" y="2017"/>
                  </a:lnTo>
                  <a:close/>
                  <a:moveTo>
                    <a:pt x="1258" y="0"/>
                  </a:moveTo>
                  <a:lnTo>
                    <a:pt x="1193" y="2"/>
                  </a:lnTo>
                  <a:lnTo>
                    <a:pt x="1129" y="6"/>
                  </a:lnTo>
                  <a:lnTo>
                    <a:pt x="1066" y="14"/>
                  </a:lnTo>
                  <a:lnTo>
                    <a:pt x="1004" y="25"/>
                  </a:lnTo>
                  <a:lnTo>
                    <a:pt x="944" y="39"/>
                  </a:lnTo>
                  <a:lnTo>
                    <a:pt x="884" y="56"/>
                  </a:lnTo>
                  <a:lnTo>
                    <a:pt x="826" y="77"/>
                  </a:lnTo>
                  <a:lnTo>
                    <a:pt x="769" y="99"/>
                  </a:lnTo>
                  <a:lnTo>
                    <a:pt x="713" y="124"/>
                  </a:lnTo>
                  <a:lnTo>
                    <a:pt x="659" y="152"/>
                  </a:lnTo>
                  <a:lnTo>
                    <a:pt x="606" y="182"/>
                  </a:lnTo>
                  <a:lnTo>
                    <a:pt x="555" y="216"/>
                  </a:lnTo>
                  <a:lnTo>
                    <a:pt x="506" y="251"/>
                  </a:lnTo>
                  <a:lnTo>
                    <a:pt x="458" y="288"/>
                  </a:lnTo>
                  <a:lnTo>
                    <a:pt x="413" y="328"/>
                  </a:lnTo>
                  <a:lnTo>
                    <a:pt x="369" y="369"/>
                  </a:lnTo>
                  <a:lnTo>
                    <a:pt x="327" y="413"/>
                  </a:lnTo>
                  <a:lnTo>
                    <a:pt x="288" y="459"/>
                  </a:lnTo>
                  <a:lnTo>
                    <a:pt x="251" y="506"/>
                  </a:lnTo>
                  <a:lnTo>
                    <a:pt x="215" y="556"/>
                  </a:lnTo>
                  <a:lnTo>
                    <a:pt x="182" y="607"/>
                  </a:lnTo>
                  <a:lnTo>
                    <a:pt x="152" y="659"/>
                  </a:lnTo>
                  <a:lnTo>
                    <a:pt x="124" y="714"/>
                  </a:lnTo>
                  <a:lnTo>
                    <a:pt x="99" y="770"/>
                  </a:lnTo>
                  <a:lnTo>
                    <a:pt x="77" y="827"/>
                  </a:lnTo>
                  <a:lnTo>
                    <a:pt x="56" y="886"/>
                  </a:lnTo>
                  <a:lnTo>
                    <a:pt x="39" y="946"/>
                  </a:lnTo>
                  <a:lnTo>
                    <a:pt x="25" y="1006"/>
                  </a:lnTo>
                  <a:lnTo>
                    <a:pt x="14" y="1069"/>
                  </a:lnTo>
                  <a:lnTo>
                    <a:pt x="7" y="1131"/>
                  </a:lnTo>
                  <a:lnTo>
                    <a:pt x="2" y="1196"/>
                  </a:lnTo>
                  <a:lnTo>
                    <a:pt x="0" y="1260"/>
                  </a:lnTo>
                  <a:lnTo>
                    <a:pt x="2" y="1325"/>
                  </a:lnTo>
                  <a:lnTo>
                    <a:pt x="7" y="1389"/>
                  </a:lnTo>
                  <a:lnTo>
                    <a:pt x="14" y="1452"/>
                  </a:lnTo>
                  <a:lnTo>
                    <a:pt x="25" y="1514"/>
                  </a:lnTo>
                  <a:lnTo>
                    <a:pt x="39" y="1575"/>
                  </a:lnTo>
                  <a:lnTo>
                    <a:pt x="56" y="1634"/>
                  </a:lnTo>
                  <a:lnTo>
                    <a:pt x="77" y="1693"/>
                  </a:lnTo>
                  <a:lnTo>
                    <a:pt x="99" y="1750"/>
                  </a:lnTo>
                  <a:lnTo>
                    <a:pt x="124" y="1806"/>
                  </a:lnTo>
                  <a:lnTo>
                    <a:pt x="152" y="1860"/>
                  </a:lnTo>
                  <a:lnTo>
                    <a:pt x="182" y="1914"/>
                  </a:lnTo>
                  <a:lnTo>
                    <a:pt x="215" y="1964"/>
                  </a:lnTo>
                  <a:lnTo>
                    <a:pt x="251" y="2014"/>
                  </a:lnTo>
                  <a:lnTo>
                    <a:pt x="288" y="2062"/>
                  </a:lnTo>
                  <a:lnTo>
                    <a:pt x="327" y="2107"/>
                  </a:lnTo>
                  <a:lnTo>
                    <a:pt x="369" y="2152"/>
                  </a:lnTo>
                  <a:lnTo>
                    <a:pt x="413" y="2193"/>
                  </a:lnTo>
                  <a:lnTo>
                    <a:pt x="458" y="2232"/>
                  </a:lnTo>
                  <a:lnTo>
                    <a:pt x="506" y="2270"/>
                  </a:lnTo>
                  <a:lnTo>
                    <a:pt x="555" y="2305"/>
                  </a:lnTo>
                  <a:lnTo>
                    <a:pt x="606" y="2338"/>
                  </a:lnTo>
                  <a:lnTo>
                    <a:pt x="659" y="2368"/>
                  </a:lnTo>
                  <a:lnTo>
                    <a:pt x="713" y="2397"/>
                  </a:lnTo>
                  <a:lnTo>
                    <a:pt x="769" y="2422"/>
                  </a:lnTo>
                  <a:lnTo>
                    <a:pt x="826" y="2444"/>
                  </a:lnTo>
                  <a:lnTo>
                    <a:pt x="884" y="2464"/>
                  </a:lnTo>
                  <a:lnTo>
                    <a:pt x="944" y="2481"/>
                  </a:lnTo>
                  <a:lnTo>
                    <a:pt x="1004" y="2495"/>
                  </a:lnTo>
                  <a:lnTo>
                    <a:pt x="1066" y="2507"/>
                  </a:lnTo>
                  <a:lnTo>
                    <a:pt x="1129" y="2515"/>
                  </a:lnTo>
                  <a:lnTo>
                    <a:pt x="1193" y="2519"/>
                  </a:lnTo>
                  <a:lnTo>
                    <a:pt x="1258" y="2521"/>
                  </a:lnTo>
                  <a:lnTo>
                    <a:pt x="1322" y="2519"/>
                  </a:lnTo>
                  <a:lnTo>
                    <a:pt x="1385" y="2515"/>
                  </a:lnTo>
                  <a:lnTo>
                    <a:pt x="1449" y="2507"/>
                  </a:lnTo>
                  <a:lnTo>
                    <a:pt x="1510" y="2495"/>
                  </a:lnTo>
                  <a:lnTo>
                    <a:pt x="1571" y="2481"/>
                  </a:lnTo>
                  <a:lnTo>
                    <a:pt x="1631" y="2464"/>
                  </a:lnTo>
                  <a:lnTo>
                    <a:pt x="1689" y="2444"/>
                  </a:lnTo>
                  <a:lnTo>
                    <a:pt x="1746" y="2422"/>
                  </a:lnTo>
                  <a:lnTo>
                    <a:pt x="1802" y="2397"/>
                  </a:lnTo>
                  <a:lnTo>
                    <a:pt x="1856" y="2368"/>
                  </a:lnTo>
                  <a:lnTo>
                    <a:pt x="1908" y="2338"/>
                  </a:lnTo>
                  <a:lnTo>
                    <a:pt x="1960" y="2305"/>
                  </a:lnTo>
                  <a:lnTo>
                    <a:pt x="2009" y="2270"/>
                  </a:lnTo>
                  <a:lnTo>
                    <a:pt x="2056" y="2232"/>
                  </a:lnTo>
                  <a:lnTo>
                    <a:pt x="2103" y="2193"/>
                  </a:lnTo>
                  <a:lnTo>
                    <a:pt x="2146" y="2152"/>
                  </a:lnTo>
                  <a:lnTo>
                    <a:pt x="2188" y="2107"/>
                  </a:lnTo>
                  <a:lnTo>
                    <a:pt x="2227" y="2062"/>
                  </a:lnTo>
                  <a:lnTo>
                    <a:pt x="2265" y="2014"/>
                  </a:lnTo>
                  <a:lnTo>
                    <a:pt x="2300" y="1964"/>
                  </a:lnTo>
                  <a:lnTo>
                    <a:pt x="2333" y="1914"/>
                  </a:lnTo>
                  <a:lnTo>
                    <a:pt x="2363" y="1860"/>
                  </a:lnTo>
                  <a:lnTo>
                    <a:pt x="2390" y="1806"/>
                  </a:lnTo>
                  <a:lnTo>
                    <a:pt x="2416" y="1750"/>
                  </a:lnTo>
                  <a:lnTo>
                    <a:pt x="2439" y="1693"/>
                  </a:lnTo>
                  <a:lnTo>
                    <a:pt x="2459" y="1634"/>
                  </a:lnTo>
                  <a:lnTo>
                    <a:pt x="2476" y="1575"/>
                  </a:lnTo>
                  <a:lnTo>
                    <a:pt x="2490" y="1514"/>
                  </a:lnTo>
                  <a:lnTo>
                    <a:pt x="2501" y="1452"/>
                  </a:lnTo>
                  <a:lnTo>
                    <a:pt x="2508" y="1389"/>
                  </a:lnTo>
                  <a:lnTo>
                    <a:pt x="2513" y="1325"/>
                  </a:lnTo>
                  <a:lnTo>
                    <a:pt x="2515" y="1260"/>
                  </a:lnTo>
                  <a:lnTo>
                    <a:pt x="2513" y="1196"/>
                  </a:lnTo>
                  <a:lnTo>
                    <a:pt x="2508" y="1131"/>
                  </a:lnTo>
                  <a:lnTo>
                    <a:pt x="2501" y="1069"/>
                  </a:lnTo>
                  <a:lnTo>
                    <a:pt x="2490" y="1006"/>
                  </a:lnTo>
                  <a:lnTo>
                    <a:pt x="2476" y="946"/>
                  </a:lnTo>
                  <a:lnTo>
                    <a:pt x="2459" y="886"/>
                  </a:lnTo>
                  <a:lnTo>
                    <a:pt x="2439" y="827"/>
                  </a:lnTo>
                  <a:lnTo>
                    <a:pt x="2416" y="770"/>
                  </a:lnTo>
                  <a:lnTo>
                    <a:pt x="2390" y="714"/>
                  </a:lnTo>
                  <a:lnTo>
                    <a:pt x="2363" y="659"/>
                  </a:lnTo>
                  <a:lnTo>
                    <a:pt x="2333" y="607"/>
                  </a:lnTo>
                  <a:lnTo>
                    <a:pt x="2300" y="556"/>
                  </a:lnTo>
                  <a:lnTo>
                    <a:pt x="2265" y="506"/>
                  </a:lnTo>
                  <a:lnTo>
                    <a:pt x="2227" y="459"/>
                  </a:lnTo>
                  <a:lnTo>
                    <a:pt x="2188" y="413"/>
                  </a:lnTo>
                  <a:lnTo>
                    <a:pt x="2146" y="369"/>
                  </a:lnTo>
                  <a:lnTo>
                    <a:pt x="2103" y="328"/>
                  </a:lnTo>
                  <a:lnTo>
                    <a:pt x="2056" y="288"/>
                  </a:lnTo>
                  <a:lnTo>
                    <a:pt x="2009" y="251"/>
                  </a:lnTo>
                  <a:lnTo>
                    <a:pt x="1960" y="216"/>
                  </a:lnTo>
                  <a:lnTo>
                    <a:pt x="1908" y="182"/>
                  </a:lnTo>
                  <a:lnTo>
                    <a:pt x="1856" y="152"/>
                  </a:lnTo>
                  <a:lnTo>
                    <a:pt x="1802" y="124"/>
                  </a:lnTo>
                  <a:lnTo>
                    <a:pt x="1746" y="99"/>
                  </a:lnTo>
                  <a:lnTo>
                    <a:pt x="1689" y="77"/>
                  </a:lnTo>
                  <a:lnTo>
                    <a:pt x="1631" y="56"/>
                  </a:lnTo>
                  <a:lnTo>
                    <a:pt x="1571" y="39"/>
                  </a:lnTo>
                  <a:lnTo>
                    <a:pt x="1510" y="25"/>
                  </a:lnTo>
                  <a:lnTo>
                    <a:pt x="1449" y="14"/>
                  </a:lnTo>
                  <a:lnTo>
                    <a:pt x="1385" y="6"/>
                  </a:lnTo>
                  <a:lnTo>
                    <a:pt x="1322" y="2"/>
                  </a:lnTo>
                  <a:lnTo>
                    <a:pt x="12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68" name="Freeform 67"/>
            <p:cNvSpPr>
              <a:spLocks noEditPoints="1"/>
            </p:cNvSpPr>
            <p:nvPr/>
          </p:nvSpPr>
          <p:spPr bwMode="auto">
            <a:xfrm>
              <a:off x="6999288" y="4475163"/>
              <a:ext cx="85725" cy="87313"/>
            </a:xfrm>
            <a:custGeom>
              <a:avLst/>
              <a:gdLst>
                <a:gd name="T0" fmla="*/ 1107 w 2012"/>
                <a:gd name="T1" fmla="*/ 514 h 2016"/>
                <a:gd name="T2" fmla="*/ 1224 w 2012"/>
                <a:gd name="T3" fmla="*/ 553 h 2016"/>
                <a:gd name="T4" fmla="*/ 1326 w 2012"/>
                <a:gd name="T5" fmla="*/ 619 h 2016"/>
                <a:gd name="T6" fmla="*/ 1409 w 2012"/>
                <a:gd name="T7" fmla="*/ 707 h 2016"/>
                <a:gd name="T8" fmla="*/ 1469 w 2012"/>
                <a:gd name="T9" fmla="*/ 812 h 2016"/>
                <a:gd name="T10" fmla="*/ 1503 w 2012"/>
                <a:gd name="T11" fmla="*/ 931 h 2016"/>
                <a:gd name="T12" fmla="*/ 1507 w 2012"/>
                <a:gd name="T13" fmla="*/ 1060 h 2016"/>
                <a:gd name="T14" fmla="*/ 1478 w 2012"/>
                <a:gd name="T15" fmla="*/ 1182 h 2016"/>
                <a:gd name="T16" fmla="*/ 1423 w 2012"/>
                <a:gd name="T17" fmla="*/ 1290 h 2016"/>
                <a:gd name="T18" fmla="*/ 1344 w 2012"/>
                <a:gd name="T19" fmla="*/ 1381 h 2016"/>
                <a:gd name="T20" fmla="*/ 1245 w 2012"/>
                <a:gd name="T21" fmla="*/ 1452 h 2016"/>
                <a:gd name="T22" fmla="*/ 1131 w 2012"/>
                <a:gd name="T23" fmla="*/ 1496 h 2016"/>
                <a:gd name="T24" fmla="*/ 1006 w 2012"/>
                <a:gd name="T25" fmla="*/ 1512 h 2016"/>
                <a:gd name="T26" fmla="*/ 880 w 2012"/>
                <a:gd name="T27" fmla="*/ 1496 h 2016"/>
                <a:gd name="T28" fmla="*/ 766 w 2012"/>
                <a:gd name="T29" fmla="*/ 1452 h 2016"/>
                <a:gd name="T30" fmla="*/ 668 w 2012"/>
                <a:gd name="T31" fmla="*/ 1381 h 2016"/>
                <a:gd name="T32" fmla="*/ 589 w 2012"/>
                <a:gd name="T33" fmla="*/ 1290 h 2016"/>
                <a:gd name="T34" fmla="*/ 534 w 2012"/>
                <a:gd name="T35" fmla="*/ 1182 h 2016"/>
                <a:gd name="T36" fmla="*/ 506 w 2012"/>
                <a:gd name="T37" fmla="*/ 1060 h 2016"/>
                <a:gd name="T38" fmla="*/ 509 w 2012"/>
                <a:gd name="T39" fmla="*/ 931 h 2016"/>
                <a:gd name="T40" fmla="*/ 543 w 2012"/>
                <a:gd name="T41" fmla="*/ 812 h 2016"/>
                <a:gd name="T42" fmla="*/ 603 w 2012"/>
                <a:gd name="T43" fmla="*/ 707 h 2016"/>
                <a:gd name="T44" fmla="*/ 686 w 2012"/>
                <a:gd name="T45" fmla="*/ 619 h 2016"/>
                <a:gd name="T46" fmla="*/ 787 w 2012"/>
                <a:gd name="T47" fmla="*/ 553 h 2016"/>
                <a:gd name="T48" fmla="*/ 904 w 2012"/>
                <a:gd name="T49" fmla="*/ 514 h 2016"/>
                <a:gd name="T50" fmla="*/ 0 w 2012"/>
                <a:gd name="T51" fmla="*/ 1008 h 2016"/>
                <a:gd name="T52" fmla="*/ 32 w 2012"/>
                <a:gd name="T53" fmla="*/ 1260 h 2016"/>
                <a:gd name="T54" fmla="*/ 121 w 2012"/>
                <a:gd name="T55" fmla="*/ 1488 h 2016"/>
                <a:gd name="T56" fmla="*/ 261 w 2012"/>
                <a:gd name="T57" fmla="*/ 1686 h 2016"/>
                <a:gd name="T58" fmla="*/ 443 w 2012"/>
                <a:gd name="T59" fmla="*/ 1844 h 2016"/>
                <a:gd name="T60" fmla="*/ 661 w 2012"/>
                <a:gd name="T61" fmla="*/ 1955 h 2016"/>
                <a:gd name="T62" fmla="*/ 903 w 2012"/>
                <a:gd name="T63" fmla="*/ 2011 h 2016"/>
                <a:gd name="T64" fmla="*/ 1159 w 2012"/>
                <a:gd name="T65" fmla="*/ 2004 h 2016"/>
                <a:gd name="T66" fmla="*/ 1397 w 2012"/>
                <a:gd name="T67" fmla="*/ 1937 h 2016"/>
                <a:gd name="T68" fmla="*/ 1607 w 2012"/>
                <a:gd name="T69" fmla="*/ 1816 h 2016"/>
                <a:gd name="T70" fmla="*/ 1782 w 2012"/>
                <a:gd name="T71" fmla="*/ 1649 h 2016"/>
                <a:gd name="T72" fmla="*/ 1912 w 2012"/>
                <a:gd name="T73" fmla="*/ 1445 h 2016"/>
                <a:gd name="T74" fmla="*/ 1992 w 2012"/>
                <a:gd name="T75" fmla="*/ 1211 h 2016"/>
                <a:gd name="T76" fmla="*/ 2011 w 2012"/>
                <a:gd name="T77" fmla="*/ 957 h 2016"/>
                <a:gd name="T78" fmla="*/ 1966 w 2012"/>
                <a:gd name="T79" fmla="*/ 709 h 2016"/>
                <a:gd name="T80" fmla="*/ 1866 w 2012"/>
                <a:gd name="T81" fmla="*/ 486 h 2016"/>
                <a:gd name="T82" fmla="*/ 1717 w 2012"/>
                <a:gd name="T83" fmla="*/ 295 h 2016"/>
                <a:gd name="T84" fmla="*/ 1527 w 2012"/>
                <a:gd name="T85" fmla="*/ 146 h 2016"/>
                <a:gd name="T86" fmla="*/ 1304 w 2012"/>
                <a:gd name="T87" fmla="*/ 45 h 2016"/>
                <a:gd name="T88" fmla="*/ 1057 w 2012"/>
                <a:gd name="T89" fmla="*/ 1 h 2016"/>
                <a:gd name="T90" fmla="*/ 803 w 2012"/>
                <a:gd name="T91" fmla="*/ 20 h 2016"/>
                <a:gd name="T92" fmla="*/ 570 w 2012"/>
                <a:gd name="T93" fmla="*/ 100 h 2016"/>
                <a:gd name="T94" fmla="*/ 366 w 2012"/>
                <a:gd name="T95" fmla="*/ 231 h 2016"/>
                <a:gd name="T96" fmla="*/ 200 w 2012"/>
                <a:gd name="T97" fmla="*/ 405 h 2016"/>
                <a:gd name="T98" fmla="*/ 79 w 2012"/>
                <a:gd name="T99" fmla="*/ 616 h 2016"/>
                <a:gd name="T100" fmla="*/ 12 w 2012"/>
                <a:gd name="T101" fmla="*/ 855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12" h="2016">
                  <a:moveTo>
                    <a:pt x="1006" y="504"/>
                  </a:moveTo>
                  <a:lnTo>
                    <a:pt x="1032" y="505"/>
                  </a:lnTo>
                  <a:lnTo>
                    <a:pt x="1057" y="507"/>
                  </a:lnTo>
                  <a:lnTo>
                    <a:pt x="1082" y="510"/>
                  </a:lnTo>
                  <a:lnTo>
                    <a:pt x="1107" y="514"/>
                  </a:lnTo>
                  <a:lnTo>
                    <a:pt x="1131" y="520"/>
                  </a:lnTo>
                  <a:lnTo>
                    <a:pt x="1156" y="526"/>
                  </a:lnTo>
                  <a:lnTo>
                    <a:pt x="1179" y="534"/>
                  </a:lnTo>
                  <a:lnTo>
                    <a:pt x="1202" y="543"/>
                  </a:lnTo>
                  <a:lnTo>
                    <a:pt x="1224" y="553"/>
                  </a:lnTo>
                  <a:lnTo>
                    <a:pt x="1245" y="564"/>
                  </a:lnTo>
                  <a:lnTo>
                    <a:pt x="1266" y="577"/>
                  </a:lnTo>
                  <a:lnTo>
                    <a:pt x="1287" y="590"/>
                  </a:lnTo>
                  <a:lnTo>
                    <a:pt x="1306" y="604"/>
                  </a:lnTo>
                  <a:lnTo>
                    <a:pt x="1326" y="619"/>
                  </a:lnTo>
                  <a:lnTo>
                    <a:pt x="1344" y="635"/>
                  </a:lnTo>
                  <a:lnTo>
                    <a:pt x="1362" y="651"/>
                  </a:lnTo>
                  <a:lnTo>
                    <a:pt x="1378" y="669"/>
                  </a:lnTo>
                  <a:lnTo>
                    <a:pt x="1394" y="688"/>
                  </a:lnTo>
                  <a:lnTo>
                    <a:pt x="1409" y="707"/>
                  </a:lnTo>
                  <a:lnTo>
                    <a:pt x="1423" y="726"/>
                  </a:lnTo>
                  <a:lnTo>
                    <a:pt x="1436" y="747"/>
                  </a:lnTo>
                  <a:lnTo>
                    <a:pt x="1448" y="768"/>
                  </a:lnTo>
                  <a:lnTo>
                    <a:pt x="1459" y="789"/>
                  </a:lnTo>
                  <a:lnTo>
                    <a:pt x="1469" y="812"/>
                  </a:lnTo>
                  <a:lnTo>
                    <a:pt x="1478" y="835"/>
                  </a:lnTo>
                  <a:lnTo>
                    <a:pt x="1487" y="858"/>
                  </a:lnTo>
                  <a:lnTo>
                    <a:pt x="1493" y="882"/>
                  </a:lnTo>
                  <a:lnTo>
                    <a:pt x="1499" y="906"/>
                  </a:lnTo>
                  <a:lnTo>
                    <a:pt x="1503" y="931"/>
                  </a:lnTo>
                  <a:lnTo>
                    <a:pt x="1507" y="957"/>
                  </a:lnTo>
                  <a:lnTo>
                    <a:pt x="1508" y="982"/>
                  </a:lnTo>
                  <a:lnTo>
                    <a:pt x="1509" y="1008"/>
                  </a:lnTo>
                  <a:lnTo>
                    <a:pt x="1508" y="1034"/>
                  </a:lnTo>
                  <a:lnTo>
                    <a:pt x="1507" y="1060"/>
                  </a:lnTo>
                  <a:lnTo>
                    <a:pt x="1503" y="1085"/>
                  </a:lnTo>
                  <a:lnTo>
                    <a:pt x="1499" y="1110"/>
                  </a:lnTo>
                  <a:lnTo>
                    <a:pt x="1493" y="1134"/>
                  </a:lnTo>
                  <a:lnTo>
                    <a:pt x="1487" y="1158"/>
                  </a:lnTo>
                  <a:lnTo>
                    <a:pt x="1478" y="1182"/>
                  </a:lnTo>
                  <a:lnTo>
                    <a:pt x="1469" y="1205"/>
                  </a:lnTo>
                  <a:lnTo>
                    <a:pt x="1459" y="1227"/>
                  </a:lnTo>
                  <a:lnTo>
                    <a:pt x="1448" y="1248"/>
                  </a:lnTo>
                  <a:lnTo>
                    <a:pt x="1436" y="1269"/>
                  </a:lnTo>
                  <a:lnTo>
                    <a:pt x="1423" y="1290"/>
                  </a:lnTo>
                  <a:lnTo>
                    <a:pt x="1409" y="1310"/>
                  </a:lnTo>
                  <a:lnTo>
                    <a:pt x="1394" y="1329"/>
                  </a:lnTo>
                  <a:lnTo>
                    <a:pt x="1378" y="1347"/>
                  </a:lnTo>
                  <a:lnTo>
                    <a:pt x="1362" y="1365"/>
                  </a:lnTo>
                  <a:lnTo>
                    <a:pt x="1344" y="1381"/>
                  </a:lnTo>
                  <a:lnTo>
                    <a:pt x="1326" y="1397"/>
                  </a:lnTo>
                  <a:lnTo>
                    <a:pt x="1306" y="1412"/>
                  </a:lnTo>
                  <a:lnTo>
                    <a:pt x="1287" y="1427"/>
                  </a:lnTo>
                  <a:lnTo>
                    <a:pt x="1266" y="1440"/>
                  </a:lnTo>
                  <a:lnTo>
                    <a:pt x="1245" y="1452"/>
                  </a:lnTo>
                  <a:lnTo>
                    <a:pt x="1224" y="1463"/>
                  </a:lnTo>
                  <a:lnTo>
                    <a:pt x="1202" y="1473"/>
                  </a:lnTo>
                  <a:lnTo>
                    <a:pt x="1179" y="1482"/>
                  </a:lnTo>
                  <a:lnTo>
                    <a:pt x="1156" y="1490"/>
                  </a:lnTo>
                  <a:lnTo>
                    <a:pt x="1131" y="1496"/>
                  </a:lnTo>
                  <a:lnTo>
                    <a:pt x="1107" y="1502"/>
                  </a:lnTo>
                  <a:lnTo>
                    <a:pt x="1082" y="1506"/>
                  </a:lnTo>
                  <a:lnTo>
                    <a:pt x="1057" y="1509"/>
                  </a:lnTo>
                  <a:lnTo>
                    <a:pt x="1032" y="1511"/>
                  </a:lnTo>
                  <a:lnTo>
                    <a:pt x="1006" y="1512"/>
                  </a:lnTo>
                  <a:lnTo>
                    <a:pt x="980" y="1511"/>
                  </a:lnTo>
                  <a:lnTo>
                    <a:pt x="954" y="1509"/>
                  </a:lnTo>
                  <a:lnTo>
                    <a:pt x="929" y="1506"/>
                  </a:lnTo>
                  <a:lnTo>
                    <a:pt x="904" y="1502"/>
                  </a:lnTo>
                  <a:lnTo>
                    <a:pt x="880" y="1496"/>
                  </a:lnTo>
                  <a:lnTo>
                    <a:pt x="856" y="1490"/>
                  </a:lnTo>
                  <a:lnTo>
                    <a:pt x="833" y="1482"/>
                  </a:lnTo>
                  <a:lnTo>
                    <a:pt x="811" y="1473"/>
                  </a:lnTo>
                  <a:lnTo>
                    <a:pt x="787" y="1463"/>
                  </a:lnTo>
                  <a:lnTo>
                    <a:pt x="766" y="1452"/>
                  </a:lnTo>
                  <a:lnTo>
                    <a:pt x="745" y="1440"/>
                  </a:lnTo>
                  <a:lnTo>
                    <a:pt x="725" y="1427"/>
                  </a:lnTo>
                  <a:lnTo>
                    <a:pt x="705" y="1412"/>
                  </a:lnTo>
                  <a:lnTo>
                    <a:pt x="686" y="1397"/>
                  </a:lnTo>
                  <a:lnTo>
                    <a:pt x="668" y="1381"/>
                  </a:lnTo>
                  <a:lnTo>
                    <a:pt x="651" y="1365"/>
                  </a:lnTo>
                  <a:lnTo>
                    <a:pt x="633" y="1347"/>
                  </a:lnTo>
                  <a:lnTo>
                    <a:pt x="617" y="1329"/>
                  </a:lnTo>
                  <a:lnTo>
                    <a:pt x="603" y="1310"/>
                  </a:lnTo>
                  <a:lnTo>
                    <a:pt x="589" y="1290"/>
                  </a:lnTo>
                  <a:lnTo>
                    <a:pt x="576" y="1269"/>
                  </a:lnTo>
                  <a:lnTo>
                    <a:pt x="564" y="1248"/>
                  </a:lnTo>
                  <a:lnTo>
                    <a:pt x="553" y="1227"/>
                  </a:lnTo>
                  <a:lnTo>
                    <a:pt x="543" y="1205"/>
                  </a:lnTo>
                  <a:lnTo>
                    <a:pt x="534" y="1182"/>
                  </a:lnTo>
                  <a:lnTo>
                    <a:pt x="526" y="1158"/>
                  </a:lnTo>
                  <a:lnTo>
                    <a:pt x="519" y="1134"/>
                  </a:lnTo>
                  <a:lnTo>
                    <a:pt x="513" y="1110"/>
                  </a:lnTo>
                  <a:lnTo>
                    <a:pt x="509" y="1085"/>
                  </a:lnTo>
                  <a:lnTo>
                    <a:pt x="506" y="1060"/>
                  </a:lnTo>
                  <a:lnTo>
                    <a:pt x="504" y="1034"/>
                  </a:lnTo>
                  <a:lnTo>
                    <a:pt x="503" y="1008"/>
                  </a:lnTo>
                  <a:lnTo>
                    <a:pt x="504" y="982"/>
                  </a:lnTo>
                  <a:lnTo>
                    <a:pt x="506" y="957"/>
                  </a:lnTo>
                  <a:lnTo>
                    <a:pt x="509" y="931"/>
                  </a:lnTo>
                  <a:lnTo>
                    <a:pt x="513" y="906"/>
                  </a:lnTo>
                  <a:lnTo>
                    <a:pt x="519" y="882"/>
                  </a:lnTo>
                  <a:lnTo>
                    <a:pt x="526" y="858"/>
                  </a:lnTo>
                  <a:lnTo>
                    <a:pt x="534" y="835"/>
                  </a:lnTo>
                  <a:lnTo>
                    <a:pt x="543" y="812"/>
                  </a:lnTo>
                  <a:lnTo>
                    <a:pt x="553" y="789"/>
                  </a:lnTo>
                  <a:lnTo>
                    <a:pt x="564" y="768"/>
                  </a:lnTo>
                  <a:lnTo>
                    <a:pt x="576" y="747"/>
                  </a:lnTo>
                  <a:lnTo>
                    <a:pt x="589" y="726"/>
                  </a:lnTo>
                  <a:lnTo>
                    <a:pt x="603" y="707"/>
                  </a:lnTo>
                  <a:lnTo>
                    <a:pt x="617" y="688"/>
                  </a:lnTo>
                  <a:lnTo>
                    <a:pt x="633" y="669"/>
                  </a:lnTo>
                  <a:lnTo>
                    <a:pt x="651" y="651"/>
                  </a:lnTo>
                  <a:lnTo>
                    <a:pt x="668" y="635"/>
                  </a:lnTo>
                  <a:lnTo>
                    <a:pt x="686" y="619"/>
                  </a:lnTo>
                  <a:lnTo>
                    <a:pt x="705" y="604"/>
                  </a:lnTo>
                  <a:lnTo>
                    <a:pt x="725" y="590"/>
                  </a:lnTo>
                  <a:lnTo>
                    <a:pt x="745" y="577"/>
                  </a:lnTo>
                  <a:lnTo>
                    <a:pt x="766" y="564"/>
                  </a:lnTo>
                  <a:lnTo>
                    <a:pt x="787" y="553"/>
                  </a:lnTo>
                  <a:lnTo>
                    <a:pt x="811" y="543"/>
                  </a:lnTo>
                  <a:lnTo>
                    <a:pt x="833" y="534"/>
                  </a:lnTo>
                  <a:lnTo>
                    <a:pt x="856" y="526"/>
                  </a:lnTo>
                  <a:lnTo>
                    <a:pt x="880" y="520"/>
                  </a:lnTo>
                  <a:lnTo>
                    <a:pt x="904" y="514"/>
                  </a:lnTo>
                  <a:lnTo>
                    <a:pt x="929" y="510"/>
                  </a:lnTo>
                  <a:lnTo>
                    <a:pt x="954" y="507"/>
                  </a:lnTo>
                  <a:lnTo>
                    <a:pt x="980" y="505"/>
                  </a:lnTo>
                  <a:lnTo>
                    <a:pt x="1006" y="504"/>
                  </a:lnTo>
                  <a:close/>
                  <a:moveTo>
                    <a:pt x="0" y="1008"/>
                  </a:moveTo>
                  <a:lnTo>
                    <a:pt x="2" y="1060"/>
                  </a:lnTo>
                  <a:lnTo>
                    <a:pt x="5" y="1111"/>
                  </a:lnTo>
                  <a:lnTo>
                    <a:pt x="12" y="1161"/>
                  </a:lnTo>
                  <a:lnTo>
                    <a:pt x="21" y="1211"/>
                  </a:lnTo>
                  <a:lnTo>
                    <a:pt x="32" y="1260"/>
                  </a:lnTo>
                  <a:lnTo>
                    <a:pt x="45" y="1308"/>
                  </a:lnTo>
                  <a:lnTo>
                    <a:pt x="61" y="1355"/>
                  </a:lnTo>
                  <a:lnTo>
                    <a:pt x="79" y="1400"/>
                  </a:lnTo>
                  <a:lnTo>
                    <a:pt x="99" y="1445"/>
                  </a:lnTo>
                  <a:lnTo>
                    <a:pt x="121" y="1488"/>
                  </a:lnTo>
                  <a:lnTo>
                    <a:pt x="146" y="1530"/>
                  </a:lnTo>
                  <a:lnTo>
                    <a:pt x="172" y="1572"/>
                  </a:lnTo>
                  <a:lnTo>
                    <a:pt x="200" y="1611"/>
                  </a:lnTo>
                  <a:lnTo>
                    <a:pt x="230" y="1649"/>
                  </a:lnTo>
                  <a:lnTo>
                    <a:pt x="261" y="1686"/>
                  </a:lnTo>
                  <a:lnTo>
                    <a:pt x="294" y="1721"/>
                  </a:lnTo>
                  <a:lnTo>
                    <a:pt x="330" y="1754"/>
                  </a:lnTo>
                  <a:lnTo>
                    <a:pt x="366" y="1785"/>
                  </a:lnTo>
                  <a:lnTo>
                    <a:pt x="404" y="1816"/>
                  </a:lnTo>
                  <a:lnTo>
                    <a:pt x="443" y="1844"/>
                  </a:lnTo>
                  <a:lnTo>
                    <a:pt x="485" y="1870"/>
                  </a:lnTo>
                  <a:lnTo>
                    <a:pt x="527" y="1894"/>
                  </a:lnTo>
                  <a:lnTo>
                    <a:pt x="570" y="1917"/>
                  </a:lnTo>
                  <a:lnTo>
                    <a:pt x="614" y="1937"/>
                  </a:lnTo>
                  <a:lnTo>
                    <a:pt x="661" y="1955"/>
                  </a:lnTo>
                  <a:lnTo>
                    <a:pt x="707" y="1971"/>
                  </a:lnTo>
                  <a:lnTo>
                    <a:pt x="754" y="1984"/>
                  </a:lnTo>
                  <a:lnTo>
                    <a:pt x="803" y="1995"/>
                  </a:lnTo>
                  <a:lnTo>
                    <a:pt x="853" y="2004"/>
                  </a:lnTo>
                  <a:lnTo>
                    <a:pt x="903" y="2011"/>
                  </a:lnTo>
                  <a:lnTo>
                    <a:pt x="954" y="2015"/>
                  </a:lnTo>
                  <a:lnTo>
                    <a:pt x="1006" y="2016"/>
                  </a:lnTo>
                  <a:lnTo>
                    <a:pt x="1057" y="2015"/>
                  </a:lnTo>
                  <a:lnTo>
                    <a:pt x="1108" y="2011"/>
                  </a:lnTo>
                  <a:lnTo>
                    <a:pt x="1159" y="2004"/>
                  </a:lnTo>
                  <a:lnTo>
                    <a:pt x="1208" y="1995"/>
                  </a:lnTo>
                  <a:lnTo>
                    <a:pt x="1257" y="1984"/>
                  </a:lnTo>
                  <a:lnTo>
                    <a:pt x="1304" y="1971"/>
                  </a:lnTo>
                  <a:lnTo>
                    <a:pt x="1352" y="1955"/>
                  </a:lnTo>
                  <a:lnTo>
                    <a:pt x="1397" y="1937"/>
                  </a:lnTo>
                  <a:lnTo>
                    <a:pt x="1441" y="1917"/>
                  </a:lnTo>
                  <a:lnTo>
                    <a:pt x="1485" y="1894"/>
                  </a:lnTo>
                  <a:lnTo>
                    <a:pt x="1527" y="1870"/>
                  </a:lnTo>
                  <a:lnTo>
                    <a:pt x="1568" y="1844"/>
                  </a:lnTo>
                  <a:lnTo>
                    <a:pt x="1607" y="1816"/>
                  </a:lnTo>
                  <a:lnTo>
                    <a:pt x="1645" y="1785"/>
                  </a:lnTo>
                  <a:lnTo>
                    <a:pt x="1682" y="1754"/>
                  </a:lnTo>
                  <a:lnTo>
                    <a:pt x="1717" y="1721"/>
                  </a:lnTo>
                  <a:lnTo>
                    <a:pt x="1750" y="1686"/>
                  </a:lnTo>
                  <a:lnTo>
                    <a:pt x="1782" y="1649"/>
                  </a:lnTo>
                  <a:lnTo>
                    <a:pt x="1811" y="1611"/>
                  </a:lnTo>
                  <a:lnTo>
                    <a:pt x="1840" y="1572"/>
                  </a:lnTo>
                  <a:lnTo>
                    <a:pt x="1866" y="1530"/>
                  </a:lnTo>
                  <a:lnTo>
                    <a:pt x="1890" y="1488"/>
                  </a:lnTo>
                  <a:lnTo>
                    <a:pt x="1912" y="1445"/>
                  </a:lnTo>
                  <a:lnTo>
                    <a:pt x="1932" y="1400"/>
                  </a:lnTo>
                  <a:lnTo>
                    <a:pt x="1950" y="1355"/>
                  </a:lnTo>
                  <a:lnTo>
                    <a:pt x="1966" y="1308"/>
                  </a:lnTo>
                  <a:lnTo>
                    <a:pt x="1980" y="1260"/>
                  </a:lnTo>
                  <a:lnTo>
                    <a:pt x="1992" y="1211"/>
                  </a:lnTo>
                  <a:lnTo>
                    <a:pt x="2001" y="1161"/>
                  </a:lnTo>
                  <a:lnTo>
                    <a:pt x="2007" y="1111"/>
                  </a:lnTo>
                  <a:lnTo>
                    <a:pt x="2011" y="1060"/>
                  </a:lnTo>
                  <a:lnTo>
                    <a:pt x="2012" y="1008"/>
                  </a:lnTo>
                  <a:lnTo>
                    <a:pt x="2011" y="957"/>
                  </a:lnTo>
                  <a:lnTo>
                    <a:pt x="2007" y="905"/>
                  </a:lnTo>
                  <a:lnTo>
                    <a:pt x="2001" y="855"/>
                  </a:lnTo>
                  <a:lnTo>
                    <a:pt x="1992" y="805"/>
                  </a:lnTo>
                  <a:lnTo>
                    <a:pt x="1980" y="756"/>
                  </a:lnTo>
                  <a:lnTo>
                    <a:pt x="1966" y="709"/>
                  </a:lnTo>
                  <a:lnTo>
                    <a:pt x="1950" y="661"/>
                  </a:lnTo>
                  <a:lnTo>
                    <a:pt x="1932" y="616"/>
                  </a:lnTo>
                  <a:lnTo>
                    <a:pt x="1912" y="572"/>
                  </a:lnTo>
                  <a:lnTo>
                    <a:pt x="1890" y="528"/>
                  </a:lnTo>
                  <a:lnTo>
                    <a:pt x="1866" y="486"/>
                  </a:lnTo>
                  <a:lnTo>
                    <a:pt x="1840" y="445"/>
                  </a:lnTo>
                  <a:lnTo>
                    <a:pt x="1811" y="405"/>
                  </a:lnTo>
                  <a:lnTo>
                    <a:pt x="1782" y="367"/>
                  </a:lnTo>
                  <a:lnTo>
                    <a:pt x="1750" y="331"/>
                  </a:lnTo>
                  <a:lnTo>
                    <a:pt x="1717" y="295"/>
                  </a:lnTo>
                  <a:lnTo>
                    <a:pt x="1682" y="262"/>
                  </a:lnTo>
                  <a:lnTo>
                    <a:pt x="1645" y="231"/>
                  </a:lnTo>
                  <a:lnTo>
                    <a:pt x="1607" y="201"/>
                  </a:lnTo>
                  <a:lnTo>
                    <a:pt x="1568" y="172"/>
                  </a:lnTo>
                  <a:lnTo>
                    <a:pt x="1527" y="146"/>
                  </a:lnTo>
                  <a:lnTo>
                    <a:pt x="1485" y="122"/>
                  </a:lnTo>
                  <a:lnTo>
                    <a:pt x="1441" y="100"/>
                  </a:lnTo>
                  <a:lnTo>
                    <a:pt x="1397" y="80"/>
                  </a:lnTo>
                  <a:lnTo>
                    <a:pt x="1352" y="61"/>
                  </a:lnTo>
                  <a:lnTo>
                    <a:pt x="1304" y="45"/>
                  </a:lnTo>
                  <a:lnTo>
                    <a:pt x="1257" y="31"/>
                  </a:lnTo>
                  <a:lnTo>
                    <a:pt x="1208" y="20"/>
                  </a:lnTo>
                  <a:lnTo>
                    <a:pt x="1159" y="11"/>
                  </a:lnTo>
                  <a:lnTo>
                    <a:pt x="1108" y="5"/>
                  </a:lnTo>
                  <a:lnTo>
                    <a:pt x="1057" y="1"/>
                  </a:lnTo>
                  <a:lnTo>
                    <a:pt x="1006" y="0"/>
                  </a:lnTo>
                  <a:lnTo>
                    <a:pt x="954" y="1"/>
                  </a:lnTo>
                  <a:lnTo>
                    <a:pt x="903" y="5"/>
                  </a:lnTo>
                  <a:lnTo>
                    <a:pt x="853" y="11"/>
                  </a:lnTo>
                  <a:lnTo>
                    <a:pt x="803" y="20"/>
                  </a:lnTo>
                  <a:lnTo>
                    <a:pt x="754" y="31"/>
                  </a:lnTo>
                  <a:lnTo>
                    <a:pt x="707" y="45"/>
                  </a:lnTo>
                  <a:lnTo>
                    <a:pt x="661" y="61"/>
                  </a:lnTo>
                  <a:lnTo>
                    <a:pt x="614" y="80"/>
                  </a:lnTo>
                  <a:lnTo>
                    <a:pt x="570" y="100"/>
                  </a:lnTo>
                  <a:lnTo>
                    <a:pt x="527" y="122"/>
                  </a:lnTo>
                  <a:lnTo>
                    <a:pt x="485" y="146"/>
                  </a:lnTo>
                  <a:lnTo>
                    <a:pt x="443" y="172"/>
                  </a:lnTo>
                  <a:lnTo>
                    <a:pt x="404" y="201"/>
                  </a:lnTo>
                  <a:lnTo>
                    <a:pt x="366" y="231"/>
                  </a:lnTo>
                  <a:lnTo>
                    <a:pt x="330" y="262"/>
                  </a:lnTo>
                  <a:lnTo>
                    <a:pt x="294" y="295"/>
                  </a:lnTo>
                  <a:lnTo>
                    <a:pt x="261" y="331"/>
                  </a:lnTo>
                  <a:lnTo>
                    <a:pt x="230" y="367"/>
                  </a:lnTo>
                  <a:lnTo>
                    <a:pt x="200" y="405"/>
                  </a:lnTo>
                  <a:lnTo>
                    <a:pt x="172" y="445"/>
                  </a:lnTo>
                  <a:lnTo>
                    <a:pt x="146" y="486"/>
                  </a:lnTo>
                  <a:lnTo>
                    <a:pt x="121" y="528"/>
                  </a:lnTo>
                  <a:lnTo>
                    <a:pt x="99" y="572"/>
                  </a:lnTo>
                  <a:lnTo>
                    <a:pt x="79" y="616"/>
                  </a:lnTo>
                  <a:lnTo>
                    <a:pt x="61" y="661"/>
                  </a:lnTo>
                  <a:lnTo>
                    <a:pt x="45" y="709"/>
                  </a:lnTo>
                  <a:lnTo>
                    <a:pt x="32" y="756"/>
                  </a:lnTo>
                  <a:lnTo>
                    <a:pt x="21" y="805"/>
                  </a:lnTo>
                  <a:lnTo>
                    <a:pt x="12" y="855"/>
                  </a:lnTo>
                  <a:lnTo>
                    <a:pt x="5" y="905"/>
                  </a:lnTo>
                  <a:lnTo>
                    <a:pt x="2" y="957"/>
                  </a:lnTo>
                  <a:lnTo>
                    <a:pt x="0" y="10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69" name="Freeform 68"/>
            <p:cNvSpPr>
              <a:spLocks/>
            </p:cNvSpPr>
            <p:nvPr/>
          </p:nvSpPr>
          <p:spPr bwMode="auto">
            <a:xfrm>
              <a:off x="7085013" y="4627563"/>
              <a:ext cx="42863" cy="42863"/>
            </a:xfrm>
            <a:custGeom>
              <a:avLst/>
              <a:gdLst>
                <a:gd name="T0" fmla="*/ 554 w 1006"/>
                <a:gd name="T1" fmla="*/ 1005 h 1008"/>
                <a:gd name="T2" fmla="*/ 628 w 1006"/>
                <a:gd name="T3" fmla="*/ 992 h 1008"/>
                <a:gd name="T4" fmla="*/ 699 w 1006"/>
                <a:gd name="T5" fmla="*/ 969 h 1008"/>
                <a:gd name="T6" fmla="*/ 763 w 1006"/>
                <a:gd name="T7" fmla="*/ 935 h 1008"/>
                <a:gd name="T8" fmla="*/ 822 w 1006"/>
                <a:gd name="T9" fmla="*/ 893 h 1008"/>
                <a:gd name="T10" fmla="*/ 875 w 1006"/>
                <a:gd name="T11" fmla="*/ 843 h 1008"/>
                <a:gd name="T12" fmla="*/ 920 w 1006"/>
                <a:gd name="T13" fmla="*/ 786 h 1008"/>
                <a:gd name="T14" fmla="*/ 956 w 1006"/>
                <a:gd name="T15" fmla="*/ 723 h 1008"/>
                <a:gd name="T16" fmla="*/ 983 w 1006"/>
                <a:gd name="T17" fmla="*/ 654 h 1008"/>
                <a:gd name="T18" fmla="*/ 1000 w 1006"/>
                <a:gd name="T19" fmla="*/ 581 h 1008"/>
                <a:gd name="T20" fmla="*/ 1006 w 1006"/>
                <a:gd name="T21" fmla="*/ 504 h 1008"/>
                <a:gd name="T22" fmla="*/ 1000 w 1006"/>
                <a:gd name="T23" fmla="*/ 427 h 1008"/>
                <a:gd name="T24" fmla="*/ 983 w 1006"/>
                <a:gd name="T25" fmla="*/ 354 h 1008"/>
                <a:gd name="T26" fmla="*/ 956 w 1006"/>
                <a:gd name="T27" fmla="*/ 285 h 1008"/>
                <a:gd name="T28" fmla="*/ 920 w 1006"/>
                <a:gd name="T29" fmla="*/ 222 h 1008"/>
                <a:gd name="T30" fmla="*/ 875 w 1006"/>
                <a:gd name="T31" fmla="*/ 165 h 1008"/>
                <a:gd name="T32" fmla="*/ 822 w 1006"/>
                <a:gd name="T33" fmla="*/ 115 h 1008"/>
                <a:gd name="T34" fmla="*/ 763 w 1006"/>
                <a:gd name="T35" fmla="*/ 72 h 1008"/>
                <a:gd name="T36" fmla="*/ 699 w 1006"/>
                <a:gd name="T37" fmla="*/ 39 h 1008"/>
                <a:gd name="T38" fmla="*/ 628 w 1006"/>
                <a:gd name="T39" fmla="*/ 16 h 1008"/>
                <a:gd name="T40" fmla="*/ 554 w 1006"/>
                <a:gd name="T41" fmla="*/ 3 h 1008"/>
                <a:gd name="T42" fmla="*/ 476 w 1006"/>
                <a:gd name="T43" fmla="*/ 1 h 1008"/>
                <a:gd name="T44" fmla="*/ 401 w 1006"/>
                <a:gd name="T45" fmla="*/ 10 h 1008"/>
                <a:gd name="T46" fmla="*/ 330 w 1006"/>
                <a:gd name="T47" fmla="*/ 30 h 1008"/>
                <a:gd name="T48" fmla="*/ 263 w 1006"/>
                <a:gd name="T49" fmla="*/ 60 h 1008"/>
                <a:gd name="T50" fmla="*/ 202 w 1006"/>
                <a:gd name="T51" fmla="*/ 100 h 1008"/>
                <a:gd name="T52" fmla="*/ 147 w 1006"/>
                <a:gd name="T53" fmla="*/ 147 h 1008"/>
                <a:gd name="T54" fmla="*/ 99 w 1006"/>
                <a:gd name="T55" fmla="*/ 202 h 1008"/>
                <a:gd name="T56" fmla="*/ 61 w 1006"/>
                <a:gd name="T57" fmla="*/ 264 h 1008"/>
                <a:gd name="T58" fmla="*/ 30 w 1006"/>
                <a:gd name="T59" fmla="*/ 330 h 1008"/>
                <a:gd name="T60" fmla="*/ 10 w 1006"/>
                <a:gd name="T61" fmla="*/ 402 h 1008"/>
                <a:gd name="T62" fmla="*/ 1 w 1006"/>
                <a:gd name="T63" fmla="*/ 478 h 1008"/>
                <a:gd name="T64" fmla="*/ 3 w 1006"/>
                <a:gd name="T65" fmla="*/ 555 h 1008"/>
                <a:gd name="T66" fmla="*/ 16 w 1006"/>
                <a:gd name="T67" fmla="*/ 630 h 1008"/>
                <a:gd name="T68" fmla="*/ 39 w 1006"/>
                <a:gd name="T69" fmla="*/ 700 h 1008"/>
                <a:gd name="T70" fmla="*/ 73 w 1006"/>
                <a:gd name="T71" fmla="*/ 765 h 1008"/>
                <a:gd name="T72" fmla="*/ 114 w 1006"/>
                <a:gd name="T73" fmla="*/ 824 h 1008"/>
                <a:gd name="T74" fmla="*/ 165 w 1006"/>
                <a:gd name="T75" fmla="*/ 877 h 1008"/>
                <a:gd name="T76" fmla="*/ 222 w 1006"/>
                <a:gd name="T77" fmla="*/ 922 h 1008"/>
                <a:gd name="T78" fmla="*/ 284 w 1006"/>
                <a:gd name="T79" fmla="*/ 959 h 1008"/>
                <a:gd name="T80" fmla="*/ 353 w 1006"/>
                <a:gd name="T81" fmla="*/ 985 h 1008"/>
                <a:gd name="T82" fmla="*/ 426 w 1006"/>
                <a:gd name="T83" fmla="*/ 1002 h 1008"/>
                <a:gd name="T84" fmla="*/ 503 w 1006"/>
                <a:gd name="T85" fmla="*/ 1008 h 1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6" h="1008">
                  <a:moveTo>
                    <a:pt x="503" y="1008"/>
                  </a:moveTo>
                  <a:lnTo>
                    <a:pt x="529" y="1007"/>
                  </a:lnTo>
                  <a:lnTo>
                    <a:pt x="554" y="1005"/>
                  </a:lnTo>
                  <a:lnTo>
                    <a:pt x="579" y="1002"/>
                  </a:lnTo>
                  <a:lnTo>
                    <a:pt x="604" y="998"/>
                  </a:lnTo>
                  <a:lnTo>
                    <a:pt x="628" y="992"/>
                  </a:lnTo>
                  <a:lnTo>
                    <a:pt x="652" y="985"/>
                  </a:lnTo>
                  <a:lnTo>
                    <a:pt x="676" y="978"/>
                  </a:lnTo>
                  <a:lnTo>
                    <a:pt x="699" y="969"/>
                  </a:lnTo>
                  <a:lnTo>
                    <a:pt x="721" y="959"/>
                  </a:lnTo>
                  <a:lnTo>
                    <a:pt x="742" y="948"/>
                  </a:lnTo>
                  <a:lnTo>
                    <a:pt x="763" y="935"/>
                  </a:lnTo>
                  <a:lnTo>
                    <a:pt x="784" y="922"/>
                  </a:lnTo>
                  <a:lnTo>
                    <a:pt x="803" y="908"/>
                  </a:lnTo>
                  <a:lnTo>
                    <a:pt x="822" y="893"/>
                  </a:lnTo>
                  <a:lnTo>
                    <a:pt x="841" y="877"/>
                  </a:lnTo>
                  <a:lnTo>
                    <a:pt x="859" y="861"/>
                  </a:lnTo>
                  <a:lnTo>
                    <a:pt x="875" y="843"/>
                  </a:lnTo>
                  <a:lnTo>
                    <a:pt x="891" y="824"/>
                  </a:lnTo>
                  <a:lnTo>
                    <a:pt x="906" y="805"/>
                  </a:lnTo>
                  <a:lnTo>
                    <a:pt x="920" y="786"/>
                  </a:lnTo>
                  <a:lnTo>
                    <a:pt x="933" y="765"/>
                  </a:lnTo>
                  <a:lnTo>
                    <a:pt x="945" y="744"/>
                  </a:lnTo>
                  <a:lnTo>
                    <a:pt x="956" y="723"/>
                  </a:lnTo>
                  <a:lnTo>
                    <a:pt x="966" y="700"/>
                  </a:lnTo>
                  <a:lnTo>
                    <a:pt x="975" y="677"/>
                  </a:lnTo>
                  <a:lnTo>
                    <a:pt x="983" y="654"/>
                  </a:lnTo>
                  <a:lnTo>
                    <a:pt x="989" y="630"/>
                  </a:lnTo>
                  <a:lnTo>
                    <a:pt x="996" y="606"/>
                  </a:lnTo>
                  <a:lnTo>
                    <a:pt x="1000" y="581"/>
                  </a:lnTo>
                  <a:lnTo>
                    <a:pt x="1004" y="555"/>
                  </a:lnTo>
                  <a:lnTo>
                    <a:pt x="1006" y="530"/>
                  </a:lnTo>
                  <a:lnTo>
                    <a:pt x="1006" y="504"/>
                  </a:lnTo>
                  <a:lnTo>
                    <a:pt x="1006" y="478"/>
                  </a:lnTo>
                  <a:lnTo>
                    <a:pt x="1004" y="452"/>
                  </a:lnTo>
                  <a:lnTo>
                    <a:pt x="1000" y="427"/>
                  </a:lnTo>
                  <a:lnTo>
                    <a:pt x="996" y="402"/>
                  </a:lnTo>
                  <a:lnTo>
                    <a:pt x="989" y="378"/>
                  </a:lnTo>
                  <a:lnTo>
                    <a:pt x="983" y="354"/>
                  </a:lnTo>
                  <a:lnTo>
                    <a:pt x="975" y="330"/>
                  </a:lnTo>
                  <a:lnTo>
                    <a:pt x="966" y="307"/>
                  </a:lnTo>
                  <a:lnTo>
                    <a:pt x="956" y="285"/>
                  </a:lnTo>
                  <a:lnTo>
                    <a:pt x="945" y="264"/>
                  </a:lnTo>
                  <a:lnTo>
                    <a:pt x="933" y="243"/>
                  </a:lnTo>
                  <a:lnTo>
                    <a:pt x="920" y="222"/>
                  </a:lnTo>
                  <a:lnTo>
                    <a:pt x="906" y="202"/>
                  </a:lnTo>
                  <a:lnTo>
                    <a:pt x="891" y="183"/>
                  </a:lnTo>
                  <a:lnTo>
                    <a:pt x="875" y="165"/>
                  </a:lnTo>
                  <a:lnTo>
                    <a:pt x="859" y="147"/>
                  </a:lnTo>
                  <a:lnTo>
                    <a:pt x="841" y="131"/>
                  </a:lnTo>
                  <a:lnTo>
                    <a:pt x="822" y="115"/>
                  </a:lnTo>
                  <a:lnTo>
                    <a:pt x="803" y="100"/>
                  </a:lnTo>
                  <a:lnTo>
                    <a:pt x="784" y="85"/>
                  </a:lnTo>
                  <a:lnTo>
                    <a:pt x="763" y="72"/>
                  </a:lnTo>
                  <a:lnTo>
                    <a:pt x="742" y="60"/>
                  </a:lnTo>
                  <a:lnTo>
                    <a:pt x="721" y="49"/>
                  </a:lnTo>
                  <a:lnTo>
                    <a:pt x="699" y="39"/>
                  </a:lnTo>
                  <a:lnTo>
                    <a:pt x="676" y="30"/>
                  </a:lnTo>
                  <a:lnTo>
                    <a:pt x="652" y="22"/>
                  </a:lnTo>
                  <a:lnTo>
                    <a:pt x="628" y="16"/>
                  </a:lnTo>
                  <a:lnTo>
                    <a:pt x="604" y="10"/>
                  </a:lnTo>
                  <a:lnTo>
                    <a:pt x="579" y="6"/>
                  </a:lnTo>
                  <a:lnTo>
                    <a:pt x="554" y="3"/>
                  </a:lnTo>
                  <a:lnTo>
                    <a:pt x="529" y="1"/>
                  </a:lnTo>
                  <a:lnTo>
                    <a:pt x="503" y="0"/>
                  </a:lnTo>
                  <a:lnTo>
                    <a:pt x="476" y="1"/>
                  </a:lnTo>
                  <a:lnTo>
                    <a:pt x="451" y="3"/>
                  </a:lnTo>
                  <a:lnTo>
                    <a:pt x="426" y="6"/>
                  </a:lnTo>
                  <a:lnTo>
                    <a:pt x="401" y="10"/>
                  </a:lnTo>
                  <a:lnTo>
                    <a:pt x="377" y="16"/>
                  </a:lnTo>
                  <a:lnTo>
                    <a:pt x="353" y="22"/>
                  </a:lnTo>
                  <a:lnTo>
                    <a:pt x="330" y="30"/>
                  </a:lnTo>
                  <a:lnTo>
                    <a:pt x="307" y="39"/>
                  </a:lnTo>
                  <a:lnTo>
                    <a:pt x="284" y="49"/>
                  </a:lnTo>
                  <a:lnTo>
                    <a:pt x="263" y="60"/>
                  </a:lnTo>
                  <a:lnTo>
                    <a:pt x="242" y="72"/>
                  </a:lnTo>
                  <a:lnTo>
                    <a:pt x="222" y="85"/>
                  </a:lnTo>
                  <a:lnTo>
                    <a:pt x="202" y="100"/>
                  </a:lnTo>
                  <a:lnTo>
                    <a:pt x="183" y="115"/>
                  </a:lnTo>
                  <a:lnTo>
                    <a:pt x="165" y="131"/>
                  </a:lnTo>
                  <a:lnTo>
                    <a:pt x="147" y="147"/>
                  </a:lnTo>
                  <a:lnTo>
                    <a:pt x="130" y="165"/>
                  </a:lnTo>
                  <a:lnTo>
                    <a:pt x="114" y="183"/>
                  </a:lnTo>
                  <a:lnTo>
                    <a:pt x="99" y="202"/>
                  </a:lnTo>
                  <a:lnTo>
                    <a:pt x="86" y="222"/>
                  </a:lnTo>
                  <a:lnTo>
                    <a:pt x="73" y="243"/>
                  </a:lnTo>
                  <a:lnTo>
                    <a:pt x="61" y="264"/>
                  </a:lnTo>
                  <a:lnTo>
                    <a:pt x="49" y="285"/>
                  </a:lnTo>
                  <a:lnTo>
                    <a:pt x="39" y="307"/>
                  </a:lnTo>
                  <a:lnTo>
                    <a:pt x="30" y="330"/>
                  </a:lnTo>
                  <a:lnTo>
                    <a:pt x="23" y="354"/>
                  </a:lnTo>
                  <a:lnTo>
                    <a:pt x="16" y="378"/>
                  </a:lnTo>
                  <a:lnTo>
                    <a:pt x="10" y="402"/>
                  </a:lnTo>
                  <a:lnTo>
                    <a:pt x="6" y="427"/>
                  </a:lnTo>
                  <a:lnTo>
                    <a:pt x="3" y="452"/>
                  </a:lnTo>
                  <a:lnTo>
                    <a:pt x="1" y="478"/>
                  </a:lnTo>
                  <a:lnTo>
                    <a:pt x="0" y="504"/>
                  </a:lnTo>
                  <a:lnTo>
                    <a:pt x="1" y="530"/>
                  </a:lnTo>
                  <a:lnTo>
                    <a:pt x="3" y="555"/>
                  </a:lnTo>
                  <a:lnTo>
                    <a:pt x="6" y="581"/>
                  </a:lnTo>
                  <a:lnTo>
                    <a:pt x="10" y="606"/>
                  </a:lnTo>
                  <a:lnTo>
                    <a:pt x="16" y="630"/>
                  </a:lnTo>
                  <a:lnTo>
                    <a:pt x="23" y="654"/>
                  </a:lnTo>
                  <a:lnTo>
                    <a:pt x="30" y="677"/>
                  </a:lnTo>
                  <a:lnTo>
                    <a:pt x="39" y="700"/>
                  </a:lnTo>
                  <a:lnTo>
                    <a:pt x="49" y="723"/>
                  </a:lnTo>
                  <a:lnTo>
                    <a:pt x="61" y="744"/>
                  </a:lnTo>
                  <a:lnTo>
                    <a:pt x="73" y="765"/>
                  </a:lnTo>
                  <a:lnTo>
                    <a:pt x="86" y="786"/>
                  </a:lnTo>
                  <a:lnTo>
                    <a:pt x="99" y="805"/>
                  </a:lnTo>
                  <a:lnTo>
                    <a:pt x="114" y="824"/>
                  </a:lnTo>
                  <a:lnTo>
                    <a:pt x="130" y="843"/>
                  </a:lnTo>
                  <a:lnTo>
                    <a:pt x="147" y="861"/>
                  </a:lnTo>
                  <a:lnTo>
                    <a:pt x="165" y="877"/>
                  </a:lnTo>
                  <a:lnTo>
                    <a:pt x="183" y="893"/>
                  </a:lnTo>
                  <a:lnTo>
                    <a:pt x="202" y="908"/>
                  </a:lnTo>
                  <a:lnTo>
                    <a:pt x="222" y="922"/>
                  </a:lnTo>
                  <a:lnTo>
                    <a:pt x="242" y="935"/>
                  </a:lnTo>
                  <a:lnTo>
                    <a:pt x="263" y="948"/>
                  </a:lnTo>
                  <a:lnTo>
                    <a:pt x="284" y="959"/>
                  </a:lnTo>
                  <a:lnTo>
                    <a:pt x="307" y="969"/>
                  </a:lnTo>
                  <a:lnTo>
                    <a:pt x="330" y="978"/>
                  </a:lnTo>
                  <a:lnTo>
                    <a:pt x="353" y="985"/>
                  </a:lnTo>
                  <a:lnTo>
                    <a:pt x="377" y="992"/>
                  </a:lnTo>
                  <a:lnTo>
                    <a:pt x="401" y="998"/>
                  </a:lnTo>
                  <a:lnTo>
                    <a:pt x="426" y="1002"/>
                  </a:lnTo>
                  <a:lnTo>
                    <a:pt x="451" y="1005"/>
                  </a:lnTo>
                  <a:lnTo>
                    <a:pt x="476" y="1007"/>
                  </a:lnTo>
                  <a:lnTo>
                    <a:pt x="503" y="10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sp>
          <p:nvSpPr>
            <p:cNvPr id="70" name="Freeform 69"/>
            <p:cNvSpPr>
              <a:spLocks/>
            </p:cNvSpPr>
            <p:nvPr/>
          </p:nvSpPr>
          <p:spPr bwMode="auto">
            <a:xfrm>
              <a:off x="7431088" y="4302126"/>
              <a:ext cx="42863" cy="44450"/>
            </a:xfrm>
            <a:custGeom>
              <a:avLst/>
              <a:gdLst>
                <a:gd name="T0" fmla="*/ 452 w 1006"/>
                <a:gd name="T1" fmla="*/ 3 h 1008"/>
                <a:gd name="T2" fmla="*/ 377 w 1006"/>
                <a:gd name="T3" fmla="*/ 16 h 1008"/>
                <a:gd name="T4" fmla="*/ 307 w 1006"/>
                <a:gd name="T5" fmla="*/ 39 h 1008"/>
                <a:gd name="T6" fmla="*/ 243 w 1006"/>
                <a:gd name="T7" fmla="*/ 72 h 1008"/>
                <a:gd name="T8" fmla="*/ 183 w 1006"/>
                <a:gd name="T9" fmla="*/ 115 h 1008"/>
                <a:gd name="T10" fmla="*/ 131 w 1006"/>
                <a:gd name="T11" fmla="*/ 165 h 1008"/>
                <a:gd name="T12" fmla="*/ 86 w 1006"/>
                <a:gd name="T13" fmla="*/ 222 h 1008"/>
                <a:gd name="T14" fmla="*/ 49 w 1006"/>
                <a:gd name="T15" fmla="*/ 285 h 1008"/>
                <a:gd name="T16" fmla="*/ 22 w 1006"/>
                <a:gd name="T17" fmla="*/ 354 h 1008"/>
                <a:gd name="T18" fmla="*/ 6 w 1006"/>
                <a:gd name="T19" fmla="*/ 427 h 1008"/>
                <a:gd name="T20" fmla="*/ 0 w 1006"/>
                <a:gd name="T21" fmla="*/ 504 h 1008"/>
                <a:gd name="T22" fmla="*/ 6 w 1006"/>
                <a:gd name="T23" fmla="*/ 581 h 1008"/>
                <a:gd name="T24" fmla="*/ 22 w 1006"/>
                <a:gd name="T25" fmla="*/ 654 h 1008"/>
                <a:gd name="T26" fmla="*/ 49 w 1006"/>
                <a:gd name="T27" fmla="*/ 723 h 1008"/>
                <a:gd name="T28" fmla="*/ 86 w 1006"/>
                <a:gd name="T29" fmla="*/ 786 h 1008"/>
                <a:gd name="T30" fmla="*/ 131 w 1006"/>
                <a:gd name="T31" fmla="*/ 843 h 1008"/>
                <a:gd name="T32" fmla="*/ 183 w 1006"/>
                <a:gd name="T33" fmla="*/ 893 h 1008"/>
                <a:gd name="T34" fmla="*/ 243 w 1006"/>
                <a:gd name="T35" fmla="*/ 936 h 1008"/>
                <a:gd name="T36" fmla="*/ 307 w 1006"/>
                <a:gd name="T37" fmla="*/ 969 h 1008"/>
                <a:gd name="T38" fmla="*/ 377 w 1006"/>
                <a:gd name="T39" fmla="*/ 992 h 1008"/>
                <a:gd name="T40" fmla="*/ 452 w 1006"/>
                <a:gd name="T41" fmla="*/ 1005 h 1008"/>
                <a:gd name="T42" fmla="*/ 529 w 1006"/>
                <a:gd name="T43" fmla="*/ 1007 h 1008"/>
                <a:gd name="T44" fmla="*/ 605 w 1006"/>
                <a:gd name="T45" fmla="*/ 998 h 1008"/>
                <a:gd name="T46" fmla="*/ 676 w 1006"/>
                <a:gd name="T47" fmla="*/ 978 h 1008"/>
                <a:gd name="T48" fmla="*/ 743 w 1006"/>
                <a:gd name="T49" fmla="*/ 948 h 1008"/>
                <a:gd name="T50" fmla="*/ 804 w 1006"/>
                <a:gd name="T51" fmla="*/ 908 h 1008"/>
                <a:gd name="T52" fmla="*/ 858 w 1006"/>
                <a:gd name="T53" fmla="*/ 861 h 1008"/>
                <a:gd name="T54" fmla="*/ 906 w 1006"/>
                <a:gd name="T55" fmla="*/ 805 h 1008"/>
                <a:gd name="T56" fmla="*/ 946 w 1006"/>
                <a:gd name="T57" fmla="*/ 744 h 1008"/>
                <a:gd name="T58" fmla="*/ 976 w 1006"/>
                <a:gd name="T59" fmla="*/ 677 h 1008"/>
                <a:gd name="T60" fmla="*/ 996 w 1006"/>
                <a:gd name="T61" fmla="*/ 606 h 1008"/>
                <a:gd name="T62" fmla="*/ 1005 w 1006"/>
                <a:gd name="T63" fmla="*/ 530 h 1008"/>
                <a:gd name="T64" fmla="*/ 1003 w 1006"/>
                <a:gd name="T65" fmla="*/ 453 h 1008"/>
                <a:gd name="T66" fmla="*/ 990 w 1006"/>
                <a:gd name="T67" fmla="*/ 378 h 1008"/>
                <a:gd name="T68" fmla="*/ 967 w 1006"/>
                <a:gd name="T69" fmla="*/ 307 h 1008"/>
                <a:gd name="T70" fmla="*/ 934 w 1006"/>
                <a:gd name="T71" fmla="*/ 243 h 1008"/>
                <a:gd name="T72" fmla="*/ 891 w 1006"/>
                <a:gd name="T73" fmla="*/ 183 h 1008"/>
                <a:gd name="T74" fmla="*/ 841 w 1006"/>
                <a:gd name="T75" fmla="*/ 131 h 1008"/>
                <a:gd name="T76" fmla="*/ 784 w 1006"/>
                <a:gd name="T77" fmla="*/ 86 h 1008"/>
                <a:gd name="T78" fmla="*/ 721 w 1006"/>
                <a:gd name="T79" fmla="*/ 49 h 1008"/>
                <a:gd name="T80" fmla="*/ 653 w 1006"/>
                <a:gd name="T81" fmla="*/ 22 h 1008"/>
                <a:gd name="T82" fmla="*/ 580 w 1006"/>
                <a:gd name="T83" fmla="*/ 6 h 1008"/>
                <a:gd name="T84" fmla="*/ 503 w 1006"/>
                <a:gd name="T85" fmla="*/ 0 h 1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6" h="1008">
                  <a:moveTo>
                    <a:pt x="503" y="0"/>
                  </a:moveTo>
                  <a:lnTo>
                    <a:pt x="477" y="1"/>
                  </a:lnTo>
                  <a:lnTo>
                    <a:pt x="452" y="3"/>
                  </a:lnTo>
                  <a:lnTo>
                    <a:pt x="427" y="6"/>
                  </a:lnTo>
                  <a:lnTo>
                    <a:pt x="401" y="10"/>
                  </a:lnTo>
                  <a:lnTo>
                    <a:pt x="377" y="16"/>
                  </a:lnTo>
                  <a:lnTo>
                    <a:pt x="353" y="22"/>
                  </a:lnTo>
                  <a:lnTo>
                    <a:pt x="330" y="30"/>
                  </a:lnTo>
                  <a:lnTo>
                    <a:pt x="307" y="39"/>
                  </a:lnTo>
                  <a:lnTo>
                    <a:pt x="285" y="49"/>
                  </a:lnTo>
                  <a:lnTo>
                    <a:pt x="264" y="60"/>
                  </a:lnTo>
                  <a:lnTo>
                    <a:pt x="243" y="72"/>
                  </a:lnTo>
                  <a:lnTo>
                    <a:pt x="221" y="86"/>
                  </a:lnTo>
                  <a:lnTo>
                    <a:pt x="202" y="100"/>
                  </a:lnTo>
                  <a:lnTo>
                    <a:pt x="183" y="115"/>
                  </a:lnTo>
                  <a:lnTo>
                    <a:pt x="165" y="131"/>
                  </a:lnTo>
                  <a:lnTo>
                    <a:pt x="147" y="147"/>
                  </a:lnTo>
                  <a:lnTo>
                    <a:pt x="131" y="165"/>
                  </a:lnTo>
                  <a:lnTo>
                    <a:pt x="115" y="183"/>
                  </a:lnTo>
                  <a:lnTo>
                    <a:pt x="100" y="203"/>
                  </a:lnTo>
                  <a:lnTo>
                    <a:pt x="86" y="222"/>
                  </a:lnTo>
                  <a:lnTo>
                    <a:pt x="73" y="243"/>
                  </a:lnTo>
                  <a:lnTo>
                    <a:pt x="60" y="263"/>
                  </a:lnTo>
                  <a:lnTo>
                    <a:pt x="49" y="285"/>
                  </a:lnTo>
                  <a:lnTo>
                    <a:pt x="39" y="307"/>
                  </a:lnTo>
                  <a:lnTo>
                    <a:pt x="30" y="331"/>
                  </a:lnTo>
                  <a:lnTo>
                    <a:pt x="22" y="354"/>
                  </a:lnTo>
                  <a:lnTo>
                    <a:pt x="16" y="378"/>
                  </a:lnTo>
                  <a:lnTo>
                    <a:pt x="10" y="402"/>
                  </a:lnTo>
                  <a:lnTo>
                    <a:pt x="6" y="427"/>
                  </a:lnTo>
                  <a:lnTo>
                    <a:pt x="3" y="453"/>
                  </a:lnTo>
                  <a:lnTo>
                    <a:pt x="1" y="478"/>
                  </a:lnTo>
                  <a:lnTo>
                    <a:pt x="0" y="504"/>
                  </a:lnTo>
                  <a:lnTo>
                    <a:pt x="1" y="530"/>
                  </a:lnTo>
                  <a:lnTo>
                    <a:pt x="3" y="555"/>
                  </a:lnTo>
                  <a:lnTo>
                    <a:pt x="6" y="581"/>
                  </a:lnTo>
                  <a:lnTo>
                    <a:pt x="10" y="606"/>
                  </a:lnTo>
                  <a:lnTo>
                    <a:pt x="16" y="630"/>
                  </a:lnTo>
                  <a:lnTo>
                    <a:pt x="22" y="654"/>
                  </a:lnTo>
                  <a:lnTo>
                    <a:pt x="30" y="677"/>
                  </a:lnTo>
                  <a:lnTo>
                    <a:pt x="39" y="701"/>
                  </a:lnTo>
                  <a:lnTo>
                    <a:pt x="49" y="723"/>
                  </a:lnTo>
                  <a:lnTo>
                    <a:pt x="60" y="744"/>
                  </a:lnTo>
                  <a:lnTo>
                    <a:pt x="73" y="765"/>
                  </a:lnTo>
                  <a:lnTo>
                    <a:pt x="86" y="786"/>
                  </a:lnTo>
                  <a:lnTo>
                    <a:pt x="100" y="805"/>
                  </a:lnTo>
                  <a:lnTo>
                    <a:pt x="115" y="825"/>
                  </a:lnTo>
                  <a:lnTo>
                    <a:pt x="131" y="843"/>
                  </a:lnTo>
                  <a:lnTo>
                    <a:pt x="147" y="861"/>
                  </a:lnTo>
                  <a:lnTo>
                    <a:pt x="165" y="877"/>
                  </a:lnTo>
                  <a:lnTo>
                    <a:pt x="183" y="893"/>
                  </a:lnTo>
                  <a:lnTo>
                    <a:pt x="202" y="908"/>
                  </a:lnTo>
                  <a:lnTo>
                    <a:pt x="221" y="922"/>
                  </a:lnTo>
                  <a:lnTo>
                    <a:pt x="243" y="936"/>
                  </a:lnTo>
                  <a:lnTo>
                    <a:pt x="264" y="948"/>
                  </a:lnTo>
                  <a:lnTo>
                    <a:pt x="285" y="959"/>
                  </a:lnTo>
                  <a:lnTo>
                    <a:pt x="307" y="969"/>
                  </a:lnTo>
                  <a:lnTo>
                    <a:pt x="330" y="978"/>
                  </a:lnTo>
                  <a:lnTo>
                    <a:pt x="353" y="986"/>
                  </a:lnTo>
                  <a:lnTo>
                    <a:pt x="377" y="992"/>
                  </a:lnTo>
                  <a:lnTo>
                    <a:pt x="401" y="998"/>
                  </a:lnTo>
                  <a:lnTo>
                    <a:pt x="427" y="1002"/>
                  </a:lnTo>
                  <a:lnTo>
                    <a:pt x="452" y="1005"/>
                  </a:lnTo>
                  <a:lnTo>
                    <a:pt x="477" y="1007"/>
                  </a:lnTo>
                  <a:lnTo>
                    <a:pt x="503" y="1008"/>
                  </a:lnTo>
                  <a:lnTo>
                    <a:pt x="529" y="1007"/>
                  </a:lnTo>
                  <a:lnTo>
                    <a:pt x="554" y="1005"/>
                  </a:lnTo>
                  <a:lnTo>
                    <a:pt x="580" y="1002"/>
                  </a:lnTo>
                  <a:lnTo>
                    <a:pt x="605" y="998"/>
                  </a:lnTo>
                  <a:lnTo>
                    <a:pt x="629" y="992"/>
                  </a:lnTo>
                  <a:lnTo>
                    <a:pt x="653" y="986"/>
                  </a:lnTo>
                  <a:lnTo>
                    <a:pt x="676" y="978"/>
                  </a:lnTo>
                  <a:lnTo>
                    <a:pt x="699" y="969"/>
                  </a:lnTo>
                  <a:lnTo>
                    <a:pt x="721" y="959"/>
                  </a:lnTo>
                  <a:lnTo>
                    <a:pt x="743" y="948"/>
                  </a:lnTo>
                  <a:lnTo>
                    <a:pt x="764" y="936"/>
                  </a:lnTo>
                  <a:lnTo>
                    <a:pt x="784" y="922"/>
                  </a:lnTo>
                  <a:lnTo>
                    <a:pt x="804" y="908"/>
                  </a:lnTo>
                  <a:lnTo>
                    <a:pt x="823" y="893"/>
                  </a:lnTo>
                  <a:lnTo>
                    <a:pt x="841" y="877"/>
                  </a:lnTo>
                  <a:lnTo>
                    <a:pt x="858" y="861"/>
                  </a:lnTo>
                  <a:lnTo>
                    <a:pt x="875" y="843"/>
                  </a:lnTo>
                  <a:lnTo>
                    <a:pt x="891" y="825"/>
                  </a:lnTo>
                  <a:lnTo>
                    <a:pt x="906" y="805"/>
                  </a:lnTo>
                  <a:lnTo>
                    <a:pt x="921" y="786"/>
                  </a:lnTo>
                  <a:lnTo>
                    <a:pt x="934" y="765"/>
                  </a:lnTo>
                  <a:lnTo>
                    <a:pt x="946" y="744"/>
                  </a:lnTo>
                  <a:lnTo>
                    <a:pt x="957" y="723"/>
                  </a:lnTo>
                  <a:lnTo>
                    <a:pt x="967" y="701"/>
                  </a:lnTo>
                  <a:lnTo>
                    <a:pt x="976" y="677"/>
                  </a:lnTo>
                  <a:lnTo>
                    <a:pt x="983" y="654"/>
                  </a:lnTo>
                  <a:lnTo>
                    <a:pt x="990" y="630"/>
                  </a:lnTo>
                  <a:lnTo>
                    <a:pt x="996" y="606"/>
                  </a:lnTo>
                  <a:lnTo>
                    <a:pt x="1000" y="581"/>
                  </a:lnTo>
                  <a:lnTo>
                    <a:pt x="1003" y="555"/>
                  </a:lnTo>
                  <a:lnTo>
                    <a:pt x="1005" y="530"/>
                  </a:lnTo>
                  <a:lnTo>
                    <a:pt x="1006" y="504"/>
                  </a:lnTo>
                  <a:lnTo>
                    <a:pt x="1005" y="478"/>
                  </a:lnTo>
                  <a:lnTo>
                    <a:pt x="1003" y="453"/>
                  </a:lnTo>
                  <a:lnTo>
                    <a:pt x="1000" y="427"/>
                  </a:lnTo>
                  <a:lnTo>
                    <a:pt x="996" y="402"/>
                  </a:lnTo>
                  <a:lnTo>
                    <a:pt x="990" y="378"/>
                  </a:lnTo>
                  <a:lnTo>
                    <a:pt x="983" y="354"/>
                  </a:lnTo>
                  <a:lnTo>
                    <a:pt x="976" y="331"/>
                  </a:lnTo>
                  <a:lnTo>
                    <a:pt x="967" y="307"/>
                  </a:lnTo>
                  <a:lnTo>
                    <a:pt x="957" y="285"/>
                  </a:lnTo>
                  <a:lnTo>
                    <a:pt x="946" y="263"/>
                  </a:lnTo>
                  <a:lnTo>
                    <a:pt x="934" y="243"/>
                  </a:lnTo>
                  <a:lnTo>
                    <a:pt x="921" y="222"/>
                  </a:lnTo>
                  <a:lnTo>
                    <a:pt x="906" y="203"/>
                  </a:lnTo>
                  <a:lnTo>
                    <a:pt x="891" y="183"/>
                  </a:lnTo>
                  <a:lnTo>
                    <a:pt x="875" y="165"/>
                  </a:lnTo>
                  <a:lnTo>
                    <a:pt x="858" y="147"/>
                  </a:lnTo>
                  <a:lnTo>
                    <a:pt x="841" y="131"/>
                  </a:lnTo>
                  <a:lnTo>
                    <a:pt x="823" y="115"/>
                  </a:lnTo>
                  <a:lnTo>
                    <a:pt x="804" y="100"/>
                  </a:lnTo>
                  <a:lnTo>
                    <a:pt x="784" y="86"/>
                  </a:lnTo>
                  <a:lnTo>
                    <a:pt x="764" y="72"/>
                  </a:lnTo>
                  <a:lnTo>
                    <a:pt x="743" y="60"/>
                  </a:lnTo>
                  <a:lnTo>
                    <a:pt x="721" y="49"/>
                  </a:lnTo>
                  <a:lnTo>
                    <a:pt x="699" y="39"/>
                  </a:lnTo>
                  <a:lnTo>
                    <a:pt x="676" y="30"/>
                  </a:lnTo>
                  <a:lnTo>
                    <a:pt x="653" y="22"/>
                  </a:lnTo>
                  <a:lnTo>
                    <a:pt x="629" y="16"/>
                  </a:lnTo>
                  <a:lnTo>
                    <a:pt x="605" y="10"/>
                  </a:lnTo>
                  <a:lnTo>
                    <a:pt x="580" y="6"/>
                  </a:lnTo>
                  <a:lnTo>
                    <a:pt x="554" y="3"/>
                  </a:lnTo>
                  <a:lnTo>
                    <a:pt x="529" y="1"/>
                  </a:lnTo>
                  <a:lnTo>
                    <a:pt x="50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1799">
                <a:solidFill>
                  <a:schemeClr val="bg1"/>
                </a:solidFill>
              </a:endParaRPr>
            </a:p>
          </p:txBody>
        </p:sp>
      </p:grpSp>
      <p:sp>
        <p:nvSpPr>
          <p:cNvPr id="92"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algn="ctr" defTabSz="914126">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ICONIC SERVICES</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93" name="Rectangle 92"/>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94" name="Group 93"/>
          <p:cNvGrpSpPr/>
          <p:nvPr/>
        </p:nvGrpSpPr>
        <p:grpSpPr>
          <a:xfrm rot="10800000" flipV="1">
            <a:off x="5380522" y="1080697"/>
            <a:ext cx="1427781" cy="45707"/>
            <a:chOff x="3965945" y="1385354"/>
            <a:chExt cx="4572000" cy="79107"/>
          </a:xfrm>
        </p:grpSpPr>
        <p:sp>
          <p:nvSpPr>
            <p:cNvPr id="95" name="Rectangle 94"/>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96" name="Rectangle 95"/>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97" name="Rectangle 96"/>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98" name="Rectangle 97"/>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99" name="Rectangle 98"/>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extLst>
      <p:ext uri="{BB962C8B-B14F-4D97-AF65-F5344CB8AC3E}">
        <p14:creationId xmlns:p14="http://schemas.microsoft.com/office/powerpoint/2010/main" val="248641486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94"/>
                                        </p:tgtEl>
                                        <p:attrNameLst>
                                          <p:attrName>style.visibility</p:attrName>
                                        </p:attrNameLst>
                                      </p:cBhvr>
                                      <p:to>
                                        <p:strVal val="visible"/>
                                      </p:to>
                                    </p:set>
                                    <p:anim calcmode="lin" valueType="num">
                                      <p:cBhvr>
                                        <p:cTn id="7" dur="500" fill="hold"/>
                                        <p:tgtEl>
                                          <p:spTgt spid="94"/>
                                        </p:tgtEl>
                                        <p:attrNameLst>
                                          <p:attrName>ppt_w</p:attrName>
                                        </p:attrNameLst>
                                      </p:cBhvr>
                                      <p:tavLst>
                                        <p:tav tm="0">
                                          <p:val>
                                            <p:fltVal val="0"/>
                                          </p:val>
                                        </p:tav>
                                        <p:tav tm="100000">
                                          <p:val>
                                            <p:strVal val="#ppt_w"/>
                                          </p:val>
                                        </p:tav>
                                      </p:tavLst>
                                    </p:anim>
                                    <p:anim calcmode="lin" valueType="num">
                                      <p:cBhvr>
                                        <p:cTn id="8" dur="500" fill="hold"/>
                                        <p:tgtEl>
                                          <p:spTgt spid="94"/>
                                        </p:tgtEl>
                                        <p:attrNameLst>
                                          <p:attrName>ppt_h</p:attrName>
                                        </p:attrNameLst>
                                      </p:cBhvr>
                                      <p:tavLst>
                                        <p:tav tm="0">
                                          <p:val>
                                            <p:fltVal val="0"/>
                                          </p:val>
                                        </p:tav>
                                        <p:tav tm="100000">
                                          <p:val>
                                            <p:strVal val="#ppt_h"/>
                                          </p:val>
                                        </p:tav>
                                      </p:tavLst>
                                    </p:anim>
                                    <p:anim calcmode="lin" valueType="num">
                                      <p:cBhvr>
                                        <p:cTn id="9" dur="500" fill="hold"/>
                                        <p:tgtEl>
                                          <p:spTgt spid="94"/>
                                        </p:tgtEl>
                                        <p:attrNameLst>
                                          <p:attrName>style.rotation</p:attrName>
                                        </p:attrNameLst>
                                      </p:cBhvr>
                                      <p:tavLst>
                                        <p:tav tm="0">
                                          <p:val>
                                            <p:fltVal val="360"/>
                                          </p:val>
                                        </p:tav>
                                        <p:tav tm="100000">
                                          <p:val>
                                            <p:fltVal val="0"/>
                                          </p:val>
                                        </p:tav>
                                      </p:tavLst>
                                    </p:anim>
                                    <p:animEffect transition="in" filter="fade">
                                      <p:cBhvr>
                                        <p:cTn id="10"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p:cNvPicPr>
            <a:picLocks noGrp="1" noChangeAspect="1"/>
          </p:cNvPicPr>
          <p:nvPr>
            <p:ph type="pic" sz="quarter" idx="10"/>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p:pic>
      <p:sp>
        <p:nvSpPr>
          <p:cNvPr id="26" name="Rectangle 25"/>
          <p:cNvSpPr/>
          <p:nvPr/>
        </p:nvSpPr>
        <p:spPr>
          <a:xfrm>
            <a:off x="-19047" y="893"/>
            <a:ext cx="12207871" cy="6856214"/>
          </a:xfrm>
          <a:prstGeom prst="rect">
            <a:avLst/>
          </a:prstGeom>
          <a:solidFill>
            <a:schemeClr val="accent6">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299"/>
          </a:p>
        </p:txBody>
      </p:sp>
      <p:sp>
        <p:nvSpPr>
          <p:cNvPr id="76" name="TextBox 75"/>
          <p:cNvSpPr txBox="1"/>
          <p:nvPr/>
        </p:nvSpPr>
        <p:spPr>
          <a:xfrm>
            <a:off x="1322766" y="3741377"/>
            <a:ext cx="1565156" cy="2122977"/>
          </a:xfrm>
          <a:prstGeom prst="rect">
            <a:avLst/>
          </a:prstGeom>
          <a:noFill/>
        </p:spPr>
        <p:txBody>
          <a:bodyPr wrap="square" rtlCol="0">
            <a:spAutoFit/>
          </a:bodyPr>
          <a:lstStyle/>
          <a:p>
            <a:pPr algn="ctr"/>
            <a:r>
              <a:rPr lang="en-US" sz="1400" b="1"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EMPLOYEE</a:t>
            </a:r>
          </a:p>
          <a:p>
            <a:pPr algn="ctr"/>
            <a:r>
              <a:rPr lang="en-US" sz="1100" i="1" dirty="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rPr>
              <a:t>Art Director</a:t>
            </a:r>
          </a:p>
          <a:p>
            <a:pPr algn="ctr"/>
            <a:endParaRPr lang="en-US" sz="1200" b="1"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200" dirty="0" err="1">
                <a:solidFill>
                  <a:schemeClr val="bg1">
                    <a:lumMod val="65000"/>
                  </a:schemeClr>
                </a:solidFill>
                <a:ea typeface="Open Sans Extrabold" panose="020B0906030804020204" pitchFamily="34" charset="0"/>
                <a:cs typeface="Open Sans Extrabold" panose="020B0906030804020204" pitchFamily="34" charset="0"/>
              </a:rPr>
              <a:t>Lorem</a:t>
            </a:r>
            <a:r>
              <a:rPr lang="en-US" sz="1200" dirty="0">
                <a:solidFill>
                  <a:schemeClr val="bg1">
                    <a:lumMod val="65000"/>
                  </a:schemeClr>
                </a:solidFill>
                <a:ea typeface="Open Sans Extrabold" panose="020B0906030804020204" pitchFamily="34" charset="0"/>
                <a:cs typeface="Open Sans Extrabold" panose="020B0906030804020204" pitchFamily="34" charset="0"/>
              </a:rPr>
              <a:t> </a:t>
            </a:r>
            <a:r>
              <a:rPr lang="en-US" sz="1200" dirty="0" err="1">
                <a:solidFill>
                  <a:schemeClr val="bg1">
                    <a:lumMod val="65000"/>
                  </a:schemeClr>
                </a:solidFill>
                <a:ea typeface="Open Sans Extrabold" panose="020B0906030804020204" pitchFamily="34" charset="0"/>
                <a:cs typeface="Open Sans Extrabold" panose="020B0906030804020204" pitchFamily="34" charset="0"/>
              </a:rPr>
              <a:t>Ipsum</a:t>
            </a:r>
            <a:r>
              <a:rPr lang="en-US" sz="1200" dirty="0">
                <a:solidFill>
                  <a:schemeClr val="bg1">
                    <a:lumMod val="65000"/>
                  </a:schemeClr>
                </a:solidFill>
                <a:ea typeface="Open Sans Extrabold" panose="020B0906030804020204" pitchFamily="34" charset="0"/>
                <a:cs typeface="Open Sans Extrabold" panose="020B0906030804020204" pitchFamily="34" charset="0"/>
              </a:rPr>
              <a:t> is simply dummy text of the printing and typesetting industry.</a:t>
            </a:r>
          </a:p>
          <a:p>
            <a:pPr algn="ctr"/>
            <a:endParaRPr lang="en-US" sz="1200" dirty="0">
              <a:solidFill>
                <a:schemeClr val="bg1">
                  <a:lumMod val="65000"/>
                </a:schemeClr>
              </a:solidFill>
              <a:ea typeface="Open Sans Extrabold" panose="020B0906030804020204" pitchFamily="34" charset="0"/>
              <a:cs typeface="Open Sans Extrabold" panose="020B0906030804020204" pitchFamily="34" charset="0"/>
            </a:endParaRPr>
          </a:p>
          <a:p>
            <a:pPr algn="ctr"/>
            <a:r>
              <a:rPr lang="en-US" sz="2299" dirty="0">
                <a:solidFill>
                  <a:schemeClr val="bg1">
                    <a:lumMod val="65000"/>
                  </a:schemeClr>
                </a:solidFill>
                <a:latin typeface="MonoSocialIconsFont" panose="02000503000000020004" pitchFamily="2" charset="0"/>
                <a:ea typeface="MonoSocialIconsFont" panose="02000503000000020004" pitchFamily="2" charset="0"/>
              </a:rPr>
              <a:t>   </a:t>
            </a:r>
            <a:endParaRPr lang="en-US" sz="1050" dirty="0">
              <a:solidFill>
                <a:schemeClr val="bg1">
                  <a:lumMod val="65000"/>
                </a:schemeClr>
              </a:solidFill>
              <a:latin typeface="MonoSocialIconsFont" panose="02000503000000020004" pitchFamily="2" charset="0"/>
              <a:ea typeface="MonoSocialIconsFont" panose="02000503000000020004" pitchFamily="2" charset="0"/>
              <a:cs typeface="Open Sans Extrabold" panose="020B0906030804020204" pitchFamily="34" charset="0"/>
            </a:endParaRPr>
          </a:p>
        </p:txBody>
      </p:sp>
      <p:sp>
        <p:nvSpPr>
          <p:cNvPr id="20"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OUR SMART TEAM</a:t>
            </a:r>
          </a:p>
        </p:txBody>
      </p:sp>
      <p:sp>
        <p:nvSpPr>
          <p:cNvPr id="21" name="Rectangle 20"/>
          <p:cNvSpPr/>
          <p:nvPr/>
        </p:nvSpPr>
        <p:spPr>
          <a:xfrm>
            <a:off x="3011622" y="749296"/>
            <a:ext cx="6165580" cy="276927"/>
          </a:xfrm>
          <a:prstGeom prst="rect">
            <a:avLst/>
          </a:prstGeom>
        </p:spPr>
        <p:txBody>
          <a:bodyPr wrap="square">
            <a:spAutoFit/>
          </a:bodyPr>
          <a:lstStyle/>
          <a:p>
            <a:pPr algn="ctr"/>
            <a:r>
              <a:rPr lang="en-US" sz="1200" dirty="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22" name="Group 21"/>
          <p:cNvGrpSpPr/>
          <p:nvPr/>
        </p:nvGrpSpPr>
        <p:grpSpPr>
          <a:xfrm rot="10800000" flipV="1">
            <a:off x="5380522" y="1080697"/>
            <a:ext cx="1427781" cy="45707"/>
            <a:chOff x="3965945" y="1385354"/>
            <a:chExt cx="4572000" cy="79107"/>
          </a:xfrm>
        </p:grpSpPr>
        <p:sp>
          <p:nvSpPr>
            <p:cNvPr id="23" name="Rectangle 22"/>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4" name="Rectangle 23"/>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8" name="Rectangle 27"/>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9" name="Rectangle 28"/>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0" name="Rectangle 29"/>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31" name="TextBox 30"/>
          <p:cNvSpPr txBox="1"/>
          <p:nvPr/>
        </p:nvSpPr>
        <p:spPr>
          <a:xfrm>
            <a:off x="3319609" y="3741377"/>
            <a:ext cx="1565156" cy="2122977"/>
          </a:xfrm>
          <a:prstGeom prst="rect">
            <a:avLst/>
          </a:prstGeom>
          <a:noFill/>
        </p:spPr>
        <p:txBody>
          <a:bodyPr wrap="square" rtlCol="0">
            <a:spAutoFit/>
          </a:bodyPr>
          <a:lstStyle/>
          <a:p>
            <a:pPr algn="ctr"/>
            <a:r>
              <a:rPr lang="en-US" sz="1400" b="1"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EMPLOYEE</a:t>
            </a:r>
          </a:p>
          <a:p>
            <a:pPr algn="ctr"/>
            <a:r>
              <a:rPr lang="en-US" sz="1100" i="1" dirty="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rPr>
              <a:t>Art Director</a:t>
            </a:r>
          </a:p>
          <a:p>
            <a:pPr algn="ctr"/>
            <a:endParaRPr lang="en-US" sz="1200" b="1"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200" dirty="0" err="1">
                <a:solidFill>
                  <a:schemeClr val="bg1">
                    <a:lumMod val="65000"/>
                  </a:schemeClr>
                </a:solidFill>
                <a:ea typeface="Open Sans Extrabold" panose="020B0906030804020204" pitchFamily="34" charset="0"/>
                <a:cs typeface="Open Sans Extrabold" panose="020B0906030804020204" pitchFamily="34" charset="0"/>
              </a:rPr>
              <a:t>Lorem</a:t>
            </a:r>
            <a:r>
              <a:rPr lang="en-US" sz="1200" dirty="0">
                <a:solidFill>
                  <a:schemeClr val="bg1">
                    <a:lumMod val="65000"/>
                  </a:schemeClr>
                </a:solidFill>
                <a:ea typeface="Open Sans Extrabold" panose="020B0906030804020204" pitchFamily="34" charset="0"/>
                <a:cs typeface="Open Sans Extrabold" panose="020B0906030804020204" pitchFamily="34" charset="0"/>
              </a:rPr>
              <a:t> </a:t>
            </a:r>
            <a:r>
              <a:rPr lang="en-US" sz="1200" dirty="0" err="1">
                <a:solidFill>
                  <a:schemeClr val="bg1">
                    <a:lumMod val="65000"/>
                  </a:schemeClr>
                </a:solidFill>
                <a:ea typeface="Open Sans Extrabold" panose="020B0906030804020204" pitchFamily="34" charset="0"/>
                <a:cs typeface="Open Sans Extrabold" panose="020B0906030804020204" pitchFamily="34" charset="0"/>
              </a:rPr>
              <a:t>Ipsum</a:t>
            </a:r>
            <a:r>
              <a:rPr lang="en-US" sz="1200" dirty="0">
                <a:solidFill>
                  <a:schemeClr val="bg1">
                    <a:lumMod val="65000"/>
                  </a:schemeClr>
                </a:solidFill>
                <a:ea typeface="Open Sans Extrabold" panose="020B0906030804020204" pitchFamily="34" charset="0"/>
                <a:cs typeface="Open Sans Extrabold" panose="020B0906030804020204" pitchFamily="34" charset="0"/>
              </a:rPr>
              <a:t> is simply dummy text of the printing and typesetting industry.</a:t>
            </a:r>
          </a:p>
          <a:p>
            <a:pPr algn="ctr"/>
            <a:endParaRPr lang="en-US" sz="1200" dirty="0">
              <a:solidFill>
                <a:schemeClr val="bg1">
                  <a:lumMod val="65000"/>
                </a:schemeClr>
              </a:solidFill>
              <a:ea typeface="Open Sans Extrabold" panose="020B0906030804020204" pitchFamily="34" charset="0"/>
              <a:cs typeface="Open Sans Extrabold" panose="020B0906030804020204" pitchFamily="34" charset="0"/>
            </a:endParaRPr>
          </a:p>
          <a:p>
            <a:pPr algn="ctr"/>
            <a:r>
              <a:rPr lang="en-US" sz="2299" dirty="0">
                <a:solidFill>
                  <a:schemeClr val="bg1">
                    <a:lumMod val="65000"/>
                  </a:schemeClr>
                </a:solidFill>
                <a:latin typeface="MonoSocialIconsFont" panose="02000503000000020004" pitchFamily="2" charset="0"/>
                <a:ea typeface="MonoSocialIconsFont" panose="02000503000000020004" pitchFamily="2" charset="0"/>
              </a:rPr>
              <a:t>   </a:t>
            </a:r>
            <a:endParaRPr lang="en-US" sz="1050" dirty="0">
              <a:solidFill>
                <a:schemeClr val="bg1">
                  <a:lumMod val="65000"/>
                </a:schemeClr>
              </a:solidFill>
              <a:latin typeface="MonoSocialIconsFont" panose="02000503000000020004" pitchFamily="2" charset="0"/>
              <a:ea typeface="MonoSocialIconsFont" panose="02000503000000020004" pitchFamily="2" charset="0"/>
              <a:cs typeface="Open Sans Extrabold" panose="020B0906030804020204" pitchFamily="34" charset="0"/>
            </a:endParaRPr>
          </a:p>
        </p:txBody>
      </p:sp>
      <p:sp>
        <p:nvSpPr>
          <p:cNvPr id="32" name="TextBox 31"/>
          <p:cNvSpPr txBox="1"/>
          <p:nvPr/>
        </p:nvSpPr>
        <p:spPr>
          <a:xfrm>
            <a:off x="5316452" y="3741377"/>
            <a:ext cx="1565156" cy="2122977"/>
          </a:xfrm>
          <a:prstGeom prst="rect">
            <a:avLst/>
          </a:prstGeom>
          <a:noFill/>
        </p:spPr>
        <p:txBody>
          <a:bodyPr wrap="square" rtlCol="0">
            <a:spAutoFit/>
          </a:bodyPr>
          <a:lstStyle/>
          <a:p>
            <a:pPr algn="ctr"/>
            <a:r>
              <a:rPr lang="en-US" sz="1400" b="1"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EMPLOYEE</a:t>
            </a:r>
          </a:p>
          <a:p>
            <a:pPr algn="ctr"/>
            <a:r>
              <a:rPr lang="en-US" sz="1100" i="1" dirty="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rPr>
              <a:t>Art Director</a:t>
            </a:r>
          </a:p>
          <a:p>
            <a:pPr algn="ctr"/>
            <a:endParaRPr lang="en-US" sz="1200" b="1"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200" dirty="0" err="1">
                <a:solidFill>
                  <a:schemeClr val="bg1">
                    <a:lumMod val="65000"/>
                  </a:schemeClr>
                </a:solidFill>
                <a:ea typeface="Open Sans Extrabold" panose="020B0906030804020204" pitchFamily="34" charset="0"/>
                <a:cs typeface="Open Sans Extrabold" panose="020B0906030804020204" pitchFamily="34" charset="0"/>
              </a:rPr>
              <a:t>Lorem</a:t>
            </a:r>
            <a:r>
              <a:rPr lang="en-US" sz="1200" dirty="0">
                <a:solidFill>
                  <a:schemeClr val="bg1">
                    <a:lumMod val="65000"/>
                  </a:schemeClr>
                </a:solidFill>
                <a:ea typeface="Open Sans Extrabold" panose="020B0906030804020204" pitchFamily="34" charset="0"/>
                <a:cs typeface="Open Sans Extrabold" panose="020B0906030804020204" pitchFamily="34" charset="0"/>
              </a:rPr>
              <a:t> </a:t>
            </a:r>
            <a:r>
              <a:rPr lang="en-US" sz="1200" dirty="0" err="1">
                <a:solidFill>
                  <a:schemeClr val="bg1">
                    <a:lumMod val="65000"/>
                  </a:schemeClr>
                </a:solidFill>
                <a:ea typeface="Open Sans Extrabold" panose="020B0906030804020204" pitchFamily="34" charset="0"/>
                <a:cs typeface="Open Sans Extrabold" panose="020B0906030804020204" pitchFamily="34" charset="0"/>
              </a:rPr>
              <a:t>Ipsum</a:t>
            </a:r>
            <a:r>
              <a:rPr lang="en-US" sz="1200" dirty="0">
                <a:solidFill>
                  <a:schemeClr val="bg1">
                    <a:lumMod val="65000"/>
                  </a:schemeClr>
                </a:solidFill>
                <a:ea typeface="Open Sans Extrabold" panose="020B0906030804020204" pitchFamily="34" charset="0"/>
                <a:cs typeface="Open Sans Extrabold" panose="020B0906030804020204" pitchFamily="34" charset="0"/>
              </a:rPr>
              <a:t> is simply dummy text of the printing and typesetting industry.</a:t>
            </a:r>
          </a:p>
          <a:p>
            <a:pPr algn="ctr"/>
            <a:endParaRPr lang="en-US" sz="1200" dirty="0">
              <a:solidFill>
                <a:schemeClr val="bg1">
                  <a:lumMod val="65000"/>
                </a:schemeClr>
              </a:solidFill>
              <a:ea typeface="Open Sans Extrabold" panose="020B0906030804020204" pitchFamily="34" charset="0"/>
              <a:cs typeface="Open Sans Extrabold" panose="020B0906030804020204" pitchFamily="34" charset="0"/>
            </a:endParaRPr>
          </a:p>
          <a:p>
            <a:pPr algn="ctr"/>
            <a:r>
              <a:rPr lang="en-US" sz="2299" dirty="0">
                <a:solidFill>
                  <a:schemeClr val="bg1">
                    <a:lumMod val="65000"/>
                  </a:schemeClr>
                </a:solidFill>
                <a:latin typeface="MonoSocialIconsFont" panose="02000503000000020004" pitchFamily="2" charset="0"/>
                <a:ea typeface="MonoSocialIconsFont" panose="02000503000000020004" pitchFamily="2" charset="0"/>
              </a:rPr>
              <a:t>   </a:t>
            </a:r>
            <a:endParaRPr lang="en-US" sz="1050" dirty="0">
              <a:solidFill>
                <a:schemeClr val="bg1">
                  <a:lumMod val="65000"/>
                </a:schemeClr>
              </a:solidFill>
              <a:latin typeface="MonoSocialIconsFont" panose="02000503000000020004" pitchFamily="2" charset="0"/>
              <a:ea typeface="MonoSocialIconsFont" panose="02000503000000020004" pitchFamily="2" charset="0"/>
              <a:cs typeface="Open Sans Extrabold" panose="020B0906030804020204" pitchFamily="34" charset="0"/>
            </a:endParaRPr>
          </a:p>
        </p:txBody>
      </p:sp>
      <p:sp>
        <p:nvSpPr>
          <p:cNvPr id="33" name="TextBox 32"/>
          <p:cNvSpPr txBox="1"/>
          <p:nvPr/>
        </p:nvSpPr>
        <p:spPr>
          <a:xfrm>
            <a:off x="7313295" y="3741377"/>
            <a:ext cx="1565156" cy="2122977"/>
          </a:xfrm>
          <a:prstGeom prst="rect">
            <a:avLst/>
          </a:prstGeom>
          <a:noFill/>
        </p:spPr>
        <p:txBody>
          <a:bodyPr wrap="square" rtlCol="0">
            <a:spAutoFit/>
          </a:bodyPr>
          <a:lstStyle/>
          <a:p>
            <a:pPr algn="ctr"/>
            <a:r>
              <a:rPr lang="en-US" sz="1400" b="1"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EMPLOYEE</a:t>
            </a:r>
          </a:p>
          <a:p>
            <a:pPr algn="ctr"/>
            <a:r>
              <a:rPr lang="en-US" sz="1100" i="1" dirty="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rPr>
              <a:t>Art Director</a:t>
            </a:r>
          </a:p>
          <a:p>
            <a:pPr algn="ctr"/>
            <a:endParaRPr lang="en-US" sz="1200" b="1"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200" dirty="0" err="1">
                <a:solidFill>
                  <a:schemeClr val="bg1">
                    <a:lumMod val="65000"/>
                  </a:schemeClr>
                </a:solidFill>
                <a:ea typeface="Open Sans Extrabold" panose="020B0906030804020204" pitchFamily="34" charset="0"/>
                <a:cs typeface="Open Sans Extrabold" panose="020B0906030804020204" pitchFamily="34" charset="0"/>
              </a:rPr>
              <a:t>Lorem</a:t>
            </a:r>
            <a:r>
              <a:rPr lang="en-US" sz="1200" dirty="0">
                <a:solidFill>
                  <a:schemeClr val="bg1">
                    <a:lumMod val="65000"/>
                  </a:schemeClr>
                </a:solidFill>
                <a:ea typeface="Open Sans Extrabold" panose="020B0906030804020204" pitchFamily="34" charset="0"/>
                <a:cs typeface="Open Sans Extrabold" panose="020B0906030804020204" pitchFamily="34" charset="0"/>
              </a:rPr>
              <a:t> </a:t>
            </a:r>
            <a:r>
              <a:rPr lang="en-US" sz="1200" dirty="0" err="1">
                <a:solidFill>
                  <a:schemeClr val="bg1">
                    <a:lumMod val="65000"/>
                  </a:schemeClr>
                </a:solidFill>
                <a:ea typeface="Open Sans Extrabold" panose="020B0906030804020204" pitchFamily="34" charset="0"/>
                <a:cs typeface="Open Sans Extrabold" panose="020B0906030804020204" pitchFamily="34" charset="0"/>
              </a:rPr>
              <a:t>Ipsum</a:t>
            </a:r>
            <a:r>
              <a:rPr lang="en-US" sz="1200" dirty="0">
                <a:solidFill>
                  <a:schemeClr val="bg1">
                    <a:lumMod val="65000"/>
                  </a:schemeClr>
                </a:solidFill>
                <a:ea typeface="Open Sans Extrabold" panose="020B0906030804020204" pitchFamily="34" charset="0"/>
                <a:cs typeface="Open Sans Extrabold" panose="020B0906030804020204" pitchFamily="34" charset="0"/>
              </a:rPr>
              <a:t> is simply dummy text of the printing and typesetting industry.</a:t>
            </a:r>
          </a:p>
          <a:p>
            <a:pPr algn="ctr"/>
            <a:endParaRPr lang="en-US" sz="1200" dirty="0">
              <a:solidFill>
                <a:schemeClr val="bg1">
                  <a:lumMod val="65000"/>
                </a:schemeClr>
              </a:solidFill>
              <a:ea typeface="Open Sans Extrabold" panose="020B0906030804020204" pitchFamily="34" charset="0"/>
              <a:cs typeface="Open Sans Extrabold" panose="020B0906030804020204" pitchFamily="34" charset="0"/>
            </a:endParaRPr>
          </a:p>
          <a:p>
            <a:pPr algn="ctr"/>
            <a:r>
              <a:rPr lang="en-US" sz="2299" dirty="0">
                <a:solidFill>
                  <a:schemeClr val="bg1">
                    <a:lumMod val="65000"/>
                  </a:schemeClr>
                </a:solidFill>
                <a:latin typeface="MonoSocialIconsFont" panose="02000503000000020004" pitchFamily="2" charset="0"/>
                <a:ea typeface="MonoSocialIconsFont" panose="02000503000000020004" pitchFamily="2" charset="0"/>
              </a:rPr>
              <a:t>   </a:t>
            </a:r>
            <a:endParaRPr lang="en-US" sz="1050" dirty="0">
              <a:solidFill>
                <a:schemeClr val="bg1">
                  <a:lumMod val="65000"/>
                </a:schemeClr>
              </a:solidFill>
              <a:latin typeface="MonoSocialIconsFont" panose="02000503000000020004" pitchFamily="2" charset="0"/>
              <a:ea typeface="MonoSocialIconsFont" panose="02000503000000020004" pitchFamily="2" charset="0"/>
              <a:cs typeface="Open Sans Extrabold" panose="020B0906030804020204" pitchFamily="34" charset="0"/>
            </a:endParaRPr>
          </a:p>
        </p:txBody>
      </p:sp>
      <p:sp>
        <p:nvSpPr>
          <p:cNvPr id="34" name="TextBox 33"/>
          <p:cNvSpPr txBox="1"/>
          <p:nvPr/>
        </p:nvSpPr>
        <p:spPr>
          <a:xfrm>
            <a:off x="9310138" y="3741377"/>
            <a:ext cx="1565156" cy="2122977"/>
          </a:xfrm>
          <a:prstGeom prst="rect">
            <a:avLst/>
          </a:prstGeom>
          <a:noFill/>
        </p:spPr>
        <p:txBody>
          <a:bodyPr wrap="square" rtlCol="0">
            <a:spAutoFit/>
          </a:bodyPr>
          <a:lstStyle/>
          <a:p>
            <a:pPr algn="ctr"/>
            <a:r>
              <a:rPr lang="en-US" sz="1400" b="1"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EMPLOYEE</a:t>
            </a:r>
          </a:p>
          <a:p>
            <a:pPr algn="ctr"/>
            <a:r>
              <a:rPr lang="en-US" sz="1100" i="1" dirty="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rPr>
              <a:t>Art Director</a:t>
            </a:r>
          </a:p>
          <a:p>
            <a:pPr algn="ctr"/>
            <a:endParaRPr lang="en-US" sz="1200" b="1"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200" dirty="0" err="1">
                <a:solidFill>
                  <a:schemeClr val="bg1">
                    <a:lumMod val="65000"/>
                  </a:schemeClr>
                </a:solidFill>
                <a:ea typeface="Open Sans Extrabold" panose="020B0906030804020204" pitchFamily="34" charset="0"/>
                <a:cs typeface="Open Sans Extrabold" panose="020B0906030804020204" pitchFamily="34" charset="0"/>
              </a:rPr>
              <a:t>Lorem</a:t>
            </a:r>
            <a:r>
              <a:rPr lang="en-US" sz="1200" dirty="0">
                <a:solidFill>
                  <a:schemeClr val="bg1">
                    <a:lumMod val="65000"/>
                  </a:schemeClr>
                </a:solidFill>
                <a:ea typeface="Open Sans Extrabold" panose="020B0906030804020204" pitchFamily="34" charset="0"/>
                <a:cs typeface="Open Sans Extrabold" panose="020B0906030804020204" pitchFamily="34" charset="0"/>
              </a:rPr>
              <a:t> </a:t>
            </a:r>
            <a:r>
              <a:rPr lang="en-US" sz="1200" dirty="0" err="1">
                <a:solidFill>
                  <a:schemeClr val="bg1">
                    <a:lumMod val="65000"/>
                  </a:schemeClr>
                </a:solidFill>
                <a:ea typeface="Open Sans Extrabold" panose="020B0906030804020204" pitchFamily="34" charset="0"/>
                <a:cs typeface="Open Sans Extrabold" panose="020B0906030804020204" pitchFamily="34" charset="0"/>
              </a:rPr>
              <a:t>Ipsum</a:t>
            </a:r>
            <a:r>
              <a:rPr lang="en-US" sz="1200" dirty="0">
                <a:solidFill>
                  <a:schemeClr val="bg1">
                    <a:lumMod val="65000"/>
                  </a:schemeClr>
                </a:solidFill>
                <a:ea typeface="Open Sans Extrabold" panose="020B0906030804020204" pitchFamily="34" charset="0"/>
                <a:cs typeface="Open Sans Extrabold" panose="020B0906030804020204" pitchFamily="34" charset="0"/>
              </a:rPr>
              <a:t> is simply dummy text of the printing and typesetting industry.</a:t>
            </a:r>
          </a:p>
          <a:p>
            <a:pPr algn="ctr"/>
            <a:endParaRPr lang="en-US" sz="1200" dirty="0">
              <a:solidFill>
                <a:schemeClr val="bg1">
                  <a:lumMod val="65000"/>
                </a:schemeClr>
              </a:solidFill>
              <a:ea typeface="Open Sans Extrabold" panose="020B0906030804020204" pitchFamily="34" charset="0"/>
              <a:cs typeface="Open Sans Extrabold" panose="020B0906030804020204" pitchFamily="34" charset="0"/>
            </a:endParaRPr>
          </a:p>
          <a:p>
            <a:pPr algn="ctr"/>
            <a:r>
              <a:rPr lang="en-US" sz="2299" dirty="0">
                <a:solidFill>
                  <a:schemeClr val="bg1">
                    <a:lumMod val="65000"/>
                  </a:schemeClr>
                </a:solidFill>
                <a:latin typeface="MonoSocialIconsFont" panose="02000503000000020004" pitchFamily="2" charset="0"/>
                <a:ea typeface="MonoSocialIconsFont" panose="02000503000000020004" pitchFamily="2" charset="0"/>
              </a:rPr>
              <a:t>   </a:t>
            </a:r>
            <a:endParaRPr lang="en-US" sz="1050" dirty="0">
              <a:solidFill>
                <a:schemeClr val="bg1">
                  <a:lumMod val="65000"/>
                </a:schemeClr>
              </a:solidFill>
              <a:latin typeface="MonoSocialIconsFont" panose="02000503000000020004" pitchFamily="2" charset="0"/>
              <a:ea typeface="MonoSocialIconsFont" panose="02000503000000020004" pitchFamily="2" charset="0"/>
              <a:cs typeface="Open Sans Extrabold" panose="020B0906030804020204" pitchFamily="34" charset="0"/>
            </a:endParaRPr>
          </a:p>
        </p:txBody>
      </p:sp>
    </p:spTree>
    <p:extLst>
      <p:ext uri="{BB962C8B-B14F-4D97-AF65-F5344CB8AC3E}">
        <p14:creationId xmlns:p14="http://schemas.microsoft.com/office/powerpoint/2010/main" val="21890668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 calcmode="lin" valueType="num">
                                      <p:cBhvr>
                                        <p:cTn id="9" dur="500" fill="hold"/>
                                        <p:tgtEl>
                                          <p:spTgt spid="22"/>
                                        </p:tgtEl>
                                        <p:attrNameLst>
                                          <p:attrName>style.rotation</p:attrName>
                                        </p:attrNameLst>
                                      </p:cBhvr>
                                      <p:tavLst>
                                        <p:tav tm="0">
                                          <p:val>
                                            <p:fltVal val="360"/>
                                          </p:val>
                                        </p:tav>
                                        <p:tav tm="100000">
                                          <p:val>
                                            <p:fltVal val="0"/>
                                          </p:val>
                                        </p:tav>
                                      </p:tavLst>
                                    </p:anim>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OUR SMART TEAM</a:t>
            </a:r>
          </a:p>
        </p:txBody>
      </p:sp>
      <p:sp>
        <p:nvSpPr>
          <p:cNvPr id="21" name="Rectangle 20"/>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22" name="Group 21"/>
          <p:cNvGrpSpPr/>
          <p:nvPr/>
        </p:nvGrpSpPr>
        <p:grpSpPr>
          <a:xfrm rot="10800000" flipV="1">
            <a:off x="5380522" y="1080697"/>
            <a:ext cx="1427781" cy="45707"/>
            <a:chOff x="3965945" y="1385354"/>
            <a:chExt cx="4572000" cy="79107"/>
          </a:xfrm>
        </p:grpSpPr>
        <p:sp>
          <p:nvSpPr>
            <p:cNvPr id="23" name="Rectangle 22"/>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4" name="Rectangle 23"/>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8" name="Rectangle 27"/>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9" name="Rectangle 28"/>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0" name="Rectangle 29"/>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41" name="TextBox 40"/>
          <p:cNvSpPr txBox="1"/>
          <p:nvPr/>
        </p:nvSpPr>
        <p:spPr>
          <a:xfrm>
            <a:off x="2156507" y="3947342"/>
            <a:ext cx="2221169" cy="1707715"/>
          </a:xfrm>
          <a:prstGeom prst="rect">
            <a:avLst/>
          </a:prstGeom>
          <a:noFill/>
        </p:spPr>
        <p:txBody>
          <a:bodyPr wrap="square" rtlCol="0">
            <a:spAutoFit/>
          </a:bodyPr>
          <a:lstStyle/>
          <a:p>
            <a:pPr algn="ctr"/>
            <a:r>
              <a:rPr lang="en-US" sz="14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EMPLOYEE</a:t>
            </a:r>
          </a:p>
          <a:p>
            <a:pPr algn="ctr"/>
            <a:r>
              <a:rPr lang="en-US" sz="1100" i="1" dirty="0">
                <a:solidFill>
                  <a:schemeClr val="tx1">
                    <a:lumMod val="75000"/>
                    <a:lumOff val="25000"/>
                  </a:schemeClr>
                </a:solidFill>
                <a:latin typeface="Open Sans Light" panose="020B0306030504020204" pitchFamily="34" charset="0"/>
                <a:ea typeface="Open Sans Light" panose="020B0306030504020204" pitchFamily="34" charset="0"/>
                <a:cs typeface="Open Sans Light" panose="020B0306030504020204" pitchFamily="34" charset="0"/>
              </a:rPr>
              <a:t>Art Director</a:t>
            </a:r>
          </a:p>
          <a:p>
            <a:pPr algn="ctr"/>
            <a:endParaRPr lang="en-US" sz="1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200" dirty="0" err="1">
                <a:solidFill>
                  <a:schemeClr val="tx1">
                    <a:lumMod val="75000"/>
                    <a:lumOff val="25000"/>
                  </a:schemeClr>
                </a:solidFill>
                <a:ea typeface="Open Sans Extrabold" panose="020B0906030804020204" pitchFamily="34" charset="0"/>
                <a:cs typeface="Open Sans Extrabold" panose="020B0906030804020204" pitchFamily="34" charset="0"/>
              </a:rPr>
              <a:t>Lorem</a:t>
            </a:r>
            <a:r>
              <a:rPr lang="en-US" sz="1200" dirty="0">
                <a:solidFill>
                  <a:schemeClr val="tx1">
                    <a:lumMod val="75000"/>
                    <a:lumOff val="25000"/>
                  </a:schemeClr>
                </a:solidFill>
                <a:ea typeface="Open Sans Extrabold" panose="020B0906030804020204" pitchFamily="34" charset="0"/>
                <a:cs typeface="Open Sans Extrabold" panose="020B0906030804020204" pitchFamily="34" charset="0"/>
              </a:rPr>
              <a:t> </a:t>
            </a:r>
            <a:r>
              <a:rPr lang="en-US" sz="1200" dirty="0" err="1">
                <a:solidFill>
                  <a:schemeClr val="tx1">
                    <a:lumMod val="75000"/>
                    <a:lumOff val="25000"/>
                  </a:schemeClr>
                </a:solidFill>
                <a:ea typeface="Open Sans Extrabold" panose="020B0906030804020204" pitchFamily="34" charset="0"/>
                <a:cs typeface="Open Sans Extrabold" panose="020B0906030804020204" pitchFamily="34" charset="0"/>
              </a:rPr>
              <a:t>Ipsum</a:t>
            </a:r>
            <a:r>
              <a:rPr lang="en-US" sz="1200" dirty="0">
                <a:solidFill>
                  <a:schemeClr val="tx1">
                    <a:lumMod val="75000"/>
                    <a:lumOff val="25000"/>
                  </a:schemeClr>
                </a:solidFill>
                <a:ea typeface="Open Sans Extrabold" panose="020B0906030804020204" pitchFamily="34" charset="0"/>
                <a:cs typeface="Open Sans Extrabold" panose="020B0906030804020204" pitchFamily="34" charset="0"/>
              </a:rPr>
              <a:t> is simply dummy text of the printing and typesetting industry.</a:t>
            </a:r>
          </a:p>
          <a:p>
            <a:pPr algn="ctr"/>
            <a:endParaRPr lang="en-US" sz="1200" dirty="0">
              <a:solidFill>
                <a:schemeClr val="tx1">
                  <a:lumMod val="75000"/>
                  <a:lumOff val="25000"/>
                </a:schemeClr>
              </a:solidFill>
              <a:ea typeface="Open Sans Extrabold" panose="020B0906030804020204" pitchFamily="34" charset="0"/>
              <a:cs typeface="Open Sans Extrabold" panose="020B0906030804020204" pitchFamily="34" charset="0"/>
            </a:endParaRPr>
          </a:p>
          <a:p>
            <a:pPr algn="ctr"/>
            <a:r>
              <a:rPr lang="en-US" sz="1999" dirty="0">
                <a:solidFill>
                  <a:schemeClr val="accent4"/>
                </a:solidFill>
                <a:latin typeface="MonoSocialIconsFont" panose="02000503000000020004" pitchFamily="2" charset="0"/>
                <a:ea typeface="MonoSocialIconsFont" panose="02000503000000020004" pitchFamily="2" charset="0"/>
              </a:rPr>
              <a:t>   </a:t>
            </a:r>
            <a:endParaRPr lang="en-US" sz="1100" dirty="0">
              <a:solidFill>
                <a:schemeClr val="accent4"/>
              </a:solidFill>
              <a:latin typeface="MonoSocialIconsFont" panose="02000503000000020004" pitchFamily="2" charset="0"/>
              <a:ea typeface="MonoSocialIconsFont" panose="02000503000000020004" pitchFamily="2" charset="0"/>
              <a:cs typeface="Open Sans Extrabold" panose="020B0906030804020204" pitchFamily="34" charset="0"/>
            </a:endParaRPr>
          </a:p>
        </p:txBody>
      </p:sp>
      <p:sp>
        <p:nvSpPr>
          <p:cNvPr id="42" name="TextBox 41"/>
          <p:cNvSpPr txBox="1"/>
          <p:nvPr/>
        </p:nvSpPr>
        <p:spPr>
          <a:xfrm>
            <a:off x="5019293" y="3947342"/>
            <a:ext cx="2165246" cy="1707715"/>
          </a:xfrm>
          <a:prstGeom prst="rect">
            <a:avLst/>
          </a:prstGeom>
          <a:noFill/>
        </p:spPr>
        <p:txBody>
          <a:bodyPr wrap="square" rtlCol="0">
            <a:spAutoFit/>
          </a:bodyPr>
          <a:lstStyle/>
          <a:p>
            <a:pPr algn="ctr"/>
            <a:r>
              <a:rPr lang="en-US" sz="14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EMPLOYEE</a:t>
            </a:r>
          </a:p>
          <a:p>
            <a:pPr algn="ctr"/>
            <a:r>
              <a:rPr lang="en-US" sz="1100" i="1" dirty="0">
                <a:solidFill>
                  <a:schemeClr val="tx1">
                    <a:lumMod val="75000"/>
                    <a:lumOff val="25000"/>
                  </a:schemeClr>
                </a:solidFill>
                <a:latin typeface="Open Sans Light" panose="020B0306030504020204" pitchFamily="34" charset="0"/>
                <a:ea typeface="Open Sans Light" panose="020B0306030504020204" pitchFamily="34" charset="0"/>
                <a:cs typeface="Open Sans Light" panose="020B0306030504020204" pitchFamily="34" charset="0"/>
              </a:rPr>
              <a:t>Art Director</a:t>
            </a:r>
          </a:p>
          <a:p>
            <a:pPr algn="ctr"/>
            <a:endParaRPr lang="en-US" sz="1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200" dirty="0" err="1">
                <a:solidFill>
                  <a:schemeClr val="tx1">
                    <a:lumMod val="75000"/>
                    <a:lumOff val="25000"/>
                  </a:schemeClr>
                </a:solidFill>
                <a:ea typeface="Open Sans Extrabold" panose="020B0906030804020204" pitchFamily="34" charset="0"/>
                <a:cs typeface="Open Sans Extrabold" panose="020B0906030804020204" pitchFamily="34" charset="0"/>
              </a:rPr>
              <a:t>Lorem</a:t>
            </a:r>
            <a:r>
              <a:rPr lang="en-US" sz="1200" dirty="0">
                <a:solidFill>
                  <a:schemeClr val="tx1">
                    <a:lumMod val="75000"/>
                    <a:lumOff val="25000"/>
                  </a:schemeClr>
                </a:solidFill>
                <a:ea typeface="Open Sans Extrabold" panose="020B0906030804020204" pitchFamily="34" charset="0"/>
                <a:cs typeface="Open Sans Extrabold" panose="020B0906030804020204" pitchFamily="34" charset="0"/>
              </a:rPr>
              <a:t> </a:t>
            </a:r>
            <a:r>
              <a:rPr lang="en-US" sz="1200" dirty="0" err="1">
                <a:solidFill>
                  <a:schemeClr val="tx1">
                    <a:lumMod val="75000"/>
                    <a:lumOff val="25000"/>
                  </a:schemeClr>
                </a:solidFill>
                <a:ea typeface="Open Sans Extrabold" panose="020B0906030804020204" pitchFamily="34" charset="0"/>
                <a:cs typeface="Open Sans Extrabold" panose="020B0906030804020204" pitchFamily="34" charset="0"/>
              </a:rPr>
              <a:t>Ipsum</a:t>
            </a:r>
            <a:r>
              <a:rPr lang="en-US" sz="1200" dirty="0">
                <a:solidFill>
                  <a:schemeClr val="tx1">
                    <a:lumMod val="75000"/>
                    <a:lumOff val="25000"/>
                  </a:schemeClr>
                </a:solidFill>
                <a:ea typeface="Open Sans Extrabold" panose="020B0906030804020204" pitchFamily="34" charset="0"/>
                <a:cs typeface="Open Sans Extrabold" panose="020B0906030804020204" pitchFamily="34" charset="0"/>
              </a:rPr>
              <a:t> is simply dummy text of the printing and typesetting industry.</a:t>
            </a:r>
          </a:p>
          <a:p>
            <a:pPr algn="ctr"/>
            <a:endParaRPr lang="en-US" sz="1200" dirty="0">
              <a:solidFill>
                <a:schemeClr val="tx1">
                  <a:lumMod val="75000"/>
                  <a:lumOff val="25000"/>
                </a:schemeClr>
              </a:solidFill>
              <a:ea typeface="Open Sans Extrabold" panose="020B0906030804020204" pitchFamily="34" charset="0"/>
              <a:cs typeface="Open Sans Extrabold" panose="020B0906030804020204" pitchFamily="34" charset="0"/>
            </a:endParaRPr>
          </a:p>
          <a:p>
            <a:pPr algn="ctr"/>
            <a:r>
              <a:rPr lang="en-US" sz="1999" dirty="0">
                <a:solidFill>
                  <a:schemeClr val="accent1"/>
                </a:solidFill>
                <a:latin typeface="MonoSocialIconsFont" panose="02000503000000020004" pitchFamily="2" charset="0"/>
                <a:ea typeface="MonoSocialIconsFont" panose="02000503000000020004" pitchFamily="2" charset="0"/>
              </a:rPr>
              <a:t>   </a:t>
            </a:r>
            <a:endParaRPr lang="en-US" sz="1100" dirty="0">
              <a:solidFill>
                <a:schemeClr val="accent1"/>
              </a:solidFill>
              <a:latin typeface="MonoSocialIconsFont" panose="02000503000000020004" pitchFamily="2" charset="0"/>
              <a:ea typeface="MonoSocialIconsFont" panose="02000503000000020004" pitchFamily="2" charset="0"/>
              <a:cs typeface="Open Sans Extrabold" panose="020B0906030804020204" pitchFamily="34" charset="0"/>
            </a:endParaRPr>
          </a:p>
        </p:txBody>
      </p:sp>
      <p:sp>
        <p:nvSpPr>
          <p:cNvPr id="43" name="TextBox 42"/>
          <p:cNvSpPr txBox="1"/>
          <p:nvPr/>
        </p:nvSpPr>
        <p:spPr>
          <a:xfrm>
            <a:off x="7817701" y="3947342"/>
            <a:ext cx="2238079" cy="1707715"/>
          </a:xfrm>
          <a:prstGeom prst="rect">
            <a:avLst/>
          </a:prstGeom>
          <a:noFill/>
        </p:spPr>
        <p:txBody>
          <a:bodyPr wrap="square" rtlCol="0">
            <a:spAutoFit/>
          </a:bodyPr>
          <a:lstStyle/>
          <a:p>
            <a:pPr algn="ctr"/>
            <a:r>
              <a:rPr lang="en-US" sz="14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EMPLOYEE</a:t>
            </a:r>
          </a:p>
          <a:p>
            <a:pPr algn="ctr"/>
            <a:r>
              <a:rPr lang="en-US" sz="1100" i="1" dirty="0">
                <a:solidFill>
                  <a:schemeClr val="tx1">
                    <a:lumMod val="75000"/>
                    <a:lumOff val="25000"/>
                  </a:schemeClr>
                </a:solidFill>
                <a:latin typeface="Open Sans Light" panose="020B0306030504020204" pitchFamily="34" charset="0"/>
                <a:ea typeface="Open Sans Light" panose="020B0306030504020204" pitchFamily="34" charset="0"/>
                <a:cs typeface="Open Sans Light" panose="020B0306030504020204" pitchFamily="34" charset="0"/>
              </a:rPr>
              <a:t>Art Director</a:t>
            </a:r>
          </a:p>
          <a:p>
            <a:pPr algn="ctr"/>
            <a:endParaRPr lang="en-US" sz="12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200" dirty="0" err="1">
                <a:solidFill>
                  <a:schemeClr val="tx1">
                    <a:lumMod val="75000"/>
                    <a:lumOff val="25000"/>
                  </a:schemeClr>
                </a:solidFill>
                <a:ea typeface="Open Sans Extrabold" panose="020B0906030804020204" pitchFamily="34" charset="0"/>
                <a:cs typeface="Open Sans Extrabold" panose="020B0906030804020204" pitchFamily="34" charset="0"/>
              </a:rPr>
              <a:t>Lorem</a:t>
            </a:r>
            <a:r>
              <a:rPr lang="en-US" sz="1200" dirty="0">
                <a:solidFill>
                  <a:schemeClr val="tx1">
                    <a:lumMod val="75000"/>
                    <a:lumOff val="25000"/>
                  </a:schemeClr>
                </a:solidFill>
                <a:ea typeface="Open Sans Extrabold" panose="020B0906030804020204" pitchFamily="34" charset="0"/>
                <a:cs typeface="Open Sans Extrabold" panose="020B0906030804020204" pitchFamily="34" charset="0"/>
              </a:rPr>
              <a:t> </a:t>
            </a:r>
            <a:r>
              <a:rPr lang="en-US" sz="1200" dirty="0" err="1">
                <a:solidFill>
                  <a:schemeClr val="tx1">
                    <a:lumMod val="75000"/>
                    <a:lumOff val="25000"/>
                  </a:schemeClr>
                </a:solidFill>
                <a:ea typeface="Open Sans Extrabold" panose="020B0906030804020204" pitchFamily="34" charset="0"/>
                <a:cs typeface="Open Sans Extrabold" panose="020B0906030804020204" pitchFamily="34" charset="0"/>
              </a:rPr>
              <a:t>Ipsum</a:t>
            </a:r>
            <a:r>
              <a:rPr lang="en-US" sz="1200" dirty="0">
                <a:solidFill>
                  <a:schemeClr val="tx1">
                    <a:lumMod val="75000"/>
                    <a:lumOff val="25000"/>
                  </a:schemeClr>
                </a:solidFill>
                <a:ea typeface="Open Sans Extrabold" panose="020B0906030804020204" pitchFamily="34" charset="0"/>
                <a:cs typeface="Open Sans Extrabold" panose="020B0906030804020204" pitchFamily="34" charset="0"/>
              </a:rPr>
              <a:t> is simply dummy text of the printing and typesetting industry.</a:t>
            </a:r>
          </a:p>
          <a:p>
            <a:pPr algn="ctr"/>
            <a:endParaRPr lang="en-US" sz="1200" dirty="0">
              <a:solidFill>
                <a:schemeClr val="tx1">
                  <a:lumMod val="75000"/>
                  <a:lumOff val="25000"/>
                </a:schemeClr>
              </a:solidFill>
              <a:ea typeface="Open Sans Extrabold" panose="020B0906030804020204" pitchFamily="34" charset="0"/>
              <a:cs typeface="Open Sans Extrabold" panose="020B0906030804020204" pitchFamily="34" charset="0"/>
            </a:endParaRPr>
          </a:p>
          <a:p>
            <a:pPr algn="ctr"/>
            <a:r>
              <a:rPr lang="en-US" sz="1999" dirty="0">
                <a:solidFill>
                  <a:srgbClr val="FFC000"/>
                </a:solidFill>
                <a:latin typeface="MonoSocialIconsFont" panose="02000503000000020004" pitchFamily="2" charset="0"/>
                <a:ea typeface="MonoSocialIconsFont" panose="02000503000000020004" pitchFamily="2" charset="0"/>
              </a:rPr>
              <a:t>   </a:t>
            </a:r>
            <a:endParaRPr lang="en-US" sz="1100" dirty="0">
              <a:solidFill>
                <a:srgbClr val="FFC000"/>
              </a:solidFill>
              <a:latin typeface="MonoSocialIconsFont" panose="02000503000000020004" pitchFamily="2" charset="0"/>
              <a:ea typeface="MonoSocialIconsFont" panose="02000503000000020004" pitchFamily="2" charset="0"/>
              <a:cs typeface="Open Sans Extrabold" panose="020B0906030804020204" pitchFamily="34" charset="0"/>
            </a:endParaRPr>
          </a:p>
        </p:txBody>
      </p:sp>
      <p:sp>
        <p:nvSpPr>
          <p:cNvPr id="2" name="Picture Placeholder 1"/>
          <p:cNvSpPr>
            <a:spLocks noGrp="1"/>
          </p:cNvSpPr>
          <p:nvPr>
            <p:ph type="pic" sz="quarter" idx="10"/>
          </p:nvPr>
        </p:nvSpPr>
        <p:spPr/>
      </p:sp>
      <p:sp>
        <p:nvSpPr>
          <p:cNvPr id="3" name="Picture Placeholder 2"/>
          <p:cNvSpPr>
            <a:spLocks noGrp="1"/>
          </p:cNvSpPr>
          <p:nvPr>
            <p:ph type="pic" sz="quarter" idx="11"/>
          </p:nvPr>
        </p:nvSpPr>
        <p:spPr/>
      </p:sp>
      <p:sp>
        <p:nvSpPr>
          <p:cNvPr id="4" name="Picture Placeholder 3"/>
          <p:cNvSpPr>
            <a:spLocks noGrp="1"/>
          </p:cNvSpPr>
          <p:nvPr>
            <p:ph type="pic" sz="quarter" idx="12"/>
          </p:nvPr>
        </p:nvSpPr>
        <p:spPr/>
      </p:sp>
    </p:spTree>
    <p:extLst>
      <p:ext uri="{BB962C8B-B14F-4D97-AF65-F5344CB8AC3E}">
        <p14:creationId xmlns:p14="http://schemas.microsoft.com/office/powerpoint/2010/main" val="1972092784"/>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 calcmode="lin" valueType="num">
                                      <p:cBhvr>
                                        <p:cTn id="9" dur="500" fill="hold"/>
                                        <p:tgtEl>
                                          <p:spTgt spid="22"/>
                                        </p:tgtEl>
                                        <p:attrNameLst>
                                          <p:attrName>style.rotation</p:attrName>
                                        </p:attrNameLst>
                                      </p:cBhvr>
                                      <p:tavLst>
                                        <p:tav tm="0">
                                          <p:val>
                                            <p:fltVal val="360"/>
                                          </p:val>
                                        </p:tav>
                                        <p:tav tm="100000">
                                          <p:val>
                                            <p:fltVal val="0"/>
                                          </p:val>
                                        </p:tav>
                                      </p:tavLst>
                                    </p:anim>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15"/>
          <p:cNvSpPr>
            <a:spLocks noChangeAspect="1"/>
          </p:cNvSpPr>
          <p:nvPr/>
        </p:nvSpPr>
        <p:spPr>
          <a:xfrm>
            <a:off x="1896222" y="4199840"/>
            <a:ext cx="143963" cy="143963"/>
          </a:xfrm>
          <a:prstGeom prst="ellipse">
            <a:avLst/>
          </a:prstGeom>
          <a:solidFill>
            <a:schemeClr val="accent1">
              <a:alpha val="9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17" name="Oval 16"/>
          <p:cNvSpPr>
            <a:spLocks noChangeAspect="1"/>
          </p:cNvSpPr>
          <p:nvPr/>
        </p:nvSpPr>
        <p:spPr>
          <a:xfrm>
            <a:off x="2074186" y="4199840"/>
            <a:ext cx="143963" cy="143963"/>
          </a:xfrm>
          <a:prstGeom prst="ellipse">
            <a:avLst/>
          </a:prstGeom>
          <a:solidFill>
            <a:schemeClr val="accent4">
              <a:alpha val="9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18" name="Oval 17"/>
          <p:cNvSpPr>
            <a:spLocks noChangeAspect="1"/>
          </p:cNvSpPr>
          <p:nvPr/>
        </p:nvSpPr>
        <p:spPr>
          <a:xfrm>
            <a:off x="2242627" y="4199840"/>
            <a:ext cx="143963" cy="143963"/>
          </a:xfrm>
          <a:prstGeom prst="ellipse">
            <a:avLst/>
          </a:prstGeom>
          <a:solidFill>
            <a:srgbClr val="FF0000">
              <a:alpha val="90000"/>
            </a:srgb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1100" b="1" dirty="0"/>
          </a:p>
        </p:txBody>
      </p:sp>
      <p:sp>
        <p:nvSpPr>
          <p:cNvPr id="19" name="Content Placeholder 2"/>
          <p:cNvSpPr txBox="1">
            <a:spLocks/>
          </p:cNvSpPr>
          <p:nvPr/>
        </p:nvSpPr>
        <p:spPr>
          <a:xfrm>
            <a:off x="1025490" y="4445136"/>
            <a:ext cx="2223795" cy="491078"/>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ctr" fontAlgn="auto">
              <a:defRPr/>
            </a:pPr>
            <a:r>
              <a:rPr lang="en-US" sz="1600" dirty="0">
                <a:solidFill>
                  <a:schemeClr val="tx1">
                    <a:lumMod val="85000"/>
                    <a:lumOff val="15000"/>
                  </a:schemeClr>
                </a:solidFill>
                <a:ea typeface="Roboto" panose="02000000000000000000" pitchFamily="2" charset="0"/>
              </a:rPr>
              <a:t>JOHN DOE JR</a:t>
            </a:r>
            <a:r>
              <a:rPr lang="id-ID" sz="1600" dirty="0">
                <a:solidFill>
                  <a:schemeClr val="tx1">
                    <a:lumMod val="85000"/>
                    <a:lumOff val="15000"/>
                  </a:schemeClr>
                </a:solidFill>
                <a:ea typeface="Roboto" panose="02000000000000000000" pitchFamily="2" charset="0"/>
              </a:rPr>
              <a:t>      </a:t>
            </a:r>
            <a:r>
              <a:rPr lang="id-ID" sz="1400" i="1" dirty="0">
                <a:solidFill>
                  <a:schemeClr val="bg1">
                    <a:lumMod val="65000"/>
                  </a:schemeClr>
                </a:solidFill>
                <a:ea typeface="Roboto" panose="02000000000000000000" pitchFamily="2" charset="0"/>
              </a:rPr>
              <a:t>Marketing</a:t>
            </a:r>
            <a:endParaRPr lang="id-ID" sz="1100" dirty="0">
              <a:solidFill>
                <a:schemeClr val="bg1">
                  <a:lumMod val="75000"/>
                </a:schemeClr>
              </a:solidFill>
              <a:ea typeface="Roboto" panose="02000000000000000000" pitchFamily="2" charset="0"/>
            </a:endParaRPr>
          </a:p>
        </p:txBody>
      </p:sp>
      <p:sp>
        <p:nvSpPr>
          <p:cNvPr id="20" name="Content Placeholder 2"/>
          <p:cNvSpPr txBox="1">
            <a:spLocks/>
          </p:cNvSpPr>
          <p:nvPr/>
        </p:nvSpPr>
        <p:spPr>
          <a:xfrm>
            <a:off x="3170622" y="2038385"/>
            <a:ext cx="4057456" cy="3060075"/>
          </a:xfrm>
          <a:prstGeom prst="rect">
            <a:avLst/>
          </a:prstGeom>
        </p:spPr>
        <p:txBody>
          <a:bodyPr vert="horz" lIns="91416" tIns="45708" rIns="91416" bIns="4570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id-ID" sz="2399" dirty="0">
                <a:solidFill>
                  <a:schemeClr val="tx1">
                    <a:lumMod val="85000"/>
                    <a:lumOff val="15000"/>
                  </a:schemeClr>
                </a:solidFill>
                <a:ea typeface="Roboto" panose="02000000000000000000" pitchFamily="2" charset="0"/>
              </a:rPr>
              <a:t>Who is this?</a:t>
            </a:r>
          </a:p>
          <a:p>
            <a:pPr algn="l"/>
            <a:r>
              <a:rPr lang="en-US" sz="1200" dirty="0" err="1">
                <a:solidFill>
                  <a:schemeClr val="bg1">
                    <a:lumMod val="65000"/>
                  </a:schemeClr>
                </a:solidFill>
                <a:ea typeface="Roboto" panose="02000000000000000000" pitchFamily="2" charset="0"/>
              </a:rPr>
              <a:t>Lorem</a:t>
            </a:r>
            <a:r>
              <a:rPr lang="en-US" sz="1200" dirty="0">
                <a:solidFill>
                  <a:schemeClr val="bg1">
                    <a:lumMod val="65000"/>
                  </a:schemeClr>
                </a:solidFill>
                <a:ea typeface="Roboto" panose="02000000000000000000" pitchFamily="2" charset="0"/>
              </a:rPr>
              <a:t> </a:t>
            </a:r>
            <a:r>
              <a:rPr lang="en-US" sz="1200" dirty="0" err="1">
                <a:solidFill>
                  <a:schemeClr val="bg1">
                    <a:lumMod val="65000"/>
                  </a:schemeClr>
                </a:solidFill>
                <a:ea typeface="Roboto" panose="02000000000000000000" pitchFamily="2" charset="0"/>
              </a:rPr>
              <a:t>Ipsum</a:t>
            </a:r>
            <a:r>
              <a:rPr lang="en-US" sz="1200" dirty="0">
                <a:solidFill>
                  <a:schemeClr val="bg1">
                    <a:lumMod val="65000"/>
                  </a:schemeClr>
                </a:solidFill>
                <a:ea typeface="Roboto" panose="02000000000000000000" pitchFamily="2" charset="0"/>
              </a:rPr>
              <a:t> is simply dummy text of the printing and typesetting industry. </a:t>
            </a:r>
            <a:r>
              <a:rPr lang="en-US" sz="1200" dirty="0" err="1">
                <a:solidFill>
                  <a:schemeClr val="bg1">
                    <a:lumMod val="65000"/>
                  </a:schemeClr>
                </a:solidFill>
                <a:ea typeface="Roboto" panose="02000000000000000000" pitchFamily="2" charset="0"/>
              </a:rPr>
              <a:t>Lorem</a:t>
            </a:r>
            <a:r>
              <a:rPr lang="en-US" sz="1200" dirty="0">
                <a:solidFill>
                  <a:schemeClr val="bg1">
                    <a:lumMod val="65000"/>
                  </a:schemeClr>
                </a:solidFill>
                <a:ea typeface="Roboto" panose="02000000000000000000" pitchFamily="2" charset="0"/>
              </a:rPr>
              <a:t> </a:t>
            </a:r>
            <a:r>
              <a:rPr lang="en-US" sz="1200" dirty="0" err="1">
                <a:solidFill>
                  <a:schemeClr val="bg1">
                    <a:lumMod val="65000"/>
                  </a:schemeClr>
                </a:solidFill>
                <a:ea typeface="Roboto" panose="02000000000000000000" pitchFamily="2" charset="0"/>
              </a:rPr>
              <a:t>Ipsum</a:t>
            </a:r>
            <a:r>
              <a:rPr lang="en-US" sz="1200" dirty="0">
                <a:solidFill>
                  <a:schemeClr val="bg1">
                    <a:lumMod val="65000"/>
                  </a:schemeClr>
                </a:solidFill>
                <a:ea typeface="Roboto" panose="02000000000000000000" pitchFamily="2" charset="0"/>
              </a:rPr>
              <a:t>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200" dirty="0" err="1">
                <a:solidFill>
                  <a:schemeClr val="bg1">
                    <a:lumMod val="65000"/>
                  </a:schemeClr>
                </a:solidFill>
                <a:ea typeface="Roboto" panose="02000000000000000000" pitchFamily="2" charset="0"/>
              </a:rPr>
              <a:t>popularised</a:t>
            </a:r>
            <a:r>
              <a:rPr lang="en-US" sz="1200" dirty="0">
                <a:solidFill>
                  <a:schemeClr val="bg1">
                    <a:lumMod val="65000"/>
                  </a:schemeClr>
                </a:solidFill>
                <a:ea typeface="Roboto" panose="02000000000000000000" pitchFamily="2" charset="0"/>
              </a:rPr>
              <a:t> in the 1960s with the release of </a:t>
            </a:r>
            <a:r>
              <a:rPr lang="en-US" sz="1200" dirty="0" err="1">
                <a:solidFill>
                  <a:schemeClr val="bg1">
                    <a:lumMod val="65000"/>
                  </a:schemeClr>
                </a:solidFill>
                <a:ea typeface="Roboto" panose="02000000000000000000" pitchFamily="2" charset="0"/>
              </a:rPr>
              <a:t>Letraset</a:t>
            </a:r>
            <a:r>
              <a:rPr lang="en-US" sz="1200" dirty="0">
                <a:solidFill>
                  <a:schemeClr val="bg1">
                    <a:lumMod val="65000"/>
                  </a:schemeClr>
                </a:solidFill>
                <a:ea typeface="Roboto" panose="02000000000000000000" pitchFamily="2" charset="0"/>
              </a:rPr>
              <a:t> sheets containing </a:t>
            </a:r>
            <a:r>
              <a:rPr lang="en-US" sz="1200" dirty="0" err="1">
                <a:solidFill>
                  <a:schemeClr val="bg1">
                    <a:lumMod val="65000"/>
                  </a:schemeClr>
                </a:solidFill>
                <a:ea typeface="Roboto" panose="02000000000000000000" pitchFamily="2" charset="0"/>
              </a:rPr>
              <a:t>Lorem</a:t>
            </a:r>
            <a:r>
              <a:rPr lang="en-US" sz="1200" dirty="0">
                <a:solidFill>
                  <a:schemeClr val="bg1">
                    <a:lumMod val="65000"/>
                  </a:schemeClr>
                </a:solidFill>
                <a:ea typeface="Roboto" panose="02000000000000000000" pitchFamily="2" charset="0"/>
              </a:rPr>
              <a:t> </a:t>
            </a:r>
            <a:r>
              <a:rPr lang="en-US" sz="1200" dirty="0" err="1">
                <a:solidFill>
                  <a:schemeClr val="bg1">
                    <a:lumMod val="65000"/>
                  </a:schemeClr>
                </a:solidFill>
                <a:ea typeface="Roboto" panose="02000000000000000000" pitchFamily="2" charset="0"/>
              </a:rPr>
              <a:t>Ipsum</a:t>
            </a:r>
            <a:r>
              <a:rPr lang="en-US" sz="1200" dirty="0">
                <a:solidFill>
                  <a:schemeClr val="bg1">
                    <a:lumMod val="65000"/>
                  </a:schemeClr>
                </a:solidFill>
                <a:ea typeface="Roboto" panose="02000000000000000000" pitchFamily="2" charset="0"/>
              </a:rPr>
              <a:t> passages, and more recently with desktop publishing software like Aldus PageMaker including versions of </a:t>
            </a:r>
            <a:r>
              <a:rPr lang="en-US" sz="1200" dirty="0" err="1">
                <a:solidFill>
                  <a:schemeClr val="bg1">
                    <a:lumMod val="65000"/>
                  </a:schemeClr>
                </a:solidFill>
                <a:ea typeface="Roboto" panose="02000000000000000000" pitchFamily="2" charset="0"/>
              </a:rPr>
              <a:t>Lorem</a:t>
            </a:r>
            <a:r>
              <a:rPr lang="en-US" sz="1200" dirty="0">
                <a:solidFill>
                  <a:schemeClr val="bg1">
                    <a:lumMod val="65000"/>
                  </a:schemeClr>
                </a:solidFill>
                <a:ea typeface="Roboto" panose="02000000000000000000" pitchFamily="2" charset="0"/>
              </a:rPr>
              <a:t> </a:t>
            </a:r>
            <a:r>
              <a:rPr lang="en-US" sz="1200" dirty="0" err="1">
                <a:solidFill>
                  <a:schemeClr val="bg1">
                    <a:lumMod val="65000"/>
                  </a:schemeClr>
                </a:solidFill>
                <a:ea typeface="Roboto" panose="02000000000000000000" pitchFamily="2" charset="0"/>
              </a:rPr>
              <a:t>Ipsum</a:t>
            </a:r>
            <a:r>
              <a:rPr lang="en-US" sz="1200" dirty="0">
                <a:solidFill>
                  <a:schemeClr val="bg1">
                    <a:lumMod val="65000"/>
                  </a:schemeClr>
                </a:solidFill>
                <a:ea typeface="Roboto" panose="02000000000000000000" pitchFamily="2" charset="0"/>
              </a:rPr>
              <a:t>.</a:t>
            </a:r>
          </a:p>
          <a:p>
            <a:pPr algn="l"/>
            <a:r>
              <a:rPr lang="en-US" sz="1200" dirty="0">
                <a:solidFill>
                  <a:schemeClr val="bg1">
                    <a:lumMod val="65000"/>
                  </a:schemeClr>
                </a:solidFill>
                <a:ea typeface="Roboto" panose="02000000000000000000" pitchFamily="2" charset="0"/>
              </a:rPr>
              <a:t>Contrary to popular belief, </a:t>
            </a:r>
            <a:r>
              <a:rPr lang="en-US" sz="1200" dirty="0" err="1">
                <a:solidFill>
                  <a:schemeClr val="bg1">
                    <a:lumMod val="65000"/>
                  </a:schemeClr>
                </a:solidFill>
                <a:ea typeface="Roboto" panose="02000000000000000000" pitchFamily="2" charset="0"/>
              </a:rPr>
              <a:t>Lorem</a:t>
            </a:r>
            <a:r>
              <a:rPr lang="en-US" sz="1200" dirty="0">
                <a:solidFill>
                  <a:schemeClr val="bg1">
                    <a:lumMod val="65000"/>
                  </a:schemeClr>
                </a:solidFill>
                <a:ea typeface="Roboto" panose="02000000000000000000" pitchFamily="2" charset="0"/>
              </a:rPr>
              <a:t> </a:t>
            </a:r>
            <a:r>
              <a:rPr lang="en-US" sz="1200" dirty="0" err="1">
                <a:solidFill>
                  <a:schemeClr val="bg1">
                    <a:lumMod val="65000"/>
                  </a:schemeClr>
                </a:solidFill>
                <a:ea typeface="Roboto" panose="02000000000000000000" pitchFamily="2" charset="0"/>
              </a:rPr>
              <a:t>Ipsum</a:t>
            </a:r>
            <a:r>
              <a:rPr lang="en-US" sz="1200" dirty="0">
                <a:solidFill>
                  <a:schemeClr val="bg1">
                    <a:lumMod val="65000"/>
                  </a:schemeClr>
                </a:solidFill>
                <a:ea typeface="Roboto" panose="02000000000000000000" pitchFamily="2" charset="0"/>
              </a:rPr>
              <a:t> is not simply random text.</a:t>
            </a:r>
          </a:p>
        </p:txBody>
      </p:sp>
      <p:cxnSp>
        <p:nvCxnSpPr>
          <p:cNvPr id="22" name="Straight Connector 21"/>
          <p:cNvCxnSpPr/>
          <p:nvPr/>
        </p:nvCxnSpPr>
        <p:spPr>
          <a:xfrm>
            <a:off x="7572230" y="2150168"/>
            <a:ext cx="0" cy="3087669"/>
          </a:xfrm>
          <a:prstGeom prst="line">
            <a:avLst/>
          </a:prstGeom>
          <a:ln w="127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3" name="Title 13"/>
          <p:cNvSpPr txBox="1">
            <a:spLocks/>
          </p:cNvSpPr>
          <p:nvPr/>
        </p:nvSpPr>
        <p:spPr>
          <a:xfrm>
            <a:off x="7766245" y="2071289"/>
            <a:ext cx="943333" cy="461545"/>
          </a:xfrm>
          <a:prstGeom prst="rect">
            <a:avLst/>
          </a:prstGeom>
        </p:spPr>
        <p:txBody>
          <a:bodyPr vert="horz" wrap="square" lIns="91416" tIns="45708" rIns="91416" bIns="45708" rtlCol="0" anchor="ctr">
            <a:spAutoFit/>
          </a:bodyPr>
          <a:lstStyle>
            <a:lvl1pPr algn="l" defTabSz="914400" rtl="0" eaLnBrk="1" latinLnBrk="0" hangingPunct="1">
              <a:spcBef>
                <a:spcPct val="0"/>
              </a:spcBef>
              <a:buNone/>
              <a:defRPr sz="3200" b="0" kern="1200">
                <a:solidFill>
                  <a:schemeClr val="tx1">
                    <a:lumMod val="65000"/>
                    <a:lumOff val="35000"/>
                  </a:schemeClr>
                </a:solidFill>
                <a:latin typeface="Source Sans Pro Light" pitchFamily="34" charset="0"/>
                <a:ea typeface="+mj-ea"/>
                <a:cs typeface="+mj-cs"/>
              </a:defRPr>
            </a:lvl1pPr>
          </a:lstStyle>
          <a:p>
            <a:r>
              <a:rPr lang="en-US" sz="2399" dirty="0">
                <a:solidFill>
                  <a:schemeClr val="tx1"/>
                </a:solidFill>
                <a:latin typeface="+mn-lt"/>
                <a:ea typeface="Roboto" panose="02000000000000000000" pitchFamily="2" charset="0"/>
              </a:rPr>
              <a:t>Skills</a:t>
            </a:r>
          </a:p>
        </p:txBody>
      </p:sp>
      <p:grpSp>
        <p:nvGrpSpPr>
          <p:cNvPr id="24" name="Group 23"/>
          <p:cNvGrpSpPr/>
          <p:nvPr/>
        </p:nvGrpSpPr>
        <p:grpSpPr>
          <a:xfrm>
            <a:off x="7834374" y="3327364"/>
            <a:ext cx="2262160" cy="215968"/>
            <a:chOff x="8951547" y="3559562"/>
            <a:chExt cx="2262749" cy="216024"/>
          </a:xfrm>
          <a:solidFill>
            <a:schemeClr val="bg1">
              <a:lumMod val="95000"/>
            </a:schemeClr>
          </a:solidFill>
        </p:grpSpPr>
        <p:sp>
          <p:nvSpPr>
            <p:cNvPr id="25" name="Parallelogram 24"/>
            <p:cNvSpPr/>
            <p:nvPr/>
          </p:nvSpPr>
          <p:spPr>
            <a:xfrm>
              <a:off x="8951547"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31" name="Parallelogram 30"/>
            <p:cNvSpPr/>
            <p:nvPr/>
          </p:nvSpPr>
          <p:spPr>
            <a:xfrm>
              <a:off x="9062370"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32" name="Parallelogram 31"/>
            <p:cNvSpPr/>
            <p:nvPr/>
          </p:nvSpPr>
          <p:spPr>
            <a:xfrm>
              <a:off x="9173193"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33" name="Parallelogram 32"/>
            <p:cNvSpPr/>
            <p:nvPr/>
          </p:nvSpPr>
          <p:spPr>
            <a:xfrm>
              <a:off x="9284017"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34" name="Parallelogram 33"/>
            <p:cNvSpPr/>
            <p:nvPr/>
          </p:nvSpPr>
          <p:spPr>
            <a:xfrm>
              <a:off x="9394840"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35" name="Parallelogram 34"/>
            <p:cNvSpPr/>
            <p:nvPr/>
          </p:nvSpPr>
          <p:spPr>
            <a:xfrm>
              <a:off x="9505663"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36" name="Parallelogram 35"/>
            <p:cNvSpPr/>
            <p:nvPr/>
          </p:nvSpPr>
          <p:spPr>
            <a:xfrm>
              <a:off x="9616486"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37" name="Parallelogram 36"/>
            <p:cNvSpPr/>
            <p:nvPr/>
          </p:nvSpPr>
          <p:spPr>
            <a:xfrm>
              <a:off x="9727309"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38" name="Parallelogram 37"/>
            <p:cNvSpPr/>
            <p:nvPr/>
          </p:nvSpPr>
          <p:spPr>
            <a:xfrm>
              <a:off x="9838132"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39" name="Parallelogram 38"/>
            <p:cNvSpPr/>
            <p:nvPr/>
          </p:nvSpPr>
          <p:spPr>
            <a:xfrm>
              <a:off x="9948956"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48" name="Parallelogram 47"/>
            <p:cNvSpPr/>
            <p:nvPr/>
          </p:nvSpPr>
          <p:spPr>
            <a:xfrm>
              <a:off x="10059779"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49" name="Parallelogram 48"/>
            <p:cNvSpPr/>
            <p:nvPr/>
          </p:nvSpPr>
          <p:spPr>
            <a:xfrm>
              <a:off x="10170602"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50" name="Parallelogram 49"/>
            <p:cNvSpPr/>
            <p:nvPr/>
          </p:nvSpPr>
          <p:spPr>
            <a:xfrm>
              <a:off x="10281425"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51" name="Parallelogram 50"/>
            <p:cNvSpPr/>
            <p:nvPr/>
          </p:nvSpPr>
          <p:spPr>
            <a:xfrm>
              <a:off x="10392248"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52" name="Parallelogram 51"/>
            <p:cNvSpPr/>
            <p:nvPr/>
          </p:nvSpPr>
          <p:spPr>
            <a:xfrm>
              <a:off x="10503071"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53" name="Parallelogram 52"/>
            <p:cNvSpPr/>
            <p:nvPr/>
          </p:nvSpPr>
          <p:spPr>
            <a:xfrm>
              <a:off x="10613895"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54" name="Parallelogram 53"/>
            <p:cNvSpPr/>
            <p:nvPr/>
          </p:nvSpPr>
          <p:spPr>
            <a:xfrm>
              <a:off x="10724718"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55" name="Parallelogram 54"/>
            <p:cNvSpPr/>
            <p:nvPr/>
          </p:nvSpPr>
          <p:spPr>
            <a:xfrm>
              <a:off x="10835541"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56" name="Parallelogram 55"/>
            <p:cNvSpPr/>
            <p:nvPr/>
          </p:nvSpPr>
          <p:spPr>
            <a:xfrm>
              <a:off x="10946364"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57" name="Parallelogram 56"/>
            <p:cNvSpPr/>
            <p:nvPr/>
          </p:nvSpPr>
          <p:spPr>
            <a:xfrm>
              <a:off x="11057181" y="3559562"/>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grpSp>
      <p:sp>
        <p:nvSpPr>
          <p:cNvPr id="58" name="TextBox 57"/>
          <p:cNvSpPr txBox="1"/>
          <p:nvPr/>
        </p:nvSpPr>
        <p:spPr>
          <a:xfrm>
            <a:off x="10060834" y="3217066"/>
            <a:ext cx="725098" cy="430775"/>
          </a:xfrm>
          <a:prstGeom prst="rect">
            <a:avLst/>
          </a:prstGeom>
          <a:noFill/>
        </p:spPr>
        <p:txBody>
          <a:bodyPr wrap="square" rtlCol="0">
            <a:spAutoFit/>
          </a:bodyPr>
          <a:lstStyle/>
          <a:p>
            <a:r>
              <a:rPr lang="id-ID" sz="2199" i="1" dirty="0">
                <a:solidFill>
                  <a:schemeClr val="bg2">
                    <a:lumMod val="50000"/>
                  </a:schemeClr>
                </a:solidFill>
              </a:rPr>
              <a:t>78</a:t>
            </a:r>
            <a:r>
              <a:rPr lang="en-US" sz="2199" i="1" dirty="0">
                <a:solidFill>
                  <a:schemeClr val="bg2">
                    <a:lumMod val="50000"/>
                  </a:schemeClr>
                </a:solidFill>
              </a:rPr>
              <a:t>%</a:t>
            </a:r>
            <a:endParaRPr lang="en-CA" sz="2199" i="1" dirty="0">
              <a:solidFill>
                <a:schemeClr val="bg2">
                  <a:lumMod val="50000"/>
                </a:schemeClr>
              </a:solidFill>
            </a:endParaRPr>
          </a:p>
        </p:txBody>
      </p:sp>
      <p:sp>
        <p:nvSpPr>
          <p:cNvPr id="59" name="TextBox 58"/>
          <p:cNvSpPr txBox="1"/>
          <p:nvPr/>
        </p:nvSpPr>
        <p:spPr>
          <a:xfrm>
            <a:off x="7777395" y="3081208"/>
            <a:ext cx="2792122" cy="261542"/>
          </a:xfrm>
          <a:prstGeom prst="rect">
            <a:avLst/>
          </a:prstGeom>
          <a:noFill/>
        </p:spPr>
        <p:txBody>
          <a:bodyPr wrap="square" rtlCol="0">
            <a:spAutoFit/>
          </a:bodyPr>
          <a:lstStyle/>
          <a:p>
            <a:pPr algn="just"/>
            <a:r>
              <a:rPr lang="id-ID" sz="1100" i="1" dirty="0">
                <a:solidFill>
                  <a:schemeClr val="bg2">
                    <a:lumMod val="75000"/>
                  </a:schemeClr>
                </a:solidFill>
              </a:rPr>
              <a:t>Leadership</a:t>
            </a:r>
            <a:endParaRPr lang="en-US" sz="1000" i="1" dirty="0">
              <a:solidFill>
                <a:schemeClr val="bg1"/>
              </a:solidFill>
            </a:endParaRPr>
          </a:p>
        </p:txBody>
      </p:sp>
      <p:grpSp>
        <p:nvGrpSpPr>
          <p:cNvPr id="60" name="Group 59"/>
          <p:cNvGrpSpPr/>
          <p:nvPr/>
        </p:nvGrpSpPr>
        <p:grpSpPr>
          <a:xfrm>
            <a:off x="7834374" y="3844969"/>
            <a:ext cx="2262160" cy="215968"/>
            <a:chOff x="8951547" y="4077301"/>
            <a:chExt cx="2262749" cy="216024"/>
          </a:xfrm>
          <a:solidFill>
            <a:schemeClr val="bg1">
              <a:lumMod val="95000"/>
            </a:schemeClr>
          </a:solidFill>
        </p:grpSpPr>
        <p:sp>
          <p:nvSpPr>
            <p:cNvPr id="61" name="Parallelogram 60"/>
            <p:cNvSpPr/>
            <p:nvPr/>
          </p:nvSpPr>
          <p:spPr>
            <a:xfrm>
              <a:off x="8951547"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62" name="Parallelogram 61"/>
            <p:cNvSpPr/>
            <p:nvPr/>
          </p:nvSpPr>
          <p:spPr>
            <a:xfrm>
              <a:off x="9062370"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63" name="Parallelogram 62"/>
            <p:cNvSpPr/>
            <p:nvPr/>
          </p:nvSpPr>
          <p:spPr>
            <a:xfrm>
              <a:off x="9173193"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64" name="Parallelogram 63"/>
            <p:cNvSpPr/>
            <p:nvPr/>
          </p:nvSpPr>
          <p:spPr>
            <a:xfrm>
              <a:off x="9284017"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65" name="Parallelogram 64"/>
            <p:cNvSpPr/>
            <p:nvPr/>
          </p:nvSpPr>
          <p:spPr>
            <a:xfrm>
              <a:off x="9394840"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66" name="Parallelogram 65"/>
            <p:cNvSpPr/>
            <p:nvPr/>
          </p:nvSpPr>
          <p:spPr>
            <a:xfrm>
              <a:off x="9505663"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67" name="Parallelogram 66"/>
            <p:cNvSpPr/>
            <p:nvPr/>
          </p:nvSpPr>
          <p:spPr>
            <a:xfrm>
              <a:off x="9616486"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68" name="Parallelogram 67"/>
            <p:cNvSpPr/>
            <p:nvPr/>
          </p:nvSpPr>
          <p:spPr>
            <a:xfrm>
              <a:off x="9727309"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69" name="Parallelogram 68"/>
            <p:cNvSpPr/>
            <p:nvPr/>
          </p:nvSpPr>
          <p:spPr>
            <a:xfrm>
              <a:off x="9838132"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70" name="Parallelogram 69"/>
            <p:cNvSpPr/>
            <p:nvPr/>
          </p:nvSpPr>
          <p:spPr>
            <a:xfrm>
              <a:off x="9948956"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71" name="Parallelogram 70"/>
            <p:cNvSpPr/>
            <p:nvPr/>
          </p:nvSpPr>
          <p:spPr>
            <a:xfrm>
              <a:off x="10059779"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72" name="Parallelogram 71"/>
            <p:cNvSpPr/>
            <p:nvPr/>
          </p:nvSpPr>
          <p:spPr>
            <a:xfrm>
              <a:off x="10170602"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73" name="Parallelogram 72"/>
            <p:cNvSpPr/>
            <p:nvPr/>
          </p:nvSpPr>
          <p:spPr>
            <a:xfrm>
              <a:off x="10281425"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74" name="Parallelogram 73"/>
            <p:cNvSpPr/>
            <p:nvPr/>
          </p:nvSpPr>
          <p:spPr>
            <a:xfrm>
              <a:off x="10392248"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75" name="Parallelogram 74"/>
            <p:cNvSpPr/>
            <p:nvPr/>
          </p:nvSpPr>
          <p:spPr>
            <a:xfrm>
              <a:off x="10503071"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76" name="Parallelogram 75"/>
            <p:cNvSpPr/>
            <p:nvPr/>
          </p:nvSpPr>
          <p:spPr>
            <a:xfrm>
              <a:off x="10613895"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77" name="Parallelogram 76"/>
            <p:cNvSpPr/>
            <p:nvPr/>
          </p:nvSpPr>
          <p:spPr>
            <a:xfrm>
              <a:off x="10724718"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78" name="Parallelogram 77"/>
            <p:cNvSpPr/>
            <p:nvPr/>
          </p:nvSpPr>
          <p:spPr>
            <a:xfrm>
              <a:off x="10835541"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79" name="Parallelogram 78"/>
            <p:cNvSpPr/>
            <p:nvPr/>
          </p:nvSpPr>
          <p:spPr>
            <a:xfrm>
              <a:off x="10946364"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80" name="Parallelogram 79"/>
            <p:cNvSpPr/>
            <p:nvPr/>
          </p:nvSpPr>
          <p:spPr>
            <a:xfrm>
              <a:off x="11057181" y="4077301"/>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grpSp>
      <p:sp>
        <p:nvSpPr>
          <p:cNvPr id="81" name="TextBox 80"/>
          <p:cNvSpPr txBox="1"/>
          <p:nvPr/>
        </p:nvSpPr>
        <p:spPr>
          <a:xfrm>
            <a:off x="10060834" y="3734670"/>
            <a:ext cx="725098" cy="430775"/>
          </a:xfrm>
          <a:prstGeom prst="rect">
            <a:avLst/>
          </a:prstGeom>
          <a:noFill/>
        </p:spPr>
        <p:txBody>
          <a:bodyPr wrap="square" rtlCol="0">
            <a:spAutoFit/>
          </a:bodyPr>
          <a:lstStyle/>
          <a:p>
            <a:r>
              <a:rPr lang="id-ID" sz="2199" i="1" dirty="0">
                <a:solidFill>
                  <a:schemeClr val="bg2">
                    <a:lumMod val="50000"/>
                  </a:schemeClr>
                </a:solidFill>
              </a:rPr>
              <a:t>51</a:t>
            </a:r>
            <a:r>
              <a:rPr lang="en-US" sz="2199" i="1" dirty="0">
                <a:solidFill>
                  <a:schemeClr val="bg2">
                    <a:lumMod val="50000"/>
                  </a:schemeClr>
                </a:solidFill>
              </a:rPr>
              <a:t>%</a:t>
            </a:r>
            <a:endParaRPr lang="en-CA" sz="2199" i="1" dirty="0">
              <a:solidFill>
                <a:schemeClr val="bg2">
                  <a:lumMod val="50000"/>
                </a:schemeClr>
              </a:solidFill>
            </a:endParaRPr>
          </a:p>
        </p:txBody>
      </p:sp>
      <p:sp>
        <p:nvSpPr>
          <p:cNvPr id="82" name="TextBox 81"/>
          <p:cNvSpPr txBox="1"/>
          <p:nvPr/>
        </p:nvSpPr>
        <p:spPr>
          <a:xfrm>
            <a:off x="7777395" y="3598812"/>
            <a:ext cx="2792122" cy="261542"/>
          </a:xfrm>
          <a:prstGeom prst="rect">
            <a:avLst/>
          </a:prstGeom>
          <a:noFill/>
        </p:spPr>
        <p:txBody>
          <a:bodyPr wrap="square" rtlCol="0">
            <a:spAutoFit/>
          </a:bodyPr>
          <a:lstStyle/>
          <a:p>
            <a:pPr algn="just"/>
            <a:r>
              <a:rPr lang="id-ID" sz="1100" i="1" dirty="0">
                <a:solidFill>
                  <a:schemeClr val="bg2">
                    <a:lumMod val="75000"/>
                  </a:schemeClr>
                </a:solidFill>
              </a:rPr>
              <a:t>Organitation</a:t>
            </a:r>
            <a:endParaRPr lang="en-US" sz="1000" i="1" dirty="0">
              <a:solidFill>
                <a:schemeClr val="bg1"/>
              </a:solidFill>
            </a:endParaRPr>
          </a:p>
        </p:txBody>
      </p:sp>
      <p:grpSp>
        <p:nvGrpSpPr>
          <p:cNvPr id="83" name="Group 82"/>
          <p:cNvGrpSpPr/>
          <p:nvPr/>
        </p:nvGrpSpPr>
        <p:grpSpPr>
          <a:xfrm>
            <a:off x="7836541" y="4391129"/>
            <a:ext cx="2262160" cy="215968"/>
            <a:chOff x="8953714" y="4623604"/>
            <a:chExt cx="2262749" cy="216024"/>
          </a:xfrm>
          <a:solidFill>
            <a:schemeClr val="bg1">
              <a:lumMod val="95000"/>
            </a:schemeClr>
          </a:solidFill>
        </p:grpSpPr>
        <p:sp>
          <p:nvSpPr>
            <p:cNvPr id="84" name="Parallelogram 83"/>
            <p:cNvSpPr/>
            <p:nvPr/>
          </p:nvSpPr>
          <p:spPr>
            <a:xfrm>
              <a:off x="8953714"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85" name="Parallelogram 84"/>
            <p:cNvSpPr/>
            <p:nvPr/>
          </p:nvSpPr>
          <p:spPr>
            <a:xfrm>
              <a:off x="9064537"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86" name="Parallelogram 85"/>
            <p:cNvSpPr/>
            <p:nvPr/>
          </p:nvSpPr>
          <p:spPr>
            <a:xfrm>
              <a:off x="9175360"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87" name="Parallelogram 86"/>
            <p:cNvSpPr/>
            <p:nvPr/>
          </p:nvSpPr>
          <p:spPr>
            <a:xfrm>
              <a:off x="9286184"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88" name="Parallelogram 87"/>
            <p:cNvSpPr/>
            <p:nvPr/>
          </p:nvSpPr>
          <p:spPr>
            <a:xfrm>
              <a:off x="9397007"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89" name="Parallelogram 88"/>
            <p:cNvSpPr/>
            <p:nvPr/>
          </p:nvSpPr>
          <p:spPr>
            <a:xfrm>
              <a:off x="9507830"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90" name="Parallelogram 89"/>
            <p:cNvSpPr/>
            <p:nvPr/>
          </p:nvSpPr>
          <p:spPr>
            <a:xfrm>
              <a:off x="9618653"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91" name="Parallelogram 90"/>
            <p:cNvSpPr/>
            <p:nvPr/>
          </p:nvSpPr>
          <p:spPr>
            <a:xfrm>
              <a:off x="9729476"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92" name="Parallelogram 91"/>
            <p:cNvSpPr/>
            <p:nvPr/>
          </p:nvSpPr>
          <p:spPr>
            <a:xfrm>
              <a:off x="9840299"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93" name="Parallelogram 92"/>
            <p:cNvSpPr/>
            <p:nvPr/>
          </p:nvSpPr>
          <p:spPr>
            <a:xfrm>
              <a:off x="9951123"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94" name="Parallelogram 93"/>
            <p:cNvSpPr/>
            <p:nvPr/>
          </p:nvSpPr>
          <p:spPr>
            <a:xfrm>
              <a:off x="10061946"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95" name="Parallelogram 94"/>
            <p:cNvSpPr/>
            <p:nvPr/>
          </p:nvSpPr>
          <p:spPr>
            <a:xfrm>
              <a:off x="10172769"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96" name="Parallelogram 95"/>
            <p:cNvSpPr/>
            <p:nvPr/>
          </p:nvSpPr>
          <p:spPr>
            <a:xfrm>
              <a:off x="10283592"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97" name="Parallelogram 96"/>
            <p:cNvSpPr/>
            <p:nvPr/>
          </p:nvSpPr>
          <p:spPr>
            <a:xfrm>
              <a:off x="10394415"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98" name="Parallelogram 97"/>
            <p:cNvSpPr/>
            <p:nvPr/>
          </p:nvSpPr>
          <p:spPr>
            <a:xfrm>
              <a:off x="10505238"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99" name="Parallelogram 98"/>
            <p:cNvSpPr/>
            <p:nvPr/>
          </p:nvSpPr>
          <p:spPr>
            <a:xfrm>
              <a:off x="10616062"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00" name="Parallelogram 99"/>
            <p:cNvSpPr/>
            <p:nvPr/>
          </p:nvSpPr>
          <p:spPr>
            <a:xfrm>
              <a:off x="10726885"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01" name="Parallelogram 100"/>
            <p:cNvSpPr/>
            <p:nvPr/>
          </p:nvSpPr>
          <p:spPr>
            <a:xfrm>
              <a:off x="10837708"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02" name="Parallelogram 101"/>
            <p:cNvSpPr/>
            <p:nvPr/>
          </p:nvSpPr>
          <p:spPr>
            <a:xfrm>
              <a:off x="10948531"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03" name="Parallelogram 102"/>
            <p:cNvSpPr/>
            <p:nvPr/>
          </p:nvSpPr>
          <p:spPr>
            <a:xfrm>
              <a:off x="11059348" y="4623604"/>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grpSp>
      <p:sp>
        <p:nvSpPr>
          <p:cNvPr id="104" name="TextBox 103"/>
          <p:cNvSpPr txBox="1"/>
          <p:nvPr/>
        </p:nvSpPr>
        <p:spPr>
          <a:xfrm>
            <a:off x="10063001" y="4280831"/>
            <a:ext cx="725098" cy="430775"/>
          </a:xfrm>
          <a:prstGeom prst="rect">
            <a:avLst/>
          </a:prstGeom>
          <a:noFill/>
        </p:spPr>
        <p:txBody>
          <a:bodyPr wrap="square" rtlCol="0">
            <a:spAutoFit/>
          </a:bodyPr>
          <a:lstStyle/>
          <a:p>
            <a:r>
              <a:rPr lang="id-ID" sz="2199" i="1" dirty="0">
                <a:solidFill>
                  <a:schemeClr val="bg2">
                    <a:lumMod val="50000"/>
                  </a:schemeClr>
                </a:solidFill>
              </a:rPr>
              <a:t>59</a:t>
            </a:r>
            <a:r>
              <a:rPr lang="en-US" sz="2199" i="1" dirty="0">
                <a:solidFill>
                  <a:schemeClr val="bg2">
                    <a:lumMod val="50000"/>
                  </a:schemeClr>
                </a:solidFill>
              </a:rPr>
              <a:t>%</a:t>
            </a:r>
            <a:endParaRPr lang="en-CA" sz="2199" i="1" dirty="0">
              <a:solidFill>
                <a:schemeClr val="bg2">
                  <a:lumMod val="50000"/>
                </a:schemeClr>
              </a:solidFill>
            </a:endParaRPr>
          </a:p>
        </p:txBody>
      </p:sp>
      <p:sp>
        <p:nvSpPr>
          <p:cNvPr id="105" name="TextBox 104"/>
          <p:cNvSpPr txBox="1"/>
          <p:nvPr/>
        </p:nvSpPr>
        <p:spPr>
          <a:xfrm>
            <a:off x="7779561" y="4144972"/>
            <a:ext cx="2792122" cy="261542"/>
          </a:xfrm>
          <a:prstGeom prst="rect">
            <a:avLst/>
          </a:prstGeom>
          <a:noFill/>
        </p:spPr>
        <p:txBody>
          <a:bodyPr wrap="square" rtlCol="0">
            <a:spAutoFit/>
          </a:bodyPr>
          <a:lstStyle/>
          <a:p>
            <a:pPr algn="just"/>
            <a:r>
              <a:rPr lang="id-ID" sz="1100" i="1" dirty="0">
                <a:solidFill>
                  <a:schemeClr val="bg2">
                    <a:lumMod val="75000"/>
                  </a:schemeClr>
                </a:solidFill>
              </a:rPr>
              <a:t>Prepairing</a:t>
            </a:r>
            <a:endParaRPr lang="en-US" sz="1000" i="1" dirty="0">
              <a:solidFill>
                <a:schemeClr val="bg1"/>
              </a:solidFill>
            </a:endParaRPr>
          </a:p>
        </p:txBody>
      </p:sp>
      <p:grpSp>
        <p:nvGrpSpPr>
          <p:cNvPr id="106" name="Group 105"/>
          <p:cNvGrpSpPr/>
          <p:nvPr/>
        </p:nvGrpSpPr>
        <p:grpSpPr>
          <a:xfrm>
            <a:off x="7829922" y="4968640"/>
            <a:ext cx="2262160" cy="215968"/>
            <a:chOff x="8947094" y="5201265"/>
            <a:chExt cx="2262749" cy="216024"/>
          </a:xfrm>
          <a:solidFill>
            <a:schemeClr val="bg1">
              <a:lumMod val="95000"/>
            </a:schemeClr>
          </a:solidFill>
        </p:grpSpPr>
        <p:sp>
          <p:nvSpPr>
            <p:cNvPr id="107" name="Parallelogram 106"/>
            <p:cNvSpPr/>
            <p:nvPr/>
          </p:nvSpPr>
          <p:spPr>
            <a:xfrm>
              <a:off x="8947094"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08" name="Parallelogram 107"/>
            <p:cNvSpPr/>
            <p:nvPr/>
          </p:nvSpPr>
          <p:spPr>
            <a:xfrm>
              <a:off x="9057917"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09" name="Parallelogram 108"/>
            <p:cNvSpPr/>
            <p:nvPr/>
          </p:nvSpPr>
          <p:spPr>
            <a:xfrm>
              <a:off x="9168740"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10" name="Parallelogram 109"/>
            <p:cNvSpPr/>
            <p:nvPr/>
          </p:nvSpPr>
          <p:spPr>
            <a:xfrm>
              <a:off x="9279564"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11" name="Parallelogram 110"/>
            <p:cNvSpPr/>
            <p:nvPr/>
          </p:nvSpPr>
          <p:spPr>
            <a:xfrm>
              <a:off x="9390387"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12" name="Parallelogram 111"/>
            <p:cNvSpPr/>
            <p:nvPr/>
          </p:nvSpPr>
          <p:spPr>
            <a:xfrm>
              <a:off x="9501210"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13" name="Parallelogram 112"/>
            <p:cNvSpPr/>
            <p:nvPr/>
          </p:nvSpPr>
          <p:spPr>
            <a:xfrm>
              <a:off x="9612033"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14" name="Parallelogram 113"/>
            <p:cNvSpPr/>
            <p:nvPr/>
          </p:nvSpPr>
          <p:spPr>
            <a:xfrm>
              <a:off x="9722856"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15" name="Parallelogram 114"/>
            <p:cNvSpPr/>
            <p:nvPr/>
          </p:nvSpPr>
          <p:spPr>
            <a:xfrm>
              <a:off x="9833679"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16" name="Parallelogram 115"/>
            <p:cNvSpPr/>
            <p:nvPr/>
          </p:nvSpPr>
          <p:spPr>
            <a:xfrm>
              <a:off x="9944503"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17" name="Parallelogram 116"/>
            <p:cNvSpPr/>
            <p:nvPr/>
          </p:nvSpPr>
          <p:spPr>
            <a:xfrm>
              <a:off x="10055326"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18" name="Parallelogram 117"/>
            <p:cNvSpPr/>
            <p:nvPr/>
          </p:nvSpPr>
          <p:spPr>
            <a:xfrm>
              <a:off x="10166149"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19" name="Parallelogram 118"/>
            <p:cNvSpPr/>
            <p:nvPr/>
          </p:nvSpPr>
          <p:spPr>
            <a:xfrm>
              <a:off x="10276972"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20" name="Parallelogram 119"/>
            <p:cNvSpPr/>
            <p:nvPr/>
          </p:nvSpPr>
          <p:spPr>
            <a:xfrm>
              <a:off x="10387795"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21" name="Parallelogram 120"/>
            <p:cNvSpPr/>
            <p:nvPr/>
          </p:nvSpPr>
          <p:spPr>
            <a:xfrm>
              <a:off x="10498618"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22" name="Parallelogram 121"/>
            <p:cNvSpPr/>
            <p:nvPr/>
          </p:nvSpPr>
          <p:spPr>
            <a:xfrm>
              <a:off x="10609442"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23" name="Parallelogram 122"/>
            <p:cNvSpPr/>
            <p:nvPr/>
          </p:nvSpPr>
          <p:spPr>
            <a:xfrm>
              <a:off x="10720265"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24" name="Parallelogram 123"/>
            <p:cNvSpPr/>
            <p:nvPr/>
          </p:nvSpPr>
          <p:spPr>
            <a:xfrm>
              <a:off x="10831088"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25" name="Parallelogram 124"/>
            <p:cNvSpPr/>
            <p:nvPr/>
          </p:nvSpPr>
          <p:spPr>
            <a:xfrm>
              <a:off x="10941911"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26" name="Parallelogram 125"/>
            <p:cNvSpPr/>
            <p:nvPr/>
          </p:nvSpPr>
          <p:spPr>
            <a:xfrm>
              <a:off x="11052728" y="5201265"/>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grpSp>
      <p:sp>
        <p:nvSpPr>
          <p:cNvPr id="127" name="TextBox 126"/>
          <p:cNvSpPr txBox="1"/>
          <p:nvPr/>
        </p:nvSpPr>
        <p:spPr>
          <a:xfrm>
            <a:off x="10056383" y="4858341"/>
            <a:ext cx="725098" cy="430775"/>
          </a:xfrm>
          <a:prstGeom prst="rect">
            <a:avLst/>
          </a:prstGeom>
          <a:noFill/>
        </p:spPr>
        <p:txBody>
          <a:bodyPr wrap="square" rtlCol="0">
            <a:spAutoFit/>
          </a:bodyPr>
          <a:lstStyle/>
          <a:p>
            <a:r>
              <a:rPr lang="id-ID" sz="2199" i="1" dirty="0">
                <a:solidFill>
                  <a:schemeClr val="bg2">
                    <a:lumMod val="50000"/>
                  </a:schemeClr>
                </a:solidFill>
              </a:rPr>
              <a:t>85</a:t>
            </a:r>
            <a:r>
              <a:rPr lang="en-US" sz="2199" i="1" dirty="0">
                <a:solidFill>
                  <a:schemeClr val="bg2">
                    <a:lumMod val="50000"/>
                  </a:schemeClr>
                </a:solidFill>
              </a:rPr>
              <a:t>%</a:t>
            </a:r>
            <a:endParaRPr lang="en-CA" sz="2199" i="1" dirty="0">
              <a:solidFill>
                <a:schemeClr val="bg2">
                  <a:lumMod val="50000"/>
                </a:schemeClr>
              </a:solidFill>
            </a:endParaRPr>
          </a:p>
        </p:txBody>
      </p:sp>
      <p:sp>
        <p:nvSpPr>
          <p:cNvPr id="128" name="TextBox 127"/>
          <p:cNvSpPr txBox="1"/>
          <p:nvPr/>
        </p:nvSpPr>
        <p:spPr>
          <a:xfrm>
            <a:off x="7772943" y="4722483"/>
            <a:ext cx="2792122" cy="261542"/>
          </a:xfrm>
          <a:prstGeom prst="rect">
            <a:avLst/>
          </a:prstGeom>
          <a:noFill/>
        </p:spPr>
        <p:txBody>
          <a:bodyPr wrap="square" rtlCol="0">
            <a:spAutoFit/>
          </a:bodyPr>
          <a:lstStyle/>
          <a:p>
            <a:pPr algn="just"/>
            <a:r>
              <a:rPr lang="id-ID" sz="1100" i="1" dirty="0">
                <a:solidFill>
                  <a:schemeClr val="bg2">
                    <a:lumMod val="75000"/>
                  </a:schemeClr>
                </a:solidFill>
              </a:rPr>
              <a:t>Execution</a:t>
            </a:r>
            <a:endParaRPr lang="en-US" sz="1000" i="1" dirty="0">
              <a:solidFill>
                <a:schemeClr val="bg1"/>
              </a:solidFill>
            </a:endParaRPr>
          </a:p>
        </p:txBody>
      </p:sp>
      <p:grpSp>
        <p:nvGrpSpPr>
          <p:cNvPr id="129" name="Group 128"/>
          <p:cNvGrpSpPr/>
          <p:nvPr/>
        </p:nvGrpSpPr>
        <p:grpSpPr>
          <a:xfrm>
            <a:off x="7823224" y="2809760"/>
            <a:ext cx="2262160" cy="215968"/>
            <a:chOff x="8940394" y="3041823"/>
            <a:chExt cx="2262749" cy="216024"/>
          </a:xfrm>
          <a:solidFill>
            <a:schemeClr val="bg1">
              <a:lumMod val="95000"/>
            </a:schemeClr>
          </a:solidFill>
        </p:grpSpPr>
        <p:sp>
          <p:nvSpPr>
            <p:cNvPr id="130" name="Parallelogram 129"/>
            <p:cNvSpPr/>
            <p:nvPr/>
          </p:nvSpPr>
          <p:spPr>
            <a:xfrm>
              <a:off x="8940394"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31" name="Parallelogram 130"/>
            <p:cNvSpPr/>
            <p:nvPr/>
          </p:nvSpPr>
          <p:spPr>
            <a:xfrm>
              <a:off x="9051217"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32" name="Parallelogram 131"/>
            <p:cNvSpPr/>
            <p:nvPr/>
          </p:nvSpPr>
          <p:spPr>
            <a:xfrm>
              <a:off x="9162040"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33" name="Parallelogram 132"/>
            <p:cNvSpPr/>
            <p:nvPr/>
          </p:nvSpPr>
          <p:spPr>
            <a:xfrm>
              <a:off x="9272864"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34" name="Parallelogram 133"/>
            <p:cNvSpPr/>
            <p:nvPr/>
          </p:nvSpPr>
          <p:spPr>
            <a:xfrm>
              <a:off x="9383687"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35" name="Parallelogram 134"/>
            <p:cNvSpPr/>
            <p:nvPr/>
          </p:nvSpPr>
          <p:spPr>
            <a:xfrm>
              <a:off x="9494510"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36" name="Parallelogram 135"/>
            <p:cNvSpPr/>
            <p:nvPr/>
          </p:nvSpPr>
          <p:spPr>
            <a:xfrm>
              <a:off x="9605333"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37" name="Parallelogram 136"/>
            <p:cNvSpPr/>
            <p:nvPr/>
          </p:nvSpPr>
          <p:spPr>
            <a:xfrm>
              <a:off x="9716156"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38" name="Parallelogram 137"/>
            <p:cNvSpPr/>
            <p:nvPr/>
          </p:nvSpPr>
          <p:spPr>
            <a:xfrm>
              <a:off x="9826979"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39" name="Parallelogram 138"/>
            <p:cNvSpPr/>
            <p:nvPr/>
          </p:nvSpPr>
          <p:spPr>
            <a:xfrm>
              <a:off x="9937803"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40" name="Parallelogram 139"/>
            <p:cNvSpPr/>
            <p:nvPr/>
          </p:nvSpPr>
          <p:spPr>
            <a:xfrm>
              <a:off x="10048626"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41" name="Parallelogram 140"/>
            <p:cNvSpPr/>
            <p:nvPr/>
          </p:nvSpPr>
          <p:spPr>
            <a:xfrm>
              <a:off x="10159449"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42" name="Parallelogram 141"/>
            <p:cNvSpPr/>
            <p:nvPr/>
          </p:nvSpPr>
          <p:spPr>
            <a:xfrm>
              <a:off x="10270272"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43" name="Parallelogram 142"/>
            <p:cNvSpPr/>
            <p:nvPr/>
          </p:nvSpPr>
          <p:spPr>
            <a:xfrm>
              <a:off x="10381095"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44" name="Parallelogram 143"/>
            <p:cNvSpPr/>
            <p:nvPr/>
          </p:nvSpPr>
          <p:spPr>
            <a:xfrm>
              <a:off x="10491918"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45" name="Parallelogram 144"/>
            <p:cNvSpPr/>
            <p:nvPr/>
          </p:nvSpPr>
          <p:spPr>
            <a:xfrm>
              <a:off x="10602742"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46" name="Parallelogram 145"/>
            <p:cNvSpPr/>
            <p:nvPr/>
          </p:nvSpPr>
          <p:spPr>
            <a:xfrm>
              <a:off x="10713565"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47" name="Parallelogram 146"/>
            <p:cNvSpPr/>
            <p:nvPr/>
          </p:nvSpPr>
          <p:spPr>
            <a:xfrm>
              <a:off x="10824388"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48" name="Parallelogram 147"/>
            <p:cNvSpPr/>
            <p:nvPr/>
          </p:nvSpPr>
          <p:spPr>
            <a:xfrm>
              <a:off x="10935211"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sp>
          <p:nvSpPr>
            <p:cNvPr id="149" name="Parallelogram 148"/>
            <p:cNvSpPr/>
            <p:nvPr/>
          </p:nvSpPr>
          <p:spPr>
            <a:xfrm>
              <a:off x="11046028" y="304182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chemeClr val="bg1"/>
                </a:solidFill>
              </a:endParaRPr>
            </a:p>
          </p:txBody>
        </p:sp>
      </p:grpSp>
      <p:sp>
        <p:nvSpPr>
          <p:cNvPr id="150" name="TextBox 149"/>
          <p:cNvSpPr txBox="1"/>
          <p:nvPr/>
        </p:nvSpPr>
        <p:spPr>
          <a:xfrm>
            <a:off x="7766245" y="2563603"/>
            <a:ext cx="1275717" cy="261542"/>
          </a:xfrm>
          <a:prstGeom prst="rect">
            <a:avLst/>
          </a:prstGeom>
          <a:noFill/>
        </p:spPr>
        <p:txBody>
          <a:bodyPr wrap="square" rtlCol="0">
            <a:spAutoFit/>
          </a:bodyPr>
          <a:lstStyle/>
          <a:p>
            <a:pPr algn="just"/>
            <a:r>
              <a:rPr lang="id-ID" sz="1100" i="1" dirty="0">
                <a:solidFill>
                  <a:schemeClr val="bg2">
                    <a:lumMod val="75000"/>
                  </a:schemeClr>
                </a:solidFill>
              </a:rPr>
              <a:t>Innovation</a:t>
            </a:r>
            <a:endParaRPr lang="en-US" sz="1000" i="1" dirty="0">
              <a:solidFill>
                <a:schemeClr val="bg1"/>
              </a:solidFill>
            </a:endParaRPr>
          </a:p>
        </p:txBody>
      </p:sp>
      <p:sp>
        <p:nvSpPr>
          <p:cNvPr id="151" name="TextBox 150"/>
          <p:cNvSpPr txBox="1"/>
          <p:nvPr/>
        </p:nvSpPr>
        <p:spPr>
          <a:xfrm>
            <a:off x="10049684" y="2699461"/>
            <a:ext cx="725098" cy="430775"/>
          </a:xfrm>
          <a:prstGeom prst="rect">
            <a:avLst/>
          </a:prstGeom>
          <a:noFill/>
        </p:spPr>
        <p:txBody>
          <a:bodyPr wrap="square" rtlCol="0">
            <a:spAutoFit/>
          </a:bodyPr>
          <a:lstStyle/>
          <a:p>
            <a:r>
              <a:rPr lang="en-US" sz="2199" i="1" dirty="0">
                <a:solidFill>
                  <a:schemeClr val="bg2">
                    <a:lumMod val="50000"/>
                  </a:schemeClr>
                </a:solidFill>
              </a:rPr>
              <a:t>25%</a:t>
            </a:r>
            <a:endParaRPr lang="en-CA" sz="2199" i="1" dirty="0">
              <a:solidFill>
                <a:schemeClr val="bg2">
                  <a:lumMod val="50000"/>
                </a:schemeClr>
              </a:solidFill>
            </a:endParaRPr>
          </a:p>
        </p:txBody>
      </p:sp>
      <p:grpSp>
        <p:nvGrpSpPr>
          <p:cNvPr id="152" name="Group 151"/>
          <p:cNvGrpSpPr/>
          <p:nvPr/>
        </p:nvGrpSpPr>
        <p:grpSpPr>
          <a:xfrm>
            <a:off x="7817638" y="2817453"/>
            <a:ext cx="600252" cy="204821"/>
            <a:chOff x="9325855" y="1403810"/>
            <a:chExt cx="600408" cy="216024"/>
          </a:xfrm>
          <a:solidFill>
            <a:schemeClr val="accent1"/>
          </a:solidFill>
        </p:grpSpPr>
        <p:sp>
          <p:nvSpPr>
            <p:cNvPr id="153" name="Parallelogram 152"/>
            <p:cNvSpPr/>
            <p:nvPr/>
          </p:nvSpPr>
          <p:spPr>
            <a:xfrm>
              <a:off x="9325855" y="1403810"/>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54" name="Parallelogram 153"/>
            <p:cNvSpPr/>
            <p:nvPr/>
          </p:nvSpPr>
          <p:spPr>
            <a:xfrm>
              <a:off x="9436678" y="1403810"/>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55" name="Parallelogram 154"/>
            <p:cNvSpPr/>
            <p:nvPr/>
          </p:nvSpPr>
          <p:spPr>
            <a:xfrm>
              <a:off x="9547501" y="1403810"/>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56" name="Parallelogram 155"/>
            <p:cNvSpPr/>
            <p:nvPr/>
          </p:nvSpPr>
          <p:spPr>
            <a:xfrm>
              <a:off x="9658325" y="1403810"/>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57" name="Parallelogram 156"/>
            <p:cNvSpPr/>
            <p:nvPr/>
          </p:nvSpPr>
          <p:spPr>
            <a:xfrm>
              <a:off x="9769148" y="1403810"/>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grpSp>
      <p:grpSp>
        <p:nvGrpSpPr>
          <p:cNvPr id="158" name="Group 157"/>
          <p:cNvGrpSpPr/>
          <p:nvPr/>
        </p:nvGrpSpPr>
        <p:grpSpPr>
          <a:xfrm>
            <a:off x="7834374" y="3320965"/>
            <a:ext cx="1716836" cy="222975"/>
            <a:chOff x="9697210" y="1541459"/>
            <a:chExt cx="1717283" cy="223033"/>
          </a:xfrm>
          <a:solidFill>
            <a:schemeClr val="accent6"/>
          </a:solidFill>
        </p:grpSpPr>
        <p:sp>
          <p:nvSpPr>
            <p:cNvPr id="159" name="Parallelogram 158"/>
            <p:cNvSpPr/>
            <p:nvPr/>
          </p:nvSpPr>
          <p:spPr>
            <a:xfrm>
              <a:off x="9697210" y="1541459"/>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60" name="Parallelogram 159"/>
            <p:cNvSpPr/>
            <p:nvPr/>
          </p:nvSpPr>
          <p:spPr>
            <a:xfrm>
              <a:off x="9808033" y="1541459"/>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61" name="Parallelogram 160"/>
            <p:cNvSpPr/>
            <p:nvPr/>
          </p:nvSpPr>
          <p:spPr>
            <a:xfrm>
              <a:off x="9918856" y="1541459"/>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62" name="Parallelogram 161"/>
            <p:cNvSpPr/>
            <p:nvPr/>
          </p:nvSpPr>
          <p:spPr>
            <a:xfrm>
              <a:off x="10029680" y="1541459"/>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63" name="Parallelogram 162"/>
            <p:cNvSpPr/>
            <p:nvPr/>
          </p:nvSpPr>
          <p:spPr>
            <a:xfrm>
              <a:off x="10140503" y="1541459"/>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64" name="Parallelogram 163"/>
            <p:cNvSpPr/>
            <p:nvPr/>
          </p:nvSpPr>
          <p:spPr>
            <a:xfrm>
              <a:off x="10259543" y="1543027"/>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65" name="Parallelogram 164"/>
            <p:cNvSpPr/>
            <p:nvPr/>
          </p:nvSpPr>
          <p:spPr>
            <a:xfrm>
              <a:off x="10370366" y="1543027"/>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66" name="Parallelogram 165"/>
            <p:cNvSpPr/>
            <p:nvPr/>
          </p:nvSpPr>
          <p:spPr>
            <a:xfrm>
              <a:off x="10481189" y="1543027"/>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67" name="Parallelogram 166"/>
            <p:cNvSpPr/>
            <p:nvPr/>
          </p:nvSpPr>
          <p:spPr>
            <a:xfrm>
              <a:off x="10592013" y="1543027"/>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68" name="Parallelogram 167"/>
            <p:cNvSpPr/>
            <p:nvPr/>
          </p:nvSpPr>
          <p:spPr>
            <a:xfrm>
              <a:off x="10702836" y="1543027"/>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69" name="Parallelogram 168"/>
            <p:cNvSpPr/>
            <p:nvPr/>
          </p:nvSpPr>
          <p:spPr>
            <a:xfrm>
              <a:off x="10814085" y="154846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70" name="Parallelogram 169"/>
            <p:cNvSpPr/>
            <p:nvPr/>
          </p:nvSpPr>
          <p:spPr>
            <a:xfrm>
              <a:off x="10924908" y="154846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71" name="Parallelogram 170"/>
            <p:cNvSpPr/>
            <p:nvPr/>
          </p:nvSpPr>
          <p:spPr>
            <a:xfrm>
              <a:off x="11035731" y="154846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72" name="Parallelogram 171"/>
            <p:cNvSpPr/>
            <p:nvPr/>
          </p:nvSpPr>
          <p:spPr>
            <a:xfrm>
              <a:off x="11146555" y="154846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73" name="Parallelogram 172"/>
            <p:cNvSpPr/>
            <p:nvPr/>
          </p:nvSpPr>
          <p:spPr>
            <a:xfrm>
              <a:off x="11257378" y="154846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grpSp>
      <p:grpSp>
        <p:nvGrpSpPr>
          <p:cNvPr id="174" name="Group 173"/>
          <p:cNvGrpSpPr/>
          <p:nvPr/>
        </p:nvGrpSpPr>
        <p:grpSpPr>
          <a:xfrm>
            <a:off x="7834374" y="3851524"/>
            <a:ext cx="1160832" cy="216143"/>
            <a:chOff x="10274238" y="1409853"/>
            <a:chExt cx="1161134" cy="216199"/>
          </a:xfrm>
          <a:solidFill>
            <a:schemeClr val="accent4"/>
          </a:solidFill>
        </p:grpSpPr>
        <p:sp>
          <p:nvSpPr>
            <p:cNvPr id="175" name="Parallelogram 174"/>
            <p:cNvSpPr/>
            <p:nvPr/>
          </p:nvSpPr>
          <p:spPr>
            <a:xfrm>
              <a:off x="10274238"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76" name="Parallelogram 175"/>
            <p:cNvSpPr/>
            <p:nvPr/>
          </p:nvSpPr>
          <p:spPr>
            <a:xfrm>
              <a:off x="10385061"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77" name="Parallelogram 176"/>
            <p:cNvSpPr/>
            <p:nvPr/>
          </p:nvSpPr>
          <p:spPr>
            <a:xfrm>
              <a:off x="10495884"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78" name="Parallelogram 177"/>
            <p:cNvSpPr/>
            <p:nvPr/>
          </p:nvSpPr>
          <p:spPr>
            <a:xfrm>
              <a:off x="10606708"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79" name="Parallelogram 178"/>
            <p:cNvSpPr/>
            <p:nvPr/>
          </p:nvSpPr>
          <p:spPr>
            <a:xfrm>
              <a:off x="10717531"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80" name="Parallelogram 179"/>
            <p:cNvSpPr/>
            <p:nvPr/>
          </p:nvSpPr>
          <p:spPr>
            <a:xfrm>
              <a:off x="10834964" y="140985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81" name="Parallelogram 180"/>
            <p:cNvSpPr/>
            <p:nvPr/>
          </p:nvSpPr>
          <p:spPr>
            <a:xfrm>
              <a:off x="10945787" y="140985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82" name="Parallelogram 181"/>
            <p:cNvSpPr/>
            <p:nvPr/>
          </p:nvSpPr>
          <p:spPr>
            <a:xfrm>
              <a:off x="11056610" y="140985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83" name="Parallelogram 182"/>
            <p:cNvSpPr/>
            <p:nvPr/>
          </p:nvSpPr>
          <p:spPr>
            <a:xfrm>
              <a:off x="11167434" y="140985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84" name="Parallelogram 183"/>
            <p:cNvSpPr/>
            <p:nvPr/>
          </p:nvSpPr>
          <p:spPr>
            <a:xfrm>
              <a:off x="11278257" y="1409853"/>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grpSp>
      <p:grpSp>
        <p:nvGrpSpPr>
          <p:cNvPr id="185" name="Group 184"/>
          <p:cNvGrpSpPr/>
          <p:nvPr/>
        </p:nvGrpSpPr>
        <p:grpSpPr>
          <a:xfrm>
            <a:off x="7826684" y="4389602"/>
            <a:ext cx="1389122" cy="215968"/>
            <a:chOff x="10035926" y="1410028"/>
            <a:chExt cx="1389484" cy="216024"/>
          </a:xfrm>
          <a:solidFill>
            <a:srgbClr val="7030A0"/>
          </a:solidFill>
        </p:grpSpPr>
        <p:sp>
          <p:nvSpPr>
            <p:cNvPr id="186" name="Parallelogram 185"/>
            <p:cNvSpPr/>
            <p:nvPr/>
          </p:nvSpPr>
          <p:spPr>
            <a:xfrm>
              <a:off x="10274238"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87" name="Parallelogram 186"/>
            <p:cNvSpPr/>
            <p:nvPr/>
          </p:nvSpPr>
          <p:spPr>
            <a:xfrm>
              <a:off x="10385061"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88" name="Parallelogram 187"/>
            <p:cNvSpPr/>
            <p:nvPr/>
          </p:nvSpPr>
          <p:spPr>
            <a:xfrm>
              <a:off x="10495884"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89" name="Parallelogram 188"/>
            <p:cNvSpPr/>
            <p:nvPr/>
          </p:nvSpPr>
          <p:spPr>
            <a:xfrm>
              <a:off x="10606708"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90" name="Parallelogram 189"/>
            <p:cNvSpPr/>
            <p:nvPr/>
          </p:nvSpPr>
          <p:spPr>
            <a:xfrm>
              <a:off x="10717531"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91" name="Parallelogram 190"/>
            <p:cNvSpPr/>
            <p:nvPr/>
          </p:nvSpPr>
          <p:spPr>
            <a:xfrm>
              <a:off x="10825002"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92" name="Parallelogram 191"/>
            <p:cNvSpPr/>
            <p:nvPr/>
          </p:nvSpPr>
          <p:spPr>
            <a:xfrm>
              <a:off x="10935825"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93" name="Parallelogram 192"/>
            <p:cNvSpPr/>
            <p:nvPr/>
          </p:nvSpPr>
          <p:spPr>
            <a:xfrm>
              <a:off x="11046648"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94" name="Parallelogram 193"/>
            <p:cNvSpPr/>
            <p:nvPr/>
          </p:nvSpPr>
          <p:spPr>
            <a:xfrm>
              <a:off x="11157472"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95" name="Parallelogram 194"/>
            <p:cNvSpPr/>
            <p:nvPr/>
          </p:nvSpPr>
          <p:spPr>
            <a:xfrm>
              <a:off x="11268295"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96" name="Parallelogram 195"/>
            <p:cNvSpPr/>
            <p:nvPr/>
          </p:nvSpPr>
          <p:spPr>
            <a:xfrm>
              <a:off x="10035926"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197" name="Parallelogram 196"/>
            <p:cNvSpPr/>
            <p:nvPr/>
          </p:nvSpPr>
          <p:spPr>
            <a:xfrm>
              <a:off x="10159449"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grpSp>
      <p:grpSp>
        <p:nvGrpSpPr>
          <p:cNvPr id="198" name="Group 197"/>
          <p:cNvGrpSpPr/>
          <p:nvPr/>
        </p:nvGrpSpPr>
        <p:grpSpPr>
          <a:xfrm>
            <a:off x="7826684" y="4975397"/>
            <a:ext cx="1922321" cy="215968"/>
            <a:chOff x="9501974" y="1410028"/>
            <a:chExt cx="1922822" cy="216024"/>
          </a:xfrm>
          <a:solidFill>
            <a:schemeClr val="tx2"/>
          </a:solidFill>
        </p:grpSpPr>
        <p:sp>
          <p:nvSpPr>
            <p:cNvPr id="199" name="Parallelogram 198"/>
            <p:cNvSpPr/>
            <p:nvPr/>
          </p:nvSpPr>
          <p:spPr>
            <a:xfrm>
              <a:off x="10274238"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00" name="Parallelogram 199"/>
            <p:cNvSpPr/>
            <p:nvPr/>
          </p:nvSpPr>
          <p:spPr>
            <a:xfrm>
              <a:off x="10385061"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01" name="Parallelogram 200"/>
            <p:cNvSpPr/>
            <p:nvPr/>
          </p:nvSpPr>
          <p:spPr>
            <a:xfrm>
              <a:off x="10495884"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02" name="Parallelogram 201"/>
            <p:cNvSpPr/>
            <p:nvPr/>
          </p:nvSpPr>
          <p:spPr>
            <a:xfrm>
              <a:off x="10606708"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03" name="Parallelogram 202"/>
            <p:cNvSpPr/>
            <p:nvPr/>
          </p:nvSpPr>
          <p:spPr>
            <a:xfrm>
              <a:off x="10717531"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04" name="Parallelogram 203"/>
            <p:cNvSpPr/>
            <p:nvPr/>
          </p:nvSpPr>
          <p:spPr>
            <a:xfrm>
              <a:off x="10824388"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05" name="Parallelogram 204"/>
            <p:cNvSpPr/>
            <p:nvPr/>
          </p:nvSpPr>
          <p:spPr>
            <a:xfrm>
              <a:off x="10935211"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06" name="Parallelogram 205"/>
            <p:cNvSpPr/>
            <p:nvPr/>
          </p:nvSpPr>
          <p:spPr>
            <a:xfrm>
              <a:off x="11046034"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07" name="Parallelogram 206"/>
            <p:cNvSpPr/>
            <p:nvPr/>
          </p:nvSpPr>
          <p:spPr>
            <a:xfrm>
              <a:off x="11156858"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08" name="Parallelogram 207"/>
            <p:cNvSpPr/>
            <p:nvPr/>
          </p:nvSpPr>
          <p:spPr>
            <a:xfrm>
              <a:off x="11267681"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09" name="Parallelogram 208"/>
            <p:cNvSpPr/>
            <p:nvPr/>
          </p:nvSpPr>
          <p:spPr>
            <a:xfrm>
              <a:off x="9729721"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10" name="Parallelogram 209"/>
            <p:cNvSpPr/>
            <p:nvPr/>
          </p:nvSpPr>
          <p:spPr>
            <a:xfrm>
              <a:off x="9840544"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11" name="Parallelogram 210"/>
            <p:cNvSpPr/>
            <p:nvPr/>
          </p:nvSpPr>
          <p:spPr>
            <a:xfrm>
              <a:off x="9951367"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12" name="Parallelogram 211"/>
            <p:cNvSpPr/>
            <p:nvPr/>
          </p:nvSpPr>
          <p:spPr>
            <a:xfrm>
              <a:off x="10062191"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13" name="Parallelogram 212"/>
            <p:cNvSpPr/>
            <p:nvPr/>
          </p:nvSpPr>
          <p:spPr>
            <a:xfrm>
              <a:off x="10173014"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14" name="Parallelogram 213"/>
            <p:cNvSpPr/>
            <p:nvPr/>
          </p:nvSpPr>
          <p:spPr>
            <a:xfrm>
              <a:off x="9501974"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sp>
          <p:nvSpPr>
            <p:cNvPr id="215" name="Parallelogram 214"/>
            <p:cNvSpPr/>
            <p:nvPr/>
          </p:nvSpPr>
          <p:spPr>
            <a:xfrm>
              <a:off x="9612797" y="1410028"/>
              <a:ext cx="157115" cy="216024"/>
            </a:xfrm>
            <a:prstGeom prst="parallelogram">
              <a:avLst>
                <a:gd name="adj" fmla="val 4097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a:solidFill>
                  <a:srgbClr val="F5C24C"/>
                </a:solidFill>
              </a:endParaRPr>
            </a:p>
          </p:txBody>
        </p:sp>
      </p:grpSp>
      <p:sp>
        <p:nvSpPr>
          <p:cNvPr id="226"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MEET JOHN DOE JR</a:t>
            </a:r>
          </a:p>
        </p:txBody>
      </p:sp>
      <p:sp>
        <p:nvSpPr>
          <p:cNvPr id="227" name="Rectangle 226"/>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228" name="Group 227"/>
          <p:cNvGrpSpPr/>
          <p:nvPr/>
        </p:nvGrpSpPr>
        <p:grpSpPr>
          <a:xfrm rot="10800000" flipV="1">
            <a:off x="5380522" y="1080697"/>
            <a:ext cx="1427781" cy="45707"/>
            <a:chOff x="3965945" y="1385354"/>
            <a:chExt cx="4572000" cy="79107"/>
          </a:xfrm>
        </p:grpSpPr>
        <p:sp>
          <p:nvSpPr>
            <p:cNvPr id="229" name="Rectangle 228"/>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30" name="Rectangle 229"/>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31" name="Rectangle 230"/>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32" name="Rectangle 231"/>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33" name="Rectangle 232"/>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2" name="Picture Placeholder 1"/>
          <p:cNvSpPr>
            <a:spLocks noGrp="1"/>
          </p:cNvSpPr>
          <p:nvPr>
            <p:ph type="pic" sz="quarter" idx="10"/>
          </p:nvPr>
        </p:nvSpPr>
        <p:spPr/>
      </p:sp>
    </p:spTree>
    <p:extLst>
      <p:ext uri="{BB962C8B-B14F-4D97-AF65-F5344CB8AC3E}">
        <p14:creationId xmlns:p14="http://schemas.microsoft.com/office/powerpoint/2010/main" val="66332102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300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par>
                                <p:cTn id="20" presetID="45"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2000"/>
                                        <p:tgtEl>
                                          <p:spTgt spid="19"/>
                                        </p:tgtEl>
                                      </p:cBhvr>
                                    </p:animEffect>
                                    <p:anim calcmode="lin" valueType="num">
                                      <p:cBhvr>
                                        <p:cTn id="23" dur="2000" fill="hold"/>
                                        <p:tgtEl>
                                          <p:spTgt spid="19"/>
                                        </p:tgtEl>
                                        <p:attrNameLst>
                                          <p:attrName>ppt_w</p:attrName>
                                        </p:attrNameLst>
                                      </p:cBhvr>
                                      <p:tavLst>
                                        <p:tav tm="0" fmla="#ppt_w*sin(2.5*pi*$)">
                                          <p:val>
                                            <p:fltVal val="0"/>
                                          </p:val>
                                        </p:tav>
                                        <p:tav tm="100000">
                                          <p:val>
                                            <p:fltVal val="1"/>
                                          </p:val>
                                        </p:tav>
                                      </p:tavLst>
                                    </p:anim>
                                    <p:anim calcmode="lin" valueType="num">
                                      <p:cBhvr>
                                        <p:cTn id="24" dur="2000" fill="hold"/>
                                        <p:tgtEl>
                                          <p:spTgt spid="19"/>
                                        </p:tgtEl>
                                        <p:attrNameLst>
                                          <p:attrName>ppt_h</p:attrName>
                                        </p:attrNameLst>
                                      </p:cBhvr>
                                      <p:tavLst>
                                        <p:tav tm="0">
                                          <p:val>
                                            <p:strVal val="#ppt_h"/>
                                          </p:val>
                                        </p:tav>
                                        <p:tav tm="100000">
                                          <p:val>
                                            <p:strVal val="#ppt_h"/>
                                          </p:val>
                                        </p:tav>
                                      </p:tavLst>
                                    </p:anim>
                                  </p:childTnLst>
                                </p:cTn>
                              </p:par>
                              <p:par>
                                <p:cTn id="25" presetID="22" presetClass="entr" presetSubtype="1" fill="hold" grpId="0" nodeType="withEffect">
                                  <p:stCondLst>
                                    <p:cond delay="6500"/>
                                  </p:stCondLst>
                                  <p:childTnLst>
                                    <p:set>
                                      <p:cBhvr>
                                        <p:cTn id="26" dur="1" fill="hold">
                                          <p:stCondLst>
                                            <p:cond delay="0"/>
                                          </p:stCondLst>
                                        </p:cTn>
                                        <p:tgtEl>
                                          <p:spTgt spid="20"/>
                                        </p:tgtEl>
                                        <p:attrNameLst>
                                          <p:attrName>style.visibility</p:attrName>
                                        </p:attrNameLst>
                                      </p:cBhvr>
                                      <p:to>
                                        <p:strVal val="visible"/>
                                      </p:to>
                                    </p:set>
                                    <p:animEffect transition="in" filter="wipe(up)">
                                      <p:cBhvr>
                                        <p:cTn id="27" dur="500"/>
                                        <p:tgtEl>
                                          <p:spTgt spid="20"/>
                                        </p:tgtEl>
                                      </p:cBhvr>
                                    </p:animEffect>
                                  </p:childTnLst>
                                </p:cTn>
                              </p:par>
                              <p:par>
                                <p:cTn id="28" presetID="22" presetClass="entr" presetSubtype="1" fill="hold" nodeType="withEffect">
                                  <p:stCondLst>
                                    <p:cond delay="7000"/>
                                  </p:stCondLst>
                                  <p:childTnLst>
                                    <p:set>
                                      <p:cBhvr>
                                        <p:cTn id="29" dur="1" fill="hold">
                                          <p:stCondLst>
                                            <p:cond delay="0"/>
                                          </p:stCondLst>
                                        </p:cTn>
                                        <p:tgtEl>
                                          <p:spTgt spid="22"/>
                                        </p:tgtEl>
                                        <p:attrNameLst>
                                          <p:attrName>style.visibility</p:attrName>
                                        </p:attrNameLst>
                                      </p:cBhvr>
                                      <p:to>
                                        <p:strVal val="visible"/>
                                      </p:to>
                                    </p:set>
                                    <p:animEffect transition="in" filter="wipe(up)">
                                      <p:cBhvr>
                                        <p:cTn id="30" dur="500"/>
                                        <p:tgtEl>
                                          <p:spTgt spid="22"/>
                                        </p:tgtEl>
                                      </p:cBhvr>
                                    </p:animEffect>
                                  </p:childTnLst>
                                </p:cTn>
                              </p:par>
                              <p:par>
                                <p:cTn id="31" presetID="53" presetClass="entr" presetSubtype="16" fill="hold" grpId="0" nodeType="withEffect">
                                  <p:stCondLst>
                                    <p:cond delay="7500"/>
                                  </p:stCondLst>
                                  <p:childTnLst>
                                    <p:set>
                                      <p:cBhvr>
                                        <p:cTn id="32" dur="1" fill="hold">
                                          <p:stCondLst>
                                            <p:cond delay="0"/>
                                          </p:stCondLst>
                                        </p:cTn>
                                        <p:tgtEl>
                                          <p:spTgt spid="23"/>
                                        </p:tgtEl>
                                        <p:attrNameLst>
                                          <p:attrName>style.visibility</p:attrName>
                                        </p:attrNameLst>
                                      </p:cBhvr>
                                      <p:to>
                                        <p:strVal val="visible"/>
                                      </p:to>
                                    </p:set>
                                    <p:anim calcmode="lin" valueType="num">
                                      <p:cBhvr>
                                        <p:cTn id="33" dur="500" fill="hold"/>
                                        <p:tgtEl>
                                          <p:spTgt spid="23"/>
                                        </p:tgtEl>
                                        <p:attrNameLst>
                                          <p:attrName>ppt_w</p:attrName>
                                        </p:attrNameLst>
                                      </p:cBhvr>
                                      <p:tavLst>
                                        <p:tav tm="0">
                                          <p:val>
                                            <p:fltVal val="0"/>
                                          </p:val>
                                        </p:tav>
                                        <p:tav tm="100000">
                                          <p:val>
                                            <p:strVal val="#ppt_w"/>
                                          </p:val>
                                        </p:tav>
                                      </p:tavLst>
                                    </p:anim>
                                    <p:anim calcmode="lin" valueType="num">
                                      <p:cBhvr>
                                        <p:cTn id="34" dur="500" fill="hold"/>
                                        <p:tgtEl>
                                          <p:spTgt spid="23"/>
                                        </p:tgtEl>
                                        <p:attrNameLst>
                                          <p:attrName>ppt_h</p:attrName>
                                        </p:attrNameLst>
                                      </p:cBhvr>
                                      <p:tavLst>
                                        <p:tav tm="0">
                                          <p:val>
                                            <p:fltVal val="0"/>
                                          </p:val>
                                        </p:tav>
                                        <p:tav tm="100000">
                                          <p:val>
                                            <p:strVal val="#ppt_h"/>
                                          </p:val>
                                        </p:tav>
                                      </p:tavLst>
                                    </p:anim>
                                    <p:animEffect transition="in" filter="fade">
                                      <p:cBhvr>
                                        <p:cTn id="35" dur="500"/>
                                        <p:tgtEl>
                                          <p:spTgt spid="23"/>
                                        </p:tgtEl>
                                      </p:cBhvr>
                                    </p:animEffect>
                                  </p:childTnLst>
                                </p:cTn>
                              </p:par>
                              <p:par>
                                <p:cTn id="36" presetID="22" presetClass="entr" presetSubtype="8" fill="hold" grpId="0" nodeType="withEffect">
                                  <p:stCondLst>
                                    <p:cond delay="8000"/>
                                  </p:stCondLst>
                                  <p:childTnLst>
                                    <p:set>
                                      <p:cBhvr>
                                        <p:cTn id="37" dur="1" fill="hold">
                                          <p:stCondLst>
                                            <p:cond delay="0"/>
                                          </p:stCondLst>
                                        </p:cTn>
                                        <p:tgtEl>
                                          <p:spTgt spid="150"/>
                                        </p:tgtEl>
                                        <p:attrNameLst>
                                          <p:attrName>style.visibility</p:attrName>
                                        </p:attrNameLst>
                                      </p:cBhvr>
                                      <p:to>
                                        <p:strVal val="visible"/>
                                      </p:to>
                                    </p:set>
                                    <p:animEffect transition="in" filter="wipe(left)">
                                      <p:cBhvr>
                                        <p:cTn id="38" dur="500"/>
                                        <p:tgtEl>
                                          <p:spTgt spid="150"/>
                                        </p:tgtEl>
                                      </p:cBhvr>
                                    </p:animEffect>
                                  </p:childTnLst>
                                </p:cTn>
                              </p:par>
                              <p:par>
                                <p:cTn id="39" presetID="22" presetClass="entr" presetSubtype="8" fill="hold" nodeType="withEffect">
                                  <p:stCondLst>
                                    <p:cond delay="8500"/>
                                  </p:stCondLst>
                                  <p:childTnLst>
                                    <p:set>
                                      <p:cBhvr>
                                        <p:cTn id="40" dur="1" fill="hold">
                                          <p:stCondLst>
                                            <p:cond delay="0"/>
                                          </p:stCondLst>
                                        </p:cTn>
                                        <p:tgtEl>
                                          <p:spTgt spid="129"/>
                                        </p:tgtEl>
                                        <p:attrNameLst>
                                          <p:attrName>style.visibility</p:attrName>
                                        </p:attrNameLst>
                                      </p:cBhvr>
                                      <p:to>
                                        <p:strVal val="visible"/>
                                      </p:to>
                                    </p:set>
                                    <p:animEffect transition="in" filter="wipe(left)">
                                      <p:cBhvr>
                                        <p:cTn id="41" dur="500"/>
                                        <p:tgtEl>
                                          <p:spTgt spid="129"/>
                                        </p:tgtEl>
                                      </p:cBhvr>
                                    </p:animEffect>
                                  </p:childTnLst>
                                </p:cTn>
                              </p:par>
                              <p:par>
                                <p:cTn id="42" presetID="22" presetClass="entr" presetSubtype="8" fill="hold" nodeType="withEffect">
                                  <p:stCondLst>
                                    <p:cond delay="9000"/>
                                  </p:stCondLst>
                                  <p:childTnLst>
                                    <p:set>
                                      <p:cBhvr>
                                        <p:cTn id="43" dur="1" fill="hold">
                                          <p:stCondLst>
                                            <p:cond delay="0"/>
                                          </p:stCondLst>
                                        </p:cTn>
                                        <p:tgtEl>
                                          <p:spTgt spid="152"/>
                                        </p:tgtEl>
                                        <p:attrNameLst>
                                          <p:attrName>style.visibility</p:attrName>
                                        </p:attrNameLst>
                                      </p:cBhvr>
                                      <p:to>
                                        <p:strVal val="visible"/>
                                      </p:to>
                                    </p:set>
                                    <p:animEffect transition="in" filter="wipe(left)">
                                      <p:cBhvr>
                                        <p:cTn id="44" dur="500"/>
                                        <p:tgtEl>
                                          <p:spTgt spid="152"/>
                                        </p:tgtEl>
                                      </p:cBhvr>
                                    </p:animEffect>
                                  </p:childTnLst>
                                </p:cTn>
                              </p:par>
                              <p:par>
                                <p:cTn id="45" presetID="2" presetClass="entr" presetSubtype="2" fill="hold" grpId="0" nodeType="withEffect">
                                  <p:stCondLst>
                                    <p:cond delay="9500"/>
                                  </p:stCondLst>
                                  <p:childTnLst>
                                    <p:set>
                                      <p:cBhvr>
                                        <p:cTn id="46" dur="1" fill="hold">
                                          <p:stCondLst>
                                            <p:cond delay="0"/>
                                          </p:stCondLst>
                                        </p:cTn>
                                        <p:tgtEl>
                                          <p:spTgt spid="151"/>
                                        </p:tgtEl>
                                        <p:attrNameLst>
                                          <p:attrName>style.visibility</p:attrName>
                                        </p:attrNameLst>
                                      </p:cBhvr>
                                      <p:to>
                                        <p:strVal val="visible"/>
                                      </p:to>
                                    </p:set>
                                    <p:anim calcmode="lin" valueType="num">
                                      <p:cBhvr additive="base">
                                        <p:cTn id="47" dur="500" fill="hold"/>
                                        <p:tgtEl>
                                          <p:spTgt spid="151"/>
                                        </p:tgtEl>
                                        <p:attrNameLst>
                                          <p:attrName>ppt_x</p:attrName>
                                        </p:attrNameLst>
                                      </p:cBhvr>
                                      <p:tavLst>
                                        <p:tav tm="0">
                                          <p:val>
                                            <p:strVal val="1+#ppt_w/2"/>
                                          </p:val>
                                        </p:tav>
                                        <p:tav tm="100000">
                                          <p:val>
                                            <p:strVal val="#ppt_x"/>
                                          </p:val>
                                        </p:tav>
                                      </p:tavLst>
                                    </p:anim>
                                    <p:anim calcmode="lin" valueType="num">
                                      <p:cBhvr additive="base">
                                        <p:cTn id="48" dur="500" fill="hold"/>
                                        <p:tgtEl>
                                          <p:spTgt spid="151"/>
                                        </p:tgtEl>
                                        <p:attrNameLst>
                                          <p:attrName>ppt_y</p:attrName>
                                        </p:attrNameLst>
                                      </p:cBhvr>
                                      <p:tavLst>
                                        <p:tav tm="0">
                                          <p:val>
                                            <p:strVal val="#ppt_y"/>
                                          </p:val>
                                        </p:tav>
                                        <p:tav tm="100000">
                                          <p:val>
                                            <p:strVal val="#ppt_y"/>
                                          </p:val>
                                        </p:tav>
                                      </p:tavLst>
                                    </p:anim>
                                  </p:childTnLst>
                                </p:cTn>
                              </p:par>
                              <p:par>
                                <p:cTn id="49" presetID="22" presetClass="entr" presetSubtype="8" fill="hold" grpId="0" nodeType="withEffect">
                                  <p:stCondLst>
                                    <p:cond delay="10000"/>
                                  </p:stCondLst>
                                  <p:childTnLst>
                                    <p:set>
                                      <p:cBhvr>
                                        <p:cTn id="50" dur="1" fill="hold">
                                          <p:stCondLst>
                                            <p:cond delay="0"/>
                                          </p:stCondLst>
                                        </p:cTn>
                                        <p:tgtEl>
                                          <p:spTgt spid="59"/>
                                        </p:tgtEl>
                                        <p:attrNameLst>
                                          <p:attrName>style.visibility</p:attrName>
                                        </p:attrNameLst>
                                      </p:cBhvr>
                                      <p:to>
                                        <p:strVal val="visible"/>
                                      </p:to>
                                    </p:set>
                                    <p:animEffect transition="in" filter="wipe(left)">
                                      <p:cBhvr>
                                        <p:cTn id="51" dur="500"/>
                                        <p:tgtEl>
                                          <p:spTgt spid="59"/>
                                        </p:tgtEl>
                                      </p:cBhvr>
                                    </p:animEffect>
                                  </p:childTnLst>
                                </p:cTn>
                              </p:par>
                              <p:par>
                                <p:cTn id="52" presetID="22" presetClass="entr" presetSubtype="8" fill="hold" nodeType="withEffect">
                                  <p:stCondLst>
                                    <p:cond delay="10500"/>
                                  </p:stCondLst>
                                  <p:childTnLst>
                                    <p:set>
                                      <p:cBhvr>
                                        <p:cTn id="53" dur="1" fill="hold">
                                          <p:stCondLst>
                                            <p:cond delay="0"/>
                                          </p:stCondLst>
                                        </p:cTn>
                                        <p:tgtEl>
                                          <p:spTgt spid="24"/>
                                        </p:tgtEl>
                                        <p:attrNameLst>
                                          <p:attrName>style.visibility</p:attrName>
                                        </p:attrNameLst>
                                      </p:cBhvr>
                                      <p:to>
                                        <p:strVal val="visible"/>
                                      </p:to>
                                    </p:set>
                                    <p:animEffect transition="in" filter="wipe(left)">
                                      <p:cBhvr>
                                        <p:cTn id="54" dur="500"/>
                                        <p:tgtEl>
                                          <p:spTgt spid="24"/>
                                        </p:tgtEl>
                                      </p:cBhvr>
                                    </p:animEffect>
                                  </p:childTnLst>
                                </p:cTn>
                              </p:par>
                              <p:par>
                                <p:cTn id="55" presetID="22" presetClass="entr" presetSubtype="8" fill="hold" nodeType="withEffect">
                                  <p:stCondLst>
                                    <p:cond delay="11000"/>
                                  </p:stCondLst>
                                  <p:childTnLst>
                                    <p:set>
                                      <p:cBhvr>
                                        <p:cTn id="56" dur="1" fill="hold">
                                          <p:stCondLst>
                                            <p:cond delay="0"/>
                                          </p:stCondLst>
                                        </p:cTn>
                                        <p:tgtEl>
                                          <p:spTgt spid="158"/>
                                        </p:tgtEl>
                                        <p:attrNameLst>
                                          <p:attrName>style.visibility</p:attrName>
                                        </p:attrNameLst>
                                      </p:cBhvr>
                                      <p:to>
                                        <p:strVal val="visible"/>
                                      </p:to>
                                    </p:set>
                                    <p:animEffect transition="in" filter="wipe(left)">
                                      <p:cBhvr>
                                        <p:cTn id="57" dur="500"/>
                                        <p:tgtEl>
                                          <p:spTgt spid="158"/>
                                        </p:tgtEl>
                                      </p:cBhvr>
                                    </p:animEffect>
                                  </p:childTnLst>
                                </p:cTn>
                              </p:par>
                              <p:par>
                                <p:cTn id="58" presetID="2" presetClass="entr" presetSubtype="2" fill="hold" grpId="0" nodeType="withEffect">
                                  <p:stCondLst>
                                    <p:cond delay="11500"/>
                                  </p:stCondLst>
                                  <p:childTnLst>
                                    <p:set>
                                      <p:cBhvr>
                                        <p:cTn id="59" dur="1" fill="hold">
                                          <p:stCondLst>
                                            <p:cond delay="0"/>
                                          </p:stCondLst>
                                        </p:cTn>
                                        <p:tgtEl>
                                          <p:spTgt spid="58"/>
                                        </p:tgtEl>
                                        <p:attrNameLst>
                                          <p:attrName>style.visibility</p:attrName>
                                        </p:attrNameLst>
                                      </p:cBhvr>
                                      <p:to>
                                        <p:strVal val="visible"/>
                                      </p:to>
                                    </p:set>
                                    <p:anim calcmode="lin" valueType="num">
                                      <p:cBhvr additive="base">
                                        <p:cTn id="60" dur="500" fill="hold"/>
                                        <p:tgtEl>
                                          <p:spTgt spid="58"/>
                                        </p:tgtEl>
                                        <p:attrNameLst>
                                          <p:attrName>ppt_x</p:attrName>
                                        </p:attrNameLst>
                                      </p:cBhvr>
                                      <p:tavLst>
                                        <p:tav tm="0">
                                          <p:val>
                                            <p:strVal val="1+#ppt_w/2"/>
                                          </p:val>
                                        </p:tav>
                                        <p:tav tm="100000">
                                          <p:val>
                                            <p:strVal val="#ppt_x"/>
                                          </p:val>
                                        </p:tav>
                                      </p:tavLst>
                                    </p:anim>
                                    <p:anim calcmode="lin" valueType="num">
                                      <p:cBhvr additive="base">
                                        <p:cTn id="61" dur="500" fill="hold"/>
                                        <p:tgtEl>
                                          <p:spTgt spid="58"/>
                                        </p:tgtEl>
                                        <p:attrNameLst>
                                          <p:attrName>ppt_y</p:attrName>
                                        </p:attrNameLst>
                                      </p:cBhvr>
                                      <p:tavLst>
                                        <p:tav tm="0">
                                          <p:val>
                                            <p:strVal val="#ppt_y"/>
                                          </p:val>
                                        </p:tav>
                                        <p:tav tm="100000">
                                          <p:val>
                                            <p:strVal val="#ppt_y"/>
                                          </p:val>
                                        </p:tav>
                                      </p:tavLst>
                                    </p:anim>
                                  </p:childTnLst>
                                </p:cTn>
                              </p:par>
                              <p:par>
                                <p:cTn id="62" presetID="22" presetClass="entr" presetSubtype="8" fill="hold" grpId="0" nodeType="withEffect">
                                  <p:stCondLst>
                                    <p:cond delay="12000"/>
                                  </p:stCondLst>
                                  <p:childTnLst>
                                    <p:set>
                                      <p:cBhvr>
                                        <p:cTn id="63" dur="1" fill="hold">
                                          <p:stCondLst>
                                            <p:cond delay="0"/>
                                          </p:stCondLst>
                                        </p:cTn>
                                        <p:tgtEl>
                                          <p:spTgt spid="82"/>
                                        </p:tgtEl>
                                        <p:attrNameLst>
                                          <p:attrName>style.visibility</p:attrName>
                                        </p:attrNameLst>
                                      </p:cBhvr>
                                      <p:to>
                                        <p:strVal val="visible"/>
                                      </p:to>
                                    </p:set>
                                    <p:animEffect transition="in" filter="wipe(left)">
                                      <p:cBhvr>
                                        <p:cTn id="64" dur="500"/>
                                        <p:tgtEl>
                                          <p:spTgt spid="82"/>
                                        </p:tgtEl>
                                      </p:cBhvr>
                                    </p:animEffect>
                                  </p:childTnLst>
                                </p:cTn>
                              </p:par>
                              <p:par>
                                <p:cTn id="65" presetID="22" presetClass="entr" presetSubtype="8" fill="hold" nodeType="withEffect">
                                  <p:stCondLst>
                                    <p:cond delay="12400"/>
                                  </p:stCondLst>
                                  <p:childTnLst>
                                    <p:set>
                                      <p:cBhvr>
                                        <p:cTn id="66" dur="1" fill="hold">
                                          <p:stCondLst>
                                            <p:cond delay="0"/>
                                          </p:stCondLst>
                                        </p:cTn>
                                        <p:tgtEl>
                                          <p:spTgt spid="60"/>
                                        </p:tgtEl>
                                        <p:attrNameLst>
                                          <p:attrName>style.visibility</p:attrName>
                                        </p:attrNameLst>
                                      </p:cBhvr>
                                      <p:to>
                                        <p:strVal val="visible"/>
                                      </p:to>
                                    </p:set>
                                    <p:animEffect transition="in" filter="wipe(left)">
                                      <p:cBhvr>
                                        <p:cTn id="67" dur="500"/>
                                        <p:tgtEl>
                                          <p:spTgt spid="60"/>
                                        </p:tgtEl>
                                      </p:cBhvr>
                                    </p:animEffect>
                                  </p:childTnLst>
                                </p:cTn>
                              </p:par>
                              <p:par>
                                <p:cTn id="68" presetID="22" presetClass="entr" presetSubtype="8" fill="hold" nodeType="withEffect">
                                  <p:stCondLst>
                                    <p:cond delay="12900"/>
                                  </p:stCondLst>
                                  <p:childTnLst>
                                    <p:set>
                                      <p:cBhvr>
                                        <p:cTn id="69" dur="1" fill="hold">
                                          <p:stCondLst>
                                            <p:cond delay="0"/>
                                          </p:stCondLst>
                                        </p:cTn>
                                        <p:tgtEl>
                                          <p:spTgt spid="174"/>
                                        </p:tgtEl>
                                        <p:attrNameLst>
                                          <p:attrName>style.visibility</p:attrName>
                                        </p:attrNameLst>
                                      </p:cBhvr>
                                      <p:to>
                                        <p:strVal val="visible"/>
                                      </p:to>
                                    </p:set>
                                    <p:animEffect transition="in" filter="wipe(left)">
                                      <p:cBhvr>
                                        <p:cTn id="70" dur="500"/>
                                        <p:tgtEl>
                                          <p:spTgt spid="174"/>
                                        </p:tgtEl>
                                      </p:cBhvr>
                                    </p:animEffect>
                                  </p:childTnLst>
                                </p:cTn>
                              </p:par>
                              <p:par>
                                <p:cTn id="71" presetID="2" presetClass="entr" presetSubtype="2" fill="hold" grpId="0" nodeType="withEffect">
                                  <p:stCondLst>
                                    <p:cond delay="13400"/>
                                  </p:stCondLst>
                                  <p:childTnLst>
                                    <p:set>
                                      <p:cBhvr>
                                        <p:cTn id="72" dur="1" fill="hold">
                                          <p:stCondLst>
                                            <p:cond delay="0"/>
                                          </p:stCondLst>
                                        </p:cTn>
                                        <p:tgtEl>
                                          <p:spTgt spid="81"/>
                                        </p:tgtEl>
                                        <p:attrNameLst>
                                          <p:attrName>style.visibility</p:attrName>
                                        </p:attrNameLst>
                                      </p:cBhvr>
                                      <p:to>
                                        <p:strVal val="visible"/>
                                      </p:to>
                                    </p:set>
                                    <p:anim calcmode="lin" valueType="num">
                                      <p:cBhvr additive="base">
                                        <p:cTn id="73" dur="500" fill="hold"/>
                                        <p:tgtEl>
                                          <p:spTgt spid="81"/>
                                        </p:tgtEl>
                                        <p:attrNameLst>
                                          <p:attrName>ppt_x</p:attrName>
                                        </p:attrNameLst>
                                      </p:cBhvr>
                                      <p:tavLst>
                                        <p:tav tm="0">
                                          <p:val>
                                            <p:strVal val="1+#ppt_w/2"/>
                                          </p:val>
                                        </p:tav>
                                        <p:tav tm="100000">
                                          <p:val>
                                            <p:strVal val="#ppt_x"/>
                                          </p:val>
                                        </p:tav>
                                      </p:tavLst>
                                    </p:anim>
                                    <p:anim calcmode="lin" valueType="num">
                                      <p:cBhvr additive="base">
                                        <p:cTn id="74" dur="500" fill="hold"/>
                                        <p:tgtEl>
                                          <p:spTgt spid="81"/>
                                        </p:tgtEl>
                                        <p:attrNameLst>
                                          <p:attrName>ppt_y</p:attrName>
                                        </p:attrNameLst>
                                      </p:cBhvr>
                                      <p:tavLst>
                                        <p:tav tm="0">
                                          <p:val>
                                            <p:strVal val="#ppt_y"/>
                                          </p:val>
                                        </p:tav>
                                        <p:tav tm="100000">
                                          <p:val>
                                            <p:strVal val="#ppt_y"/>
                                          </p:val>
                                        </p:tav>
                                      </p:tavLst>
                                    </p:anim>
                                  </p:childTnLst>
                                </p:cTn>
                              </p:par>
                              <p:par>
                                <p:cTn id="75" presetID="22" presetClass="entr" presetSubtype="8" fill="hold" grpId="0" nodeType="withEffect">
                                  <p:stCondLst>
                                    <p:cond delay="13900"/>
                                  </p:stCondLst>
                                  <p:childTnLst>
                                    <p:set>
                                      <p:cBhvr>
                                        <p:cTn id="76" dur="1" fill="hold">
                                          <p:stCondLst>
                                            <p:cond delay="0"/>
                                          </p:stCondLst>
                                        </p:cTn>
                                        <p:tgtEl>
                                          <p:spTgt spid="105"/>
                                        </p:tgtEl>
                                        <p:attrNameLst>
                                          <p:attrName>style.visibility</p:attrName>
                                        </p:attrNameLst>
                                      </p:cBhvr>
                                      <p:to>
                                        <p:strVal val="visible"/>
                                      </p:to>
                                    </p:set>
                                    <p:animEffect transition="in" filter="wipe(left)">
                                      <p:cBhvr>
                                        <p:cTn id="77" dur="500"/>
                                        <p:tgtEl>
                                          <p:spTgt spid="105"/>
                                        </p:tgtEl>
                                      </p:cBhvr>
                                    </p:animEffect>
                                  </p:childTnLst>
                                </p:cTn>
                              </p:par>
                              <p:par>
                                <p:cTn id="78" presetID="22" presetClass="entr" presetSubtype="8" fill="hold" nodeType="withEffect">
                                  <p:stCondLst>
                                    <p:cond delay="14400"/>
                                  </p:stCondLst>
                                  <p:childTnLst>
                                    <p:set>
                                      <p:cBhvr>
                                        <p:cTn id="79" dur="1" fill="hold">
                                          <p:stCondLst>
                                            <p:cond delay="0"/>
                                          </p:stCondLst>
                                        </p:cTn>
                                        <p:tgtEl>
                                          <p:spTgt spid="83"/>
                                        </p:tgtEl>
                                        <p:attrNameLst>
                                          <p:attrName>style.visibility</p:attrName>
                                        </p:attrNameLst>
                                      </p:cBhvr>
                                      <p:to>
                                        <p:strVal val="visible"/>
                                      </p:to>
                                    </p:set>
                                    <p:animEffect transition="in" filter="wipe(left)">
                                      <p:cBhvr>
                                        <p:cTn id="80" dur="500"/>
                                        <p:tgtEl>
                                          <p:spTgt spid="83"/>
                                        </p:tgtEl>
                                      </p:cBhvr>
                                    </p:animEffect>
                                  </p:childTnLst>
                                </p:cTn>
                              </p:par>
                              <p:par>
                                <p:cTn id="81" presetID="22" presetClass="entr" presetSubtype="8" fill="hold" nodeType="withEffect">
                                  <p:stCondLst>
                                    <p:cond delay="14900"/>
                                  </p:stCondLst>
                                  <p:childTnLst>
                                    <p:set>
                                      <p:cBhvr>
                                        <p:cTn id="82" dur="1" fill="hold">
                                          <p:stCondLst>
                                            <p:cond delay="0"/>
                                          </p:stCondLst>
                                        </p:cTn>
                                        <p:tgtEl>
                                          <p:spTgt spid="185"/>
                                        </p:tgtEl>
                                        <p:attrNameLst>
                                          <p:attrName>style.visibility</p:attrName>
                                        </p:attrNameLst>
                                      </p:cBhvr>
                                      <p:to>
                                        <p:strVal val="visible"/>
                                      </p:to>
                                    </p:set>
                                    <p:animEffect transition="in" filter="wipe(left)">
                                      <p:cBhvr>
                                        <p:cTn id="83" dur="500"/>
                                        <p:tgtEl>
                                          <p:spTgt spid="185"/>
                                        </p:tgtEl>
                                      </p:cBhvr>
                                    </p:animEffect>
                                  </p:childTnLst>
                                </p:cTn>
                              </p:par>
                              <p:par>
                                <p:cTn id="84" presetID="2" presetClass="entr" presetSubtype="2" fill="hold" grpId="0" nodeType="withEffect">
                                  <p:stCondLst>
                                    <p:cond delay="15400"/>
                                  </p:stCondLst>
                                  <p:childTnLst>
                                    <p:set>
                                      <p:cBhvr>
                                        <p:cTn id="85" dur="1" fill="hold">
                                          <p:stCondLst>
                                            <p:cond delay="0"/>
                                          </p:stCondLst>
                                        </p:cTn>
                                        <p:tgtEl>
                                          <p:spTgt spid="104"/>
                                        </p:tgtEl>
                                        <p:attrNameLst>
                                          <p:attrName>style.visibility</p:attrName>
                                        </p:attrNameLst>
                                      </p:cBhvr>
                                      <p:to>
                                        <p:strVal val="visible"/>
                                      </p:to>
                                    </p:set>
                                    <p:anim calcmode="lin" valueType="num">
                                      <p:cBhvr additive="base">
                                        <p:cTn id="86" dur="500" fill="hold"/>
                                        <p:tgtEl>
                                          <p:spTgt spid="104"/>
                                        </p:tgtEl>
                                        <p:attrNameLst>
                                          <p:attrName>ppt_x</p:attrName>
                                        </p:attrNameLst>
                                      </p:cBhvr>
                                      <p:tavLst>
                                        <p:tav tm="0">
                                          <p:val>
                                            <p:strVal val="1+#ppt_w/2"/>
                                          </p:val>
                                        </p:tav>
                                        <p:tav tm="100000">
                                          <p:val>
                                            <p:strVal val="#ppt_x"/>
                                          </p:val>
                                        </p:tav>
                                      </p:tavLst>
                                    </p:anim>
                                    <p:anim calcmode="lin" valueType="num">
                                      <p:cBhvr additive="base">
                                        <p:cTn id="87" dur="500" fill="hold"/>
                                        <p:tgtEl>
                                          <p:spTgt spid="104"/>
                                        </p:tgtEl>
                                        <p:attrNameLst>
                                          <p:attrName>ppt_y</p:attrName>
                                        </p:attrNameLst>
                                      </p:cBhvr>
                                      <p:tavLst>
                                        <p:tav tm="0">
                                          <p:val>
                                            <p:strVal val="#ppt_y"/>
                                          </p:val>
                                        </p:tav>
                                        <p:tav tm="100000">
                                          <p:val>
                                            <p:strVal val="#ppt_y"/>
                                          </p:val>
                                        </p:tav>
                                      </p:tavLst>
                                    </p:anim>
                                  </p:childTnLst>
                                </p:cTn>
                              </p:par>
                              <p:par>
                                <p:cTn id="88" presetID="22" presetClass="entr" presetSubtype="8" fill="hold" grpId="0" nodeType="withEffect">
                                  <p:stCondLst>
                                    <p:cond delay="15900"/>
                                  </p:stCondLst>
                                  <p:childTnLst>
                                    <p:set>
                                      <p:cBhvr>
                                        <p:cTn id="89" dur="1" fill="hold">
                                          <p:stCondLst>
                                            <p:cond delay="0"/>
                                          </p:stCondLst>
                                        </p:cTn>
                                        <p:tgtEl>
                                          <p:spTgt spid="128"/>
                                        </p:tgtEl>
                                        <p:attrNameLst>
                                          <p:attrName>style.visibility</p:attrName>
                                        </p:attrNameLst>
                                      </p:cBhvr>
                                      <p:to>
                                        <p:strVal val="visible"/>
                                      </p:to>
                                    </p:set>
                                    <p:animEffect transition="in" filter="wipe(left)">
                                      <p:cBhvr>
                                        <p:cTn id="90" dur="500"/>
                                        <p:tgtEl>
                                          <p:spTgt spid="128"/>
                                        </p:tgtEl>
                                      </p:cBhvr>
                                    </p:animEffect>
                                  </p:childTnLst>
                                </p:cTn>
                              </p:par>
                              <p:par>
                                <p:cTn id="91" presetID="22" presetClass="entr" presetSubtype="8" fill="hold" nodeType="withEffect">
                                  <p:stCondLst>
                                    <p:cond delay="16400"/>
                                  </p:stCondLst>
                                  <p:childTnLst>
                                    <p:set>
                                      <p:cBhvr>
                                        <p:cTn id="92" dur="1" fill="hold">
                                          <p:stCondLst>
                                            <p:cond delay="0"/>
                                          </p:stCondLst>
                                        </p:cTn>
                                        <p:tgtEl>
                                          <p:spTgt spid="106"/>
                                        </p:tgtEl>
                                        <p:attrNameLst>
                                          <p:attrName>style.visibility</p:attrName>
                                        </p:attrNameLst>
                                      </p:cBhvr>
                                      <p:to>
                                        <p:strVal val="visible"/>
                                      </p:to>
                                    </p:set>
                                    <p:animEffect transition="in" filter="wipe(left)">
                                      <p:cBhvr>
                                        <p:cTn id="93" dur="500"/>
                                        <p:tgtEl>
                                          <p:spTgt spid="106"/>
                                        </p:tgtEl>
                                      </p:cBhvr>
                                    </p:animEffect>
                                  </p:childTnLst>
                                </p:cTn>
                              </p:par>
                              <p:par>
                                <p:cTn id="94" presetID="22" presetClass="entr" presetSubtype="8" fill="hold" nodeType="withEffect">
                                  <p:stCondLst>
                                    <p:cond delay="16900"/>
                                  </p:stCondLst>
                                  <p:childTnLst>
                                    <p:set>
                                      <p:cBhvr>
                                        <p:cTn id="95" dur="1" fill="hold">
                                          <p:stCondLst>
                                            <p:cond delay="0"/>
                                          </p:stCondLst>
                                        </p:cTn>
                                        <p:tgtEl>
                                          <p:spTgt spid="198"/>
                                        </p:tgtEl>
                                        <p:attrNameLst>
                                          <p:attrName>style.visibility</p:attrName>
                                        </p:attrNameLst>
                                      </p:cBhvr>
                                      <p:to>
                                        <p:strVal val="visible"/>
                                      </p:to>
                                    </p:set>
                                    <p:animEffect transition="in" filter="wipe(left)">
                                      <p:cBhvr>
                                        <p:cTn id="96" dur="500"/>
                                        <p:tgtEl>
                                          <p:spTgt spid="198"/>
                                        </p:tgtEl>
                                      </p:cBhvr>
                                    </p:animEffect>
                                  </p:childTnLst>
                                </p:cTn>
                              </p:par>
                              <p:par>
                                <p:cTn id="97" presetID="2" presetClass="entr" presetSubtype="2" fill="hold" grpId="0" nodeType="withEffect">
                                  <p:stCondLst>
                                    <p:cond delay="17400"/>
                                  </p:stCondLst>
                                  <p:childTnLst>
                                    <p:set>
                                      <p:cBhvr>
                                        <p:cTn id="98" dur="1" fill="hold">
                                          <p:stCondLst>
                                            <p:cond delay="0"/>
                                          </p:stCondLst>
                                        </p:cTn>
                                        <p:tgtEl>
                                          <p:spTgt spid="127"/>
                                        </p:tgtEl>
                                        <p:attrNameLst>
                                          <p:attrName>style.visibility</p:attrName>
                                        </p:attrNameLst>
                                      </p:cBhvr>
                                      <p:to>
                                        <p:strVal val="visible"/>
                                      </p:to>
                                    </p:set>
                                    <p:anim calcmode="lin" valueType="num">
                                      <p:cBhvr additive="base">
                                        <p:cTn id="99" dur="500" fill="hold"/>
                                        <p:tgtEl>
                                          <p:spTgt spid="127"/>
                                        </p:tgtEl>
                                        <p:attrNameLst>
                                          <p:attrName>ppt_x</p:attrName>
                                        </p:attrNameLst>
                                      </p:cBhvr>
                                      <p:tavLst>
                                        <p:tav tm="0">
                                          <p:val>
                                            <p:strVal val="1+#ppt_w/2"/>
                                          </p:val>
                                        </p:tav>
                                        <p:tav tm="100000">
                                          <p:val>
                                            <p:strVal val="#ppt_x"/>
                                          </p:val>
                                        </p:tav>
                                      </p:tavLst>
                                    </p:anim>
                                    <p:anim calcmode="lin" valueType="num">
                                      <p:cBhvr additive="base">
                                        <p:cTn id="100" dur="500" fill="hold"/>
                                        <p:tgtEl>
                                          <p:spTgt spid="127"/>
                                        </p:tgtEl>
                                        <p:attrNameLst>
                                          <p:attrName>ppt_y</p:attrName>
                                        </p:attrNameLst>
                                      </p:cBhvr>
                                      <p:tavLst>
                                        <p:tav tm="0">
                                          <p:val>
                                            <p:strVal val="#ppt_y"/>
                                          </p:val>
                                        </p:tav>
                                        <p:tav tm="100000">
                                          <p:val>
                                            <p:strVal val="#ppt_y"/>
                                          </p:val>
                                        </p:tav>
                                      </p:tavLst>
                                    </p:anim>
                                  </p:childTnLst>
                                </p:cTn>
                              </p:par>
                            </p:childTnLst>
                          </p:cTn>
                        </p:par>
                        <p:par>
                          <p:cTn id="101" fill="hold">
                            <p:stCondLst>
                              <p:cond delay="17900"/>
                            </p:stCondLst>
                            <p:childTnLst>
                              <p:par>
                                <p:cTn id="102" presetID="49" presetClass="entr" presetSubtype="0" decel="100000" fill="hold" nodeType="afterEffect">
                                  <p:stCondLst>
                                    <p:cond delay="0"/>
                                  </p:stCondLst>
                                  <p:childTnLst>
                                    <p:set>
                                      <p:cBhvr>
                                        <p:cTn id="103" dur="1" fill="hold">
                                          <p:stCondLst>
                                            <p:cond delay="0"/>
                                          </p:stCondLst>
                                        </p:cTn>
                                        <p:tgtEl>
                                          <p:spTgt spid="228"/>
                                        </p:tgtEl>
                                        <p:attrNameLst>
                                          <p:attrName>style.visibility</p:attrName>
                                        </p:attrNameLst>
                                      </p:cBhvr>
                                      <p:to>
                                        <p:strVal val="visible"/>
                                      </p:to>
                                    </p:set>
                                    <p:anim calcmode="lin" valueType="num">
                                      <p:cBhvr>
                                        <p:cTn id="104" dur="500" fill="hold"/>
                                        <p:tgtEl>
                                          <p:spTgt spid="228"/>
                                        </p:tgtEl>
                                        <p:attrNameLst>
                                          <p:attrName>ppt_w</p:attrName>
                                        </p:attrNameLst>
                                      </p:cBhvr>
                                      <p:tavLst>
                                        <p:tav tm="0">
                                          <p:val>
                                            <p:fltVal val="0"/>
                                          </p:val>
                                        </p:tav>
                                        <p:tav tm="100000">
                                          <p:val>
                                            <p:strVal val="#ppt_w"/>
                                          </p:val>
                                        </p:tav>
                                      </p:tavLst>
                                    </p:anim>
                                    <p:anim calcmode="lin" valueType="num">
                                      <p:cBhvr>
                                        <p:cTn id="105" dur="500" fill="hold"/>
                                        <p:tgtEl>
                                          <p:spTgt spid="228"/>
                                        </p:tgtEl>
                                        <p:attrNameLst>
                                          <p:attrName>ppt_h</p:attrName>
                                        </p:attrNameLst>
                                      </p:cBhvr>
                                      <p:tavLst>
                                        <p:tav tm="0">
                                          <p:val>
                                            <p:fltVal val="0"/>
                                          </p:val>
                                        </p:tav>
                                        <p:tav tm="100000">
                                          <p:val>
                                            <p:strVal val="#ppt_h"/>
                                          </p:val>
                                        </p:tav>
                                      </p:tavLst>
                                    </p:anim>
                                    <p:anim calcmode="lin" valueType="num">
                                      <p:cBhvr>
                                        <p:cTn id="106" dur="500" fill="hold"/>
                                        <p:tgtEl>
                                          <p:spTgt spid="228"/>
                                        </p:tgtEl>
                                        <p:attrNameLst>
                                          <p:attrName>style.rotation</p:attrName>
                                        </p:attrNameLst>
                                      </p:cBhvr>
                                      <p:tavLst>
                                        <p:tav tm="0">
                                          <p:val>
                                            <p:fltVal val="360"/>
                                          </p:val>
                                        </p:tav>
                                        <p:tav tm="100000">
                                          <p:val>
                                            <p:fltVal val="0"/>
                                          </p:val>
                                        </p:tav>
                                      </p:tavLst>
                                    </p:anim>
                                    <p:animEffect transition="in" filter="fade">
                                      <p:cBhvr>
                                        <p:cTn id="107" dur="500"/>
                                        <p:tgtEl>
                                          <p:spTgt spid="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p:bldP spid="20" grpId="0"/>
      <p:bldP spid="23" grpId="0"/>
      <p:bldP spid="58" grpId="0"/>
      <p:bldP spid="59" grpId="0"/>
      <p:bldP spid="81" grpId="0"/>
      <p:bldP spid="82" grpId="0"/>
      <p:bldP spid="104" grpId="0"/>
      <p:bldP spid="105" grpId="0"/>
      <p:bldP spid="127" grpId="0"/>
      <p:bldP spid="128" grpId="0"/>
      <p:bldP spid="150" grpId="0"/>
      <p:bldP spid="15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Content Placeholder 2"/>
          <p:cNvSpPr txBox="1">
            <a:spLocks/>
          </p:cNvSpPr>
          <p:nvPr/>
        </p:nvSpPr>
        <p:spPr bwMode="auto">
          <a:xfrm>
            <a:off x="1264591" y="4049608"/>
            <a:ext cx="1884189" cy="1021019"/>
          </a:xfrm>
          <a:prstGeom prst="rect">
            <a:avLst/>
          </a:prstGeom>
        </p:spPr>
        <p:txBody>
          <a:bodyPr lIns="117208" tIns="58604" rIns="117208" bIns="58604"/>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r>
              <a:rPr lang="en-US" sz="1500" b="1" dirty="0" smtClean="0">
                <a:solidFill>
                  <a:schemeClr val="tx1"/>
                </a:solidFill>
                <a:latin typeface="+mj-lt"/>
                <a:cs typeface="Lato Regular"/>
              </a:rPr>
              <a:t>ANGEL BINDER</a:t>
            </a:r>
            <a:endParaRPr lang="en-US" sz="1500" b="1" dirty="0">
              <a:solidFill>
                <a:schemeClr val="tx1"/>
              </a:solidFill>
              <a:latin typeface="+mj-lt"/>
              <a:cs typeface="Lato Regular"/>
            </a:endParaRPr>
          </a:p>
        </p:txBody>
      </p:sp>
      <p:sp>
        <p:nvSpPr>
          <p:cNvPr id="30" name="Content Placeholder 2"/>
          <p:cNvSpPr txBox="1">
            <a:spLocks/>
          </p:cNvSpPr>
          <p:nvPr/>
        </p:nvSpPr>
        <p:spPr bwMode="auto">
          <a:xfrm>
            <a:off x="1320456" y="4587748"/>
            <a:ext cx="1726750" cy="426550"/>
          </a:xfrm>
          <a:prstGeom prst="rect">
            <a:avLst/>
          </a:prstGeom>
        </p:spPr>
        <p:txBody>
          <a:bodyPr lIns="117208" tIns="58604" rIns="117208" bIns="58604"/>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r>
              <a:rPr lang="en-US" sz="1300" dirty="0" smtClean="0">
                <a:solidFill>
                  <a:schemeClr val="tx1"/>
                </a:solidFill>
                <a:cs typeface="Calibri Light"/>
              </a:rPr>
              <a:t>MARKETING</a:t>
            </a:r>
            <a:endParaRPr lang="en-US" sz="1300" dirty="0">
              <a:solidFill>
                <a:schemeClr val="tx1"/>
              </a:solidFill>
              <a:cs typeface="Calibri Light"/>
            </a:endParaRPr>
          </a:p>
        </p:txBody>
      </p:sp>
      <p:grpSp>
        <p:nvGrpSpPr>
          <p:cNvPr id="32" name="Group 79"/>
          <p:cNvGrpSpPr/>
          <p:nvPr/>
        </p:nvGrpSpPr>
        <p:grpSpPr>
          <a:xfrm>
            <a:off x="1289984" y="4484667"/>
            <a:ext cx="1828324" cy="32918"/>
            <a:chOff x="1775295" y="2028842"/>
            <a:chExt cx="3631535" cy="45719"/>
          </a:xfrm>
        </p:grpSpPr>
        <p:sp>
          <p:nvSpPr>
            <p:cNvPr id="33" name="Rectangle 32"/>
            <p:cNvSpPr/>
            <p:nvPr/>
          </p:nvSpPr>
          <p:spPr>
            <a:xfrm flipV="1">
              <a:off x="1775295" y="2028842"/>
              <a:ext cx="540353"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34" name="Rectangle 33"/>
            <p:cNvSpPr/>
            <p:nvPr/>
          </p:nvSpPr>
          <p:spPr>
            <a:xfrm flipV="1">
              <a:off x="2390858" y="2028842"/>
              <a:ext cx="540353"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35" name="Rectangle 34"/>
            <p:cNvSpPr/>
            <p:nvPr/>
          </p:nvSpPr>
          <p:spPr>
            <a:xfrm flipV="1">
              <a:off x="3025596" y="2028842"/>
              <a:ext cx="540353"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36" name="Rectangle 35"/>
            <p:cNvSpPr/>
            <p:nvPr/>
          </p:nvSpPr>
          <p:spPr>
            <a:xfrm flipV="1">
              <a:off x="3641289" y="2028842"/>
              <a:ext cx="540353"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37" name="Rectangle 36"/>
            <p:cNvSpPr/>
            <p:nvPr/>
          </p:nvSpPr>
          <p:spPr>
            <a:xfrm flipV="1">
              <a:off x="4256852" y="2028842"/>
              <a:ext cx="540353" cy="45719"/>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38" name="Rectangle 37"/>
            <p:cNvSpPr/>
            <p:nvPr/>
          </p:nvSpPr>
          <p:spPr>
            <a:xfrm flipV="1">
              <a:off x="4866477" y="2028842"/>
              <a:ext cx="540353" cy="4571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grpSp>
      <p:sp>
        <p:nvSpPr>
          <p:cNvPr id="49" name="Content Placeholder 2"/>
          <p:cNvSpPr txBox="1">
            <a:spLocks/>
          </p:cNvSpPr>
          <p:nvPr/>
        </p:nvSpPr>
        <p:spPr bwMode="auto">
          <a:xfrm>
            <a:off x="3864873" y="4049608"/>
            <a:ext cx="1884189" cy="1021019"/>
          </a:xfrm>
          <a:prstGeom prst="rect">
            <a:avLst/>
          </a:prstGeom>
        </p:spPr>
        <p:txBody>
          <a:bodyPr lIns="117208" tIns="58604" rIns="117208" bIns="58604"/>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r>
              <a:rPr lang="en-US" sz="1500" b="1" dirty="0" smtClean="0">
                <a:solidFill>
                  <a:schemeClr val="tx1"/>
                </a:solidFill>
                <a:latin typeface="+mj-lt"/>
                <a:cs typeface="Lato Regular"/>
              </a:rPr>
              <a:t>STEFFI GRAPH</a:t>
            </a:r>
            <a:endParaRPr lang="en-US" sz="1500" b="1" dirty="0">
              <a:solidFill>
                <a:schemeClr val="tx1"/>
              </a:solidFill>
              <a:latin typeface="+mj-lt"/>
              <a:cs typeface="Lato Regular"/>
            </a:endParaRPr>
          </a:p>
        </p:txBody>
      </p:sp>
      <p:sp>
        <p:nvSpPr>
          <p:cNvPr id="50" name="Content Placeholder 2"/>
          <p:cNvSpPr txBox="1">
            <a:spLocks/>
          </p:cNvSpPr>
          <p:nvPr/>
        </p:nvSpPr>
        <p:spPr bwMode="auto">
          <a:xfrm>
            <a:off x="3920739" y="4587748"/>
            <a:ext cx="1726750" cy="426550"/>
          </a:xfrm>
          <a:prstGeom prst="rect">
            <a:avLst/>
          </a:prstGeom>
        </p:spPr>
        <p:txBody>
          <a:bodyPr lIns="117208" tIns="58604" rIns="117208" bIns="58604"/>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r>
              <a:rPr lang="en-US" sz="1300" dirty="0" smtClean="0">
                <a:solidFill>
                  <a:schemeClr val="tx1"/>
                </a:solidFill>
                <a:cs typeface="Calibri Light"/>
              </a:rPr>
              <a:t>FINANCE</a:t>
            </a:r>
            <a:endParaRPr lang="en-US" sz="1300" dirty="0">
              <a:solidFill>
                <a:schemeClr val="tx1"/>
              </a:solidFill>
              <a:cs typeface="Calibri Light"/>
            </a:endParaRPr>
          </a:p>
        </p:txBody>
      </p:sp>
      <p:grpSp>
        <p:nvGrpSpPr>
          <p:cNvPr id="52" name="Group 79"/>
          <p:cNvGrpSpPr/>
          <p:nvPr/>
        </p:nvGrpSpPr>
        <p:grpSpPr>
          <a:xfrm>
            <a:off x="3890268" y="4484667"/>
            <a:ext cx="1828324" cy="32918"/>
            <a:chOff x="1775295" y="2028842"/>
            <a:chExt cx="3631535" cy="45719"/>
          </a:xfrm>
        </p:grpSpPr>
        <p:sp>
          <p:nvSpPr>
            <p:cNvPr id="53" name="Rectangle 52"/>
            <p:cNvSpPr/>
            <p:nvPr/>
          </p:nvSpPr>
          <p:spPr>
            <a:xfrm flipV="1">
              <a:off x="1775295" y="2028842"/>
              <a:ext cx="540353"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54" name="Rectangle 53"/>
            <p:cNvSpPr/>
            <p:nvPr/>
          </p:nvSpPr>
          <p:spPr>
            <a:xfrm flipV="1">
              <a:off x="2390858" y="2028842"/>
              <a:ext cx="540353"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55" name="Rectangle 54"/>
            <p:cNvSpPr/>
            <p:nvPr/>
          </p:nvSpPr>
          <p:spPr>
            <a:xfrm flipV="1">
              <a:off x="3025596" y="2028842"/>
              <a:ext cx="540353"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56" name="Rectangle 55"/>
            <p:cNvSpPr/>
            <p:nvPr/>
          </p:nvSpPr>
          <p:spPr>
            <a:xfrm flipV="1">
              <a:off x="3641289" y="2028842"/>
              <a:ext cx="540353"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57" name="Rectangle 56"/>
            <p:cNvSpPr/>
            <p:nvPr/>
          </p:nvSpPr>
          <p:spPr>
            <a:xfrm flipV="1">
              <a:off x="4256852" y="2028842"/>
              <a:ext cx="540353" cy="45719"/>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58" name="Rectangle 57"/>
            <p:cNvSpPr/>
            <p:nvPr/>
          </p:nvSpPr>
          <p:spPr>
            <a:xfrm flipV="1">
              <a:off x="4866477" y="2028842"/>
              <a:ext cx="540353" cy="4571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grpSp>
      <p:sp>
        <p:nvSpPr>
          <p:cNvPr id="63" name="Content Placeholder 2"/>
          <p:cNvSpPr txBox="1">
            <a:spLocks/>
          </p:cNvSpPr>
          <p:nvPr/>
        </p:nvSpPr>
        <p:spPr bwMode="auto">
          <a:xfrm>
            <a:off x="6521021" y="4049608"/>
            <a:ext cx="1884189" cy="1021019"/>
          </a:xfrm>
          <a:prstGeom prst="rect">
            <a:avLst/>
          </a:prstGeom>
        </p:spPr>
        <p:txBody>
          <a:bodyPr lIns="117208" tIns="58604" rIns="117208" bIns="58604"/>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r>
              <a:rPr lang="en-US" sz="1500" b="1" dirty="0" smtClean="0">
                <a:solidFill>
                  <a:schemeClr val="tx1"/>
                </a:solidFill>
                <a:latin typeface="+mj-lt"/>
                <a:cs typeface="Lato Regular"/>
              </a:rPr>
              <a:t>KOURNIKOVA</a:t>
            </a:r>
            <a:endParaRPr lang="en-US" sz="1500" b="1" dirty="0">
              <a:solidFill>
                <a:schemeClr val="tx1"/>
              </a:solidFill>
              <a:latin typeface="+mj-lt"/>
              <a:cs typeface="Lato Regular"/>
            </a:endParaRPr>
          </a:p>
        </p:txBody>
      </p:sp>
      <p:sp>
        <p:nvSpPr>
          <p:cNvPr id="64" name="Content Placeholder 2"/>
          <p:cNvSpPr txBox="1">
            <a:spLocks/>
          </p:cNvSpPr>
          <p:nvPr/>
        </p:nvSpPr>
        <p:spPr bwMode="auto">
          <a:xfrm>
            <a:off x="6576887" y="4587748"/>
            <a:ext cx="1726750" cy="426550"/>
          </a:xfrm>
          <a:prstGeom prst="rect">
            <a:avLst/>
          </a:prstGeom>
        </p:spPr>
        <p:txBody>
          <a:bodyPr lIns="117208" tIns="58604" rIns="117208" bIns="58604"/>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r>
              <a:rPr lang="en-US" sz="1300" dirty="0" smtClean="0">
                <a:solidFill>
                  <a:schemeClr val="tx1"/>
                </a:solidFill>
                <a:cs typeface="Calibri Light"/>
              </a:rPr>
              <a:t>CREATIVE</a:t>
            </a:r>
            <a:endParaRPr lang="en-US" sz="1300" dirty="0">
              <a:solidFill>
                <a:schemeClr val="tx1"/>
              </a:solidFill>
              <a:cs typeface="Calibri Light"/>
            </a:endParaRPr>
          </a:p>
        </p:txBody>
      </p:sp>
      <p:grpSp>
        <p:nvGrpSpPr>
          <p:cNvPr id="66" name="Group 79"/>
          <p:cNvGrpSpPr/>
          <p:nvPr/>
        </p:nvGrpSpPr>
        <p:grpSpPr>
          <a:xfrm>
            <a:off x="6546417" y="4484667"/>
            <a:ext cx="1828324" cy="32918"/>
            <a:chOff x="1775295" y="2028842"/>
            <a:chExt cx="3631535" cy="45719"/>
          </a:xfrm>
        </p:grpSpPr>
        <p:sp>
          <p:nvSpPr>
            <p:cNvPr id="67" name="Rectangle 66"/>
            <p:cNvSpPr/>
            <p:nvPr/>
          </p:nvSpPr>
          <p:spPr>
            <a:xfrm flipV="1">
              <a:off x="1775295" y="2028842"/>
              <a:ext cx="540353"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68" name="Rectangle 67"/>
            <p:cNvSpPr/>
            <p:nvPr/>
          </p:nvSpPr>
          <p:spPr>
            <a:xfrm flipV="1">
              <a:off x="2390858" y="2028842"/>
              <a:ext cx="540353"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69" name="Rectangle 68"/>
            <p:cNvSpPr/>
            <p:nvPr/>
          </p:nvSpPr>
          <p:spPr>
            <a:xfrm flipV="1">
              <a:off x="3025596" y="2028842"/>
              <a:ext cx="540353"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70" name="Rectangle 69"/>
            <p:cNvSpPr/>
            <p:nvPr/>
          </p:nvSpPr>
          <p:spPr>
            <a:xfrm flipV="1">
              <a:off x="3641289" y="2028842"/>
              <a:ext cx="540353"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71" name="Rectangle 70"/>
            <p:cNvSpPr/>
            <p:nvPr/>
          </p:nvSpPr>
          <p:spPr>
            <a:xfrm flipV="1">
              <a:off x="4256852" y="2028842"/>
              <a:ext cx="540353" cy="45719"/>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72" name="Rectangle 71"/>
            <p:cNvSpPr/>
            <p:nvPr/>
          </p:nvSpPr>
          <p:spPr>
            <a:xfrm flipV="1">
              <a:off x="4866477" y="2028842"/>
              <a:ext cx="540353" cy="4571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grpSp>
      <p:sp>
        <p:nvSpPr>
          <p:cNvPr id="77" name="Content Placeholder 2"/>
          <p:cNvSpPr txBox="1">
            <a:spLocks/>
          </p:cNvSpPr>
          <p:nvPr/>
        </p:nvSpPr>
        <p:spPr bwMode="auto">
          <a:xfrm>
            <a:off x="9111147" y="4049608"/>
            <a:ext cx="1884189" cy="1021019"/>
          </a:xfrm>
          <a:prstGeom prst="rect">
            <a:avLst/>
          </a:prstGeom>
        </p:spPr>
        <p:txBody>
          <a:bodyPr lIns="117208" tIns="58604" rIns="117208" bIns="58604"/>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r>
              <a:rPr lang="en-US" sz="1500" b="1" dirty="0" smtClean="0">
                <a:solidFill>
                  <a:schemeClr val="tx1"/>
                </a:solidFill>
                <a:latin typeface="+mj-lt"/>
                <a:cs typeface="Lato Regular"/>
              </a:rPr>
              <a:t>MARTINA </a:t>
            </a:r>
            <a:endParaRPr lang="en-US" sz="1500" b="1" dirty="0">
              <a:solidFill>
                <a:schemeClr val="tx1"/>
              </a:solidFill>
              <a:latin typeface="+mj-lt"/>
              <a:cs typeface="Lato Regular"/>
            </a:endParaRPr>
          </a:p>
        </p:txBody>
      </p:sp>
      <p:sp>
        <p:nvSpPr>
          <p:cNvPr id="78" name="Content Placeholder 2"/>
          <p:cNvSpPr txBox="1">
            <a:spLocks/>
          </p:cNvSpPr>
          <p:nvPr/>
        </p:nvSpPr>
        <p:spPr bwMode="auto">
          <a:xfrm>
            <a:off x="9167012" y="4587748"/>
            <a:ext cx="1726750" cy="426550"/>
          </a:xfrm>
          <a:prstGeom prst="rect">
            <a:avLst/>
          </a:prstGeom>
        </p:spPr>
        <p:txBody>
          <a:bodyPr lIns="117208" tIns="58604" rIns="117208" bIns="58604"/>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r>
              <a:rPr lang="en-US" sz="1300" dirty="0" smtClean="0">
                <a:solidFill>
                  <a:schemeClr val="tx1"/>
                </a:solidFill>
                <a:cs typeface="Calibri Light"/>
              </a:rPr>
              <a:t>DEVELOPMENT</a:t>
            </a:r>
            <a:endParaRPr lang="en-US" sz="1300" dirty="0">
              <a:solidFill>
                <a:schemeClr val="tx1"/>
              </a:solidFill>
              <a:cs typeface="Calibri Light"/>
            </a:endParaRPr>
          </a:p>
        </p:txBody>
      </p:sp>
      <p:grpSp>
        <p:nvGrpSpPr>
          <p:cNvPr id="80" name="Group 79"/>
          <p:cNvGrpSpPr/>
          <p:nvPr/>
        </p:nvGrpSpPr>
        <p:grpSpPr>
          <a:xfrm>
            <a:off x="9136544" y="4484667"/>
            <a:ext cx="1828324" cy="32918"/>
            <a:chOff x="1775295" y="2028842"/>
            <a:chExt cx="3631535" cy="45719"/>
          </a:xfrm>
        </p:grpSpPr>
        <p:sp>
          <p:nvSpPr>
            <p:cNvPr id="81" name="Rectangle 80"/>
            <p:cNvSpPr/>
            <p:nvPr/>
          </p:nvSpPr>
          <p:spPr>
            <a:xfrm flipV="1">
              <a:off x="1775295" y="2028842"/>
              <a:ext cx="540353"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82" name="Rectangle 81"/>
            <p:cNvSpPr/>
            <p:nvPr/>
          </p:nvSpPr>
          <p:spPr>
            <a:xfrm flipV="1">
              <a:off x="2390858" y="2028842"/>
              <a:ext cx="540353"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83" name="Rectangle 82"/>
            <p:cNvSpPr/>
            <p:nvPr/>
          </p:nvSpPr>
          <p:spPr>
            <a:xfrm flipV="1">
              <a:off x="3025596" y="2028842"/>
              <a:ext cx="540353"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84" name="Rectangle 83"/>
            <p:cNvSpPr/>
            <p:nvPr/>
          </p:nvSpPr>
          <p:spPr>
            <a:xfrm flipV="1">
              <a:off x="3641289" y="2028842"/>
              <a:ext cx="540353"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85" name="Rectangle 84"/>
            <p:cNvSpPr/>
            <p:nvPr/>
          </p:nvSpPr>
          <p:spPr>
            <a:xfrm flipV="1">
              <a:off x="4256852" y="2028842"/>
              <a:ext cx="540353" cy="45719"/>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sp>
          <p:nvSpPr>
            <p:cNvPr id="86" name="Rectangle 85"/>
            <p:cNvSpPr/>
            <p:nvPr/>
          </p:nvSpPr>
          <p:spPr>
            <a:xfrm flipV="1">
              <a:off x="4866477" y="2028842"/>
              <a:ext cx="540353" cy="4571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lIns="243797" tIns="121899" rIns="243797" bIns="121899" rtlCol="0" anchor="ctr"/>
            <a:lstStyle/>
            <a:p>
              <a:pPr algn="ctr"/>
              <a:endParaRPr lang="en-US" dirty="0">
                <a:latin typeface="Calibri Light"/>
              </a:endParaRPr>
            </a:p>
          </p:txBody>
        </p:sp>
      </p:grpSp>
      <p:grpSp>
        <p:nvGrpSpPr>
          <p:cNvPr id="88" name="Group 70"/>
          <p:cNvGrpSpPr/>
          <p:nvPr/>
        </p:nvGrpSpPr>
        <p:grpSpPr>
          <a:xfrm>
            <a:off x="4355667" y="4994486"/>
            <a:ext cx="855986" cy="261433"/>
            <a:chOff x="3988146" y="9821053"/>
            <a:chExt cx="1641092" cy="501217"/>
          </a:xfrm>
          <a:solidFill>
            <a:srgbClr val="00B050"/>
          </a:solidFill>
        </p:grpSpPr>
        <p:sp>
          <p:nvSpPr>
            <p:cNvPr id="89" name="Freeform 78"/>
            <p:cNvSpPr>
              <a:spLocks noChangeArrowheads="1"/>
            </p:cNvSpPr>
            <p:nvPr/>
          </p:nvSpPr>
          <p:spPr bwMode="auto">
            <a:xfrm>
              <a:off x="5127536" y="9821053"/>
              <a:ext cx="501702" cy="492495"/>
            </a:xfrm>
            <a:custGeom>
              <a:avLst/>
              <a:gdLst>
                <a:gd name="T0" fmla="*/ 212 w 479"/>
                <a:gd name="T1" fmla="*/ 169 h 471"/>
                <a:gd name="T2" fmla="*/ 212 w 479"/>
                <a:gd name="T3" fmla="*/ 169 h 471"/>
                <a:gd name="T4" fmla="*/ 185 w 479"/>
                <a:gd name="T5" fmla="*/ 142 h 471"/>
                <a:gd name="T6" fmla="*/ 177 w 479"/>
                <a:gd name="T7" fmla="*/ 142 h 471"/>
                <a:gd name="T8" fmla="*/ 168 w 479"/>
                <a:gd name="T9" fmla="*/ 160 h 471"/>
                <a:gd name="T10" fmla="*/ 168 w 479"/>
                <a:gd name="T11" fmla="*/ 187 h 471"/>
                <a:gd name="T12" fmla="*/ 194 w 479"/>
                <a:gd name="T13" fmla="*/ 213 h 471"/>
                <a:gd name="T14" fmla="*/ 203 w 479"/>
                <a:gd name="T15" fmla="*/ 213 h 471"/>
                <a:gd name="T16" fmla="*/ 212 w 479"/>
                <a:gd name="T17" fmla="*/ 169 h 471"/>
                <a:gd name="T18" fmla="*/ 238 w 479"/>
                <a:gd name="T19" fmla="*/ 0 h 471"/>
                <a:gd name="T20" fmla="*/ 238 w 479"/>
                <a:gd name="T21" fmla="*/ 0 h 471"/>
                <a:gd name="T22" fmla="*/ 0 w 479"/>
                <a:gd name="T23" fmla="*/ 231 h 471"/>
                <a:gd name="T24" fmla="*/ 238 w 479"/>
                <a:gd name="T25" fmla="*/ 470 h 471"/>
                <a:gd name="T26" fmla="*/ 478 w 479"/>
                <a:gd name="T27" fmla="*/ 231 h 471"/>
                <a:gd name="T28" fmla="*/ 238 w 479"/>
                <a:gd name="T29" fmla="*/ 0 h 471"/>
                <a:gd name="T30" fmla="*/ 221 w 479"/>
                <a:gd name="T31" fmla="*/ 338 h 471"/>
                <a:gd name="T32" fmla="*/ 221 w 479"/>
                <a:gd name="T33" fmla="*/ 338 h 471"/>
                <a:gd name="T34" fmla="*/ 185 w 479"/>
                <a:gd name="T35" fmla="*/ 346 h 471"/>
                <a:gd name="T36" fmla="*/ 185 w 479"/>
                <a:gd name="T37" fmla="*/ 346 h 471"/>
                <a:gd name="T38" fmla="*/ 185 w 479"/>
                <a:gd name="T39" fmla="*/ 346 h 471"/>
                <a:gd name="T40" fmla="*/ 124 w 479"/>
                <a:gd name="T41" fmla="*/ 301 h 471"/>
                <a:gd name="T42" fmla="*/ 194 w 479"/>
                <a:gd name="T43" fmla="*/ 248 h 471"/>
                <a:gd name="T44" fmla="*/ 194 w 479"/>
                <a:gd name="T45" fmla="*/ 248 h 471"/>
                <a:gd name="T46" fmla="*/ 185 w 479"/>
                <a:gd name="T47" fmla="*/ 231 h 471"/>
                <a:gd name="T48" fmla="*/ 185 w 479"/>
                <a:gd name="T49" fmla="*/ 231 h 471"/>
                <a:gd name="T50" fmla="*/ 159 w 479"/>
                <a:gd name="T51" fmla="*/ 222 h 471"/>
                <a:gd name="T52" fmla="*/ 141 w 479"/>
                <a:gd name="T53" fmla="*/ 178 h 471"/>
                <a:gd name="T54" fmla="*/ 194 w 479"/>
                <a:gd name="T55" fmla="*/ 125 h 471"/>
                <a:gd name="T56" fmla="*/ 256 w 479"/>
                <a:gd name="T57" fmla="*/ 125 h 471"/>
                <a:gd name="T58" fmla="*/ 256 w 479"/>
                <a:gd name="T59" fmla="*/ 125 h 471"/>
                <a:gd name="T60" fmla="*/ 238 w 479"/>
                <a:gd name="T61" fmla="*/ 134 h 471"/>
                <a:gd name="T62" fmla="*/ 221 w 479"/>
                <a:gd name="T63" fmla="*/ 134 h 471"/>
                <a:gd name="T64" fmla="*/ 238 w 479"/>
                <a:gd name="T65" fmla="*/ 178 h 471"/>
                <a:gd name="T66" fmla="*/ 230 w 479"/>
                <a:gd name="T67" fmla="*/ 213 h 471"/>
                <a:gd name="T68" fmla="*/ 212 w 479"/>
                <a:gd name="T69" fmla="*/ 231 h 471"/>
                <a:gd name="T70" fmla="*/ 230 w 479"/>
                <a:gd name="T71" fmla="*/ 240 h 471"/>
                <a:gd name="T72" fmla="*/ 256 w 479"/>
                <a:gd name="T73" fmla="*/ 284 h 471"/>
                <a:gd name="T74" fmla="*/ 221 w 479"/>
                <a:gd name="T75" fmla="*/ 338 h 471"/>
                <a:gd name="T76" fmla="*/ 354 w 479"/>
                <a:gd name="T77" fmla="*/ 231 h 471"/>
                <a:gd name="T78" fmla="*/ 354 w 479"/>
                <a:gd name="T79" fmla="*/ 231 h 471"/>
                <a:gd name="T80" fmla="*/ 310 w 479"/>
                <a:gd name="T81" fmla="*/ 231 h 471"/>
                <a:gd name="T82" fmla="*/ 310 w 479"/>
                <a:gd name="T83" fmla="*/ 275 h 471"/>
                <a:gd name="T84" fmla="*/ 291 w 479"/>
                <a:gd name="T85" fmla="*/ 275 h 471"/>
                <a:gd name="T86" fmla="*/ 291 w 479"/>
                <a:gd name="T87" fmla="*/ 231 h 471"/>
                <a:gd name="T88" fmla="*/ 256 w 479"/>
                <a:gd name="T89" fmla="*/ 231 h 471"/>
                <a:gd name="T90" fmla="*/ 256 w 479"/>
                <a:gd name="T91" fmla="*/ 213 h 471"/>
                <a:gd name="T92" fmla="*/ 291 w 479"/>
                <a:gd name="T93" fmla="*/ 213 h 471"/>
                <a:gd name="T94" fmla="*/ 291 w 479"/>
                <a:gd name="T95" fmla="*/ 169 h 471"/>
                <a:gd name="T96" fmla="*/ 310 w 479"/>
                <a:gd name="T97" fmla="*/ 169 h 471"/>
                <a:gd name="T98" fmla="*/ 310 w 479"/>
                <a:gd name="T99" fmla="*/ 213 h 471"/>
                <a:gd name="T100" fmla="*/ 354 w 479"/>
                <a:gd name="T101" fmla="*/ 213 h 471"/>
                <a:gd name="T102" fmla="*/ 354 w 479"/>
                <a:gd name="T103" fmla="*/ 231 h 471"/>
                <a:gd name="T104" fmla="*/ 194 w 479"/>
                <a:gd name="T105" fmla="*/ 266 h 471"/>
                <a:gd name="T106" fmla="*/ 194 w 479"/>
                <a:gd name="T107" fmla="*/ 266 h 471"/>
                <a:gd name="T108" fmla="*/ 194 w 479"/>
                <a:gd name="T109" fmla="*/ 266 h 471"/>
                <a:gd name="T110" fmla="*/ 159 w 479"/>
                <a:gd name="T111" fmla="*/ 275 h 471"/>
                <a:gd name="T112" fmla="*/ 150 w 479"/>
                <a:gd name="T113" fmla="*/ 301 h 471"/>
                <a:gd name="T114" fmla="*/ 194 w 479"/>
                <a:gd name="T115" fmla="*/ 328 h 471"/>
                <a:gd name="T116" fmla="*/ 230 w 479"/>
                <a:gd name="T117" fmla="*/ 293 h 471"/>
                <a:gd name="T118" fmla="*/ 194 w 479"/>
                <a:gd name="T119" fmla="*/ 266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9" h="471">
                  <a:moveTo>
                    <a:pt x="212" y="169"/>
                  </a:moveTo>
                  <a:lnTo>
                    <a:pt x="212" y="169"/>
                  </a:lnTo>
                  <a:cubicBezTo>
                    <a:pt x="212" y="142"/>
                    <a:pt x="203" y="142"/>
                    <a:pt x="185" y="142"/>
                  </a:cubicBezTo>
                  <a:cubicBezTo>
                    <a:pt x="185" y="142"/>
                    <a:pt x="185" y="142"/>
                    <a:pt x="177" y="142"/>
                  </a:cubicBezTo>
                  <a:cubicBezTo>
                    <a:pt x="177" y="142"/>
                    <a:pt x="168" y="151"/>
                    <a:pt x="168" y="160"/>
                  </a:cubicBezTo>
                  <a:cubicBezTo>
                    <a:pt x="159" y="160"/>
                    <a:pt x="159" y="169"/>
                    <a:pt x="168" y="187"/>
                  </a:cubicBezTo>
                  <a:cubicBezTo>
                    <a:pt x="168" y="195"/>
                    <a:pt x="185" y="213"/>
                    <a:pt x="194" y="213"/>
                  </a:cubicBezTo>
                  <a:cubicBezTo>
                    <a:pt x="194" y="213"/>
                    <a:pt x="194" y="213"/>
                    <a:pt x="203" y="213"/>
                  </a:cubicBezTo>
                  <a:cubicBezTo>
                    <a:pt x="212" y="204"/>
                    <a:pt x="221" y="187"/>
                    <a:pt x="212" y="169"/>
                  </a:cubicBezTo>
                  <a:close/>
                  <a:moveTo>
                    <a:pt x="238" y="0"/>
                  </a:moveTo>
                  <a:lnTo>
                    <a:pt x="238" y="0"/>
                  </a:lnTo>
                  <a:cubicBezTo>
                    <a:pt x="106" y="0"/>
                    <a:pt x="0" y="107"/>
                    <a:pt x="0" y="231"/>
                  </a:cubicBezTo>
                  <a:cubicBezTo>
                    <a:pt x="0" y="363"/>
                    <a:pt x="106" y="470"/>
                    <a:pt x="238" y="470"/>
                  </a:cubicBezTo>
                  <a:cubicBezTo>
                    <a:pt x="372" y="470"/>
                    <a:pt x="478" y="363"/>
                    <a:pt x="478" y="231"/>
                  </a:cubicBezTo>
                  <a:cubicBezTo>
                    <a:pt x="478" y="107"/>
                    <a:pt x="372" y="0"/>
                    <a:pt x="238" y="0"/>
                  </a:cubicBezTo>
                  <a:close/>
                  <a:moveTo>
                    <a:pt x="221" y="338"/>
                  </a:moveTo>
                  <a:lnTo>
                    <a:pt x="221" y="338"/>
                  </a:lnTo>
                  <a:cubicBezTo>
                    <a:pt x="212" y="346"/>
                    <a:pt x="194" y="346"/>
                    <a:pt x="185" y="346"/>
                  </a:cubicBezTo>
                  <a:lnTo>
                    <a:pt x="185" y="346"/>
                  </a:lnTo>
                  <a:lnTo>
                    <a:pt x="185" y="346"/>
                  </a:lnTo>
                  <a:cubicBezTo>
                    <a:pt x="177" y="346"/>
                    <a:pt x="124" y="346"/>
                    <a:pt x="124" y="301"/>
                  </a:cubicBezTo>
                  <a:cubicBezTo>
                    <a:pt x="124" y="257"/>
                    <a:pt x="177" y="248"/>
                    <a:pt x="194" y="248"/>
                  </a:cubicBezTo>
                  <a:lnTo>
                    <a:pt x="194" y="248"/>
                  </a:lnTo>
                  <a:cubicBezTo>
                    <a:pt x="185" y="240"/>
                    <a:pt x="185" y="231"/>
                    <a:pt x="185" y="231"/>
                  </a:cubicBezTo>
                  <a:lnTo>
                    <a:pt x="185" y="231"/>
                  </a:lnTo>
                  <a:cubicBezTo>
                    <a:pt x="177" y="231"/>
                    <a:pt x="168" y="222"/>
                    <a:pt x="159" y="222"/>
                  </a:cubicBezTo>
                  <a:cubicBezTo>
                    <a:pt x="141" y="213"/>
                    <a:pt x="141" y="195"/>
                    <a:pt x="141" y="178"/>
                  </a:cubicBezTo>
                  <a:cubicBezTo>
                    <a:pt x="141" y="125"/>
                    <a:pt x="194" y="125"/>
                    <a:pt x="194" y="125"/>
                  </a:cubicBezTo>
                  <a:cubicBezTo>
                    <a:pt x="256" y="125"/>
                    <a:pt x="256" y="125"/>
                    <a:pt x="256" y="125"/>
                  </a:cubicBezTo>
                  <a:lnTo>
                    <a:pt x="256" y="125"/>
                  </a:lnTo>
                  <a:cubicBezTo>
                    <a:pt x="256" y="134"/>
                    <a:pt x="238" y="134"/>
                    <a:pt x="238" y="134"/>
                  </a:cubicBezTo>
                  <a:cubicBezTo>
                    <a:pt x="230" y="134"/>
                    <a:pt x="230" y="134"/>
                    <a:pt x="221" y="134"/>
                  </a:cubicBezTo>
                  <a:cubicBezTo>
                    <a:pt x="238" y="142"/>
                    <a:pt x="238" y="160"/>
                    <a:pt x="238" y="178"/>
                  </a:cubicBezTo>
                  <a:cubicBezTo>
                    <a:pt x="238" y="195"/>
                    <a:pt x="230" y="204"/>
                    <a:pt x="230" y="213"/>
                  </a:cubicBezTo>
                  <a:cubicBezTo>
                    <a:pt x="221" y="222"/>
                    <a:pt x="212" y="222"/>
                    <a:pt x="212" y="231"/>
                  </a:cubicBezTo>
                  <a:cubicBezTo>
                    <a:pt x="212" y="231"/>
                    <a:pt x="221" y="240"/>
                    <a:pt x="230" y="240"/>
                  </a:cubicBezTo>
                  <a:cubicBezTo>
                    <a:pt x="238" y="248"/>
                    <a:pt x="256" y="266"/>
                    <a:pt x="256" y="284"/>
                  </a:cubicBezTo>
                  <a:cubicBezTo>
                    <a:pt x="256" y="310"/>
                    <a:pt x="247" y="328"/>
                    <a:pt x="221" y="338"/>
                  </a:cubicBezTo>
                  <a:close/>
                  <a:moveTo>
                    <a:pt x="354" y="231"/>
                  </a:moveTo>
                  <a:lnTo>
                    <a:pt x="354" y="231"/>
                  </a:lnTo>
                  <a:cubicBezTo>
                    <a:pt x="310" y="231"/>
                    <a:pt x="310" y="231"/>
                    <a:pt x="310" y="231"/>
                  </a:cubicBezTo>
                  <a:cubicBezTo>
                    <a:pt x="310" y="275"/>
                    <a:pt x="310" y="275"/>
                    <a:pt x="310" y="275"/>
                  </a:cubicBezTo>
                  <a:cubicBezTo>
                    <a:pt x="291" y="275"/>
                    <a:pt x="291" y="275"/>
                    <a:pt x="291" y="275"/>
                  </a:cubicBezTo>
                  <a:cubicBezTo>
                    <a:pt x="291" y="231"/>
                    <a:pt x="291" y="231"/>
                    <a:pt x="291" y="231"/>
                  </a:cubicBezTo>
                  <a:cubicBezTo>
                    <a:pt x="256" y="231"/>
                    <a:pt x="256" y="231"/>
                    <a:pt x="256" y="231"/>
                  </a:cubicBezTo>
                  <a:cubicBezTo>
                    <a:pt x="256" y="213"/>
                    <a:pt x="256" y="213"/>
                    <a:pt x="256" y="213"/>
                  </a:cubicBezTo>
                  <a:cubicBezTo>
                    <a:pt x="291" y="213"/>
                    <a:pt x="291" y="213"/>
                    <a:pt x="291" y="213"/>
                  </a:cubicBezTo>
                  <a:cubicBezTo>
                    <a:pt x="291" y="169"/>
                    <a:pt x="291" y="169"/>
                    <a:pt x="291" y="169"/>
                  </a:cubicBezTo>
                  <a:cubicBezTo>
                    <a:pt x="310" y="169"/>
                    <a:pt x="310" y="169"/>
                    <a:pt x="310" y="169"/>
                  </a:cubicBezTo>
                  <a:cubicBezTo>
                    <a:pt x="310" y="213"/>
                    <a:pt x="310" y="213"/>
                    <a:pt x="310" y="213"/>
                  </a:cubicBezTo>
                  <a:cubicBezTo>
                    <a:pt x="354" y="213"/>
                    <a:pt x="354" y="213"/>
                    <a:pt x="354" y="213"/>
                  </a:cubicBezTo>
                  <a:lnTo>
                    <a:pt x="354" y="231"/>
                  </a:lnTo>
                  <a:close/>
                  <a:moveTo>
                    <a:pt x="194" y="266"/>
                  </a:moveTo>
                  <a:lnTo>
                    <a:pt x="194" y="266"/>
                  </a:lnTo>
                  <a:lnTo>
                    <a:pt x="194" y="266"/>
                  </a:lnTo>
                  <a:cubicBezTo>
                    <a:pt x="177" y="266"/>
                    <a:pt x="168" y="266"/>
                    <a:pt x="159" y="275"/>
                  </a:cubicBezTo>
                  <a:cubicBezTo>
                    <a:pt x="159" y="284"/>
                    <a:pt x="150" y="293"/>
                    <a:pt x="150" y="301"/>
                  </a:cubicBezTo>
                  <a:cubicBezTo>
                    <a:pt x="150" y="319"/>
                    <a:pt x="168" y="328"/>
                    <a:pt x="194" y="328"/>
                  </a:cubicBezTo>
                  <a:cubicBezTo>
                    <a:pt x="221" y="319"/>
                    <a:pt x="230" y="310"/>
                    <a:pt x="230" y="293"/>
                  </a:cubicBezTo>
                  <a:cubicBezTo>
                    <a:pt x="230" y="275"/>
                    <a:pt x="212" y="266"/>
                    <a:pt x="194" y="266"/>
                  </a:cubicBezTo>
                  <a:close/>
                </a:path>
              </a:pathLst>
            </a:custGeom>
            <a:grp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dirty="0">
                <a:latin typeface="Calibri Light"/>
              </a:endParaRPr>
            </a:p>
          </p:txBody>
        </p:sp>
        <p:sp>
          <p:nvSpPr>
            <p:cNvPr id="102" name="Freeform 79"/>
            <p:cNvSpPr>
              <a:spLocks noChangeArrowheads="1"/>
            </p:cNvSpPr>
            <p:nvPr/>
          </p:nvSpPr>
          <p:spPr bwMode="auto">
            <a:xfrm>
              <a:off x="4552157" y="9829775"/>
              <a:ext cx="501704" cy="492495"/>
            </a:xfrm>
            <a:custGeom>
              <a:avLst/>
              <a:gdLst>
                <a:gd name="T0" fmla="*/ 240 w 479"/>
                <a:gd name="T1" fmla="*/ 0 h 471"/>
                <a:gd name="T2" fmla="*/ 240 w 479"/>
                <a:gd name="T3" fmla="*/ 0 h 471"/>
                <a:gd name="T4" fmla="*/ 0 w 479"/>
                <a:gd name="T5" fmla="*/ 231 h 471"/>
                <a:gd name="T6" fmla="*/ 240 w 479"/>
                <a:gd name="T7" fmla="*/ 470 h 471"/>
                <a:gd name="T8" fmla="*/ 478 w 479"/>
                <a:gd name="T9" fmla="*/ 231 h 471"/>
                <a:gd name="T10" fmla="*/ 240 w 479"/>
                <a:gd name="T11" fmla="*/ 0 h 471"/>
                <a:gd name="T12" fmla="*/ 293 w 479"/>
                <a:gd name="T13" fmla="*/ 160 h 471"/>
                <a:gd name="T14" fmla="*/ 293 w 479"/>
                <a:gd name="T15" fmla="*/ 160 h 471"/>
                <a:gd name="T16" fmla="*/ 257 w 479"/>
                <a:gd name="T17" fmla="*/ 160 h 471"/>
                <a:gd name="T18" fmla="*/ 249 w 479"/>
                <a:gd name="T19" fmla="*/ 178 h 471"/>
                <a:gd name="T20" fmla="*/ 249 w 479"/>
                <a:gd name="T21" fmla="*/ 195 h 471"/>
                <a:gd name="T22" fmla="*/ 293 w 479"/>
                <a:gd name="T23" fmla="*/ 195 h 471"/>
                <a:gd name="T24" fmla="*/ 293 w 479"/>
                <a:gd name="T25" fmla="*/ 240 h 471"/>
                <a:gd name="T26" fmla="*/ 249 w 479"/>
                <a:gd name="T27" fmla="*/ 240 h 471"/>
                <a:gd name="T28" fmla="*/ 249 w 479"/>
                <a:gd name="T29" fmla="*/ 346 h 471"/>
                <a:gd name="T30" fmla="*/ 213 w 479"/>
                <a:gd name="T31" fmla="*/ 346 h 471"/>
                <a:gd name="T32" fmla="*/ 213 w 479"/>
                <a:gd name="T33" fmla="*/ 240 h 471"/>
                <a:gd name="T34" fmla="*/ 169 w 479"/>
                <a:gd name="T35" fmla="*/ 240 h 471"/>
                <a:gd name="T36" fmla="*/ 169 w 479"/>
                <a:gd name="T37" fmla="*/ 195 h 471"/>
                <a:gd name="T38" fmla="*/ 213 w 479"/>
                <a:gd name="T39" fmla="*/ 195 h 471"/>
                <a:gd name="T40" fmla="*/ 213 w 479"/>
                <a:gd name="T41" fmla="*/ 178 h 471"/>
                <a:gd name="T42" fmla="*/ 257 w 479"/>
                <a:gd name="T43" fmla="*/ 125 h 471"/>
                <a:gd name="T44" fmla="*/ 293 w 479"/>
                <a:gd name="T45" fmla="*/ 125 h 471"/>
                <a:gd name="T46" fmla="*/ 293 w 479"/>
                <a:gd name="T47" fmla="*/ 160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9" h="471">
                  <a:moveTo>
                    <a:pt x="240" y="0"/>
                  </a:moveTo>
                  <a:lnTo>
                    <a:pt x="240" y="0"/>
                  </a:lnTo>
                  <a:cubicBezTo>
                    <a:pt x="106" y="0"/>
                    <a:pt x="0" y="107"/>
                    <a:pt x="0" y="231"/>
                  </a:cubicBezTo>
                  <a:cubicBezTo>
                    <a:pt x="0" y="363"/>
                    <a:pt x="106" y="470"/>
                    <a:pt x="240" y="470"/>
                  </a:cubicBezTo>
                  <a:cubicBezTo>
                    <a:pt x="372" y="470"/>
                    <a:pt x="478" y="363"/>
                    <a:pt x="478" y="231"/>
                  </a:cubicBezTo>
                  <a:cubicBezTo>
                    <a:pt x="478" y="107"/>
                    <a:pt x="372" y="0"/>
                    <a:pt x="240" y="0"/>
                  </a:cubicBezTo>
                  <a:close/>
                  <a:moveTo>
                    <a:pt x="293" y="160"/>
                  </a:moveTo>
                  <a:lnTo>
                    <a:pt x="293" y="160"/>
                  </a:lnTo>
                  <a:cubicBezTo>
                    <a:pt x="257" y="160"/>
                    <a:pt x="257" y="160"/>
                    <a:pt x="257" y="160"/>
                  </a:cubicBezTo>
                  <a:cubicBezTo>
                    <a:pt x="257" y="160"/>
                    <a:pt x="249" y="169"/>
                    <a:pt x="249" y="178"/>
                  </a:cubicBezTo>
                  <a:cubicBezTo>
                    <a:pt x="249" y="195"/>
                    <a:pt x="249" y="195"/>
                    <a:pt x="249" y="195"/>
                  </a:cubicBezTo>
                  <a:cubicBezTo>
                    <a:pt x="293" y="195"/>
                    <a:pt x="293" y="195"/>
                    <a:pt x="293" y="195"/>
                  </a:cubicBezTo>
                  <a:cubicBezTo>
                    <a:pt x="293" y="240"/>
                    <a:pt x="293" y="240"/>
                    <a:pt x="293" y="240"/>
                  </a:cubicBezTo>
                  <a:cubicBezTo>
                    <a:pt x="249" y="240"/>
                    <a:pt x="249" y="240"/>
                    <a:pt x="249" y="240"/>
                  </a:cubicBezTo>
                  <a:cubicBezTo>
                    <a:pt x="249" y="346"/>
                    <a:pt x="249" y="346"/>
                    <a:pt x="249" y="346"/>
                  </a:cubicBezTo>
                  <a:cubicBezTo>
                    <a:pt x="213" y="346"/>
                    <a:pt x="213" y="346"/>
                    <a:pt x="213" y="346"/>
                  </a:cubicBezTo>
                  <a:cubicBezTo>
                    <a:pt x="213" y="240"/>
                    <a:pt x="213" y="240"/>
                    <a:pt x="213" y="240"/>
                  </a:cubicBezTo>
                  <a:cubicBezTo>
                    <a:pt x="169" y="240"/>
                    <a:pt x="169" y="240"/>
                    <a:pt x="169" y="240"/>
                  </a:cubicBezTo>
                  <a:cubicBezTo>
                    <a:pt x="169" y="195"/>
                    <a:pt x="169" y="195"/>
                    <a:pt x="169" y="195"/>
                  </a:cubicBezTo>
                  <a:cubicBezTo>
                    <a:pt x="213" y="195"/>
                    <a:pt x="213" y="195"/>
                    <a:pt x="213" y="195"/>
                  </a:cubicBezTo>
                  <a:cubicBezTo>
                    <a:pt x="213" y="178"/>
                    <a:pt x="213" y="178"/>
                    <a:pt x="213" y="178"/>
                  </a:cubicBezTo>
                  <a:cubicBezTo>
                    <a:pt x="213" y="151"/>
                    <a:pt x="230" y="125"/>
                    <a:pt x="257" y="125"/>
                  </a:cubicBezTo>
                  <a:cubicBezTo>
                    <a:pt x="293" y="125"/>
                    <a:pt x="293" y="125"/>
                    <a:pt x="293" y="125"/>
                  </a:cubicBezTo>
                  <a:lnTo>
                    <a:pt x="293" y="160"/>
                  </a:lnTo>
                  <a:close/>
                </a:path>
              </a:pathLst>
            </a:custGeom>
            <a:grp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dirty="0">
                <a:latin typeface="Calibri Light"/>
              </a:endParaRPr>
            </a:p>
          </p:txBody>
        </p:sp>
        <p:sp>
          <p:nvSpPr>
            <p:cNvPr id="103" name="Freeform 86"/>
            <p:cNvSpPr>
              <a:spLocks noChangeArrowheads="1"/>
            </p:cNvSpPr>
            <p:nvPr/>
          </p:nvSpPr>
          <p:spPr bwMode="auto">
            <a:xfrm>
              <a:off x="3988146" y="9829775"/>
              <a:ext cx="501702" cy="492495"/>
            </a:xfrm>
            <a:custGeom>
              <a:avLst/>
              <a:gdLst>
                <a:gd name="T0" fmla="*/ 239 w 480"/>
                <a:gd name="T1" fmla="*/ 0 h 471"/>
                <a:gd name="T2" fmla="*/ 239 w 480"/>
                <a:gd name="T3" fmla="*/ 0 h 471"/>
                <a:gd name="T4" fmla="*/ 0 w 480"/>
                <a:gd name="T5" fmla="*/ 231 h 471"/>
                <a:gd name="T6" fmla="*/ 239 w 480"/>
                <a:gd name="T7" fmla="*/ 470 h 471"/>
                <a:gd name="T8" fmla="*/ 479 w 480"/>
                <a:gd name="T9" fmla="*/ 231 h 471"/>
                <a:gd name="T10" fmla="*/ 239 w 480"/>
                <a:gd name="T11" fmla="*/ 0 h 471"/>
                <a:gd name="T12" fmla="*/ 337 w 480"/>
                <a:gd name="T13" fmla="*/ 195 h 471"/>
                <a:gd name="T14" fmla="*/ 337 w 480"/>
                <a:gd name="T15" fmla="*/ 195 h 471"/>
                <a:gd name="T16" fmla="*/ 337 w 480"/>
                <a:gd name="T17" fmla="*/ 195 h 471"/>
                <a:gd name="T18" fmla="*/ 204 w 480"/>
                <a:gd name="T19" fmla="*/ 328 h 471"/>
                <a:gd name="T20" fmla="*/ 133 w 480"/>
                <a:gd name="T21" fmla="*/ 310 h 471"/>
                <a:gd name="T22" fmla="*/ 142 w 480"/>
                <a:gd name="T23" fmla="*/ 310 h 471"/>
                <a:gd name="T24" fmla="*/ 204 w 480"/>
                <a:gd name="T25" fmla="*/ 293 h 471"/>
                <a:gd name="T26" fmla="*/ 160 w 480"/>
                <a:gd name="T27" fmla="*/ 257 h 471"/>
                <a:gd name="T28" fmla="*/ 169 w 480"/>
                <a:gd name="T29" fmla="*/ 257 h 471"/>
                <a:gd name="T30" fmla="*/ 178 w 480"/>
                <a:gd name="T31" fmla="*/ 257 h 471"/>
                <a:gd name="T32" fmla="*/ 142 w 480"/>
                <a:gd name="T33" fmla="*/ 213 h 471"/>
                <a:gd name="T34" fmla="*/ 142 w 480"/>
                <a:gd name="T35" fmla="*/ 213 h 471"/>
                <a:gd name="T36" fmla="*/ 160 w 480"/>
                <a:gd name="T37" fmla="*/ 213 h 471"/>
                <a:gd name="T38" fmla="*/ 142 w 480"/>
                <a:gd name="T39" fmla="*/ 178 h 471"/>
                <a:gd name="T40" fmla="*/ 151 w 480"/>
                <a:gd name="T41" fmla="*/ 151 h 471"/>
                <a:gd name="T42" fmla="*/ 239 w 480"/>
                <a:gd name="T43" fmla="*/ 204 h 471"/>
                <a:gd name="T44" fmla="*/ 239 w 480"/>
                <a:gd name="T45" fmla="*/ 195 h 471"/>
                <a:gd name="T46" fmla="*/ 292 w 480"/>
                <a:gd name="T47" fmla="*/ 142 h 471"/>
                <a:gd name="T48" fmla="*/ 319 w 480"/>
                <a:gd name="T49" fmla="*/ 160 h 471"/>
                <a:gd name="T50" fmla="*/ 355 w 480"/>
                <a:gd name="T51" fmla="*/ 151 h 471"/>
                <a:gd name="T52" fmla="*/ 337 w 480"/>
                <a:gd name="T53" fmla="*/ 178 h 471"/>
                <a:gd name="T54" fmla="*/ 364 w 480"/>
                <a:gd name="T55" fmla="*/ 169 h 471"/>
                <a:gd name="T56" fmla="*/ 337 w 480"/>
                <a:gd name="T57" fmla="*/ 195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0" h="471">
                  <a:moveTo>
                    <a:pt x="239" y="0"/>
                  </a:moveTo>
                  <a:lnTo>
                    <a:pt x="239" y="0"/>
                  </a:lnTo>
                  <a:cubicBezTo>
                    <a:pt x="107" y="0"/>
                    <a:pt x="0" y="107"/>
                    <a:pt x="0" y="231"/>
                  </a:cubicBezTo>
                  <a:cubicBezTo>
                    <a:pt x="0" y="363"/>
                    <a:pt x="107" y="470"/>
                    <a:pt x="239" y="470"/>
                  </a:cubicBezTo>
                  <a:cubicBezTo>
                    <a:pt x="372" y="470"/>
                    <a:pt x="479" y="363"/>
                    <a:pt x="479" y="231"/>
                  </a:cubicBezTo>
                  <a:cubicBezTo>
                    <a:pt x="479" y="107"/>
                    <a:pt x="372" y="0"/>
                    <a:pt x="239" y="0"/>
                  </a:cubicBezTo>
                  <a:close/>
                  <a:moveTo>
                    <a:pt x="337" y="195"/>
                  </a:moveTo>
                  <a:lnTo>
                    <a:pt x="337" y="195"/>
                  </a:lnTo>
                  <a:lnTo>
                    <a:pt x="337" y="195"/>
                  </a:lnTo>
                  <a:cubicBezTo>
                    <a:pt x="337" y="257"/>
                    <a:pt x="292" y="328"/>
                    <a:pt x="204" y="328"/>
                  </a:cubicBezTo>
                  <a:cubicBezTo>
                    <a:pt x="178" y="328"/>
                    <a:pt x="151" y="319"/>
                    <a:pt x="133" y="310"/>
                  </a:cubicBezTo>
                  <a:lnTo>
                    <a:pt x="142" y="310"/>
                  </a:lnTo>
                  <a:cubicBezTo>
                    <a:pt x="160" y="310"/>
                    <a:pt x="186" y="301"/>
                    <a:pt x="204" y="293"/>
                  </a:cubicBezTo>
                  <a:cubicBezTo>
                    <a:pt x="178" y="293"/>
                    <a:pt x="160" y="275"/>
                    <a:pt x="160" y="257"/>
                  </a:cubicBezTo>
                  <a:cubicBezTo>
                    <a:pt x="160" y="257"/>
                    <a:pt x="160" y="257"/>
                    <a:pt x="169" y="257"/>
                  </a:cubicBezTo>
                  <a:lnTo>
                    <a:pt x="178" y="257"/>
                  </a:lnTo>
                  <a:cubicBezTo>
                    <a:pt x="160" y="248"/>
                    <a:pt x="142" y="231"/>
                    <a:pt x="142" y="213"/>
                  </a:cubicBezTo>
                  <a:lnTo>
                    <a:pt x="142" y="213"/>
                  </a:lnTo>
                  <a:cubicBezTo>
                    <a:pt x="142" y="213"/>
                    <a:pt x="151" y="213"/>
                    <a:pt x="160" y="213"/>
                  </a:cubicBezTo>
                  <a:cubicBezTo>
                    <a:pt x="151" y="204"/>
                    <a:pt x="142" y="195"/>
                    <a:pt x="142" y="178"/>
                  </a:cubicBezTo>
                  <a:cubicBezTo>
                    <a:pt x="142" y="169"/>
                    <a:pt x="142" y="160"/>
                    <a:pt x="151" y="151"/>
                  </a:cubicBezTo>
                  <a:cubicBezTo>
                    <a:pt x="169" y="178"/>
                    <a:pt x="204" y="204"/>
                    <a:pt x="239" y="204"/>
                  </a:cubicBezTo>
                  <a:cubicBezTo>
                    <a:pt x="239" y="195"/>
                    <a:pt x="239" y="195"/>
                    <a:pt x="239" y="195"/>
                  </a:cubicBezTo>
                  <a:cubicBezTo>
                    <a:pt x="239" y="169"/>
                    <a:pt x="266" y="142"/>
                    <a:pt x="292" y="142"/>
                  </a:cubicBezTo>
                  <a:cubicBezTo>
                    <a:pt x="301" y="142"/>
                    <a:pt x="319" y="151"/>
                    <a:pt x="319" y="160"/>
                  </a:cubicBezTo>
                  <a:cubicBezTo>
                    <a:pt x="337" y="160"/>
                    <a:pt x="346" y="151"/>
                    <a:pt x="355" y="151"/>
                  </a:cubicBezTo>
                  <a:cubicBezTo>
                    <a:pt x="346" y="160"/>
                    <a:pt x="346" y="169"/>
                    <a:pt x="337" y="178"/>
                  </a:cubicBezTo>
                  <a:cubicBezTo>
                    <a:pt x="346" y="178"/>
                    <a:pt x="355" y="169"/>
                    <a:pt x="364" y="169"/>
                  </a:cubicBezTo>
                  <a:cubicBezTo>
                    <a:pt x="355" y="178"/>
                    <a:pt x="346" y="187"/>
                    <a:pt x="337" y="195"/>
                  </a:cubicBezTo>
                  <a:close/>
                </a:path>
              </a:pathLst>
            </a:custGeom>
            <a:grp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dirty="0">
                <a:latin typeface="Calibri Light"/>
              </a:endParaRPr>
            </a:p>
          </p:txBody>
        </p:sp>
      </p:grpSp>
      <p:grpSp>
        <p:nvGrpSpPr>
          <p:cNvPr id="104" name="Group 70"/>
          <p:cNvGrpSpPr/>
          <p:nvPr/>
        </p:nvGrpSpPr>
        <p:grpSpPr>
          <a:xfrm>
            <a:off x="1751012" y="4994484"/>
            <a:ext cx="855986" cy="261430"/>
            <a:chOff x="3988146" y="9821064"/>
            <a:chExt cx="1641092" cy="501212"/>
          </a:xfrm>
          <a:solidFill>
            <a:srgbClr val="0070C0"/>
          </a:solidFill>
        </p:grpSpPr>
        <p:sp>
          <p:nvSpPr>
            <p:cNvPr id="105" name="Freeform 78"/>
            <p:cNvSpPr>
              <a:spLocks noChangeArrowheads="1"/>
            </p:cNvSpPr>
            <p:nvPr/>
          </p:nvSpPr>
          <p:spPr bwMode="auto">
            <a:xfrm>
              <a:off x="5127537" y="9821064"/>
              <a:ext cx="501701" cy="492496"/>
            </a:xfrm>
            <a:custGeom>
              <a:avLst/>
              <a:gdLst>
                <a:gd name="T0" fmla="*/ 212 w 479"/>
                <a:gd name="T1" fmla="*/ 169 h 471"/>
                <a:gd name="T2" fmla="*/ 212 w 479"/>
                <a:gd name="T3" fmla="*/ 169 h 471"/>
                <a:gd name="T4" fmla="*/ 185 w 479"/>
                <a:gd name="T5" fmla="*/ 142 h 471"/>
                <a:gd name="T6" fmla="*/ 177 w 479"/>
                <a:gd name="T7" fmla="*/ 142 h 471"/>
                <a:gd name="T8" fmla="*/ 168 w 479"/>
                <a:gd name="T9" fmla="*/ 160 h 471"/>
                <a:gd name="T10" fmla="*/ 168 w 479"/>
                <a:gd name="T11" fmla="*/ 187 h 471"/>
                <a:gd name="T12" fmla="*/ 194 w 479"/>
                <a:gd name="T13" fmla="*/ 213 h 471"/>
                <a:gd name="T14" fmla="*/ 203 w 479"/>
                <a:gd name="T15" fmla="*/ 213 h 471"/>
                <a:gd name="T16" fmla="*/ 212 w 479"/>
                <a:gd name="T17" fmla="*/ 169 h 471"/>
                <a:gd name="T18" fmla="*/ 238 w 479"/>
                <a:gd name="T19" fmla="*/ 0 h 471"/>
                <a:gd name="T20" fmla="*/ 238 w 479"/>
                <a:gd name="T21" fmla="*/ 0 h 471"/>
                <a:gd name="T22" fmla="*/ 0 w 479"/>
                <a:gd name="T23" fmla="*/ 231 h 471"/>
                <a:gd name="T24" fmla="*/ 238 w 479"/>
                <a:gd name="T25" fmla="*/ 470 h 471"/>
                <a:gd name="T26" fmla="*/ 478 w 479"/>
                <a:gd name="T27" fmla="*/ 231 h 471"/>
                <a:gd name="T28" fmla="*/ 238 w 479"/>
                <a:gd name="T29" fmla="*/ 0 h 471"/>
                <a:gd name="T30" fmla="*/ 221 w 479"/>
                <a:gd name="T31" fmla="*/ 338 h 471"/>
                <a:gd name="T32" fmla="*/ 221 w 479"/>
                <a:gd name="T33" fmla="*/ 338 h 471"/>
                <a:gd name="T34" fmla="*/ 185 w 479"/>
                <a:gd name="T35" fmla="*/ 346 h 471"/>
                <a:gd name="T36" fmla="*/ 185 w 479"/>
                <a:gd name="T37" fmla="*/ 346 h 471"/>
                <a:gd name="T38" fmla="*/ 185 w 479"/>
                <a:gd name="T39" fmla="*/ 346 h 471"/>
                <a:gd name="T40" fmla="*/ 124 w 479"/>
                <a:gd name="T41" fmla="*/ 301 h 471"/>
                <a:gd name="T42" fmla="*/ 194 w 479"/>
                <a:gd name="T43" fmla="*/ 248 h 471"/>
                <a:gd name="T44" fmla="*/ 194 w 479"/>
                <a:gd name="T45" fmla="*/ 248 h 471"/>
                <a:gd name="T46" fmla="*/ 185 w 479"/>
                <a:gd name="T47" fmla="*/ 231 h 471"/>
                <a:gd name="T48" fmla="*/ 185 w 479"/>
                <a:gd name="T49" fmla="*/ 231 h 471"/>
                <a:gd name="T50" fmla="*/ 159 w 479"/>
                <a:gd name="T51" fmla="*/ 222 h 471"/>
                <a:gd name="T52" fmla="*/ 141 w 479"/>
                <a:gd name="T53" fmla="*/ 178 h 471"/>
                <a:gd name="T54" fmla="*/ 194 w 479"/>
                <a:gd name="T55" fmla="*/ 125 h 471"/>
                <a:gd name="T56" fmla="*/ 256 w 479"/>
                <a:gd name="T57" fmla="*/ 125 h 471"/>
                <a:gd name="T58" fmla="*/ 256 w 479"/>
                <a:gd name="T59" fmla="*/ 125 h 471"/>
                <a:gd name="T60" fmla="*/ 238 w 479"/>
                <a:gd name="T61" fmla="*/ 134 h 471"/>
                <a:gd name="T62" fmla="*/ 221 w 479"/>
                <a:gd name="T63" fmla="*/ 134 h 471"/>
                <a:gd name="T64" fmla="*/ 238 w 479"/>
                <a:gd name="T65" fmla="*/ 178 h 471"/>
                <a:gd name="T66" fmla="*/ 230 w 479"/>
                <a:gd name="T67" fmla="*/ 213 h 471"/>
                <a:gd name="T68" fmla="*/ 212 w 479"/>
                <a:gd name="T69" fmla="*/ 231 h 471"/>
                <a:gd name="T70" fmla="*/ 230 w 479"/>
                <a:gd name="T71" fmla="*/ 240 h 471"/>
                <a:gd name="T72" fmla="*/ 256 w 479"/>
                <a:gd name="T73" fmla="*/ 284 h 471"/>
                <a:gd name="T74" fmla="*/ 221 w 479"/>
                <a:gd name="T75" fmla="*/ 338 h 471"/>
                <a:gd name="T76" fmla="*/ 354 w 479"/>
                <a:gd name="T77" fmla="*/ 231 h 471"/>
                <a:gd name="T78" fmla="*/ 354 w 479"/>
                <a:gd name="T79" fmla="*/ 231 h 471"/>
                <a:gd name="T80" fmla="*/ 310 w 479"/>
                <a:gd name="T81" fmla="*/ 231 h 471"/>
                <a:gd name="T82" fmla="*/ 310 w 479"/>
                <a:gd name="T83" fmla="*/ 275 h 471"/>
                <a:gd name="T84" fmla="*/ 291 w 479"/>
                <a:gd name="T85" fmla="*/ 275 h 471"/>
                <a:gd name="T86" fmla="*/ 291 w 479"/>
                <a:gd name="T87" fmla="*/ 231 h 471"/>
                <a:gd name="T88" fmla="*/ 256 w 479"/>
                <a:gd name="T89" fmla="*/ 231 h 471"/>
                <a:gd name="T90" fmla="*/ 256 w 479"/>
                <a:gd name="T91" fmla="*/ 213 h 471"/>
                <a:gd name="T92" fmla="*/ 291 w 479"/>
                <a:gd name="T93" fmla="*/ 213 h 471"/>
                <a:gd name="T94" fmla="*/ 291 w 479"/>
                <a:gd name="T95" fmla="*/ 169 h 471"/>
                <a:gd name="T96" fmla="*/ 310 w 479"/>
                <a:gd name="T97" fmla="*/ 169 h 471"/>
                <a:gd name="T98" fmla="*/ 310 w 479"/>
                <a:gd name="T99" fmla="*/ 213 h 471"/>
                <a:gd name="T100" fmla="*/ 354 w 479"/>
                <a:gd name="T101" fmla="*/ 213 h 471"/>
                <a:gd name="T102" fmla="*/ 354 w 479"/>
                <a:gd name="T103" fmla="*/ 231 h 471"/>
                <a:gd name="T104" fmla="*/ 194 w 479"/>
                <a:gd name="T105" fmla="*/ 266 h 471"/>
                <a:gd name="T106" fmla="*/ 194 w 479"/>
                <a:gd name="T107" fmla="*/ 266 h 471"/>
                <a:gd name="T108" fmla="*/ 194 w 479"/>
                <a:gd name="T109" fmla="*/ 266 h 471"/>
                <a:gd name="T110" fmla="*/ 159 w 479"/>
                <a:gd name="T111" fmla="*/ 275 h 471"/>
                <a:gd name="T112" fmla="*/ 150 w 479"/>
                <a:gd name="T113" fmla="*/ 301 h 471"/>
                <a:gd name="T114" fmla="*/ 194 w 479"/>
                <a:gd name="T115" fmla="*/ 328 h 471"/>
                <a:gd name="T116" fmla="*/ 230 w 479"/>
                <a:gd name="T117" fmla="*/ 293 h 471"/>
                <a:gd name="T118" fmla="*/ 194 w 479"/>
                <a:gd name="T119" fmla="*/ 266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9" h="471">
                  <a:moveTo>
                    <a:pt x="212" y="169"/>
                  </a:moveTo>
                  <a:lnTo>
                    <a:pt x="212" y="169"/>
                  </a:lnTo>
                  <a:cubicBezTo>
                    <a:pt x="212" y="142"/>
                    <a:pt x="203" y="142"/>
                    <a:pt x="185" y="142"/>
                  </a:cubicBezTo>
                  <a:cubicBezTo>
                    <a:pt x="185" y="142"/>
                    <a:pt x="185" y="142"/>
                    <a:pt x="177" y="142"/>
                  </a:cubicBezTo>
                  <a:cubicBezTo>
                    <a:pt x="177" y="142"/>
                    <a:pt x="168" y="151"/>
                    <a:pt x="168" y="160"/>
                  </a:cubicBezTo>
                  <a:cubicBezTo>
                    <a:pt x="159" y="160"/>
                    <a:pt x="159" y="169"/>
                    <a:pt x="168" y="187"/>
                  </a:cubicBezTo>
                  <a:cubicBezTo>
                    <a:pt x="168" y="195"/>
                    <a:pt x="185" y="213"/>
                    <a:pt x="194" y="213"/>
                  </a:cubicBezTo>
                  <a:cubicBezTo>
                    <a:pt x="194" y="213"/>
                    <a:pt x="194" y="213"/>
                    <a:pt x="203" y="213"/>
                  </a:cubicBezTo>
                  <a:cubicBezTo>
                    <a:pt x="212" y="204"/>
                    <a:pt x="221" y="187"/>
                    <a:pt x="212" y="169"/>
                  </a:cubicBezTo>
                  <a:close/>
                  <a:moveTo>
                    <a:pt x="238" y="0"/>
                  </a:moveTo>
                  <a:lnTo>
                    <a:pt x="238" y="0"/>
                  </a:lnTo>
                  <a:cubicBezTo>
                    <a:pt x="106" y="0"/>
                    <a:pt x="0" y="107"/>
                    <a:pt x="0" y="231"/>
                  </a:cubicBezTo>
                  <a:cubicBezTo>
                    <a:pt x="0" y="363"/>
                    <a:pt x="106" y="470"/>
                    <a:pt x="238" y="470"/>
                  </a:cubicBezTo>
                  <a:cubicBezTo>
                    <a:pt x="372" y="470"/>
                    <a:pt x="478" y="363"/>
                    <a:pt x="478" y="231"/>
                  </a:cubicBezTo>
                  <a:cubicBezTo>
                    <a:pt x="478" y="107"/>
                    <a:pt x="372" y="0"/>
                    <a:pt x="238" y="0"/>
                  </a:cubicBezTo>
                  <a:close/>
                  <a:moveTo>
                    <a:pt x="221" y="338"/>
                  </a:moveTo>
                  <a:lnTo>
                    <a:pt x="221" y="338"/>
                  </a:lnTo>
                  <a:cubicBezTo>
                    <a:pt x="212" y="346"/>
                    <a:pt x="194" y="346"/>
                    <a:pt x="185" y="346"/>
                  </a:cubicBezTo>
                  <a:lnTo>
                    <a:pt x="185" y="346"/>
                  </a:lnTo>
                  <a:lnTo>
                    <a:pt x="185" y="346"/>
                  </a:lnTo>
                  <a:cubicBezTo>
                    <a:pt x="177" y="346"/>
                    <a:pt x="124" y="346"/>
                    <a:pt x="124" y="301"/>
                  </a:cubicBezTo>
                  <a:cubicBezTo>
                    <a:pt x="124" y="257"/>
                    <a:pt x="177" y="248"/>
                    <a:pt x="194" y="248"/>
                  </a:cubicBezTo>
                  <a:lnTo>
                    <a:pt x="194" y="248"/>
                  </a:lnTo>
                  <a:cubicBezTo>
                    <a:pt x="185" y="240"/>
                    <a:pt x="185" y="231"/>
                    <a:pt x="185" y="231"/>
                  </a:cubicBezTo>
                  <a:lnTo>
                    <a:pt x="185" y="231"/>
                  </a:lnTo>
                  <a:cubicBezTo>
                    <a:pt x="177" y="231"/>
                    <a:pt x="168" y="222"/>
                    <a:pt x="159" y="222"/>
                  </a:cubicBezTo>
                  <a:cubicBezTo>
                    <a:pt x="141" y="213"/>
                    <a:pt x="141" y="195"/>
                    <a:pt x="141" y="178"/>
                  </a:cubicBezTo>
                  <a:cubicBezTo>
                    <a:pt x="141" y="125"/>
                    <a:pt x="194" y="125"/>
                    <a:pt x="194" y="125"/>
                  </a:cubicBezTo>
                  <a:cubicBezTo>
                    <a:pt x="256" y="125"/>
                    <a:pt x="256" y="125"/>
                    <a:pt x="256" y="125"/>
                  </a:cubicBezTo>
                  <a:lnTo>
                    <a:pt x="256" y="125"/>
                  </a:lnTo>
                  <a:cubicBezTo>
                    <a:pt x="256" y="134"/>
                    <a:pt x="238" y="134"/>
                    <a:pt x="238" y="134"/>
                  </a:cubicBezTo>
                  <a:cubicBezTo>
                    <a:pt x="230" y="134"/>
                    <a:pt x="230" y="134"/>
                    <a:pt x="221" y="134"/>
                  </a:cubicBezTo>
                  <a:cubicBezTo>
                    <a:pt x="238" y="142"/>
                    <a:pt x="238" y="160"/>
                    <a:pt x="238" y="178"/>
                  </a:cubicBezTo>
                  <a:cubicBezTo>
                    <a:pt x="238" y="195"/>
                    <a:pt x="230" y="204"/>
                    <a:pt x="230" y="213"/>
                  </a:cubicBezTo>
                  <a:cubicBezTo>
                    <a:pt x="221" y="222"/>
                    <a:pt x="212" y="222"/>
                    <a:pt x="212" y="231"/>
                  </a:cubicBezTo>
                  <a:cubicBezTo>
                    <a:pt x="212" y="231"/>
                    <a:pt x="221" y="240"/>
                    <a:pt x="230" y="240"/>
                  </a:cubicBezTo>
                  <a:cubicBezTo>
                    <a:pt x="238" y="248"/>
                    <a:pt x="256" y="266"/>
                    <a:pt x="256" y="284"/>
                  </a:cubicBezTo>
                  <a:cubicBezTo>
                    <a:pt x="256" y="310"/>
                    <a:pt x="247" y="328"/>
                    <a:pt x="221" y="338"/>
                  </a:cubicBezTo>
                  <a:close/>
                  <a:moveTo>
                    <a:pt x="354" y="231"/>
                  </a:moveTo>
                  <a:lnTo>
                    <a:pt x="354" y="231"/>
                  </a:lnTo>
                  <a:cubicBezTo>
                    <a:pt x="310" y="231"/>
                    <a:pt x="310" y="231"/>
                    <a:pt x="310" y="231"/>
                  </a:cubicBezTo>
                  <a:cubicBezTo>
                    <a:pt x="310" y="275"/>
                    <a:pt x="310" y="275"/>
                    <a:pt x="310" y="275"/>
                  </a:cubicBezTo>
                  <a:cubicBezTo>
                    <a:pt x="291" y="275"/>
                    <a:pt x="291" y="275"/>
                    <a:pt x="291" y="275"/>
                  </a:cubicBezTo>
                  <a:cubicBezTo>
                    <a:pt x="291" y="231"/>
                    <a:pt x="291" y="231"/>
                    <a:pt x="291" y="231"/>
                  </a:cubicBezTo>
                  <a:cubicBezTo>
                    <a:pt x="256" y="231"/>
                    <a:pt x="256" y="231"/>
                    <a:pt x="256" y="231"/>
                  </a:cubicBezTo>
                  <a:cubicBezTo>
                    <a:pt x="256" y="213"/>
                    <a:pt x="256" y="213"/>
                    <a:pt x="256" y="213"/>
                  </a:cubicBezTo>
                  <a:cubicBezTo>
                    <a:pt x="291" y="213"/>
                    <a:pt x="291" y="213"/>
                    <a:pt x="291" y="213"/>
                  </a:cubicBezTo>
                  <a:cubicBezTo>
                    <a:pt x="291" y="169"/>
                    <a:pt x="291" y="169"/>
                    <a:pt x="291" y="169"/>
                  </a:cubicBezTo>
                  <a:cubicBezTo>
                    <a:pt x="310" y="169"/>
                    <a:pt x="310" y="169"/>
                    <a:pt x="310" y="169"/>
                  </a:cubicBezTo>
                  <a:cubicBezTo>
                    <a:pt x="310" y="213"/>
                    <a:pt x="310" y="213"/>
                    <a:pt x="310" y="213"/>
                  </a:cubicBezTo>
                  <a:cubicBezTo>
                    <a:pt x="354" y="213"/>
                    <a:pt x="354" y="213"/>
                    <a:pt x="354" y="213"/>
                  </a:cubicBezTo>
                  <a:lnTo>
                    <a:pt x="354" y="231"/>
                  </a:lnTo>
                  <a:close/>
                  <a:moveTo>
                    <a:pt x="194" y="266"/>
                  </a:moveTo>
                  <a:lnTo>
                    <a:pt x="194" y="266"/>
                  </a:lnTo>
                  <a:lnTo>
                    <a:pt x="194" y="266"/>
                  </a:lnTo>
                  <a:cubicBezTo>
                    <a:pt x="177" y="266"/>
                    <a:pt x="168" y="266"/>
                    <a:pt x="159" y="275"/>
                  </a:cubicBezTo>
                  <a:cubicBezTo>
                    <a:pt x="159" y="284"/>
                    <a:pt x="150" y="293"/>
                    <a:pt x="150" y="301"/>
                  </a:cubicBezTo>
                  <a:cubicBezTo>
                    <a:pt x="150" y="319"/>
                    <a:pt x="168" y="328"/>
                    <a:pt x="194" y="328"/>
                  </a:cubicBezTo>
                  <a:cubicBezTo>
                    <a:pt x="221" y="319"/>
                    <a:pt x="230" y="310"/>
                    <a:pt x="230" y="293"/>
                  </a:cubicBezTo>
                  <a:cubicBezTo>
                    <a:pt x="230" y="275"/>
                    <a:pt x="212" y="266"/>
                    <a:pt x="194" y="266"/>
                  </a:cubicBezTo>
                  <a:close/>
                </a:path>
              </a:pathLst>
            </a:custGeom>
            <a:solidFill>
              <a:srgbClr val="00B050"/>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00B050"/>
                </a:solidFill>
                <a:latin typeface="Calibri Light"/>
              </a:endParaRPr>
            </a:p>
          </p:txBody>
        </p:sp>
        <p:sp>
          <p:nvSpPr>
            <p:cNvPr id="106" name="Freeform 79"/>
            <p:cNvSpPr>
              <a:spLocks noChangeArrowheads="1"/>
            </p:cNvSpPr>
            <p:nvPr/>
          </p:nvSpPr>
          <p:spPr bwMode="auto">
            <a:xfrm>
              <a:off x="4552156" y="9829780"/>
              <a:ext cx="501703" cy="492496"/>
            </a:xfrm>
            <a:custGeom>
              <a:avLst/>
              <a:gdLst>
                <a:gd name="T0" fmla="*/ 240 w 479"/>
                <a:gd name="T1" fmla="*/ 0 h 471"/>
                <a:gd name="T2" fmla="*/ 240 w 479"/>
                <a:gd name="T3" fmla="*/ 0 h 471"/>
                <a:gd name="T4" fmla="*/ 0 w 479"/>
                <a:gd name="T5" fmla="*/ 231 h 471"/>
                <a:gd name="T6" fmla="*/ 240 w 479"/>
                <a:gd name="T7" fmla="*/ 470 h 471"/>
                <a:gd name="T8" fmla="*/ 478 w 479"/>
                <a:gd name="T9" fmla="*/ 231 h 471"/>
                <a:gd name="T10" fmla="*/ 240 w 479"/>
                <a:gd name="T11" fmla="*/ 0 h 471"/>
                <a:gd name="T12" fmla="*/ 293 w 479"/>
                <a:gd name="T13" fmla="*/ 160 h 471"/>
                <a:gd name="T14" fmla="*/ 293 w 479"/>
                <a:gd name="T15" fmla="*/ 160 h 471"/>
                <a:gd name="T16" fmla="*/ 257 w 479"/>
                <a:gd name="T17" fmla="*/ 160 h 471"/>
                <a:gd name="T18" fmla="*/ 249 w 479"/>
                <a:gd name="T19" fmla="*/ 178 h 471"/>
                <a:gd name="T20" fmla="*/ 249 w 479"/>
                <a:gd name="T21" fmla="*/ 195 h 471"/>
                <a:gd name="T22" fmla="*/ 293 w 479"/>
                <a:gd name="T23" fmla="*/ 195 h 471"/>
                <a:gd name="T24" fmla="*/ 293 w 479"/>
                <a:gd name="T25" fmla="*/ 240 h 471"/>
                <a:gd name="T26" fmla="*/ 249 w 479"/>
                <a:gd name="T27" fmla="*/ 240 h 471"/>
                <a:gd name="T28" fmla="*/ 249 w 479"/>
                <a:gd name="T29" fmla="*/ 346 h 471"/>
                <a:gd name="T30" fmla="*/ 213 w 479"/>
                <a:gd name="T31" fmla="*/ 346 h 471"/>
                <a:gd name="T32" fmla="*/ 213 w 479"/>
                <a:gd name="T33" fmla="*/ 240 h 471"/>
                <a:gd name="T34" fmla="*/ 169 w 479"/>
                <a:gd name="T35" fmla="*/ 240 h 471"/>
                <a:gd name="T36" fmla="*/ 169 w 479"/>
                <a:gd name="T37" fmla="*/ 195 h 471"/>
                <a:gd name="T38" fmla="*/ 213 w 479"/>
                <a:gd name="T39" fmla="*/ 195 h 471"/>
                <a:gd name="T40" fmla="*/ 213 w 479"/>
                <a:gd name="T41" fmla="*/ 178 h 471"/>
                <a:gd name="T42" fmla="*/ 257 w 479"/>
                <a:gd name="T43" fmla="*/ 125 h 471"/>
                <a:gd name="T44" fmla="*/ 293 w 479"/>
                <a:gd name="T45" fmla="*/ 125 h 471"/>
                <a:gd name="T46" fmla="*/ 293 w 479"/>
                <a:gd name="T47" fmla="*/ 160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9" h="471">
                  <a:moveTo>
                    <a:pt x="240" y="0"/>
                  </a:moveTo>
                  <a:lnTo>
                    <a:pt x="240" y="0"/>
                  </a:lnTo>
                  <a:cubicBezTo>
                    <a:pt x="106" y="0"/>
                    <a:pt x="0" y="107"/>
                    <a:pt x="0" y="231"/>
                  </a:cubicBezTo>
                  <a:cubicBezTo>
                    <a:pt x="0" y="363"/>
                    <a:pt x="106" y="470"/>
                    <a:pt x="240" y="470"/>
                  </a:cubicBezTo>
                  <a:cubicBezTo>
                    <a:pt x="372" y="470"/>
                    <a:pt x="478" y="363"/>
                    <a:pt x="478" y="231"/>
                  </a:cubicBezTo>
                  <a:cubicBezTo>
                    <a:pt x="478" y="107"/>
                    <a:pt x="372" y="0"/>
                    <a:pt x="240" y="0"/>
                  </a:cubicBezTo>
                  <a:close/>
                  <a:moveTo>
                    <a:pt x="293" y="160"/>
                  </a:moveTo>
                  <a:lnTo>
                    <a:pt x="293" y="160"/>
                  </a:lnTo>
                  <a:cubicBezTo>
                    <a:pt x="257" y="160"/>
                    <a:pt x="257" y="160"/>
                    <a:pt x="257" y="160"/>
                  </a:cubicBezTo>
                  <a:cubicBezTo>
                    <a:pt x="257" y="160"/>
                    <a:pt x="249" y="169"/>
                    <a:pt x="249" y="178"/>
                  </a:cubicBezTo>
                  <a:cubicBezTo>
                    <a:pt x="249" y="195"/>
                    <a:pt x="249" y="195"/>
                    <a:pt x="249" y="195"/>
                  </a:cubicBezTo>
                  <a:cubicBezTo>
                    <a:pt x="293" y="195"/>
                    <a:pt x="293" y="195"/>
                    <a:pt x="293" y="195"/>
                  </a:cubicBezTo>
                  <a:cubicBezTo>
                    <a:pt x="293" y="240"/>
                    <a:pt x="293" y="240"/>
                    <a:pt x="293" y="240"/>
                  </a:cubicBezTo>
                  <a:cubicBezTo>
                    <a:pt x="249" y="240"/>
                    <a:pt x="249" y="240"/>
                    <a:pt x="249" y="240"/>
                  </a:cubicBezTo>
                  <a:cubicBezTo>
                    <a:pt x="249" y="346"/>
                    <a:pt x="249" y="346"/>
                    <a:pt x="249" y="346"/>
                  </a:cubicBezTo>
                  <a:cubicBezTo>
                    <a:pt x="213" y="346"/>
                    <a:pt x="213" y="346"/>
                    <a:pt x="213" y="346"/>
                  </a:cubicBezTo>
                  <a:cubicBezTo>
                    <a:pt x="213" y="240"/>
                    <a:pt x="213" y="240"/>
                    <a:pt x="213" y="240"/>
                  </a:cubicBezTo>
                  <a:cubicBezTo>
                    <a:pt x="169" y="240"/>
                    <a:pt x="169" y="240"/>
                    <a:pt x="169" y="240"/>
                  </a:cubicBezTo>
                  <a:cubicBezTo>
                    <a:pt x="169" y="195"/>
                    <a:pt x="169" y="195"/>
                    <a:pt x="169" y="195"/>
                  </a:cubicBezTo>
                  <a:cubicBezTo>
                    <a:pt x="213" y="195"/>
                    <a:pt x="213" y="195"/>
                    <a:pt x="213" y="195"/>
                  </a:cubicBezTo>
                  <a:cubicBezTo>
                    <a:pt x="213" y="178"/>
                    <a:pt x="213" y="178"/>
                    <a:pt x="213" y="178"/>
                  </a:cubicBezTo>
                  <a:cubicBezTo>
                    <a:pt x="213" y="151"/>
                    <a:pt x="230" y="125"/>
                    <a:pt x="257" y="125"/>
                  </a:cubicBezTo>
                  <a:cubicBezTo>
                    <a:pt x="293" y="125"/>
                    <a:pt x="293" y="125"/>
                    <a:pt x="293" y="125"/>
                  </a:cubicBezTo>
                  <a:lnTo>
                    <a:pt x="293" y="160"/>
                  </a:lnTo>
                  <a:close/>
                </a:path>
              </a:pathLst>
            </a:custGeom>
            <a:solidFill>
              <a:srgbClr val="00B050"/>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00B050"/>
                </a:solidFill>
                <a:latin typeface="Calibri Light"/>
              </a:endParaRPr>
            </a:p>
          </p:txBody>
        </p:sp>
        <p:sp>
          <p:nvSpPr>
            <p:cNvPr id="107" name="Freeform 86"/>
            <p:cNvSpPr>
              <a:spLocks noChangeArrowheads="1"/>
            </p:cNvSpPr>
            <p:nvPr/>
          </p:nvSpPr>
          <p:spPr bwMode="auto">
            <a:xfrm>
              <a:off x="3988146" y="9829774"/>
              <a:ext cx="501701" cy="492496"/>
            </a:xfrm>
            <a:custGeom>
              <a:avLst/>
              <a:gdLst>
                <a:gd name="T0" fmla="*/ 239 w 480"/>
                <a:gd name="T1" fmla="*/ 0 h 471"/>
                <a:gd name="T2" fmla="*/ 239 w 480"/>
                <a:gd name="T3" fmla="*/ 0 h 471"/>
                <a:gd name="T4" fmla="*/ 0 w 480"/>
                <a:gd name="T5" fmla="*/ 231 h 471"/>
                <a:gd name="T6" fmla="*/ 239 w 480"/>
                <a:gd name="T7" fmla="*/ 470 h 471"/>
                <a:gd name="T8" fmla="*/ 479 w 480"/>
                <a:gd name="T9" fmla="*/ 231 h 471"/>
                <a:gd name="T10" fmla="*/ 239 w 480"/>
                <a:gd name="T11" fmla="*/ 0 h 471"/>
                <a:gd name="T12" fmla="*/ 337 w 480"/>
                <a:gd name="T13" fmla="*/ 195 h 471"/>
                <a:gd name="T14" fmla="*/ 337 w 480"/>
                <a:gd name="T15" fmla="*/ 195 h 471"/>
                <a:gd name="T16" fmla="*/ 337 w 480"/>
                <a:gd name="T17" fmla="*/ 195 h 471"/>
                <a:gd name="T18" fmla="*/ 204 w 480"/>
                <a:gd name="T19" fmla="*/ 328 h 471"/>
                <a:gd name="T20" fmla="*/ 133 w 480"/>
                <a:gd name="T21" fmla="*/ 310 h 471"/>
                <a:gd name="T22" fmla="*/ 142 w 480"/>
                <a:gd name="T23" fmla="*/ 310 h 471"/>
                <a:gd name="T24" fmla="*/ 204 w 480"/>
                <a:gd name="T25" fmla="*/ 293 h 471"/>
                <a:gd name="T26" fmla="*/ 160 w 480"/>
                <a:gd name="T27" fmla="*/ 257 h 471"/>
                <a:gd name="T28" fmla="*/ 169 w 480"/>
                <a:gd name="T29" fmla="*/ 257 h 471"/>
                <a:gd name="T30" fmla="*/ 178 w 480"/>
                <a:gd name="T31" fmla="*/ 257 h 471"/>
                <a:gd name="T32" fmla="*/ 142 w 480"/>
                <a:gd name="T33" fmla="*/ 213 h 471"/>
                <a:gd name="T34" fmla="*/ 142 w 480"/>
                <a:gd name="T35" fmla="*/ 213 h 471"/>
                <a:gd name="T36" fmla="*/ 160 w 480"/>
                <a:gd name="T37" fmla="*/ 213 h 471"/>
                <a:gd name="T38" fmla="*/ 142 w 480"/>
                <a:gd name="T39" fmla="*/ 178 h 471"/>
                <a:gd name="T40" fmla="*/ 151 w 480"/>
                <a:gd name="T41" fmla="*/ 151 h 471"/>
                <a:gd name="T42" fmla="*/ 239 w 480"/>
                <a:gd name="T43" fmla="*/ 204 h 471"/>
                <a:gd name="T44" fmla="*/ 239 w 480"/>
                <a:gd name="T45" fmla="*/ 195 h 471"/>
                <a:gd name="T46" fmla="*/ 292 w 480"/>
                <a:gd name="T47" fmla="*/ 142 h 471"/>
                <a:gd name="T48" fmla="*/ 319 w 480"/>
                <a:gd name="T49" fmla="*/ 160 h 471"/>
                <a:gd name="T50" fmla="*/ 355 w 480"/>
                <a:gd name="T51" fmla="*/ 151 h 471"/>
                <a:gd name="T52" fmla="*/ 337 w 480"/>
                <a:gd name="T53" fmla="*/ 178 h 471"/>
                <a:gd name="T54" fmla="*/ 364 w 480"/>
                <a:gd name="T55" fmla="*/ 169 h 471"/>
                <a:gd name="T56" fmla="*/ 337 w 480"/>
                <a:gd name="T57" fmla="*/ 195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0" h="471">
                  <a:moveTo>
                    <a:pt x="239" y="0"/>
                  </a:moveTo>
                  <a:lnTo>
                    <a:pt x="239" y="0"/>
                  </a:lnTo>
                  <a:cubicBezTo>
                    <a:pt x="107" y="0"/>
                    <a:pt x="0" y="107"/>
                    <a:pt x="0" y="231"/>
                  </a:cubicBezTo>
                  <a:cubicBezTo>
                    <a:pt x="0" y="363"/>
                    <a:pt x="107" y="470"/>
                    <a:pt x="239" y="470"/>
                  </a:cubicBezTo>
                  <a:cubicBezTo>
                    <a:pt x="372" y="470"/>
                    <a:pt x="479" y="363"/>
                    <a:pt x="479" y="231"/>
                  </a:cubicBezTo>
                  <a:cubicBezTo>
                    <a:pt x="479" y="107"/>
                    <a:pt x="372" y="0"/>
                    <a:pt x="239" y="0"/>
                  </a:cubicBezTo>
                  <a:close/>
                  <a:moveTo>
                    <a:pt x="337" y="195"/>
                  </a:moveTo>
                  <a:lnTo>
                    <a:pt x="337" y="195"/>
                  </a:lnTo>
                  <a:lnTo>
                    <a:pt x="337" y="195"/>
                  </a:lnTo>
                  <a:cubicBezTo>
                    <a:pt x="337" y="257"/>
                    <a:pt x="292" y="328"/>
                    <a:pt x="204" y="328"/>
                  </a:cubicBezTo>
                  <a:cubicBezTo>
                    <a:pt x="178" y="328"/>
                    <a:pt x="151" y="319"/>
                    <a:pt x="133" y="310"/>
                  </a:cubicBezTo>
                  <a:lnTo>
                    <a:pt x="142" y="310"/>
                  </a:lnTo>
                  <a:cubicBezTo>
                    <a:pt x="160" y="310"/>
                    <a:pt x="186" y="301"/>
                    <a:pt x="204" y="293"/>
                  </a:cubicBezTo>
                  <a:cubicBezTo>
                    <a:pt x="178" y="293"/>
                    <a:pt x="160" y="275"/>
                    <a:pt x="160" y="257"/>
                  </a:cubicBezTo>
                  <a:cubicBezTo>
                    <a:pt x="160" y="257"/>
                    <a:pt x="160" y="257"/>
                    <a:pt x="169" y="257"/>
                  </a:cubicBezTo>
                  <a:lnTo>
                    <a:pt x="178" y="257"/>
                  </a:lnTo>
                  <a:cubicBezTo>
                    <a:pt x="160" y="248"/>
                    <a:pt x="142" y="231"/>
                    <a:pt x="142" y="213"/>
                  </a:cubicBezTo>
                  <a:lnTo>
                    <a:pt x="142" y="213"/>
                  </a:lnTo>
                  <a:cubicBezTo>
                    <a:pt x="142" y="213"/>
                    <a:pt x="151" y="213"/>
                    <a:pt x="160" y="213"/>
                  </a:cubicBezTo>
                  <a:cubicBezTo>
                    <a:pt x="151" y="204"/>
                    <a:pt x="142" y="195"/>
                    <a:pt x="142" y="178"/>
                  </a:cubicBezTo>
                  <a:cubicBezTo>
                    <a:pt x="142" y="169"/>
                    <a:pt x="142" y="160"/>
                    <a:pt x="151" y="151"/>
                  </a:cubicBezTo>
                  <a:cubicBezTo>
                    <a:pt x="169" y="178"/>
                    <a:pt x="204" y="204"/>
                    <a:pt x="239" y="204"/>
                  </a:cubicBezTo>
                  <a:cubicBezTo>
                    <a:pt x="239" y="195"/>
                    <a:pt x="239" y="195"/>
                    <a:pt x="239" y="195"/>
                  </a:cubicBezTo>
                  <a:cubicBezTo>
                    <a:pt x="239" y="169"/>
                    <a:pt x="266" y="142"/>
                    <a:pt x="292" y="142"/>
                  </a:cubicBezTo>
                  <a:cubicBezTo>
                    <a:pt x="301" y="142"/>
                    <a:pt x="319" y="151"/>
                    <a:pt x="319" y="160"/>
                  </a:cubicBezTo>
                  <a:cubicBezTo>
                    <a:pt x="337" y="160"/>
                    <a:pt x="346" y="151"/>
                    <a:pt x="355" y="151"/>
                  </a:cubicBezTo>
                  <a:cubicBezTo>
                    <a:pt x="346" y="160"/>
                    <a:pt x="346" y="169"/>
                    <a:pt x="337" y="178"/>
                  </a:cubicBezTo>
                  <a:cubicBezTo>
                    <a:pt x="346" y="178"/>
                    <a:pt x="355" y="169"/>
                    <a:pt x="364" y="169"/>
                  </a:cubicBezTo>
                  <a:cubicBezTo>
                    <a:pt x="355" y="178"/>
                    <a:pt x="346" y="187"/>
                    <a:pt x="337" y="195"/>
                  </a:cubicBezTo>
                  <a:close/>
                </a:path>
              </a:pathLst>
            </a:custGeom>
            <a:solidFill>
              <a:srgbClr val="00B050"/>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dirty="0">
                <a:solidFill>
                  <a:srgbClr val="00B050"/>
                </a:solidFill>
                <a:latin typeface="Calibri Light"/>
              </a:endParaRPr>
            </a:p>
          </p:txBody>
        </p:sp>
      </p:grpSp>
      <p:grpSp>
        <p:nvGrpSpPr>
          <p:cNvPr id="108" name="Group 70"/>
          <p:cNvGrpSpPr/>
          <p:nvPr/>
        </p:nvGrpSpPr>
        <p:grpSpPr>
          <a:xfrm>
            <a:off x="7008812" y="4994486"/>
            <a:ext cx="855986" cy="261433"/>
            <a:chOff x="3988146" y="9821053"/>
            <a:chExt cx="1641092" cy="501217"/>
          </a:xfrm>
          <a:solidFill>
            <a:srgbClr val="00B050"/>
          </a:solidFill>
        </p:grpSpPr>
        <p:sp>
          <p:nvSpPr>
            <p:cNvPr id="109" name="Freeform 78"/>
            <p:cNvSpPr>
              <a:spLocks noChangeArrowheads="1"/>
            </p:cNvSpPr>
            <p:nvPr/>
          </p:nvSpPr>
          <p:spPr bwMode="auto">
            <a:xfrm>
              <a:off x="5127536" y="9821053"/>
              <a:ext cx="501702" cy="492495"/>
            </a:xfrm>
            <a:custGeom>
              <a:avLst/>
              <a:gdLst>
                <a:gd name="T0" fmla="*/ 212 w 479"/>
                <a:gd name="T1" fmla="*/ 169 h 471"/>
                <a:gd name="T2" fmla="*/ 212 w 479"/>
                <a:gd name="T3" fmla="*/ 169 h 471"/>
                <a:gd name="T4" fmla="*/ 185 w 479"/>
                <a:gd name="T5" fmla="*/ 142 h 471"/>
                <a:gd name="T6" fmla="*/ 177 w 479"/>
                <a:gd name="T7" fmla="*/ 142 h 471"/>
                <a:gd name="T8" fmla="*/ 168 w 479"/>
                <a:gd name="T9" fmla="*/ 160 h 471"/>
                <a:gd name="T10" fmla="*/ 168 w 479"/>
                <a:gd name="T11" fmla="*/ 187 h 471"/>
                <a:gd name="T12" fmla="*/ 194 w 479"/>
                <a:gd name="T13" fmla="*/ 213 h 471"/>
                <a:gd name="T14" fmla="*/ 203 w 479"/>
                <a:gd name="T15" fmla="*/ 213 h 471"/>
                <a:gd name="T16" fmla="*/ 212 w 479"/>
                <a:gd name="T17" fmla="*/ 169 h 471"/>
                <a:gd name="T18" fmla="*/ 238 w 479"/>
                <a:gd name="T19" fmla="*/ 0 h 471"/>
                <a:gd name="T20" fmla="*/ 238 w 479"/>
                <a:gd name="T21" fmla="*/ 0 h 471"/>
                <a:gd name="T22" fmla="*/ 0 w 479"/>
                <a:gd name="T23" fmla="*/ 231 h 471"/>
                <a:gd name="T24" fmla="*/ 238 w 479"/>
                <a:gd name="T25" fmla="*/ 470 h 471"/>
                <a:gd name="T26" fmla="*/ 478 w 479"/>
                <a:gd name="T27" fmla="*/ 231 h 471"/>
                <a:gd name="T28" fmla="*/ 238 w 479"/>
                <a:gd name="T29" fmla="*/ 0 h 471"/>
                <a:gd name="T30" fmla="*/ 221 w 479"/>
                <a:gd name="T31" fmla="*/ 338 h 471"/>
                <a:gd name="T32" fmla="*/ 221 w 479"/>
                <a:gd name="T33" fmla="*/ 338 h 471"/>
                <a:gd name="T34" fmla="*/ 185 w 479"/>
                <a:gd name="T35" fmla="*/ 346 h 471"/>
                <a:gd name="T36" fmla="*/ 185 w 479"/>
                <a:gd name="T37" fmla="*/ 346 h 471"/>
                <a:gd name="T38" fmla="*/ 185 w 479"/>
                <a:gd name="T39" fmla="*/ 346 h 471"/>
                <a:gd name="T40" fmla="*/ 124 w 479"/>
                <a:gd name="T41" fmla="*/ 301 h 471"/>
                <a:gd name="T42" fmla="*/ 194 w 479"/>
                <a:gd name="T43" fmla="*/ 248 h 471"/>
                <a:gd name="T44" fmla="*/ 194 w 479"/>
                <a:gd name="T45" fmla="*/ 248 h 471"/>
                <a:gd name="T46" fmla="*/ 185 w 479"/>
                <a:gd name="T47" fmla="*/ 231 h 471"/>
                <a:gd name="T48" fmla="*/ 185 w 479"/>
                <a:gd name="T49" fmla="*/ 231 h 471"/>
                <a:gd name="T50" fmla="*/ 159 w 479"/>
                <a:gd name="T51" fmla="*/ 222 h 471"/>
                <a:gd name="T52" fmla="*/ 141 w 479"/>
                <a:gd name="T53" fmla="*/ 178 h 471"/>
                <a:gd name="T54" fmla="*/ 194 w 479"/>
                <a:gd name="T55" fmla="*/ 125 h 471"/>
                <a:gd name="T56" fmla="*/ 256 w 479"/>
                <a:gd name="T57" fmla="*/ 125 h 471"/>
                <a:gd name="T58" fmla="*/ 256 w 479"/>
                <a:gd name="T59" fmla="*/ 125 h 471"/>
                <a:gd name="T60" fmla="*/ 238 w 479"/>
                <a:gd name="T61" fmla="*/ 134 h 471"/>
                <a:gd name="T62" fmla="*/ 221 w 479"/>
                <a:gd name="T63" fmla="*/ 134 h 471"/>
                <a:gd name="T64" fmla="*/ 238 w 479"/>
                <a:gd name="T65" fmla="*/ 178 h 471"/>
                <a:gd name="T66" fmla="*/ 230 w 479"/>
                <a:gd name="T67" fmla="*/ 213 h 471"/>
                <a:gd name="T68" fmla="*/ 212 w 479"/>
                <a:gd name="T69" fmla="*/ 231 h 471"/>
                <a:gd name="T70" fmla="*/ 230 w 479"/>
                <a:gd name="T71" fmla="*/ 240 h 471"/>
                <a:gd name="T72" fmla="*/ 256 w 479"/>
                <a:gd name="T73" fmla="*/ 284 h 471"/>
                <a:gd name="T74" fmla="*/ 221 w 479"/>
                <a:gd name="T75" fmla="*/ 338 h 471"/>
                <a:gd name="T76" fmla="*/ 354 w 479"/>
                <a:gd name="T77" fmla="*/ 231 h 471"/>
                <a:gd name="T78" fmla="*/ 354 w 479"/>
                <a:gd name="T79" fmla="*/ 231 h 471"/>
                <a:gd name="T80" fmla="*/ 310 w 479"/>
                <a:gd name="T81" fmla="*/ 231 h 471"/>
                <a:gd name="T82" fmla="*/ 310 w 479"/>
                <a:gd name="T83" fmla="*/ 275 h 471"/>
                <a:gd name="T84" fmla="*/ 291 w 479"/>
                <a:gd name="T85" fmla="*/ 275 h 471"/>
                <a:gd name="T86" fmla="*/ 291 w 479"/>
                <a:gd name="T87" fmla="*/ 231 h 471"/>
                <a:gd name="T88" fmla="*/ 256 w 479"/>
                <a:gd name="T89" fmla="*/ 231 h 471"/>
                <a:gd name="T90" fmla="*/ 256 w 479"/>
                <a:gd name="T91" fmla="*/ 213 h 471"/>
                <a:gd name="T92" fmla="*/ 291 w 479"/>
                <a:gd name="T93" fmla="*/ 213 h 471"/>
                <a:gd name="T94" fmla="*/ 291 w 479"/>
                <a:gd name="T95" fmla="*/ 169 h 471"/>
                <a:gd name="T96" fmla="*/ 310 w 479"/>
                <a:gd name="T97" fmla="*/ 169 h 471"/>
                <a:gd name="T98" fmla="*/ 310 w 479"/>
                <a:gd name="T99" fmla="*/ 213 h 471"/>
                <a:gd name="T100" fmla="*/ 354 w 479"/>
                <a:gd name="T101" fmla="*/ 213 h 471"/>
                <a:gd name="T102" fmla="*/ 354 w 479"/>
                <a:gd name="T103" fmla="*/ 231 h 471"/>
                <a:gd name="T104" fmla="*/ 194 w 479"/>
                <a:gd name="T105" fmla="*/ 266 h 471"/>
                <a:gd name="T106" fmla="*/ 194 w 479"/>
                <a:gd name="T107" fmla="*/ 266 h 471"/>
                <a:gd name="T108" fmla="*/ 194 w 479"/>
                <a:gd name="T109" fmla="*/ 266 h 471"/>
                <a:gd name="T110" fmla="*/ 159 w 479"/>
                <a:gd name="T111" fmla="*/ 275 h 471"/>
                <a:gd name="T112" fmla="*/ 150 w 479"/>
                <a:gd name="T113" fmla="*/ 301 h 471"/>
                <a:gd name="T114" fmla="*/ 194 w 479"/>
                <a:gd name="T115" fmla="*/ 328 h 471"/>
                <a:gd name="T116" fmla="*/ 230 w 479"/>
                <a:gd name="T117" fmla="*/ 293 h 471"/>
                <a:gd name="T118" fmla="*/ 194 w 479"/>
                <a:gd name="T119" fmla="*/ 266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9" h="471">
                  <a:moveTo>
                    <a:pt x="212" y="169"/>
                  </a:moveTo>
                  <a:lnTo>
                    <a:pt x="212" y="169"/>
                  </a:lnTo>
                  <a:cubicBezTo>
                    <a:pt x="212" y="142"/>
                    <a:pt x="203" y="142"/>
                    <a:pt x="185" y="142"/>
                  </a:cubicBezTo>
                  <a:cubicBezTo>
                    <a:pt x="185" y="142"/>
                    <a:pt x="185" y="142"/>
                    <a:pt x="177" y="142"/>
                  </a:cubicBezTo>
                  <a:cubicBezTo>
                    <a:pt x="177" y="142"/>
                    <a:pt x="168" y="151"/>
                    <a:pt x="168" y="160"/>
                  </a:cubicBezTo>
                  <a:cubicBezTo>
                    <a:pt x="159" y="160"/>
                    <a:pt x="159" y="169"/>
                    <a:pt x="168" y="187"/>
                  </a:cubicBezTo>
                  <a:cubicBezTo>
                    <a:pt x="168" y="195"/>
                    <a:pt x="185" y="213"/>
                    <a:pt x="194" y="213"/>
                  </a:cubicBezTo>
                  <a:cubicBezTo>
                    <a:pt x="194" y="213"/>
                    <a:pt x="194" y="213"/>
                    <a:pt x="203" y="213"/>
                  </a:cubicBezTo>
                  <a:cubicBezTo>
                    <a:pt x="212" y="204"/>
                    <a:pt x="221" y="187"/>
                    <a:pt x="212" y="169"/>
                  </a:cubicBezTo>
                  <a:close/>
                  <a:moveTo>
                    <a:pt x="238" y="0"/>
                  </a:moveTo>
                  <a:lnTo>
                    <a:pt x="238" y="0"/>
                  </a:lnTo>
                  <a:cubicBezTo>
                    <a:pt x="106" y="0"/>
                    <a:pt x="0" y="107"/>
                    <a:pt x="0" y="231"/>
                  </a:cubicBezTo>
                  <a:cubicBezTo>
                    <a:pt x="0" y="363"/>
                    <a:pt x="106" y="470"/>
                    <a:pt x="238" y="470"/>
                  </a:cubicBezTo>
                  <a:cubicBezTo>
                    <a:pt x="372" y="470"/>
                    <a:pt x="478" y="363"/>
                    <a:pt x="478" y="231"/>
                  </a:cubicBezTo>
                  <a:cubicBezTo>
                    <a:pt x="478" y="107"/>
                    <a:pt x="372" y="0"/>
                    <a:pt x="238" y="0"/>
                  </a:cubicBezTo>
                  <a:close/>
                  <a:moveTo>
                    <a:pt x="221" y="338"/>
                  </a:moveTo>
                  <a:lnTo>
                    <a:pt x="221" y="338"/>
                  </a:lnTo>
                  <a:cubicBezTo>
                    <a:pt x="212" y="346"/>
                    <a:pt x="194" y="346"/>
                    <a:pt x="185" y="346"/>
                  </a:cubicBezTo>
                  <a:lnTo>
                    <a:pt x="185" y="346"/>
                  </a:lnTo>
                  <a:lnTo>
                    <a:pt x="185" y="346"/>
                  </a:lnTo>
                  <a:cubicBezTo>
                    <a:pt x="177" y="346"/>
                    <a:pt x="124" y="346"/>
                    <a:pt x="124" y="301"/>
                  </a:cubicBezTo>
                  <a:cubicBezTo>
                    <a:pt x="124" y="257"/>
                    <a:pt x="177" y="248"/>
                    <a:pt x="194" y="248"/>
                  </a:cubicBezTo>
                  <a:lnTo>
                    <a:pt x="194" y="248"/>
                  </a:lnTo>
                  <a:cubicBezTo>
                    <a:pt x="185" y="240"/>
                    <a:pt x="185" y="231"/>
                    <a:pt x="185" y="231"/>
                  </a:cubicBezTo>
                  <a:lnTo>
                    <a:pt x="185" y="231"/>
                  </a:lnTo>
                  <a:cubicBezTo>
                    <a:pt x="177" y="231"/>
                    <a:pt x="168" y="222"/>
                    <a:pt x="159" y="222"/>
                  </a:cubicBezTo>
                  <a:cubicBezTo>
                    <a:pt x="141" y="213"/>
                    <a:pt x="141" y="195"/>
                    <a:pt x="141" y="178"/>
                  </a:cubicBezTo>
                  <a:cubicBezTo>
                    <a:pt x="141" y="125"/>
                    <a:pt x="194" y="125"/>
                    <a:pt x="194" y="125"/>
                  </a:cubicBezTo>
                  <a:cubicBezTo>
                    <a:pt x="256" y="125"/>
                    <a:pt x="256" y="125"/>
                    <a:pt x="256" y="125"/>
                  </a:cubicBezTo>
                  <a:lnTo>
                    <a:pt x="256" y="125"/>
                  </a:lnTo>
                  <a:cubicBezTo>
                    <a:pt x="256" y="134"/>
                    <a:pt x="238" y="134"/>
                    <a:pt x="238" y="134"/>
                  </a:cubicBezTo>
                  <a:cubicBezTo>
                    <a:pt x="230" y="134"/>
                    <a:pt x="230" y="134"/>
                    <a:pt x="221" y="134"/>
                  </a:cubicBezTo>
                  <a:cubicBezTo>
                    <a:pt x="238" y="142"/>
                    <a:pt x="238" y="160"/>
                    <a:pt x="238" y="178"/>
                  </a:cubicBezTo>
                  <a:cubicBezTo>
                    <a:pt x="238" y="195"/>
                    <a:pt x="230" y="204"/>
                    <a:pt x="230" y="213"/>
                  </a:cubicBezTo>
                  <a:cubicBezTo>
                    <a:pt x="221" y="222"/>
                    <a:pt x="212" y="222"/>
                    <a:pt x="212" y="231"/>
                  </a:cubicBezTo>
                  <a:cubicBezTo>
                    <a:pt x="212" y="231"/>
                    <a:pt x="221" y="240"/>
                    <a:pt x="230" y="240"/>
                  </a:cubicBezTo>
                  <a:cubicBezTo>
                    <a:pt x="238" y="248"/>
                    <a:pt x="256" y="266"/>
                    <a:pt x="256" y="284"/>
                  </a:cubicBezTo>
                  <a:cubicBezTo>
                    <a:pt x="256" y="310"/>
                    <a:pt x="247" y="328"/>
                    <a:pt x="221" y="338"/>
                  </a:cubicBezTo>
                  <a:close/>
                  <a:moveTo>
                    <a:pt x="354" y="231"/>
                  </a:moveTo>
                  <a:lnTo>
                    <a:pt x="354" y="231"/>
                  </a:lnTo>
                  <a:cubicBezTo>
                    <a:pt x="310" y="231"/>
                    <a:pt x="310" y="231"/>
                    <a:pt x="310" y="231"/>
                  </a:cubicBezTo>
                  <a:cubicBezTo>
                    <a:pt x="310" y="275"/>
                    <a:pt x="310" y="275"/>
                    <a:pt x="310" y="275"/>
                  </a:cubicBezTo>
                  <a:cubicBezTo>
                    <a:pt x="291" y="275"/>
                    <a:pt x="291" y="275"/>
                    <a:pt x="291" y="275"/>
                  </a:cubicBezTo>
                  <a:cubicBezTo>
                    <a:pt x="291" y="231"/>
                    <a:pt x="291" y="231"/>
                    <a:pt x="291" y="231"/>
                  </a:cubicBezTo>
                  <a:cubicBezTo>
                    <a:pt x="256" y="231"/>
                    <a:pt x="256" y="231"/>
                    <a:pt x="256" y="231"/>
                  </a:cubicBezTo>
                  <a:cubicBezTo>
                    <a:pt x="256" y="213"/>
                    <a:pt x="256" y="213"/>
                    <a:pt x="256" y="213"/>
                  </a:cubicBezTo>
                  <a:cubicBezTo>
                    <a:pt x="291" y="213"/>
                    <a:pt x="291" y="213"/>
                    <a:pt x="291" y="213"/>
                  </a:cubicBezTo>
                  <a:cubicBezTo>
                    <a:pt x="291" y="169"/>
                    <a:pt x="291" y="169"/>
                    <a:pt x="291" y="169"/>
                  </a:cubicBezTo>
                  <a:cubicBezTo>
                    <a:pt x="310" y="169"/>
                    <a:pt x="310" y="169"/>
                    <a:pt x="310" y="169"/>
                  </a:cubicBezTo>
                  <a:cubicBezTo>
                    <a:pt x="310" y="213"/>
                    <a:pt x="310" y="213"/>
                    <a:pt x="310" y="213"/>
                  </a:cubicBezTo>
                  <a:cubicBezTo>
                    <a:pt x="354" y="213"/>
                    <a:pt x="354" y="213"/>
                    <a:pt x="354" y="213"/>
                  </a:cubicBezTo>
                  <a:lnTo>
                    <a:pt x="354" y="231"/>
                  </a:lnTo>
                  <a:close/>
                  <a:moveTo>
                    <a:pt x="194" y="266"/>
                  </a:moveTo>
                  <a:lnTo>
                    <a:pt x="194" y="266"/>
                  </a:lnTo>
                  <a:lnTo>
                    <a:pt x="194" y="266"/>
                  </a:lnTo>
                  <a:cubicBezTo>
                    <a:pt x="177" y="266"/>
                    <a:pt x="168" y="266"/>
                    <a:pt x="159" y="275"/>
                  </a:cubicBezTo>
                  <a:cubicBezTo>
                    <a:pt x="159" y="284"/>
                    <a:pt x="150" y="293"/>
                    <a:pt x="150" y="301"/>
                  </a:cubicBezTo>
                  <a:cubicBezTo>
                    <a:pt x="150" y="319"/>
                    <a:pt x="168" y="328"/>
                    <a:pt x="194" y="328"/>
                  </a:cubicBezTo>
                  <a:cubicBezTo>
                    <a:pt x="221" y="319"/>
                    <a:pt x="230" y="310"/>
                    <a:pt x="230" y="293"/>
                  </a:cubicBezTo>
                  <a:cubicBezTo>
                    <a:pt x="230" y="275"/>
                    <a:pt x="212" y="266"/>
                    <a:pt x="194" y="266"/>
                  </a:cubicBezTo>
                  <a:close/>
                </a:path>
              </a:pathLst>
            </a:custGeom>
            <a:grp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dirty="0">
                <a:latin typeface="Calibri Light"/>
              </a:endParaRPr>
            </a:p>
          </p:txBody>
        </p:sp>
        <p:sp>
          <p:nvSpPr>
            <p:cNvPr id="110" name="Freeform 79"/>
            <p:cNvSpPr>
              <a:spLocks noChangeArrowheads="1"/>
            </p:cNvSpPr>
            <p:nvPr/>
          </p:nvSpPr>
          <p:spPr bwMode="auto">
            <a:xfrm>
              <a:off x="4552157" y="9829775"/>
              <a:ext cx="501704" cy="492495"/>
            </a:xfrm>
            <a:custGeom>
              <a:avLst/>
              <a:gdLst>
                <a:gd name="T0" fmla="*/ 240 w 479"/>
                <a:gd name="T1" fmla="*/ 0 h 471"/>
                <a:gd name="T2" fmla="*/ 240 w 479"/>
                <a:gd name="T3" fmla="*/ 0 h 471"/>
                <a:gd name="T4" fmla="*/ 0 w 479"/>
                <a:gd name="T5" fmla="*/ 231 h 471"/>
                <a:gd name="T6" fmla="*/ 240 w 479"/>
                <a:gd name="T7" fmla="*/ 470 h 471"/>
                <a:gd name="T8" fmla="*/ 478 w 479"/>
                <a:gd name="T9" fmla="*/ 231 h 471"/>
                <a:gd name="T10" fmla="*/ 240 w 479"/>
                <a:gd name="T11" fmla="*/ 0 h 471"/>
                <a:gd name="T12" fmla="*/ 293 w 479"/>
                <a:gd name="T13" fmla="*/ 160 h 471"/>
                <a:gd name="T14" fmla="*/ 293 w 479"/>
                <a:gd name="T15" fmla="*/ 160 h 471"/>
                <a:gd name="T16" fmla="*/ 257 w 479"/>
                <a:gd name="T17" fmla="*/ 160 h 471"/>
                <a:gd name="T18" fmla="*/ 249 w 479"/>
                <a:gd name="T19" fmla="*/ 178 h 471"/>
                <a:gd name="T20" fmla="*/ 249 w 479"/>
                <a:gd name="T21" fmla="*/ 195 h 471"/>
                <a:gd name="T22" fmla="*/ 293 w 479"/>
                <a:gd name="T23" fmla="*/ 195 h 471"/>
                <a:gd name="T24" fmla="*/ 293 w 479"/>
                <a:gd name="T25" fmla="*/ 240 h 471"/>
                <a:gd name="T26" fmla="*/ 249 w 479"/>
                <a:gd name="T27" fmla="*/ 240 h 471"/>
                <a:gd name="T28" fmla="*/ 249 w 479"/>
                <a:gd name="T29" fmla="*/ 346 h 471"/>
                <a:gd name="T30" fmla="*/ 213 w 479"/>
                <a:gd name="T31" fmla="*/ 346 h 471"/>
                <a:gd name="T32" fmla="*/ 213 w 479"/>
                <a:gd name="T33" fmla="*/ 240 h 471"/>
                <a:gd name="T34" fmla="*/ 169 w 479"/>
                <a:gd name="T35" fmla="*/ 240 h 471"/>
                <a:gd name="T36" fmla="*/ 169 w 479"/>
                <a:gd name="T37" fmla="*/ 195 h 471"/>
                <a:gd name="T38" fmla="*/ 213 w 479"/>
                <a:gd name="T39" fmla="*/ 195 h 471"/>
                <a:gd name="T40" fmla="*/ 213 w 479"/>
                <a:gd name="T41" fmla="*/ 178 h 471"/>
                <a:gd name="T42" fmla="*/ 257 w 479"/>
                <a:gd name="T43" fmla="*/ 125 h 471"/>
                <a:gd name="T44" fmla="*/ 293 w 479"/>
                <a:gd name="T45" fmla="*/ 125 h 471"/>
                <a:gd name="T46" fmla="*/ 293 w 479"/>
                <a:gd name="T47" fmla="*/ 160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9" h="471">
                  <a:moveTo>
                    <a:pt x="240" y="0"/>
                  </a:moveTo>
                  <a:lnTo>
                    <a:pt x="240" y="0"/>
                  </a:lnTo>
                  <a:cubicBezTo>
                    <a:pt x="106" y="0"/>
                    <a:pt x="0" y="107"/>
                    <a:pt x="0" y="231"/>
                  </a:cubicBezTo>
                  <a:cubicBezTo>
                    <a:pt x="0" y="363"/>
                    <a:pt x="106" y="470"/>
                    <a:pt x="240" y="470"/>
                  </a:cubicBezTo>
                  <a:cubicBezTo>
                    <a:pt x="372" y="470"/>
                    <a:pt x="478" y="363"/>
                    <a:pt x="478" y="231"/>
                  </a:cubicBezTo>
                  <a:cubicBezTo>
                    <a:pt x="478" y="107"/>
                    <a:pt x="372" y="0"/>
                    <a:pt x="240" y="0"/>
                  </a:cubicBezTo>
                  <a:close/>
                  <a:moveTo>
                    <a:pt x="293" y="160"/>
                  </a:moveTo>
                  <a:lnTo>
                    <a:pt x="293" y="160"/>
                  </a:lnTo>
                  <a:cubicBezTo>
                    <a:pt x="257" y="160"/>
                    <a:pt x="257" y="160"/>
                    <a:pt x="257" y="160"/>
                  </a:cubicBezTo>
                  <a:cubicBezTo>
                    <a:pt x="257" y="160"/>
                    <a:pt x="249" y="169"/>
                    <a:pt x="249" y="178"/>
                  </a:cubicBezTo>
                  <a:cubicBezTo>
                    <a:pt x="249" y="195"/>
                    <a:pt x="249" y="195"/>
                    <a:pt x="249" y="195"/>
                  </a:cubicBezTo>
                  <a:cubicBezTo>
                    <a:pt x="293" y="195"/>
                    <a:pt x="293" y="195"/>
                    <a:pt x="293" y="195"/>
                  </a:cubicBezTo>
                  <a:cubicBezTo>
                    <a:pt x="293" y="240"/>
                    <a:pt x="293" y="240"/>
                    <a:pt x="293" y="240"/>
                  </a:cubicBezTo>
                  <a:cubicBezTo>
                    <a:pt x="249" y="240"/>
                    <a:pt x="249" y="240"/>
                    <a:pt x="249" y="240"/>
                  </a:cubicBezTo>
                  <a:cubicBezTo>
                    <a:pt x="249" y="346"/>
                    <a:pt x="249" y="346"/>
                    <a:pt x="249" y="346"/>
                  </a:cubicBezTo>
                  <a:cubicBezTo>
                    <a:pt x="213" y="346"/>
                    <a:pt x="213" y="346"/>
                    <a:pt x="213" y="346"/>
                  </a:cubicBezTo>
                  <a:cubicBezTo>
                    <a:pt x="213" y="240"/>
                    <a:pt x="213" y="240"/>
                    <a:pt x="213" y="240"/>
                  </a:cubicBezTo>
                  <a:cubicBezTo>
                    <a:pt x="169" y="240"/>
                    <a:pt x="169" y="240"/>
                    <a:pt x="169" y="240"/>
                  </a:cubicBezTo>
                  <a:cubicBezTo>
                    <a:pt x="169" y="195"/>
                    <a:pt x="169" y="195"/>
                    <a:pt x="169" y="195"/>
                  </a:cubicBezTo>
                  <a:cubicBezTo>
                    <a:pt x="213" y="195"/>
                    <a:pt x="213" y="195"/>
                    <a:pt x="213" y="195"/>
                  </a:cubicBezTo>
                  <a:cubicBezTo>
                    <a:pt x="213" y="178"/>
                    <a:pt x="213" y="178"/>
                    <a:pt x="213" y="178"/>
                  </a:cubicBezTo>
                  <a:cubicBezTo>
                    <a:pt x="213" y="151"/>
                    <a:pt x="230" y="125"/>
                    <a:pt x="257" y="125"/>
                  </a:cubicBezTo>
                  <a:cubicBezTo>
                    <a:pt x="293" y="125"/>
                    <a:pt x="293" y="125"/>
                    <a:pt x="293" y="125"/>
                  </a:cubicBezTo>
                  <a:lnTo>
                    <a:pt x="293" y="160"/>
                  </a:lnTo>
                  <a:close/>
                </a:path>
              </a:pathLst>
            </a:custGeom>
            <a:grp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dirty="0">
                <a:latin typeface="Calibri Light"/>
              </a:endParaRPr>
            </a:p>
          </p:txBody>
        </p:sp>
        <p:sp>
          <p:nvSpPr>
            <p:cNvPr id="111" name="Freeform 86"/>
            <p:cNvSpPr>
              <a:spLocks noChangeArrowheads="1"/>
            </p:cNvSpPr>
            <p:nvPr/>
          </p:nvSpPr>
          <p:spPr bwMode="auto">
            <a:xfrm>
              <a:off x="3988146" y="9829775"/>
              <a:ext cx="501702" cy="492495"/>
            </a:xfrm>
            <a:custGeom>
              <a:avLst/>
              <a:gdLst>
                <a:gd name="T0" fmla="*/ 239 w 480"/>
                <a:gd name="T1" fmla="*/ 0 h 471"/>
                <a:gd name="T2" fmla="*/ 239 w 480"/>
                <a:gd name="T3" fmla="*/ 0 h 471"/>
                <a:gd name="T4" fmla="*/ 0 w 480"/>
                <a:gd name="T5" fmla="*/ 231 h 471"/>
                <a:gd name="T6" fmla="*/ 239 w 480"/>
                <a:gd name="T7" fmla="*/ 470 h 471"/>
                <a:gd name="T8" fmla="*/ 479 w 480"/>
                <a:gd name="T9" fmla="*/ 231 h 471"/>
                <a:gd name="T10" fmla="*/ 239 w 480"/>
                <a:gd name="T11" fmla="*/ 0 h 471"/>
                <a:gd name="T12" fmla="*/ 337 w 480"/>
                <a:gd name="T13" fmla="*/ 195 h 471"/>
                <a:gd name="T14" fmla="*/ 337 w 480"/>
                <a:gd name="T15" fmla="*/ 195 h 471"/>
                <a:gd name="T16" fmla="*/ 337 w 480"/>
                <a:gd name="T17" fmla="*/ 195 h 471"/>
                <a:gd name="T18" fmla="*/ 204 w 480"/>
                <a:gd name="T19" fmla="*/ 328 h 471"/>
                <a:gd name="T20" fmla="*/ 133 w 480"/>
                <a:gd name="T21" fmla="*/ 310 h 471"/>
                <a:gd name="T22" fmla="*/ 142 w 480"/>
                <a:gd name="T23" fmla="*/ 310 h 471"/>
                <a:gd name="T24" fmla="*/ 204 w 480"/>
                <a:gd name="T25" fmla="*/ 293 h 471"/>
                <a:gd name="T26" fmla="*/ 160 w 480"/>
                <a:gd name="T27" fmla="*/ 257 h 471"/>
                <a:gd name="T28" fmla="*/ 169 w 480"/>
                <a:gd name="T29" fmla="*/ 257 h 471"/>
                <a:gd name="T30" fmla="*/ 178 w 480"/>
                <a:gd name="T31" fmla="*/ 257 h 471"/>
                <a:gd name="T32" fmla="*/ 142 w 480"/>
                <a:gd name="T33" fmla="*/ 213 h 471"/>
                <a:gd name="T34" fmla="*/ 142 w 480"/>
                <a:gd name="T35" fmla="*/ 213 h 471"/>
                <a:gd name="T36" fmla="*/ 160 w 480"/>
                <a:gd name="T37" fmla="*/ 213 h 471"/>
                <a:gd name="T38" fmla="*/ 142 w 480"/>
                <a:gd name="T39" fmla="*/ 178 h 471"/>
                <a:gd name="T40" fmla="*/ 151 w 480"/>
                <a:gd name="T41" fmla="*/ 151 h 471"/>
                <a:gd name="T42" fmla="*/ 239 w 480"/>
                <a:gd name="T43" fmla="*/ 204 h 471"/>
                <a:gd name="T44" fmla="*/ 239 w 480"/>
                <a:gd name="T45" fmla="*/ 195 h 471"/>
                <a:gd name="T46" fmla="*/ 292 w 480"/>
                <a:gd name="T47" fmla="*/ 142 h 471"/>
                <a:gd name="T48" fmla="*/ 319 w 480"/>
                <a:gd name="T49" fmla="*/ 160 h 471"/>
                <a:gd name="T50" fmla="*/ 355 w 480"/>
                <a:gd name="T51" fmla="*/ 151 h 471"/>
                <a:gd name="T52" fmla="*/ 337 w 480"/>
                <a:gd name="T53" fmla="*/ 178 h 471"/>
                <a:gd name="T54" fmla="*/ 364 w 480"/>
                <a:gd name="T55" fmla="*/ 169 h 471"/>
                <a:gd name="T56" fmla="*/ 337 w 480"/>
                <a:gd name="T57" fmla="*/ 195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0" h="471">
                  <a:moveTo>
                    <a:pt x="239" y="0"/>
                  </a:moveTo>
                  <a:lnTo>
                    <a:pt x="239" y="0"/>
                  </a:lnTo>
                  <a:cubicBezTo>
                    <a:pt x="107" y="0"/>
                    <a:pt x="0" y="107"/>
                    <a:pt x="0" y="231"/>
                  </a:cubicBezTo>
                  <a:cubicBezTo>
                    <a:pt x="0" y="363"/>
                    <a:pt x="107" y="470"/>
                    <a:pt x="239" y="470"/>
                  </a:cubicBezTo>
                  <a:cubicBezTo>
                    <a:pt x="372" y="470"/>
                    <a:pt x="479" y="363"/>
                    <a:pt x="479" y="231"/>
                  </a:cubicBezTo>
                  <a:cubicBezTo>
                    <a:pt x="479" y="107"/>
                    <a:pt x="372" y="0"/>
                    <a:pt x="239" y="0"/>
                  </a:cubicBezTo>
                  <a:close/>
                  <a:moveTo>
                    <a:pt x="337" y="195"/>
                  </a:moveTo>
                  <a:lnTo>
                    <a:pt x="337" y="195"/>
                  </a:lnTo>
                  <a:lnTo>
                    <a:pt x="337" y="195"/>
                  </a:lnTo>
                  <a:cubicBezTo>
                    <a:pt x="337" y="257"/>
                    <a:pt x="292" y="328"/>
                    <a:pt x="204" y="328"/>
                  </a:cubicBezTo>
                  <a:cubicBezTo>
                    <a:pt x="178" y="328"/>
                    <a:pt x="151" y="319"/>
                    <a:pt x="133" y="310"/>
                  </a:cubicBezTo>
                  <a:lnTo>
                    <a:pt x="142" y="310"/>
                  </a:lnTo>
                  <a:cubicBezTo>
                    <a:pt x="160" y="310"/>
                    <a:pt x="186" y="301"/>
                    <a:pt x="204" y="293"/>
                  </a:cubicBezTo>
                  <a:cubicBezTo>
                    <a:pt x="178" y="293"/>
                    <a:pt x="160" y="275"/>
                    <a:pt x="160" y="257"/>
                  </a:cubicBezTo>
                  <a:cubicBezTo>
                    <a:pt x="160" y="257"/>
                    <a:pt x="160" y="257"/>
                    <a:pt x="169" y="257"/>
                  </a:cubicBezTo>
                  <a:lnTo>
                    <a:pt x="178" y="257"/>
                  </a:lnTo>
                  <a:cubicBezTo>
                    <a:pt x="160" y="248"/>
                    <a:pt x="142" y="231"/>
                    <a:pt x="142" y="213"/>
                  </a:cubicBezTo>
                  <a:lnTo>
                    <a:pt x="142" y="213"/>
                  </a:lnTo>
                  <a:cubicBezTo>
                    <a:pt x="142" y="213"/>
                    <a:pt x="151" y="213"/>
                    <a:pt x="160" y="213"/>
                  </a:cubicBezTo>
                  <a:cubicBezTo>
                    <a:pt x="151" y="204"/>
                    <a:pt x="142" y="195"/>
                    <a:pt x="142" y="178"/>
                  </a:cubicBezTo>
                  <a:cubicBezTo>
                    <a:pt x="142" y="169"/>
                    <a:pt x="142" y="160"/>
                    <a:pt x="151" y="151"/>
                  </a:cubicBezTo>
                  <a:cubicBezTo>
                    <a:pt x="169" y="178"/>
                    <a:pt x="204" y="204"/>
                    <a:pt x="239" y="204"/>
                  </a:cubicBezTo>
                  <a:cubicBezTo>
                    <a:pt x="239" y="195"/>
                    <a:pt x="239" y="195"/>
                    <a:pt x="239" y="195"/>
                  </a:cubicBezTo>
                  <a:cubicBezTo>
                    <a:pt x="239" y="169"/>
                    <a:pt x="266" y="142"/>
                    <a:pt x="292" y="142"/>
                  </a:cubicBezTo>
                  <a:cubicBezTo>
                    <a:pt x="301" y="142"/>
                    <a:pt x="319" y="151"/>
                    <a:pt x="319" y="160"/>
                  </a:cubicBezTo>
                  <a:cubicBezTo>
                    <a:pt x="337" y="160"/>
                    <a:pt x="346" y="151"/>
                    <a:pt x="355" y="151"/>
                  </a:cubicBezTo>
                  <a:cubicBezTo>
                    <a:pt x="346" y="160"/>
                    <a:pt x="346" y="169"/>
                    <a:pt x="337" y="178"/>
                  </a:cubicBezTo>
                  <a:cubicBezTo>
                    <a:pt x="346" y="178"/>
                    <a:pt x="355" y="169"/>
                    <a:pt x="364" y="169"/>
                  </a:cubicBezTo>
                  <a:cubicBezTo>
                    <a:pt x="355" y="178"/>
                    <a:pt x="346" y="187"/>
                    <a:pt x="337" y="195"/>
                  </a:cubicBezTo>
                  <a:close/>
                </a:path>
              </a:pathLst>
            </a:custGeom>
            <a:grp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dirty="0">
                <a:latin typeface="Calibri Light"/>
              </a:endParaRPr>
            </a:p>
          </p:txBody>
        </p:sp>
      </p:grpSp>
      <p:grpSp>
        <p:nvGrpSpPr>
          <p:cNvPr id="112" name="Group 70"/>
          <p:cNvGrpSpPr/>
          <p:nvPr/>
        </p:nvGrpSpPr>
        <p:grpSpPr>
          <a:xfrm>
            <a:off x="9599612" y="4994486"/>
            <a:ext cx="855986" cy="261433"/>
            <a:chOff x="3988146" y="9821053"/>
            <a:chExt cx="1641092" cy="501217"/>
          </a:xfrm>
          <a:solidFill>
            <a:srgbClr val="00B050"/>
          </a:solidFill>
        </p:grpSpPr>
        <p:sp>
          <p:nvSpPr>
            <p:cNvPr id="113" name="Freeform 78"/>
            <p:cNvSpPr>
              <a:spLocks noChangeArrowheads="1"/>
            </p:cNvSpPr>
            <p:nvPr/>
          </p:nvSpPr>
          <p:spPr bwMode="auto">
            <a:xfrm>
              <a:off x="5127536" y="9821053"/>
              <a:ext cx="501702" cy="492495"/>
            </a:xfrm>
            <a:custGeom>
              <a:avLst/>
              <a:gdLst>
                <a:gd name="T0" fmla="*/ 212 w 479"/>
                <a:gd name="T1" fmla="*/ 169 h 471"/>
                <a:gd name="T2" fmla="*/ 212 w 479"/>
                <a:gd name="T3" fmla="*/ 169 h 471"/>
                <a:gd name="T4" fmla="*/ 185 w 479"/>
                <a:gd name="T5" fmla="*/ 142 h 471"/>
                <a:gd name="T6" fmla="*/ 177 w 479"/>
                <a:gd name="T7" fmla="*/ 142 h 471"/>
                <a:gd name="T8" fmla="*/ 168 w 479"/>
                <a:gd name="T9" fmla="*/ 160 h 471"/>
                <a:gd name="T10" fmla="*/ 168 w 479"/>
                <a:gd name="T11" fmla="*/ 187 h 471"/>
                <a:gd name="T12" fmla="*/ 194 w 479"/>
                <a:gd name="T13" fmla="*/ 213 h 471"/>
                <a:gd name="T14" fmla="*/ 203 w 479"/>
                <a:gd name="T15" fmla="*/ 213 h 471"/>
                <a:gd name="T16" fmla="*/ 212 w 479"/>
                <a:gd name="T17" fmla="*/ 169 h 471"/>
                <a:gd name="T18" fmla="*/ 238 w 479"/>
                <a:gd name="T19" fmla="*/ 0 h 471"/>
                <a:gd name="T20" fmla="*/ 238 w 479"/>
                <a:gd name="T21" fmla="*/ 0 h 471"/>
                <a:gd name="T22" fmla="*/ 0 w 479"/>
                <a:gd name="T23" fmla="*/ 231 h 471"/>
                <a:gd name="T24" fmla="*/ 238 w 479"/>
                <a:gd name="T25" fmla="*/ 470 h 471"/>
                <a:gd name="T26" fmla="*/ 478 w 479"/>
                <a:gd name="T27" fmla="*/ 231 h 471"/>
                <a:gd name="T28" fmla="*/ 238 w 479"/>
                <a:gd name="T29" fmla="*/ 0 h 471"/>
                <a:gd name="T30" fmla="*/ 221 w 479"/>
                <a:gd name="T31" fmla="*/ 338 h 471"/>
                <a:gd name="T32" fmla="*/ 221 w 479"/>
                <a:gd name="T33" fmla="*/ 338 h 471"/>
                <a:gd name="T34" fmla="*/ 185 w 479"/>
                <a:gd name="T35" fmla="*/ 346 h 471"/>
                <a:gd name="T36" fmla="*/ 185 w 479"/>
                <a:gd name="T37" fmla="*/ 346 h 471"/>
                <a:gd name="T38" fmla="*/ 185 w 479"/>
                <a:gd name="T39" fmla="*/ 346 h 471"/>
                <a:gd name="T40" fmla="*/ 124 w 479"/>
                <a:gd name="T41" fmla="*/ 301 h 471"/>
                <a:gd name="T42" fmla="*/ 194 w 479"/>
                <a:gd name="T43" fmla="*/ 248 h 471"/>
                <a:gd name="T44" fmla="*/ 194 w 479"/>
                <a:gd name="T45" fmla="*/ 248 h 471"/>
                <a:gd name="T46" fmla="*/ 185 w 479"/>
                <a:gd name="T47" fmla="*/ 231 h 471"/>
                <a:gd name="T48" fmla="*/ 185 w 479"/>
                <a:gd name="T49" fmla="*/ 231 h 471"/>
                <a:gd name="T50" fmla="*/ 159 w 479"/>
                <a:gd name="T51" fmla="*/ 222 h 471"/>
                <a:gd name="T52" fmla="*/ 141 w 479"/>
                <a:gd name="T53" fmla="*/ 178 h 471"/>
                <a:gd name="T54" fmla="*/ 194 w 479"/>
                <a:gd name="T55" fmla="*/ 125 h 471"/>
                <a:gd name="T56" fmla="*/ 256 w 479"/>
                <a:gd name="T57" fmla="*/ 125 h 471"/>
                <a:gd name="T58" fmla="*/ 256 w 479"/>
                <a:gd name="T59" fmla="*/ 125 h 471"/>
                <a:gd name="T60" fmla="*/ 238 w 479"/>
                <a:gd name="T61" fmla="*/ 134 h 471"/>
                <a:gd name="T62" fmla="*/ 221 w 479"/>
                <a:gd name="T63" fmla="*/ 134 h 471"/>
                <a:gd name="T64" fmla="*/ 238 w 479"/>
                <a:gd name="T65" fmla="*/ 178 h 471"/>
                <a:gd name="T66" fmla="*/ 230 w 479"/>
                <a:gd name="T67" fmla="*/ 213 h 471"/>
                <a:gd name="T68" fmla="*/ 212 w 479"/>
                <a:gd name="T69" fmla="*/ 231 h 471"/>
                <a:gd name="T70" fmla="*/ 230 w 479"/>
                <a:gd name="T71" fmla="*/ 240 h 471"/>
                <a:gd name="T72" fmla="*/ 256 w 479"/>
                <a:gd name="T73" fmla="*/ 284 h 471"/>
                <a:gd name="T74" fmla="*/ 221 w 479"/>
                <a:gd name="T75" fmla="*/ 338 h 471"/>
                <a:gd name="T76" fmla="*/ 354 w 479"/>
                <a:gd name="T77" fmla="*/ 231 h 471"/>
                <a:gd name="T78" fmla="*/ 354 w 479"/>
                <a:gd name="T79" fmla="*/ 231 h 471"/>
                <a:gd name="T80" fmla="*/ 310 w 479"/>
                <a:gd name="T81" fmla="*/ 231 h 471"/>
                <a:gd name="T82" fmla="*/ 310 w 479"/>
                <a:gd name="T83" fmla="*/ 275 h 471"/>
                <a:gd name="T84" fmla="*/ 291 w 479"/>
                <a:gd name="T85" fmla="*/ 275 h 471"/>
                <a:gd name="T86" fmla="*/ 291 w 479"/>
                <a:gd name="T87" fmla="*/ 231 h 471"/>
                <a:gd name="T88" fmla="*/ 256 w 479"/>
                <a:gd name="T89" fmla="*/ 231 h 471"/>
                <a:gd name="T90" fmla="*/ 256 w 479"/>
                <a:gd name="T91" fmla="*/ 213 h 471"/>
                <a:gd name="T92" fmla="*/ 291 w 479"/>
                <a:gd name="T93" fmla="*/ 213 h 471"/>
                <a:gd name="T94" fmla="*/ 291 w 479"/>
                <a:gd name="T95" fmla="*/ 169 h 471"/>
                <a:gd name="T96" fmla="*/ 310 w 479"/>
                <a:gd name="T97" fmla="*/ 169 h 471"/>
                <a:gd name="T98" fmla="*/ 310 w 479"/>
                <a:gd name="T99" fmla="*/ 213 h 471"/>
                <a:gd name="T100" fmla="*/ 354 w 479"/>
                <a:gd name="T101" fmla="*/ 213 h 471"/>
                <a:gd name="T102" fmla="*/ 354 w 479"/>
                <a:gd name="T103" fmla="*/ 231 h 471"/>
                <a:gd name="T104" fmla="*/ 194 w 479"/>
                <a:gd name="T105" fmla="*/ 266 h 471"/>
                <a:gd name="T106" fmla="*/ 194 w 479"/>
                <a:gd name="T107" fmla="*/ 266 h 471"/>
                <a:gd name="T108" fmla="*/ 194 w 479"/>
                <a:gd name="T109" fmla="*/ 266 h 471"/>
                <a:gd name="T110" fmla="*/ 159 w 479"/>
                <a:gd name="T111" fmla="*/ 275 h 471"/>
                <a:gd name="T112" fmla="*/ 150 w 479"/>
                <a:gd name="T113" fmla="*/ 301 h 471"/>
                <a:gd name="T114" fmla="*/ 194 w 479"/>
                <a:gd name="T115" fmla="*/ 328 h 471"/>
                <a:gd name="T116" fmla="*/ 230 w 479"/>
                <a:gd name="T117" fmla="*/ 293 h 471"/>
                <a:gd name="T118" fmla="*/ 194 w 479"/>
                <a:gd name="T119" fmla="*/ 266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9" h="471">
                  <a:moveTo>
                    <a:pt x="212" y="169"/>
                  </a:moveTo>
                  <a:lnTo>
                    <a:pt x="212" y="169"/>
                  </a:lnTo>
                  <a:cubicBezTo>
                    <a:pt x="212" y="142"/>
                    <a:pt x="203" y="142"/>
                    <a:pt x="185" y="142"/>
                  </a:cubicBezTo>
                  <a:cubicBezTo>
                    <a:pt x="185" y="142"/>
                    <a:pt x="185" y="142"/>
                    <a:pt x="177" y="142"/>
                  </a:cubicBezTo>
                  <a:cubicBezTo>
                    <a:pt x="177" y="142"/>
                    <a:pt x="168" y="151"/>
                    <a:pt x="168" y="160"/>
                  </a:cubicBezTo>
                  <a:cubicBezTo>
                    <a:pt x="159" y="160"/>
                    <a:pt x="159" y="169"/>
                    <a:pt x="168" y="187"/>
                  </a:cubicBezTo>
                  <a:cubicBezTo>
                    <a:pt x="168" y="195"/>
                    <a:pt x="185" y="213"/>
                    <a:pt x="194" y="213"/>
                  </a:cubicBezTo>
                  <a:cubicBezTo>
                    <a:pt x="194" y="213"/>
                    <a:pt x="194" y="213"/>
                    <a:pt x="203" y="213"/>
                  </a:cubicBezTo>
                  <a:cubicBezTo>
                    <a:pt x="212" y="204"/>
                    <a:pt x="221" y="187"/>
                    <a:pt x="212" y="169"/>
                  </a:cubicBezTo>
                  <a:close/>
                  <a:moveTo>
                    <a:pt x="238" y="0"/>
                  </a:moveTo>
                  <a:lnTo>
                    <a:pt x="238" y="0"/>
                  </a:lnTo>
                  <a:cubicBezTo>
                    <a:pt x="106" y="0"/>
                    <a:pt x="0" y="107"/>
                    <a:pt x="0" y="231"/>
                  </a:cubicBezTo>
                  <a:cubicBezTo>
                    <a:pt x="0" y="363"/>
                    <a:pt x="106" y="470"/>
                    <a:pt x="238" y="470"/>
                  </a:cubicBezTo>
                  <a:cubicBezTo>
                    <a:pt x="372" y="470"/>
                    <a:pt x="478" y="363"/>
                    <a:pt x="478" y="231"/>
                  </a:cubicBezTo>
                  <a:cubicBezTo>
                    <a:pt x="478" y="107"/>
                    <a:pt x="372" y="0"/>
                    <a:pt x="238" y="0"/>
                  </a:cubicBezTo>
                  <a:close/>
                  <a:moveTo>
                    <a:pt x="221" y="338"/>
                  </a:moveTo>
                  <a:lnTo>
                    <a:pt x="221" y="338"/>
                  </a:lnTo>
                  <a:cubicBezTo>
                    <a:pt x="212" y="346"/>
                    <a:pt x="194" y="346"/>
                    <a:pt x="185" y="346"/>
                  </a:cubicBezTo>
                  <a:lnTo>
                    <a:pt x="185" y="346"/>
                  </a:lnTo>
                  <a:lnTo>
                    <a:pt x="185" y="346"/>
                  </a:lnTo>
                  <a:cubicBezTo>
                    <a:pt x="177" y="346"/>
                    <a:pt x="124" y="346"/>
                    <a:pt x="124" y="301"/>
                  </a:cubicBezTo>
                  <a:cubicBezTo>
                    <a:pt x="124" y="257"/>
                    <a:pt x="177" y="248"/>
                    <a:pt x="194" y="248"/>
                  </a:cubicBezTo>
                  <a:lnTo>
                    <a:pt x="194" y="248"/>
                  </a:lnTo>
                  <a:cubicBezTo>
                    <a:pt x="185" y="240"/>
                    <a:pt x="185" y="231"/>
                    <a:pt x="185" y="231"/>
                  </a:cubicBezTo>
                  <a:lnTo>
                    <a:pt x="185" y="231"/>
                  </a:lnTo>
                  <a:cubicBezTo>
                    <a:pt x="177" y="231"/>
                    <a:pt x="168" y="222"/>
                    <a:pt x="159" y="222"/>
                  </a:cubicBezTo>
                  <a:cubicBezTo>
                    <a:pt x="141" y="213"/>
                    <a:pt x="141" y="195"/>
                    <a:pt x="141" y="178"/>
                  </a:cubicBezTo>
                  <a:cubicBezTo>
                    <a:pt x="141" y="125"/>
                    <a:pt x="194" y="125"/>
                    <a:pt x="194" y="125"/>
                  </a:cubicBezTo>
                  <a:cubicBezTo>
                    <a:pt x="256" y="125"/>
                    <a:pt x="256" y="125"/>
                    <a:pt x="256" y="125"/>
                  </a:cubicBezTo>
                  <a:lnTo>
                    <a:pt x="256" y="125"/>
                  </a:lnTo>
                  <a:cubicBezTo>
                    <a:pt x="256" y="134"/>
                    <a:pt x="238" y="134"/>
                    <a:pt x="238" y="134"/>
                  </a:cubicBezTo>
                  <a:cubicBezTo>
                    <a:pt x="230" y="134"/>
                    <a:pt x="230" y="134"/>
                    <a:pt x="221" y="134"/>
                  </a:cubicBezTo>
                  <a:cubicBezTo>
                    <a:pt x="238" y="142"/>
                    <a:pt x="238" y="160"/>
                    <a:pt x="238" y="178"/>
                  </a:cubicBezTo>
                  <a:cubicBezTo>
                    <a:pt x="238" y="195"/>
                    <a:pt x="230" y="204"/>
                    <a:pt x="230" y="213"/>
                  </a:cubicBezTo>
                  <a:cubicBezTo>
                    <a:pt x="221" y="222"/>
                    <a:pt x="212" y="222"/>
                    <a:pt x="212" y="231"/>
                  </a:cubicBezTo>
                  <a:cubicBezTo>
                    <a:pt x="212" y="231"/>
                    <a:pt x="221" y="240"/>
                    <a:pt x="230" y="240"/>
                  </a:cubicBezTo>
                  <a:cubicBezTo>
                    <a:pt x="238" y="248"/>
                    <a:pt x="256" y="266"/>
                    <a:pt x="256" y="284"/>
                  </a:cubicBezTo>
                  <a:cubicBezTo>
                    <a:pt x="256" y="310"/>
                    <a:pt x="247" y="328"/>
                    <a:pt x="221" y="338"/>
                  </a:cubicBezTo>
                  <a:close/>
                  <a:moveTo>
                    <a:pt x="354" y="231"/>
                  </a:moveTo>
                  <a:lnTo>
                    <a:pt x="354" y="231"/>
                  </a:lnTo>
                  <a:cubicBezTo>
                    <a:pt x="310" y="231"/>
                    <a:pt x="310" y="231"/>
                    <a:pt x="310" y="231"/>
                  </a:cubicBezTo>
                  <a:cubicBezTo>
                    <a:pt x="310" y="275"/>
                    <a:pt x="310" y="275"/>
                    <a:pt x="310" y="275"/>
                  </a:cubicBezTo>
                  <a:cubicBezTo>
                    <a:pt x="291" y="275"/>
                    <a:pt x="291" y="275"/>
                    <a:pt x="291" y="275"/>
                  </a:cubicBezTo>
                  <a:cubicBezTo>
                    <a:pt x="291" y="231"/>
                    <a:pt x="291" y="231"/>
                    <a:pt x="291" y="231"/>
                  </a:cubicBezTo>
                  <a:cubicBezTo>
                    <a:pt x="256" y="231"/>
                    <a:pt x="256" y="231"/>
                    <a:pt x="256" y="231"/>
                  </a:cubicBezTo>
                  <a:cubicBezTo>
                    <a:pt x="256" y="213"/>
                    <a:pt x="256" y="213"/>
                    <a:pt x="256" y="213"/>
                  </a:cubicBezTo>
                  <a:cubicBezTo>
                    <a:pt x="291" y="213"/>
                    <a:pt x="291" y="213"/>
                    <a:pt x="291" y="213"/>
                  </a:cubicBezTo>
                  <a:cubicBezTo>
                    <a:pt x="291" y="169"/>
                    <a:pt x="291" y="169"/>
                    <a:pt x="291" y="169"/>
                  </a:cubicBezTo>
                  <a:cubicBezTo>
                    <a:pt x="310" y="169"/>
                    <a:pt x="310" y="169"/>
                    <a:pt x="310" y="169"/>
                  </a:cubicBezTo>
                  <a:cubicBezTo>
                    <a:pt x="310" y="213"/>
                    <a:pt x="310" y="213"/>
                    <a:pt x="310" y="213"/>
                  </a:cubicBezTo>
                  <a:cubicBezTo>
                    <a:pt x="354" y="213"/>
                    <a:pt x="354" y="213"/>
                    <a:pt x="354" y="213"/>
                  </a:cubicBezTo>
                  <a:lnTo>
                    <a:pt x="354" y="231"/>
                  </a:lnTo>
                  <a:close/>
                  <a:moveTo>
                    <a:pt x="194" y="266"/>
                  </a:moveTo>
                  <a:lnTo>
                    <a:pt x="194" y="266"/>
                  </a:lnTo>
                  <a:lnTo>
                    <a:pt x="194" y="266"/>
                  </a:lnTo>
                  <a:cubicBezTo>
                    <a:pt x="177" y="266"/>
                    <a:pt x="168" y="266"/>
                    <a:pt x="159" y="275"/>
                  </a:cubicBezTo>
                  <a:cubicBezTo>
                    <a:pt x="159" y="284"/>
                    <a:pt x="150" y="293"/>
                    <a:pt x="150" y="301"/>
                  </a:cubicBezTo>
                  <a:cubicBezTo>
                    <a:pt x="150" y="319"/>
                    <a:pt x="168" y="328"/>
                    <a:pt x="194" y="328"/>
                  </a:cubicBezTo>
                  <a:cubicBezTo>
                    <a:pt x="221" y="319"/>
                    <a:pt x="230" y="310"/>
                    <a:pt x="230" y="293"/>
                  </a:cubicBezTo>
                  <a:cubicBezTo>
                    <a:pt x="230" y="275"/>
                    <a:pt x="212" y="266"/>
                    <a:pt x="194" y="266"/>
                  </a:cubicBezTo>
                  <a:close/>
                </a:path>
              </a:pathLst>
            </a:custGeom>
            <a:grp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dirty="0">
                <a:latin typeface="Calibri Light"/>
              </a:endParaRPr>
            </a:p>
          </p:txBody>
        </p:sp>
        <p:sp>
          <p:nvSpPr>
            <p:cNvPr id="114" name="Freeform 79"/>
            <p:cNvSpPr>
              <a:spLocks noChangeArrowheads="1"/>
            </p:cNvSpPr>
            <p:nvPr/>
          </p:nvSpPr>
          <p:spPr bwMode="auto">
            <a:xfrm>
              <a:off x="4552157" y="9829775"/>
              <a:ext cx="501704" cy="492495"/>
            </a:xfrm>
            <a:custGeom>
              <a:avLst/>
              <a:gdLst>
                <a:gd name="T0" fmla="*/ 240 w 479"/>
                <a:gd name="T1" fmla="*/ 0 h 471"/>
                <a:gd name="T2" fmla="*/ 240 w 479"/>
                <a:gd name="T3" fmla="*/ 0 h 471"/>
                <a:gd name="T4" fmla="*/ 0 w 479"/>
                <a:gd name="T5" fmla="*/ 231 h 471"/>
                <a:gd name="T6" fmla="*/ 240 w 479"/>
                <a:gd name="T7" fmla="*/ 470 h 471"/>
                <a:gd name="T8" fmla="*/ 478 w 479"/>
                <a:gd name="T9" fmla="*/ 231 h 471"/>
                <a:gd name="T10" fmla="*/ 240 w 479"/>
                <a:gd name="T11" fmla="*/ 0 h 471"/>
                <a:gd name="T12" fmla="*/ 293 w 479"/>
                <a:gd name="T13" fmla="*/ 160 h 471"/>
                <a:gd name="T14" fmla="*/ 293 w 479"/>
                <a:gd name="T15" fmla="*/ 160 h 471"/>
                <a:gd name="T16" fmla="*/ 257 w 479"/>
                <a:gd name="T17" fmla="*/ 160 h 471"/>
                <a:gd name="T18" fmla="*/ 249 w 479"/>
                <a:gd name="T19" fmla="*/ 178 h 471"/>
                <a:gd name="T20" fmla="*/ 249 w 479"/>
                <a:gd name="T21" fmla="*/ 195 h 471"/>
                <a:gd name="T22" fmla="*/ 293 w 479"/>
                <a:gd name="T23" fmla="*/ 195 h 471"/>
                <a:gd name="T24" fmla="*/ 293 w 479"/>
                <a:gd name="T25" fmla="*/ 240 h 471"/>
                <a:gd name="T26" fmla="*/ 249 w 479"/>
                <a:gd name="T27" fmla="*/ 240 h 471"/>
                <a:gd name="T28" fmla="*/ 249 w 479"/>
                <a:gd name="T29" fmla="*/ 346 h 471"/>
                <a:gd name="T30" fmla="*/ 213 w 479"/>
                <a:gd name="T31" fmla="*/ 346 h 471"/>
                <a:gd name="T32" fmla="*/ 213 w 479"/>
                <a:gd name="T33" fmla="*/ 240 h 471"/>
                <a:gd name="T34" fmla="*/ 169 w 479"/>
                <a:gd name="T35" fmla="*/ 240 h 471"/>
                <a:gd name="T36" fmla="*/ 169 w 479"/>
                <a:gd name="T37" fmla="*/ 195 h 471"/>
                <a:gd name="T38" fmla="*/ 213 w 479"/>
                <a:gd name="T39" fmla="*/ 195 h 471"/>
                <a:gd name="T40" fmla="*/ 213 w 479"/>
                <a:gd name="T41" fmla="*/ 178 h 471"/>
                <a:gd name="T42" fmla="*/ 257 w 479"/>
                <a:gd name="T43" fmla="*/ 125 h 471"/>
                <a:gd name="T44" fmla="*/ 293 w 479"/>
                <a:gd name="T45" fmla="*/ 125 h 471"/>
                <a:gd name="T46" fmla="*/ 293 w 479"/>
                <a:gd name="T47" fmla="*/ 160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9" h="471">
                  <a:moveTo>
                    <a:pt x="240" y="0"/>
                  </a:moveTo>
                  <a:lnTo>
                    <a:pt x="240" y="0"/>
                  </a:lnTo>
                  <a:cubicBezTo>
                    <a:pt x="106" y="0"/>
                    <a:pt x="0" y="107"/>
                    <a:pt x="0" y="231"/>
                  </a:cubicBezTo>
                  <a:cubicBezTo>
                    <a:pt x="0" y="363"/>
                    <a:pt x="106" y="470"/>
                    <a:pt x="240" y="470"/>
                  </a:cubicBezTo>
                  <a:cubicBezTo>
                    <a:pt x="372" y="470"/>
                    <a:pt x="478" y="363"/>
                    <a:pt x="478" y="231"/>
                  </a:cubicBezTo>
                  <a:cubicBezTo>
                    <a:pt x="478" y="107"/>
                    <a:pt x="372" y="0"/>
                    <a:pt x="240" y="0"/>
                  </a:cubicBezTo>
                  <a:close/>
                  <a:moveTo>
                    <a:pt x="293" y="160"/>
                  </a:moveTo>
                  <a:lnTo>
                    <a:pt x="293" y="160"/>
                  </a:lnTo>
                  <a:cubicBezTo>
                    <a:pt x="257" y="160"/>
                    <a:pt x="257" y="160"/>
                    <a:pt x="257" y="160"/>
                  </a:cubicBezTo>
                  <a:cubicBezTo>
                    <a:pt x="257" y="160"/>
                    <a:pt x="249" y="169"/>
                    <a:pt x="249" y="178"/>
                  </a:cubicBezTo>
                  <a:cubicBezTo>
                    <a:pt x="249" y="195"/>
                    <a:pt x="249" y="195"/>
                    <a:pt x="249" y="195"/>
                  </a:cubicBezTo>
                  <a:cubicBezTo>
                    <a:pt x="293" y="195"/>
                    <a:pt x="293" y="195"/>
                    <a:pt x="293" y="195"/>
                  </a:cubicBezTo>
                  <a:cubicBezTo>
                    <a:pt x="293" y="240"/>
                    <a:pt x="293" y="240"/>
                    <a:pt x="293" y="240"/>
                  </a:cubicBezTo>
                  <a:cubicBezTo>
                    <a:pt x="249" y="240"/>
                    <a:pt x="249" y="240"/>
                    <a:pt x="249" y="240"/>
                  </a:cubicBezTo>
                  <a:cubicBezTo>
                    <a:pt x="249" y="346"/>
                    <a:pt x="249" y="346"/>
                    <a:pt x="249" y="346"/>
                  </a:cubicBezTo>
                  <a:cubicBezTo>
                    <a:pt x="213" y="346"/>
                    <a:pt x="213" y="346"/>
                    <a:pt x="213" y="346"/>
                  </a:cubicBezTo>
                  <a:cubicBezTo>
                    <a:pt x="213" y="240"/>
                    <a:pt x="213" y="240"/>
                    <a:pt x="213" y="240"/>
                  </a:cubicBezTo>
                  <a:cubicBezTo>
                    <a:pt x="169" y="240"/>
                    <a:pt x="169" y="240"/>
                    <a:pt x="169" y="240"/>
                  </a:cubicBezTo>
                  <a:cubicBezTo>
                    <a:pt x="169" y="195"/>
                    <a:pt x="169" y="195"/>
                    <a:pt x="169" y="195"/>
                  </a:cubicBezTo>
                  <a:cubicBezTo>
                    <a:pt x="213" y="195"/>
                    <a:pt x="213" y="195"/>
                    <a:pt x="213" y="195"/>
                  </a:cubicBezTo>
                  <a:cubicBezTo>
                    <a:pt x="213" y="178"/>
                    <a:pt x="213" y="178"/>
                    <a:pt x="213" y="178"/>
                  </a:cubicBezTo>
                  <a:cubicBezTo>
                    <a:pt x="213" y="151"/>
                    <a:pt x="230" y="125"/>
                    <a:pt x="257" y="125"/>
                  </a:cubicBezTo>
                  <a:cubicBezTo>
                    <a:pt x="293" y="125"/>
                    <a:pt x="293" y="125"/>
                    <a:pt x="293" y="125"/>
                  </a:cubicBezTo>
                  <a:lnTo>
                    <a:pt x="293" y="160"/>
                  </a:lnTo>
                  <a:close/>
                </a:path>
              </a:pathLst>
            </a:custGeom>
            <a:grp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dirty="0">
                <a:latin typeface="Calibri Light"/>
              </a:endParaRPr>
            </a:p>
          </p:txBody>
        </p:sp>
        <p:sp>
          <p:nvSpPr>
            <p:cNvPr id="115" name="Freeform 86"/>
            <p:cNvSpPr>
              <a:spLocks noChangeArrowheads="1"/>
            </p:cNvSpPr>
            <p:nvPr/>
          </p:nvSpPr>
          <p:spPr bwMode="auto">
            <a:xfrm>
              <a:off x="3988146" y="9829775"/>
              <a:ext cx="501702" cy="492495"/>
            </a:xfrm>
            <a:custGeom>
              <a:avLst/>
              <a:gdLst>
                <a:gd name="T0" fmla="*/ 239 w 480"/>
                <a:gd name="T1" fmla="*/ 0 h 471"/>
                <a:gd name="T2" fmla="*/ 239 w 480"/>
                <a:gd name="T3" fmla="*/ 0 h 471"/>
                <a:gd name="T4" fmla="*/ 0 w 480"/>
                <a:gd name="T5" fmla="*/ 231 h 471"/>
                <a:gd name="T6" fmla="*/ 239 w 480"/>
                <a:gd name="T7" fmla="*/ 470 h 471"/>
                <a:gd name="T8" fmla="*/ 479 w 480"/>
                <a:gd name="T9" fmla="*/ 231 h 471"/>
                <a:gd name="T10" fmla="*/ 239 w 480"/>
                <a:gd name="T11" fmla="*/ 0 h 471"/>
                <a:gd name="T12" fmla="*/ 337 w 480"/>
                <a:gd name="T13" fmla="*/ 195 h 471"/>
                <a:gd name="T14" fmla="*/ 337 w 480"/>
                <a:gd name="T15" fmla="*/ 195 h 471"/>
                <a:gd name="T16" fmla="*/ 337 w 480"/>
                <a:gd name="T17" fmla="*/ 195 h 471"/>
                <a:gd name="T18" fmla="*/ 204 w 480"/>
                <a:gd name="T19" fmla="*/ 328 h 471"/>
                <a:gd name="T20" fmla="*/ 133 w 480"/>
                <a:gd name="T21" fmla="*/ 310 h 471"/>
                <a:gd name="T22" fmla="*/ 142 w 480"/>
                <a:gd name="T23" fmla="*/ 310 h 471"/>
                <a:gd name="T24" fmla="*/ 204 w 480"/>
                <a:gd name="T25" fmla="*/ 293 h 471"/>
                <a:gd name="T26" fmla="*/ 160 w 480"/>
                <a:gd name="T27" fmla="*/ 257 h 471"/>
                <a:gd name="T28" fmla="*/ 169 w 480"/>
                <a:gd name="T29" fmla="*/ 257 h 471"/>
                <a:gd name="T30" fmla="*/ 178 w 480"/>
                <a:gd name="T31" fmla="*/ 257 h 471"/>
                <a:gd name="T32" fmla="*/ 142 w 480"/>
                <a:gd name="T33" fmla="*/ 213 h 471"/>
                <a:gd name="T34" fmla="*/ 142 w 480"/>
                <a:gd name="T35" fmla="*/ 213 h 471"/>
                <a:gd name="T36" fmla="*/ 160 w 480"/>
                <a:gd name="T37" fmla="*/ 213 h 471"/>
                <a:gd name="T38" fmla="*/ 142 w 480"/>
                <a:gd name="T39" fmla="*/ 178 h 471"/>
                <a:gd name="T40" fmla="*/ 151 w 480"/>
                <a:gd name="T41" fmla="*/ 151 h 471"/>
                <a:gd name="T42" fmla="*/ 239 w 480"/>
                <a:gd name="T43" fmla="*/ 204 h 471"/>
                <a:gd name="T44" fmla="*/ 239 w 480"/>
                <a:gd name="T45" fmla="*/ 195 h 471"/>
                <a:gd name="T46" fmla="*/ 292 w 480"/>
                <a:gd name="T47" fmla="*/ 142 h 471"/>
                <a:gd name="T48" fmla="*/ 319 w 480"/>
                <a:gd name="T49" fmla="*/ 160 h 471"/>
                <a:gd name="T50" fmla="*/ 355 w 480"/>
                <a:gd name="T51" fmla="*/ 151 h 471"/>
                <a:gd name="T52" fmla="*/ 337 w 480"/>
                <a:gd name="T53" fmla="*/ 178 h 471"/>
                <a:gd name="T54" fmla="*/ 364 w 480"/>
                <a:gd name="T55" fmla="*/ 169 h 471"/>
                <a:gd name="T56" fmla="*/ 337 w 480"/>
                <a:gd name="T57" fmla="*/ 195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0" h="471">
                  <a:moveTo>
                    <a:pt x="239" y="0"/>
                  </a:moveTo>
                  <a:lnTo>
                    <a:pt x="239" y="0"/>
                  </a:lnTo>
                  <a:cubicBezTo>
                    <a:pt x="107" y="0"/>
                    <a:pt x="0" y="107"/>
                    <a:pt x="0" y="231"/>
                  </a:cubicBezTo>
                  <a:cubicBezTo>
                    <a:pt x="0" y="363"/>
                    <a:pt x="107" y="470"/>
                    <a:pt x="239" y="470"/>
                  </a:cubicBezTo>
                  <a:cubicBezTo>
                    <a:pt x="372" y="470"/>
                    <a:pt x="479" y="363"/>
                    <a:pt x="479" y="231"/>
                  </a:cubicBezTo>
                  <a:cubicBezTo>
                    <a:pt x="479" y="107"/>
                    <a:pt x="372" y="0"/>
                    <a:pt x="239" y="0"/>
                  </a:cubicBezTo>
                  <a:close/>
                  <a:moveTo>
                    <a:pt x="337" y="195"/>
                  </a:moveTo>
                  <a:lnTo>
                    <a:pt x="337" y="195"/>
                  </a:lnTo>
                  <a:lnTo>
                    <a:pt x="337" y="195"/>
                  </a:lnTo>
                  <a:cubicBezTo>
                    <a:pt x="337" y="257"/>
                    <a:pt x="292" y="328"/>
                    <a:pt x="204" y="328"/>
                  </a:cubicBezTo>
                  <a:cubicBezTo>
                    <a:pt x="178" y="328"/>
                    <a:pt x="151" y="319"/>
                    <a:pt x="133" y="310"/>
                  </a:cubicBezTo>
                  <a:lnTo>
                    <a:pt x="142" y="310"/>
                  </a:lnTo>
                  <a:cubicBezTo>
                    <a:pt x="160" y="310"/>
                    <a:pt x="186" y="301"/>
                    <a:pt x="204" y="293"/>
                  </a:cubicBezTo>
                  <a:cubicBezTo>
                    <a:pt x="178" y="293"/>
                    <a:pt x="160" y="275"/>
                    <a:pt x="160" y="257"/>
                  </a:cubicBezTo>
                  <a:cubicBezTo>
                    <a:pt x="160" y="257"/>
                    <a:pt x="160" y="257"/>
                    <a:pt x="169" y="257"/>
                  </a:cubicBezTo>
                  <a:lnTo>
                    <a:pt x="178" y="257"/>
                  </a:lnTo>
                  <a:cubicBezTo>
                    <a:pt x="160" y="248"/>
                    <a:pt x="142" y="231"/>
                    <a:pt x="142" y="213"/>
                  </a:cubicBezTo>
                  <a:lnTo>
                    <a:pt x="142" y="213"/>
                  </a:lnTo>
                  <a:cubicBezTo>
                    <a:pt x="142" y="213"/>
                    <a:pt x="151" y="213"/>
                    <a:pt x="160" y="213"/>
                  </a:cubicBezTo>
                  <a:cubicBezTo>
                    <a:pt x="151" y="204"/>
                    <a:pt x="142" y="195"/>
                    <a:pt x="142" y="178"/>
                  </a:cubicBezTo>
                  <a:cubicBezTo>
                    <a:pt x="142" y="169"/>
                    <a:pt x="142" y="160"/>
                    <a:pt x="151" y="151"/>
                  </a:cubicBezTo>
                  <a:cubicBezTo>
                    <a:pt x="169" y="178"/>
                    <a:pt x="204" y="204"/>
                    <a:pt x="239" y="204"/>
                  </a:cubicBezTo>
                  <a:cubicBezTo>
                    <a:pt x="239" y="195"/>
                    <a:pt x="239" y="195"/>
                    <a:pt x="239" y="195"/>
                  </a:cubicBezTo>
                  <a:cubicBezTo>
                    <a:pt x="239" y="169"/>
                    <a:pt x="266" y="142"/>
                    <a:pt x="292" y="142"/>
                  </a:cubicBezTo>
                  <a:cubicBezTo>
                    <a:pt x="301" y="142"/>
                    <a:pt x="319" y="151"/>
                    <a:pt x="319" y="160"/>
                  </a:cubicBezTo>
                  <a:cubicBezTo>
                    <a:pt x="337" y="160"/>
                    <a:pt x="346" y="151"/>
                    <a:pt x="355" y="151"/>
                  </a:cubicBezTo>
                  <a:cubicBezTo>
                    <a:pt x="346" y="160"/>
                    <a:pt x="346" y="169"/>
                    <a:pt x="337" y="178"/>
                  </a:cubicBezTo>
                  <a:cubicBezTo>
                    <a:pt x="346" y="178"/>
                    <a:pt x="355" y="169"/>
                    <a:pt x="364" y="169"/>
                  </a:cubicBezTo>
                  <a:cubicBezTo>
                    <a:pt x="355" y="178"/>
                    <a:pt x="346" y="187"/>
                    <a:pt x="337" y="195"/>
                  </a:cubicBezTo>
                  <a:close/>
                </a:path>
              </a:pathLst>
            </a:custGeom>
            <a:grp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dirty="0">
                <a:latin typeface="Calibri Light"/>
              </a:endParaRPr>
            </a:p>
          </p:txBody>
        </p:sp>
      </p:grpSp>
      <p:sp>
        <p:nvSpPr>
          <p:cNvPr id="60"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OUR SMART TEAM</a:t>
            </a:r>
          </a:p>
        </p:txBody>
      </p:sp>
      <p:sp>
        <p:nvSpPr>
          <p:cNvPr id="61" name="Rectangle 60"/>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62" name="Group 61"/>
          <p:cNvGrpSpPr/>
          <p:nvPr/>
        </p:nvGrpSpPr>
        <p:grpSpPr>
          <a:xfrm rot="10800000" flipV="1">
            <a:off x="5380522" y="1080697"/>
            <a:ext cx="1427781" cy="45707"/>
            <a:chOff x="3965945" y="1385354"/>
            <a:chExt cx="4572000" cy="79107"/>
          </a:xfrm>
        </p:grpSpPr>
        <p:sp>
          <p:nvSpPr>
            <p:cNvPr id="65" name="Rectangle 64"/>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75" name="Rectangle 74"/>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76" name="Rectangle 75"/>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79" name="Rectangle 78"/>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87" name="Rectangle 86"/>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2" name="Picture Placeholder 1"/>
          <p:cNvSpPr>
            <a:spLocks noGrp="1"/>
          </p:cNvSpPr>
          <p:nvPr>
            <p:ph type="pic" sz="quarter" idx="14"/>
          </p:nvPr>
        </p:nvSpPr>
        <p:spPr/>
      </p:sp>
      <p:sp>
        <p:nvSpPr>
          <p:cNvPr id="3" name="Picture Placeholder 2"/>
          <p:cNvSpPr>
            <a:spLocks noGrp="1"/>
          </p:cNvSpPr>
          <p:nvPr>
            <p:ph type="pic" sz="quarter" idx="15"/>
          </p:nvPr>
        </p:nvSpPr>
        <p:spPr/>
      </p:sp>
      <p:sp>
        <p:nvSpPr>
          <p:cNvPr id="4" name="Picture Placeholder 3"/>
          <p:cNvSpPr>
            <a:spLocks noGrp="1"/>
          </p:cNvSpPr>
          <p:nvPr>
            <p:ph type="pic" sz="quarter" idx="16"/>
          </p:nvPr>
        </p:nvSpPr>
        <p:spPr/>
      </p:sp>
      <p:sp>
        <p:nvSpPr>
          <p:cNvPr id="5" name="Picture Placeholder 4"/>
          <p:cNvSpPr>
            <a:spLocks noGrp="1"/>
          </p:cNvSpPr>
          <p:nvPr>
            <p:ph type="pic" sz="quarter" idx="17"/>
          </p:nvPr>
        </p:nvSpPr>
        <p:spPr/>
      </p:sp>
    </p:spTree>
  </p:cSld>
  <p:clrMapOvr>
    <a:masterClrMapping/>
  </p:clrMapOvr>
  <p:transition spd="slow" advClick="0" advTm="3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p:cTn id="7" dur="500" fill="hold"/>
                                        <p:tgtEl>
                                          <p:spTgt spid="62"/>
                                        </p:tgtEl>
                                        <p:attrNameLst>
                                          <p:attrName>ppt_w</p:attrName>
                                        </p:attrNameLst>
                                      </p:cBhvr>
                                      <p:tavLst>
                                        <p:tav tm="0">
                                          <p:val>
                                            <p:fltVal val="0"/>
                                          </p:val>
                                        </p:tav>
                                        <p:tav tm="100000">
                                          <p:val>
                                            <p:strVal val="#ppt_w"/>
                                          </p:val>
                                        </p:tav>
                                      </p:tavLst>
                                    </p:anim>
                                    <p:anim calcmode="lin" valueType="num">
                                      <p:cBhvr>
                                        <p:cTn id="8" dur="500" fill="hold"/>
                                        <p:tgtEl>
                                          <p:spTgt spid="62"/>
                                        </p:tgtEl>
                                        <p:attrNameLst>
                                          <p:attrName>ppt_h</p:attrName>
                                        </p:attrNameLst>
                                      </p:cBhvr>
                                      <p:tavLst>
                                        <p:tav tm="0">
                                          <p:val>
                                            <p:fltVal val="0"/>
                                          </p:val>
                                        </p:tav>
                                        <p:tav tm="100000">
                                          <p:val>
                                            <p:strVal val="#ppt_h"/>
                                          </p:val>
                                        </p:tav>
                                      </p:tavLst>
                                    </p:anim>
                                    <p:anim calcmode="lin" valueType="num">
                                      <p:cBhvr>
                                        <p:cTn id="9" dur="500" fill="hold"/>
                                        <p:tgtEl>
                                          <p:spTgt spid="62"/>
                                        </p:tgtEl>
                                        <p:attrNameLst>
                                          <p:attrName>style.rotation</p:attrName>
                                        </p:attrNameLst>
                                      </p:cBhvr>
                                      <p:tavLst>
                                        <p:tav tm="0">
                                          <p:val>
                                            <p:fltVal val="360"/>
                                          </p:val>
                                        </p:tav>
                                        <p:tav tm="100000">
                                          <p:val>
                                            <p:fltVal val="0"/>
                                          </p:val>
                                        </p:tav>
                                      </p:tavLst>
                                    </p:anim>
                                    <p:animEffect transition="in" filter="fade">
                                      <p:cBhvr>
                                        <p:cTn id="1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6"/>
          </p:nvPr>
        </p:nvSpPr>
        <p:spPr>
          <a:xfrm>
            <a:off x="2458089" y="5251135"/>
            <a:ext cx="1600201" cy="228600"/>
          </a:xfrm>
        </p:spPr>
        <p:txBody>
          <a:bodyPr>
            <a:normAutofit/>
          </a:bodyPr>
          <a:lstStyle/>
          <a:p>
            <a:r>
              <a:rPr lang="en-US" sz="1500" dirty="0" smtClean="0">
                <a:latin typeface="+mj-lt"/>
              </a:rPr>
              <a:t>CLIENT THREE</a:t>
            </a:r>
            <a:endParaRPr lang="en-US" sz="1500" dirty="0">
              <a:latin typeface="+mj-lt"/>
            </a:endParaRPr>
          </a:p>
        </p:txBody>
      </p:sp>
      <p:sp>
        <p:nvSpPr>
          <p:cNvPr id="6" name="Text Placeholder 5"/>
          <p:cNvSpPr>
            <a:spLocks noGrp="1"/>
          </p:cNvSpPr>
          <p:nvPr>
            <p:ph type="body" sz="quarter" idx="21"/>
          </p:nvPr>
        </p:nvSpPr>
        <p:spPr>
          <a:xfrm>
            <a:off x="2473491" y="4280128"/>
            <a:ext cx="3316121" cy="685800"/>
          </a:xfrm>
        </p:spPr>
        <p:txBody>
          <a:bodyPr>
            <a:noAutofit/>
          </a:bodyPr>
          <a:lstStyle/>
          <a:p>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has been the industry's standard dummy text ever since the 1500s.</a:t>
            </a:r>
          </a:p>
          <a:p>
            <a:endParaRPr lang="en-US" sz="1200" dirty="0">
              <a:latin typeface="Open Sans Light" pitchFamily="34" charset="0"/>
              <a:ea typeface="Open Sans Light" pitchFamily="34" charset="0"/>
              <a:cs typeface="Open Sans Light" pitchFamily="34" charset="0"/>
            </a:endParaRPr>
          </a:p>
        </p:txBody>
      </p:sp>
      <p:sp>
        <p:nvSpPr>
          <p:cNvPr id="8" name="Text Placeholder 7"/>
          <p:cNvSpPr>
            <a:spLocks noGrp="1"/>
          </p:cNvSpPr>
          <p:nvPr>
            <p:ph type="body" sz="quarter" idx="25"/>
          </p:nvPr>
        </p:nvSpPr>
        <p:spPr>
          <a:xfrm>
            <a:off x="2458086" y="5518805"/>
            <a:ext cx="1583670" cy="228600"/>
          </a:xfrm>
        </p:spPr>
        <p:txBody>
          <a:bodyPr/>
          <a:lstStyle/>
          <a:p>
            <a:r>
              <a:rPr lang="en-US" dirty="0" smtClean="0">
                <a:latin typeface="+mn-lt"/>
              </a:rPr>
              <a:t>SJ INTERNATIONAL</a:t>
            </a:r>
            <a:endParaRPr lang="en-US" dirty="0">
              <a:latin typeface="+mn-lt"/>
            </a:endParaRPr>
          </a:p>
        </p:txBody>
      </p:sp>
      <p:sp>
        <p:nvSpPr>
          <p:cNvPr id="9" name="Content Placeholder 8"/>
          <p:cNvSpPr>
            <a:spLocks noGrp="1"/>
          </p:cNvSpPr>
          <p:nvPr>
            <p:ph sz="quarter" idx="26"/>
          </p:nvPr>
        </p:nvSpPr>
        <p:spPr>
          <a:xfrm>
            <a:off x="2473495" y="3330894"/>
            <a:ext cx="1600201" cy="228600"/>
          </a:xfrm>
        </p:spPr>
        <p:txBody>
          <a:bodyPr/>
          <a:lstStyle/>
          <a:p>
            <a:r>
              <a:rPr lang="en-US" sz="1500" dirty="0" smtClean="0">
                <a:latin typeface="+mj-lt"/>
              </a:rPr>
              <a:t>CLIENT ONE</a:t>
            </a:r>
            <a:endParaRPr lang="en-US" sz="1500" dirty="0">
              <a:latin typeface="+mj-lt"/>
            </a:endParaRPr>
          </a:p>
        </p:txBody>
      </p:sp>
      <p:sp>
        <p:nvSpPr>
          <p:cNvPr id="10" name="Text Placeholder 9"/>
          <p:cNvSpPr>
            <a:spLocks noGrp="1"/>
          </p:cNvSpPr>
          <p:nvPr>
            <p:ph type="body" sz="quarter" idx="27"/>
          </p:nvPr>
        </p:nvSpPr>
        <p:spPr>
          <a:xfrm>
            <a:off x="2473491" y="2359888"/>
            <a:ext cx="3316121" cy="685800"/>
          </a:xfrm>
        </p:spPr>
        <p:txBody>
          <a:bodyPr>
            <a:noAutofit/>
          </a:bodyPr>
          <a:lstStyle/>
          <a:p>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has been the industry's standard dummy text ever since the 1500s.</a:t>
            </a:r>
            <a:endParaRPr lang="en-US" sz="1200" dirty="0">
              <a:latin typeface="Open Sans Light" pitchFamily="34" charset="0"/>
              <a:ea typeface="Open Sans Light" pitchFamily="34" charset="0"/>
              <a:cs typeface="Open Sans Light" pitchFamily="34" charset="0"/>
            </a:endParaRPr>
          </a:p>
        </p:txBody>
      </p:sp>
      <p:sp>
        <p:nvSpPr>
          <p:cNvPr id="11" name="Text Placeholder 10"/>
          <p:cNvSpPr>
            <a:spLocks noGrp="1"/>
          </p:cNvSpPr>
          <p:nvPr>
            <p:ph type="body" sz="quarter" idx="28"/>
          </p:nvPr>
        </p:nvSpPr>
        <p:spPr>
          <a:xfrm>
            <a:off x="2473492" y="3598565"/>
            <a:ext cx="1583670" cy="228600"/>
          </a:xfrm>
        </p:spPr>
        <p:txBody>
          <a:bodyPr/>
          <a:lstStyle/>
          <a:p>
            <a:r>
              <a:rPr lang="en-US" dirty="0" smtClean="0">
                <a:latin typeface="+mn-lt"/>
              </a:rPr>
              <a:t>MIDAS TOUCH</a:t>
            </a:r>
            <a:endParaRPr lang="en-US" dirty="0">
              <a:latin typeface="+mn-lt"/>
            </a:endParaRPr>
          </a:p>
        </p:txBody>
      </p:sp>
      <p:sp>
        <p:nvSpPr>
          <p:cNvPr id="13" name="Content Placeholder 12"/>
          <p:cNvSpPr>
            <a:spLocks noGrp="1"/>
          </p:cNvSpPr>
          <p:nvPr>
            <p:ph sz="quarter" idx="30"/>
          </p:nvPr>
        </p:nvSpPr>
        <p:spPr>
          <a:xfrm>
            <a:off x="7497583" y="5251135"/>
            <a:ext cx="1600201" cy="228600"/>
          </a:xfrm>
        </p:spPr>
        <p:txBody>
          <a:bodyPr>
            <a:normAutofit/>
          </a:bodyPr>
          <a:lstStyle/>
          <a:p>
            <a:r>
              <a:rPr lang="en-US" sz="1500" dirty="0" smtClean="0">
                <a:latin typeface="+mj-lt"/>
              </a:rPr>
              <a:t>CLIENT FOUR</a:t>
            </a:r>
            <a:endParaRPr lang="en-US" sz="1500" dirty="0">
              <a:latin typeface="+mj-lt"/>
            </a:endParaRPr>
          </a:p>
        </p:txBody>
      </p:sp>
      <p:sp>
        <p:nvSpPr>
          <p:cNvPr id="14" name="Text Placeholder 13"/>
          <p:cNvSpPr>
            <a:spLocks noGrp="1"/>
          </p:cNvSpPr>
          <p:nvPr>
            <p:ph type="body" sz="quarter" idx="31"/>
          </p:nvPr>
        </p:nvSpPr>
        <p:spPr>
          <a:xfrm>
            <a:off x="7512985" y="4280128"/>
            <a:ext cx="3305827" cy="685800"/>
          </a:xfrm>
        </p:spPr>
        <p:txBody>
          <a:bodyPr>
            <a:noAutofit/>
          </a:bodyPr>
          <a:lstStyle/>
          <a:p>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has been the industry's standard dummy text ever since the 1500s.</a:t>
            </a:r>
          </a:p>
          <a:p>
            <a:endParaRPr lang="en-US" sz="1200" dirty="0">
              <a:latin typeface="Open Sans Light" pitchFamily="34" charset="0"/>
              <a:ea typeface="Open Sans Light" pitchFamily="34" charset="0"/>
              <a:cs typeface="Open Sans Light" pitchFamily="34" charset="0"/>
            </a:endParaRPr>
          </a:p>
        </p:txBody>
      </p:sp>
      <p:sp>
        <p:nvSpPr>
          <p:cNvPr id="15" name="Text Placeholder 14"/>
          <p:cNvSpPr>
            <a:spLocks noGrp="1"/>
          </p:cNvSpPr>
          <p:nvPr>
            <p:ph type="body" sz="quarter" idx="32"/>
          </p:nvPr>
        </p:nvSpPr>
        <p:spPr>
          <a:xfrm>
            <a:off x="7497580" y="5518805"/>
            <a:ext cx="1583670" cy="228600"/>
          </a:xfrm>
        </p:spPr>
        <p:txBody>
          <a:bodyPr/>
          <a:lstStyle/>
          <a:p>
            <a:r>
              <a:rPr lang="en-US" dirty="0" smtClean="0">
                <a:latin typeface="+mn-lt"/>
              </a:rPr>
              <a:t>TOMOTTO CRUSH</a:t>
            </a:r>
            <a:endParaRPr lang="en-US" dirty="0">
              <a:latin typeface="+mn-lt"/>
            </a:endParaRPr>
          </a:p>
        </p:txBody>
      </p:sp>
      <p:sp>
        <p:nvSpPr>
          <p:cNvPr id="16" name="Content Placeholder 15"/>
          <p:cNvSpPr>
            <a:spLocks noGrp="1"/>
          </p:cNvSpPr>
          <p:nvPr>
            <p:ph sz="quarter" idx="33"/>
          </p:nvPr>
        </p:nvSpPr>
        <p:spPr>
          <a:xfrm>
            <a:off x="7512989" y="3330894"/>
            <a:ext cx="1600201" cy="228600"/>
          </a:xfrm>
        </p:spPr>
        <p:txBody>
          <a:bodyPr>
            <a:normAutofit/>
          </a:bodyPr>
          <a:lstStyle/>
          <a:p>
            <a:r>
              <a:rPr lang="en-US" sz="1500" dirty="0" smtClean="0">
                <a:latin typeface="+mj-lt"/>
              </a:rPr>
              <a:t>CLIENT TWO</a:t>
            </a:r>
            <a:endParaRPr lang="en-US" sz="1500" dirty="0">
              <a:latin typeface="+mj-lt"/>
            </a:endParaRPr>
          </a:p>
        </p:txBody>
      </p:sp>
      <p:sp>
        <p:nvSpPr>
          <p:cNvPr id="17" name="Text Placeholder 16"/>
          <p:cNvSpPr>
            <a:spLocks noGrp="1"/>
          </p:cNvSpPr>
          <p:nvPr>
            <p:ph type="body" sz="quarter" idx="34"/>
          </p:nvPr>
        </p:nvSpPr>
        <p:spPr>
          <a:xfrm>
            <a:off x="7512985" y="2359888"/>
            <a:ext cx="3305827" cy="685800"/>
          </a:xfrm>
        </p:spPr>
        <p:txBody>
          <a:bodyPr>
            <a:noAutofit/>
          </a:bodyPr>
          <a:lstStyle/>
          <a:p>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has been the industry's standard dummy text ever since the 1500s.</a:t>
            </a:r>
          </a:p>
        </p:txBody>
      </p:sp>
      <p:sp>
        <p:nvSpPr>
          <p:cNvPr id="18" name="Text Placeholder 17"/>
          <p:cNvSpPr>
            <a:spLocks noGrp="1"/>
          </p:cNvSpPr>
          <p:nvPr>
            <p:ph type="body" sz="quarter" idx="35"/>
          </p:nvPr>
        </p:nvSpPr>
        <p:spPr>
          <a:xfrm>
            <a:off x="7512986" y="3598565"/>
            <a:ext cx="1583670" cy="228600"/>
          </a:xfrm>
        </p:spPr>
        <p:txBody>
          <a:bodyPr/>
          <a:lstStyle/>
          <a:p>
            <a:r>
              <a:rPr lang="en-US" dirty="0" smtClean="0">
                <a:latin typeface="+mn-lt"/>
              </a:rPr>
              <a:t>SERMARAJ ARTS</a:t>
            </a:r>
            <a:endParaRPr lang="en-US" dirty="0">
              <a:latin typeface="+mn-lt"/>
            </a:endParaRPr>
          </a:p>
        </p:txBody>
      </p:sp>
      <p:sp>
        <p:nvSpPr>
          <p:cNvPr id="28"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CLIENT TESTIMONIALS</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35" name="Rectangle 34"/>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36" name="Group 35"/>
          <p:cNvGrpSpPr/>
          <p:nvPr/>
        </p:nvGrpSpPr>
        <p:grpSpPr>
          <a:xfrm rot="10800000" flipV="1">
            <a:off x="5380522" y="1080697"/>
            <a:ext cx="1427781" cy="45707"/>
            <a:chOff x="3965945" y="1385354"/>
            <a:chExt cx="4572000" cy="79107"/>
          </a:xfrm>
        </p:grpSpPr>
        <p:sp>
          <p:nvSpPr>
            <p:cNvPr id="37" name="Rectangle 36"/>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8" name="Rectangle 37"/>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9" name="Rectangle 38"/>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40" name="Rectangle 39"/>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41" name="Rectangle 40"/>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2" name="Picture Placeholder 1"/>
          <p:cNvSpPr>
            <a:spLocks noGrp="1"/>
          </p:cNvSpPr>
          <p:nvPr>
            <p:ph type="pic" sz="quarter" idx="29"/>
          </p:nvPr>
        </p:nvSpPr>
        <p:spPr/>
      </p:sp>
      <p:sp>
        <p:nvSpPr>
          <p:cNvPr id="3" name="Picture Placeholder 2"/>
          <p:cNvSpPr>
            <a:spLocks noGrp="1"/>
          </p:cNvSpPr>
          <p:nvPr>
            <p:ph type="pic" sz="quarter" idx="24"/>
          </p:nvPr>
        </p:nvSpPr>
        <p:spPr/>
      </p:sp>
      <p:sp>
        <p:nvSpPr>
          <p:cNvPr id="5" name="Picture Placeholder 4"/>
          <p:cNvSpPr>
            <a:spLocks noGrp="1"/>
          </p:cNvSpPr>
          <p:nvPr>
            <p:ph type="pic" sz="quarter" idx="36"/>
          </p:nvPr>
        </p:nvSpPr>
        <p:spPr/>
      </p:sp>
      <p:sp>
        <p:nvSpPr>
          <p:cNvPr id="7" name="Picture Placeholder 6"/>
          <p:cNvSpPr>
            <a:spLocks noGrp="1"/>
          </p:cNvSpPr>
          <p:nvPr>
            <p:ph type="pic" sz="quarter" idx="37"/>
          </p:nvPr>
        </p:nvSpPr>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anim calcmode="lin" valueType="num">
                                      <p:cBhvr>
                                        <p:cTn id="9" dur="500" fill="hold"/>
                                        <p:tgtEl>
                                          <p:spTgt spid="36"/>
                                        </p:tgtEl>
                                        <p:attrNameLst>
                                          <p:attrName>style.rotation</p:attrName>
                                        </p:attrNameLst>
                                      </p:cBhvr>
                                      <p:tavLst>
                                        <p:tav tm="0">
                                          <p:val>
                                            <p:fltVal val="360"/>
                                          </p:val>
                                        </p:tav>
                                        <p:tav tm="100000">
                                          <p:val>
                                            <p:fltVal val="0"/>
                                          </p:val>
                                        </p:tav>
                                      </p:tavLst>
                                    </p:anim>
                                    <p:animEffect transition="in" filter="fade">
                                      <p:cBhvr>
                                        <p:cTn id="1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Oval 80"/>
          <p:cNvSpPr>
            <a:spLocks noChangeAspect="1"/>
          </p:cNvSpPr>
          <p:nvPr/>
        </p:nvSpPr>
        <p:spPr>
          <a:xfrm>
            <a:off x="8451099" y="4162215"/>
            <a:ext cx="749263" cy="749263"/>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nvGrpSpPr>
          <p:cNvPr id="82" name="Group 21"/>
          <p:cNvGrpSpPr/>
          <p:nvPr/>
        </p:nvGrpSpPr>
        <p:grpSpPr>
          <a:xfrm>
            <a:off x="8651363" y="4355238"/>
            <a:ext cx="348778" cy="349374"/>
            <a:chOff x="7287419" y="3505994"/>
            <a:chExt cx="464344" cy="465138"/>
          </a:xfrm>
          <a:solidFill>
            <a:schemeClr val="accent1"/>
          </a:solidFill>
        </p:grpSpPr>
        <p:sp>
          <p:nvSpPr>
            <p:cNvPr id="83" name="AutoShape 37"/>
            <p:cNvSpPr>
              <a:spLocks/>
            </p:cNvSpPr>
            <p:nvPr/>
          </p:nvSpPr>
          <p:spPr bwMode="auto">
            <a:xfrm>
              <a:off x="7287419" y="3549650"/>
              <a:ext cx="423069" cy="421482"/>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84" name="AutoShape 38"/>
            <p:cNvSpPr>
              <a:spLocks/>
            </p:cNvSpPr>
            <p:nvPr/>
          </p:nvSpPr>
          <p:spPr bwMode="auto">
            <a:xfrm>
              <a:off x="7490619" y="3738563"/>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85" name="AutoShape 39"/>
            <p:cNvSpPr>
              <a:spLocks/>
            </p:cNvSpPr>
            <p:nvPr/>
          </p:nvSpPr>
          <p:spPr bwMode="auto">
            <a:xfrm>
              <a:off x="7679532" y="3505994"/>
              <a:ext cx="72231" cy="730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86" name="AutoShape 40"/>
            <p:cNvSpPr>
              <a:spLocks/>
            </p:cNvSpPr>
            <p:nvPr/>
          </p:nvSpPr>
          <p:spPr bwMode="auto">
            <a:xfrm>
              <a:off x="7403307" y="3724275"/>
              <a:ext cx="57944" cy="579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87" name="AutoShape 41"/>
            <p:cNvSpPr>
              <a:spLocks/>
            </p:cNvSpPr>
            <p:nvPr/>
          </p:nvSpPr>
          <p:spPr bwMode="auto">
            <a:xfrm>
              <a:off x="7461250" y="3825875"/>
              <a:ext cx="29369" cy="285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88" name="AutoShape 42"/>
            <p:cNvSpPr>
              <a:spLocks/>
            </p:cNvSpPr>
            <p:nvPr/>
          </p:nvSpPr>
          <p:spPr bwMode="auto">
            <a:xfrm>
              <a:off x="7693819" y="3607594"/>
              <a:ext cx="28575" cy="293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
        <p:nvSpPr>
          <p:cNvPr id="90" name="Oval 89"/>
          <p:cNvSpPr>
            <a:spLocks noChangeAspect="1"/>
          </p:cNvSpPr>
          <p:nvPr/>
        </p:nvSpPr>
        <p:spPr>
          <a:xfrm>
            <a:off x="8451099" y="2043270"/>
            <a:ext cx="749263" cy="749263"/>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nvGrpSpPr>
          <p:cNvPr id="91" name="Group 28"/>
          <p:cNvGrpSpPr/>
          <p:nvPr/>
        </p:nvGrpSpPr>
        <p:grpSpPr>
          <a:xfrm>
            <a:off x="8661319" y="2241953"/>
            <a:ext cx="348777" cy="348777"/>
            <a:chOff x="8216107" y="1647825"/>
            <a:chExt cx="464344" cy="464344"/>
          </a:xfrm>
          <a:solidFill>
            <a:schemeClr val="accent1"/>
          </a:solidFill>
        </p:grpSpPr>
        <p:sp>
          <p:nvSpPr>
            <p:cNvPr id="92" name="AutoShape 81"/>
            <p:cNvSpPr>
              <a:spLocks/>
            </p:cNvSpPr>
            <p:nvPr/>
          </p:nvSpPr>
          <p:spPr bwMode="auto">
            <a:xfrm>
              <a:off x="8216107" y="1647825"/>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chemeClr val="tx1">
                    <a:lumMod val="65000"/>
                    <a:lumOff val="35000"/>
                  </a:schemeClr>
                </a:solidFill>
                <a:effectLst>
                  <a:outerShdw blurRad="38100" dist="38100" dir="2700000" algn="tl">
                    <a:srgbClr val="000000"/>
                  </a:outerShdw>
                </a:effectLst>
                <a:latin typeface="Gill Sans" charset="0"/>
                <a:sym typeface="Gill Sans" charset="0"/>
              </a:endParaRPr>
            </a:p>
          </p:txBody>
        </p:sp>
        <p:sp>
          <p:nvSpPr>
            <p:cNvPr id="93" name="AutoShape 82"/>
            <p:cNvSpPr>
              <a:spLocks/>
            </p:cNvSpPr>
            <p:nvPr/>
          </p:nvSpPr>
          <p:spPr bwMode="auto">
            <a:xfrm>
              <a:off x="8259763" y="2024857"/>
              <a:ext cx="43657" cy="436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4400"/>
                  </a:moveTo>
                  <a:cubicBezTo>
                    <a:pt x="8820" y="14400"/>
                    <a:pt x="7200" y="12782"/>
                    <a:pt x="7200" y="10800"/>
                  </a:cubicBezTo>
                  <a:cubicBezTo>
                    <a:pt x="7200" y="8817"/>
                    <a:pt x="8820" y="7200"/>
                    <a:pt x="10800" y="7200"/>
                  </a:cubicBezTo>
                  <a:cubicBezTo>
                    <a:pt x="12779" y="7200"/>
                    <a:pt x="14400" y="8817"/>
                    <a:pt x="14400" y="10800"/>
                  </a:cubicBezTo>
                  <a:cubicBezTo>
                    <a:pt x="14400" y="12782"/>
                    <a:pt x="12779" y="14400"/>
                    <a:pt x="10800" y="14400"/>
                  </a:cubicBezTo>
                  <a:moveTo>
                    <a:pt x="10800" y="0"/>
                  </a:moveTo>
                  <a:cubicBezTo>
                    <a:pt x="4837" y="0"/>
                    <a:pt x="0" y="4837"/>
                    <a:pt x="0" y="10800"/>
                  </a:cubicBezTo>
                  <a:cubicBezTo>
                    <a:pt x="0" y="16762"/>
                    <a:pt x="4837" y="21599"/>
                    <a:pt x="10800" y="21599"/>
                  </a:cubicBezTo>
                  <a:cubicBezTo>
                    <a:pt x="16762" y="21599"/>
                    <a:pt x="21600" y="16762"/>
                    <a:pt x="21600" y="10800"/>
                  </a:cubicBezTo>
                  <a:cubicBezTo>
                    <a:pt x="21600" y="4837"/>
                    <a:pt x="16762"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chemeClr val="tx1">
                    <a:lumMod val="65000"/>
                    <a:lumOff val="35000"/>
                  </a:schemeClr>
                </a:solidFill>
                <a:effectLst>
                  <a:outerShdw blurRad="38100" dist="38100" dir="2700000" algn="tl">
                    <a:srgbClr val="000000"/>
                  </a:outerShdw>
                </a:effectLst>
                <a:latin typeface="Gill Sans" charset="0"/>
                <a:sym typeface="Gill Sans" charset="0"/>
              </a:endParaRPr>
            </a:p>
          </p:txBody>
        </p:sp>
      </p:grpSp>
      <p:sp>
        <p:nvSpPr>
          <p:cNvPr id="95" name="Oval 13"/>
          <p:cNvSpPr>
            <a:spLocks noChangeAspect="1"/>
          </p:cNvSpPr>
          <p:nvPr/>
        </p:nvSpPr>
        <p:spPr>
          <a:xfrm>
            <a:off x="5719779" y="4162215"/>
            <a:ext cx="749263" cy="749263"/>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nvGrpSpPr>
          <p:cNvPr id="96" name="Group 31"/>
          <p:cNvGrpSpPr/>
          <p:nvPr/>
        </p:nvGrpSpPr>
        <p:grpSpPr>
          <a:xfrm>
            <a:off x="5962594" y="4355237"/>
            <a:ext cx="263640" cy="384312"/>
            <a:chOff x="3582988" y="3510757"/>
            <a:chExt cx="319088" cy="465138"/>
          </a:xfrm>
          <a:solidFill>
            <a:schemeClr val="accent1"/>
          </a:solidFill>
        </p:grpSpPr>
        <p:sp>
          <p:nvSpPr>
            <p:cNvPr id="97" name="AutoShape 113"/>
            <p:cNvSpPr>
              <a:spLocks/>
            </p:cNvSpPr>
            <p:nvPr/>
          </p:nvSpPr>
          <p:spPr bwMode="auto">
            <a:xfrm>
              <a:off x="3582988" y="3510757"/>
              <a:ext cx="319088" cy="465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98" name="AutoShape 114"/>
            <p:cNvSpPr>
              <a:spLocks/>
            </p:cNvSpPr>
            <p:nvPr/>
          </p:nvSpPr>
          <p:spPr bwMode="auto">
            <a:xfrm>
              <a:off x="3655219" y="3583782"/>
              <a:ext cx="94456" cy="944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
        <p:nvSpPr>
          <p:cNvPr id="100" name="Oval 99"/>
          <p:cNvSpPr>
            <a:spLocks noChangeAspect="1"/>
          </p:cNvSpPr>
          <p:nvPr/>
        </p:nvSpPr>
        <p:spPr>
          <a:xfrm>
            <a:off x="2988458" y="4162215"/>
            <a:ext cx="749263" cy="749263"/>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nvGrpSpPr>
          <p:cNvPr id="101" name="Group 34"/>
          <p:cNvGrpSpPr/>
          <p:nvPr/>
        </p:nvGrpSpPr>
        <p:grpSpPr>
          <a:xfrm>
            <a:off x="3194972" y="4373004"/>
            <a:ext cx="349374" cy="348777"/>
            <a:chOff x="2581275" y="2582069"/>
            <a:chExt cx="465138" cy="464344"/>
          </a:xfrm>
          <a:solidFill>
            <a:schemeClr val="accent1"/>
          </a:solidFill>
        </p:grpSpPr>
        <p:sp>
          <p:nvSpPr>
            <p:cNvPr id="102" name="AutoShape 128"/>
            <p:cNvSpPr>
              <a:spLocks/>
            </p:cNvSpPr>
            <p:nvPr/>
          </p:nvSpPr>
          <p:spPr bwMode="auto">
            <a:xfrm>
              <a:off x="2581275" y="2582069"/>
              <a:ext cx="465138"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03" name="AutoShape 129"/>
            <p:cNvSpPr>
              <a:spLocks/>
            </p:cNvSpPr>
            <p:nvPr/>
          </p:nvSpPr>
          <p:spPr bwMode="auto">
            <a:xfrm>
              <a:off x="2871788" y="2640013"/>
              <a:ext cx="115888" cy="115888"/>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grp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
        <p:nvSpPr>
          <p:cNvPr id="105" name="Oval 104"/>
          <p:cNvSpPr>
            <a:spLocks noChangeAspect="1"/>
          </p:cNvSpPr>
          <p:nvPr/>
        </p:nvSpPr>
        <p:spPr>
          <a:xfrm>
            <a:off x="2988458" y="2043270"/>
            <a:ext cx="749263" cy="749263"/>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06" name="AutoShape 130"/>
          <p:cNvSpPr>
            <a:spLocks/>
          </p:cNvSpPr>
          <p:nvPr/>
        </p:nvSpPr>
        <p:spPr bwMode="auto">
          <a:xfrm>
            <a:off x="3171266" y="2217411"/>
            <a:ext cx="383655" cy="383655"/>
          </a:xfrm>
          <a:custGeom>
            <a:avLst/>
            <a:gdLst>
              <a:gd name="T0" fmla="+- 0 10799 113"/>
              <a:gd name="T1" fmla="*/ T0 w 21373"/>
              <a:gd name="T2" fmla="*/ 10800 h 21600"/>
              <a:gd name="T3" fmla="+- 0 10799 113"/>
              <a:gd name="T4" fmla="*/ T3 w 21373"/>
              <a:gd name="T5" fmla="*/ 10800 h 21600"/>
              <a:gd name="T6" fmla="+- 0 10799 113"/>
              <a:gd name="T7" fmla="*/ T6 w 21373"/>
              <a:gd name="T8" fmla="*/ 10800 h 21600"/>
              <a:gd name="T9" fmla="+- 0 10799 113"/>
              <a:gd name="T10" fmla="*/ T9 w 21373"/>
              <a:gd name="T11" fmla="*/ 10800 h 21600"/>
            </a:gdLst>
            <a:ahLst/>
            <a:cxnLst>
              <a:cxn ang="0">
                <a:pos x="T1" y="T2"/>
              </a:cxn>
              <a:cxn ang="0">
                <a:pos x="T4" y="T5"/>
              </a:cxn>
              <a:cxn ang="0">
                <a:pos x="T7" y="T8"/>
              </a:cxn>
              <a:cxn ang="0">
                <a:pos x="T10" y="T11"/>
              </a:cxn>
            </a:cxnLst>
            <a:rect l="0" t="0" r="r" b="b"/>
            <a:pathLst>
              <a:path w="21373" h="21600">
                <a:moveTo>
                  <a:pt x="1336" y="20249"/>
                </a:moveTo>
                <a:cubicBezTo>
                  <a:pt x="1428" y="20188"/>
                  <a:pt x="3691" y="18688"/>
                  <a:pt x="7070" y="17950"/>
                </a:cubicBezTo>
                <a:lnTo>
                  <a:pt x="8729" y="17587"/>
                </a:lnTo>
                <a:cubicBezTo>
                  <a:pt x="9321" y="17980"/>
                  <a:pt x="9972" y="18225"/>
                  <a:pt x="10686" y="18225"/>
                </a:cubicBezTo>
                <a:cubicBezTo>
                  <a:pt x="11401" y="18225"/>
                  <a:pt x="12052" y="17980"/>
                  <a:pt x="12644" y="17587"/>
                </a:cubicBezTo>
                <a:lnTo>
                  <a:pt x="14303" y="17950"/>
                </a:lnTo>
                <a:cubicBezTo>
                  <a:pt x="17656" y="18682"/>
                  <a:pt x="19911" y="20165"/>
                  <a:pt x="20037" y="20249"/>
                </a:cubicBezTo>
                <a:cubicBezTo>
                  <a:pt x="20037" y="20249"/>
                  <a:pt x="1336" y="20249"/>
                  <a:pt x="1336" y="20249"/>
                </a:cubicBezTo>
                <a:close/>
                <a:moveTo>
                  <a:pt x="13537" y="15793"/>
                </a:moveTo>
                <a:lnTo>
                  <a:pt x="13317" y="16073"/>
                </a:lnTo>
                <a:cubicBezTo>
                  <a:pt x="11725" y="17923"/>
                  <a:pt x="9648" y="17923"/>
                  <a:pt x="8056" y="16073"/>
                </a:cubicBezTo>
                <a:lnTo>
                  <a:pt x="7836" y="15793"/>
                </a:lnTo>
                <a:cubicBezTo>
                  <a:pt x="5977" y="13411"/>
                  <a:pt x="5053" y="10261"/>
                  <a:pt x="5451" y="7255"/>
                </a:cubicBezTo>
                <a:cubicBezTo>
                  <a:pt x="5815" y="4367"/>
                  <a:pt x="7453" y="1350"/>
                  <a:pt x="10686" y="1350"/>
                </a:cubicBezTo>
                <a:cubicBezTo>
                  <a:pt x="13920" y="1350"/>
                  <a:pt x="15558" y="4367"/>
                  <a:pt x="15922" y="7255"/>
                </a:cubicBezTo>
                <a:cubicBezTo>
                  <a:pt x="16318" y="10262"/>
                  <a:pt x="15398" y="13411"/>
                  <a:pt x="13537" y="15793"/>
                </a:cubicBezTo>
                <a:moveTo>
                  <a:pt x="20778" y="19126"/>
                </a:moveTo>
                <a:cubicBezTo>
                  <a:pt x="20644" y="19037"/>
                  <a:pt x="18209" y="17422"/>
                  <a:pt x="14585" y="16630"/>
                </a:cubicBezTo>
                <a:cubicBezTo>
                  <a:pt x="15914" y="14927"/>
                  <a:pt x="16767" y="12639"/>
                  <a:pt x="17130" y="11115"/>
                </a:cubicBezTo>
                <a:cubicBezTo>
                  <a:pt x="17633" y="9004"/>
                  <a:pt x="17438" y="4873"/>
                  <a:pt x="15431" y="2299"/>
                </a:cubicBezTo>
                <a:cubicBezTo>
                  <a:pt x="14259" y="795"/>
                  <a:pt x="12618" y="0"/>
                  <a:pt x="10686" y="0"/>
                </a:cubicBezTo>
                <a:cubicBezTo>
                  <a:pt x="8755" y="0"/>
                  <a:pt x="7114" y="795"/>
                  <a:pt x="5942" y="2299"/>
                </a:cubicBezTo>
                <a:cubicBezTo>
                  <a:pt x="3935" y="4873"/>
                  <a:pt x="3740" y="9004"/>
                  <a:pt x="4243" y="11115"/>
                </a:cubicBezTo>
                <a:cubicBezTo>
                  <a:pt x="4606" y="12639"/>
                  <a:pt x="5459" y="14927"/>
                  <a:pt x="6788" y="16630"/>
                </a:cubicBezTo>
                <a:cubicBezTo>
                  <a:pt x="3164" y="17422"/>
                  <a:pt x="729" y="19037"/>
                  <a:pt x="595" y="19126"/>
                </a:cubicBezTo>
                <a:cubicBezTo>
                  <a:pt x="105" y="19457"/>
                  <a:pt x="-113" y="20071"/>
                  <a:pt x="57" y="20640"/>
                </a:cubicBezTo>
                <a:cubicBezTo>
                  <a:pt x="228" y="21210"/>
                  <a:pt x="747" y="21599"/>
                  <a:pt x="1336" y="21599"/>
                </a:cubicBezTo>
                <a:lnTo>
                  <a:pt x="20037" y="21599"/>
                </a:lnTo>
                <a:cubicBezTo>
                  <a:pt x="20626" y="21599"/>
                  <a:pt x="21145" y="21210"/>
                  <a:pt x="21316" y="20640"/>
                </a:cubicBezTo>
                <a:cubicBezTo>
                  <a:pt x="21487" y="20071"/>
                  <a:pt x="21268" y="19457"/>
                  <a:pt x="20778" y="19126"/>
                </a:cubicBezTo>
              </a:path>
            </a:pathLst>
          </a:custGeom>
          <a:solidFill>
            <a:schemeClr val="accent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chemeClr val="tx1">
                  <a:lumMod val="65000"/>
                  <a:lumOff val="35000"/>
                </a:schemeClr>
              </a:solidFill>
              <a:effectLst>
                <a:outerShdw blurRad="38100" dist="38100" dir="2700000" algn="tl">
                  <a:srgbClr val="000000"/>
                </a:outerShdw>
              </a:effectLst>
              <a:latin typeface="Gill Sans" charset="0"/>
              <a:sym typeface="Gill Sans" charset="0"/>
            </a:endParaRPr>
          </a:p>
        </p:txBody>
      </p:sp>
      <p:sp>
        <p:nvSpPr>
          <p:cNvPr id="108" name="Oval 107"/>
          <p:cNvSpPr>
            <a:spLocks noChangeAspect="1"/>
          </p:cNvSpPr>
          <p:nvPr/>
        </p:nvSpPr>
        <p:spPr>
          <a:xfrm>
            <a:off x="5719779" y="2043270"/>
            <a:ext cx="749263" cy="749263"/>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09" name="AutoShape 137"/>
          <p:cNvSpPr>
            <a:spLocks/>
          </p:cNvSpPr>
          <p:nvPr/>
        </p:nvSpPr>
        <p:spPr bwMode="auto">
          <a:xfrm>
            <a:off x="5920024" y="2217410"/>
            <a:ext cx="348777" cy="348777"/>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solidFill>
            <a:schemeClr val="accent1"/>
          </a:soli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45" tIns="19045" rIns="19045" bIns="19045" anchor="ctr"/>
          <a:lstStyle/>
          <a:p>
            <a:pPr algn="ctr" defTabSz="228531" fontAlgn="base" hangingPunct="0">
              <a:spcBef>
                <a:spcPct val="0"/>
              </a:spcBef>
              <a:spcAft>
                <a:spcPct val="0"/>
              </a:spcAft>
            </a:pPr>
            <a:endParaRPr lang="en-US" sz="1500">
              <a:solidFill>
                <a:schemeClr val="tx1">
                  <a:lumMod val="65000"/>
                  <a:lumOff val="35000"/>
                </a:schemeClr>
              </a:solidFill>
              <a:effectLst>
                <a:outerShdw blurRad="38100" dist="38100" dir="2700000" algn="tl">
                  <a:srgbClr val="000000"/>
                </a:outerShdw>
              </a:effectLst>
              <a:latin typeface="Gill Sans" charset="0"/>
              <a:sym typeface="Gill Sans" charset="0"/>
            </a:endParaRPr>
          </a:p>
        </p:txBody>
      </p:sp>
      <p:sp>
        <p:nvSpPr>
          <p:cNvPr id="111" name="TextBox 110"/>
          <p:cNvSpPr txBox="1"/>
          <p:nvPr/>
        </p:nvSpPr>
        <p:spPr>
          <a:xfrm>
            <a:off x="2228431" y="2843972"/>
            <a:ext cx="2269326" cy="307697"/>
          </a:xfrm>
          <a:prstGeom prst="rect">
            <a:avLst/>
          </a:prstGeom>
          <a:noFill/>
        </p:spPr>
        <p:txBody>
          <a:bodyPr wrap="none" rtlCol="0">
            <a:spAutoFit/>
          </a:bodyPr>
          <a:lstStyle/>
          <a:p>
            <a:pPr algn="ctr"/>
            <a:r>
              <a:rPr lang="en-GB" sz="1400" dirty="0">
                <a:solidFill>
                  <a:schemeClr val="tx1">
                    <a:lumMod val="75000"/>
                    <a:lumOff val="25000"/>
                  </a:schemeClr>
                </a:solidFill>
                <a:latin typeface="+mj-lt"/>
              </a:rPr>
              <a:t>WORLDWIDE BUSINESS</a:t>
            </a:r>
          </a:p>
        </p:txBody>
      </p:sp>
      <p:sp>
        <p:nvSpPr>
          <p:cNvPr id="112" name="Rectangle 111"/>
          <p:cNvSpPr/>
          <p:nvPr/>
        </p:nvSpPr>
        <p:spPr>
          <a:xfrm>
            <a:off x="2261845" y="3129128"/>
            <a:ext cx="2215621" cy="646163"/>
          </a:xfrm>
          <a:prstGeom prst="rect">
            <a:avLst/>
          </a:prstGeom>
        </p:spPr>
        <p:txBody>
          <a:bodyPr wrap="square">
            <a:spAutoFit/>
          </a:bodyPr>
          <a:lstStyle/>
          <a:p>
            <a:pPr algn="ct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Lorem</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ipsum</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dolor</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sit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amet</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consectetuer</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adipiscing</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elit</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sed</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diam</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nonummy</a:t>
            </a:r>
            <a:endParaRPr lang="en-GB" sz="1200" dirty="0">
              <a:solidFill>
                <a:schemeClr val="tx1">
                  <a:lumMod val="65000"/>
                  <a:lumOff val="35000"/>
                </a:schemeClr>
              </a:solidFill>
              <a:latin typeface="Open Sans Light" pitchFamily="34" charset="0"/>
              <a:ea typeface="Open Sans Light" pitchFamily="34" charset="0"/>
              <a:cs typeface="Open Sans Light" pitchFamily="34" charset="0"/>
            </a:endParaRPr>
          </a:p>
        </p:txBody>
      </p:sp>
      <p:sp>
        <p:nvSpPr>
          <p:cNvPr id="114" name="TextBox 113"/>
          <p:cNvSpPr txBox="1"/>
          <p:nvPr/>
        </p:nvSpPr>
        <p:spPr>
          <a:xfrm>
            <a:off x="2713238" y="4964524"/>
            <a:ext cx="1312838" cy="307697"/>
          </a:xfrm>
          <a:prstGeom prst="rect">
            <a:avLst/>
          </a:prstGeom>
          <a:noFill/>
        </p:spPr>
        <p:txBody>
          <a:bodyPr wrap="none" rtlCol="0">
            <a:spAutoFit/>
          </a:bodyPr>
          <a:lstStyle/>
          <a:p>
            <a:pPr algn="ctr"/>
            <a:r>
              <a:rPr lang="en-GB" sz="1400" dirty="0">
                <a:solidFill>
                  <a:schemeClr val="tx1">
                    <a:lumMod val="75000"/>
                    <a:lumOff val="25000"/>
                  </a:schemeClr>
                </a:solidFill>
                <a:latin typeface="+mj-lt"/>
              </a:rPr>
              <a:t>WEB DESIGN</a:t>
            </a:r>
          </a:p>
        </p:txBody>
      </p:sp>
      <p:sp>
        <p:nvSpPr>
          <p:cNvPr id="115" name="Rectangle 114"/>
          <p:cNvSpPr/>
          <p:nvPr/>
        </p:nvSpPr>
        <p:spPr>
          <a:xfrm>
            <a:off x="2255281" y="5266131"/>
            <a:ext cx="2215621" cy="646163"/>
          </a:xfrm>
          <a:prstGeom prst="rect">
            <a:avLst/>
          </a:prstGeom>
        </p:spPr>
        <p:txBody>
          <a:bodyPr wrap="square">
            <a:spAutoFit/>
          </a:bodyPr>
          <a:lstStyle/>
          <a:p>
            <a:pPr algn="ctr"/>
            <a:r>
              <a:rPr lang="en-GB" sz="1200">
                <a:solidFill>
                  <a:schemeClr val="tx1">
                    <a:lumMod val="65000"/>
                    <a:lumOff val="35000"/>
                  </a:schemeClr>
                </a:solidFill>
                <a:latin typeface="Open Sans Light" pitchFamily="34" charset="0"/>
                <a:ea typeface="Open Sans Light" pitchFamily="34" charset="0"/>
                <a:cs typeface="Open Sans Light" pitchFamily="34" charset="0"/>
              </a:rPr>
              <a:t>Lorem ipsum dolor sit amet, consectetuer adipiscing elit, sed diam nonummy</a:t>
            </a:r>
          </a:p>
        </p:txBody>
      </p:sp>
      <p:sp>
        <p:nvSpPr>
          <p:cNvPr id="117" name="TextBox 116"/>
          <p:cNvSpPr txBox="1"/>
          <p:nvPr/>
        </p:nvSpPr>
        <p:spPr>
          <a:xfrm>
            <a:off x="5334820" y="2843970"/>
            <a:ext cx="1519187" cy="307697"/>
          </a:xfrm>
          <a:prstGeom prst="rect">
            <a:avLst/>
          </a:prstGeom>
          <a:noFill/>
        </p:spPr>
        <p:txBody>
          <a:bodyPr wrap="none" rtlCol="0">
            <a:spAutoFit/>
          </a:bodyPr>
          <a:lstStyle/>
          <a:p>
            <a:pPr algn="ctr"/>
            <a:r>
              <a:rPr lang="en-GB" sz="1400" dirty="0">
                <a:solidFill>
                  <a:schemeClr val="tx1">
                    <a:lumMod val="75000"/>
                    <a:lumOff val="25000"/>
                  </a:schemeClr>
                </a:solidFill>
                <a:latin typeface="+mj-lt"/>
              </a:rPr>
              <a:t>DEVELOPMENT</a:t>
            </a:r>
          </a:p>
        </p:txBody>
      </p:sp>
      <p:sp>
        <p:nvSpPr>
          <p:cNvPr id="118" name="Rectangle 117"/>
          <p:cNvSpPr/>
          <p:nvPr/>
        </p:nvSpPr>
        <p:spPr>
          <a:xfrm>
            <a:off x="4986601" y="3133855"/>
            <a:ext cx="2215621" cy="646163"/>
          </a:xfrm>
          <a:prstGeom prst="rect">
            <a:avLst/>
          </a:prstGeom>
        </p:spPr>
        <p:txBody>
          <a:bodyPr wrap="square">
            <a:spAutoFit/>
          </a:bodyPr>
          <a:lstStyle/>
          <a:p>
            <a:pPr algn="ctr"/>
            <a:r>
              <a:rPr lang="en-GB" sz="1200">
                <a:solidFill>
                  <a:schemeClr val="tx1">
                    <a:lumMod val="65000"/>
                    <a:lumOff val="35000"/>
                  </a:schemeClr>
                </a:solidFill>
                <a:latin typeface="Open Sans Light" pitchFamily="34" charset="0"/>
                <a:ea typeface="Open Sans Light" pitchFamily="34" charset="0"/>
                <a:cs typeface="Open Sans Light" pitchFamily="34" charset="0"/>
              </a:rPr>
              <a:t>Lorem ipsum dolor sit amet, consectetuer adipiscing elit, sed diam nonummy</a:t>
            </a:r>
          </a:p>
        </p:txBody>
      </p:sp>
      <p:sp>
        <p:nvSpPr>
          <p:cNvPr id="120" name="TextBox 119"/>
          <p:cNvSpPr txBox="1"/>
          <p:nvPr/>
        </p:nvSpPr>
        <p:spPr>
          <a:xfrm>
            <a:off x="8201531" y="2843971"/>
            <a:ext cx="1268352" cy="307697"/>
          </a:xfrm>
          <a:prstGeom prst="rect">
            <a:avLst/>
          </a:prstGeom>
          <a:noFill/>
        </p:spPr>
        <p:txBody>
          <a:bodyPr wrap="none" rtlCol="0">
            <a:spAutoFit/>
          </a:bodyPr>
          <a:lstStyle/>
          <a:p>
            <a:pPr algn="ctr"/>
            <a:r>
              <a:rPr lang="en-GB" sz="1400" dirty="0">
                <a:solidFill>
                  <a:schemeClr val="tx1">
                    <a:lumMod val="75000"/>
                    <a:lumOff val="25000"/>
                  </a:schemeClr>
                </a:solidFill>
                <a:latin typeface="+mj-lt"/>
              </a:rPr>
              <a:t>MAKETTING</a:t>
            </a:r>
          </a:p>
        </p:txBody>
      </p:sp>
      <p:sp>
        <p:nvSpPr>
          <p:cNvPr id="121" name="Rectangle 120"/>
          <p:cNvSpPr/>
          <p:nvPr/>
        </p:nvSpPr>
        <p:spPr>
          <a:xfrm>
            <a:off x="7717923" y="3123361"/>
            <a:ext cx="2215621" cy="646163"/>
          </a:xfrm>
          <a:prstGeom prst="rect">
            <a:avLst/>
          </a:prstGeom>
        </p:spPr>
        <p:txBody>
          <a:bodyPr wrap="square">
            <a:spAutoFit/>
          </a:bodyPr>
          <a:lstStyle/>
          <a:p>
            <a:pPr algn="ct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Lorem</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ipsum</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dolor</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sit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amet</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consectetuer</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adipiscing</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elit</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sed</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diam</a:t>
            </a:r>
            <a:r>
              <a:rPr lang="en-GB" sz="1200" dirty="0">
                <a:solidFill>
                  <a:schemeClr val="tx1">
                    <a:lumMod val="65000"/>
                    <a:lumOff val="35000"/>
                  </a:schemeClr>
                </a:solidFill>
                <a:latin typeface="Open Sans Light" pitchFamily="34" charset="0"/>
                <a:ea typeface="Open Sans Light" pitchFamily="34" charset="0"/>
                <a:cs typeface="Open Sans Light" pitchFamily="34" charset="0"/>
              </a:rPr>
              <a:t> </a:t>
            </a:r>
            <a:r>
              <a:rPr lang="en-GB" sz="1200" dirty="0" err="1">
                <a:solidFill>
                  <a:schemeClr val="tx1">
                    <a:lumMod val="65000"/>
                    <a:lumOff val="35000"/>
                  </a:schemeClr>
                </a:solidFill>
                <a:latin typeface="Open Sans Light" pitchFamily="34" charset="0"/>
                <a:ea typeface="Open Sans Light" pitchFamily="34" charset="0"/>
                <a:cs typeface="Open Sans Light" pitchFamily="34" charset="0"/>
              </a:rPr>
              <a:t>nonummy</a:t>
            </a:r>
            <a:endParaRPr lang="en-GB" sz="1200" dirty="0">
              <a:solidFill>
                <a:schemeClr val="tx1">
                  <a:lumMod val="65000"/>
                  <a:lumOff val="35000"/>
                </a:schemeClr>
              </a:solidFill>
              <a:latin typeface="Open Sans Light" pitchFamily="34" charset="0"/>
              <a:ea typeface="Open Sans Light" pitchFamily="34" charset="0"/>
              <a:cs typeface="Open Sans Light" pitchFamily="34" charset="0"/>
            </a:endParaRPr>
          </a:p>
        </p:txBody>
      </p:sp>
      <p:sp>
        <p:nvSpPr>
          <p:cNvPr id="123" name="TextBox 122"/>
          <p:cNvSpPr txBox="1"/>
          <p:nvPr/>
        </p:nvSpPr>
        <p:spPr>
          <a:xfrm>
            <a:off x="5083758" y="4964524"/>
            <a:ext cx="2021309" cy="307697"/>
          </a:xfrm>
          <a:prstGeom prst="rect">
            <a:avLst/>
          </a:prstGeom>
          <a:noFill/>
        </p:spPr>
        <p:txBody>
          <a:bodyPr wrap="none" rtlCol="0">
            <a:spAutoFit/>
          </a:bodyPr>
          <a:lstStyle/>
          <a:p>
            <a:pPr algn="ctr"/>
            <a:r>
              <a:rPr lang="en-GB" sz="1400" dirty="0">
                <a:solidFill>
                  <a:schemeClr val="tx1">
                    <a:lumMod val="75000"/>
                    <a:lumOff val="25000"/>
                  </a:schemeClr>
                </a:solidFill>
                <a:latin typeface="+mj-lt"/>
              </a:rPr>
              <a:t>CREATIVE SOLUTION</a:t>
            </a:r>
          </a:p>
        </p:txBody>
      </p:sp>
      <p:sp>
        <p:nvSpPr>
          <p:cNvPr id="124" name="Rectangle 123"/>
          <p:cNvSpPr/>
          <p:nvPr/>
        </p:nvSpPr>
        <p:spPr>
          <a:xfrm>
            <a:off x="4986601" y="5266131"/>
            <a:ext cx="2215621" cy="646163"/>
          </a:xfrm>
          <a:prstGeom prst="rect">
            <a:avLst/>
          </a:prstGeom>
        </p:spPr>
        <p:txBody>
          <a:bodyPr wrap="square">
            <a:spAutoFit/>
          </a:bodyPr>
          <a:lstStyle/>
          <a:p>
            <a:pPr algn="ctr"/>
            <a:r>
              <a:rPr lang="en-GB" sz="1200">
                <a:solidFill>
                  <a:schemeClr val="tx1">
                    <a:lumMod val="65000"/>
                    <a:lumOff val="35000"/>
                  </a:schemeClr>
                </a:solidFill>
                <a:latin typeface="Open Sans Light" pitchFamily="34" charset="0"/>
                <a:ea typeface="Open Sans Light" pitchFamily="34" charset="0"/>
                <a:cs typeface="Open Sans Light" pitchFamily="34" charset="0"/>
              </a:rPr>
              <a:t>Lorem ipsum dolor sit amet, consectetuer adipiscing elit, sed diam nonummy</a:t>
            </a:r>
          </a:p>
        </p:txBody>
      </p:sp>
      <p:sp>
        <p:nvSpPr>
          <p:cNvPr id="126" name="TextBox 125"/>
          <p:cNvSpPr txBox="1"/>
          <p:nvPr/>
        </p:nvSpPr>
        <p:spPr>
          <a:xfrm>
            <a:off x="8069770" y="4964525"/>
            <a:ext cx="1531880" cy="307697"/>
          </a:xfrm>
          <a:prstGeom prst="rect">
            <a:avLst/>
          </a:prstGeom>
          <a:noFill/>
        </p:spPr>
        <p:txBody>
          <a:bodyPr wrap="none" rtlCol="0">
            <a:spAutoFit/>
          </a:bodyPr>
          <a:lstStyle/>
          <a:p>
            <a:pPr algn="ctr"/>
            <a:r>
              <a:rPr lang="en-GB" sz="1400" dirty="0">
                <a:solidFill>
                  <a:schemeClr val="tx1">
                    <a:lumMod val="75000"/>
                    <a:lumOff val="25000"/>
                  </a:schemeClr>
                </a:solidFill>
                <a:latin typeface="+mj-lt"/>
              </a:rPr>
              <a:t>WEB ANALYSIS</a:t>
            </a:r>
          </a:p>
        </p:txBody>
      </p:sp>
      <p:sp>
        <p:nvSpPr>
          <p:cNvPr id="127" name="Rectangle 126"/>
          <p:cNvSpPr/>
          <p:nvPr/>
        </p:nvSpPr>
        <p:spPr>
          <a:xfrm>
            <a:off x="7717920" y="5270858"/>
            <a:ext cx="2215621" cy="646163"/>
          </a:xfrm>
          <a:prstGeom prst="rect">
            <a:avLst/>
          </a:prstGeom>
        </p:spPr>
        <p:txBody>
          <a:bodyPr wrap="square">
            <a:spAutoFit/>
          </a:bodyPr>
          <a:lstStyle/>
          <a:p>
            <a:pPr algn="ctr"/>
            <a:r>
              <a:rPr lang="en-GB" sz="1200">
                <a:solidFill>
                  <a:schemeClr val="tx1">
                    <a:lumMod val="65000"/>
                    <a:lumOff val="35000"/>
                  </a:schemeClr>
                </a:solidFill>
                <a:latin typeface="Open Sans Light" pitchFamily="34" charset="0"/>
                <a:ea typeface="Open Sans Light" pitchFamily="34" charset="0"/>
                <a:cs typeface="Open Sans Light" pitchFamily="34" charset="0"/>
              </a:rPr>
              <a:t>Lorem ipsum dolor sit amet, consectetuer adipiscing elit, sed diam nonummy</a:t>
            </a:r>
          </a:p>
        </p:txBody>
      </p:sp>
      <p:cxnSp>
        <p:nvCxnSpPr>
          <p:cNvPr id="67" name="Straight Connector 66"/>
          <p:cNvCxnSpPr/>
          <p:nvPr/>
        </p:nvCxnSpPr>
        <p:spPr>
          <a:xfrm rot="5400000">
            <a:off x="3047206" y="4038441"/>
            <a:ext cx="350428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5400000">
            <a:off x="5706585" y="4038441"/>
            <a:ext cx="350428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1904504" y="3948410"/>
            <a:ext cx="837981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4"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OUR FEATURES</a:t>
            </a:r>
          </a:p>
        </p:txBody>
      </p:sp>
      <p:sp>
        <p:nvSpPr>
          <p:cNvPr id="45" name="Rectangle 44"/>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46" name="Group 45"/>
          <p:cNvGrpSpPr/>
          <p:nvPr/>
        </p:nvGrpSpPr>
        <p:grpSpPr>
          <a:xfrm rot="10800000" flipV="1">
            <a:off x="5380522" y="1080697"/>
            <a:ext cx="1427781" cy="45707"/>
            <a:chOff x="3965945" y="1385354"/>
            <a:chExt cx="4572000" cy="79107"/>
          </a:xfrm>
        </p:grpSpPr>
        <p:sp>
          <p:nvSpPr>
            <p:cNvPr id="47" name="Rectangle 46"/>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48" name="Rectangle 47"/>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49" name="Rectangle 48"/>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0" name="Rectangle 49"/>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1" name="Rectangle 50"/>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extLst>
      <p:ext uri="{BB962C8B-B14F-4D97-AF65-F5344CB8AC3E}">
        <p14:creationId xmlns:p14="http://schemas.microsoft.com/office/powerpoint/2010/main" val="2406114026"/>
      </p:ext>
    </p:extLst>
  </p:cSld>
  <p:clrMapOvr>
    <a:masterClrMapping/>
  </p:clrMapOvr>
  <p:transition spd="slow">
    <p:cover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p:cTn id="7" dur="500" fill="hold"/>
                                        <p:tgtEl>
                                          <p:spTgt spid="46"/>
                                        </p:tgtEl>
                                        <p:attrNameLst>
                                          <p:attrName>ppt_w</p:attrName>
                                        </p:attrNameLst>
                                      </p:cBhvr>
                                      <p:tavLst>
                                        <p:tav tm="0">
                                          <p:val>
                                            <p:fltVal val="0"/>
                                          </p:val>
                                        </p:tav>
                                        <p:tav tm="100000">
                                          <p:val>
                                            <p:strVal val="#ppt_w"/>
                                          </p:val>
                                        </p:tav>
                                      </p:tavLst>
                                    </p:anim>
                                    <p:anim calcmode="lin" valueType="num">
                                      <p:cBhvr>
                                        <p:cTn id="8" dur="500" fill="hold"/>
                                        <p:tgtEl>
                                          <p:spTgt spid="46"/>
                                        </p:tgtEl>
                                        <p:attrNameLst>
                                          <p:attrName>ppt_h</p:attrName>
                                        </p:attrNameLst>
                                      </p:cBhvr>
                                      <p:tavLst>
                                        <p:tav tm="0">
                                          <p:val>
                                            <p:fltVal val="0"/>
                                          </p:val>
                                        </p:tav>
                                        <p:tav tm="100000">
                                          <p:val>
                                            <p:strVal val="#ppt_h"/>
                                          </p:val>
                                        </p:tav>
                                      </p:tavLst>
                                    </p:anim>
                                    <p:anim calcmode="lin" valueType="num">
                                      <p:cBhvr>
                                        <p:cTn id="9" dur="500" fill="hold"/>
                                        <p:tgtEl>
                                          <p:spTgt spid="46"/>
                                        </p:tgtEl>
                                        <p:attrNameLst>
                                          <p:attrName>style.rotation</p:attrName>
                                        </p:attrNameLst>
                                      </p:cBhvr>
                                      <p:tavLst>
                                        <p:tav tm="0">
                                          <p:val>
                                            <p:fltVal val="360"/>
                                          </p:val>
                                        </p:tav>
                                        <p:tav tm="100000">
                                          <p:val>
                                            <p:fltVal val="0"/>
                                          </p:val>
                                        </p:tav>
                                      </p:tavLst>
                                    </p:anim>
                                    <p:animEffect transition="in" filter="fade">
                                      <p:cBhvr>
                                        <p:cTn id="1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
          <p:cNvSpPr>
            <a:spLocks/>
          </p:cNvSpPr>
          <p:nvPr/>
        </p:nvSpPr>
        <p:spPr bwMode="auto">
          <a:xfrm>
            <a:off x="6343209" y="1785730"/>
            <a:ext cx="2527774" cy="3746107"/>
          </a:xfrm>
          <a:prstGeom prst="rect">
            <a:avLst/>
          </a:prstGeom>
          <a:solidFill>
            <a:srgbClr val="E6E6E6"/>
          </a:solidFill>
          <a:ln>
            <a:noFill/>
          </a:ln>
          <a:extLst>
            <a:ext uri="{91240B29-F687-4F45-9708-019B960494DF}">
              <a14:hiddenLine xmlns:a14="http://schemas.microsoft.com/office/drawing/2010/main" w="25400">
                <a:solidFill>
                  <a:schemeClr val="tx1"/>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endParaRPr lang="id-ID" altLang="id-ID" sz="2799">
              <a:latin typeface="+mn-lt"/>
            </a:endParaRPr>
          </a:p>
        </p:txBody>
      </p:sp>
      <p:sp>
        <p:nvSpPr>
          <p:cNvPr id="19" name="Rectangle 2"/>
          <p:cNvSpPr>
            <a:spLocks/>
          </p:cNvSpPr>
          <p:nvPr/>
        </p:nvSpPr>
        <p:spPr bwMode="auto">
          <a:xfrm>
            <a:off x="3791906" y="1785730"/>
            <a:ext cx="2527774" cy="3746107"/>
          </a:xfrm>
          <a:prstGeom prst="rect">
            <a:avLst/>
          </a:prstGeom>
          <a:solidFill>
            <a:srgbClr val="343434"/>
          </a:solidFill>
          <a:ln>
            <a:noFill/>
          </a:ln>
          <a:extLst>
            <a:ext uri="{91240B29-F687-4F45-9708-019B960494DF}">
              <a14:hiddenLine xmlns:a14="http://schemas.microsoft.com/office/drawing/2010/main" w="25400">
                <a:solidFill>
                  <a:schemeClr val="tx1"/>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endParaRPr lang="id-ID" altLang="id-ID" sz="2799">
              <a:latin typeface="+mn-lt"/>
            </a:endParaRPr>
          </a:p>
        </p:txBody>
      </p:sp>
      <p:sp>
        <p:nvSpPr>
          <p:cNvPr id="20" name="Rectangle 3"/>
          <p:cNvSpPr>
            <a:spLocks/>
          </p:cNvSpPr>
          <p:nvPr/>
        </p:nvSpPr>
        <p:spPr bwMode="auto">
          <a:xfrm>
            <a:off x="1241388" y="1785878"/>
            <a:ext cx="2526642" cy="3745524"/>
          </a:xfrm>
          <a:prstGeom prst="rect">
            <a:avLst/>
          </a:prstGeom>
          <a:solidFill>
            <a:schemeClr val="bg1">
              <a:lumMod val="75000"/>
            </a:schemeClr>
          </a:solidFill>
          <a:ln>
            <a:noFill/>
          </a:ln>
          <a:extLst/>
        </p:spPr>
        <p:txBody>
          <a:bodyPr lIns="0" tIns="0" rIns="0" bIns="0"/>
          <a:lstStyle/>
          <a:p>
            <a:pPr>
              <a:defRPr/>
            </a:pPr>
            <a:endParaRPr lang="en-US" sz="2799"/>
          </a:p>
        </p:txBody>
      </p:sp>
      <p:grpSp>
        <p:nvGrpSpPr>
          <p:cNvPr id="21" name="Group 4"/>
          <p:cNvGrpSpPr>
            <a:grpSpLocks/>
          </p:cNvGrpSpPr>
          <p:nvPr/>
        </p:nvGrpSpPr>
        <p:grpSpPr bwMode="auto">
          <a:xfrm>
            <a:off x="1241408" y="2162222"/>
            <a:ext cx="9686007" cy="3369614"/>
            <a:chOff x="2288" y="0"/>
            <a:chExt cx="12350" cy="4296"/>
          </a:xfrm>
        </p:grpSpPr>
        <p:sp>
          <p:nvSpPr>
            <p:cNvPr id="103" name="Rectangle 5"/>
            <p:cNvSpPr>
              <a:spLocks/>
            </p:cNvSpPr>
            <p:nvPr/>
          </p:nvSpPr>
          <p:spPr bwMode="auto">
            <a:xfrm>
              <a:off x="2288" y="0"/>
              <a:ext cx="12350" cy="456"/>
            </a:xfrm>
            <a:prstGeom prst="rect">
              <a:avLst/>
            </a:prstGeom>
            <a:solidFill>
              <a:srgbClr val="808080">
                <a:alpha val="14902"/>
              </a:srgbClr>
            </a:solidFill>
            <a:ln>
              <a:noFill/>
            </a:ln>
            <a:extLst>
              <a:ext uri="{91240B29-F687-4F45-9708-019B960494DF}">
                <a14:hiddenLine xmlns:a14="http://schemas.microsoft.com/office/drawing/2010/main" w="25400">
                  <a:solidFill>
                    <a:schemeClr val="tx1">
                      <a:alpha val="14902"/>
                    </a:schemeClr>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endParaRPr lang="id-ID" altLang="id-ID" sz="2799">
                <a:latin typeface="+mn-lt"/>
              </a:endParaRPr>
            </a:p>
          </p:txBody>
        </p:sp>
        <p:sp>
          <p:nvSpPr>
            <p:cNvPr id="104" name="Rectangle 6"/>
            <p:cNvSpPr>
              <a:spLocks/>
            </p:cNvSpPr>
            <p:nvPr/>
          </p:nvSpPr>
          <p:spPr bwMode="auto">
            <a:xfrm>
              <a:off x="2288" y="960"/>
              <a:ext cx="12350" cy="456"/>
            </a:xfrm>
            <a:prstGeom prst="rect">
              <a:avLst/>
            </a:prstGeom>
            <a:solidFill>
              <a:srgbClr val="808080">
                <a:alpha val="14902"/>
              </a:srgbClr>
            </a:solidFill>
            <a:ln>
              <a:noFill/>
            </a:ln>
            <a:extLst>
              <a:ext uri="{91240B29-F687-4F45-9708-019B960494DF}">
                <a14:hiddenLine xmlns:a14="http://schemas.microsoft.com/office/drawing/2010/main" w="25400">
                  <a:solidFill>
                    <a:schemeClr val="tx1">
                      <a:alpha val="14902"/>
                    </a:schemeClr>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endParaRPr lang="id-ID" altLang="id-ID" sz="2799">
                <a:latin typeface="+mn-lt"/>
              </a:endParaRPr>
            </a:p>
          </p:txBody>
        </p:sp>
        <p:sp>
          <p:nvSpPr>
            <p:cNvPr id="105" name="Rectangle 7"/>
            <p:cNvSpPr>
              <a:spLocks/>
            </p:cNvSpPr>
            <p:nvPr/>
          </p:nvSpPr>
          <p:spPr bwMode="auto">
            <a:xfrm>
              <a:off x="2288" y="1928"/>
              <a:ext cx="12350" cy="456"/>
            </a:xfrm>
            <a:prstGeom prst="rect">
              <a:avLst/>
            </a:prstGeom>
            <a:solidFill>
              <a:srgbClr val="808080">
                <a:alpha val="14902"/>
              </a:srgbClr>
            </a:solidFill>
            <a:ln>
              <a:noFill/>
            </a:ln>
            <a:extLst>
              <a:ext uri="{91240B29-F687-4F45-9708-019B960494DF}">
                <a14:hiddenLine xmlns:a14="http://schemas.microsoft.com/office/drawing/2010/main" w="25400">
                  <a:solidFill>
                    <a:schemeClr val="tx1">
                      <a:alpha val="14902"/>
                    </a:schemeClr>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endParaRPr lang="id-ID" altLang="id-ID" sz="2799">
                <a:latin typeface="+mn-lt"/>
              </a:endParaRPr>
            </a:p>
          </p:txBody>
        </p:sp>
        <p:sp>
          <p:nvSpPr>
            <p:cNvPr id="106" name="Rectangle 8"/>
            <p:cNvSpPr>
              <a:spLocks/>
            </p:cNvSpPr>
            <p:nvPr/>
          </p:nvSpPr>
          <p:spPr bwMode="auto">
            <a:xfrm>
              <a:off x="2288" y="2888"/>
              <a:ext cx="12350" cy="456"/>
            </a:xfrm>
            <a:prstGeom prst="rect">
              <a:avLst/>
            </a:prstGeom>
            <a:solidFill>
              <a:srgbClr val="808080">
                <a:alpha val="14902"/>
              </a:srgbClr>
            </a:solidFill>
            <a:ln>
              <a:noFill/>
            </a:ln>
            <a:extLst>
              <a:ext uri="{91240B29-F687-4F45-9708-019B960494DF}">
                <a14:hiddenLine xmlns:a14="http://schemas.microsoft.com/office/drawing/2010/main" w="25400">
                  <a:solidFill>
                    <a:schemeClr val="tx1">
                      <a:alpha val="14902"/>
                    </a:schemeClr>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endParaRPr lang="id-ID" altLang="id-ID" sz="2799">
                <a:latin typeface="+mn-lt"/>
              </a:endParaRPr>
            </a:p>
          </p:txBody>
        </p:sp>
        <p:sp>
          <p:nvSpPr>
            <p:cNvPr id="107" name="Rectangle 9"/>
            <p:cNvSpPr>
              <a:spLocks/>
            </p:cNvSpPr>
            <p:nvPr/>
          </p:nvSpPr>
          <p:spPr bwMode="auto">
            <a:xfrm>
              <a:off x="2288" y="3840"/>
              <a:ext cx="12350" cy="456"/>
            </a:xfrm>
            <a:prstGeom prst="rect">
              <a:avLst/>
            </a:prstGeom>
            <a:solidFill>
              <a:srgbClr val="808080">
                <a:alpha val="14902"/>
              </a:srgbClr>
            </a:solidFill>
            <a:ln>
              <a:noFill/>
            </a:ln>
            <a:extLst>
              <a:ext uri="{91240B29-F687-4F45-9708-019B960494DF}">
                <a14:hiddenLine xmlns:a14="http://schemas.microsoft.com/office/drawing/2010/main" w="25400">
                  <a:solidFill>
                    <a:schemeClr val="tx1">
                      <a:alpha val="14902"/>
                    </a:schemeClr>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endParaRPr lang="id-ID" altLang="id-ID" sz="2799">
                <a:latin typeface="+mn-lt"/>
              </a:endParaRPr>
            </a:p>
          </p:txBody>
        </p:sp>
      </p:grpSp>
      <p:grpSp>
        <p:nvGrpSpPr>
          <p:cNvPr id="22" name="Group 23"/>
          <p:cNvGrpSpPr>
            <a:grpSpLocks/>
          </p:cNvGrpSpPr>
          <p:nvPr/>
        </p:nvGrpSpPr>
        <p:grpSpPr bwMode="auto">
          <a:xfrm>
            <a:off x="9205108" y="1847695"/>
            <a:ext cx="2650909" cy="3558642"/>
            <a:chOff x="12250" y="-1"/>
            <a:chExt cx="3380" cy="4537"/>
          </a:xfrm>
        </p:grpSpPr>
        <p:sp>
          <p:nvSpPr>
            <p:cNvPr id="101" name="Rectangle 24"/>
            <p:cNvSpPr>
              <a:spLocks/>
            </p:cNvSpPr>
            <p:nvPr/>
          </p:nvSpPr>
          <p:spPr bwMode="auto">
            <a:xfrm>
              <a:off x="12250" y="-1"/>
              <a:ext cx="122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defRPr/>
              </a:pPr>
              <a:r>
                <a:rPr lang="en-US" sz="2299" dirty="0">
                  <a:solidFill>
                    <a:schemeClr val="tx1">
                      <a:lumMod val="75000"/>
                      <a:lumOff val="25000"/>
                    </a:schemeClr>
                  </a:solidFill>
                  <a:ea typeface="Roboto" panose="02000000000000000000" pitchFamily="2" charset="0"/>
                  <a:cs typeface="Lato Light" charset="0"/>
                  <a:sym typeface="Lato Light" charset="0"/>
                </a:rPr>
                <a:t>Column</a:t>
              </a:r>
            </a:p>
          </p:txBody>
        </p:sp>
        <p:sp>
          <p:nvSpPr>
            <p:cNvPr id="102" name="Rectangle 25"/>
            <p:cNvSpPr>
              <a:spLocks/>
            </p:cNvSpPr>
            <p:nvPr/>
          </p:nvSpPr>
          <p:spPr bwMode="auto">
            <a:xfrm>
              <a:off x="12250" y="392"/>
              <a:ext cx="3380" cy="4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200000"/>
                </a:lnSpc>
                <a:defRPr/>
              </a:pPr>
              <a:r>
                <a:rPr lang="en-US" sz="1200" dirty="0">
                  <a:solidFill>
                    <a:schemeClr val="tx1">
                      <a:lumMod val="75000"/>
                      <a:lumOff val="25000"/>
                    </a:schemeClr>
                  </a:solidFill>
                  <a:ea typeface="Roboto" panose="02000000000000000000" pitchFamily="2" charset="0"/>
                  <a:cs typeface="Lato Light" charset="0"/>
                  <a:sym typeface="Lato Light" charset="0"/>
                </a:rPr>
                <a:t>Info One</a:t>
              </a:r>
            </a:p>
            <a:p>
              <a:pPr>
                <a:lnSpc>
                  <a:spcPct val="200000"/>
                </a:lnSpc>
                <a:defRPr/>
              </a:pPr>
              <a:r>
                <a:rPr lang="en-US" sz="1200" dirty="0">
                  <a:solidFill>
                    <a:schemeClr val="tx1">
                      <a:lumMod val="75000"/>
                      <a:lumOff val="25000"/>
                    </a:schemeClr>
                  </a:solidFill>
                  <a:ea typeface="Roboto" panose="02000000000000000000" pitchFamily="2" charset="0"/>
                  <a:cs typeface="Lato Light" charset="0"/>
                  <a:sym typeface="Lato Light" charset="0"/>
                </a:rPr>
                <a:t>Second Info</a:t>
              </a:r>
            </a:p>
            <a:p>
              <a:pPr>
                <a:lnSpc>
                  <a:spcPct val="200000"/>
                </a:lnSpc>
                <a:defRPr/>
              </a:pPr>
              <a:r>
                <a:rPr lang="en-US" sz="1200" dirty="0">
                  <a:solidFill>
                    <a:schemeClr val="tx1">
                      <a:lumMod val="75000"/>
                      <a:lumOff val="25000"/>
                    </a:schemeClr>
                  </a:solidFill>
                  <a:ea typeface="Roboto" panose="02000000000000000000" pitchFamily="2" charset="0"/>
                  <a:cs typeface="Lato Light" charset="0"/>
                  <a:sym typeface="Lato Light" charset="0"/>
                </a:rPr>
                <a:t>Third Info</a:t>
              </a:r>
            </a:p>
            <a:p>
              <a:pPr>
                <a:lnSpc>
                  <a:spcPct val="200000"/>
                </a:lnSpc>
                <a:defRPr/>
              </a:pPr>
              <a:r>
                <a:rPr lang="en-US" sz="1200" dirty="0">
                  <a:solidFill>
                    <a:schemeClr val="tx1">
                      <a:lumMod val="75000"/>
                      <a:lumOff val="25000"/>
                    </a:schemeClr>
                  </a:solidFill>
                  <a:ea typeface="Roboto" panose="02000000000000000000" pitchFamily="2" charset="0"/>
                  <a:cs typeface="Lato Light" charset="0"/>
                  <a:sym typeface="Lato Light" charset="0"/>
                </a:rPr>
                <a:t>Info Fourth</a:t>
              </a:r>
            </a:p>
            <a:p>
              <a:pPr>
                <a:lnSpc>
                  <a:spcPct val="200000"/>
                </a:lnSpc>
                <a:defRPr/>
              </a:pPr>
              <a:r>
                <a:rPr lang="en-US" sz="1200" dirty="0">
                  <a:solidFill>
                    <a:schemeClr val="tx1">
                      <a:lumMod val="75000"/>
                      <a:lumOff val="25000"/>
                    </a:schemeClr>
                  </a:solidFill>
                  <a:ea typeface="Roboto" panose="02000000000000000000" pitchFamily="2" charset="0"/>
                  <a:cs typeface="Lato Light" charset="0"/>
                  <a:sym typeface="Lato Light" charset="0"/>
                </a:rPr>
                <a:t>Five</a:t>
              </a:r>
            </a:p>
            <a:p>
              <a:pPr>
                <a:lnSpc>
                  <a:spcPct val="200000"/>
                </a:lnSpc>
                <a:defRPr/>
              </a:pPr>
              <a:r>
                <a:rPr lang="en-US" sz="1200" dirty="0">
                  <a:solidFill>
                    <a:schemeClr val="tx1">
                      <a:lumMod val="75000"/>
                      <a:lumOff val="25000"/>
                    </a:schemeClr>
                  </a:solidFill>
                  <a:ea typeface="Roboto" panose="02000000000000000000" pitchFamily="2" charset="0"/>
                  <a:cs typeface="Lato Light" charset="0"/>
                  <a:sym typeface="Lato Light" charset="0"/>
                </a:rPr>
                <a:t>Sixth Info</a:t>
              </a:r>
            </a:p>
            <a:p>
              <a:pPr>
                <a:lnSpc>
                  <a:spcPct val="200000"/>
                </a:lnSpc>
                <a:defRPr/>
              </a:pPr>
              <a:r>
                <a:rPr lang="en-US" sz="1200" dirty="0">
                  <a:solidFill>
                    <a:schemeClr val="tx1">
                      <a:lumMod val="75000"/>
                      <a:lumOff val="25000"/>
                    </a:schemeClr>
                  </a:solidFill>
                  <a:ea typeface="Roboto" panose="02000000000000000000" pitchFamily="2" charset="0"/>
                  <a:cs typeface="Lato Light" charset="0"/>
                  <a:sym typeface="Lato Light" charset="0"/>
                </a:rPr>
                <a:t>Seventh</a:t>
              </a:r>
            </a:p>
            <a:p>
              <a:pPr>
                <a:lnSpc>
                  <a:spcPct val="200000"/>
                </a:lnSpc>
                <a:defRPr/>
              </a:pPr>
              <a:r>
                <a:rPr lang="en-US" sz="1200" dirty="0">
                  <a:solidFill>
                    <a:schemeClr val="tx1">
                      <a:lumMod val="75000"/>
                      <a:lumOff val="25000"/>
                    </a:schemeClr>
                  </a:solidFill>
                  <a:ea typeface="Roboto" panose="02000000000000000000" pitchFamily="2" charset="0"/>
                  <a:cs typeface="Lato Light" charset="0"/>
                  <a:sym typeface="Lato Light" charset="0"/>
                </a:rPr>
                <a:t>Info Eight</a:t>
              </a:r>
            </a:p>
            <a:p>
              <a:pPr>
                <a:lnSpc>
                  <a:spcPct val="200000"/>
                </a:lnSpc>
                <a:defRPr/>
              </a:pPr>
              <a:r>
                <a:rPr lang="en-US" sz="1200" dirty="0" err="1">
                  <a:solidFill>
                    <a:schemeClr val="tx1">
                      <a:lumMod val="75000"/>
                      <a:lumOff val="25000"/>
                    </a:schemeClr>
                  </a:solidFill>
                  <a:ea typeface="Roboto" panose="02000000000000000000" pitchFamily="2" charset="0"/>
                  <a:cs typeface="Lato Light" charset="0"/>
                  <a:sym typeface="Lato Light" charset="0"/>
                </a:rPr>
                <a:t>Nineth</a:t>
              </a:r>
              <a:endParaRPr lang="en-US" sz="1200" dirty="0">
                <a:solidFill>
                  <a:schemeClr val="tx1">
                    <a:lumMod val="75000"/>
                    <a:lumOff val="25000"/>
                  </a:schemeClr>
                </a:solidFill>
                <a:ea typeface="Roboto" panose="02000000000000000000" pitchFamily="2" charset="0"/>
                <a:cs typeface="Lato Light" charset="0"/>
                <a:sym typeface="Lato Light" charset="0"/>
              </a:endParaRPr>
            </a:p>
          </p:txBody>
        </p:sp>
      </p:grpSp>
      <p:grpSp>
        <p:nvGrpSpPr>
          <p:cNvPr id="23" name="Group 26"/>
          <p:cNvGrpSpPr>
            <a:grpSpLocks/>
          </p:cNvGrpSpPr>
          <p:nvPr/>
        </p:nvGrpSpPr>
        <p:grpSpPr bwMode="auto">
          <a:xfrm>
            <a:off x="1241388" y="1785730"/>
            <a:ext cx="2526990" cy="376493"/>
            <a:chOff x="0" y="0"/>
            <a:chExt cx="3222" cy="480"/>
          </a:xfrm>
        </p:grpSpPr>
        <p:sp>
          <p:nvSpPr>
            <p:cNvPr id="99" name="Rectangle 27"/>
            <p:cNvSpPr>
              <a:spLocks/>
            </p:cNvSpPr>
            <p:nvPr/>
          </p:nvSpPr>
          <p:spPr bwMode="auto">
            <a:xfrm>
              <a:off x="0" y="0"/>
              <a:ext cx="3222" cy="480"/>
            </a:xfrm>
            <a:prstGeom prst="rect">
              <a:avLst/>
            </a:prstGeom>
            <a:solidFill>
              <a:schemeClr val="accent4"/>
            </a:solidFill>
            <a:ln>
              <a:noFill/>
            </a:ln>
            <a:extLst>
              <a:ext uri="{91240B29-F687-4F45-9708-019B960494DF}">
                <a14:hiddenLine xmlns:a14="http://schemas.microsoft.com/office/drawing/2010/main" w="25400" cap="flat">
                  <a:solidFill>
                    <a:srgbClr val="FF5308"/>
                  </a:solidFill>
                  <a:miter lim="800000"/>
                  <a:headEnd type="none" w="med" len="med"/>
                  <a:tailEnd type="none" w="med" len="med"/>
                </a14:hiddenLine>
              </a:ext>
            </a:extLst>
          </p:spPr>
          <p:txBody>
            <a:bodyPr lIns="0" tIns="0" rIns="0" bIns="0"/>
            <a:lstStyle/>
            <a:p>
              <a:pPr>
                <a:defRPr/>
              </a:pPr>
              <a:endParaRPr lang="en-US" sz="2799"/>
            </a:p>
          </p:txBody>
        </p:sp>
        <p:sp>
          <p:nvSpPr>
            <p:cNvPr id="100" name="Rectangle 28"/>
            <p:cNvSpPr>
              <a:spLocks/>
            </p:cNvSpPr>
            <p:nvPr/>
          </p:nvSpPr>
          <p:spPr bwMode="auto">
            <a:xfrm>
              <a:off x="235" y="56"/>
              <a:ext cx="1288"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d-ID" altLang="id-ID" sz="1100" dirty="0">
                  <a:solidFill>
                    <a:srgbClr val="FFFFFF"/>
                  </a:solidFill>
                  <a:latin typeface="+mn-lt"/>
                  <a:ea typeface="Roboto" panose="02000000000000000000" pitchFamily="2" charset="0"/>
                  <a:cs typeface="Arial" panose="020B0604020202020204" pitchFamily="34" charset="0"/>
                  <a:sym typeface="Bebas Neue" panose="020B0606020202050201" pitchFamily="34" charset="0"/>
                </a:rPr>
                <a:t>Normal Quality</a:t>
              </a:r>
              <a:endParaRPr lang="en-US" altLang="id-ID" sz="1100" dirty="0">
                <a:solidFill>
                  <a:srgbClr val="FFFFFF"/>
                </a:solidFill>
                <a:latin typeface="+mn-lt"/>
                <a:ea typeface="Roboto" panose="02000000000000000000" pitchFamily="2" charset="0"/>
                <a:cs typeface="Arial" panose="020B0604020202020204" pitchFamily="34" charset="0"/>
                <a:sym typeface="Bebas Neue" panose="020B0606020202050201" pitchFamily="34" charset="0"/>
              </a:endParaRPr>
            </a:p>
          </p:txBody>
        </p:sp>
      </p:grpSp>
      <p:grpSp>
        <p:nvGrpSpPr>
          <p:cNvPr id="24" name="Group 29"/>
          <p:cNvGrpSpPr>
            <a:grpSpLocks/>
          </p:cNvGrpSpPr>
          <p:nvPr/>
        </p:nvGrpSpPr>
        <p:grpSpPr bwMode="auto">
          <a:xfrm>
            <a:off x="2602919" y="1773181"/>
            <a:ext cx="1167027" cy="426692"/>
            <a:chOff x="0" y="0"/>
            <a:chExt cx="1488" cy="544"/>
          </a:xfrm>
        </p:grpSpPr>
        <p:sp>
          <p:nvSpPr>
            <p:cNvPr id="97" name="Rectangle 30"/>
            <p:cNvSpPr>
              <a:spLocks/>
            </p:cNvSpPr>
            <p:nvPr/>
          </p:nvSpPr>
          <p:spPr bwMode="auto">
            <a:xfrm>
              <a:off x="0" y="16"/>
              <a:ext cx="1487" cy="480"/>
            </a:xfrm>
            <a:prstGeom prst="rect">
              <a:avLst/>
            </a:prstGeom>
            <a:solidFill>
              <a:schemeClr val="accent2"/>
            </a:solidFill>
            <a:ln>
              <a:noFill/>
            </a:ln>
            <a:extLst>
              <a:ext uri="{91240B29-F687-4F45-9708-019B960494DF}">
                <a14:hiddenLine xmlns:a14="http://schemas.microsoft.com/office/drawing/2010/main" w="25400" cap="flat">
                  <a:solidFill>
                    <a:srgbClr val="FF5308"/>
                  </a:solidFill>
                  <a:miter lim="800000"/>
                  <a:headEnd type="none" w="med" len="med"/>
                  <a:tailEnd type="none" w="med" len="med"/>
                </a14:hiddenLine>
              </a:ext>
            </a:extLst>
          </p:spPr>
          <p:txBody>
            <a:bodyPr lIns="0" tIns="0" rIns="0" bIns="0"/>
            <a:lstStyle/>
            <a:p>
              <a:pPr>
                <a:defRPr/>
              </a:pPr>
              <a:endParaRPr lang="en-US" sz="2799">
                <a:latin typeface="+mj-lt"/>
              </a:endParaRPr>
            </a:p>
          </p:txBody>
        </p:sp>
        <p:sp>
          <p:nvSpPr>
            <p:cNvPr id="98" name="Rectangle 31"/>
            <p:cNvSpPr>
              <a:spLocks/>
            </p:cNvSpPr>
            <p:nvPr/>
          </p:nvSpPr>
          <p:spPr bwMode="auto">
            <a:xfrm>
              <a:off x="475" y="0"/>
              <a:ext cx="848"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r" eaLnBrk="1" hangingPunct="1"/>
              <a:r>
                <a:rPr lang="en-US" altLang="id-ID" sz="1999" dirty="0">
                  <a:solidFill>
                    <a:srgbClr val="FFFFFF"/>
                  </a:solidFill>
                  <a:latin typeface="+mj-lt"/>
                  <a:ea typeface="Roboto" panose="02000000000000000000" pitchFamily="2" charset="0"/>
                  <a:cs typeface="Arial" panose="020B0604020202020204" pitchFamily="34" charset="0"/>
                  <a:sym typeface="Bebas Neue" panose="020B0606020202050201" pitchFamily="34" charset="0"/>
                </a:rPr>
                <a:t>$</a:t>
              </a:r>
              <a:r>
                <a:rPr lang="id-ID" altLang="id-ID" sz="1999" dirty="0">
                  <a:solidFill>
                    <a:srgbClr val="FFFFFF"/>
                  </a:solidFill>
                  <a:latin typeface="+mj-lt"/>
                  <a:ea typeface="Roboto" panose="02000000000000000000" pitchFamily="2" charset="0"/>
                  <a:cs typeface="Arial" panose="020B0604020202020204" pitchFamily="34" charset="0"/>
                  <a:sym typeface="Bebas Neue" panose="020B0606020202050201" pitchFamily="34" charset="0"/>
                </a:rPr>
                <a:t>400</a:t>
              </a:r>
              <a:endParaRPr lang="en-US" altLang="id-ID" sz="1999" dirty="0">
                <a:solidFill>
                  <a:srgbClr val="FFFFFF"/>
                </a:solidFill>
                <a:latin typeface="+mj-lt"/>
                <a:ea typeface="Roboto" panose="02000000000000000000" pitchFamily="2" charset="0"/>
                <a:cs typeface="Arial" panose="020B0604020202020204" pitchFamily="34" charset="0"/>
                <a:sym typeface="Bebas Neue" panose="020B0606020202050201" pitchFamily="34" charset="0"/>
              </a:endParaRPr>
            </a:p>
          </p:txBody>
        </p:sp>
      </p:grpSp>
      <p:grpSp>
        <p:nvGrpSpPr>
          <p:cNvPr id="25" name="Group 32"/>
          <p:cNvGrpSpPr>
            <a:grpSpLocks/>
          </p:cNvGrpSpPr>
          <p:nvPr/>
        </p:nvGrpSpPr>
        <p:grpSpPr bwMode="auto">
          <a:xfrm>
            <a:off x="1653142" y="2286936"/>
            <a:ext cx="150584" cy="3131168"/>
            <a:chOff x="0" y="0"/>
            <a:chExt cx="191" cy="3992"/>
          </a:xfrm>
        </p:grpSpPr>
        <p:sp>
          <p:nvSpPr>
            <p:cNvPr id="80" name="Freeform 33"/>
            <p:cNvSpPr>
              <a:spLocks/>
            </p:cNvSpPr>
            <p:nvPr/>
          </p:nvSpPr>
          <p:spPr bwMode="auto">
            <a:xfrm>
              <a:off x="21" y="1"/>
              <a:ext cx="169" cy="127"/>
            </a:xfrm>
            <a:custGeom>
              <a:avLst/>
              <a:gdLst>
                <a:gd name="T0" fmla="*/ 0 w 21600"/>
                <a:gd name="T1" fmla="*/ 8757 h 21600"/>
                <a:gd name="T2" fmla="*/ 7039 w 21600"/>
                <a:gd name="T3" fmla="*/ 21600 h 21600"/>
                <a:gd name="T4" fmla="*/ 21600 w 21600"/>
                <a:gd name="T5" fmla="*/ 0 h 21600"/>
              </a:gdLst>
              <a:ahLst/>
              <a:cxnLst>
                <a:cxn ang="0">
                  <a:pos x="T0" y="T1"/>
                </a:cxn>
                <a:cxn ang="0">
                  <a:pos x="T2" y="T3"/>
                </a:cxn>
                <a:cxn ang="0">
                  <a:pos x="T4" y="T5"/>
                </a:cxn>
              </a:cxnLst>
              <a:rect l="0" t="0" r="r" b="b"/>
              <a:pathLst>
                <a:path w="21600" h="21600">
                  <a:moveTo>
                    <a:pt x="0" y="8757"/>
                  </a:moveTo>
                  <a:lnTo>
                    <a:pt x="7039" y="21600"/>
                  </a:lnTo>
                  <a:lnTo>
                    <a:pt x="21600" y="0"/>
                  </a:lnTo>
                </a:path>
              </a:pathLst>
            </a:custGeom>
            <a:noFill/>
            <a:ln w="28575" cap="flat" cmpd="sng">
              <a:solidFill>
                <a:srgbClr val="FFFFFF"/>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defRPr/>
              </a:pPr>
              <a:endParaRPr lang="en-US" sz="2799">
                <a:solidFill>
                  <a:schemeClr val="tx1">
                    <a:lumMod val="90000"/>
                    <a:lumOff val="10000"/>
                  </a:schemeClr>
                </a:solidFill>
              </a:endParaRPr>
            </a:p>
          </p:txBody>
        </p:sp>
        <p:grpSp>
          <p:nvGrpSpPr>
            <p:cNvPr id="81" name="Group 34"/>
            <p:cNvGrpSpPr>
              <a:grpSpLocks/>
            </p:cNvGrpSpPr>
            <p:nvPr/>
          </p:nvGrpSpPr>
          <p:grpSpPr bwMode="auto">
            <a:xfrm>
              <a:off x="0" y="2381"/>
              <a:ext cx="168" cy="166"/>
              <a:chOff x="0" y="0"/>
              <a:chExt cx="168" cy="165"/>
            </a:xfrm>
          </p:grpSpPr>
          <p:sp>
            <p:nvSpPr>
              <p:cNvPr id="95" name="Line 35"/>
              <p:cNvSpPr>
                <a:spLocks noChangeShapeType="1"/>
              </p:cNvSpPr>
              <p:nvPr/>
            </p:nvSpPr>
            <p:spPr bwMode="auto">
              <a:xfrm>
                <a:off x="6" y="0"/>
                <a:ext cx="155" cy="165"/>
              </a:xfrm>
              <a:prstGeom prst="line">
                <a:avLst/>
              </a:prstGeom>
              <a:noFill/>
              <a:ln w="28575">
                <a:solidFill>
                  <a:srgbClr val="FFFFFF"/>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sp>
            <p:nvSpPr>
              <p:cNvPr id="96" name="Line 36"/>
              <p:cNvSpPr>
                <a:spLocks noChangeShapeType="1"/>
              </p:cNvSpPr>
              <p:nvPr/>
            </p:nvSpPr>
            <p:spPr bwMode="auto">
              <a:xfrm rot="10800000" flipH="1">
                <a:off x="-1" y="7"/>
                <a:ext cx="169" cy="153"/>
              </a:xfrm>
              <a:prstGeom prst="line">
                <a:avLst/>
              </a:prstGeom>
              <a:noFill/>
              <a:ln w="28575" cap="flat" cmpd="sng">
                <a:solidFill>
                  <a:srgbClr val="FFFFFF"/>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defRPr/>
                </a:pPr>
                <a:endParaRPr lang="en-US" sz="2799">
                  <a:solidFill>
                    <a:schemeClr val="tx1">
                      <a:lumMod val="90000"/>
                      <a:lumOff val="10000"/>
                    </a:schemeClr>
                  </a:solidFill>
                </a:endParaRPr>
              </a:p>
            </p:txBody>
          </p:sp>
        </p:grpSp>
        <p:sp>
          <p:nvSpPr>
            <p:cNvPr id="82" name="Freeform 37"/>
            <p:cNvSpPr>
              <a:spLocks/>
            </p:cNvSpPr>
            <p:nvPr/>
          </p:nvSpPr>
          <p:spPr bwMode="auto">
            <a:xfrm>
              <a:off x="21" y="482"/>
              <a:ext cx="169" cy="129"/>
            </a:xfrm>
            <a:custGeom>
              <a:avLst/>
              <a:gdLst>
                <a:gd name="T0" fmla="*/ 0 w 21600"/>
                <a:gd name="T1" fmla="*/ 8757 h 21600"/>
                <a:gd name="T2" fmla="*/ 7039 w 21600"/>
                <a:gd name="T3" fmla="*/ 21600 h 21600"/>
                <a:gd name="T4" fmla="*/ 21600 w 21600"/>
                <a:gd name="T5" fmla="*/ 0 h 21600"/>
              </a:gdLst>
              <a:ahLst/>
              <a:cxnLst>
                <a:cxn ang="0">
                  <a:pos x="T0" y="T1"/>
                </a:cxn>
                <a:cxn ang="0">
                  <a:pos x="T2" y="T3"/>
                </a:cxn>
                <a:cxn ang="0">
                  <a:pos x="T4" y="T5"/>
                </a:cxn>
              </a:cxnLst>
              <a:rect l="0" t="0" r="r" b="b"/>
              <a:pathLst>
                <a:path w="21600" h="21600">
                  <a:moveTo>
                    <a:pt x="0" y="8757"/>
                  </a:moveTo>
                  <a:lnTo>
                    <a:pt x="7039" y="21600"/>
                  </a:lnTo>
                  <a:lnTo>
                    <a:pt x="21600" y="0"/>
                  </a:lnTo>
                </a:path>
              </a:pathLst>
            </a:custGeom>
            <a:noFill/>
            <a:ln w="28575" cap="flat" cmpd="sng">
              <a:solidFill>
                <a:srgbClr val="FFFFFF"/>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defRPr/>
              </a:pPr>
              <a:endParaRPr lang="en-US" sz="2799">
                <a:solidFill>
                  <a:schemeClr val="tx1">
                    <a:lumMod val="90000"/>
                    <a:lumOff val="10000"/>
                  </a:schemeClr>
                </a:solidFill>
              </a:endParaRPr>
            </a:p>
          </p:txBody>
        </p:sp>
        <p:sp>
          <p:nvSpPr>
            <p:cNvPr id="83" name="Freeform 38"/>
            <p:cNvSpPr>
              <a:spLocks/>
            </p:cNvSpPr>
            <p:nvPr/>
          </p:nvSpPr>
          <p:spPr bwMode="auto">
            <a:xfrm>
              <a:off x="21" y="950"/>
              <a:ext cx="169" cy="127"/>
            </a:xfrm>
            <a:custGeom>
              <a:avLst/>
              <a:gdLst>
                <a:gd name="T0" fmla="*/ 0 w 21600"/>
                <a:gd name="T1" fmla="*/ 8757 h 21600"/>
                <a:gd name="T2" fmla="*/ 7039 w 21600"/>
                <a:gd name="T3" fmla="*/ 21600 h 21600"/>
                <a:gd name="T4" fmla="*/ 21600 w 21600"/>
                <a:gd name="T5" fmla="*/ 0 h 21600"/>
              </a:gdLst>
              <a:ahLst/>
              <a:cxnLst>
                <a:cxn ang="0">
                  <a:pos x="T0" y="T1"/>
                </a:cxn>
                <a:cxn ang="0">
                  <a:pos x="T2" y="T3"/>
                </a:cxn>
                <a:cxn ang="0">
                  <a:pos x="T4" y="T5"/>
                </a:cxn>
              </a:cxnLst>
              <a:rect l="0" t="0" r="r" b="b"/>
              <a:pathLst>
                <a:path w="21600" h="21600">
                  <a:moveTo>
                    <a:pt x="0" y="8757"/>
                  </a:moveTo>
                  <a:lnTo>
                    <a:pt x="7039" y="21600"/>
                  </a:lnTo>
                  <a:lnTo>
                    <a:pt x="21600" y="0"/>
                  </a:lnTo>
                </a:path>
              </a:pathLst>
            </a:custGeom>
            <a:noFill/>
            <a:ln w="28575" cap="flat" cmpd="sng">
              <a:solidFill>
                <a:srgbClr val="FFFFFF"/>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defRPr/>
              </a:pPr>
              <a:endParaRPr lang="en-US" sz="2799">
                <a:solidFill>
                  <a:schemeClr val="tx1">
                    <a:lumMod val="90000"/>
                    <a:lumOff val="10000"/>
                  </a:schemeClr>
                </a:solidFill>
              </a:endParaRPr>
            </a:p>
          </p:txBody>
        </p:sp>
        <p:grpSp>
          <p:nvGrpSpPr>
            <p:cNvPr id="84" name="Group 39"/>
            <p:cNvGrpSpPr>
              <a:grpSpLocks/>
            </p:cNvGrpSpPr>
            <p:nvPr/>
          </p:nvGrpSpPr>
          <p:grpSpPr bwMode="auto">
            <a:xfrm>
              <a:off x="0" y="1432"/>
              <a:ext cx="168" cy="166"/>
              <a:chOff x="0" y="0"/>
              <a:chExt cx="168" cy="165"/>
            </a:xfrm>
          </p:grpSpPr>
          <p:sp>
            <p:nvSpPr>
              <p:cNvPr id="93" name="Line 40"/>
              <p:cNvSpPr>
                <a:spLocks noChangeShapeType="1"/>
              </p:cNvSpPr>
              <p:nvPr/>
            </p:nvSpPr>
            <p:spPr bwMode="auto">
              <a:xfrm>
                <a:off x="6" y="0"/>
                <a:ext cx="155" cy="165"/>
              </a:xfrm>
              <a:prstGeom prst="line">
                <a:avLst/>
              </a:prstGeom>
              <a:noFill/>
              <a:ln w="28575">
                <a:solidFill>
                  <a:srgbClr val="FFFFFF"/>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sp>
            <p:nvSpPr>
              <p:cNvPr id="94" name="Line 41"/>
              <p:cNvSpPr>
                <a:spLocks noChangeShapeType="1"/>
              </p:cNvSpPr>
              <p:nvPr/>
            </p:nvSpPr>
            <p:spPr bwMode="auto">
              <a:xfrm rot="10800000" flipH="1">
                <a:off x="-1" y="7"/>
                <a:ext cx="169" cy="153"/>
              </a:xfrm>
              <a:prstGeom prst="line">
                <a:avLst/>
              </a:prstGeom>
              <a:noFill/>
              <a:ln w="28575" cap="flat" cmpd="sng">
                <a:solidFill>
                  <a:srgbClr val="FFFFFF"/>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defRPr/>
                </a:pPr>
                <a:endParaRPr lang="en-US" sz="2799">
                  <a:solidFill>
                    <a:schemeClr val="tx1">
                      <a:lumMod val="90000"/>
                      <a:lumOff val="10000"/>
                    </a:schemeClr>
                  </a:solidFill>
                </a:endParaRPr>
              </a:p>
            </p:txBody>
          </p:sp>
        </p:grpSp>
        <p:sp>
          <p:nvSpPr>
            <p:cNvPr id="85" name="Freeform 42"/>
            <p:cNvSpPr>
              <a:spLocks/>
            </p:cNvSpPr>
            <p:nvPr/>
          </p:nvSpPr>
          <p:spPr bwMode="auto">
            <a:xfrm>
              <a:off x="21" y="1913"/>
              <a:ext cx="169" cy="129"/>
            </a:xfrm>
            <a:custGeom>
              <a:avLst/>
              <a:gdLst>
                <a:gd name="T0" fmla="*/ 0 w 21600"/>
                <a:gd name="T1" fmla="*/ 8757 h 21600"/>
                <a:gd name="T2" fmla="*/ 7039 w 21600"/>
                <a:gd name="T3" fmla="*/ 21600 h 21600"/>
                <a:gd name="T4" fmla="*/ 21600 w 21600"/>
                <a:gd name="T5" fmla="*/ 0 h 21600"/>
              </a:gdLst>
              <a:ahLst/>
              <a:cxnLst>
                <a:cxn ang="0">
                  <a:pos x="T0" y="T1"/>
                </a:cxn>
                <a:cxn ang="0">
                  <a:pos x="T2" y="T3"/>
                </a:cxn>
                <a:cxn ang="0">
                  <a:pos x="T4" y="T5"/>
                </a:cxn>
              </a:cxnLst>
              <a:rect l="0" t="0" r="r" b="b"/>
              <a:pathLst>
                <a:path w="21600" h="21600">
                  <a:moveTo>
                    <a:pt x="0" y="8757"/>
                  </a:moveTo>
                  <a:lnTo>
                    <a:pt x="7039" y="21600"/>
                  </a:lnTo>
                  <a:lnTo>
                    <a:pt x="21600" y="0"/>
                  </a:lnTo>
                </a:path>
              </a:pathLst>
            </a:custGeom>
            <a:noFill/>
            <a:ln w="28575" cap="flat" cmpd="sng">
              <a:solidFill>
                <a:srgbClr val="FFFFFF"/>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defRPr/>
              </a:pPr>
              <a:endParaRPr lang="en-US" sz="2799">
                <a:solidFill>
                  <a:schemeClr val="tx1">
                    <a:lumMod val="90000"/>
                    <a:lumOff val="10000"/>
                  </a:schemeClr>
                </a:solidFill>
              </a:endParaRPr>
            </a:p>
          </p:txBody>
        </p:sp>
        <p:grpSp>
          <p:nvGrpSpPr>
            <p:cNvPr id="86" name="Group 43"/>
            <p:cNvGrpSpPr>
              <a:grpSpLocks/>
            </p:cNvGrpSpPr>
            <p:nvPr/>
          </p:nvGrpSpPr>
          <p:grpSpPr bwMode="auto">
            <a:xfrm>
              <a:off x="0" y="2849"/>
              <a:ext cx="168" cy="166"/>
              <a:chOff x="0" y="0"/>
              <a:chExt cx="168" cy="165"/>
            </a:xfrm>
          </p:grpSpPr>
          <p:sp>
            <p:nvSpPr>
              <p:cNvPr id="91" name="Line 44"/>
              <p:cNvSpPr>
                <a:spLocks noChangeShapeType="1"/>
              </p:cNvSpPr>
              <p:nvPr/>
            </p:nvSpPr>
            <p:spPr bwMode="auto">
              <a:xfrm>
                <a:off x="6" y="0"/>
                <a:ext cx="155" cy="165"/>
              </a:xfrm>
              <a:prstGeom prst="line">
                <a:avLst/>
              </a:prstGeom>
              <a:noFill/>
              <a:ln w="28575">
                <a:solidFill>
                  <a:srgbClr val="FFFFFF"/>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sp>
            <p:nvSpPr>
              <p:cNvPr id="92" name="Line 45"/>
              <p:cNvSpPr>
                <a:spLocks noChangeShapeType="1"/>
              </p:cNvSpPr>
              <p:nvPr/>
            </p:nvSpPr>
            <p:spPr bwMode="auto">
              <a:xfrm rot="10800000" flipH="1">
                <a:off x="-1" y="7"/>
                <a:ext cx="169" cy="153"/>
              </a:xfrm>
              <a:prstGeom prst="line">
                <a:avLst/>
              </a:prstGeom>
              <a:noFill/>
              <a:ln w="28575" cap="flat" cmpd="sng">
                <a:solidFill>
                  <a:srgbClr val="FFFFFF"/>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defRPr/>
                </a:pPr>
                <a:endParaRPr lang="en-US" sz="2799">
                  <a:solidFill>
                    <a:schemeClr val="tx1">
                      <a:lumMod val="90000"/>
                      <a:lumOff val="10000"/>
                    </a:schemeClr>
                  </a:solidFill>
                </a:endParaRPr>
              </a:p>
            </p:txBody>
          </p:sp>
        </p:grpSp>
        <p:sp>
          <p:nvSpPr>
            <p:cNvPr id="87" name="Freeform 46"/>
            <p:cNvSpPr>
              <a:spLocks/>
            </p:cNvSpPr>
            <p:nvPr/>
          </p:nvSpPr>
          <p:spPr bwMode="auto">
            <a:xfrm>
              <a:off x="21" y="3364"/>
              <a:ext cx="169" cy="127"/>
            </a:xfrm>
            <a:custGeom>
              <a:avLst/>
              <a:gdLst>
                <a:gd name="T0" fmla="*/ 0 w 21600"/>
                <a:gd name="T1" fmla="*/ 8757 h 21600"/>
                <a:gd name="T2" fmla="*/ 7039 w 21600"/>
                <a:gd name="T3" fmla="*/ 21600 h 21600"/>
                <a:gd name="T4" fmla="*/ 21600 w 21600"/>
                <a:gd name="T5" fmla="*/ 0 h 21600"/>
              </a:gdLst>
              <a:ahLst/>
              <a:cxnLst>
                <a:cxn ang="0">
                  <a:pos x="T0" y="T1"/>
                </a:cxn>
                <a:cxn ang="0">
                  <a:pos x="T2" y="T3"/>
                </a:cxn>
                <a:cxn ang="0">
                  <a:pos x="T4" y="T5"/>
                </a:cxn>
              </a:cxnLst>
              <a:rect l="0" t="0" r="r" b="b"/>
              <a:pathLst>
                <a:path w="21600" h="21600">
                  <a:moveTo>
                    <a:pt x="0" y="8757"/>
                  </a:moveTo>
                  <a:lnTo>
                    <a:pt x="7039" y="21600"/>
                  </a:lnTo>
                  <a:lnTo>
                    <a:pt x="21600" y="0"/>
                  </a:lnTo>
                </a:path>
              </a:pathLst>
            </a:custGeom>
            <a:noFill/>
            <a:ln w="28575" cap="flat" cmpd="sng">
              <a:solidFill>
                <a:srgbClr val="FFFFFF"/>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defRPr/>
              </a:pPr>
              <a:endParaRPr lang="en-US" sz="2799">
                <a:solidFill>
                  <a:schemeClr val="tx1">
                    <a:lumMod val="90000"/>
                    <a:lumOff val="10000"/>
                  </a:schemeClr>
                </a:solidFill>
              </a:endParaRPr>
            </a:p>
          </p:txBody>
        </p:sp>
        <p:grpSp>
          <p:nvGrpSpPr>
            <p:cNvPr id="88" name="Group 47"/>
            <p:cNvGrpSpPr>
              <a:grpSpLocks/>
            </p:cNvGrpSpPr>
            <p:nvPr/>
          </p:nvGrpSpPr>
          <p:grpSpPr bwMode="auto">
            <a:xfrm>
              <a:off x="0" y="3826"/>
              <a:ext cx="168" cy="166"/>
              <a:chOff x="0" y="0"/>
              <a:chExt cx="168" cy="165"/>
            </a:xfrm>
          </p:grpSpPr>
          <p:sp>
            <p:nvSpPr>
              <p:cNvPr id="89" name="Line 48"/>
              <p:cNvSpPr>
                <a:spLocks noChangeShapeType="1"/>
              </p:cNvSpPr>
              <p:nvPr/>
            </p:nvSpPr>
            <p:spPr bwMode="auto">
              <a:xfrm>
                <a:off x="6" y="0"/>
                <a:ext cx="155" cy="165"/>
              </a:xfrm>
              <a:prstGeom prst="line">
                <a:avLst/>
              </a:prstGeom>
              <a:noFill/>
              <a:ln w="28575">
                <a:solidFill>
                  <a:srgbClr val="FFFFFF"/>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sp>
            <p:nvSpPr>
              <p:cNvPr id="90" name="Line 49"/>
              <p:cNvSpPr>
                <a:spLocks noChangeShapeType="1"/>
              </p:cNvSpPr>
              <p:nvPr/>
            </p:nvSpPr>
            <p:spPr bwMode="auto">
              <a:xfrm rot="10800000" flipH="1">
                <a:off x="-1" y="7"/>
                <a:ext cx="169" cy="153"/>
              </a:xfrm>
              <a:prstGeom prst="line">
                <a:avLst/>
              </a:prstGeom>
              <a:noFill/>
              <a:ln w="28575" cap="flat" cmpd="sng">
                <a:solidFill>
                  <a:srgbClr val="FFFFFF"/>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pPr>
                  <a:defRPr/>
                </a:pPr>
                <a:endParaRPr lang="en-US" sz="2799">
                  <a:solidFill>
                    <a:schemeClr val="tx1">
                      <a:lumMod val="90000"/>
                      <a:lumOff val="10000"/>
                    </a:schemeClr>
                  </a:solidFill>
                </a:endParaRPr>
              </a:p>
            </p:txBody>
          </p:sp>
        </p:grpSp>
      </p:grpSp>
      <p:sp>
        <p:nvSpPr>
          <p:cNvPr id="26" name="Rectangle 50"/>
          <p:cNvSpPr>
            <a:spLocks/>
          </p:cNvSpPr>
          <p:nvPr/>
        </p:nvSpPr>
        <p:spPr bwMode="auto">
          <a:xfrm>
            <a:off x="2138618" y="2212422"/>
            <a:ext cx="1342708" cy="3250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lnSpc>
                <a:spcPct val="200000"/>
              </a:lnSpc>
            </a:pPr>
            <a:r>
              <a:rPr lang="en-US" altLang="id-ID" sz="1200">
                <a:solidFill>
                  <a:schemeClr val="bg1"/>
                </a:solidFill>
                <a:latin typeface="+mn-lt"/>
                <a:ea typeface="Roboto" panose="02000000000000000000" pitchFamily="2" charset="0"/>
                <a:cs typeface="Lato Light"/>
                <a:sym typeface="Lato Light"/>
              </a:rPr>
              <a:t>Details Info One</a:t>
            </a:r>
          </a:p>
          <a:p>
            <a:pPr eaLnBrk="1" hangingPunct="1">
              <a:lnSpc>
                <a:spcPct val="200000"/>
              </a:lnSpc>
            </a:pPr>
            <a:r>
              <a:rPr lang="en-US" altLang="id-ID" sz="1200">
                <a:solidFill>
                  <a:schemeClr val="bg1"/>
                </a:solidFill>
                <a:latin typeface="+mn-lt"/>
                <a:ea typeface="Roboto" panose="02000000000000000000" pitchFamily="2" charset="0"/>
                <a:cs typeface="Lato Light"/>
                <a:sym typeface="Lato Light"/>
              </a:rPr>
              <a:t>Second Info Deta</a:t>
            </a:r>
          </a:p>
          <a:p>
            <a:pPr eaLnBrk="1" hangingPunct="1">
              <a:lnSpc>
                <a:spcPct val="200000"/>
              </a:lnSpc>
            </a:pPr>
            <a:r>
              <a:rPr lang="en-US" altLang="id-ID" sz="1200">
                <a:solidFill>
                  <a:schemeClr val="bg1"/>
                </a:solidFill>
                <a:latin typeface="+mn-lt"/>
                <a:ea typeface="Roboto" panose="02000000000000000000" pitchFamily="2" charset="0"/>
                <a:cs typeface="Lato Light"/>
                <a:sym typeface="Lato Light"/>
              </a:rPr>
              <a:t>Details Third Info</a:t>
            </a:r>
          </a:p>
          <a:p>
            <a:pPr eaLnBrk="1" hangingPunct="1">
              <a:lnSpc>
                <a:spcPct val="200000"/>
              </a:lnSpc>
            </a:pPr>
            <a:r>
              <a:rPr lang="en-US" altLang="id-ID" sz="1200">
                <a:solidFill>
                  <a:schemeClr val="bg1"/>
                </a:solidFill>
                <a:latin typeface="+mn-lt"/>
                <a:ea typeface="Roboto" panose="02000000000000000000" pitchFamily="2" charset="0"/>
                <a:cs typeface="Lato Light"/>
                <a:sym typeface="Lato Light"/>
              </a:rPr>
              <a:t>Info Fourth Detail</a:t>
            </a:r>
          </a:p>
          <a:p>
            <a:pPr eaLnBrk="1" hangingPunct="1">
              <a:lnSpc>
                <a:spcPct val="200000"/>
              </a:lnSpc>
            </a:pPr>
            <a:r>
              <a:rPr lang="en-US" altLang="id-ID" sz="1200">
                <a:solidFill>
                  <a:schemeClr val="bg1"/>
                </a:solidFill>
                <a:latin typeface="+mn-lt"/>
                <a:ea typeface="Roboto" panose="02000000000000000000" pitchFamily="2" charset="0"/>
                <a:cs typeface="Lato Light"/>
                <a:sym typeface="Lato Light"/>
              </a:rPr>
              <a:t>Details Five</a:t>
            </a:r>
          </a:p>
          <a:p>
            <a:pPr eaLnBrk="1" hangingPunct="1">
              <a:lnSpc>
                <a:spcPct val="200000"/>
              </a:lnSpc>
            </a:pPr>
            <a:r>
              <a:rPr lang="en-US" altLang="id-ID" sz="1200">
                <a:solidFill>
                  <a:schemeClr val="bg1"/>
                </a:solidFill>
                <a:latin typeface="+mn-lt"/>
                <a:ea typeface="Roboto" panose="02000000000000000000" pitchFamily="2" charset="0"/>
                <a:cs typeface="Lato Light"/>
                <a:sym typeface="Lato Light"/>
              </a:rPr>
              <a:t>Sixth Info Details</a:t>
            </a:r>
          </a:p>
          <a:p>
            <a:pPr eaLnBrk="1" hangingPunct="1">
              <a:lnSpc>
                <a:spcPct val="200000"/>
              </a:lnSpc>
            </a:pPr>
            <a:r>
              <a:rPr lang="en-US" altLang="id-ID" sz="1200">
                <a:solidFill>
                  <a:schemeClr val="bg1"/>
                </a:solidFill>
                <a:latin typeface="+mn-lt"/>
                <a:ea typeface="Roboto" panose="02000000000000000000" pitchFamily="2" charset="0"/>
                <a:cs typeface="Lato Light"/>
                <a:sym typeface="Lato Light"/>
              </a:rPr>
              <a:t>Details Seventh</a:t>
            </a:r>
          </a:p>
          <a:p>
            <a:pPr eaLnBrk="1" hangingPunct="1">
              <a:lnSpc>
                <a:spcPct val="200000"/>
              </a:lnSpc>
            </a:pPr>
            <a:r>
              <a:rPr lang="en-US" altLang="id-ID" sz="1200">
                <a:solidFill>
                  <a:schemeClr val="bg1"/>
                </a:solidFill>
                <a:latin typeface="+mn-lt"/>
                <a:ea typeface="Roboto" panose="02000000000000000000" pitchFamily="2" charset="0"/>
                <a:cs typeface="Lato Light"/>
                <a:sym typeface="Lato Light"/>
              </a:rPr>
              <a:t>Info Eight Details</a:t>
            </a:r>
          </a:p>
          <a:p>
            <a:pPr eaLnBrk="1" hangingPunct="1">
              <a:lnSpc>
                <a:spcPct val="200000"/>
              </a:lnSpc>
            </a:pPr>
            <a:r>
              <a:rPr lang="en-US" altLang="id-ID" sz="1200">
                <a:solidFill>
                  <a:schemeClr val="bg1"/>
                </a:solidFill>
                <a:latin typeface="+mn-lt"/>
                <a:ea typeface="Roboto" panose="02000000000000000000" pitchFamily="2" charset="0"/>
                <a:cs typeface="Lato Light"/>
                <a:sym typeface="Lato Light"/>
              </a:rPr>
              <a:t>Details Nineth</a:t>
            </a:r>
          </a:p>
        </p:txBody>
      </p:sp>
      <p:grpSp>
        <p:nvGrpSpPr>
          <p:cNvPr id="27" name="Group 51"/>
          <p:cNvGrpSpPr>
            <a:grpSpLocks/>
          </p:cNvGrpSpPr>
          <p:nvPr/>
        </p:nvGrpSpPr>
        <p:grpSpPr bwMode="auto">
          <a:xfrm>
            <a:off x="4200523" y="2286936"/>
            <a:ext cx="150584" cy="3131168"/>
            <a:chOff x="0" y="0"/>
            <a:chExt cx="191" cy="3992"/>
          </a:xfrm>
        </p:grpSpPr>
        <p:sp>
          <p:nvSpPr>
            <p:cNvPr id="63" name="Freeform 52"/>
            <p:cNvSpPr>
              <a:spLocks/>
            </p:cNvSpPr>
            <p:nvPr/>
          </p:nvSpPr>
          <p:spPr bwMode="auto">
            <a:xfrm>
              <a:off x="23" y="0"/>
              <a:ext cx="168" cy="128"/>
            </a:xfrm>
            <a:custGeom>
              <a:avLst/>
              <a:gdLst>
                <a:gd name="T0" fmla="*/ 0 w 21600"/>
                <a:gd name="T1" fmla="*/ 52 h 21600"/>
                <a:gd name="T2" fmla="*/ 55 w 21600"/>
                <a:gd name="T3" fmla="*/ 128 h 21600"/>
                <a:gd name="T4" fmla="*/ 168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8757"/>
                  </a:moveTo>
                  <a:lnTo>
                    <a:pt x="7039" y="21600"/>
                  </a:lnTo>
                  <a:lnTo>
                    <a:pt x="21600" y="0"/>
                  </a:lnTo>
                </a:path>
              </a:pathLst>
            </a:custGeom>
            <a:noFill/>
            <a:ln w="28575" cap="flat" cmpd="sng">
              <a:solidFill>
                <a:schemeClr val="accent2"/>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id-ID" sz="2799"/>
            </a:p>
          </p:txBody>
        </p:sp>
        <p:grpSp>
          <p:nvGrpSpPr>
            <p:cNvPr id="64" name="Group 53"/>
            <p:cNvGrpSpPr>
              <a:grpSpLocks/>
            </p:cNvGrpSpPr>
            <p:nvPr/>
          </p:nvGrpSpPr>
          <p:grpSpPr bwMode="auto">
            <a:xfrm>
              <a:off x="0" y="2381"/>
              <a:ext cx="168" cy="166"/>
              <a:chOff x="0" y="0"/>
              <a:chExt cx="168" cy="165"/>
            </a:xfrm>
          </p:grpSpPr>
          <p:sp>
            <p:nvSpPr>
              <p:cNvPr id="78" name="Line 54"/>
              <p:cNvSpPr>
                <a:spLocks noChangeShapeType="1"/>
              </p:cNvSpPr>
              <p:nvPr/>
            </p:nvSpPr>
            <p:spPr bwMode="auto">
              <a:xfrm>
                <a:off x="6" y="0"/>
                <a:ext cx="155" cy="165"/>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sp>
            <p:nvSpPr>
              <p:cNvPr id="79" name="Line 55"/>
              <p:cNvSpPr>
                <a:spLocks noChangeShapeType="1"/>
              </p:cNvSpPr>
              <p:nvPr/>
            </p:nvSpPr>
            <p:spPr bwMode="auto">
              <a:xfrm rot="10800000" flipH="1">
                <a:off x="0" y="6"/>
                <a:ext cx="168" cy="153"/>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grpSp>
        <p:sp>
          <p:nvSpPr>
            <p:cNvPr id="65" name="Freeform 56"/>
            <p:cNvSpPr>
              <a:spLocks/>
            </p:cNvSpPr>
            <p:nvPr/>
          </p:nvSpPr>
          <p:spPr bwMode="auto">
            <a:xfrm>
              <a:off x="23" y="482"/>
              <a:ext cx="168" cy="129"/>
            </a:xfrm>
            <a:custGeom>
              <a:avLst/>
              <a:gdLst>
                <a:gd name="T0" fmla="*/ 0 w 21600"/>
                <a:gd name="T1" fmla="*/ 52 h 21600"/>
                <a:gd name="T2" fmla="*/ 55 w 21600"/>
                <a:gd name="T3" fmla="*/ 129 h 21600"/>
                <a:gd name="T4" fmla="*/ 168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8757"/>
                  </a:moveTo>
                  <a:lnTo>
                    <a:pt x="7039" y="21600"/>
                  </a:lnTo>
                  <a:lnTo>
                    <a:pt x="21600" y="0"/>
                  </a:lnTo>
                </a:path>
              </a:pathLst>
            </a:custGeom>
            <a:noFill/>
            <a:ln w="28575" cap="flat" cmpd="sng">
              <a:solidFill>
                <a:schemeClr val="accent2"/>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id-ID" sz="2799"/>
            </a:p>
          </p:txBody>
        </p:sp>
        <p:sp>
          <p:nvSpPr>
            <p:cNvPr id="66" name="Freeform 57"/>
            <p:cNvSpPr>
              <a:spLocks/>
            </p:cNvSpPr>
            <p:nvPr/>
          </p:nvSpPr>
          <p:spPr bwMode="auto">
            <a:xfrm>
              <a:off x="23" y="948"/>
              <a:ext cx="168" cy="129"/>
            </a:xfrm>
            <a:custGeom>
              <a:avLst/>
              <a:gdLst>
                <a:gd name="T0" fmla="*/ 0 w 21600"/>
                <a:gd name="T1" fmla="*/ 52 h 21600"/>
                <a:gd name="T2" fmla="*/ 55 w 21600"/>
                <a:gd name="T3" fmla="*/ 129 h 21600"/>
                <a:gd name="T4" fmla="*/ 168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8757"/>
                  </a:moveTo>
                  <a:lnTo>
                    <a:pt x="7039" y="21600"/>
                  </a:lnTo>
                  <a:lnTo>
                    <a:pt x="21600" y="0"/>
                  </a:lnTo>
                </a:path>
              </a:pathLst>
            </a:custGeom>
            <a:noFill/>
            <a:ln w="28575" cap="flat" cmpd="sng">
              <a:solidFill>
                <a:schemeClr val="accent2"/>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id-ID" sz="2799"/>
            </a:p>
          </p:txBody>
        </p:sp>
        <p:grpSp>
          <p:nvGrpSpPr>
            <p:cNvPr id="67" name="Group 58"/>
            <p:cNvGrpSpPr>
              <a:grpSpLocks/>
            </p:cNvGrpSpPr>
            <p:nvPr/>
          </p:nvGrpSpPr>
          <p:grpSpPr bwMode="auto">
            <a:xfrm>
              <a:off x="0" y="1432"/>
              <a:ext cx="168" cy="166"/>
              <a:chOff x="0" y="0"/>
              <a:chExt cx="168" cy="165"/>
            </a:xfrm>
          </p:grpSpPr>
          <p:sp>
            <p:nvSpPr>
              <p:cNvPr id="76" name="Line 59"/>
              <p:cNvSpPr>
                <a:spLocks noChangeShapeType="1"/>
              </p:cNvSpPr>
              <p:nvPr/>
            </p:nvSpPr>
            <p:spPr bwMode="auto">
              <a:xfrm>
                <a:off x="6" y="0"/>
                <a:ext cx="155" cy="165"/>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sp>
            <p:nvSpPr>
              <p:cNvPr id="77" name="Line 60"/>
              <p:cNvSpPr>
                <a:spLocks noChangeShapeType="1"/>
              </p:cNvSpPr>
              <p:nvPr/>
            </p:nvSpPr>
            <p:spPr bwMode="auto">
              <a:xfrm rot="10800000" flipH="1">
                <a:off x="0" y="6"/>
                <a:ext cx="168" cy="153"/>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grpSp>
        <p:sp>
          <p:nvSpPr>
            <p:cNvPr id="68" name="Freeform 61"/>
            <p:cNvSpPr>
              <a:spLocks/>
            </p:cNvSpPr>
            <p:nvPr/>
          </p:nvSpPr>
          <p:spPr bwMode="auto">
            <a:xfrm>
              <a:off x="23" y="1913"/>
              <a:ext cx="168" cy="129"/>
            </a:xfrm>
            <a:custGeom>
              <a:avLst/>
              <a:gdLst>
                <a:gd name="T0" fmla="*/ 0 w 21600"/>
                <a:gd name="T1" fmla="*/ 52 h 21600"/>
                <a:gd name="T2" fmla="*/ 55 w 21600"/>
                <a:gd name="T3" fmla="*/ 129 h 21600"/>
                <a:gd name="T4" fmla="*/ 168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8757"/>
                  </a:moveTo>
                  <a:lnTo>
                    <a:pt x="7039" y="21600"/>
                  </a:lnTo>
                  <a:lnTo>
                    <a:pt x="21600" y="0"/>
                  </a:lnTo>
                </a:path>
              </a:pathLst>
            </a:custGeom>
            <a:noFill/>
            <a:ln w="28575" cap="flat" cmpd="sng">
              <a:solidFill>
                <a:schemeClr val="accent2"/>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id-ID" sz="2799"/>
            </a:p>
          </p:txBody>
        </p:sp>
        <p:grpSp>
          <p:nvGrpSpPr>
            <p:cNvPr id="69" name="Group 62"/>
            <p:cNvGrpSpPr>
              <a:grpSpLocks/>
            </p:cNvGrpSpPr>
            <p:nvPr/>
          </p:nvGrpSpPr>
          <p:grpSpPr bwMode="auto">
            <a:xfrm>
              <a:off x="0" y="2849"/>
              <a:ext cx="168" cy="166"/>
              <a:chOff x="0" y="0"/>
              <a:chExt cx="168" cy="165"/>
            </a:xfrm>
          </p:grpSpPr>
          <p:sp>
            <p:nvSpPr>
              <p:cNvPr id="74" name="Line 63"/>
              <p:cNvSpPr>
                <a:spLocks noChangeShapeType="1"/>
              </p:cNvSpPr>
              <p:nvPr/>
            </p:nvSpPr>
            <p:spPr bwMode="auto">
              <a:xfrm>
                <a:off x="6" y="0"/>
                <a:ext cx="155" cy="165"/>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sp>
            <p:nvSpPr>
              <p:cNvPr id="75" name="Line 64"/>
              <p:cNvSpPr>
                <a:spLocks noChangeShapeType="1"/>
              </p:cNvSpPr>
              <p:nvPr/>
            </p:nvSpPr>
            <p:spPr bwMode="auto">
              <a:xfrm rot="10800000" flipH="1">
                <a:off x="0" y="6"/>
                <a:ext cx="168" cy="153"/>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grpSp>
        <p:sp>
          <p:nvSpPr>
            <p:cNvPr id="70" name="Freeform 65"/>
            <p:cNvSpPr>
              <a:spLocks/>
            </p:cNvSpPr>
            <p:nvPr/>
          </p:nvSpPr>
          <p:spPr bwMode="auto">
            <a:xfrm>
              <a:off x="23" y="3362"/>
              <a:ext cx="168" cy="129"/>
            </a:xfrm>
            <a:custGeom>
              <a:avLst/>
              <a:gdLst>
                <a:gd name="T0" fmla="*/ 0 w 21600"/>
                <a:gd name="T1" fmla="*/ 52 h 21600"/>
                <a:gd name="T2" fmla="*/ 55 w 21600"/>
                <a:gd name="T3" fmla="*/ 129 h 21600"/>
                <a:gd name="T4" fmla="*/ 168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8757"/>
                  </a:moveTo>
                  <a:lnTo>
                    <a:pt x="7039" y="21600"/>
                  </a:lnTo>
                  <a:lnTo>
                    <a:pt x="21600" y="0"/>
                  </a:lnTo>
                </a:path>
              </a:pathLst>
            </a:custGeom>
            <a:noFill/>
            <a:ln w="28575" cap="flat" cmpd="sng">
              <a:solidFill>
                <a:schemeClr val="accent2"/>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id-ID" sz="2799"/>
            </a:p>
          </p:txBody>
        </p:sp>
        <p:grpSp>
          <p:nvGrpSpPr>
            <p:cNvPr id="71" name="Group 66"/>
            <p:cNvGrpSpPr>
              <a:grpSpLocks/>
            </p:cNvGrpSpPr>
            <p:nvPr/>
          </p:nvGrpSpPr>
          <p:grpSpPr bwMode="auto">
            <a:xfrm>
              <a:off x="0" y="3826"/>
              <a:ext cx="168" cy="166"/>
              <a:chOff x="0" y="0"/>
              <a:chExt cx="168" cy="165"/>
            </a:xfrm>
          </p:grpSpPr>
          <p:sp>
            <p:nvSpPr>
              <p:cNvPr id="72" name="Line 67"/>
              <p:cNvSpPr>
                <a:spLocks noChangeShapeType="1"/>
              </p:cNvSpPr>
              <p:nvPr/>
            </p:nvSpPr>
            <p:spPr bwMode="auto">
              <a:xfrm>
                <a:off x="6" y="0"/>
                <a:ext cx="155" cy="165"/>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sp>
            <p:nvSpPr>
              <p:cNvPr id="73" name="Line 68"/>
              <p:cNvSpPr>
                <a:spLocks noChangeShapeType="1"/>
              </p:cNvSpPr>
              <p:nvPr/>
            </p:nvSpPr>
            <p:spPr bwMode="auto">
              <a:xfrm rot="10800000" flipH="1">
                <a:off x="0" y="6"/>
                <a:ext cx="168" cy="153"/>
              </a:xfrm>
              <a:prstGeom prst="line">
                <a:avLst/>
              </a:prstGeom>
              <a:noFill/>
              <a:ln w="28575">
                <a:solidFill>
                  <a:schemeClr val="accent2"/>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grpSp>
      </p:grpSp>
      <p:sp>
        <p:nvSpPr>
          <p:cNvPr id="28" name="Rectangle 69"/>
          <p:cNvSpPr>
            <a:spLocks/>
          </p:cNvSpPr>
          <p:nvPr/>
        </p:nvSpPr>
        <p:spPr bwMode="auto">
          <a:xfrm>
            <a:off x="4685999" y="2212422"/>
            <a:ext cx="1342708" cy="3250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lnSpc>
                <a:spcPct val="200000"/>
              </a:lnSpc>
            </a:pPr>
            <a:r>
              <a:rPr lang="en-US" altLang="id-ID" sz="1200" dirty="0">
                <a:solidFill>
                  <a:schemeClr val="bg1"/>
                </a:solidFill>
                <a:latin typeface="+mn-lt"/>
                <a:ea typeface="Roboto" panose="02000000000000000000" pitchFamily="2" charset="0"/>
                <a:cs typeface="Lato Light"/>
                <a:sym typeface="Lato Light"/>
              </a:rPr>
              <a:t>Details Info One</a:t>
            </a:r>
          </a:p>
          <a:p>
            <a:pPr eaLnBrk="1" hangingPunct="1">
              <a:lnSpc>
                <a:spcPct val="200000"/>
              </a:lnSpc>
            </a:pPr>
            <a:r>
              <a:rPr lang="en-US" altLang="id-ID" sz="1200" dirty="0">
                <a:solidFill>
                  <a:schemeClr val="bg1"/>
                </a:solidFill>
                <a:latin typeface="+mn-lt"/>
                <a:ea typeface="Roboto" panose="02000000000000000000" pitchFamily="2" charset="0"/>
                <a:cs typeface="Lato Light"/>
                <a:sym typeface="Lato Light"/>
              </a:rPr>
              <a:t>Second Info </a:t>
            </a:r>
            <a:r>
              <a:rPr lang="en-US" altLang="id-ID" sz="1200" dirty="0" err="1">
                <a:solidFill>
                  <a:schemeClr val="bg1"/>
                </a:solidFill>
                <a:latin typeface="+mn-lt"/>
                <a:ea typeface="Roboto" panose="02000000000000000000" pitchFamily="2" charset="0"/>
                <a:cs typeface="Lato Light"/>
                <a:sym typeface="Lato Light"/>
              </a:rPr>
              <a:t>Deta</a:t>
            </a:r>
            <a:endParaRPr lang="en-US" altLang="id-ID" sz="1200" dirty="0">
              <a:solidFill>
                <a:schemeClr val="bg1"/>
              </a:solidFill>
              <a:latin typeface="+mn-lt"/>
              <a:ea typeface="Roboto" panose="02000000000000000000" pitchFamily="2" charset="0"/>
              <a:cs typeface="Lato Light"/>
              <a:sym typeface="Lato Light"/>
            </a:endParaRPr>
          </a:p>
          <a:p>
            <a:pPr eaLnBrk="1" hangingPunct="1">
              <a:lnSpc>
                <a:spcPct val="200000"/>
              </a:lnSpc>
            </a:pPr>
            <a:r>
              <a:rPr lang="en-US" altLang="id-ID" sz="1200" dirty="0">
                <a:solidFill>
                  <a:schemeClr val="bg1"/>
                </a:solidFill>
                <a:latin typeface="+mn-lt"/>
                <a:ea typeface="Roboto" panose="02000000000000000000" pitchFamily="2" charset="0"/>
                <a:cs typeface="Lato Light"/>
                <a:sym typeface="Lato Light"/>
              </a:rPr>
              <a:t>Details Third Info</a:t>
            </a:r>
          </a:p>
          <a:p>
            <a:pPr eaLnBrk="1" hangingPunct="1">
              <a:lnSpc>
                <a:spcPct val="200000"/>
              </a:lnSpc>
            </a:pPr>
            <a:r>
              <a:rPr lang="en-US" altLang="id-ID" sz="1200" dirty="0">
                <a:solidFill>
                  <a:schemeClr val="bg1"/>
                </a:solidFill>
                <a:latin typeface="+mn-lt"/>
                <a:ea typeface="Roboto" panose="02000000000000000000" pitchFamily="2" charset="0"/>
                <a:cs typeface="Lato Light"/>
                <a:sym typeface="Lato Light"/>
              </a:rPr>
              <a:t>Info Fourth Detail</a:t>
            </a:r>
          </a:p>
          <a:p>
            <a:pPr eaLnBrk="1" hangingPunct="1">
              <a:lnSpc>
                <a:spcPct val="200000"/>
              </a:lnSpc>
            </a:pPr>
            <a:r>
              <a:rPr lang="en-US" altLang="id-ID" sz="1200" dirty="0">
                <a:solidFill>
                  <a:schemeClr val="bg1"/>
                </a:solidFill>
                <a:latin typeface="+mn-lt"/>
                <a:ea typeface="Roboto" panose="02000000000000000000" pitchFamily="2" charset="0"/>
                <a:cs typeface="Lato Light"/>
                <a:sym typeface="Lato Light"/>
              </a:rPr>
              <a:t>Details Five</a:t>
            </a:r>
          </a:p>
          <a:p>
            <a:pPr eaLnBrk="1" hangingPunct="1">
              <a:lnSpc>
                <a:spcPct val="200000"/>
              </a:lnSpc>
            </a:pPr>
            <a:r>
              <a:rPr lang="en-US" altLang="id-ID" sz="1200" dirty="0">
                <a:solidFill>
                  <a:schemeClr val="bg1"/>
                </a:solidFill>
                <a:latin typeface="+mn-lt"/>
                <a:ea typeface="Roboto" panose="02000000000000000000" pitchFamily="2" charset="0"/>
                <a:cs typeface="Lato Light"/>
                <a:sym typeface="Lato Light"/>
              </a:rPr>
              <a:t>Sixth Info Details</a:t>
            </a:r>
          </a:p>
          <a:p>
            <a:pPr eaLnBrk="1" hangingPunct="1">
              <a:lnSpc>
                <a:spcPct val="200000"/>
              </a:lnSpc>
            </a:pPr>
            <a:r>
              <a:rPr lang="en-US" altLang="id-ID" sz="1200" dirty="0">
                <a:solidFill>
                  <a:schemeClr val="bg1"/>
                </a:solidFill>
                <a:latin typeface="+mn-lt"/>
                <a:ea typeface="Roboto" panose="02000000000000000000" pitchFamily="2" charset="0"/>
                <a:cs typeface="Lato Light"/>
                <a:sym typeface="Lato Light"/>
              </a:rPr>
              <a:t>Details Seventh</a:t>
            </a:r>
          </a:p>
          <a:p>
            <a:pPr eaLnBrk="1" hangingPunct="1">
              <a:lnSpc>
                <a:spcPct val="200000"/>
              </a:lnSpc>
            </a:pPr>
            <a:r>
              <a:rPr lang="en-US" altLang="id-ID" sz="1200" dirty="0">
                <a:solidFill>
                  <a:schemeClr val="bg1"/>
                </a:solidFill>
                <a:latin typeface="+mn-lt"/>
                <a:ea typeface="Roboto" panose="02000000000000000000" pitchFamily="2" charset="0"/>
                <a:cs typeface="Lato Light"/>
                <a:sym typeface="Lato Light"/>
              </a:rPr>
              <a:t>Info Eight Details</a:t>
            </a:r>
          </a:p>
          <a:p>
            <a:pPr eaLnBrk="1" hangingPunct="1">
              <a:lnSpc>
                <a:spcPct val="200000"/>
              </a:lnSpc>
            </a:pPr>
            <a:r>
              <a:rPr lang="en-US" altLang="id-ID" sz="1200" dirty="0">
                <a:solidFill>
                  <a:schemeClr val="bg1"/>
                </a:solidFill>
                <a:latin typeface="+mn-lt"/>
                <a:ea typeface="Roboto" panose="02000000000000000000" pitchFamily="2" charset="0"/>
                <a:cs typeface="Lato Light"/>
                <a:sym typeface="Lato Light"/>
              </a:rPr>
              <a:t>Details </a:t>
            </a:r>
            <a:r>
              <a:rPr lang="en-US" altLang="id-ID" sz="1200" dirty="0" err="1">
                <a:solidFill>
                  <a:schemeClr val="bg1"/>
                </a:solidFill>
                <a:latin typeface="+mn-lt"/>
                <a:ea typeface="Roboto" panose="02000000000000000000" pitchFamily="2" charset="0"/>
                <a:cs typeface="Lato Light"/>
                <a:sym typeface="Lato Light"/>
              </a:rPr>
              <a:t>Nineth</a:t>
            </a:r>
            <a:endParaRPr lang="en-US" altLang="id-ID" sz="1200" dirty="0">
              <a:solidFill>
                <a:schemeClr val="bg1"/>
              </a:solidFill>
              <a:latin typeface="+mn-lt"/>
              <a:ea typeface="Roboto" panose="02000000000000000000" pitchFamily="2" charset="0"/>
              <a:cs typeface="Lato Light"/>
              <a:sym typeface="Lato Light"/>
            </a:endParaRPr>
          </a:p>
        </p:txBody>
      </p:sp>
      <p:grpSp>
        <p:nvGrpSpPr>
          <p:cNvPr id="30" name="Group 70"/>
          <p:cNvGrpSpPr>
            <a:grpSpLocks/>
          </p:cNvGrpSpPr>
          <p:nvPr/>
        </p:nvGrpSpPr>
        <p:grpSpPr bwMode="auto">
          <a:xfrm>
            <a:off x="3791906" y="1785730"/>
            <a:ext cx="2527774" cy="376493"/>
            <a:chOff x="0" y="0"/>
            <a:chExt cx="3222" cy="480"/>
          </a:xfrm>
        </p:grpSpPr>
        <p:sp>
          <p:nvSpPr>
            <p:cNvPr id="61" name="Rectangle 71"/>
            <p:cNvSpPr>
              <a:spLocks/>
            </p:cNvSpPr>
            <p:nvPr/>
          </p:nvSpPr>
          <p:spPr bwMode="auto">
            <a:xfrm>
              <a:off x="0" y="0"/>
              <a:ext cx="3223" cy="480"/>
            </a:xfrm>
            <a:prstGeom prst="rect">
              <a:avLst/>
            </a:prstGeom>
            <a:solidFill>
              <a:schemeClr val="tx1">
                <a:lumMod val="95000"/>
                <a:lumOff val="5000"/>
                <a:alpha val="80000"/>
              </a:schemeClr>
            </a:solidFill>
            <a:ln>
              <a:noFill/>
            </a:ln>
            <a:extLst>
              <a:ext uri="{91240B29-F687-4F45-9708-019B960494DF}">
                <a14:hiddenLine xmlns:a14="http://schemas.microsoft.com/office/drawing/2010/main" w="25400" cap="flat">
                  <a:solidFill>
                    <a:schemeClr val="tx1">
                      <a:alpha val="79999"/>
                    </a:schemeClr>
                  </a:solidFill>
                  <a:miter lim="800000"/>
                  <a:headEnd type="none" w="med" len="med"/>
                  <a:tailEnd type="none" w="med" len="med"/>
                </a14:hiddenLine>
              </a:ext>
            </a:extLst>
          </p:spPr>
          <p:txBody>
            <a:bodyPr lIns="0" tIns="0" rIns="0" bIns="0"/>
            <a:lstStyle/>
            <a:p>
              <a:pPr>
                <a:defRPr/>
              </a:pPr>
              <a:endParaRPr lang="en-US" sz="2799"/>
            </a:p>
          </p:txBody>
        </p:sp>
        <p:sp>
          <p:nvSpPr>
            <p:cNvPr id="62" name="Rectangle 72"/>
            <p:cNvSpPr>
              <a:spLocks/>
            </p:cNvSpPr>
            <p:nvPr/>
          </p:nvSpPr>
          <p:spPr bwMode="auto">
            <a:xfrm>
              <a:off x="221" y="56"/>
              <a:ext cx="1345"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d-ID" altLang="id-ID" sz="1100" dirty="0">
                  <a:solidFill>
                    <a:srgbClr val="FFFFFF"/>
                  </a:solidFill>
                  <a:latin typeface="+mn-lt"/>
                  <a:ea typeface="Roboto" panose="02000000000000000000" pitchFamily="2" charset="0"/>
                  <a:cs typeface="Arial" panose="020B0604020202020204" pitchFamily="34" charset="0"/>
                  <a:sym typeface="Bebas Neue" panose="020B0606020202050201" pitchFamily="34" charset="0"/>
                </a:rPr>
                <a:t>Medium Quality</a:t>
              </a:r>
              <a:endParaRPr lang="en-US" altLang="id-ID" sz="1100" dirty="0">
                <a:solidFill>
                  <a:srgbClr val="FFFFFF"/>
                </a:solidFill>
                <a:latin typeface="+mn-lt"/>
                <a:ea typeface="Roboto" panose="02000000000000000000" pitchFamily="2" charset="0"/>
                <a:cs typeface="Arial" panose="020B0604020202020204" pitchFamily="34" charset="0"/>
                <a:sym typeface="Bebas Neue" panose="020B0606020202050201" pitchFamily="34" charset="0"/>
              </a:endParaRPr>
            </a:p>
          </p:txBody>
        </p:sp>
      </p:grpSp>
      <p:grpSp>
        <p:nvGrpSpPr>
          <p:cNvPr id="31" name="Group 73"/>
          <p:cNvGrpSpPr>
            <a:grpSpLocks/>
          </p:cNvGrpSpPr>
          <p:nvPr/>
        </p:nvGrpSpPr>
        <p:grpSpPr bwMode="auto">
          <a:xfrm>
            <a:off x="5156575" y="1773181"/>
            <a:ext cx="1167027" cy="426692"/>
            <a:chOff x="0" y="0"/>
            <a:chExt cx="1488" cy="544"/>
          </a:xfrm>
        </p:grpSpPr>
        <p:sp>
          <p:nvSpPr>
            <p:cNvPr id="59" name="Rectangle 74"/>
            <p:cNvSpPr>
              <a:spLocks/>
            </p:cNvSpPr>
            <p:nvPr/>
          </p:nvSpPr>
          <p:spPr bwMode="auto">
            <a:xfrm>
              <a:off x="0" y="16"/>
              <a:ext cx="1487" cy="480"/>
            </a:xfrm>
            <a:prstGeom prst="rect">
              <a:avLst/>
            </a:prstGeom>
            <a:solidFill>
              <a:schemeClr val="bg1">
                <a:lumMod val="50000"/>
              </a:schemeClr>
            </a:solidFill>
            <a:ln>
              <a:noFill/>
            </a:ln>
            <a:extLst>
              <a:ext uri="{91240B29-F687-4F45-9708-019B960494DF}">
                <a14:hiddenLine xmlns:a14="http://schemas.microsoft.com/office/drawing/2010/main" w="25400" cap="flat">
                  <a:solidFill>
                    <a:srgbClr val="FF5308"/>
                  </a:solidFill>
                  <a:miter lim="800000"/>
                  <a:headEnd type="none" w="med" len="med"/>
                  <a:tailEnd type="none" w="med" len="med"/>
                </a14:hiddenLine>
              </a:ext>
            </a:extLst>
          </p:spPr>
          <p:txBody>
            <a:bodyPr lIns="0" tIns="0" rIns="0" bIns="0"/>
            <a:lstStyle/>
            <a:p>
              <a:pPr>
                <a:defRPr/>
              </a:pPr>
              <a:endParaRPr lang="en-US" sz="2799">
                <a:latin typeface="+mj-lt"/>
              </a:endParaRPr>
            </a:p>
          </p:txBody>
        </p:sp>
        <p:sp>
          <p:nvSpPr>
            <p:cNvPr id="60" name="Rectangle 75"/>
            <p:cNvSpPr>
              <a:spLocks/>
            </p:cNvSpPr>
            <p:nvPr/>
          </p:nvSpPr>
          <p:spPr bwMode="auto">
            <a:xfrm>
              <a:off x="475" y="0"/>
              <a:ext cx="848"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r" eaLnBrk="1" hangingPunct="1"/>
              <a:r>
                <a:rPr lang="en-US" altLang="id-ID" sz="1999" dirty="0">
                  <a:solidFill>
                    <a:srgbClr val="FFFFFF"/>
                  </a:solidFill>
                  <a:latin typeface="+mj-lt"/>
                  <a:ea typeface="Roboto" panose="02000000000000000000" pitchFamily="2" charset="0"/>
                  <a:cs typeface="Arial" panose="020B0604020202020204" pitchFamily="34" charset="0"/>
                  <a:sym typeface="Bebas Neue" panose="020B0606020202050201" pitchFamily="34" charset="0"/>
                </a:rPr>
                <a:t>$</a:t>
              </a:r>
              <a:r>
                <a:rPr lang="id-ID" altLang="id-ID" sz="1999" dirty="0">
                  <a:solidFill>
                    <a:srgbClr val="FFFFFF"/>
                  </a:solidFill>
                  <a:latin typeface="+mj-lt"/>
                  <a:ea typeface="Roboto" panose="02000000000000000000" pitchFamily="2" charset="0"/>
                  <a:cs typeface="Arial" panose="020B0604020202020204" pitchFamily="34" charset="0"/>
                  <a:sym typeface="Bebas Neue" panose="020B0606020202050201" pitchFamily="34" charset="0"/>
                </a:rPr>
                <a:t>600</a:t>
              </a:r>
              <a:endParaRPr lang="en-US" altLang="id-ID" sz="1999" dirty="0">
                <a:solidFill>
                  <a:srgbClr val="FFFFFF"/>
                </a:solidFill>
                <a:latin typeface="+mj-lt"/>
                <a:ea typeface="Roboto" panose="02000000000000000000" pitchFamily="2" charset="0"/>
                <a:cs typeface="Arial" panose="020B0604020202020204" pitchFamily="34" charset="0"/>
                <a:sym typeface="Bebas Neue" panose="020B0606020202050201" pitchFamily="34" charset="0"/>
              </a:endParaRPr>
            </a:p>
          </p:txBody>
        </p:sp>
      </p:grpSp>
      <p:grpSp>
        <p:nvGrpSpPr>
          <p:cNvPr id="32" name="Group 76"/>
          <p:cNvGrpSpPr>
            <a:grpSpLocks/>
          </p:cNvGrpSpPr>
          <p:nvPr/>
        </p:nvGrpSpPr>
        <p:grpSpPr bwMode="auto">
          <a:xfrm>
            <a:off x="6343209" y="1785730"/>
            <a:ext cx="2526990" cy="376493"/>
            <a:chOff x="0" y="0"/>
            <a:chExt cx="3222" cy="480"/>
          </a:xfrm>
        </p:grpSpPr>
        <p:sp>
          <p:nvSpPr>
            <p:cNvPr id="57" name="Rectangle 77"/>
            <p:cNvSpPr>
              <a:spLocks/>
            </p:cNvSpPr>
            <p:nvPr/>
          </p:nvSpPr>
          <p:spPr bwMode="auto">
            <a:xfrm>
              <a:off x="1" y="0"/>
              <a:ext cx="3222" cy="480"/>
            </a:xfrm>
            <a:prstGeom prst="rect">
              <a:avLst/>
            </a:prstGeom>
            <a:solidFill>
              <a:schemeClr val="accent1"/>
            </a:solidFill>
            <a:ln>
              <a:noFill/>
            </a:ln>
            <a:extLst>
              <a:ext uri="{91240B29-F687-4F45-9708-019B960494DF}">
                <a14:hiddenLine xmlns:a14="http://schemas.microsoft.com/office/drawing/2010/main" w="25400" cap="flat">
                  <a:solidFill>
                    <a:schemeClr val="tx1"/>
                  </a:solidFill>
                  <a:miter lim="800000"/>
                  <a:headEnd type="none" w="med" len="med"/>
                  <a:tailEnd type="none" w="med" len="med"/>
                </a14:hiddenLine>
              </a:ext>
            </a:extLst>
          </p:spPr>
          <p:txBody>
            <a:bodyPr lIns="0" tIns="0" rIns="0" bIns="0"/>
            <a:lstStyle/>
            <a:p>
              <a:pPr>
                <a:defRPr/>
              </a:pPr>
              <a:endParaRPr lang="en-US" sz="2799"/>
            </a:p>
          </p:txBody>
        </p:sp>
        <p:sp>
          <p:nvSpPr>
            <p:cNvPr id="58" name="Rectangle 78"/>
            <p:cNvSpPr>
              <a:spLocks/>
            </p:cNvSpPr>
            <p:nvPr/>
          </p:nvSpPr>
          <p:spPr bwMode="auto">
            <a:xfrm>
              <a:off x="234" y="56"/>
              <a:ext cx="1288"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r>
                <a:rPr lang="id-ID" altLang="id-ID" sz="1200" dirty="0">
                  <a:solidFill>
                    <a:srgbClr val="FFFFFF"/>
                  </a:solidFill>
                  <a:latin typeface="+mn-lt"/>
                  <a:ea typeface="Roboto" panose="02000000000000000000" pitchFamily="2" charset="0"/>
                  <a:cs typeface="Arial" panose="020B0604020202020204" pitchFamily="34" charset="0"/>
                  <a:sym typeface="Bebas Neue" panose="020B0606020202050201" pitchFamily="34" charset="0"/>
                </a:rPr>
                <a:t>High Quality</a:t>
              </a:r>
              <a:endParaRPr lang="en-US" altLang="id-ID" sz="1200" dirty="0">
                <a:solidFill>
                  <a:srgbClr val="FFFFFF"/>
                </a:solidFill>
                <a:latin typeface="+mn-lt"/>
                <a:ea typeface="Roboto" panose="02000000000000000000" pitchFamily="2" charset="0"/>
                <a:cs typeface="Arial" panose="020B0604020202020204" pitchFamily="34" charset="0"/>
                <a:sym typeface="Bebas Neue" panose="020B0606020202050201" pitchFamily="34" charset="0"/>
              </a:endParaRPr>
            </a:p>
          </p:txBody>
        </p:sp>
      </p:grpSp>
      <p:grpSp>
        <p:nvGrpSpPr>
          <p:cNvPr id="33" name="Group 79"/>
          <p:cNvGrpSpPr>
            <a:grpSpLocks/>
          </p:cNvGrpSpPr>
          <p:nvPr/>
        </p:nvGrpSpPr>
        <p:grpSpPr bwMode="auto">
          <a:xfrm>
            <a:off x="7703956" y="1773181"/>
            <a:ext cx="1166243" cy="426692"/>
            <a:chOff x="0" y="0"/>
            <a:chExt cx="1487" cy="544"/>
          </a:xfrm>
        </p:grpSpPr>
        <p:sp>
          <p:nvSpPr>
            <p:cNvPr id="55" name="Rectangle 80"/>
            <p:cNvSpPr>
              <a:spLocks/>
            </p:cNvSpPr>
            <p:nvPr/>
          </p:nvSpPr>
          <p:spPr bwMode="auto">
            <a:xfrm>
              <a:off x="0" y="16"/>
              <a:ext cx="1487" cy="480"/>
            </a:xfrm>
            <a:prstGeom prst="rect">
              <a:avLst/>
            </a:prstGeom>
            <a:solidFill>
              <a:srgbClr val="7030A0"/>
            </a:solidFill>
            <a:ln>
              <a:noFill/>
            </a:ln>
            <a:extLst>
              <a:ext uri="{91240B29-F687-4F45-9708-019B960494DF}">
                <a14:hiddenLine xmlns:a14="http://schemas.microsoft.com/office/drawing/2010/main" w="25400" cap="flat">
                  <a:solidFill>
                    <a:srgbClr val="FF5308"/>
                  </a:solidFill>
                  <a:miter lim="800000"/>
                  <a:headEnd type="none" w="med" len="med"/>
                  <a:tailEnd type="none" w="med" len="med"/>
                </a14:hiddenLine>
              </a:ext>
            </a:extLst>
          </p:spPr>
          <p:txBody>
            <a:bodyPr lIns="0" tIns="0" rIns="0" bIns="0"/>
            <a:lstStyle/>
            <a:p>
              <a:pPr>
                <a:defRPr/>
              </a:pPr>
              <a:endParaRPr lang="en-US" sz="2799">
                <a:latin typeface="+mj-lt"/>
              </a:endParaRPr>
            </a:p>
          </p:txBody>
        </p:sp>
        <p:sp>
          <p:nvSpPr>
            <p:cNvPr id="56" name="Rectangle 81"/>
            <p:cNvSpPr>
              <a:spLocks/>
            </p:cNvSpPr>
            <p:nvPr/>
          </p:nvSpPr>
          <p:spPr bwMode="auto">
            <a:xfrm>
              <a:off x="290" y="0"/>
              <a:ext cx="1033"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r" eaLnBrk="1" hangingPunct="1"/>
              <a:r>
                <a:rPr lang="en-US" altLang="id-ID" sz="1999" dirty="0">
                  <a:solidFill>
                    <a:srgbClr val="FFFFFF"/>
                  </a:solidFill>
                  <a:latin typeface="+mj-lt"/>
                  <a:ea typeface="Roboto" panose="02000000000000000000" pitchFamily="2" charset="0"/>
                  <a:cs typeface="Arial" panose="020B0604020202020204" pitchFamily="34" charset="0"/>
                  <a:sym typeface="Bebas Neue" panose="020B0606020202050201" pitchFamily="34" charset="0"/>
                </a:rPr>
                <a:t>$</a:t>
              </a:r>
              <a:r>
                <a:rPr lang="id-ID" altLang="id-ID" sz="1999" dirty="0">
                  <a:solidFill>
                    <a:srgbClr val="FFFFFF"/>
                  </a:solidFill>
                  <a:latin typeface="+mj-lt"/>
                  <a:ea typeface="Roboto" panose="02000000000000000000" pitchFamily="2" charset="0"/>
                  <a:cs typeface="Arial" panose="020B0604020202020204" pitchFamily="34" charset="0"/>
                  <a:sym typeface="Bebas Neue" panose="020B0606020202050201" pitchFamily="34" charset="0"/>
                </a:rPr>
                <a:t>1000</a:t>
              </a:r>
              <a:endParaRPr lang="en-US" altLang="id-ID" sz="1999" dirty="0">
                <a:solidFill>
                  <a:srgbClr val="FFFFFF"/>
                </a:solidFill>
                <a:latin typeface="+mj-lt"/>
                <a:ea typeface="Roboto" panose="02000000000000000000" pitchFamily="2" charset="0"/>
                <a:cs typeface="Arial" panose="020B0604020202020204" pitchFamily="34" charset="0"/>
                <a:sym typeface="Bebas Neue" panose="020B0606020202050201" pitchFamily="34" charset="0"/>
              </a:endParaRPr>
            </a:p>
          </p:txBody>
        </p:sp>
      </p:grpSp>
      <p:grpSp>
        <p:nvGrpSpPr>
          <p:cNvPr id="34" name="Group 82"/>
          <p:cNvGrpSpPr>
            <a:grpSpLocks/>
          </p:cNvGrpSpPr>
          <p:nvPr/>
        </p:nvGrpSpPr>
        <p:grpSpPr bwMode="auto">
          <a:xfrm>
            <a:off x="6754178" y="2286936"/>
            <a:ext cx="150584" cy="3131168"/>
            <a:chOff x="0" y="0"/>
            <a:chExt cx="191" cy="3992"/>
          </a:xfrm>
        </p:grpSpPr>
        <p:sp>
          <p:nvSpPr>
            <p:cNvPr id="37" name="Freeform 83"/>
            <p:cNvSpPr>
              <a:spLocks/>
            </p:cNvSpPr>
            <p:nvPr/>
          </p:nvSpPr>
          <p:spPr bwMode="auto">
            <a:xfrm>
              <a:off x="23" y="0"/>
              <a:ext cx="168" cy="128"/>
            </a:xfrm>
            <a:custGeom>
              <a:avLst/>
              <a:gdLst>
                <a:gd name="T0" fmla="*/ 0 w 21600"/>
                <a:gd name="T1" fmla="*/ 52 h 21600"/>
                <a:gd name="T2" fmla="*/ 55 w 21600"/>
                <a:gd name="T3" fmla="*/ 128 h 21600"/>
                <a:gd name="T4" fmla="*/ 168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8757"/>
                  </a:moveTo>
                  <a:lnTo>
                    <a:pt x="7039" y="21600"/>
                  </a:lnTo>
                  <a:lnTo>
                    <a:pt x="21600" y="0"/>
                  </a:lnTo>
                </a:path>
              </a:pathLst>
            </a:custGeom>
            <a:noFill/>
            <a:ln w="28575" cap="flat" cmpd="sng">
              <a:solidFill>
                <a:schemeClr val="tx1"/>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id-ID" sz="2799"/>
            </a:p>
          </p:txBody>
        </p:sp>
        <p:grpSp>
          <p:nvGrpSpPr>
            <p:cNvPr id="38" name="Group 84"/>
            <p:cNvGrpSpPr>
              <a:grpSpLocks/>
            </p:cNvGrpSpPr>
            <p:nvPr/>
          </p:nvGrpSpPr>
          <p:grpSpPr bwMode="auto">
            <a:xfrm>
              <a:off x="0" y="2381"/>
              <a:ext cx="168" cy="166"/>
              <a:chOff x="0" y="0"/>
              <a:chExt cx="168" cy="165"/>
            </a:xfrm>
          </p:grpSpPr>
          <p:sp>
            <p:nvSpPr>
              <p:cNvPr id="53" name="Line 85"/>
              <p:cNvSpPr>
                <a:spLocks noChangeShapeType="1"/>
              </p:cNvSpPr>
              <p:nvPr/>
            </p:nvSpPr>
            <p:spPr bwMode="auto">
              <a:xfrm>
                <a:off x="6" y="0"/>
                <a:ext cx="155" cy="16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sp>
            <p:nvSpPr>
              <p:cNvPr id="54" name="Line 86"/>
              <p:cNvSpPr>
                <a:spLocks noChangeShapeType="1"/>
              </p:cNvSpPr>
              <p:nvPr/>
            </p:nvSpPr>
            <p:spPr bwMode="auto">
              <a:xfrm rot="10800000" flipH="1">
                <a:off x="0" y="6"/>
                <a:ext cx="168" cy="153"/>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grpSp>
        <p:sp>
          <p:nvSpPr>
            <p:cNvPr id="39" name="Freeform 87"/>
            <p:cNvSpPr>
              <a:spLocks/>
            </p:cNvSpPr>
            <p:nvPr/>
          </p:nvSpPr>
          <p:spPr bwMode="auto">
            <a:xfrm>
              <a:off x="23" y="482"/>
              <a:ext cx="168" cy="129"/>
            </a:xfrm>
            <a:custGeom>
              <a:avLst/>
              <a:gdLst>
                <a:gd name="T0" fmla="*/ 0 w 21600"/>
                <a:gd name="T1" fmla="*/ 52 h 21600"/>
                <a:gd name="T2" fmla="*/ 55 w 21600"/>
                <a:gd name="T3" fmla="*/ 129 h 21600"/>
                <a:gd name="T4" fmla="*/ 168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8757"/>
                  </a:moveTo>
                  <a:lnTo>
                    <a:pt x="7039" y="21600"/>
                  </a:lnTo>
                  <a:lnTo>
                    <a:pt x="21600" y="0"/>
                  </a:lnTo>
                </a:path>
              </a:pathLst>
            </a:custGeom>
            <a:noFill/>
            <a:ln w="28575" cap="flat" cmpd="sng">
              <a:solidFill>
                <a:schemeClr val="tx1"/>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id-ID" sz="2799"/>
            </a:p>
          </p:txBody>
        </p:sp>
        <p:sp>
          <p:nvSpPr>
            <p:cNvPr id="41" name="Freeform 88"/>
            <p:cNvSpPr>
              <a:spLocks/>
            </p:cNvSpPr>
            <p:nvPr/>
          </p:nvSpPr>
          <p:spPr bwMode="auto">
            <a:xfrm>
              <a:off x="23" y="948"/>
              <a:ext cx="168" cy="129"/>
            </a:xfrm>
            <a:custGeom>
              <a:avLst/>
              <a:gdLst>
                <a:gd name="T0" fmla="*/ 0 w 21600"/>
                <a:gd name="T1" fmla="*/ 52 h 21600"/>
                <a:gd name="T2" fmla="*/ 55 w 21600"/>
                <a:gd name="T3" fmla="*/ 129 h 21600"/>
                <a:gd name="T4" fmla="*/ 168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8757"/>
                  </a:moveTo>
                  <a:lnTo>
                    <a:pt x="7039" y="21600"/>
                  </a:lnTo>
                  <a:lnTo>
                    <a:pt x="21600" y="0"/>
                  </a:lnTo>
                </a:path>
              </a:pathLst>
            </a:custGeom>
            <a:noFill/>
            <a:ln w="28575" cap="flat" cmpd="sng">
              <a:solidFill>
                <a:schemeClr val="tx1"/>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id-ID" sz="2799"/>
            </a:p>
          </p:txBody>
        </p:sp>
        <p:grpSp>
          <p:nvGrpSpPr>
            <p:cNvPr id="42" name="Group 89"/>
            <p:cNvGrpSpPr>
              <a:grpSpLocks/>
            </p:cNvGrpSpPr>
            <p:nvPr/>
          </p:nvGrpSpPr>
          <p:grpSpPr bwMode="auto">
            <a:xfrm>
              <a:off x="0" y="1432"/>
              <a:ext cx="168" cy="166"/>
              <a:chOff x="0" y="0"/>
              <a:chExt cx="168" cy="165"/>
            </a:xfrm>
          </p:grpSpPr>
          <p:sp>
            <p:nvSpPr>
              <p:cNvPr id="51" name="Line 90"/>
              <p:cNvSpPr>
                <a:spLocks noChangeShapeType="1"/>
              </p:cNvSpPr>
              <p:nvPr/>
            </p:nvSpPr>
            <p:spPr bwMode="auto">
              <a:xfrm>
                <a:off x="6" y="0"/>
                <a:ext cx="155" cy="16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sp>
            <p:nvSpPr>
              <p:cNvPr id="52" name="Line 91"/>
              <p:cNvSpPr>
                <a:spLocks noChangeShapeType="1"/>
              </p:cNvSpPr>
              <p:nvPr/>
            </p:nvSpPr>
            <p:spPr bwMode="auto">
              <a:xfrm rot="10800000" flipH="1">
                <a:off x="0" y="6"/>
                <a:ext cx="168" cy="153"/>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grpSp>
        <p:sp>
          <p:nvSpPr>
            <p:cNvPr id="43" name="Freeform 92"/>
            <p:cNvSpPr>
              <a:spLocks/>
            </p:cNvSpPr>
            <p:nvPr/>
          </p:nvSpPr>
          <p:spPr bwMode="auto">
            <a:xfrm>
              <a:off x="23" y="1913"/>
              <a:ext cx="168" cy="129"/>
            </a:xfrm>
            <a:custGeom>
              <a:avLst/>
              <a:gdLst>
                <a:gd name="T0" fmla="*/ 0 w 21600"/>
                <a:gd name="T1" fmla="*/ 52 h 21600"/>
                <a:gd name="T2" fmla="*/ 55 w 21600"/>
                <a:gd name="T3" fmla="*/ 129 h 21600"/>
                <a:gd name="T4" fmla="*/ 168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8757"/>
                  </a:moveTo>
                  <a:lnTo>
                    <a:pt x="7039" y="21600"/>
                  </a:lnTo>
                  <a:lnTo>
                    <a:pt x="21600" y="0"/>
                  </a:lnTo>
                </a:path>
              </a:pathLst>
            </a:custGeom>
            <a:noFill/>
            <a:ln w="28575" cap="flat" cmpd="sng">
              <a:solidFill>
                <a:schemeClr val="tx1"/>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id-ID" sz="2799"/>
            </a:p>
          </p:txBody>
        </p:sp>
        <p:grpSp>
          <p:nvGrpSpPr>
            <p:cNvPr id="44" name="Group 93"/>
            <p:cNvGrpSpPr>
              <a:grpSpLocks/>
            </p:cNvGrpSpPr>
            <p:nvPr/>
          </p:nvGrpSpPr>
          <p:grpSpPr bwMode="auto">
            <a:xfrm>
              <a:off x="0" y="2849"/>
              <a:ext cx="168" cy="166"/>
              <a:chOff x="0" y="0"/>
              <a:chExt cx="168" cy="165"/>
            </a:xfrm>
          </p:grpSpPr>
          <p:sp>
            <p:nvSpPr>
              <p:cNvPr id="49" name="Line 94"/>
              <p:cNvSpPr>
                <a:spLocks noChangeShapeType="1"/>
              </p:cNvSpPr>
              <p:nvPr/>
            </p:nvSpPr>
            <p:spPr bwMode="auto">
              <a:xfrm>
                <a:off x="6" y="0"/>
                <a:ext cx="155" cy="16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sp>
            <p:nvSpPr>
              <p:cNvPr id="50" name="Line 95"/>
              <p:cNvSpPr>
                <a:spLocks noChangeShapeType="1"/>
              </p:cNvSpPr>
              <p:nvPr/>
            </p:nvSpPr>
            <p:spPr bwMode="auto">
              <a:xfrm rot="10800000" flipH="1">
                <a:off x="0" y="6"/>
                <a:ext cx="168" cy="153"/>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grpSp>
        <p:sp>
          <p:nvSpPr>
            <p:cNvPr id="45" name="Freeform 96"/>
            <p:cNvSpPr>
              <a:spLocks/>
            </p:cNvSpPr>
            <p:nvPr/>
          </p:nvSpPr>
          <p:spPr bwMode="auto">
            <a:xfrm>
              <a:off x="23" y="3362"/>
              <a:ext cx="168" cy="129"/>
            </a:xfrm>
            <a:custGeom>
              <a:avLst/>
              <a:gdLst>
                <a:gd name="T0" fmla="*/ 0 w 21600"/>
                <a:gd name="T1" fmla="*/ 52 h 21600"/>
                <a:gd name="T2" fmla="*/ 55 w 21600"/>
                <a:gd name="T3" fmla="*/ 129 h 21600"/>
                <a:gd name="T4" fmla="*/ 168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a:moveTo>
                    <a:pt x="0" y="8757"/>
                  </a:moveTo>
                  <a:lnTo>
                    <a:pt x="7039" y="21600"/>
                  </a:lnTo>
                  <a:lnTo>
                    <a:pt x="21600" y="0"/>
                  </a:lnTo>
                </a:path>
              </a:pathLst>
            </a:custGeom>
            <a:noFill/>
            <a:ln w="28575" cap="flat" cmpd="sng">
              <a:solidFill>
                <a:schemeClr val="tx1"/>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id-ID" sz="2799"/>
            </a:p>
          </p:txBody>
        </p:sp>
        <p:grpSp>
          <p:nvGrpSpPr>
            <p:cNvPr id="46" name="Group 97"/>
            <p:cNvGrpSpPr>
              <a:grpSpLocks/>
            </p:cNvGrpSpPr>
            <p:nvPr/>
          </p:nvGrpSpPr>
          <p:grpSpPr bwMode="auto">
            <a:xfrm>
              <a:off x="0" y="3826"/>
              <a:ext cx="168" cy="166"/>
              <a:chOff x="0" y="0"/>
              <a:chExt cx="168" cy="165"/>
            </a:xfrm>
          </p:grpSpPr>
          <p:sp>
            <p:nvSpPr>
              <p:cNvPr id="47" name="Line 98"/>
              <p:cNvSpPr>
                <a:spLocks noChangeShapeType="1"/>
              </p:cNvSpPr>
              <p:nvPr/>
            </p:nvSpPr>
            <p:spPr bwMode="auto">
              <a:xfrm>
                <a:off x="6" y="0"/>
                <a:ext cx="155" cy="165"/>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sp>
            <p:nvSpPr>
              <p:cNvPr id="48" name="Line 99"/>
              <p:cNvSpPr>
                <a:spLocks noChangeShapeType="1"/>
              </p:cNvSpPr>
              <p:nvPr/>
            </p:nvSpPr>
            <p:spPr bwMode="auto">
              <a:xfrm rot="10800000" flipH="1">
                <a:off x="0" y="6"/>
                <a:ext cx="168" cy="153"/>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grpSp>
      </p:grpSp>
      <p:sp>
        <p:nvSpPr>
          <p:cNvPr id="35" name="Rectangle 100"/>
          <p:cNvSpPr>
            <a:spLocks/>
          </p:cNvSpPr>
          <p:nvPr/>
        </p:nvSpPr>
        <p:spPr bwMode="auto">
          <a:xfrm>
            <a:off x="7238989" y="2212803"/>
            <a:ext cx="1342675" cy="325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200000"/>
              </a:lnSpc>
              <a:defRPr/>
            </a:pPr>
            <a:r>
              <a:rPr lang="en-US" sz="1200" dirty="0">
                <a:solidFill>
                  <a:schemeClr val="tx1">
                    <a:lumMod val="65000"/>
                    <a:lumOff val="35000"/>
                  </a:schemeClr>
                </a:solidFill>
                <a:ea typeface="Roboto" panose="02000000000000000000" pitchFamily="2" charset="0"/>
                <a:cs typeface="Lato Light" charset="0"/>
                <a:sym typeface="Lato Light" charset="0"/>
              </a:rPr>
              <a:t>Details Info One</a:t>
            </a:r>
          </a:p>
          <a:p>
            <a:pPr>
              <a:lnSpc>
                <a:spcPct val="200000"/>
              </a:lnSpc>
              <a:defRPr/>
            </a:pPr>
            <a:r>
              <a:rPr lang="en-US" sz="1200" dirty="0">
                <a:solidFill>
                  <a:schemeClr val="tx1">
                    <a:lumMod val="65000"/>
                    <a:lumOff val="35000"/>
                  </a:schemeClr>
                </a:solidFill>
                <a:ea typeface="Roboto" panose="02000000000000000000" pitchFamily="2" charset="0"/>
                <a:cs typeface="Lato Light" charset="0"/>
                <a:sym typeface="Lato Light" charset="0"/>
              </a:rPr>
              <a:t>Second Info </a:t>
            </a:r>
            <a:r>
              <a:rPr lang="en-US" sz="1200" dirty="0" err="1">
                <a:solidFill>
                  <a:schemeClr val="tx1">
                    <a:lumMod val="65000"/>
                    <a:lumOff val="35000"/>
                  </a:schemeClr>
                </a:solidFill>
                <a:ea typeface="Roboto" panose="02000000000000000000" pitchFamily="2" charset="0"/>
                <a:cs typeface="Lato Light" charset="0"/>
                <a:sym typeface="Lato Light" charset="0"/>
              </a:rPr>
              <a:t>Deta</a:t>
            </a:r>
            <a:endParaRPr lang="en-US" sz="1200" dirty="0">
              <a:solidFill>
                <a:schemeClr val="tx1">
                  <a:lumMod val="65000"/>
                  <a:lumOff val="35000"/>
                </a:schemeClr>
              </a:solidFill>
              <a:ea typeface="Roboto" panose="02000000000000000000" pitchFamily="2" charset="0"/>
              <a:cs typeface="Lato Light" charset="0"/>
              <a:sym typeface="Lato Light" charset="0"/>
            </a:endParaRPr>
          </a:p>
          <a:p>
            <a:pPr>
              <a:lnSpc>
                <a:spcPct val="200000"/>
              </a:lnSpc>
              <a:defRPr/>
            </a:pPr>
            <a:r>
              <a:rPr lang="en-US" sz="1200" dirty="0">
                <a:solidFill>
                  <a:schemeClr val="tx1">
                    <a:lumMod val="65000"/>
                    <a:lumOff val="35000"/>
                  </a:schemeClr>
                </a:solidFill>
                <a:ea typeface="Roboto" panose="02000000000000000000" pitchFamily="2" charset="0"/>
                <a:cs typeface="Lato Light" charset="0"/>
                <a:sym typeface="Lato Light" charset="0"/>
              </a:rPr>
              <a:t>Details Third Info</a:t>
            </a:r>
          </a:p>
          <a:p>
            <a:pPr>
              <a:lnSpc>
                <a:spcPct val="200000"/>
              </a:lnSpc>
              <a:defRPr/>
            </a:pPr>
            <a:r>
              <a:rPr lang="en-US" sz="1200" dirty="0">
                <a:solidFill>
                  <a:schemeClr val="tx1">
                    <a:lumMod val="65000"/>
                    <a:lumOff val="35000"/>
                  </a:schemeClr>
                </a:solidFill>
                <a:ea typeface="Roboto" panose="02000000000000000000" pitchFamily="2" charset="0"/>
                <a:cs typeface="Lato Light" charset="0"/>
                <a:sym typeface="Lato Light" charset="0"/>
              </a:rPr>
              <a:t>Info Fourth Detail</a:t>
            </a:r>
          </a:p>
          <a:p>
            <a:pPr>
              <a:lnSpc>
                <a:spcPct val="200000"/>
              </a:lnSpc>
              <a:defRPr/>
            </a:pPr>
            <a:r>
              <a:rPr lang="en-US" sz="1200" dirty="0">
                <a:solidFill>
                  <a:schemeClr val="tx1">
                    <a:lumMod val="65000"/>
                    <a:lumOff val="35000"/>
                  </a:schemeClr>
                </a:solidFill>
                <a:ea typeface="Roboto" panose="02000000000000000000" pitchFamily="2" charset="0"/>
                <a:cs typeface="Lato Light" charset="0"/>
                <a:sym typeface="Lato Light" charset="0"/>
              </a:rPr>
              <a:t>Details Five</a:t>
            </a:r>
          </a:p>
          <a:p>
            <a:pPr>
              <a:lnSpc>
                <a:spcPct val="200000"/>
              </a:lnSpc>
              <a:defRPr/>
            </a:pPr>
            <a:r>
              <a:rPr lang="en-US" sz="1200" dirty="0">
                <a:solidFill>
                  <a:schemeClr val="tx1">
                    <a:lumMod val="65000"/>
                    <a:lumOff val="35000"/>
                  </a:schemeClr>
                </a:solidFill>
                <a:ea typeface="Roboto" panose="02000000000000000000" pitchFamily="2" charset="0"/>
                <a:cs typeface="Lato Light" charset="0"/>
                <a:sym typeface="Lato Light" charset="0"/>
              </a:rPr>
              <a:t>Sixth Info Details</a:t>
            </a:r>
          </a:p>
          <a:p>
            <a:pPr>
              <a:lnSpc>
                <a:spcPct val="200000"/>
              </a:lnSpc>
              <a:defRPr/>
            </a:pPr>
            <a:r>
              <a:rPr lang="en-US" sz="1200" dirty="0">
                <a:solidFill>
                  <a:schemeClr val="tx1">
                    <a:lumMod val="65000"/>
                    <a:lumOff val="35000"/>
                  </a:schemeClr>
                </a:solidFill>
                <a:ea typeface="Roboto" panose="02000000000000000000" pitchFamily="2" charset="0"/>
                <a:cs typeface="Lato Light" charset="0"/>
                <a:sym typeface="Lato Light" charset="0"/>
              </a:rPr>
              <a:t>Details Seventh</a:t>
            </a:r>
          </a:p>
          <a:p>
            <a:pPr>
              <a:lnSpc>
                <a:spcPct val="200000"/>
              </a:lnSpc>
              <a:defRPr/>
            </a:pPr>
            <a:r>
              <a:rPr lang="en-US" sz="1200" dirty="0">
                <a:solidFill>
                  <a:schemeClr val="tx1">
                    <a:lumMod val="65000"/>
                    <a:lumOff val="35000"/>
                  </a:schemeClr>
                </a:solidFill>
                <a:ea typeface="Roboto" panose="02000000000000000000" pitchFamily="2" charset="0"/>
                <a:cs typeface="Lato Light" charset="0"/>
                <a:sym typeface="Lato Light" charset="0"/>
              </a:rPr>
              <a:t>Info Eight Details</a:t>
            </a:r>
          </a:p>
          <a:p>
            <a:pPr>
              <a:lnSpc>
                <a:spcPct val="200000"/>
              </a:lnSpc>
              <a:defRPr/>
            </a:pPr>
            <a:r>
              <a:rPr lang="en-US" sz="1200" dirty="0">
                <a:solidFill>
                  <a:schemeClr val="tx1">
                    <a:lumMod val="65000"/>
                    <a:lumOff val="35000"/>
                  </a:schemeClr>
                </a:solidFill>
                <a:ea typeface="Roboto" panose="02000000000000000000" pitchFamily="2" charset="0"/>
                <a:cs typeface="Lato Light" charset="0"/>
                <a:sym typeface="Lato Light" charset="0"/>
              </a:rPr>
              <a:t>Details </a:t>
            </a:r>
            <a:r>
              <a:rPr lang="en-US" sz="1200" dirty="0" err="1">
                <a:solidFill>
                  <a:schemeClr val="tx1">
                    <a:lumMod val="65000"/>
                    <a:lumOff val="35000"/>
                  </a:schemeClr>
                </a:solidFill>
                <a:ea typeface="Roboto" panose="02000000000000000000" pitchFamily="2" charset="0"/>
                <a:cs typeface="Lato Light" charset="0"/>
                <a:sym typeface="Lato Light" charset="0"/>
              </a:rPr>
              <a:t>Nineth</a:t>
            </a:r>
            <a:endParaRPr lang="en-US" sz="1200" dirty="0">
              <a:solidFill>
                <a:schemeClr val="tx1">
                  <a:lumMod val="65000"/>
                  <a:lumOff val="35000"/>
                </a:schemeClr>
              </a:solidFill>
              <a:ea typeface="Roboto" panose="02000000000000000000" pitchFamily="2" charset="0"/>
              <a:cs typeface="Lato Light" charset="0"/>
              <a:sym typeface="Lato Light" charset="0"/>
            </a:endParaRPr>
          </a:p>
        </p:txBody>
      </p:sp>
      <p:sp>
        <p:nvSpPr>
          <p:cNvPr id="36" name="Line 101"/>
          <p:cNvSpPr>
            <a:spLocks noChangeShapeType="1"/>
          </p:cNvSpPr>
          <p:nvPr/>
        </p:nvSpPr>
        <p:spPr bwMode="auto">
          <a:xfrm>
            <a:off x="1241388" y="5732961"/>
            <a:ext cx="9686353" cy="0"/>
          </a:xfrm>
          <a:prstGeom prst="line">
            <a:avLst/>
          </a:prstGeom>
          <a:noFill/>
          <a:ln w="31750">
            <a:solidFill>
              <a:schemeClr val="bg1">
                <a:lumMod val="65000"/>
              </a:schemeClr>
            </a:solidFill>
            <a:miter lim="800000"/>
            <a:headEnd/>
            <a:tailEnd/>
          </a:ln>
          <a:extLst>
            <a:ext uri="{909E8E84-426E-40DD-AFC4-6F175D3DCCD1}">
              <a14:hiddenFill xmlns:a14="http://schemas.microsoft.com/office/drawing/2010/main">
                <a:noFill/>
              </a14:hiddenFill>
            </a:ext>
          </a:extLst>
        </p:spPr>
        <p:txBody>
          <a:bodyPr lIns="0" tIns="0" rIns="0" bIns="0"/>
          <a:lstStyle/>
          <a:p>
            <a:endParaRPr lang="id-ID" sz="2799"/>
          </a:p>
        </p:txBody>
      </p:sp>
      <p:sp>
        <p:nvSpPr>
          <p:cNvPr id="108"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PRICING TABLES</a:t>
            </a:r>
          </a:p>
        </p:txBody>
      </p:sp>
      <p:sp>
        <p:nvSpPr>
          <p:cNvPr id="109" name="Rectangle 108"/>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110" name="Group 109"/>
          <p:cNvGrpSpPr/>
          <p:nvPr/>
        </p:nvGrpSpPr>
        <p:grpSpPr>
          <a:xfrm rot="10800000" flipV="1">
            <a:off x="5380522" y="1080697"/>
            <a:ext cx="1427781" cy="45707"/>
            <a:chOff x="3965945" y="1385354"/>
            <a:chExt cx="4572000" cy="79107"/>
          </a:xfrm>
        </p:grpSpPr>
        <p:sp>
          <p:nvSpPr>
            <p:cNvPr id="111" name="Rectangle 110"/>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12" name="Rectangle 111"/>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13" name="Rectangle 112"/>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14" name="Rectangle 113"/>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15" name="Rectangle 114"/>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extLst>
      <p:ext uri="{BB962C8B-B14F-4D97-AF65-F5344CB8AC3E}">
        <p14:creationId xmlns:p14="http://schemas.microsoft.com/office/powerpoint/2010/main" val="2304942832"/>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10"/>
                                        </p:tgtEl>
                                        <p:attrNameLst>
                                          <p:attrName>style.visibility</p:attrName>
                                        </p:attrNameLst>
                                      </p:cBhvr>
                                      <p:to>
                                        <p:strVal val="visible"/>
                                      </p:to>
                                    </p:set>
                                    <p:anim calcmode="lin" valueType="num">
                                      <p:cBhvr>
                                        <p:cTn id="7" dur="500" fill="hold"/>
                                        <p:tgtEl>
                                          <p:spTgt spid="110"/>
                                        </p:tgtEl>
                                        <p:attrNameLst>
                                          <p:attrName>ppt_w</p:attrName>
                                        </p:attrNameLst>
                                      </p:cBhvr>
                                      <p:tavLst>
                                        <p:tav tm="0">
                                          <p:val>
                                            <p:fltVal val="0"/>
                                          </p:val>
                                        </p:tav>
                                        <p:tav tm="100000">
                                          <p:val>
                                            <p:strVal val="#ppt_w"/>
                                          </p:val>
                                        </p:tav>
                                      </p:tavLst>
                                    </p:anim>
                                    <p:anim calcmode="lin" valueType="num">
                                      <p:cBhvr>
                                        <p:cTn id="8" dur="500" fill="hold"/>
                                        <p:tgtEl>
                                          <p:spTgt spid="110"/>
                                        </p:tgtEl>
                                        <p:attrNameLst>
                                          <p:attrName>ppt_h</p:attrName>
                                        </p:attrNameLst>
                                      </p:cBhvr>
                                      <p:tavLst>
                                        <p:tav tm="0">
                                          <p:val>
                                            <p:fltVal val="0"/>
                                          </p:val>
                                        </p:tav>
                                        <p:tav tm="100000">
                                          <p:val>
                                            <p:strVal val="#ppt_h"/>
                                          </p:val>
                                        </p:tav>
                                      </p:tavLst>
                                    </p:anim>
                                    <p:anim calcmode="lin" valueType="num">
                                      <p:cBhvr>
                                        <p:cTn id="9" dur="500" fill="hold"/>
                                        <p:tgtEl>
                                          <p:spTgt spid="110"/>
                                        </p:tgtEl>
                                        <p:attrNameLst>
                                          <p:attrName>style.rotation</p:attrName>
                                        </p:attrNameLst>
                                      </p:cBhvr>
                                      <p:tavLst>
                                        <p:tav tm="0">
                                          <p:val>
                                            <p:fltVal val="360"/>
                                          </p:val>
                                        </p:tav>
                                        <p:tav tm="100000">
                                          <p:val>
                                            <p:fltVal val="0"/>
                                          </p:val>
                                        </p:tav>
                                      </p:tavLst>
                                    </p:anim>
                                    <p:animEffect transition="in" filter="fade">
                                      <p:cBhvr>
                                        <p:cTn id="10"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5" name="Rectangle 681"/>
          <p:cNvSpPr>
            <a:spLocks noChangeArrowheads="1"/>
          </p:cNvSpPr>
          <p:nvPr/>
        </p:nvSpPr>
        <p:spPr bwMode="auto">
          <a:xfrm>
            <a:off x="5833602" y="2469672"/>
            <a:ext cx="1604188" cy="758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4932" dirty="0">
                <a:solidFill>
                  <a:srgbClr val="5C6878"/>
                </a:solidFill>
                <a:latin typeface="+mn-lt"/>
              </a:rPr>
              <a:t>7,976</a:t>
            </a:r>
            <a:endParaRPr lang="en-US" sz="2399" dirty="0">
              <a:latin typeface="+mn-lt"/>
            </a:endParaRPr>
          </a:p>
        </p:txBody>
      </p:sp>
      <p:sp>
        <p:nvSpPr>
          <p:cNvPr id="3566" name="Rectangle 682"/>
          <p:cNvSpPr>
            <a:spLocks noChangeArrowheads="1"/>
          </p:cNvSpPr>
          <p:nvPr/>
        </p:nvSpPr>
        <p:spPr bwMode="auto">
          <a:xfrm>
            <a:off x="5833602" y="2196694"/>
            <a:ext cx="1778294" cy="307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1999" dirty="0">
                <a:solidFill>
                  <a:srgbClr val="939598"/>
                </a:solidFill>
                <a:latin typeface="+mn-lt"/>
              </a:rPr>
              <a:t>Total Followers</a:t>
            </a:r>
            <a:endParaRPr lang="en-US" sz="2399" dirty="0">
              <a:latin typeface="+mn-lt"/>
            </a:endParaRPr>
          </a:p>
        </p:txBody>
      </p:sp>
      <p:sp>
        <p:nvSpPr>
          <p:cNvPr id="3569" name="Freeform 685"/>
          <p:cNvSpPr>
            <a:spLocks/>
          </p:cNvSpPr>
          <p:nvPr/>
        </p:nvSpPr>
        <p:spPr bwMode="auto">
          <a:xfrm>
            <a:off x="3258291" y="3864855"/>
            <a:ext cx="4232" cy="4232"/>
          </a:xfrm>
          <a:custGeom>
            <a:avLst/>
            <a:gdLst>
              <a:gd name="T0" fmla="*/ 0 w 2"/>
              <a:gd name="T1" fmla="*/ 0 h 2"/>
              <a:gd name="T2" fmla="*/ 0 w 2"/>
              <a:gd name="T3" fmla="*/ 2 h 2"/>
              <a:gd name="T4" fmla="*/ 2 w 2"/>
              <a:gd name="T5" fmla="*/ 2 h 2"/>
              <a:gd name="T6" fmla="*/ 0 w 2"/>
              <a:gd name="T7" fmla="*/ 0 h 2"/>
              <a:gd name="T8" fmla="*/ 0 w 2"/>
              <a:gd name="T9" fmla="*/ 0 h 2"/>
            </a:gdLst>
            <a:ahLst/>
            <a:cxnLst>
              <a:cxn ang="0">
                <a:pos x="T0" y="T1"/>
              </a:cxn>
              <a:cxn ang="0">
                <a:pos x="T2" y="T3"/>
              </a:cxn>
              <a:cxn ang="0">
                <a:pos x="T4" y="T5"/>
              </a:cxn>
              <a:cxn ang="0">
                <a:pos x="T6" y="T7"/>
              </a:cxn>
              <a:cxn ang="0">
                <a:pos x="T8" y="T9"/>
              </a:cxn>
            </a:cxnLst>
            <a:rect l="0" t="0" r="r" b="b"/>
            <a:pathLst>
              <a:path w="2" h="2">
                <a:moveTo>
                  <a:pt x="0" y="0"/>
                </a:moveTo>
                <a:lnTo>
                  <a:pt x="0" y="2"/>
                </a:lnTo>
                <a:lnTo>
                  <a:pt x="2" y="2"/>
                </a:lnTo>
                <a:lnTo>
                  <a:pt x="0" y="0"/>
                </a:lnTo>
                <a:lnTo>
                  <a:pt x="0" y="0"/>
                </a:lnTo>
                <a:close/>
              </a:path>
            </a:pathLst>
          </a:custGeom>
          <a:solidFill>
            <a:srgbClr val="D56B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3570" name="Rectangle 686"/>
          <p:cNvSpPr>
            <a:spLocks noChangeArrowheads="1"/>
          </p:cNvSpPr>
          <p:nvPr/>
        </p:nvSpPr>
        <p:spPr bwMode="auto">
          <a:xfrm>
            <a:off x="3258290" y="3860622"/>
            <a:ext cx="2116" cy="4232"/>
          </a:xfrm>
          <a:prstGeom prst="rect">
            <a:avLst/>
          </a:prstGeom>
          <a:solidFill>
            <a:srgbClr val="D56B6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3571" name="Freeform 687"/>
          <p:cNvSpPr>
            <a:spLocks/>
          </p:cNvSpPr>
          <p:nvPr/>
        </p:nvSpPr>
        <p:spPr bwMode="auto">
          <a:xfrm>
            <a:off x="3254058" y="3864855"/>
            <a:ext cx="4232" cy="4232"/>
          </a:xfrm>
          <a:custGeom>
            <a:avLst/>
            <a:gdLst>
              <a:gd name="T0" fmla="*/ 0 w 2"/>
              <a:gd name="T1" fmla="*/ 2 h 2"/>
              <a:gd name="T2" fmla="*/ 2 w 2"/>
              <a:gd name="T3" fmla="*/ 2 h 2"/>
              <a:gd name="T4" fmla="*/ 2 w 2"/>
              <a:gd name="T5" fmla="*/ 0 h 2"/>
              <a:gd name="T6" fmla="*/ 0 w 2"/>
              <a:gd name="T7" fmla="*/ 2 h 2"/>
            </a:gdLst>
            <a:ahLst/>
            <a:cxnLst>
              <a:cxn ang="0">
                <a:pos x="T0" y="T1"/>
              </a:cxn>
              <a:cxn ang="0">
                <a:pos x="T2" y="T3"/>
              </a:cxn>
              <a:cxn ang="0">
                <a:pos x="T4" y="T5"/>
              </a:cxn>
              <a:cxn ang="0">
                <a:pos x="T6" y="T7"/>
              </a:cxn>
            </a:cxnLst>
            <a:rect l="0" t="0" r="r" b="b"/>
            <a:pathLst>
              <a:path w="2" h="2">
                <a:moveTo>
                  <a:pt x="0" y="2"/>
                </a:moveTo>
                <a:lnTo>
                  <a:pt x="2" y="2"/>
                </a:lnTo>
                <a:lnTo>
                  <a:pt x="2" y="0"/>
                </a:lnTo>
                <a:lnTo>
                  <a:pt x="0" y="2"/>
                </a:lnTo>
                <a:close/>
              </a:path>
            </a:pathLst>
          </a:custGeom>
          <a:solidFill>
            <a:srgbClr val="D56B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3572" name="Freeform 688"/>
          <p:cNvSpPr>
            <a:spLocks/>
          </p:cNvSpPr>
          <p:nvPr/>
        </p:nvSpPr>
        <p:spPr bwMode="auto">
          <a:xfrm>
            <a:off x="3249826" y="2085201"/>
            <a:ext cx="1775422" cy="1775421"/>
          </a:xfrm>
          <a:custGeom>
            <a:avLst/>
            <a:gdLst>
              <a:gd name="T0" fmla="*/ 292 w 412"/>
              <a:gd name="T1" fmla="*/ 121 h 411"/>
              <a:gd name="T2" fmla="*/ 1 w 412"/>
              <a:gd name="T3" fmla="*/ 0 h 411"/>
              <a:gd name="T4" fmla="*/ 0 w 412"/>
              <a:gd name="T5" fmla="*/ 0 h 411"/>
              <a:gd name="T6" fmla="*/ 0 w 412"/>
              <a:gd name="T7" fmla="*/ 411 h 411"/>
              <a:gd name="T8" fmla="*/ 3 w 412"/>
              <a:gd name="T9" fmla="*/ 408 h 411"/>
              <a:gd name="T10" fmla="*/ 412 w 412"/>
              <a:gd name="T11" fmla="*/ 408 h 411"/>
              <a:gd name="T12" fmla="*/ 412 w 412"/>
              <a:gd name="T13" fmla="*/ 409 h 411"/>
              <a:gd name="T14" fmla="*/ 292 w 412"/>
              <a:gd name="T15" fmla="*/ 121 h 4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2" h="411">
                <a:moveTo>
                  <a:pt x="292" y="121"/>
                </a:moveTo>
                <a:cubicBezTo>
                  <a:pt x="218" y="47"/>
                  <a:pt x="115" y="0"/>
                  <a:pt x="1" y="0"/>
                </a:cubicBezTo>
                <a:cubicBezTo>
                  <a:pt x="1" y="0"/>
                  <a:pt x="0" y="0"/>
                  <a:pt x="0" y="0"/>
                </a:cubicBezTo>
                <a:cubicBezTo>
                  <a:pt x="0" y="411"/>
                  <a:pt x="0" y="411"/>
                  <a:pt x="0" y="411"/>
                </a:cubicBezTo>
                <a:cubicBezTo>
                  <a:pt x="3" y="408"/>
                  <a:pt x="3" y="408"/>
                  <a:pt x="3" y="408"/>
                </a:cubicBezTo>
                <a:cubicBezTo>
                  <a:pt x="412" y="408"/>
                  <a:pt x="412" y="408"/>
                  <a:pt x="412" y="408"/>
                </a:cubicBezTo>
                <a:cubicBezTo>
                  <a:pt x="412" y="408"/>
                  <a:pt x="412" y="409"/>
                  <a:pt x="412" y="409"/>
                </a:cubicBezTo>
                <a:cubicBezTo>
                  <a:pt x="412" y="296"/>
                  <a:pt x="367" y="195"/>
                  <a:pt x="292" y="121"/>
                </a:cubicBezTo>
                <a:close/>
              </a:path>
            </a:pathLst>
          </a:custGeom>
          <a:solidFill>
            <a:schemeClr val="accent3"/>
          </a:solidFill>
          <a:ln>
            <a:noFill/>
          </a:ln>
        </p:spPr>
        <p:txBody>
          <a:bodyPr vert="horz" wrap="square" lIns="121888" tIns="60944" rIns="121888" bIns="60944" numCol="1" anchor="t" anchorCtr="0" compatLnSpc="1">
            <a:prstTxWarp prst="textNoShape">
              <a:avLst/>
            </a:prstTxWarp>
          </a:bodyPr>
          <a:lstStyle/>
          <a:p>
            <a:endParaRPr lang="en-US" sz="2399"/>
          </a:p>
        </p:txBody>
      </p:sp>
      <p:sp>
        <p:nvSpPr>
          <p:cNvPr id="3573" name="Freeform 689"/>
          <p:cNvSpPr>
            <a:spLocks/>
          </p:cNvSpPr>
          <p:nvPr/>
        </p:nvSpPr>
        <p:spPr bwMode="auto">
          <a:xfrm>
            <a:off x="3262522" y="3845810"/>
            <a:ext cx="1762725" cy="1248508"/>
          </a:xfrm>
          <a:custGeom>
            <a:avLst/>
            <a:gdLst>
              <a:gd name="T0" fmla="*/ 409 w 409"/>
              <a:gd name="T1" fmla="*/ 0 h 289"/>
              <a:gd name="T2" fmla="*/ 0 w 409"/>
              <a:gd name="T3" fmla="*/ 0 h 289"/>
              <a:gd name="T4" fmla="*/ 289 w 409"/>
              <a:gd name="T5" fmla="*/ 289 h 289"/>
              <a:gd name="T6" fmla="*/ 409 w 409"/>
              <a:gd name="T7" fmla="*/ 0 h 289"/>
            </a:gdLst>
            <a:ahLst/>
            <a:cxnLst>
              <a:cxn ang="0">
                <a:pos x="T0" y="T1"/>
              </a:cxn>
              <a:cxn ang="0">
                <a:pos x="T2" y="T3"/>
              </a:cxn>
              <a:cxn ang="0">
                <a:pos x="T4" y="T5"/>
              </a:cxn>
              <a:cxn ang="0">
                <a:pos x="T6" y="T7"/>
              </a:cxn>
            </a:cxnLst>
            <a:rect l="0" t="0" r="r" b="b"/>
            <a:pathLst>
              <a:path w="409" h="289">
                <a:moveTo>
                  <a:pt x="409" y="0"/>
                </a:moveTo>
                <a:cubicBezTo>
                  <a:pt x="0" y="0"/>
                  <a:pt x="0" y="0"/>
                  <a:pt x="0" y="0"/>
                </a:cubicBezTo>
                <a:cubicBezTo>
                  <a:pt x="289" y="289"/>
                  <a:pt x="289" y="289"/>
                  <a:pt x="289" y="289"/>
                </a:cubicBezTo>
                <a:cubicBezTo>
                  <a:pt x="363" y="215"/>
                  <a:pt x="409" y="120"/>
                  <a:pt x="409" y="0"/>
                </a:cubicBezTo>
                <a:close/>
              </a:path>
            </a:pathLst>
          </a:custGeom>
          <a:solidFill>
            <a:schemeClr val="accent5"/>
          </a:solidFill>
          <a:ln>
            <a:noFill/>
          </a:ln>
        </p:spPr>
        <p:txBody>
          <a:bodyPr vert="horz" wrap="square" lIns="121888" tIns="60944" rIns="121888" bIns="60944" numCol="1" anchor="t" anchorCtr="0" compatLnSpc="1">
            <a:prstTxWarp prst="textNoShape">
              <a:avLst/>
            </a:prstTxWarp>
          </a:bodyPr>
          <a:lstStyle/>
          <a:p>
            <a:endParaRPr lang="en-US" sz="2399"/>
          </a:p>
        </p:txBody>
      </p:sp>
      <p:sp>
        <p:nvSpPr>
          <p:cNvPr id="3574" name="Freeform 690"/>
          <p:cNvSpPr>
            <a:spLocks/>
          </p:cNvSpPr>
          <p:nvPr/>
        </p:nvSpPr>
        <p:spPr bwMode="auto">
          <a:xfrm>
            <a:off x="1487100" y="2093666"/>
            <a:ext cx="3021813" cy="3540261"/>
          </a:xfrm>
          <a:custGeom>
            <a:avLst/>
            <a:gdLst>
              <a:gd name="T0" fmla="*/ 412 w 701"/>
              <a:gd name="T1" fmla="*/ 406 h 820"/>
              <a:gd name="T2" fmla="*/ 410 w 701"/>
              <a:gd name="T3" fmla="*/ 406 h 820"/>
              <a:gd name="T4" fmla="*/ 409 w 701"/>
              <a:gd name="T5" fmla="*/ 406 h 820"/>
              <a:gd name="T6" fmla="*/ 409 w 701"/>
              <a:gd name="T7" fmla="*/ 0 h 820"/>
              <a:gd name="T8" fmla="*/ 120 w 701"/>
              <a:gd name="T9" fmla="*/ 120 h 820"/>
              <a:gd name="T10" fmla="*/ 0 w 701"/>
              <a:gd name="T11" fmla="*/ 410 h 820"/>
              <a:gd name="T12" fmla="*/ 1 w 701"/>
              <a:gd name="T13" fmla="*/ 411 h 820"/>
              <a:gd name="T14" fmla="*/ 121 w 701"/>
              <a:gd name="T15" fmla="*/ 700 h 820"/>
              <a:gd name="T16" fmla="*/ 411 w 701"/>
              <a:gd name="T17" fmla="*/ 820 h 820"/>
              <a:gd name="T18" fmla="*/ 411 w 701"/>
              <a:gd name="T19" fmla="*/ 820 h 820"/>
              <a:gd name="T20" fmla="*/ 701 w 701"/>
              <a:gd name="T21" fmla="*/ 698 h 820"/>
              <a:gd name="T22" fmla="*/ 412 w 701"/>
              <a:gd name="T23" fmla="*/ 406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1" h="820">
                <a:moveTo>
                  <a:pt x="412" y="406"/>
                </a:moveTo>
                <a:cubicBezTo>
                  <a:pt x="410" y="406"/>
                  <a:pt x="410" y="406"/>
                  <a:pt x="410" y="406"/>
                </a:cubicBezTo>
                <a:cubicBezTo>
                  <a:pt x="409" y="406"/>
                  <a:pt x="409" y="406"/>
                  <a:pt x="409" y="406"/>
                </a:cubicBezTo>
                <a:cubicBezTo>
                  <a:pt x="409" y="0"/>
                  <a:pt x="409" y="0"/>
                  <a:pt x="409" y="0"/>
                </a:cubicBezTo>
                <a:cubicBezTo>
                  <a:pt x="297" y="0"/>
                  <a:pt x="194" y="46"/>
                  <a:pt x="120" y="120"/>
                </a:cubicBezTo>
                <a:cubicBezTo>
                  <a:pt x="46" y="194"/>
                  <a:pt x="0" y="297"/>
                  <a:pt x="0" y="410"/>
                </a:cubicBezTo>
                <a:cubicBezTo>
                  <a:pt x="0" y="410"/>
                  <a:pt x="1" y="410"/>
                  <a:pt x="1" y="411"/>
                </a:cubicBezTo>
                <a:cubicBezTo>
                  <a:pt x="1" y="524"/>
                  <a:pt x="47" y="626"/>
                  <a:pt x="121" y="700"/>
                </a:cubicBezTo>
                <a:cubicBezTo>
                  <a:pt x="195" y="774"/>
                  <a:pt x="297" y="820"/>
                  <a:pt x="411" y="820"/>
                </a:cubicBezTo>
                <a:cubicBezTo>
                  <a:pt x="411" y="820"/>
                  <a:pt x="411" y="820"/>
                  <a:pt x="411" y="820"/>
                </a:cubicBezTo>
                <a:cubicBezTo>
                  <a:pt x="524" y="820"/>
                  <a:pt x="627" y="772"/>
                  <a:pt x="701" y="698"/>
                </a:cubicBezTo>
                <a:lnTo>
                  <a:pt x="412" y="406"/>
                </a:lnTo>
                <a:close/>
              </a:path>
            </a:pathLst>
          </a:custGeom>
          <a:solidFill>
            <a:schemeClr val="accent1"/>
          </a:solidFill>
          <a:ln>
            <a:noFill/>
          </a:ln>
        </p:spPr>
        <p:txBody>
          <a:bodyPr vert="horz" wrap="square" lIns="121888" tIns="60944" rIns="121888" bIns="60944" numCol="1" anchor="t" anchorCtr="0" compatLnSpc="1">
            <a:prstTxWarp prst="textNoShape">
              <a:avLst/>
            </a:prstTxWarp>
          </a:bodyPr>
          <a:lstStyle/>
          <a:p>
            <a:endParaRPr lang="en-US" sz="2399"/>
          </a:p>
        </p:txBody>
      </p:sp>
      <p:sp>
        <p:nvSpPr>
          <p:cNvPr id="3575" name="Rectangle 691"/>
          <p:cNvSpPr>
            <a:spLocks noChangeArrowheads="1"/>
          </p:cNvSpPr>
          <p:nvPr/>
        </p:nvSpPr>
        <p:spPr bwMode="auto">
          <a:xfrm>
            <a:off x="9407722" y="2217855"/>
            <a:ext cx="908666" cy="430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2799">
                <a:solidFill>
                  <a:srgbClr val="3E5B91"/>
                </a:solidFill>
                <a:latin typeface="+mn-lt"/>
              </a:rPr>
              <a:t>7,339</a:t>
            </a:r>
            <a:endParaRPr lang="en-US" sz="2399">
              <a:latin typeface="+mn-lt"/>
            </a:endParaRPr>
          </a:p>
        </p:txBody>
      </p:sp>
      <p:sp>
        <p:nvSpPr>
          <p:cNvPr id="3576" name="Rectangle 692"/>
          <p:cNvSpPr>
            <a:spLocks noChangeArrowheads="1"/>
          </p:cNvSpPr>
          <p:nvPr/>
        </p:nvSpPr>
        <p:spPr bwMode="auto">
          <a:xfrm>
            <a:off x="9407721" y="2702444"/>
            <a:ext cx="1022514" cy="18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1200">
                <a:solidFill>
                  <a:srgbClr val="58595B"/>
                </a:solidFill>
                <a:latin typeface="Myriad Pro" panose="020B0503030403020204" pitchFamily="34" charset="0"/>
              </a:rPr>
              <a:t>Nam mollis velit</a:t>
            </a:r>
            <a:endParaRPr lang="en-US" sz="2399"/>
          </a:p>
        </p:txBody>
      </p:sp>
      <p:sp>
        <p:nvSpPr>
          <p:cNvPr id="3577" name="Rectangle 693"/>
          <p:cNvSpPr>
            <a:spLocks noChangeArrowheads="1"/>
          </p:cNvSpPr>
          <p:nvPr/>
        </p:nvSpPr>
        <p:spPr bwMode="auto">
          <a:xfrm>
            <a:off x="9407722" y="2926753"/>
            <a:ext cx="964757" cy="18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1200" dirty="0" err="1">
                <a:solidFill>
                  <a:srgbClr val="58595B"/>
                </a:solidFill>
                <a:latin typeface="+mn-lt"/>
              </a:rPr>
              <a:t>quis</a:t>
            </a:r>
            <a:r>
              <a:rPr lang="en-US" sz="1200" dirty="0">
                <a:solidFill>
                  <a:srgbClr val="58595B"/>
                </a:solidFill>
                <a:latin typeface="+mn-lt"/>
              </a:rPr>
              <a:t> </a:t>
            </a:r>
            <a:r>
              <a:rPr lang="en-US" sz="1200" dirty="0" err="1">
                <a:solidFill>
                  <a:srgbClr val="58595B"/>
                </a:solidFill>
                <a:latin typeface="+mn-lt"/>
              </a:rPr>
              <a:t>maue</a:t>
            </a:r>
            <a:r>
              <a:rPr lang="en-US" sz="1200" dirty="0">
                <a:solidFill>
                  <a:srgbClr val="58595B"/>
                </a:solidFill>
                <a:latin typeface="+mn-lt"/>
              </a:rPr>
              <a:t> </a:t>
            </a:r>
            <a:r>
              <a:rPr lang="en-US" sz="1200" dirty="0" err="1">
                <a:solidFill>
                  <a:srgbClr val="58595B"/>
                </a:solidFill>
                <a:latin typeface="+mn-lt"/>
              </a:rPr>
              <a:t>ris</a:t>
            </a:r>
            <a:endParaRPr lang="en-US" sz="2399" dirty="0">
              <a:latin typeface="+mn-lt"/>
            </a:endParaRPr>
          </a:p>
        </p:txBody>
      </p:sp>
      <p:sp>
        <p:nvSpPr>
          <p:cNvPr id="3578" name="Rectangle 694"/>
          <p:cNvSpPr>
            <a:spLocks noChangeArrowheads="1"/>
          </p:cNvSpPr>
          <p:nvPr/>
        </p:nvSpPr>
        <p:spPr bwMode="auto">
          <a:xfrm>
            <a:off x="9407722" y="3157410"/>
            <a:ext cx="583341" cy="18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1200">
                <a:solidFill>
                  <a:srgbClr val="58595B"/>
                </a:solidFill>
                <a:latin typeface="+mn-lt"/>
              </a:rPr>
              <a:t>suscipit.</a:t>
            </a:r>
            <a:endParaRPr lang="en-US" sz="2399">
              <a:latin typeface="+mn-lt"/>
            </a:endParaRPr>
          </a:p>
        </p:txBody>
      </p:sp>
      <p:sp>
        <p:nvSpPr>
          <p:cNvPr id="3579" name="Rectangle 695"/>
          <p:cNvSpPr>
            <a:spLocks noChangeArrowheads="1"/>
          </p:cNvSpPr>
          <p:nvPr/>
        </p:nvSpPr>
        <p:spPr bwMode="auto">
          <a:xfrm>
            <a:off x="9407721" y="3584866"/>
            <a:ext cx="258017" cy="43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2799">
                <a:solidFill>
                  <a:srgbClr val="D56B6B"/>
                </a:solidFill>
                <a:latin typeface="Myriad Pro" panose="020B0503030403020204" pitchFamily="34" charset="0"/>
              </a:rPr>
              <a:t>1,</a:t>
            </a:r>
            <a:endParaRPr lang="en-US" sz="2399"/>
          </a:p>
        </p:txBody>
      </p:sp>
      <p:sp>
        <p:nvSpPr>
          <p:cNvPr id="3580" name="Rectangle 696"/>
          <p:cNvSpPr>
            <a:spLocks noChangeArrowheads="1"/>
          </p:cNvSpPr>
          <p:nvPr/>
        </p:nvSpPr>
        <p:spPr bwMode="auto">
          <a:xfrm>
            <a:off x="9653191" y="3584866"/>
            <a:ext cx="615393" cy="43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2799">
                <a:solidFill>
                  <a:srgbClr val="C7707C"/>
                </a:solidFill>
                <a:latin typeface="+mn-lt"/>
              </a:rPr>
              <a:t>563</a:t>
            </a:r>
            <a:endParaRPr lang="en-US" sz="2399">
              <a:latin typeface="+mn-lt"/>
            </a:endParaRPr>
          </a:p>
        </p:txBody>
      </p:sp>
      <p:sp>
        <p:nvSpPr>
          <p:cNvPr id="3581" name="Rectangle 697"/>
          <p:cNvSpPr>
            <a:spLocks noChangeArrowheads="1"/>
          </p:cNvSpPr>
          <p:nvPr/>
        </p:nvSpPr>
        <p:spPr bwMode="auto">
          <a:xfrm>
            <a:off x="9407721" y="4069455"/>
            <a:ext cx="1142644" cy="18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1200">
                <a:solidFill>
                  <a:srgbClr val="58595B"/>
                </a:solidFill>
                <a:latin typeface="+mn-lt"/>
              </a:rPr>
              <a:t>Nam mollis velit</a:t>
            </a:r>
            <a:endParaRPr lang="en-US" sz="2399">
              <a:latin typeface="+mn-lt"/>
            </a:endParaRPr>
          </a:p>
        </p:txBody>
      </p:sp>
      <p:sp>
        <p:nvSpPr>
          <p:cNvPr id="3750" name="Rectangle 698"/>
          <p:cNvSpPr>
            <a:spLocks noChangeArrowheads="1"/>
          </p:cNvSpPr>
          <p:nvPr/>
        </p:nvSpPr>
        <p:spPr bwMode="auto">
          <a:xfrm>
            <a:off x="9407722" y="4293763"/>
            <a:ext cx="714753" cy="18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1200">
                <a:solidFill>
                  <a:srgbClr val="58595B"/>
                </a:solidFill>
                <a:latin typeface="+mn-lt"/>
              </a:rPr>
              <a:t>quis scipit</a:t>
            </a:r>
            <a:endParaRPr lang="en-US" sz="2399">
              <a:latin typeface="+mn-lt"/>
            </a:endParaRPr>
          </a:p>
        </p:txBody>
      </p:sp>
      <p:sp>
        <p:nvSpPr>
          <p:cNvPr id="3751" name="Rectangle 699"/>
          <p:cNvSpPr>
            <a:spLocks noChangeArrowheads="1"/>
          </p:cNvSpPr>
          <p:nvPr/>
        </p:nvSpPr>
        <p:spPr bwMode="auto">
          <a:xfrm>
            <a:off x="9407722" y="4524421"/>
            <a:ext cx="871807" cy="18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1200" dirty="0" err="1">
                <a:solidFill>
                  <a:srgbClr val="58595B"/>
                </a:solidFill>
                <a:latin typeface="+mn-lt"/>
              </a:rPr>
              <a:t>lacinia</a:t>
            </a:r>
            <a:r>
              <a:rPr lang="en-US" sz="1200" dirty="0">
                <a:solidFill>
                  <a:srgbClr val="58595B"/>
                </a:solidFill>
                <a:latin typeface="+mn-lt"/>
              </a:rPr>
              <a:t> </a:t>
            </a:r>
            <a:r>
              <a:rPr lang="en-US" sz="1200" dirty="0" err="1">
                <a:solidFill>
                  <a:srgbClr val="58595B"/>
                </a:solidFill>
                <a:latin typeface="+mn-lt"/>
              </a:rPr>
              <a:t>urna</a:t>
            </a:r>
            <a:r>
              <a:rPr lang="en-US" sz="1200" dirty="0">
                <a:solidFill>
                  <a:srgbClr val="58595B"/>
                </a:solidFill>
                <a:latin typeface="+mn-lt"/>
              </a:rPr>
              <a:t>.</a:t>
            </a:r>
            <a:endParaRPr lang="en-US" sz="2399" dirty="0">
              <a:latin typeface="+mn-lt"/>
            </a:endParaRPr>
          </a:p>
        </p:txBody>
      </p:sp>
      <p:sp>
        <p:nvSpPr>
          <p:cNvPr id="3752" name="Rectangle 700"/>
          <p:cNvSpPr>
            <a:spLocks noChangeArrowheads="1"/>
          </p:cNvSpPr>
          <p:nvPr/>
        </p:nvSpPr>
        <p:spPr bwMode="auto">
          <a:xfrm>
            <a:off x="6760461" y="3584866"/>
            <a:ext cx="908666" cy="430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2799" dirty="0">
                <a:solidFill>
                  <a:srgbClr val="6BA1C6"/>
                </a:solidFill>
                <a:latin typeface="+mn-lt"/>
              </a:rPr>
              <a:t>1,981</a:t>
            </a:r>
            <a:endParaRPr lang="en-US" sz="2399" dirty="0">
              <a:latin typeface="+mn-lt"/>
            </a:endParaRPr>
          </a:p>
        </p:txBody>
      </p:sp>
      <p:sp>
        <p:nvSpPr>
          <p:cNvPr id="3753" name="Rectangle 701"/>
          <p:cNvSpPr>
            <a:spLocks noChangeArrowheads="1"/>
          </p:cNvSpPr>
          <p:nvPr/>
        </p:nvSpPr>
        <p:spPr bwMode="auto">
          <a:xfrm>
            <a:off x="6760461" y="4069455"/>
            <a:ext cx="1142644" cy="18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1200">
                <a:solidFill>
                  <a:srgbClr val="58595B"/>
                </a:solidFill>
                <a:latin typeface="+mn-lt"/>
              </a:rPr>
              <a:t>Nam mollis velit</a:t>
            </a:r>
            <a:endParaRPr lang="en-US" sz="2399">
              <a:latin typeface="+mn-lt"/>
            </a:endParaRPr>
          </a:p>
        </p:txBody>
      </p:sp>
      <p:sp>
        <p:nvSpPr>
          <p:cNvPr id="3754" name="Rectangle 702"/>
          <p:cNvSpPr>
            <a:spLocks noChangeArrowheads="1"/>
          </p:cNvSpPr>
          <p:nvPr/>
        </p:nvSpPr>
        <p:spPr bwMode="auto">
          <a:xfrm>
            <a:off x="6760460" y="4293763"/>
            <a:ext cx="964757" cy="18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1200">
                <a:solidFill>
                  <a:srgbClr val="58595B"/>
                </a:solidFill>
                <a:latin typeface="+mn-lt"/>
              </a:rPr>
              <a:t>quis maue ris</a:t>
            </a:r>
            <a:endParaRPr lang="en-US" sz="2399">
              <a:latin typeface="+mn-lt"/>
            </a:endParaRPr>
          </a:p>
        </p:txBody>
      </p:sp>
      <p:sp>
        <p:nvSpPr>
          <p:cNvPr id="3755" name="Rectangle 703"/>
          <p:cNvSpPr>
            <a:spLocks noChangeArrowheads="1"/>
          </p:cNvSpPr>
          <p:nvPr/>
        </p:nvSpPr>
        <p:spPr bwMode="auto">
          <a:xfrm>
            <a:off x="6760461" y="4524421"/>
            <a:ext cx="583341" cy="18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8804"/>
            <a:r>
              <a:rPr lang="en-US" sz="1200">
                <a:solidFill>
                  <a:srgbClr val="58595B"/>
                </a:solidFill>
                <a:latin typeface="+mn-lt"/>
              </a:rPr>
              <a:t>suscipit.</a:t>
            </a:r>
            <a:endParaRPr lang="en-US" sz="2399">
              <a:latin typeface="+mn-lt"/>
            </a:endParaRPr>
          </a:p>
        </p:txBody>
      </p:sp>
      <p:sp>
        <p:nvSpPr>
          <p:cNvPr id="3756" name="Freeform 704"/>
          <p:cNvSpPr>
            <a:spLocks noEditPoints="1"/>
          </p:cNvSpPr>
          <p:nvPr/>
        </p:nvSpPr>
        <p:spPr bwMode="auto">
          <a:xfrm>
            <a:off x="5835719" y="3686438"/>
            <a:ext cx="723711" cy="725827"/>
          </a:xfrm>
          <a:custGeom>
            <a:avLst/>
            <a:gdLst>
              <a:gd name="T0" fmla="*/ 0 w 168"/>
              <a:gd name="T1" fmla="*/ 0 h 168"/>
              <a:gd name="T2" fmla="*/ 0 w 168"/>
              <a:gd name="T3" fmla="*/ 168 h 168"/>
              <a:gd name="T4" fmla="*/ 168 w 168"/>
              <a:gd name="T5" fmla="*/ 168 h 168"/>
              <a:gd name="T6" fmla="*/ 168 w 168"/>
              <a:gd name="T7" fmla="*/ 0 h 168"/>
              <a:gd name="T8" fmla="*/ 0 w 168"/>
              <a:gd name="T9" fmla="*/ 0 h 168"/>
              <a:gd name="T10" fmla="*/ 135 w 168"/>
              <a:gd name="T11" fmla="*/ 61 h 168"/>
              <a:gd name="T12" fmla="*/ 26 w 168"/>
              <a:gd name="T13" fmla="*/ 124 h 168"/>
              <a:gd name="T14" fmla="*/ 63 w 168"/>
              <a:gd name="T15" fmla="*/ 114 h 168"/>
              <a:gd name="T16" fmla="*/ 39 w 168"/>
              <a:gd name="T17" fmla="*/ 96 h 168"/>
              <a:gd name="T18" fmla="*/ 51 w 168"/>
              <a:gd name="T19" fmla="*/ 96 h 168"/>
              <a:gd name="T20" fmla="*/ 30 w 168"/>
              <a:gd name="T21" fmla="*/ 71 h 168"/>
              <a:gd name="T22" fmla="*/ 42 w 168"/>
              <a:gd name="T23" fmla="*/ 74 h 168"/>
              <a:gd name="T24" fmla="*/ 34 w 168"/>
              <a:gd name="T25" fmla="*/ 40 h 168"/>
              <a:gd name="T26" fmla="*/ 85 w 168"/>
              <a:gd name="T27" fmla="*/ 67 h 168"/>
              <a:gd name="T28" fmla="*/ 101 w 168"/>
              <a:gd name="T29" fmla="*/ 37 h 168"/>
              <a:gd name="T30" fmla="*/ 128 w 168"/>
              <a:gd name="T31" fmla="*/ 44 h 168"/>
              <a:gd name="T32" fmla="*/ 144 w 168"/>
              <a:gd name="T33" fmla="*/ 38 h 168"/>
              <a:gd name="T34" fmla="*/ 133 w 168"/>
              <a:gd name="T35" fmla="*/ 51 h 168"/>
              <a:gd name="T36" fmla="*/ 147 w 168"/>
              <a:gd name="T37" fmla="*/ 48 h 168"/>
              <a:gd name="T38" fmla="*/ 135 w 168"/>
              <a:gd name="T39" fmla="*/ 61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8" h="168">
                <a:moveTo>
                  <a:pt x="0" y="0"/>
                </a:moveTo>
                <a:cubicBezTo>
                  <a:pt x="0" y="168"/>
                  <a:pt x="0" y="168"/>
                  <a:pt x="0" y="168"/>
                </a:cubicBezTo>
                <a:cubicBezTo>
                  <a:pt x="168" y="168"/>
                  <a:pt x="168" y="168"/>
                  <a:pt x="168" y="168"/>
                </a:cubicBezTo>
                <a:cubicBezTo>
                  <a:pt x="168" y="0"/>
                  <a:pt x="168" y="0"/>
                  <a:pt x="168" y="0"/>
                </a:cubicBezTo>
                <a:lnTo>
                  <a:pt x="0" y="0"/>
                </a:lnTo>
                <a:close/>
                <a:moveTo>
                  <a:pt x="135" y="61"/>
                </a:moveTo>
                <a:cubicBezTo>
                  <a:pt x="135" y="126"/>
                  <a:pt x="69" y="153"/>
                  <a:pt x="26" y="124"/>
                </a:cubicBezTo>
                <a:cubicBezTo>
                  <a:pt x="26" y="124"/>
                  <a:pt x="46" y="127"/>
                  <a:pt x="63" y="114"/>
                </a:cubicBezTo>
                <a:cubicBezTo>
                  <a:pt x="63" y="114"/>
                  <a:pt x="44" y="114"/>
                  <a:pt x="39" y="96"/>
                </a:cubicBezTo>
                <a:cubicBezTo>
                  <a:pt x="39" y="96"/>
                  <a:pt x="47" y="97"/>
                  <a:pt x="51" y="96"/>
                </a:cubicBezTo>
                <a:cubicBezTo>
                  <a:pt x="51" y="96"/>
                  <a:pt x="31" y="92"/>
                  <a:pt x="30" y="71"/>
                </a:cubicBezTo>
                <a:cubicBezTo>
                  <a:pt x="30" y="71"/>
                  <a:pt x="34" y="75"/>
                  <a:pt x="42" y="74"/>
                </a:cubicBezTo>
                <a:cubicBezTo>
                  <a:pt x="42" y="74"/>
                  <a:pt x="24" y="63"/>
                  <a:pt x="34" y="40"/>
                </a:cubicBezTo>
                <a:cubicBezTo>
                  <a:pt x="34" y="40"/>
                  <a:pt x="54" y="68"/>
                  <a:pt x="85" y="67"/>
                </a:cubicBezTo>
                <a:cubicBezTo>
                  <a:pt x="82" y="52"/>
                  <a:pt x="92" y="40"/>
                  <a:pt x="101" y="37"/>
                </a:cubicBezTo>
                <a:cubicBezTo>
                  <a:pt x="110" y="34"/>
                  <a:pt x="121" y="37"/>
                  <a:pt x="128" y="44"/>
                </a:cubicBezTo>
                <a:cubicBezTo>
                  <a:pt x="128" y="44"/>
                  <a:pt x="138" y="41"/>
                  <a:pt x="144" y="38"/>
                </a:cubicBezTo>
                <a:cubicBezTo>
                  <a:pt x="144" y="38"/>
                  <a:pt x="141" y="48"/>
                  <a:pt x="133" y="51"/>
                </a:cubicBezTo>
                <a:cubicBezTo>
                  <a:pt x="133" y="51"/>
                  <a:pt x="139" y="51"/>
                  <a:pt x="147" y="48"/>
                </a:cubicBezTo>
                <a:cubicBezTo>
                  <a:pt x="147" y="48"/>
                  <a:pt x="143" y="55"/>
                  <a:pt x="135" y="61"/>
                </a:cubicBezTo>
                <a:close/>
              </a:path>
            </a:pathLst>
          </a:custGeom>
          <a:solidFill>
            <a:srgbClr val="6BA1C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3757" name="Freeform 705"/>
          <p:cNvSpPr>
            <a:spLocks/>
          </p:cNvSpPr>
          <p:nvPr/>
        </p:nvSpPr>
        <p:spPr bwMode="auto">
          <a:xfrm>
            <a:off x="8480864" y="2313079"/>
            <a:ext cx="723711" cy="725827"/>
          </a:xfrm>
          <a:custGeom>
            <a:avLst/>
            <a:gdLst>
              <a:gd name="T0" fmla="*/ 0 w 168"/>
              <a:gd name="T1" fmla="*/ 0 h 168"/>
              <a:gd name="T2" fmla="*/ 0 w 168"/>
              <a:gd name="T3" fmla="*/ 168 h 168"/>
              <a:gd name="T4" fmla="*/ 90 w 168"/>
              <a:gd name="T5" fmla="*/ 168 h 168"/>
              <a:gd name="T6" fmla="*/ 90 w 168"/>
              <a:gd name="T7" fmla="*/ 103 h 168"/>
              <a:gd name="T8" fmla="*/ 68 w 168"/>
              <a:gd name="T9" fmla="*/ 103 h 168"/>
              <a:gd name="T10" fmla="*/ 68 w 168"/>
              <a:gd name="T11" fmla="*/ 77 h 168"/>
              <a:gd name="T12" fmla="*/ 90 w 168"/>
              <a:gd name="T13" fmla="*/ 77 h 168"/>
              <a:gd name="T14" fmla="*/ 90 w 168"/>
              <a:gd name="T15" fmla="*/ 59 h 168"/>
              <a:gd name="T16" fmla="*/ 122 w 168"/>
              <a:gd name="T17" fmla="*/ 25 h 168"/>
              <a:gd name="T18" fmla="*/ 142 w 168"/>
              <a:gd name="T19" fmla="*/ 26 h 168"/>
              <a:gd name="T20" fmla="*/ 142 w 168"/>
              <a:gd name="T21" fmla="*/ 49 h 168"/>
              <a:gd name="T22" fmla="*/ 129 w 168"/>
              <a:gd name="T23" fmla="*/ 49 h 168"/>
              <a:gd name="T24" fmla="*/ 116 w 168"/>
              <a:gd name="T25" fmla="*/ 61 h 168"/>
              <a:gd name="T26" fmla="*/ 116 w 168"/>
              <a:gd name="T27" fmla="*/ 77 h 168"/>
              <a:gd name="T28" fmla="*/ 141 w 168"/>
              <a:gd name="T29" fmla="*/ 77 h 168"/>
              <a:gd name="T30" fmla="*/ 138 w 168"/>
              <a:gd name="T31" fmla="*/ 103 h 168"/>
              <a:gd name="T32" fmla="*/ 116 w 168"/>
              <a:gd name="T33" fmla="*/ 103 h 168"/>
              <a:gd name="T34" fmla="*/ 116 w 168"/>
              <a:gd name="T35" fmla="*/ 168 h 168"/>
              <a:gd name="T36" fmla="*/ 168 w 168"/>
              <a:gd name="T37" fmla="*/ 168 h 168"/>
              <a:gd name="T38" fmla="*/ 168 w 168"/>
              <a:gd name="T39" fmla="*/ 0 h 168"/>
              <a:gd name="T40" fmla="*/ 0 w 168"/>
              <a:gd name="T41"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8" h="168">
                <a:moveTo>
                  <a:pt x="0" y="0"/>
                </a:moveTo>
                <a:cubicBezTo>
                  <a:pt x="0" y="168"/>
                  <a:pt x="0" y="168"/>
                  <a:pt x="0" y="168"/>
                </a:cubicBezTo>
                <a:cubicBezTo>
                  <a:pt x="90" y="168"/>
                  <a:pt x="90" y="168"/>
                  <a:pt x="90" y="168"/>
                </a:cubicBezTo>
                <a:cubicBezTo>
                  <a:pt x="90" y="103"/>
                  <a:pt x="90" y="103"/>
                  <a:pt x="90" y="103"/>
                </a:cubicBezTo>
                <a:cubicBezTo>
                  <a:pt x="68" y="103"/>
                  <a:pt x="68" y="103"/>
                  <a:pt x="68" y="103"/>
                </a:cubicBezTo>
                <a:cubicBezTo>
                  <a:pt x="68" y="77"/>
                  <a:pt x="68" y="77"/>
                  <a:pt x="68" y="77"/>
                </a:cubicBezTo>
                <a:cubicBezTo>
                  <a:pt x="90" y="77"/>
                  <a:pt x="90" y="77"/>
                  <a:pt x="90" y="77"/>
                </a:cubicBezTo>
                <a:cubicBezTo>
                  <a:pt x="90" y="59"/>
                  <a:pt x="90" y="59"/>
                  <a:pt x="90" y="59"/>
                </a:cubicBezTo>
                <a:cubicBezTo>
                  <a:pt x="90" y="37"/>
                  <a:pt x="103" y="25"/>
                  <a:pt x="122" y="25"/>
                </a:cubicBezTo>
                <a:cubicBezTo>
                  <a:pt x="132" y="25"/>
                  <a:pt x="140" y="26"/>
                  <a:pt x="142" y="26"/>
                </a:cubicBezTo>
                <a:cubicBezTo>
                  <a:pt x="142" y="49"/>
                  <a:pt x="142" y="49"/>
                  <a:pt x="142" y="49"/>
                </a:cubicBezTo>
                <a:cubicBezTo>
                  <a:pt x="129" y="49"/>
                  <a:pt x="129" y="49"/>
                  <a:pt x="129" y="49"/>
                </a:cubicBezTo>
                <a:cubicBezTo>
                  <a:pt x="118" y="49"/>
                  <a:pt x="116" y="54"/>
                  <a:pt x="116" y="61"/>
                </a:cubicBezTo>
                <a:cubicBezTo>
                  <a:pt x="116" y="77"/>
                  <a:pt x="116" y="77"/>
                  <a:pt x="116" y="77"/>
                </a:cubicBezTo>
                <a:cubicBezTo>
                  <a:pt x="141" y="77"/>
                  <a:pt x="141" y="77"/>
                  <a:pt x="141" y="77"/>
                </a:cubicBezTo>
                <a:cubicBezTo>
                  <a:pt x="138" y="103"/>
                  <a:pt x="138" y="103"/>
                  <a:pt x="138" y="103"/>
                </a:cubicBezTo>
                <a:cubicBezTo>
                  <a:pt x="116" y="103"/>
                  <a:pt x="116" y="103"/>
                  <a:pt x="116" y="103"/>
                </a:cubicBezTo>
                <a:cubicBezTo>
                  <a:pt x="116" y="168"/>
                  <a:pt x="116" y="168"/>
                  <a:pt x="116" y="168"/>
                </a:cubicBezTo>
                <a:cubicBezTo>
                  <a:pt x="168" y="168"/>
                  <a:pt x="168" y="168"/>
                  <a:pt x="168" y="168"/>
                </a:cubicBezTo>
                <a:cubicBezTo>
                  <a:pt x="168" y="0"/>
                  <a:pt x="168" y="0"/>
                  <a:pt x="168" y="0"/>
                </a:cubicBezTo>
                <a:lnTo>
                  <a:pt x="0" y="0"/>
                </a:lnTo>
                <a:close/>
              </a:path>
            </a:pathLst>
          </a:custGeom>
          <a:solidFill>
            <a:srgbClr val="3E5B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3758" name="Freeform 706"/>
          <p:cNvSpPr>
            <a:spLocks noEditPoints="1"/>
          </p:cNvSpPr>
          <p:nvPr/>
        </p:nvSpPr>
        <p:spPr bwMode="auto">
          <a:xfrm>
            <a:off x="8480864" y="3677974"/>
            <a:ext cx="723711" cy="725827"/>
          </a:xfrm>
          <a:custGeom>
            <a:avLst/>
            <a:gdLst>
              <a:gd name="T0" fmla="*/ 41 w 168"/>
              <a:gd name="T1" fmla="*/ 117 h 168"/>
              <a:gd name="T2" fmla="*/ 34 w 168"/>
              <a:gd name="T3" fmla="*/ 104 h 168"/>
              <a:gd name="T4" fmla="*/ 37 w 168"/>
              <a:gd name="T5" fmla="*/ 94 h 168"/>
              <a:gd name="T6" fmla="*/ 32 w 168"/>
              <a:gd name="T7" fmla="*/ 95 h 168"/>
              <a:gd name="T8" fmla="*/ 0 w 168"/>
              <a:gd name="T9" fmla="*/ 78 h 168"/>
              <a:gd name="T10" fmla="*/ 0 w 168"/>
              <a:gd name="T11" fmla="*/ 127 h 168"/>
              <a:gd name="T12" fmla="*/ 32 w 168"/>
              <a:gd name="T13" fmla="*/ 117 h 168"/>
              <a:gd name="T14" fmla="*/ 41 w 168"/>
              <a:gd name="T15" fmla="*/ 117 h 168"/>
              <a:gd name="T16" fmla="*/ 41 w 168"/>
              <a:gd name="T17" fmla="*/ 87 h 168"/>
              <a:gd name="T18" fmla="*/ 60 w 168"/>
              <a:gd name="T19" fmla="*/ 59 h 168"/>
              <a:gd name="T20" fmla="*/ 33 w 168"/>
              <a:gd name="T21" fmla="*/ 26 h 168"/>
              <a:gd name="T22" fmla="*/ 13 w 168"/>
              <a:gd name="T23" fmla="*/ 57 h 168"/>
              <a:gd name="T24" fmla="*/ 41 w 168"/>
              <a:gd name="T25" fmla="*/ 87 h 168"/>
              <a:gd name="T26" fmla="*/ 51 w 168"/>
              <a:gd name="T27" fmla="*/ 125 h 168"/>
              <a:gd name="T28" fmla="*/ 39 w 168"/>
              <a:gd name="T29" fmla="*/ 123 h 168"/>
              <a:gd name="T30" fmla="*/ 2 w 168"/>
              <a:gd name="T31" fmla="*/ 150 h 168"/>
              <a:gd name="T32" fmla="*/ 10 w 168"/>
              <a:gd name="T33" fmla="*/ 168 h 168"/>
              <a:gd name="T34" fmla="*/ 11 w 168"/>
              <a:gd name="T35" fmla="*/ 168 h 168"/>
              <a:gd name="T36" fmla="*/ 67 w 168"/>
              <a:gd name="T37" fmla="*/ 168 h 168"/>
              <a:gd name="T38" fmla="*/ 74 w 168"/>
              <a:gd name="T39" fmla="*/ 151 h 168"/>
              <a:gd name="T40" fmla="*/ 73 w 168"/>
              <a:gd name="T41" fmla="*/ 146 h 168"/>
              <a:gd name="T42" fmla="*/ 51 w 168"/>
              <a:gd name="T43" fmla="*/ 125 h 168"/>
              <a:gd name="T44" fmla="*/ 0 w 168"/>
              <a:gd name="T45" fmla="*/ 0 h 168"/>
              <a:gd name="T46" fmla="*/ 0 w 168"/>
              <a:gd name="T47" fmla="*/ 39 h 168"/>
              <a:gd name="T48" fmla="*/ 40 w 168"/>
              <a:gd name="T49" fmla="*/ 18 h 168"/>
              <a:gd name="T50" fmla="*/ 90 w 168"/>
              <a:gd name="T51" fmla="*/ 18 h 168"/>
              <a:gd name="T52" fmla="*/ 79 w 168"/>
              <a:gd name="T53" fmla="*/ 30 h 168"/>
              <a:gd name="T54" fmla="*/ 66 w 168"/>
              <a:gd name="T55" fmla="*/ 30 h 168"/>
              <a:gd name="T56" fmla="*/ 80 w 168"/>
              <a:gd name="T57" fmla="*/ 58 h 168"/>
              <a:gd name="T58" fmla="*/ 65 w 168"/>
              <a:gd name="T59" fmla="*/ 84 h 168"/>
              <a:gd name="T60" fmla="*/ 55 w 168"/>
              <a:gd name="T61" fmla="*/ 99 h 168"/>
              <a:gd name="T62" fmla="*/ 70 w 168"/>
              <a:gd name="T63" fmla="*/ 114 h 168"/>
              <a:gd name="T64" fmla="*/ 89 w 168"/>
              <a:gd name="T65" fmla="*/ 149 h 168"/>
              <a:gd name="T66" fmla="*/ 81 w 168"/>
              <a:gd name="T67" fmla="*/ 168 h 168"/>
              <a:gd name="T68" fmla="*/ 168 w 168"/>
              <a:gd name="T69" fmla="*/ 168 h 168"/>
              <a:gd name="T70" fmla="*/ 168 w 168"/>
              <a:gd name="T71" fmla="*/ 0 h 168"/>
              <a:gd name="T72" fmla="*/ 0 w 168"/>
              <a:gd name="T73" fmla="*/ 0 h 168"/>
              <a:gd name="T74" fmla="*/ 151 w 168"/>
              <a:gd name="T75" fmla="*/ 55 h 168"/>
              <a:gd name="T76" fmla="*/ 128 w 168"/>
              <a:gd name="T77" fmla="*/ 55 h 168"/>
              <a:gd name="T78" fmla="*/ 128 w 168"/>
              <a:gd name="T79" fmla="*/ 78 h 168"/>
              <a:gd name="T80" fmla="*/ 117 w 168"/>
              <a:gd name="T81" fmla="*/ 78 h 168"/>
              <a:gd name="T82" fmla="*/ 117 w 168"/>
              <a:gd name="T83" fmla="*/ 55 h 168"/>
              <a:gd name="T84" fmla="*/ 94 w 168"/>
              <a:gd name="T85" fmla="*/ 55 h 168"/>
              <a:gd name="T86" fmla="*/ 94 w 168"/>
              <a:gd name="T87" fmla="*/ 43 h 168"/>
              <a:gd name="T88" fmla="*/ 117 w 168"/>
              <a:gd name="T89" fmla="*/ 43 h 168"/>
              <a:gd name="T90" fmla="*/ 117 w 168"/>
              <a:gd name="T91" fmla="*/ 21 h 168"/>
              <a:gd name="T92" fmla="*/ 128 w 168"/>
              <a:gd name="T93" fmla="*/ 21 h 168"/>
              <a:gd name="T94" fmla="*/ 128 w 168"/>
              <a:gd name="T95" fmla="*/ 43 h 168"/>
              <a:gd name="T96" fmla="*/ 151 w 168"/>
              <a:gd name="T97" fmla="*/ 43 h 168"/>
              <a:gd name="T98" fmla="*/ 151 w 168"/>
              <a:gd name="T99" fmla="*/ 55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68" h="168">
                <a:moveTo>
                  <a:pt x="41" y="117"/>
                </a:moveTo>
                <a:cubicBezTo>
                  <a:pt x="37" y="113"/>
                  <a:pt x="34" y="110"/>
                  <a:pt x="34" y="104"/>
                </a:cubicBezTo>
                <a:cubicBezTo>
                  <a:pt x="34" y="101"/>
                  <a:pt x="35" y="97"/>
                  <a:pt x="37" y="94"/>
                </a:cubicBezTo>
                <a:cubicBezTo>
                  <a:pt x="35" y="95"/>
                  <a:pt x="33" y="95"/>
                  <a:pt x="32" y="95"/>
                </a:cubicBezTo>
                <a:cubicBezTo>
                  <a:pt x="17" y="95"/>
                  <a:pt x="6" y="88"/>
                  <a:pt x="0" y="78"/>
                </a:cubicBezTo>
                <a:cubicBezTo>
                  <a:pt x="0" y="127"/>
                  <a:pt x="0" y="127"/>
                  <a:pt x="0" y="127"/>
                </a:cubicBezTo>
                <a:cubicBezTo>
                  <a:pt x="8" y="121"/>
                  <a:pt x="19" y="117"/>
                  <a:pt x="32" y="117"/>
                </a:cubicBezTo>
                <a:cubicBezTo>
                  <a:pt x="35" y="117"/>
                  <a:pt x="38" y="117"/>
                  <a:pt x="41" y="117"/>
                </a:cubicBezTo>
                <a:close/>
                <a:moveTo>
                  <a:pt x="41" y="87"/>
                </a:moveTo>
                <a:cubicBezTo>
                  <a:pt x="55" y="87"/>
                  <a:pt x="62" y="76"/>
                  <a:pt x="60" y="59"/>
                </a:cubicBezTo>
                <a:cubicBezTo>
                  <a:pt x="58" y="41"/>
                  <a:pt x="46" y="27"/>
                  <a:pt x="33" y="26"/>
                </a:cubicBezTo>
                <a:cubicBezTo>
                  <a:pt x="20" y="26"/>
                  <a:pt x="11" y="39"/>
                  <a:pt x="13" y="57"/>
                </a:cubicBezTo>
                <a:cubicBezTo>
                  <a:pt x="15" y="74"/>
                  <a:pt x="28" y="87"/>
                  <a:pt x="41" y="87"/>
                </a:cubicBezTo>
                <a:close/>
                <a:moveTo>
                  <a:pt x="51" y="125"/>
                </a:moveTo>
                <a:cubicBezTo>
                  <a:pt x="47" y="124"/>
                  <a:pt x="43" y="123"/>
                  <a:pt x="39" y="123"/>
                </a:cubicBezTo>
                <a:cubicBezTo>
                  <a:pt x="19" y="123"/>
                  <a:pt x="2" y="135"/>
                  <a:pt x="2" y="150"/>
                </a:cubicBezTo>
                <a:cubicBezTo>
                  <a:pt x="2" y="157"/>
                  <a:pt x="5" y="163"/>
                  <a:pt x="10" y="168"/>
                </a:cubicBezTo>
                <a:cubicBezTo>
                  <a:pt x="10" y="168"/>
                  <a:pt x="11" y="168"/>
                  <a:pt x="11" y="168"/>
                </a:cubicBezTo>
                <a:cubicBezTo>
                  <a:pt x="67" y="168"/>
                  <a:pt x="67" y="168"/>
                  <a:pt x="67" y="168"/>
                </a:cubicBezTo>
                <a:cubicBezTo>
                  <a:pt x="72" y="164"/>
                  <a:pt x="74" y="158"/>
                  <a:pt x="74" y="151"/>
                </a:cubicBezTo>
                <a:cubicBezTo>
                  <a:pt x="74" y="149"/>
                  <a:pt x="73" y="147"/>
                  <a:pt x="73" y="146"/>
                </a:cubicBezTo>
                <a:cubicBezTo>
                  <a:pt x="71" y="137"/>
                  <a:pt x="62" y="132"/>
                  <a:pt x="51" y="125"/>
                </a:cubicBezTo>
                <a:close/>
                <a:moveTo>
                  <a:pt x="0" y="0"/>
                </a:moveTo>
                <a:cubicBezTo>
                  <a:pt x="0" y="39"/>
                  <a:pt x="0" y="39"/>
                  <a:pt x="0" y="39"/>
                </a:cubicBezTo>
                <a:cubicBezTo>
                  <a:pt x="8" y="27"/>
                  <a:pt x="23" y="18"/>
                  <a:pt x="40" y="18"/>
                </a:cubicBezTo>
                <a:cubicBezTo>
                  <a:pt x="53" y="18"/>
                  <a:pt x="90" y="18"/>
                  <a:pt x="90" y="18"/>
                </a:cubicBezTo>
                <a:cubicBezTo>
                  <a:pt x="79" y="30"/>
                  <a:pt x="79" y="30"/>
                  <a:pt x="79" y="30"/>
                </a:cubicBezTo>
                <a:cubicBezTo>
                  <a:pt x="66" y="30"/>
                  <a:pt x="66" y="30"/>
                  <a:pt x="66" y="30"/>
                </a:cubicBezTo>
                <a:cubicBezTo>
                  <a:pt x="75" y="35"/>
                  <a:pt x="80" y="46"/>
                  <a:pt x="80" y="58"/>
                </a:cubicBezTo>
                <a:cubicBezTo>
                  <a:pt x="80" y="69"/>
                  <a:pt x="74" y="78"/>
                  <a:pt x="65" y="84"/>
                </a:cubicBezTo>
                <a:cubicBezTo>
                  <a:pt x="57" y="91"/>
                  <a:pt x="55" y="94"/>
                  <a:pt x="55" y="99"/>
                </a:cubicBezTo>
                <a:cubicBezTo>
                  <a:pt x="55" y="104"/>
                  <a:pt x="65" y="111"/>
                  <a:pt x="70" y="114"/>
                </a:cubicBezTo>
                <a:cubicBezTo>
                  <a:pt x="86" y="126"/>
                  <a:pt x="89" y="134"/>
                  <a:pt x="89" y="149"/>
                </a:cubicBezTo>
                <a:cubicBezTo>
                  <a:pt x="89" y="156"/>
                  <a:pt x="86" y="163"/>
                  <a:pt x="81" y="168"/>
                </a:cubicBezTo>
                <a:cubicBezTo>
                  <a:pt x="168" y="168"/>
                  <a:pt x="168" y="168"/>
                  <a:pt x="168" y="168"/>
                </a:cubicBezTo>
                <a:cubicBezTo>
                  <a:pt x="168" y="0"/>
                  <a:pt x="168" y="0"/>
                  <a:pt x="168" y="0"/>
                </a:cubicBezTo>
                <a:lnTo>
                  <a:pt x="0" y="0"/>
                </a:lnTo>
                <a:close/>
                <a:moveTo>
                  <a:pt x="151" y="55"/>
                </a:moveTo>
                <a:cubicBezTo>
                  <a:pt x="128" y="55"/>
                  <a:pt x="128" y="55"/>
                  <a:pt x="128" y="55"/>
                </a:cubicBezTo>
                <a:cubicBezTo>
                  <a:pt x="128" y="78"/>
                  <a:pt x="128" y="78"/>
                  <a:pt x="128" y="78"/>
                </a:cubicBezTo>
                <a:cubicBezTo>
                  <a:pt x="117" y="78"/>
                  <a:pt x="117" y="78"/>
                  <a:pt x="117" y="78"/>
                </a:cubicBezTo>
                <a:cubicBezTo>
                  <a:pt x="117" y="55"/>
                  <a:pt x="117" y="55"/>
                  <a:pt x="117" y="55"/>
                </a:cubicBezTo>
                <a:cubicBezTo>
                  <a:pt x="94" y="55"/>
                  <a:pt x="94" y="55"/>
                  <a:pt x="94" y="55"/>
                </a:cubicBezTo>
                <a:cubicBezTo>
                  <a:pt x="94" y="43"/>
                  <a:pt x="94" y="43"/>
                  <a:pt x="94" y="43"/>
                </a:cubicBezTo>
                <a:cubicBezTo>
                  <a:pt x="117" y="43"/>
                  <a:pt x="117" y="43"/>
                  <a:pt x="117" y="43"/>
                </a:cubicBezTo>
                <a:cubicBezTo>
                  <a:pt x="117" y="21"/>
                  <a:pt x="117" y="21"/>
                  <a:pt x="117" y="21"/>
                </a:cubicBezTo>
                <a:cubicBezTo>
                  <a:pt x="128" y="21"/>
                  <a:pt x="128" y="21"/>
                  <a:pt x="128" y="21"/>
                </a:cubicBezTo>
                <a:cubicBezTo>
                  <a:pt x="128" y="43"/>
                  <a:pt x="128" y="43"/>
                  <a:pt x="128" y="43"/>
                </a:cubicBezTo>
                <a:cubicBezTo>
                  <a:pt x="151" y="43"/>
                  <a:pt x="151" y="43"/>
                  <a:pt x="151" y="43"/>
                </a:cubicBezTo>
                <a:lnTo>
                  <a:pt x="151" y="55"/>
                </a:lnTo>
                <a:close/>
              </a:path>
            </a:pathLst>
          </a:custGeom>
          <a:solidFill>
            <a:srgbClr val="D56B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999" name="Rectangle 17"/>
          <p:cNvSpPr>
            <a:spLocks noChangeArrowheads="1"/>
          </p:cNvSpPr>
          <p:nvPr/>
        </p:nvSpPr>
        <p:spPr bwMode="auto">
          <a:xfrm>
            <a:off x="1992587" y="3971762"/>
            <a:ext cx="1067322" cy="65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defTabSz="1218804"/>
            <a:r>
              <a:rPr lang="en-US" sz="4266" dirty="0">
                <a:solidFill>
                  <a:schemeClr val="bg1"/>
                </a:solidFill>
                <a:latin typeface="+mn-lt"/>
              </a:rPr>
              <a:t>60%</a:t>
            </a:r>
          </a:p>
        </p:txBody>
      </p:sp>
      <p:sp>
        <p:nvSpPr>
          <p:cNvPr id="1000" name="Rectangle 17"/>
          <p:cNvSpPr>
            <a:spLocks noChangeArrowheads="1"/>
          </p:cNvSpPr>
          <p:nvPr/>
        </p:nvSpPr>
        <p:spPr bwMode="auto">
          <a:xfrm>
            <a:off x="3493308" y="2842347"/>
            <a:ext cx="942322" cy="574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defTabSz="1218804"/>
            <a:r>
              <a:rPr lang="en-US" sz="3732" dirty="0">
                <a:solidFill>
                  <a:schemeClr val="bg1"/>
                </a:solidFill>
                <a:latin typeface="+mn-lt"/>
              </a:rPr>
              <a:t>25%</a:t>
            </a:r>
          </a:p>
        </p:txBody>
      </p:sp>
      <p:sp>
        <p:nvSpPr>
          <p:cNvPr id="1001" name="Rectangle 17"/>
          <p:cNvSpPr>
            <a:spLocks noChangeArrowheads="1"/>
          </p:cNvSpPr>
          <p:nvPr/>
        </p:nvSpPr>
        <p:spPr bwMode="auto">
          <a:xfrm>
            <a:off x="3915087" y="3971762"/>
            <a:ext cx="799691" cy="492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defTabSz="1218804"/>
            <a:r>
              <a:rPr lang="en-US" sz="3199" dirty="0">
                <a:solidFill>
                  <a:schemeClr val="bg1"/>
                </a:solidFill>
                <a:latin typeface="+mn-lt"/>
              </a:rPr>
              <a:t>15%</a:t>
            </a:r>
          </a:p>
        </p:txBody>
      </p:sp>
      <p:sp>
        <p:nvSpPr>
          <p:cNvPr id="1002" name="Dikdörtgen 101"/>
          <p:cNvSpPr/>
          <p:nvPr/>
        </p:nvSpPr>
        <p:spPr>
          <a:xfrm>
            <a:off x="5741195" y="4956771"/>
            <a:ext cx="5052515" cy="1015399"/>
          </a:xfrm>
          <a:prstGeom prst="rect">
            <a:avLst/>
          </a:prstGeom>
        </p:spPr>
        <p:txBody>
          <a:bodyPr wrap="square">
            <a:spAutoFit/>
          </a:bodyPr>
          <a:lstStyle/>
          <a:p>
            <a:pPr algn="just"/>
            <a:r>
              <a:rPr lang="en-US" sz="1200" dirty="0" err="1">
                <a:solidFill>
                  <a:schemeClr val="bg1">
                    <a:lumMod val="50000"/>
                  </a:schemeClr>
                </a:solidFill>
                <a:ea typeface="Arial Unicode MS" panose="020B0604020202020204" pitchFamily="34" charset="-128"/>
                <a:cs typeface="Arial Unicode MS" panose="020B0604020202020204" pitchFamily="34" charset="-128"/>
              </a:rPr>
              <a:t>Lorem</a:t>
            </a:r>
            <a:r>
              <a:rPr lang="en-US" sz="1200" dirty="0">
                <a:solidFill>
                  <a:schemeClr val="bg1">
                    <a:lumMod val="50000"/>
                  </a:schemeClr>
                </a:solidFill>
                <a:ea typeface="Arial Unicode MS" panose="020B0604020202020204" pitchFamily="34" charset="-128"/>
                <a:cs typeface="Arial Unicode MS" panose="020B0604020202020204" pitchFamily="34" charset="-128"/>
              </a:rPr>
              <a:t> </a:t>
            </a:r>
            <a:r>
              <a:rPr lang="en-US" sz="1200" dirty="0" err="1">
                <a:solidFill>
                  <a:schemeClr val="bg1">
                    <a:lumMod val="50000"/>
                  </a:schemeClr>
                </a:solidFill>
                <a:ea typeface="Arial Unicode MS" panose="020B0604020202020204" pitchFamily="34" charset="-128"/>
                <a:cs typeface="Arial Unicode MS" panose="020B0604020202020204" pitchFamily="34" charset="-128"/>
              </a:rPr>
              <a:t>Ipsum</a:t>
            </a:r>
            <a:r>
              <a:rPr lang="en-US" sz="1200" dirty="0">
                <a:solidFill>
                  <a:schemeClr val="bg1">
                    <a:lumMod val="50000"/>
                  </a:schemeClr>
                </a:solidFill>
                <a:ea typeface="Arial Unicode MS" panose="020B0604020202020204" pitchFamily="34" charset="-128"/>
                <a:cs typeface="Arial Unicode MS" panose="020B0604020202020204" pitchFamily="34" charset="-128"/>
              </a:rPr>
              <a:t> is simply dummy text of the printing and typesetting industry. </a:t>
            </a:r>
            <a:r>
              <a:rPr lang="en-US" sz="1200" dirty="0" err="1">
                <a:solidFill>
                  <a:schemeClr val="bg1">
                    <a:lumMod val="50000"/>
                  </a:schemeClr>
                </a:solidFill>
                <a:ea typeface="Arial Unicode MS" panose="020B0604020202020204" pitchFamily="34" charset="-128"/>
                <a:cs typeface="Arial Unicode MS" panose="020B0604020202020204" pitchFamily="34" charset="-128"/>
              </a:rPr>
              <a:t>Lorem</a:t>
            </a:r>
            <a:r>
              <a:rPr lang="en-US" sz="1200" dirty="0">
                <a:solidFill>
                  <a:schemeClr val="bg1">
                    <a:lumMod val="50000"/>
                  </a:schemeClr>
                </a:solidFill>
                <a:ea typeface="Arial Unicode MS" panose="020B0604020202020204" pitchFamily="34" charset="-128"/>
                <a:cs typeface="Arial Unicode MS" panose="020B0604020202020204" pitchFamily="34" charset="-128"/>
              </a:rPr>
              <a:t> </a:t>
            </a:r>
            <a:r>
              <a:rPr lang="en-US" sz="1200" dirty="0" err="1">
                <a:solidFill>
                  <a:schemeClr val="bg1">
                    <a:lumMod val="50000"/>
                  </a:schemeClr>
                </a:solidFill>
                <a:ea typeface="Arial Unicode MS" panose="020B0604020202020204" pitchFamily="34" charset="-128"/>
                <a:cs typeface="Arial Unicode MS" panose="020B0604020202020204" pitchFamily="34" charset="-128"/>
              </a:rPr>
              <a:t>Ipsum</a:t>
            </a:r>
            <a:r>
              <a:rPr lang="en-US" sz="1200" dirty="0">
                <a:solidFill>
                  <a:schemeClr val="bg1">
                    <a:lumMod val="50000"/>
                  </a:schemeClr>
                </a:solidFill>
                <a:ea typeface="Arial Unicode MS" panose="020B0604020202020204" pitchFamily="34" charset="-128"/>
                <a:cs typeface="Arial Unicode MS" panose="020B0604020202020204" pitchFamily="34" charset="-128"/>
              </a:rPr>
              <a:t> has been the industry's standard dummy text ever since the 1500s, when an unknown printer took a galley of type and scrambled it to make a type specimen book. It has survived not only five centuries, but also the leap into electronic typesetting.</a:t>
            </a:r>
            <a:endParaRPr lang="en-US" sz="1400" dirty="0">
              <a:solidFill>
                <a:schemeClr val="bg1">
                  <a:lumMod val="50000"/>
                </a:schemeClr>
              </a:solidFill>
              <a:ea typeface="Arial Unicode MS" panose="020B0604020202020204" pitchFamily="34" charset="-128"/>
              <a:cs typeface="Arial Unicode MS" panose="020B0604020202020204" pitchFamily="34" charset="-128"/>
            </a:endParaRPr>
          </a:p>
        </p:txBody>
      </p:sp>
      <p:sp>
        <p:nvSpPr>
          <p:cNvPr id="33"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SOCIAL MEDIA ANALYSIS</a:t>
            </a:r>
          </a:p>
        </p:txBody>
      </p:sp>
      <p:sp>
        <p:nvSpPr>
          <p:cNvPr id="34" name="Rectangle 33"/>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35" name="Group 34"/>
          <p:cNvGrpSpPr/>
          <p:nvPr/>
        </p:nvGrpSpPr>
        <p:grpSpPr>
          <a:xfrm rot="10800000" flipV="1">
            <a:off x="5380522" y="1080697"/>
            <a:ext cx="1427781" cy="45707"/>
            <a:chOff x="3965945" y="1385354"/>
            <a:chExt cx="4572000" cy="79107"/>
          </a:xfrm>
        </p:grpSpPr>
        <p:sp>
          <p:nvSpPr>
            <p:cNvPr id="36" name="Rectangle 35"/>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7" name="Rectangle 36"/>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8" name="Rectangle 37"/>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9" name="Rectangle 38"/>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40" name="Rectangle 39"/>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custDataLst>
      <p:tags r:id="rId1"/>
    </p:custDataLst>
    <p:extLst>
      <p:ext uri="{BB962C8B-B14F-4D97-AF65-F5344CB8AC3E}">
        <p14:creationId xmlns:p14="http://schemas.microsoft.com/office/powerpoint/2010/main" val="3026638621"/>
      </p:ext>
    </p:extLst>
  </p:cSld>
  <p:clrMapOvr>
    <a:masterClrMapping/>
  </p:clrMapOvr>
  <mc:AlternateContent xmlns:mc="http://schemas.openxmlformats.org/markup-compatibility/2006" xmlns:p14="http://schemas.microsoft.com/office/powerpoint/2010/main">
    <mc:Choice Requires="p14">
      <p:transition spd="slow" p14:dur="2000" advTm="13518"/>
    </mc:Choice>
    <mc:Fallback xmlns="">
      <p:transition spd="slow" advTm="135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 calcmode="lin" valueType="num">
                                      <p:cBhvr>
                                        <p:cTn id="9" dur="500" fill="hold"/>
                                        <p:tgtEl>
                                          <p:spTgt spid="35"/>
                                        </p:tgtEl>
                                        <p:attrNameLst>
                                          <p:attrName>style.rotation</p:attrName>
                                        </p:attrNameLst>
                                      </p:cBhvr>
                                      <p:tavLst>
                                        <p:tav tm="0">
                                          <p:val>
                                            <p:fltVal val="360"/>
                                          </p:val>
                                        </p:tav>
                                        <p:tav tm="100000">
                                          <p:val>
                                            <p:fltVal val="0"/>
                                          </p:val>
                                        </p:tav>
                                      </p:tavLst>
                                    </p:anim>
                                    <p:animEffect transition="in" filter="fade">
                                      <p:cBhvr>
                                        <p:cTn id="1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lowchart: Terminator 2"/>
          <p:cNvSpPr/>
          <p:nvPr/>
        </p:nvSpPr>
        <p:spPr>
          <a:xfrm>
            <a:off x="1565111" y="4183974"/>
            <a:ext cx="1258220" cy="253153"/>
          </a:xfrm>
          <a:prstGeom prst="flowChartTerminator">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299"/>
          </a:p>
        </p:txBody>
      </p:sp>
      <p:sp>
        <p:nvSpPr>
          <p:cNvPr id="51" name="Flowchart: Terminator 50"/>
          <p:cNvSpPr/>
          <p:nvPr/>
        </p:nvSpPr>
        <p:spPr>
          <a:xfrm>
            <a:off x="3405077" y="4180448"/>
            <a:ext cx="1258220" cy="253153"/>
          </a:xfrm>
          <a:prstGeom prst="flowChartTerminator">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299"/>
          </a:p>
        </p:txBody>
      </p:sp>
      <p:sp>
        <p:nvSpPr>
          <p:cNvPr id="52" name="Flowchart: Terminator 51"/>
          <p:cNvSpPr/>
          <p:nvPr/>
        </p:nvSpPr>
        <p:spPr>
          <a:xfrm>
            <a:off x="5264155" y="4180448"/>
            <a:ext cx="1258220" cy="253153"/>
          </a:xfrm>
          <a:prstGeom prst="flowChartTerminator">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299"/>
          </a:p>
        </p:txBody>
      </p:sp>
      <p:sp>
        <p:nvSpPr>
          <p:cNvPr id="53" name="Flowchart: Terminator 52"/>
          <p:cNvSpPr/>
          <p:nvPr/>
        </p:nvSpPr>
        <p:spPr>
          <a:xfrm>
            <a:off x="7135301" y="4180448"/>
            <a:ext cx="1258220" cy="253153"/>
          </a:xfrm>
          <a:prstGeom prst="flowChartTerminator">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299"/>
          </a:p>
        </p:txBody>
      </p:sp>
      <p:sp>
        <p:nvSpPr>
          <p:cNvPr id="54" name="Flowchart: Terminator 53"/>
          <p:cNvSpPr/>
          <p:nvPr/>
        </p:nvSpPr>
        <p:spPr>
          <a:xfrm>
            <a:off x="8974366" y="4180448"/>
            <a:ext cx="1258220" cy="253153"/>
          </a:xfrm>
          <a:prstGeom prst="flowChartTerminator">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299"/>
          </a:p>
        </p:txBody>
      </p:sp>
      <p:sp>
        <p:nvSpPr>
          <p:cNvPr id="44" name="Freeform 7"/>
          <p:cNvSpPr>
            <a:spLocks/>
          </p:cNvSpPr>
          <p:nvPr/>
        </p:nvSpPr>
        <p:spPr bwMode="auto">
          <a:xfrm flipV="1">
            <a:off x="8526223" y="3023720"/>
            <a:ext cx="2139497" cy="1066522"/>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tx1">
              <a:lumMod val="65000"/>
              <a:lumOff val="35000"/>
            </a:schemeClr>
          </a:solidFill>
          <a:ln>
            <a:noFill/>
          </a:ln>
        </p:spPr>
        <p:txBody>
          <a:bodyPr vert="horz" wrap="square" lIns="91416" tIns="45708" rIns="91416" bIns="45708" numCol="1" anchor="t" anchorCtr="0" compatLnSpc="1">
            <a:prstTxWarp prst="textNoShape">
              <a:avLst/>
            </a:prstTxWarp>
          </a:bodyPr>
          <a:lstStyle/>
          <a:p>
            <a:endParaRPr lang="en-US" sz="2299" dirty="0"/>
          </a:p>
        </p:txBody>
      </p:sp>
      <p:grpSp>
        <p:nvGrpSpPr>
          <p:cNvPr id="16" name="Group 15"/>
          <p:cNvGrpSpPr/>
          <p:nvPr/>
        </p:nvGrpSpPr>
        <p:grpSpPr>
          <a:xfrm>
            <a:off x="1969276" y="2776592"/>
            <a:ext cx="418171" cy="418171"/>
            <a:chOff x="7322925" y="1113826"/>
            <a:chExt cx="418280" cy="418280"/>
          </a:xfrm>
        </p:grpSpPr>
        <p:sp>
          <p:nvSpPr>
            <p:cNvPr id="17" name="Teardrop 16"/>
            <p:cNvSpPr/>
            <p:nvPr/>
          </p:nvSpPr>
          <p:spPr>
            <a:xfrm rot="8100000">
              <a:off x="7322925" y="1113826"/>
              <a:ext cx="418280" cy="418280"/>
            </a:xfrm>
            <a:prstGeom prst="teardrop">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dirty="0"/>
            </a:p>
          </p:txBody>
        </p:sp>
        <p:sp>
          <p:nvSpPr>
            <p:cNvPr id="18" name="Freeform 6"/>
            <p:cNvSpPr>
              <a:spLocks noEditPoints="1"/>
            </p:cNvSpPr>
            <p:nvPr/>
          </p:nvSpPr>
          <p:spPr bwMode="auto">
            <a:xfrm>
              <a:off x="7431874" y="1200224"/>
              <a:ext cx="209778" cy="230756"/>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chemeClr val="bg1"/>
            </a:solidFill>
            <a:ln>
              <a:noFill/>
            </a:ln>
          </p:spPr>
          <p:txBody>
            <a:bodyPr vert="horz" wrap="square" lIns="91416" tIns="45708" rIns="91416" bIns="45708" numCol="1" anchor="t" anchorCtr="0" compatLnSpc="1">
              <a:prstTxWarp prst="textNoShape">
                <a:avLst/>
              </a:prstTxWarp>
            </a:bodyPr>
            <a:lstStyle/>
            <a:p>
              <a:endParaRPr lang="en-US" sz="2299" dirty="0"/>
            </a:p>
          </p:txBody>
        </p:sp>
      </p:grpSp>
      <p:grpSp>
        <p:nvGrpSpPr>
          <p:cNvPr id="19" name="Group 18"/>
          <p:cNvGrpSpPr/>
          <p:nvPr/>
        </p:nvGrpSpPr>
        <p:grpSpPr>
          <a:xfrm>
            <a:off x="5693156" y="2776592"/>
            <a:ext cx="418171" cy="418171"/>
            <a:chOff x="4158893" y="1506251"/>
            <a:chExt cx="418280" cy="418280"/>
          </a:xfrm>
        </p:grpSpPr>
        <p:sp>
          <p:nvSpPr>
            <p:cNvPr id="20" name="Teardrop 19"/>
            <p:cNvSpPr/>
            <p:nvPr/>
          </p:nvSpPr>
          <p:spPr>
            <a:xfrm rot="8100000">
              <a:off x="4158893" y="1506251"/>
              <a:ext cx="418280" cy="418280"/>
            </a:xfrm>
            <a:prstGeom prst="teardrop">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dirty="0"/>
            </a:p>
          </p:txBody>
        </p:sp>
        <p:sp>
          <p:nvSpPr>
            <p:cNvPr id="21" name="Freeform 11"/>
            <p:cNvSpPr>
              <a:spLocks/>
            </p:cNvSpPr>
            <p:nvPr/>
          </p:nvSpPr>
          <p:spPr bwMode="auto">
            <a:xfrm>
              <a:off x="4238052" y="1639825"/>
              <a:ext cx="258741" cy="168209"/>
            </a:xfrm>
            <a:custGeom>
              <a:avLst/>
              <a:gdLst>
                <a:gd name="T0" fmla="*/ 304 w 400"/>
                <a:gd name="T1" fmla="*/ 73 h 260"/>
                <a:gd name="T2" fmla="*/ 288 w 400"/>
                <a:gd name="T3" fmla="*/ 74 h 260"/>
                <a:gd name="T4" fmla="*/ 186 w 400"/>
                <a:gd name="T5" fmla="*/ 0 h 260"/>
                <a:gd name="T6" fmla="*/ 80 w 400"/>
                <a:gd name="T7" fmla="*/ 104 h 260"/>
                <a:gd name="T8" fmla="*/ 81 w 400"/>
                <a:gd name="T9" fmla="*/ 119 h 260"/>
                <a:gd name="T10" fmla="*/ 72 w 400"/>
                <a:gd name="T11" fmla="*/ 118 h 260"/>
                <a:gd name="T12" fmla="*/ 0 w 400"/>
                <a:gd name="T13" fmla="*/ 189 h 260"/>
                <a:gd name="T14" fmla="*/ 72 w 400"/>
                <a:gd name="T15" fmla="*/ 260 h 260"/>
                <a:gd name="T16" fmla="*/ 172 w 400"/>
                <a:gd name="T17" fmla="*/ 260 h 260"/>
                <a:gd name="T18" fmla="*/ 172 w 400"/>
                <a:gd name="T19" fmla="*/ 184 h 260"/>
                <a:gd name="T20" fmla="*/ 130 w 400"/>
                <a:gd name="T21" fmla="*/ 184 h 260"/>
                <a:gd name="T22" fmla="*/ 200 w 400"/>
                <a:gd name="T23" fmla="*/ 92 h 260"/>
                <a:gd name="T24" fmla="*/ 270 w 400"/>
                <a:gd name="T25" fmla="*/ 184 h 260"/>
                <a:gd name="T26" fmla="*/ 228 w 400"/>
                <a:gd name="T27" fmla="*/ 184 h 260"/>
                <a:gd name="T28" fmla="*/ 228 w 400"/>
                <a:gd name="T29" fmla="*/ 260 h 260"/>
                <a:gd name="T30" fmla="*/ 304 w 400"/>
                <a:gd name="T31" fmla="*/ 260 h 260"/>
                <a:gd name="T32" fmla="*/ 400 w 400"/>
                <a:gd name="T33" fmla="*/ 166 h 260"/>
                <a:gd name="T34" fmla="*/ 304 w 400"/>
                <a:gd name="T35" fmla="*/ 7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0" h="260">
                  <a:moveTo>
                    <a:pt x="304" y="73"/>
                  </a:moveTo>
                  <a:cubicBezTo>
                    <a:pt x="298" y="73"/>
                    <a:pt x="293" y="73"/>
                    <a:pt x="288" y="74"/>
                  </a:cubicBezTo>
                  <a:cubicBezTo>
                    <a:pt x="275" y="31"/>
                    <a:pt x="234" y="0"/>
                    <a:pt x="186" y="0"/>
                  </a:cubicBezTo>
                  <a:cubicBezTo>
                    <a:pt x="127" y="0"/>
                    <a:pt x="80" y="46"/>
                    <a:pt x="80" y="104"/>
                  </a:cubicBezTo>
                  <a:cubicBezTo>
                    <a:pt x="80" y="109"/>
                    <a:pt x="80" y="114"/>
                    <a:pt x="81" y="119"/>
                  </a:cubicBezTo>
                  <a:cubicBezTo>
                    <a:pt x="78" y="119"/>
                    <a:pt x="75" y="118"/>
                    <a:pt x="72" y="118"/>
                  </a:cubicBezTo>
                  <a:cubicBezTo>
                    <a:pt x="32" y="118"/>
                    <a:pt x="0" y="150"/>
                    <a:pt x="0" y="189"/>
                  </a:cubicBezTo>
                  <a:cubicBezTo>
                    <a:pt x="0" y="228"/>
                    <a:pt x="32" y="260"/>
                    <a:pt x="72" y="260"/>
                  </a:cubicBezTo>
                  <a:cubicBezTo>
                    <a:pt x="172" y="260"/>
                    <a:pt x="172" y="260"/>
                    <a:pt x="172" y="260"/>
                  </a:cubicBezTo>
                  <a:cubicBezTo>
                    <a:pt x="172" y="184"/>
                    <a:pt x="172" y="184"/>
                    <a:pt x="172" y="184"/>
                  </a:cubicBezTo>
                  <a:cubicBezTo>
                    <a:pt x="130" y="184"/>
                    <a:pt x="130" y="184"/>
                    <a:pt x="130" y="184"/>
                  </a:cubicBezTo>
                  <a:cubicBezTo>
                    <a:pt x="200" y="92"/>
                    <a:pt x="200" y="92"/>
                    <a:pt x="200" y="92"/>
                  </a:cubicBezTo>
                  <a:cubicBezTo>
                    <a:pt x="270" y="184"/>
                    <a:pt x="270" y="184"/>
                    <a:pt x="270" y="184"/>
                  </a:cubicBezTo>
                  <a:cubicBezTo>
                    <a:pt x="228" y="184"/>
                    <a:pt x="228" y="184"/>
                    <a:pt x="228" y="184"/>
                  </a:cubicBezTo>
                  <a:cubicBezTo>
                    <a:pt x="228" y="260"/>
                    <a:pt x="228" y="260"/>
                    <a:pt x="228" y="260"/>
                  </a:cubicBezTo>
                  <a:cubicBezTo>
                    <a:pt x="304" y="260"/>
                    <a:pt x="304" y="260"/>
                    <a:pt x="304" y="260"/>
                  </a:cubicBezTo>
                  <a:cubicBezTo>
                    <a:pt x="357" y="260"/>
                    <a:pt x="400" y="218"/>
                    <a:pt x="400" y="166"/>
                  </a:cubicBezTo>
                  <a:cubicBezTo>
                    <a:pt x="400" y="115"/>
                    <a:pt x="357" y="73"/>
                    <a:pt x="304" y="73"/>
                  </a:cubicBezTo>
                  <a:close/>
                </a:path>
              </a:pathLst>
            </a:custGeom>
            <a:solidFill>
              <a:schemeClr val="bg1"/>
            </a:solidFill>
            <a:ln>
              <a:noFill/>
            </a:ln>
          </p:spPr>
          <p:txBody>
            <a:bodyPr vert="horz" wrap="square" lIns="91416" tIns="45708" rIns="91416" bIns="45708" numCol="1" anchor="t" anchorCtr="0" compatLnSpc="1">
              <a:prstTxWarp prst="textNoShape">
                <a:avLst/>
              </a:prstTxWarp>
            </a:bodyPr>
            <a:lstStyle/>
            <a:p>
              <a:endParaRPr lang="en-US" sz="2299" dirty="0"/>
            </a:p>
          </p:txBody>
        </p:sp>
      </p:grpSp>
      <p:grpSp>
        <p:nvGrpSpPr>
          <p:cNvPr id="22" name="Group 21"/>
          <p:cNvGrpSpPr/>
          <p:nvPr/>
        </p:nvGrpSpPr>
        <p:grpSpPr>
          <a:xfrm>
            <a:off x="3825603" y="2776592"/>
            <a:ext cx="418171" cy="418171"/>
            <a:chOff x="2708324" y="1506251"/>
            <a:chExt cx="418280" cy="418280"/>
          </a:xfrm>
        </p:grpSpPr>
        <p:sp>
          <p:nvSpPr>
            <p:cNvPr id="23" name="Teardrop 22"/>
            <p:cNvSpPr/>
            <p:nvPr/>
          </p:nvSpPr>
          <p:spPr>
            <a:xfrm rot="8100000">
              <a:off x="2708324" y="1506251"/>
              <a:ext cx="418280" cy="418280"/>
            </a:xfrm>
            <a:prstGeom prst="teardrop">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dirty="0"/>
            </a:p>
          </p:txBody>
        </p:sp>
        <p:sp>
          <p:nvSpPr>
            <p:cNvPr id="24" name="Freeform 16"/>
            <p:cNvSpPr>
              <a:spLocks noEditPoints="1"/>
            </p:cNvSpPr>
            <p:nvPr/>
          </p:nvSpPr>
          <p:spPr bwMode="auto">
            <a:xfrm>
              <a:off x="2796143" y="1604602"/>
              <a:ext cx="239343" cy="239070"/>
            </a:xfrm>
            <a:custGeom>
              <a:avLst/>
              <a:gdLst>
                <a:gd name="T0" fmla="*/ 183 w 371"/>
                <a:gd name="T1" fmla="*/ 1 h 370"/>
                <a:gd name="T2" fmla="*/ 2 w 371"/>
                <a:gd name="T3" fmla="*/ 187 h 370"/>
                <a:gd name="T4" fmla="*/ 188 w 371"/>
                <a:gd name="T5" fmla="*/ 369 h 370"/>
                <a:gd name="T6" fmla="*/ 370 w 371"/>
                <a:gd name="T7" fmla="*/ 182 h 370"/>
                <a:gd name="T8" fmla="*/ 183 w 371"/>
                <a:gd name="T9" fmla="*/ 1 h 370"/>
                <a:gd name="T10" fmla="*/ 184 w 371"/>
                <a:gd name="T11" fmla="*/ 25 h 370"/>
                <a:gd name="T12" fmla="*/ 260 w 371"/>
                <a:gd name="T13" fmla="*/ 43 h 370"/>
                <a:gd name="T14" fmla="*/ 235 w 371"/>
                <a:gd name="T15" fmla="*/ 84 h 370"/>
                <a:gd name="T16" fmla="*/ 186 w 371"/>
                <a:gd name="T17" fmla="*/ 73 h 370"/>
                <a:gd name="T18" fmla="*/ 137 w 371"/>
                <a:gd name="T19" fmla="*/ 84 h 370"/>
                <a:gd name="T20" fmla="*/ 112 w 371"/>
                <a:gd name="T21" fmla="*/ 43 h 370"/>
                <a:gd name="T22" fmla="*/ 184 w 371"/>
                <a:gd name="T23" fmla="*/ 25 h 370"/>
                <a:gd name="T24" fmla="*/ 85 w 371"/>
                <a:gd name="T25" fmla="*/ 234 h 370"/>
                <a:gd name="T26" fmla="*/ 44 w 371"/>
                <a:gd name="T27" fmla="*/ 259 h 370"/>
                <a:gd name="T28" fmla="*/ 26 w 371"/>
                <a:gd name="T29" fmla="*/ 187 h 370"/>
                <a:gd name="T30" fmla="*/ 44 w 371"/>
                <a:gd name="T31" fmla="*/ 111 h 370"/>
                <a:gd name="T32" fmla="*/ 85 w 371"/>
                <a:gd name="T33" fmla="*/ 136 h 370"/>
                <a:gd name="T34" fmla="*/ 74 w 371"/>
                <a:gd name="T35" fmla="*/ 185 h 370"/>
                <a:gd name="T36" fmla="*/ 85 w 371"/>
                <a:gd name="T37" fmla="*/ 234 h 370"/>
                <a:gd name="T38" fmla="*/ 188 w 371"/>
                <a:gd name="T39" fmla="*/ 345 h 370"/>
                <a:gd name="T40" fmla="*/ 112 w 371"/>
                <a:gd name="T41" fmla="*/ 327 h 370"/>
                <a:gd name="T42" fmla="*/ 137 w 371"/>
                <a:gd name="T43" fmla="*/ 286 h 370"/>
                <a:gd name="T44" fmla="*/ 186 w 371"/>
                <a:gd name="T45" fmla="*/ 297 h 370"/>
                <a:gd name="T46" fmla="*/ 235 w 371"/>
                <a:gd name="T47" fmla="*/ 286 h 370"/>
                <a:gd name="T48" fmla="*/ 260 w 371"/>
                <a:gd name="T49" fmla="*/ 327 h 370"/>
                <a:gd name="T50" fmla="*/ 188 w 371"/>
                <a:gd name="T51" fmla="*/ 345 h 370"/>
                <a:gd name="T52" fmla="*/ 186 w 371"/>
                <a:gd name="T53" fmla="*/ 273 h 370"/>
                <a:gd name="T54" fmla="*/ 98 w 371"/>
                <a:gd name="T55" fmla="*/ 185 h 370"/>
                <a:gd name="T56" fmla="*/ 186 w 371"/>
                <a:gd name="T57" fmla="*/ 97 h 370"/>
                <a:gd name="T58" fmla="*/ 274 w 371"/>
                <a:gd name="T59" fmla="*/ 185 h 370"/>
                <a:gd name="T60" fmla="*/ 186 w 371"/>
                <a:gd name="T61" fmla="*/ 273 h 370"/>
                <a:gd name="T62" fmla="*/ 286 w 371"/>
                <a:gd name="T63" fmla="*/ 234 h 370"/>
                <a:gd name="T64" fmla="*/ 298 w 371"/>
                <a:gd name="T65" fmla="*/ 185 h 370"/>
                <a:gd name="T66" fmla="*/ 286 w 371"/>
                <a:gd name="T67" fmla="*/ 136 h 370"/>
                <a:gd name="T68" fmla="*/ 328 w 371"/>
                <a:gd name="T69" fmla="*/ 111 h 370"/>
                <a:gd name="T70" fmla="*/ 346 w 371"/>
                <a:gd name="T71" fmla="*/ 183 h 370"/>
                <a:gd name="T72" fmla="*/ 328 w 371"/>
                <a:gd name="T73" fmla="*/ 259 h 370"/>
                <a:gd name="T74" fmla="*/ 286 w 371"/>
                <a:gd name="T75" fmla="*/ 234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1" h="370">
                  <a:moveTo>
                    <a:pt x="183" y="1"/>
                  </a:moveTo>
                  <a:cubicBezTo>
                    <a:pt x="82" y="2"/>
                    <a:pt x="0" y="86"/>
                    <a:pt x="2" y="187"/>
                  </a:cubicBezTo>
                  <a:cubicBezTo>
                    <a:pt x="3" y="289"/>
                    <a:pt x="87" y="370"/>
                    <a:pt x="188" y="369"/>
                  </a:cubicBezTo>
                  <a:cubicBezTo>
                    <a:pt x="290" y="368"/>
                    <a:pt x="371" y="284"/>
                    <a:pt x="370" y="182"/>
                  </a:cubicBezTo>
                  <a:cubicBezTo>
                    <a:pt x="368" y="81"/>
                    <a:pt x="285" y="0"/>
                    <a:pt x="183" y="1"/>
                  </a:cubicBezTo>
                  <a:close/>
                  <a:moveTo>
                    <a:pt x="184" y="25"/>
                  </a:moveTo>
                  <a:cubicBezTo>
                    <a:pt x="211" y="25"/>
                    <a:pt x="237" y="31"/>
                    <a:pt x="260" y="43"/>
                  </a:cubicBezTo>
                  <a:cubicBezTo>
                    <a:pt x="235" y="84"/>
                    <a:pt x="235" y="84"/>
                    <a:pt x="235" y="84"/>
                  </a:cubicBezTo>
                  <a:cubicBezTo>
                    <a:pt x="220" y="77"/>
                    <a:pt x="203" y="73"/>
                    <a:pt x="186" y="73"/>
                  </a:cubicBezTo>
                  <a:cubicBezTo>
                    <a:pt x="168" y="73"/>
                    <a:pt x="151" y="77"/>
                    <a:pt x="137" y="84"/>
                  </a:cubicBezTo>
                  <a:cubicBezTo>
                    <a:pt x="112" y="43"/>
                    <a:pt x="112" y="43"/>
                    <a:pt x="112" y="43"/>
                  </a:cubicBezTo>
                  <a:cubicBezTo>
                    <a:pt x="133" y="32"/>
                    <a:pt x="158" y="25"/>
                    <a:pt x="184" y="25"/>
                  </a:cubicBezTo>
                  <a:close/>
                  <a:moveTo>
                    <a:pt x="85" y="234"/>
                  </a:moveTo>
                  <a:cubicBezTo>
                    <a:pt x="44" y="259"/>
                    <a:pt x="44" y="259"/>
                    <a:pt x="44" y="259"/>
                  </a:cubicBezTo>
                  <a:cubicBezTo>
                    <a:pt x="33" y="237"/>
                    <a:pt x="26" y="213"/>
                    <a:pt x="26" y="187"/>
                  </a:cubicBezTo>
                  <a:cubicBezTo>
                    <a:pt x="25" y="160"/>
                    <a:pt x="32" y="134"/>
                    <a:pt x="44" y="111"/>
                  </a:cubicBezTo>
                  <a:cubicBezTo>
                    <a:pt x="85" y="136"/>
                    <a:pt x="85" y="136"/>
                    <a:pt x="85" y="136"/>
                  </a:cubicBezTo>
                  <a:cubicBezTo>
                    <a:pt x="78" y="151"/>
                    <a:pt x="74" y="167"/>
                    <a:pt x="74" y="185"/>
                  </a:cubicBezTo>
                  <a:cubicBezTo>
                    <a:pt x="74" y="203"/>
                    <a:pt x="78" y="219"/>
                    <a:pt x="85" y="234"/>
                  </a:cubicBezTo>
                  <a:close/>
                  <a:moveTo>
                    <a:pt x="188" y="345"/>
                  </a:moveTo>
                  <a:cubicBezTo>
                    <a:pt x="161" y="345"/>
                    <a:pt x="135" y="339"/>
                    <a:pt x="112" y="327"/>
                  </a:cubicBezTo>
                  <a:cubicBezTo>
                    <a:pt x="137" y="286"/>
                    <a:pt x="137" y="286"/>
                    <a:pt x="137" y="286"/>
                  </a:cubicBezTo>
                  <a:cubicBezTo>
                    <a:pt x="151" y="293"/>
                    <a:pt x="168" y="297"/>
                    <a:pt x="186" y="297"/>
                  </a:cubicBezTo>
                  <a:cubicBezTo>
                    <a:pt x="203" y="297"/>
                    <a:pt x="220" y="293"/>
                    <a:pt x="235" y="286"/>
                  </a:cubicBezTo>
                  <a:cubicBezTo>
                    <a:pt x="260" y="327"/>
                    <a:pt x="260" y="327"/>
                    <a:pt x="260" y="327"/>
                  </a:cubicBezTo>
                  <a:cubicBezTo>
                    <a:pt x="238" y="338"/>
                    <a:pt x="214" y="345"/>
                    <a:pt x="188" y="345"/>
                  </a:cubicBezTo>
                  <a:close/>
                  <a:moveTo>
                    <a:pt x="186" y="273"/>
                  </a:moveTo>
                  <a:cubicBezTo>
                    <a:pt x="137" y="273"/>
                    <a:pt x="98" y="233"/>
                    <a:pt x="98" y="185"/>
                  </a:cubicBezTo>
                  <a:cubicBezTo>
                    <a:pt x="98" y="136"/>
                    <a:pt x="137" y="97"/>
                    <a:pt x="186" y="97"/>
                  </a:cubicBezTo>
                  <a:cubicBezTo>
                    <a:pt x="234" y="97"/>
                    <a:pt x="274" y="136"/>
                    <a:pt x="274" y="185"/>
                  </a:cubicBezTo>
                  <a:cubicBezTo>
                    <a:pt x="274" y="233"/>
                    <a:pt x="234" y="273"/>
                    <a:pt x="186" y="273"/>
                  </a:cubicBezTo>
                  <a:close/>
                  <a:moveTo>
                    <a:pt x="286" y="234"/>
                  </a:moveTo>
                  <a:cubicBezTo>
                    <a:pt x="294" y="219"/>
                    <a:pt x="298" y="203"/>
                    <a:pt x="298" y="185"/>
                  </a:cubicBezTo>
                  <a:cubicBezTo>
                    <a:pt x="298" y="167"/>
                    <a:pt x="294" y="151"/>
                    <a:pt x="286" y="136"/>
                  </a:cubicBezTo>
                  <a:cubicBezTo>
                    <a:pt x="328" y="111"/>
                    <a:pt x="328" y="111"/>
                    <a:pt x="328" y="111"/>
                  </a:cubicBezTo>
                  <a:cubicBezTo>
                    <a:pt x="339" y="133"/>
                    <a:pt x="345" y="157"/>
                    <a:pt x="346" y="183"/>
                  </a:cubicBezTo>
                  <a:cubicBezTo>
                    <a:pt x="346" y="210"/>
                    <a:pt x="340" y="236"/>
                    <a:pt x="328" y="259"/>
                  </a:cubicBezTo>
                  <a:lnTo>
                    <a:pt x="286" y="234"/>
                  </a:lnTo>
                  <a:close/>
                </a:path>
              </a:pathLst>
            </a:custGeom>
            <a:solidFill>
              <a:schemeClr val="bg1"/>
            </a:solidFill>
            <a:ln>
              <a:noFill/>
            </a:ln>
          </p:spPr>
          <p:txBody>
            <a:bodyPr vert="horz" wrap="square" lIns="91416" tIns="45708" rIns="91416" bIns="45708" numCol="1" anchor="t" anchorCtr="0" compatLnSpc="1">
              <a:prstTxWarp prst="textNoShape">
                <a:avLst/>
              </a:prstTxWarp>
            </a:bodyPr>
            <a:lstStyle/>
            <a:p>
              <a:endParaRPr lang="en-US" sz="2299" dirty="0"/>
            </a:p>
          </p:txBody>
        </p:sp>
      </p:grpSp>
      <p:sp>
        <p:nvSpPr>
          <p:cNvPr id="25" name="Freeform 7"/>
          <p:cNvSpPr>
            <a:spLocks/>
          </p:cNvSpPr>
          <p:nvPr/>
        </p:nvSpPr>
        <p:spPr bwMode="auto">
          <a:xfrm>
            <a:off x="6676619" y="1938611"/>
            <a:ext cx="2139497" cy="1066522"/>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tx1">
              <a:lumMod val="65000"/>
              <a:lumOff val="35000"/>
            </a:schemeClr>
          </a:solidFill>
          <a:ln>
            <a:noFill/>
          </a:ln>
        </p:spPr>
        <p:txBody>
          <a:bodyPr vert="horz" wrap="square" lIns="91416" tIns="45708" rIns="91416" bIns="45708" numCol="1" anchor="t" anchorCtr="0" compatLnSpc="1">
            <a:prstTxWarp prst="textNoShape">
              <a:avLst/>
            </a:prstTxWarp>
          </a:bodyPr>
          <a:lstStyle/>
          <a:p>
            <a:endParaRPr lang="en-US" sz="2299" dirty="0"/>
          </a:p>
        </p:txBody>
      </p:sp>
      <p:sp>
        <p:nvSpPr>
          <p:cNvPr id="26" name="Freeform 7"/>
          <p:cNvSpPr>
            <a:spLocks/>
          </p:cNvSpPr>
          <p:nvPr/>
        </p:nvSpPr>
        <p:spPr bwMode="auto">
          <a:xfrm flipV="1">
            <a:off x="4823518" y="3005134"/>
            <a:ext cx="2139497" cy="1066522"/>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tx1">
              <a:lumMod val="65000"/>
              <a:lumOff val="35000"/>
            </a:schemeClr>
          </a:solidFill>
          <a:ln>
            <a:noFill/>
          </a:ln>
        </p:spPr>
        <p:txBody>
          <a:bodyPr vert="horz" wrap="square" lIns="91416" tIns="45708" rIns="91416" bIns="45708" numCol="1" anchor="t" anchorCtr="0" compatLnSpc="1">
            <a:prstTxWarp prst="textNoShape">
              <a:avLst/>
            </a:prstTxWarp>
          </a:bodyPr>
          <a:lstStyle/>
          <a:p>
            <a:endParaRPr lang="en-US" sz="2299" dirty="0"/>
          </a:p>
        </p:txBody>
      </p:sp>
      <p:sp>
        <p:nvSpPr>
          <p:cNvPr id="27" name="Freeform 7"/>
          <p:cNvSpPr>
            <a:spLocks/>
          </p:cNvSpPr>
          <p:nvPr/>
        </p:nvSpPr>
        <p:spPr bwMode="auto">
          <a:xfrm>
            <a:off x="2971619" y="1938611"/>
            <a:ext cx="2139497" cy="1066522"/>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tx1">
              <a:lumMod val="65000"/>
              <a:lumOff val="35000"/>
            </a:schemeClr>
          </a:solidFill>
          <a:ln>
            <a:noFill/>
          </a:ln>
        </p:spPr>
        <p:txBody>
          <a:bodyPr vert="horz" wrap="square" lIns="91416" tIns="45708" rIns="91416" bIns="45708" numCol="1" anchor="t" anchorCtr="0" compatLnSpc="1">
            <a:prstTxWarp prst="textNoShape">
              <a:avLst/>
            </a:prstTxWarp>
          </a:bodyPr>
          <a:lstStyle/>
          <a:p>
            <a:endParaRPr lang="en-US" sz="2299" dirty="0"/>
          </a:p>
        </p:txBody>
      </p:sp>
      <p:sp>
        <p:nvSpPr>
          <p:cNvPr id="28" name="Freeform 7"/>
          <p:cNvSpPr>
            <a:spLocks/>
          </p:cNvSpPr>
          <p:nvPr/>
        </p:nvSpPr>
        <p:spPr bwMode="auto">
          <a:xfrm>
            <a:off x="1120812" y="1938611"/>
            <a:ext cx="2139497" cy="1066522"/>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accent4"/>
          </a:solidFill>
          <a:ln>
            <a:noFill/>
          </a:ln>
        </p:spPr>
        <p:txBody>
          <a:bodyPr vert="horz" wrap="square" lIns="91416" tIns="45708" rIns="91416" bIns="45708" numCol="1" anchor="t" anchorCtr="0" compatLnSpc="1">
            <a:prstTxWarp prst="textNoShape">
              <a:avLst/>
            </a:prstTxWarp>
          </a:bodyPr>
          <a:lstStyle/>
          <a:p>
            <a:endParaRPr lang="en-US" sz="2299" dirty="0"/>
          </a:p>
        </p:txBody>
      </p:sp>
      <p:sp>
        <p:nvSpPr>
          <p:cNvPr id="30" name="Freeform 7"/>
          <p:cNvSpPr>
            <a:spLocks/>
          </p:cNvSpPr>
          <p:nvPr/>
        </p:nvSpPr>
        <p:spPr bwMode="auto">
          <a:xfrm flipV="1">
            <a:off x="1120812" y="3005134"/>
            <a:ext cx="2139497" cy="1066522"/>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tx1">
              <a:lumMod val="65000"/>
              <a:lumOff val="35000"/>
            </a:schemeClr>
          </a:solidFill>
          <a:ln>
            <a:noFill/>
          </a:ln>
        </p:spPr>
        <p:txBody>
          <a:bodyPr vert="horz" wrap="square" lIns="91416" tIns="45708" rIns="91416" bIns="45708" numCol="1" anchor="t" anchorCtr="0" compatLnSpc="1">
            <a:prstTxWarp prst="textNoShape">
              <a:avLst/>
            </a:prstTxWarp>
          </a:bodyPr>
          <a:lstStyle/>
          <a:p>
            <a:endParaRPr lang="en-US" sz="2299" dirty="0"/>
          </a:p>
        </p:txBody>
      </p:sp>
      <p:sp>
        <p:nvSpPr>
          <p:cNvPr id="31" name="Freeform 7"/>
          <p:cNvSpPr>
            <a:spLocks/>
          </p:cNvSpPr>
          <p:nvPr/>
        </p:nvSpPr>
        <p:spPr bwMode="auto">
          <a:xfrm flipV="1">
            <a:off x="2971619" y="3005134"/>
            <a:ext cx="2139497" cy="1066522"/>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accent3"/>
          </a:solidFill>
          <a:ln>
            <a:noFill/>
          </a:ln>
        </p:spPr>
        <p:txBody>
          <a:bodyPr vert="horz" wrap="square" lIns="91416" tIns="45708" rIns="91416" bIns="45708" numCol="1" anchor="t" anchorCtr="0" compatLnSpc="1">
            <a:prstTxWarp prst="textNoShape">
              <a:avLst/>
            </a:prstTxWarp>
          </a:bodyPr>
          <a:lstStyle/>
          <a:p>
            <a:endParaRPr lang="en-US" sz="2299" dirty="0"/>
          </a:p>
        </p:txBody>
      </p:sp>
      <p:sp>
        <p:nvSpPr>
          <p:cNvPr id="32" name="Freeform 7"/>
          <p:cNvSpPr>
            <a:spLocks/>
          </p:cNvSpPr>
          <p:nvPr/>
        </p:nvSpPr>
        <p:spPr bwMode="auto">
          <a:xfrm>
            <a:off x="4823518" y="1938611"/>
            <a:ext cx="2139497" cy="1066522"/>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accent1"/>
          </a:solidFill>
          <a:ln>
            <a:noFill/>
          </a:ln>
        </p:spPr>
        <p:txBody>
          <a:bodyPr vert="horz" wrap="square" lIns="91416" tIns="45708" rIns="91416" bIns="45708" numCol="1" anchor="t" anchorCtr="0" compatLnSpc="1">
            <a:prstTxWarp prst="textNoShape">
              <a:avLst/>
            </a:prstTxWarp>
          </a:bodyPr>
          <a:lstStyle/>
          <a:p>
            <a:endParaRPr lang="en-US" sz="2299" dirty="0"/>
          </a:p>
        </p:txBody>
      </p:sp>
      <p:sp>
        <p:nvSpPr>
          <p:cNvPr id="33" name="Freeform 7"/>
          <p:cNvSpPr>
            <a:spLocks/>
          </p:cNvSpPr>
          <p:nvPr/>
        </p:nvSpPr>
        <p:spPr bwMode="auto">
          <a:xfrm flipV="1">
            <a:off x="6676619" y="3005134"/>
            <a:ext cx="2139497" cy="1066522"/>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accent2"/>
          </a:solidFill>
          <a:ln>
            <a:noFill/>
          </a:ln>
        </p:spPr>
        <p:txBody>
          <a:bodyPr vert="horz" wrap="square" lIns="91416" tIns="45708" rIns="91416" bIns="45708" numCol="1" anchor="t" anchorCtr="0" compatLnSpc="1">
            <a:prstTxWarp prst="textNoShape">
              <a:avLst/>
            </a:prstTxWarp>
          </a:bodyPr>
          <a:lstStyle/>
          <a:p>
            <a:endParaRPr lang="en-US" sz="2299" dirty="0"/>
          </a:p>
        </p:txBody>
      </p:sp>
      <p:grpSp>
        <p:nvGrpSpPr>
          <p:cNvPr id="34" name="Group 33"/>
          <p:cNvGrpSpPr/>
          <p:nvPr/>
        </p:nvGrpSpPr>
        <p:grpSpPr>
          <a:xfrm>
            <a:off x="7544786" y="2776592"/>
            <a:ext cx="418171" cy="418171"/>
            <a:chOff x="5665857" y="1506251"/>
            <a:chExt cx="418280" cy="418280"/>
          </a:xfrm>
        </p:grpSpPr>
        <p:sp>
          <p:nvSpPr>
            <p:cNvPr id="35" name="Teardrop 34"/>
            <p:cNvSpPr/>
            <p:nvPr/>
          </p:nvSpPr>
          <p:spPr>
            <a:xfrm rot="8100000">
              <a:off x="5665857" y="1506251"/>
              <a:ext cx="418280" cy="418280"/>
            </a:xfrm>
            <a:prstGeom prst="teardrop">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dirty="0"/>
            </a:p>
          </p:txBody>
        </p:sp>
        <p:sp>
          <p:nvSpPr>
            <p:cNvPr id="36" name="Freeform 26"/>
            <p:cNvSpPr>
              <a:spLocks noEditPoints="1"/>
            </p:cNvSpPr>
            <p:nvPr/>
          </p:nvSpPr>
          <p:spPr bwMode="auto">
            <a:xfrm>
              <a:off x="5795163" y="1614232"/>
              <a:ext cx="175570" cy="219811"/>
            </a:xfrm>
            <a:custGeom>
              <a:avLst/>
              <a:gdLst>
                <a:gd name="T0" fmla="*/ 311 w 321"/>
                <a:gd name="T1" fmla="*/ 99 h 402"/>
                <a:gd name="T2" fmla="*/ 189 w 321"/>
                <a:gd name="T3" fmla="*/ 11 h 402"/>
                <a:gd name="T4" fmla="*/ 94 w 321"/>
                <a:gd name="T5" fmla="*/ 126 h 402"/>
                <a:gd name="T6" fmla="*/ 109 w 321"/>
                <a:gd name="T7" fmla="*/ 174 h 402"/>
                <a:gd name="T8" fmla="*/ 6 w 321"/>
                <a:gd name="T9" fmla="*/ 328 h 402"/>
                <a:gd name="T10" fmla="*/ 1 w 321"/>
                <a:gd name="T11" fmla="*/ 351 h 402"/>
                <a:gd name="T12" fmla="*/ 8 w 321"/>
                <a:gd name="T13" fmla="*/ 390 h 402"/>
                <a:gd name="T14" fmla="*/ 22 w 321"/>
                <a:gd name="T15" fmla="*/ 401 h 402"/>
                <a:gd name="T16" fmla="*/ 52 w 321"/>
                <a:gd name="T17" fmla="*/ 395 h 402"/>
                <a:gd name="T18" fmla="*/ 71 w 321"/>
                <a:gd name="T19" fmla="*/ 382 h 402"/>
                <a:gd name="T20" fmla="*/ 111 w 321"/>
                <a:gd name="T21" fmla="*/ 316 h 402"/>
                <a:gd name="T22" fmla="*/ 112 w 321"/>
                <a:gd name="T23" fmla="*/ 316 h 402"/>
                <a:gd name="T24" fmla="*/ 140 w 321"/>
                <a:gd name="T25" fmla="*/ 311 h 402"/>
                <a:gd name="T26" fmla="*/ 187 w 321"/>
                <a:gd name="T27" fmla="*/ 233 h 402"/>
                <a:gd name="T28" fmla="*/ 239 w 321"/>
                <a:gd name="T29" fmla="*/ 232 h 402"/>
                <a:gd name="T30" fmla="*/ 311 w 321"/>
                <a:gd name="T31" fmla="*/ 99 h 402"/>
                <a:gd name="T32" fmla="*/ 260 w 321"/>
                <a:gd name="T33" fmla="*/ 130 h 402"/>
                <a:gd name="T34" fmla="*/ 206 w 321"/>
                <a:gd name="T35" fmla="*/ 120 h 402"/>
                <a:gd name="T36" fmla="*/ 179 w 321"/>
                <a:gd name="T37" fmla="*/ 71 h 402"/>
                <a:gd name="T38" fmla="*/ 248 w 321"/>
                <a:gd name="T39" fmla="*/ 58 h 402"/>
                <a:gd name="T40" fmla="*/ 260 w 321"/>
                <a:gd name="T41" fmla="*/ 130 h 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1" h="402">
                  <a:moveTo>
                    <a:pt x="311" y="99"/>
                  </a:moveTo>
                  <a:cubicBezTo>
                    <a:pt x="301" y="40"/>
                    <a:pt x="246" y="0"/>
                    <a:pt x="189" y="11"/>
                  </a:cubicBezTo>
                  <a:cubicBezTo>
                    <a:pt x="132" y="21"/>
                    <a:pt x="84" y="67"/>
                    <a:pt x="94" y="126"/>
                  </a:cubicBezTo>
                  <a:cubicBezTo>
                    <a:pt x="96" y="139"/>
                    <a:pt x="102" y="159"/>
                    <a:pt x="109" y="174"/>
                  </a:cubicBezTo>
                  <a:cubicBezTo>
                    <a:pt x="6" y="328"/>
                    <a:pt x="6" y="328"/>
                    <a:pt x="6" y="328"/>
                  </a:cubicBezTo>
                  <a:cubicBezTo>
                    <a:pt x="2" y="334"/>
                    <a:pt x="0" y="344"/>
                    <a:pt x="1" y="351"/>
                  </a:cubicBezTo>
                  <a:cubicBezTo>
                    <a:pt x="8" y="390"/>
                    <a:pt x="8" y="390"/>
                    <a:pt x="8" y="390"/>
                  </a:cubicBezTo>
                  <a:cubicBezTo>
                    <a:pt x="9" y="397"/>
                    <a:pt x="15" y="402"/>
                    <a:pt x="22" y="401"/>
                  </a:cubicBezTo>
                  <a:cubicBezTo>
                    <a:pt x="52" y="395"/>
                    <a:pt x="52" y="395"/>
                    <a:pt x="52" y="395"/>
                  </a:cubicBezTo>
                  <a:cubicBezTo>
                    <a:pt x="59" y="394"/>
                    <a:pt x="67" y="388"/>
                    <a:pt x="71" y="382"/>
                  </a:cubicBezTo>
                  <a:cubicBezTo>
                    <a:pt x="111" y="316"/>
                    <a:pt x="111" y="316"/>
                    <a:pt x="111" y="316"/>
                  </a:cubicBezTo>
                  <a:cubicBezTo>
                    <a:pt x="112" y="316"/>
                    <a:pt x="112" y="316"/>
                    <a:pt x="112" y="316"/>
                  </a:cubicBezTo>
                  <a:cubicBezTo>
                    <a:pt x="140" y="311"/>
                    <a:pt x="140" y="311"/>
                    <a:pt x="140" y="311"/>
                  </a:cubicBezTo>
                  <a:cubicBezTo>
                    <a:pt x="187" y="233"/>
                    <a:pt x="187" y="233"/>
                    <a:pt x="187" y="233"/>
                  </a:cubicBezTo>
                  <a:cubicBezTo>
                    <a:pt x="203" y="236"/>
                    <a:pt x="226" y="235"/>
                    <a:pt x="239" y="232"/>
                  </a:cubicBezTo>
                  <a:cubicBezTo>
                    <a:pt x="296" y="222"/>
                    <a:pt x="321" y="159"/>
                    <a:pt x="311" y="99"/>
                  </a:cubicBezTo>
                  <a:close/>
                  <a:moveTo>
                    <a:pt x="260" y="130"/>
                  </a:moveTo>
                  <a:cubicBezTo>
                    <a:pt x="244" y="153"/>
                    <a:pt x="228" y="137"/>
                    <a:pt x="206" y="120"/>
                  </a:cubicBezTo>
                  <a:cubicBezTo>
                    <a:pt x="184" y="104"/>
                    <a:pt x="163" y="94"/>
                    <a:pt x="179" y="71"/>
                  </a:cubicBezTo>
                  <a:cubicBezTo>
                    <a:pt x="195" y="47"/>
                    <a:pt x="226" y="42"/>
                    <a:pt x="248" y="58"/>
                  </a:cubicBezTo>
                  <a:cubicBezTo>
                    <a:pt x="270" y="74"/>
                    <a:pt x="276" y="107"/>
                    <a:pt x="260" y="130"/>
                  </a:cubicBezTo>
                  <a:close/>
                </a:path>
              </a:pathLst>
            </a:custGeom>
            <a:solidFill>
              <a:schemeClr val="bg1"/>
            </a:solidFill>
            <a:ln>
              <a:noFill/>
            </a:ln>
          </p:spPr>
          <p:txBody>
            <a:bodyPr vert="horz" wrap="square" lIns="91416" tIns="45708" rIns="91416" bIns="45708" numCol="1" anchor="t" anchorCtr="0" compatLnSpc="1">
              <a:prstTxWarp prst="textNoShape">
                <a:avLst/>
              </a:prstTxWarp>
            </a:bodyPr>
            <a:lstStyle/>
            <a:p>
              <a:endParaRPr lang="en-US" sz="2299" dirty="0"/>
            </a:p>
          </p:txBody>
        </p:sp>
      </p:grpSp>
      <p:sp>
        <p:nvSpPr>
          <p:cNvPr id="37" name="Content Placeholder 2"/>
          <p:cNvSpPr txBox="1">
            <a:spLocks/>
          </p:cNvSpPr>
          <p:nvPr/>
        </p:nvSpPr>
        <p:spPr>
          <a:xfrm>
            <a:off x="1286652" y="4189171"/>
            <a:ext cx="1783418" cy="656825"/>
          </a:xfrm>
          <a:prstGeom prst="rect">
            <a:avLst/>
          </a:prstGeom>
        </p:spPr>
        <p:txBody>
          <a:bodyPr vert="horz" lIns="91416" tIns="45708" rIns="91416" bIns="4570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ctr">
              <a:lnSpc>
                <a:spcPct val="80000"/>
              </a:lnSpc>
            </a:pPr>
            <a:r>
              <a:rPr lang="id-ID" sz="1200" dirty="0">
                <a:solidFill>
                  <a:schemeClr val="bg1">
                    <a:lumMod val="95000"/>
                  </a:schemeClr>
                </a:solidFill>
                <a:ea typeface="Roboto" panose="02000000000000000000" pitchFamily="2" charset="0"/>
                <a:cs typeface="Arial" panose="020B0604020202020204" pitchFamily="34" charset="0"/>
              </a:rPr>
              <a:t>PROJECT ONE</a:t>
            </a:r>
          </a:p>
          <a:p>
            <a:pPr algn="ctr">
              <a:lnSpc>
                <a:spcPct val="80000"/>
              </a:lnSpc>
            </a:pPr>
            <a:r>
              <a:rPr lang="en-US" sz="1100" dirty="0">
                <a:solidFill>
                  <a:schemeClr val="bg1">
                    <a:lumMod val="65000"/>
                  </a:schemeClr>
                </a:solidFill>
                <a:ea typeface="Roboto" panose="02000000000000000000" pitchFamily="2" charset="0"/>
                <a:cs typeface="Arial" panose="020B0604020202020204" pitchFamily="34" charset="0"/>
              </a:rPr>
              <a:t>Lorem Ipsum has been the industry's standard dummy text ever since the 1500s</a:t>
            </a:r>
            <a:endParaRPr lang="en-US" sz="1100" b="1" dirty="0">
              <a:solidFill>
                <a:schemeClr val="bg1">
                  <a:lumMod val="65000"/>
                </a:schemeClr>
              </a:solidFill>
              <a:ea typeface="Roboto" panose="02000000000000000000" pitchFamily="2" charset="0"/>
              <a:cs typeface="Arial" panose="020B0604020202020204" pitchFamily="34" charset="0"/>
            </a:endParaRPr>
          </a:p>
        </p:txBody>
      </p:sp>
      <p:sp>
        <p:nvSpPr>
          <p:cNvPr id="38" name="Content Placeholder 2"/>
          <p:cNvSpPr txBox="1">
            <a:spLocks/>
          </p:cNvSpPr>
          <p:nvPr/>
        </p:nvSpPr>
        <p:spPr>
          <a:xfrm>
            <a:off x="3149659" y="4189171"/>
            <a:ext cx="1783418" cy="656825"/>
          </a:xfrm>
          <a:prstGeom prst="rect">
            <a:avLst/>
          </a:prstGeom>
        </p:spPr>
        <p:txBody>
          <a:bodyPr vert="horz" lIns="91416" tIns="45708" rIns="91416" bIns="4570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ctr">
              <a:lnSpc>
                <a:spcPct val="80000"/>
              </a:lnSpc>
            </a:pPr>
            <a:r>
              <a:rPr lang="id-ID" sz="1200" dirty="0">
                <a:solidFill>
                  <a:schemeClr val="bg1">
                    <a:lumMod val="95000"/>
                  </a:schemeClr>
                </a:solidFill>
                <a:ea typeface="Roboto" panose="02000000000000000000" pitchFamily="2" charset="0"/>
                <a:cs typeface="Arial" panose="020B0604020202020204" pitchFamily="34" charset="0"/>
              </a:rPr>
              <a:t>PROJECT TWO</a:t>
            </a:r>
            <a:endParaRPr lang="id-ID" sz="1200" dirty="0">
              <a:solidFill>
                <a:schemeClr val="tx1">
                  <a:lumMod val="85000"/>
                  <a:lumOff val="15000"/>
                </a:schemeClr>
              </a:solidFill>
              <a:ea typeface="Roboto" panose="02000000000000000000" pitchFamily="2" charset="0"/>
              <a:cs typeface="Arial" panose="020B0604020202020204" pitchFamily="34" charset="0"/>
            </a:endParaRPr>
          </a:p>
          <a:p>
            <a:pPr algn="ctr">
              <a:lnSpc>
                <a:spcPct val="80000"/>
              </a:lnSpc>
            </a:pPr>
            <a:r>
              <a:rPr lang="en-US" sz="1100" dirty="0">
                <a:solidFill>
                  <a:schemeClr val="bg1">
                    <a:lumMod val="65000"/>
                  </a:schemeClr>
                </a:solidFill>
                <a:ea typeface="Roboto" panose="02000000000000000000" pitchFamily="2" charset="0"/>
                <a:cs typeface="Arial" panose="020B0604020202020204" pitchFamily="34" charset="0"/>
              </a:rPr>
              <a:t>Lorem Ipsum has been the industry's standard dummy text ever since the 1500s</a:t>
            </a:r>
            <a:endParaRPr lang="en-US" sz="1100" b="1" dirty="0">
              <a:solidFill>
                <a:schemeClr val="bg1">
                  <a:lumMod val="65000"/>
                </a:schemeClr>
              </a:solidFill>
              <a:ea typeface="Roboto" panose="02000000000000000000" pitchFamily="2" charset="0"/>
              <a:cs typeface="Arial" panose="020B0604020202020204" pitchFamily="34" charset="0"/>
            </a:endParaRPr>
          </a:p>
        </p:txBody>
      </p:sp>
      <p:sp>
        <p:nvSpPr>
          <p:cNvPr id="39" name="Content Placeholder 2"/>
          <p:cNvSpPr txBox="1">
            <a:spLocks/>
          </p:cNvSpPr>
          <p:nvPr/>
        </p:nvSpPr>
        <p:spPr>
          <a:xfrm>
            <a:off x="5001557" y="4189171"/>
            <a:ext cx="1783418" cy="656825"/>
          </a:xfrm>
          <a:prstGeom prst="rect">
            <a:avLst/>
          </a:prstGeom>
        </p:spPr>
        <p:txBody>
          <a:bodyPr vert="horz" lIns="91416" tIns="45708" rIns="91416" bIns="4570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ctr">
              <a:lnSpc>
                <a:spcPct val="80000"/>
              </a:lnSpc>
            </a:pPr>
            <a:r>
              <a:rPr lang="id-ID" sz="1200" dirty="0">
                <a:solidFill>
                  <a:schemeClr val="bg1">
                    <a:lumMod val="95000"/>
                  </a:schemeClr>
                </a:solidFill>
                <a:ea typeface="Roboto" panose="02000000000000000000" pitchFamily="2" charset="0"/>
                <a:cs typeface="Arial" panose="020B0604020202020204" pitchFamily="34" charset="0"/>
              </a:rPr>
              <a:t>PROJECT THREE</a:t>
            </a:r>
          </a:p>
          <a:p>
            <a:pPr algn="ctr">
              <a:lnSpc>
                <a:spcPct val="80000"/>
              </a:lnSpc>
            </a:pPr>
            <a:r>
              <a:rPr lang="en-US" sz="1100" dirty="0" err="1">
                <a:solidFill>
                  <a:schemeClr val="bg1">
                    <a:lumMod val="65000"/>
                  </a:schemeClr>
                </a:solidFill>
                <a:ea typeface="Roboto" panose="02000000000000000000" pitchFamily="2" charset="0"/>
                <a:cs typeface="Arial" panose="020B0604020202020204" pitchFamily="34" charset="0"/>
              </a:rPr>
              <a:t>Lorem</a:t>
            </a:r>
            <a:r>
              <a:rPr lang="en-US" sz="1100" dirty="0">
                <a:solidFill>
                  <a:schemeClr val="bg1">
                    <a:lumMod val="65000"/>
                  </a:schemeClr>
                </a:solidFill>
                <a:ea typeface="Roboto" panose="02000000000000000000" pitchFamily="2" charset="0"/>
                <a:cs typeface="Arial" panose="020B0604020202020204" pitchFamily="34" charset="0"/>
              </a:rPr>
              <a:t> Ipsum has been the industry's standard dummy text ever since the 1500s</a:t>
            </a:r>
            <a:endParaRPr lang="en-US" sz="1100" b="1" dirty="0">
              <a:solidFill>
                <a:schemeClr val="bg1">
                  <a:lumMod val="65000"/>
                </a:schemeClr>
              </a:solidFill>
              <a:ea typeface="Roboto" panose="02000000000000000000" pitchFamily="2" charset="0"/>
              <a:cs typeface="Arial" panose="020B0604020202020204" pitchFamily="34" charset="0"/>
            </a:endParaRPr>
          </a:p>
        </p:txBody>
      </p:sp>
      <p:sp>
        <p:nvSpPr>
          <p:cNvPr id="41" name="Content Placeholder 2"/>
          <p:cNvSpPr txBox="1">
            <a:spLocks/>
          </p:cNvSpPr>
          <p:nvPr/>
        </p:nvSpPr>
        <p:spPr>
          <a:xfrm>
            <a:off x="6870112" y="4189171"/>
            <a:ext cx="1783418" cy="656825"/>
          </a:xfrm>
          <a:prstGeom prst="rect">
            <a:avLst/>
          </a:prstGeom>
        </p:spPr>
        <p:txBody>
          <a:bodyPr vert="horz" lIns="91416" tIns="45708" rIns="91416" bIns="4570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ctr">
              <a:lnSpc>
                <a:spcPct val="80000"/>
              </a:lnSpc>
            </a:pPr>
            <a:r>
              <a:rPr lang="id-ID" sz="1200" dirty="0">
                <a:solidFill>
                  <a:schemeClr val="bg1">
                    <a:lumMod val="95000"/>
                  </a:schemeClr>
                </a:solidFill>
                <a:ea typeface="Roboto" panose="02000000000000000000" pitchFamily="2" charset="0"/>
                <a:cs typeface="Arial" panose="020B0604020202020204" pitchFamily="34" charset="0"/>
              </a:rPr>
              <a:t>PROJECT FOUR</a:t>
            </a:r>
          </a:p>
          <a:p>
            <a:pPr algn="ctr">
              <a:lnSpc>
                <a:spcPct val="80000"/>
              </a:lnSpc>
            </a:pPr>
            <a:r>
              <a:rPr lang="en-US" sz="1100" dirty="0" err="1">
                <a:solidFill>
                  <a:schemeClr val="bg1">
                    <a:lumMod val="65000"/>
                  </a:schemeClr>
                </a:solidFill>
                <a:ea typeface="Roboto" panose="02000000000000000000" pitchFamily="2" charset="0"/>
                <a:cs typeface="Arial" panose="020B0604020202020204" pitchFamily="34" charset="0"/>
              </a:rPr>
              <a:t>Lorem</a:t>
            </a:r>
            <a:r>
              <a:rPr lang="en-US" sz="1100" dirty="0">
                <a:solidFill>
                  <a:schemeClr val="bg1">
                    <a:lumMod val="65000"/>
                  </a:schemeClr>
                </a:solidFill>
                <a:ea typeface="Roboto" panose="02000000000000000000" pitchFamily="2" charset="0"/>
                <a:cs typeface="Arial" panose="020B0604020202020204" pitchFamily="34" charset="0"/>
              </a:rPr>
              <a:t> Ipsum has been the industry's standard dummy text ever since the 1500s</a:t>
            </a:r>
            <a:endParaRPr lang="en-US" sz="1100" b="1" dirty="0">
              <a:solidFill>
                <a:schemeClr val="bg1">
                  <a:lumMod val="65000"/>
                </a:schemeClr>
              </a:solidFill>
              <a:ea typeface="Roboto" panose="02000000000000000000" pitchFamily="2" charset="0"/>
              <a:cs typeface="Arial" panose="020B0604020202020204" pitchFamily="34" charset="0"/>
            </a:endParaRPr>
          </a:p>
        </p:txBody>
      </p:sp>
      <p:sp>
        <p:nvSpPr>
          <p:cNvPr id="43" name="Freeform 7"/>
          <p:cNvSpPr>
            <a:spLocks/>
          </p:cNvSpPr>
          <p:nvPr/>
        </p:nvSpPr>
        <p:spPr bwMode="auto">
          <a:xfrm>
            <a:off x="8526223" y="1957197"/>
            <a:ext cx="2139497" cy="1066522"/>
          </a:xfrm>
          <a:custGeom>
            <a:avLst/>
            <a:gdLst>
              <a:gd name="T0" fmla="*/ 210 w 421"/>
              <a:gd name="T1" fmla="*/ 57 h 210"/>
              <a:gd name="T2" fmla="*/ 364 w 421"/>
              <a:gd name="T3" fmla="*/ 210 h 210"/>
              <a:gd name="T4" fmla="*/ 421 w 421"/>
              <a:gd name="T5" fmla="*/ 210 h 210"/>
              <a:gd name="T6" fmla="*/ 210 w 421"/>
              <a:gd name="T7" fmla="*/ 0 h 210"/>
              <a:gd name="T8" fmla="*/ 0 w 421"/>
              <a:gd name="T9" fmla="*/ 210 h 210"/>
              <a:gd name="T10" fmla="*/ 57 w 421"/>
              <a:gd name="T11" fmla="*/ 210 h 210"/>
              <a:gd name="T12" fmla="*/ 210 w 421"/>
              <a:gd name="T13" fmla="*/ 57 h 210"/>
            </a:gdLst>
            <a:ahLst/>
            <a:cxnLst>
              <a:cxn ang="0">
                <a:pos x="T0" y="T1"/>
              </a:cxn>
              <a:cxn ang="0">
                <a:pos x="T2" y="T3"/>
              </a:cxn>
              <a:cxn ang="0">
                <a:pos x="T4" y="T5"/>
              </a:cxn>
              <a:cxn ang="0">
                <a:pos x="T6" y="T7"/>
              </a:cxn>
              <a:cxn ang="0">
                <a:pos x="T8" y="T9"/>
              </a:cxn>
              <a:cxn ang="0">
                <a:pos x="T10" y="T11"/>
              </a:cxn>
              <a:cxn ang="0">
                <a:pos x="T12" y="T13"/>
              </a:cxn>
            </a:cxnLst>
            <a:rect l="0" t="0" r="r" b="b"/>
            <a:pathLst>
              <a:path w="421" h="210">
                <a:moveTo>
                  <a:pt x="210" y="57"/>
                </a:moveTo>
                <a:cubicBezTo>
                  <a:pt x="295" y="57"/>
                  <a:pt x="364" y="126"/>
                  <a:pt x="364" y="210"/>
                </a:cubicBezTo>
                <a:cubicBezTo>
                  <a:pt x="421" y="210"/>
                  <a:pt x="421" y="210"/>
                  <a:pt x="421" y="210"/>
                </a:cubicBezTo>
                <a:cubicBezTo>
                  <a:pt x="421" y="93"/>
                  <a:pt x="327" y="0"/>
                  <a:pt x="210" y="0"/>
                </a:cubicBezTo>
                <a:cubicBezTo>
                  <a:pt x="93" y="0"/>
                  <a:pt x="0" y="93"/>
                  <a:pt x="0" y="210"/>
                </a:cubicBezTo>
                <a:cubicBezTo>
                  <a:pt x="57" y="210"/>
                  <a:pt x="57" y="210"/>
                  <a:pt x="57" y="210"/>
                </a:cubicBezTo>
                <a:cubicBezTo>
                  <a:pt x="57" y="126"/>
                  <a:pt x="126" y="57"/>
                  <a:pt x="210" y="57"/>
                </a:cubicBezTo>
                <a:close/>
              </a:path>
            </a:pathLst>
          </a:custGeom>
          <a:solidFill>
            <a:schemeClr val="accent3"/>
          </a:solidFill>
          <a:ln>
            <a:noFill/>
          </a:ln>
        </p:spPr>
        <p:txBody>
          <a:bodyPr vert="horz" wrap="square" lIns="91416" tIns="45708" rIns="91416" bIns="45708" numCol="1" anchor="t" anchorCtr="0" compatLnSpc="1">
            <a:prstTxWarp prst="textNoShape">
              <a:avLst/>
            </a:prstTxWarp>
          </a:bodyPr>
          <a:lstStyle/>
          <a:p>
            <a:endParaRPr lang="en-US" sz="2299" dirty="0"/>
          </a:p>
        </p:txBody>
      </p:sp>
      <p:sp>
        <p:nvSpPr>
          <p:cNvPr id="48" name="Content Placeholder 2"/>
          <p:cNvSpPr txBox="1">
            <a:spLocks/>
          </p:cNvSpPr>
          <p:nvPr/>
        </p:nvSpPr>
        <p:spPr>
          <a:xfrm>
            <a:off x="8719716" y="4207757"/>
            <a:ext cx="1783418" cy="656825"/>
          </a:xfrm>
          <a:prstGeom prst="rect">
            <a:avLst/>
          </a:prstGeom>
        </p:spPr>
        <p:txBody>
          <a:bodyPr vert="horz" lIns="91416" tIns="45708" rIns="91416" bIns="45708"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ctr">
              <a:lnSpc>
                <a:spcPct val="80000"/>
              </a:lnSpc>
            </a:pPr>
            <a:r>
              <a:rPr lang="id-ID" sz="1200" dirty="0">
                <a:solidFill>
                  <a:schemeClr val="bg1">
                    <a:lumMod val="95000"/>
                  </a:schemeClr>
                </a:solidFill>
                <a:ea typeface="Roboto" panose="02000000000000000000" pitchFamily="2" charset="0"/>
                <a:cs typeface="Arial" panose="020B0604020202020204" pitchFamily="34" charset="0"/>
              </a:rPr>
              <a:t>PROJECT FIVE</a:t>
            </a:r>
          </a:p>
          <a:p>
            <a:pPr algn="ctr">
              <a:lnSpc>
                <a:spcPct val="80000"/>
              </a:lnSpc>
            </a:pPr>
            <a:r>
              <a:rPr lang="en-US" sz="1100" dirty="0" err="1">
                <a:solidFill>
                  <a:schemeClr val="bg1">
                    <a:lumMod val="65000"/>
                  </a:schemeClr>
                </a:solidFill>
                <a:ea typeface="Roboto" panose="02000000000000000000" pitchFamily="2" charset="0"/>
                <a:cs typeface="Arial" panose="020B0604020202020204" pitchFamily="34" charset="0"/>
              </a:rPr>
              <a:t>Lorem</a:t>
            </a:r>
            <a:r>
              <a:rPr lang="en-US" sz="1100" dirty="0">
                <a:solidFill>
                  <a:schemeClr val="bg1">
                    <a:lumMod val="65000"/>
                  </a:schemeClr>
                </a:solidFill>
                <a:ea typeface="Roboto" panose="02000000000000000000" pitchFamily="2" charset="0"/>
                <a:cs typeface="Arial" panose="020B0604020202020204" pitchFamily="34" charset="0"/>
              </a:rPr>
              <a:t> Ipsum has been the industry's standard dummy text ever since the 1500s</a:t>
            </a:r>
            <a:endParaRPr lang="en-US" sz="1100" b="1" dirty="0">
              <a:solidFill>
                <a:schemeClr val="bg1">
                  <a:lumMod val="65000"/>
                </a:schemeClr>
              </a:solidFill>
              <a:ea typeface="Roboto" panose="02000000000000000000" pitchFamily="2" charset="0"/>
              <a:cs typeface="Arial" panose="020B0604020202020204" pitchFamily="34" charset="0"/>
            </a:endParaRPr>
          </a:p>
        </p:txBody>
      </p:sp>
      <p:sp>
        <p:nvSpPr>
          <p:cNvPr id="49" name="Content Placeholder 2"/>
          <p:cNvSpPr txBox="1">
            <a:spLocks/>
          </p:cNvSpPr>
          <p:nvPr/>
        </p:nvSpPr>
        <p:spPr>
          <a:xfrm>
            <a:off x="799881" y="5307129"/>
            <a:ext cx="10549157" cy="613604"/>
          </a:xfrm>
          <a:prstGeom prst="rect">
            <a:avLst/>
          </a:prstGeom>
        </p:spPr>
        <p:txBody>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just" fontAlgn="auto">
              <a:defRPr/>
            </a:pPr>
            <a:r>
              <a:rPr lang="en-US" sz="1100" dirty="0" err="1">
                <a:solidFill>
                  <a:schemeClr val="bg2">
                    <a:lumMod val="25000"/>
                  </a:schemeClr>
                </a:solidFill>
                <a:ea typeface="Roboto" panose="02000000000000000000" pitchFamily="2" charset="0"/>
              </a:rPr>
              <a:t>Lorem</a:t>
            </a:r>
            <a:r>
              <a:rPr lang="en-US" sz="1100" dirty="0">
                <a:solidFill>
                  <a:schemeClr val="bg2">
                    <a:lumMod val="25000"/>
                  </a:schemeClr>
                </a:solidFill>
                <a:ea typeface="Roboto" panose="02000000000000000000" pitchFamily="2" charset="0"/>
              </a:rPr>
              <a:t> Ipsum has been the industry's standard dummy text ever since the 1500s</a:t>
            </a:r>
            <a:r>
              <a:rPr lang="id-ID" sz="1100" dirty="0">
                <a:solidFill>
                  <a:schemeClr val="bg2">
                    <a:lumMod val="25000"/>
                  </a:schemeClr>
                </a:solidFill>
                <a:ea typeface="Roboto" panose="02000000000000000000" pitchFamily="2" charset="0"/>
              </a:rPr>
              <a:t>. Fusce som libero topi </a:t>
            </a:r>
            <a:r>
              <a:rPr lang="id-ID" sz="1200" dirty="0">
                <a:solidFill>
                  <a:schemeClr val="bg2">
                    <a:lumMod val="25000"/>
                  </a:schemeClr>
                </a:solidFill>
                <a:ea typeface="Roboto" panose="02000000000000000000" pitchFamily="2" charset="0"/>
              </a:rPr>
              <a:t>sombrero</a:t>
            </a:r>
            <a:r>
              <a:rPr lang="id-ID" sz="1100" dirty="0">
                <a:solidFill>
                  <a:schemeClr val="bg2">
                    <a:lumMod val="25000"/>
                  </a:schemeClr>
                </a:solidFill>
                <a:ea typeface="Roboto" panose="02000000000000000000" pitchFamily="2" charset="0"/>
              </a:rPr>
              <a:t> bikinan meksiko</a:t>
            </a:r>
            <a:r>
              <a:rPr lang="en-US" sz="1100" dirty="0">
                <a:solidFill>
                  <a:schemeClr val="bg2">
                    <a:lumMod val="25000"/>
                  </a:schemeClr>
                </a:solidFill>
                <a:ea typeface="Roboto" panose="02000000000000000000" pitchFamily="2" charset="0"/>
              </a:rPr>
              <a:t> when an unknown printer took a galley of type and scrambled it to make a type specimen book. It has survived not only five centuries, but also the leap into electronic typesetting</a:t>
            </a:r>
            <a:endParaRPr lang="id-ID" sz="1100" dirty="0">
              <a:solidFill>
                <a:schemeClr val="bg2">
                  <a:lumMod val="25000"/>
                </a:schemeClr>
              </a:solidFill>
              <a:ea typeface="Roboto" panose="02000000000000000000" pitchFamily="2" charset="0"/>
            </a:endParaRPr>
          </a:p>
        </p:txBody>
      </p:sp>
      <p:grpSp>
        <p:nvGrpSpPr>
          <p:cNvPr id="2" name="Group 1"/>
          <p:cNvGrpSpPr/>
          <p:nvPr/>
        </p:nvGrpSpPr>
        <p:grpSpPr>
          <a:xfrm>
            <a:off x="9394390" y="2795178"/>
            <a:ext cx="418171" cy="418171"/>
            <a:chOff x="9396838" y="2795013"/>
            <a:chExt cx="418280" cy="418280"/>
          </a:xfrm>
        </p:grpSpPr>
        <p:sp>
          <p:nvSpPr>
            <p:cNvPr id="46" name="Teardrop 45"/>
            <p:cNvSpPr/>
            <p:nvPr/>
          </p:nvSpPr>
          <p:spPr>
            <a:xfrm rot="8100000">
              <a:off x="9396838" y="2795013"/>
              <a:ext cx="418280" cy="418280"/>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dirty="0"/>
            </a:p>
          </p:txBody>
        </p:sp>
        <p:sp>
          <p:nvSpPr>
            <p:cNvPr id="50" name="Freeform 16"/>
            <p:cNvSpPr>
              <a:spLocks noChangeAspect="1" noEditPoints="1"/>
            </p:cNvSpPr>
            <p:nvPr/>
          </p:nvSpPr>
          <p:spPr bwMode="auto">
            <a:xfrm>
              <a:off x="9483169" y="2874592"/>
              <a:ext cx="216589" cy="250968"/>
            </a:xfrm>
            <a:custGeom>
              <a:avLst/>
              <a:gdLst>
                <a:gd name="T0" fmla="*/ 233 w 320"/>
                <a:gd name="T1" fmla="*/ 138 h 371"/>
                <a:gd name="T2" fmla="*/ 261 w 320"/>
                <a:gd name="T3" fmla="*/ 12 h 371"/>
                <a:gd name="T4" fmla="*/ 168 w 320"/>
                <a:gd name="T5" fmla="*/ 104 h 371"/>
                <a:gd name="T6" fmla="*/ 80 w 320"/>
                <a:gd name="T7" fmla="*/ 182 h 371"/>
                <a:gd name="T8" fmla="*/ 80 w 320"/>
                <a:gd name="T9" fmla="*/ 319 h 371"/>
                <a:gd name="T10" fmla="*/ 253 w 320"/>
                <a:gd name="T11" fmla="*/ 371 h 371"/>
                <a:gd name="T12" fmla="*/ 320 w 320"/>
                <a:gd name="T13" fmla="*/ 172 h 371"/>
                <a:gd name="T14" fmla="*/ 233 w 320"/>
                <a:gd name="T15" fmla="*/ 138 h 371"/>
                <a:gd name="T16" fmla="*/ 60 w 320"/>
                <a:gd name="T17" fmla="*/ 140 h 371"/>
                <a:gd name="T18" fmla="*/ 0 w 320"/>
                <a:gd name="T19" fmla="*/ 202 h 371"/>
                <a:gd name="T20" fmla="*/ 0 w 320"/>
                <a:gd name="T21" fmla="*/ 299 h 371"/>
                <a:gd name="T22" fmla="*/ 60 w 320"/>
                <a:gd name="T23" fmla="*/ 360 h 371"/>
                <a:gd name="T24" fmla="*/ 40 w 320"/>
                <a:gd name="T25" fmla="*/ 315 h 371"/>
                <a:gd name="T26" fmla="*/ 40 w 320"/>
                <a:gd name="T27" fmla="*/ 187 h 371"/>
                <a:gd name="T28" fmla="*/ 60 w 320"/>
                <a:gd name="T29" fmla="*/ 14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0" h="371">
                  <a:moveTo>
                    <a:pt x="233" y="138"/>
                  </a:moveTo>
                  <a:cubicBezTo>
                    <a:pt x="230" y="131"/>
                    <a:pt x="304" y="65"/>
                    <a:pt x="261" y="12"/>
                  </a:cubicBezTo>
                  <a:cubicBezTo>
                    <a:pt x="251" y="0"/>
                    <a:pt x="217" y="72"/>
                    <a:pt x="168" y="104"/>
                  </a:cubicBezTo>
                  <a:cubicBezTo>
                    <a:pt x="142" y="122"/>
                    <a:pt x="80" y="161"/>
                    <a:pt x="80" y="182"/>
                  </a:cubicBezTo>
                  <a:cubicBezTo>
                    <a:pt x="80" y="319"/>
                    <a:pt x="80" y="319"/>
                    <a:pt x="80" y="319"/>
                  </a:cubicBezTo>
                  <a:cubicBezTo>
                    <a:pt x="80" y="344"/>
                    <a:pt x="178" y="371"/>
                    <a:pt x="253" y="371"/>
                  </a:cubicBezTo>
                  <a:cubicBezTo>
                    <a:pt x="280" y="371"/>
                    <a:pt x="320" y="199"/>
                    <a:pt x="320" y="172"/>
                  </a:cubicBezTo>
                  <a:cubicBezTo>
                    <a:pt x="320" y="145"/>
                    <a:pt x="235" y="145"/>
                    <a:pt x="233" y="138"/>
                  </a:cubicBezTo>
                  <a:close/>
                  <a:moveTo>
                    <a:pt x="60" y="140"/>
                  </a:moveTo>
                  <a:cubicBezTo>
                    <a:pt x="47" y="140"/>
                    <a:pt x="0" y="148"/>
                    <a:pt x="0" y="202"/>
                  </a:cubicBezTo>
                  <a:cubicBezTo>
                    <a:pt x="0" y="299"/>
                    <a:pt x="0" y="299"/>
                    <a:pt x="0" y="299"/>
                  </a:cubicBezTo>
                  <a:cubicBezTo>
                    <a:pt x="0" y="354"/>
                    <a:pt x="47" y="360"/>
                    <a:pt x="60" y="360"/>
                  </a:cubicBezTo>
                  <a:cubicBezTo>
                    <a:pt x="73" y="360"/>
                    <a:pt x="40" y="348"/>
                    <a:pt x="40" y="315"/>
                  </a:cubicBezTo>
                  <a:cubicBezTo>
                    <a:pt x="40" y="187"/>
                    <a:pt x="40" y="187"/>
                    <a:pt x="40" y="187"/>
                  </a:cubicBezTo>
                  <a:cubicBezTo>
                    <a:pt x="40" y="152"/>
                    <a:pt x="73" y="140"/>
                    <a:pt x="60" y="140"/>
                  </a:cubicBezTo>
                  <a:close/>
                </a:path>
              </a:pathLst>
            </a:custGeom>
            <a:solidFill>
              <a:schemeClr val="bg1">
                <a:lumMod val="95000"/>
              </a:schemeClr>
            </a:solidFill>
            <a:ln>
              <a:noFill/>
            </a:ln>
          </p:spPr>
          <p:txBody>
            <a:bodyPr vert="horz" wrap="square" lIns="91416" tIns="45708" rIns="91416" bIns="45708" numCol="1" anchor="t" anchorCtr="0" compatLnSpc="1">
              <a:prstTxWarp prst="textNoShape">
                <a:avLst/>
              </a:prstTxWarp>
            </a:bodyPr>
            <a:lstStyle/>
            <a:p>
              <a:endParaRPr lang="en-US" sz="2299" dirty="0"/>
            </a:p>
          </p:txBody>
        </p:sp>
      </p:grpSp>
      <p:sp>
        <p:nvSpPr>
          <p:cNvPr id="55"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SALES REPORT</a:t>
            </a:r>
          </a:p>
        </p:txBody>
      </p:sp>
      <p:sp>
        <p:nvSpPr>
          <p:cNvPr id="56" name="Rectangle 55"/>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57" name="Group 56"/>
          <p:cNvGrpSpPr/>
          <p:nvPr/>
        </p:nvGrpSpPr>
        <p:grpSpPr>
          <a:xfrm rot="10800000" flipV="1">
            <a:off x="5380522" y="1080697"/>
            <a:ext cx="1427781" cy="45707"/>
            <a:chOff x="3965945" y="1385354"/>
            <a:chExt cx="4572000" cy="79107"/>
          </a:xfrm>
        </p:grpSpPr>
        <p:sp>
          <p:nvSpPr>
            <p:cNvPr id="58" name="Rectangle 57"/>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9" name="Rectangle 58"/>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60" name="Rectangle 59"/>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61" name="Rectangle 60"/>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62" name="Rectangle 61"/>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extLst>
      <p:ext uri="{BB962C8B-B14F-4D97-AF65-F5344CB8AC3E}">
        <p14:creationId xmlns:p14="http://schemas.microsoft.com/office/powerpoint/2010/main" val="1713186943"/>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500"/>
                                        <p:tgtEl>
                                          <p:spTgt spid="3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left)">
                                      <p:cBhvr>
                                        <p:cTn id="15" dur="500"/>
                                        <p:tgtEl>
                                          <p:spTgt spid="3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wipe(left)">
                                      <p:cBhvr>
                                        <p:cTn id="19" dur="500"/>
                                        <p:tgtEl>
                                          <p:spTgt spid="33"/>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wipe(left)">
                                      <p:cBhvr>
                                        <p:cTn id="23" dur="500"/>
                                        <p:tgtEl>
                                          <p:spTgt spid="43"/>
                                        </p:tgtEl>
                                      </p:cBhvr>
                                    </p:animEffect>
                                  </p:childTnLst>
                                </p:cTn>
                              </p:par>
                            </p:childTnLst>
                          </p:cTn>
                        </p:par>
                        <p:par>
                          <p:cTn id="24" fill="hold">
                            <p:stCondLst>
                              <p:cond delay="2500"/>
                            </p:stCondLst>
                            <p:childTnLst>
                              <p:par>
                                <p:cTn id="25" presetID="22" presetClass="entr" presetSubtype="2" fill="hold" grpId="0" nodeType="after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right)">
                                      <p:cBhvr>
                                        <p:cTn id="27" dur="500"/>
                                        <p:tgtEl>
                                          <p:spTgt spid="44"/>
                                        </p:tgtEl>
                                      </p:cBhvr>
                                    </p:animEffect>
                                  </p:childTnLst>
                                </p:cTn>
                              </p:par>
                              <p:par>
                                <p:cTn id="28" presetID="47" presetClass="entr" presetSubtype="0" fill="hold"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anim calcmode="lin" valueType="num">
                                      <p:cBhvr>
                                        <p:cTn id="31" dur="500" fill="hold"/>
                                        <p:tgtEl>
                                          <p:spTgt spid="2"/>
                                        </p:tgtEl>
                                        <p:attrNameLst>
                                          <p:attrName>ppt_x</p:attrName>
                                        </p:attrNameLst>
                                      </p:cBhvr>
                                      <p:tavLst>
                                        <p:tav tm="0">
                                          <p:val>
                                            <p:strVal val="#ppt_x"/>
                                          </p:val>
                                        </p:tav>
                                        <p:tav tm="100000">
                                          <p:val>
                                            <p:strVal val="#ppt_x"/>
                                          </p:val>
                                        </p:tav>
                                      </p:tavLst>
                                    </p:anim>
                                    <p:anim calcmode="lin" valueType="num">
                                      <p:cBhvr>
                                        <p:cTn id="32" dur="500" fill="hold"/>
                                        <p:tgtEl>
                                          <p:spTgt spid="2"/>
                                        </p:tgtEl>
                                        <p:attrNameLst>
                                          <p:attrName>ppt_y</p:attrName>
                                        </p:attrNameLst>
                                      </p:cBhvr>
                                      <p:tavLst>
                                        <p:tav tm="0">
                                          <p:val>
                                            <p:strVal val="#ppt_y-.1"/>
                                          </p:val>
                                        </p:tav>
                                        <p:tav tm="100000">
                                          <p:val>
                                            <p:strVal val="#ppt_y"/>
                                          </p:val>
                                        </p:tav>
                                      </p:tavLst>
                                    </p:anim>
                                  </p:childTnLst>
                                </p:cTn>
                              </p:par>
                            </p:childTnLst>
                          </p:cTn>
                        </p:par>
                        <p:par>
                          <p:cTn id="33" fill="hold">
                            <p:stCondLst>
                              <p:cond delay="3000"/>
                            </p:stCondLst>
                            <p:childTnLst>
                              <p:par>
                                <p:cTn id="34" presetID="22" presetClass="entr" presetSubtype="2" fill="hold" grpId="0" nodeType="after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wipe(right)">
                                      <p:cBhvr>
                                        <p:cTn id="36" dur="500"/>
                                        <p:tgtEl>
                                          <p:spTgt spid="25"/>
                                        </p:tgtEl>
                                      </p:cBhvr>
                                    </p:animEffect>
                                  </p:childTnLst>
                                </p:cTn>
                              </p:par>
                              <p:par>
                                <p:cTn id="37" presetID="47" presetClass="entr" presetSubtype="0"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anim calcmode="lin" valueType="num">
                                      <p:cBhvr>
                                        <p:cTn id="40" dur="500" fill="hold"/>
                                        <p:tgtEl>
                                          <p:spTgt spid="34"/>
                                        </p:tgtEl>
                                        <p:attrNameLst>
                                          <p:attrName>ppt_x</p:attrName>
                                        </p:attrNameLst>
                                      </p:cBhvr>
                                      <p:tavLst>
                                        <p:tav tm="0">
                                          <p:val>
                                            <p:strVal val="#ppt_x"/>
                                          </p:val>
                                        </p:tav>
                                        <p:tav tm="100000">
                                          <p:val>
                                            <p:strVal val="#ppt_x"/>
                                          </p:val>
                                        </p:tav>
                                      </p:tavLst>
                                    </p:anim>
                                    <p:anim calcmode="lin" valueType="num">
                                      <p:cBhvr>
                                        <p:cTn id="41" dur="500" fill="hold"/>
                                        <p:tgtEl>
                                          <p:spTgt spid="34"/>
                                        </p:tgtEl>
                                        <p:attrNameLst>
                                          <p:attrName>ppt_y</p:attrName>
                                        </p:attrNameLst>
                                      </p:cBhvr>
                                      <p:tavLst>
                                        <p:tav tm="0">
                                          <p:val>
                                            <p:strVal val="#ppt_y-.1"/>
                                          </p:val>
                                        </p:tav>
                                        <p:tav tm="100000">
                                          <p:val>
                                            <p:strVal val="#ppt_y"/>
                                          </p:val>
                                        </p:tav>
                                      </p:tavLst>
                                    </p:anim>
                                  </p:childTnLst>
                                </p:cTn>
                              </p:par>
                            </p:childTnLst>
                          </p:cTn>
                        </p:par>
                        <p:par>
                          <p:cTn id="42" fill="hold">
                            <p:stCondLst>
                              <p:cond delay="3500"/>
                            </p:stCondLst>
                            <p:childTnLst>
                              <p:par>
                                <p:cTn id="43" presetID="22" presetClass="entr" presetSubtype="2"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right)">
                                      <p:cBhvr>
                                        <p:cTn id="45" dur="500"/>
                                        <p:tgtEl>
                                          <p:spTgt spid="26"/>
                                        </p:tgtEl>
                                      </p:cBhvr>
                                    </p:animEffect>
                                  </p:childTnLst>
                                </p:cTn>
                              </p:par>
                              <p:par>
                                <p:cTn id="46" presetID="47"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anim calcmode="lin" valueType="num">
                                      <p:cBhvr>
                                        <p:cTn id="49" dur="500" fill="hold"/>
                                        <p:tgtEl>
                                          <p:spTgt spid="19"/>
                                        </p:tgtEl>
                                        <p:attrNameLst>
                                          <p:attrName>ppt_x</p:attrName>
                                        </p:attrNameLst>
                                      </p:cBhvr>
                                      <p:tavLst>
                                        <p:tav tm="0">
                                          <p:val>
                                            <p:strVal val="#ppt_x"/>
                                          </p:val>
                                        </p:tav>
                                        <p:tav tm="100000">
                                          <p:val>
                                            <p:strVal val="#ppt_x"/>
                                          </p:val>
                                        </p:tav>
                                      </p:tavLst>
                                    </p:anim>
                                    <p:anim calcmode="lin" valueType="num">
                                      <p:cBhvr>
                                        <p:cTn id="50" dur="500" fill="hold"/>
                                        <p:tgtEl>
                                          <p:spTgt spid="19"/>
                                        </p:tgtEl>
                                        <p:attrNameLst>
                                          <p:attrName>ppt_y</p:attrName>
                                        </p:attrNameLst>
                                      </p:cBhvr>
                                      <p:tavLst>
                                        <p:tav tm="0">
                                          <p:val>
                                            <p:strVal val="#ppt_y-.1"/>
                                          </p:val>
                                        </p:tav>
                                        <p:tav tm="100000">
                                          <p:val>
                                            <p:strVal val="#ppt_y"/>
                                          </p:val>
                                        </p:tav>
                                      </p:tavLst>
                                    </p:anim>
                                  </p:childTnLst>
                                </p:cTn>
                              </p:par>
                            </p:childTnLst>
                          </p:cTn>
                        </p:par>
                        <p:par>
                          <p:cTn id="51" fill="hold">
                            <p:stCondLst>
                              <p:cond delay="4000"/>
                            </p:stCondLst>
                            <p:childTnLst>
                              <p:par>
                                <p:cTn id="52" presetID="22" presetClass="entr" presetSubtype="2" fill="hold" grpId="0" nodeType="after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wipe(right)">
                                      <p:cBhvr>
                                        <p:cTn id="54" dur="500"/>
                                        <p:tgtEl>
                                          <p:spTgt spid="27"/>
                                        </p:tgtEl>
                                      </p:cBhvr>
                                    </p:animEffect>
                                  </p:childTnLst>
                                </p:cTn>
                              </p:par>
                              <p:par>
                                <p:cTn id="55" presetID="47"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anim calcmode="lin" valueType="num">
                                      <p:cBhvr>
                                        <p:cTn id="58" dur="500" fill="hold"/>
                                        <p:tgtEl>
                                          <p:spTgt spid="22"/>
                                        </p:tgtEl>
                                        <p:attrNameLst>
                                          <p:attrName>ppt_x</p:attrName>
                                        </p:attrNameLst>
                                      </p:cBhvr>
                                      <p:tavLst>
                                        <p:tav tm="0">
                                          <p:val>
                                            <p:strVal val="#ppt_x"/>
                                          </p:val>
                                        </p:tav>
                                        <p:tav tm="100000">
                                          <p:val>
                                            <p:strVal val="#ppt_x"/>
                                          </p:val>
                                        </p:tav>
                                      </p:tavLst>
                                    </p:anim>
                                    <p:anim calcmode="lin" valueType="num">
                                      <p:cBhvr>
                                        <p:cTn id="59" dur="500" fill="hold"/>
                                        <p:tgtEl>
                                          <p:spTgt spid="22"/>
                                        </p:tgtEl>
                                        <p:attrNameLst>
                                          <p:attrName>ppt_y</p:attrName>
                                        </p:attrNameLst>
                                      </p:cBhvr>
                                      <p:tavLst>
                                        <p:tav tm="0">
                                          <p:val>
                                            <p:strVal val="#ppt_y-.1"/>
                                          </p:val>
                                        </p:tav>
                                        <p:tav tm="100000">
                                          <p:val>
                                            <p:strVal val="#ppt_y"/>
                                          </p:val>
                                        </p:tav>
                                      </p:tavLst>
                                    </p:anim>
                                  </p:childTnLst>
                                </p:cTn>
                              </p:par>
                            </p:childTnLst>
                          </p:cTn>
                        </p:par>
                        <p:par>
                          <p:cTn id="60" fill="hold">
                            <p:stCondLst>
                              <p:cond delay="4500"/>
                            </p:stCondLst>
                            <p:childTnLst>
                              <p:par>
                                <p:cTn id="61" presetID="22" presetClass="entr" presetSubtype="2" fill="hold" grpId="0"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right)">
                                      <p:cBhvr>
                                        <p:cTn id="63" dur="500"/>
                                        <p:tgtEl>
                                          <p:spTgt spid="30"/>
                                        </p:tgtEl>
                                      </p:cBhvr>
                                    </p:animEffect>
                                  </p:childTnLst>
                                </p:cTn>
                              </p:par>
                              <p:par>
                                <p:cTn id="64" presetID="53" presetClass="entr" presetSubtype="16" fill="hold" grpId="0" nodeType="withEffect">
                                  <p:stCondLst>
                                    <p:cond delay="500"/>
                                  </p:stCondLst>
                                  <p:childTnLst>
                                    <p:set>
                                      <p:cBhvr>
                                        <p:cTn id="65" dur="1" fill="hold">
                                          <p:stCondLst>
                                            <p:cond delay="0"/>
                                          </p:stCondLst>
                                        </p:cTn>
                                        <p:tgtEl>
                                          <p:spTgt spid="3"/>
                                        </p:tgtEl>
                                        <p:attrNameLst>
                                          <p:attrName>style.visibility</p:attrName>
                                        </p:attrNameLst>
                                      </p:cBhvr>
                                      <p:to>
                                        <p:strVal val="visible"/>
                                      </p:to>
                                    </p:set>
                                    <p:anim calcmode="lin" valueType="num">
                                      <p:cBhvr>
                                        <p:cTn id="66" dur="1000" fill="hold"/>
                                        <p:tgtEl>
                                          <p:spTgt spid="3"/>
                                        </p:tgtEl>
                                        <p:attrNameLst>
                                          <p:attrName>ppt_w</p:attrName>
                                        </p:attrNameLst>
                                      </p:cBhvr>
                                      <p:tavLst>
                                        <p:tav tm="0">
                                          <p:val>
                                            <p:fltVal val="0"/>
                                          </p:val>
                                        </p:tav>
                                        <p:tav tm="100000">
                                          <p:val>
                                            <p:strVal val="#ppt_w"/>
                                          </p:val>
                                        </p:tav>
                                      </p:tavLst>
                                    </p:anim>
                                    <p:anim calcmode="lin" valueType="num">
                                      <p:cBhvr>
                                        <p:cTn id="67" dur="1000" fill="hold"/>
                                        <p:tgtEl>
                                          <p:spTgt spid="3"/>
                                        </p:tgtEl>
                                        <p:attrNameLst>
                                          <p:attrName>ppt_h</p:attrName>
                                        </p:attrNameLst>
                                      </p:cBhvr>
                                      <p:tavLst>
                                        <p:tav tm="0">
                                          <p:val>
                                            <p:fltVal val="0"/>
                                          </p:val>
                                        </p:tav>
                                        <p:tav tm="100000">
                                          <p:val>
                                            <p:strVal val="#ppt_h"/>
                                          </p:val>
                                        </p:tav>
                                      </p:tavLst>
                                    </p:anim>
                                    <p:animEffect transition="in" filter="fade">
                                      <p:cBhvr>
                                        <p:cTn id="68" dur="1000"/>
                                        <p:tgtEl>
                                          <p:spTgt spid="3"/>
                                        </p:tgtEl>
                                      </p:cBhvr>
                                    </p:animEffect>
                                  </p:childTnLst>
                                </p:cTn>
                              </p:par>
                              <p:par>
                                <p:cTn id="69" presetID="53" presetClass="entr" presetSubtype="16" fill="hold" grpId="0" nodeType="withEffect">
                                  <p:stCondLst>
                                    <p:cond delay="500"/>
                                  </p:stCondLst>
                                  <p:childTnLst>
                                    <p:set>
                                      <p:cBhvr>
                                        <p:cTn id="70" dur="1" fill="hold">
                                          <p:stCondLst>
                                            <p:cond delay="0"/>
                                          </p:stCondLst>
                                        </p:cTn>
                                        <p:tgtEl>
                                          <p:spTgt spid="51"/>
                                        </p:tgtEl>
                                        <p:attrNameLst>
                                          <p:attrName>style.visibility</p:attrName>
                                        </p:attrNameLst>
                                      </p:cBhvr>
                                      <p:to>
                                        <p:strVal val="visible"/>
                                      </p:to>
                                    </p:set>
                                    <p:anim calcmode="lin" valueType="num">
                                      <p:cBhvr>
                                        <p:cTn id="71" dur="1000" fill="hold"/>
                                        <p:tgtEl>
                                          <p:spTgt spid="51"/>
                                        </p:tgtEl>
                                        <p:attrNameLst>
                                          <p:attrName>ppt_w</p:attrName>
                                        </p:attrNameLst>
                                      </p:cBhvr>
                                      <p:tavLst>
                                        <p:tav tm="0">
                                          <p:val>
                                            <p:fltVal val="0"/>
                                          </p:val>
                                        </p:tav>
                                        <p:tav tm="100000">
                                          <p:val>
                                            <p:strVal val="#ppt_w"/>
                                          </p:val>
                                        </p:tav>
                                      </p:tavLst>
                                    </p:anim>
                                    <p:anim calcmode="lin" valueType="num">
                                      <p:cBhvr>
                                        <p:cTn id="72" dur="1000" fill="hold"/>
                                        <p:tgtEl>
                                          <p:spTgt spid="51"/>
                                        </p:tgtEl>
                                        <p:attrNameLst>
                                          <p:attrName>ppt_h</p:attrName>
                                        </p:attrNameLst>
                                      </p:cBhvr>
                                      <p:tavLst>
                                        <p:tav tm="0">
                                          <p:val>
                                            <p:fltVal val="0"/>
                                          </p:val>
                                        </p:tav>
                                        <p:tav tm="100000">
                                          <p:val>
                                            <p:strVal val="#ppt_h"/>
                                          </p:val>
                                        </p:tav>
                                      </p:tavLst>
                                    </p:anim>
                                    <p:animEffect transition="in" filter="fade">
                                      <p:cBhvr>
                                        <p:cTn id="73" dur="1000"/>
                                        <p:tgtEl>
                                          <p:spTgt spid="51"/>
                                        </p:tgtEl>
                                      </p:cBhvr>
                                    </p:animEffect>
                                  </p:childTnLst>
                                </p:cTn>
                              </p:par>
                              <p:par>
                                <p:cTn id="74" presetID="53" presetClass="entr" presetSubtype="16" fill="hold" grpId="0" nodeType="withEffect">
                                  <p:stCondLst>
                                    <p:cond delay="500"/>
                                  </p:stCondLst>
                                  <p:childTnLst>
                                    <p:set>
                                      <p:cBhvr>
                                        <p:cTn id="75" dur="1" fill="hold">
                                          <p:stCondLst>
                                            <p:cond delay="0"/>
                                          </p:stCondLst>
                                        </p:cTn>
                                        <p:tgtEl>
                                          <p:spTgt spid="52"/>
                                        </p:tgtEl>
                                        <p:attrNameLst>
                                          <p:attrName>style.visibility</p:attrName>
                                        </p:attrNameLst>
                                      </p:cBhvr>
                                      <p:to>
                                        <p:strVal val="visible"/>
                                      </p:to>
                                    </p:set>
                                    <p:anim calcmode="lin" valueType="num">
                                      <p:cBhvr>
                                        <p:cTn id="76" dur="1000" fill="hold"/>
                                        <p:tgtEl>
                                          <p:spTgt spid="52"/>
                                        </p:tgtEl>
                                        <p:attrNameLst>
                                          <p:attrName>ppt_w</p:attrName>
                                        </p:attrNameLst>
                                      </p:cBhvr>
                                      <p:tavLst>
                                        <p:tav tm="0">
                                          <p:val>
                                            <p:fltVal val="0"/>
                                          </p:val>
                                        </p:tav>
                                        <p:tav tm="100000">
                                          <p:val>
                                            <p:strVal val="#ppt_w"/>
                                          </p:val>
                                        </p:tav>
                                      </p:tavLst>
                                    </p:anim>
                                    <p:anim calcmode="lin" valueType="num">
                                      <p:cBhvr>
                                        <p:cTn id="77" dur="1000" fill="hold"/>
                                        <p:tgtEl>
                                          <p:spTgt spid="52"/>
                                        </p:tgtEl>
                                        <p:attrNameLst>
                                          <p:attrName>ppt_h</p:attrName>
                                        </p:attrNameLst>
                                      </p:cBhvr>
                                      <p:tavLst>
                                        <p:tav tm="0">
                                          <p:val>
                                            <p:fltVal val="0"/>
                                          </p:val>
                                        </p:tav>
                                        <p:tav tm="100000">
                                          <p:val>
                                            <p:strVal val="#ppt_h"/>
                                          </p:val>
                                        </p:tav>
                                      </p:tavLst>
                                    </p:anim>
                                    <p:animEffect transition="in" filter="fade">
                                      <p:cBhvr>
                                        <p:cTn id="78" dur="1000"/>
                                        <p:tgtEl>
                                          <p:spTgt spid="52"/>
                                        </p:tgtEl>
                                      </p:cBhvr>
                                    </p:animEffect>
                                  </p:childTnLst>
                                </p:cTn>
                              </p:par>
                              <p:par>
                                <p:cTn id="79" presetID="53" presetClass="entr" presetSubtype="16" fill="hold" grpId="0" nodeType="withEffect">
                                  <p:stCondLst>
                                    <p:cond delay="500"/>
                                  </p:stCondLst>
                                  <p:childTnLst>
                                    <p:set>
                                      <p:cBhvr>
                                        <p:cTn id="80" dur="1" fill="hold">
                                          <p:stCondLst>
                                            <p:cond delay="0"/>
                                          </p:stCondLst>
                                        </p:cTn>
                                        <p:tgtEl>
                                          <p:spTgt spid="53"/>
                                        </p:tgtEl>
                                        <p:attrNameLst>
                                          <p:attrName>style.visibility</p:attrName>
                                        </p:attrNameLst>
                                      </p:cBhvr>
                                      <p:to>
                                        <p:strVal val="visible"/>
                                      </p:to>
                                    </p:set>
                                    <p:anim calcmode="lin" valueType="num">
                                      <p:cBhvr>
                                        <p:cTn id="81" dur="1000" fill="hold"/>
                                        <p:tgtEl>
                                          <p:spTgt spid="53"/>
                                        </p:tgtEl>
                                        <p:attrNameLst>
                                          <p:attrName>ppt_w</p:attrName>
                                        </p:attrNameLst>
                                      </p:cBhvr>
                                      <p:tavLst>
                                        <p:tav tm="0">
                                          <p:val>
                                            <p:fltVal val="0"/>
                                          </p:val>
                                        </p:tav>
                                        <p:tav tm="100000">
                                          <p:val>
                                            <p:strVal val="#ppt_w"/>
                                          </p:val>
                                        </p:tav>
                                      </p:tavLst>
                                    </p:anim>
                                    <p:anim calcmode="lin" valueType="num">
                                      <p:cBhvr>
                                        <p:cTn id="82" dur="1000" fill="hold"/>
                                        <p:tgtEl>
                                          <p:spTgt spid="53"/>
                                        </p:tgtEl>
                                        <p:attrNameLst>
                                          <p:attrName>ppt_h</p:attrName>
                                        </p:attrNameLst>
                                      </p:cBhvr>
                                      <p:tavLst>
                                        <p:tav tm="0">
                                          <p:val>
                                            <p:fltVal val="0"/>
                                          </p:val>
                                        </p:tav>
                                        <p:tav tm="100000">
                                          <p:val>
                                            <p:strVal val="#ppt_h"/>
                                          </p:val>
                                        </p:tav>
                                      </p:tavLst>
                                    </p:anim>
                                    <p:animEffect transition="in" filter="fade">
                                      <p:cBhvr>
                                        <p:cTn id="83" dur="1000"/>
                                        <p:tgtEl>
                                          <p:spTgt spid="53"/>
                                        </p:tgtEl>
                                      </p:cBhvr>
                                    </p:animEffect>
                                  </p:childTnLst>
                                </p:cTn>
                              </p:par>
                              <p:par>
                                <p:cTn id="84" presetID="53" presetClass="entr" presetSubtype="16" fill="hold" grpId="0" nodeType="withEffect">
                                  <p:stCondLst>
                                    <p:cond delay="500"/>
                                  </p:stCondLst>
                                  <p:childTnLst>
                                    <p:set>
                                      <p:cBhvr>
                                        <p:cTn id="85" dur="1" fill="hold">
                                          <p:stCondLst>
                                            <p:cond delay="0"/>
                                          </p:stCondLst>
                                        </p:cTn>
                                        <p:tgtEl>
                                          <p:spTgt spid="54"/>
                                        </p:tgtEl>
                                        <p:attrNameLst>
                                          <p:attrName>style.visibility</p:attrName>
                                        </p:attrNameLst>
                                      </p:cBhvr>
                                      <p:to>
                                        <p:strVal val="visible"/>
                                      </p:to>
                                    </p:set>
                                    <p:anim calcmode="lin" valueType="num">
                                      <p:cBhvr>
                                        <p:cTn id="86" dur="1000" fill="hold"/>
                                        <p:tgtEl>
                                          <p:spTgt spid="54"/>
                                        </p:tgtEl>
                                        <p:attrNameLst>
                                          <p:attrName>ppt_w</p:attrName>
                                        </p:attrNameLst>
                                      </p:cBhvr>
                                      <p:tavLst>
                                        <p:tav tm="0">
                                          <p:val>
                                            <p:fltVal val="0"/>
                                          </p:val>
                                        </p:tav>
                                        <p:tav tm="100000">
                                          <p:val>
                                            <p:strVal val="#ppt_w"/>
                                          </p:val>
                                        </p:tav>
                                      </p:tavLst>
                                    </p:anim>
                                    <p:anim calcmode="lin" valueType="num">
                                      <p:cBhvr>
                                        <p:cTn id="87" dur="1000" fill="hold"/>
                                        <p:tgtEl>
                                          <p:spTgt spid="54"/>
                                        </p:tgtEl>
                                        <p:attrNameLst>
                                          <p:attrName>ppt_h</p:attrName>
                                        </p:attrNameLst>
                                      </p:cBhvr>
                                      <p:tavLst>
                                        <p:tav tm="0">
                                          <p:val>
                                            <p:fltVal val="0"/>
                                          </p:val>
                                        </p:tav>
                                        <p:tav tm="100000">
                                          <p:val>
                                            <p:strVal val="#ppt_h"/>
                                          </p:val>
                                        </p:tav>
                                      </p:tavLst>
                                    </p:anim>
                                    <p:animEffect transition="in" filter="fade">
                                      <p:cBhvr>
                                        <p:cTn id="88" dur="1000"/>
                                        <p:tgtEl>
                                          <p:spTgt spid="54"/>
                                        </p:tgtEl>
                                      </p:cBhvr>
                                    </p:animEffect>
                                  </p:childTnLst>
                                </p:cTn>
                              </p:par>
                              <p:par>
                                <p:cTn id="89" presetID="22" presetClass="entr" presetSubtype="4" fill="hold" grpId="0" nodeType="withEffect">
                                  <p:stCondLst>
                                    <p:cond delay="1500"/>
                                  </p:stCondLst>
                                  <p:childTnLst>
                                    <p:set>
                                      <p:cBhvr>
                                        <p:cTn id="90" dur="1" fill="hold">
                                          <p:stCondLst>
                                            <p:cond delay="0"/>
                                          </p:stCondLst>
                                        </p:cTn>
                                        <p:tgtEl>
                                          <p:spTgt spid="37"/>
                                        </p:tgtEl>
                                        <p:attrNameLst>
                                          <p:attrName>style.visibility</p:attrName>
                                        </p:attrNameLst>
                                      </p:cBhvr>
                                      <p:to>
                                        <p:strVal val="visible"/>
                                      </p:to>
                                    </p:set>
                                    <p:animEffect transition="in" filter="wipe(down)">
                                      <p:cBhvr>
                                        <p:cTn id="91" dur="750"/>
                                        <p:tgtEl>
                                          <p:spTgt spid="37"/>
                                        </p:tgtEl>
                                      </p:cBhvr>
                                    </p:animEffect>
                                  </p:childTnLst>
                                </p:cTn>
                              </p:par>
                              <p:par>
                                <p:cTn id="92" presetID="22" presetClass="entr" presetSubtype="4" fill="hold" grpId="0" nodeType="withEffect">
                                  <p:stCondLst>
                                    <p:cond delay="1500"/>
                                  </p:stCondLst>
                                  <p:childTnLst>
                                    <p:set>
                                      <p:cBhvr>
                                        <p:cTn id="93" dur="1" fill="hold">
                                          <p:stCondLst>
                                            <p:cond delay="0"/>
                                          </p:stCondLst>
                                        </p:cTn>
                                        <p:tgtEl>
                                          <p:spTgt spid="38"/>
                                        </p:tgtEl>
                                        <p:attrNameLst>
                                          <p:attrName>style.visibility</p:attrName>
                                        </p:attrNameLst>
                                      </p:cBhvr>
                                      <p:to>
                                        <p:strVal val="visible"/>
                                      </p:to>
                                    </p:set>
                                    <p:animEffect transition="in" filter="wipe(down)">
                                      <p:cBhvr>
                                        <p:cTn id="94" dur="750"/>
                                        <p:tgtEl>
                                          <p:spTgt spid="38"/>
                                        </p:tgtEl>
                                      </p:cBhvr>
                                    </p:animEffect>
                                  </p:childTnLst>
                                </p:cTn>
                              </p:par>
                              <p:par>
                                <p:cTn id="95" presetID="22" presetClass="entr" presetSubtype="4" fill="hold" grpId="0" nodeType="withEffect">
                                  <p:stCondLst>
                                    <p:cond delay="1500"/>
                                  </p:stCondLst>
                                  <p:childTnLst>
                                    <p:set>
                                      <p:cBhvr>
                                        <p:cTn id="96" dur="1" fill="hold">
                                          <p:stCondLst>
                                            <p:cond delay="0"/>
                                          </p:stCondLst>
                                        </p:cTn>
                                        <p:tgtEl>
                                          <p:spTgt spid="39"/>
                                        </p:tgtEl>
                                        <p:attrNameLst>
                                          <p:attrName>style.visibility</p:attrName>
                                        </p:attrNameLst>
                                      </p:cBhvr>
                                      <p:to>
                                        <p:strVal val="visible"/>
                                      </p:to>
                                    </p:set>
                                    <p:animEffect transition="in" filter="wipe(down)">
                                      <p:cBhvr>
                                        <p:cTn id="97" dur="750"/>
                                        <p:tgtEl>
                                          <p:spTgt spid="39"/>
                                        </p:tgtEl>
                                      </p:cBhvr>
                                    </p:animEffect>
                                  </p:childTnLst>
                                </p:cTn>
                              </p:par>
                              <p:par>
                                <p:cTn id="98" presetID="22" presetClass="entr" presetSubtype="4" fill="hold" grpId="0" nodeType="withEffect">
                                  <p:stCondLst>
                                    <p:cond delay="1500"/>
                                  </p:stCondLst>
                                  <p:childTnLst>
                                    <p:set>
                                      <p:cBhvr>
                                        <p:cTn id="99" dur="1" fill="hold">
                                          <p:stCondLst>
                                            <p:cond delay="0"/>
                                          </p:stCondLst>
                                        </p:cTn>
                                        <p:tgtEl>
                                          <p:spTgt spid="41"/>
                                        </p:tgtEl>
                                        <p:attrNameLst>
                                          <p:attrName>style.visibility</p:attrName>
                                        </p:attrNameLst>
                                      </p:cBhvr>
                                      <p:to>
                                        <p:strVal val="visible"/>
                                      </p:to>
                                    </p:set>
                                    <p:animEffect transition="in" filter="wipe(down)">
                                      <p:cBhvr>
                                        <p:cTn id="100" dur="750"/>
                                        <p:tgtEl>
                                          <p:spTgt spid="41"/>
                                        </p:tgtEl>
                                      </p:cBhvr>
                                    </p:animEffect>
                                  </p:childTnLst>
                                </p:cTn>
                              </p:par>
                              <p:par>
                                <p:cTn id="101" presetID="22" presetClass="entr" presetSubtype="4" fill="hold" grpId="0" nodeType="withEffect">
                                  <p:stCondLst>
                                    <p:cond delay="1500"/>
                                  </p:stCondLst>
                                  <p:childTnLst>
                                    <p:set>
                                      <p:cBhvr>
                                        <p:cTn id="102" dur="1" fill="hold">
                                          <p:stCondLst>
                                            <p:cond delay="0"/>
                                          </p:stCondLst>
                                        </p:cTn>
                                        <p:tgtEl>
                                          <p:spTgt spid="48"/>
                                        </p:tgtEl>
                                        <p:attrNameLst>
                                          <p:attrName>style.visibility</p:attrName>
                                        </p:attrNameLst>
                                      </p:cBhvr>
                                      <p:to>
                                        <p:strVal val="visible"/>
                                      </p:to>
                                    </p:set>
                                    <p:animEffect transition="in" filter="wipe(down)">
                                      <p:cBhvr>
                                        <p:cTn id="103" dur="750"/>
                                        <p:tgtEl>
                                          <p:spTgt spid="48"/>
                                        </p:tgtEl>
                                      </p:cBhvr>
                                    </p:animEffect>
                                  </p:childTnLst>
                                </p:cTn>
                              </p:par>
                              <p:par>
                                <p:cTn id="104" presetID="47" presetClass="entr" presetSubtype="0" fill="hold" nodeType="withEffect">
                                  <p:stCondLst>
                                    <p:cond delay="0"/>
                                  </p:stCondLst>
                                  <p:childTnLst>
                                    <p:set>
                                      <p:cBhvr>
                                        <p:cTn id="105" dur="1" fill="hold">
                                          <p:stCondLst>
                                            <p:cond delay="0"/>
                                          </p:stCondLst>
                                        </p:cTn>
                                        <p:tgtEl>
                                          <p:spTgt spid="16"/>
                                        </p:tgtEl>
                                        <p:attrNameLst>
                                          <p:attrName>style.visibility</p:attrName>
                                        </p:attrNameLst>
                                      </p:cBhvr>
                                      <p:to>
                                        <p:strVal val="visible"/>
                                      </p:to>
                                    </p:set>
                                    <p:animEffect transition="in" filter="fade">
                                      <p:cBhvr>
                                        <p:cTn id="106" dur="500"/>
                                        <p:tgtEl>
                                          <p:spTgt spid="16"/>
                                        </p:tgtEl>
                                      </p:cBhvr>
                                    </p:animEffect>
                                    <p:anim calcmode="lin" valueType="num">
                                      <p:cBhvr>
                                        <p:cTn id="107" dur="500" fill="hold"/>
                                        <p:tgtEl>
                                          <p:spTgt spid="16"/>
                                        </p:tgtEl>
                                        <p:attrNameLst>
                                          <p:attrName>ppt_x</p:attrName>
                                        </p:attrNameLst>
                                      </p:cBhvr>
                                      <p:tavLst>
                                        <p:tav tm="0">
                                          <p:val>
                                            <p:strVal val="#ppt_x"/>
                                          </p:val>
                                        </p:tav>
                                        <p:tav tm="100000">
                                          <p:val>
                                            <p:strVal val="#ppt_x"/>
                                          </p:val>
                                        </p:tav>
                                      </p:tavLst>
                                    </p:anim>
                                    <p:anim calcmode="lin" valueType="num">
                                      <p:cBhvr>
                                        <p:cTn id="108" dur="500" fill="hold"/>
                                        <p:tgtEl>
                                          <p:spTgt spid="16"/>
                                        </p:tgtEl>
                                        <p:attrNameLst>
                                          <p:attrName>ppt_y</p:attrName>
                                        </p:attrNameLst>
                                      </p:cBhvr>
                                      <p:tavLst>
                                        <p:tav tm="0">
                                          <p:val>
                                            <p:strVal val="#ppt_y-.1"/>
                                          </p:val>
                                        </p:tav>
                                        <p:tav tm="100000">
                                          <p:val>
                                            <p:strVal val="#ppt_y"/>
                                          </p:val>
                                        </p:tav>
                                      </p:tavLst>
                                    </p:anim>
                                  </p:childTnLst>
                                </p:cTn>
                              </p:par>
                              <p:par>
                                <p:cTn id="109" presetID="45" presetClass="entr" presetSubtype="0" fill="hold" grpId="0" nodeType="withEffect">
                                  <p:stCondLst>
                                    <p:cond delay="750"/>
                                  </p:stCondLst>
                                  <p:childTnLst>
                                    <p:set>
                                      <p:cBhvr>
                                        <p:cTn id="110" dur="1" fill="hold">
                                          <p:stCondLst>
                                            <p:cond delay="0"/>
                                          </p:stCondLst>
                                        </p:cTn>
                                        <p:tgtEl>
                                          <p:spTgt spid="49"/>
                                        </p:tgtEl>
                                        <p:attrNameLst>
                                          <p:attrName>style.visibility</p:attrName>
                                        </p:attrNameLst>
                                      </p:cBhvr>
                                      <p:to>
                                        <p:strVal val="visible"/>
                                      </p:to>
                                    </p:set>
                                    <p:animEffect transition="in" filter="fade">
                                      <p:cBhvr>
                                        <p:cTn id="111" dur="2000"/>
                                        <p:tgtEl>
                                          <p:spTgt spid="49"/>
                                        </p:tgtEl>
                                      </p:cBhvr>
                                    </p:animEffect>
                                    <p:anim calcmode="lin" valueType="num">
                                      <p:cBhvr>
                                        <p:cTn id="112" dur="2000" fill="hold"/>
                                        <p:tgtEl>
                                          <p:spTgt spid="49"/>
                                        </p:tgtEl>
                                        <p:attrNameLst>
                                          <p:attrName>ppt_w</p:attrName>
                                        </p:attrNameLst>
                                      </p:cBhvr>
                                      <p:tavLst>
                                        <p:tav tm="0" fmla="#ppt_w*sin(2.5*pi*$)">
                                          <p:val>
                                            <p:fltVal val="0"/>
                                          </p:val>
                                        </p:tav>
                                        <p:tav tm="100000">
                                          <p:val>
                                            <p:fltVal val="1"/>
                                          </p:val>
                                        </p:tav>
                                      </p:tavLst>
                                    </p:anim>
                                    <p:anim calcmode="lin" valueType="num">
                                      <p:cBhvr>
                                        <p:cTn id="113" dur="2000" fill="hold"/>
                                        <p:tgtEl>
                                          <p:spTgt spid="49"/>
                                        </p:tgtEl>
                                        <p:attrNameLst>
                                          <p:attrName>ppt_h</p:attrName>
                                        </p:attrNameLst>
                                      </p:cBhvr>
                                      <p:tavLst>
                                        <p:tav tm="0">
                                          <p:val>
                                            <p:strVal val="#ppt_h"/>
                                          </p:val>
                                        </p:tav>
                                        <p:tav tm="100000">
                                          <p:val>
                                            <p:strVal val="#ppt_h"/>
                                          </p:val>
                                        </p:tav>
                                      </p:tavLst>
                                    </p:anim>
                                  </p:childTnLst>
                                </p:cTn>
                              </p:par>
                            </p:childTnLst>
                          </p:cTn>
                        </p:par>
                        <p:par>
                          <p:cTn id="114" fill="hold">
                            <p:stCondLst>
                              <p:cond delay="7250"/>
                            </p:stCondLst>
                            <p:childTnLst>
                              <p:par>
                                <p:cTn id="115" presetID="49" presetClass="entr" presetSubtype="0" decel="100000" fill="hold" nodeType="afterEffect">
                                  <p:stCondLst>
                                    <p:cond delay="0"/>
                                  </p:stCondLst>
                                  <p:childTnLst>
                                    <p:set>
                                      <p:cBhvr>
                                        <p:cTn id="116" dur="1" fill="hold">
                                          <p:stCondLst>
                                            <p:cond delay="0"/>
                                          </p:stCondLst>
                                        </p:cTn>
                                        <p:tgtEl>
                                          <p:spTgt spid="57"/>
                                        </p:tgtEl>
                                        <p:attrNameLst>
                                          <p:attrName>style.visibility</p:attrName>
                                        </p:attrNameLst>
                                      </p:cBhvr>
                                      <p:to>
                                        <p:strVal val="visible"/>
                                      </p:to>
                                    </p:set>
                                    <p:anim calcmode="lin" valueType="num">
                                      <p:cBhvr>
                                        <p:cTn id="117" dur="500" fill="hold"/>
                                        <p:tgtEl>
                                          <p:spTgt spid="57"/>
                                        </p:tgtEl>
                                        <p:attrNameLst>
                                          <p:attrName>ppt_w</p:attrName>
                                        </p:attrNameLst>
                                      </p:cBhvr>
                                      <p:tavLst>
                                        <p:tav tm="0">
                                          <p:val>
                                            <p:fltVal val="0"/>
                                          </p:val>
                                        </p:tav>
                                        <p:tav tm="100000">
                                          <p:val>
                                            <p:strVal val="#ppt_w"/>
                                          </p:val>
                                        </p:tav>
                                      </p:tavLst>
                                    </p:anim>
                                    <p:anim calcmode="lin" valueType="num">
                                      <p:cBhvr>
                                        <p:cTn id="118" dur="500" fill="hold"/>
                                        <p:tgtEl>
                                          <p:spTgt spid="57"/>
                                        </p:tgtEl>
                                        <p:attrNameLst>
                                          <p:attrName>ppt_h</p:attrName>
                                        </p:attrNameLst>
                                      </p:cBhvr>
                                      <p:tavLst>
                                        <p:tav tm="0">
                                          <p:val>
                                            <p:fltVal val="0"/>
                                          </p:val>
                                        </p:tav>
                                        <p:tav tm="100000">
                                          <p:val>
                                            <p:strVal val="#ppt_h"/>
                                          </p:val>
                                        </p:tav>
                                      </p:tavLst>
                                    </p:anim>
                                    <p:anim calcmode="lin" valueType="num">
                                      <p:cBhvr>
                                        <p:cTn id="119" dur="500" fill="hold"/>
                                        <p:tgtEl>
                                          <p:spTgt spid="57"/>
                                        </p:tgtEl>
                                        <p:attrNameLst>
                                          <p:attrName>style.rotation</p:attrName>
                                        </p:attrNameLst>
                                      </p:cBhvr>
                                      <p:tavLst>
                                        <p:tav tm="0">
                                          <p:val>
                                            <p:fltVal val="360"/>
                                          </p:val>
                                        </p:tav>
                                        <p:tav tm="100000">
                                          <p:val>
                                            <p:fltVal val="0"/>
                                          </p:val>
                                        </p:tav>
                                      </p:tavLst>
                                    </p:anim>
                                    <p:animEffect transition="in" filter="fade">
                                      <p:cBhvr>
                                        <p:cTn id="120"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1" grpId="0" animBg="1"/>
      <p:bldP spid="52" grpId="0" animBg="1"/>
      <p:bldP spid="53" grpId="0" animBg="1"/>
      <p:bldP spid="54" grpId="0" animBg="1"/>
      <p:bldP spid="44" grpId="0" animBg="1"/>
      <p:bldP spid="25" grpId="0" animBg="1"/>
      <p:bldP spid="26" grpId="0" animBg="1"/>
      <p:bldP spid="27" grpId="0" animBg="1"/>
      <p:bldP spid="28" grpId="0" animBg="1"/>
      <p:bldP spid="30" grpId="0" animBg="1"/>
      <p:bldP spid="31" grpId="0" animBg="1"/>
      <p:bldP spid="32" grpId="0" animBg="1"/>
      <p:bldP spid="33" grpId="0" animBg="1"/>
      <p:bldP spid="37" grpId="0"/>
      <p:bldP spid="38" grpId="0"/>
      <p:bldP spid="39" grpId="0"/>
      <p:bldP spid="41" grpId="0"/>
      <p:bldP spid="43" grpId="0" animBg="1"/>
      <p:bldP spid="48" grpId="0"/>
      <p:bldP spid="4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5"/>
          <p:cNvSpPr>
            <a:spLocks noChangeShapeType="1"/>
          </p:cNvSpPr>
          <p:nvPr/>
        </p:nvSpPr>
        <p:spPr bwMode="auto">
          <a:xfrm>
            <a:off x="2046682" y="5652242"/>
            <a:ext cx="4515791" cy="0"/>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8" name="Line 6"/>
          <p:cNvSpPr>
            <a:spLocks noChangeShapeType="1"/>
          </p:cNvSpPr>
          <p:nvPr/>
        </p:nvSpPr>
        <p:spPr bwMode="auto">
          <a:xfrm flipV="1">
            <a:off x="2046681" y="5561250"/>
            <a:ext cx="0" cy="95226"/>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9" name="Line 7"/>
          <p:cNvSpPr>
            <a:spLocks noChangeShapeType="1"/>
          </p:cNvSpPr>
          <p:nvPr/>
        </p:nvSpPr>
        <p:spPr bwMode="auto">
          <a:xfrm flipV="1">
            <a:off x="2791553" y="5561250"/>
            <a:ext cx="0" cy="95226"/>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10" name="Line 8"/>
          <p:cNvSpPr>
            <a:spLocks noChangeShapeType="1"/>
          </p:cNvSpPr>
          <p:nvPr/>
        </p:nvSpPr>
        <p:spPr bwMode="auto">
          <a:xfrm flipV="1">
            <a:off x="3542774" y="5561250"/>
            <a:ext cx="0" cy="95226"/>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11" name="Line 9"/>
          <p:cNvSpPr>
            <a:spLocks noChangeShapeType="1"/>
          </p:cNvSpPr>
          <p:nvPr/>
        </p:nvSpPr>
        <p:spPr bwMode="auto">
          <a:xfrm flipV="1">
            <a:off x="4293996" y="5561250"/>
            <a:ext cx="0" cy="95226"/>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12" name="Line 10"/>
          <p:cNvSpPr>
            <a:spLocks noChangeShapeType="1"/>
          </p:cNvSpPr>
          <p:nvPr/>
        </p:nvSpPr>
        <p:spPr bwMode="auto">
          <a:xfrm flipV="1">
            <a:off x="5040983" y="5561250"/>
            <a:ext cx="0" cy="95226"/>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13" name="Line 11"/>
          <p:cNvSpPr>
            <a:spLocks noChangeShapeType="1"/>
          </p:cNvSpPr>
          <p:nvPr/>
        </p:nvSpPr>
        <p:spPr bwMode="auto">
          <a:xfrm flipV="1">
            <a:off x="5792206" y="5561250"/>
            <a:ext cx="0" cy="95226"/>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14" name="Line 12"/>
          <p:cNvSpPr>
            <a:spLocks noChangeShapeType="1"/>
          </p:cNvSpPr>
          <p:nvPr/>
        </p:nvSpPr>
        <p:spPr bwMode="auto">
          <a:xfrm flipV="1">
            <a:off x="6537078" y="5561250"/>
            <a:ext cx="0" cy="95226"/>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15" name="Freeform 13"/>
          <p:cNvSpPr>
            <a:spLocks noEditPoints="1"/>
          </p:cNvSpPr>
          <p:nvPr/>
        </p:nvSpPr>
        <p:spPr bwMode="auto">
          <a:xfrm>
            <a:off x="1871044" y="5590877"/>
            <a:ext cx="95226" cy="141780"/>
          </a:xfrm>
          <a:custGeom>
            <a:avLst/>
            <a:gdLst>
              <a:gd name="T0" fmla="*/ 19 w 19"/>
              <a:gd name="T1" fmla="*/ 13 h 28"/>
              <a:gd name="T2" fmla="*/ 10 w 19"/>
              <a:gd name="T3" fmla="*/ 28 h 28"/>
              <a:gd name="T4" fmla="*/ 0 w 19"/>
              <a:gd name="T5" fmla="*/ 14 h 28"/>
              <a:gd name="T6" fmla="*/ 10 w 19"/>
              <a:gd name="T7" fmla="*/ 0 h 28"/>
              <a:gd name="T8" fmla="*/ 19 w 19"/>
              <a:gd name="T9" fmla="*/ 13 h 28"/>
              <a:gd name="T10" fmla="*/ 4 w 19"/>
              <a:gd name="T11" fmla="*/ 14 h 28"/>
              <a:gd name="T12" fmla="*/ 10 w 19"/>
              <a:gd name="T13" fmla="*/ 25 h 28"/>
              <a:gd name="T14" fmla="*/ 15 w 19"/>
              <a:gd name="T15" fmla="*/ 14 h 28"/>
              <a:gd name="T16" fmla="*/ 10 w 19"/>
              <a:gd name="T17" fmla="*/ 2 h 28"/>
              <a:gd name="T18" fmla="*/ 4 w 19"/>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28">
                <a:moveTo>
                  <a:pt x="19" y="13"/>
                </a:moveTo>
                <a:cubicBezTo>
                  <a:pt x="19" y="23"/>
                  <a:pt x="16" y="28"/>
                  <a:pt x="10" y="28"/>
                </a:cubicBezTo>
                <a:cubicBezTo>
                  <a:pt x="4" y="28"/>
                  <a:pt x="1" y="23"/>
                  <a:pt x="0" y="14"/>
                </a:cubicBezTo>
                <a:cubicBezTo>
                  <a:pt x="0" y="5"/>
                  <a:pt x="4" y="0"/>
                  <a:pt x="10" y="0"/>
                </a:cubicBezTo>
                <a:cubicBezTo>
                  <a:pt x="16" y="0"/>
                  <a:pt x="19" y="5"/>
                  <a:pt x="19" y="13"/>
                </a:cubicBezTo>
                <a:close/>
                <a:moveTo>
                  <a:pt x="4" y="14"/>
                </a:moveTo>
                <a:cubicBezTo>
                  <a:pt x="4" y="21"/>
                  <a:pt x="6" y="25"/>
                  <a:pt x="10" y="25"/>
                </a:cubicBezTo>
                <a:cubicBezTo>
                  <a:pt x="14" y="25"/>
                  <a:pt x="15" y="21"/>
                  <a:pt x="15" y="14"/>
                </a:cubicBezTo>
                <a:cubicBezTo>
                  <a:pt x="15" y="7"/>
                  <a:pt x="14" y="2"/>
                  <a:pt x="10" y="2"/>
                </a:cubicBezTo>
                <a:cubicBezTo>
                  <a:pt x="7" y="2"/>
                  <a:pt x="4" y="6"/>
                  <a:pt x="4" y="14"/>
                </a:cubicBez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6" name="Freeform 14"/>
          <p:cNvSpPr>
            <a:spLocks/>
          </p:cNvSpPr>
          <p:nvPr/>
        </p:nvSpPr>
        <p:spPr bwMode="auto">
          <a:xfrm>
            <a:off x="1885857" y="4934880"/>
            <a:ext cx="48671" cy="135432"/>
          </a:xfrm>
          <a:custGeom>
            <a:avLst/>
            <a:gdLst>
              <a:gd name="T0" fmla="*/ 14 w 23"/>
              <a:gd name="T1" fmla="*/ 7 h 64"/>
              <a:gd name="T2" fmla="*/ 14 w 23"/>
              <a:gd name="T3" fmla="*/ 7 h 64"/>
              <a:gd name="T4" fmla="*/ 2 w 23"/>
              <a:gd name="T5" fmla="*/ 14 h 64"/>
              <a:gd name="T6" fmla="*/ 0 w 23"/>
              <a:gd name="T7" fmla="*/ 7 h 64"/>
              <a:gd name="T8" fmla="*/ 14 w 23"/>
              <a:gd name="T9" fmla="*/ 0 h 64"/>
              <a:gd name="T10" fmla="*/ 23 w 23"/>
              <a:gd name="T11" fmla="*/ 0 h 64"/>
              <a:gd name="T12" fmla="*/ 23 w 23"/>
              <a:gd name="T13" fmla="*/ 64 h 64"/>
              <a:gd name="T14" fmla="*/ 14 w 23"/>
              <a:gd name="T15" fmla="*/ 64 h 64"/>
              <a:gd name="T16" fmla="*/ 14 w 23"/>
              <a:gd name="T17" fmla="*/ 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64">
                <a:moveTo>
                  <a:pt x="14" y="7"/>
                </a:moveTo>
                <a:lnTo>
                  <a:pt x="14" y="7"/>
                </a:lnTo>
                <a:lnTo>
                  <a:pt x="2" y="14"/>
                </a:lnTo>
                <a:lnTo>
                  <a:pt x="0" y="7"/>
                </a:lnTo>
                <a:lnTo>
                  <a:pt x="14" y="0"/>
                </a:lnTo>
                <a:lnTo>
                  <a:pt x="23" y="0"/>
                </a:lnTo>
                <a:lnTo>
                  <a:pt x="23" y="64"/>
                </a:lnTo>
                <a:lnTo>
                  <a:pt x="14" y="64"/>
                </a:lnTo>
                <a:lnTo>
                  <a:pt x="14" y="7"/>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7" name="Freeform 15"/>
          <p:cNvSpPr>
            <a:spLocks/>
          </p:cNvSpPr>
          <p:nvPr/>
        </p:nvSpPr>
        <p:spPr bwMode="auto">
          <a:xfrm>
            <a:off x="1875275" y="4272535"/>
            <a:ext cx="84645" cy="139664"/>
          </a:xfrm>
          <a:custGeom>
            <a:avLst/>
            <a:gdLst>
              <a:gd name="T0" fmla="*/ 0 w 17"/>
              <a:gd name="T1" fmla="*/ 28 h 28"/>
              <a:gd name="T2" fmla="*/ 0 w 17"/>
              <a:gd name="T3" fmla="*/ 26 h 28"/>
              <a:gd name="T4" fmla="*/ 3 w 17"/>
              <a:gd name="T5" fmla="*/ 23 h 28"/>
              <a:gd name="T6" fmla="*/ 13 w 17"/>
              <a:gd name="T7" fmla="*/ 8 h 28"/>
              <a:gd name="T8" fmla="*/ 8 w 17"/>
              <a:gd name="T9" fmla="*/ 3 h 28"/>
              <a:gd name="T10" fmla="*/ 2 w 17"/>
              <a:gd name="T11" fmla="*/ 5 h 28"/>
              <a:gd name="T12" fmla="*/ 1 w 17"/>
              <a:gd name="T13" fmla="*/ 3 h 28"/>
              <a:gd name="T14" fmla="*/ 8 w 17"/>
              <a:gd name="T15" fmla="*/ 0 h 28"/>
              <a:gd name="T16" fmla="*/ 17 w 17"/>
              <a:gd name="T17" fmla="*/ 8 h 28"/>
              <a:gd name="T18" fmla="*/ 7 w 17"/>
              <a:gd name="T19" fmla="*/ 23 h 28"/>
              <a:gd name="T20" fmla="*/ 5 w 17"/>
              <a:gd name="T21" fmla="*/ 25 h 28"/>
              <a:gd name="T22" fmla="*/ 5 w 17"/>
              <a:gd name="T23" fmla="*/ 25 h 28"/>
              <a:gd name="T24" fmla="*/ 17 w 17"/>
              <a:gd name="T25" fmla="*/ 25 h 28"/>
              <a:gd name="T26" fmla="*/ 17 w 17"/>
              <a:gd name="T27" fmla="*/ 28 h 28"/>
              <a:gd name="T28" fmla="*/ 0 w 17"/>
              <a:gd name="T29"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28">
                <a:moveTo>
                  <a:pt x="0" y="28"/>
                </a:moveTo>
                <a:cubicBezTo>
                  <a:pt x="0" y="26"/>
                  <a:pt x="0" y="26"/>
                  <a:pt x="0" y="26"/>
                </a:cubicBezTo>
                <a:cubicBezTo>
                  <a:pt x="3" y="23"/>
                  <a:pt x="3" y="23"/>
                  <a:pt x="3" y="23"/>
                </a:cubicBezTo>
                <a:cubicBezTo>
                  <a:pt x="10" y="16"/>
                  <a:pt x="13" y="12"/>
                  <a:pt x="13" y="8"/>
                </a:cubicBezTo>
                <a:cubicBezTo>
                  <a:pt x="13" y="6"/>
                  <a:pt x="12" y="3"/>
                  <a:pt x="8" y="3"/>
                </a:cubicBezTo>
                <a:cubicBezTo>
                  <a:pt x="5" y="3"/>
                  <a:pt x="3" y="4"/>
                  <a:pt x="2" y="5"/>
                </a:cubicBezTo>
                <a:cubicBezTo>
                  <a:pt x="1" y="3"/>
                  <a:pt x="1" y="3"/>
                  <a:pt x="1" y="3"/>
                </a:cubicBezTo>
                <a:cubicBezTo>
                  <a:pt x="2" y="1"/>
                  <a:pt x="5" y="0"/>
                  <a:pt x="8" y="0"/>
                </a:cubicBezTo>
                <a:cubicBezTo>
                  <a:pt x="14" y="0"/>
                  <a:pt x="17" y="4"/>
                  <a:pt x="17" y="8"/>
                </a:cubicBezTo>
                <a:cubicBezTo>
                  <a:pt x="17" y="13"/>
                  <a:pt x="13" y="17"/>
                  <a:pt x="7" y="23"/>
                </a:cubicBezTo>
                <a:cubicBezTo>
                  <a:pt x="5" y="25"/>
                  <a:pt x="5" y="25"/>
                  <a:pt x="5" y="25"/>
                </a:cubicBezTo>
                <a:cubicBezTo>
                  <a:pt x="5" y="25"/>
                  <a:pt x="5" y="25"/>
                  <a:pt x="5" y="25"/>
                </a:cubicBezTo>
                <a:cubicBezTo>
                  <a:pt x="17" y="25"/>
                  <a:pt x="17" y="25"/>
                  <a:pt x="17" y="25"/>
                </a:cubicBezTo>
                <a:cubicBezTo>
                  <a:pt x="17" y="28"/>
                  <a:pt x="17" y="28"/>
                  <a:pt x="17" y="28"/>
                </a:cubicBezTo>
                <a:lnTo>
                  <a:pt x="0" y="28"/>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8" name="Freeform 16"/>
          <p:cNvSpPr>
            <a:spLocks/>
          </p:cNvSpPr>
          <p:nvPr/>
        </p:nvSpPr>
        <p:spPr bwMode="auto">
          <a:xfrm>
            <a:off x="1875275" y="3614425"/>
            <a:ext cx="84645" cy="139664"/>
          </a:xfrm>
          <a:custGeom>
            <a:avLst/>
            <a:gdLst>
              <a:gd name="T0" fmla="*/ 1 w 17"/>
              <a:gd name="T1" fmla="*/ 23 h 28"/>
              <a:gd name="T2" fmla="*/ 7 w 17"/>
              <a:gd name="T3" fmla="*/ 25 h 28"/>
              <a:gd name="T4" fmla="*/ 13 w 17"/>
              <a:gd name="T5" fmla="*/ 20 h 28"/>
              <a:gd name="T6" fmla="*/ 6 w 17"/>
              <a:gd name="T7" fmla="*/ 14 h 28"/>
              <a:gd name="T8" fmla="*/ 4 w 17"/>
              <a:gd name="T9" fmla="*/ 14 h 28"/>
              <a:gd name="T10" fmla="*/ 4 w 17"/>
              <a:gd name="T11" fmla="*/ 11 h 28"/>
              <a:gd name="T12" fmla="*/ 6 w 17"/>
              <a:gd name="T13" fmla="*/ 11 h 28"/>
              <a:gd name="T14" fmla="*/ 12 w 17"/>
              <a:gd name="T15" fmla="*/ 7 h 28"/>
              <a:gd name="T16" fmla="*/ 7 w 17"/>
              <a:gd name="T17" fmla="*/ 3 h 28"/>
              <a:gd name="T18" fmla="*/ 2 w 17"/>
              <a:gd name="T19" fmla="*/ 4 h 28"/>
              <a:gd name="T20" fmla="*/ 1 w 17"/>
              <a:gd name="T21" fmla="*/ 2 h 28"/>
              <a:gd name="T22" fmla="*/ 8 w 17"/>
              <a:gd name="T23" fmla="*/ 0 h 28"/>
              <a:gd name="T24" fmla="*/ 16 w 17"/>
              <a:gd name="T25" fmla="*/ 6 h 28"/>
              <a:gd name="T26" fmla="*/ 11 w 17"/>
              <a:gd name="T27" fmla="*/ 13 h 28"/>
              <a:gd name="T28" fmla="*/ 11 w 17"/>
              <a:gd name="T29" fmla="*/ 13 h 28"/>
              <a:gd name="T30" fmla="*/ 17 w 17"/>
              <a:gd name="T31" fmla="*/ 20 h 28"/>
              <a:gd name="T32" fmla="*/ 7 w 17"/>
              <a:gd name="T33" fmla="*/ 28 h 28"/>
              <a:gd name="T34" fmla="*/ 0 w 17"/>
              <a:gd name="T35" fmla="*/ 26 h 28"/>
              <a:gd name="T36" fmla="*/ 1 w 17"/>
              <a:gd name="T37" fmla="*/ 2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8">
                <a:moveTo>
                  <a:pt x="1" y="23"/>
                </a:moveTo>
                <a:cubicBezTo>
                  <a:pt x="2" y="24"/>
                  <a:pt x="4" y="25"/>
                  <a:pt x="7" y="25"/>
                </a:cubicBezTo>
                <a:cubicBezTo>
                  <a:pt x="12" y="25"/>
                  <a:pt x="13" y="22"/>
                  <a:pt x="13" y="20"/>
                </a:cubicBezTo>
                <a:cubicBezTo>
                  <a:pt x="13" y="16"/>
                  <a:pt x="10" y="14"/>
                  <a:pt x="6" y="14"/>
                </a:cubicBezTo>
                <a:cubicBezTo>
                  <a:pt x="4" y="14"/>
                  <a:pt x="4" y="14"/>
                  <a:pt x="4" y="14"/>
                </a:cubicBezTo>
                <a:cubicBezTo>
                  <a:pt x="4" y="11"/>
                  <a:pt x="4" y="11"/>
                  <a:pt x="4" y="11"/>
                </a:cubicBezTo>
                <a:cubicBezTo>
                  <a:pt x="6" y="11"/>
                  <a:pt x="6" y="11"/>
                  <a:pt x="6" y="11"/>
                </a:cubicBezTo>
                <a:cubicBezTo>
                  <a:pt x="9" y="11"/>
                  <a:pt x="12" y="10"/>
                  <a:pt x="12" y="7"/>
                </a:cubicBezTo>
                <a:cubicBezTo>
                  <a:pt x="12" y="4"/>
                  <a:pt x="11" y="3"/>
                  <a:pt x="7" y="3"/>
                </a:cubicBezTo>
                <a:cubicBezTo>
                  <a:pt x="5" y="3"/>
                  <a:pt x="3" y="4"/>
                  <a:pt x="2" y="4"/>
                </a:cubicBezTo>
                <a:cubicBezTo>
                  <a:pt x="1" y="2"/>
                  <a:pt x="1" y="2"/>
                  <a:pt x="1" y="2"/>
                </a:cubicBezTo>
                <a:cubicBezTo>
                  <a:pt x="2" y="1"/>
                  <a:pt x="5" y="0"/>
                  <a:pt x="8" y="0"/>
                </a:cubicBezTo>
                <a:cubicBezTo>
                  <a:pt x="13" y="0"/>
                  <a:pt x="16" y="3"/>
                  <a:pt x="16" y="6"/>
                </a:cubicBezTo>
                <a:cubicBezTo>
                  <a:pt x="16" y="9"/>
                  <a:pt x="14" y="11"/>
                  <a:pt x="11" y="13"/>
                </a:cubicBezTo>
                <a:cubicBezTo>
                  <a:pt x="11" y="13"/>
                  <a:pt x="11" y="13"/>
                  <a:pt x="11" y="13"/>
                </a:cubicBezTo>
                <a:cubicBezTo>
                  <a:pt x="14" y="13"/>
                  <a:pt x="17" y="16"/>
                  <a:pt x="17" y="20"/>
                </a:cubicBezTo>
                <a:cubicBezTo>
                  <a:pt x="17" y="24"/>
                  <a:pt x="13" y="28"/>
                  <a:pt x="7" y="28"/>
                </a:cubicBezTo>
                <a:cubicBezTo>
                  <a:pt x="4" y="28"/>
                  <a:pt x="1" y="27"/>
                  <a:pt x="0" y="26"/>
                </a:cubicBezTo>
                <a:lnTo>
                  <a:pt x="1" y="23"/>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23" name="Freeform 17"/>
          <p:cNvSpPr>
            <a:spLocks noEditPoints="1"/>
          </p:cNvSpPr>
          <p:nvPr/>
        </p:nvSpPr>
        <p:spPr bwMode="auto">
          <a:xfrm>
            <a:off x="1871043" y="2956311"/>
            <a:ext cx="99458" cy="135432"/>
          </a:xfrm>
          <a:custGeom>
            <a:avLst/>
            <a:gdLst>
              <a:gd name="T0" fmla="*/ 12 w 20"/>
              <a:gd name="T1" fmla="*/ 27 h 27"/>
              <a:gd name="T2" fmla="*/ 12 w 20"/>
              <a:gd name="T3" fmla="*/ 20 h 27"/>
              <a:gd name="T4" fmla="*/ 0 w 20"/>
              <a:gd name="T5" fmla="*/ 20 h 27"/>
              <a:gd name="T6" fmla="*/ 0 w 20"/>
              <a:gd name="T7" fmla="*/ 17 h 27"/>
              <a:gd name="T8" fmla="*/ 12 w 20"/>
              <a:gd name="T9" fmla="*/ 0 h 27"/>
              <a:gd name="T10" fmla="*/ 16 w 20"/>
              <a:gd name="T11" fmla="*/ 0 h 27"/>
              <a:gd name="T12" fmla="*/ 16 w 20"/>
              <a:gd name="T13" fmla="*/ 17 h 27"/>
              <a:gd name="T14" fmla="*/ 20 w 20"/>
              <a:gd name="T15" fmla="*/ 17 h 27"/>
              <a:gd name="T16" fmla="*/ 20 w 20"/>
              <a:gd name="T17" fmla="*/ 20 h 27"/>
              <a:gd name="T18" fmla="*/ 16 w 20"/>
              <a:gd name="T19" fmla="*/ 20 h 27"/>
              <a:gd name="T20" fmla="*/ 16 w 20"/>
              <a:gd name="T21" fmla="*/ 27 h 27"/>
              <a:gd name="T22" fmla="*/ 12 w 20"/>
              <a:gd name="T23" fmla="*/ 27 h 27"/>
              <a:gd name="T24" fmla="*/ 12 w 20"/>
              <a:gd name="T25" fmla="*/ 17 h 27"/>
              <a:gd name="T26" fmla="*/ 12 w 20"/>
              <a:gd name="T27" fmla="*/ 8 h 27"/>
              <a:gd name="T28" fmla="*/ 12 w 20"/>
              <a:gd name="T29" fmla="*/ 3 h 27"/>
              <a:gd name="T30" fmla="*/ 12 w 20"/>
              <a:gd name="T31" fmla="*/ 3 h 27"/>
              <a:gd name="T32" fmla="*/ 10 w 20"/>
              <a:gd name="T33" fmla="*/ 7 h 27"/>
              <a:gd name="T34" fmla="*/ 3 w 20"/>
              <a:gd name="T35" fmla="*/ 17 h 27"/>
              <a:gd name="T36" fmla="*/ 3 w 20"/>
              <a:gd name="T37" fmla="*/ 17 h 27"/>
              <a:gd name="T38" fmla="*/ 12 w 20"/>
              <a:gd name="T39" fmla="*/ 1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 h="27">
                <a:moveTo>
                  <a:pt x="12" y="27"/>
                </a:moveTo>
                <a:cubicBezTo>
                  <a:pt x="12" y="20"/>
                  <a:pt x="12" y="20"/>
                  <a:pt x="12" y="20"/>
                </a:cubicBezTo>
                <a:cubicBezTo>
                  <a:pt x="0" y="20"/>
                  <a:pt x="0" y="20"/>
                  <a:pt x="0" y="20"/>
                </a:cubicBezTo>
                <a:cubicBezTo>
                  <a:pt x="0" y="17"/>
                  <a:pt x="0" y="17"/>
                  <a:pt x="0" y="17"/>
                </a:cubicBezTo>
                <a:cubicBezTo>
                  <a:pt x="12" y="0"/>
                  <a:pt x="12" y="0"/>
                  <a:pt x="12" y="0"/>
                </a:cubicBezTo>
                <a:cubicBezTo>
                  <a:pt x="16" y="0"/>
                  <a:pt x="16" y="0"/>
                  <a:pt x="16" y="0"/>
                </a:cubicBezTo>
                <a:cubicBezTo>
                  <a:pt x="16" y="17"/>
                  <a:pt x="16" y="17"/>
                  <a:pt x="16" y="17"/>
                </a:cubicBezTo>
                <a:cubicBezTo>
                  <a:pt x="20" y="17"/>
                  <a:pt x="20" y="17"/>
                  <a:pt x="20" y="17"/>
                </a:cubicBezTo>
                <a:cubicBezTo>
                  <a:pt x="20" y="20"/>
                  <a:pt x="20" y="20"/>
                  <a:pt x="20" y="20"/>
                </a:cubicBezTo>
                <a:cubicBezTo>
                  <a:pt x="16" y="20"/>
                  <a:pt x="16" y="20"/>
                  <a:pt x="16" y="20"/>
                </a:cubicBezTo>
                <a:cubicBezTo>
                  <a:pt x="16" y="27"/>
                  <a:pt x="16" y="27"/>
                  <a:pt x="16" y="27"/>
                </a:cubicBezTo>
                <a:lnTo>
                  <a:pt x="12" y="27"/>
                </a:lnTo>
                <a:close/>
                <a:moveTo>
                  <a:pt x="12" y="17"/>
                </a:moveTo>
                <a:cubicBezTo>
                  <a:pt x="12" y="8"/>
                  <a:pt x="12" y="8"/>
                  <a:pt x="12" y="8"/>
                </a:cubicBezTo>
                <a:cubicBezTo>
                  <a:pt x="12" y="6"/>
                  <a:pt x="12" y="5"/>
                  <a:pt x="12" y="3"/>
                </a:cubicBezTo>
                <a:cubicBezTo>
                  <a:pt x="12" y="3"/>
                  <a:pt x="12" y="3"/>
                  <a:pt x="12" y="3"/>
                </a:cubicBezTo>
                <a:cubicBezTo>
                  <a:pt x="12" y="5"/>
                  <a:pt x="11" y="6"/>
                  <a:pt x="10" y="7"/>
                </a:cubicBezTo>
                <a:cubicBezTo>
                  <a:pt x="3" y="17"/>
                  <a:pt x="3" y="17"/>
                  <a:pt x="3" y="17"/>
                </a:cubicBezTo>
                <a:cubicBezTo>
                  <a:pt x="3" y="17"/>
                  <a:pt x="3" y="17"/>
                  <a:pt x="3" y="17"/>
                </a:cubicBezTo>
                <a:lnTo>
                  <a:pt x="12" y="17"/>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26" name="Freeform 18"/>
          <p:cNvSpPr>
            <a:spLocks/>
          </p:cNvSpPr>
          <p:nvPr/>
        </p:nvSpPr>
        <p:spPr bwMode="auto">
          <a:xfrm>
            <a:off x="1875275" y="2293969"/>
            <a:ext cx="84645" cy="141780"/>
          </a:xfrm>
          <a:custGeom>
            <a:avLst/>
            <a:gdLst>
              <a:gd name="T0" fmla="*/ 16 w 17"/>
              <a:gd name="T1" fmla="*/ 3 h 28"/>
              <a:gd name="T2" fmla="*/ 6 w 17"/>
              <a:gd name="T3" fmla="*/ 3 h 28"/>
              <a:gd name="T4" fmla="*/ 5 w 17"/>
              <a:gd name="T5" fmla="*/ 11 h 28"/>
              <a:gd name="T6" fmla="*/ 7 w 17"/>
              <a:gd name="T7" fmla="*/ 10 h 28"/>
              <a:gd name="T8" fmla="*/ 13 w 17"/>
              <a:gd name="T9" fmla="*/ 12 h 28"/>
              <a:gd name="T10" fmla="*/ 17 w 17"/>
              <a:gd name="T11" fmla="*/ 19 h 28"/>
              <a:gd name="T12" fmla="*/ 7 w 17"/>
              <a:gd name="T13" fmla="*/ 28 h 28"/>
              <a:gd name="T14" fmla="*/ 0 w 17"/>
              <a:gd name="T15" fmla="*/ 27 h 28"/>
              <a:gd name="T16" fmla="*/ 1 w 17"/>
              <a:gd name="T17" fmla="*/ 24 h 28"/>
              <a:gd name="T18" fmla="*/ 7 w 17"/>
              <a:gd name="T19" fmla="*/ 25 h 28"/>
              <a:gd name="T20" fmla="*/ 13 w 17"/>
              <a:gd name="T21" fmla="*/ 19 h 28"/>
              <a:gd name="T22" fmla="*/ 5 w 17"/>
              <a:gd name="T23" fmla="*/ 13 h 28"/>
              <a:gd name="T24" fmla="*/ 1 w 17"/>
              <a:gd name="T25" fmla="*/ 14 h 28"/>
              <a:gd name="T26" fmla="*/ 3 w 17"/>
              <a:gd name="T27" fmla="*/ 0 h 28"/>
              <a:gd name="T28" fmla="*/ 16 w 17"/>
              <a:gd name="T29" fmla="*/ 0 h 28"/>
              <a:gd name="T30" fmla="*/ 16 w 17"/>
              <a:gd name="T31"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28">
                <a:moveTo>
                  <a:pt x="16" y="3"/>
                </a:moveTo>
                <a:cubicBezTo>
                  <a:pt x="6" y="3"/>
                  <a:pt x="6" y="3"/>
                  <a:pt x="6" y="3"/>
                </a:cubicBezTo>
                <a:cubicBezTo>
                  <a:pt x="5" y="11"/>
                  <a:pt x="5" y="11"/>
                  <a:pt x="5" y="11"/>
                </a:cubicBezTo>
                <a:cubicBezTo>
                  <a:pt x="5" y="10"/>
                  <a:pt x="6" y="10"/>
                  <a:pt x="7" y="10"/>
                </a:cubicBezTo>
                <a:cubicBezTo>
                  <a:pt x="9" y="10"/>
                  <a:pt x="11" y="11"/>
                  <a:pt x="13" y="12"/>
                </a:cubicBezTo>
                <a:cubicBezTo>
                  <a:pt x="15" y="13"/>
                  <a:pt x="17" y="15"/>
                  <a:pt x="17" y="19"/>
                </a:cubicBezTo>
                <a:cubicBezTo>
                  <a:pt x="17" y="24"/>
                  <a:pt x="13" y="28"/>
                  <a:pt x="7" y="28"/>
                </a:cubicBezTo>
                <a:cubicBezTo>
                  <a:pt x="4" y="28"/>
                  <a:pt x="1" y="27"/>
                  <a:pt x="0" y="27"/>
                </a:cubicBezTo>
                <a:cubicBezTo>
                  <a:pt x="1" y="24"/>
                  <a:pt x="1" y="24"/>
                  <a:pt x="1" y="24"/>
                </a:cubicBezTo>
                <a:cubicBezTo>
                  <a:pt x="2" y="24"/>
                  <a:pt x="4" y="25"/>
                  <a:pt x="7" y="25"/>
                </a:cubicBezTo>
                <a:cubicBezTo>
                  <a:pt x="10" y="25"/>
                  <a:pt x="13" y="23"/>
                  <a:pt x="13" y="19"/>
                </a:cubicBezTo>
                <a:cubicBezTo>
                  <a:pt x="13" y="16"/>
                  <a:pt x="11" y="13"/>
                  <a:pt x="5" y="13"/>
                </a:cubicBezTo>
                <a:cubicBezTo>
                  <a:pt x="4" y="13"/>
                  <a:pt x="2" y="13"/>
                  <a:pt x="1" y="14"/>
                </a:cubicBezTo>
                <a:cubicBezTo>
                  <a:pt x="3" y="0"/>
                  <a:pt x="3" y="0"/>
                  <a:pt x="3" y="0"/>
                </a:cubicBezTo>
                <a:cubicBezTo>
                  <a:pt x="16" y="0"/>
                  <a:pt x="16" y="0"/>
                  <a:pt x="16" y="0"/>
                </a:cubicBezTo>
                <a:lnTo>
                  <a:pt x="16" y="3"/>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29" name="Line 19"/>
          <p:cNvSpPr>
            <a:spLocks noChangeShapeType="1"/>
          </p:cNvSpPr>
          <p:nvPr/>
        </p:nvSpPr>
        <p:spPr bwMode="auto">
          <a:xfrm flipV="1">
            <a:off x="2046681" y="2355335"/>
            <a:ext cx="0" cy="3296908"/>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32" name="Line 20"/>
          <p:cNvSpPr>
            <a:spLocks noChangeShapeType="1"/>
          </p:cNvSpPr>
          <p:nvPr/>
        </p:nvSpPr>
        <p:spPr bwMode="auto">
          <a:xfrm>
            <a:off x="2046682" y="5652242"/>
            <a:ext cx="110038" cy="0"/>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34" name="Line 21"/>
          <p:cNvSpPr>
            <a:spLocks noChangeShapeType="1"/>
          </p:cNvSpPr>
          <p:nvPr/>
        </p:nvSpPr>
        <p:spPr bwMode="auto">
          <a:xfrm>
            <a:off x="2046682" y="4989898"/>
            <a:ext cx="110038" cy="0"/>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40" name="Line 22"/>
          <p:cNvSpPr>
            <a:spLocks noChangeShapeType="1"/>
          </p:cNvSpPr>
          <p:nvPr/>
        </p:nvSpPr>
        <p:spPr bwMode="auto">
          <a:xfrm>
            <a:off x="2046682" y="4331786"/>
            <a:ext cx="110038" cy="0"/>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41" name="Line 23"/>
          <p:cNvSpPr>
            <a:spLocks noChangeShapeType="1"/>
          </p:cNvSpPr>
          <p:nvPr/>
        </p:nvSpPr>
        <p:spPr bwMode="auto">
          <a:xfrm>
            <a:off x="2046682" y="3673675"/>
            <a:ext cx="110038" cy="0"/>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42" name="Line 24"/>
          <p:cNvSpPr>
            <a:spLocks noChangeShapeType="1"/>
          </p:cNvSpPr>
          <p:nvPr/>
        </p:nvSpPr>
        <p:spPr bwMode="auto">
          <a:xfrm>
            <a:off x="2046682" y="3011330"/>
            <a:ext cx="110038" cy="0"/>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43" name="Line 25"/>
          <p:cNvSpPr>
            <a:spLocks noChangeShapeType="1"/>
          </p:cNvSpPr>
          <p:nvPr/>
        </p:nvSpPr>
        <p:spPr bwMode="auto">
          <a:xfrm>
            <a:off x="2046682" y="2355335"/>
            <a:ext cx="110038" cy="0"/>
          </a:xfrm>
          <a:prstGeom prst="line">
            <a:avLst/>
          </a:prstGeom>
          <a:noFill/>
          <a:ln w="14288" cap="flat">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44" name="Line 26"/>
          <p:cNvSpPr>
            <a:spLocks noChangeShapeType="1"/>
          </p:cNvSpPr>
          <p:nvPr/>
        </p:nvSpPr>
        <p:spPr bwMode="auto">
          <a:xfrm flipH="1">
            <a:off x="5811251" y="3673675"/>
            <a:ext cx="751221" cy="658113"/>
          </a:xfrm>
          <a:prstGeom prst="line">
            <a:avLst/>
          </a:prstGeom>
          <a:noFill/>
          <a:ln w="30163" cap="rnd">
            <a:solidFill>
              <a:srgbClr val="808080"/>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45" name="Line 27"/>
          <p:cNvSpPr>
            <a:spLocks noChangeShapeType="1"/>
          </p:cNvSpPr>
          <p:nvPr/>
        </p:nvSpPr>
        <p:spPr bwMode="auto">
          <a:xfrm flipH="1" flipV="1">
            <a:off x="5055798" y="4001672"/>
            <a:ext cx="755454" cy="330114"/>
          </a:xfrm>
          <a:prstGeom prst="line">
            <a:avLst/>
          </a:prstGeom>
          <a:noFill/>
          <a:ln w="30163" cap="rnd">
            <a:solidFill>
              <a:srgbClr val="808080"/>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46" name="Line 28"/>
          <p:cNvSpPr>
            <a:spLocks noChangeShapeType="1"/>
          </p:cNvSpPr>
          <p:nvPr/>
        </p:nvSpPr>
        <p:spPr bwMode="auto">
          <a:xfrm flipH="1">
            <a:off x="4304577" y="4001672"/>
            <a:ext cx="751221" cy="330114"/>
          </a:xfrm>
          <a:prstGeom prst="line">
            <a:avLst/>
          </a:prstGeom>
          <a:noFill/>
          <a:ln w="30163" cap="rnd">
            <a:solidFill>
              <a:srgbClr val="808080"/>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47" name="Line 29"/>
          <p:cNvSpPr>
            <a:spLocks noChangeShapeType="1"/>
          </p:cNvSpPr>
          <p:nvPr/>
        </p:nvSpPr>
        <p:spPr bwMode="auto">
          <a:xfrm flipH="1">
            <a:off x="3547007" y="4331787"/>
            <a:ext cx="757570" cy="988227"/>
          </a:xfrm>
          <a:prstGeom prst="line">
            <a:avLst/>
          </a:prstGeom>
          <a:noFill/>
          <a:ln w="30163" cap="rnd">
            <a:solidFill>
              <a:srgbClr val="808080"/>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48" name="Line 30"/>
          <p:cNvSpPr>
            <a:spLocks noChangeShapeType="1"/>
          </p:cNvSpPr>
          <p:nvPr/>
        </p:nvSpPr>
        <p:spPr bwMode="auto">
          <a:xfrm flipH="1">
            <a:off x="2795788" y="5320012"/>
            <a:ext cx="751221" cy="0"/>
          </a:xfrm>
          <a:prstGeom prst="line">
            <a:avLst/>
          </a:prstGeom>
          <a:noFill/>
          <a:ln w="30163" cap="rnd">
            <a:solidFill>
              <a:srgbClr val="808080"/>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49" name="Line 31"/>
          <p:cNvSpPr>
            <a:spLocks noChangeShapeType="1"/>
          </p:cNvSpPr>
          <p:nvPr/>
        </p:nvSpPr>
        <p:spPr bwMode="auto">
          <a:xfrm flipH="1" flipV="1">
            <a:off x="2046681" y="3673676"/>
            <a:ext cx="749105" cy="1646338"/>
          </a:xfrm>
          <a:prstGeom prst="line">
            <a:avLst/>
          </a:prstGeom>
          <a:noFill/>
          <a:ln w="30163" cap="rnd">
            <a:solidFill>
              <a:srgbClr val="808080"/>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50" name="Line 32"/>
          <p:cNvSpPr>
            <a:spLocks noChangeShapeType="1"/>
          </p:cNvSpPr>
          <p:nvPr/>
        </p:nvSpPr>
        <p:spPr bwMode="auto">
          <a:xfrm flipH="1" flipV="1">
            <a:off x="5811251" y="2355335"/>
            <a:ext cx="751221" cy="655996"/>
          </a:xfrm>
          <a:prstGeom prst="line">
            <a:avLst/>
          </a:prstGeom>
          <a:noFill/>
          <a:ln w="30163" cap="rnd">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52" name="Line 33"/>
          <p:cNvSpPr>
            <a:spLocks noChangeShapeType="1"/>
          </p:cNvSpPr>
          <p:nvPr/>
        </p:nvSpPr>
        <p:spPr bwMode="auto">
          <a:xfrm flipH="1">
            <a:off x="5055798" y="2355334"/>
            <a:ext cx="755454" cy="1318341"/>
          </a:xfrm>
          <a:prstGeom prst="line">
            <a:avLst/>
          </a:prstGeom>
          <a:noFill/>
          <a:ln w="30163" cap="rnd">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53" name="Line 34"/>
          <p:cNvSpPr>
            <a:spLocks noChangeShapeType="1"/>
          </p:cNvSpPr>
          <p:nvPr/>
        </p:nvSpPr>
        <p:spPr bwMode="auto">
          <a:xfrm flipH="1">
            <a:off x="4304577" y="3673675"/>
            <a:ext cx="751221" cy="0"/>
          </a:xfrm>
          <a:prstGeom prst="line">
            <a:avLst/>
          </a:prstGeom>
          <a:noFill/>
          <a:ln w="30163" cap="rnd">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54" name="Line 35"/>
          <p:cNvSpPr>
            <a:spLocks noChangeShapeType="1"/>
          </p:cNvSpPr>
          <p:nvPr/>
        </p:nvSpPr>
        <p:spPr bwMode="auto">
          <a:xfrm flipH="1">
            <a:off x="3547007" y="3673675"/>
            <a:ext cx="757570" cy="658113"/>
          </a:xfrm>
          <a:prstGeom prst="line">
            <a:avLst/>
          </a:prstGeom>
          <a:noFill/>
          <a:ln w="30163" cap="rnd">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55" name="Line 36"/>
          <p:cNvSpPr>
            <a:spLocks noChangeShapeType="1"/>
          </p:cNvSpPr>
          <p:nvPr/>
        </p:nvSpPr>
        <p:spPr bwMode="auto">
          <a:xfrm flipH="1" flipV="1">
            <a:off x="2795788" y="3011330"/>
            <a:ext cx="751221" cy="1320456"/>
          </a:xfrm>
          <a:prstGeom prst="line">
            <a:avLst/>
          </a:prstGeom>
          <a:noFill/>
          <a:ln w="30163" cap="rnd">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56" name="Line 37"/>
          <p:cNvSpPr>
            <a:spLocks noChangeShapeType="1"/>
          </p:cNvSpPr>
          <p:nvPr/>
        </p:nvSpPr>
        <p:spPr bwMode="auto">
          <a:xfrm flipH="1">
            <a:off x="2046681" y="3011330"/>
            <a:ext cx="749105" cy="1320456"/>
          </a:xfrm>
          <a:prstGeom prst="line">
            <a:avLst/>
          </a:prstGeom>
          <a:noFill/>
          <a:ln w="30163" cap="rnd">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57" name="Line 38"/>
          <p:cNvSpPr>
            <a:spLocks noChangeShapeType="1"/>
          </p:cNvSpPr>
          <p:nvPr/>
        </p:nvSpPr>
        <p:spPr bwMode="auto">
          <a:xfrm flipH="1" flipV="1">
            <a:off x="5811251" y="3673676"/>
            <a:ext cx="751221" cy="1316224"/>
          </a:xfrm>
          <a:prstGeom prst="line">
            <a:avLst/>
          </a:prstGeom>
          <a:noFill/>
          <a:ln w="30163" cap="rnd">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58" name="Line 39"/>
          <p:cNvSpPr>
            <a:spLocks noChangeShapeType="1"/>
          </p:cNvSpPr>
          <p:nvPr/>
        </p:nvSpPr>
        <p:spPr bwMode="auto">
          <a:xfrm flipH="1">
            <a:off x="5055798" y="3673675"/>
            <a:ext cx="755454" cy="658113"/>
          </a:xfrm>
          <a:prstGeom prst="line">
            <a:avLst/>
          </a:prstGeom>
          <a:noFill/>
          <a:ln w="30163" cap="rnd">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59" name="Line 40"/>
          <p:cNvSpPr>
            <a:spLocks noChangeShapeType="1"/>
          </p:cNvSpPr>
          <p:nvPr/>
        </p:nvSpPr>
        <p:spPr bwMode="auto">
          <a:xfrm flipH="1">
            <a:off x="4304577" y="4331787"/>
            <a:ext cx="751221" cy="658113"/>
          </a:xfrm>
          <a:prstGeom prst="line">
            <a:avLst/>
          </a:prstGeom>
          <a:noFill/>
          <a:ln w="30163" cap="rnd">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60" name="Line 41"/>
          <p:cNvSpPr>
            <a:spLocks noChangeShapeType="1"/>
          </p:cNvSpPr>
          <p:nvPr/>
        </p:nvSpPr>
        <p:spPr bwMode="auto">
          <a:xfrm flipH="1">
            <a:off x="3547007" y="4989898"/>
            <a:ext cx="757570" cy="0"/>
          </a:xfrm>
          <a:prstGeom prst="line">
            <a:avLst/>
          </a:prstGeom>
          <a:noFill/>
          <a:ln w="30163" cap="rnd">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61" name="Line 42"/>
          <p:cNvSpPr>
            <a:spLocks noChangeShapeType="1"/>
          </p:cNvSpPr>
          <p:nvPr/>
        </p:nvSpPr>
        <p:spPr bwMode="auto">
          <a:xfrm flipH="1" flipV="1">
            <a:off x="2795788" y="4331787"/>
            <a:ext cx="751221" cy="658113"/>
          </a:xfrm>
          <a:prstGeom prst="line">
            <a:avLst/>
          </a:prstGeom>
          <a:noFill/>
          <a:ln w="30163" cap="rnd">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62" name="Line 43"/>
          <p:cNvSpPr>
            <a:spLocks noChangeShapeType="1"/>
          </p:cNvSpPr>
          <p:nvPr/>
        </p:nvSpPr>
        <p:spPr bwMode="auto">
          <a:xfrm flipH="1">
            <a:off x="2046681" y="4331786"/>
            <a:ext cx="749105" cy="1320456"/>
          </a:xfrm>
          <a:prstGeom prst="line">
            <a:avLst/>
          </a:prstGeom>
          <a:noFill/>
          <a:ln w="30163" cap="rnd">
            <a:solidFill>
              <a:srgbClr val="B5B5B5"/>
            </a:solidFill>
            <a:prstDash val="solid"/>
            <a:miter lim="800000"/>
            <a:headEnd/>
            <a:tailEnd/>
          </a:ln>
          <a:extLst>
            <a:ext uri="{909E8E84-426E-40DD-AFC4-6F175D3DCCD1}">
              <a14:hiddenFill xmlns:a14="http://schemas.microsoft.com/office/drawing/2010/main">
                <a:noFill/>
              </a14:hiddenFill>
            </a:ext>
          </a:extLst>
        </p:spPr>
        <p:txBody>
          <a:bodyPr vert="horz" wrap="square" lIns="121888" tIns="60944" rIns="121888" bIns="60944" numCol="1" anchor="t" anchorCtr="0" compatLnSpc="1">
            <a:prstTxWarp prst="textNoShape">
              <a:avLst/>
            </a:prstTxWarp>
          </a:bodyPr>
          <a:lstStyle/>
          <a:p>
            <a:endParaRPr lang="en-US" sz="2399"/>
          </a:p>
        </p:txBody>
      </p:sp>
      <p:sp>
        <p:nvSpPr>
          <p:cNvPr id="63" name="Rectangle 44"/>
          <p:cNvSpPr>
            <a:spLocks noChangeArrowheads="1"/>
          </p:cNvSpPr>
          <p:nvPr/>
        </p:nvSpPr>
        <p:spPr bwMode="auto">
          <a:xfrm>
            <a:off x="6511684" y="3625004"/>
            <a:ext cx="101574" cy="99458"/>
          </a:xfrm>
          <a:prstGeom prst="rect">
            <a:avLst/>
          </a:prstGeom>
          <a:solidFill>
            <a:srgbClr val="808080"/>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64" name="Rectangle 45"/>
          <p:cNvSpPr>
            <a:spLocks noChangeArrowheads="1"/>
          </p:cNvSpPr>
          <p:nvPr/>
        </p:nvSpPr>
        <p:spPr bwMode="auto">
          <a:xfrm>
            <a:off x="5760464" y="4280999"/>
            <a:ext cx="95226" cy="101574"/>
          </a:xfrm>
          <a:prstGeom prst="rect">
            <a:avLst/>
          </a:prstGeom>
          <a:solidFill>
            <a:srgbClr val="808080"/>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65" name="Rectangle 46"/>
          <p:cNvSpPr>
            <a:spLocks noChangeArrowheads="1"/>
          </p:cNvSpPr>
          <p:nvPr/>
        </p:nvSpPr>
        <p:spPr bwMode="auto">
          <a:xfrm>
            <a:off x="5005011" y="3950886"/>
            <a:ext cx="99458" cy="99458"/>
          </a:xfrm>
          <a:prstGeom prst="rect">
            <a:avLst/>
          </a:prstGeom>
          <a:solidFill>
            <a:srgbClr val="808080"/>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66" name="Rectangle 47"/>
          <p:cNvSpPr>
            <a:spLocks noChangeArrowheads="1"/>
          </p:cNvSpPr>
          <p:nvPr/>
        </p:nvSpPr>
        <p:spPr bwMode="auto">
          <a:xfrm>
            <a:off x="4253790" y="4280999"/>
            <a:ext cx="99458" cy="101574"/>
          </a:xfrm>
          <a:prstGeom prst="rect">
            <a:avLst/>
          </a:prstGeom>
          <a:solidFill>
            <a:srgbClr val="808080"/>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67" name="Rectangle 48"/>
          <p:cNvSpPr>
            <a:spLocks noChangeArrowheads="1"/>
          </p:cNvSpPr>
          <p:nvPr/>
        </p:nvSpPr>
        <p:spPr bwMode="auto">
          <a:xfrm>
            <a:off x="3502569" y="5271342"/>
            <a:ext cx="95226" cy="99458"/>
          </a:xfrm>
          <a:prstGeom prst="rect">
            <a:avLst/>
          </a:prstGeom>
          <a:solidFill>
            <a:srgbClr val="808080"/>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68" name="Rectangle 49"/>
          <p:cNvSpPr>
            <a:spLocks noChangeArrowheads="1"/>
          </p:cNvSpPr>
          <p:nvPr/>
        </p:nvSpPr>
        <p:spPr bwMode="auto">
          <a:xfrm>
            <a:off x="2747115" y="5271342"/>
            <a:ext cx="99458" cy="99458"/>
          </a:xfrm>
          <a:prstGeom prst="rect">
            <a:avLst/>
          </a:prstGeom>
          <a:solidFill>
            <a:srgbClr val="808080"/>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69" name="Rectangle 50"/>
          <p:cNvSpPr>
            <a:spLocks noChangeArrowheads="1"/>
          </p:cNvSpPr>
          <p:nvPr/>
        </p:nvSpPr>
        <p:spPr bwMode="auto">
          <a:xfrm>
            <a:off x="1995895" y="3625004"/>
            <a:ext cx="99458" cy="99458"/>
          </a:xfrm>
          <a:prstGeom prst="rect">
            <a:avLst/>
          </a:prstGeom>
          <a:solidFill>
            <a:srgbClr val="808080"/>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70" name="Rectangle 51"/>
          <p:cNvSpPr>
            <a:spLocks noChangeArrowheads="1"/>
          </p:cNvSpPr>
          <p:nvPr/>
        </p:nvSpPr>
        <p:spPr bwMode="auto">
          <a:xfrm>
            <a:off x="6511684" y="2962661"/>
            <a:ext cx="101574" cy="99458"/>
          </a:xfrm>
          <a:prstGeom prst="rect">
            <a:avLst/>
          </a:prstGeom>
          <a:solidFill>
            <a:schemeClr val="accent2"/>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71" name="Rectangle 52"/>
          <p:cNvSpPr>
            <a:spLocks noChangeArrowheads="1"/>
          </p:cNvSpPr>
          <p:nvPr/>
        </p:nvSpPr>
        <p:spPr bwMode="auto">
          <a:xfrm>
            <a:off x="5760464" y="2304548"/>
            <a:ext cx="95226" cy="99458"/>
          </a:xfrm>
          <a:prstGeom prst="rect">
            <a:avLst/>
          </a:prstGeom>
          <a:solidFill>
            <a:schemeClr val="accent2"/>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72" name="Rectangle 53"/>
          <p:cNvSpPr>
            <a:spLocks noChangeArrowheads="1"/>
          </p:cNvSpPr>
          <p:nvPr/>
        </p:nvSpPr>
        <p:spPr bwMode="auto">
          <a:xfrm>
            <a:off x="5005011" y="3625004"/>
            <a:ext cx="99458" cy="99458"/>
          </a:xfrm>
          <a:prstGeom prst="rect">
            <a:avLst/>
          </a:prstGeom>
          <a:solidFill>
            <a:schemeClr val="accent2"/>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73" name="Rectangle 54"/>
          <p:cNvSpPr>
            <a:spLocks noChangeArrowheads="1"/>
          </p:cNvSpPr>
          <p:nvPr/>
        </p:nvSpPr>
        <p:spPr bwMode="auto">
          <a:xfrm>
            <a:off x="4253790" y="3625004"/>
            <a:ext cx="99458" cy="99458"/>
          </a:xfrm>
          <a:prstGeom prst="rect">
            <a:avLst/>
          </a:prstGeom>
          <a:solidFill>
            <a:schemeClr val="accent2"/>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74" name="Rectangle 55"/>
          <p:cNvSpPr>
            <a:spLocks noChangeArrowheads="1"/>
          </p:cNvSpPr>
          <p:nvPr/>
        </p:nvSpPr>
        <p:spPr bwMode="auto">
          <a:xfrm>
            <a:off x="3502569" y="4280999"/>
            <a:ext cx="95226" cy="101574"/>
          </a:xfrm>
          <a:prstGeom prst="rect">
            <a:avLst/>
          </a:prstGeom>
          <a:solidFill>
            <a:schemeClr val="accent2"/>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75" name="Rectangle 56"/>
          <p:cNvSpPr>
            <a:spLocks noChangeArrowheads="1"/>
          </p:cNvSpPr>
          <p:nvPr/>
        </p:nvSpPr>
        <p:spPr bwMode="auto">
          <a:xfrm>
            <a:off x="2747115" y="2962661"/>
            <a:ext cx="99458" cy="99458"/>
          </a:xfrm>
          <a:prstGeom prst="rect">
            <a:avLst/>
          </a:prstGeom>
          <a:solidFill>
            <a:schemeClr val="accent2"/>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76" name="Rectangle 57"/>
          <p:cNvSpPr>
            <a:spLocks noChangeArrowheads="1"/>
          </p:cNvSpPr>
          <p:nvPr/>
        </p:nvSpPr>
        <p:spPr bwMode="auto">
          <a:xfrm>
            <a:off x="1995895" y="4280999"/>
            <a:ext cx="99458" cy="101574"/>
          </a:xfrm>
          <a:prstGeom prst="rect">
            <a:avLst/>
          </a:prstGeom>
          <a:solidFill>
            <a:schemeClr val="accent2"/>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77" name="Rectangle 58"/>
          <p:cNvSpPr>
            <a:spLocks noChangeArrowheads="1"/>
          </p:cNvSpPr>
          <p:nvPr/>
        </p:nvSpPr>
        <p:spPr bwMode="auto">
          <a:xfrm>
            <a:off x="6511684" y="4939111"/>
            <a:ext cx="101574" cy="101574"/>
          </a:xfrm>
          <a:prstGeom prst="rect">
            <a:avLst/>
          </a:prstGeom>
          <a:solidFill>
            <a:srgbClr val="B5B5B5"/>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78" name="Rectangle 59"/>
          <p:cNvSpPr>
            <a:spLocks noChangeArrowheads="1"/>
          </p:cNvSpPr>
          <p:nvPr/>
        </p:nvSpPr>
        <p:spPr bwMode="auto">
          <a:xfrm>
            <a:off x="5760464" y="3625004"/>
            <a:ext cx="95226" cy="99458"/>
          </a:xfrm>
          <a:prstGeom prst="rect">
            <a:avLst/>
          </a:prstGeom>
          <a:solidFill>
            <a:srgbClr val="B5B5B5"/>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79" name="Rectangle 60"/>
          <p:cNvSpPr>
            <a:spLocks noChangeArrowheads="1"/>
          </p:cNvSpPr>
          <p:nvPr/>
        </p:nvSpPr>
        <p:spPr bwMode="auto">
          <a:xfrm>
            <a:off x="5005011" y="4280999"/>
            <a:ext cx="99458" cy="101574"/>
          </a:xfrm>
          <a:prstGeom prst="rect">
            <a:avLst/>
          </a:prstGeom>
          <a:solidFill>
            <a:srgbClr val="B5B5B5"/>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80" name="Rectangle 61"/>
          <p:cNvSpPr>
            <a:spLocks noChangeArrowheads="1"/>
          </p:cNvSpPr>
          <p:nvPr/>
        </p:nvSpPr>
        <p:spPr bwMode="auto">
          <a:xfrm>
            <a:off x="4253790" y="4939111"/>
            <a:ext cx="99458" cy="101574"/>
          </a:xfrm>
          <a:prstGeom prst="rect">
            <a:avLst/>
          </a:prstGeom>
          <a:solidFill>
            <a:srgbClr val="B5B5B5"/>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81" name="Rectangle 62"/>
          <p:cNvSpPr>
            <a:spLocks noChangeArrowheads="1"/>
          </p:cNvSpPr>
          <p:nvPr/>
        </p:nvSpPr>
        <p:spPr bwMode="auto">
          <a:xfrm>
            <a:off x="3502569" y="4939111"/>
            <a:ext cx="95226" cy="101574"/>
          </a:xfrm>
          <a:prstGeom prst="rect">
            <a:avLst/>
          </a:prstGeom>
          <a:solidFill>
            <a:srgbClr val="B5B5B5"/>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82" name="Rectangle 63"/>
          <p:cNvSpPr>
            <a:spLocks noChangeArrowheads="1"/>
          </p:cNvSpPr>
          <p:nvPr/>
        </p:nvSpPr>
        <p:spPr bwMode="auto">
          <a:xfrm>
            <a:off x="2747115" y="4280999"/>
            <a:ext cx="99458" cy="101574"/>
          </a:xfrm>
          <a:prstGeom prst="rect">
            <a:avLst/>
          </a:prstGeom>
          <a:solidFill>
            <a:srgbClr val="B5B5B5"/>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83" name="Rectangle 64"/>
          <p:cNvSpPr>
            <a:spLocks noChangeArrowheads="1"/>
          </p:cNvSpPr>
          <p:nvPr/>
        </p:nvSpPr>
        <p:spPr bwMode="auto">
          <a:xfrm>
            <a:off x="1995895" y="5601455"/>
            <a:ext cx="99458" cy="101574"/>
          </a:xfrm>
          <a:prstGeom prst="rect">
            <a:avLst/>
          </a:prstGeom>
          <a:solidFill>
            <a:srgbClr val="B5B5B5"/>
          </a:solidFill>
          <a:ln w="7938" cap="flat">
            <a:solidFill>
              <a:srgbClr val="B5B5B5"/>
            </a:solidFill>
            <a:prstDash val="solid"/>
            <a:miter lim="800000"/>
            <a:headEnd/>
            <a:tailEnd/>
          </a:ln>
        </p:spPr>
        <p:txBody>
          <a:bodyPr vert="horz" wrap="square" lIns="121888" tIns="60944" rIns="121888" bIns="60944" numCol="1" anchor="t" anchorCtr="0" compatLnSpc="1">
            <a:prstTxWarp prst="textNoShape">
              <a:avLst/>
            </a:prstTxWarp>
          </a:bodyPr>
          <a:lstStyle/>
          <a:p>
            <a:endParaRPr lang="en-US" sz="2399"/>
          </a:p>
        </p:txBody>
      </p:sp>
      <p:sp>
        <p:nvSpPr>
          <p:cNvPr id="84" name="Oval 65"/>
          <p:cNvSpPr>
            <a:spLocks noChangeArrowheads="1"/>
          </p:cNvSpPr>
          <p:nvPr/>
        </p:nvSpPr>
        <p:spPr bwMode="auto">
          <a:xfrm>
            <a:off x="7856543" y="1978667"/>
            <a:ext cx="141780" cy="139664"/>
          </a:xfrm>
          <a:prstGeom prst="ellipse">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85" name="Freeform 66"/>
          <p:cNvSpPr>
            <a:spLocks/>
          </p:cNvSpPr>
          <p:nvPr/>
        </p:nvSpPr>
        <p:spPr bwMode="auto">
          <a:xfrm>
            <a:off x="7782478" y="2122563"/>
            <a:ext cx="285677" cy="687738"/>
          </a:xfrm>
          <a:custGeom>
            <a:avLst/>
            <a:gdLst>
              <a:gd name="T0" fmla="*/ 33 w 57"/>
              <a:gd name="T1" fmla="*/ 1 h 137"/>
              <a:gd name="T2" fmla="*/ 29 w 57"/>
              <a:gd name="T3" fmla="*/ 1 h 137"/>
              <a:gd name="T4" fmla="*/ 24 w 57"/>
              <a:gd name="T5" fmla="*/ 1 h 137"/>
              <a:gd name="T6" fmla="*/ 14 w 57"/>
              <a:gd name="T7" fmla="*/ 1 h 137"/>
              <a:gd name="T8" fmla="*/ 0 w 57"/>
              <a:gd name="T9" fmla="*/ 26 h 137"/>
              <a:gd name="T10" fmla="*/ 0 w 57"/>
              <a:gd name="T11" fmla="*/ 63 h 137"/>
              <a:gd name="T12" fmla="*/ 6 w 57"/>
              <a:gd name="T13" fmla="*/ 70 h 137"/>
              <a:gd name="T14" fmla="*/ 11 w 57"/>
              <a:gd name="T15" fmla="*/ 63 h 137"/>
              <a:gd name="T16" fmla="*/ 11 w 57"/>
              <a:gd name="T17" fmla="*/ 30 h 137"/>
              <a:gd name="T18" fmla="*/ 12 w 57"/>
              <a:gd name="T19" fmla="*/ 23 h 137"/>
              <a:gd name="T20" fmla="*/ 14 w 57"/>
              <a:gd name="T21" fmla="*/ 30 h 137"/>
              <a:gd name="T22" fmla="*/ 14 w 57"/>
              <a:gd name="T23" fmla="*/ 70 h 137"/>
              <a:gd name="T24" fmla="*/ 14 w 57"/>
              <a:gd name="T25" fmla="*/ 130 h 137"/>
              <a:gd name="T26" fmla="*/ 20 w 57"/>
              <a:gd name="T27" fmla="*/ 137 h 137"/>
              <a:gd name="T28" fmla="*/ 21 w 57"/>
              <a:gd name="T29" fmla="*/ 137 h 137"/>
              <a:gd name="T30" fmla="*/ 28 w 57"/>
              <a:gd name="T31" fmla="*/ 130 h 137"/>
              <a:gd name="T32" fmla="*/ 28 w 57"/>
              <a:gd name="T33" fmla="*/ 78 h 137"/>
              <a:gd name="T34" fmla="*/ 29 w 57"/>
              <a:gd name="T35" fmla="*/ 71 h 137"/>
              <a:gd name="T36" fmla="*/ 30 w 57"/>
              <a:gd name="T37" fmla="*/ 78 h 137"/>
              <a:gd name="T38" fmla="*/ 30 w 57"/>
              <a:gd name="T39" fmla="*/ 130 h 137"/>
              <a:gd name="T40" fmla="*/ 37 w 57"/>
              <a:gd name="T41" fmla="*/ 137 h 137"/>
              <a:gd name="T42" fmla="*/ 37 w 57"/>
              <a:gd name="T43" fmla="*/ 137 h 137"/>
              <a:gd name="T44" fmla="*/ 44 w 57"/>
              <a:gd name="T45" fmla="*/ 130 h 137"/>
              <a:gd name="T46" fmla="*/ 44 w 57"/>
              <a:gd name="T47" fmla="*/ 70 h 137"/>
              <a:gd name="T48" fmla="*/ 44 w 57"/>
              <a:gd name="T49" fmla="*/ 30 h 137"/>
              <a:gd name="T50" fmla="*/ 45 w 57"/>
              <a:gd name="T51" fmla="*/ 23 h 137"/>
              <a:gd name="T52" fmla="*/ 46 w 57"/>
              <a:gd name="T53" fmla="*/ 30 h 137"/>
              <a:gd name="T54" fmla="*/ 46 w 57"/>
              <a:gd name="T55" fmla="*/ 63 h 137"/>
              <a:gd name="T56" fmla="*/ 52 w 57"/>
              <a:gd name="T57" fmla="*/ 70 h 137"/>
              <a:gd name="T58" fmla="*/ 57 w 57"/>
              <a:gd name="T59" fmla="*/ 63 h 137"/>
              <a:gd name="T60" fmla="*/ 57 w 57"/>
              <a:gd name="T61" fmla="*/ 26 h 137"/>
              <a:gd name="T62" fmla="*/ 44 w 57"/>
              <a:gd name="T63" fmla="*/ 1 h 137"/>
              <a:gd name="T64" fmla="*/ 33 w 57"/>
              <a:gd name="T65" fmla="*/ 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7" h="137">
                <a:moveTo>
                  <a:pt x="33" y="1"/>
                </a:moveTo>
                <a:cubicBezTo>
                  <a:pt x="32" y="1"/>
                  <a:pt x="30" y="1"/>
                  <a:pt x="29" y="1"/>
                </a:cubicBezTo>
                <a:cubicBezTo>
                  <a:pt x="27" y="1"/>
                  <a:pt x="26" y="1"/>
                  <a:pt x="24" y="1"/>
                </a:cubicBezTo>
                <a:cubicBezTo>
                  <a:pt x="22" y="0"/>
                  <a:pt x="17" y="0"/>
                  <a:pt x="14" y="1"/>
                </a:cubicBezTo>
                <a:cubicBezTo>
                  <a:pt x="6" y="6"/>
                  <a:pt x="0" y="15"/>
                  <a:pt x="0" y="26"/>
                </a:cubicBezTo>
                <a:cubicBezTo>
                  <a:pt x="0" y="63"/>
                  <a:pt x="0" y="63"/>
                  <a:pt x="0" y="63"/>
                </a:cubicBezTo>
                <a:cubicBezTo>
                  <a:pt x="0" y="67"/>
                  <a:pt x="3" y="70"/>
                  <a:pt x="6" y="70"/>
                </a:cubicBezTo>
                <a:cubicBezTo>
                  <a:pt x="9" y="70"/>
                  <a:pt x="11" y="67"/>
                  <a:pt x="11" y="63"/>
                </a:cubicBezTo>
                <a:cubicBezTo>
                  <a:pt x="11" y="30"/>
                  <a:pt x="11" y="30"/>
                  <a:pt x="11" y="30"/>
                </a:cubicBezTo>
                <a:cubicBezTo>
                  <a:pt x="11" y="26"/>
                  <a:pt x="12" y="23"/>
                  <a:pt x="12" y="23"/>
                </a:cubicBezTo>
                <a:cubicBezTo>
                  <a:pt x="13" y="23"/>
                  <a:pt x="14" y="26"/>
                  <a:pt x="14" y="30"/>
                </a:cubicBezTo>
                <a:cubicBezTo>
                  <a:pt x="14" y="70"/>
                  <a:pt x="14" y="70"/>
                  <a:pt x="14" y="70"/>
                </a:cubicBezTo>
                <a:cubicBezTo>
                  <a:pt x="14" y="130"/>
                  <a:pt x="14" y="130"/>
                  <a:pt x="14" y="130"/>
                </a:cubicBezTo>
                <a:cubicBezTo>
                  <a:pt x="14" y="134"/>
                  <a:pt x="17" y="137"/>
                  <a:pt x="20" y="137"/>
                </a:cubicBezTo>
                <a:cubicBezTo>
                  <a:pt x="21" y="137"/>
                  <a:pt x="21" y="137"/>
                  <a:pt x="21" y="137"/>
                </a:cubicBezTo>
                <a:cubicBezTo>
                  <a:pt x="25" y="137"/>
                  <a:pt x="28" y="134"/>
                  <a:pt x="28" y="130"/>
                </a:cubicBezTo>
                <a:cubicBezTo>
                  <a:pt x="28" y="78"/>
                  <a:pt x="28" y="78"/>
                  <a:pt x="28" y="78"/>
                </a:cubicBezTo>
                <a:cubicBezTo>
                  <a:pt x="28" y="74"/>
                  <a:pt x="28" y="71"/>
                  <a:pt x="29" y="71"/>
                </a:cubicBezTo>
                <a:cubicBezTo>
                  <a:pt x="29" y="71"/>
                  <a:pt x="30" y="74"/>
                  <a:pt x="30" y="78"/>
                </a:cubicBezTo>
                <a:cubicBezTo>
                  <a:pt x="30" y="130"/>
                  <a:pt x="30" y="130"/>
                  <a:pt x="30" y="130"/>
                </a:cubicBezTo>
                <a:cubicBezTo>
                  <a:pt x="30" y="134"/>
                  <a:pt x="33" y="137"/>
                  <a:pt x="37" y="137"/>
                </a:cubicBezTo>
                <a:cubicBezTo>
                  <a:pt x="37" y="137"/>
                  <a:pt x="37" y="137"/>
                  <a:pt x="37" y="137"/>
                </a:cubicBezTo>
                <a:cubicBezTo>
                  <a:pt x="41" y="137"/>
                  <a:pt x="44" y="134"/>
                  <a:pt x="44" y="130"/>
                </a:cubicBezTo>
                <a:cubicBezTo>
                  <a:pt x="44" y="70"/>
                  <a:pt x="44" y="70"/>
                  <a:pt x="44" y="70"/>
                </a:cubicBezTo>
                <a:cubicBezTo>
                  <a:pt x="44" y="30"/>
                  <a:pt x="44" y="30"/>
                  <a:pt x="44" y="30"/>
                </a:cubicBezTo>
                <a:cubicBezTo>
                  <a:pt x="44" y="26"/>
                  <a:pt x="45" y="23"/>
                  <a:pt x="45" y="23"/>
                </a:cubicBezTo>
                <a:cubicBezTo>
                  <a:pt x="46" y="23"/>
                  <a:pt x="46" y="26"/>
                  <a:pt x="46" y="30"/>
                </a:cubicBezTo>
                <a:cubicBezTo>
                  <a:pt x="46" y="63"/>
                  <a:pt x="46" y="63"/>
                  <a:pt x="46" y="63"/>
                </a:cubicBezTo>
                <a:cubicBezTo>
                  <a:pt x="46" y="67"/>
                  <a:pt x="49" y="70"/>
                  <a:pt x="52" y="70"/>
                </a:cubicBezTo>
                <a:cubicBezTo>
                  <a:pt x="55" y="70"/>
                  <a:pt x="57" y="67"/>
                  <a:pt x="57" y="63"/>
                </a:cubicBezTo>
                <a:cubicBezTo>
                  <a:pt x="57" y="26"/>
                  <a:pt x="57" y="26"/>
                  <a:pt x="57" y="26"/>
                </a:cubicBezTo>
                <a:cubicBezTo>
                  <a:pt x="57" y="15"/>
                  <a:pt x="52" y="6"/>
                  <a:pt x="44" y="1"/>
                </a:cubicBezTo>
                <a:cubicBezTo>
                  <a:pt x="41" y="0"/>
                  <a:pt x="36" y="0"/>
                  <a:pt x="33" y="1"/>
                </a:cubicBezTo>
                <a:close/>
              </a:path>
            </a:pathLst>
          </a:cu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86" name="Rectangle 67"/>
          <p:cNvSpPr>
            <a:spLocks noChangeArrowheads="1"/>
          </p:cNvSpPr>
          <p:nvPr/>
        </p:nvSpPr>
        <p:spPr bwMode="auto">
          <a:xfrm>
            <a:off x="7738039" y="3885287"/>
            <a:ext cx="378785" cy="44439"/>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87" name="Rectangle 68"/>
          <p:cNvSpPr>
            <a:spLocks noChangeArrowheads="1"/>
          </p:cNvSpPr>
          <p:nvPr/>
        </p:nvSpPr>
        <p:spPr bwMode="auto">
          <a:xfrm>
            <a:off x="7738039" y="3819688"/>
            <a:ext cx="378785" cy="46555"/>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88" name="Rectangle 69"/>
          <p:cNvSpPr>
            <a:spLocks noChangeArrowheads="1"/>
          </p:cNvSpPr>
          <p:nvPr/>
        </p:nvSpPr>
        <p:spPr bwMode="auto">
          <a:xfrm>
            <a:off x="7738039" y="3754089"/>
            <a:ext cx="378785" cy="46555"/>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89" name="Rectangle 70"/>
          <p:cNvSpPr>
            <a:spLocks noChangeArrowheads="1"/>
          </p:cNvSpPr>
          <p:nvPr/>
        </p:nvSpPr>
        <p:spPr bwMode="auto">
          <a:xfrm>
            <a:off x="7738039" y="3690605"/>
            <a:ext cx="378785" cy="44439"/>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90" name="Rectangle 71"/>
          <p:cNvSpPr>
            <a:spLocks noChangeArrowheads="1"/>
          </p:cNvSpPr>
          <p:nvPr/>
        </p:nvSpPr>
        <p:spPr bwMode="auto">
          <a:xfrm>
            <a:off x="7738039" y="3625005"/>
            <a:ext cx="378785" cy="44439"/>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91" name="Rectangle 72"/>
          <p:cNvSpPr>
            <a:spLocks noChangeArrowheads="1"/>
          </p:cNvSpPr>
          <p:nvPr/>
        </p:nvSpPr>
        <p:spPr bwMode="auto">
          <a:xfrm>
            <a:off x="7738039" y="3559406"/>
            <a:ext cx="378785" cy="44439"/>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92" name="Rectangle 73"/>
          <p:cNvSpPr>
            <a:spLocks noChangeArrowheads="1"/>
          </p:cNvSpPr>
          <p:nvPr/>
        </p:nvSpPr>
        <p:spPr bwMode="auto">
          <a:xfrm>
            <a:off x="7738039" y="3493805"/>
            <a:ext cx="378785" cy="44439"/>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93" name="Rectangle 74"/>
          <p:cNvSpPr>
            <a:spLocks noChangeArrowheads="1"/>
          </p:cNvSpPr>
          <p:nvPr/>
        </p:nvSpPr>
        <p:spPr bwMode="auto">
          <a:xfrm>
            <a:off x="7738039" y="3428207"/>
            <a:ext cx="378785" cy="46555"/>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94" name="Rectangle 75"/>
          <p:cNvSpPr>
            <a:spLocks noChangeArrowheads="1"/>
          </p:cNvSpPr>
          <p:nvPr/>
        </p:nvSpPr>
        <p:spPr bwMode="auto">
          <a:xfrm>
            <a:off x="7738039" y="3362607"/>
            <a:ext cx="378785" cy="46555"/>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95" name="Rectangle 76"/>
          <p:cNvSpPr>
            <a:spLocks noChangeArrowheads="1"/>
          </p:cNvSpPr>
          <p:nvPr/>
        </p:nvSpPr>
        <p:spPr bwMode="auto">
          <a:xfrm>
            <a:off x="7738039" y="3299123"/>
            <a:ext cx="378785" cy="44439"/>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96" name="Rectangle 77"/>
          <p:cNvSpPr>
            <a:spLocks noChangeArrowheads="1"/>
          </p:cNvSpPr>
          <p:nvPr/>
        </p:nvSpPr>
        <p:spPr bwMode="auto">
          <a:xfrm>
            <a:off x="7738039" y="3233524"/>
            <a:ext cx="378785" cy="44439"/>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97" name="Rectangle 78"/>
          <p:cNvSpPr>
            <a:spLocks noChangeArrowheads="1"/>
          </p:cNvSpPr>
          <p:nvPr/>
        </p:nvSpPr>
        <p:spPr bwMode="auto">
          <a:xfrm>
            <a:off x="7738039" y="3167924"/>
            <a:ext cx="378785" cy="44439"/>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98" name="Rectangle 79"/>
          <p:cNvSpPr>
            <a:spLocks noChangeArrowheads="1"/>
          </p:cNvSpPr>
          <p:nvPr/>
        </p:nvSpPr>
        <p:spPr bwMode="auto">
          <a:xfrm>
            <a:off x="7738039" y="3102325"/>
            <a:ext cx="378785" cy="44439"/>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99" name="Rectangle 80"/>
          <p:cNvSpPr>
            <a:spLocks noChangeArrowheads="1"/>
          </p:cNvSpPr>
          <p:nvPr/>
        </p:nvSpPr>
        <p:spPr bwMode="auto">
          <a:xfrm>
            <a:off x="7738039" y="3036725"/>
            <a:ext cx="378785" cy="46555"/>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100" name="Rectangle 81"/>
          <p:cNvSpPr>
            <a:spLocks noChangeArrowheads="1"/>
          </p:cNvSpPr>
          <p:nvPr/>
        </p:nvSpPr>
        <p:spPr bwMode="auto">
          <a:xfrm>
            <a:off x="7738039" y="2971126"/>
            <a:ext cx="378785" cy="46555"/>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101" name="Rectangle 82"/>
          <p:cNvSpPr>
            <a:spLocks noChangeArrowheads="1"/>
          </p:cNvSpPr>
          <p:nvPr/>
        </p:nvSpPr>
        <p:spPr bwMode="auto">
          <a:xfrm>
            <a:off x="7738039" y="2907642"/>
            <a:ext cx="378785" cy="44439"/>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102" name="Rectangle 83"/>
          <p:cNvSpPr>
            <a:spLocks noChangeArrowheads="1"/>
          </p:cNvSpPr>
          <p:nvPr/>
        </p:nvSpPr>
        <p:spPr bwMode="auto">
          <a:xfrm>
            <a:off x="7738039" y="2842042"/>
            <a:ext cx="378785" cy="44439"/>
          </a:xfrm>
          <a:prstGeom prst="rect">
            <a:avLst/>
          </a:prstGeom>
          <a:solidFill>
            <a:schemeClr val="accent2"/>
          </a:solidFill>
          <a:ln>
            <a:noFill/>
          </a:ln>
          <a:extLst/>
        </p:spPr>
        <p:txBody>
          <a:bodyPr vert="horz" wrap="square" lIns="121888" tIns="60944" rIns="121888" bIns="60944" numCol="1" anchor="t" anchorCtr="0" compatLnSpc="1">
            <a:prstTxWarp prst="textNoShape">
              <a:avLst/>
            </a:prstTxWarp>
          </a:bodyPr>
          <a:lstStyle/>
          <a:p>
            <a:endParaRPr lang="en-US" sz="2399"/>
          </a:p>
        </p:txBody>
      </p:sp>
      <p:sp>
        <p:nvSpPr>
          <p:cNvPr id="103" name="Oval 84"/>
          <p:cNvSpPr>
            <a:spLocks noChangeArrowheads="1"/>
          </p:cNvSpPr>
          <p:nvPr/>
        </p:nvSpPr>
        <p:spPr bwMode="auto">
          <a:xfrm>
            <a:off x="9093410" y="2827230"/>
            <a:ext cx="139664" cy="139664"/>
          </a:xfrm>
          <a:prstGeom prst="ellipse">
            <a:avLst/>
          </a:pr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04" name="Freeform 85"/>
          <p:cNvSpPr>
            <a:spLocks/>
          </p:cNvSpPr>
          <p:nvPr/>
        </p:nvSpPr>
        <p:spPr bwMode="auto">
          <a:xfrm>
            <a:off x="9023579" y="2971126"/>
            <a:ext cx="285677" cy="687738"/>
          </a:xfrm>
          <a:custGeom>
            <a:avLst/>
            <a:gdLst>
              <a:gd name="T0" fmla="*/ 33 w 57"/>
              <a:gd name="T1" fmla="*/ 1 h 137"/>
              <a:gd name="T2" fmla="*/ 28 w 57"/>
              <a:gd name="T3" fmla="*/ 1 h 137"/>
              <a:gd name="T4" fmla="*/ 24 w 57"/>
              <a:gd name="T5" fmla="*/ 1 h 137"/>
              <a:gd name="T6" fmla="*/ 13 w 57"/>
              <a:gd name="T7" fmla="*/ 2 h 137"/>
              <a:gd name="T8" fmla="*/ 0 w 57"/>
              <a:gd name="T9" fmla="*/ 26 h 137"/>
              <a:gd name="T10" fmla="*/ 0 w 57"/>
              <a:gd name="T11" fmla="*/ 63 h 137"/>
              <a:gd name="T12" fmla="*/ 5 w 57"/>
              <a:gd name="T13" fmla="*/ 70 h 137"/>
              <a:gd name="T14" fmla="*/ 11 w 57"/>
              <a:gd name="T15" fmla="*/ 63 h 137"/>
              <a:gd name="T16" fmla="*/ 11 w 57"/>
              <a:gd name="T17" fmla="*/ 30 h 137"/>
              <a:gd name="T18" fmla="*/ 12 w 57"/>
              <a:gd name="T19" fmla="*/ 23 h 137"/>
              <a:gd name="T20" fmla="*/ 13 w 57"/>
              <a:gd name="T21" fmla="*/ 30 h 137"/>
              <a:gd name="T22" fmla="*/ 13 w 57"/>
              <a:gd name="T23" fmla="*/ 70 h 137"/>
              <a:gd name="T24" fmla="*/ 13 w 57"/>
              <a:gd name="T25" fmla="*/ 130 h 137"/>
              <a:gd name="T26" fmla="*/ 20 w 57"/>
              <a:gd name="T27" fmla="*/ 137 h 137"/>
              <a:gd name="T28" fmla="*/ 21 w 57"/>
              <a:gd name="T29" fmla="*/ 137 h 137"/>
              <a:gd name="T30" fmla="*/ 27 w 57"/>
              <a:gd name="T31" fmla="*/ 130 h 137"/>
              <a:gd name="T32" fmla="*/ 27 w 57"/>
              <a:gd name="T33" fmla="*/ 78 h 137"/>
              <a:gd name="T34" fmla="*/ 28 w 57"/>
              <a:gd name="T35" fmla="*/ 71 h 137"/>
              <a:gd name="T36" fmla="*/ 29 w 57"/>
              <a:gd name="T37" fmla="*/ 78 h 137"/>
              <a:gd name="T38" fmla="*/ 29 w 57"/>
              <a:gd name="T39" fmla="*/ 130 h 137"/>
              <a:gd name="T40" fmla="*/ 36 w 57"/>
              <a:gd name="T41" fmla="*/ 137 h 137"/>
              <a:gd name="T42" fmla="*/ 37 w 57"/>
              <a:gd name="T43" fmla="*/ 137 h 137"/>
              <a:gd name="T44" fmla="*/ 44 w 57"/>
              <a:gd name="T45" fmla="*/ 130 h 137"/>
              <a:gd name="T46" fmla="*/ 44 w 57"/>
              <a:gd name="T47" fmla="*/ 70 h 137"/>
              <a:gd name="T48" fmla="*/ 44 w 57"/>
              <a:gd name="T49" fmla="*/ 30 h 137"/>
              <a:gd name="T50" fmla="*/ 45 w 57"/>
              <a:gd name="T51" fmla="*/ 23 h 137"/>
              <a:gd name="T52" fmla="*/ 46 w 57"/>
              <a:gd name="T53" fmla="*/ 30 h 137"/>
              <a:gd name="T54" fmla="*/ 46 w 57"/>
              <a:gd name="T55" fmla="*/ 63 h 137"/>
              <a:gd name="T56" fmla="*/ 51 w 57"/>
              <a:gd name="T57" fmla="*/ 70 h 137"/>
              <a:gd name="T58" fmla="*/ 57 w 57"/>
              <a:gd name="T59" fmla="*/ 63 h 137"/>
              <a:gd name="T60" fmla="*/ 57 w 57"/>
              <a:gd name="T61" fmla="*/ 26 h 137"/>
              <a:gd name="T62" fmla="*/ 43 w 57"/>
              <a:gd name="T63" fmla="*/ 2 h 137"/>
              <a:gd name="T64" fmla="*/ 33 w 57"/>
              <a:gd name="T65" fmla="*/ 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7" h="137">
                <a:moveTo>
                  <a:pt x="33" y="1"/>
                </a:moveTo>
                <a:cubicBezTo>
                  <a:pt x="32" y="1"/>
                  <a:pt x="30" y="1"/>
                  <a:pt x="28" y="1"/>
                </a:cubicBezTo>
                <a:cubicBezTo>
                  <a:pt x="27" y="1"/>
                  <a:pt x="25" y="1"/>
                  <a:pt x="24" y="1"/>
                </a:cubicBezTo>
                <a:cubicBezTo>
                  <a:pt x="21" y="0"/>
                  <a:pt x="17" y="0"/>
                  <a:pt x="13" y="2"/>
                </a:cubicBezTo>
                <a:cubicBezTo>
                  <a:pt x="5" y="7"/>
                  <a:pt x="0" y="15"/>
                  <a:pt x="0" y="26"/>
                </a:cubicBezTo>
                <a:cubicBezTo>
                  <a:pt x="0" y="63"/>
                  <a:pt x="0" y="63"/>
                  <a:pt x="0" y="63"/>
                </a:cubicBezTo>
                <a:cubicBezTo>
                  <a:pt x="0" y="67"/>
                  <a:pt x="2" y="70"/>
                  <a:pt x="5" y="70"/>
                </a:cubicBezTo>
                <a:cubicBezTo>
                  <a:pt x="9" y="70"/>
                  <a:pt x="11" y="67"/>
                  <a:pt x="11" y="63"/>
                </a:cubicBezTo>
                <a:cubicBezTo>
                  <a:pt x="11" y="30"/>
                  <a:pt x="11" y="30"/>
                  <a:pt x="11" y="30"/>
                </a:cubicBezTo>
                <a:cubicBezTo>
                  <a:pt x="11" y="26"/>
                  <a:pt x="12" y="23"/>
                  <a:pt x="12" y="23"/>
                </a:cubicBezTo>
                <a:cubicBezTo>
                  <a:pt x="13" y="23"/>
                  <a:pt x="13" y="26"/>
                  <a:pt x="13" y="30"/>
                </a:cubicBezTo>
                <a:cubicBezTo>
                  <a:pt x="13" y="70"/>
                  <a:pt x="13" y="70"/>
                  <a:pt x="13" y="70"/>
                </a:cubicBezTo>
                <a:cubicBezTo>
                  <a:pt x="13" y="130"/>
                  <a:pt x="13" y="130"/>
                  <a:pt x="13" y="130"/>
                </a:cubicBezTo>
                <a:cubicBezTo>
                  <a:pt x="13" y="134"/>
                  <a:pt x="16" y="137"/>
                  <a:pt x="20" y="137"/>
                </a:cubicBezTo>
                <a:cubicBezTo>
                  <a:pt x="21" y="137"/>
                  <a:pt x="21" y="137"/>
                  <a:pt x="21" y="137"/>
                </a:cubicBezTo>
                <a:cubicBezTo>
                  <a:pt x="24" y="137"/>
                  <a:pt x="27" y="134"/>
                  <a:pt x="27" y="130"/>
                </a:cubicBezTo>
                <a:cubicBezTo>
                  <a:pt x="27" y="78"/>
                  <a:pt x="27" y="78"/>
                  <a:pt x="27" y="78"/>
                </a:cubicBezTo>
                <a:cubicBezTo>
                  <a:pt x="27" y="74"/>
                  <a:pt x="28" y="71"/>
                  <a:pt x="28" y="71"/>
                </a:cubicBezTo>
                <a:cubicBezTo>
                  <a:pt x="29" y="71"/>
                  <a:pt x="29" y="74"/>
                  <a:pt x="29" y="78"/>
                </a:cubicBezTo>
                <a:cubicBezTo>
                  <a:pt x="29" y="130"/>
                  <a:pt x="29" y="130"/>
                  <a:pt x="29" y="130"/>
                </a:cubicBezTo>
                <a:cubicBezTo>
                  <a:pt x="29" y="134"/>
                  <a:pt x="32" y="137"/>
                  <a:pt x="36" y="137"/>
                </a:cubicBezTo>
                <a:cubicBezTo>
                  <a:pt x="37" y="137"/>
                  <a:pt x="37" y="137"/>
                  <a:pt x="37" y="137"/>
                </a:cubicBezTo>
                <a:cubicBezTo>
                  <a:pt x="41" y="137"/>
                  <a:pt x="44" y="134"/>
                  <a:pt x="44" y="130"/>
                </a:cubicBezTo>
                <a:cubicBezTo>
                  <a:pt x="44" y="70"/>
                  <a:pt x="44" y="70"/>
                  <a:pt x="44" y="70"/>
                </a:cubicBezTo>
                <a:cubicBezTo>
                  <a:pt x="44" y="30"/>
                  <a:pt x="44" y="30"/>
                  <a:pt x="44" y="30"/>
                </a:cubicBezTo>
                <a:cubicBezTo>
                  <a:pt x="44" y="26"/>
                  <a:pt x="44" y="23"/>
                  <a:pt x="45" y="23"/>
                </a:cubicBezTo>
                <a:cubicBezTo>
                  <a:pt x="45" y="23"/>
                  <a:pt x="46" y="26"/>
                  <a:pt x="46" y="30"/>
                </a:cubicBezTo>
                <a:cubicBezTo>
                  <a:pt x="46" y="63"/>
                  <a:pt x="46" y="63"/>
                  <a:pt x="46" y="63"/>
                </a:cubicBezTo>
                <a:cubicBezTo>
                  <a:pt x="46" y="67"/>
                  <a:pt x="48" y="70"/>
                  <a:pt x="51" y="70"/>
                </a:cubicBezTo>
                <a:cubicBezTo>
                  <a:pt x="54" y="70"/>
                  <a:pt x="57" y="67"/>
                  <a:pt x="57" y="63"/>
                </a:cubicBezTo>
                <a:cubicBezTo>
                  <a:pt x="57" y="26"/>
                  <a:pt x="57" y="26"/>
                  <a:pt x="57" y="26"/>
                </a:cubicBezTo>
                <a:cubicBezTo>
                  <a:pt x="57" y="15"/>
                  <a:pt x="51" y="7"/>
                  <a:pt x="43" y="2"/>
                </a:cubicBezTo>
                <a:cubicBezTo>
                  <a:pt x="40" y="0"/>
                  <a:pt x="35" y="0"/>
                  <a:pt x="33" y="1"/>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05" name="Rectangle 86"/>
          <p:cNvSpPr>
            <a:spLocks noChangeArrowheads="1"/>
          </p:cNvSpPr>
          <p:nvPr/>
        </p:nvSpPr>
        <p:spPr bwMode="auto">
          <a:xfrm>
            <a:off x="8972793" y="3885287"/>
            <a:ext cx="385133" cy="44439"/>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06" name="Rectangle 87"/>
          <p:cNvSpPr>
            <a:spLocks noChangeArrowheads="1"/>
          </p:cNvSpPr>
          <p:nvPr/>
        </p:nvSpPr>
        <p:spPr bwMode="auto">
          <a:xfrm>
            <a:off x="8972793" y="3819688"/>
            <a:ext cx="385133" cy="46555"/>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07" name="Rectangle 88"/>
          <p:cNvSpPr>
            <a:spLocks noChangeArrowheads="1"/>
          </p:cNvSpPr>
          <p:nvPr/>
        </p:nvSpPr>
        <p:spPr bwMode="auto">
          <a:xfrm>
            <a:off x="8972793" y="3754089"/>
            <a:ext cx="385133" cy="46555"/>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08" name="Rectangle 89"/>
          <p:cNvSpPr>
            <a:spLocks noChangeArrowheads="1"/>
          </p:cNvSpPr>
          <p:nvPr/>
        </p:nvSpPr>
        <p:spPr bwMode="auto">
          <a:xfrm>
            <a:off x="8972793" y="3690605"/>
            <a:ext cx="385133" cy="44439"/>
          </a:xfrm>
          <a:prstGeom prst="rect">
            <a:avLst/>
          </a:prstGeom>
          <a:solidFill>
            <a:srgbClr val="6666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09" name="Freeform 90"/>
          <p:cNvSpPr>
            <a:spLocks/>
          </p:cNvSpPr>
          <p:nvPr/>
        </p:nvSpPr>
        <p:spPr bwMode="auto">
          <a:xfrm>
            <a:off x="8454939" y="3193316"/>
            <a:ext cx="69833" cy="215844"/>
          </a:xfrm>
          <a:custGeom>
            <a:avLst/>
            <a:gdLst>
              <a:gd name="T0" fmla="*/ 7 w 14"/>
              <a:gd name="T1" fmla="*/ 0 h 43"/>
              <a:gd name="T2" fmla="*/ 6 w 14"/>
              <a:gd name="T3" fmla="*/ 0 h 43"/>
              <a:gd name="T4" fmla="*/ 0 w 14"/>
              <a:gd name="T5" fmla="*/ 7 h 43"/>
              <a:gd name="T6" fmla="*/ 0 w 14"/>
              <a:gd name="T7" fmla="*/ 36 h 43"/>
              <a:gd name="T8" fmla="*/ 6 w 14"/>
              <a:gd name="T9" fmla="*/ 43 h 43"/>
              <a:gd name="T10" fmla="*/ 7 w 14"/>
              <a:gd name="T11" fmla="*/ 43 h 43"/>
              <a:gd name="T12" fmla="*/ 14 w 14"/>
              <a:gd name="T13" fmla="*/ 36 h 43"/>
              <a:gd name="T14" fmla="*/ 14 w 14"/>
              <a:gd name="T15" fmla="*/ 7 h 43"/>
              <a:gd name="T16" fmla="*/ 7 w 14"/>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43">
                <a:moveTo>
                  <a:pt x="7" y="0"/>
                </a:moveTo>
                <a:cubicBezTo>
                  <a:pt x="6" y="0"/>
                  <a:pt x="6" y="0"/>
                  <a:pt x="6" y="0"/>
                </a:cubicBezTo>
                <a:cubicBezTo>
                  <a:pt x="3" y="0"/>
                  <a:pt x="0" y="3"/>
                  <a:pt x="0" y="7"/>
                </a:cubicBezTo>
                <a:cubicBezTo>
                  <a:pt x="0" y="36"/>
                  <a:pt x="0" y="36"/>
                  <a:pt x="0" y="36"/>
                </a:cubicBezTo>
                <a:cubicBezTo>
                  <a:pt x="0" y="40"/>
                  <a:pt x="3" y="43"/>
                  <a:pt x="6" y="43"/>
                </a:cubicBezTo>
                <a:cubicBezTo>
                  <a:pt x="7" y="43"/>
                  <a:pt x="7" y="43"/>
                  <a:pt x="7" y="43"/>
                </a:cubicBezTo>
                <a:cubicBezTo>
                  <a:pt x="11" y="43"/>
                  <a:pt x="14" y="40"/>
                  <a:pt x="14" y="36"/>
                </a:cubicBezTo>
                <a:cubicBezTo>
                  <a:pt x="14" y="7"/>
                  <a:pt x="14" y="7"/>
                  <a:pt x="14" y="7"/>
                </a:cubicBezTo>
                <a:cubicBezTo>
                  <a:pt x="14" y="3"/>
                  <a:pt x="11" y="0"/>
                  <a:pt x="7" y="0"/>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10" name="Freeform 91"/>
          <p:cNvSpPr>
            <a:spLocks/>
          </p:cNvSpPr>
          <p:nvPr/>
        </p:nvSpPr>
        <p:spPr bwMode="auto">
          <a:xfrm>
            <a:off x="8535351" y="3193316"/>
            <a:ext cx="76180" cy="215844"/>
          </a:xfrm>
          <a:custGeom>
            <a:avLst/>
            <a:gdLst>
              <a:gd name="T0" fmla="*/ 7 w 15"/>
              <a:gd name="T1" fmla="*/ 43 h 43"/>
              <a:gd name="T2" fmla="*/ 8 w 15"/>
              <a:gd name="T3" fmla="*/ 43 h 43"/>
              <a:gd name="T4" fmla="*/ 15 w 15"/>
              <a:gd name="T5" fmla="*/ 36 h 43"/>
              <a:gd name="T6" fmla="*/ 15 w 15"/>
              <a:gd name="T7" fmla="*/ 7 h 43"/>
              <a:gd name="T8" fmla="*/ 8 w 15"/>
              <a:gd name="T9" fmla="*/ 0 h 43"/>
              <a:gd name="T10" fmla="*/ 7 w 15"/>
              <a:gd name="T11" fmla="*/ 0 h 43"/>
              <a:gd name="T12" fmla="*/ 0 w 15"/>
              <a:gd name="T13" fmla="*/ 7 h 43"/>
              <a:gd name="T14" fmla="*/ 0 w 15"/>
              <a:gd name="T15" fmla="*/ 36 h 43"/>
              <a:gd name="T16" fmla="*/ 7 w 15"/>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43">
                <a:moveTo>
                  <a:pt x="7" y="43"/>
                </a:moveTo>
                <a:cubicBezTo>
                  <a:pt x="8" y="43"/>
                  <a:pt x="8" y="43"/>
                  <a:pt x="8" y="43"/>
                </a:cubicBezTo>
                <a:cubicBezTo>
                  <a:pt x="11" y="43"/>
                  <a:pt x="15" y="40"/>
                  <a:pt x="15" y="36"/>
                </a:cubicBezTo>
                <a:cubicBezTo>
                  <a:pt x="15" y="7"/>
                  <a:pt x="15" y="7"/>
                  <a:pt x="15" y="7"/>
                </a:cubicBezTo>
                <a:cubicBezTo>
                  <a:pt x="15" y="3"/>
                  <a:pt x="11" y="0"/>
                  <a:pt x="8" y="0"/>
                </a:cubicBezTo>
                <a:cubicBezTo>
                  <a:pt x="7" y="0"/>
                  <a:pt x="7" y="0"/>
                  <a:pt x="7" y="0"/>
                </a:cubicBezTo>
                <a:cubicBezTo>
                  <a:pt x="3" y="0"/>
                  <a:pt x="0" y="3"/>
                  <a:pt x="0" y="7"/>
                </a:cubicBezTo>
                <a:cubicBezTo>
                  <a:pt x="0" y="36"/>
                  <a:pt x="0" y="36"/>
                  <a:pt x="0" y="36"/>
                </a:cubicBezTo>
                <a:cubicBezTo>
                  <a:pt x="0" y="40"/>
                  <a:pt x="3" y="43"/>
                  <a:pt x="7" y="43"/>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11" name="Oval 92"/>
          <p:cNvSpPr>
            <a:spLocks noChangeArrowheads="1"/>
          </p:cNvSpPr>
          <p:nvPr/>
        </p:nvSpPr>
        <p:spPr bwMode="auto">
          <a:xfrm>
            <a:off x="8461286" y="2564831"/>
            <a:ext cx="139664" cy="146013"/>
          </a:xfrm>
          <a:prstGeom prst="ellipse">
            <a:avLst/>
          </a:pr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12" name="Freeform 93"/>
          <p:cNvSpPr>
            <a:spLocks/>
          </p:cNvSpPr>
          <p:nvPr/>
        </p:nvSpPr>
        <p:spPr bwMode="auto">
          <a:xfrm>
            <a:off x="8340668" y="2710844"/>
            <a:ext cx="380901" cy="471894"/>
          </a:xfrm>
          <a:custGeom>
            <a:avLst/>
            <a:gdLst>
              <a:gd name="T0" fmla="*/ 22 w 76"/>
              <a:gd name="T1" fmla="*/ 24 h 94"/>
              <a:gd name="T2" fmla="*/ 21 w 76"/>
              <a:gd name="T3" fmla="*/ 31 h 94"/>
              <a:gd name="T4" fmla="*/ 9 w 76"/>
              <a:gd name="T5" fmla="*/ 87 h 94"/>
              <a:gd name="T6" fmla="*/ 15 w 76"/>
              <a:gd name="T7" fmla="*/ 94 h 94"/>
              <a:gd name="T8" fmla="*/ 61 w 76"/>
              <a:gd name="T9" fmla="*/ 94 h 94"/>
              <a:gd name="T10" fmla="*/ 67 w 76"/>
              <a:gd name="T11" fmla="*/ 87 h 94"/>
              <a:gd name="T12" fmla="*/ 55 w 76"/>
              <a:gd name="T13" fmla="*/ 31 h 94"/>
              <a:gd name="T14" fmla="*/ 55 w 76"/>
              <a:gd name="T15" fmla="*/ 24 h 94"/>
              <a:gd name="T16" fmla="*/ 57 w 76"/>
              <a:gd name="T17" fmla="*/ 30 h 94"/>
              <a:gd name="T18" fmla="*/ 64 w 76"/>
              <a:gd name="T19" fmla="*/ 64 h 94"/>
              <a:gd name="T20" fmla="*/ 71 w 76"/>
              <a:gd name="T21" fmla="*/ 71 h 94"/>
              <a:gd name="T22" fmla="*/ 75 w 76"/>
              <a:gd name="T23" fmla="*/ 64 h 94"/>
              <a:gd name="T24" fmla="*/ 67 w 76"/>
              <a:gd name="T25" fmla="*/ 26 h 94"/>
              <a:gd name="T26" fmla="*/ 53 w 76"/>
              <a:gd name="T27" fmla="*/ 2 h 94"/>
              <a:gd name="T28" fmla="*/ 43 w 76"/>
              <a:gd name="T29" fmla="*/ 1 h 94"/>
              <a:gd name="T30" fmla="*/ 38 w 76"/>
              <a:gd name="T31" fmla="*/ 2 h 94"/>
              <a:gd name="T32" fmla="*/ 34 w 76"/>
              <a:gd name="T33" fmla="*/ 1 h 94"/>
              <a:gd name="T34" fmla="*/ 24 w 76"/>
              <a:gd name="T35" fmla="*/ 2 h 94"/>
              <a:gd name="T36" fmla="*/ 9 w 76"/>
              <a:gd name="T37" fmla="*/ 26 h 94"/>
              <a:gd name="T38" fmla="*/ 1 w 76"/>
              <a:gd name="T39" fmla="*/ 64 h 94"/>
              <a:gd name="T40" fmla="*/ 5 w 76"/>
              <a:gd name="T41" fmla="*/ 71 h 94"/>
              <a:gd name="T42" fmla="*/ 12 w 76"/>
              <a:gd name="T43" fmla="*/ 64 h 94"/>
              <a:gd name="T44" fmla="*/ 19 w 76"/>
              <a:gd name="T45" fmla="*/ 30 h 94"/>
              <a:gd name="T46" fmla="*/ 22 w 76"/>
              <a:gd name="T47" fmla="*/ 2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6" h="94">
                <a:moveTo>
                  <a:pt x="22" y="24"/>
                </a:moveTo>
                <a:cubicBezTo>
                  <a:pt x="22" y="24"/>
                  <a:pt x="22" y="27"/>
                  <a:pt x="21" y="31"/>
                </a:cubicBezTo>
                <a:cubicBezTo>
                  <a:pt x="9" y="87"/>
                  <a:pt x="9" y="87"/>
                  <a:pt x="9" y="87"/>
                </a:cubicBezTo>
                <a:cubicBezTo>
                  <a:pt x="9" y="91"/>
                  <a:pt x="11" y="94"/>
                  <a:pt x="15" y="94"/>
                </a:cubicBezTo>
                <a:cubicBezTo>
                  <a:pt x="61" y="94"/>
                  <a:pt x="61" y="94"/>
                  <a:pt x="61" y="94"/>
                </a:cubicBezTo>
                <a:cubicBezTo>
                  <a:pt x="65" y="94"/>
                  <a:pt x="68" y="91"/>
                  <a:pt x="67" y="87"/>
                </a:cubicBezTo>
                <a:cubicBezTo>
                  <a:pt x="55" y="31"/>
                  <a:pt x="55" y="31"/>
                  <a:pt x="55" y="31"/>
                </a:cubicBezTo>
                <a:cubicBezTo>
                  <a:pt x="54" y="27"/>
                  <a:pt x="54" y="24"/>
                  <a:pt x="55" y="24"/>
                </a:cubicBezTo>
                <a:cubicBezTo>
                  <a:pt x="55" y="24"/>
                  <a:pt x="56" y="26"/>
                  <a:pt x="57" y="30"/>
                </a:cubicBezTo>
                <a:cubicBezTo>
                  <a:pt x="64" y="64"/>
                  <a:pt x="64" y="64"/>
                  <a:pt x="64" y="64"/>
                </a:cubicBezTo>
                <a:cubicBezTo>
                  <a:pt x="65" y="68"/>
                  <a:pt x="68" y="71"/>
                  <a:pt x="71" y="71"/>
                </a:cubicBezTo>
                <a:cubicBezTo>
                  <a:pt x="74" y="71"/>
                  <a:pt x="76" y="68"/>
                  <a:pt x="75" y="64"/>
                </a:cubicBezTo>
                <a:cubicBezTo>
                  <a:pt x="67" y="26"/>
                  <a:pt x="67" y="26"/>
                  <a:pt x="67" y="26"/>
                </a:cubicBezTo>
                <a:cubicBezTo>
                  <a:pt x="65" y="16"/>
                  <a:pt x="60" y="7"/>
                  <a:pt x="53" y="2"/>
                </a:cubicBezTo>
                <a:cubicBezTo>
                  <a:pt x="50" y="0"/>
                  <a:pt x="45" y="0"/>
                  <a:pt x="43" y="1"/>
                </a:cubicBezTo>
                <a:cubicBezTo>
                  <a:pt x="41" y="1"/>
                  <a:pt x="40" y="2"/>
                  <a:pt x="38" y="2"/>
                </a:cubicBezTo>
                <a:cubicBezTo>
                  <a:pt x="37" y="2"/>
                  <a:pt x="35" y="1"/>
                  <a:pt x="34" y="1"/>
                </a:cubicBezTo>
                <a:cubicBezTo>
                  <a:pt x="31" y="0"/>
                  <a:pt x="26" y="0"/>
                  <a:pt x="24" y="2"/>
                </a:cubicBezTo>
                <a:cubicBezTo>
                  <a:pt x="17" y="8"/>
                  <a:pt x="12" y="17"/>
                  <a:pt x="9" y="26"/>
                </a:cubicBezTo>
                <a:cubicBezTo>
                  <a:pt x="1" y="64"/>
                  <a:pt x="1" y="64"/>
                  <a:pt x="1" y="64"/>
                </a:cubicBezTo>
                <a:cubicBezTo>
                  <a:pt x="0" y="68"/>
                  <a:pt x="2" y="71"/>
                  <a:pt x="5" y="71"/>
                </a:cubicBezTo>
                <a:cubicBezTo>
                  <a:pt x="8" y="71"/>
                  <a:pt x="11" y="68"/>
                  <a:pt x="12" y="64"/>
                </a:cubicBezTo>
                <a:cubicBezTo>
                  <a:pt x="19" y="30"/>
                  <a:pt x="19" y="30"/>
                  <a:pt x="19" y="30"/>
                </a:cubicBezTo>
                <a:cubicBezTo>
                  <a:pt x="20" y="26"/>
                  <a:pt x="21" y="24"/>
                  <a:pt x="22" y="24"/>
                </a:cubicBezTo>
                <a:close/>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13" name="Rectangle 94"/>
          <p:cNvSpPr>
            <a:spLocks noChangeArrowheads="1"/>
          </p:cNvSpPr>
          <p:nvPr/>
        </p:nvSpPr>
        <p:spPr bwMode="auto">
          <a:xfrm>
            <a:off x="8340668" y="3885287"/>
            <a:ext cx="380901" cy="44439"/>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14" name="Rectangle 95"/>
          <p:cNvSpPr>
            <a:spLocks noChangeArrowheads="1"/>
          </p:cNvSpPr>
          <p:nvPr/>
        </p:nvSpPr>
        <p:spPr bwMode="auto">
          <a:xfrm>
            <a:off x="8340668" y="3819688"/>
            <a:ext cx="380901" cy="46555"/>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15" name="Rectangle 96"/>
          <p:cNvSpPr>
            <a:spLocks noChangeArrowheads="1"/>
          </p:cNvSpPr>
          <p:nvPr/>
        </p:nvSpPr>
        <p:spPr bwMode="auto">
          <a:xfrm>
            <a:off x="8340668" y="3754089"/>
            <a:ext cx="380901" cy="46555"/>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16" name="Rectangle 97"/>
          <p:cNvSpPr>
            <a:spLocks noChangeArrowheads="1"/>
          </p:cNvSpPr>
          <p:nvPr/>
        </p:nvSpPr>
        <p:spPr bwMode="auto">
          <a:xfrm>
            <a:off x="8340668" y="3690605"/>
            <a:ext cx="380901" cy="44439"/>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17" name="Rectangle 98"/>
          <p:cNvSpPr>
            <a:spLocks noChangeArrowheads="1"/>
          </p:cNvSpPr>
          <p:nvPr/>
        </p:nvSpPr>
        <p:spPr bwMode="auto">
          <a:xfrm>
            <a:off x="8340668" y="3625005"/>
            <a:ext cx="380901" cy="44439"/>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18" name="Rectangle 99"/>
          <p:cNvSpPr>
            <a:spLocks noChangeArrowheads="1"/>
          </p:cNvSpPr>
          <p:nvPr/>
        </p:nvSpPr>
        <p:spPr bwMode="auto">
          <a:xfrm>
            <a:off x="8340668" y="3559406"/>
            <a:ext cx="380901" cy="44439"/>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19" name="Rectangle 100"/>
          <p:cNvSpPr>
            <a:spLocks noChangeArrowheads="1"/>
          </p:cNvSpPr>
          <p:nvPr/>
        </p:nvSpPr>
        <p:spPr bwMode="auto">
          <a:xfrm>
            <a:off x="8340668" y="3493805"/>
            <a:ext cx="380901" cy="44439"/>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120" name="Rectangle 101"/>
          <p:cNvSpPr>
            <a:spLocks noChangeArrowheads="1"/>
          </p:cNvSpPr>
          <p:nvPr/>
        </p:nvSpPr>
        <p:spPr bwMode="auto">
          <a:xfrm>
            <a:off x="8340668" y="3428207"/>
            <a:ext cx="380901" cy="46555"/>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888" tIns="60944" rIns="121888" bIns="60944" numCol="1" anchor="t" anchorCtr="0" compatLnSpc="1">
            <a:prstTxWarp prst="textNoShape">
              <a:avLst/>
            </a:prstTxWarp>
          </a:bodyPr>
          <a:lstStyle/>
          <a:p>
            <a:endParaRPr lang="en-US" sz="2399"/>
          </a:p>
        </p:txBody>
      </p:sp>
      <p:sp>
        <p:nvSpPr>
          <p:cNvPr id="224" name="Dikdörtgen 101"/>
          <p:cNvSpPr/>
          <p:nvPr/>
        </p:nvSpPr>
        <p:spPr>
          <a:xfrm>
            <a:off x="7602608" y="4118226"/>
            <a:ext cx="3579045" cy="1569251"/>
          </a:xfrm>
          <a:prstGeom prst="rect">
            <a:avLst/>
          </a:prstGeom>
        </p:spPr>
        <p:txBody>
          <a:bodyPr wrap="square">
            <a:spAutoFit/>
          </a:bodyPr>
          <a:lstStyle/>
          <a:p>
            <a:pPr algn="just"/>
            <a:r>
              <a:rPr lang="en-US" sz="1200" dirty="0" err="1">
                <a:ea typeface="Arial Unicode MS" panose="020B0604020202020204" pitchFamily="34" charset="-128"/>
                <a:cs typeface="Arial Unicode MS" panose="020B0604020202020204" pitchFamily="34" charset="-128"/>
              </a:rPr>
              <a:t>Lorem</a:t>
            </a:r>
            <a:r>
              <a:rPr lang="en-US" sz="1200" dirty="0">
                <a:ea typeface="Arial Unicode MS" panose="020B0604020202020204" pitchFamily="34" charset="-128"/>
                <a:cs typeface="Arial Unicode MS" panose="020B0604020202020204" pitchFamily="34" charset="-128"/>
              </a:rPr>
              <a:t> </a:t>
            </a:r>
            <a:r>
              <a:rPr lang="en-US" sz="1200" dirty="0" err="1">
                <a:ea typeface="Arial Unicode MS" panose="020B0604020202020204" pitchFamily="34" charset="-128"/>
                <a:cs typeface="Arial Unicode MS" panose="020B0604020202020204" pitchFamily="34" charset="-128"/>
              </a:rPr>
              <a:t>Ipsum</a:t>
            </a:r>
            <a:r>
              <a:rPr lang="en-US" sz="1200" dirty="0">
                <a:ea typeface="Arial Unicode MS" panose="020B0604020202020204" pitchFamily="34" charset="-128"/>
                <a:cs typeface="Arial Unicode MS" panose="020B0604020202020204" pitchFamily="34" charset="-128"/>
              </a:rPr>
              <a:t> is simply dummy text of the printing and typesetting industry. </a:t>
            </a:r>
            <a:r>
              <a:rPr lang="en-US" sz="1200" dirty="0" err="1">
                <a:ea typeface="Arial Unicode MS" panose="020B0604020202020204" pitchFamily="34" charset="-128"/>
                <a:cs typeface="Arial Unicode MS" panose="020B0604020202020204" pitchFamily="34" charset="-128"/>
              </a:rPr>
              <a:t>Lorem</a:t>
            </a:r>
            <a:r>
              <a:rPr lang="en-US" sz="1200" dirty="0">
                <a:ea typeface="Arial Unicode MS" panose="020B0604020202020204" pitchFamily="34" charset="-128"/>
                <a:cs typeface="Arial Unicode MS" panose="020B0604020202020204" pitchFamily="34" charset="-128"/>
              </a:rPr>
              <a:t> </a:t>
            </a:r>
            <a:r>
              <a:rPr lang="en-US" sz="1200" dirty="0" err="1">
                <a:ea typeface="Arial Unicode MS" panose="020B0604020202020204" pitchFamily="34" charset="-128"/>
                <a:cs typeface="Arial Unicode MS" panose="020B0604020202020204" pitchFamily="34" charset="-128"/>
              </a:rPr>
              <a:t>Ipsum</a:t>
            </a:r>
            <a:r>
              <a:rPr lang="en-US" sz="1200" dirty="0">
                <a:ea typeface="Arial Unicode MS" panose="020B0604020202020204" pitchFamily="34" charset="-128"/>
                <a:cs typeface="Arial Unicode MS" panose="020B0604020202020204" pitchFamily="34" charset="-128"/>
              </a:rPr>
              <a:t> has been the industry's standard dummy text ever since the 1500s, when an unknown printer took a galley of type and scrambled it to make a type specimen book. It has survived not only five centuries, but also the leap into electronic typesetting.</a:t>
            </a:r>
            <a:endParaRPr lang="en-US" sz="1400" dirty="0">
              <a:ea typeface="Arial Unicode MS" panose="020B0604020202020204" pitchFamily="34" charset="-128"/>
              <a:cs typeface="Arial Unicode MS" panose="020B0604020202020204" pitchFamily="34" charset="-128"/>
            </a:endParaRPr>
          </a:p>
        </p:txBody>
      </p:sp>
      <p:sp>
        <p:nvSpPr>
          <p:cNvPr id="121"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SALES REPORT</a:t>
            </a:r>
          </a:p>
        </p:txBody>
      </p:sp>
      <p:sp>
        <p:nvSpPr>
          <p:cNvPr id="122" name="Rectangle 121"/>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123" name="Group 122"/>
          <p:cNvGrpSpPr/>
          <p:nvPr/>
        </p:nvGrpSpPr>
        <p:grpSpPr>
          <a:xfrm rot="10800000" flipV="1">
            <a:off x="5380522" y="1080697"/>
            <a:ext cx="1427781" cy="45707"/>
            <a:chOff x="3965945" y="1385354"/>
            <a:chExt cx="4572000" cy="79107"/>
          </a:xfrm>
        </p:grpSpPr>
        <p:sp>
          <p:nvSpPr>
            <p:cNvPr id="124" name="Rectangle 123"/>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25" name="Rectangle 124"/>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26" name="Rectangle 125"/>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27" name="Rectangle 126"/>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28" name="Rectangle 127"/>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custDataLst>
      <p:tags r:id="rId1"/>
    </p:custDataLst>
    <p:extLst>
      <p:ext uri="{BB962C8B-B14F-4D97-AF65-F5344CB8AC3E}">
        <p14:creationId xmlns:p14="http://schemas.microsoft.com/office/powerpoint/2010/main" val="3142908407"/>
      </p:ext>
    </p:extLst>
  </p:cSld>
  <p:clrMapOvr>
    <a:masterClrMapping/>
  </p:clrMapOvr>
  <mc:AlternateContent xmlns:mc="http://schemas.openxmlformats.org/markup-compatibility/2006" xmlns:p14="http://schemas.microsoft.com/office/powerpoint/2010/main">
    <mc:Choice Requires="p14">
      <p:transition spd="slow" p14:dur="2000" advTm="13302"/>
    </mc:Choice>
    <mc:Fallback xmlns="">
      <p:transition spd="slow" advTm="133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23"/>
                                        </p:tgtEl>
                                        <p:attrNameLst>
                                          <p:attrName>style.visibility</p:attrName>
                                        </p:attrNameLst>
                                      </p:cBhvr>
                                      <p:to>
                                        <p:strVal val="visible"/>
                                      </p:to>
                                    </p:set>
                                    <p:anim calcmode="lin" valueType="num">
                                      <p:cBhvr>
                                        <p:cTn id="7" dur="500" fill="hold"/>
                                        <p:tgtEl>
                                          <p:spTgt spid="123"/>
                                        </p:tgtEl>
                                        <p:attrNameLst>
                                          <p:attrName>ppt_w</p:attrName>
                                        </p:attrNameLst>
                                      </p:cBhvr>
                                      <p:tavLst>
                                        <p:tav tm="0">
                                          <p:val>
                                            <p:fltVal val="0"/>
                                          </p:val>
                                        </p:tav>
                                        <p:tav tm="100000">
                                          <p:val>
                                            <p:strVal val="#ppt_w"/>
                                          </p:val>
                                        </p:tav>
                                      </p:tavLst>
                                    </p:anim>
                                    <p:anim calcmode="lin" valueType="num">
                                      <p:cBhvr>
                                        <p:cTn id="8" dur="500" fill="hold"/>
                                        <p:tgtEl>
                                          <p:spTgt spid="123"/>
                                        </p:tgtEl>
                                        <p:attrNameLst>
                                          <p:attrName>ppt_h</p:attrName>
                                        </p:attrNameLst>
                                      </p:cBhvr>
                                      <p:tavLst>
                                        <p:tav tm="0">
                                          <p:val>
                                            <p:fltVal val="0"/>
                                          </p:val>
                                        </p:tav>
                                        <p:tav tm="100000">
                                          <p:val>
                                            <p:strVal val="#ppt_h"/>
                                          </p:val>
                                        </p:tav>
                                      </p:tavLst>
                                    </p:anim>
                                    <p:anim calcmode="lin" valueType="num">
                                      <p:cBhvr>
                                        <p:cTn id="9" dur="500" fill="hold"/>
                                        <p:tgtEl>
                                          <p:spTgt spid="123"/>
                                        </p:tgtEl>
                                        <p:attrNameLst>
                                          <p:attrName>style.rotation</p:attrName>
                                        </p:attrNameLst>
                                      </p:cBhvr>
                                      <p:tavLst>
                                        <p:tav tm="0">
                                          <p:val>
                                            <p:fltVal val="360"/>
                                          </p:val>
                                        </p:tav>
                                        <p:tav tm="100000">
                                          <p:val>
                                            <p:fltVal val="0"/>
                                          </p:val>
                                        </p:tav>
                                      </p:tavLst>
                                    </p:anim>
                                    <p:animEffect transition="in" filter="fade">
                                      <p:cBhvr>
                                        <p:cTn id="10"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Diagram 54"/>
          <p:cNvGraphicFramePr/>
          <p:nvPr>
            <p:extLst/>
          </p:nvPr>
        </p:nvGraphicFramePr>
        <p:xfrm>
          <a:off x="2637487" y="2005350"/>
          <a:ext cx="6983572" cy="40130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58" name="Group 57"/>
          <p:cNvGrpSpPr/>
          <p:nvPr/>
        </p:nvGrpSpPr>
        <p:grpSpPr>
          <a:xfrm>
            <a:off x="8562327" y="1936772"/>
            <a:ext cx="1908686" cy="1970727"/>
            <a:chOff x="838200" y="862698"/>
            <a:chExt cx="1909183" cy="1971240"/>
          </a:xfrm>
        </p:grpSpPr>
        <p:sp>
          <p:nvSpPr>
            <p:cNvPr id="59" name="Rectangle 1436"/>
            <p:cNvSpPr>
              <a:spLocks noChangeArrowheads="1"/>
            </p:cNvSpPr>
            <p:nvPr/>
          </p:nvSpPr>
          <p:spPr bwMode="auto">
            <a:xfrm>
              <a:off x="929609" y="1347943"/>
              <a:ext cx="732573" cy="369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defTabSz="914126" fontAlgn="base">
                <a:spcBef>
                  <a:spcPct val="0"/>
                </a:spcBef>
                <a:spcAft>
                  <a:spcPct val="0"/>
                </a:spcAft>
              </a:pPr>
              <a:r>
                <a:rPr lang="id-ID" sz="2399" dirty="0">
                  <a:cs typeface="Arial" pitchFamily="34" charset="0"/>
                </a:rPr>
                <a:t>Meet</a:t>
              </a:r>
              <a:endParaRPr lang="en-US" sz="5398" dirty="0">
                <a:cs typeface="Arial" pitchFamily="34" charset="0"/>
              </a:endParaRPr>
            </a:p>
          </p:txBody>
        </p:sp>
        <p:sp>
          <p:nvSpPr>
            <p:cNvPr id="60" name="Rectangle 1436"/>
            <p:cNvSpPr>
              <a:spLocks noChangeArrowheads="1"/>
            </p:cNvSpPr>
            <p:nvPr/>
          </p:nvSpPr>
          <p:spPr bwMode="auto">
            <a:xfrm>
              <a:off x="914401" y="862698"/>
              <a:ext cx="644407" cy="676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defTabSz="914126" fontAlgn="base">
                <a:spcBef>
                  <a:spcPct val="0"/>
                </a:spcBef>
                <a:spcAft>
                  <a:spcPct val="0"/>
                </a:spcAft>
              </a:pPr>
              <a:r>
                <a:rPr lang="en-US" sz="4399" dirty="0">
                  <a:solidFill>
                    <a:schemeClr val="accent1"/>
                  </a:solidFill>
                  <a:cs typeface="Arial" pitchFamily="34" charset="0"/>
                </a:rPr>
                <a:t>0</a:t>
              </a:r>
              <a:r>
                <a:rPr lang="id-ID" sz="4399" dirty="0">
                  <a:solidFill>
                    <a:schemeClr val="accent1"/>
                  </a:solidFill>
                  <a:cs typeface="Arial" pitchFamily="34" charset="0"/>
                </a:rPr>
                <a:t>2</a:t>
              </a:r>
              <a:endParaRPr lang="en-US" sz="8797" dirty="0">
                <a:solidFill>
                  <a:schemeClr val="accent1"/>
                </a:solidFill>
                <a:cs typeface="Arial" pitchFamily="34" charset="0"/>
              </a:endParaRPr>
            </a:p>
          </p:txBody>
        </p:sp>
        <p:sp>
          <p:nvSpPr>
            <p:cNvPr id="61" name="Content Placeholder 2"/>
            <p:cNvSpPr txBox="1">
              <a:spLocks/>
            </p:cNvSpPr>
            <p:nvPr/>
          </p:nvSpPr>
          <p:spPr>
            <a:xfrm>
              <a:off x="838200" y="1685427"/>
              <a:ext cx="1909183" cy="1148511"/>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100" dirty="0">
                  <a:solidFill>
                    <a:schemeClr val="bg1">
                      <a:lumMod val="65000"/>
                    </a:schemeClr>
                  </a:solidFill>
                </a:rPr>
                <a:t>Lorem ipsum dolor sit amet, consectetur adipiscing elit. Sed imperdiet tincidunt velit laoreet facilisis. Praesent tempus ipsum suscipit</a:t>
              </a:r>
              <a:endParaRPr lang="en-US" sz="1050" dirty="0">
                <a:solidFill>
                  <a:schemeClr val="bg1">
                    <a:lumMod val="65000"/>
                  </a:schemeClr>
                </a:solidFill>
              </a:endParaRPr>
            </a:p>
          </p:txBody>
        </p:sp>
      </p:grpSp>
      <p:grpSp>
        <p:nvGrpSpPr>
          <p:cNvPr id="62" name="Group 61"/>
          <p:cNvGrpSpPr/>
          <p:nvPr/>
        </p:nvGrpSpPr>
        <p:grpSpPr>
          <a:xfrm>
            <a:off x="1640951" y="1922261"/>
            <a:ext cx="2015701" cy="1856095"/>
            <a:chOff x="809172" y="833664"/>
            <a:chExt cx="2016226" cy="1856578"/>
          </a:xfrm>
        </p:grpSpPr>
        <p:sp>
          <p:nvSpPr>
            <p:cNvPr id="63" name="Rectangle 1436"/>
            <p:cNvSpPr>
              <a:spLocks noChangeArrowheads="1"/>
            </p:cNvSpPr>
            <p:nvPr/>
          </p:nvSpPr>
          <p:spPr bwMode="auto">
            <a:xfrm>
              <a:off x="817111" y="1318915"/>
              <a:ext cx="1930272" cy="369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algn="r" defTabSz="914126" fontAlgn="base">
                <a:spcBef>
                  <a:spcPct val="0"/>
                </a:spcBef>
                <a:spcAft>
                  <a:spcPct val="0"/>
                </a:spcAft>
              </a:pPr>
              <a:r>
                <a:rPr lang="id-ID" sz="2399" dirty="0">
                  <a:cs typeface="Arial" pitchFamily="34" charset="0"/>
                </a:rPr>
                <a:t>Development</a:t>
              </a:r>
              <a:endParaRPr lang="en-US" sz="2399" dirty="0">
                <a:cs typeface="Arial" pitchFamily="34" charset="0"/>
              </a:endParaRPr>
            </a:p>
          </p:txBody>
        </p:sp>
        <p:sp>
          <p:nvSpPr>
            <p:cNvPr id="64" name="Rectangle 1436"/>
            <p:cNvSpPr>
              <a:spLocks noChangeArrowheads="1"/>
            </p:cNvSpPr>
            <p:nvPr/>
          </p:nvSpPr>
          <p:spPr bwMode="auto">
            <a:xfrm>
              <a:off x="2102975" y="833664"/>
              <a:ext cx="644408" cy="676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algn="r" defTabSz="914126" fontAlgn="base">
                <a:spcBef>
                  <a:spcPct val="0"/>
                </a:spcBef>
                <a:spcAft>
                  <a:spcPct val="0"/>
                </a:spcAft>
              </a:pPr>
              <a:r>
                <a:rPr lang="en-US" sz="4399" dirty="0">
                  <a:solidFill>
                    <a:schemeClr val="accent4"/>
                  </a:solidFill>
                  <a:cs typeface="Arial" pitchFamily="34" charset="0"/>
                </a:rPr>
                <a:t>0</a:t>
              </a:r>
              <a:r>
                <a:rPr lang="id-ID" sz="4399" dirty="0">
                  <a:solidFill>
                    <a:schemeClr val="accent4"/>
                  </a:solidFill>
                  <a:cs typeface="Arial" pitchFamily="34" charset="0"/>
                </a:rPr>
                <a:t>1</a:t>
              </a:r>
              <a:endParaRPr lang="en-US" sz="8797" dirty="0">
                <a:solidFill>
                  <a:schemeClr val="accent4"/>
                </a:solidFill>
                <a:cs typeface="Arial" pitchFamily="34" charset="0"/>
              </a:endParaRPr>
            </a:p>
          </p:txBody>
        </p:sp>
        <p:sp>
          <p:nvSpPr>
            <p:cNvPr id="65" name="Content Placeholder 2"/>
            <p:cNvSpPr txBox="1">
              <a:spLocks/>
            </p:cNvSpPr>
            <p:nvPr/>
          </p:nvSpPr>
          <p:spPr>
            <a:xfrm>
              <a:off x="809172" y="1685428"/>
              <a:ext cx="2016226" cy="1004814"/>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US" sz="1100" dirty="0">
                  <a:solidFill>
                    <a:schemeClr val="bg1">
                      <a:lumMod val="65000"/>
                    </a:schemeClr>
                  </a:solidFill>
                </a:rPr>
                <a:t>Lorem ipsum dolor sit amet, consectetur adipiscing elit. Sed imperdiet tincidunt velit laoreet facilisis. Praesent tempus ipsum suscipit</a:t>
              </a:r>
              <a:endParaRPr lang="en-US" sz="1050" dirty="0">
                <a:solidFill>
                  <a:schemeClr val="bg1">
                    <a:lumMod val="65000"/>
                  </a:schemeClr>
                </a:solidFill>
              </a:endParaRPr>
            </a:p>
          </p:txBody>
        </p:sp>
      </p:grpSp>
      <p:grpSp>
        <p:nvGrpSpPr>
          <p:cNvPr id="66" name="Group 65"/>
          <p:cNvGrpSpPr/>
          <p:nvPr/>
        </p:nvGrpSpPr>
        <p:grpSpPr>
          <a:xfrm>
            <a:off x="8119768" y="3990000"/>
            <a:ext cx="1908686" cy="1970727"/>
            <a:chOff x="838200" y="862698"/>
            <a:chExt cx="1909183" cy="1971240"/>
          </a:xfrm>
        </p:grpSpPr>
        <p:sp>
          <p:nvSpPr>
            <p:cNvPr id="67" name="Rectangle 1436"/>
            <p:cNvSpPr>
              <a:spLocks noChangeArrowheads="1"/>
            </p:cNvSpPr>
            <p:nvPr/>
          </p:nvSpPr>
          <p:spPr bwMode="auto">
            <a:xfrm>
              <a:off x="929609" y="1347943"/>
              <a:ext cx="713593" cy="369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defTabSz="914126" fontAlgn="base">
                <a:spcBef>
                  <a:spcPct val="0"/>
                </a:spcBef>
                <a:spcAft>
                  <a:spcPct val="0"/>
                </a:spcAft>
              </a:pPr>
              <a:r>
                <a:rPr lang="id-ID" sz="2399" dirty="0">
                  <a:cs typeface="Arial" pitchFamily="34" charset="0"/>
                </a:rPr>
                <a:t>Fixes</a:t>
              </a:r>
              <a:endParaRPr lang="en-US" sz="5398" dirty="0">
                <a:cs typeface="Arial" pitchFamily="34" charset="0"/>
              </a:endParaRPr>
            </a:p>
          </p:txBody>
        </p:sp>
        <p:sp>
          <p:nvSpPr>
            <p:cNvPr id="74" name="Rectangle 1436"/>
            <p:cNvSpPr>
              <a:spLocks noChangeArrowheads="1"/>
            </p:cNvSpPr>
            <p:nvPr/>
          </p:nvSpPr>
          <p:spPr bwMode="auto">
            <a:xfrm>
              <a:off x="914401" y="862698"/>
              <a:ext cx="644407" cy="676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defTabSz="914126" fontAlgn="base">
                <a:spcBef>
                  <a:spcPct val="0"/>
                </a:spcBef>
                <a:spcAft>
                  <a:spcPct val="0"/>
                </a:spcAft>
              </a:pPr>
              <a:r>
                <a:rPr lang="en-US" sz="4399" dirty="0">
                  <a:solidFill>
                    <a:schemeClr val="tx1">
                      <a:lumMod val="85000"/>
                      <a:lumOff val="15000"/>
                    </a:schemeClr>
                  </a:solidFill>
                  <a:cs typeface="Arial" pitchFamily="34" charset="0"/>
                </a:rPr>
                <a:t>0</a:t>
              </a:r>
              <a:r>
                <a:rPr lang="id-ID" sz="4399" dirty="0">
                  <a:solidFill>
                    <a:schemeClr val="tx1">
                      <a:lumMod val="85000"/>
                      <a:lumOff val="15000"/>
                    </a:schemeClr>
                  </a:solidFill>
                  <a:cs typeface="Arial" pitchFamily="34" charset="0"/>
                </a:rPr>
                <a:t>4</a:t>
              </a:r>
              <a:endParaRPr lang="en-US" sz="8797" dirty="0">
                <a:solidFill>
                  <a:schemeClr val="tx1">
                    <a:lumMod val="85000"/>
                    <a:lumOff val="15000"/>
                  </a:schemeClr>
                </a:solidFill>
                <a:cs typeface="Arial" pitchFamily="34" charset="0"/>
              </a:endParaRPr>
            </a:p>
          </p:txBody>
        </p:sp>
        <p:sp>
          <p:nvSpPr>
            <p:cNvPr id="75" name="Content Placeholder 2"/>
            <p:cNvSpPr txBox="1">
              <a:spLocks/>
            </p:cNvSpPr>
            <p:nvPr/>
          </p:nvSpPr>
          <p:spPr>
            <a:xfrm>
              <a:off x="838200" y="1685427"/>
              <a:ext cx="1909183" cy="1148511"/>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100" dirty="0">
                  <a:solidFill>
                    <a:schemeClr val="bg1">
                      <a:lumMod val="65000"/>
                    </a:schemeClr>
                  </a:solidFill>
                </a:rPr>
                <a:t>Lorem ipsum dolor sit amet, consectetur adipiscing elit. Sed imperdiet tincidunt velit laoreet facilisis. Praesent tempus ipsum suscipit</a:t>
              </a:r>
              <a:endParaRPr lang="en-US" sz="1050" dirty="0">
                <a:solidFill>
                  <a:schemeClr val="bg1">
                    <a:lumMod val="65000"/>
                  </a:schemeClr>
                </a:solidFill>
              </a:endParaRPr>
            </a:p>
          </p:txBody>
        </p:sp>
      </p:grpSp>
      <p:grpSp>
        <p:nvGrpSpPr>
          <p:cNvPr id="84" name="Group 83"/>
          <p:cNvGrpSpPr/>
          <p:nvPr/>
        </p:nvGrpSpPr>
        <p:grpSpPr>
          <a:xfrm>
            <a:off x="2054495" y="3946469"/>
            <a:ext cx="2015701" cy="1856095"/>
            <a:chOff x="809172" y="833664"/>
            <a:chExt cx="2016226" cy="1856578"/>
          </a:xfrm>
        </p:grpSpPr>
        <p:sp>
          <p:nvSpPr>
            <p:cNvPr id="85" name="Rectangle 1436"/>
            <p:cNvSpPr>
              <a:spLocks noChangeArrowheads="1"/>
            </p:cNvSpPr>
            <p:nvPr/>
          </p:nvSpPr>
          <p:spPr bwMode="auto">
            <a:xfrm>
              <a:off x="1408619" y="1318915"/>
              <a:ext cx="1338764" cy="369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algn="r" defTabSz="914126" fontAlgn="base">
                <a:spcBef>
                  <a:spcPct val="0"/>
                </a:spcBef>
                <a:spcAft>
                  <a:spcPct val="0"/>
                </a:spcAft>
              </a:pPr>
              <a:r>
                <a:rPr lang="id-ID" sz="2399" dirty="0">
                  <a:cs typeface="Arial" pitchFamily="34" charset="0"/>
                </a:rPr>
                <a:t>Revisions</a:t>
              </a:r>
              <a:endParaRPr lang="en-US" sz="5398" dirty="0">
                <a:cs typeface="Arial" pitchFamily="34" charset="0"/>
              </a:endParaRPr>
            </a:p>
          </p:txBody>
        </p:sp>
        <p:sp>
          <p:nvSpPr>
            <p:cNvPr id="94" name="Rectangle 1436"/>
            <p:cNvSpPr>
              <a:spLocks noChangeArrowheads="1"/>
            </p:cNvSpPr>
            <p:nvPr/>
          </p:nvSpPr>
          <p:spPr bwMode="auto">
            <a:xfrm>
              <a:off x="2102975" y="833664"/>
              <a:ext cx="644408" cy="676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algn="r" defTabSz="914126" fontAlgn="base">
                <a:spcBef>
                  <a:spcPct val="0"/>
                </a:spcBef>
                <a:spcAft>
                  <a:spcPct val="0"/>
                </a:spcAft>
              </a:pPr>
              <a:r>
                <a:rPr lang="en-US" sz="4399" dirty="0">
                  <a:solidFill>
                    <a:srgbClr val="FF0000"/>
                  </a:solidFill>
                  <a:cs typeface="Arial" pitchFamily="34" charset="0"/>
                </a:rPr>
                <a:t>0</a:t>
              </a:r>
              <a:r>
                <a:rPr lang="id-ID" sz="4399" dirty="0">
                  <a:solidFill>
                    <a:srgbClr val="FF0000"/>
                  </a:solidFill>
                  <a:cs typeface="Arial" pitchFamily="34" charset="0"/>
                </a:rPr>
                <a:t>3</a:t>
              </a:r>
              <a:endParaRPr lang="en-US" sz="8797" dirty="0">
                <a:solidFill>
                  <a:srgbClr val="FF0000"/>
                </a:solidFill>
                <a:cs typeface="Arial" pitchFamily="34" charset="0"/>
              </a:endParaRPr>
            </a:p>
          </p:txBody>
        </p:sp>
        <p:sp>
          <p:nvSpPr>
            <p:cNvPr id="95" name="Content Placeholder 2"/>
            <p:cNvSpPr txBox="1">
              <a:spLocks/>
            </p:cNvSpPr>
            <p:nvPr/>
          </p:nvSpPr>
          <p:spPr>
            <a:xfrm>
              <a:off x="809172" y="1685428"/>
              <a:ext cx="2016226" cy="1004814"/>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US" sz="1100" dirty="0">
                  <a:solidFill>
                    <a:schemeClr val="bg1">
                      <a:lumMod val="65000"/>
                    </a:schemeClr>
                  </a:solidFill>
                </a:rPr>
                <a:t>Lorem ipsum dolor sit amet, consectetur adipiscing elit. Sed imperdiet tincidunt velit laoreet facilisis. Praesent tempus ipsum suscipit</a:t>
              </a:r>
              <a:endParaRPr lang="en-US" sz="1050" dirty="0">
                <a:solidFill>
                  <a:schemeClr val="bg1">
                    <a:lumMod val="65000"/>
                  </a:schemeClr>
                </a:solidFill>
              </a:endParaRPr>
            </a:p>
          </p:txBody>
        </p:sp>
      </p:grpSp>
      <p:sp>
        <p:nvSpPr>
          <p:cNvPr id="33"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INFOGRAPHIC FUNNEL</a:t>
            </a:r>
          </a:p>
        </p:txBody>
      </p:sp>
      <p:sp>
        <p:nvSpPr>
          <p:cNvPr id="34" name="Rectangle 33"/>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35" name="Group 34"/>
          <p:cNvGrpSpPr/>
          <p:nvPr/>
        </p:nvGrpSpPr>
        <p:grpSpPr>
          <a:xfrm rot="10800000" flipV="1">
            <a:off x="5380522" y="1080697"/>
            <a:ext cx="1427781" cy="45707"/>
            <a:chOff x="3965945" y="1385354"/>
            <a:chExt cx="4572000" cy="79107"/>
          </a:xfrm>
        </p:grpSpPr>
        <p:sp>
          <p:nvSpPr>
            <p:cNvPr id="36" name="Rectangle 35"/>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7" name="Rectangle 36"/>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8" name="Rectangle 37"/>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9" name="Rectangle 38"/>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41" name="Rectangle 40"/>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extLst>
      <p:ext uri="{BB962C8B-B14F-4D97-AF65-F5344CB8AC3E}">
        <p14:creationId xmlns:p14="http://schemas.microsoft.com/office/powerpoint/2010/main" val="326019134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3500"/>
                                  </p:stCondLst>
                                  <p:childTnLst>
                                    <p:set>
                                      <p:cBhvr>
                                        <p:cTn id="6" dur="1" fill="hold">
                                          <p:stCondLst>
                                            <p:cond delay="0"/>
                                          </p:stCondLst>
                                        </p:cTn>
                                        <p:tgtEl>
                                          <p:spTgt spid="55">
                                            <p:graphicEl>
                                              <a:dgm id="{E4277DE1-EE6B-48AC-BC20-137184D687FB}"/>
                                            </p:graphicEl>
                                          </p:spTgt>
                                        </p:tgtEl>
                                        <p:attrNameLst>
                                          <p:attrName>style.visibility</p:attrName>
                                        </p:attrNameLst>
                                      </p:cBhvr>
                                      <p:to>
                                        <p:strVal val="visible"/>
                                      </p:to>
                                    </p:set>
                                    <p:anim calcmode="lin" valueType="num">
                                      <p:cBhvr additive="base">
                                        <p:cTn id="7" dur="500" fill="hold"/>
                                        <p:tgtEl>
                                          <p:spTgt spid="55">
                                            <p:graphicEl>
                                              <a:dgm id="{E4277DE1-EE6B-48AC-BC20-137184D687FB}"/>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5">
                                            <p:graphicEl>
                                              <a:dgm id="{E4277DE1-EE6B-48AC-BC20-137184D687FB}"/>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4000"/>
                                  </p:stCondLst>
                                  <p:childTnLst>
                                    <p:set>
                                      <p:cBhvr>
                                        <p:cTn id="10" dur="1" fill="hold">
                                          <p:stCondLst>
                                            <p:cond delay="0"/>
                                          </p:stCondLst>
                                        </p:cTn>
                                        <p:tgtEl>
                                          <p:spTgt spid="55">
                                            <p:graphicEl>
                                              <a:dgm id="{5BB0099B-95D3-4A85-8284-76B7E027B9B9}"/>
                                            </p:graphicEl>
                                          </p:spTgt>
                                        </p:tgtEl>
                                        <p:attrNameLst>
                                          <p:attrName>style.visibility</p:attrName>
                                        </p:attrNameLst>
                                      </p:cBhvr>
                                      <p:to>
                                        <p:strVal val="visible"/>
                                      </p:to>
                                    </p:set>
                                    <p:anim calcmode="lin" valueType="num">
                                      <p:cBhvr additive="base">
                                        <p:cTn id="11" dur="500" fill="hold"/>
                                        <p:tgtEl>
                                          <p:spTgt spid="55">
                                            <p:graphicEl>
                                              <a:dgm id="{5BB0099B-95D3-4A85-8284-76B7E027B9B9}"/>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55">
                                            <p:graphicEl>
                                              <a:dgm id="{5BB0099B-95D3-4A85-8284-76B7E027B9B9}"/>
                                            </p:graphic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4500"/>
                                  </p:stCondLst>
                                  <p:childTnLst>
                                    <p:set>
                                      <p:cBhvr>
                                        <p:cTn id="14" dur="1" fill="hold">
                                          <p:stCondLst>
                                            <p:cond delay="0"/>
                                          </p:stCondLst>
                                        </p:cTn>
                                        <p:tgtEl>
                                          <p:spTgt spid="55">
                                            <p:graphicEl>
                                              <a:dgm id="{815042A7-5DA0-4EAA-B612-12B3DF150489}"/>
                                            </p:graphicEl>
                                          </p:spTgt>
                                        </p:tgtEl>
                                        <p:attrNameLst>
                                          <p:attrName>style.visibility</p:attrName>
                                        </p:attrNameLst>
                                      </p:cBhvr>
                                      <p:to>
                                        <p:strVal val="visible"/>
                                      </p:to>
                                    </p:set>
                                    <p:anim calcmode="lin" valueType="num">
                                      <p:cBhvr additive="base">
                                        <p:cTn id="15" dur="500" fill="hold"/>
                                        <p:tgtEl>
                                          <p:spTgt spid="55">
                                            <p:graphicEl>
                                              <a:dgm id="{815042A7-5DA0-4EAA-B612-12B3DF150489}"/>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55">
                                            <p:graphicEl>
                                              <a:dgm id="{815042A7-5DA0-4EAA-B612-12B3DF150489}"/>
                                            </p:graphic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5000"/>
                                  </p:stCondLst>
                                  <p:childTnLst>
                                    <p:set>
                                      <p:cBhvr>
                                        <p:cTn id="18" dur="1" fill="hold">
                                          <p:stCondLst>
                                            <p:cond delay="0"/>
                                          </p:stCondLst>
                                        </p:cTn>
                                        <p:tgtEl>
                                          <p:spTgt spid="55">
                                            <p:graphicEl>
                                              <a:dgm id="{5252D905-76C3-48EE-BFA0-A78ECCE8D255}"/>
                                            </p:graphicEl>
                                          </p:spTgt>
                                        </p:tgtEl>
                                        <p:attrNameLst>
                                          <p:attrName>style.visibility</p:attrName>
                                        </p:attrNameLst>
                                      </p:cBhvr>
                                      <p:to>
                                        <p:strVal val="visible"/>
                                      </p:to>
                                    </p:set>
                                    <p:anim calcmode="lin" valueType="num">
                                      <p:cBhvr additive="base">
                                        <p:cTn id="19" dur="500" fill="hold"/>
                                        <p:tgtEl>
                                          <p:spTgt spid="55">
                                            <p:graphicEl>
                                              <a:dgm id="{5252D905-76C3-48EE-BFA0-A78ECCE8D255}"/>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55">
                                            <p:graphicEl>
                                              <a:dgm id="{5252D905-76C3-48EE-BFA0-A78ECCE8D255}"/>
                                            </p:graphicEl>
                                          </p:spTgt>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p:stCondLst>
                                    <p:cond delay="5500"/>
                                  </p:stCondLst>
                                  <p:childTnLst>
                                    <p:set>
                                      <p:cBhvr>
                                        <p:cTn id="22" dur="1" fill="hold">
                                          <p:stCondLst>
                                            <p:cond delay="0"/>
                                          </p:stCondLst>
                                        </p:cTn>
                                        <p:tgtEl>
                                          <p:spTgt spid="55">
                                            <p:graphicEl>
                                              <a:dgm id="{DE0C5861-112A-41FE-B10D-A77CC01B086A}"/>
                                            </p:graphicEl>
                                          </p:spTgt>
                                        </p:tgtEl>
                                        <p:attrNameLst>
                                          <p:attrName>style.visibility</p:attrName>
                                        </p:attrNameLst>
                                      </p:cBhvr>
                                      <p:to>
                                        <p:strVal val="visible"/>
                                      </p:to>
                                    </p:set>
                                    <p:anim calcmode="lin" valueType="num">
                                      <p:cBhvr additive="base">
                                        <p:cTn id="23" dur="500" fill="hold"/>
                                        <p:tgtEl>
                                          <p:spTgt spid="55">
                                            <p:graphicEl>
                                              <a:dgm id="{DE0C5861-112A-41FE-B10D-A77CC01B086A}"/>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55">
                                            <p:graphicEl>
                                              <a:dgm id="{DE0C5861-112A-41FE-B10D-A77CC01B086A}"/>
                                            </p:graphicEl>
                                          </p:spTgt>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6000"/>
                                  </p:stCondLst>
                                  <p:childTnLst>
                                    <p:set>
                                      <p:cBhvr>
                                        <p:cTn id="26" dur="1" fill="hold">
                                          <p:stCondLst>
                                            <p:cond delay="0"/>
                                          </p:stCondLst>
                                        </p:cTn>
                                        <p:tgtEl>
                                          <p:spTgt spid="55">
                                            <p:graphicEl>
                                              <a:dgm id="{F51DD76F-1488-46C3-8564-1EFAD8CBE006}"/>
                                            </p:graphicEl>
                                          </p:spTgt>
                                        </p:tgtEl>
                                        <p:attrNameLst>
                                          <p:attrName>style.visibility</p:attrName>
                                        </p:attrNameLst>
                                      </p:cBhvr>
                                      <p:to>
                                        <p:strVal val="visible"/>
                                      </p:to>
                                    </p:set>
                                    <p:anim calcmode="lin" valueType="num">
                                      <p:cBhvr additive="base">
                                        <p:cTn id="27" dur="500" fill="hold"/>
                                        <p:tgtEl>
                                          <p:spTgt spid="55">
                                            <p:graphicEl>
                                              <a:dgm id="{F51DD76F-1488-46C3-8564-1EFAD8CBE006}"/>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55">
                                            <p:graphicEl>
                                              <a:dgm id="{F51DD76F-1488-46C3-8564-1EFAD8CBE006}"/>
                                            </p:graphicEl>
                                          </p:spTgt>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6500"/>
                                  </p:stCondLst>
                                  <p:childTnLst>
                                    <p:set>
                                      <p:cBhvr>
                                        <p:cTn id="30" dur="1" fill="hold">
                                          <p:stCondLst>
                                            <p:cond delay="0"/>
                                          </p:stCondLst>
                                        </p:cTn>
                                        <p:tgtEl>
                                          <p:spTgt spid="55">
                                            <p:graphicEl>
                                              <a:dgm id="{1CC43328-DD33-4DDC-BB11-9E196E68F6C7}"/>
                                            </p:graphicEl>
                                          </p:spTgt>
                                        </p:tgtEl>
                                        <p:attrNameLst>
                                          <p:attrName>style.visibility</p:attrName>
                                        </p:attrNameLst>
                                      </p:cBhvr>
                                      <p:to>
                                        <p:strVal val="visible"/>
                                      </p:to>
                                    </p:set>
                                    <p:anim calcmode="lin" valueType="num">
                                      <p:cBhvr additive="base">
                                        <p:cTn id="31" dur="500" fill="hold"/>
                                        <p:tgtEl>
                                          <p:spTgt spid="55">
                                            <p:graphicEl>
                                              <a:dgm id="{1CC43328-DD33-4DDC-BB11-9E196E68F6C7}"/>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55">
                                            <p:graphicEl>
                                              <a:dgm id="{1CC43328-DD33-4DDC-BB11-9E196E68F6C7}"/>
                                            </p:graphicEl>
                                          </p:spTgt>
                                        </p:tgtEl>
                                        <p:attrNameLst>
                                          <p:attrName>ppt_y</p:attrName>
                                        </p:attrNameLst>
                                      </p:cBhvr>
                                      <p:tavLst>
                                        <p:tav tm="0">
                                          <p:val>
                                            <p:strVal val="0-#ppt_h/2"/>
                                          </p:val>
                                        </p:tav>
                                        <p:tav tm="100000">
                                          <p:val>
                                            <p:strVal val="#ppt_y"/>
                                          </p:val>
                                        </p:tav>
                                      </p:tavLst>
                                    </p:anim>
                                  </p:childTnLst>
                                </p:cTn>
                              </p:par>
                            </p:childTnLst>
                          </p:cTn>
                        </p:par>
                        <p:par>
                          <p:cTn id="33" fill="hold">
                            <p:stCondLst>
                              <p:cond delay="7000"/>
                            </p:stCondLst>
                            <p:childTnLst>
                              <p:par>
                                <p:cTn id="34" presetID="10" presetClass="entr" presetSubtype="0" fill="hold" nodeType="after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fade">
                                      <p:cBhvr>
                                        <p:cTn id="36" dur="500"/>
                                        <p:tgtEl>
                                          <p:spTgt spid="58"/>
                                        </p:tgtEl>
                                      </p:cBhvr>
                                    </p:animEffect>
                                  </p:childTnLst>
                                </p:cTn>
                              </p:par>
                            </p:childTnLst>
                          </p:cTn>
                        </p:par>
                        <p:par>
                          <p:cTn id="37" fill="hold">
                            <p:stCondLst>
                              <p:cond delay="7500"/>
                            </p:stCondLst>
                            <p:childTnLst>
                              <p:par>
                                <p:cTn id="38" presetID="10" presetClass="entr" presetSubtype="0" fill="hold" nodeType="after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fade">
                                      <p:cBhvr>
                                        <p:cTn id="40" dur="500"/>
                                        <p:tgtEl>
                                          <p:spTgt spid="62"/>
                                        </p:tgtEl>
                                      </p:cBhvr>
                                    </p:animEffect>
                                  </p:childTnLst>
                                </p:cTn>
                              </p:par>
                            </p:childTnLst>
                          </p:cTn>
                        </p:par>
                        <p:par>
                          <p:cTn id="41" fill="hold">
                            <p:stCondLst>
                              <p:cond delay="8000"/>
                            </p:stCondLst>
                            <p:childTnLst>
                              <p:par>
                                <p:cTn id="42" presetID="10" presetClass="entr" presetSubtype="0" fill="hold" nodeType="afterEffect">
                                  <p:stCondLst>
                                    <p:cond delay="0"/>
                                  </p:stCondLst>
                                  <p:childTnLst>
                                    <p:set>
                                      <p:cBhvr>
                                        <p:cTn id="43" dur="1" fill="hold">
                                          <p:stCondLst>
                                            <p:cond delay="0"/>
                                          </p:stCondLst>
                                        </p:cTn>
                                        <p:tgtEl>
                                          <p:spTgt spid="66"/>
                                        </p:tgtEl>
                                        <p:attrNameLst>
                                          <p:attrName>style.visibility</p:attrName>
                                        </p:attrNameLst>
                                      </p:cBhvr>
                                      <p:to>
                                        <p:strVal val="visible"/>
                                      </p:to>
                                    </p:set>
                                    <p:animEffect transition="in" filter="fade">
                                      <p:cBhvr>
                                        <p:cTn id="44" dur="500"/>
                                        <p:tgtEl>
                                          <p:spTgt spid="66"/>
                                        </p:tgtEl>
                                      </p:cBhvr>
                                    </p:animEffect>
                                  </p:childTnLst>
                                </p:cTn>
                              </p:par>
                            </p:childTnLst>
                          </p:cTn>
                        </p:par>
                        <p:par>
                          <p:cTn id="45" fill="hold">
                            <p:stCondLst>
                              <p:cond delay="8500"/>
                            </p:stCondLst>
                            <p:childTnLst>
                              <p:par>
                                <p:cTn id="46" presetID="10" presetClass="entr" presetSubtype="0" fill="hold" nodeType="afterEffect">
                                  <p:stCondLst>
                                    <p:cond delay="0"/>
                                  </p:stCondLst>
                                  <p:childTnLst>
                                    <p:set>
                                      <p:cBhvr>
                                        <p:cTn id="47" dur="1" fill="hold">
                                          <p:stCondLst>
                                            <p:cond delay="0"/>
                                          </p:stCondLst>
                                        </p:cTn>
                                        <p:tgtEl>
                                          <p:spTgt spid="84"/>
                                        </p:tgtEl>
                                        <p:attrNameLst>
                                          <p:attrName>style.visibility</p:attrName>
                                        </p:attrNameLst>
                                      </p:cBhvr>
                                      <p:to>
                                        <p:strVal val="visible"/>
                                      </p:to>
                                    </p:set>
                                    <p:animEffect transition="in" filter="fade">
                                      <p:cBhvr>
                                        <p:cTn id="48" dur="500"/>
                                        <p:tgtEl>
                                          <p:spTgt spid="84"/>
                                        </p:tgtEl>
                                      </p:cBhvr>
                                    </p:animEffect>
                                  </p:childTnLst>
                                </p:cTn>
                              </p:par>
                            </p:childTnLst>
                          </p:cTn>
                        </p:par>
                        <p:par>
                          <p:cTn id="49" fill="hold">
                            <p:stCondLst>
                              <p:cond delay="9000"/>
                            </p:stCondLst>
                            <p:childTnLst>
                              <p:par>
                                <p:cTn id="50" presetID="49" presetClass="entr" presetSubtype="0" decel="100000" fill="hold" nodeType="afterEffect">
                                  <p:stCondLst>
                                    <p:cond delay="0"/>
                                  </p:stCondLst>
                                  <p:childTnLst>
                                    <p:set>
                                      <p:cBhvr>
                                        <p:cTn id="51" dur="1" fill="hold">
                                          <p:stCondLst>
                                            <p:cond delay="0"/>
                                          </p:stCondLst>
                                        </p:cTn>
                                        <p:tgtEl>
                                          <p:spTgt spid="35"/>
                                        </p:tgtEl>
                                        <p:attrNameLst>
                                          <p:attrName>style.visibility</p:attrName>
                                        </p:attrNameLst>
                                      </p:cBhvr>
                                      <p:to>
                                        <p:strVal val="visible"/>
                                      </p:to>
                                    </p:set>
                                    <p:anim calcmode="lin" valueType="num">
                                      <p:cBhvr>
                                        <p:cTn id="52" dur="500" fill="hold"/>
                                        <p:tgtEl>
                                          <p:spTgt spid="35"/>
                                        </p:tgtEl>
                                        <p:attrNameLst>
                                          <p:attrName>ppt_w</p:attrName>
                                        </p:attrNameLst>
                                      </p:cBhvr>
                                      <p:tavLst>
                                        <p:tav tm="0">
                                          <p:val>
                                            <p:fltVal val="0"/>
                                          </p:val>
                                        </p:tav>
                                        <p:tav tm="100000">
                                          <p:val>
                                            <p:strVal val="#ppt_w"/>
                                          </p:val>
                                        </p:tav>
                                      </p:tavLst>
                                    </p:anim>
                                    <p:anim calcmode="lin" valueType="num">
                                      <p:cBhvr>
                                        <p:cTn id="53" dur="500" fill="hold"/>
                                        <p:tgtEl>
                                          <p:spTgt spid="35"/>
                                        </p:tgtEl>
                                        <p:attrNameLst>
                                          <p:attrName>ppt_h</p:attrName>
                                        </p:attrNameLst>
                                      </p:cBhvr>
                                      <p:tavLst>
                                        <p:tav tm="0">
                                          <p:val>
                                            <p:fltVal val="0"/>
                                          </p:val>
                                        </p:tav>
                                        <p:tav tm="100000">
                                          <p:val>
                                            <p:strVal val="#ppt_h"/>
                                          </p:val>
                                        </p:tav>
                                      </p:tavLst>
                                    </p:anim>
                                    <p:anim calcmode="lin" valueType="num">
                                      <p:cBhvr>
                                        <p:cTn id="54" dur="500" fill="hold"/>
                                        <p:tgtEl>
                                          <p:spTgt spid="35"/>
                                        </p:tgtEl>
                                        <p:attrNameLst>
                                          <p:attrName>style.rotation</p:attrName>
                                        </p:attrNameLst>
                                      </p:cBhvr>
                                      <p:tavLst>
                                        <p:tav tm="0">
                                          <p:val>
                                            <p:fltVal val="360"/>
                                          </p:val>
                                        </p:tav>
                                        <p:tav tm="100000">
                                          <p:val>
                                            <p:fltVal val="0"/>
                                          </p:val>
                                        </p:tav>
                                      </p:tavLst>
                                    </p:anim>
                                    <p:animEffect transition="in" filter="fade">
                                      <p:cBhvr>
                                        <p:cTn id="5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5" grpId="0">
        <p:bldSub>
          <a:bldDgm bld="one"/>
        </p:bldSub>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 Placeholder 15"/>
          <p:cNvSpPr>
            <a:spLocks noGrp="1"/>
          </p:cNvSpPr>
          <p:nvPr>
            <p:ph type="body" sz="quarter" idx="14"/>
          </p:nvPr>
        </p:nvSpPr>
        <p:spPr>
          <a:xfrm>
            <a:off x="6569022" y="4143125"/>
            <a:ext cx="4172573" cy="1195876"/>
          </a:xfrm>
        </p:spPr>
        <p:txBody>
          <a:bodyPr>
            <a:normAutofit fontScale="92500"/>
          </a:bodyPr>
          <a:lstStyle/>
          <a:p>
            <a:r>
              <a:rPr lang="en-US" dirty="0" err="1"/>
              <a:t>conseSed</a:t>
            </a:r>
            <a:r>
              <a:rPr lang="en-US" dirty="0"/>
              <a:t> </a:t>
            </a:r>
            <a:r>
              <a:rPr lang="en-US" dirty="0" err="1"/>
              <a:t>ut</a:t>
            </a:r>
            <a:r>
              <a:rPr lang="en-US" dirty="0"/>
              <a:t> </a:t>
            </a:r>
            <a:r>
              <a:rPr lang="en-US" dirty="0" err="1"/>
              <a:t>perspiciamnis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accvoluptatem</a:t>
            </a:r>
            <a:r>
              <a:rPr lang="en-US" dirty="0"/>
              <a:t> </a:t>
            </a:r>
            <a:r>
              <a:rPr lang="en-US" dirty="0" err="1"/>
              <a:t>accusantiumconseSed</a:t>
            </a:r>
            <a:r>
              <a:rPr lang="en-US" dirty="0"/>
              <a:t> </a:t>
            </a:r>
            <a:r>
              <a:rPr lang="en-US" dirty="0" err="1"/>
              <a:t>ut</a:t>
            </a:r>
            <a:r>
              <a:rPr lang="en-US" dirty="0"/>
              <a:t> </a:t>
            </a:r>
            <a:r>
              <a:rPr lang="en-US" dirty="0" err="1"/>
              <a:t>perconseSed</a:t>
            </a:r>
            <a:r>
              <a:rPr lang="en-US" dirty="0"/>
              <a:t> </a:t>
            </a:r>
            <a:r>
              <a:rPr lang="en-US" dirty="0" err="1"/>
              <a:t>ut</a:t>
            </a:r>
            <a:r>
              <a:rPr lang="en-US" dirty="0"/>
              <a:t> </a:t>
            </a:r>
            <a:r>
              <a:rPr lang="en-US" dirty="0" err="1"/>
              <a:t>perspiciamnis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accvoluptatem</a:t>
            </a:r>
            <a:r>
              <a:rPr lang="en-US" dirty="0"/>
              <a:t> </a:t>
            </a:r>
            <a:r>
              <a:rPr lang="en-US" dirty="0" err="1"/>
              <a:t>accusantiumconseSed</a:t>
            </a:r>
            <a:r>
              <a:rPr lang="en-US" dirty="0"/>
              <a:t> </a:t>
            </a:r>
            <a:r>
              <a:rPr lang="en-US" dirty="0" err="1"/>
              <a:t>ut</a:t>
            </a:r>
            <a:r>
              <a:rPr lang="en-US" dirty="0"/>
              <a:t> </a:t>
            </a:r>
            <a:r>
              <a:rPr lang="en-US" dirty="0" err="1"/>
              <a:t>perspiciamnisonseSed</a:t>
            </a:r>
            <a:r>
              <a:rPr lang="en-US" dirty="0"/>
              <a:t> </a:t>
            </a:r>
            <a:r>
              <a:rPr lang="en-US" dirty="0" err="1"/>
              <a:t>ut</a:t>
            </a:r>
            <a:r>
              <a:rPr lang="en-US" dirty="0"/>
              <a:t> </a:t>
            </a:r>
            <a:r>
              <a:rPr lang="en-US" dirty="0" err="1"/>
              <a:t>perspiciamnis</a:t>
            </a:r>
            <a:r>
              <a:rPr lang="en-US" dirty="0"/>
              <a:t> </a:t>
            </a:r>
            <a:r>
              <a:rPr lang="en-US" dirty="0" err="1"/>
              <a:t>iste</a:t>
            </a:r>
            <a:r>
              <a:rPr lang="en-US" dirty="0"/>
              <a:t> </a:t>
            </a:r>
            <a:r>
              <a:rPr lang="en-US" dirty="0" err="1"/>
              <a:t>natus</a:t>
            </a:r>
            <a:r>
              <a:rPr lang="en-US" dirty="0"/>
              <a:t> error sit </a:t>
            </a:r>
            <a:r>
              <a:rPr lang="en-US" dirty="0" err="1" smtClean="0"/>
              <a:t>voluptatem</a:t>
            </a:r>
            <a:endParaRPr lang="id-ID" dirty="0" smtClean="0"/>
          </a:p>
        </p:txBody>
      </p:sp>
      <p:sp>
        <p:nvSpPr>
          <p:cNvPr id="97" name="Content Placeholder 19"/>
          <p:cNvSpPr>
            <a:spLocks noGrp="1"/>
          </p:cNvSpPr>
          <p:nvPr>
            <p:ph sz="quarter" idx="16"/>
          </p:nvPr>
        </p:nvSpPr>
        <p:spPr>
          <a:xfrm>
            <a:off x="7358281" y="3208134"/>
            <a:ext cx="2003311" cy="292024"/>
          </a:xfrm>
        </p:spPr>
        <p:txBody>
          <a:bodyPr anchor="ctr">
            <a:noAutofit/>
          </a:bodyPr>
          <a:lstStyle/>
          <a:p>
            <a:r>
              <a:rPr lang="id-ID" sz="2399" dirty="0"/>
              <a:t>Asia</a:t>
            </a:r>
          </a:p>
        </p:txBody>
      </p:sp>
      <p:grpSp>
        <p:nvGrpSpPr>
          <p:cNvPr id="26" name="Group 4975"/>
          <p:cNvGrpSpPr/>
          <p:nvPr/>
        </p:nvGrpSpPr>
        <p:grpSpPr>
          <a:xfrm>
            <a:off x="1656027" y="2052516"/>
            <a:ext cx="4579915" cy="3935171"/>
            <a:chOff x="0" y="0"/>
            <a:chExt cx="8284145" cy="7117933"/>
          </a:xfrm>
          <a:solidFill>
            <a:srgbClr val="F0F0F0"/>
          </a:solidFill>
        </p:grpSpPr>
        <p:sp>
          <p:nvSpPr>
            <p:cNvPr id="27" name="Shape 4926"/>
            <p:cNvSpPr/>
            <p:nvPr/>
          </p:nvSpPr>
          <p:spPr>
            <a:xfrm>
              <a:off x="398484" y="3353908"/>
              <a:ext cx="123074" cy="98763"/>
            </a:xfrm>
            <a:custGeom>
              <a:avLst/>
              <a:gdLst/>
              <a:ahLst/>
              <a:cxnLst>
                <a:cxn ang="0">
                  <a:pos x="wd2" y="hd2"/>
                </a:cxn>
                <a:cxn ang="5400000">
                  <a:pos x="wd2" y="hd2"/>
                </a:cxn>
                <a:cxn ang="10800000">
                  <a:pos x="wd2" y="hd2"/>
                </a:cxn>
                <a:cxn ang="16200000">
                  <a:pos x="wd2" y="hd2"/>
                </a:cxn>
              </a:cxnLst>
              <a:rect l="0" t="0" r="r" b="b"/>
              <a:pathLst>
                <a:path w="21600" h="21600" extrusionOk="0">
                  <a:moveTo>
                    <a:pt x="7068" y="21600"/>
                  </a:moveTo>
                  <a:cubicBezTo>
                    <a:pt x="8863" y="20347"/>
                    <a:pt x="9830" y="18921"/>
                    <a:pt x="11507" y="17348"/>
                  </a:cubicBezTo>
                  <a:cubicBezTo>
                    <a:pt x="15984" y="13234"/>
                    <a:pt x="18971" y="11071"/>
                    <a:pt x="21600" y="4516"/>
                  </a:cubicBezTo>
                  <a:cubicBezTo>
                    <a:pt x="19082" y="2942"/>
                    <a:pt x="17451" y="1902"/>
                    <a:pt x="14663" y="1902"/>
                  </a:cubicBezTo>
                  <a:lnTo>
                    <a:pt x="14124" y="0"/>
                  </a:lnTo>
                  <a:lnTo>
                    <a:pt x="14124" y="0"/>
                  </a:lnTo>
                  <a:cubicBezTo>
                    <a:pt x="13499" y="320"/>
                    <a:pt x="12940" y="410"/>
                    <a:pt x="12243" y="852"/>
                  </a:cubicBezTo>
                  <a:cubicBezTo>
                    <a:pt x="10376" y="1992"/>
                    <a:pt x="9613" y="3270"/>
                    <a:pt x="7937" y="4770"/>
                  </a:cubicBezTo>
                  <a:cubicBezTo>
                    <a:pt x="5253" y="7195"/>
                    <a:pt x="4156" y="9104"/>
                    <a:pt x="1946" y="12243"/>
                  </a:cubicBezTo>
                  <a:cubicBezTo>
                    <a:pt x="1098" y="13464"/>
                    <a:pt x="729" y="14766"/>
                    <a:pt x="0" y="15807"/>
                  </a:cubicBezTo>
                  <a:lnTo>
                    <a:pt x="0" y="15807"/>
                  </a:lnTo>
                  <a:cubicBezTo>
                    <a:pt x="2551" y="18085"/>
                    <a:pt x="5615" y="18544"/>
                    <a:pt x="7068" y="21600"/>
                  </a:cubicBezTo>
                  <a:cubicBezTo>
                    <a:pt x="7068" y="21600"/>
                    <a:pt x="7068" y="21600"/>
                    <a:pt x="7068" y="2160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8" name="Shape 4927"/>
            <p:cNvSpPr/>
            <p:nvPr/>
          </p:nvSpPr>
          <p:spPr>
            <a:xfrm>
              <a:off x="940865" y="-1"/>
              <a:ext cx="6430282" cy="3084443"/>
            </a:xfrm>
            <a:custGeom>
              <a:avLst/>
              <a:gdLst/>
              <a:ahLst/>
              <a:cxnLst>
                <a:cxn ang="0">
                  <a:pos x="wd2" y="hd2"/>
                </a:cxn>
                <a:cxn ang="5400000">
                  <a:pos x="wd2" y="hd2"/>
                </a:cxn>
                <a:cxn ang="10800000">
                  <a:pos x="wd2" y="hd2"/>
                </a:cxn>
                <a:cxn ang="16200000">
                  <a:pos x="wd2" y="hd2"/>
                </a:cxn>
              </a:cxnLst>
              <a:rect l="0" t="0" r="r" b="b"/>
              <a:pathLst>
                <a:path w="21600" h="21582" extrusionOk="0">
                  <a:moveTo>
                    <a:pt x="1466" y="9559"/>
                  </a:moveTo>
                  <a:lnTo>
                    <a:pt x="1465" y="9470"/>
                  </a:lnTo>
                  <a:cubicBezTo>
                    <a:pt x="1521" y="9462"/>
                    <a:pt x="1549" y="9408"/>
                    <a:pt x="1601" y="9370"/>
                  </a:cubicBezTo>
                  <a:cubicBezTo>
                    <a:pt x="1702" y="9296"/>
                    <a:pt x="1764" y="9288"/>
                    <a:pt x="1871" y="9253"/>
                  </a:cubicBezTo>
                  <a:cubicBezTo>
                    <a:pt x="1933" y="9232"/>
                    <a:pt x="1967" y="9208"/>
                    <a:pt x="2028" y="9185"/>
                  </a:cubicBezTo>
                  <a:cubicBezTo>
                    <a:pt x="2049" y="9179"/>
                    <a:pt x="2058" y="9139"/>
                    <a:pt x="2080" y="9135"/>
                  </a:cubicBezTo>
                  <a:cubicBezTo>
                    <a:pt x="2122" y="9127"/>
                    <a:pt x="2137" y="9072"/>
                    <a:pt x="2177" y="9051"/>
                  </a:cubicBezTo>
                  <a:cubicBezTo>
                    <a:pt x="2214" y="9032"/>
                    <a:pt x="2269" y="9056"/>
                    <a:pt x="2269" y="8976"/>
                  </a:cubicBezTo>
                  <a:cubicBezTo>
                    <a:pt x="2269" y="8804"/>
                    <a:pt x="2241" y="8708"/>
                    <a:pt x="2241" y="8536"/>
                  </a:cubicBezTo>
                  <a:cubicBezTo>
                    <a:pt x="2241" y="8368"/>
                    <a:pt x="2296" y="8284"/>
                    <a:pt x="2362" y="8188"/>
                  </a:cubicBezTo>
                  <a:cubicBezTo>
                    <a:pt x="2403" y="8129"/>
                    <a:pt x="2403" y="8043"/>
                    <a:pt x="2435" y="7962"/>
                  </a:cubicBezTo>
                  <a:cubicBezTo>
                    <a:pt x="2473" y="7861"/>
                    <a:pt x="2527" y="7849"/>
                    <a:pt x="2547" y="7727"/>
                  </a:cubicBezTo>
                  <a:cubicBezTo>
                    <a:pt x="2560" y="7647"/>
                    <a:pt x="2541" y="7584"/>
                    <a:pt x="2559" y="7509"/>
                  </a:cubicBezTo>
                  <a:cubicBezTo>
                    <a:pt x="2571" y="7457"/>
                    <a:pt x="2593" y="7446"/>
                    <a:pt x="2620" y="7425"/>
                  </a:cubicBezTo>
                  <a:cubicBezTo>
                    <a:pt x="2658" y="7394"/>
                    <a:pt x="2669" y="7339"/>
                    <a:pt x="2700" y="7283"/>
                  </a:cubicBezTo>
                  <a:cubicBezTo>
                    <a:pt x="2728" y="7233"/>
                    <a:pt x="2759" y="7241"/>
                    <a:pt x="2789" y="7191"/>
                  </a:cubicBezTo>
                  <a:cubicBezTo>
                    <a:pt x="2815" y="7144"/>
                    <a:pt x="2804" y="7084"/>
                    <a:pt x="2813" y="7014"/>
                  </a:cubicBezTo>
                  <a:cubicBezTo>
                    <a:pt x="2820" y="6958"/>
                    <a:pt x="2842" y="6941"/>
                    <a:pt x="2853" y="6889"/>
                  </a:cubicBezTo>
                  <a:cubicBezTo>
                    <a:pt x="2885" y="6746"/>
                    <a:pt x="2904" y="6662"/>
                    <a:pt x="2941" y="6528"/>
                  </a:cubicBezTo>
                  <a:cubicBezTo>
                    <a:pt x="2965" y="6442"/>
                    <a:pt x="2974" y="6352"/>
                    <a:pt x="3022" y="6327"/>
                  </a:cubicBezTo>
                  <a:lnTo>
                    <a:pt x="3082" y="6352"/>
                  </a:lnTo>
                  <a:lnTo>
                    <a:pt x="3114" y="6352"/>
                  </a:lnTo>
                  <a:cubicBezTo>
                    <a:pt x="3118" y="6266"/>
                    <a:pt x="3111" y="6216"/>
                    <a:pt x="3123" y="6134"/>
                  </a:cubicBezTo>
                  <a:cubicBezTo>
                    <a:pt x="3134" y="6057"/>
                    <a:pt x="3174" y="6061"/>
                    <a:pt x="3203" y="6009"/>
                  </a:cubicBezTo>
                  <a:cubicBezTo>
                    <a:pt x="3240" y="5940"/>
                    <a:pt x="3260" y="5892"/>
                    <a:pt x="3304" y="5841"/>
                  </a:cubicBezTo>
                  <a:cubicBezTo>
                    <a:pt x="3345" y="5793"/>
                    <a:pt x="3364" y="5736"/>
                    <a:pt x="3408" y="5690"/>
                  </a:cubicBezTo>
                  <a:lnTo>
                    <a:pt x="3408" y="5690"/>
                  </a:lnTo>
                  <a:lnTo>
                    <a:pt x="3443" y="5690"/>
                  </a:lnTo>
                  <a:cubicBezTo>
                    <a:pt x="3544" y="5690"/>
                    <a:pt x="3605" y="5593"/>
                    <a:pt x="3702" y="5543"/>
                  </a:cubicBezTo>
                  <a:lnTo>
                    <a:pt x="3702" y="5543"/>
                  </a:lnTo>
                  <a:cubicBezTo>
                    <a:pt x="3716" y="5558"/>
                    <a:pt x="3728" y="5570"/>
                    <a:pt x="3746" y="5581"/>
                  </a:cubicBezTo>
                  <a:cubicBezTo>
                    <a:pt x="3764" y="5592"/>
                    <a:pt x="3786" y="5599"/>
                    <a:pt x="3786" y="5638"/>
                  </a:cubicBezTo>
                  <a:cubicBezTo>
                    <a:pt x="3786" y="5683"/>
                    <a:pt x="3756" y="5683"/>
                    <a:pt x="3748" y="5724"/>
                  </a:cubicBezTo>
                  <a:cubicBezTo>
                    <a:pt x="3742" y="5753"/>
                    <a:pt x="3748" y="5778"/>
                    <a:pt x="3742" y="5808"/>
                  </a:cubicBezTo>
                  <a:cubicBezTo>
                    <a:pt x="3735" y="5842"/>
                    <a:pt x="3716" y="5835"/>
                    <a:pt x="3704" y="5862"/>
                  </a:cubicBezTo>
                  <a:cubicBezTo>
                    <a:pt x="3683" y="5910"/>
                    <a:pt x="3689" y="5961"/>
                    <a:pt x="3686" y="6026"/>
                  </a:cubicBezTo>
                  <a:lnTo>
                    <a:pt x="3694" y="6034"/>
                  </a:lnTo>
                  <a:cubicBezTo>
                    <a:pt x="3704" y="6023"/>
                    <a:pt x="3707" y="6010"/>
                    <a:pt x="3714" y="5992"/>
                  </a:cubicBezTo>
                  <a:cubicBezTo>
                    <a:pt x="3745" y="5916"/>
                    <a:pt x="3780" y="5896"/>
                    <a:pt x="3828" y="5896"/>
                  </a:cubicBezTo>
                  <a:cubicBezTo>
                    <a:pt x="3846" y="5896"/>
                    <a:pt x="3845" y="5948"/>
                    <a:pt x="3851" y="5984"/>
                  </a:cubicBezTo>
                  <a:cubicBezTo>
                    <a:pt x="3855" y="6008"/>
                    <a:pt x="3867" y="6013"/>
                    <a:pt x="3880" y="6013"/>
                  </a:cubicBezTo>
                  <a:lnTo>
                    <a:pt x="3925" y="6013"/>
                  </a:lnTo>
                  <a:cubicBezTo>
                    <a:pt x="3947" y="6013"/>
                    <a:pt x="3962" y="6040"/>
                    <a:pt x="3970" y="6084"/>
                  </a:cubicBezTo>
                  <a:cubicBezTo>
                    <a:pt x="3976" y="6127"/>
                    <a:pt x="3975" y="6162"/>
                    <a:pt x="3990" y="6193"/>
                  </a:cubicBezTo>
                  <a:cubicBezTo>
                    <a:pt x="4018" y="6253"/>
                    <a:pt x="4022" y="6309"/>
                    <a:pt x="4034" y="6390"/>
                  </a:cubicBezTo>
                  <a:cubicBezTo>
                    <a:pt x="4058" y="6552"/>
                    <a:pt x="4080" y="6646"/>
                    <a:pt x="4080" y="6817"/>
                  </a:cubicBezTo>
                  <a:lnTo>
                    <a:pt x="4080" y="6898"/>
                  </a:lnTo>
                  <a:cubicBezTo>
                    <a:pt x="4080" y="6941"/>
                    <a:pt x="4092" y="6985"/>
                    <a:pt x="4112" y="6985"/>
                  </a:cubicBezTo>
                  <a:cubicBezTo>
                    <a:pt x="4125" y="6985"/>
                    <a:pt x="4129" y="6960"/>
                    <a:pt x="4141" y="6960"/>
                  </a:cubicBezTo>
                  <a:lnTo>
                    <a:pt x="4163" y="6960"/>
                  </a:lnTo>
                  <a:lnTo>
                    <a:pt x="4163" y="7056"/>
                  </a:lnTo>
                  <a:lnTo>
                    <a:pt x="4155" y="7094"/>
                  </a:lnTo>
                  <a:cubicBezTo>
                    <a:pt x="4155" y="7115"/>
                    <a:pt x="4158" y="7132"/>
                    <a:pt x="4153" y="7149"/>
                  </a:cubicBezTo>
                  <a:cubicBezTo>
                    <a:pt x="4147" y="7167"/>
                    <a:pt x="4132" y="7167"/>
                    <a:pt x="4132" y="7191"/>
                  </a:cubicBezTo>
                  <a:cubicBezTo>
                    <a:pt x="4132" y="7236"/>
                    <a:pt x="4161" y="7246"/>
                    <a:pt x="4161" y="7291"/>
                  </a:cubicBezTo>
                  <a:cubicBezTo>
                    <a:pt x="4161" y="7336"/>
                    <a:pt x="4137" y="7341"/>
                    <a:pt x="4122" y="7375"/>
                  </a:cubicBezTo>
                  <a:cubicBezTo>
                    <a:pt x="4084" y="7467"/>
                    <a:pt x="4060" y="7514"/>
                    <a:pt x="4012" y="7584"/>
                  </a:cubicBezTo>
                  <a:cubicBezTo>
                    <a:pt x="3983" y="7625"/>
                    <a:pt x="3956" y="7638"/>
                    <a:pt x="3943" y="7706"/>
                  </a:cubicBezTo>
                  <a:cubicBezTo>
                    <a:pt x="3929" y="7723"/>
                    <a:pt x="3918" y="7722"/>
                    <a:pt x="3903" y="7740"/>
                  </a:cubicBezTo>
                  <a:cubicBezTo>
                    <a:pt x="3890" y="7755"/>
                    <a:pt x="3885" y="7781"/>
                    <a:pt x="3870" y="7781"/>
                  </a:cubicBezTo>
                  <a:cubicBezTo>
                    <a:pt x="3830" y="7781"/>
                    <a:pt x="3808" y="7760"/>
                    <a:pt x="3768" y="7760"/>
                  </a:cubicBezTo>
                  <a:cubicBezTo>
                    <a:pt x="3744" y="7760"/>
                    <a:pt x="3731" y="7777"/>
                    <a:pt x="3706" y="7777"/>
                  </a:cubicBezTo>
                  <a:cubicBezTo>
                    <a:pt x="3660" y="7777"/>
                    <a:pt x="3631" y="7752"/>
                    <a:pt x="3595" y="7694"/>
                  </a:cubicBezTo>
                  <a:cubicBezTo>
                    <a:pt x="3578" y="7666"/>
                    <a:pt x="3565" y="7656"/>
                    <a:pt x="3551" y="7622"/>
                  </a:cubicBezTo>
                  <a:cubicBezTo>
                    <a:pt x="3533" y="7580"/>
                    <a:pt x="3515" y="7569"/>
                    <a:pt x="3505" y="7517"/>
                  </a:cubicBezTo>
                  <a:cubicBezTo>
                    <a:pt x="3492" y="7449"/>
                    <a:pt x="3491" y="7358"/>
                    <a:pt x="3456" y="7358"/>
                  </a:cubicBezTo>
                  <a:cubicBezTo>
                    <a:pt x="3443" y="7358"/>
                    <a:pt x="3437" y="7375"/>
                    <a:pt x="3425" y="7375"/>
                  </a:cubicBezTo>
                  <a:cubicBezTo>
                    <a:pt x="3400" y="7375"/>
                    <a:pt x="3394" y="7317"/>
                    <a:pt x="3388" y="7266"/>
                  </a:cubicBezTo>
                  <a:cubicBezTo>
                    <a:pt x="3385" y="7235"/>
                    <a:pt x="3381" y="7203"/>
                    <a:pt x="3366" y="7194"/>
                  </a:cubicBezTo>
                  <a:cubicBezTo>
                    <a:pt x="3357" y="7190"/>
                    <a:pt x="3350" y="7198"/>
                    <a:pt x="3342" y="7191"/>
                  </a:cubicBezTo>
                  <a:cubicBezTo>
                    <a:pt x="3334" y="7184"/>
                    <a:pt x="3330" y="7170"/>
                    <a:pt x="3322" y="7170"/>
                  </a:cubicBezTo>
                  <a:cubicBezTo>
                    <a:pt x="3309" y="7170"/>
                    <a:pt x="3302" y="7177"/>
                    <a:pt x="3290" y="7182"/>
                  </a:cubicBezTo>
                  <a:cubicBezTo>
                    <a:pt x="3280" y="7097"/>
                    <a:pt x="3270" y="7050"/>
                    <a:pt x="3247" y="6977"/>
                  </a:cubicBezTo>
                  <a:cubicBezTo>
                    <a:pt x="3233" y="6930"/>
                    <a:pt x="3228" y="6877"/>
                    <a:pt x="3201" y="6868"/>
                  </a:cubicBezTo>
                  <a:lnTo>
                    <a:pt x="3196" y="6927"/>
                  </a:lnTo>
                  <a:lnTo>
                    <a:pt x="3196" y="7221"/>
                  </a:lnTo>
                  <a:cubicBezTo>
                    <a:pt x="3196" y="7266"/>
                    <a:pt x="3167" y="7275"/>
                    <a:pt x="3167" y="7320"/>
                  </a:cubicBezTo>
                  <a:cubicBezTo>
                    <a:pt x="3167" y="7364"/>
                    <a:pt x="3187" y="7375"/>
                    <a:pt x="3197" y="7413"/>
                  </a:cubicBezTo>
                  <a:cubicBezTo>
                    <a:pt x="3216" y="7487"/>
                    <a:pt x="3221" y="7538"/>
                    <a:pt x="3221" y="7622"/>
                  </a:cubicBezTo>
                  <a:cubicBezTo>
                    <a:pt x="3221" y="7658"/>
                    <a:pt x="3225" y="7680"/>
                    <a:pt x="3221" y="7714"/>
                  </a:cubicBezTo>
                  <a:cubicBezTo>
                    <a:pt x="3214" y="7771"/>
                    <a:pt x="3192" y="7787"/>
                    <a:pt x="3173" y="7828"/>
                  </a:cubicBezTo>
                  <a:cubicBezTo>
                    <a:pt x="3154" y="7867"/>
                    <a:pt x="3140" y="7885"/>
                    <a:pt x="3123" y="7928"/>
                  </a:cubicBezTo>
                  <a:cubicBezTo>
                    <a:pt x="3108" y="7965"/>
                    <a:pt x="3105" y="8020"/>
                    <a:pt x="3082" y="8020"/>
                  </a:cubicBezTo>
                  <a:cubicBezTo>
                    <a:pt x="3075" y="8020"/>
                    <a:pt x="3071" y="8012"/>
                    <a:pt x="3064" y="8012"/>
                  </a:cubicBezTo>
                  <a:cubicBezTo>
                    <a:pt x="3043" y="8012"/>
                    <a:pt x="3048" y="8078"/>
                    <a:pt x="3048" y="8123"/>
                  </a:cubicBezTo>
                  <a:cubicBezTo>
                    <a:pt x="3029" y="8126"/>
                    <a:pt x="3006" y="8142"/>
                    <a:pt x="3006" y="8183"/>
                  </a:cubicBezTo>
                  <a:lnTo>
                    <a:pt x="3006" y="8269"/>
                  </a:lnTo>
                  <a:cubicBezTo>
                    <a:pt x="3006" y="8300"/>
                    <a:pt x="2998" y="8316"/>
                    <a:pt x="2998" y="8347"/>
                  </a:cubicBezTo>
                  <a:cubicBezTo>
                    <a:pt x="2998" y="8358"/>
                    <a:pt x="3005" y="8360"/>
                    <a:pt x="3010" y="8360"/>
                  </a:cubicBezTo>
                  <a:cubicBezTo>
                    <a:pt x="3015" y="8360"/>
                    <a:pt x="3019" y="8354"/>
                    <a:pt x="3024" y="8352"/>
                  </a:cubicBezTo>
                  <a:lnTo>
                    <a:pt x="3047" y="8352"/>
                  </a:lnTo>
                  <a:lnTo>
                    <a:pt x="3047" y="8455"/>
                  </a:lnTo>
                  <a:cubicBezTo>
                    <a:pt x="3047" y="8487"/>
                    <a:pt x="3049" y="8507"/>
                    <a:pt x="3054" y="8536"/>
                  </a:cubicBezTo>
                  <a:cubicBezTo>
                    <a:pt x="3034" y="8557"/>
                    <a:pt x="3008" y="8564"/>
                    <a:pt x="3008" y="8611"/>
                  </a:cubicBezTo>
                  <a:cubicBezTo>
                    <a:pt x="3008" y="8642"/>
                    <a:pt x="3031" y="8628"/>
                    <a:pt x="3042" y="8645"/>
                  </a:cubicBezTo>
                  <a:cubicBezTo>
                    <a:pt x="3050" y="8656"/>
                    <a:pt x="3051" y="8673"/>
                    <a:pt x="3058" y="8687"/>
                  </a:cubicBezTo>
                  <a:cubicBezTo>
                    <a:pt x="3062" y="8676"/>
                    <a:pt x="3067" y="8666"/>
                    <a:pt x="3074" y="8666"/>
                  </a:cubicBezTo>
                  <a:cubicBezTo>
                    <a:pt x="3111" y="8666"/>
                    <a:pt x="3114" y="8779"/>
                    <a:pt x="3151" y="8779"/>
                  </a:cubicBezTo>
                  <a:lnTo>
                    <a:pt x="3195" y="8779"/>
                  </a:lnTo>
                  <a:cubicBezTo>
                    <a:pt x="3214" y="8779"/>
                    <a:pt x="3223" y="8804"/>
                    <a:pt x="3242" y="8804"/>
                  </a:cubicBezTo>
                  <a:lnTo>
                    <a:pt x="3259" y="8804"/>
                  </a:lnTo>
                  <a:cubicBezTo>
                    <a:pt x="3261" y="8758"/>
                    <a:pt x="3259" y="8733"/>
                    <a:pt x="3259" y="8687"/>
                  </a:cubicBezTo>
                  <a:cubicBezTo>
                    <a:pt x="3259" y="8648"/>
                    <a:pt x="3288" y="8644"/>
                    <a:pt x="3288" y="8605"/>
                  </a:cubicBezTo>
                  <a:cubicBezTo>
                    <a:pt x="3288" y="8579"/>
                    <a:pt x="3275" y="8569"/>
                    <a:pt x="3263" y="8561"/>
                  </a:cubicBezTo>
                  <a:cubicBezTo>
                    <a:pt x="3241" y="8545"/>
                    <a:pt x="3221" y="8518"/>
                    <a:pt x="3221" y="8469"/>
                  </a:cubicBezTo>
                  <a:cubicBezTo>
                    <a:pt x="3221" y="8399"/>
                    <a:pt x="3229" y="8359"/>
                    <a:pt x="3229" y="8289"/>
                  </a:cubicBezTo>
                  <a:lnTo>
                    <a:pt x="3229" y="8206"/>
                  </a:lnTo>
                  <a:cubicBezTo>
                    <a:pt x="3229" y="8183"/>
                    <a:pt x="3232" y="8155"/>
                    <a:pt x="3243" y="8155"/>
                  </a:cubicBezTo>
                  <a:cubicBezTo>
                    <a:pt x="3253" y="8155"/>
                    <a:pt x="3253" y="8179"/>
                    <a:pt x="3259" y="8192"/>
                  </a:cubicBezTo>
                  <a:cubicBezTo>
                    <a:pt x="3271" y="8217"/>
                    <a:pt x="3283" y="8226"/>
                    <a:pt x="3300" y="8226"/>
                  </a:cubicBezTo>
                  <a:cubicBezTo>
                    <a:pt x="3336" y="8226"/>
                    <a:pt x="3339" y="8108"/>
                    <a:pt x="3376" y="8108"/>
                  </a:cubicBezTo>
                  <a:cubicBezTo>
                    <a:pt x="3396" y="8108"/>
                    <a:pt x="3405" y="8145"/>
                    <a:pt x="3410" y="8184"/>
                  </a:cubicBezTo>
                  <a:cubicBezTo>
                    <a:pt x="3415" y="8218"/>
                    <a:pt x="3426" y="8232"/>
                    <a:pt x="3426" y="8268"/>
                  </a:cubicBezTo>
                  <a:cubicBezTo>
                    <a:pt x="3426" y="8366"/>
                    <a:pt x="3408" y="8419"/>
                    <a:pt x="3408" y="8517"/>
                  </a:cubicBezTo>
                  <a:cubicBezTo>
                    <a:pt x="3408" y="8554"/>
                    <a:pt x="3425" y="8578"/>
                    <a:pt x="3442" y="8578"/>
                  </a:cubicBezTo>
                  <a:cubicBezTo>
                    <a:pt x="3455" y="8578"/>
                    <a:pt x="3463" y="8565"/>
                    <a:pt x="3475" y="8574"/>
                  </a:cubicBezTo>
                  <a:cubicBezTo>
                    <a:pt x="3489" y="8583"/>
                    <a:pt x="3489" y="8613"/>
                    <a:pt x="3501" y="8632"/>
                  </a:cubicBezTo>
                  <a:cubicBezTo>
                    <a:pt x="3532" y="8682"/>
                    <a:pt x="3562" y="8657"/>
                    <a:pt x="3601" y="8657"/>
                  </a:cubicBezTo>
                  <a:cubicBezTo>
                    <a:pt x="3619" y="8657"/>
                    <a:pt x="3629" y="8666"/>
                    <a:pt x="3648" y="8666"/>
                  </a:cubicBezTo>
                  <a:cubicBezTo>
                    <a:pt x="3692" y="8666"/>
                    <a:pt x="3708" y="8556"/>
                    <a:pt x="3708" y="8463"/>
                  </a:cubicBezTo>
                  <a:cubicBezTo>
                    <a:pt x="3708" y="8433"/>
                    <a:pt x="3693" y="8428"/>
                    <a:pt x="3682" y="8410"/>
                  </a:cubicBezTo>
                  <a:cubicBezTo>
                    <a:pt x="3672" y="8394"/>
                    <a:pt x="3672" y="8370"/>
                    <a:pt x="3672" y="8343"/>
                  </a:cubicBezTo>
                  <a:cubicBezTo>
                    <a:pt x="3672" y="8298"/>
                    <a:pt x="3681" y="8274"/>
                    <a:pt x="3690" y="8234"/>
                  </a:cubicBezTo>
                  <a:cubicBezTo>
                    <a:pt x="3702" y="8181"/>
                    <a:pt x="3695" y="8143"/>
                    <a:pt x="3700" y="8083"/>
                  </a:cubicBezTo>
                  <a:lnTo>
                    <a:pt x="3742" y="8083"/>
                  </a:lnTo>
                  <a:cubicBezTo>
                    <a:pt x="3761" y="8083"/>
                    <a:pt x="3771" y="8108"/>
                    <a:pt x="3791" y="8108"/>
                  </a:cubicBezTo>
                  <a:cubicBezTo>
                    <a:pt x="3807" y="8108"/>
                    <a:pt x="3815" y="8092"/>
                    <a:pt x="3829" y="8075"/>
                  </a:cubicBezTo>
                  <a:cubicBezTo>
                    <a:pt x="3855" y="8040"/>
                    <a:pt x="3873" y="8029"/>
                    <a:pt x="3901" y="7999"/>
                  </a:cubicBezTo>
                  <a:cubicBezTo>
                    <a:pt x="3916" y="7984"/>
                    <a:pt x="3923" y="7953"/>
                    <a:pt x="3940" y="7953"/>
                  </a:cubicBezTo>
                  <a:lnTo>
                    <a:pt x="3997" y="7953"/>
                  </a:lnTo>
                  <a:cubicBezTo>
                    <a:pt x="4049" y="7953"/>
                    <a:pt x="4076" y="7923"/>
                    <a:pt x="4126" y="7894"/>
                  </a:cubicBezTo>
                  <a:cubicBezTo>
                    <a:pt x="4148" y="7883"/>
                    <a:pt x="4158" y="7857"/>
                    <a:pt x="4179" y="7857"/>
                  </a:cubicBezTo>
                  <a:lnTo>
                    <a:pt x="4229" y="7857"/>
                  </a:lnTo>
                  <a:cubicBezTo>
                    <a:pt x="4243" y="7857"/>
                    <a:pt x="4251" y="7886"/>
                    <a:pt x="4251" y="7915"/>
                  </a:cubicBezTo>
                  <a:cubicBezTo>
                    <a:pt x="4251" y="7940"/>
                    <a:pt x="4243" y="7951"/>
                    <a:pt x="4239" y="7974"/>
                  </a:cubicBezTo>
                  <a:cubicBezTo>
                    <a:pt x="4264" y="7999"/>
                    <a:pt x="4297" y="8004"/>
                    <a:pt x="4297" y="8061"/>
                  </a:cubicBezTo>
                  <a:lnTo>
                    <a:pt x="4297" y="8160"/>
                  </a:lnTo>
                  <a:cubicBezTo>
                    <a:pt x="4297" y="8217"/>
                    <a:pt x="4274" y="8239"/>
                    <a:pt x="4269" y="8297"/>
                  </a:cubicBezTo>
                  <a:cubicBezTo>
                    <a:pt x="4276" y="8301"/>
                    <a:pt x="4280" y="8295"/>
                    <a:pt x="4288" y="8297"/>
                  </a:cubicBezTo>
                  <a:cubicBezTo>
                    <a:pt x="4290" y="8297"/>
                    <a:pt x="4292" y="8301"/>
                    <a:pt x="4295" y="8301"/>
                  </a:cubicBezTo>
                  <a:cubicBezTo>
                    <a:pt x="4315" y="8301"/>
                    <a:pt x="4319" y="8247"/>
                    <a:pt x="4338" y="8247"/>
                  </a:cubicBezTo>
                  <a:cubicBezTo>
                    <a:pt x="4346" y="8247"/>
                    <a:pt x="4347" y="8270"/>
                    <a:pt x="4354" y="8276"/>
                  </a:cubicBezTo>
                  <a:cubicBezTo>
                    <a:pt x="4367" y="8287"/>
                    <a:pt x="4374" y="8300"/>
                    <a:pt x="4386" y="8318"/>
                  </a:cubicBezTo>
                  <a:cubicBezTo>
                    <a:pt x="4396" y="8297"/>
                    <a:pt x="4398" y="8276"/>
                    <a:pt x="4398" y="8247"/>
                  </a:cubicBezTo>
                  <a:cubicBezTo>
                    <a:pt x="4398" y="8212"/>
                    <a:pt x="4382" y="8200"/>
                    <a:pt x="4382" y="8165"/>
                  </a:cubicBezTo>
                  <a:cubicBezTo>
                    <a:pt x="4382" y="8098"/>
                    <a:pt x="4410" y="8077"/>
                    <a:pt x="4430" y="8024"/>
                  </a:cubicBezTo>
                  <a:cubicBezTo>
                    <a:pt x="4456" y="7957"/>
                    <a:pt x="4458" y="7904"/>
                    <a:pt x="4477" y="7828"/>
                  </a:cubicBezTo>
                  <a:cubicBezTo>
                    <a:pt x="4490" y="7770"/>
                    <a:pt x="4515" y="7745"/>
                    <a:pt x="4515" y="7680"/>
                  </a:cubicBezTo>
                  <a:lnTo>
                    <a:pt x="4515" y="7652"/>
                  </a:lnTo>
                  <a:cubicBezTo>
                    <a:pt x="4497" y="7652"/>
                    <a:pt x="4485" y="7626"/>
                    <a:pt x="4479" y="7593"/>
                  </a:cubicBezTo>
                  <a:cubicBezTo>
                    <a:pt x="4470" y="7545"/>
                    <a:pt x="4448" y="7528"/>
                    <a:pt x="4448" y="7476"/>
                  </a:cubicBezTo>
                  <a:cubicBezTo>
                    <a:pt x="4448" y="7440"/>
                    <a:pt x="4472" y="7446"/>
                    <a:pt x="4487" y="7430"/>
                  </a:cubicBezTo>
                  <a:cubicBezTo>
                    <a:pt x="4515" y="7397"/>
                    <a:pt x="4525" y="7358"/>
                    <a:pt x="4551" y="7316"/>
                  </a:cubicBezTo>
                  <a:cubicBezTo>
                    <a:pt x="4570" y="7287"/>
                    <a:pt x="4576" y="7257"/>
                    <a:pt x="4593" y="7224"/>
                  </a:cubicBezTo>
                  <a:cubicBezTo>
                    <a:pt x="4607" y="7197"/>
                    <a:pt x="4613" y="7161"/>
                    <a:pt x="4632" y="7161"/>
                  </a:cubicBezTo>
                  <a:cubicBezTo>
                    <a:pt x="4641" y="7161"/>
                    <a:pt x="4647" y="7165"/>
                    <a:pt x="4656" y="7165"/>
                  </a:cubicBezTo>
                  <a:cubicBezTo>
                    <a:pt x="4673" y="7165"/>
                    <a:pt x="4684" y="7128"/>
                    <a:pt x="4684" y="7091"/>
                  </a:cubicBezTo>
                  <a:cubicBezTo>
                    <a:pt x="4684" y="7013"/>
                    <a:pt x="4686" y="6968"/>
                    <a:pt x="4686" y="6890"/>
                  </a:cubicBezTo>
                  <a:cubicBezTo>
                    <a:pt x="4686" y="6848"/>
                    <a:pt x="4692" y="6824"/>
                    <a:pt x="4692" y="6782"/>
                  </a:cubicBezTo>
                  <a:cubicBezTo>
                    <a:pt x="4692" y="6629"/>
                    <a:pt x="4683" y="6746"/>
                    <a:pt x="4744" y="6814"/>
                  </a:cubicBezTo>
                  <a:cubicBezTo>
                    <a:pt x="4774" y="6846"/>
                    <a:pt x="4807" y="6833"/>
                    <a:pt x="4829" y="6889"/>
                  </a:cubicBezTo>
                  <a:cubicBezTo>
                    <a:pt x="4837" y="6887"/>
                    <a:pt x="4842" y="6885"/>
                    <a:pt x="4850" y="6885"/>
                  </a:cubicBezTo>
                  <a:cubicBezTo>
                    <a:pt x="4887" y="6885"/>
                    <a:pt x="4909" y="6962"/>
                    <a:pt x="4909" y="7038"/>
                  </a:cubicBezTo>
                  <a:lnTo>
                    <a:pt x="4909" y="7141"/>
                  </a:lnTo>
                  <a:cubicBezTo>
                    <a:pt x="4909" y="7177"/>
                    <a:pt x="4915" y="7197"/>
                    <a:pt x="4915" y="7233"/>
                  </a:cubicBezTo>
                  <a:cubicBezTo>
                    <a:pt x="4915" y="7259"/>
                    <a:pt x="4919" y="7280"/>
                    <a:pt x="4911" y="7299"/>
                  </a:cubicBezTo>
                  <a:cubicBezTo>
                    <a:pt x="4905" y="7315"/>
                    <a:pt x="4897" y="7314"/>
                    <a:pt x="4887" y="7316"/>
                  </a:cubicBezTo>
                  <a:cubicBezTo>
                    <a:pt x="4864" y="7322"/>
                    <a:pt x="4851" y="7329"/>
                    <a:pt x="4828" y="7329"/>
                  </a:cubicBezTo>
                  <a:cubicBezTo>
                    <a:pt x="4794" y="7329"/>
                    <a:pt x="4775" y="7320"/>
                    <a:pt x="4742" y="7320"/>
                  </a:cubicBezTo>
                  <a:cubicBezTo>
                    <a:pt x="4713" y="7320"/>
                    <a:pt x="4705" y="7385"/>
                    <a:pt x="4694" y="7442"/>
                  </a:cubicBezTo>
                  <a:cubicBezTo>
                    <a:pt x="4684" y="7491"/>
                    <a:pt x="4650" y="7491"/>
                    <a:pt x="4650" y="7545"/>
                  </a:cubicBezTo>
                  <a:cubicBezTo>
                    <a:pt x="4650" y="7615"/>
                    <a:pt x="4669" y="7657"/>
                    <a:pt x="4694" y="7702"/>
                  </a:cubicBezTo>
                  <a:cubicBezTo>
                    <a:pt x="4708" y="7728"/>
                    <a:pt x="4716" y="7765"/>
                    <a:pt x="4735" y="7765"/>
                  </a:cubicBezTo>
                  <a:cubicBezTo>
                    <a:pt x="4766" y="7765"/>
                    <a:pt x="4783" y="7741"/>
                    <a:pt x="4815" y="7735"/>
                  </a:cubicBezTo>
                  <a:cubicBezTo>
                    <a:pt x="4845" y="7730"/>
                    <a:pt x="4870" y="7756"/>
                    <a:pt x="4893" y="7714"/>
                  </a:cubicBezTo>
                  <a:cubicBezTo>
                    <a:pt x="4928" y="7650"/>
                    <a:pt x="4937" y="7595"/>
                    <a:pt x="4967" y="7522"/>
                  </a:cubicBezTo>
                  <a:cubicBezTo>
                    <a:pt x="4986" y="7477"/>
                    <a:pt x="4989" y="7409"/>
                    <a:pt x="5018" y="7409"/>
                  </a:cubicBezTo>
                  <a:cubicBezTo>
                    <a:pt x="5035" y="7409"/>
                    <a:pt x="5045" y="7425"/>
                    <a:pt x="5062" y="7425"/>
                  </a:cubicBezTo>
                  <a:cubicBezTo>
                    <a:pt x="5083" y="7425"/>
                    <a:pt x="5095" y="7430"/>
                    <a:pt x="5116" y="7430"/>
                  </a:cubicBezTo>
                  <a:cubicBezTo>
                    <a:pt x="5141" y="7430"/>
                    <a:pt x="5154" y="7412"/>
                    <a:pt x="5179" y="7404"/>
                  </a:cubicBezTo>
                  <a:cubicBezTo>
                    <a:pt x="5210" y="7395"/>
                    <a:pt x="5230" y="7406"/>
                    <a:pt x="5259" y="7379"/>
                  </a:cubicBezTo>
                  <a:cubicBezTo>
                    <a:pt x="5279" y="7361"/>
                    <a:pt x="5270" y="7305"/>
                    <a:pt x="5287" y="7278"/>
                  </a:cubicBezTo>
                  <a:cubicBezTo>
                    <a:pt x="5305" y="7250"/>
                    <a:pt x="5323" y="7273"/>
                    <a:pt x="5346" y="7270"/>
                  </a:cubicBezTo>
                  <a:cubicBezTo>
                    <a:pt x="5373" y="7266"/>
                    <a:pt x="5390" y="7251"/>
                    <a:pt x="5414" y="7224"/>
                  </a:cubicBezTo>
                  <a:cubicBezTo>
                    <a:pt x="5461" y="7172"/>
                    <a:pt x="5490" y="7132"/>
                    <a:pt x="5543" y="7132"/>
                  </a:cubicBezTo>
                  <a:lnTo>
                    <a:pt x="5559" y="7132"/>
                  </a:lnTo>
                  <a:cubicBezTo>
                    <a:pt x="5564" y="7172"/>
                    <a:pt x="5572" y="7212"/>
                    <a:pt x="5591" y="7212"/>
                  </a:cubicBezTo>
                  <a:cubicBezTo>
                    <a:pt x="5606" y="7212"/>
                    <a:pt x="5615" y="7181"/>
                    <a:pt x="5615" y="7151"/>
                  </a:cubicBezTo>
                  <a:cubicBezTo>
                    <a:pt x="5615" y="7132"/>
                    <a:pt x="5609" y="7123"/>
                    <a:pt x="5609" y="7105"/>
                  </a:cubicBezTo>
                  <a:cubicBezTo>
                    <a:pt x="5609" y="7052"/>
                    <a:pt x="5643" y="7056"/>
                    <a:pt x="5668" y="7048"/>
                  </a:cubicBezTo>
                  <a:cubicBezTo>
                    <a:pt x="5680" y="7044"/>
                    <a:pt x="5682" y="7021"/>
                    <a:pt x="5694" y="7010"/>
                  </a:cubicBezTo>
                  <a:cubicBezTo>
                    <a:pt x="5730" y="6978"/>
                    <a:pt x="5751" y="6948"/>
                    <a:pt x="5790" y="6948"/>
                  </a:cubicBezTo>
                  <a:cubicBezTo>
                    <a:pt x="5798" y="6948"/>
                    <a:pt x="5803" y="6961"/>
                    <a:pt x="5806" y="6977"/>
                  </a:cubicBezTo>
                  <a:lnTo>
                    <a:pt x="5806" y="7006"/>
                  </a:lnTo>
                  <a:cubicBezTo>
                    <a:pt x="5781" y="7006"/>
                    <a:pt x="5742" y="6990"/>
                    <a:pt x="5742" y="7044"/>
                  </a:cubicBezTo>
                  <a:cubicBezTo>
                    <a:pt x="5742" y="7076"/>
                    <a:pt x="5757" y="7088"/>
                    <a:pt x="5760" y="7119"/>
                  </a:cubicBezTo>
                  <a:cubicBezTo>
                    <a:pt x="5735" y="7127"/>
                    <a:pt x="5700" y="7110"/>
                    <a:pt x="5700" y="7161"/>
                  </a:cubicBezTo>
                  <a:cubicBezTo>
                    <a:pt x="5700" y="7182"/>
                    <a:pt x="5710" y="7191"/>
                    <a:pt x="5710" y="7212"/>
                  </a:cubicBezTo>
                  <a:cubicBezTo>
                    <a:pt x="5710" y="7241"/>
                    <a:pt x="5694" y="7245"/>
                    <a:pt x="5682" y="7257"/>
                  </a:cubicBezTo>
                  <a:cubicBezTo>
                    <a:pt x="5667" y="7273"/>
                    <a:pt x="5660" y="7304"/>
                    <a:pt x="5643" y="7304"/>
                  </a:cubicBezTo>
                  <a:lnTo>
                    <a:pt x="5606" y="7304"/>
                  </a:lnTo>
                  <a:cubicBezTo>
                    <a:pt x="5591" y="7304"/>
                    <a:pt x="5581" y="7332"/>
                    <a:pt x="5581" y="7362"/>
                  </a:cubicBezTo>
                  <a:cubicBezTo>
                    <a:pt x="5581" y="7378"/>
                    <a:pt x="5590" y="7381"/>
                    <a:pt x="5595" y="7392"/>
                  </a:cubicBezTo>
                  <a:cubicBezTo>
                    <a:pt x="5610" y="7423"/>
                    <a:pt x="5624" y="7438"/>
                    <a:pt x="5645" y="7438"/>
                  </a:cubicBezTo>
                  <a:cubicBezTo>
                    <a:pt x="5691" y="7438"/>
                    <a:pt x="5711" y="7371"/>
                    <a:pt x="5757" y="7371"/>
                  </a:cubicBezTo>
                  <a:lnTo>
                    <a:pt x="5779" y="7371"/>
                  </a:lnTo>
                  <a:lnTo>
                    <a:pt x="5779" y="7492"/>
                  </a:lnTo>
                  <a:cubicBezTo>
                    <a:pt x="5784" y="7499"/>
                    <a:pt x="5787" y="7505"/>
                    <a:pt x="5792" y="7505"/>
                  </a:cubicBezTo>
                  <a:cubicBezTo>
                    <a:pt x="5812" y="7505"/>
                    <a:pt x="5813" y="7454"/>
                    <a:pt x="5822" y="7417"/>
                  </a:cubicBezTo>
                  <a:cubicBezTo>
                    <a:pt x="5839" y="7350"/>
                    <a:pt x="5853" y="7316"/>
                    <a:pt x="5875" y="7257"/>
                  </a:cubicBezTo>
                  <a:cubicBezTo>
                    <a:pt x="5885" y="7230"/>
                    <a:pt x="5888" y="7191"/>
                    <a:pt x="5905" y="7191"/>
                  </a:cubicBezTo>
                  <a:cubicBezTo>
                    <a:pt x="5950" y="7191"/>
                    <a:pt x="5971" y="7245"/>
                    <a:pt x="6016" y="7245"/>
                  </a:cubicBezTo>
                  <a:lnTo>
                    <a:pt x="6055" y="7245"/>
                  </a:lnTo>
                  <a:cubicBezTo>
                    <a:pt x="6067" y="7245"/>
                    <a:pt x="6069" y="7278"/>
                    <a:pt x="6080" y="7278"/>
                  </a:cubicBezTo>
                  <a:cubicBezTo>
                    <a:pt x="6107" y="7278"/>
                    <a:pt x="6105" y="7182"/>
                    <a:pt x="6132" y="7182"/>
                  </a:cubicBezTo>
                  <a:cubicBezTo>
                    <a:pt x="6153" y="7182"/>
                    <a:pt x="6165" y="7199"/>
                    <a:pt x="6186" y="7199"/>
                  </a:cubicBezTo>
                  <a:cubicBezTo>
                    <a:pt x="6224" y="7199"/>
                    <a:pt x="6225" y="7073"/>
                    <a:pt x="6264" y="7073"/>
                  </a:cubicBezTo>
                  <a:lnTo>
                    <a:pt x="6279" y="7073"/>
                  </a:lnTo>
                  <a:lnTo>
                    <a:pt x="6279" y="7120"/>
                  </a:lnTo>
                  <a:cubicBezTo>
                    <a:pt x="6279" y="7191"/>
                    <a:pt x="6245" y="7219"/>
                    <a:pt x="6245" y="7290"/>
                  </a:cubicBezTo>
                  <a:lnTo>
                    <a:pt x="6245" y="7375"/>
                  </a:lnTo>
                  <a:cubicBezTo>
                    <a:pt x="6253" y="7393"/>
                    <a:pt x="6260" y="7404"/>
                    <a:pt x="6271" y="7404"/>
                  </a:cubicBezTo>
                  <a:cubicBezTo>
                    <a:pt x="6299" y="7404"/>
                    <a:pt x="6280" y="7278"/>
                    <a:pt x="6308" y="7278"/>
                  </a:cubicBezTo>
                  <a:lnTo>
                    <a:pt x="6393" y="7278"/>
                  </a:lnTo>
                  <a:cubicBezTo>
                    <a:pt x="6414" y="7278"/>
                    <a:pt x="6419" y="7235"/>
                    <a:pt x="6436" y="7212"/>
                  </a:cubicBezTo>
                  <a:cubicBezTo>
                    <a:pt x="6455" y="7185"/>
                    <a:pt x="6482" y="7180"/>
                    <a:pt x="6482" y="7132"/>
                  </a:cubicBezTo>
                  <a:cubicBezTo>
                    <a:pt x="6482" y="7092"/>
                    <a:pt x="6482" y="7062"/>
                    <a:pt x="6470" y="7031"/>
                  </a:cubicBezTo>
                  <a:cubicBezTo>
                    <a:pt x="6461" y="7008"/>
                    <a:pt x="6448" y="7019"/>
                    <a:pt x="6433" y="7019"/>
                  </a:cubicBezTo>
                  <a:lnTo>
                    <a:pt x="6433" y="6959"/>
                  </a:lnTo>
                  <a:cubicBezTo>
                    <a:pt x="6433" y="6861"/>
                    <a:pt x="6456" y="6810"/>
                    <a:pt x="6456" y="6713"/>
                  </a:cubicBezTo>
                  <a:lnTo>
                    <a:pt x="6470" y="6713"/>
                  </a:lnTo>
                  <a:cubicBezTo>
                    <a:pt x="6494" y="6713"/>
                    <a:pt x="6499" y="6772"/>
                    <a:pt x="6523" y="6780"/>
                  </a:cubicBezTo>
                  <a:cubicBezTo>
                    <a:pt x="6525" y="6766"/>
                    <a:pt x="6529" y="6760"/>
                    <a:pt x="6529" y="6745"/>
                  </a:cubicBezTo>
                  <a:lnTo>
                    <a:pt x="6529" y="6609"/>
                  </a:lnTo>
                  <a:cubicBezTo>
                    <a:pt x="6529" y="6581"/>
                    <a:pt x="6535" y="6549"/>
                    <a:pt x="6549" y="6549"/>
                  </a:cubicBezTo>
                  <a:cubicBezTo>
                    <a:pt x="6571" y="6549"/>
                    <a:pt x="6572" y="6606"/>
                    <a:pt x="6583" y="6646"/>
                  </a:cubicBezTo>
                  <a:cubicBezTo>
                    <a:pt x="6595" y="6689"/>
                    <a:pt x="6614" y="6704"/>
                    <a:pt x="6638" y="6704"/>
                  </a:cubicBezTo>
                  <a:lnTo>
                    <a:pt x="6697" y="6704"/>
                  </a:lnTo>
                  <a:cubicBezTo>
                    <a:pt x="6706" y="6704"/>
                    <a:pt x="6709" y="6721"/>
                    <a:pt x="6718" y="6725"/>
                  </a:cubicBezTo>
                  <a:cubicBezTo>
                    <a:pt x="6754" y="6744"/>
                    <a:pt x="6772" y="6776"/>
                    <a:pt x="6798" y="6830"/>
                  </a:cubicBezTo>
                  <a:cubicBezTo>
                    <a:pt x="6827" y="6890"/>
                    <a:pt x="6847" y="6937"/>
                    <a:pt x="6847" y="7021"/>
                  </a:cubicBezTo>
                  <a:cubicBezTo>
                    <a:pt x="6847" y="7074"/>
                    <a:pt x="6829" y="7100"/>
                    <a:pt x="6829" y="7153"/>
                  </a:cubicBezTo>
                  <a:cubicBezTo>
                    <a:pt x="6829" y="7170"/>
                    <a:pt x="6833" y="7186"/>
                    <a:pt x="6840" y="7186"/>
                  </a:cubicBezTo>
                  <a:cubicBezTo>
                    <a:pt x="6859" y="7186"/>
                    <a:pt x="6868" y="7161"/>
                    <a:pt x="6885" y="7144"/>
                  </a:cubicBezTo>
                  <a:cubicBezTo>
                    <a:pt x="6894" y="7141"/>
                    <a:pt x="6899" y="7132"/>
                    <a:pt x="6909" y="7132"/>
                  </a:cubicBezTo>
                  <a:cubicBezTo>
                    <a:pt x="6933" y="7132"/>
                    <a:pt x="6939" y="7183"/>
                    <a:pt x="6957" y="7215"/>
                  </a:cubicBezTo>
                  <a:cubicBezTo>
                    <a:pt x="6986" y="7267"/>
                    <a:pt x="7014" y="7257"/>
                    <a:pt x="7052" y="7270"/>
                  </a:cubicBezTo>
                  <a:lnTo>
                    <a:pt x="7052" y="7343"/>
                  </a:lnTo>
                  <a:cubicBezTo>
                    <a:pt x="7052" y="7364"/>
                    <a:pt x="7045" y="7373"/>
                    <a:pt x="7042" y="7392"/>
                  </a:cubicBezTo>
                  <a:cubicBezTo>
                    <a:pt x="7016" y="7379"/>
                    <a:pt x="7009" y="7325"/>
                    <a:pt x="6983" y="7325"/>
                  </a:cubicBezTo>
                  <a:cubicBezTo>
                    <a:pt x="6980" y="7325"/>
                    <a:pt x="6979" y="7332"/>
                    <a:pt x="6975" y="7333"/>
                  </a:cubicBezTo>
                  <a:lnTo>
                    <a:pt x="6975" y="7368"/>
                  </a:lnTo>
                  <a:cubicBezTo>
                    <a:pt x="6975" y="7383"/>
                    <a:pt x="6983" y="7389"/>
                    <a:pt x="6987" y="7400"/>
                  </a:cubicBezTo>
                  <a:cubicBezTo>
                    <a:pt x="7000" y="7433"/>
                    <a:pt x="7006" y="7451"/>
                    <a:pt x="7020" y="7480"/>
                  </a:cubicBezTo>
                  <a:cubicBezTo>
                    <a:pt x="7033" y="7508"/>
                    <a:pt x="7032" y="7542"/>
                    <a:pt x="7046" y="7568"/>
                  </a:cubicBezTo>
                  <a:cubicBezTo>
                    <a:pt x="7056" y="7586"/>
                    <a:pt x="7067" y="7578"/>
                    <a:pt x="7078" y="7593"/>
                  </a:cubicBezTo>
                  <a:cubicBezTo>
                    <a:pt x="7090" y="7608"/>
                    <a:pt x="7086" y="7637"/>
                    <a:pt x="7090" y="7664"/>
                  </a:cubicBezTo>
                  <a:cubicBezTo>
                    <a:pt x="7094" y="7686"/>
                    <a:pt x="7105" y="7691"/>
                    <a:pt x="7108" y="7714"/>
                  </a:cubicBezTo>
                  <a:cubicBezTo>
                    <a:pt x="7117" y="7776"/>
                    <a:pt x="7117" y="7814"/>
                    <a:pt x="7120" y="7878"/>
                  </a:cubicBezTo>
                  <a:lnTo>
                    <a:pt x="7134" y="7878"/>
                  </a:lnTo>
                  <a:cubicBezTo>
                    <a:pt x="7151" y="7878"/>
                    <a:pt x="7160" y="7842"/>
                    <a:pt x="7160" y="7807"/>
                  </a:cubicBezTo>
                  <a:cubicBezTo>
                    <a:pt x="7160" y="7727"/>
                    <a:pt x="7142" y="7685"/>
                    <a:pt x="7142" y="7605"/>
                  </a:cubicBezTo>
                  <a:cubicBezTo>
                    <a:pt x="7142" y="7553"/>
                    <a:pt x="7171" y="7548"/>
                    <a:pt x="7185" y="7505"/>
                  </a:cubicBezTo>
                  <a:cubicBezTo>
                    <a:pt x="7203" y="7446"/>
                    <a:pt x="7215" y="7404"/>
                    <a:pt x="7215" y="7333"/>
                  </a:cubicBezTo>
                  <a:cubicBezTo>
                    <a:pt x="7215" y="7293"/>
                    <a:pt x="7212" y="7241"/>
                    <a:pt x="7193" y="7241"/>
                  </a:cubicBezTo>
                  <a:cubicBezTo>
                    <a:pt x="7182" y="7241"/>
                    <a:pt x="7179" y="7270"/>
                    <a:pt x="7169" y="7270"/>
                  </a:cubicBezTo>
                  <a:cubicBezTo>
                    <a:pt x="7152" y="7270"/>
                    <a:pt x="7153" y="7224"/>
                    <a:pt x="7152" y="7191"/>
                  </a:cubicBezTo>
                  <a:cubicBezTo>
                    <a:pt x="7152" y="7167"/>
                    <a:pt x="7148" y="7155"/>
                    <a:pt x="7148" y="7132"/>
                  </a:cubicBezTo>
                  <a:cubicBezTo>
                    <a:pt x="7148" y="7084"/>
                    <a:pt x="7167" y="7062"/>
                    <a:pt x="7167" y="7013"/>
                  </a:cubicBezTo>
                  <a:lnTo>
                    <a:pt x="7167" y="6918"/>
                  </a:lnTo>
                  <a:lnTo>
                    <a:pt x="7159" y="6914"/>
                  </a:lnTo>
                  <a:cubicBezTo>
                    <a:pt x="7147" y="6944"/>
                    <a:pt x="7140" y="6972"/>
                    <a:pt x="7122" y="6981"/>
                  </a:cubicBezTo>
                  <a:cubicBezTo>
                    <a:pt x="7118" y="6932"/>
                    <a:pt x="7109" y="6889"/>
                    <a:pt x="7086" y="6880"/>
                  </a:cubicBezTo>
                  <a:cubicBezTo>
                    <a:pt x="7066" y="6873"/>
                    <a:pt x="7054" y="6880"/>
                    <a:pt x="7034" y="6880"/>
                  </a:cubicBezTo>
                  <a:lnTo>
                    <a:pt x="7034" y="6852"/>
                  </a:lnTo>
                  <a:cubicBezTo>
                    <a:pt x="7034" y="6822"/>
                    <a:pt x="7046" y="6810"/>
                    <a:pt x="7048" y="6780"/>
                  </a:cubicBezTo>
                  <a:cubicBezTo>
                    <a:pt x="7051" y="6728"/>
                    <a:pt x="7052" y="6698"/>
                    <a:pt x="7052" y="6646"/>
                  </a:cubicBezTo>
                  <a:cubicBezTo>
                    <a:pt x="7067" y="6643"/>
                    <a:pt x="7076" y="6648"/>
                    <a:pt x="7092" y="6646"/>
                  </a:cubicBezTo>
                  <a:lnTo>
                    <a:pt x="7092" y="6617"/>
                  </a:lnTo>
                  <a:cubicBezTo>
                    <a:pt x="7092" y="6562"/>
                    <a:pt x="7068" y="6538"/>
                    <a:pt x="7068" y="6482"/>
                  </a:cubicBezTo>
                  <a:cubicBezTo>
                    <a:pt x="7068" y="6458"/>
                    <a:pt x="7087" y="6463"/>
                    <a:pt x="7090" y="6440"/>
                  </a:cubicBezTo>
                  <a:cubicBezTo>
                    <a:pt x="7101" y="6370"/>
                    <a:pt x="7098" y="6325"/>
                    <a:pt x="7098" y="6252"/>
                  </a:cubicBezTo>
                  <a:cubicBezTo>
                    <a:pt x="7098" y="6220"/>
                    <a:pt x="7078" y="6214"/>
                    <a:pt x="7078" y="6183"/>
                  </a:cubicBezTo>
                  <a:cubicBezTo>
                    <a:pt x="7078" y="6138"/>
                    <a:pt x="7087" y="6112"/>
                    <a:pt x="7096" y="6072"/>
                  </a:cubicBezTo>
                  <a:cubicBezTo>
                    <a:pt x="7105" y="6033"/>
                    <a:pt x="7092" y="5996"/>
                    <a:pt x="7102" y="5958"/>
                  </a:cubicBezTo>
                  <a:cubicBezTo>
                    <a:pt x="7113" y="5920"/>
                    <a:pt x="7133" y="5924"/>
                    <a:pt x="7152" y="5900"/>
                  </a:cubicBezTo>
                  <a:cubicBezTo>
                    <a:pt x="7182" y="5862"/>
                    <a:pt x="7194" y="5823"/>
                    <a:pt x="7225" y="5791"/>
                  </a:cubicBezTo>
                  <a:cubicBezTo>
                    <a:pt x="7249" y="5767"/>
                    <a:pt x="7272" y="5802"/>
                    <a:pt x="7293" y="5770"/>
                  </a:cubicBezTo>
                  <a:cubicBezTo>
                    <a:pt x="7315" y="5735"/>
                    <a:pt x="7318" y="5694"/>
                    <a:pt x="7336" y="5648"/>
                  </a:cubicBezTo>
                  <a:cubicBezTo>
                    <a:pt x="7348" y="5615"/>
                    <a:pt x="7364" y="5605"/>
                    <a:pt x="7370" y="5565"/>
                  </a:cubicBezTo>
                  <a:cubicBezTo>
                    <a:pt x="7384" y="5471"/>
                    <a:pt x="7374" y="5408"/>
                    <a:pt x="7390" y="5317"/>
                  </a:cubicBezTo>
                  <a:cubicBezTo>
                    <a:pt x="7408" y="5217"/>
                    <a:pt x="7430" y="5172"/>
                    <a:pt x="7458" y="5083"/>
                  </a:cubicBezTo>
                  <a:cubicBezTo>
                    <a:pt x="7473" y="5033"/>
                    <a:pt x="7468" y="4978"/>
                    <a:pt x="7492" y="4949"/>
                  </a:cubicBezTo>
                  <a:cubicBezTo>
                    <a:pt x="7508" y="5012"/>
                    <a:pt x="7511" y="5091"/>
                    <a:pt x="7545" y="5091"/>
                  </a:cubicBezTo>
                  <a:cubicBezTo>
                    <a:pt x="7567" y="5091"/>
                    <a:pt x="7579" y="5068"/>
                    <a:pt x="7601" y="5062"/>
                  </a:cubicBezTo>
                  <a:cubicBezTo>
                    <a:pt x="7640" y="5062"/>
                    <a:pt x="7662" y="5086"/>
                    <a:pt x="7696" y="5125"/>
                  </a:cubicBezTo>
                  <a:cubicBezTo>
                    <a:pt x="7729" y="5162"/>
                    <a:pt x="7757" y="5175"/>
                    <a:pt x="7774" y="5246"/>
                  </a:cubicBezTo>
                  <a:lnTo>
                    <a:pt x="7772" y="5263"/>
                  </a:lnTo>
                  <a:cubicBezTo>
                    <a:pt x="7751" y="5273"/>
                    <a:pt x="7731" y="5269"/>
                    <a:pt x="7722" y="5309"/>
                  </a:cubicBezTo>
                  <a:cubicBezTo>
                    <a:pt x="7702" y="5394"/>
                    <a:pt x="7715" y="5455"/>
                    <a:pt x="7704" y="5548"/>
                  </a:cubicBezTo>
                  <a:cubicBezTo>
                    <a:pt x="7696" y="5616"/>
                    <a:pt x="7688" y="5654"/>
                    <a:pt x="7678" y="5719"/>
                  </a:cubicBezTo>
                  <a:cubicBezTo>
                    <a:pt x="7669" y="5773"/>
                    <a:pt x="7619" y="5745"/>
                    <a:pt x="7619" y="5801"/>
                  </a:cubicBezTo>
                  <a:cubicBezTo>
                    <a:pt x="7619" y="5840"/>
                    <a:pt x="7633" y="5857"/>
                    <a:pt x="7633" y="5896"/>
                  </a:cubicBezTo>
                  <a:cubicBezTo>
                    <a:pt x="7633" y="5949"/>
                    <a:pt x="7621" y="5976"/>
                    <a:pt x="7621" y="6030"/>
                  </a:cubicBezTo>
                  <a:cubicBezTo>
                    <a:pt x="7621" y="6041"/>
                    <a:pt x="7628" y="6042"/>
                    <a:pt x="7631" y="6051"/>
                  </a:cubicBezTo>
                  <a:cubicBezTo>
                    <a:pt x="7638" y="6070"/>
                    <a:pt x="7637" y="6087"/>
                    <a:pt x="7637" y="6112"/>
                  </a:cubicBezTo>
                  <a:cubicBezTo>
                    <a:pt x="7637" y="6277"/>
                    <a:pt x="7622" y="6368"/>
                    <a:pt x="7613" y="6533"/>
                  </a:cubicBezTo>
                  <a:cubicBezTo>
                    <a:pt x="7605" y="6535"/>
                    <a:pt x="7600" y="6536"/>
                    <a:pt x="7592" y="6537"/>
                  </a:cubicBezTo>
                  <a:lnTo>
                    <a:pt x="7592" y="6683"/>
                  </a:lnTo>
                  <a:lnTo>
                    <a:pt x="7539" y="7257"/>
                  </a:lnTo>
                  <a:cubicBezTo>
                    <a:pt x="7539" y="7327"/>
                    <a:pt x="7546" y="7376"/>
                    <a:pt x="7571" y="7421"/>
                  </a:cubicBezTo>
                  <a:cubicBezTo>
                    <a:pt x="7588" y="7451"/>
                    <a:pt x="7603" y="7455"/>
                    <a:pt x="7619" y="7488"/>
                  </a:cubicBezTo>
                  <a:cubicBezTo>
                    <a:pt x="7642" y="7536"/>
                    <a:pt x="7651" y="7574"/>
                    <a:pt x="7661" y="7639"/>
                  </a:cubicBezTo>
                  <a:cubicBezTo>
                    <a:pt x="7630" y="7671"/>
                    <a:pt x="7583" y="7652"/>
                    <a:pt x="7583" y="7725"/>
                  </a:cubicBezTo>
                  <a:cubicBezTo>
                    <a:pt x="7583" y="7758"/>
                    <a:pt x="7599" y="7772"/>
                    <a:pt x="7599" y="7806"/>
                  </a:cubicBezTo>
                  <a:cubicBezTo>
                    <a:pt x="7599" y="7857"/>
                    <a:pt x="7597" y="7885"/>
                    <a:pt x="7597" y="7936"/>
                  </a:cubicBezTo>
                  <a:cubicBezTo>
                    <a:pt x="7593" y="7994"/>
                    <a:pt x="7599" y="8030"/>
                    <a:pt x="7589" y="8083"/>
                  </a:cubicBezTo>
                  <a:cubicBezTo>
                    <a:pt x="7582" y="8125"/>
                    <a:pt x="7558" y="8113"/>
                    <a:pt x="7539" y="8129"/>
                  </a:cubicBezTo>
                  <a:cubicBezTo>
                    <a:pt x="7521" y="8145"/>
                    <a:pt x="7516" y="8176"/>
                    <a:pt x="7504" y="8209"/>
                  </a:cubicBezTo>
                  <a:cubicBezTo>
                    <a:pt x="7492" y="8242"/>
                    <a:pt x="7479" y="8254"/>
                    <a:pt x="7470" y="8293"/>
                  </a:cubicBezTo>
                  <a:cubicBezTo>
                    <a:pt x="7460" y="8338"/>
                    <a:pt x="7469" y="8385"/>
                    <a:pt x="7450" y="8414"/>
                  </a:cubicBezTo>
                  <a:cubicBezTo>
                    <a:pt x="7434" y="8439"/>
                    <a:pt x="7418" y="8435"/>
                    <a:pt x="7398" y="8435"/>
                  </a:cubicBezTo>
                  <a:cubicBezTo>
                    <a:pt x="7374" y="8435"/>
                    <a:pt x="7376" y="8504"/>
                    <a:pt x="7358" y="8536"/>
                  </a:cubicBezTo>
                  <a:cubicBezTo>
                    <a:pt x="7345" y="8559"/>
                    <a:pt x="7333" y="8565"/>
                    <a:pt x="7315" y="8565"/>
                  </a:cubicBezTo>
                  <a:cubicBezTo>
                    <a:pt x="7288" y="8565"/>
                    <a:pt x="7273" y="8544"/>
                    <a:pt x="7246" y="8544"/>
                  </a:cubicBezTo>
                  <a:cubicBezTo>
                    <a:pt x="7225" y="8544"/>
                    <a:pt x="7215" y="8574"/>
                    <a:pt x="7194" y="8574"/>
                  </a:cubicBezTo>
                  <a:lnTo>
                    <a:pt x="7119" y="8574"/>
                  </a:lnTo>
                  <a:cubicBezTo>
                    <a:pt x="7103" y="8574"/>
                    <a:pt x="7094" y="8588"/>
                    <a:pt x="7078" y="8590"/>
                  </a:cubicBezTo>
                  <a:cubicBezTo>
                    <a:pt x="7060" y="8592"/>
                    <a:pt x="7038" y="8603"/>
                    <a:pt x="7038" y="8641"/>
                  </a:cubicBezTo>
                  <a:cubicBezTo>
                    <a:pt x="7038" y="8702"/>
                    <a:pt x="7070" y="8716"/>
                    <a:pt x="7094" y="8750"/>
                  </a:cubicBezTo>
                  <a:cubicBezTo>
                    <a:pt x="7116" y="8780"/>
                    <a:pt x="7125" y="8816"/>
                    <a:pt x="7150" y="8834"/>
                  </a:cubicBezTo>
                  <a:cubicBezTo>
                    <a:pt x="7198" y="8868"/>
                    <a:pt x="7228" y="8879"/>
                    <a:pt x="7278" y="8879"/>
                  </a:cubicBezTo>
                  <a:cubicBezTo>
                    <a:pt x="7337" y="8879"/>
                    <a:pt x="7370" y="8842"/>
                    <a:pt x="7429" y="8842"/>
                  </a:cubicBezTo>
                  <a:cubicBezTo>
                    <a:pt x="7444" y="8842"/>
                    <a:pt x="7450" y="8871"/>
                    <a:pt x="7465" y="8871"/>
                  </a:cubicBezTo>
                  <a:cubicBezTo>
                    <a:pt x="7490" y="8871"/>
                    <a:pt x="7487" y="8802"/>
                    <a:pt x="7504" y="8766"/>
                  </a:cubicBezTo>
                  <a:cubicBezTo>
                    <a:pt x="7521" y="8733"/>
                    <a:pt x="7537" y="8734"/>
                    <a:pt x="7557" y="8708"/>
                  </a:cubicBezTo>
                  <a:cubicBezTo>
                    <a:pt x="7593" y="8661"/>
                    <a:pt x="7591" y="8570"/>
                    <a:pt x="7631" y="8544"/>
                  </a:cubicBezTo>
                  <a:cubicBezTo>
                    <a:pt x="7669" y="8519"/>
                    <a:pt x="7665" y="8415"/>
                    <a:pt x="7704" y="8398"/>
                  </a:cubicBezTo>
                  <a:cubicBezTo>
                    <a:pt x="7732" y="8384"/>
                    <a:pt x="7750" y="8381"/>
                    <a:pt x="7774" y="8347"/>
                  </a:cubicBezTo>
                  <a:cubicBezTo>
                    <a:pt x="7789" y="8328"/>
                    <a:pt x="7804" y="8312"/>
                    <a:pt x="7804" y="8275"/>
                  </a:cubicBezTo>
                  <a:lnTo>
                    <a:pt x="7804" y="8160"/>
                  </a:lnTo>
                  <a:cubicBezTo>
                    <a:pt x="7804" y="8126"/>
                    <a:pt x="7794" y="8109"/>
                    <a:pt x="7788" y="8079"/>
                  </a:cubicBezTo>
                  <a:cubicBezTo>
                    <a:pt x="7777" y="8020"/>
                    <a:pt x="7770" y="7983"/>
                    <a:pt x="7770" y="7919"/>
                  </a:cubicBezTo>
                  <a:lnTo>
                    <a:pt x="7770" y="7841"/>
                  </a:lnTo>
                  <a:cubicBezTo>
                    <a:pt x="7770" y="7771"/>
                    <a:pt x="7750" y="7736"/>
                    <a:pt x="7750" y="7666"/>
                  </a:cubicBezTo>
                  <a:cubicBezTo>
                    <a:pt x="7750" y="7600"/>
                    <a:pt x="7777" y="7579"/>
                    <a:pt x="7788" y="7517"/>
                  </a:cubicBezTo>
                  <a:cubicBezTo>
                    <a:pt x="7798" y="7462"/>
                    <a:pt x="7801" y="7392"/>
                    <a:pt x="7829" y="7392"/>
                  </a:cubicBezTo>
                  <a:cubicBezTo>
                    <a:pt x="7850" y="7392"/>
                    <a:pt x="7860" y="7421"/>
                    <a:pt x="7880" y="7421"/>
                  </a:cubicBezTo>
                  <a:cubicBezTo>
                    <a:pt x="7939" y="7421"/>
                    <a:pt x="7971" y="7375"/>
                    <a:pt x="8030" y="7375"/>
                  </a:cubicBezTo>
                  <a:cubicBezTo>
                    <a:pt x="8051" y="7375"/>
                    <a:pt x="8058" y="7412"/>
                    <a:pt x="8076" y="7434"/>
                  </a:cubicBezTo>
                  <a:cubicBezTo>
                    <a:pt x="8093" y="7455"/>
                    <a:pt x="8112" y="7466"/>
                    <a:pt x="8112" y="7507"/>
                  </a:cubicBezTo>
                  <a:cubicBezTo>
                    <a:pt x="8112" y="7637"/>
                    <a:pt x="8068" y="7698"/>
                    <a:pt x="8068" y="7828"/>
                  </a:cubicBezTo>
                  <a:cubicBezTo>
                    <a:pt x="8068" y="7868"/>
                    <a:pt x="8076" y="7889"/>
                    <a:pt x="8076" y="7930"/>
                  </a:cubicBezTo>
                  <a:cubicBezTo>
                    <a:pt x="8076" y="8035"/>
                    <a:pt x="8056" y="8092"/>
                    <a:pt x="8056" y="8196"/>
                  </a:cubicBezTo>
                  <a:cubicBezTo>
                    <a:pt x="8056" y="8237"/>
                    <a:pt x="8072" y="8252"/>
                    <a:pt x="8086" y="8280"/>
                  </a:cubicBezTo>
                  <a:cubicBezTo>
                    <a:pt x="8104" y="8317"/>
                    <a:pt x="8116" y="8352"/>
                    <a:pt x="8141" y="8352"/>
                  </a:cubicBezTo>
                  <a:lnTo>
                    <a:pt x="8198" y="8352"/>
                  </a:lnTo>
                  <a:cubicBezTo>
                    <a:pt x="8212" y="8352"/>
                    <a:pt x="8219" y="8331"/>
                    <a:pt x="8233" y="8331"/>
                  </a:cubicBezTo>
                  <a:lnTo>
                    <a:pt x="8287" y="8331"/>
                  </a:lnTo>
                  <a:cubicBezTo>
                    <a:pt x="8287" y="8313"/>
                    <a:pt x="8289" y="8302"/>
                    <a:pt x="8289" y="8284"/>
                  </a:cubicBezTo>
                  <a:cubicBezTo>
                    <a:pt x="8241" y="8277"/>
                    <a:pt x="8215" y="8256"/>
                    <a:pt x="8171" y="8221"/>
                  </a:cubicBezTo>
                  <a:cubicBezTo>
                    <a:pt x="8147" y="8204"/>
                    <a:pt x="8125" y="8216"/>
                    <a:pt x="8110" y="8176"/>
                  </a:cubicBezTo>
                  <a:cubicBezTo>
                    <a:pt x="8097" y="8140"/>
                    <a:pt x="8094" y="8106"/>
                    <a:pt x="8094" y="8060"/>
                  </a:cubicBezTo>
                  <a:cubicBezTo>
                    <a:pt x="8094" y="8007"/>
                    <a:pt x="8112" y="7985"/>
                    <a:pt x="8118" y="7932"/>
                  </a:cubicBezTo>
                  <a:cubicBezTo>
                    <a:pt x="8124" y="7883"/>
                    <a:pt x="8122" y="7853"/>
                    <a:pt x="8124" y="7802"/>
                  </a:cubicBezTo>
                  <a:lnTo>
                    <a:pt x="8209" y="7786"/>
                  </a:lnTo>
                  <a:lnTo>
                    <a:pt x="8209" y="7678"/>
                  </a:lnTo>
                  <a:cubicBezTo>
                    <a:pt x="8209" y="7640"/>
                    <a:pt x="8201" y="7620"/>
                    <a:pt x="8201" y="7582"/>
                  </a:cubicBezTo>
                  <a:cubicBezTo>
                    <a:pt x="8201" y="7535"/>
                    <a:pt x="8211" y="7510"/>
                    <a:pt x="8211" y="7463"/>
                  </a:cubicBezTo>
                  <a:cubicBezTo>
                    <a:pt x="8211" y="7427"/>
                    <a:pt x="8215" y="7385"/>
                    <a:pt x="8199" y="7371"/>
                  </a:cubicBezTo>
                  <a:cubicBezTo>
                    <a:pt x="8173" y="7348"/>
                    <a:pt x="8147" y="7353"/>
                    <a:pt x="8134" y="7299"/>
                  </a:cubicBezTo>
                  <a:cubicBezTo>
                    <a:pt x="8113" y="7212"/>
                    <a:pt x="8102" y="7115"/>
                    <a:pt x="8055" y="7115"/>
                  </a:cubicBezTo>
                  <a:lnTo>
                    <a:pt x="8004" y="7115"/>
                  </a:lnTo>
                  <a:cubicBezTo>
                    <a:pt x="7992" y="7115"/>
                    <a:pt x="7986" y="7128"/>
                    <a:pt x="7975" y="7128"/>
                  </a:cubicBezTo>
                  <a:lnTo>
                    <a:pt x="7916" y="7128"/>
                  </a:lnTo>
                  <a:cubicBezTo>
                    <a:pt x="7916" y="7154"/>
                    <a:pt x="7916" y="7169"/>
                    <a:pt x="7916" y="7194"/>
                  </a:cubicBezTo>
                  <a:lnTo>
                    <a:pt x="7899" y="7194"/>
                  </a:lnTo>
                  <a:cubicBezTo>
                    <a:pt x="7863" y="7194"/>
                    <a:pt x="7845" y="7149"/>
                    <a:pt x="7808" y="7149"/>
                  </a:cubicBezTo>
                  <a:cubicBezTo>
                    <a:pt x="7784" y="7149"/>
                    <a:pt x="7773" y="7172"/>
                    <a:pt x="7749" y="7182"/>
                  </a:cubicBezTo>
                  <a:cubicBezTo>
                    <a:pt x="7744" y="7148"/>
                    <a:pt x="7749" y="7129"/>
                    <a:pt x="7749" y="7094"/>
                  </a:cubicBezTo>
                  <a:cubicBezTo>
                    <a:pt x="7749" y="7008"/>
                    <a:pt x="7704" y="6982"/>
                    <a:pt x="7704" y="6896"/>
                  </a:cubicBezTo>
                  <a:cubicBezTo>
                    <a:pt x="7704" y="6889"/>
                    <a:pt x="7702" y="6879"/>
                    <a:pt x="7702" y="6872"/>
                  </a:cubicBezTo>
                  <a:cubicBezTo>
                    <a:pt x="7740" y="6817"/>
                    <a:pt x="7738" y="6739"/>
                    <a:pt x="7750" y="6646"/>
                  </a:cubicBezTo>
                  <a:cubicBezTo>
                    <a:pt x="7756" y="6602"/>
                    <a:pt x="7762" y="6574"/>
                    <a:pt x="7774" y="6537"/>
                  </a:cubicBezTo>
                  <a:cubicBezTo>
                    <a:pt x="7790" y="6487"/>
                    <a:pt x="7820" y="6475"/>
                    <a:pt x="7820" y="6414"/>
                  </a:cubicBezTo>
                  <a:lnTo>
                    <a:pt x="7820" y="6332"/>
                  </a:lnTo>
                  <a:cubicBezTo>
                    <a:pt x="7820" y="6275"/>
                    <a:pt x="7784" y="6263"/>
                    <a:pt x="7784" y="6206"/>
                  </a:cubicBezTo>
                  <a:cubicBezTo>
                    <a:pt x="7784" y="6191"/>
                    <a:pt x="7788" y="6182"/>
                    <a:pt x="7788" y="6167"/>
                  </a:cubicBezTo>
                  <a:lnTo>
                    <a:pt x="7788" y="6039"/>
                  </a:lnTo>
                  <a:cubicBezTo>
                    <a:pt x="7788" y="6000"/>
                    <a:pt x="7766" y="5999"/>
                    <a:pt x="7750" y="5979"/>
                  </a:cubicBezTo>
                  <a:cubicBezTo>
                    <a:pt x="7736" y="5963"/>
                    <a:pt x="7738" y="5928"/>
                    <a:pt x="7738" y="5893"/>
                  </a:cubicBezTo>
                  <a:cubicBezTo>
                    <a:pt x="7738" y="5848"/>
                    <a:pt x="7749" y="5824"/>
                    <a:pt x="7756" y="5782"/>
                  </a:cubicBezTo>
                  <a:cubicBezTo>
                    <a:pt x="7764" y="5737"/>
                    <a:pt x="7765" y="5701"/>
                    <a:pt x="7784" y="5673"/>
                  </a:cubicBezTo>
                  <a:cubicBezTo>
                    <a:pt x="7814" y="5630"/>
                    <a:pt x="7834" y="5604"/>
                    <a:pt x="7853" y="5539"/>
                  </a:cubicBezTo>
                  <a:cubicBezTo>
                    <a:pt x="7893" y="5400"/>
                    <a:pt x="7921" y="5307"/>
                    <a:pt x="7921" y="5143"/>
                  </a:cubicBezTo>
                  <a:cubicBezTo>
                    <a:pt x="7921" y="5108"/>
                    <a:pt x="7916" y="5088"/>
                    <a:pt x="7913" y="5053"/>
                  </a:cubicBezTo>
                  <a:cubicBezTo>
                    <a:pt x="7911" y="5037"/>
                    <a:pt x="7917" y="5012"/>
                    <a:pt x="7909" y="5012"/>
                  </a:cubicBezTo>
                  <a:cubicBezTo>
                    <a:pt x="7937" y="5012"/>
                    <a:pt x="7954" y="5052"/>
                    <a:pt x="7965" y="5104"/>
                  </a:cubicBezTo>
                  <a:cubicBezTo>
                    <a:pt x="7971" y="5129"/>
                    <a:pt x="7981" y="5140"/>
                    <a:pt x="7981" y="5169"/>
                  </a:cubicBezTo>
                  <a:cubicBezTo>
                    <a:pt x="7981" y="5213"/>
                    <a:pt x="7974" y="5239"/>
                    <a:pt x="7971" y="5284"/>
                  </a:cubicBezTo>
                  <a:cubicBezTo>
                    <a:pt x="7969" y="5315"/>
                    <a:pt x="7972" y="5334"/>
                    <a:pt x="7967" y="5363"/>
                  </a:cubicBezTo>
                  <a:cubicBezTo>
                    <a:pt x="7955" y="5430"/>
                    <a:pt x="7929" y="5458"/>
                    <a:pt x="7929" y="5530"/>
                  </a:cubicBezTo>
                  <a:lnTo>
                    <a:pt x="7929" y="5612"/>
                  </a:lnTo>
                  <a:cubicBezTo>
                    <a:pt x="7929" y="5667"/>
                    <a:pt x="7947" y="5693"/>
                    <a:pt x="7947" y="5749"/>
                  </a:cubicBezTo>
                  <a:cubicBezTo>
                    <a:pt x="7947" y="5815"/>
                    <a:pt x="7937" y="5850"/>
                    <a:pt x="7937" y="5916"/>
                  </a:cubicBezTo>
                  <a:cubicBezTo>
                    <a:pt x="7937" y="5964"/>
                    <a:pt x="7941" y="6026"/>
                    <a:pt x="7964" y="6026"/>
                  </a:cubicBezTo>
                  <a:lnTo>
                    <a:pt x="8013" y="6026"/>
                  </a:lnTo>
                  <a:cubicBezTo>
                    <a:pt x="8058" y="6026"/>
                    <a:pt x="8082" y="6054"/>
                    <a:pt x="8124" y="6084"/>
                  </a:cubicBezTo>
                  <a:cubicBezTo>
                    <a:pt x="8152" y="6104"/>
                    <a:pt x="8167" y="6144"/>
                    <a:pt x="8178" y="6201"/>
                  </a:cubicBezTo>
                  <a:cubicBezTo>
                    <a:pt x="8185" y="6235"/>
                    <a:pt x="8185" y="6281"/>
                    <a:pt x="8203" y="6281"/>
                  </a:cubicBezTo>
                  <a:cubicBezTo>
                    <a:pt x="8219" y="6281"/>
                    <a:pt x="8224" y="6248"/>
                    <a:pt x="8241" y="6243"/>
                  </a:cubicBezTo>
                  <a:cubicBezTo>
                    <a:pt x="8249" y="6241"/>
                    <a:pt x="8261" y="6240"/>
                    <a:pt x="8261" y="6222"/>
                  </a:cubicBezTo>
                  <a:cubicBezTo>
                    <a:pt x="8261" y="6194"/>
                    <a:pt x="8247" y="6188"/>
                    <a:pt x="8241" y="6164"/>
                  </a:cubicBezTo>
                  <a:cubicBezTo>
                    <a:pt x="8225" y="6104"/>
                    <a:pt x="8224" y="6053"/>
                    <a:pt x="8197" y="6013"/>
                  </a:cubicBezTo>
                  <a:cubicBezTo>
                    <a:pt x="8161" y="5962"/>
                    <a:pt x="8125" y="6005"/>
                    <a:pt x="8092" y="5950"/>
                  </a:cubicBezTo>
                  <a:cubicBezTo>
                    <a:pt x="8068" y="5910"/>
                    <a:pt x="8065" y="5865"/>
                    <a:pt x="8048" y="5812"/>
                  </a:cubicBezTo>
                  <a:cubicBezTo>
                    <a:pt x="8025" y="5743"/>
                    <a:pt x="8020" y="5692"/>
                    <a:pt x="8011" y="5611"/>
                  </a:cubicBezTo>
                  <a:cubicBezTo>
                    <a:pt x="8010" y="5587"/>
                    <a:pt x="7997" y="5579"/>
                    <a:pt x="7997" y="5555"/>
                  </a:cubicBezTo>
                  <a:lnTo>
                    <a:pt x="7997" y="5527"/>
                  </a:lnTo>
                  <a:lnTo>
                    <a:pt x="8035" y="5527"/>
                  </a:lnTo>
                  <a:cubicBezTo>
                    <a:pt x="8047" y="5527"/>
                    <a:pt x="8050" y="5493"/>
                    <a:pt x="8062" y="5493"/>
                  </a:cubicBezTo>
                  <a:cubicBezTo>
                    <a:pt x="8083" y="5493"/>
                    <a:pt x="8078" y="5553"/>
                    <a:pt x="8088" y="5594"/>
                  </a:cubicBezTo>
                  <a:cubicBezTo>
                    <a:pt x="8102" y="5656"/>
                    <a:pt x="8128" y="5682"/>
                    <a:pt x="8161" y="5682"/>
                  </a:cubicBezTo>
                  <a:lnTo>
                    <a:pt x="8182" y="5682"/>
                  </a:lnTo>
                  <a:cubicBezTo>
                    <a:pt x="8184" y="5671"/>
                    <a:pt x="8187" y="5667"/>
                    <a:pt x="8187" y="5657"/>
                  </a:cubicBezTo>
                  <a:cubicBezTo>
                    <a:pt x="8187" y="5640"/>
                    <a:pt x="8180" y="5634"/>
                    <a:pt x="8177" y="5619"/>
                  </a:cubicBezTo>
                  <a:cubicBezTo>
                    <a:pt x="8161" y="5556"/>
                    <a:pt x="8143" y="5511"/>
                    <a:pt x="8110" y="5506"/>
                  </a:cubicBezTo>
                  <a:cubicBezTo>
                    <a:pt x="8120" y="5457"/>
                    <a:pt x="8143" y="5455"/>
                    <a:pt x="8168" y="5443"/>
                  </a:cubicBezTo>
                  <a:cubicBezTo>
                    <a:pt x="8185" y="5434"/>
                    <a:pt x="8195" y="5422"/>
                    <a:pt x="8213" y="5422"/>
                  </a:cubicBezTo>
                  <a:cubicBezTo>
                    <a:pt x="8237" y="5422"/>
                    <a:pt x="8248" y="5453"/>
                    <a:pt x="8273" y="5460"/>
                  </a:cubicBezTo>
                  <a:cubicBezTo>
                    <a:pt x="8313" y="5469"/>
                    <a:pt x="8339" y="5490"/>
                    <a:pt x="8366" y="5552"/>
                  </a:cubicBezTo>
                  <a:cubicBezTo>
                    <a:pt x="8392" y="5614"/>
                    <a:pt x="8395" y="5668"/>
                    <a:pt x="8420" y="5732"/>
                  </a:cubicBezTo>
                  <a:cubicBezTo>
                    <a:pt x="8456" y="5823"/>
                    <a:pt x="8495" y="5832"/>
                    <a:pt x="8547" y="5879"/>
                  </a:cubicBezTo>
                  <a:cubicBezTo>
                    <a:pt x="8576" y="5905"/>
                    <a:pt x="8615" y="5910"/>
                    <a:pt x="8615" y="5977"/>
                  </a:cubicBezTo>
                  <a:cubicBezTo>
                    <a:pt x="8615" y="6066"/>
                    <a:pt x="8583" y="6106"/>
                    <a:pt x="8583" y="6195"/>
                  </a:cubicBezTo>
                  <a:cubicBezTo>
                    <a:pt x="8583" y="6234"/>
                    <a:pt x="8589" y="6255"/>
                    <a:pt x="8589" y="6293"/>
                  </a:cubicBezTo>
                  <a:cubicBezTo>
                    <a:pt x="8589" y="6373"/>
                    <a:pt x="8555" y="6406"/>
                    <a:pt x="8555" y="6485"/>
                  </a:cubicBezTo>
                  <a:lnTo>
                    <a:pt x="8555" y="6533"/>
                  </a:lnTo>
                  <a:lnTo>
                    <a:pt x="8563" y="6545"/>
                  </a:lnTo>
                  <a:cubicBezTo>
                    <a:pt x="8570" y="6530"/>
                    <a:pt x="8569" y="6522"/>
                    <a:pt x="8573" y="6503"/>
                  </a:cubicBezTo>
                  <a:cubicBezTo>
                    <a:pt x="8587" y="6458"/>
                    <a:pt x="8589" y="6394"/>
                    <a:pt x="8615" y="6394"/>
                  </a:cubicBezTo>
                  <a:cubicBezTo>
                    <a:pt x="8631" y="6394"/>
                    <a:pt x="8640" y="6412"/>
                    <a:pt x="8655" y="6419"/>
                  </a:cubicBezTo>
                  <a:lnTo>
                    <a:pt x="8657" y="6436"/>
                  </a:lnTo>
                  <a:cubicBezTo>
                    <a:pt x="8632" y="6508"/>
                    <a:pt x="8607" y="6551"/>
                    <a:pt x="8607" y="6641"/>
                  </a:cubicBezTo>
                  <a:cubicBezTo>
                    <a:pt x="8607" y="6686"/>
                    <a:pt x="8627" y="6700"/>
                    <a:pt x="8635" y="6742"/>
                  </a:cubicBezTo>
                  <a:cubicBezTo>
                    <a:pt x="8642" y="6777"/>
                    <a:pt x="8653" y="6790"/>
                    <a:pt x="8665" y="6818"/>
                  </a:cubicBezTo>
                  <a:cubicBezTo>
                    <a:pt x="8672" y="6833"/>
                    <a:pt x="8675" y="6856"/>
                    <a:pt x="8685" y="6856"/>
                  </a:cubicBezTo>
                  <a:cubicBezTo>
                    <a:pt x="8702" y="6856"/>
                    <a:pt x="8712" y="6822"/>
                    <a:pt x="8712" y="6788"/>
                  </a:cubicBezTo>
                  <a:cubicBezTo>
                    <a:pt x="8712" y="6728"/>
                    <a:pt x="8673" y="6718"/>
                    <a:pt x="8673" y="6658"/>
                  </a:cubicBezTo>
                  <a:cubicBezTo>
                    <a:pt x="8673" y="6599"/>
                    <a:pt x="8718" y="6594"/>
                    <a:pt x="8718" y="6535"/>
                  </a:cubicBezTo>
                  <a:cubicBezTo>
                    <a:pt x="8718" y="6460"/>
                    <a:pt x="8673" y="6447"/>
                    <a:pt x="8667" y="6373"/>
                  </a:cubicBezTo>
                  <a:cubicBezTo>
                    <a:pt x="8662" y="6301"/>
                    <a:pt x="8657" y="6260"/>
                    <a:pt x="8657" y="6187"/>
                  </a:cubicBezTo>
                  <a:cubicBezTo>
                    <a:pt x="8657" y="6155"/>
                    <a:pt x="8651" y="6130"/>
                    <a:pt x="8659" y="6105"/>
                  </a:cubicBezTo>
                  <a:cubicBezTo>
                    <a:pt x="8667" y="6081"/>
                    <a:pt x="8678" y="6076"/>
                    <a:pt x="8690" y="6059"/>
                  </a:cubicBezTo>
                  <a:lnTo>
                    <a:pt x="8690" y="5968"/>
                  </a:lnTo>
                  <a:cubicBezTo>
                    <a:pt x="8690" y="5939"/>
                    <a:pt x="8688" y="5914"/>
                    <a:pt x="8677" y="5896"/>
                  </a:cubicBezTo>
                  <a:cubicBezTo>
                    <a:pt x="8664" y="5871"/>
                    <a:pt x="8648" y="5890"/>
                    <a:pt x="8631" y="5879"/>
                  </a:cubicBezTo>
                  <a:cubicBezTo>
                    <a:pt x="8621" y="5872"/>
                    <a:pt x="8619" y="5850"/>
                    <a:pt x="8615" y="5829"/>
                  </a:cubicBezTo>
                  <a:cubicBezTo>
                    <a:pt x="8601" y="5743"/>
                    <a:pt x="8599" y="5695"/>
                    <a:pt x="8591" y="5606"/>
                  </a:cubicBezTo>
                  <a:cubicBezTo>
                    <a:pt x="8589" y="5590"/>
                    <a:pt x="8592" y="5569"/>
                    <a:pt x="8585" y="5565"/>
                  </a:cubicBezTo>
                  <a:cubicBezTo>
                    <a:pt x="8568" y="5554"/>
                    <a:pt x="8557" y="5568"/>
                    <a:pt x="8539" y="5569"/>
                  </a:cubicBezTo>
                  <a:cubicBezTo>
                    <a:pt x="8521" y="5570"/>
                    <a:pt x="8512" y="5554"/>
                    <a:pt x="8496" y="5544"/>
                  </a:cubicBezTo>
                  <a:cubicBezTo>
                    <a:pt x="8455" y="5517"/>
                    <a:pt x="8414" y="5478"/>
                    <a:pt x="8414" y="5388"/>
                  </a:cubicBezTo>
                  <a:cubicBezTo>
                    <a:pt x="8414" y="5347"/>
                    <a:pt x="8420" y="5324"/>
                    <a:pt x="8424" y="5284"/>
                  </a:cubicBezTo>
                  <a:cubicBezTo>
                    <a:pt x="8437" y="5153"/>
                    <a:pt x="8444" y="5077"/>
                    <a:pt x="8444" y="4943"/>
                  </a:cubicBezTo>
                  <a:lnTo>
                    <a:pt x="8444" y="4862"/>
                  </a:lnTo>
                  <a:cubicBezTo>
                    <a:pt x="8444" y="4825"/>
                    <a:pt x="8425" y="4815"/>
                    <a:pt x="8410" y="4797"/>
                  </a:cubicBezTo>
                  <a:cubicBezTo>
                    <a:pt x="8420" y="4743"/>
                    <a:pt x="8451" y="4764"/>
                    <a:pt x="8479" y="4764"/>
                  </a:cubicBezTo>
                  <a:lnTo>
                    <a:pt x="8528" y="4764"/>
                  </a:lnTo>
                  <a:cubicBezTo>
                    <a:pt x="8538" y="4764"/>
                    <a:pt x="8543" y="4756"/>
                    <a:pt x="8553" y="4756"/>
                  </a:cubicBezTo>
                  <a:lnTo>
                    <a:pt x="8601" y="4756"/>
                  </a:lnTo>
                  <a:cubicBezTo>
                    <a:pt x="8661" y="4756"/>
                    <a:pt x="8688" y="4651"/>
                    <a:pt x="8749" y="4651"/>
                  </a:cubicBezTo>
                  <a:cubicBezTo>
                    <a:pt x="8771" y="4651"/>
                    <a:pt x="8782" y="4676"/>
                    <a:pt x="8804" y="4676"/>
                  </a:cubicBezTo>
                  <a:cubicBezTo>
                    <a:pt x="8805" y="4690"/>
                    <a:pt x="8806" y="4697"/>
                    <a:pt x="8806" y="4710"/>
                  </a:cubicBezTo>
                  <a:cubicBezTo>
                    <a:pt x="8806" y="4740"/>
                    <a:pt x="8801" y="4758"/>
                    <a:pt x="8796" y="4785"/>
                  </a:cubicBezTo>
                  <a:cubicBezTo>
                    <a:pt x="8802" y="4792"/>
                    <a:pt x="8807" y="4797"/>
                    <a:pt x="8814" y="4797"/>
                  </a:cubicBezTo>
                  <a:cubicBezTo>
                    <a:pt x="8838" y="4797"/>
                    <a:pt x="8849" y="4766"/>
                    <a:pt x="8873" y="4764"/>
                  </a:cubicBezTo>
                  <a:cubicBezTo>
                    <a:pt x="8914" y="4760"/>
                    <a:pt x="8948" y="4769"/>
                    <a:pt x="8975" y="4705"/>
                  </a:cubicBezTo>
                  <a:cubicBezTo>
                    <a:pt x="8960" y="4665"/>
                    <a:pt x="8940" y="4676"/>
                    <a:pt x="8917" y="4664"/>
                  </a:cubicBezTo>
                  <a:cubicBezTo>
                    <a:pt x="8893" y="4650"/>
                    <a:pt x="8875" y="4615"/>
                    <a:pt x="8875" y="4563"/>
                  </a:cubicBezTo>
                  <a:cubicBezTo>
                    <a:pt x="8875" y="4528"/>
                    <a:pt x="8885" y="4512"/>
                    <a:pt x="8885" y="4477"/>
                  </a:cubicBezTo>
                  <a:cubicBezTo>
                    <a:pt x="8885" y="4408"/>
                    <a:pt x="8855" y="4375"/>
                    <a:pt x="8838" y="4315"/>
                  </a:cubicBezTo>
                  <a:cubicBezTo>
                    <a:pt x="8818" y="4282"/>
                    <a:pt x="8806" y="4247"/>
                    <a:pt x="8806" y="4194"/>
                  </a:cubicBezTo>
                  <a:cubicBezTo>
                    <a:pt x="8806" y="4173"/>
                    <a:pt x="8818" y="4165"/>
                    <a:pt x="8828" y="4165"/>
                  </a:cubicBezTo>
                  <a:cubicBezTo>
                    <a:pt x="8858" y="4165"/>
                    <a:pt x="8870" y="4209"/>
                    <a:pt x="8899" y="4223"/>
                  </a:cubicBezTo>
                  <a:cubicBezTo>
                    <a:pt x="8899" y="4214"/>
                    <a:pt x="8901" y="4208"/>
                    <a:pt x="8901" y="4198"/>
                  </a:cubicBezTo>
                  <a:cubicBezTo>
                    <a:pt x="8901" y="4150"/>
                    <a:pt x="8865" y="4162"/>
                    <a:pt x="8855" y="4119"/>
                  </a:cubicBezTo>
                  <a:cubicBezTo>
                    <a:pt x="8843" y="4071"/>
                    <a:pt x="8848" y="4037"/>
                    <a:pt x="8838" y="3989"/>
                  </a:cubicBezTo>
                  <a:lnTo>
                    <a:pt x="8838" y="3959"/>
                  </a:lnTo>
                  <a:lnTo>
                    <a:pt x="8863" y="3959"/>
                  </a:lnTo>
                  <a:cubicBezTo>
                    <a:pt x="8882" y="4003"/>
                    <a:pt x="8896" y="4043"/>
                    <a:pt x="8925" y="4043"/>
                  </a:cubicBezTo>
                  <a:lnTo>
                    <a:pt x="8925" y="3985"/>
                  </a:lnTo>
                  <a:cubicBezTo>
                    <a:pt x="8925" y="3902"/>
                    <a:pt x="8863" y="3899"/>
                    <a:pt x="8863" y="3816"/>
                  </a:cubicBezTo>
                  <a:lnTo>
                    <a:pt x="8863" y="3775"/>
                  </a:lnTo>
                  <a:cubicBezTo>
                    <a:pt x="8871" y="3774"/>
                    <a:pt x="8875" y="3771"/>
                    <a:pt x="8883" y="3771"/>
                  </a:cubicBezTo>
                  <a:cubicBezTo>
                    <a:pt x="8911" y="3771"/>
                    <a:pt x="8915" y="3833"/>
                    <a:pt x="8937" y="3867"/>
                  </a:cubicBezTo>
                  <a:lnTo>
                    <a:pt x="8959" y="3863"/>
                  </a:lnTo>
                  <a:lnTo>
                    <a:pt x="8959" y="3814"/>
                  </a:lnTo>
                  <a:cubicBezTo>
                    <a:pt x="8959" y="3744"/>
                    <a:pt x="8938" y="3718"/>
                    <a:pt x="8923" y="3653"/>
                  </a:cubicBezTo>
                  <a:lnTo>
                    <a:pt x="8925" y="3637"/>
                  </a:lnTo>
                  <a:cubicBezTo>
                    <a:pt x="8931" y="3634"/>
                    <a:pt x="8934" y="3633"/>
                    <a:pt x="8941" y="3633"/>
                  </a:cubicBezTo>
                  <a:cubicBezTo>
                    <a:pt x="8963" y="3633"/>
                    <a:pt x="8973" y="3666"/>
                    <a:pt x="8995" y="3666"/>
                  </a:cubicBezTo>
                  <a:cubicBezTo>
                    <a:pt x="9007" y="3666"/>
                    <a:pt x="9007" y="3634"/>
                    <a:pt x="9009" y="3612"/>
                  </a:cubicBezTo>
                  <a:cubicBezTo>
                    <a:pt x="9016" y="3553"/>
                    <a:pt x="9026" y="3490"/>
                    <a:pt x="9056" y="3490"/>
                  </a:cubicBezTo>
                  <a:cubicBezTo>
                    <a:pt x="9066" y="3490"/>
                    <a:pt x="9072" y="3508"/>
                    <a:pt x="9076" y="3528"/>
                  </a:cubicBezTo>
                  <a:cubicBezTo>
                    <a:pt x="9106" y="3493"/>
                    <a:pt x="9114" y="3414"/>
                    <a:pt x="9149" y="3414"/>
                  </a:cubicBezTo>
                  <a:lnTo>
                    <a:pt x="9164" y="3414"/>
                  </a:lnTo>
                  <a:cubicBezTo>
                    <a:pt x="9164" y="3440"/>
                    <a:pt x="9163" y="3463"/>
                    <a:pt x="9172" y="3477"/>
                  </a:cubicBezTo>
                  <a:cubicBezTo>
                    <a:pt x="9184" y="3496"/>
                    <a:pt x="9197" y="3483"/>
                    <a:pt x="9213" y="3486"/>
                  </a:cubicBezTo>
                  <a:cubicBezTo>
                    <a:pt x="9218" y="3407"/>
                    <a:pt x="9264" y="3420"/>
                    <a:pt x="9299" y="3393"/>
                  </a:cubicBezTo>
                  <a:cubicBezTo>
                    <a:pt x="9319" y="3379"/>
                    <a:pt x="9343" y="3370"/>
                    <a:pt x="9343" y="3325"/>
                  </a:cubicBezTo>
                  <a:lnTo>
                    <a:pt x="9343" y="3293"/>
                  </a:lnTo>
                  <a:lnTo>
                    <a:pt x="9314" y="3293"/>
                  </a:lnTo>
                  <a:cubicBezTo>
                    <a:pt x="9298" y="3293"/>
                    <a:pt x="9290" y="3306"/>
                    <a:pt x="9274" y="3306"/>
                  </a:cubicBezTo>
                  <a:cubicBezTo>
                    <a:pt x="9259" y="3306"/>
                    <a:pt x="9251" y="3296"/>
                    <a:pt x="9237" y="3293"/>
                  </a:cubicBezTo>
                  <a:lnTo>
                    <a:pt x="9237" y="3255"/>
                  </a:lnTo>
                  <a:cubicBezTo>
                    <a:pt x="9269" y="3211"/>
                    <a:pt x="9284" y="3159"/>
                    <a:pt x="9322" y="3159"/>
                  </a:cubicBezTo>
                  <a:lnTo>
                    <a:pt x="9371" y="3159"/>
                  </a:lnTo>
                  <a:cubicBezTo>
                    <a:pt x="9394" y="3159"/>
                    <a:pt x="9406" y="3138"/>
                    <a:pt x="9426" y="3117"/>
                  </a:cubicBezTo>
                  <a:cubicBezTo>
                    <a:pt x="9444" y="3098"/>
                    <a:pt x="9460" y="3100"/>
                    <a:pt x="9472" y="3067"/>
                  </a:cubicBezTo>
                  <a:cubicBezTo>
                    <a:pt x="9473" y="3074"/>
                    <a:pt x="9476" y="3076"/>
                    <a:pt x="9476" y="3084"/>
                  </a:cubicBezTo>
                  <a:cubicBezTo>
                    <a:pt x="9476" y="3161"/>
                    <a:pt x="9454" y="3199"/>
                    <a:pt x="9454" y="3276"/>
                  </a:cubicBezTo>
                  <a:cubicBezTo>
                    <a:pt x="9454" y="3307"/>
                    <a:pt x="9473" y="3318"/>
                    <a:pt x="9488" y="3318"/>
                  </a:cubicBezTo>
                  <a:cubicBezTo>
                    <a:pt x="9511" y="3318"/>
                    <a:pt x="9518" y="3276"/>
                    <a:pt x="9537" y="3247"/>
                  </a:cubicBezTo>
                  <a:cubicBezTo>
                    <a:pt x="9545" y="3264"/>
                    <a:pt x="9552" y="3276"/>
                    <a:pt x="9564" y="3276"/>
                  </a:cubicBezTo>
                  <a:cubicBezTo>
                    <a:pt x="9576" y="3276"/>
                    <a:pt x="9579" y="3251"/>
                    <a:pt x="9589" y="3234"/>
                  </a:cubicBezTo>
                  <a:cubicBezTo>
                    <a:pt x="9606" y="3203"/>
                    <a:pt x="9619" y="3176"/>
                    <a:pt x="9642" y="3176"/>
                  </a:cubicBezTo>
                  <a:cubicBezTo>
                    <a:pt x="9675" y="3176"/>
                    <a:pt x="9691" y="3226"/>
                    <a:pt x="9724" y="3226"/>
                  </a:cubicBezTo>
                  <a:lnTo>
                    <a:pt x="9740" y="3226"/>
                  </a:lnTo>
                  <a:lnTo>
                    <a:pt x="9688" y="2953"/>
                  </a:lnTo>
                  <a:lnTo>
                    <a:pt x="9688" y="2876"/>
                  </a:lnTo>
                  <a:cubicBezTo>
                    <a:pt x="9699" y="2879"/>
                    <a:pt x="9706" y="2874"/>
                    <a:pt x="9718" y="2874"/>
                  </a:cubicBezTo>
                  <a:cubicBezTo>
                    <a:pt x="9759" y="2874"/>
                    <a:pt x="9784" y="2894"/>
                    <a:pt x="9818" y="2941"/>
                  </a:cubicBezTo>
                  <a:cubicBezTo>
                    <a:pt x="9831" y="2958"/>
                    <a:pt x="9836" y="2980"/>
                    <a:pt x="9850" y="2987"/>
                  </a:cubicBezTo>
                  <a:lnTo>
                    <a:pt x="9850" y="2921"/>
                  </a:lnTo>
                  <a:cubicBezTo>
                    <a:pt x="9850" y="2875"/>
                    <a:pt x="9843" y="2832"/>
                    <a:pt x="9822" y="2819"/>
                  </a:cubicBezTo>
                  <a:cubicBezTo>
                    <a:pt x="9800" y="2806"/>
                    <a:pt x="9766" y="2826"/>
                    <a:pt x="9766" y="2778"/>
                  </a:cubicBezTo>
                  <a:cubicBezTo>
                    <a:pt x="9766" y="2738"/>
                    <a:pt x="9792" y="2729"/>
                    <a:pt x="9792" y="2690"/>
                  </a:cubicBezTo>
                  <a:cubicBezTo>
                    <a:pt x="9792" y="2638"/>
                    <a:pt x="9771" y="2621"/>
                    <a:pt x="9764" y="2572"/>
                  </a:cubicBezTo>
                  <a:cubicBezTo>
                    <a:pt x="9755" y="2516"/>
                    <a:pt x="9754" y="2481"/>
                    <a:pt x="9754" y="2421"/>
                  </a:cubicBezTo>
                  <a:cubicBezTo>
                    <a:pt x="9754" y="2342"/>
                    <a:pt x="9789" y="2318"/>
                    <a:pt x="9818" y="2266"/>
                  </a:cubicBezTo>
                  <a:cubicBezTo>
                    <a:pt x="9853" y="2204"/>
                    <a:pt x="9871" y="2165"/>
                    <a:pt x="9911" y="2115"/>
                  </a:cubicBezTo>
                  <a:cubicBezTo>
                    <a:pt x="9916" y="2145"/>
                    <a:pt x="9915" y="2163"/>
                    <a:pt x="9917" y="2195"/>
                  </a:cubicBezTo>
                  <a:cubicBezTo>
                    <a:pt x="9923" y="2196"/>
                    <a:pt x="9926" y="2199"/>
                    <a:pt x="9932" y="2199"/>
                  </a:cubicBezTo>
                  <a:cubicBezTo>
                    <a:pt x="9954" y="2199"/>
                    <a:pt x="9964" y="2157"/>
                    <a:pt x="9986" y="2157"/>
                  </a:cubicBezTo>
                  <a:cubicBezTo>
                    <a:pt x="10016" y="2157"/>
                    <a:pt x="10008" y="2256"/>
                    <a:pt x="10036" y="2279"/>
                  </a:cubicBezTo>
                  <a:cubicBezTo>
                    <a:pt x="10053" y="2293"/>
                    <a:pt x="10067" y="2287"/>
                    <a:pt x="10082" y="2308"/>
                  </a:cubicBezTo>
                  <a:cubicBezTo>
                    <a:pt x="10095" y="2327"/>
                    <a:pt x="10098" y="2353"/>
                    <a:pt x="10098" y="2388"/>
                  </a:cubicBezTo>
                  <a:cubicBezTo>
                    <a:pt x="10111" y="2406"/>
                    <a:pt x="10120" y="2429"/>
                    <a:pt x="10120" y="2462"/>
                  </a:cubicBezTo>
                  <a:lnTo>
                    <a:pt x="10120" y="2513"/>
                  </a:lnTo>
                  <a:cubicBezTo>
                    <a:pt x="10092" y="2513"/>
                    <a:pt x="10076" y="2524"/>
                    <a:pt x="10048" y="2530"/>
                  </a:cubicBezTo>
                  <a:lnTo>
                    <a:pt x="10048" y="2610"/>
                  </a:lnTo>
                  <a:cubicBezTo>
                    <a:pt x="10036" y="2614"/>
                    <a:pt x="10027" y="2615"/>
                    <a:pt x="10015" y="2627"/>
                  </a:cubicBezTo>
                  <a:lnTo>
                    <a:pt x="10013" y="2643"/>
                  </a:lnTo>
                  <a:cubicBezTo>
                    <a:pt x="10020" y="2648"/>
                    <a:pt x="10024" y="2656"/>
                    <a:pt x="10032" y="2656"/>
                  </a:cubicBezTo>
                  <a:lnTo>
                    <a:pt x="10073" y="2656"/>
                  </a:lnTo>
                  <a:cubicBezTo>
                    <a:pt x="10073" y="2695"/>
                    <a:pt x="10074" y="2718"/>
                    <a:pt x="10074" y="2757"/>
                  </a:cubicBezTo>
                  <a:cubicBezTo>
                    <a:pt x="10077" y="2759"/>
                    <a:pt x="10080" y="2762"/>
                    <a:pt x="10084" y="2765"/>
                  </a:cubicBezTo>
                  <a:cubicBezTo>
                    <a:pt x="10096" y="2729"/>
                    <a:pt x="10108" y="2715"/>
                    <a:pt x="10118" y="2673"/>
                  </a:cubicBezTo>
                  <a:cubicBezTo>
                    <a:pt x="10135" y="2686"/>
                    <a:pt x="10158" y="2685"/>
                    <a:pt x="10158" y="2723"/>
                  </a:cubicBezTo>
                  <a:cubicBezTo>
                    <a:pt x="10158" y="2775"/>
                    <a:pt x="10147" y="2805"/>
                    <a:pt x="10130" y="2845"/>
                  </a:cubicBezTo>
                  <a:cubicBezTo>
                    <a:pt x="10123" y="2860"/>
                    <a:pt x="10114" y="2862"/>
                    <a:pt x="10112" y="2882"/>
                  </a:cubicBezTo>
                  <a:cubicBezTo>
                    <a:pt x="10104" y="2938"/>
                    <a:pt x="10118" y="2985"/>
                    <a:pt x="10100" y="3029"/>
                  </a:cubicBezTo>
                  <a:cubicBezTo>
                    <a:pt x="10087" y="3063"/>
                    <a:pt x="10068" y="3061"/>
                    <a:pt x="10056" y="3096"/>
                  </a:cubicBezTo>
                  <a:cubicBezTo>
                    <a:pt x="10063" y="3105"/>
                    <a:pt x="10069" y="3108"/>
                    <a:pt x="10078" y="3108"/>
                  </a:cubicBezTo>
                  <a:cubicBezTo>
                    <a:pt x="10109" y="3108"/>
                    <a:pt x="10125" y="3082"/>
                    <a:pt x="10156" y="3079"/>
                  </a:cubicBezTo>
                  <a:cubicBezTo>
                    <a:pt x="10176" y="3077"/>
                    <a:pt x="10188" y="3075"/>
                    <a:pt x="10207" y="3058"/>
                  </a:cubicBezTo>
                  <a:cubicBezTo>
                    <a:pt x="10220" y="3046"/>
                    <a:pt x="10237" y="3039"/>
                    <a:pt x="10237" y="3008"/>
                  </a:cubicBezTo>
                  <a:cubicBezTo>
                    <a:pt x="10237" y="2932"/>
                    <a:pt x="10210" y="2901"/>
                    <a:pt x="10198" y="2828"/>
                  </a:cubicBezTo>
                  <a:lnTo>
                    <a:pt x="10200" y="2803"/>
                  </a:lnTo>
                  <a:lnTo>
                    <a:pt x="10210" y="2803"/>
                  </a:lnTo>
                  <a:cubicBezTo>
                    <a:pt x="10234" y="2803"/>
                    <a:pt x="10245" y="2840"/>
                    <a:pt x="10269" y="2840"/>
                  </a:cubicBezTo>
                  <a:cubicBezTo>
                    <a:pt x="10289" y="2840"/>
                    <a:pt x="10291" y="2796"/>
                    <a:pt x="10307" y="2773"/>
                  </a:cubicBezTo>
                  <a:cubicBezTo>
                    <a:pt x="10334" y="2735"/>
                    <a:pt x="10352" y="2720"/>
                    <a:pt x="10384" y="2706"/>
                  </a:cubicBezTo>
                  <a:cubicBezTo>
                    <a:pt x="10426" y="2689"/>
                    <a:pt x="10451" y="2694"/>
                    <a:pt x="10494" y="2694"/>
                  </a:cubicBezTo>
                  <a:cubicBezTo>
                    <a:pt x="10527" y="2694"/>
                    <a:pt x="10540" y="2754"/>
                    <a:pt x="10555" y="2815"/>
                  </a:cubicBezTo>
                  <a:cubicBezTo>
                    <a:pt x="10567" y="2867"/>
                    <a:pt x="10601" y="2846"/>
                    <a:pt x="10615" y="2895"/>
                  </a:cubicBezTo>
                  <a:cubicBezTo>
                    <a:pt x="10627" y="2937"/>
                    <a:pt x="10618" y="2990"/>
                    <a:pt x="10639" y="3008"/>
                  </a:cubicBezTo>
                  <a:cubicBezTo>
                    <a:pt x="10648" y="2979"/>
                    <a:pt x="10649" y="2956"/>
                    <a:pt x="10651" y="2920"/>
                  </a:cubicBezTo>
                  <a:cubicBezTo>
                    <a:pt x="10656" y="2919"/>
                    <a:pt x="10658" y="2916"/>
                    <a:pt x="10663" y="2916"/>
                  </a:cubicBezTo>
                  <a:cubicBezTo>
                    <a:pt x="10684" y="2916"/>
                    <a:pt x="10686" y="2970"/>
                    <a:pt x="10691" y="3012"/>
                  </a:cubicBezTo>
                  <a:cubicBezTo>
                    <a:pt x="10696" y="3054"/>
                    <a:pt x="10707" y="3076"/>
                    <a:pt x="10707" y="3120"/>
                  </a:cubicBezTo>
                  <a:lnTo>
                    <a:pt x="10707" y="3227"/>
                  </a:lnTo>
                  <a:cubicBezTo>
                    <a:pt x="10707" y="3262"/>
                    <a:pt x="10734" y="3251"/>
                    <a:pt x="10744" y="3280"/>
                  </a:cubicBezTo>
                  <a:cubicBezTo>
                    <a:pt x="10761" y="3331"/>
                    <a:pt x="10774" y="3365"/>
                    <a:pt x="10774" y="3427"/>
                  </a:cubicBezTo>
                  <a:cubicBezTo>
                    <a:pt x="10774" y="3507"/>
                    <a:pt x="10751" y="3546"/>
                    <a:pt x="10728" y="3607"/>
                  </a:cubicBezTo>
                  <a:cubicBezTo>
                    <a:pt x="10708" y="3658"/>
                    <a:pt x="10707" y="3700"/>
                    <a:pt x="10699" y="3762"/>
                  </a:cubicBezTo>
                  <a:cubicBezTo>
                    <a:pt x="10692" y="3819"/>
                    <a:pt x="10686" y="3859"/>
                    <a:pt x="10665" y="3896"/>
                  </a:cubicBezTo>
                  <a:cubicBezTo>
                    <a:pt x="10643" y="3937"/>
                    <a:pt x="10606" y="3916"/>
                    <a:pt x="10599" y="3976"/>
                  </a:cubicBezTo>
                  <a:cubicBezTo>
                    <a:pt x="10609" y="3985"/>
                    <a:pt x="10619" y="3995"/>
                    <a:pt x="10619" y="4018"/>
                  </a:cubicBezTo>
                  <a:cubicBezTo>
                    <a:pt x="10619" y="4053"/>
                    <a:pt x="10605" y="4064"/>
                    <a:pt x="10597" y="4093"/>
                  </a:cubicBezTo>
                  <a:cubicBezTo>
                    <a:pt x="10583" y="4141"/>
                    <a:pt x="10569" y="4161"/>
                    <a:pt x="10555" y="4207"/>
                  </a:cubicBezTo>
                  <a:cubicBezTo>
                    <a:pt x="10544" y="4238"/>
                    <a:pt x="10546" y="4268"/>
                    <a:pt x="10536" y="4299"/>
                  </a:cubicBezTo>
                  <a:cubicBezTo>
                    <a:pt x="10528" y="4325"/>
                    <a:pt x="10515" y="4333"/>
                    <a:pt x="10512" y="4364"/>
                  </a:cubicBezTo>
                  <a:cubicBezTo>
                    <a:pt x="10522" y="4366"/>
                    <a:pt x="10528" y="4365"/>
                    <a:pt x="10538" y="4364"/>
                  </a:cubicBezTo>
                  <a:lnTo>
                    <a:pt x="10538" y="4395"/>
                  </a:lnTo>
                  <a:cubicBezTo>
                    <a:pt x="10502" y="4456"/>
                    <a:pt x="10492" y="4528"/>
                    <a:pt x="10492" y="4625"/>
                  </a:cubicBezTo>
                  <a:lnTo>
                    <a:pt x="10492" y="4730"/>
                  </a:lnTo>
                  <a:lnTo>
                    <a:pt x="10484" y="4814"/>
                  </a:lnTo>
                  <a:lnTo>
                    <a:pt x="10486" y="4839"/>
                  </a:lnTo>
                  <a:cubicBezTo>
                    <a:pt x="10511" y="4816"/>
                    <a:pt x="10513" y="4766"/>
                    <a:pt x="10536" y="4739"/>
                  </a:cubicBezTo>
                  <a:cubicBezTo>
                    <a:pt x="10548" y="4726"/>
                    <a:pt x="10558" y="4736"/>
                    <a:pt x="10571" y="4726"/>
                  </a:cubicBezTo>
                  <a:cubicBezTo>
                    <a:pt x="10583" y="4717"/>
                    <a:pt x="10587" y="4690"/>
                    <a:pt x="10587" y="4661"/>
                  </a:cubicBezTo>
                  <a:cubicBezTo>
                    <a:pt x="10587" y="4619"/>
                    <a:pt x="10557" y="4615"/>
                    <a:pt x="10557" y="4573"/>
                  </a:cubicBezTo>
                  <a:cubicBezTo>
                    <a:pt x="10557" y="4551"/>
                    <a:pt x="10561" y="4531"/>
                    <a:pt x="10571" y="4525"/>
                  </a:cubicBezTo>
                  <a:cubicBezTo>
                    <a:pt x="10584" y="4516"/>
                    <a:pt x="10597" y="4531"/>
                    <a:pt x="10607" y="4512"/>
                  </a:cubicBezTo>
                  <a:cubicBezTo>
                    <a:pt x="10625" y="4477"/>
                    <a:pt x="10624" y="4412"/>
                    <a:pt x="10649" y="4412"/>
                  </a:cubicBezTo>
                  <a:cubicBezTo>
                    <a:pt x="10663" y="4412"/>
                    <a:pt x="10670" y="4425"/>
                    <a:pt x="10683" y="4425"/>
                  </a:cubicBezTo>
                  <a:cubicBezTo>
                    <a:pt x="10707" y="4425"/>
                    <a:pt x="10697" y="4343"/>
                    <a:pt x="10718" y="4315"/>
                  </a:cubicBezTo>
                  <a:cubicBezTo>
                    <a:pt x="10725" y="4305"/>
                    <a:pt x="10733" y="4318"/>
                    <a:pt x="10742" y="4312"/>
                  </a:cubicBezTo>
                  <a:cubicBezTo>
                    <a:pt x="10758" y="4299"/>
                    <a:pt x="10770" y="4273"/>
                    <a:pt x="10770" y="4236"/>
                  </a:cubicBezTo>
                  <a:cubicBezTo>
                    <a:pt x="10770" y="4198"/>
                    <a:pt x="10754" y="4169"/>
                    <a:pt x="10736" y="4169"/>
                  </a:cubicBezTo>
                  <a:cubicBezTo>
                    <a:pt x="10714" y="4169"/>
                    <a:pt x="10712" y="4232"/>
                    <a:pt x="10691" y="4232"/>
                  </a:cubicBezTo>
                  <a:lnTo>
                    <a:pt x="10657" y="4232"/>
                  </a:lnTo>
                  <a:lnTo>
                    <a:pt x="10657" y="4208"/>
                  </a:lnTo>
                  <a:cubicBezTo>
                    <a:pt x="10657" y="4181"/>
                    <a:pt x="10671" y="4174"/>
                    <a:pt x="10681" y="4161"/>
                  </a:cubicBezTo>
                  <a:cubicBezTo>
                    <a:pt x="10694" y="4144"/>
                    <a:pt x="10703" y="4122"/>
                    <a:pt x="10703" y="4089"/>
                  </a:cubicBezTo>
                  <a:cubicBezTo>
                    <a:pt x="10704" y="4049"/>
                    <a:pt x="10713" y="4006"/>
                    <a:pt x="10732" y="4006"/>
                  </a:cubicBezTo>
                  <a:cubicBezTo>
                    <a:pt x="10747" y="4006"/>
                    <a:pt x="10751" y="4048"/>
                    <a:pt x="10766" y="4048"/>
                  </a:cubicBezTo>
                  <a:cubicBezTo>
                    <a:pt x="10791" y="4048"/>
                    <a:pt x="10796" y="3972"/>
                    <a:pt x="10821" y="3972"/>
                  </a:cubicBezTo>
                  <a:cubicBezTo>
                    <a:pt x="10844" y="3972"/>
                    <a:pt x="10847" y="4037"/>
                    <a:pt x="10844" y="4085"/>
                  </a:cubicBezTo>
                  <a:cubicBezTo>
                    <a:pt x="10866" y="4085"/>
                    <a:pt x="10877" y="4114"/>
                    <a:pt x="10899" y="4114"/>
                  </a:cubicBezTo>
                  <a:cubicBezTo>
                    <a:pt x="10913" y="4114"/>
                    <a:pt x="10918" y="4085"/>
                    <a:pt x="10925" y="4060"/>
                  </a:cubicBezTo>
                  <a:cubicBezTo>
                    <a:pt x="10943" y="4073"/>
                    <a:pt x="10950" y="4103"/>
                    <a:pt x="10967" y="4123"/>
                  </a:cubicBezTo>
                  <a:cubicBezTo>
                    <a:pt x="10976" y="4123"/>
                    <a:pt x="10982" y="4121"/>
                    <a:pt x="10991" y="4121"/>
                  </a:cubicBezTo>
                  <a:cubicBezTo>
                    <a:pt x="11003" y="4121"/>
                    <a:pt x="11006" y="4146"/>
                    <a:pt x="11013" y="4165"/>
                  </a:cubicBezTo>
                  <a:cubicBezTo>
                    <a:pt x="11024" y="4191"/>
                    <a:pt x="11031" y="4205"/>
                    <a:pt x="11041" y="4232"/>
                  </a:cubicBezTo>
                  <a:cubicBezTo>
                    <a:pt x="11070" y="4308"/>
                    <a:pt x="11084" y="4357"/>
                    <a:pt x="11106" y="4441"/>
                  </a:cubicBezTo>
                  <a:cubicBezTo>
                    <a:pt x="11136" y="4554"/>
                    <a:pt x="11114" y="4680"/>
                    <a:pt x="11166" y="4751"/>
                  </a:cubicBezTo>
                  <a:cubicBezTo>
                    <a:pt x="11172" y="4734"/>
                    <a:pt x="11176" y="4724"/>
                    <a:pt x="11176" y="4703"/>
                  </a:cubicBezTo>
                  <a:cubicBezTo>
                    <a:pt x="11176" y="4612"/>
                    <a:pt x="11136" y="4574"/>
                    <a:pt x="11136" y="4483"/>
                  </a:cubicBezTo>
                  <a:cubicBezTo>
                    <a:pt x="11136" y="4460"/>
                    <a:pt x="11139" y="4446"/>
                    <a:pt x="11139" y="4423"/>
                  </a:cubicBezTo>
                  <a:lnTo>
                    <a:pt x="11139" y="4357"/>
                  </a:lnTo>
                  <a:lnTo>
                    <a:pt x="11108" y="4357"/>
                  </a:lnTo>
                  <a:cubicBezTo>
                    <a:pt x="11108" y="4302"/>
                    <a:pt x="11094" y="4274"/>
                    <a:pt x="11084" y="4223"/>
                  </a:cubicBezTo>
                  <a:cubicBezTo>
                    <a:pt x="11100" y="4207"/>
                    <a:pt x="11112" y="4211"/>
                    <a:pt x="11130" y="4211"/>
                  </a:cubicBezTo>
                  <a:lnTo>
                    <a:pt x="11214" y="4211"/>
                  </a:lnTo>
                  <a:cubicBezTo>
                    <a:pt x="11238" y="4211"/>
                    <a:pt x="11244" y="4166"/>
                    <a:pt x="11263" y="4135"/>
                  </a:cubicBezTo>
                  <a:cubicBezTo>
                    <a:pt x="11281" y="4105"/>
                    <a:pt x="11297" y="4098"/>
                    <a:pt x="11321" y="4098"/>
                  </a:cubicBezTo>
                  <a:cubicBezTo>
                    <a:pt x="11344" y="4098"/>
                    <a:pt x="11355" y="4123"/>
                    <a:pt x="11378" y="4123"/>
                  </a:cubicBezTo>
                  <a:lnTo>
                    <a:pt x="11437" y="4123"/>
                  </a:lnTo>
                  <a:cubicBezTo>
                    <a:pt x="11462" y="4123"/>
                    <a:pt x="11476" y="4140"/>
                    <a:pt x="11501" y="4140"/>
                  </a:cubicBezTo>
                  <a:lnTo>
                    <a:pt x="11564" y="4140"/>
                  </a:lnTo>
                  <a:cubicBezTo>
                    <a:pt x="11566" y="4156"/>
                    <a:pt x="11567" y="4166"/>
                    <a:pt x="11567" y="4183"/>
                  </a:cubicBezTo>
                  <a:cubicBezTo>
                    <a:pt x="11567" y="4220"/>
                    <a:pt x="11557" y="4240"/>
                    <a:pt x="11557" y="4278"/>
                  </a:cubicBezTo>
                  <a:cubicBezTo>
                    <a:pt x="11557" y="4334"/>
                    <a:pt x="11583" y="4357"/>
                    <a:pt x="11609" y="4374"/>
                  </a:cubicBezTo>
                  <a:cubicBezTo>
                    <a:pt x="11631" y="4388"/>
                    <a:pt x="11644" y="4408"/>
                    <a:pt x="11668" y="4408"/>
                  </a:cubicBezTo>
                  <a:lnTo>
                    <a:pt x="11721" y="4408"/>
                  </a:lnTo>
                  <a:cubicBezTo>
                    <a:pt x="11743" y="4408"/>
                    <a:pt x="11761" y="4388"/>
                    <a:pt x="11768" y="4345"/>
                  </a:cubicBezTo>
                  <a:cubicBezTo>
                    <a:pt x="11773" y="4310"/>
                    <a:pt x="11768" y="4288"/>
                    <a:pt x="11768" y="4253"/>
                  </a:cubicBezTo>
                  <a:cubicBezTo>
                    <a:pt x="11774" y="4256"/>
                    <a:pt x="11777" y="4265"/>
                    <a:pt x="11784" y="4265"/>
                  </a:cubicBezTo>
                  <a:lnTo>
                    <a:pt x="11850" y="4265"/>
                  </a:lnTo>
                  <a:cubicBezTo>
                    <a:pt x="11850" y="4317"/>
                    <a:pt x="11861" y="4374"/>
                    <a:pt x="11885" y="4374"/>
                  </a:cubicBezTo>
                  <a:cubicBezTo>
                    <a:pt x="11926" y="4374"/>
                    <a:pt x="11944" y="4313"/>
                    <a:pt x="11971" y="4253"/>
                  </a:cubicBezTo>
                  <a:cubicBezTo>
                    <a:pt x="11982" y="4229"/>
                    <a:pt x="11985" y="4207"/>
                    <a:pt x="11997" y="4186"/>
                  </a:cubicBezTo>
                  <a:cubicBezTo>
                    <a:pt x="12014" y="4158"/>
                    <a:pt x="12033" y="4146"/>
                    <a:pt x="12033" y="4102"/>
                  </a:cubicBezTo>
                  <a:cubicBezTo>
                    <a:pt x="12033" y="4091"/>
                    <a:pt x="12028" y="4085"/>
                    <a:pt x="12023" y="4085"/>
                  </a:cubicBezTo>
                  <a:cubicBezTo>
                    <a:pt x="12008" y="4085"/>
                    <a:pt x="12000" y="4106"/>
                    <a:pt x="11984" y="4106"/>
                  </a:cubicBezTo>
                  <a:cubicBezTo>
                    <a:pt x="11938" y="4106"/>
                    <a:pt x="11913" y="4076"/>
                    <a:pt x="11870" y="4039"/>
                  </a:cubicBezTo>
                  <a:cubicBezTo>
                    <a:pt x="11842" y="4015"/>
                    <a:pt x="11816" y="3982"/>
                    <a:pt x="11816" y="3917"/>
                  </a:cubicBezTo>
                  <a:cubicBezTo>
                    <a:pt x="11816" y="3869"/>
                    <a:pt x="11848" y="3860"/>
                    <a:pt x="11848" y="3812"/>
                  </a:cubicBezTo>
                  <a:lnTo>
                    <a:pt x="11848" y="3730"/>
                  </a:lnTo>
                  <a:cubicBezTo>
                    <a:pt x="11848" y="3715"/>
                    <a:pt x="11856" y="3711"/>
                    <a:pt x="11862" y="3704"/>
                  </a:cubicBezTo>
                  <a:cubicBezTo>
                    <a:pt x="11872" y="3734"/>
                    <a:pt x="11879" y="3749"/>
                    <a:pt x="11892" y="3771"/>
                  </a:cubicBezTo>
                  <a:lnTo>
                    <a:pt x="11903" y="3767"/>
                  </a:lnTo>
                  <a:lnTo>
                    <a:pt x="11903" y="3700"/>
                  </a:lnTo>
                  <a:lnTo>
                    <a:pt x="11949" y="3700"/>
                  </a:lnTo>
                  <a:cubicBezTo>
                    <a:pt x="11960" y="3749"/>
                    <a:pt x="11983" y="3762"/>
                    <a:pt x="12009" y="3762"/>
                  </a:cubicBezTo>
                  <a:cubicBezTo>
                    <a:pt x="12020" y="3762"/>
                    <a:pt x="12025" y="3750"/>
                    <a:pt x="12035" y="3750"/>
                  </a:cubicBezTo>
                  <a:cubicBezTo>
                    <a:pt x="12051" y="3750"/>
                    <a:pt x="12055" y="3782"/>
                    <a:pt x="12063" y="3808"/>
                  </a:cubicBezTo>
                  <a:cubicBezTo>
                    <a:pt x="12072" y="3834"/>
                    <a:pt x="12084" y="3838"/>
                    <a:pt x="12098" y="3838"/>
                  </a:cubicBezTo>
                  <a:lnTo>
                    <a:pt x="12120" y="3838"/>
                  </a:lnTo>
                  <a:lnTo>
                    <a:pt x="12120" y="3805"/>
                  </a:lnTo>
                  <a:cubicBezTo>
                    <a:pt x="12120" y="3784"/>
                    <a:pt x="12112" y="3774"/>
                    <a:pt x="12112" y="3753"/>
                  </a:cubicBezTo>
                  <a:lnTo>
                    <a:pt x="12112" y="3716"/>
                  </a:lnTo>
                  <a:cubicBezTo>
                    <a:pt x="12116" y="3716"/>
                    <a:pt x="12118" y="3712"/>
                    <a:pt x="12122" y="3712"/>
                  </a:cubicBezTo>
                  <a:cubicBezTo>
                    <a:pt x="12134" y="3712"/>
                    <a:pt x="12140" y="3733"/>
                    <a:pt x="12153" y="3733"/>
                  </a:cubicBezTo>
                  <a:cubicBezTo>
                    <a:pt x="12168" y="3733"/>
                    <a:pt x="12174" y="3711"/>
                    <a:pt x="12188" y="3704"/>
                  </a:cubicBezTo>
                  <a:cubicBezTo>
                    <a:pt x="12221" y="3687"/>
                    <a:pt x="12241" y="3666"/>
                    <a:pt x="12275" y="3666"/>
                  </a:cubicBezTo>
                  <a:cubicBezTo>
                    <a:pt x="12288" y="3666"/>
                    <a:pt x="12289" y="3702"/>
                    <a:pt x="12289" y="3729"/>
                  </a:cubicBezTo>
                  <a:cubicBezTo>
                    <a:pt x="12305" y="3729"/>
                    <a:pt x="12316" y="3719"/>
                    <a:pt x="12331" y="3733"/>
                  </a:cubicBezTo>
                  <a:cubicBezTo>
                    <a:pt x="12350" y="3750"/>
                    <a:pt x="12357" y="3778"/>
                    <a:pt x="12365" y="3817"/>
                  </a:cubicBezTo>
                  <a:cubicBezTo>
                    <a:pt x="12369" y="3835"/>
                    <a:pt x="12365" y="3854"/>
                    <a:pt x="12371" y="3867"/>
                  </a:cubicBezTo>
                  <a:cubicBezTo>
                    <a:pt x="12386" y="3895"/>
                    <a:pt x="12406" y="3873"/>
                    <a:pt x="12424" y="3892"/>
                  </a:cubicBezTo>
                  <a:cubicBezTo>
                    <a:pt x="12445" y="3914"/>
                    <a:pt x="12439" y="3976"/>
                    <a:pt x="12462" y="3993"/>
                  </a:cubicBezTo>
                  <a:cubicBezTo>
                    <a:pt x="12474" y="4002"/>
                    <a:pt x="12486" y="3994"/>
                    <a:pt x="12494" y="4014"/>
                  </a:cubicBezTo>
                  <a:cubicBezTo>
                    <a:pt x="12507" y="4048"/>
                    <a:pt x="12494" y="4085"/>
                    <a:pt x="12500" y="4127"/>
                  </a:cubicBezTo>
                  <a:cubicBezTo>
                    <a:pt x="12504" y="4149"/>
                    <a:pt x="12518" y="4145"/>
                    <a:pt x="12528" y="4152"/>
                  </a:cubicBezTo>
                  <a:cubicBezTo>
                    <a:pt x="12569" y="4183"/>
                    <a:pt x="12589" y="4235"/>
                    <a:pt x="12605" y="4320"/>
                  </a:cubicBezTo>
                  <a:lnTo>
                    <a:pt x="12605" y="4349"/>
                  </a:lnTo>
                  <a:lnTo>
                    <a:pt x="12577" y="4349"/>
                  </a:lnTo>
                  <a:cubicBezTo>
                    <a:pt x="12563" y="4349"/>
                    <a:pt x="12554" y="4344"/>
                    <a:pt x="12540" y="4336"/>
                  </a:cubicBezTo>
                  <a:lnTo>
                    <a:pt x="12538" y="4354"/>
                  </a:lnTo>
                  <a:cubicBezTo>
                    <a:pt x="12549" y="4400"/>
                    <a:pt x="12573" y="4385"/>
                    <a:pt x="12595" y="4408"/>
                  </a:cubicBezTo>
                  <a:cubicBezTo>
                    <a:pt x="12603" y="4416"/>
                    <a:pt x="12603" y="4434"/>
                    <a:pt x="12609" y="4450"/>
                  </a:cubicBezTo>
                  <a:cubicBezTo>
                    <a:pt x="12621" y="4484"/>
                    <a:pt x="12640" y="4480"/>
                    <a:pt x="12661" y="4483"/>
                  </a:cubicBezTo>
                  <a:cubicBezTo>
                    <a:pt x="12665" y="4449"/>
                    <a:pt x="12666" y="4404"/>
                    <a:pt x="12683" y="4404"/>
                  </a:cubicBezTo>
                  <a:cubicBezTo>
                    <a:pt x="12697" y="4404"/>
                    <a:pt x="12696" y="4442"/>
                    <a:pt x="12707" y="4458"/>
                  </a:cubicBezTo>
                  <a:cubicBezTo>
                    <a:pt x="12715" y="4469"/>
                    <a:pt x="12722" y="4462"/>
                    <a:pt x="12732" y="4462"/>
                  </a:cubicBezTo>
                  <a:lnTo>
                    <a:pt x="12733" y="4500"/>
                  </a:lnTo>
                  <a:cubicBezTo>
                    <a:pt x="12726" y="4533"/>
                    <a:pt x="12718" y="4550"/>
                    <a:pt x="12711" y="4584"/>
                  </a:cubicBezTo>
                  <a:cubicBezTo>
                    <a:pt x="12718" y="4589"/>
                    <a:pt x="12722" y="4592"/>
                    <a:pt x="12729" y="4592"/>
                  </a:cubicBezTo>
                  <a:cubicBezTo>
                    <a:pt x="12742" y="4592"/>
                    <a:pt x="12748" y="4580"/>
                    <a:pt x="12760" y="4580"/>
                  </a:cubicBezTo>
                  <a:cubicBezTo>
                    <a:pt x="12770" y="4580"/>
                    <a:pt x="12770" y="4606"/>
                    <a:pt x="12778" y="4617"/>
                  </a:cubicBezTo>
                  <a:cubicBezTo>
                    <a:pt x="12793" y="4639"/>
                    <a:pt x="12801" y="4658"/>
                    <a:pt x="12818" y="4676"/>
                  </a:cubicBezTo>
                  <a:cubicBezTo>
                    <a:pt x="12847" y="4705"/>
                    <a:pt x="12867" y="4701"/>
                    <a:pt x="12899" y="4722"/>
                  </a:cubicBezTo>
                  <a:cubicBezTo>
                    <a:pt x="12957" y="4762"/>
                    <a:pt x="12981" y="4837"/>
                    <a:pt x="13041" y="4848"/>
                  </a:cubicBezTo>
                  <a:cubicBezTo>
                    <a:pt x="13043" y="4838"/>
                    <a:pt x="13045" y="4833"/>
                    <a:pt x="13045" y="4823"/>
                  </a:cubicBezTo>
                  <a:cubicBezTo>
                    <a:pt x="13045" y="4772"/>
                    <a:pt x="13009" y="4767"/>
                    <a:pt x="13009" y="4717"/>
                  </a:cubicBezTo>
                  <a:lnTo>
                    <a:pt x="13009" y="4664"/>
                  </a:lnTo>
                  <a:lnTo>
                    <a:pt x="13035" y="4664"/>
                  </a:lnTo>
                  <a:cubicBezTo>
                    <a:pt x="13054" y="4664"/>
                    <a:pt x="13055" y="4716"/>
                    <a:pt x="13063" y="4751"/>
                  </a:cubicBezTo>
                  <a:cubicBezTo>
                    <a:pt x="13078" y="4812"/>
                    <a:pt x="13104" y="4839"/>
                    <a:pt x="13136" y="4839"/>
                  </a:cubicBezTo>
                  <a:lnTo>
                    <a:pt x="13160" y="4839"/>
                  </a:lnTo>
                  <a:cubicBezTo>
                    <a:pt x="13157" y="4776"/>
                    <a:pt x="13160" y="4740"/>
                    <a:pt x="13160" y="4676"/>
                  </a:cubicBezTo>
                  <a:cubicBezTo>
                    <a:pt x="13155" y="4640"/>
                    <a:pt x="13151" y="4619"/>
                    <a:pt x="13146" y="4584"/>
                  </a:cubicBezTo>
                  <a:cubicBezTo>
                    <a:pt x="13142" y="4559"/>
                    <a:pt x="13142" y="4525"/>
                    <a:pt x="13130" y="4525"/>
                  </a:cubicBezTo>
                  <a:cubicBezTo>
                    <a:pt x="13121" y="4525"/>
                    <a:pt x="13116" y="4533"/>
                    <a:pt x="13108" y="4533"/>
                  </a:cubicBezTo>
                  <a:cubicBezTo>
                    <a:pt x="13070" y="4533"/>
                    <a:pt x="13041" y="4464"/>
                    <a:pt x="13041" y="4386"/>
                  </a:cubicBezTo>
                  <a:lnTo>
                    <a:pt x="13041" y="4249"/>
                  </a:lnTo>
                  <a:lnTo>
                    <a:pt x="13035" y="4223"/>
                  </a:lnTo>
                  <a:cubicBezTo>
                    <a:pt x="13039" y="4222"/>
                    <a:pt x="13039" y="4211"/>
                    <a:pt x="13043" y="4211"/>
                  </a:cubicBezTo>
                  <a:cubicBezTo>
                    <a:pt x="13055" y="4211"/>
                    <a:pt x="13056" y="4242"/>
                    <a:pt x="13063" y="4261"/>
                  </a:cubicBezTo>
                  <a:cubicBezTo>
                    <a:pt x="13075" y="4291"/>
                    <a:pt x="13089" y="4299"/>
                    <a:pt x="13108" y="4299"/>
                  </a:cubicBezTo>
                  <a:cubicBezTo>
                    <a:pt x="13134" y="4299"/>
                    <a:pt x="13159" y="4296"/>
                    <a:pt x="13174" y="4341"/>
                  </a:cubicBezTo>
                  <a:cubicBezTo>
                    <a:pt x="13196" y="4344"/>
                    <a:pt x="13207" y="4345"/>
                    <a:pt x="13229" y="4345"/>
                  </a:cubicBezTo>
                  <a:cubicBezTo>
                    <a:pt x="13266" y="4345"/>
                    <a:pt x="13286" y="4320"/>
                    <a:pt x="13323" y="4312"/>
                  </a:cubicBezTo>
                  <a:lnTo>
                    <a:pt x="13323" y="4199"/>
                  </a:lnTo>
                  <a:cubicBezTo>
                    <a:pt x="13323" y="4177"/>
                    <a:pt x="13334" y="4165"/>
                    <a:pt x="13345" y="4165"/>
                  </a:cubicBezTo>
                  <a:cubicBezTo>
                    <a:pt x="13398" y="4165"/>
                    <a:pt x="13428" y="4164"/>
                    <a:pt x="13482" y="4169"/>
                  </a:cubicBezTo>
                  <a:cubicBezTo>
                    <a:pt x="13503" y="4171"/>
                    <a:pt x="13508" y="4228"/>
                    <a:pt x="13529" y="4228"/>
                  </a:cubicBezTo>
                  <a:lnTo>
                    <a:pt x="13568" y="4228"/>
                  </a:lnTo>
                  <a:cubicBezTo>
                    <a:pt x="13584" y="4228"/>
                    <a:pt x="13601" y="4207"/>
                    <a:pt x="13601" y="4173"/>
                  </a:cubicBezTo>
                  <a:cubicBezTo>
                    <a:pt x="13601" y="4101"/>
                    <a:pt x="13545" y="4145"/>
                    <a:pt x="13520" y="4093"/>
                  </a:cubicBezTo>
                  <a:cubicBezTo>
                    <a:pt x="13508" y="4069"/>
                    <a:pt x="13510" y="4039"/>
                    <a:pt x="13498" y="4014"/>
                  </a:cubicBezTo>
                  <a:cubicBezTo>
                    <a:pt x="13482" y="3980"/>
                    <a:pt x="13467" y="3971"/>
                    <a:pt x="13456" y="3930"/>
                  </a:cubicBezTo>
                  <a:lnTo>
                    <a:pt x="13458" y="3905"/>
                  </a:lnTo>
                  <a:lnTo>
                    <a:pt x="13504" y="3905"/>
                  </a:lnTo>
                  <a:cubicBezTo>
                    <a:pt x="13534" y="3905"/>
                    <a:pt x="13551" y="3940"/>
                    <a:pt x="13570" y="3989"/>
                  </a:cubicBezTo>
                  <a:cubicBezTo>
                    <a:pt x="13581" y="4015"/>
                    <a:pt x="13588" y="4043"/>
                    <a:pt x="13605" y="4043"/>
                  </a:cubicBezTo>
                  <a:cubicBezTo>
                    <a:pt x="13617" y="4043"/>
                    <a:pt x="13631" y="4032"/>
                    <a:pt x="13631" y="4006"/>
                  </a:cubicBezTo>
                  <a:cubicBezTo>
                    <a:pt x="13631" y="3953"/>
                    <a:pt x="13616" y="3928"/>
                    <a:pt x="13603" y="3884"/>
                  </a:cubicBezTo>
                  <a:cubicBezTo>
                    <a:pt x="13599" y="3870"/>
                    <a:pt x="13600" y="3851"/>
                    <a:pt x="13593" y="3846"/>
                  </a:cubicBezTo>
                  <a:cubicBezTo>
                    <a:pt x="13570" y="3829"/>
                    <a:pt x="13549" y="3852"/>
                    <a:pt x="13532" y="3817"/>
                  </a:cubicBezTo>
                  <a:cubicBezTo>
                    <a:pt x="13503" y="3756"/>
                    <a:pt x="13492" y="3712"/>
                    <a:pt x="13468" y="3645"/>
                  </a:cubicBezTo>
                  <a:cubicBezTo>
                    <a:pt x="13439" y="3697"/>
                    <a:pt x="13430" y="3779"/>
                    <a:pt x="13391" y="3779"/>
                  </a:cubicBezTo>
                  <a:cubicBezTo>
                    <a:pt x="13366" y="3779"/>
                    <a:pt x="13361" y="3715"/>
                    <a:pt x="13357" y="3662"/>
                  </a:cubicBezTo>
                  <a:cubicBezTo>
                    <a:pt x="13370" y="3651"/>
                    <a:pt x="13378" y="3659"/>
                    <a:pt x="13391" y="3653"/>
                  </a:cubicBezTo>
                  <a:cubicBezTo>
                    <a:pt x="13411" y="3645"/>
                    <a:pt x="13417" y="3603"/>
                    <a:pt x="13417" y="3561"/>
                  </a:cubicBezTo>
                  <a:cubicBezTo>
                    <a:pt x="13417" y="3508"/>
                    <a:pt x="13413" y="3477"/>
                    <a:pt x="13410" y="3423"/>
                  </a:cubicBezTo>
                  <a:cubicBezTo>
                    <a:pt x="13413" y="3421"/>
                    <a:pt x="13414" y="3411"/>
                    <a:pt x="13417" y="3411"/>
                  </a:cubicBezTo>
                  <a:cubicBezTo>
                    <a:pt x="13454" y="3411"/>
                    <a:pt x="13468" y="3482"/>
                    <a:pt x="13505" y="3482"/>
                  </a:cubicBezTo>
                  <a:lnTo>
                    <a:pt x="13544" y="3482"/>
                  </a:lnTo>
                  <a:cubicBezTo>
                    <a:pt x="13566" y="3482"/>
                    <a:pt x="13573" y="3439"/>
                    <a:pt x="13595" y="3427"/>
                  </a:cubicBezTo>
                  <a:cubicBezTo>
                    <a:pt x="13651" y="3396"/>
                    <a:pt x="13684" y="3384"/>
                    <a:pt x="13735" y="3331"/>
                  </a:cubicBezTo>
                  <a:cubicBezTo>
                    <a:pt x="13777" y="3288"/>
                    <a:pt x="13800" y="3243"/>
                    <a:pt x="13847" y="3243"/>
                  </a:cubicBezTo>
                  <a:lnTo>
                    <a:pt x="13906" y="3243"/>
                  </a:lnTo>
                  <a:cubicBezTo>
                    <a:pt x="13906" y="3251"/>
                    <a:pt x="13908" y="3255"/>
                    <a:pt x="13908" y="3264"/>
                  </a:cubicBezTo>
                  <a:cubicBezTo>
                    <a:pt x="13908" y="3290"/>
                    <a:pt x="13892" y="3292"/>
                    <a:pt x="13882" y="3306"/>
                  </a:cubicBezTo>
                  <a:cubicBezTo>
                    <a:pt x="13856" y="3341"/>
                    <a:pt x="13840" y="3364"/>
                    <a:pt x="13822" y="3421"/>
                  </a:cubicBezTo>
                  <a:cubicBezTo>
                    <a:pt x="13833" y="3422"/>
                    <a:pt x="13839" y="3422"/>
                    <a:pt x="13850" y="3421"/>
                  </a:cubicBezTo>
                  <a:cubicBezTo>
                    <a:pt x="13855" y="3464"/>
                    <a:pt x="13849" y="3493"/>
                    <a:pt x="13858" y="3532"/>
                  </a:cubicBezTo>
                  <a:cubicBezTo>
                    <a:pt x="13863" y="3551"/>
                    <a:pt x="13874" y="3544"/>
                    <a:pt x="13884" y="3544"/>
                  </a:cubicBezTo>
                  <a:cubicBezTo>
                    <a:pt x="13914" y="3544"/>
                    <a:pt x="13906" y="3457"/>
                    <a:pt x="13918" y="3402"/>
                  </a:cubicBezTo>
                  <a:cubicBezTo>
                    <a:pt x="13925" y="3370"/>
                    <a:pt x="13941" y="3364"/>
                    <a:pt x="13958" y="3364"/>
                  </a:cubicBezTo>
                  <a:cubicBezTo>
                    <a:pt x="13968" y="3364"/>
                    <a:pt x="13975" y="3374"/>
                    <a:pt x="13985" y="3377"/>
                  </a:cubicBezTo>
                  <a:cubicBezTo>
                    <a:pt x="13994" y="3380"/>
                    <a:pt x="14007" y="3378"/>
                    <a:pt x="14007" y="3398"/>
                  </a:cubicBezTo>
                  <a:cubicBezTo>
                    <a:pt x="14007" y="3471"/>
                    <a:pt x="13959" y="3484"/>
                    <a:pt x="13959" y="3557"/>
                  </a:cubicBezTo>
                  <a:cubicBezTo>
                    <a:pt x="13959" y="3616"/>
                    <a:pt x="13992" y="3623"/>
                    <a:pt x="14001" y="3679"/>
                  </a:cubicBezTo>
                  <a:cubicBezTo>
                    <a:pt x="14008" y="3724"/>
                    <a:pt x="14011" y="3779"/>
                    <a:pt x="14033" y="3779"/>
                  </a:cubicBezTo>
                  <a:cubicBezTo>
                    <a:pt x="14055" y="3779"/>
                    <a:pt x="14054" y="3719"/>
                    <a:pt x="14055" y="3674"/>
                  </a:cubicBezTo>
                  <a:cubicBezTo>
                    <a:pt x="14058" y="3611"/>
                    <a:pt x="14061" y="3575"/>
                    <a:pt x="14061" y="3511"/>
                  </a:cubicBezTo>
                  <a:cubicBezTo>
                    <a:pt x="14061" y="3409"/>
                    <a:pt x="14039" y="3358"/>
                    <a:pt x="14025" y="3261"/>
                  </a:cubicBezTo>
                  <a:cubicBezTo>
                    <a:pt x="14040" y="3255"/>
                    <a:pt x="14048" y="3259"/>
                    <a:pt x="14062" y="3259"/>
                  </a:cubicBezTo>
                  <a:cubicBezTo>
                    <a:pt x="14106" y="3259"/>
                    <a:pt x="14122" y="3191"/>
                    <a:pt x="14162" y="3155"/>
                  </a:cubicBezTo>
                  <a:cubicBezTo>
                    <a:pt x="14189" y="3131"/>
                    <a:pt x="14208" y="3153"/>
                    <a:pt x="14236" y="3138"/>
                  </a:cubicBezTo>
                  <a:cubicBezTo>
                    <a:pt x="14270" y="3121"/>
                    <a:pt x="14287" y="3088"/>
                    <a:pt x="14322" y="3088"/>
                  </a:cubicBezTo>
                  <a:cubicBezTo>
                    <a:pt x="14339" y="3088"/>
                    <a:pt x="14355" y="3087"/>
                    <a:pt x="14363" y="3117"/>
                  </a:cubicBezTo>
                  <a:cubicBezTo>
                    <a:pt x="14368" y="3135"/>
                    <a:pt x="14363" y="3150"/>
                    <a:pt x="14363" y="3171"/>
                  </a:cubicBezTo>
                  <a:cubicBezTo>
                    <a:pt x="14392" y="3179"/>
                    <a:pt x="14428" y="3189"/>
                    <a:pt x="14428" y="3249"/>
                  </a:cubicBezTo>
                  <a:cubicBezTo>
                    <a:pt x="14428" y="3288"/>
                    <a:pt x="14410" y="3301"/>
                    <a:pt x="14395" y="3322"/>
                  </a:cubicBezTo>
                  <a:cubicBezTo>
                    <a:pt x="14381" y="3341"/>
                    <a:pt x="14374" y="3360"/>
                    <a:pt x="14357" y="3369"/>
                  </a:cubicBezTo>
                  <a:cubicBezTo>
                    <a:pt x="14367" y="3391"/>
                    <a:pt x="14377" y="3399"/>
                    <a:pt x="14385" y="3423"/>
                  </a:cubicBezTo>
                  <a:cubicBezTo>
                    <a:pt x="14403" y="3472"/>
                    <a:pt x="14410" y="3527"/>
                    <a:pt x="14439" y="3540"/>
                  </a:cubicBezTo>
                  <a:cubicBezTo>
                    <a:pt x="14448" y="3473"/>
                    <a:pt x="14439" y="3381"/>
                    <a:pt x="14472" y="3381"/>
                  </a:cubicBezTo>
                  <a:cubicBezTo>
                    <a:pt x="14486" y="3381"/>
                    <a:pt x="14491" y="3414"/>
                    <a:pt x="14506" y="3414"/>
                  </a:cubicBezTo>
                  <a:cubicBezTo>
                    <a:pt x="14525" y="3414"/>
                    <a:pt x="14537" y="3403"/>
                    <a:pt x="14550" y="3377"/>
                  </a:cubicBezTo>
                  <a:cubicBezTo>
                    <a:pt x="14565" y="3348"/>
                    <a:pt x="14569" y="3301"/>
                    <a:pt x="14591" y="3301"/>
                  </a:cubicBezTo>
                  <a:cubicBezTo>
                    <a:pt x="14608" y="3301"/>
                    <a:pt x="14618" y="3323"/>
                    <a:pt x="14631" y="3348"/>
                  </a:cubicBezTo>
                  <a:cubicBezTo>
                    <a:pt x="14637" y="3359"/>
                    <a:pt x="14645" y="3363"/>
                    <a:pt x="14647" y="3381"/>
                  </a:cubicBezTo>
                  <a:cubicBezTo>
                    <a:pt x="14655" y="3447"/>
                    <a:pt x="14653" y="3488"/>
                    <a:pt x="14663" y="3553"/>
                  </a:cubicBezTo>
                  <a:lnTo>
                    <a:pt x="14673" y="3553"/>
                  </a:lnTo>
                  <a:cubicBezTo>
                    <a:pt x="14689" y="3524"/>
                    <a:pt x="14696" y="3486"/>
                    <a:pt x="14717" y="3486"/>
                  </a:cubicBezTo>
                  <a:cubicBezTo>
                    <a:pt x="14727" y="3486"/>
                    <a:pt x="14732" y="3507"/>
                    <a:pt x="14742" y="3507"/>
                  </a:cubicBezTo>
                  <a:lnTo>
                    <a:pt x="14771" y="3507"/>
                  </a:lnTo>
                  <a:lnTo>
                    <a:pt x="14771" y="3461"/>
                  </a:lnTo>
                  <a:lnTo>
                    <a:pt x="14765" y="3377"/>
                  </a:lnTo>
                  <a:cubicBezTo>
                    <a:pt x="14784" y="3292"/>
                    <a:pt x="14820" y="3267"/>
                    <a:pt x="14864" y="3259"/>
                  </a:cubicBezTo>
                  <a:cubicBezTo>
                    <a:pt x="14878" y="3349"/>
                    <a:pt x="14921" y="3360"/>
                    <a:pt x="14967" y="3372"/>
                  </a:cubicBezTo>
                  <a:cubicBezTo>
                    <a:pt x="14969" y="3433"/>
                    <a:pt x="14963" y="3467"/>
                    <a:pt x="14967" y="3528"/>
                  </a:cubicBezTo>
                  <a:lnTo>
                    <a:pt x="14973" y="3540"/>
                  </a:lnTo>
                  <a:cubicBezTo>
                    <a:pt x="14992" y="3499"/>
                    <a:pt x="14982" y="3444"/>
                    <a:pt x="15003" y="3406"/>
                  </a:cubicBezTo>
                  <a:cubicBezTo>
                    <a:pt x="15022" y="3374"/>
                    <a:pt x="15043" y="3390"/>
                    <a:pt x="15059" y="3352"/>
                  </a:cubicBezTo>
                  <a:cubicBezTo>
                    <a:pt x="15079" y="3306"/>
                    <a:pt x="15080" y="3243"/>
                    <a:pt x="15110" y="3234"/>
                  </a:cubicBezTo>
                  <a:cubicBezTo>
                    <a:pt x="15129" y="3229"/>
                    <a:pt x="15142" y="3234"/>
                    <a:pt x="15160" y="3218"/>
                  </a:cubicBezTo>
                  <a:cubicBezTo>
                    <a:pt x="15180" y="3198"/>
                    <a:pt x="15174" y="3146"/>
                    <a:pt x="15188" y="3108"/>
                  </a:cubicBezTo>
                  <a:cubicBezTo>
                    <a:pt x="15211" y="3048"/>
                    <a:pt x="15236" y="3033"/>
                    <a:pt x="15272" y="3021"/>
                  </a:cubicBezTo>
                  <a:lnTo>
                    <a:pt x="15272" y="3075"/>
                  </a:lnTo>
                  <a:cubicBezTo>
                    <a:pt x="15281" y="3076"/>
                    <a:pt x="15286" y="3079"/>
                    <a:pt x="15295" y="3079"/>
                  </a:cubicBezTo>
                  <a:cubicBezTo>
                    <a:pt x="15303" y="3079"/>
                    <a:pt x="15311" y="3067"/>
                    <a:pt x="15311" y="3050"/>
                  </a:cubicBezTo>
                  <a:cubicBezTo>
                    <a:pt x="15311" y="3028"/>
                    <a:pt x="15299" y="3021"/>
                    <a:pt x="15299" y="3000"/>
                  </a:cubicBezTo>
                  <a:cubicBezTo>
                    <a:pt x="15299" y="2953"/>
                    <a:pt x="15322" y="2923"/>
                    <a:pt x="15345" y="2920"/>
                  </a:cubicBezTo>
                  <a:cubicBezTo>
                    <a:pt x="15349" y="2920"/>
                    <a:pt x="15349" y="2928"/>
                    <a:pt x="15353" y="2928"/>
                  </a:cubicBezTo>
                  <a:cubicBezTo>
                    <a:pt x="15357" y="2928"/>
                    <a:pt x="15355" y="2914"/>
                    <a:pt x="15359" y="2911"/>
                  </a:cubicBezTo>
                  <a:cubicBezTo>
                    <a:pt x="15371" y="2904"/>
                    <a:pt x="15379" y="2901"/>
                    <a:pt x="15391" y="2895"/>
                  </a:cubicBezTo>
                  <a:cubicBezTo>
                    <a:pt x="15431" y="2872"/>
                    <a:pt x="15456" y="2896"/>
                    <a:pt x="15498" y="2886"/>
                  </a:cubicBezTo>
                  <a:cubicBezTo>
                    <a:pt x="15561" y="2872"/>
                    <a:pt x="15596" y="2849"/>
                    <a:pt x="15660" y="2849"/>
                  </a:cubicBezTo>
                  <a:cubicBezTo>
                    <a:pt x="15718" y="2849"/>
                    <a:pt x="15768" y="2869"/>
                    <a:pt x="15796" y="2974"/>
                  </a:cubicBezTo>
                  <a:cubicBezTo>
                    <a:pt x="15810" y="3030"/>
                    <a:pt x="15815" y="3066"/>
                    <a:pt x="15826" y="3126"/>
                  </a:cubicBezTo>
                  <a:cubicBezTo>
                    <a:pt x="15834" y="3171"/>
                    <a:pt x="15836" y="3230"/>
                    <a:pt x="15860" y="3230"/>
                  </a:cubicBezTo>
                  <a:cubicBezTo>
                    <a:pt x="15882" y="3230"/>
                    <a:pt x="15891" y="3184"/>
                    <a:pt x="15913" y="3184"/>
                  </a:cubicBezTo>
                  <a:cubicBezTo>
                    <a:pt x="15949" y="3184"/>
                    <a:pt x="15969" y="3206"/>
                    <a:pt x="16003" y="3230"/>
                  </a:cubicBezTo>
                  <a:cubicBezTo>
                    <a:pt x="16014" y="3238"/>
                    <a:pt x="16019" y="3259"/>
                    <a:pt x="16032" y="3259"/>
                  </a:cubicBezTo>
                  <a:lnTo>
                    <a:pt x="16103" y="3259"/>
                  </a:lnTo>
                  <a:lnTo>
                    <a:pt x="16119" y="3268"/>
                  </a:lnTo>
                  <a:lnTo>
                    <a:pt x="16163" y="3268"/>
                  </a:lnTo>
                  <a:cubicBezTo>
                    <a:pt x="16172" y="3268"/>
                    <a:pt x="16176" y="3285"/>
                    <a:pt x="16184" y="3285"/>
                  </a:cubicBezTo>
                  <a:lnTo>
                    <a:pt x="16238" y="3285"/>
                  </a:lnTo>
                  <a:cubicBezTo>
                    <a:pt x="16250" y="3285"/>
                    <a:pt x="16256" y="3293"/>
                    <a:pt x="16268" y="3293"/>
                  </a:cubicBezTo>
                  <a:cubicBezTo>
                    <a:pt x="16282" y="3293"/>
                    <a:pt x="16291" y="3286"/>
                    <a:pt x="16301" y="3268"/>
                  </a:cubicBezTo>
                  <a:cubicBezTo>
                    <a:pt x="16285" y="3213"/>
                    <a:pt x="16282" y="3164"/>
                    <a:pt x="16256" y="3134"/>
                  </a:cubicBezTo>
                  <a:cubicBezTo>
                    <a:pt x="16232" y="3105"/>
                    <a:pt x="16214" y="3108"/>
                    <a:pt x="16188" y="3092"/>
                  </a:cubicBezTo>
                  <a:cubicBezTo>
                    <a:pt x="16164" y="3077"/>
                    <a:pt x="16156" y="3026"/>
                    <a:pt x="16156" y="2973"/>
                  </a:cubicBezTo>
                  <a:lnTo>
                    <a:pt x="16156" y="2895"/>
                  </a:lnTo>
                  <a:cubicBezTo>
                    <a:pt x="16210" y="2895"/>
                    <a:pt x="16227" y="2761"/>
                    <a:pt x="16282" y="2761"/>
                  </a:cubicBezTo>
                  <a:cubicBezTo>
                    <a:pt x="16296" y="2761"/>
                    <a:pt x="16303" y="2769"/>
                    <a:pt x="16317" y="2769"/>
                  </a:cubicBezTo>
                  <a:lnTo>
                    <a:pt x="16363" y="2769"/>
                  </a:lnTo>
                  <a:cubicBezTo>
                    <a:pt x="16389" y="2769"/>
                    <a:pt x="16398" y="2723"/>
                    <a:pt x="16415" y="2681"/>
                  </a:cubicBezTo>
                  <a:cubicBezTo>
                    <a:pt x="16435" y="2633"/>
                    <a:pt x="16460" y="2651"/>
                    <a:pt x="16490" y="2639"/>
                  </a:cubicBezTo>
                  <a:cubicBezTo>
                    <a:pt x="16520" y="2628"/>
                    <a:pt x="16537" y="2621"/>
                    <a:pt x="16568" y="2614"/>
                  </a:cubicBezTo>
                  <a:cubicBezTo>
                    <a:pt x="16587" y="2610"/>
                    <a:pt x="16612" y="2607"/>
                    <a:pt x="16612" y="2567"/>
                  </a:cubicBezTo>
                  <a:lnTo>
                    <a:pt x="16612" y="2481"/>
                  </a:lnTo>
                  <a:cubicBezTo>
                    <a:pt x="16612" y="2457"/>
                    <a:pt x="16621" y="2434"/>
                    <a:pt x="16633" y="2434"/>
                  </a:cubicBezTo>
                  <a:cubicBezTo>
                    <a:pt x="16655" y="2434"/>
                    <a:pt x="16667" y="2459"/>
                    <a:pt x="16689" y="2459"/>
                  </a:cubicBezTo>
                  <a:lnTo>
                    <a:pt x="16743" y="2459"/>
                  </a:lnTo>
                  <a:cubicBezTo>
                    <a:pt x="16780" y="2459"/>
                    <a:pt x="16803" y="2433"/>
                    <a:pt x="16834" y="2388"/>
                  </a:cubicBezTo>
                  <a:cubicBezTo>
                    <a:pt x="16851" y="2363"/>
                    <a:pt x="16858" y="2325"/>
                    <a:pt x="16879" y="2325"/>
                  </a:cubicBezTo>
                  <a:cubicBezTo>
                    <a:pt x="16921" y="2325"/>
                    <a:pt x="16931" y="2438"/>
                    <a:pt x="16973" y="2438"/>
                  </a:cubicBezTo>
                  <a:lnTo>
                    <a:pt x="17020" y="2438"/>
                  </a:lnTo>
                  <a:cubicBezTo>
                    <a:pt x="17055" y="2438"/>
                    <a:pt x="17069" y="2380"/>
                    <a:pt x="17091" y="2329"/>
                  </a:cubicBezTo>
                  <a:cubicBezTo>
                    <a:pt x="17105" y="2298"/>
                    <a:pt x="17120" y="2279"/>
                    <a:pt x="17120" y="2236"/>
                  </a:cubicBezTo>
                  <a:lnTo>
                    <a:pt x="17120" y="2111"/>
                  </a:lnTo>
                  <a:cubicBezTo>
                    <a:pt x="17116" y="2109"/>
                    <a:pt x="17113" y="2103"/>
                    <a:pt x="17109" y="2103"/>
                  </a:cubicBezTo>
                  <a:cubicBezTo>
                    <a:pt x="17095" y="2103"/>
                    <a:pt x="17091" y="2135"/>
                    <a:pt x="17077" y="2145"/>
                  </a:cubicBezTo>
                  <a:cubicBezTo>
                    <a:pt x="17055" y="2160"/>
                    <a:pt x="17040" y="2157"/>
                    <a:pt x="17016" y="2157"/>
                  </a:cubicBezTo>
                  <a:lnTo>
                    <a:pt x="16951" y="2157"/>
                  </a:lnTo>
                  <a:cubicBezTo>
                    <a:pt x="16929" y="2157"/>
                    <a:pt x="16917" y="2178"/>
                    <a:pt x="16895" y="2178"/>
                  </a:cubicBezTo>
                  <a:cubicBezTo>
                    <a:pt x="16864" y="2178"/>
                    <a:pt x="16856" y="2115"/>
                    <a:pt x="16834" y="2069"/>
                  </a:cubicBezTo>
                  <a:cubicBezTo>
                    <a:pt x="16810" y="2019"/>
                    <a:pt x="16783" y="2020"/>
                    <a:pt x="16761" y="1964"/>
                  </a:cubicBezTo>
                  <a:cubicBezTo>
                    <a:pt x="16765" y="1963"/>
                    <a:pt x="16765" y="1952"/>
                    <a:pt x="16769" y="1952"/>
                  </a:cubicBezTo>
                  <a:cubicBezTo>
                    <a:pt x="16773" y="1952"/>
                    <a:pt x="16776" y="1958"/>
                    <a:pt x="16779" y="1960"/>
                  </a:cubicBezTo>
                  <a:lnTo>
                    <a:pt x="16823" y="1960"/>
                  </a:lnTo>
                  <a:cubicBezTo>
                    <a:pt x="16842" y="1960"/>
                    <a:pt x="16850" y="1937"/>
                    <a:pt x="16868" y="1927"/>
                  </a:cubicBezTo>
                  <a:cubicBezTo>
                    <a:pt x="16901" y="1907"/>
                    <a:pt x="16920" y="1898"/>
                    <a:pt x="16952" y="1885"/>
                  </a:cubicBezTo>
                  <a:cubicBezTo>
                    <a:pt x="16974" y="1876"/>
                    <a:pt x="16985" y="1869"/>
                    <a:pt x="17007" y="1864"/>
                  </a:cubicBezTo>
                  <a:cubicBezTo>
                    <a:pt x="17026" y="1860"/>
                    <a:pt x="17047" y="1871"/>
                    <a:pt x="17055" y="1835"/>
                  </a:cubicBezTo>
                  <a:cubicBezTo>
                    <a:pt x="17061" y="1808"/>
                    <a:pt x="17050" y="1781"/>
                    <a:pt x="17059" y="1759"/>
                  </a:cubicBezTo>
                  <a:cubicBezTo>
                    <a:pt x="17071" y="1731"/>
                    <a:pt x="17087" y="1739"/>
                    <a:pt x="17103" y="1726"/>
                  </a:cubicBezTo>
                  <a:cubicBezTo>
                    <a:pt x="17141" y="1693"/>
                    <a:pt x="17161" y="1670"/>
                    <a:pt x="17200" y="1646"/>
                  </a:cubicBezTo>
                  <a:cubicBezTo>
                    <a:pt x="17236" y="1624"/>
                    <a:pt x="17255" y="1605"/>
                    <a:pt x="17288" y="1570"/>
                  </a:cubicBezTo>
                  <a:cubicBezTo>
                    <a:pt x="17308" y="1550"/>
                    <a:pt x="17321" y="1516"/>
                    <a:pt x="17343" y="1516"/>
                  </a:cubicBezTo>
                  <a:cubicBezTo>
                    <a:pt x="17399" y="1483"/>
                    <a:pt x="17431" y="1476"/>
                    <a:pt x="17486" y="1420"/>
                  </a:cubicBezTo>
                  <a:cubicBezTo>
                    <a:pt x="17498" y="1434"/>
                    <a:pt x="17502" y="1462"/>
                    <a:pt x="17516" y="1462"/>
                  </a:cubicBezTo>
                  <a:cubicBezTo>
                    <a:pt x="17535" y="1462"/>
                    <a:pt x="17545" y="1458"/>
                    <a:pt x="17564" y="1457"/>
                  </a:cubicBezTo>
                  <a:lnTo>
                    <a:pt x="17604" y="1457"/>
                  </a:lnTo>
                  <a:cubicBezTo>
                    <a:pt x="17614" y="1457"/>
                    <a:pt x="17620" y="1442"/>
                    <a:pt x="17628" y="1432"/>
                  </a:cubicBezTo>
                  <a:cubicBezTo>
                    <a:pt x="17673" y="1381"/>
                    <a:pt x="17696" y="1311"/>
                    <a:pt x="17747" y="1311"/>
                  </a:cubicBezTo>
                  <a:cubicBezTo>
                    <a:pt x="17796" y="1311"/>
                    <a:pt x="17825" y="1316"/>
                    <a:pt x="17874" y="1319"/>
                  </a:cubicBezTo>
                  <a:cubicBezTo>
                    <a:pt x="17914" y="1298"/>
                    <a:pt x="17940" y="1312"/>
                    <a:pt x="17978" y="1277"/>
                  </a:cubicBezTo>
                  <a:cubicBezTo>
                    <a:pt x="18002" y="1256"/>
                    <a:pt x="18014" y="1227"/>
                    <a:pt x="18039" y="1227"/>
                  </a:cubicBezTo>
                  <a:lnTo>
                    <a:pt x="18091" y="1227"/>
                  </a:lnTo>
                  <a:cubicBezTo>
                    <a:pt x="18136" y="1227"/>
                    <a:pt x="18159" y="1177"/>
                    <a:pt x="18204" y="1177"/>
                  </a:cubicBezTo>
                  <a:lnTo>
                    <a:pt x="18310" y="1177"/>
                  </a:lnTo>
                  <a:cubicBezTo>
                    <a:pt x="18346" y="1177"/>
                    <a:pt x="18361" y="1114"/>
                    <a:pt x="18397" y="1114"/>
                  </a:cubicBezTo>
                  <a:lnTo>
                    <a:pt x="18451" y="1114"/>
                  </a:lnTo>
                  <a:cubicBezTo>
                    <a:pt x="18485" y="1114"/>
                    <a:pt x="18503" y="1078"/>
                    <a:pt x="18536" y="1063"/>
                  </a:cubicBezTo>
                  <a:cubicBezTo>
                    <a:pt x="18573" y="1047"/>
                    <a:pt x="18596" y="1065"/>
                    <a:pt x="18632" y="1042"/>
                  </a:cubicBezTo>
                  <a:cubicBezTo>
                    <a:pt x="18672" y="1017"/>
                    <a:pt x="18688" y="954"/>
                    <a:pt x="18729" y="954"/>
                  </a:cubicBezTo>
                  <a:lnTo>
                    <a:pt x="18843" y="954"/>
                  </a:lnTo>
                  <a:cubicBezTo>
                    <a:pt x="18852" y="954"/>
                    <a:pt x="18856" y="937"/>
                    <a:pt x="18864" y="929"/>
                  </a:cubicBezTo>
                  <a:cubicBezTo>
                    <a:pt x="18879" y="916"/>
                    <a:pt x="18890" y="913"/>
                    <a:pt x="18907" y="913"/>
                  </a:cubicBezTo>
                  <a:cubicBezTo>
                    <a:pt x="18927" y="913"/>
                    <a:pt x="18938" y="921"/>
                    <a:pt x="18957" y="921"/>
                  </a:cubicBezTo>
                  <a:cubicBezTo>
                    <a:pt x="18980" y="921"/>
                    <a:pt x="18992" y="904"/>
                    <a:pt x="19014" y="904"/>
                  </a:cubicBezTo>
                  <a:cubicBezTo>
                    <a:pt x="19033" y="904"/>
                    <a:pt x="19042" y="934"/>
                    <a:pt x="19062" y="934"/>
                  </a:cubicBezTo>
                  <a:lnTo>
                    <a:pt x="19117" y="934"/>
                  </a:lnTo>
                  <a:cubicBezTo>
                    <a:pt x="19156" y="934"/>
                    <a:pt x="19173" y="992"/>
                    <a:pt x="19212" y="992"/>
                  </a:cubicBezTo>
                  <a:cubicBezTo>
                    <a:pt x="19239" y="992"/>
                    <a:pt x="19256" y="975"/>
                    <a:pt x="19283" y="975"/>
                  </a:cubicBezTo>
                  <a:cubicBezTo>
                    <a:pt x="19326" y="975"/>
                    <a:pt x="19351" y="984"/>
                    <a:pt x="19394" y="984"/>
                  </a:cubicBezTo>
                  <a:cubicBezTo>
                    <a:pt x="19451" y="984"/>
                    <a:pt x="19484" y="957"/>
                    <a:pt x="19536" y="904"/>
                  </a:cubicBezTo>
                  <a:cubicBezTo>
                    <a:pt x="19528" y="897"/>
                    <a:pt x="19523" y="892"/>
                    <a:pt x="19514" y="892"/>
                  </a:cubicBezTo>
                  <a:cubicBezTo>
                    <a:pt x="19478" y="892"/>
                    <a:pt x="19459" y="913"/>
                    <a:pt x="19423" y="913"/>
                  </a:cubicBezTo>
                  <a:cubicBezTo>
                    <a:pt x="19404" y="913"/>
                    <a:pt x="19395" y="896"/>
                    <a:pt x="19376" y="896"/>
                  </a:cubicBezTo>
                  <a:lnTo>
                    <a:pt x="19337" y="896"/>
                  </a:lnTo>
                  <a:cubicBezTo>
                    <a:pt x="19324" y="896"/>
                    <a:pt x="19318" y="878"/>
                    <a:pt x="19306" y="867"/>
                  </a:cubicBezTo>
                  <a:cubicBezTo>
                    <a:pt x="19279" y="836"/>
                    <a:pt x="19261" y="825"/>
                    <a:pt x="19232" y="804"/>
                  </a:cubicBezTo>
                  <a:cubicBezTo>
                    <a:pt x="19208" y="787"/>
                    <a:pt x="19194" y="776"/>
                    <a:pt x="19170" y="766"/>
                  </a:cubicBezTo>
                  <a:cubicBezTo>
                    <a:pt x="19152" y="759"/>
                    <a:pt x="19125" y="767"/>
                    <a:pt x="19125" y="728"/>
                  </a:cubicBezTo>
                  <a:cubicBezTo>
                    <a:pt x="19125" y="705"/>
                    <a:pt x="19138" y="703"/>
                    <a:pt x="19145" y="686"/>
                  </a:cubicBezTo>
                  <a:cubicBezTo>
                    <a:pt x="19156" y="660"/>
                    <a:pt x="19166" y="648"/>
                    <a:pt x="19178" y="624"/>
                  </a:cubicBezTo>
                  <a:cubicBezTo>
                    <a:pt x="19195" y="587"/>
                    <a:pt x="19199" y="531"/>
                    <a:pt x="19224" y="531"/>
                  </a:cubicBezTo>
                  <a:cubicBezTo>
                    <a:pt x="19241" y="531"/>
                    <a:pt x="19247" y="553"/>
                    <a:pt x="19262" y="569"/>
                  </a:cubicBezTo>
                  <a:cubicBezTo>
                    <a:pt x="19267" y="535"/>
                    <a:pt x="19264" y="511"/>
                    <a:pt x="19268" y="477"/>
                  </a:cubicBezTo>
                  <a:cubicBezTo>
                    <a:pt x="19271" y="455"/>
                    <a:pt x="19282" y="451"/>
                    <a:pt x="19292" y="443"/>
                  </a:cubicBezTo>
                  <a:cubicBezTo>
                    <a:pt x="19316" y="423"/>
                    <a:pt x="19332" y="423"/>
                    <a:pt x="19355" y="401"/>
                  </a:cubicBezTo>
                  <a:cubicBezTo>
                    <a:pt x="19378" y="378"/>
                    <a:pt x="19388" y="334"/>
                    <a:pt x="19414" y="334"/>
                  </a:cubicBezTo>
                  <a:cubicBezTo>
                    <a:pt x="19456" y="334"/>
                    <a:pt x="19475" y="401"/>
                    <a:pt x="19517" y="401"/>
                  </a:cubicBezTo>
                  <a:cubicBezTo>
                    <a:pt x="19567" y="401"/>
                    <a:pt x="19597" y="400"/>
                    <a:pt x="19646" y="376"/>
                  </a:cubicBezTo>
                  <a:cubicBezTo>
                    <a:pt x="19667" y="367"/>
                    <a:pt x="19675" y="347"/>
                    <a:pt x="19695" y="334"/>
                  </a:cubicBezTo>
                  <a:cubicBezTo>
                    <a:pt x="19719" y="318"/>
                    <a:pt x="19731" y="312"/>
                    <a:pt x="19755" y="292"/>
                  </a:cubicBezTo>
                  <a:lnTo>
                    <a:pt x="19771" y="292"/>
                  </a:lnTo>
                  <a:cubicBezTo>
                    <a:pt x="19782" y="292"/>
                    <a:pt x="19786" y="273"/>
                    <a:pt x="19797" y="271"/>
                  </a:cubicBezTo>
                  <a:cubicBezTo>
                    <a:pt x="19867" y="254"/>
                    <a:pt x="19893" y="160"/>
                    <a:pt x="19960" y="120"/>
                  </a:cubicBezTo>
                  <a:cubicBezTo>
                    <a:pt x="19964" y="164"/>
                    <a:pt x="19959" y="192"/>
                    <a:pt x="19964" y="234"/>
                  </a:cubicBezTo>
                  <a:cubicBezTo>
                    <a:pt x="19969" y="272"/>
                    <a:pt x="19989" y="281"/>
                    <a:pt x="19992" y="321"/>
                  </a:cubicBezTo>
                  <a:cubicBezTo>
                    <a:pt x="19964" y="331"/>
                    <a:pt x="19939" y="321"/>
                    <a:pt x="19922" y="368"/>
                  </a:cubicBezTo>
                  <a:cubicBezTo>
                    <a:pt x="19931" y="370"/>
                    <a:pt x="19936" y="372"/>
                    <a:pt x="19944" y="372"/>
                  </a:cubicBezTo>
                  <a:lnTo>
                    <a:pt x="19982" y="360"/>
                  </a:lnTo>
                  <a:cubicBezTo>
                    <a:pt x="19997" y="369"/>
                    <a:pt x="20005" y="378"/>
                    <a:pt x="20021" y="384"/>
                  </a:cubicBezTo>
                  <a:cubicBezTo>
                    <a:pt x="20030" y="388"/>
                    <a:pt x="20043" y="386"/>
                    <a:pt x="20043" y="405"/>
                  </a:cubicBezTo>
                  <a:cubicBezTo>
                    <a:pt x="20043" y="451"/>
                    <a:pt x="20020" y="462"/>
                    <a:pt x="20001" y="485"/>
                  </a:cubicBezTo>
                  <a:cubicBezTo>
                    <a:pt x="19981" y="508"/>
                    <a:pt x="19967" y="512"/>
                    <a:pt x="19948" y="535"/>
                  </a:cubicBezTo>
                  <a:cubicBezTo>
                    <a:pt x="19940" y="546"/>
                    <a:pt x="19938" y="565"/>
                    <a:pt x="19928" y="569"/>
                  </a:cubicBezTo>
                  <a:cubicBezTo>
                    <a:pt x="19917" y="573"/>
                    <a:pt x="19904" y="578"/>
                    <a:pt x="19904" y="601"/>
                  </a:cubicBezTo>
                  <a:lnTo>
                    <a:pt x="19904" y="653"/>
                  </a:lnTo>
                  <a:lnTo>
                    <a:pt x="19922" y="653"/>
                  </a:lnTo>
                  <a:cubicBezTo>
                    <a:pt x="19943" y="653"/>
                    <a:pt x="19957" y="618"/>
                    <a:pt x="19962" y="573"/>
                  </a:cubicBezTo>
                  <a:cubicBezTo>
                    <a:pt x="19979" y="604"/>
                    <a:pt x="19982" y="657"/>
                    <a:pt x="20004" y="657"/>
                  </a:cubicBezTo>
                  <a:cubicBezTo>
                    <a:pt x="20027" y="657"/>
                    <a:pt x="20029" y="603"/>
                    <a:pt x="20039" y="561"/>
                  </a:cubicBezTo>
                  <a:cubicBezTo>
                    <a:pt x="20066" y="574"/>
                    <a:pt x="20079" y="615"/>
                    <a:pt x="20108" y="615"/>
                  </a:cubicBezTo>
                  <a:cubicBezTo>
                    <a:pt x="20114" y="615"/>
                    <a:pt x="20116" y="606"/>
                    <a:pt x="20121" y="603"/>
                  </a:cubicBezTo>
                  <a:cubicBezTo>
                    <a:pt x="20117" y="622"/>
                    <a:pt x="20113" y="635"/>
                    <a:pt x="20113" y="657"/>
                  </a:cubicBezTo>
                  <a:cubicBezTo>
                    <a:pt x="20113" y="723"/>
                    <a:pt x="20143" y="770"/>
                    <a:pt x="20174" y="770"/>
                  </a:cubicBezTo>
                  <a:cubicBezTo>
                    <a:pt x="20195" y="770"/>
                    <a:pt x="20212" y="788"/>
                    <a:pt x="20226" y="757"/>
                  </a:cubicBezTo>
                  <a:cubicBezTo>
                    <a:pt x="20246" y="711"/>
                    <a:pt x="20234" y="615"/>
                    <a:pt x="20264" y="615"/>
                  </a:cubicBezTo>
                  <a:cubicBezTo>
                    <a:pt x="20282" y="615"/>
                    <a:pt x="20298" y="644"/>
                    <a:pt x="20298" y="682"/>
                  </a:cubicBezTo>
                  <a:cubicBezTo>
                    <a:pt x="20298" y="708"/>
                    <a:pt x="20284" y="710"/>
                    <a:pt x="20272" y="720"/>
                  </a:cubicBezTo>
                  <a:cubicBezTo>
                    <a:pt x="20248" y="732"/>
                    <a:pt x="20320" y="722"/>
                    <a:pt x="20320" y="781"/>
                  </a:cubicBezTo>
                  <a:cubicBezTo>
                    <a:pt x="20320" y="833"/>
                    <a:pt x="20306" y="871"/>
                    <a:pt x="20282" y="887"/>
                  </a:cubicBezTo>
                  <a:cubicBezTo>
                    <a:pt x="20265" y="900"/>
                    <a:pt x="20252" y="891"/>
                    <a:pt x="20234" y="896"/>
                  </a:cubicBezTo>
                  <a:cubicBezTo>
                    <a:pt x="20195" y="907"/>
                    <a:pt x="20188" y="1007"/>
                    <a:pt x="20149" y="1007"/>
                  </a:cubicBezTo>
                  <a:cubicBezTo>
                    <a:pt x="20105" y="1007"/>
                    <a:pt x="20079" y="1005"/>
                    <a:pt x="20035" y="1005"/>
                  </a:cubicBezTo>
                  <a:cubicBezTo>
                    <a:pt x="20001" y="1005"/>
                    <a:pt x="19983" y="1035"/>
                    <a:pt x="19950" y="1051"/>
                  </a:cubicBezTo>
                  <a:cubicBezTo>
                    <a:pt x="19928" y="1062"/>
                    <a:pt x="19915" y="1069"/>
                    <a:pt x="19896" y="1093"/>
                  </a:cubicBezTo>
                  <a:cubicBezTo>
                    <a:pt x="19885" y="1106"/>
                    <a:pt x="19884" y="1128"/>
                    <a:pt x="19878" y="1151"/>
                  </a:cubicBezTo>
                  <a:cubicBezTo>
                    <a:pt x="19863" y="1203"/>
                    <a:pt x="19839" y="1214"/>
                    <a:pt x="19810" y="1214"/>
                  </a:cubicBezTo>
                  <a:cubicBezTo>
                    <a:pt x="19791" y="1214"/>
                    <a:pt x="19782" y="1187"/>
                    <a:pt x="19763" y="1177"/>
                  </a:cubicBezTo>
                  <a:cubicBezTo>
                    <a:pt x="19712" y="1146"/>
                    <a:pt x="19679" y="1156"/>
                    <a:pt x="19625" y="1156"/>
                  </a:cubicBezTo>
                  <a:cubicBezTo>
                    <a:pt x="19586" y="1156"/>
                    <a:pt x="19561" y="1143"/>
                    <a:pt x="19526" y="1177"/>
                  </a:cubicBezTo>
                  <a:cubicBezTo>
                    <a:pt x="19502" y="1200"/>
                    <a:pt x="19518" y="1263"/>
                    <a:pt x="19508" y="1315"/>
                  </a:cubicBezTo>
                  <a:cubicBezTo>
                    <a:pt x="19483" y="1438"/>
                    <a:pt x="19453" y="1496"/>
                    <a:pt x="19403" y="1575"/>
                  </a:cubicBezTo>
                  <a:lnTo>
                    <a:pt x="19395" y="1570"/>
                  </a:lnTo>
                  <a:cubicBezTo>
                    <a:pt x="19391" y="1531"/>
                    <a:pt x="19381" y="1512"/>
                    <a:pt x="19369" y="1483"/>
                  </a:cubicBezTo>
                  <a:cubicBezTo>
                    <a:pt x="19358" y="1455"/>
                    <a:pt x="19350" y="1424"/>
                    <a:pt x="19333" y="1424"/>
                  </a:cubicBezTo>
                  <a:cubicBezTo>
                    <a:pt x="19300" y="1424"/>
                    <a:pt x="19286" y="1483"/>
                    <a:pt x="19254" y="1483"/>
                  </a:cubicBezTo>
                  <a:lnTo>
                    <a:pt x="19206" y="1483"/>
                  </a:lnTo>
                  <a:cubicBezTo>
                    <a:pt x="19181" y="1431"/>
                    <a:pt x="19166" y="1386"/>
                    <a:pt x="19131" y="1386"/>
                  </a:cubicBezTo>
                  <a:cubicBezTo>
                    <a:pt x="19122" y="1386"/>
                    <a:pt x="19122" y="1411"/>
                    <a:pt x="19113" y="1415"/>
                  </a:cubicBezTo>
                  <a:cubicBezTo>
                    <a:pt x="19099" y="1422"/>
                    <a:pt x="19088" y="1424"/>
                    <a:pt x="19081" y="1449"/>
                  </a:cubicBezTo>
                  <a:cubicBezTo>
                    <a:pt x="19098" y="1466"/>
                    <a:pt x="19109" y="1460"/>
                    <a:pt x="19127" y="1466"/>
                  </a:cubicBezTo>
                  <a:cubicBezTo>
                    <a:pt x="19129" y="1533"/>
                    <a:pt x="19126" y="1625"/>
                    <a:pt x="19159" y="1625"/>
                  </a:cubicBezTo>
                  <a:cubicBezTo>
                    <a:pt x="19204" y="1625"/>
                    <a:pt x="19229" y="1608"/>
                    <a:pt x="19274" y="1608"/>
                  </a:cubicBezTo>
                  <a:cubicBezTo>
                    <a:pt x="19295" y="1608"/>
                    <a:pt x="19304" y="1641"/>
                    <a:pt x="19324" y="1650"/>
                  </a:cubicBezTo>
                  <a:cubicBezTo>
                    <a:pt x="19341" y="1657"/>
                    <a:pt x="19352" y="1652"/>
                    <a:pt x="19367" y="1667"/>
                  </a:cubicBezTo>
                  <a:cubicBezTo>
                    <a:pt x="19397" y="1698"/>
                    <a:pt x="19384" y="1773"/>
                    <a:pt x="19397" y="1839"/>
                  </a:cubicBezTo>
                  <a:cubicBezTo>
                    <a:pt x="19406" y="1885"/>
                    <a:pt x="19417" y="1910"/>
                    <a:pt x="19417" y="1960"/>
                  </a:cubicBezTo>
                  <a:cubicBezTo>
                    <a:pt x="19417" y="1989"/>
                    <a:pt x="19413" y="2023"/>
                    <a:pt x="19399" y="2023"/>
                  </a:cubicBezTo>
                  <a:cubicBezTo>
                    <a:pt x="19383" y="2023"/>
                    <a:pt x="19375" y="1998"/>
                    <a:pt x="19359" y="1998"/>
                  </a:cubicBezTo>
                  <a:cubicBezTo>
                    <a:pt x="19340" y="1998"/>
                    <a:pt x="19334" y="2035"/>
                    <a:pt x="19323" y="2065"/>
                  </a:cubicBezTo>
                  <a:cubicBezTo>
                    <a:pt x="19307" y="2105"/>
                    <a:pt x="19289" y="2109"/>
                    <a:pt x="19264" y="2115"/>
                  </a:cubicBezTo>
                  <a:cubicBezTo>
                    <a:pt x="19220" y="2127"/>
                    <a:pt x="19195" y="2127"/>
                    <a:pt x="19153" y="2170"/>
                  </a:cubicBezTo>
                  <a:cubicBezTo>
                    <a:pt x="19173" y="2179"/>
                    <a:pt x="19194" y="2189"/>
                    <a:pt x="19194" y="2228"/>
                  </a:cubicBezTo>
                  <a:cubicBezTo>
                    <a:pt x="19194" y="2272"/>
                    <a:pt x="19159" y="2272"/>
                    <a:pt x="19159" y="2317"/>
                  </a:cubicBezTo>
                  <a:cubicBezTo>
                    <a:pt x="19159" y="2342"/>
                    <a:pt x="19176" y="2342"/>
                    <a:pt x="19188" y="2346"/>
                  </a:cubicBezTo>
                  <a:cubicBezTo>
                    <a:pt x="19210" y="2354"/>
                    <a:pt x="19223" y="2355"/>
                    <a:pt x="19246" y="2363"/>
                  </a:cubicBezTo>
                  <a:cubicBezTo>
                    <a:pt x="19251" y="2334"/>
                    <a:pt x="19256" y="2318"/>
                    <a:pt x="19258" y="2287"/>
                  </a:cubicBezTo>
                  <a:cubicBezTo>
                    <a:pt x="19262" y="2235"/>
                    <a:pt x="19255" y="2162"/>
                    <a:pt x="19280" y="2162"/>
                  </a:cubicBezTo>
                  <a:cubicBezTo>
                    <a:pt x="19292" y="2162"/>
                    <a:pt x="19297" y="2177"/>
                    <a:pt x="19308" y="2178"/>
                  </a:cubicBezTo>
                  <a:cubicBezTo>
                    <a:pt x="19322" y="2179"/>
                    <a:pt x="19333" y="2174"/>
                    <a:pt x="19343" y="2191"/>
                  </a:cubicBezTo>
                  <a:cubicBezTo>
                    <a:pt x="19358" y="2217"/>
                    <a:pt x="19365" y="2249"/>
                    <a:pt x="19385" y="2249"/>
                  </a:cubicBezTo>
                  <a:cubicBezTo>
                    <a:pt x="19417" y="2249"/>
                    <a:pt x="19434" y="2181"/>
                    <a:pt x="19437" y="2113"/>
                  </a:cubicBezTo>
                  <a:cubicBezTo>
                    <a:pt x="19484" y="2137"/>
                    <a:pt x="19512" y="2112"/>
                    <a:pt x="19560" y="2113"/>
                  </a:cubicBezTo>
                  <a:cubicBezTo>
                    <a:pt x="19561" y="2147"/>
                    <a:pt x="19560" y="2167"/>
                    <a:pt x="19560" y="2200"/>
                  </a:cubicBezTo>
                  <a:cubicBezTo>
                    <a:pt x="19560" y="2221"/>
                    <a:pt x="19569" y="2231"/>
                    <a:pt x="19578" y="2237"/>
                  </a:cubicBezTo>
                  <a:cubicBezTo>
                    <a:pt x="19596" y="2249"/>
                    <a:pt x="19603" y="2283"/>
                    <a:pt x="19622" y="2283"/>
                  </a:cubicBezTo>
                  <a:cubicBezTo>
                    <a:pt x="19626" y="2283"/>
                    <a:pt x="19628" y="2275"/>
                    <a:pt x="19628" y="2266"/>
                  </a:cubicBezTo>
                  <a:cubicBezTo>
                    <a:pt x="19628" y="2223"/>
                    <a:pt x="19620" y="2200"/>
                    <a:pt x="19620" y="2157"/>
                  </a:cubicBezTo>
                  <a:lnTo>
                    <a:pt x="19650" y="2157"/>
                  </a:lnTo>
                  <a:cubicBezTo>
                    <a:pt x="19660" y="2157"/>
                    <a:pt x="19665" y="2179"/>
                    <a:pt x="19675" y="2183"/>
                  </a:cubicBezTo>
                  <a:cubicBezTo>
                    <a:pt x="19691" y="2188"/>
                    <a:pt x="19704" y="2178"/>
                    <a:pt x="19719" y="2195"/>
                  </a:cubicBezTo>
                  <a:cubicBezTo>
                    <a:pt x="19732" y="2209"/>
                    <a:pt x="19723" y="2246"/>
                    <a:pt x="19729" y="2275"/>
                  </a:cubicBezTo>
                  <a:cubicBezTo>
                    <a:pt x="19731" y="2288"/>
                    <a:pt x="19741" y="2284"/>
                    <a:pt x="19747" y="2291"/>
                  </a:cubicBezTo>
                  <a:cubicBezTo>
                    <a:pt x="19762" y="2310"/>
                    <a:pt x="19765" y="2335"/>
                    <a:pt x="19780" y="2350"/>
                  </a:cubicBezTo>
                  <a:lnTo>
                    <a:pt x="19780" y="2228"/>
                  </a:lnTo>
                  <a:cubicBezTo>
                    <a:pt x="19790" y="2194"/>
                    <a:pt x="19808" y="2194"/>
                    <a:pt x="19821" y="2166"/>
                  </a:cubicBezTo>
                  <a:cubicBezTo>
                    <a:pt x="19837" y="2173"/>
                    <a:pt x="19846" y="2186"/>
                    <a:pt x="19862" y="2186"/>
                  </a:cubicBezTo>
                  <a:lnTo>
                    <a:pt x="19910" y="2186"/>
                  </a:lnTo>
                  <a:cubicBezTo>
                    <a:pt x="19926" y="2186"/>
                    <a:pt x="19935" y="2170"/>
                    <a:pt x="19951" y="2170"/>
                  </a:cubicBezTo>
                  <a:cubicBezTo>
                    <a:pt x="19974" y="2170"/>
                    <a:pt x="19986" y="2196"/>
                    <a:pt x="20008" y="2207"/>
                  </a:cubicBezTo>
                  <a:cubicBezTo>
                    <a:pt x="20039" y="2223"/>
                    <a:pt x="20067" y="2209"/>
                    <a:pt x="20085" y="2262"/>
                  </a:cubicBezTo>
                  <a:cubicBezTo>
                    <a:pt x="20105" y="2320"/>
                    <a:pt x="20152" y="2276"/>
                    <a:pt x="20164" y="2342"/>
                  </a:cubicBezTo>
                  <a:cubicBezTo>
                    <a:pt x="20170" y="2379"/>
                    <a:pt x="20168" y="2408"/>
                    <a:pt x="20174" y="2447"/>
                  </a:cubicBezTo>
                  <a:cubicBezTo>
                    <a:pt x="20177" y="2466"/>
                    <a:pt x="20186" y="2475"/>
                    <a:pt x="20186" y="2496"/>
                  </a:cubicBezTo>
                  <a:lnTo>
                    <a:pt x="20186" y="2534"/>
                  </a:lnTo>
                  <a:cubicBezTo>
                    <a:pt x="20178" y="2535"/>
                    <a:pt x="20174" y="2539"/>
                    <a:pt x="20168" y="2539"/>
                  </a:cubicBezTo>
                  <a:cubicBezTo>
                    <a:pt x="20152" y="2539"/>
                    <a:pt x="20148" y="2497"/>
                    <a:pt x="20133" y="2497"/>
                  </a:cubicBezTo>
                  <a:cubicBezTo>
                    <a:pt x="20104" y="2497"/>
                    <a:pt x="20093" y="2544"/>
                    <a:pt x="20067" y="2576"/>
                  </a:cubicBezTo>
                  <a:cubicBezTo>
                    <a:pt x="20048" y="2600"/>
                    <a:pt x="20034" y="2598"/>
                    <a:pt x="20013" y="2606"/>
                  </a:cubicBezTo>
                  <a:cubicBezTo>
                    <a:pt x="19962" y="2623"/>
                    <a:pt x="19916" y="2686"/>
                    <a:pt x="19916" y="2793"/>
                  </a:cubicBezTo>
                  <a:lnTo>
                    <a:pt x="19916" y="2887"/>
                  </a:lnTo>
                  <a:cubicBezTo>
                    <a:pt x="19916" y="2933"/>
                    <a:pt x="19927" y="2956"/>
                    <a:pt x="19930" y="3000"/>
                  </a:cubicBezTo>
                  <a:cubicBezTo>
                    <a:pt x="19937" y="3082"/>
                    <a:pt x="19940" y="3134"/>
                    <a:pt x="19956" y="3209"/>
                  </a:cubicBezTo>
                  <a:cubicBezTo>
                    <a:pt x="19976" y="3296"/>
                    <a:pt x="19988" y="3348"/>
                    <a:pt x="20001" y="3440"/>
                  </a:cubicBezTo>
                  <a:cubicBezTo>
                    <a:pt x="20004" y="3465"/>
                    <a:pt x="20001" y="3490"/>
                    <a:pt x="20011" y="3507"/>
                  </a:cubicBezTo>
                  <a:cubicBezTo>
                    <a:pt x="20020" y="3524"/>
                    <a:pt x="20032" y="3501"/>
                    <a:pt x="20043" y="3515"/>
                  </a:cubicBezTo>
                  <a:cubicBezTo>
                    <a:pt x="20064" y="3543"/>
                    <a:pt x="20053" y="3599"/>
                    <a:pt x="20061" y="3649"/>
                  </a:cubicBezTo>
                  <a:cubicBezTo>
                    <a:pt x="20075" y="3742"/>
                    <a:pt x="20087" y="3795"/>
                    <a:pt x="20087" y="3891"/>
                  </a:cubicBezTo>
                  <a:lnTo>
                    <a:pt x="20087" y="3973"/>
                  </a:lnTo>
                  <a:cubicBezTo>
                    <a:pt x="20087" y="4016"/>
                    <a:pt x="20096" y="4037"/>
                    <a:pt x="20103" y="4077"/>
                  </a:cubicBezTo>
                  <a:cubicBezTo>
                    <a:pt x="20110" y="4112"/>
                    <a:pt x="20113" y="4145"/>
                    <a:pt x="20129" y="4161"/>
                  </a:cubicBezTo>
                  <a:cubicBezTo>
                    <a:pt x="20148" y="4178"/>
                    <a:pt x="20166" y="4167"/>
                    <a:pt x="20180" y="4198"/>
                  </a:cubicBezTo>
                  <a:cubicBezTo>
                    <a:pt x="20158" y="4243"/>
                    <a:pt x="20134" y="4231"/>
                    <a:pt x="20105" y="4253"/>
                  </a:cubicBezTo>
                  <a:cubicBezTo>
                    <a:pt x="20076" y="4275"/>
                    <a:pt x="20064" y="4312"/>
                    <a:pt x="20035" y="4336"/>
                  </a:cubicBezTo>
                  <a:cubicBezTo>
                    <a:pt x="20017" y="4344"/>
                    <a:pt x="20010" y="4371"/>
                    <a:pt x="19992" y="4378"/>
                  </a:cubicBezTo>
                  <a:cubicBezTo>
                    <a:pt x="19965" y="4390"/>
                    <a:pt x="19948" y="4379"/>
                    <a:pt x="19920" y="4391"/>
                  </a:cubicBezTo>
                  <a:cubicBezTo>
                    <a:pt x="19902" y="4399"/>
                    <a:pt x="19892" y="4416"/>
                    <a:pt x="19874" y="4420"/>
                  </a:cubicBezTo>
                  <a:cubicBezTo>
                    <a:pt x="19841" y="4429"/>
                    <a:pt x="19822" y="4434"/>
                    <a:pt x="19789" y="4450"/>
                  </a:cubicBezTo>
                  <a:cubicBezTo>
                    <a:pt x="19770" y="4458"/>
                    <a:pt x="19754" y="4449"/>
                    <a:pt x="19741" y="4479"/>
                  </a:cubicBezTo>
                  <a:cubicBezTo>
                    <a:pt x="19732" y="4500"/>
                    <a:pt x="19734" y="4522"/>
                    <a:pt x="19733" y="4550"/>
                  </a:cubicBezTo>
                  <a:cubicBezTo>
                    <a:pt x="19731" y="4591"/>
                    <a:pt x="19725" y="4613"/>
                    <a:pt x="19725" y="4654"/>
                  </a:cubicBezTo>
                  <a:lnTo>
                    <a:pt x="19725" y="4886"/>
                  </a:lnTo>
                  <a:cubicBezTo>
                    <a:pt x="19725" y="4935"/>
                    <a:pt x="19719" y="4963"/>
                    <a:pt x="19719" y="5012"/>
                  </a:cubicBezTo>
                  <a:cubicBezTo>
                    <a:pt x="19711" y="5012"/>
                    <a:pt x="19707" y="5015"/>
                    <a:pt x="19699" y="5015"/>
                  </a:cubicBezTo>
                  <a:cubicBezTo>
                    <a:pt x="19683" y="5015"/>
                    <a:pt x="19682" y="4973"/>
                    <a:pt x="19675" y="4944"/>
                  </a:cubicBezTo>
                  <a:cubicBezTo>
                    <a:pt x="19665" y="4907"/>
                    <a:pt x="19648" y="4905"/>
                    <a:pt x="19630" y="4886"/>
                  </a:cubicBezTo>
                  <a:cubicBezTo>
                    <a:pt x="19615" y="4868"/>
                    <a:pt x="19616" y="4814"/>
                    <a:pt x="19598" y="4814"/>
                  </a:cubicBezTo>
                  <a:cubicBezTo>
                    <a:pt x="19583" y="4814"/>
                    <a:pt x="19582" y="4858"/>
                    <a:pt x="19582" y="4890"/>
                  </a:cubicBezTo>
                  <a:cubicBezTo>
                    <a:pt x="19582" y="4931"/>
                    <a:pt x="19597" y="4947"/>
                    <a:pt x="19602" y="4986"/>
                  </a:cubicBezTo>
                  <a:cubicBezTo>
                    <a:pt x="19611" y="5049"/>
                    <a:pt x="19616" y="5085"/>
                    <a:pt x="19616" y="5150"/>
                  </a:cubicBezTo>
                  <a:cubicBezTo>
                    <a:pt x="19616" y="5237"/>
                    <a:pt x="19592" y="5279"/>
                    <a:pt x="19592" y="5366"/>
                  </a:cubicBezTo>
                  <a:lnTo>
                    <a:pt x="19592" y="5448"/>
                  </a:lnTo>
                  <a:cubicBezTo>
                    <a:pt x="19592" y="5472"/>
                    <a:pt x="19607" y="5479"/>
                    <a:pt x="19618" y="5476"/>
                  </a:cubicBezTo>
                  <a:cubicBezTo>
                    <a:pt x="19620" y="5487"/>
                    <a:pt x="19622" y="5492"/>
                    <a:pt x="19622" y="5504"/>
                  </a:cubicBezTo>
                  <a:cubicBezTo>
                    <a:pt x="19622" y="5561"/>
                    <a:pt x="19596" y="5582"/>
                    <a:pt x="19596" y="5640"/>
                  </a:cubicBezTo>
                  <a:cubicBezTo>
                    <a:pt x="19596" y="5719"/>
                    <a:pt x="19627" y="5749"/>
                    <a:pt x="19652" y="5808"/>
                  </a:cubicBezTo>
                  <a:cubicBezTo>
                    <a:pt x="19684" y="5880"/>
                    <a:pt x="19708" y="5909"/>
                    <a:pt x="19747" y="5963"/>
                  </a:cubicBezTo>
                  <a:cubicBezTo>
                    <a:pt x="19779" y="6007"/>
                    <a:pt x="19804" y="6005"/>
                    <a:pt x="19842" y="6021"/>
                  </a:cubicBezTo>
                  <a:cubicBezTo>
                    <a:pt x="19877" y="6037"/>
                    <a:pt x="19896" y="6049"/>
                    <a:pt x="19932" y="6067"/>
                  </a:cubicBezTo>
                  <a:cubicBezTo>
                    <a:pt x="19932" y="6041"/>
                    <a:pt x="19932" y="6026"/>
                    <a:pt x="19932" y="5999"/>
                  </a:cubicBezTo>
                  <a:cubicBezTo>
                    <a:pt x="19932" y="5974"/>
                    <a:pt x="19940" y="5950"/>
                    <a:pt x="19952" y="5950"/>
                  </a:cubicBezTo>
                  <a:cubicBezTo>
                    <a:pt x="19974" y="5950"/>
                    <a:pt x="19986" y="5955"/>
                    <a:pt x="20007" y="5967"/>
                  </a:cubicBezTo>
                  <a:cubicBezTo>
                    <a:pt x="20023" y="5976"/>
                    <a:pt x="20037" y="5971"/>
                    <a:pt x="20047" y="6000"/>
                  </a:cubicBezTo>
                  <a:cubicBezTo>
                    <a:pt x="20055" y="6027"/>
                    <a:pt x="20046" y="6054"/>
                    <a:pt x="20051" y="6084"/>
                  </a:cubicBezTo>
                  <a:cubicBezTo>
                    <a:pt x="20058" y="6126"/>
                    <a:pt x="20072" y="6141"/>
                    <a:pt x="20087" y="6172"/>
                  </a:cubicBezTo>
                  <a:cubicBezTo>
                    <a:pt x="20117" y="6235"/>
                    <a:pt x="20123" y="6298"/>
                    <a:pt x="20161" y="6340"/>
                  </a:cubicBezTo>
                  <a:cubicBezTo>
                    <a:pt x="20202" y="6384"/>
                    <a:pt x="20231" y="6377"/>
                    <a:pt x="20272" y="6419"/>
                  </a:cubicBezTo>
                  <a:cubicBezTo>
                    <a:pt x="20277" y="6398"/>
                    <a:pt x="20280" y="6385"/>
                    <a:pt x="20280" y="6361"/>
                  </a:cubicBezTo>
                  <a:cubicBezTo>
                    <a:pt x="20280" y="6327"/>
                    <a:pt x="20272" y="6309"/>
                    <a:pt x="20272" y="6276"/>
                  </a:cubicBezTo>
                  <a:lnTo>
                    <a:pt x="20272" y="6231"/>
                  </a:lnTo>
                  <a:cubicBezTo>
                    <a:pt x="20286" y="6231"/>
                    <a:pt x="20294" y="6218"/>
                    <a:pt x="20308" y="6218"/>
                  </a:cubicBezTo>
                  <a:cubicBezTo>
                    <a:pt x="20353" y="6218"/>
                    <a:pt x="20374" y="6271"/>
                    <a:pt x="20417" y="6293"/>
                  </a:cubicBezTo>
                  <a:cubicBezTo>
                    <a:pt x="20437" y="6304"/>
                    <a:pt x="20450" y="6310"/>
                    <a:pt x="20469" y="6327"/>
                  </a:cubicBezTo>
                  <a:cubicBezTo>
                    <a:pt x="20488" y="6343"/>
                    <a:pt x="20512" y="6351"/>
                    <a:pt x="20512" y="6394"/>
                  </a:cubicBezTo>
                  <a:cubicBezTo>
                    <a:pt x="20512" y="6485"/>
                    <a:pt x="20461" y="6520"/>
                    <a:pt x="20417" y="6520"/>
                  </a:cubicBezTo>
                  <a:cubicBezTo>
                    <a:pt x="20391" y="6520"/>
                    <a:pt x="20385" y="6459"/>
                    <a:pt x="20360" y="6449"/>
                  </a:cubicBezTo>
                  <a:cubicBezTo>
                    <a:pt x="20358" y="6492"/>
                    <a:pt x="20361" y="6515"/>
                    <a:pt x="20360" y="6558"/>
                  </a:cubicBezTo>
                  <a:cubicBezTo>
                    <a:pt x="20372" y="6571"/>
                    <a:pt x="20384" y="6565"/>
                    <a:pt x="20393" y="6587"/>
                  </a:cubicBezTo>
                  <a:cubicBezTo>
                    <a:pt x="20400" y="6605"/>
                    <a:pt x="20398" y="6623"/>
                    <a:pt x="20401" y="6646"/>
                  </a:cubicBezTo>
                  <a:cubicBezTo>
                    <a:pt x="20411" y="6730"/>
                    <a:pt x="20436" y="6766"/>
                    <a:pt x="20471" y="6814"/>
                  </a:cubicBezTo>
                  <a:cubicBezTo>
                    <a:pt x="20495" y="6845"/>
                    <a:pt x="20512" y="6853"/>
                    <a:pt x="20538" y="6876"/>
                  </a:cubicBezTo>
                  <a:cubicBezTo>
                    <a:pt x="20571" y="6906"/>
                    <a:pt x="20591" y="6931"/>
                    <a:pt x="20627" y="6931"/>
                  </a:cubicBezTo>
                  <a:lnTo>
                    <a:pt x="20700" y="6931"/>
                  </a:lnTo>
                  <a:cubicBezTo>
                    <a:pt x="20711" y="6931"/>
                    <a:pt x="20713" y="6961"/>
                    <a:pt x="20713" y="6983"/>
                  </a:cubicBezTo>
                  <a:cubicBezTo>
                    <a:pt x="20713" y="7022"/>
                    <a:pt x="20708" y="7044"/>
                    <a:pt x="20705" y="7081"/>
                  </a:cubicBezTo>
                  <a:cubicBezTo>
                    <a:pt x="20701" y="7131"/>
                    <a:pt x="20700" y="7194"/>
                    <a:pt x="20675" y="7194"/>
                  </a:cubicBezTo>
                  <a:cubicBezTo>
                    <a:pt x="20663" y="7194"/>
                    <a:pt x="20655" y="7184"/>
                    <a:pt x="20646" y="7165"/>
                  </a:cubicBezTo>
                  <a:cubicBezTo>
                    <a:pt x="20641" y="7174"/>
                    <a:pt x="20633" y="7180"/>
                    <a:pt x="20628" y="7191"/>
                  </a:cubicBezTo>
                  <a:cubicBezTo>
                    <a:pt x="20628" y="7239"/>
                    <a:pt x="20622" y="7267"/>
                    <a:pt x="20622" y="7315"/>
                  </a:cubicBezTo>
                  <a:lnTo>
                    <a:pt x="20622" y="7456"/>
                  </a:lnTo>
                  <a:cubicBezTo>
                    <a:pt x="20622" y="7508"/>
                    <a:pt x="20628" y="7537"/>
                    <a:pt x="20632" y="7589"/>
                  </a:cubicBezTo>
                  <a:cubicBezTo>
                    <a:pt x="20637" y="7640"/>
                    <a:pt x="20644" y="7685"/>
                    <a:pt x="20668" y="7702"/>
                  </a:cubicBezTo>
                  <a:cubicBezTo>
                    <a:pt x="20705" y="7727"/>
                    <a:pt x="20724" y="7752"/>
                    <a:pt x="20753" y="7798"/>
                  </a:cubicBezTo>
                  <a:cubicBezTo>
                    <a:pt x="20764" y="7816"/>
                    <a:pt x="20779" y="7823"/>
                    <a:pt x="20779" y="7853"/>
                  </a:cubicBezTo>
                  <a:cubicBezTo>
                    <a:pt x="20779" y="7882"/>
                    <a:pt x="20759" y="7882"/>
                    <a:pt x="20745" y="7882"/>
                  </a:cubicBezTo>
                  <a:cubicBezTo>
                    <a:pt x="20732" y="7882"/>
                    <a:pt x="20725" y="7870"/>
                    <a:pt x="20713" y="7865"/>
                  </a:cubicBezTo>
                  <a:cubicBezTo>
                    <a:pt x="20711" y="7878"/>
                    <a:pt x="20709" y="7887"/>
                    <a:pt x="20709" y="7901"/>
                  </a:cubicBezTo>
                  <a:cubicBezTo>
                    <a:pt x="20709" y="7932"/>
                    <a:pt x="20717" y="7950"/>
                    <a:pt x="20717" y="7981"/>
                  </a:cubicBezTo>
                  <a:lnTo>
                    <a:pt x="20717" y="8189"/>
                  </a:lnTo>
                  <a:cubicBezTo>
                    <a:pt x="20717" y="8218"/>
                    <a:pt x="20728" y="8231"/>
                    <a:pt x="20735" y="8255"/>
                  </a:cubicBezTo>
                  <a:cubicBezTo>
                    <a:pt x="20747" y="8297"/>
                    <a:pt x="20761" y="8315"/>
                    <a:pt x="20779" y="8347"/>
                  </a:cubicBezTo>
                  <a:cubicBezTo>
                    <a:pt x="20792" y="8369"/>
                    <a:pt x="20795" y="8396"/>
                    <a:pt x="20807" y="8419"/>
                  </a:cubicBezTo>
                  <a:cubicBezTo>
                    <a:pt x="20851" y="8497"/>
                    <a:pt x="20877" y="8551"/>
                    <a:pt x="20898" y="8662"/>
                  </a:cubicBezTo>
                  <a:cubicBezTo>
                    <a:pt x="20907" y="8711"/>
                    <a:pt x="20920" y="8734"/>
                    <a:pt x="20930" y="8783"/>
                  </a:cubicBezTo>
                  <a:cubicBezTo>
                    <a:pt x="20955" y="8900"/>
                    <a:pt x="20950" y="8975"/>
                    <a:pt x="20960" y="9101"/>
                  </a:cubicBezTo>
                  <a:cubicBezTo>
                    <a:pt x="20964" y="9147"/>
                    <a:pt x="20973" y="9170"/>
                    <a:pt x="20974" y="9215"/>
                  </a:cubicBezTo>
                  <a:cubicBezTo>
                    <a:pt x="20912" y="9194"/>
                    <a:pt x="20882" y="9148"/>
                    <a:pt x="20823" y="9110"/>
                  </a:cubicBezTo>
                  <a:cubicBezTo>
                    <a:pt x="20794" y="9091"/>
                    <a:pt x="20778" y="9077"/>
                    <a:pt x="20751" y="9047"/>
                  </a:cubicBezTo>
                  <a:cubicBezTo>
                    <a:pt x="20705" y="8997"/>
                    <a:pt x="20689" y="8938"/>
                    <a:pt x="20642" y="8888"/>
                  </a:cubicBezTo>
                  <a:cubicBezTo>
                    <a:pt x="20610" y="8852"/>
                    <a:pt x="20591" y="8840"/>
                    <a:pt x="20558" y="8804"/>
                  </a:cubicBezTo>
                  <a:cubicBezTo>
                    <a:pt x="20502" y="8743"/>
                    <a:pt x="20471" y="8711"/>
                    <a:pt x="20411" y="8666"/>
                  </a:cubicBezTo>
                  <a:cubicBezTo>
                    <a:pt x="20381" y="8644"/>
                    <a:pt x="20368" y="8610"/>
                    <a:pt x="20338" y="8586"/>
                  </a:cubicBezTo>
                  <a:cubicBezTo>
                    <a:pt x="20246" y="8509"/>
                    <a:pt x="20194" y="8468"/>
                    <a:pt x="20099" y="8406"/>
                  </a:cubicBezTo>
                  <a:cubicBezTo>
                    <a:pt x="20057" y="8379"/>
                    <a:pt x="20031" y="8370"/>
                    <a:pt x="19992" y="8326"/>
                  </a:cubicBezTo>
                  <a:cubicBezTo>
                    <a:pt x="19953" y="8281"/>
                    <a:pt x="19934" y="8239"/>
                    <a:pt x="19890" y="8213"/>
                  </a:cubicBezTo>
                  <a:cubicBezTo>
                    <a:pt x="19852" y="8190"/>
                    <a:pt x="19829" y="8195"/>
                    <a:pt x="19791" y="8171"/>
                  </a:cubicBezTo>
                  <a:cubicBezTo>
                    <a:pt x="19734" y="8134"/>
                    <a:pt x="19713" y="8066"/>
                    <a:pt x="19656" y="8024"/>
                  </a:cubicBezTo>
                  <a:cubicBezTo>
                    <a:pt x="19556" y="7949"/>
                    <a:pt x="19499" y="7901"/>
                    <a:pt x="19417" y="7765"/>
                  </a:cubicBezTo>
                  <a:cubicBezTo>
                    <a:pt x="19389" y="7719"/>
                    <a:pt x="19371" y="7694"/>
                    <a:pt x="19343" y="7647"/>
                  </a:cubicBezTo>
                  <a:cubicBezTo>
                    <a:pt x="19322" y="7614"/>
                    <a:pt x="19304" y="7600"/>
                    <a:pt x="19292" y="7551"/>
                  </a:cubicBezTo>
                  <a:cubicBezTo>
                    <a:pt x="19280" y="7501"/>
                    <a:pt x="19288" y="7462"/>
                    <a:pt x="19288" y="7406"/>
                  </a:cubicBezTo>
                  <a:lnTo>
                    <a:pt x="19288" y="7236"/>
                  </a:lnTo>
                  <a:cubicBezTo>
                    <a:pt x="19288" y="7185"/>
                    <a:pt x="19279" y="7156"/>
                    <a:pt x="19266" y="7115"/>
                  </a:cubicBezTo>
                  <a:cubicBezTo>
                    <a:pt x="19256" y="7084"/>
                    <a:pt x="19240" y="7070"/>
                    <a:pt x="19240" y="7031"/>
                  </a:cubicBezTo>
                  <a:cubicBezTo>
                    <a:pt x="19240" y="6990"/>
                    <a:pt x="19262" y="6986"/>
                    <a:pt x="19272" y="6952"/>
                  </a:cubicBezTo>
                  <a:cubicBezTo>
                    <a:pt x="19292" y="6887"/>
                    <a:pt x="19298" y="6843"/>
                    <a:pt x="19310" y="6772"/>
                  </a:cubicBezTo>
                  <a:cubicBezTo>
                    <a:pt x="19318" y="6730"/>
                    <a:pt x="19335" y="6712"/>
                    <a:pt x="19335" y="6667"/>
                  </a:cubicBezTo>
                  <a:cubicBezTo>
                    <a:pt x="19335" y="6582"/>
                    <a:pt x="19318" y="6542"/>
                    <a:pt x="19302" y="6461"/>
                  </a:cubicBezTo>
                  <a:cubicBezTo>
                    <a:pt x="19285" y="6375"/>
                    <a:pt x="19293" y="6314"/>
                    <a:pt x="19278" y="6227"/>
                  </a:cubicBezTo>
                  <a:cubicBezTo>
                    <a:pt x="19261" y="6124"/>
                    <a:pt x="19244" y="6072"/>
                    <a:pt x="19224" y="5971"/>
                  </a:cubicBezTo>
                  <a:cubicBezTo>
                    <a:pt x="19212" y="5909"/>
                    <a:pt x="19212" y="5867"/>
                    <a:pt x="19198" y="5808"/>
                  </a:cubicBezTo>
                  <a:cubicBezTo>
                    <a:pt x="19169" y="5688"/>
                    <a:pt x="19136" y="5627"/>
                    <a:pt x="19131" y="5493"/>
                  </a:cubicBezTo>
                  <a:cubicBezTo>
                    <a:pt x="19178" y="5461"/>
                    <a:pt x="19182" y="5360"/>
                    <a:pt x="19186" y="5258"/>
                  </a:cubicBezTo>
                  <a:cubicBezTo>
                    <a:pt x="19158" y="5277"/>
                    <a:pt x="19147" y="5326"/>
                    <a:pt x="19117" y="5326"/>
                  </a:cubicBezTo>
                  <a:cubicBezTo>
                    <a:pt x="19077" y="5326"/>
                    <a:pt x="19094" y="5154"/>
                    <a:pt x="19054" y="5154"/>
                  </a:cubicBezTo>
                  <a:cubicBezTo>
                    <a:pt x="19033" y="5154"/>
                    <a:pt x="19023" y="5183"/>
                    <a:pt x="19003" y="5183"/>
                  </a:cubicBezTo>
                  <a:cubicBezTo>
                    <a:pt x="18990" y="5183"/>
                    <a:pt x="18983" y="5175"/>
                    <a:pt x="18969" y="5175"/>
                  </a:cubicBezTo>
                  <a:cubicBezTo>
                    <a:pt x="18957" y="5175"/>
                    <a:pt x="18950" y="5183"/>
                    <a:pt x="18937" y="5183"/>
                  </a:cubicBezTo>
                  <a:cubicBezTo>
                    <a:pt x="18900" y="5183"/>
                    <a:pt x="18902" y="5087"/>
                    <a:pt x="18876" y="5032"/>
                  </a:cubicBezTo>
                  <a:cubicBezTo>
                    <a:pt x="18869" y="5018"/>
                    <a:pt x="18861" y="5021"/>
                    <a:pt x="18852" y="5015"/>
                  </a:cubicBezTo>
                  <a:cubicBezTo>
                    <a:pt x="18833" y="5004"/>
                    <a:pt x="18826" y="4978"/>
                    <a:pt x="18809" y="4957"/>
                  </a:cubicBezTo>
                  <a:cubicBezTo>
                    <a:pt x="18786" y="4926"/>
                    <a:pt x="18768" y="4922"/>
                    <a:pt x="18747" y="4886"/>
                  </a:cubicBezTo>
                  <a:cubicBezTo>
                    <a:pt x="18722" y="4842"/>
                    <a:pt x="18717" y="4768"/>
                    <a:pt x="18685" y="4768"/>
                  </a:cubicBezTo>
                  <a:cubicBezTo>
                    <a:pt x="18671" y="4768"/>
                    <a:pt x="18672" y="4809"/>
                    <a:pt x="18667" y="4835"/>
                  </a:cubicBezTo>
                  <a:cubicBezTo>
                    <a:pt x="18661" y="4863"/>
                    <a:pt x="18644" y="4871"/>
                    <a:pt x="18644" y="4902"/>
                  </a:cubicBezTo>
                  <a:cubicBezTo>
                    <a:pt x="18644" y="4952"/>
                    <a:pt x="18662" y="4973"/>
                    <a:pt x="18679" y="5007"/>
                  </a:cubicBezTo>
                  <a:cubicBezTo>
                    <a:pt x="18692" y="5034"/>
                    <a:pt x="18695" y="5078"/>
                    <a:pt x="18713" y="5078"/>
                  </a:cubicBezTo>
                  <a:lnTo>
                    <a:pt x="18763" y="5078"/>
                  </a:lnTo>
                  <a:cubicBezTo>
                    <a:pt x="18788" y="5078"/>
                    <a:pt x="18826" y="5067"/>
                    <a:pt x="18826" y="5120"/>
                  </a:cubicBezTo>
                  <a:cubicBezTo>
                    <a:pt x="18826" y="5169"/>
                    <a:pt x="18801" y="5186"/>
                    <a:pt x="18801" y="5235"/>
                  </a:cubicBezTo>
                  <a:cubicBezTo>
                    <a:pt x="18801" y="5296"/>
                    <a:pt x="18819" y="5324"/>
                    <a:pt x="18834" y="5376"/>
                  </a:cubicBezTo>
                  <a:cubicBezTo>
                    <a:pt x="18858" y="5461"/>
                    <a:pt x="18870" y="5520"/>
                    <a:pt x="18870" y="5619"/>
                  </a:cubicBezTo>
                  <a:cubicBezTo>
                    <a:pt x="18870" y="5662"/>
                    <a:pt x="18858" y="5707"/>
                    <a:pt x="18838" y="5707"/>
                  </a:cubicBezTo>
                  <a:cubicBezTo>
                    <a:pt x="18823" y="5707"/>
                    <a:pt x="18822" y="5674"/>
                    <a:pt x="18809" y="5661"/>
                  </a:cubicBezTo>
                  <a:cubicBezTo>
                    <a:pt x="18798" y="5648"/>
                    <a:pt x="18788" y="5648"/>
                    <a:pt x="18775" y="5640"/>
                  </a:cubicBezTo>
                  <a:cubicBezTo>
                    <a:pt x="18765" y="5683"/>
                    <a:pt x="18756" y="5728"/>
                    <a:pt x="18733" y="5728"/>
                  </a:cubicBezTo>
                  <a:cubicBezTo>
                    <a:pt x="18719" y="5728"/>
                    <a:pt x="18714" y="5701"/>
                    <a:pt x="18703" y="5686"/>
                  </a:cubicBezTo>
                  <a:cubicBezTo>
                    <a:pt x="18681" y="5657"/>
                    <a:pt x="18667" y="5641"/>
                    <a:pt x="18644" y="5615"/>
                  </a:cubicBezTo>
                  <a:cubicBezTo>
                    <a:pt x="18612" y="5577"/>
                    <a:pt x="18585" y="5590"/>
                    <a:pt x="18556" y="5544"/>
                  </a:cubicBezTo>
                  <a:cubicBezTo>
                    <a:pt x="18540" y="5517"/>
                    <a:pt x="18544" y="5469"/>
                    <a:pt x="18526" y="5451"/>
                  </a:cubicBezTo>
                  <a:cubicBezTo>
                    <a:pt x="18513" y="5440"/>
                    <a:pt x="18504" y="5453"/>
                    <a:pt x="18490" y="5455"/>
                  </a:cubicBezTo>
                  <a:cubicBezTo>
                    <a:pt x="18466" y="5458"/>
                    <a:pt x="18453" y="5443"/>
                    <a:pt x="18430" y="5443"/>
                  </a:cubicBezTo>
                  <a:cubicBezTo>
                    <a:pt x="18405" y="5443"/>
                    <a:pt x="18397" y="5493"/>
                    <a:pt x="18381" y="5531"/>
                  </a:cubicBezTo>
                  <a:cubicBezTo>
                    <a:pt x="18368" y="5561"/>
                    <a:pt x="18363" y="5587"/>
                    <a:pt x="18349" y="5615"/>
                  </a:cubicBezTo>
                  <a:cubicBezTo>
                    <a:pt x="18343" y="5625"/>
                    <a:pt x="18335" y="5631"/>
                    <a:pt x="18335" y="5648"/>
                  </a:cubicBezTo>
                  <a:cubicBezTo>
                    <a:pt x="18335" y="5706"/>
                    <a:pt x="18352" y="5732"/>
                    <a:pt x="18361" y="5787"/>
                  </a:cubicBezTo>
                  <a:cubicBezTo>
                    <a:pt x="18380" y="5907"/>
                    <a:pt x="18381" y="5983"/>
                    <a:pt x="18401" y="6105"/>
                  </a:cubicBezTo>
                  <a:cubicBezTo>
                    <a:pt x="18408" y="6146"/>
                    <a:pt x="18421" y="6161"/>
                    <a:pt x="18431" y="6197"/>
                  </a:cubicBezTo>
                  <a:cubicBezTo>
                    <a:pt x="18458" y="6293"/>
                    <a:pt x="18461" y="6362"/>
                    <a:pt x="18461" y="6472"/>
                  </a:cubicBezTo>
                  <a:cubicBezTo>
                    <a:pt x="18461" y="6529"/>
                    <a:pt x="18475" y="6560"/>
                    <a:pt x="18486" y="6612"/>
                  </a:cubicBezTo>
                  <a:cubicBezTo>
                    <a:pt x="18507" y="6719"/>
                    <a:pt x="18541" y="6801"/>
                    <a:pt x="18597" y="6801"/>
                  </a:cubicBezTo>
                  <a:cubicBezTo>
                    <a:pt x="18637" y="6801"/>
                    <a:pt x="18656" y="6738"/>
                    <a:pt x="18696" y="6738"/>
                  </a:cubicBezTo>
                  <a:cubicBezTo>
                    <a:pt x="18712" y="6738"/>
                    <a:pt x="18721" y="6742"/>
                    <a:pt x="18737" y="6740"/>
                  </a:cubicBezTo>
                  <a:cubicBezTo>
                    <a:pt x="18737" y="6748"/>
                    <a:pt x="18739" y="6753"/>
                    <a:pt x="18739" y="6760"/>
                  </a:cubicBezTo>
                  <a:cubicBezTo>
                    <a:pt x="18739" y="6785"/>
                    <a:pt x="18727" y="6793"/>
                    <a:pt x="18721" y="6814"/>
                  </a:cubicBezTo>
                  <a:cubicBezTo>
                    <a:pt x="18711" y="6847"/>
                    <a:pt x="18704" y="6864"/>
                    <a:pt x="18693" y="6893"/>
                  </a:cubicBezTo>
                  <a:cubicBezTo>
                    <a:pt x="18681" y="6923"/>
                    <a:pt x="18693" y="6967"/>
                    <a:pt x="18679" y="6993"/>
                  </a:cubicBezTo>
                  <a:cubicBezTo>
                    <a:pt x="18656" y="7035"/>
                    <a:pt x="18629" y="6996"/>
                    <a:pt x="18598" y="7006"/>
                  </a:cubicBezTo>
                  <a:cubicBezTo>
                    <a:pt x="18597" y="7051"/>
                    <a:pt x="18594" y="7079"/>
                    <a:pt x="18584" y="7119"/>
                  </a:cubicBezTo>
                  <a:cubicBezTo>
                    <a:pt x="18578" y="7146"/>
                    <a:pt x="18577" y="7186"/>
                    <a:pt x="18562" y="7186"/>
                  </a:cubicBezTo>
                  <a:cubicBezTo>
                    <a:pt x="18546" y="7186"/>
                    <a:pt x="18540" y="7153"/>
                    <a:pt x="18524" y="7153"/>
                  </a:cubicBezTo>
                  <a:cubicBezTo>
                    <a:pt x="18504" y="7153"/>
                    <a:pt x="18492" y="7149"/>
                    <a:pt x="18473" y="7165"/>
                  </a:cubicBezTo>
                  <a:cubicBezTo>
                    <a:pt x="18462" y="7175"/>
                    <a:pt x="18460" y="7196"/>
                    <a:pt x="18453" y="7215"/>
                  </a:cubicBezTo>
                  <a:cubicBezTo>
                    <a:pt x="18436" y="7262"/>
                    <a:pt x="18421" y="7291"/>
                    <a:pt x="18401" y="7333"/>
                  </a:cubicBezTo>
                  <a:cubicBezTo>
                    <a:pt x="18393" y="7379"/>
                    <a:pt x="18388" y="7434"/>
                    <a:pt x="18365" y="7434"/>
                  </a:cubicBezTo>
                  <a:cubicBezTo>
                    <a:pt x="18333" y="7434"/>
                    <a:pt x="18309" y="7433"/>
                    <a:pt x="18286" y="7480"/>
                  </a:cubicBezTo>
                  <a:cubicBezTo>
                    <a:pt x="18270" y="7513"/>
                    <a:pt x="18264" y="7540"/>
                    <a:pt x="18250" y="7576"/>
                  </a:cubicBezTo>
                  <a:cubicBezTo>
                    <a:pt x="18246" y="7587"/>
                    <a:pt x="18237" y="7581"/>
                    <a:pt x="18232" y="7593"/>
                  </a:cubicBezTo>
                  <a:cubicBezTo>
                    <a:pt x="18217" y="7628"/>
                    <a:pt x="18204" y="7660"/>
                    <a:pt x="18181" y="7660"/>
                  </a:cubicBezTo>
                  <a:lnTo>
                    <a:pt x="18158" y="7660"/>
                  </a:lnTo>
                  <a:cubicBezTo>
                    <a:pt x="18157" y="7645"/>
                    <a:pt x="18156" y="7638"/>
                    <a:pt x="18156" y="7623"/>
                  </a:cubicBezTo>
                  <a:cubicBezTo>
                    <a:pt x="18156" y="7547"/>
                    <a:pt x="18204" y="7540"/>
                    <a:pt x="18210" y="7463"/>
                  </a:cubicBezTo>
                  <a:lnTo>
                    <a:pt x="18194" y="7455"/>
                  </a:lnTo>
                  <a:lnTo>
                    <a:pt x="18148" y="7455"/>
                  </a:lnTo>
                  <a:cubicBezTo>
                    <a:pt x="18132" y="7455"/>
                    <a:pt x="18124" y="7467"/>
                    <a:pt x="18108" y="7467"/>
                  </a:cubicBezTo>
                  <a:cubicBezTo>
                    <a:pt x="18075" y="7467"/>
                    <a:pt x="18062" y="7404"/>
                    <a:pt x="18029" y="7404"/>
                  </a:cubicBezTo>
                  <a:cubicBezTo>
                    <a:pt x="18015" y="7404"/>
                    <a:pt x="18008" y="7420"/>
                    <a:pt x="17997" y="7434"/>
                  </a:cubicBezTo>
                  <a:cubicBezTo>
                    <a:pt x="17958" y="7481"/>
                    <a:pt x="17938" y="7517"/>
                    <a:pt x="17894" y="7538"/>
                  </a:cubicBezTo>
                  <a:cubicBezTo>
                    <a:pt x="17869" y="7551"/>
                    <a:pt x="17853" y="7552"/>
                    <a:pt x="17828" y="7555"/>
                  </a:cubicBezTo>
                  <a:cubicBezTo>
                    <a:pt x="17809" y="7557"/>
                    <a:pt x="17785" y="7570"/>
                    <a:pt x="17785" y="7610"/>
                  </a:cubicBezTo>
                  <a:cubicBezTo>
                    <a:pt x="17785" y="7657"/>
                    <a:pt x="17826" y="7650"/>
                    <a:pt x="17826" y="7698"/>
                  </a:cubicBezTo>
                  <a:cubicBezTo>
                    <a:pt x="17826" y="7712"/>
                    <a:pt x="17818" y="7719"/>
                    <a:pt x="17815" y="7731"/>
                  </a:cubicBezTo>
                  <a:cubicBezTo>
                    <a:pt x="17805" y="7779"/>
                    <a:pt x="17812" y="7816"/>
                    <a:pt x="17809" y="7870"/>
                  </a:cubicBezTo>
                  <a:cubicBezTo>
                    <a:pt x="17829" y="7870"/>
                    <a:pt x="17850" y="7894"/>
                    <a:pt x="17850" y="7935"/>
                  </a:cubicBezTo>
                  <a:cubicBezTo>
                    <a:pt x="17850" y="7962"/>
                    <a:pt x="17840" y="7987"/>
                    <a:pt x="17827" y="7987"/>
                  </a:cubicBezTo>
                  <a:lnTo>
                    <a:pt x="17756" y="7987"/>
                  </a:lnTo>
                  <a:cubicBezTo>
                    <a:pt x="17734" y="7987"/>
                    <a:pt x="17713" y="7997"/>
                    <a:pt x="17705" y="8041"/>
                  </a:cubicBezTo>
                  <a:cubicBezTo>
                    <a:pt x="17700" y="8069"/>
                    <a:pt x="17705" y="8087"/>
                    <a:pt x="17705" y="8117"/>
                  </a:cubicBezTo>
                  <a:cubicBezTo>
                    <a:pt x="17661" y="8129"/>
                    <a:pt x="17640" y="8164"/>
                    <a:pt x="17602" y="8209"/>
                  </a:cubicBezTo>
                  <a:cubicBezTo>
                    <a:pt x="17582" y="8233"/>
                    <a:pt x="17566" y="8238"/>
                    <a:pt x="17548" y="8268"/>
                  </a:cubicBezTo>
                  <a:cubicBezTo>
                    <a:pt x="17566" y="8283"/>
                    <a:pt x="17584" y="8298"/>
                    <a:pt x="17584" y="8339"/>
                  </a:cubicBezTo>
                  <a:cubicBezTo>
                    <a:pt x="17584" y="8385"/>
                    <a:pt x="17578" y="8443"/>
                    <a:pt x="17556" y="8443"/>
                  </a:cubicBezTo>
                  <a:cubicBezTo>
                    <a:pt x="17540" y="8443"/>
                    <a:pt x="17542" y="8398"/>
                    <a:pt x="17540" y="8364"/>
                  </a:cubicBezTo>
                  <a:cubicBezTo>
                    <a:pt x="17537" y="8328"/>
                    <a:pt x="17523" y="8301"/>
                    <a:pt x="17506" y="8301"/>
                  </a:cubicBezTo>
                  <a:cubicBezTo>
                    <a:pt x="17448" y="8301"/>
                    <a:pt x="17424" y="8385"/>
                    <a:pt x="17369" y="8423"/>
                  </a:cubicBezTo>
                  <a:cubicBezTo>
                    <a:pt x="17326" y="8452"/>
                    <a:pt x="17298" y="8455"/>
                    <a:pt x="17262" y="8511"/>
                  </a:cubicBezTo>
                  <a:cubicBezTo>
                    <a:pt x="17221" y="8575"/>
                    <a:pt x="17200" y="8619"/>
                    <a:pt x="17156" y="8674"/>
                  </a:cubicBezTo>
                  <a:cubicBezTo>
                    <a:pt x="17125" y="8712"/>
                    <a:pt x="17107" y="8726"/>
                    <a:pt x="17081" y="8775"/>
                  </a:cubicBezTo>
                  <a:cubicBezTo>
                    <a:pt x="17069" y="8798"/>
                    <a:pt x="17051" y="8804"/>
                    <a:pt x="17051" y="8840"/>
                  </a:cubicBezTo>
                  <a:cubicBezTo>
                    <a:pt x="17051" y="8902"/>
                    <a:pt x="17061" y="8936"/>
                    <a:pt x="17067" y="8997"/>
                  </a:cubicBezTo>
                  <a:cubicBezTo>
                    <a:pt x="17069" y="9020"/>
                    <a:pt x="17066" y="9039"/>
                    <a:pt x="17071" y="9060"/>
                  </a:cubicBezTo>
                  <a:cubicBezTo>
                    <a:pt x="17091" y="9139"/>
                    <a:pt x="17113" y="9182"/>
                    <a:pt x="17113" y="9271"/>
                  </a:cubicBezTo>
                  <a:cubicBezTo>
                    <a:pt x="17113" y="9316"/>
                    <a:pt x="17103" y="9339"/>
                    <a:pt x="17103" y="9384"/>
                  </a:cubicBezTo>
                  <a:cubicBezTo>
                    <a:pt x="17103" y="9442"/>
                    <a:pt x="17112" y="9468"/>
                    <a:pt x="17117" y="9525"/>
                  </a:cubicBezTo>
                  <a:cubicBezTo>
                    <a:pt x="17117" y="9606"/>
                    <a:pt x="17101" y="9649"/>
                    <a:pt x="17095" y="9730"/>
                  </a:cubicBezTo>
                  <a:cubicBezTo>
                    <a:pt x="17085" y="9867"/>
                    <a:pt x="17078" y="9943"/>
                    <a:pt x="17057" y="10074"/>
                  </a:cubicBezTo>
                  <a:cubicBezTo>
                    <a:pt x="17047" y="10140"/>
                    <a:pt x="17025" y="10168"/>
                    <a:pt x="17023" y="10237"/>
                  </a:cubicBezTo>
                  <a:cubicBezTo>
                    <a:pt x="17008" y="10239"/>
                    <a:pt x="16995" y="10259"/>
                    <a:pt x="16995" y="10290"/>
                  </a:cubicBezTo>
                  <a:cubicBezTo>
                    <a:pt x="16995" y="10336"/>
                    <a:pt x="17013" y="10358"/>
                    <a:pt x="17013" y="10404"/>
                  </a:cubicBezTo>
                  <a:lnTo>
                    <a:pt x="17013" y="10490"/>
                  </a:lnTo>
                  <a:cubicBezTo>
                    <a:pt x="17013" y="10571"/>
                    <a:pt x="17001" y="10614"/>
                    <a:pt x="16999" y="10694"/>
                  </a:cubicBezTo>
                  <a:cubicBezTo>
                    <a:pt x="16995" y="10854"/>
                    <a:pt x="16987" y="10945"/>
                    <a:pt x="16983" y="11105"/>
                  </a:cubicBezTo>
                  <a:cubicBezTo>
                    <a:pt x="16980" y="11235"/>
                    <a:pt x="16951" y="11301"/>
                    <a:pt x="16951" y="11431"/>
                  </a:cubicBezTo>
                  <a:cubicBezTo>
                    <a:pt x="16951" y="11500"/>
                    <a:pt x="16952" y="11539"/>
                    <a:pt x="16952" y="11608"/>
                  </a:cubicBezTo>
                  <a:cubicBezTo>
                    <a:pt x="16961" y="11609"/>
                    <a:pt x="16965" y="11612"/>
                    <a:pt x="16974" y="11612"/>
                  </a:cubicBezTo>
                  <a:cubicBezTo>
                    <a:pt x="16992" y="11612"/>
                    <a:pt x="16998" y="11570"/>
                    <a:pt x="17015" y="11570"/>
                  </a:cubicBezTo>
                  <a:lnTo>
                    <a:pt x="17057" y="11570"/>
                  </a:lnTo>
                  <a:cubicBezTo>
                    <a:pt x="17137" y="11570"/>
                    <a:pt x="17168" y="11411"/>
                    <a:pt x="17248" y="11411"/>
                  </a:cubicBezTo>
                  <a:cubicBezTo>
                    <a:pt x="17281" y="11411"/>
                    <a:pt x="17274" y="11510"/>
                    <a:pt x="17303" y="11545"/>
                  </a:cubicBezTo>
                  <a:cubicBezTo>
                    <a:pt x="17331" y="11581"/>
                    <a:pt x="17351" y="11600"/>
                    <a:pt x="17369" y="11658"/>
                  </a:cubicBezTo>
                  <a:cubicBezTo>
                    <a:pt x="17387" y="11717"/>
                    <a:pt x="17391" y="11763"/>
                    <a:pt x="17411" y="11817"/>
                  </a:cubicBezTo>
                  <a:cubicBezTo>
                    <a:pt x="17424" y="11852"/>
                    <a:pt x="17433" y="11873"/>
                    <a:pt x="17443" y="11909"/>
                  </a:cubicBezTo>
                  <a:cubicBezTo>
                    <a:pt x="17449" y="11930"/>
                    <a:pt x="17451" y="11960"/>
                    <a:pt x="17463" y="11960"/>
                  </a:cubicBezTo>
                  <a:cubicBezTo>
                    <a:pt x="17485" y="11960"/>
                    <a:pt x="17494" y="11909"/>
                    <a:pt x="17494" y="11864"/>
                  </a:cubicBezTo>
                  <a:cubicBezTo>
                    <a:pt x="17494" y="11792"/>
                    <a:pt x="17483" y="11753"/>
                    <a:pt x="17478" y="11683"/>
                  </a:cubicBezTo>
                  <a:cubicBezTo>
                    <a:pt x="17473" y="11618"/>
                    <a:pt x="17411" y="11652"/>
                    <a:pt x="17411" y="11586"/>
                  </a:cubicBezTo>
                  <a:lnTo>
                    <a:pt x="17411" y="11500"/>
                  </a:lnTo>
                  <a:cubicBezTo>
                    <a:pt x="17411" y="11442"/>
                    <a:pt x="17432" y="11390"/>
                    <a:pt x="17460" y="11390"/>
                  </a:cubicBezTo>
                  <a:cubicBezTo>
                    <a:pt x="17475" y="11390"/>
                    <a:pt x="17476" y="11433"/>
                    <a:pt x="17476" y="11464"/>
                  </a:cubicBezTo>
                  <a:lnTo>
                    <a:pt x="17476" y="11545"/>
                  </a:lnTo>
                  <a:cubicBezTo>
                    <a:pt x="17476" y="11578"/>
                    <a:pt x="17491" y="11591"/>
                    <a:pt x="17506" y="11600"/>
                  </a:cubicBezTo>
                  <a:cubicBezTo>
                    <a:pt x="17533" y="11616"/>
                    <a:pt x="17551" y="11616"/>
                    <a:pt x="17580" y="11624"/>
                  </a:cubicBezTo>
                  <a:cubicBezTo>
                    <a:pt x="17581" y="11644"/>
                    <a:pt x="17582" y="11653"/>
                    <a:pt x="17582" y="11672"/>
                  </a:cubicBezTo>
                  <a:cubicBezTo>
                    <a:pt x="17582" y="11706"/>
                    <a:pt x="17566" y="11720"/>
                    <a:pt x="17566" y="11755"/>
                  </a:cubicBezTo>
                  <a:cubicBezTo>
                    <a:pt x="17566" y="11817"/>
                    <a:pt x="17573" y="11897"/>
                    <a:pt x="17603" y="11897"/>
                  </a:cubicBezTo>
                  <a:cubicBezTo>
                    <a:pt x="17626" y="11897"/>
                    <a:pt x="17630" y="11840"/>
                    <a:pt x="17639" y="11796"/>
                  </a:cubicBezTo>
                  <a:cubicBezTo>
                    <a:pt x="17662" y="11674"/>
                    <a:pt x="17664" y="11597"/>
                    <a:pt x="17673" y="11465"/>
                  </a:cubicBezTo>
                  <a:lnTo>
                    <a:pt x="17699" y="11465"/>
                  </a:lnTo>
                  <a:cubicBezTo>
                    <a:pt x="17699" y="11444"/>
                    <a:pt x="17699" y="11433"/>
                    <a:pt x="17699" y="11412"/>
                  </a:cubicBezTo>
                  <a:cubicBezTo>
                    <a:pt x="17699" y="11385"/>
                    <a:pt x="17696" y="11359"/>
                    <a:pt x="17685" y="11348"/>
                  </a:cubicBezTo>
                  <a:cubicBezTo>
                    <a:pt x="17672" y="11338"/>
                    <a:pt x="17661" y="11359"/>
                    <a:pt x="17649" y="11344"/>
                  </a:cubicBezTo>
                  <a:cubicBezTo>
                    <a:pt x="17624" y="11314"/>
                    <a:pt x="17631" y="11258"/>
                    <a:pt x="17624" y="11197"/>
                  </a:cubicBezTo>
                  <a:lnTo>
                    <a:pt x="17633" y="11193"/>
                  </a:lnTo>
                  <a:lnTo>
                    <a:pt x="17689" y="11222"/>
                  </a:lnTo>
                  <a:cubicBezTo>
                    <a:pt x="17725" y="11210"/>
                    <a:pt x="17734" y="11134"/>
                    <a:pt x="17769" y="11117"/>
                  </a:cubicBezTo>
                  <a:cubicBezTo>
                    <a:pt x="17785" y="11110"/>
                    <a:pt x="17795" y="11117"/>
                    <a:pt x="17812" y="11117"/>
                  </a:cubicBezTo>
                  <a:cubicBezTo>
                    <a:pt x="17846" y="11117"/>
                    <a:pt x="17867" y="11127"/>
                    <a:pt x="17898" y="11155"/>
                  </a:cubicBezTo>
                  <a:cubicBezTo>
                    <a:pt x="17916" y="11171"/>
                    <a:pt x="17930" y="11164"/>
                    <a:pt x="17948" y="11180"/>
                  </a:cubicBezTo>
                  <a:cubicBezTo>
                    <a:pt x="17959" y="11191"/>
                    <a:pt x="17956" y="11221"/>
                    <a:pt x="17956" y="11247"/>
                  </a:cubicBezTo>
                  <a:cubicBezTo>
                    <a:pt x="17965" y="11248"/>
                    <a:pt x="17970" y="11251"/>
                    <a:pt x="17979" y="11251"/>
                  </a:cubicBezTo>
                  <a:cubicBezTo>
                    <a:pt x="18005" y="11251"/>
                    <a:pt x="18019" y="11243"/>
                    <a:pt x="18045" y="11243"/>
                  </a:cubicBezTo>
                  <a:cubicBezTo>
                    <a:pt x="18070" y="11243"/>
                    <a:pt x="18083" y="11251"/>
                    <a:pt x="18108" y="11251"/>
                  </a:cubicBezTo>
                  <a:lnTo>
                    <a:pt x="18288" y="11251"/>
                  </a:lnTo>
                  <a:cubicBezTo>
                    <a:pt x="18302" y="11251"/>
                    <a:pt x="18311" y="11281"/>
                    <a:pt x="18311" y="11310"/>
                  </a:cubicBezTo>
                  <a:cubicBezTo>
                    <a:pt x="18311" y="11363"/>
                    <a:pt x="18298" y="11390"/>
                    <a:pt x="18292" y="11440"/>
                  </a:cubicBezTo>
                  <a:cubicBezTo>
                    <a:pt x="18321" y="11455"/>
                    <a:pt x="18342" y="11465"/>
                    <a:pt x="18361" y="11511"/>
                  </a:cubicBezTo>
                  <a:cubicBezTo>
                    <a:pt x="18370" y="11533"/>
                    <a:pt x="18374" y="11554"/>
                    <a:pt x="18387" y="11566"/>
                  </a:cubicBezTo>
                  <a:cubicBezTo>
                    <a:pt x="18417" y="11593"/>
                    <a:pt x="18433" y="11613"/>
                    <a:pt x="18463" y="11641"/>
                  </a:cubicBezTo>
                  <a:cubicBezTo>
                    <a:pt x="18476" y="11653"/>
                    <a:pt x="18487" y="11652"/>
                    <a:pt x="18498" y="11671"/>
                  </a:cubicBezTo>
                  <a:cubicBezTo>
                    <a:pt x="18524" y="11717"/>
                    <a:pt x="18513" y="11778"/>
                    <a:pt x="18530" y="11838"/>
                  </a:cubicBezTo>
                  <a:cubicBezTo>
                    <a:pt x="18533" y="11865"/>
                    <a:pt x="18540" y="11880"/>
                    <a:pt x="18540" y="11909"/>
                  </a:cubicBezTo>
                  <a:lnTo>
                    <a:pt x="18540" y="12020"/>
                  </a:lnTo>
                  <a:cubicBezTo>
                    <a:pt x="18540" y="12207"/>
                    <a:pt x="18634" y="12241"/>
                    <a:pt x="18677" y="12408"/>
                  </a:cubicBezTo>
                  <a:cubicBezTo>
                    <a:pt x="18686" y="12447"/>
                    <a:pt x="18679" y="12482"/>
                    <a:pt x="18691" y="12517"/>
                  </a:cubicBezTo>
                  <a:cubicBezTo>
                    <a:pt x="18699" y="12543"/>
                    <a:pt x="18712" y="12543"/>
                    <a:pt x="18723" y="12563"/>
                  </a:cubicBezTo>
                  <a:cubicBezTo>
                    <a:pt x="18763" y="12639"/>
                    <a:pt x="18786" y="12684"/>
                    <a:pt x="18836" y="12735"/>
                  </a:cubicBezTo>
                  <a:cubicBezTo>
                    <a:pt x="18878" y="12779"/>
                    <a:pt x="18889" y="12844"/>
                    <a:pt x="18908" y="12932"/>
                  </a:cubicBezTo>
                  <a:cubicBezTo>
                    <a:pt x="18925" y="13012"/>
                    <a:pt x="18935" y="13057"/>
                    <a:pt x="18950" y="13138"/>
                  </a:cubicBezTo>
                  <a:cubicBezTo>
                    <a:pt x="18961" y="13196"/>
                    <a:pt x="18962" y="13238"/>
                    <a:pt x="18980" y="13288"/>
                  </a:cubicBezTo>
                  <a:cubicBezTo>
                    <a:pt x="19014" y="13381"/>
                    <a:pt x="19071" y="13404"/>
                    <a:pt x="19071" y="13521"/>
                  </a:cubicBezTo>
                  <a:cubicBezTo>
                    <a:pt x="19071" y="13582"/>
                    <a:pt x="19051" y="13611"/>
                    <a:pt x="19051" y="13672"/>
                  </a:cubicBezTo>
                  <a:cubicBezTo>
                    <a:pt x="19051" y="13845"/>
                    <a:pt x="19079" y="13937"/>
                    <a:pt x="19089" y="14110"/>
                  </a:cubicBezTo>
                  <a:cubicBezTo>
                    <a:pt x="19095" y="14217"/>
                    <a:pt x="19099" y="14279"/>
                    <a:pt x="19123" y="14374"/>
                  </a:cubicBezTo>
                  <a:cubicBezTo>
                    <a:pt x="19139" y="14436"/>
                    <a:pt x="19170" y="14458"/>
                    <a:pt x="19170" y="14528"/>
                  </a:cubicBezTo>
                  <a:cubicBezTo>
                    <a:pt x="19170" y="14639"/>
                    <a:pt x="19166" y="14703"/>
                    <a:pt x="19166" y="14814"/>
                  </a:cubicBezTo>
                  <a:cubicBezTo>
                    <a:pt x="19173" y="14889"/>
                    <a:pt x="19191" y="14926"/>
                    <a:pt x="19191" y="15001"/>
                  </a:cubicBezTo>
                  <a:lnTo>
                    <a:pt x="19191" y="15380"/>
                  </a:lnTo>
                  <a:lnTo>
                    <a:pt x="19170" y="15669"/>
                  </a:lnTo>
                  <a:lnTo>
                    <a:pt x="19170" y="16072"/>
                  </a:lnTo>
                  <a:cubicBezTo>
                    <a:pt x="19170" y="16128"/>
                    <a:pt x="19145" y="16149"/>
                    <a:pt x="19145" y="16204"/>
                  </a:cubicBezTo>
                  <a:lnTo>
                    <a:pt x="19145" y="16336"/>
                  </a:lnTo>
                  <a:cubicBezTo>
                    <a:pt x="19145" y="16435"/>
                    <a:pt x="19138" y="16489"/>
                    <a:pt x="19131" y="16587"/>
                  </a:cubicBezTo>
                  <a:cubicBezTo>
                    <a:pt x="19127" y="16652"/>
                    <a:pt x="19130" y="16695"/>
                    <a:pt x="19117" y="16754"/>
                  </a:cubicBezTo>
                  <a:cubicBezTo>
                    <a:pt x="19094" y="16862"/>
                    <a:pt x="19062" y="16902"/>
                    <a:pt x="19039" y="17010"/>
                  </a:cubicBezTo>
                  <a:cubicBezTo>
                    <a:pt x="19018" y="17105"/>
                    <a:pt x="18993" y="17145"/>
                    <a:pt x="18968" y="17236"/>
                  </a:cubicBezTo>
                  <a:cubicBezTo>
                    <a:pt x="18927" y="17389"/>
                    <a:pt x="18883" y="17513"/>
                    <a:pt x="18799" y="17513"/>
                  </a:cubicBezTo>
                  <a:cubicBezTo>
                    <a:pt x="18781" y="17513"/>
                    <a:pt x="18771" y="17503"/>
                    <a:pt x="18753" y="17496"/>
                  </a:cubicBezTo>
                  <a:cubicBezTo>
                    <a:pt x="18726" y="17483"/>
                    <a:pt x="18701" y="17493"/>
                    <a:pt x="18685" y="17446"/>
                  </a:cubicBezTo>
                  <a:cubicBezTo>
                    <a:pt x="18676" y="17481"/>
                    <a:pt x="18664" y="17500"/>
                    <a:pt x="18644" y="17504"/>
                  </a:cubicBezTo>
                  <a:lnTo>
                    <a:pt x="18590" y="17458"/>
                  </a:lnTo>
                  <a:cubicBezTo>
                    <a:pt x="18590" y="17466"/>
                    <a:pt x="18584" y="17467"/>
                    <a:pt x="18584" y="17475"/>
                  </a:cubicBezTo>
                  <a:cubicBezTo>
                    <a:pt x="18584" y="17508"/>
                    <a:pt x="18590" y="17526"/>
                    <a:pt x="18590" y="17559"/>
                  </a:cubicBezTo>
                  <a:cubicBezTo>
                    <a:pt x="18590" y="17611"/>
                    <a:pt x="18574" y="17637"/>
                    <a:pt x="18574" y="17689"/>
                  </a:cubicBezTo>
                  <a:cubicBezTo>
                    <a:pt x="18574" y="17706"/>
                    <a:pt x="18585" y="17708"/>
                    <a:pt x="18588" y="17722"/>
                  </a:cubicBezTo>
                  <a:cubicBezTo>
                    <a:pt x="18598" y="17761"/>
                    <a:pt x="18607" y="17778"/>
                    <a:pt x="18608" y="17823"/>
                  </a:cubicBezTo>
                  <a:cubicBezTo>
                    <a:pt x="18599" y="17863"/>
                    <a:pt x="18591" y="17902"/>
                    <a:pt x="18570" y="17902"/>
                  </a:cubicBezTo>
                  <a:cubicBezTo>
                    <a:pt x="18539" y="17902"/>
                    <a:pt x="18522" y="17882"/>
                    <a:pt x="18492" y="17882"/>
                  </a:cubicBezTo>
                  <a:cubicBezTo>
                    <a:pt x="18484" y="17882"/>
                    <a:pt x="18479" y="17902"/>
                    <a:pt x="18479" y="17918"/>
                  </a:cubicBezTo>
                  <a:lnTo>
                    <a:pt x="18479" y="17955"/>
                  </a:lnTo>
                  <a:lnTo>
                    <a:pt x="18532" y="17955"/>
                  </a:lnTo>
                  <a:cubicBezTo>
                    <a:pt x="18532" y="17962"/>
                    <a:pt x="18536" y="17967"/>
                    <a:pt x="18536" y="17974"/>
                  </a:cubicBezTo>
                  <a:cubicBezTo>
                    <a:pt x="18536" y="18007"/>
                    <a:pt x="18528" y="18025"/>
                    <a:pt x="18526" y="18058"/>
                  </a:cubicBezTo>
                  <a:cubicBezTo>
                    <a:pt x="18525" y="18067"/>
                    <a:pt x="18525" y="18075"/>
                    <a:pt x="18526" y="18083"/>
                  </a:cubicBezTo>
                  <a:lnTo>
                    <a:pt x="18526" y="18083"/>
                  </a:lnTo>
                  <a:cubicBezTo>
                    <a:pt x="18489" y="18027"/>
                    <a:pt x="18467" y="17972"/>
                    <a:pt x="18444" y="17888"/>
                  </a:cubicBezTo>
                  <a:lnTo>
                    <a:pt x="18444" y="17888"/>
                  </a:lnTo>
                  <a:cubicBezTo>
                    <a:pt x="18471" y="17781"/>
                    <a:pt x="18542" y="17783"/>
                    <a:pt x="18542" y="17659"/>
                  </a:cubicBezTo>
                  <a:cubicBezTo>
                    <a:pt x="18542" y="17586"/>
                    <a:pt x="18516" y="17555"/>
                    <a:pt x="18498" y="17492"/>
                  </a:cubicBezTo>
                  <a:cubicBezTo>
                    <a:pt x="18461" y="17366"/>
                    <a:pt x="18431" y="17310"/>
                    <a:pt x="18393" y="17190"/>
                  </a:cubicBezTo>
                  <a:cubicBezTo>
                    <a:pt x="18358" y="17079"/>
                    <a:pt x="18335" y="17012"/>
                    <a:pt x="18284" y="16931"/>
                  </a:cubicBezTo>
                  <a:cubicBezTo>
                    <a:pt x="18249" y="16874"/>
                    <a:pt x="18200" y="16857"/>
                    <a:pt x="18200" y="16763"/>
                  </a:cubicBezTo>
                  <a:cubicBezTo>
                    <a:pt x="18200" y="16715"/>
                    <a:pt x="18230" y="16706"/>
                    <a:pt x="18236" y="16662"/>
                  </a:cubicBezTo>
                  <a:cubicBezTo>
                    <a:pt x="18253" y="16545"/>
                    <a:pt x="18282" y="16475"/>
                    <a:pt x="18337" y="16427"/>
                  </a:cubicBezTo>
                  <a:cubicBezTo>
                    <a:pt x="18376" y="16392"/>
                    <a:pt x="18425" y="16379"/>
                    <a:pt x="18425" y="16289"/>
                  </a:cubicBezTo>
                  <a:cubicBezTo>
                    <a:pt x="18425" y="16178"/>
                    <a:pt x="18397" y="16121"/>
                    <a:pt x="18397" y="16010"/>
                  </a:cubicBezTo>
                  <a:lnTo>
                    <a:pt x="18397" y="15805"/>
                  </a:lnTo>
                  <a:cubicBezTo>
                    <a:pt x="18397" y="15552"/>
                    <a:pt x="18371" y="15407"/>
                    <a:pt x="18329" y="15170"/>
                  </a:cubicBezTo>
                  <a:cubicBezTo>
                    <a:pt x="18314" y="15084"/>
                    <a:pt x="18268" y="15063"/>
                    <a:pt x="18268" y="14971"/>
                  </a:cubicBezTo>
                  <a:lnTo>
                    <a:pt x="18268" y="14692"/>
                  </a:lnTo>
                  <a:cubicBezTo>
                    <a:pt x="18216" y="14634"/>
                    <a:pt x="18188" y="14558"/>
                    <a:pt x="18127" y="14558"/>
                  </a:cubicBezTo>
                  <a:cubicBezTo>
                    <a:pt x="18096" y="14558"/>
                    <a:pt x="18091" y="14630"/>
                    <a:pt x="18071" y="14676"/>
                  </a:cubicBezTo>
                  <a:cubicBezTo>
                    <a:pt x="18037" y="14751"/>
                    <a:pt x="17999" y="14755"/>
                    <a:pt x="17967" y="14835"/>
                  </a:cubicBezTo>
                  <a:cubicBezTo>
                    <a:pt x="17937" y="14908"/>
                    <a:pt x="17949" y="15002"/>
                    <a:pt x="17910" y="15053"/>
                  </a:cubicBezTo>
                  <a:cubicBezTo>
                    <a:pt x="17887" y="15082"/>
                    <a:pt x="17869" y="15099"/>
                    <a:pt x="17846" y="15128"/>
                  </a:cubicBezTo>
                  <a:cubicBezTo>
                    <a:pt x="17822" y="15159"/>
                    <a:pt x="17828" y="15227"/>
                    <a:pt x="17806" y="15262"/>
                  </a:cubicBezTo>
                  <a:cubicBezTo>
                    <a:pt x="17776" y="15308"/>
                    <a:pt x="17740" y="15246"/>
                    <a:pt x="17709" y="15288"/>
                  </a:cubicBezTo>
                  <a:cubicBezTo>
                    <a:pt x="17680" y="15325"/>
                    <a:pt x="17662" y="15371"/>
                    <a:pt x="17626" y="15371"/>
                  </a:cubicBezTo>
                  <a:cubicBezTo>
                    <a:pt x="17549" y="15371"/>
                    <a:pt x="17520" y="15237"/>
                    <a:pt x="17472" y="15111"/>
                  </a:cubicBezTo>
                  <a:cubicBezTo>
                    <a:pt x="17458" y="15076"/>
                    <a:pt x="17434" y="15093"/>
                    <a:pt x="17419" y="15061"/>
                  </a:cubicBezTo>
                  <a:cubicBezTo>
                    <a:pt x="17400" y="15021"/>
                    <a:pt x="17411" y="14975"/>
                    <a:pt x="17411" y="14919"/>
                  </a:cubicBezTo>
                  <a:cubicBezTo>
                    <a:pt x="17396" y="14916"/>
                    <a:pt x="17387" y="14910"/>
                    <a:pt x="17372" y="14910"/>
                  </a:cubicBezTo>
                  <a:cubicBezTo>
                    <a:pt x="17349" y="14910"/>
                    <a:pt x="17338" y="14952"/>
                    <a:pt x="17315" y="14952"/>
                  </a:cubicBezTo>
                  <a:cubicBezTo>
                    <a:pt x="17268" y="14952"/>
                    <a:pt x="17238" y="14952"/>
                    <a:pt x="17198" y="14902"/>
                  </a:cubicBezTo>
                  <a:cubicBezTo>
                    <a:pt x="17180" y="14881"/>
                    <a:pt x="17171" y="14852"/>
                    <a:pt x="17150" y="14852"/>
                  </a:cubicBezTo>
                  <a:cubicBezTo>
                    <a:pt x="17137" y="14852"/>
                    <a:pt x="17136" y="14887"/>
                    <a:pt x="17125" y="14902"/>
                  </a:cubicBezTo>
                  <a:cubicBezTo>
                    <a:pt x="17103" y="14935"/>
                    <a:pt x="17081" y="14935"/>
                    <a:pt x="17053" y="14935"/>
                  </a:cubicBezTo>
                  <a:cubicBezTo>
                    <a:pt x="17020" y="14935"/>
                    <a:pt x="17006" y="14877"/>
                    <a:pt x="16973" y="14877"/>
                  </a:cubicBezTo>
                  <a:cubicBezTo>
                    <a:pt x="16931" y="14877"/>
                    <a:pt x="16913" y="14944"/>
                    <a:pt x="16872" y="14944"/>
                  </a:cubicBezTo>
                  <a:cubicBezTo>
                    <a:pt x="16818" y="14944"/>
                    <a:pt x="16796" y="14858"/>
                    <a:pt x="16751" y="14793"/>
                  </a:cubicBezTo>
                  <a:cubicBezTo>
                    <a:pt x="16712" y="14736"/>
                    <a:pt x="16679" y="14738"/>
                    <a:pt x="16638" y="14684"/>
                  </a:cubicBezTo>
                  <a:cubicBezTo>
                    <a:pt x="16603" y="14636"/>
                    <a:pt x="16603" y="14554"/>
                    <a:pt x="16570" y="14500"/>
                  </a:cubicBezTo>
                  <a:cubicBezTo>
                    <a:pt x="16537" y="14445"/>
                    <a:pt x="16506" y="14441"/>
                    <a:pt x="16478" y="14374"/>
                  </a:cubicBezTo>
                  <a:cubicBezTo>
                    <a:pt x="16429" y="14258"/>
                    <a:pt x="16390" y="14204"/>
                    <a:pt x="16321" y="14156"/>
                  </a:cubicBezTo>
                  <a:cubicBezTo>
                    <a:pt x="16279" y="14129"/>
                    <a:pt x="16245" y="14152"/>
                    <a:pt x="16208" y="14105"/>
                  </a:cubicBezTo>
                  <a:cubicBezTo>
                    <a:pt x="16190" y="14085"/>
                    <a:pt x="16186" y="14049"/>
                    <a:pt x="16176" y="14013"/>
                  </a:cubicBezTo>
                  <a:cubicBezTo>
                    <a:pt x="16144" y="13909"/>
                    <a:pt x="16113" y="13867"/>
                    <a:pt x="16071" y="13779"/>
                  </a:cubicBezTo>
                  <a:lnTo>
                    <a:pt x="15984" y="13779"/>
                  </a:lnTo>
                  <a:cubicBezTo>
                    <a:pt x="15922" y="13779"/>
                    <a:pt x="15907" y="13619"/>
                    <a:pt x="15846" y="13619"/>
                  </a:cubicBezTo>
                  <a:cubicBezTo>
                    <a:pt x="15770" y="13619"/>
                    <a:pt x="15736" y="13745"/>
                    <a:pt x="15660" y="13745"/>
                  </a:cubicBezTo>
                  <a:lnTo>
                    <a:pt x="15581" y="13745"/>
                  </a:lnTo>
                  <a:cubicBezTo>
                    <a:pt x="15536" y="13745"/>
                    <a:pt x="15509" y="13760"/>
                    <a:pt x="15468" y="13795"/>
                  </a:cubicBezTo>
                  <a:cubicBezTo>
                    <a:pt x="15433" y="13825"/>
                    <a:pt x="15419" y="13888"/>
                    <a:pt x="15382" y="13888"/>
                  </a:cubicBezTo>
                  <a:lnTo>
                    <a:pt x="15304" y="13888"/>
                  </a:lnTo>
                  <a:cubicBezTo>
                    <a:pt x="15252" y="13888"/>
                    <a:pt x="15242" y="14013"/>
                    <a:pt x="15194" y="14047"/>
                  </a:cubicBezTo>
                  <a:cubicBezTo>
                    <a:pt x="15152" y="14076"/>
                    <a:pt x="15142" y="14147"/>
                    <a:pt x="15110" y="14214"/>
                  </a:cubicBezTo>
                  <a:cubicBezTo>
                    <a:pt x="15097" y="14240"/>
                    <a:pt x="15077" y="14244"/>
                    <a:pt x="15077" y="14282"/>
                  </a:cubicBezTo>
                  <a:cubicBezTo>
                    <a:pt x="15077" y="14307"/>
                    <a:pt x="15093" y="14315"/>
                    <a:pt x="15093" y="14340"/>
                  </a:cubicBezTo>
                  <a:cubicBezTo>
                    <a:pt x="15093" y="14367"/>
                    <a:pt x="15081" y="14380"/>
                    <a:pt x="15081" y="14407"/>
                  </a:cubicBezTo>
                  <a:cubicBezTo>
                    <a:pt x="15081" y="14500"/>
                    <a:pt x="15145" y="14481"/>
                    <a:pt x="15182" y="14525"/>
                  </a:cubicBezTo>
                  <a:cubicBezTo>
                    <a:pt x="15221" y="14573"/>
                    <a:pt x="15230" y="14655"/>
                    <a:pt x="15230" y="14751"/>
                  </a:cubicBezTo>
                  <a:cubicBezTo>
                    <a:pt x="15230" y="14856"/>
                    <a:pt x="15166" y="14881"/>
                    <a:pt x="15166" y="14986"/>
                  </a:cubicBezTo>
                  <a:cubicBezTo>
                    <a:pt x="15166" y="15118"/>
                    <a:pt x="15186" y="15189"/>
                    <a:pt x="15186" y="15321"/>
                  </a:cubicBezTo>
                  <a:lnTo>
                    <a:pt x="15186" y="15440"/>
                  </a:lnTo>
                  <a:cubicBezTo>
                    <a:pt x="15186" y="15497"/>
                    <a:pt x="15178" y="15528"/>
                    <a:pt x="15178" y="15585"/>
                  </a:cubicBezTo>
                  <a:cubicBezTo>
                    <a:pt x="15178" y="15696"/>
                    <a:pt x="15258" y="15704"/>
                    <a:pt x="15258" y="15816"/>
                  </a:cubicBezTo>
                  <a:cubicBezTo>
                    <a:pt x="15258" y="15849"/>
                    <a:pt x="15238" y="15855"/>
                    <a:pt x="15230" y="15883"/>
                  </a:cubicBezTo>
                  <a:cubicBezTo>
                    <a:pt x="15200" y="15979"/>
                    <a:pt x="15162" y="16029"/>
                    <a:pt x="15162" y="16145"/>
                  </a:cubicBezTo>
                  <a:lnTo>
                    <a:pt x="15162" y="16335"/>
                  </a:lnTo>
                  <a:lnTo>
                    <a:pt x="15131" y="16335"/>
                  </a:lnTo>
                  <a:cubicBezTo>
                    <a:pt x="15103" y="16335"/>
                    <a:pt x="15091" y="16295"/>
                    <a:pt x="15065" y="16285"/>
                  </a:cubicBezTo>
                  <a:cubicBezTo>
                    <a:pt x="15016" y="16264"/>
                    <a:pt x="14986" y="16259"/>
                    <a:pt x="14935" y="16259"/>
                  </a:cubicBezTo>
                  <a:lnTo>
                    <a:pt x="14935" y="16259"/>
                  </a:lnTo>
                  <a:cubicBezTo>
                    <a:pt x="14912" y="16186"/>
                    <a:pt x="14906" y="16092"/>
                    <a:pt x="14864" y="16092"/>
                  </a:cubicBezTo>
                  <a:cubicBezTo>
                    <a:pt x="14842" y="16092"/>
                    <a:pt x="14836" y="16138"/>
                    <a:pt x="14820" y="16168"/>
                  </a:cubicBezTo>
                  <a:cubicBezTo>
                    <a:pt x="14803" y="16199"/>
                    <a:pt x="14786" y="16216"/>
                    <a:pt x="14776" y="16260"/>
                  </a:cubicBezTo>
                  <a:cubicBezTo>
                    <a:pt x="14768" y="16295"/>
                    <a:pt x="14762" y="16335"/>
                    <a:pt x="14743" y="16335"/>
                  </a:cubicBezTo>
                  <a:cubicBezTo>
                    <a:pt x="14685" y="16335"/>
                    <a:pt x="14650" y="16320"/>
                    <a:pt x="14595" y="16285"/>
                  </a:cubicBezTo>
                  <a:cubicBezTo>
                    <a:pt x="14574" y="16272"/>
                    <a:pt x="14567" y="16234"/>
                    <a:pt x="14546" y="16234"/>
                  </a:cubicBezTo>
                  <a:cubicBezTo>
                    <a:pt x="14511" y="16234"/>
                    <a:pt x="14500" y="16306"/>
                    <a:pt x="14478" y="16360"/>
                  </a:cubicBezTo>
                  <a:cubicBezTo>
                    <a:pt x="14431" y="16475"/>
                    <a:pt x="14398" y="16595"/>
                    <a:pt x="14325" y="16595"/>
                  </a:cubicBezTo>
                  <a:cubicBezTo>
                    <a:pt x="14317" y="16721"/>
                    <a:pt x="14275" y="16786"/>
                    <a:pt x="14220" y="16838"/>
                  </a:cubicBezTo>
                  <a:cubicBezTo>
                    <a:pt x="14161" y="16896"/>
                    <a:pt x="14157" y="17073"/>
                    <a:pt x="14090" y="17073"/>
                  </a:cubicBezTo>
                  <a:lnTo>
                    <a:pt x="14008" y="17073"/>
                  </a:lnTo>
                  <a:cubicBezTo>
                    <a:pt x="13911" y="17073"/>
                    <a:pt x="13865" y="17207"/>
                    <a:pt x="13769" y="17207"/>
                  </a:cubicBezTo>
                  <a:lnTo>
                    <a:pt x="13673" y="17207"/>
                  </a:lnTo>
                  <a:cubicBezTo>
                    <a:pt x="13655" y="17222"/>
                    <a:pt x="13647" y="17224"/>
                    <a:pt x="13627" y="17224"/>
                  </a:cubicBezTo>
                  <a:cubicBezTo>
                    <a:pt x="13587" y="17224"/>
                    <a:pt x="13564" y="17196"/>
                    <a:pt x="13524" y="17190"/>
                  </a:cubicBezTo>
                  <a:cubicBezTo>
                    <a:pt x="13486" y="17184"/>
                    <a:pt x="13457" y="17190"/>
                    <a:pt x="13427" y="17140"/>
                  </a:cubicBezTo>
                  <a:cubicBezTo>
                    <a:pt x="13401" y="17096"/>
                    <a:pt x="13393" y="17022"/>
                    <a:pt x="13359" y="17022"/>
                  </a:cubicBezTo>
                  <a:cubicBezTo>
                    <a:pt x="13325" y="17022"/>
                    <a:pt x="13305" y="17039"/>
                    <a:pt x="13271" y="17039"/>
                  </a:cubicBezTo>
                  <a:cubicBezTo>
                    <a:pt x="13205" y="17039"/>
                    <a:pt x="13177" y="16945"/>
                    <a:pt x="13114" y="16913"/>
                  </a:cubicBezTo>
                  <a:cubicBezTo>
                    <a:pt x="13074" y="16895"/>
                    <a:pt x="13051" y="16913"/>
                    <a:pt x="13011" y="16913"/>
                  </a:cubicBezTo>
                  <a:cubicBezTo>
                    <a:pt x="12971" y="16913"/>
                    <a:pt x="12949" y="16901"/>
                    <a:pt x="12908" y="16913"/>
                  </a:cubicBezTo>
                  <a:cubicBezTo>
                    <a:pt x="12869" y="16926"/>
                    <a:pt x="12858" y="16995"/>
                    <a:pt x="12824" y="17031"/>
                  </a:cubicBezTo>
                  <a:cubicBezTo>
                    <a:pt x="12780" y="17077"/>
                    <a:pt x="12729" y="17006"/>
                    <a:pt x="12699" y="17090"/>
                  </a:cubicBezTo>
                  <a:cubicBezTo>
                    <a:pt x="12669" y="17173"/>
                    <a:pt x="12663" y="17245"/>
                    <a:pt x="12635" y="17333"/>
                  </a:cubicBezTo>
                  <a:lnTo>
                    <a:pt x="12547" y="17333"/>
                  </a:lnTo>
                  <a:cubicBezTo>
                    <a:pt x="12425" y="17333"/>
                    <a:pt x="12333" y="17154"/>
                    <a:pt x="12309" y="16905"/>
                  </a:cubicBezTo>
                  <a:cubicBezTo>
                    <a:pt x="12298" y="16786"/>
                    <a:pt x="12249" y="16742"/>
                    <a:pt x="12192" y="16704"/>
                  </a:cubicBezTo>
                  <a:cubicBezTo>
                    <a:pt x="12135" y="16664"/>
                    <a:pt x="12104" y="16612"/>
                    <a:pt x="12044" y="16612"/>
                  </a:cubicBezTo>
                  <a:cubicBezTo>
                    <a:pt x="11995" y="16612"/>
                    <a:pt x="11967" y="16637"/>
                    <a:pt x="11919" y="16637"/>
                  </a:cubicBezTo>
                  <a:cubicBezTo>
                    <a:pt x="11903" y="16637"/>
                    <a:pt x="11893" y="16620"/>
                    <a:pt x="11877" y="16620"/>
                  </a:cubicBezTo>
                  <a:lnTo>
                    <a:pt x="11783" y="16620"/>
                  </a:lnTo>
                  <a:cubicBezTo>
                    <a:pt x="11754" y="16620"/>
                    <a:pt x="11745" y="16559"/>
                    <a:pt x="11717" y="16545"/>
                  </a:cubicBezTo>
                  <a:cubicBezTo>
                    <a:pt x="11693" y="16530"/>
                    <a:pt x="11678" y="16545"/>
                    <a:pt x="11653" y="16545"/>
                  </a:cubicBezTo>
                  <a:cubicBezTo>
                    <a:pt x="11643" y="16536"/>
                    <a:pt x="11642" y="16511"/>
                    <a:pt x="11631" y="16511"/>
                  </a:cubicBezTo>
                  <a:cubicBezTo>
                    <a:pt x="11620" y="16511"/>
                    <a:pt x="11614" y="16526"/>
                    <a:pt x="11605" y="16536"/>
                  </a:cubicBezTo>
                  <a:lnTo>
                    <a:pt x="11605" y="16702"/>
                  </a:lnTo>
                  <a:cubicBezTo>
                    <a:pt x="11605" y="16800"/>
                    <a:pt x="11544" y="16825"/>
                    <a:pt x="11544" y="16924"/>
                  </a:cubicBezTo>
                  <a:lnTo>
                    <a:pt x="11544" y="17121"/>
                  </a:lnTo>
                  <a:cubicBezTo>
                    <a:pt x="11544" y="17253"/>
                    <a:pt x="11637" y="17268"/>
                    <a:pt x="11637" y="17400"/>
                  </a:cubicBezTo>
                  <a:cubicBezTo>
                    <a:pt x="11637" y="17456"/>
                    <a:pt x="11625" y="17485"/>
                    <a:pt x="11625" y="17542"/>
                  </a:cubicBezTo>
                  <a:cubicBezTo>
                    <a:pt x="11625" y="17619"/>
                    <a:pt x="11661" y="17653"/>
                    <a:pt x="11661" y="17731"/>
                  </a:cubicBezTo>
                  <a:cubicBezTo>
                    <a:pt x="11661" y="17846"/>
                    <a:pt x="11602" y="17911"/>
                    <a:pt x="11546" y="17911"/>
                  </a:cubicBezTo>
                  <a:cubicBezTo>
                    <a:pt x="11447" y="17911"/>
                    <a:pt x="11391" y="17852"/>
                    <a:pt x="11291" y="17852"/>
                  </a:cubicBezTo>
                  <a:cubicBezTo>
                    <a:pt x="11231" y="17852"/>
                    <a:pt x="11206" y="17970"/>
                    <a:pt x="11146" y="17970"/>
                  </a:cubicBezTo>
                  <a:cubicBezTo>
                    <a:pt x="11119" y="17970"/>
                    <a:pt x="11112" y="17917"/>
                    <a:pt x="11086" y="17902"/>
                  </a:cubicBezTo>
                  <a:cubicBezTo>
                    <a:pt x="11058" y="17888"/>
                    <a:pt x="11035" y="17886"/>
                    <a:pt x="11021" y="17835"/>
                  </a:cubicBezTo>
                  <a:cubicBezTo>
                    <a:pt x="10990" y="17729"/>
                    <a:pt x="10965" y="17617"/>
                    <a:pt x="10905" y="17617"/>
                  </a:cubicBezTo>
                  <a:cubicBezTo>
                    <a:pt x="10869" y="17617"/>
                    <a:pt x="10850" y="17651"/>
                    <a:pt x="10815" y="17651"/>
                  </a:cubicBezTo>
                  <a:lnTo>
                    <a:pt x="10692" y="17651"/>
                  </a:lnTo>
                  <a:cubicBezTo>
                    <a:pt x="10651" y="17651"/>
                    <a:pt x="10628" y="17626"/>
                    <a:pt x="10587" y="17626"/>
                  </a:cubicBezTo>
                  <a:cubicBezTo>
                    <a:pt x="10527" y="17626"/>
                    <a:pt x="10505" y="17714"/>
                    <a:pt x="10450" y="17760"/>
                  </a:cubicBezTo>
                  <a:cubicBezTo>
                    <a:pt x="10408" y="17794"/>
                    <a:pt x="10366" y="17745"/>
                    <a:pt x="10333" y="17811"/>
                  </a:cubicBezTo>
                  <a:cubicBezTo>
                    <a:pt x="10323" y="17829"/>
                    <a:pt x="10327" y="17860"/>
                    <a:pt x="10317" y="17877"/>
                  </a:cubicBezTo>
                  <a:cubicBezTo>
                    <a:pt x="10298" y="17911"/>
                    <a:pt x="10273" y="17881"/>
                    <a:pt x="10253" y="17911"/>
                  </a:cubicBezTo>
                  <a:cubicBezTo>
                    <a:pt x="10228" y="17947"/>
                    <a:pt x="10226" y="18003"/>
                    <a:pt x="10200" y="18037"/>
                  </a:cubicBezTo>
                  <a:cubicBezTo>
                    <a:pt x="10172" y="18074"/>
                    <a:pt x="10143" y="18070"/>
                    <a:pt x="10124" y="18129"/>
                  </a:cubicBezTo>
                  <a:cubicBezTo>
                    <a:pt x="10105" y="18188"/>
                    <a:pt x="10141" y="18280"/>
                    <a:pt x="10112" y="18313"/>
                  </a:cubicBezTo>
                  <a:cubicBezTo>
                    <a:pt x="10095" y="18332"/>
                    <a:pt x="10081" y="18339"/>
                    <a:pt x="10064" y="18355"/>
                  </a:cubicBezTo>
                  <a:cubicBezTo>
                    <a:pt x="10028" y="18393"/>
                    <a:pt x="9994" y="18355"/>
                    <a:pt x="9959" y="18397"/>
                  </a:cubicBezTo>
                  <a:cubicBezTo>
                    <a:pt x="9916" y="18450"/>
                    <a:pt x="9913" y="18573"/>
                    <a:pt x="9862" y="18573"/>
                  </a:cubicBezTo>
                  <a:cubicBezTo>
                    <a:pt x="9849" y="18573"/>
                    <a:pt x="9836" y="18570"/>
                    <a:pt x="9825" y="18559"/>
                  </a:cubicBezTo>
                  <a:lnTo>
                    <a:pt x="9825" y="18559"/>
                  </a:lnTo>
                  <a:cubicBezTo>
                    <a:pt x="9784" y="18553"/>
                    <a:pt x="9780" y="18460"/>
                    <a:pt x="9742" y="18431"/>
                  </a:cubicBezTo>
                  <a:cubicBezTo>
                    <a:pt x="9704" y="18401"/>
                    <a:pt x="9675" y="18414"/>
                    <a:pt x="9637" y="18389"/>
                  </a:cubicBezTo>
                  <a:cubicBezTo>
                    <a:pt x="9617" y="18376"/>
                    <a:pt x="9615" y="18313"/>
                    <a:pt x="9593" y="18313"/>
                  </a:cubicBezTo>
                  <a:cubicBezTo>
                    <a:pt x="9573" y="18313"/>
                    <a:pt x="9567" y="18359"/>
                    <a:pt x="9561" y="18397"/>
                  </a:cubicBezTo>
                  <a:cubicBezTo>
                    <a:pt x="9554" y="18443"/>
                    <a:pt x="9538" y="18462"/>
                    <a:pt x="9528" y="18506"/>
                  </a:cubicBezTo>
                  <a:cubicBezTo>
                    <a:pt x="9517" y="18556"/>
                    <a:pt x="9525" y="18607"/>
                    <a:pt x="9508" y="18649"/>
                  </a:cubicBezTo>
                  <a:cubicBezTo>
                    <a:pt x="9476" y="18728"/>
                    <a:pt x="9434" y="18707"/>
                    <a:pt x="9384" y="18707"/>
                  </a:cubicBezTo>
                  <a:cubicBezTo>
                    <a:pt x="9291" y="18707"/>
                    <a:pt x="9292" y="18466"/>
                    <a:pt x="9243" y="18305"/>
                  </a:cubicBezTo>
                  <a:cubicBezTo>
                    <a:pt x="9222" y="18236"/>
                    <a:pt x="9189" y="18236"/>
                    <a:pt x="9166" y="18171"/>
                  </a:cubicBezTo>
                  <a:cubicBezTo>
                    <a:pt x="9144" y="18108"/>
                    <a:pt x="9132" y="18066"/>
                    <a:pt x="9106" y="18012"/>
                  </a:cubicBezTo>
                  <a:cubicBezTo>
                    <a:pt x="9048" y="17915"/>
                    <a:pt x="9028" y="17785"/>
                    <a:pt x="8953" y="17785"/>
                  </a:cubicBezTo>
                  <a:cubicBezTo>
                    <a:pt x="8896" y="17785"/>
                    <a:pt x="8869" y="17877"/>
                    <a:pt x="8812" y="17877"/>
                  </a:cubicBezTo>
                  <a:cubicBezTo>
                    <a:pt x="8764" y="17877"/>
                    <a:pt x="8717" y="17894"/>
                    <a:pt x="8692" y="17811"/>
                  </a:cubicBezTo>
                  <a:cubicBezTo>
                    <a:pt x="8681" y="17777"/>
                    <a:pt x="8686" y="17741"/>
                    <a:pt x="8675" y="17710"/>
                  </a:cubicBezTo>
                  <a:cubicBezTo>
                    <a:pt x="8652" y="17647"/>
                    <a:pt x="8620" y="17651"/>
                    <a:pt x="8582" y="17651"/>
                  </a:cubicBezTo>
                  <a:cubicBezTo>
                    <a:pt x="8573" y="17651"/>
                    <a:pt x="8568" y="17657"/>
                    <a:pt x="8559" y="17659"/>
                  </a:cubicBezTo>
                  <a:cubicBezTo>
                    <a:pt x="8561" y="17699"/>
                    <a:pt x="8563" y="17720"/>
                    <a:pt x="8561" y="17760"/>
                  </a:cubicBezTo>
                  <a:cubicBezTo>
                    <a:pt x="8517" y="17760"/>
                    <a:pt x="8497" y="17827"/>
                    <a:pt x="8454" y="17827"/>
                  </a:cubicBezTo>
                  <a:cubicBezTo>
                    <a:pt x="8419" y="17827"/>
                    <a:pt x="8417" y="17737"/>
                    <a:pt x="8406" y="17668"/>
                  </a:cubicBezTo>
                  <a:cubicBezTo>
                    <a:pt x="8387" y="17551"/>
                    <a:pt x="8377" y="17479"/>
                    <a:pt x="8350" y="17366"/>
                  </a:cubicBezTo>
                  <a:cubicBezTo>
                    <a:pt x="8297" y="17146"/>
                    <a:pt x="8236" y="17064"/>
                    <a:pt x="8181" y="16847"/>
                  </a:cubicBezTo>
                  <a:cubicBezTo>
                    <a:pt x="8128" y="16637"/>
                    <a:pt x="8095" y="16524"/>
                    <a:pt x="8024" y="16344"/>
                  </a:cubicBezTo>
                  <a:cubicBezTo>
                    <a:pt x="7977" y="16226"/>
                    <a:pt x="7953" y="16151"/>
                    <a:pt x="7891" y="16067"/>
                  </a:cubicBezTo>
                  <a:cubicBezTo>
                    <a:pt x="7865" y="16033"/>
                    <a:pt x="7841" y="16023"/>
                    <a:pt x="7822" y="15974"/>
                  </a:cubicBezTo>
                  <a:cubicBezTo>
                    <a:pt x="7818" y="15964"/>
                    <a:pt x="7806" y="15973"/>
                    <a:pt x="7806" y="15958"/>
                  </a:cubicBezTo>
                  <a:cubicBezTo>
                    <a:pt x="7806" y="15910"/>
                    <a:pt x="7830" y="15889"/>
                    <a:pt x="7830" y="15841"/>
                  </a:cubicBezTo>
                  <a:cubicBezTo>
                    <a:pt x="7830" y="15807"/>
                    <a:pt x="7827" y="15790"/>
                    <a:pt x="7826" y="15757"/>
                  </a:cubicBezTo>
                  <a:lnTo>
                    <a:pt x="7802" y="15748"/>
                  </a:lnTo>
                  <a:cubicBezTo>
                    <a:pt x="7769" y="15776"/>
                    <a:pt x="7760" y="15834"/>
                    <a:pt x="7726" y="15857"/>
                  </a:cubicBezTo>
                  <a:cubicBezTo>
                    <a:pt x="7693" y="15880"/>
                    <a:pt x="7656" y="15838"/>
                    <a:pt x="7637" y="15899"/>
                  </a:cubicBezTo>
                  <a:cubicBezTo>
                    <a:pt x="7598" y="16023"/>
                    <a:pt x="7571" y="16096"/>
                    <a:pt x="7509" y="16168"/>
                  </a:cubicBezTo>
                  <a:cubicBezTo>
                    <a:pt x="7495" y="16182"/>
                    <a:pt x="7492" y="16218"/>
                    <a:pt x="7476" y="16226"/>
                  </a:cubicBezTo>
                  <a:cubicBezTo>
                    <a:pt x="7431" y="16253"/>
                    <a:pt x="7399" y="16224"/>
                    <a:pt x="7356" y="16260"/>
                  </a:cubicBezTo>
                  <a:cubicBezTo>
                    <a:pt x="7327" y="16283"/>
                    <a:pt x="7326" y="16369"/>
                    <a:pt x="7295" y="16369"/>
                  </a:cubicBezTo>
                  <a:cubicBezTo>
                    <a:pt x="7288" y="16369"/>
                    <a:pt x="7286" y="16352"/>
                    <a:pt x="7279" y="16352"/>
                  </a:cubicBezTo>
                  <a:lnTo>
                    <a:pt x="7279" y="16310"/>
                  </a:lnTo>
                  <a:cubicBezTo>
                    <a:pt x="7296" y="16220"/>
                    <a:pt x="7323" y="16174"/>
                    <a:pt x="7323" y="16075"/>
                  </a:cubicBezTo>
                  <a:cubicBezTo>
                    <a:pt x="7323" y="16054"/>
                    <a:pt x="7318" y="16044"/>
                    <a:pt x="7315" y="16025"/>
                  </a:cubicBezTo>
                  <a:cubicBezTo>
                    <a:pt x="7252" y="16046"/>
                    <a:pt x="7217" y="15983"/>
                    <a:pt x="7153" y="15983"/>
                  </a:cubicBezTo>
                  <a:cubicBezTo>
                    <a:pt x="7137" y="15983"/>
                    <a:pt x="7128" y="15989"/>
                    <a:pt x="7112" y="15991"/>
                  </a:cubicBezTo>
                  <a:cubicBezTo>
                    <a:pt x="7111" y="16031"/>
                    <a:pt x="7111" y="16052"/>
                    <a:pt x="7112" y="16092"/>
                  </a:cubicBezTo>
                  <a:lnTo>
                    <a:pt x="7078" y="16092"/>
                  </a:lnTo>
                  <a:cubicBezTo>
                    <a:pt x="7054" y="16048"/>
                    <a:pt x="7051" y="15967"/>
                    <a:pt x="7018" y="15967"/>
                  </a:cubicBezTo>
                  <a:cubicBezTo>
                    <a:pt x="6993" y="15967"/>
                    <a:pt x="6978" y="15983"/>
                    <a:pt x="6953" y="15983"/>
                  </a:cubicBezTo>
                  <a:cubicBezTo>
                    <a:pt x="6914" y="15983"/>
                    <a:pt x="6909" y="15878"/>
                    <a:pt x="6909" y="15796"/>
                  </a:cubicBezTo>
                  <a:cubicBezTo>
                    <a:pt x="6909" y="15740"/>
                    <a:pt x="6913" y="15711"/>
                    <a:pt x="6913" y="15654"/>
                  </a:cubicBezTo>
                  <a:cubicBezTo>
                    <a:pt x="6913" y="15539"/>
                    <a:pt x="6884" y="15480"/>
                    <a:pt x="6869" y="15371"/>
                  </a:cubicBezTo>
                  <a:cubicBezTo>
                    <a:pt x="6862" y="15317"/>
                    <a:pt x="6873" y="15229"/>
                    <a:pt x="6845" y="15229"/>
                  </a:cubicBezTo>
                  <a:cubicBezTo>
                    <a:pt x="6825" y="15229"/>
                    <a:pt x="6814" y="15254"/>
                    <a:pt x="6794" y="15254"/>
                  </a:cubicBezTo>
                  <a:cubicBezTo>
                    <a:pt x="6737" y="15254"/>
                    <a:pt x="6705" y="15212"/>
                    <a:pt x="6647" y="15212"/>
                  </a:cubicBezTo>
                  <a:cubicBezTo>
                    <a:pt x="6565" y="15212"/>
                    <a:pt x="6523" y="15285"/>
                    <a:pt x="6446" y="15354"/>
                  </a:cubicBezTo>
                  <a:cubicBezTo>
                    <a:pt x="6432" y="15367"/>
                    <a:pt x="6429" y="15398"/>
                    <a:pt x="6414" y="15405"/>
                  </a:cubicBezTo>
                  <a:cubicBezTo>
                    <a:pt x="6287" y="15470"/>
                    <a:pt x="6213" y="15422"/>
                    <a:pt x="6084" y="15455"/>
                  </a:cubicBezTo>
                  <a:cubicBezTo>
                    <a:pt x="6027" y="15470"/>
                    <a:pt x="6003" y="15556"/>
                    <a:pt x="5945" y="15556"/>
                  </a:cubicBezTo>
                  <a:cubicBezTo>
                    <a:pt x="5912" y="15556"/>
                    <a:pt x="5894" y="15539"/>
                    <a:pt x="5861" y="15539"/>
                  </a:cubicBezTo>
                  <a:cubicBezTo>
                    <a:pt x="5802" y="15539"/>
                    <a:pt x="5771" y="15581"/>
                    <a:pt x="5714" y="15598"/>
                  </a:cubicBezTo>
                  <a:cubicBezTo>
                    <a:pt x="5678" y="15608"/>
                    <a:pt x="5652" y="15600"/>
                    <a:pt x="5617" y="15623"/>
                  </a:cubicBezTo>
                  <a:cubicBezTo>
                    <a:pt x="5586" y="15644"/>
                    <a:pt x="5578" y="15715"/>
                    <a:pt x="5545" y="15715"/>
                  </a:cubicBezTo>
                  <a:cubicBezTo>
                    <a:pt x="5513" y="15715"/>
                    <a:pt x="5497" y="15665"/>
                    <a:pt x="5464" y="15665"/>
                  </a:cubicBezTo>
                  <a:cubicBezTo>
                    <a:pt x="5423" y="15665"/>
                    <a:pt x="5401" y="15707"/>
                    <a:pt x="5360" y="15707"/>
                  </a:cubicBezTo>
                  <a:cubicBezTo>
                    <a:pt x="5329" y="15707"/>
                    <a:pt x="5310" y="15690"/>
                    <a:pt x="5279" y="15690"/>
                  </a:cubicBezTo>
                  <a:cubicBezTo>
                    <a:pt x="5226" y="15690"/>
                    <a:pt x="5203" y="15801"/>
                    <a:pt x="5195" y="15912"/>
                  </a:cubicBezTo>
                  <a:cubicBezTo>
                    <a:pt x="5215" y="15901"/>
                    <a:pt x="5227" y="15899"/>
                    <a:pt x="5247" y="15912"/>
                  </a:cubicBezTo>
                  <a:cubicBezTo>
                    <a:pt x="5244" y="15956"/>
                    <a:pt x="5246" y="15985"/>
                    <a:pt x="5239" y="16025"/>
                  </a:cubicBezTo>
                  <a:cubicBezTo>
                    <a:pt x="5233" y="16058"/>
                    <a:pt x="5211" y="16063"/>
                    <a:pt x="5211" y="16100"/>
                  </a:cubicBezTo>
                  <a:cubicBezTo>
                    <a:pt x="5211" y="16218"/>
                    <a:pt x="5285" y="16199"/>
                    <a:pt x="5336" y="16251"/>
                  </a:cubicBezTo>
                  <a:cubicBezTo>
                    <a:pt x="5316" y="16283"/>
                    <a:pt x="5300" y="16302"/>
                    <a:pt x="5275" y="16302"/>
                  </a:cubicBezTo>
                  <a:cubicBezTo>
                    <a:pt x="5255" y="16302"/>
                    <a:pt x="5243" y="16285"/>
                    <a:pt x="5223" y="16285"/>
                  </a:cubicBezTo>
                  <a:cubicBezTo>
                    <a:pt x="5182" y="16285"/>
                    <a:pt x="5166" y="16354"/>
                    <a:pt x="5134" y="16411"/>
                  </a:cubicBezTo>
                  <a:cubicBezTo>
                    <a:pt x="5099" y="16474"/>
                    <a:pt x="5058" y="16507"/>
                    <a:pt x="5058" y="16603"/>
                  </a:cubicBezTo>
                  <a:cubicBezTo>
                    <a:pt x="5058" y="16708"/>
                    <a:pt x="5106" y="16750"/>
                    <a:pt x="5106" y="16855"/>
                  </a:cubicBezTo>
                  <a:cubicBezTo>
                    <a:pt x="5106" y="16995"/>
                    <a:pt x="4982" y="16966"/>
                    <a:pt x="4982" y="17106"/>
                  </a:cubicBezTo>
                  <a:cubicBezTo>
                    <a:pt x="4982" y="17207"/>
                    <a:pt x="5047" y="17182"/>
                    <a:pt x="5086" y="17240"/>
                  </a:cubicBezTo>
                  <a:cubicBezTo>
                    <a:pt x="5139" y="17318"/>
                    <a:pt x="5162" y="17433"/>
                    <a:pt x="5227" y="17433"/>
                  </a:cubicBezTo>
                  <a:lnTo>
                    <a:pt x="5227" y="17498"/>
                  </a:lnTo>
                  <a:cubicBezTo>
                    <a:pt x="5227" y="17584"/>
                    <a:pt x="5171" y="17576"/>
                    <a:pt x="5130" y="17592"/>
                  </a:cubicBezTo>
                  <a:cubicBezTo>
                    <a:pt x="5107" y="17601"/>
                    <a:pt x="5094" y="17626"/>
                    <a:pt x="5070" y="17626"/>
                  </a:cubicBezTo>
                  <a:cubicBezTo>
                    <a:pt x="5034" y="17626"/>
                    <a:pt x="5015" y="17586"/>
                    <a:pt x="4982" y="17559"/>
                  </a:cubicBezTo>
                  <a:cubicBezTo>
                    <a:pt x="4970" y="17513"/>
                    <a:pt x="4953" y="17467"/>
                    <a:pt x="4929" y="17467"/>
                  </a:cubicBezTo>
                  <a:cubicBezTo>
                    <a:pt x="4878" y="17467"/>
                    <a:pt x="4850" y="17542"/>
                    <a:pt x="4825" y="17634"/>
                  </a:cubicBezTo>
                  <a:cubicBezTo>
                    <a:pt x="4782" y="17605"/>
                    <a:pt x="4771" y="17540"/>
                    <a:pt x="4732" y="17500"/>
                  </a:cubicBezTo>
                  <a:cubicBezTo>
                    <a:pt x="4707" y="17475"/>
                    <a:pt x="4683" y="17465"/>
                    <a:pt x="4676" y="17408"/>
                  </a:cubicBezTo>
                  <a:cubicBezTo>
                    <a:pt x="4662" y="17297"/>
                    <a:pt x="4675" y="17205"/>
                    <a:pt x="4636" y="17123"/>
                  </a:cubicBezTo>
                  <a:cubicBezTo>
                    <a:pt x="4606" y="17062"/>
                    <a:pt x="4576" y="17060"/>
                    <a:pt x="4539" y="17022"/>
                  </a:cubicBezTo>
                  <a:cubicBezTo>
                    <a:pt x="4514" y="16997"/>
                    <a:pt x="4507" y="16939"/>
                    <a:pt x="4479" y="16939"/>
                  </a:cubicBezTo>
                  <a:cubicBezTo>
                    <a:pt x="4455" y="16939"/>
                    <a:pt x="4448" y="16997"/>
                    <a:pt x="4425" y="16997"/>
                  </a:cubicBezTo>
                  <a:cubicBezTo>
                    <a:pt x="4347" y="16997"/>
                    <a:pt x="4304" y="16995"/>
                    <a:pt x="4225" y="16995"/>
                  </a:cubicBezTo>
                  <a:cubicBezTo>
                    <a:pt x="4188" y="16903"/>
                    <a:pt x="4142" y="16928"/>
                    <a:pt x="4092" y="16872"/>
                  </a:cubicBezTo>
                  <a:cubicBezTo>
                    <a:pt x="4061" y="16836"/>
                    <a:pt x="4048" y="16771"/>
                    <a:pt x="4012" y="16771"/>
                  </a:cubicBezTo>
                  <a:cubicBezTo>
                    <a:pt x="3984" y="16771"/>
                    <a:pt x="3985" y="16842"/>
                    <a:pt x="3968" y="16889"/>
                  </a:cubicBezTo>
                  <a:cubicBezTo>
                    <a:pt x="3947" y="16851"/>
                    <a:pt x="3947" y="16807"/>
                    <a:pt x="3931" y="16763"/>
                  </a:cubicBezTo>
                  <a:cubicBezTo>
                    <a:pt x="3918" y="16727"/>
                    <a:pt x="3895" y="16731"/>
                    <a:pt x="3883" y="16695"/>
                  </a:cubicBezTo>
                  <a:cubicBezTo>
                    <a:pt x="3861" y="16633"/>
                    <a:pt x="3870" y="16540"/>
                    <a:pt x="3835" y="16520"/>
                  </a:cubicBezTo>
                  <a:cubicBezTo>
                    <a:pt x="3816" y="16509"/>
                    <a:pt x="3803" y="16511"/>
                    <a:pt x="3783" y="16511"/>
                  </a:cubicBezTo>
                  <a:cubicBezTo>
                    <a:pt x="3755" y="16509"/>
                    <a:pt x="3731" y="16536"/>
                    <a:pt x="3714" y="16495"/>
                  </a:cubicBezTo>
                  <a:cubicBezTo>
                    <a:pt x="3670" y="16385"/>
                    <a:pt x="3653" y="16243"/>
                    <a:pt x="3583" y="16243"/>
                  </a:cubicBezTo>
                  <a:cubicBezTo>
                    <a:pt x="3537" y="16243"/>
                    <a:pt x="3512" y="16293"/>
                    <a:pt x="3466" y="16293"/>
                  </a:cubicBezTo>
                  <a:cubicBezTo>
                    <a:pt x="3456" y="16293"/>
                    <a:pt x="3451" y="16287"/>
                    <a:pt x="3440" y="16285"/>
                  </a:cubicBezTo>
                  <a:cubicBezTo>
                    <a:pt x="3445" y="16243"/>
                    <a:pt x="3457" y="16220"/>
                    <a:pt x="3457" y="16176"/>
                  </a:cubicBezTo>
                  <a:cubicBezTo>
                    <a:pt x="3457" y="16134"/>
                    <a:pt x="3428" y="16142"/>
                    <a:pt x="3408" y="16142"/>
                  </a:cubicBezTo>
                  <a:cubicBezTo>
                    <a:pt x="3353" y="16142"/>
                    <a:pt x="3326" y="16201"/>
                    <a:pt x="3275" y="16243"/>
                  </a:cubicBezTo>
                  <a:cubicBezTo>
                    <a:pt x="3227" y="16285"/>
                    <a:pt x="3194" y="16279"/>
                    <a:pt x="3143" y="16293"/>
                  </a:cubicBezTo>
                  <a:cubicBezTo>
                    <a:pt x="3089" y="16310"/>
                    <a:pt x="3064" y="16360"/>
                    <a:pt x="3014" y="16402"/>
                  </a:cubicBezTo>
                  <a:cubicBezTo>
                    <a:pt x="2991" y="16421"/>
                    <a:pt x="2968" y="16402"/>
                    <a:pt x="2950" y="16436"/>
                  </a:cubicBezTo>
                  <a:cubicBezTo>
                    <a:pt x="2931" y="16469"/>
                    <a:pt x="2943" y="16522"/>
                    <a:pt x="2934" y="16570"/>
                  </a:cubicBezTo>
                  <a:cubicBezTo>
                    <a:pt x="2928" y="16595"/>
                    <a:pt x="2913" y="16608"/>
                    <a:pt x="2913" y="16637"/>
                  </a:cubicBezTo>
                  <a:cubicBezTo>
                    <a:pt x="2913" y="16687"/>
                    <a:pt x="2925" y="16712"/>
                    <a:pt x="2925" y="16763"/>
                  </a:cubicBezTo>
                  <a:cubicBezTo>
                    <a:pt x="2925" y="16847"/>
                    <a:pt x="2888" y="16872"/>
                    <a:pt x="2873" y="16947"/>
                  </a:cubicBezTo>
                  <a:cubicBezTo>
                    <a:pt x="2826" y="16838"/>
                    <a:pt x="2819" y="16748"/>
                    <a:pt x="2785" y="16620"/>
                  </a:cubicBezTo>
                  <a:cubicBezTo>
                    <a:pt x="2769" y="16561"/>
                    <a:pt x="2764" y="16486"/>
                    <a:pt x="2732" y="16486"/>
                  </a:cubicBezTo>
                  <a:cubicBezTo>
                    <a:pt x="2710" y="16486"/>
                    <a:pt x="2702" y="16528"/>
                    <a:pt x="2684" y="16553"/>
                  </a:cubicBezTo>
                  <a:cubicBezTo>
                    <a:pt x="2660" y="16587"/>
                    <a:pt x="2639" y="16599"/>
                    <a:pt x="2615" y="16637"/>
                  </a:cubicBezTo>
                  <a:cubicBezTo>
                    <a:pt x="2592" y="16675"/>
                    <a:pt x="2597" y="16744"/>
                    <a:pt x="2571" y="16771"/>
                  </a:cubicBezTo>
                  <a:cubicBezTo>
                    <a:pt x="2536" y="16809"/>
                    <a:pt x="2509" y="16796"/>
                    <a:pt x="2471" y="16821"/>
                  </a:cubicBezTo>
                  <a:cubicBezTo>
                    <a:pt x="2481" y="16874"/>
                    <a:pt x="2483" y="16907"/>
                    <a:pt x="2483" y="16964"/>
                  </a:cubicBezTo>
                  <a:cubicBezTo>
                    <a:pt x="2483" y="17025"/>
                    <a:pt x="2476" y="17075"/>
                    <a:pt x="2451" y="17106"/>
                  </a:cubicBezTo>
                  <a:cubicBezTo>
                    <a:pt x="2364" y="17196"/>
                    <a:pt x="2313" y="17207"/>
                    <a:pt x="2217" y="17232"/>
                  </a:cubicBezTo>
                  <a:lnTo>
                    <a:pt x="2217" y="17305"/>
                  </a:lnTo>
                  <a:cubicBezTo>
                    <a:pt x="2217" y="17502"/>
                    <a:pt x="2302" y="17580"/>
                    <a:pt x="2302" y="17777"/>
                  </a:cubicBezTo>
                  <a:cubicBezTo>
                    <a:pt x="2302" y="17811"/>
                    <a:pt x="2294" y="17829"/>
                    <a:pt x="2294" y="17863"/>
                  </a:cubicBezTo>
                  <a:cubicBezTo>
                    <a:pt x="2294" y="17875"/>
                    <a:pt x="2298" y="17882"/>
                    <a:pt x="2298" y="17894"/>
                  </a:cubicBezTo>
                  <a:lnTo>
                    <a:pt x="2381" y="17894"/>
                  </a:lnTo>
                  <a:cubicBezTo>
                    <a:pt x="2429" y="17894"/>
                    <a:pt x="2448" y="17989"/>
                    <a:pt x="2467" y="18079"/>
                  </a:cubicBezTo>
                  <a:cubicBezTo>
                    <a:pt x="2489" y="18183"/>
                    <a:pt x="2503" y="18253"/>
                    <a:pt x="2503" y="18368"/>
                  </a:cubicBezTo>
                  <a:cubicBezTo>
                    <a:pt x="2503" y="18420"/>
                    <a:pt x="2475" y="18437"/>
                    <a:pt x="2475" y="18489"/>
                  </a:cubicBezTo>
                  <a:cubicBezTo>
                    <a:pt x="2475" y="18518"/>
                    <a:pt x="2491" y="18529"/>
                    <a:pt x="2495" y="18556"/>
                  </a:cubicBezTo>
                  <a:cubicBezTo>
                    <a:pt x="2506" y="18623"/>
                    <a:pt x="2499" y="18672"/>
                    <a:pt x="2499" y="18743"/>
                  </a:cubicBezTo>
                  <a:lnTo>
                    <a:pt x="2499" y="18743"/>
                  </a:lnTo>
                  <a:cubicBezTo>
                    <a:pt x="2495" y="18740"/>
                    <a:pt x="2491" y="18737"/>
                    <a:pt x="2486" y="18733"/>
                  </a:cubicBezTo>
                  <a:cubicBezTo>
                    <a:pt x="2483" y="18760"/>
                    <a:pt x="2486" y="18777"/>
                    <a:pt x="2486" y="18806"/>
                  </a:cubicBezTo>
                  <a:cubicBezTo>
                    <a:pt x="2486" y="18869"/>
                    <a:pt x="2453" y="18879"/>
                    <a:pt x="2426" y="18908"/>
                  </a:cubicBezTo>
                  <a:cubicBezTo>
                    <a:pt x="2401" y="18937"/>
                    <a:pt x="2393" y="18974"/>
                    <a:pt x="2378" y="19026"/>
                  </a:cubicBezTo>
                  <a:cubicBezTo>
                    <a:pt x="2357" y="19004"/>
                    <a:pt x="2355" y="18942"/>
                    <a:pt x="2332" y="18942"/>
                  </a:cubicBezTo>
                  <a:cubicBezTo>
                    <a:pt x="2317" y="18942"/>
                    <a:pt x="2321" y="18986"/>
                    <a:pt x="2312" y="19009"/>
                  </a:cubicBezTo>
                  <a:cubicBezTo>
                    <a:pt x="2297" y="19047"/>
                    <a:pt x="2275" y="19030"/>
                    <a:pt x="2252" y="19030"/>
                  </a:cubicBezTo>
                  <a:cubicBezTo>
                    <a:pt x="2211" y="19030"/>
                    <a:pt x="2189" y="18997"/>
                    <a:pt x="2148" y="18997"/>
                  </a:cubicBezTo>
                  <a:cubicBezTo>
                    <a:pt x="2130" y="18997"/>
                    <a:pt x="2129" y="19040"/>
                    <a:pt x="2117" y="19068"/>
                  </a:cubicBezTo>
                  <a:cubicBezTo>
                    <a:pt x="2095" y="19116"/>
                    <a:pt x="2050" y="19093"/>
                    <a:pt x="2046" y="19160"/>
                  </a:cubicBezTo>
                  <a:cubicBezTo>
                    <a:pt x="2042" y="19229"/>
                    <a:pt x="2024" y="19270"/>
                    <a:pt x="1994" y="19298"/>
                  </a:cubicBezTo>
                  <a:cubicBezTo>
                    <a:pt x="1959" y="19332"/>
                    <a:pt x="1938" y="19353"/>
                    <a:pt x="1899" y="19374"/>
                  </a:cubicBezTo>
                  <a:cubicBezTo>
                    <a:pt x="1868" y="19391"/>
                    <a:pt x="1840" y="19358"/>
                    <a:pt x="1817" y="19407"/>
                  </a:cubicBezTo>
                  <a:cubicBezTo>
                    <a:pt x="1808" y="19426"/>
                    <a:pt x="1811" y="19449"/>
                    <a:pt x="1811" y="19476"/>
                  </a:cubicBezTo>
                  <a:cubicBezTo>
                    <a:pt x="1811" y="19574"/>
                    <a:pt x="1813" y="19631"/>
                    <a:pt x="1825" y="19726"/>
                  </a:cubicBezTo>
                  <a:cubicBezTo>
                    <a:pt x="1830" y="19770"/>
                    <a:pt x="1847" y="19784"/>
                    <a:pt x="1859" y="19822"/>
                  </a:cubicBezTo>
                  <a:cubicBezTo>
                    <a:pt x="1879" y="19885"/>
                    <a:pt x="1879" y="19935"/>
                    <a:pt x="1879" y="20011"/>
                  </a:cubicBezTo>
                  <a:cubicBezTo>
                    <a:pt x="1879" y="20085"/>
                    <a:pt x="1845" y="20113"/>
                    <a:pt x="1845" y="20188"/>
                  </a:cubicBezTo>
                  <a:cubicBezTo>
                    <a:pt x="1845" y="20215"/>
                    <a:pt x="1846" y="20231"/>
                    <a:pt x="1847" y="20258"/>
                  </a:cubicBezTo>
                  <a:cubicBezTo>
                    <a:pt x="1849" y="20263"/>
                    <a:pt x="1852" y="20268"/>
                    <a:pt x="1853" y="20275"/>
                  </a:cubicBezTo>
                  <a:cubicBezTo>
                    <a:pt x="1883" y="20191"/>
                    <a:pt x="1885" y="20101"/>
                    <a:pt x="1932" y="20061"/>
                  </a:cubicBezTo>
                  <a:cubicBezTo>
                    <a:pt x="1932" y="20109"/>
                    <a:pt x="1946" y="20134"/>
                    <a:pt x="1946" y="20182"/>
                  </a:cubicBezTo>
                  <a:cubicBezTo>
                    <a:pt x="1946" y="20218"/>
                    <a:pt x="1929" y="20226"/>
                    <a:pt x="1915" y="20249"/>
                  </a:cubicBezTo>
                  <a:cubicBezTo>
                    <a:pt x="1886" y="20302"/>
                    <a:pt x="1868" y="20346"/>
                    <a:pt x="1865" y="20425"/>
                  </a:cubicBezTo>
                  <a:cubicBezTo>
                    <a:pt x="1864" y="20477"/>
                    <a:pt x="1868" y="20523"/>
                    <a:pt x="1847" y="20551"/>
                  </a:cubicBezTo>
                  <a:cubicBezTo>
                    <a:pt x="1829" y="20577"/>
                    <a:pt x="1813" y="20598"/>
                    <a:pt x="1813" y="20643"/>
                  </a:cubicBezTo>
                  <a:cubicBezTo>
                    <a:pt x="1813" y="20686"/>
                    <a:pt x="1832" y="20700"/>
                    <a:pt x="1839" y="20740"/>
                  </a:cubicBezTo>
                  <a:cubicBezTo>
                    <a:pt x="1848" y="20791"/>
                    <a:pt x="1843" y="20831"/>
                    <a:pt x="1843" y="20886"/>
                  </a:cubicBezTo>
                  <a:cubicBezTo>
                    <a:pt x="1861" y="21038"/>
                    <a:pt x="1874" y="21121"/>
                    <a:pt x="1895" y="21272"/>
                  </a:cubicBezTo>
                  <a:cubicBezTo>
                    <a:pt x="1905" y="21343"/>
                    <a:pt x="1910" y="21392"/>
                    <a:pt x="1917" y="21450"/>
                  </a:cubicBezTo>
                  <a:lnTo>
                    <a:pt x="1917" y="21450"/>
                  </a:lnTo>
                  <a:cubicBezTo>
                    <a:pt x="1872" y="21479"/>
                    <a:pt x="1848" y="21482"/>
                    <a:pt x="1807" y="21524"/>
                  </a:cubicBezTo>
                  <a:cubicBezTo>
                    <a:pt x="1786" y="21545"/>
                    <a:pt x="1775" y="21582"/>
                    <a:pt x="1750" y="21582"/>
                  </a:cubicBezTo>
                  <a:cubicBezTo>
                    <a:pt x="1700" y="21582"/>
                    <a:pt x="1679" y="21509"/>
                    <a:pt x="1642" y="21440"/>
                  </a:cubicBezTo>
                  <a:cubicBezTo>
                    <a:pt x="1581" y="21329"/>
                    <a:pt x="1539" y="21302"/>
                    <a:pt x="1481" y="21180"/>
                  </a:cubicBezTo>
                  <a:lnTo>
                    <a:pt x="1481" y="21180"/>
                  </a:lnTo>
                  <a:cubicBezTo>
                    <a:pt x="1430" y="21103"/>
                    <a:pt x="1376" y="21061"/>
                    <a:pt x="1376" y="20928"/>
                  </a:cubicBezTo>
                  <a:cubicBezTo>
                    <a:pt x="1376" y="20855"/>
                    <a:pt x="1396" y="20817"/>
                    <a:pt x="1396" y="20744"/>
                  </a:cubicBezTo>
                  <a:cubicBezTo>
                    <a:pt x="1396" y="20597"/>
                    <a:pt x="1328" y="20501"/>
                    <a:pt x="1258" y="20501"/>
                  </a:cubicBezTo>
                  <a:cubicBezTo>
                    <a:pt x="1205" y="20501"/>
                    <a:pt x="1177" y="20551"/>
                    <a:pt x="1125" y="20551"/>
                  </a:cubicBezTo>
                  <a:cubicBezTo>
                    <a:pt x="1064" y="20551"/>
                    <a:pt x="1045" y="20436"/>
                    <a:pt x="1006" y="20341"/>
                  </a:cubicBezTo>
                  <a:cubicBezTo>
                    <a:pt x="976" y="20268"/>
                    <a:pt x="951" y="20245"/>
                    <a:pt x="912" y="20191"/>
                  </a:cubicBezTo>
                  <a:lnTo>
                    <a:pt x="912" y="19801"/>
                  </a:lnTo>
                  <a:lnTo>
                    <a:pt x="689" y="19801"/>
                  </a:lnTo>
                  <a:cubicBezTo>
                    <a:pt x="655" y="19801"/>
                    <a:pt x="658" y="19707"/>
                    <a:pt x="636" y="19655"/>
                  </a:cubicBezTo>
                  <a:cubicBezTo>
                    <a:pt x="623" y="19623"/>
                    <a:pt x="603" y="19623"/>
                    <a:pt x="587" y="19596"/>
                  </a:cubicBezTo>
                  <a:cubicBezTo>
                    <a:pt x="564" y="19552"/>
                    <a:pt x="545" y="19533"/>
                    <a:pt x="523" y="19487"/>
                  </a:cubicBezTo>
                  <a:cubicBezTo>
                    <a:pt x="499" y="19436"/>
                    <a:pt x="489" y="19377"/>
                    <a:pt x="455" y="19369"/>
                  </a:cubicBezTo>
                  <a:cubicBezTo>
                    <a:pt x="430" y="19363"/>
                    <a:pt x="419" y="19384"/>
                    <a:pt x="394" y="19380"/>
                  </a:cubicBezTo>
                  <a:lnTo>
                    <a:pt x="394" y="19380"/>
                  </a:lnTo>
                  <a:cubicBezTo>
                    <a:pt x="390" y="19372"/>
                    <a:pt x="385" y="19365"/>
                    <a:pt x="380" y="19357"/>
                  </a:cubicBezTo>
                  <a:cubicBezTo>
                    <a:pt x="366" y="19338"/>
                    <a:pt x="352" y="19310"/>
                    <a:pt x="352" y="19274"/>
                  </a:cubicBezTo>
                  <a:lnTo>
                    <a:pt x="352" y="19188"/>
                  </a:lnTo>
                  <a:cubicBezTo>
                    <a:pt x="352" y="19112"/>
                    <a:pt x="337" y="19072"/>
                    <a:pt x="324" y="19001"/>
                  </a:cubicBezTo>
                  <a:cubicBezTo>
                    <a:pt x="305" y="18896"/>
                    <a:pt x="299" y="18829"/>
                    <a:pt x="268" y="18737"/>
                  </a:cubicBezTo>
                  <a:cubicBezTo>
                    <a:pt x="253" y="18692"/>
                    <a:pt x="231" y="18690"/>
                    <a:pt x="213" y="18653"/>
                  </a:cubicBezTo>
                  <a:cubicBezTo>
                    <a:pt x="198" y="18620"/>
                    <a:pt x="193" y="18594"/>
                    <a:pt x="183" y="18552"/>
                  </a:cubicBezTo>
                  <a:cubicBezTo>
                    <a:pt x="172" y="18503"/>
                    <a:pt x="174" y="18459"/>
                    <a:pt x="153" y="18426"/>
                  </a:cubicBezTo>
                  <a:cubicBezTo>
                    <a:pt x="136" y="18400"/>
                    <a:pt x="119" y="18417"/>
                    <a:pt x="101" y="18397"/>
                  </a:cubicBezTo>
                  <a:cubicBezTo>
                    <a:pt x="89" y="18384"/>
                    <a:pt x="97" y="18354"/>
                    <a:pt x="97" y="18326"/>
                  </a:cubicBezTo>
                  <a:cubicBezTo>
                    <a:pt x="95" y="18259"/>
                    <a:pt x="90" y="18216"/>
                    <a:pt x="75" y="18158"/>
                  </a:cubicBezTo>
                  <a:cubicBezTo>
                    <a:pt x="64" y="18122"/>
                    <a:pt x="50" y="18111"/>
                    <a:pt x="32" y="18091"/>
                  </a:cubicBezTo>
                  <a:cubicBezTo>
                    <a:pt x="19" y="18076"/>
                    <a:pt x="0" y="18073"/>
                    <a:pt x="0" y="18041"/>
                  </a:cubicBezTo>
                  <a:cubicBezTo>
                    <a:pt x="0" y="18015"/>
                    <a:pt x="12" y="17995"/>
                    <a:pt x="24" y="17995"/>
                  </a:cubicBezTo>
                  <a:cubicBezTo>
                    <a:pt x="34" y="17995"/>
                    <a:pt x="39" y="18002"/>
                    <a:pt x="48" y="18012"/>
                  </a:cubicBezTo>
                  <a:cubicBezTo>
                    <a:pt x="40" y="17989"/>
                    <a:pt x="33" y="17976"/>
                    <a:pt x="30" y="17949"/>
                  </a:cubicBezTo>
                  <a:cubicBezTo>
                    <a:pt x="44" y="17937"/>
                    <a:pt x="53" y="17928"/>
                    <a:pt x="68" y="17928"/>
                  </a:cubicBezTo>
                  <a:cubicBezTo>
                    <a:pt x="98" y="17928"/>
                    <a:pt x="104" y="17991"/>
                    <a:pt x="123" y="18037"/>
                  </a:cubicBezTo>
                  <a:cubicBezTo>
                    <a:pt x="133" y="18063"/>
                    <a:pt x="149" y="18058"/>
                    <a:pt x="166" y="18058"/>
                  </a:cubicBezTo>
                  <a:cubicBezTo>
                    <a:pt x="212" y="18058"/>
                    <a:pt x="239" y="18012"/>
                    <a:pt x="274" y="17949"/>
                  </a:cubicBezTo>
                  <a:cubicBezTo>
                    <a:pt x="304" y="17893"/>
                    <a:pt x="313" y="17811"/>
                    <a:pt x="354" y="17811"/>
                  </a:cubicBezTo>
                  <a:cubicBezTo>
                    <a:pt x="390" y="17811"/>
                    <a:pt x="360" y="17982"/>
                    <a:pt x="396" y="17982"/>
                  </a:cubicBezTo>
                  <a:cubicBezTo>
                    <a:pt x="412" y="17982"/>
                    <a:pt x="427" y="17957"/>
                    <a:pt x="427" y="17923"/>
                  </a:cubicBezTo>
                  <a:cubicBezTo>
                    <a:pt x="427" y="17884"/>
                    <a:pt x="419" y="17862"/>
                    <a:pt x="419" y="17822"/>
                  </a:cubicBezTo>
                  <a:lnTo>
                    <a:pt x="419" y="17747"/>
                  </a:lnTo>
                  <a:cubicBezTo>
                    <a:pt x="437" y="17770"/>
                    <a:pt x="440" y="17823"/>
                    <a:pt x="461" y="17823"/>
                  </a:cubicBezTo>
                  <a:lnTo>
                    <a:pt x="471" y="17823"/>
                  </a:lnTo>
                  <a:lnTo>
                    <a:pt x="471" y="17780"/>
                  </a:lnTo>
                  <a:cubicBezTo>
                    <a:pt x="471" y="17712"/>
                    <a:pt x="478" y="17650"/>
                    <a:pt x="453" y="17609"/>
                  </a:cubicBezTo>
                  <a:cubicBezTo>
                    <a:pt x="444" y="17595"/>
                    <a:pt x="434" y="17603"/>
                    <a:pt x="422" y="17601"/>
                  </a:cubicBezTo>
                  <a:cubicBezTo>
                    <a:pt x="422" y="17559"/>
                    <a:pt x="416" y="17535"/>
                    <a:pt x="416" y="17493"/>
                  </a:cubicBezTo>
                  <a:lnTo>
                    <a:pt x="416" y="17408"/>
                  </a:lnTo>
                  <a:lnTo>
                    <a:pt x="433" y="17408"/>
                  </a:lnTo>
                  <a:lnTo>
                    <a:pt x="459" y="17454"/>
                  </a:lnTo>
                  <a:lnTo>
                    <a:pt x="499" y="17454"/>
                  </a:lnTo>
                  <a:cubicBezTo>
                    <a:pt x="523" y="17454"/>
                    <a:pt x="536" y="17483"/>
                    <a:pt x="555" y="17513"/>
                  </a:cubicBezTo>
                  <a:lnTo>
                    <a:pt x="563" y="17509"/>
                  </a:lnTo>
                  <a:cubicBezTo>
                    <a:pt x="566" y="17485"/>
                    <a:pt x="573" y="17462"/>
                    <a:pt x="584" y="17462"/>
                  </a:cubicBezTo>
                  <a:cubicBezTo>
                    <a:pt x="599" y="17462"/>
                    <a:pt x="606" y="17487"/>
                    <a:pt x="612" y="17513"/>
                  </a:cubicBezTo>
                  <a:cubicBezTo>
                    <a:pt x="639" y="17490"/>
                    <a:pt x="652" y="17446"/>
                    <a:pt x="683" y="17446"/>
                  </a:cubicBezTo>
                  <a:lnTo>
                    <a:pt x="728" y="17446"/>
                  </a:lnTo>
                  <a:cubicBezTo>
                    <a:pt x="745" y="17446"/>
                    <a:pt x="765" y="17431"/>
                    <a:pt x="765" y="17396"/>
                  </a:cubicBezTo>
                  <a:cubicBezTo>
                    <a:pt x="765" y="17354"/>
                    <a:pt x="765" y="17312"/>
                    <a:pt x="746" y="17295"/>
                  </a:cubicBezTo>
                  <a:cubicBezTo>
                    <a:pt x="713" y="17263"/>
                    <a:pt x="686" y="17270"/>
                    <a:pt x="653" y="17269"/>
                  </a:cubicBezTo>
                  <a:lnTo>
                    <a:pt x="653" y="17269"/>
                  </a:lnTo>
                  <a:cubicBezTo>
                    <a:pt x="676" y="17214"/>
                    <a:pt x="698" y="17173"/>
                    <a:pt x="728" y="17140"/>
                  </a:cubicBezTo>
                  <a:cubicBezTo>
                    <a:pt x="775" y="17088"/>
                    <a:pt x="796" y="17006"/>
                    <a:pt x="849" y="17006"/>
                  </a:cubicBezTo>
                  <a:cubicBezTo>
                    <a:pt x="884" y="17006"/>
                    <a:pt x="902" y="17039"/>
                    <a:pt x="938" y="17039"/>
                  </a:cubicBezTo>
                  <a:cubicBezTo>
                    <a:pt x="977" y="17039"/>
                    <a:pt x="988" y="16964"/>
                    <a:pt x="1010" y="16896"/>
                  </a:cubicBezTo>
                  <a:cubicBezTo>
                    <a:pt x="1032" y="16830"/>
                    <a:pt x="1067" y="16830"/>
                    <a:pt x="1082" y="16754"/>
                  </a:cubicBezTo>
                  <a:cubicBezTo>
                    <a:pt x="1101" y="16660"/>
                    <a:pt x="1096" y="16591"/>
                    <a:pt x="1119" y="16503"/>
                  </a:cubicBezTo>
                  <a:cubicBezTo>
                    <a:pt x="1135" y="16440"/>
                    <a:pt x="1175" y="16425"/>
                    <a:pt x="1175" y="16352"/>
                  </a:cubicBezTo>
                  <a:cubicBezTo>
                    <a:pt x="1175" y="16312"/>
                    <a:pt x="1159" y="16293"/>
                    <a:pt x="1159" y="16253"/>
                  </a:cubicBezTo>
                  <a:cubicBezTo>
                    <a:pt x="1159" y="16239"/>
                    <a:pt x="1163" y="16232"/>
                    <a:pt x="1163" y="16218"/>
                  </a:cubicBezTo>
                  <a:cubicBezTo>
                    <a:pt x="1196" y="16218"/>
                    <a:pt x="1219" y="16205"/>
                    <a:pt x="1243" y="16159"/>
                  </a:cubicBezTo>
                  <a:cubicBezTo>
                    <a:pt x="1255" y="16138"/>
                    <a:pt x="1276" y="16134"/>
                    <a:pt x="1276" y="16100"/>
                  </a:cubicBezTo>
                  <a:cubicBezTo>
                    <a:pt x="1276" y="16040"/>
                    <a:pt x="1235" y="16050"/>
                    <a:pt x="1211" y="16016"/>
                  </a:cubicBezTo>
                  <a:cubicBezTo>
                    <a:pt x="1181" y="15974"/>
                    <a:pt x="1176" y="15914"/>
                    <a:pt x="1147" y="15874"/>
                  </a:cubicBezTo>
                  <a:cubicBezTo>
                    <a:pt x="1104" y="15816"/>
                    <a:pt x="1075" y="15801"/>
                    <a:pt x="1030" y="15748"/>
                  </a:cubicBezTo>
                  <a:cubicBezTo>
                    <a:pt x="984" y="15694"/>
                    <a:pt x="986" y="15600"/>
                    <a:pt x="958" y="15505"/>
                  </a:cubicBezTo>
                  <a:cubicBezTo>
                    <a:pt x="919" y="15378"/>
                    <a:pt x="877" y="15306"/>
                    <a:pt x="877" y="15155"/>
                  </a:cubicBezTo>
                  <a:lnTo>
                    <a:pt x="877" y="14942"/>
                  </a:lnTo>
                  <a:cubicBezTo>
                    <a:pt x="877" y="14852"/>
                    <a:pt x="848" y="14814"/>
                    <a:pt x="829" y="14734"/>
                  </a:cubicBezTo>
                  <a:cubicBezTo>
                    <a:pt x="812" y="14663"/>
                    <a:pt x="813" y="14600"/>
                    <a:pt x="785" y="14541"/>
                  </a:cubicBezTo>
                  <a:cubicBezTo>
                    <a:pt x="809" y="14474"/>
                    <a:pt x="845" y="14443"/>
                    <a:pt x="845" y="14357"/>
                  </a:cubicBezTo>
                  <a:cubicBezTo>
                    <a:pt x="845" y="14282"/>
                    <a:pt x="801" y="14261"/>
                    <a:pt x="801" y="14185"/>
                  </a:cubicBezTo>
                  <a:cubicBezTo>
                    <a:pt x="801" y="14158"/>
                    <a:pt x="809" y="14141"/>
                    <a:pt x="809" y="14114"/>
                  </a:cubicBezTo>
                  <a:cubicBezTo>
                    <a:pt x="809" y="13988"/>
                    <a:pt x="769" y="13871"/>
                    <a:pt x="708" y="13871"/>
                  </a:cubicBezTo>
                  <a:cubicBezTo>
                    <a:pt x="609" y="13871"/>
                    <a:pt x="552" y="13930"/>
                    <a:pt x="453" y="13930"/>
                  </a:cubicBezTo>
                  <a:cubicBezTo>
                    <a:pt x="440" y="13930"/>
                    <a:pt x="431" y="13919"/>
                    <a:pt x="419" y="13913"/>
                  </a:cubicBezTo>
                  <a:lnTo>
                    <a:pt x="419" y="13913"/>
                  </a:lnTo>
                  <a:cubicBezTo>
                    <a:pt x="436" y="13806"/>
                    <a:pt x="451" y="13745"/>
                    <a:pt x="463" y="13636"/>
                  </a:cubicBezTo>
                  <a:cubicBezTo>
                    <a:pt x="470" y="13567"/>
                    <a:pt x="473" y="13477"/>
                    <a:pt x="507" y="13477"/>
                  </a:cubicBezTo>
                  <a:cubicBezTo>
                    <a:pt x="528" y="13477"/>
                    <a:pt x="541" y="13485"/>
                    <a:pt x="562" y="13485"/>
                  </a:cubicBezTo>
                  <a:cubicBezTo>
                    <a:pt x="596" y="13485"/>
                    <a:pt x="619" y="13429"/>
                    <a:pt x="624" y="13360"/>
                  </a:cubicBezTo>
                  <a:lnTo>
                    <a:pt x="604" y="13146"/>
                  </a:lnTo>
                  <a:cubicBezTo>
                    <a:pt x="607" y="13085"/>
                    <a:pt x="604" y="13047"/>
                    <a:pt x="612" y="12991"/>
                  </a:cubicBezTo>
                  <a:cubicBezTo>
                    <a:pt x="622" y="12922"/>
                    <a:pt x="649" y="12892"/>
                    <a:pt x="649" y="12819"/>
                  </a:cubicBezTo>
                  <a:lnTo>
                    <a:pt x="649" y="12498"/>
                  </a:lnTo>
                  <a:cubicBezTo>
                    <a:pt x="649" y="12389"/>
                    <a:pt x="647" y="12329"/>
                    <a:pt x="646" y="12220"/>
                  </a:cubicBezTo>
                  <a:cubicBezTo>
                    <a:pt x="607" y="12205"/>
                    <a:pt x="602" y="12123"/>
                    <a:pt x="567" y="12086"/>
                  </a:cubicBezTo>
                  <a:cubicBezTo>
                    <a:pt x="480" y="11989"/>
                    <a:pt x="435" y="11918"/>
                    <a:pt x="358" y="11792"/>
                  </a:cubicBezTo>
                  <a:lnTo>
                    <a:pt x="358" y="11792"/>
                  </a:lnTo>
                  <a:cubicBezTo>
                    <a:pt x="379" y="11786"/>
                    <a:pt x="399" y="11763"/>
                    <a:pt x="419" y="11750"/>
                  </a:cubicBezTo>
                  <a:cubicBezTo>
                    <a:pt x="452" y="11727"/>
                    <a:pt x="482" y="11740"/>
                    <a:pt x="503" y="11683"/>
                  </a:cubicBezTo>
                  <a:cubicBezTo>
                    <a:pt x="517" y="11644"/>
                    <a:pt x="497" y="11591"/>
                    <a:pt x="511" y="11549"/>
                  </a:cubicBezTo>
                  <a:cubicBezTo>
                    <a:pt x="527" y="11501"/>
                    <a:pt x="552" y="11505"/>
                    <a:pt x="576" y="11474"/>
                  </a:cubicBezTo>
                  <a:cubicBezTo>
                    <a:pt x="617" y="11415"/>
                    <a:pt x="606" y="11323"/>
                    <a:pt x="628" y="11231"/>
                  </a:cubicBezTo>
                  <a:cubicBezTo>
                    <a:pt x="645" y="11157"/>
                    <a:pt x="659" y="11109"/>
                    <a:pt x="665" y="11025"/>
                  </a:cubicBezTo>
                  <a:lnTo>
                    <a:pt x="665" y="11025"/>
                  </a:lnTo>
                  <a:cubicBezTo>
                    <a:pt x="697" y="10924"/>
                    <a:pt x="734" y="10906"/>
                    <a:pt x="773" y="10811"/>
                  </a:cubicBezTo>
                  <a:cubicBezTo>
                    <a:pt x="825" y="10684"/>
                    <a:pt x="818" y="10566"/>
                    <a:pt x="841" y="10409"/>
                  </a:cubicBezTo>
                  <a:cubicBezTo>
                    <a:pt x="856" y="10304"/>
                    <a:pt x="898" y="10283"/>
                    <a:pt x="938" y="10208"/>
                  </a:cubicBezTo>
                  <a:cubicBezTo>
                    <a:pt x="980" y="10126"/>
                    <a:pt x="1009" y="10097"/>
                    <a:pt x="1055" y="10026"/>
                  </a:cubicBezTo>
                  <a:lnTo>
                    <a:pt x="1055" y="10026"/>
                  </a:lnTo>
                  <a:cubicBezTo>
                    <a:pt x="1064" y="10035"/>
                    <a:pt x="1074" y="10040"/>
                    <a:pt x="1085" y="10040"/>
                  </a:cubicBezTo>
                  <a:cubicBezTo>
                    <a:pt x="1105" y="10040"/>
                    <a:pt x="1119" y="10026"/>
                    <a:pt x="1131" y="9994"/>
                  </a:cubicBezTo>
                  <a:cubicBezTo>
                    <a:pt x="1145" y="9957"/>
                    <a:pt x="1133" y="9902"/>
                    <a:pt x="1153" y="9877"/>
                  </a:cubicBezTo>
                  <a:cubicBezTo>
                    <a:pt x="1172" y="9854"/>
                    <a:pt x="1187" y="9875"/>
                    <a:pt x="1209" y="9873"/>
                  </a:cubicBezTo>
                  <a:cubicBezTo>
                    <a:pt x="1225" y="9872"/>
                    <a:pt x="1232" y="9843"/>
                    <a:pt x="1247" y="9843"/>
                  </a:cubicBezTo>
                  <a:cubicBezTo>
                    <a:pt x="1272" y="9843"/>
                    <a:pt x="1277" y="9902"/>
                    <a:pt x="1300" y="9915"/>
                  </a:cubicBezTo>
                  <a:cubicBezTo>
                    <a:pt x="1314" y="9923"/>
                    <a:pt x="1323" y="9915"/>
                    <a:pt x="1338" y="9915"/>
                  </a:cubicBezTo>
                  <a:lnTo>
                    <a:pt x="1388" y="9915"/>
                  </a:lnTo>
                  <a:cubicBezTo>
                    <a:pt x="1406" y="9915"/>
                    <a:pt x="1413" y="9947"/>
                    <a:pt x="1427" y="9973"/>
                  </a:cubicBezTo>
                  <a:cubicBezTo>
                    <a:pt x="1450" y="10017"/>
                    <a:pt x="1462" y="10053"/>
                    <a:pt x="1491" y="10082"/>
                  </a:cubicBezTo>
                  <a:cubicBezTo>
                    <a:pt x="1483" y="10051"/>
                    <a:pt x="1475" y="10035"/>
                    <a:pt x="1465" y="10007"/>
                  </a:cubicBezTo>
                  <a:cubicBezTo>
                    <a:pt x="1447" y="9958"/>
                    <a:pt x="1454" y="9896"/>
                    <a:pt x="1433" y="9852"/>
                  </a:cubicBezTo>
                  <a:cubicBezTo>
                    <a:pt x="1430" y="9822"/>
                    <a:pt x="1427" y="9801"/>
                    <a:pt x="1418" y="9780"/>
                  </a:cubicBezTo>
                  <a:cubicBezTo>
                    <a:pt x="1409" y="9758"/>
                    <a:pt x="1386" y="9769"/>
                    <a:pt x="1386" y="9738"/>
                  </a:cubicBezTo>
                  <a:cubicBezTo>
                    <a:pt x="1386" y="9683"/>
                    <a:pt x="1409" y="9660"/>
                    <a:pt x="1433" y="9634"/>
                  </a:cubicBezTo>
                  <a:cubicBezTo>
                    <a:pt x="1448" y="9617"/>
                    <a:pt x="1469" y="9612"/>
                    <a:pt x="1469" y="9575"/>
                  </a:cubicBezTo>
                  <a:cubicBezTo>
                    <a:pt x="1469" y="9568"/>
                    <a:pt x="1467" y="9563"/>
                    <a:pt x="1466" y="9559"/>
                  </a:cubicBezTo>
                  <a:lnTo>
                    <a:pt x="1466" y="9559"/>
                  </a:lnTo>
                  <a:cubicBezTo>
                    <a:pt x="1466" y="9559"/>
                    <a:pt x="1466" y="9559"/>
                    <a:pt x="1466" y="9559"/>
                  </a:cubicBezTo>
                  <a:close/>
                  <a:moveTo>
                    <a:pt x="19558" y="12216"/>
                  </a:moveTo>
                  <a:cubicBezTo>
                    <a:pt x="19589" y="12226"/>
                    <a:pt x="19601" y="12268"/>
                    <a:pt x="19620" y="12316"/>
                  </a:cubicBezTo>
                  <a:cubicBezTo>
                    <a:pt x="19643" y="12372"/>
                    <a:pt x="19667" y="12386"/>
                    <a:pt x="19701" y="12404"/>
                  </a:cubicBezTo>
                  <a:lnTo>
                    <a:pt x="19595" y="12404"/>
                  </a:lnTo>
                  <a:cubicBezTo>
                    <a:pt x="19569" y="12404"/>
                    <a:pt x="19563" y="12463"/>
                    <a:pt x="19540" y="12484"/>
                  </a:cubicBezTo>
                  <a:cubicBezTo>
                    <a:pt x="19518" y="12504"/>
                    <a:pt x="19493" y="12518"/>
                    <a:pt x="19493" y="12569"/>
                  </a:cubicBezTo>
                  <a:lnTo>
                    <a:pt x="19493" y="12675"/>
                  </a:lnTo>
                  <a:cubicBezTo>
                    <a:pt x="19493" y="12817"/>
                    <a:pt x="19536" y="12879"/>
                    <a:pt x="19554" y="13016"/>
                  </a:cubicBezTo>
                  <a:cubicBezTo>
                    <a:pt x="19563" y="13089"/>
                    <a:pt x="19580" y="13122"/>
                    <a:pt x="19600" y="13188"/>
                  </a:cubicBezTo>
                  <a:cubicBezTo>
                    <a:pt x="19620" y="13254"/>
                    <a:pt x="19625" y="13302"/>
                    <a:pt x="19654" y="13347"/>
                  </a:cubicBezTo>
                  <a:cubicBezTo>
                    <a:pt x="19672" y="13374"/>
                    <a:pt x="19684" y="13386"/>
                    <a:pt x="19703" y="13410"/>
                  </a:cubicBezTo>
                  <a:cubicBezTo>
                    <a:pt x="19744" y="13463"/>
                    <a:pt x="19758" y="13531"/>
                    <a:pt x="19803" y="13569"/>
                  </a:cubicBezTo>
                  <a:cubicBezTo>
                    <a:pt x="19845" y="13603"/>
                    <a:pt x="19871" y="13609"/>
                    <a:pt x="19910" y="13657"/>
                  </a:cubicBezTo>
                  <a:cubicBezTo>
                    <a:pt x="19932" y="13684"/>
                    <a:pt x="19943" y="13724"/>
                    <a:pt x="19968" y="13724"/>
                  </a:cubicBezTo>
                  <a:cubicBezTo>
                    <a:pt x="19997" y="13724"/>
                    <a:pt x="20013" y="13690"/>
                    <a:pt x="20029" y="13640"/>
                  </a:cubicBezTo>
                  <a:cubicBezTo>
                    <a:pt x="20063" y="13676"/>
                    <a:pt x="20066" y="13741"/>
                    <a:pt x="20089" y="13804"/>
                  </a:cubicBezTo>
                  <a:cubicBezTo>
                    <a:pt x="20111" y="13865"/>
                    <a:pt x="20131" y="13903"/>
                    <a:pt x="20131" y="13980"/>
                  </a:cubicBezTo>
                  <a:cubicBezTo>
                    <a:pt x="20131" y="13990"/>
                    <a:pt x="20127" y="13997"/>
                    <a:pt x="20125" y="14005"/>
                  </a:cubicBezTo>
                  <a:cubicBezTo>
                    <a:pt x="20092" y="13942"/>
                    <a:pt x="20073" y="13903"/>
                    <a:pt x="20039" y="13842"/>
                  </a:cubicBezTo>
                  <a:cubicBezTo>
                    <a:pt x="20027" y="13821"/>
                    <a:pt x="20024" y="13787"/>
                    <a:pt x="20008" y="13787"/>
                  </a:cubicBezTo>
                  <a:cubicBezTo>
                    <a:pt x="19992" y="13787"/>
                    <a:pt x="19991" y="13830"/>
                    <a:pt x="19976" y="13842"/>
                  </a:cubicBezTo>
                  <a:cubicBezTo>
                    <a:pt x="19948" y="13864"/>
                    <a:pt x="19930" y="13871"/>
                    <a:pt x="19900" y="13871"/>
                  </a:cubicBezTo>
                  <a:lnTo>
                    <a:pt x="19900" y="13941"/>
                  </a:lnTo>
                  <a:cubicBezTo>
                    <a:pt x="19900" y="13997"/>
                    <a:pt x="19914" y="14025"/>
                    <a:pt x="19924" y="14076"/>
                  </a:cubicBezTo>
                  <a:cubicBezTo>
                    <a:pt x="19933" y="14125"/>
                    <a:pt x="19931" y="14159"/>
                    <a:pt x="19942" y="14206"/>
                  </a:cubicBezTo>
                  <a:cubicBezTo>
                    <a:pt x="19949" y="14234"/>
                    <a:pt x="19962" y="14246"/>
                    <a:pt x="19962" y="14277"/>
                  </a:cubicBezTo>
                  <a:cubicBezTo>
                    <a:pt x="19962" y="14285"/>
                    <a:pt x="19959" y="14288"/>
                    <a:pt x="19958" y="14294"/>
                  </a:cubicBezTo>
                  <a:cubicBezTo>
                    <a:pt x="19910" y="14269"/>
                    <a:pt x="19893" y="14204"/>
                    <a:pt x="19850" y="14152"/>
                  </a:cubicBezTo>
                  <a:cubicBezTo>
                    <a:pt x="19829" y="14126"/>
                    <a:pt x="19808" y="14122"/>
                    <a:pt x="19797" y="14076"/>
                  </a:cubicBezTo>
                  <a:cubicBezTo>
                    <a:pt x="19782" y="14012"/>
                    <a:pt x="19787" y="13965"/>
                    <a:pt x="19771" y="13904"/>
                  </a:cubicBezTo>
                  <a:cubicBezTo>
                    <a:pt x="19760" y="13859"/>
                    <a:pt x="19739" y="13844"/>
                    <a:pt x="19737" y="13791"/>
                  </a:cubicBezTo>
                  <a:cubicBezTo>
                    <a:pt x="19709" y="13694"/>
                    <a:pt x="19670" y="13688"/>
                    <a:pt x="19636" y="13599"/>
                  </a:cubicBezTo>
                  <a:cubicBezTo>
                    <a:pt x="19615" y="13541"/>
                    <a:pt x="19624" y="13484"/>
                    <a:pt x="19608" y="13418"/>
                  </a:cubicBezTo>
                  <a:cubicBezTo>
                    <a:pt x="19600" y="13382"/>
                    <a:pt x="19587" y="13367"/>
                    <a:pt x="19572" y="13343"/>
                  </a:cubicBezTo>
                  <a:cubicBezTo>
                    <a:pt x="19537" y="13287"/>
                    <a:pt x="19518" y="13254"/>
                    <a:pt x="19482" y="13200"/>
                  </a:cubicBezTo>
                  <a:cubicBezTo>
                    <a:pt x="19457" y="13165"/>
                    <a:pt x="19431" y="13182"/>
                    <a:pt x="19411" y="13138"/>
                  </a:cubicBezTo>
                  <a:cubicBezTo>
                    <a:pt x="19352" y="13005"/>
                    <a:pt x="19333" y="12907"/>
                    <a:pt x="19284" y="12756"/>
                  </a:cubicBezTo>
                  <a:cubicBezTo>
                    <a:pt x="19269" y="12707"/>
                    <a:pt x="19254" y="12689"/>
                    <a:pt x="19234" y="12647"/>
                  </a:cubicBezTo>
                  <a:cubicBezTo>
                    <a:pt x="19208" y="12594"/>
                    <a:pt x="19199" y="12558"/>
                    <a:pt x="19174" y="12504"/>
                  </a:cubicBezTo>
                  <a:cubicBezTo>
                    <a:pt x="19158" y="12471"/>
                    <a:pt x="19143" y="12464"/>
                    <a:pt x="19123" y="12442"/>
                  </a:cubicBezTo>
                  <a:cubicBezTo>
                    <a:pt x="19099" y="12414"/>
                    <a:pt x="19089" y="12384"/>
                    <a:pt x="19065" y="12354"/>
                  </a:cubicBezTo>
                  <a:cubicBezTo>
                    <a:pt x="19026" y="12303"/>
                    <a:pt x="19018" y="12241"/>
                    <a:pt x="18993" y="12161"/>
                  </a:cubicBezTo>
                  <a:cubicBezTo>
                    <a:pt x="18971" y="12095"/>
                    <a:pt x="18941" y="12090"/>
                    <a:pt x="18906" y="12060"/>
                  </a:cubicBezTo>
                  <a:cubicBezTo>
                    <a:pt x="18825" y="11991"/>
                    <a:pt x="18775" y="11987"/>
                    <a:pt x="18691" y="11935"/>
                  </a:cubicBezTo>
                  <a:cubicBezTo>
                    <a:pt x="18637" y="11901"/>
                    <a:pt x="18609" y="11843"/>
                    <a:pt x="18582" y="11742"/>
                  </a:cubicBezTo>
                  <a:cubicBezTo>
                    <a:pt x="18566" y="11679"/>
                    <a:pt x="18547" y="11651"/>
                    <a:pt x="18536" y="11582"/>
                  </a:cubicBezTo>
                  <a:cubicBezTo>
                    <a:pt x="18528" y="11533"/>
                    <a:pt x="18510" y="11521"/>
                    <a:pt x="18490" y="11490"/>
                  </a:cubicBezTo>
                  <a:cubicBezTo>
                    <a:pt x="18452" y="11433"/>
                    <a:pt x="18444" y="11371"/>
                    <a:pt x="18413" y="11298"/>
                  </a:cubicBezTo>
                  <a:cubicBezTo>
                    <a:pt x="18398" y="11261"/>
                    <a:pt x="18375" y="11249"/>
                    <a:pt x="18375" y="11201"/>
                  </a:cubicBezTo>
                  <a:cubicBezTo>
                    <a:pt x="18375" y="11181"/>
                    <a:pt x="18381" y="11172"/>
                    <a:pt x="18381" y="11152"/>
                  </a:cubicBezTo>
                  <a:cubicBezTo>
                    <a:pt x="18381" y="11138"/>
                    <a:pt x="18379" y="11131"/>
                    <a:pt x="18379" y="11117"/>
                  </a:cubicBezTo>
                  <a:lnTo>
                    <a:pt x="18396" y="11117"/>
                  </a:lnTo>
                  <a:cubicBezTo>
                    <a:pt x="18408" y="11117"/>
                    <a:pt x="18413" y="11138"/>
                    <a:pt x="18424" y="11138"/>
                  </a:cubicBezTo>
                  <a:cubicBezTo>
                    <a:pt x="18427" y="11138"/>
                    <a:pt x="18430" y="11134"/>
                    <a:pt x="18433" y="11134"/>
                  </a:cubicBezTo>
                  <a:lnTo>
                    <a:pt x="18433" y="11050"/>
                  </a:lnTo>
                  <a:cubicBezTo>
                    <a:pt x="18420" y="11023"/>
                    <a:pt x="18406" y="11023"/>
                    <a:pt x="18389" y="11008"/>
                  </a:cubicBezTo>
                  <a:cubicBezTo>
                    <a:pt x="18391" y="10999"/>
                    <a:pt x="18393" y="10994"/>
                    <a:pt x="18393" y="10983"/>
                  </a:cubicBezTo>
                  <a:cubicBezTo>
                    <a:pt x="18393" y="10940"/>
                    <a:pt x="18394" y="10907"/>
                    <a:pt x="18381" y="10874"/>
                  </a:cubicBezTo>
                  <a:cubicBezTo>
                    <a:pt x="18375" y="10860"/>
                    <a:pt x="18365" y="10869"/>
                    <a:pt x="18357" y="10862"/>
                  </a:cubicBezTo>
                  <a:cubicBezTo>
                    <a:pt x="18332" y="10841"/>
                    <a:pt x="18317" y="10823"/>
                    <a:pt x="18290" y="10807"/>
                  </a:cubicBezTo>
                  <a:cubicBezTo>
                    <a:pt x="18278" y="10800"/>
                    <a:pt x="18268" y="10810"/>
                    <a:pt x="18258" y="10795"/>
                  </a:cubicBezTo>
                  <a:cubicBezTo>
                    <a:pt x="18280" y="10760"/>
                    <a:pt x="18299" y="10754"/>
                    <a:pt x="18319" y="10711"/>
                  </a:cubicBezTo>
                  <a:cubicBezTo>
                    <a:pt x="18332" y="10680"/>
                    <a:pt x="18330" y="10619"/>
                    <a:pt x="18351" y="10619"/>
                  </a:cubicBezTo>
                  <a:cubicBezTo>
                    <a:pt x="18358" y="10619"/>
                    <a:pt x="18362" y="10630"/>
                    <a:pt x="18369" y="10636"/>
                  </a:cubicBezTo>
                  <a:cubicBezTo>
                    <a:pt x="18385" y="10647"/>
                    <a:pt x="18390" y="10675"/>
                    <a:pt x="18403" y="10698"/>
                  </a:cubicBezTo>
                  <a:cubicBezTo>
                    <a:pt x="18414" y="10716"/>
                    <a:pt x="18424" y="10719"/>
                    <a:pt x="18435" y="10736"/>
                  </a:cubicBezTo>
                  <a:cubicBezTo>
                    <a:pt x="18451" y="10759"/>
                    <a:pt x="18441" y="10810"/>
                    <a:pt x="18457" y="10828"/>
                  </a:cubicBezTo>
                  <a:cubicBezTo>
                    <a:pt x="18480" y="10853"/>
                    <a:pt x="18499" y="10843"/>
                    <a:pt x="18522" y="10866"/>
                  </a:cubicBezTo>
                  <a:cubicBezTo>
                    <a:pt x="18566" y="10911"/>
                    <a:pt x="18585" y="10959"/>
                    <a:pt x="18622" y="11025"/>
                  </a:cubicBezTo>
                  <a:cubicBezTo>
                    <a:pt x="18645" y="11065"/>
                    <a:pt x="18662" y="11088"/>
                    <a:pt x="18673" y="11147"/>
                  </a:cubicBezTo>
                  <a:cubicBezTo>
                    <a:pt x="18689" y="11241"/>
                    <a:pt x="18711" y="11287"/>
                    <a:pt x="18747" y="11352"/>
                  </a:cubicBezTo>
                  <a:cubicBezTo>
                    <a:pt x="18772" y="11396"/>
                    <a:pt x="18783" y="11429"/>
                    <a:pt x="18807" y="11474"/>
                  </a:cubicBezTo>
                  <a:cubicBezTo>
                    <a:pt x="18835" y="11523"/>
                    <a:pt x="18873" y="11498"/>
                    <a:pt x="18890" y="11566"/>
                  </a:cubicBezTo>
                  <a:cubicBezTo>
                    <a:pt x="18899" y="11603"/>
                    <a:pt x="18905" y="11630"/>
                    <a:pt x="18920" y="11658"/>
                  </a:cubicBezTo>
                  <a:cubicBezTo>
                    <a:pt x="18930" y="11677"/>
                    <a:pt x="18934" y="11704"/>
                    <a:pt x="18948" y="11704"/>
                  </a:cubicBezTo>
                  <a:cubicBezTo>
                    <a:pt x="18961" y="11704"/>
                    <a:pt x="18960" y="11658"/>
                    <a:pt x="18972" y="11658"/>
                  </a:cubicBezTo>
                  <a:cubicBezTo>
                    <a:pt x="18984" y="11658"/>
                    <a:pt x="18988" y="11679"/>
                    <a:pt x="18999" y="11687"/>
                  </a:cubicBezTo>
                  <a:cubicBezTo>
                    <a:pt x="19030" y="11714"/>
                    <a:pt x="19049" y="11726"/>
                    <a:pt x="19079" y="11759"/>
                  </a:cubicBezTo>
                  <a:cubicBezTo>
                    <a:pt x="19151" y="11837"/>
                    <a:pt x="19190" y="11877"/>
                    <a:pt x="19262" y="11956"/>
                  </a:cubicBezTo>
                  <a:cubicBezTo>
                    <a:pt x="19311" y="12009"/>
                    <a:pt x="19340" y="12038"/>
                    <a:pt x="19393" y="12073"/>
                  </a:cubicBezTo>
                  <a:cubicBezTo>
                    <a:pt x="19410" y="12084"/>
                    <a:pt x="19421" y="12079"/>
                    <a:pt x="19437" y="12094"/>
                  </a:cubicBezTo>
                  <a:cubicBezTo>
                    <a:pt x="19482" y="12136"/>
                    <a:pt x="19509" y="12207"/>
                    <a:pt x="19558" y="12216"/>
                  </a:cubicBezTo>
                  <a:cubicBezTo>
                    <a:pt x="19558" y="12216"/>
                    <a:pt x="19558" y="12216"/>
                    <a:pt x="19558" y="12216"/>
                  </a:cubicBezTo>
                  <a:close/>
                  <a:moveTo>
                    <a:pt x="21087" y="13012"/>
                  </a:moveTo>
                  <a:cubicBezTo>
                    <a:pt x="21087" y="12974"/>
                    <a:pt x="21081" y="12928"/>
                    <a:pt x="21063" y="12928"/>
                  </a:cubicBezTo>
                  <a:cubicBezTo>
                    <a:pt x="21035" y="12928"/>
                    <a:pt x="21039" y="13012"/>
                    <a:pt x="21039" y="13071"/>
                  </a:cubicBezTo>
                  <a:cubicBezTo>
                    <a:pt x="21039" y="13117"/>
                    <a:pt x="21043" y="13154"/>
                    <a:pt x="21029" y="13188"/>
                  </a:cubicBezTo>
                  <a:cubicBezTo>
                    <a:pt x="21017" y="13215"/>
                    <a:pt x="20984" y="13183"/>
                    <a:pt x="20984" y="13221"/>
                  </a:cubicBezTo>
                  <a:cubicBezTo>
                    <a:pt x="20984" y="13248"/>
                    <a:pt x="20994" y="13261"/>
                    <a:pt x="20994" y="13288"/>
                  </a:cubicBezTo>
                  <a:cubicBezTo>
                    <a:pt x="20994" y="13353"/>
                    <a:pt x="20966" y="13379"/>
                    <a:pt x="20966" y="13444"/>
                  </a:cubicBezTo>
                  <a:cubicBezTo>
                    <a:pt x="20966" y="13471"/>
                    <a:pt x="20971" y="13485"/>
                    <a:pt x="20976" y="13510"/>
                  </a:cubicBezTo>
                  <a:lnTo>
                    <a:pt x="20968" y="13578"/>
                  </a:lnTo>
                  <a:lnTo>
                    <a:pt x="20968" y="13666"/>
                  </a:lnTo>
                  <a:cubicBezTo>
                    <a:pt x="20968" y="13695"/>
                    <a:pt x="20978" y="13706"/>
                    <a:pt x="20982" y="13733"/>
                  </a:cubicBezTo>
                  <a:cubicBezTo>
                    <a:pt x="20987" y="13767"/>
                    <a:pt x="20987" y="13816"/>
                    <a:pt x="21004" y="13816"/>
                  </a:cubicBezTo>
                  <a:cubicBezTo>
                    <a:pt x="21018" y="13816"/>
                    <a:pt x="21015" y="13778"/>
                    <a:pt x="21017" y="13750"/>
                  </a:cubicBezTo>
                  <a:cubicBezTo>
                    <a:pt x="21019" y="13706"/>
                    <a:pt x="21019" y="13683"/>
                    <a:pt x="21021" y="13640"/>
                  </a:cubicBezTo>
                  <a:cubicBezTo>
                    <a:pt x="21023" y="13579"/>
                    <a:pt x="21029" y="13543"/>
                    <a:pt x="21043" y="13489"/>
                  </a:cubicBezTo>
                  <a:cubicBezTo>
                    <a:pt x="21071" y="13383"/>
                    <a:pt x="21077" y="13304"/>
                    <a:pt x="21077" y="13182"/>
                  </a:cubicBezTo>
                  <a:cubicBezTo>
                    <a:pt x="21077" y="13114"/>
                    <a:pt x="21087" y="13079"/>
                    <a:pt x="21087" y="13012"/>
                  </a:cubicBezTo>
                  <a:cubicBezTo>
                    <a:pt x="21087" y="13012"/>
                    <a:pt x="21087" y="13012"/>
                    <a:pt x="21087" y="13012"/>
                  </a:cubicBezTo>
                  <a:close/>
                  <a:moveTo>
                    <a:pt x="21143" y="12734"/>
                  </a:moveTo>
                  <a:lnTo>
                    <a:pt x="21143" y="12777"/>
                  </a:lnTo>
                  <a:cubicBezTo>
                    <a:pt x="21147" y="12777"/>
                    <a:pt x="21148" y="12786"/>
                    <a:pt x="21151" y="12786"/>
                  </a:cubicBezTo>
                  <a:cubicBezTo>
                    <a:pt x="21165" y="12786"/>
                    <a:pt x="21167" y="12750"/>
                    <a:pt x="21171" y="12723"/>
                  </a:cubicBezTo>
                  <a:cubicBezTo>
                    <a:pt x="21179" y="12679"/>
                    <a:pt x="21179" y="12649"/>
                    <a:pt x="21189" y="12609"/>
                  </a:cubicBezTo>
                  <a:cubicBezTo>
                    <a:pt x="21205" y="12553"/>
                    <a:pt x="21210" y="12511"/>
                    <a:pt x="21210" y="12445"/>
                  </a:cubicBezTo>
                  <a:cubicBezTo>
                    <a:pt x="21210" y="12424"/>
                    <a:pt x="21211" y="12412"/>
                    <a:pt x="21210" y="12392"/>
                  </a:cubicBezTo>
                  <a:cubicBezTo>
                    <a:pt x="21186" y="12411"/>
                    <a:pt x="21194" y="12473"/>
                    <a:pt x="21175" y="12509"/>
                  </a:cubicBezTo>
                  <a:cubicBezTo>
                    <a:pt x="21167" y="12524"/>
                    <a:pt x="21154" y="12517"/>
                    <a:pt x="21149" y="12538"/>
                  </a:cubicBezTo>
                  <a:cubicBezTo>
                    <a:pt x="21140" y="12582"/>
                    <a:pt x="21149" y="12615"/>
                    <a:pt x="21149" y="12664"/>
                  </a:cubicBezTo>
                  <a:cubicBezTo>
                    <a:pt x="21150" y="12692"/>
                    <a:pt x="21143" y="12706"/>
                    <a:pt x="21143" y="12734"/>
                  </a:cubicBezTo>
                  <a:cubicBezTo>
                    <a:pt x="21143" y="12734"/>
                    <a:pt x="21143" y="12734"/>
                    <a:pt x="21143" y="12734"/>
                  </a:cubicBezTo>
                  <a:close/>
                  <a:moveTo>
                    <a:pt x="21240" y="11792"/>
                  </a:moveTo>
                  <a:cubicBezTo>
                    <a:pt x="21240" y="11739"/>
                    <a:pt x="21242" y="11707"/>
                    <a:pt x="21242" y="11654"/>
                  </a:cubicBezTo>
                  <a:cubicBezTo>
                    <a:pt x="21239" y="11642"/>
                    <a:pt x="21236" y="11634"/>
                    <a:pt x="21232" y="11624"/>
                  </a:cubicBezTo>
                  <a:cubicBezTo>
                    <a:pt x="21217" y="11647"/>
                    <a:pt x="21220" y="11680"/>
                    <a:pt x="21216" y="11717"/>
                  </a:cubicBezTo>
                  <a:cubicBezTo>
                    <a:pt x="21214" y="11729"/>
                    <a:pt x="21208" y="11736"/>
                    <a:pt x="21208" y="11749"/>
                  </a:cubicBezTo>
                  <a:lnTo>
                    <a:pt x="21208" y="11852"/>
                  </a:lnTo>
                  <a:cubicBezTo>
                    <a:pt x="21208" y="11876"/>
                    <a:pt x="21210" y="11905"/>
                    <a:pt x="21222" y="11905"/>
                  </a:cubicBezTo>
                  <a:cubicBezTo>
                    <a:pt x="21242" y="11905"/>
                    <a:pt x="21240" y="11835"/>
                    <a:pt x="21240" y="11792"/>
                  </a:cubicBezTo>
                  <a:cubicBezTo>
                    <a:pt x="21240" y="11792"/>
                    <a:pt x="21240" y="11792"/>
                    <a:pt x="21240" y="11792"/>
                  </a:cubicBezTo>
                  <a:close/>
                  <a:moveTo>
                    <a:pt x="21141" y="10287"/>
                  </a:moveTo>
                  <a:cubicBezTo>
                    <a:pt x="21135" y="10228"/>
                    <a:pt x="21135" y="10149"/>
                    <a:pt x="21105" y="10149"/>
                  </a:cubicBezTo>
                  <a:cubicBezTo>
                    <a:pt x="21089" y="10149"/>
                    <a:pt x="21067" y="10146"/>
                    <a:pt x="21067" y="10179"/>
                  </a:cubicBezTo>
                  <a:cubicBezTo>
                    <a:pt x="21067" y="10210"/>
                    <a:pt x="21082" y="10218"/>
                    <a:pt x="21089" y="10246"/>
                  </a:cubicBezTo>
                  <a:cubicBezTo>
                    <a:pt x="21105" y="10306"/>
                    <a:pt x="21112" y="10344"/>
                    <a:pt x="21135" y="10392"/>
                  </a:cubicBezTo>
                  <a:lnTo>
                    <a:pt x="21139" y="10359"/>
                  </a:lnTo>
                  <a:lnTo>
                    <a:pt x="21141" y="10287"/>
                  </a:lnTo>
                  <a:cubicBezTo>
                    <a:pt x="21141" y="10287"/>
                    <a:pt x="21141" y="10287"/>
                    <a:pt x="21141" y="10287"/>
                  </a:cubicBezTo>
                  <a:close/>
                  <a:moveTo>
                    <a:pt x="21044" y="9491"/>
                  </a:moveTo>
                  <a:lnTo>
                    <a:pt x="20996" y="9491"/>
                  </a:lnTo>
                  <a:cubicBezTo>
                    <a:pt x="20997" y="9515"/>
                    <a:pt x="20996" y="9527"/>
                    <a:pt x="20996" y="9550"/>
                  </a:cubicBezTo>
                  <a:cubicBezTo>
                    <a:pt x="20996" y="9613"/>
                    <a:pt x="21025" y="9638"/>
                    <a:pt x="21025" y="9701"/>
                  </a:cubicBezTo>
                  <a:cubicBezTo>
                    <a:pt x="21025" y="9759"/>
                    <a:pt x="21017" y="9793"/>
                    <a:pt x="21017" y="9852"/>
                  </a:cubicBezTo>
                  <a:cubicBezTo>
                    <a:pt x="21017" y="9872"/>
                    <a:pt x="21024" y="9881"/>
                    <a:pt x="21031" y="9894"/>
                  </a:cubicBezTo>
                  <a:cubicBezTo>
                    <a:pt x="21044" y="9919"/>
                    <a:pt x="21045" y="9947"/>
                    <a:pt x="21059" y="9969"/>
                  </a:cubicBezTo>
                  <a:cubicBezTo>
                    <a:pt x="21067" y="9922"/>
                    <a:pt x="21065" y="9892"/>
                    <a:pt x="21065" y="9842"/>
                  </a:cubicBezTo>
                  <a:cubicBezTo>
                    <a:pt x="21065" y="9806"/>
                    <a:pt x="21067" y="9787"/>
                    <a:pt x="21065" y="9751"/>
                  </a:cubicBezTo>
                  <a:cubicBezTo>
                    <a:pt x="21063" y="9723"/>
                    <a:pt x="21056" y="9708"/>
                    <a:pt x="21055" y="9680"/>
                  </a:cubicBezTo>
                  <a:cubicBezTo>
                    <a:pt x="21052" y="9606"/>
                    <a:pt x="21080" y="9491"/>
                    <a:pt x="21044" y="9491"/>
                  </a:cubicBezTo>
                  <a:cubicBezTo>
                    <a:pt x="21044" y="9491"/>
                    <a:pt x="21044" y="9491"/>
                    <a:pt x="21044" y="9491"/>
                  </a:cubicBezTo>
                  <a:close/>
                  <a:moveTo>
                    <a:pt x="17266" y="11084"/>
                  </a:moveTo>
                  <a:cubicBezTo>
                    <a:pt x="17266" y="11172"/>
                    <a:pt x="17274" y="11224"/>
                    <a:pt x="17266" y="11310"/>
                  </a:cubicBezTo>
                  <a:cubicBezTo>
                    <a:pt x="17282" y="11298"/>
                    <a:pt x="17283" y="11247"/>
                    <a:pt x="17301" y="11247"/>
                  </a:cubicBezTo>
                  <a:cubicBezTo>
                    <a:pt x="17327" y="11247"/>
                    <a:pt x="17338" y="11298"/>
                    <a:pt x="17364" y="11298"/>
                  </a:cubicBezTo>
                  <a:cubicBezTo>
                    <a:pt x="17374" y="11298"/>
                    <a:pt x="17380" y="11296"/>
                    <a:pt x="17389" y="11293"/>
                  </a:cubicBezTo>
                  <a:cubicBezTo>
                    <a:pt x="17390" y="11278"/>
                    <a:pt x="17391" y="11268"/>
                    <a:pt x="17391" y="11252"/>
                  </a:cubicBezTo>
                  <a:cubicBezTo>
                    <a:pt x="17391" y="11230"/>
                    <a:pt x="17385" y="11214"/>
                    <a:pt x="17377" y="11201"/>
                  </a:cubicBezTo>
                  <a:lnTo>
                    <a:pt x="17377" y="11084"/>
                  </a:lnTo>
                  <a:lnTo>
                    <a:pt x="17266" y="11084"/>
                  </a:lnTo>
                  <a:cubicBezTo>
                    <a:pt x="17266" y="11084"/>
                    <a:pt x="17266" y="11084"/>
                    <a:pt x="17266" y="11084"/>
                  </a:cubicBezTo>
                  <a:close/>
                  <a:moveTo>
                    <a:pt x="21564" y="5883"/>
                  </a:moveTo>
                  <a:cubicBezTo>
                    <a:pt x="21531" y="5883"/>
                    <a:pt x="21514" y="5913"/>
                    <a:pt x="21481" y="5913"/>
                  </a:cubicBezTo>
                  <a:cubicBezTo>
                    <a:pt x="21481" y="5919"/>
                    <a:pt x="21477" y="5922"/>
                    <a:pt x="21477" y="5929"/>
                  </a:cubicBezTo>
                  <a:cubicBezTo>
                    <a:pt x="21477" y="5978"/>
                    <a:pt x="21503" y="6005"/>
                    <a:pt x="21527" y="6005"/>
                  </a:cubicBezTo>
                  <a:cubicBezTo>
                    <a:pt x="21560" y="6005"/>
                    <a:pt x="21587" y="5974"/>
                    <a:pt x="21600" y="5908"/>
                  </a:cubicBezTo>
                  <a:cubicBezTo>
                    <a:pt x="21586" y="5895"/>
                    <a:pt x="21578" y="5883"/>
                    <a:pt x="21564" y="5883"/>
                  </a:cubicBezTo>
                  <a:cubicBezTo>
                    <a:pt x="21564" y="5883"/>
                    <a:pt x="21564" y="5883"/>
                    <a:pt x="21564" y="5883"/>
                  </a:cubicBezTo>
                  <a:close/>
                  <a:moveTo>
                    <a:pt x="21253" y="6159"/>
                  </a:moveTo>
                  <a:cubicBezTo>
                    <a:pt x="21228" y="6159"/>
                    <a:pt x="21215" y="6134"/>
                    <a:pt x="21189" y="6134"/>
                  </a:cubicBezTo>
                  <a:cubicBezTo>
                    <a:pt x="21178" y="6134"/>
                    <a:pt x="21173" y="6163"/>
                    <a:pt x="21173" y="6187"/>
                  </a:cubicBezTo>
                  <a:cubicBezTo>
                    <a:pt x="21173" y="6212"/>
                    <a:pt x="21179" y="6231"/>
                    <a:pt x="21189" y="6243"/>
                  </a:cubicBezTo>
                  <a:lnTo>
                    <a:pt x="21226" y="6227"/>
                  </a:lnTo>
                  <a:cubicBezTo>
                    <a:pt x="21248" y="6238"/>
                    <a:pt x="21258" y="6264"/>
                    <a:pt x="21280" y="6264"/>
                  </a:cubicBezTo>
                  <a:cubicBezTo>
                    <a:pt x="21323" y="6264"/>
                    <a:pt x="21346" y="6222"/>
                    <a:pt x="21389" y="6222"/>
                  </a:cubicBezTo>
                  <a:cubicBezTo>
                    <a:pt x="21389" y="6211"/>
                    <a:pt x="21391" y="6206"/>
                    <a:pt x="21391" y="6194"/>
                  </a:cubicBezTo>
                  <a:cubicBezTo>
                    <a:pt x="21391" y="6136"/>
                    <a:pt x="21354" y="6134"/>
                    <a:pt x="21326" y="6134"/>
                  </a:cubicBezTo>
                  <a:cubicBezTo>
                    <a:pt x="21286" y="6134"/>
                    <a:pt x="21296" y="6159"/>
                    <a:pt x="21253" y="6159"/>
                  </a:cubicBezTo>
                  <a:cubicBezTo>
                    <a:pt x="21253" y="6159"/>
                    <a:pt x="21253" y="6159"/>
                    <a:pt x="21253" y="6159"/>
                  </a:cubicBezTo>
                  <a:close/>
                  <a:moveTo>
                    <a:pt x="19850" y="5405"/>
                  </a:moveTo>
                  <a:cubicBezTo>
                    <a:pt x="19829" y="5376"/>
                    <a:pt x="19826" y="5317"/>
                    <a:pt x="19801" y="5317"/>
                  </a:cubicBezTo>
                  <a:lnTo>
                    <a:pt x="19784" y="5317"/>
                  </a:lnTo>
                  <a:lnTo>
                    <a:pt x="19784" y="5439"/>
                  </a:lnTo>
                  <a:cubicBezTo>
                    <a:pt x="19768" y="5461"/>
                    <a:pt x="19755" y="5481"/>
                    <a:pt x="19755" y="5521"/>
                  </a:cubicBezTo>
                  <a:cubicBezTo>
                    <a:pt x="19755" y="5561"/>
                    <a:pt x="19768" y="5580"/>
                    <a:pt x="19773" y="5619"/>
                  </a:cubicBezTo>
                  <a:cubicBezTo>
                    <a:pt x="19783" y="5687"/>
                    <a:pt x="19784" y="5734"/>
                    <a:pt x="19803" y="5795"/>
                  </a:cubicBezTo>
                  <a:cubicBezTo>
                    <a:pt x="19828" y="5774"/>
                    <a:pt x="19815" y="5710"/>
                    <a:pt x="19821" y="5657"/>
                  </a:cubicBezTo>
                  <a:cubicBezTo>
                    <a:pt x="19824" y="5635"/>
                    <a:pt x="19832" y="5625"/>
                    <a:pt x="19834" y="5602"/>
                  </a:cubicBezTo>
                  <a:cubicBezTo>
                    <a:pt x="19839" y="5525"/>
                    <a:pt x="19843" y="5483"/>
                    <a:pt x="19850" y="5405"/>
                  </a:cubicBezTo>
                  <a:cubicBezTo>
                    <a:pt x="19850" y="5405"/>
                    <a:pt x="19850" y="5405"/>
                    <a:pt x="19850" y="5405"/>
                  </a:cubicBezTo>
                  <a:close/>
                  <a:moveTo>
                    <a:pt x="20559" y="326"/>
                  </a:moveTo>
                  <a:lnTo>
                    <a:pt x="20520" y="326"/>
                  </a:lnTo>
                  <a:cubicBezTo>
                    <a:pt x="20495" y="326"/>
                    <a:pt x="20481" y="347"/>
                    <a:pt x="20457" y="360"/>
                  </a:cubicBezTo>
                  <a:lnTo>
                    <a:pt x="20455" y="376"/>
                  </a:lnTo>
                  <a:cubicBezTo>
                    <a:pt x="20465" y="397"/>
                    <a:pt x="20475" y="397"/>
                    <a:pt x="20487" y="410"/>
                  </a:cubicBezTo>
                  <a:lnTo>
                    <a:pt x="20487" y="464"/>
                  </a:lnTo>
                  <a:cubicBezTo>
                    <a:pt x="20462" y="464"/>
                    <a:pt x="20449" y="504"/>
                    <a:pt x="20439" y="552"/>
                  </a:cubicBezTo>
                  <a:lnTo>
                    <a:pt x="20439" y="578"/>
                  </a:lnTo>
                  <a:cubicBezTo>
                    <a:pt x="20454" y="582"/>
                    <a:pt x="20462" y="579"/>
                    <a:pt x="20476" y="577"/>
                  </a:cubicBezTo>
                  <a:lnTo>
                    <a:pt x="20507" y="590"/>
                  </a:lnTo>
                  <a:lnTo>
                    <a:pt x="20561" y="590"/>
                  </a:lnTo>
                  <a:cubicBezTo>
                    <a:pt x="20569" y="590"/>
                    <a:pt x="20574" y="598"/>
                    <a:pt x="20582" y="598"/>
                  </a:cubicBezTo>
                  <a:cubicBezTo>
                    <a:pt x="20596" y="598"/>
                    <a:pt x="20598" y="559"/>
                    <a:pt x="20598" y="530"/>
                  </a:cubicBezTo>
                  <a:lnTo>
                    <a:pt x="20598" y="444"/>
                  </a:lnTo>
                  <a:cubicBezTo>
                    <a:pt x="20598" y="405"/>
                    <a:pt x="20618" y="399"/>
                    <a:pt x="20634" y="380"/>
                  </a:cubicBezTo>
                  <a:cubicBezTo>
                    <a:pt x="20648" y="365"/>
                    <a:pt x="20657" y="350"/>
                    <a:pt x="20668" y="326"/>
                  </a:cubicBezTo>
                  <a:cubicBezTo>
                    <a:pt x="20688" y="286"/>
                    <a:pt x="20699" y="242"/>
                    <a:pt x="20727" y="242"/>
                  </a:cubicBezTo>
                  <a:cubicBezTo>
                    <a:pt x="20739" y="242"/>
                    <a:pt x="20746" y="259"/>
                    <a:pt x="20759" y="259"/>
                  </a:cubicBezTo>
                  <a:cubicBezTo>
                    <a:pt x="20775" y="259"/>
                    <a:pt x="20791" y="241"/>
                    <a:pt x="20791" y="208"/>
                  </a:cubicBezTo>
                  <a:cubicBezTo>
                    <a:pt x="20791" y="183"/>
                    <a:pt x="20779" y="173"/>
                    <a:pt x="20779" y="148"/>
                  </a:cubicBezTo>
                  <a:cubicBezTo>
                    <a:pt x="20779" y="107"/>
                    <a:pt x="20805" y="98"/>
                    <a:pt x="20805" y="57"/>
                  </a:cubicBezTo>
                  <a:cubicBezTo>
                    <a:pt x="20805" y="11"/>
                    <a:pt x="20768" y="-18"/>
                    <a:pt x="20751" y="12"/>
                  </a:cubicBezTo>
                  <a:cubicBezTo>
                    <a:pt x="20740" y="29"/>
                    <a:pt x="20746" y="60"/>
                    <a:pt x="20739" y="83"/>
                  </a:cubicBezTo>
                  <a:cubicBezTo>
                    <a:pt x="20726" y="119"/>
                    <a:pt x="20709" y="118"/>
                    <a:pt x="20691" y="141"/>
                  </a:cubicBezTo>
                  <a:cubicBezTo>
                    <a:pt x="20677" y="158"/>
                    <a:pt x="20667" y="161"/>
                    <a:pt x="20654" y="179"/>
                  </a:cubicBezTo>
                  <a:cubicBezTo>
                    <a:pt x="20638" y="202"/>
                    <a:pt x="20641" y="241"/>
                    <a:pt x="20626" y="267"/>
                  </a:cubicBezTo>
                  <a:cubicBezTo>
                    <a:pt x="20616" y="285"/>
                    <a:pt x="20606" y="282"/>
                    <a:pt x="20594" y="292"/>
                  </a:cubicBezTo>
                  <a:cubicBezTo>
                    <a:pt x="20580" y="304"/>
                    <a:pt x="20574" y="326"/>
                    <a:pt x="20559" y="326"/>
                  </a:cubicBezTo>
                  <a:cubicBezTo>
                    <a:pt x="20559" y="326"/>
                    <a:pt x="20559" y="326"/>
                    <a:pt x="20559" y="326"/>
                  </a:cubicBezTo>
                  <a:close/>
                  <a:moveTo>
                    <a:pt x="17214" y="591"/>
                  </a:moveTo>
                  <a:cubicBezTo>
                    <a:pt x="17182" y="591"/>
                    <a:pt x="17165" y="590"/>
                    <a:pt x="17134" y="590"/>
                  </a:cubicBezTo>
                  <a:cubicBezTo>
                    <a:pt x="17120" y="590"/>
                    <a:pt x="17114" y="569"/>
                    <a:pt x="17101" y="569"/>
                  </a:cubicBezTo>
                  <a:lnTo>
                    <a:pt x="17083" y="569"/>
                  </a:lnTo>
                  <a:cubicBezTo>
                    <a:pt x="17083" y="632"/>
                    <a:pt x="17059" y="658"/>
                    <a:pt x="17033" y="690"/>
                  </a:cubicBezTo>
                  <a:cubicBezTo>
                    <a:pt x="17011" y="718"/>
                    <a:pt x="17005" y="756"/>
                    <a:pt x="16999" y="808"/>
                  </a:cubicBezTo>
                  <a:cubicBezTo>
                    <a:pt x="16992" y="868"/>
                    <a:pt x="16987" y="903"/>
                    <a:pt x="16987" y="965"/>
                  </a:cubicBezTo>
                  <a:cubicBezTo>
                    <a:pt x="16987" y="994"/>
                    <a:pt x="16992" y="1011"/>
                    <a:pt x="16997" y="1038"/>
                  </a:cubicBezTo>
                  <a:cubicBezTo>
                    <a:pt x="17002" y="1072"/>
                    <a:pt x="17000" y="1099"/>
                    <a:pt x="17013" y="1122"/>
                  </a:cubicBezTo>
                  <a:cubicBezTo>
                    <a:pt x="17032" y="1158"/>
                    <a:pt x="17053" y="1143"/>
                    <a:pt x="17074" y="1172"/>
                  </a:cubicBezTo>
                  <a:cubicBezTo>
                    <a:pt x="17076" y="1153"/>
                    <a:pt x="17074" y="1142"/>
                    <a:pt x="17074" y="1122"/>
                  </a:cubicBezTo>
                  <a:cubicBezTo>
                    <a:pt x="17074" y="1064"/>
                    <a:pt x="17106" y="1056"/>
                    <a:pt x="17123" y="1013"/>
                  </a:cubicBezTo>
                  <a:cubicBezTo>
                    <a:pt x="17140" y="975"/>
                    <a:pt x="17138" y="908"/>
                    <a:pt x="17162" y="908"/>
                  </a:cubicBezTo>
                  <a:lnTo>
                    <a:pt x="17201" y="908"/>
                  </a:lnTo>
                  <a:cubicBezTo>
                    <a:pt x="17227" y="908"/>
                    <a:pt x="17209" y="812"/>
                    <a:pt x="17230" y="783"/>
                  </a:cubicBezTo>
                  <a:cubicBezTo>
                    <a:pt x="17250" y="755"/>
                    <a:pt x="17270" y="732"/>
                    <a:pt x="17270" y="682"/>
                  </a:cubicBezTo>
                  <a:cubicBezTo>
                    <a:pt x="17270" y="660"/>
                    <a:pt x="17253" y="667"/>
                    <a:pt x="17246" y="653"/>
                  </a:cubicBezTo>
                  <a:cubicBezTo>
                    <a:pt x="17234" y="627"/>
                    <a:pt x="17231" y="591"/>
                    <a:pt x="17214" y="591"/>
                  </a:cubicBezTo>
                  <a:cubicBezTo>
                    <a:pt x="17214" y="591"/>
                    <a:pt x="17214" y="591"/>
                    <a:pt x="17214" y="591"/>
                  </a:cubicBezTo>
                  <a:close/>
                  <a:moveTo>
                    <a:pt x="13562" y="1994"/>
                  </a:moveTo>
                  <a:cubicBezTo>
                    <a:pt x="13552" y="1973"/>
                    <a:pt x="13542" y="1964"/>
                    <a:pt x="13528" y="1964"/>
                  </a:cubicBezTo>
                  <a:cubicBezTo>
                    <a:pt x="13481" y="1964"/>
                    <a:pt x="13457" y="2008"/>
                    <a:pt x="13412" y="2036"/>
                  </a:cubicBezTo>
                  <a:cubicBezTo>
                    <a:pt x="13387" y="2050"/>
                    <a:pt x="13389" y="2128"/>
                    <a:pt x="13363" y="2128"/>
                  </a:cubicBezTo>
                  <a:cubicBezTo>
                    <a:pt x="13350" y="2128"/>
                    <a:pt x="13353" y="2088"/>
                    <a:pt x="13353" y="2061"/>
                  </a:cubicBezTo>
                  <a:lnTo>
                    <a:pt x="13338" y="2061"/>
                  </a:lnTo>
                  <a:cubicBezTo>
                    <a:pt x="13318" y="2061"/>
                    <a:pt x="13312" y="2107"/>
                    <a:pt x="13292" y="2107"/>
                  </a:cubicBezTo>
                  <a:lnTo>
                    <a:pt x="13253" y="2107"/>
                  </a:lnTo>
                  <a:cubicBezTo>
                    <a:pt x="13229" y="2107"/>
                    <a:pt x="13229" y="2027"/>
                    <a:pt x="13206" y="2027"/>
                  </a:cubicBezTo>
                  <a:cubicBezTo>
                    <a:pt x="13192" y="2027"/>
                    <a:pt x="13184" y="2029"/>
                    <a:pt x="13170" y="2029"/>
                  </a:cubicBezTo>
                  <a:lnTo>
                    <a:pt x="13170" y="2070"/>
                  </a:lnTo>
                  <a:cubicBezTo>
                    <a:pt x="13170" y="2120"/>
                    <a:pt x="13191" y="2135"/>
                    <a:pt x="13206" y="2174"/>
                  </a:cubicBezTo>
                  <a:cubicBezTo>
                    <a:pt x="13229" y="2234"/>
                    <a:pt x="13236" y="2285"/>
                    <a:pt x="13267" y="2329"/>
                  </a:cubicBezTo>
                  <a:cubicBezTo>
                    <a:pt x="13286" y="2357"/>
                    <a:pt x="13302" y="2356"/>
                    <a:pt x="13319" y="2392"/>
                  </a:cubicBezTo>
                  <a:cubicBezTo>
                    <a:pt x="13345" y="2379"/>
                    <a:pt x="13353" y="2321"/>
                    <a:pt x="13379" y="2321"/>
                  </a:cubicBezTo>
                  <a:cubicBezTo>
                    <a:pt x="13400" y="2321"/>
                    <a:pt x="13408" y="2363"/>
                    <a:pt x="13428" y="2363"/>
                  </a:cubicBezTo>
                  <a:cubicBezTo>
                    <a:pt x="13455" y="2363"/>
                    <a:pt x="13466" y="2317"/>
                    <a:pt x="13492" y="2317"/>
                  </a:cubicBezTo>
                  <a:cubicBezTo>
                    <a:pt x="13509" y="2317"/>
                    <a:pt x="13518" y="2333"/>
                    <a:pt x="13534" y="2333"/>
                  </a:cubicBezTo>
                  <a:cubicBezTo>
                    <a:pt x="13553" y="2333"/>
                    <a:pt x="13564" y="2318"/>
                    <a:pt x="13583" y="2308"/>
                  </a:cubicBezTo>
                  <a:cubicBezTo>
                    <a:pt x="13597" y="2301"/>
                    <a:pt x="13613" y="2303"/>
                    <a:pt x="13617" y="2275"/>
                  </a:cubicBezTo>
                  <a:cubicBezTo>
                    <a:pt x="13620" y="2250"/>
                    <a:pt x="13616" y="2233"/>
                    <a:pt x="13619" y="2207"/>
                  </a:cubicBezTo>
                  <a:cubicBezTo>
                    <a:pt x="13621" y="2178"/>
                    <a:pt x="13631" y="2162"/>
                    <a:pt x="13631" y="2132"/>
                  </a:cubicBezTo>
                  <a:cubicBezTo>
                    <a:pt x="13631" y="2104"/>
                    <a:pt x="13620" y="2093"/>
                    <a:pt x="13609" y="2078"/>
                  </a:cubicBezTo>
                  <a:cubicBezTo>
                    <a:pt x="13589" y="2050"/>
                    <a:pt x="13575" y="2037"/>
                    <a:pt x="13562" y="1994"/>
                  </a:cubicBezTo>
                  <a:cubicBezTo>
                    <a:pt x="13562" y="1994"/>
                    <a:pt x="13562" y="1994"/>
                    <a:pt x="13562" y="1994"/>
                  </a:cubicBezTo>
                  <a:close/>
                  <a:moveTo>
                    <a:pt x="13303" y="2798"/>
                  </a:moveTo>
                  <a:cubicBezTo>
                    <a:pt x="13274" y="2798"/>
                    <a:pt x="13260" y="2830"/>
                    <a:pt x="13232" y="2845"/>
                  </a:cubicBezTo>
                  <a:cubicBezTo>
                    <a:pt x="13215" y="2854"/>
                    <a:pt x="13190" y="2852"/>
                    <a:pt x="13190" y="2891"/>
                  </a:cubicBezTo>
                  <a:cubicBezTo>
                    <a:pt x="13190" y="2920"/>
                    <a:pt x="13201" y="2932"/>
                    <a:pt x="13206" y="2958"/>
                  </a:cubicBezTo>
                  <a:cubicBezTo>
                    <a:pt x="13217" y="3008"/>
                    <a:pt x="13222" y="3040"/>
                    <a:pt x="13222" y="3096"/>
                  </a:cubicBezTo>
                  <a:cubicBezTo>
                    <a:pt x="13222" y="3155"/>
                    <a:pt x="13190" y="3171"/>
                    <a:pt x="13190" y="3230"/>
                  </a:cubicBezTo>
                  <a:cubicBezTo>
                    <a:pt x="13190" y="3259"/>
                    <a:pt x="13194" y="3297"/>
                    <a:pt x="13208" y="3297"/>
                  </a:cubicBezTo>
                  <a:cubicBezTo>
                    <a:pt x="13233" y="3297"/>
                    <a:pt x="13223" y="3216"/>
                    <a:pt x="13240" y="3180"/>
                  </a:cubicBezTo>
                  <a:cubicBezTo>
                    <a:pt x="13251" y="3158"/>
                    <a:pt x="13262" y="3150"/>
                    <a:pt x="13278" y="3150"/>
                  </a:cubicBezTo>
                  <a:cubicBezTo>
                    <a:pt x="13297" y="3150"/>
                    <a:pt x="13306" y="3176"/>
                    <a:pt x="13325" y="3176"/>
                  </a:cubicBezTo>
                  <a:cubicBezTo>
                    <a:pt x="13356" y="3176"/>
                    <a:pt x="13372" y="3144"/>
                    <a:pt x="13403" y="3142"/>
                  </a:cubicBezTo>
                  <a:cubicBezTo>
                    <a:pt x="13424" y="3141"/>
                    <a:pt x="13436" y="3137"/>
                    <a:pt x="13456" y="3126"/>
                  </a:cubicBezTo>
                  <a:cubicBezTo>
                    <a:pt x="13466" y="3119"/>
                    <a:pt x="13480" y="3115"/>
                    <a:pt x="13480" y="3092"/>
                  </a:cubicBezTo>
                  <a:cubicBezTo>
                    <a:pt x="13480" y="3057"/>
                    <a:pt x="13460" y="3055"/>
                    <a:pt x="13450" y="3029"/>
                  </a:cubicBezTo>
                  <a:cubicBezTo>
                    <a:pt x="13430" y="2982"/>
                    <a:pt x="13406" y="2969"/>
                    <a:pt x="13395" y="2911"/>
                  </a:cubicBezTo>
                  <a:cubicBezTo>
                    <a:pt x="13388" y="2873"/>
                    <a:pt x="13374" y="2857"/>
                    <a:pt x="13355" y="2840"/>
                  </a:cubicBezTo>
                  <a:cubicBezTo>
                    <a:pt x="13336" y="2822"/>
                    <a:pt x="13324" y="2798"/>
                    <a:pt x="13303" y="2798"/>
                  </a:cubicBezTo>
                  <a:cubicBezTo>
                    <a:pt x="13303" y="2798"/>
                    <a:pt x="13303" y="2798"/>
                    <a:pt x="13303" y="2798"/>
                  </a:cubicBezTo>
                  <a:close/>
                  <a:moveTo>
                    <a:pt x="13034" y="2765"/>
                  </a:moveTo>
                  <a:cubicBezTo>
                    <a:pt x="13014" y="2765"/>
                    <a:pt x="13009" y="2820"/>
                    <a:pt x="13009" y="2863"/>
                  </a:cubicBezTo>
                  <a:cubicBezTo>
                    <a:pt x="13009" y="2885"/>
                    <a:pt x="13005" y="2901"/>
                    <a:pt x="13009" y="2920"/>
                  </a:cubicBezTo>
                  <a:cubicBezTo>
                    <a:pt x="13015" y="2946"/>
                    <a:pt x="13031" y="2937"/>
                    <a:pt x="13045" y="2937"/>
                  </a:cubicBezTo>
                  <a:cubicBezTo>
                    <a:pt x="13057" y="2937"/>
                    <a:pt x="13062" y="2953"/>
                    <a:pt x="13074" y="2953"/>
                  </a:cubicBezTo>
                  <a:lnTo>
                    <a:pt x="13106" y="2953"/>
                  </a:lnTo>
                  <a:cubicBezTo>
                    <a:pt x="13107" y="2937"/>
                    <a:pt x="13110" y="2925"/>
                    <a:pt x="13110" y="2907"/>
                  </a:cubicBezTo>
                  <a:cubicBezTo>
                    <a:pt x="13110" y="2825"/>
                    <a:pt x="13074" y="2765"/>
                    <a:pt x="13034" y="2765"/>
                  </a:cubicBezTo>
                  <a:cubicBezTo>
                    <a:pt x="13034" y="2765"/>
                    <a:pt x="13034" y="2765"/>
                    <a:pt x="13034" y="2765"/>
                  </a:cubicBezTo>
                  <a:close/>
                  <a:moveTo>
                    <a:pt x="12994" y="2162"/>
                  </a:moveTo>
                  <a:cubicBezTo>
                    <a:pt x="13018" y="2162"/>
                    <a:pt x="13040" y="2129"/>
                    <a:pt x="13055" y="2166"/>
                  </a:cubicBezTo>
                  <a:cubicBezTo>
                    <a:pt x="13063" y="2183"/>
                    <a:pt x="13080" y="2183"/>
                    <a:pt x="13080" y="2207"/>
                  </a:cubicBezTo>
                  <a:cubicBezTo>
                    <a:pt x="13080" y="2225"/>
                    <a:pt x="13068" y="2225"/>
                    <a:pt x="13068" y="2241"/>
                  </a:cubicBezTo>
                  <a:cubicBezTo>
                    <a:pt x="13068" y="2297"/>
                    <a:pt x="13097" y="2319"/>
                    <a:pt x="13124" y="2325"/>
                  </a:cubicBezTo>
                  <a:lnTo>
                    <a:pt x="13124" y="2513"/>
                  </a:lnTo>
                  <a:lnTo>
                    <a:pt x="13044" y="2513"/>
                  </a:lnTo>
                  <a:cubicBezTo>
                    <a:pt x="13025" y="2513"/>
                    <a:pt x="13016" y="2487"/>
                    <a:pt x="12997" y="2480"/>
                  </a:cubicBezTo>
                  <a:cubicBezTo>
                    <a:pt x="12952" y="2461"/>
                    <a:pt x="12924" y="2415"/>
                    <a:pt x="12905" y="2329"/>
                  </a:cubicBezTo>
                  <a:cubicBezTo>
                    <a:pt x="12898" y="2298"/>
                    <a:pt x="12894" y="2276"/>
                    <a:pt x="12880" y="2254"/>
                  </a:cubicBezTo>
                  <a:cubicBezTo>
                    <a:pt x="12866" y="2232"/>
                    <a:pt x="12852" y="2252"/>
                    <a:pt x="12834" y="2245"/>
                  </a:cubicBezTo>
                  <a:cubicBezTo>
                    <a:pt x="12817" y="2240"/>
                    <a:pt x="12816" y="2205"/>
                    <a:pt x="12806" y="2178"/>
                  </a:cubicBezTo>
                  <a:cubicBezTo>
                    <a:pt x="12789" y="2132"/>
                    <a:pt x="12774" y="2112"/>
                    <a:pt x="12764" y="2057"/>
                  </a:cubicBezTo>
                  <a:lnTo>
                    <a:pt x="12781" y="2057"/>
                  </a:lnTo>
                  <a:cubicBezTo>
                    <a:pt x="12820" y="2057"/>
                    <a:pt x="12826" y="2170"/>
                    <a:pt x="12865" y="2170"/>
                  </a:cubicBezTo>
                  <a:lnTo>
                    <a:pt x="12906" y="2170"/>
                  </a:lnTo>
                  <a:cubicBezTo>
                    <a:pt x="12914" y="2170"/>
                    <a:pt x="12918" y="2162"/>
                    <a:pt x="12925" y="2162"/>
                  </a:cubicBezTo>
                  <a:lnTo>
                    <a:pt x="12994" y="2162"/>
                  </a:lnTo>
                  <a:cubicBezTo>
                    <a:pt x="12994" y="2162"/>
                    <a:pt x="12994" y="2162"/>
                    <a:pt x="12994" y="2162"/>
                  </a:cubicBezTo>
                  <a:close/>
                  <a:moveTo>
                    <a:pt x="12399" y="2656"/>
                  </a:moveTo>
                  <a:cubicBezTo>
                    <a:pt x="12387" y="2656"/>
                    <a:pt x="12380" y="2669"/>
                    <a:pt x="12367" y="2669"/>
                  </a:cubicBezTo>
                  <a:cubicBezTo>
                    <a:pt x="12349" y="2669"/>
                    <a:pt x="12342" y="2634"/>
                    <a:pt x="12323" y="2631"/>
                  </a:cubicBezTo>
                  <a:cubicBezTo>
                    <a:pt x="12323" y="2639"/>
                    <a:pt x="12321" y="2644"/>
                    <a:pt x="12321" y="2653"/>
                  </a:cubicBezTo>
                  <a:cubicBezTo>
                    <a:pt x="12321" y="2675"/>
                    <a:pt x="12329" y="2685"/>
                    <a:pt x="12335" y="2702"/>
                  </a:cubicBezTo>
                  <a:cubicBezTo>
                    <a:pt x="12343" y="2725"/>
                    <a:pt x="12348" y="2750"/>
                    <a:pt x="12361" y="2757"/>
                  </a:cubicBezTo>
                  <a:cubicBezTo>
                    <a:pt x="12371" y="2762"/>
                    <a:pt x="12380" y="2763"/>
                    <a:pt x="12385" y="2782"/>
                  </a:cubicBezTo>
                  <a:cubicBezTo>
                    <a:pt x="12400" y="2834"/>
                    <a:pt x="12417" y="2865"/>
                    <a:pt x="12446" y="2874"/>
                  </a:cubicBezTo>
                  <a:cubicBezTo>
                    <a:pt x="12446" y="2864"/>
                    <a:pt x="12448" y="2859"/>
                    <a:pt x="12448" y="2850"/>
                  </a:cubicBezTo>
                  <a:cubicBezTo>
                    <a:pt x="12448" y="2799"/>
                    <a:pt x="12420" y="2789"/>
                    <a:pt x="12416" y="2740"/>
                  </a:cubicBezTo>
                  <a:cubicBezTo>
                    <a:pt x="12412" y="2705"/>
                    <a:pt x="12417" y="2656"/>
                    <a:pt x="12399" y="2656"/>
                  </a:cubicBezTo>
                  <a:cubicBezTo>
                    <a:pt x="12399" y="2656"/>
                    <a:pt x="12399" y="2656"/>
                    <a:pt x="12399" y="2656"/>
                  </a:cubicBezTo>
                  <a:close/>
                  <a:moveTo>
                    <a:pt x="12774" y="2207"/>
                  </a:moveTo>
                  <a:cubicBezTo>
                    <a:pt x="12774" y="2201"/>
                    <a:pt x="12776" y="2197"/>
                    <a:pt x="12776" y="2191"/>
                  </a:cubicBezTo>
                  <a:cubicBezTo>
                    <a:pt x="12776" y="2156"/>
                    <a:pt x="12758" y="2141"/>
                    <a:pt x="12741" y="2141"/>
                  </a:cubicBezTo>
                  <a:lnTo>
                    <a:pt x="12723" y="2141"/>
                  </a:lnTo>
                  <a:lnTo>
                    <a:pt x="12723" y="2195"/>
                  </a:lnTo>
                  <a:lnTo>
                    <a:pt x="12764" y="2447"/>
                  </a:lnTo>
                  <a:cubicBezTo>
                    <a:pt x="12763" y="2464"/>
                    <a:pt x="12760" y="2484"/>
                    <a:pt x="12752" y="2484"/>
                  </a:cubicBezTo>
                  <a:cubicBezTo>
                    <a:pt x="12744" y="2484"/>
                    <a:pt x="12742" y="2463"/>
                    <a:pt x="12735" y="2455"/>
                  </a:cubicBezTo>
                  <a:cubicBezTo>
                    <a:pt x="12721" y="2435"/>
                    <a:pt x="12710" y="2421"/>
                    <a:pt x="12692" y="2421"/>
                  </a:cubicBezTo>
                  <a:cubicBezTo>
                    <a:pt x="12682" y="2421"/>
                    <a:pt x="12676" y="2429"/>
                    <a:pt x="12667" y="2438"/>
                  </a:cubicBezTo>
                  <a:lnTo>
                    <a:pt x="12657" y="2438"/>
                  </a:lnTo>
                  <a:cubicBezTo>
                    <a:pt x="12653" y="2412"/>
                    <a:pt x="12657" y="2389"/>
                    <a:pt x="12649" y="2367"/>
                  </a:cubicBezTo>
                  <a:cubicBezTo>
                    <a:pt x="12641" y="2344"/>
                    <a:pt x="12629" y="2342"/>
                    <a:pt x="12615" y="2342"/>
                  </a:cubicBezTo>
                  <a:cubicBezTo>
                    <a:pt x="12595" y="2342"/>
                    <a:pt x="12585" y="2361"/>
                    <a:pt x="12565" y="2367"/>
                  </a:cubicBezTo>
                  <a:lnTo>
                    <a:pt x="12504" y="2342"/>
                  </a:lnTo>
                  <a:lnTo>
                    <a:pt x="12471" y="2342"/>
                  </a:lnTo>
                  <a:cubicBezTo>
                    <a:pt x="12472" y="2419"/>
                    <a:pt x="12478" y="2463"/>
                    <a:pt x="12471" y="2541"/>
                  </a:cubicBezTo>
                  <a:lnTo>
                    <a:pt x="12514" y="2541"/>
                  </a:lnTo>
                  <a:cubicBezTo>
                    <a:pt x="12514" y="2587"/>
                    <a:pt x="12508" y="2614"/>
                    <a:pt x="12508" y="2660"/>
                  </a:cubicBezTo>
                  <a:cubicBezTo>
                    <a:pt x="12508" y="2689"/>
                    <a:pt x="12520" y="2697"/>
                    <a:pt x="12530" y="2715"/>
                  </a:cubicBezTo>
                  <a:cubicBezTo>
                    <a:pt x="12546" y="2742"/>
                    <a:pt x="12558" y="2751"/>
                    <a:pt x="12579" y="2757"/>
                  </a:cubicBezTo>
                  <a:cubicBezTo>
                    <a:pt x="12581" y="2795"/>
                    <a:pt x="12581" y="2818"/>
                    <a:pt x="12579" y="2857"/>
                  </a:cubicBezTo>
                  <a:lnTo>
                    <a:pt x="12675" y="2857"/>
                  </a:lnTo>
                  <a:cubicBezTo>
                    <a:pt x="12710" y="2857"/>
                    <a:pt x="12727" y="2900"/>
                    <a:pt x="12760" y="2928"/>
                  </a:cubicBezTo>
                  <a:lnTo>
                    <a:pt x="12775" y="2928"/>
                  </a:lnTo>
                  <a:lnTo>
                    <a:pt x="12775" y="2773"/>
                  </a:lnTo>
                  <a:lnTo>
                    <a:pt x="12770" y="2698"/>
                  </a:lnTo>
                  <a:cubicBezTo>
                    <a:pt x="12773" y="2670"/>
                    <a:pt x="12776" y="2639"/>
                    <a:pt x="12790" y="2639"/>
                  </a:cubicBezTo>
                  <a:cubicBezTo>
                    <a:pt x="12811" y="2639"/>
                    <a:pt x="12816" y="2694"/>
                    <a:pt x="12837" y="2694"/>
                  </a:cubicBezTo>
                  <a:cubicBezTo>
                    <a:pt x="12851" y="2694"/>
                    <a:pt x="12852" y="2658"/>
                    <a:pt x="12856" y="2631"/>
                  </a:cubicBezTo>
                  <a:cubicBezTo>
                    <a:pt x="12864" y="2584"/>
                    <a:pt x="12873" y="2546"/>
                    <a:pt x="12896" y="2530"/>
                  </a:cubicBezTo>
                  <a:lnTo>
                    <a:pt x="12905" y="2534"/>
                  </a:lnTo>
                  <a:cubicBezTo>
                    <a:pt x="12906" y="2577"/>
                    <a:pt x="12919" y="2618"/>
                    <a:pt x="12940" y="2618"/>
                  </a:cubicBezTo>
                  <a:cubicBezTo>
                    <a:pt x="12954" y="2618"/>
                    <a:pt x="12973" y="2611"/>
                    <a:pt x="12973" y="2580"/>
                  </a:cubicBezTo>
                  <a:cubicBezTo>
                    <a:pt x="12973" y="2552"/>
                    <a:pt x="12960" y="2546"/>
                    <a:pt x="12951" y="2526"/>
                  </a:cubicBezTo>
                  <a:cubicBezTo>
                    <a:pt x="12935" y="2492"/>
                    <a:pt x="12923" y="2477"/>
                    <a:pt x="12913" y="2434"/>
                  </a:cubicBezTo>
                  <a:cubicBezTo>
                    <a:pt x="12902" y="2392"/>
                    <a:pt x="12892" y="2357"/>
                    <a:pt x="12870" y="2354"/>
                  </a:cubicBezTo>
                  <a:cubicBezTo>
                    <a:pt x="12853" y="2352"/>
                    <a:pt x="12845" y="2332"/>
                    <a:pt x="12830" y="2317"/>
                  </a:cubicBezTo>
                  <a:cubicBezTo>
                    <a:pt x="12801" y="2287"/>
                    <a:pt x="12789" y="2266"/>
                    <a:pt x="12774" y="2207"/>
                  </a:cubicBezTo>
                  <a:cubicBezTo>
                    <a:pt x="12774" y="2207"/>
                    <a:pt x="12774" y="2207"/>
                    <a:pt x="12774" y="2207"/>
                  </a:cubicBezTo>
                  <a:close/>
                  <a:moveTo>
                    <a:pt x="10824" y="3695"/>
                  </a:moveTo>
                  <a:lnTo>
                    <a:pt x="10768" y="3695"/>
                  </a:lnTo>
                  <a:cubicBezTo>
                    <a:pt x="10768" y="3703"/>
                    <a:pt x="10764" y="3705"/>
                    <a:pt x="10764" y="3712"/>
                  </a:cubicBezTo>
                  <a:cubicBezTo>
                    <a:pt x="10764" y="3729"/>
                    <a:pt x="10772" y="3731"/>
                    <a:pt x="10776" y="3746"/>
                  </a:cubicBezTo>
                  <a:cubicBezTo>
                    <a:pt x="10788" y="3792"/>
                    <a:pt x="10798" y="3818"/>
                    <a:pt x="10802" y="3871"/>
                  </a:cubicBezTo>
                  <a:cubicBezTo>
                    <a:pt x="10822" y="3873"/>
                    <a:pt x="10834" y="3877"/>
                    <a:pt x="10852" y="3888"/>
                  </a:cubicBezTo>
                  <a:cubicBezTo>
                    <a:pt x="10880" y="3906"/>
                    <a:pt x="10885" y="3980"/>
                    <a:pt x="10915" y="3980"/>
                  </a:cubicBezTo>
                  <a:lnTo>
                    <a:pt x="10937" y="3980"/>
                  </a:lnTo>
                  <a:lnTo>
                    <a:pt x="10937" y="3884"/>
                  </a:lnTo>
                  <a:cubicBezTo>
                    <a:pt x="10952" y="3868"/>
                    <a:pt x="10961" y="3846"/>
                    <a:pt x="10961" y="3812"/>
                  </a:cubicBezTo>
                  <a:cubicBezTo>
                    <a:pt x="10961" y="3783"/>
                    <a:pt x="10941" y="3783"/>
                    <a:pt x="10935" y="3758"/>
                  </a:cubicBezTo>
                  <a:cubicBezTo>
                    <a:pt x="10929" y="3735"/>
                    <a:pt x="10937" y="3713"/>
                    <a:pt x="10931" y="3691"/>
                  </a:cubicBezTo>
                  <a:cubicBezTo>
                    <a:pt x="10922" y="3661"/>
                    <a:pt x="10908" y="3658"/>
                    <a:pt x="10891" y="3653"/>
                  </a:cubicBezTo>
                  <a:cubicBezTo>
                    <a:pt x="10863" y="3647"/>
                    <a:pt x="10851" y="3695"/>
                    <a:pt x="10824" y="3695"/>
                  </a:cubicBezTo>
                  <a:cubicBezTo>
                    <a:pt x="10824" y="3695"/>
                    <a:pt x="10824" y="3695"/>
                    <a:pt x="10824" y="3695"/>
                  </a:cubicBezTo>
                  <a:close/>
                  <a:moveTo>
                    <a:pt x="9563" y="2539"/>
                  </a:moveTo>
                  <a:cubicBezTo>
                    <a:pt x="9553" y="2528"/>
                    <a:pt x="9546" y="2518"/>
                    <a:pt x="9535" y="2518"/>
                  </a:cubicBezTo>
                  <a:cubicBezTo>
                    <a:pt x="9516" y="2518"/>
                    <a:pt x="9516" y="2571"/>
                    <a:pt x="9514" y="2610"/>
                  </a:cubicBezTo>
                  <a:cubicBezTo>
                    <a:pt x="9512" y="2643"/>
                    <a:pt x="9507" y="2660"/>
                    <a:pt x="9504" y="2694"/>
                  </a:cubicBezTo>
                  <a:cubicBezTo>
                    <a:pt x="9508" y="2696"/>
                    <a:pt x="9510" y="2702"/>
                    <a:pt x="9514" y="2702"/>
                  </a:cubicBezTo>
                  <a:cubicBezTo>
                    <a:pt x="9534" y="2702"/>
                    <a:pt x="9535" y="2649"/>
                    <a:pt x="9551" y="2627"/>
                  </a:cubicBezTo>
                  <a:cubicBezTo>
                    <a:pt x="9562" y="2612"/>
                    <a:pt x="9569" y="2596"/>
                    <a:pt x="9571" y="2568"/>
                  </a:cubicBezTo>
                  <a:lnTo>
                    <a:pt x="9563" y="2539"/>
                  </a:lnTo>
                  <a:cubicBezTo>
                    <a:pt x="9563" y="2539"/>
                    <a:pt x="9563" y="2539"/>
                    <a:pt x="9563" y="2539"/>
                  </a:cubicBezTo>
                  <a:close/>
                  <a:moveTo>
                    <a:pt x="9967" y="1835"/>
                  </a:moveTo>
                  <a:cubicBezTo>
                    <a:pt x="9965" y="1820"/>
                    <a:pt x="9963" y="1801"/>
                    <a:pt x="9955" y="1801"/>
                  </a:cubicBezTo>
                  <a:cubicBezTo>
                    <a:pt x="9919" y="1801"/>
                    <a:pt x="9916" y="1885"/>
                    <a:pt x="9889" y="1931"/>
                  </a:cubicBezTo>
                  <a:lnTo>
                    <a:pt x="9889" y="1969"/>
                  </a:lnTo>
                  <a:cubicBezTo>
                    <a:pt x="9897" y="1971"/>
                    <a:pt x="9901" y="1973"/>
                    <a:pt x="9909" y="1973"/>
                  </a:cubicBezTo>
                  <a:cubicBezTo>
                    <a:pt x="9934" y="1973"/>
                    <a:pt x="9947" y="1960"/>
                    <a:pt x="9972" y="1960"/>
                  </a:cubicBezTo>
                  <a:lnTo>
                    <a:pt x="9972" y="1894"/>
                  </a:lnTo>
                  <a:cubicBezTo>
                    <a:pt x="9972" y="1876"/>
                    <a:pt x="9973" y="1849"/>
                    <a:pt x="9967" y="1835"/>
                  </a:cubicBezTo>
                  <a:cubicBezTo>
                    <a:pt x="9967" y="1835"/>
                    <a:pt x="9967" y="1835"/>
                    <a:pt x="9967" y="1835"/>
                  </a:cubicBezTo>
                  <a:close/>
                  <a:moveTo>
                    <a:pt x="9724" y="1533"/>
                  </a:moveTo>
                  <a:cubicBezTo>
                    <a:pt x="9697" y="1560"/>
                    <a:pt x="9682" y="1570"/>
                    <a:pt x="9653" y="1579"/>
                  </a:cubicBezTo>
                  <a:cubicBezTo>
                    <a:pt x="9631" y="1585"/>
                    <a:pt x="9603" y="1589"/>
                    <a:pt x="9603" y="1636"/>
                  </a:cubicBezTo>
                  <a:cubicBezTo>
                    <a:pt x="9603" y="1696"/>
                    <a:pt x="9631" y="1719"/>
                    <a:pt x="9631" y="1780"/>
                  </a:cubicBezTo>
                  <a:cubicBezTo>
                    <a:pt x="9631" y="1799"/>
                    <a:pt x="9622" y="1802"/>
                    <a:pt x="9615" y="1814"/>
                  </a:cubicBezTo>
                  <a:cubicBezTo>
                    <a:pt x="9598" y="1843"/>
                    <a:pt x="9587" y="1870"/>
                    <a:pt x="9587" y="1916"/>
                  </a:cubicBezTo>
                  <a:cubicBezTo>
                    <a:pt x="9587" y="1940"/>
                    <a:pt x="9593" y="1953"/>
                    <a:pt x="9593" y="1977"/>
                  </a:cubicBezTo>
                  <a:cubicBezTo>
                    <a:pt x="9593" y="2020"/>
                    <a:pt x="9583" y="2043"/>
                    <a:pt x="9583" y="2086"/>
                  </a:cubicBezTo>
                  <a:cubicBezTo>
                    <a:pt x="9583" y="2118"/>
                    <a:pt x="9589" y="2137"/>
                    <a:pt x="9589" y="2170"/>
                  </a:cubicBezTo>
                  <a:cubicBezTo>
                    <a:pt x="9589" y="2204"/>
                    <a:pt x="9569" y="2212"/>
                    <a:pt x="9569" y="2245"/>
                  </a:cubicBezTo>
                  <a:cubicBezTo>
                    <a:pt x="9569" y="2277"/>
                    <a:pt x="9576" y="2312"/>
                    <a:pt x="9591" y="2312"/>
                  </a:cubicBezTo>
                  <a:cubicBezTo>
                    <a:pt x="9608" y="2312"/>
                    <a:pt x="9613" y="2272"/>
                    <a:pt x="9621" y="2241"/>
                  </a:cubicBezTo>
                  <a:cubicBezTo>
                    <a:pt x="9630" y="2209"/>
                    <a:pt x="9643" y="2200"/>
                    <a:pt x="9655" y="2174"/>
                  </a:cubicBezTo>
                  <a:cubicBezTo>
                    <a:pt x="9673" y="2136"/>
                    <a:pt x="9685" y="2104"/>
                    <a:pt x="9712" y="2099"/>
                  </a:cubicBezTo>
                  <a:cubicBezTo>
                    <a:pt x="9766" y="2087"/>
                    <a:pt x="9802" y="1989"/>
                    <a:pt x="9802" y="1876"/>
                  </a:cubicBezTo>
                  <a:lnTo>
                    <a:pt x="9802" y="1798"/>
                  </a:lnTo>
                  <a:cubicBezTo>
                    <a:pt x="9802" y="1729"/>
                    <a:pt x="9763" y="1715"/>
                    <a:pt x="9758" y="1646"/>
                  </a:cubicBezTo>
                  <a:cubicBezTo>
                    <a:pt x="9754" y="1591"/>
                    <a:pt x="9750" y="1525"/>
                    <a:pt x="9724" y="1533"/>
                  </a:cubicBezTo>
                  <a:cubicBezTo>
                    <a:pt x="9724" y="1533"/>
                    <a:pt x="9724" y="1533"/>
                    <a:pt x="9724" y="1533"/>
                  </a:cubicBezTo>
                  <a:close/>
                  <a:moveTo>
                    <a:pt x="8911" y="975"/>
                  </a:moveTo>
                  <a:cubicBezTo>
                    <a:pt x="8934" y="975"/>
                    <a:pt x="8931" y="1041"/>
                    <a:pt x="8949" y="1068"/>
                  </a:cubicBezTo>
                  <a:cubicBezTo>
                    <a:pt x="8957" y="1079"/>
                    <a:pt x="8964" y="1070"/>
                    <a:pt x="8973" y="1076"/>
                  </a:cubicBezTo>
                  <a:cubicBezTo>
                    <a:pt x="8988" y="1085"/>
                    <a:pt x="8992" y="1115"/>
                    <a:pt x="9007" y="1122"/>
                  </a:cubicBezTo>
                  <a:cubicBezTo>
                    <a:pt x="9024" y="1131"/>
                    <a:pt x="9042" y="1142"/>
                    <a:pt x="9042" y="1177"/>
                  </a:cubicBezTo>
                  <a:cubicBezTo>
                    <a:pt x="9042" y="1213"/>
                    <a:pt x="9035" y="1256"/>
                    <a:pt x="9017" y="1256"/>
                  </a:cubicBezTo>
                  <a:lnTo>
                    <a:pt x="8965" y="1256"/>
                  </a:lnTo>
                  <a:cubicBezTo>
                    <a:pt x="8960" y="1258"/>
                    <a:pt x="8957" y="1264"/>
                    <a:pt x="8951" y="1264"/>
                  </a:cubicBezTo>
                  <a:cubicBezTo>
                    <a:pt x="8936" y="1264"/>
                    <a:pt x="8917" y="1254"/>
                    <a:pt x="8917" y="1223"/>
                  </a:cubicBezTo>
                  <a:cubicBezTo>
                    <a:pt x="8917" y="1171"/>
                    <a:pt x="8913" y="1142"/>
                    <a:pt x="8907" y="1093"/>
                  </a:cubicBezTo>
                  <a:cubicBezTo>
                    <a:pt x="8903" y="1062"/>
                    <a:pt x="8885" y="1054"/>
                    <a:pt x="8885" y="1021"/>
                  </a:cubicBezTo>
                  <a:cubicBezTo>
                    <a:pt x="8885" y="993"/>
                    <a:pt x="8897" y="975"/>
                    <a:pt x="8911" y="975"/>
                  </a:cubicBezTo>
                  <a:cubicBezTo>
                    <a:pt x="8911" y="975"/>
                    <a:pt x="8911" y="975"/>
                    <a:pt x="8911" y="975"/>
                  </a:cubicBezTo>
                  <a:close/>
                  <a:moveTo>
                    <a:pt x="9191" y="887"/>
                  </a:moveTo>
                  <a:cubicBezTo>
                    <a:pt x="9228" y="887"/>
                    <a:pt x="9247" y="972"/>
                    <a:pt x="9247" y="1051"/>
                  </a:cubicBezTo>
                  <a:cubicBezTo>
                    <a:pt x="9247" y="1104"/>
                    <a:pt x="9241" y="1135"/>
                    <a:pt x="9241" y="1188"/>
                  </a:cubicBezTo>
                  <a:cubicBezTo>
                    <a:pt x="9241" y="1202"/>
                    <a:pt x="9242" y="1209"/>
                    <a:pt x="9243" y="1223"/>
                  </a:cubicBezTo>
                  <a:cubicBezTo>
                    <a:pt x="9273" y="1181"/>
                    <a:pt x="9312" y="1169"/>
                    <a:pt x="9312" y="1094"/>
                  </a:cubicBezTo>
                  <a:lnTo>
                    <a:pt x="9312" y="938"/>
                  </a:lnTo>
                  <a:cubicBezTo>
                    <a:pt x="9345" y="948"/>
                    <a:pt x="9344" y="1029"/>
                    <a:pt x="9349" y="1097"/>
                  </a:cubicBezTo>
                  <a:cubicBezTo>
                    <a:pt x="9353" y="1149"/>
                    <a:pt x="9359" y="1181"/>
                    <a:pt x="9372" y="1227"/>
                  </a:cubicBezTo>
                  <a:cubicBezTo>
                    <a:pt x="9383" y="1272"/>
                    <a:pt x="9409" y="1248"/>
                    <a:pt x="9434" y="1252"/>
                  </a:cubicBezTo>
                  <a:cubicBezTo>
                    <a:pt x="9436" y="1299"/>
                    <a:pt x="9446" y="1324"/>
                    <a:pt x="9446" y="1371"/>
                  </a:cubicBezTo>
                  <a:cubicBezTo>
                    <a:pt x="9446" y="1429"/>
                    <a:pt x="9409" y="1418"/>
                    <a:pt x="9384" y="1445"/>
                  </a:cubicBezTo>
                  <a:cubicBezTo>
                    <a:pt x="9393" y="1486"/>
                    <a:pt x="9398" y="1511"/>
                    <a:pt x="9410" y="1549"/>
                  </a:cubicBezTo>
                  <a:cubicBezTo>
                    <a:pt x="9424" y="1597"/>
                    <a:pt x="9446" y="1615"/>
                    <a:pt x="9446" y="1671"/>
                  </a:cubicBezTo>
                  <a:cubicBezTo>
                    <a:pt x="9446" y="1738"/>
                    <a:pt x="9409" y="1763"/>
                    <a:pt x="9377" y="1763"/>
                  </a:cubicBezTo>
                  <a:cubicBezTo>
                    <a:pt x="9355" y="1763"/>
                    <a:pt x="9343" y="1744"/>
                    <a:pt x="9321" y="1738"/>
                  </a:cubicBezTo>
                  <a:cubicBezTo>
                    <a:pt x="9297" y="1731"/>
                    <a:pt x="9279" y="1738"/>
                    <a:pt x="9259" y="1709"/>
                  </a:cubicBezTo>
                  <a:cubicBezTo>
                    <a:pt x="9226" y="1662"/>
                    <a:pt x="9215" y="1583"/>
                    <a:pt x="9174" y="1583"/>
                  </a:cubicBezTo>
                  <a:cubicBezTo>
                    <a:pt x="9159" y="1583"/>
                    <a:pt x="9155" y="1621"/>
                    <a:pt x="9140" y="1621"/>
                  </a:cubicBezTo>
                  <a:cubicBezTo>
                    <a:pt x="9136" y="1621"/>
                    <a:pt x="9133" y="1618"/>
                    <a:pt x="9128" y="1617"/>
                  </a:cubicBezTo>
                  <a:lnTo>
                    <a:pt x="9128" y="1540"/>
                  </a:lnTo>
                  <a:cubicBezTo>
                    <a:pt x="9128" y="1488"/>
                    <a:pt x="9129" y="1447"/>
                    <a:pt x="9110" y="1411"/>
                  </a:cubicBezTo>
                  <a:cubicBezTo>
                    <a:pt x="9102" y="1397"/>
                    <a:pt x="9096" y="1386"/>
                    <a:pt x="9086" y="1382"/>
                  </a:cubicBezTo>
                  <a:cubicBezTo>
                    <a:pt x="9073" y="1376"/>
                    <a:pt x="9052" y="1389"/>
                    <a:pt x="9052" y="1361"/>
                  </a:cubicBezTo>
                  <a:cubicBezTo>
                    <a:pt x="9052" y="1339"/>
                    <a:pt x="9060" y="1331"/>
                    <a:pt x="9064" y="1311"/>
                  </a:cubicBezTo>
                  <a:cubicBezTo>
                    <a:pt x="9068" y="1288"/>
                    <a:pt x="9065" y="1271"/>
                    <a:pt x="9070" y="1248"/>
                  </a:cubicBezTo>
                  <a:cubicBezTo>
                    <a:pt x="9075" y="1223"/>
                    <a:pt x="9090" y="1215"/>
                    <a:pt x="9090" y="1187"/>
                  </a:cubicBezTo>
                  <a:cubicBezTo>
                    <a:pt x="9090" y="1145"/>
                    <a:pt x="9066" y="1135"/>
                    <a:pt x="9066" y="1093"/>
                  </a:cubicBezTo>
                  <a:cubicBezTo>
                    <a:pt x="9066" y="1041"/>
                    <a:pt x="9098" y="1043"/>
                    <a:pt x="9120" y="1026"/>
                  </a:cubicBezTo>
                  <a:cubicBezTo>
                    <a:pt x="9144" y="1007"/>
                    <a:pt x="9160" y="988"/>
                    <a:pt x="9172" y="942"/>
                  </a:cubicBezTo>
                  <a:cubicBezTo>
                    <a:pt x="9178" y="920"/>
                    <a:pt x="9178" y="887"/>
                    <a:pt x="9191" y="887"/>
                  </a:cubicBezTo>
                  <a:cubicBezTo>
                    <a:pt x="9191" y="887"/>
                    <a:pt x="9191" y="887"/>
                    <a:pt x="9191" y="887"/>
                  </a:cubicBezTo>
                  <a:close/>
                  <a:moveTo>
                    <a:pt x="9098" y="250"/>
                  </a:moveTo>
                  <a:cubicBezTo>
                    <a:pt x="9081" y="278"/>
                    <a:pt x="9081" y="314"/>
                    <a:pt x="9080" y="360"/>
                  </a:cubicBezTo>
                  <a:cubicBezTo>
                    <a:pt x="9079" y="388"/>
                    <a:pt x="9087" y="407"/>
                    <a:pt x="9080" y="431"/>
                  </a:cubicBezTo>
                  <a:cubicBezTo>
                    <a:pt x="9075" y="448"/>
                    <a:pt x="9065" y="446"/>
                    <a:pt x="9056" y="451"/>
                  </a:cubicBezTo>
                  <a:cubicBezTo>
                    <a:pt x="9033" y="465"/>
                    <a:pt x="9022" y="490"/>
                    <a:pt x="9005" y="523"/>
                  </a:cubicBezTo>
                  <a:cubicBezTo>
                    <a:pt x="8980" y="571"/>
                    <a:pt x="8971" y="615"/>
                    <a:pt x="8963" y="686"/>
                  </a:cubicBezTo>
                  <a:cubicBezTo>
                    <a:pt x="8957" y="750"/>
                    <a:pt x="8937" y="773"/>
                    <a:pt x="8921" y="829"/>
                  </a:cubicBezTo>
                  <a:cubicBezTo>
                    <a:pt x="8935" y="852"/>
                    <a:pt x="8950" y="835"/>
                    <a:pt x="8967" y="841"/>
                  </a:cubicBezTo>
                  <a:cubicBezTo>
                    <a:pt x="8984" y="847"/>
                    <a:pt x="8991" y="870"/>
                    <a:pt x="9003" y="892"/>
                  </a:cubicBezTo>
                  <a:cubicBezTo>
                    <a:pt x="9014" y="912"/>
                    <a:pt x="9013" y="941"/>
                    <a:pt x="9026" y="959"/>
                  </a:cubicBezTo>
                  <a:cubicBezTo>
                    <a:pt x="9039" y="978"/>
                    <a:pt x="9051" y="984"/>
                    <a:pt x="9068" y="984"/>
                  </a:cubicBezTo>
                  <a:cubicBezTo>
                    <a:pt x="9110" y="984"/>
                    <a:pt x="9119" y="886"/>
                    <a:pt x="9160" y="867"/>
                  </a:cubicBezTo>
                  <a:cubicBezTo>
                    <a:pt x="9188" y="854"/>
                    <a:pt x="9223" y="851"/>
                    <a:pt x="9223" y="793"/>
                  </a:cubicBezTo>
                  <a:cubicBezTo>
                    <a:pt x="9223" y="739"/>
                    <a:pt x="9215" y="707"/>
                    <a:pt x="9215" y="653"/>
                  </a:cubicBezTo>
                  <a:cubicBezTo>
                    <a:pt x="9215" y="614"/>
                    <a:pt x="9223" y="593"/>
                    <a:pt x="9223" y="554"/>
                  </a:cubicBezTo>
                  <a:cubicBezTo>
                    <a:pt x="9223" y="511"/>
                    <a:pt x="9199" y="506"/>
                    <a:pt x="9186" y="473"/>
                  </a:cubicBezTo>
                  <a:cubicBezTo>
                    <a:pt x="9178" y="448"/>
                    <a:pt x="9179" y="423"/>
                    <a:pt x="9170" y="401"/>
                  </a:cubicBezTo>
                  <a:cubicBezTo>
                    <a:pt x="9166" y="391"/>
                    <a:pt x="9157" y="393"/>
                    <a:pt x="9154" y="380"/>
                  </a:cubicBezTo>
                  <a:cubicBezTo>
                    <a:pt x="9146" y="337"/>
                    <a:pt x="9142" y="305"/>
                    <a:pt x="9124" y="276"/>
                  </a:cubicBezTo>
                  <a:cubicBezTo>
                    <a:pt x="9117" y="264"/>
                    <a:pt x="9104" y="265"/>
                    <a:pt x="9098" y="250"/>
                  </a:cubicBezTo>
                  <a:cubicBezTo>
                    <a:pt x="9098" y="250"/>
                    <a:pt x="9098" y="250"/>
                    <a:pt x="9098" y="250"/>
                  </a:cubicBezTo>
                  <a:close/>
                  <a:moveTo>
                    <a:pt x="8120" y="5250"/>
                  </a:moveTo>
                  <a:cubicBezTo>
                    <a:pt x="8120" y="5297"/>
                    <a:pt x="8118" y="5363"/>
                    <a:pt x="8140" y="5363"/>
                  </a:cubicBezTo>
                  <a:cubicBezTo>
                    <a:pt x="8178" y="5363"/>
                    <a:pt x="8219" y="5317"/>
                    <a:pt x="8219" y="5237"/>
                  </a:cubicBezTo>
                  <a:cubicBezTo>
                    <a:pt x="8219" y="5216"/>
                    <a:pt x="8208" y="5209"/>
                    <a:pt x="8199" y="5200"/>
                  </a:cubicBezTo>
                  <a:cubicBezTo>
                    <a:pt x="8170" y="5172"/>
                    <a:pt x="8120" y="5183"/>
                    <a:pt x="8120" y="5250"/>
                  </a:cubicBezTo>
                  <a:cubicBezTo>
                    <a:pt x="8120" y="5250"/>
                    <a:pt x="8120" y="5250"/>
                    <a:pt x="8120" y="5250"/>
                  </a:cubicBezTo>
                  <a:close/>
                  <a:moveTo>
                    <a:pt x="8011" y="4642"/>
                  </a:moveTo>
                  <a:cubicBezTo>
                    <a:pt x="8011" y="4656"/>
                    <a:pt x="8010" y="4664"/>
                    <a:pt x="8010" y="4677"/>
                  </a:cubicBezTo>
                  <a:cubicBezTo>
                    <a:pt x="8010" y="4708"/>
                    <a:pt x="8021" y="4724"/>
                    <a:pt x="8021" y="4756"/>
                  </a:cubicBezTo>
                  <a:lnTo>
                    <a:pt x="8037" y="4756"/>
                  </a:lnTo>
                  <a:cubicBezTo>
                    <a:pt x="8052" y="4756"/>
                    <a:pt x="8058" y="4737"/>
                    <a:pt x="8072" y="4726"/>
                  </a:cubicBezTo>
                  <a:cubicBezTo>
                    <a:pt x="8089" y="4713"/>
                    <a:pt x="8106" y="4694"/>
                    <a:pt x="8106" y="4655"/>
                  </a:cubicBezTo>
                  <a:cubicBezTo>
                    <a:pt x="8106" y="4624"/>
                    <a:pt x="8084" y="4616"/>
                    <a:pt x="8070" y="4622"/>
                  </a:cubicBezTo>
                  <a:cubicBezTo>
                    <a:pt x="8047" y="4630"/>
                    <a:pt x="8035" y="4642"/>
                    <a:pt x="8011" y="4642"/>
                  </a:cubicBezTo>
                  <a:cubicBezTo>
                    <a:pt x="8011" y="4642"/>
                    <a:pt x="8011" y="4642"/>
                    <a:pt x="8011" y="4642"/>
                  </a:cubicBezTo>
                  <a:close/>
                  <a:moveTo>
                    <a:pt x="7873" y="4835"/>
                  </a:moveTo>
                  <a:cubicBezTo>
                    <a:pt x="7873" y="4871"/>
                    <a:pt x="7879" y="4892"/>
                    <a:pt x="7879" y="4928"/>
                  </a:cubicBezTo>
                  <a:lnTo>
                    <a:pt x="7910" y="4928"/>
                  </a:lnTo>
                  <a:cubicBezTo>
                    <a:pt x="7928" y="4928"/>
                    <a:pt x="7949" y="4916"/>
                    <a:pt x="7949" y="4879"/>
                  </a:cubicBezTo>
                  <a:cubicBezTo>
                    <a:pt x="7949" y="4815"/>
                    <a:pt x="7903" y="4827"/>
                    <a:pt x="7873" y="4835"/>
                  </a:cubicBezTo>
                  <a:cubicBezTo>
                    <a:pt x="7873" y="4835"/>
                    <a:pt x="7873" y="4835"/>
                    <a:pt x="7873" y="4835"/>
                  </a:cubicBezTo>
                  <a:close/>
                  <a:moveTo>
                    <a:pt x="7659" y="4714"/>
                  </a:moveTo>
                  <a:cubicBezTo>
                    <a:pt x="7640" y="4707"/>
                    <a:pt x="7630" y="4709"/>
                    <a:pt x="7611" y="4709"/>
                  </a:cubicBezTo>
                  <a:cubicBezTo>
                    <a:pt x="7594" y="4709"/>
                    <a:pt x="7583" y="4693"/>
                    <a:pt x="7569" y="4709"/>
                  </a:cubicBezTo>
                  <a:cubicBezTo>
                    <a:pt x="7556" y="4725"/>
                    <a:pt x="7560" y="4761"/>
                    <a:pt x="7549" y="4781"/>
                  </a:cubicBezTo>
                  <a:cubicBezTo>
                    <a:pt x="7532" y="4810"/>
                    <a:pt x="7520" y="4825"/>
                    <a:pt x="7509" y="4865"/>
                  </a:cubicBezTo>
                  <a:cubicBezTo>
                    <a:pt x="7531" y="4884"/>
                    <a:pt x="7541" y="4919"/>
                    <a:pt x="7565" y="4919"/>
                  </a:cubicBezTo>
                  <a:cubicBezTo>
                    <a:pt x="7573" y="4919"/>
                    <a:pt x="7577" y="4901"/>
                    <a:pt x="7585" y="4898"/>
                  </a:cubicBezTo>
                  <a:cubicBezTo>
                    <a:pt x="7614" y="4887"/>
                    <a:pt x="7631" y="4894"/>
                    <a:pt x="7659" y="4881"/>
                  </a:cubicBezTo>
                  <a:cubicBezTo>
                    <a:pt x="7678" y="4873"/>
                    <a:pt x="7680" y="4827"/>
                    <a:pt x="7680" y="4787"/>
                  </a:cubicBezTo>
                  <a:cubicBezTo>
                    <a:pt x="7680" y="4764"/>
                    <a:pt x="7668" y="4726"/>
                    <a:pt x="7659" y="4714"/>
                  </a:cubicBezTo>
                  <a:cubicBezTo>
                    <a:pt x="7659" y="4714"/>
                    <a:pt x="7659" y="4714"/>
                    <a:pt x="7659" y="4714"/>
                  </a:cubicBezTo>
                  <a:close/>
                  <a:moveTo>
                    <a:pt x="6829" y="1059"/>
                  </a:moveTo>
                  <a:cubicBezTo>
                    <a:pt x="6840" y="1083"/>
                    <a:pt x="6852" y="1084"/>
                    <a:pt x="6868" y="1084"/>
                  </a:cubicBezTo>
                  <a:cubicBezTo>
                    <a:pt x="6881" y="1084"/>
                    <a:pt x="6888" y="1093"/>
                    <a:pt x="6901" y="1093"/>
                  </a:cubicBezTo>
                  <a:cubicBezTo>
                    <a:pt x="6919" y="1093"/>
                    <a:pt x="6929" y="1071"/>
                    <a:pt x="6941" y="1042"/>
                  </a:cubicBezTo>
                  <a:lnTo>
                    <a:pt x="6939" y="1000"/>
                  </a:lnTo>
                  <a:cubicBezTo>
                    <a:pt x="6894" y="993"/>
                    <a:pt x="6855" y="985"/>
                    <a:pt x="6829" y="1059"/>
                  </a:cubicBezTo>
                  <a:cubicBezTo>
                    <a:pt x="6829" y="1059"/>
                    <a:pt x="6829" y="1059"/>
                    <a:pt x="6829" y="1059"/>
                  </a:cubicBezTo>
                  <a:close/>
                  <a:moveTo>
                    <a:pt x="7052" y="883"/>
                  </a:moveTo>
                  <a:cubicBezTo>
                    <a:pt x="7038" y="883"/>
                    <a:pt x="7027" y="895"/>
                    <a:pt x="7016" y="879"/>
                  </a:cubicBezTo>
                  <a:cubicBezTo>
                    <a:pt x="7003" y="862"/>
                    <a:pt x="6998" y="837"/>
                    <a:pt x="6983" y="837"/>
                  </a:cubicBezTo>
                  <a:lnTo>
                    <a:pt x="6981" y="808"/>
                  </a:lnTo>
                  <a:cubicBezTo>
                    <a:pt x="6999" y="763"/>
                    <a:pt x="7024" y="778"/>
                    <a:pt x="7052" y="778"/>
                  </a:cubicBezTo>
                  <a:cubicBezTo>
                    <a:pt x="7056" y="779"/>
                    <a:pt x="7058" y="774"/>
                    <a:pt x="7062" y="774"/>
                  </a:cubicBezTo>
                  <a:cubicBezTo>
                    <a:pt x="7075" y="774"/>
                    <a:pt x="7076" y="813"/>
                    <a:pt x="7076" y="841"/>
                  </a:cubicBezTo>
                  <a:cubicBezTo>
                    <a:pt x="7076" y="867"/>
                    <a:pt x="7063" y="874"/>
                    <a:pt x="7052" y="883"/>
                  </a:cubicBezTo>
                  <a:cubicBezTo>
                    <a:pt x="7052" y="883"/>
                    <a:pt x="7052" y="883"/>
                    <a:pt x="7052" y="883"/>
                  </a:cubicBezTo>
                  <a:close/>
                  <a:moveTo>
                    <a:pt x="7148" y="825"/>
                  </a:moveTo>
                  <a:lnTo>
                    <a:pt x="7148" y="867"/>
                  </a:lnTo>
                  <a:cubicBezTo>
                    <a:pt x="7149" y="874"/>
                    <a:pt x="7152" y="879"/>
                    <a:pt x="7152" y="887"/>
                  </a:cubicBezTo>
                  <a:cubicBezTo>
                    <a:pt x="7152" y="917"/>
                    <a:pt x="7140" y="929"/>
                    <a:pt x="7138" y="959"/>
                  </a:cubicBezTo>
                  <a:cubicBezTo>
                    <a:pt x="7142" y="961"/>
                    <a:pt x="7144" y="967"/>
                    <a:pt x="7148" y="967"/>
                  </a:cubicBezTo>
                  <a:cubicBezTo>
                    <a:pt x="7160" y="967"/>
                    <a:pt x="7163" y="943"/>
                    <a:pt x="7173" y="929"/>
                  </a:cubicBezTo>
                  <a:cubicBezTo>
                    <a:pt x="7194" y="900"/>
                    <a:pt x="7213" y="884"/>
                    <a:pt x="7219" y="833"/>
                  </a:cubicBezTo>
                  <a:lnTo>
                    <a:pt x="7217" y="808"/>
                  </a:lnTo>
                  <a:cubicBezTo>
                    <a:pt x="7190" y="808"/>
                    <a:pt x="7175" y="825"/>
                    <a:pt x="7148" y="825"/>
                  </a:cubicBezTo>
                  <a:cubicBezTo>
                    <a:pt x="7148" y="825"/>
                    <a:pt x="7148" y="825"/>
                    <a:pt x="7148" y="825"/>
                  </a:cubicBezTo>
                  <a:close/>
                  <a:moveTo>
                    <a:pt x="7305" y="762"/>
                  </a:moveTo>
                  <a:cubicBezTo>
                    <a:pt x="7297" y="762"/>
                    <a:pt x="7293" y="765"/>
                    <a:pt x="7285" y="766"/>
                  </a:cubicBezTo>
                  <a:cubicBezTo>
                    <a:pt x="7285" y="802"/>
                    <a:pt x="7289" y="826"/>
                    <a:pt x="7283" y="858"/>
                  </a:cubicBezTo>
                  <a:cubicBezTo>
                    <a:pt x="7278" y="884"/>
                    <a:pt x="7261" y="884"/>
                    <a:pt x="7261" y="913"/>
                  </a:cubicBezTo>
                  <a:cubicBezTo>
                    <a:pt x="7261" y="931"/>
                    <a:pt x="7272" y="938"/>
                    <a:pt x="7281" y="938"/>
                  </a:cubicBezTo>
                  <a:cubicBezTo>
                    <a:pt x="7295" y="938"/>
                    <a:pt x="7298" y="901"/>
                    <a:pt x="7311" y="896"/>
                  </a:cubicBezTo>
                  <a:cubicBezTo>
                    <a:pt x="7323" y="892"/>
                    <a:pt x="7331" y="896"/>
                    <a:pt x="7344" y="896"/>
                  </a:cubicBezTo>
                  <a:cubicBezTo>
                    <a:pt x="7344" y="884"/>
                    <a:pt x="7346" y="879"/>
                    <a:pt x="7346" y="868"/>
                  </a:cubicBezTo>
                  <a:cubicBezTo>
                    <a:pt x="7346" y="815"/>
                    <a:pt x="7330" y="762"/>
                    <a:pt x="7305" y="762"/>
                  </a:cubicBezTo>
                  <a:cubicBezTo>
                    <a:pt x="7305" y="762"/>
                    <a:pt x="7305" y="762"/>
                    <a:pt x="7305" y="762"/>
                  </a:cubicBezTo>
                  <a:close/>
                  <a:moveTo>
                    <a:pt x="7269" y="561"/>
                  </a:moveTo>
                  <a:cubicBezTo>
                    <a:pt x="7269" y="534"/>
                    <a:pt x="7274" y="510"/>
                    <a:pt x="7265" y="493"/>
                  </a:cubicBezTo>
                  <a:cubicBezTo>
                    <a:pt x="7256" y="475"/>
                    <a:pt x="7243" y="484"/>
                    <a:pt x="7231" y="477"/>
                  </a:cubicBezTo>
                  <a:cubicBezTo>
                    <a:pt x="7218" y="469"/>
                    <a:pt x="7212" y="451"/>
                    <a:pt x="7198" y="451"/>
                  </a:cubicBezTo>
                  <a:lnTo>
                    <a:pt x="7183" y="451"/>
                  </a:lnTo>
                  <a:lnTo>
                    <a:pt x="7183" y="490"/>
                  </a:lnTo>
                  <a:cubicBezTo>
                    <a:pt x="7183" y="540"/>
                    <a:pt x="7212" y="543"/>
                    <a:pt x="7223" y="586"/>
                  </a:cubicBezTo>
                  <a:cubicBezTo>
                    <a:pt x="7233" y="627"/>
                    <a:pt x="7236" y="682"/>
                    <a:pt x="7259" y="682"/>
                  </a:cubicBezTo>
                  <a:cubicBezTo>
                    <a:pt x="7265" y="682"/>
                    <a:pt x="7269" y="669"/>
                    <a:pt x="7269" y="656"/>
                  </a:cubicBezTo>
                  <a:lnTo>
                    <a:pt x="7269" y="561"/>
                  </a:lnTo>
                  <a:cubicBezTo>
                    <a:pt x="7269" y="561"/>
                    <a:pt x="7269" y="561"/>
                    <a:pt x="7269" y="561"/>
                  </a:cubicBezTo>
                  <a:close/>
                  <a:moveTo>
                    <a:pt x="7678" y="297"/>
                  </a:moveTo>
                  <a:cubicBezTo>
                    <a:pt x="7676" y="337"/>
                    <a:pt x="7684" y="366"/>
                    <a:pt x="7676" y="401"/>
                  </a:cubicBezTo>
                  <a:cubicBezTo>
                    <a:pt x="7664" y="448"/>
                    <a:pt x="7637" y="461"/>
                    <a:pt x="7637" y="514"/>
                  </a:cubicBezTo>
                  <a:cubicBezTo>
                    <a:pt x="7637" y="546"/>
                    <a:pt x="7653" y="561"/>
                    <a:pt x="7668" y="561"/>
                  </a:cubicBezTo>
                  <a:cubicBezTo>
                    <a:pt x="7702" y="561"/>
                    <a:pt x="7715" y="503"/>
                    <a:pt x="7740" y="456"/>
                  </a:cubicBezTo>
                  <a:cubicBezTo>
                    <a:pt x="7762" y="413"/>
                    <a:pt x="7794" y="401"/>
                    <a:pt x="7794" y="337"/>
                  </a:cubicBezTo>
                  <a:lnTo>
                    <a:pt x="7794" y="318"/>
                  </a:lnTo>
                  <a:cubicBezTo>
                    <a:pt x="7773" y="306"/>
                    <a:pt x="7760" y="316"/>
                    <a:pt x="7738" y="313"/>
                  </a:cubicBezTo>
                  <a:cubicBezTo>
                    <a:pt x="7714" y="310"/>
                    <a:pt x="7701" y="297"/>
                    <a:pt x="7678" y="297"/>
                  </a:cubicBezTo>
                  <a:cubicBezTo>
                    <a:pt x="7678" y="297"/>
                    <a:pt x="7678" y="297"/>
                    <a:pt x="7678" y="297"/>
                  </a:cubicBezTo>
                  <a:close/>
                  <a:moveTo>
                    <a:pt x="7456" y="603"/>
                  </a:moveTo>
                  <a:lnTo>
                    <a:pt x="7440" y="603"/>
                  </a:lnTo>
                  <a:cubicBezTo>
                    <a:pt x="7439" y="628"/>
                    <a:pt x="7442" y="644"/>
                    <a:pt x="7440" y="669"/>
                  </a:cubicBezTo>
                  <a:cubicBezTo>
                    <a:pt x="7437" y="701"/>
                    <a:pt x="7419" y="700"/>
                    <a:pt x="7412" y="728"/>
                  </a:cubicBezTo>
                  <a:cubicBezTo>
                    <a:pt x="7406" y="751"/>
                    <a:pt x="7405" y="769"/>
                    <a:pt x="7405" y="796"/>
                  </a:cubicBezTo>
                  <a:cubicBezTo>
                    <a:pt x="7405" y="817"/>
                    <a:pt x="7404" y="829"/>
                    <a:pt x="7405" y="850"/>
                  </a:cubicBezTo>
                  <a:lnTo>
                    <a:pt x="7427" y="850"/>
                  </a:lnTo>
                  <a:cubicBezTo>
                    <a:pt x="7458" y="850"/>
                    <a:pt x="7452" y="740"/>
                    <a:pt x="7482" y="732"/>
                  </a:cubicBezTo>
                  <a:cubicBezTo>
                    <a:pt x="7509" y="726"/>
                    <a:pt x="7543" y="723"/>
                    <a:pt x="7543" y="669"/>
                  </a:cubicBezTo>
                  <a:lnTo>
                    <a:pt x="7543" y="636"/>
                  </a:lnTo>
                  <a:cubicBezTo>
                    <a:pt x="7509" y="636"/>
                    <a:pt x="7490" y="603"/>
                    <a:pt x="7456" y="603"/>
                  </a:cubicBezTo>
                  <a:cubicBezTo>
                    <a:pt x="7456" y="603"/>
                    <a:pt x="7456" y="603"/>
                    <a:pt x="7456" y="603"/>
                  </a:cubicBezTo>
                  <a:close/>
                  <a:moveTo>
                    <a:pt x="6770" y="644"/>
                  </a:moveTo>
                  <a:cubicBezTo>
                    <a:pt x="6788" y="570"/>
                    <a:pt x="6824" y="576"/>
                    <a:pt x="6861" y="561"/>
                  </a:cubicBezTo>
                  <a:cubicBezTo>
                    <a:pt x="6888" y="549"/>
                    <a:pt x="6906" y="551"/>
                    <a:pt x="6933" y="531"/>
                  </a:cubicBezTo>
                  <a:cubicBezTo>
                    <a:pt x="6946" y="522"/>
                    <a:pt x="6952" y="504"/>
                    <a:pt x="6965" y="502"/>
                  </a:cubicBezTo>
                  <a:cubicBezTo>
                    <a:pt x="6965" y="533"/>
                    <a:pt x="6963" y="550"/>
                    <a:pt x="6965" y="582"/>
                  </a:cubicBezTo>
                  <a:cubicBezTo>
                    <a:pt x="6967" y="606"/>
                    <a:pt x="6979" y="615"/>
                    <a:pt x="6979" y="640"/>
                  </a:cubicBezTo>
                  <a:cubicBezTo>
                    <a:pt x="6979" y="728"/>
                    <a:pt x="6929" y="757"/>
                    <a:pt x="6887" y="757"/>
                  </a:cubicBezTo>
                  <a:cubicBezTo>
                    <a:pt x="6873" y="757"/>
                    <a:pt x="6865" y="749"/>
                    <a:pt x="6851" y="749"/>
                  </a:cubicBezTo>
                  <a:cubicBezTo>
                    <a:pt x="6801" y="749"/>
                    <a:pt x="6798" y="868"/>
                    <a:pt x="6766" y="950"/>
                  </a:cubicBezTo>
                  <a:cubicBezTo>
                    <a:pt x="6747" y="930"/>
                    <a:pt x="6750" y="885"/>
                    <a:pt x="6750" y="841"/>
                  </a:cubicBezTo>
                  <a:cubicBezTo>
                    <a:pt x="6729" y="834"/>
                    <a:pt x="6704" y="826"/>
                    <a:pt x="6704" y="783"/>
                  </a:cubicBezTo>
                  <a:cubicBezTo>
                    <a:pt x="6704" y="749"/>
                    <a:pt x="6723" y="746"/>
                    <a:pt x="6736" y="728"/>
                  </a:cubicBezTo>
                  <a:cubicBezTo>
                    <a:pt x="6753" y="705"/>
                    <a:pt x="6764" y="693"/>
                    <a:pt x="6784" y="686"/>
                  </a:cubicBezTo>
                  <a:lnTo>
                    <a:pt x="6770" y="644"/>
                  </a:lnTo>
                  <a:cubicBezTo>
                    <a:pt x="6770" y="644"/>
                    <a:pt x="6770" y="644"/>
                    <a:pt x="6770" y="644"/>
                  </a:cubicBezTo>
                  <a:close/>
                  <a:moveTo>
                    <a:pt x="6760" y="460"/>
                  </a:moveTo>
                  <a:cubicBezTo>
                    <a:pt x="6730" y="460"/>
                    <a:pt x="6718" y="509"/>
                    <a:pt x="6690" y="531"/>
                  </a:cubicBezTo>
                  <a:cubicBezTo>
                    <a:pt x="6674" y="544"/>
                    <a:pt x="6662" y="543"/>
                    <a:pt x="6647" y="561"/>
                  </a:cubicBezTo>
                  <a:cubicBezTo>
                    <a:pt x="6613" y="603"/>
                    <a:pt x="6557" y="577"/>
                    <a:pt x="6557" y="661"/>
                  </a:cubicBezTo>
                  <a:cubicBezTo>
                    <a:pt x="6557" y="691"/>
                    <a:pt x="6576" y="695"/>
                    <a:pt x="6591" y="695"/>
                  </a:cubicBezTo>
                  <a:cubicBezTo>
                    <a:pt x="6614" y="695"/>
                    <a:pt x="6625" y="661"/>
                    <a:pt x="6647" y="661"/>
                  </a:cubicBezTo>
                  <a:cubicBezTo>
                    <a:pt x="6657" y="661"/>
                    <a:pt x="6662" y="678"/>
                    <a:pt x="6672" y="678"/>
                  </a:cubicBezTo>
                  <a:cubicBezTo>
                    <a:pt x="6689" y="678"/>
                    <a:pt x="6688" y="631"/>
                    <a:pt x="6702" y="611"/>
                  </a:cubicBezTo>
                  <a:cubicBezTo>
                    <a:pt x="6714" y="593"/>
                    <a:pt x="6722" y="585"/>
                    <a:pt x="6736" y="573"/>
                  </a:cubicBezTo>
                  <a:cubicBezTo>
                    <a:pt x="6761" y="551"/>
                    <a:pt x="6798" y="562"/>
                    <a:pt x="6798" y="506"/>
                  </a:cubicBezTo>
                  <a:cubicBezTo>
                    <a:pt x="6798" y="470"/>
                    <a:pt x="6777" y="460"/>
                    <a:pt x="6760" y="460"/>
                  </a:cubicBezTo>
                  <a:cubicBezTo>
                    <a:pt x="6760" y="460"/>
                    <a:pt x="6760" y="460"/>
                    <a:pt x="6760" y="460"/>
                  </a:cubicBezTo>
                  <a:close/>
                  <a:moveTo>
                    <a:pt x="7635" y="2765"/>
                  </a:moveTo>
                  <a:cubicBezTo>
                    <a:pt x="7647" y="2799"/>
                    <a:pt x="7667" y="2822"/>
                    <a:pt x="7667" y="2865"/>
                  </a:cubicBezTo>
                  <a:cubicBezTo>
                    <a:pt x="7667" y="2908"/>
                    <a:pt x="7662" y="2932"/>
                    <a:pt x="7659" y="2974"/>
                  </a:cubicBezTo>
                  <a:cubicBezTo>
                    <a:pt x="7658" y="3000"/>
                    <a:pt x="7664" y="3021"/>
                    <a:pt x="7657" y="3042"/>
                  </a:cubicBezTo>
                  <a:cubicBezTo>
                    <a:pt x="7647" y="3070"/>
                    <a:pt x="7624" y="3050"/>
                    <a:pt x="7617" y="3084"/>
                  </a:cubicBezTo>
                  <a:cubicBezTo>
                    <a:pt x="7606" y="3137"/>
                    <a:pt x="7605" y="3169"/>
                    <a:pt x="7593" y="3222"/>
                  </a:cubicBezTo>
                  <a:cubicBezTo>
                    <a:pt x="7577" y="3292"/>
                    <a:pt x="7545" y="3302"/>
                    <a:pt x="7509" y="3318"/>
                  </a:cubicBezTo>
                  <a:cubicBezTo>
                    <a:pt x="7487" y="3327"/>
                    <a:pt x="7469" y="3311"/>
                    <a:pt x="7452" y="3339"/>
                  </a:cubicBezTo>
                  <a:cubicBezTo>
                    <a:pt x="7438" y="3363"/>
                    <a:pt x="7438" y="3411"/>
                    <a:pt x="7420" y="3411"/>
                  </a:cubicBezTo>
                  <a:lnTo>
                    <a:pt x="7340" y="3411"/>
                  </a:lnTo>
                  <a:cubicBezTo>
                    <a:pt x="7322" y="3411"/>
                    <a:pt x="7316" y="3442"/>
                    <a:pt x="7299" y="3456"/>
                  </a:cubicBezTo>
                  <a:cubicBezTo>
                    <a:pt x="7282" y="3471"/>
                    <a:pt x="7270" y="3473"/>
                    <a:pt x="7251" y="3473"/>
                  </a:cubicBezTo>
                  <a:cubicBezTo>
                    <a:pt x="7226" y="3473"/>
                    <a:pt x="7212" y="3472"/>
                    <a:pt x="7187" y="3472"/>
                  </a:cubicBezTo>
                  <a:cubicBezTo>
                    <a:pt x="7160" y="3472"/>
                    <a:pt x="7169" y="3555"/>
                    <a:pt x="7169" y="3612"/>
                  </a:cubicBezTo>
                  <a:lnTo>
                    <a:pt x="7153" y="3612"/>
                  </a:lnTo>
                  <a:cubicBezTo>
                    <a:pt x="7145" y="3612"/>
                    <a:pt x="7140" y="3599"/>
                    <a:pt x="7132" y="3599"/>
                  </a:cubicBezTo>
                  <a:cubicBezTo>
                    <a:pt x="7114" y="3599"/>
                    <a:pt x="7108" y="3633"/>
                    <a:pt x="7094" y="3658"/>
                  </a:cubicBezTo>
                  <a:cubicBezTo>
                    <a:pt x="7078" y="3687"/>
                    <a:pt x="7068" y="3704"/>
                    <a:pt x="7052" y="3737"/>
                  </a:cubicBezTo>
                  <a:cubicBezTo>
                    <a:pt x="7038" y="3785"/>
                    <a:pt x="7022" y="3812"/>
                    <a:pt x="6996" y="3812"/>
                  </a:cubicBezTo>
                  <a:cubicBezTo>
                    <a:pt x="6980" y="3812"/>
                    <a:pt x="6971" y="3808"/>
                    <a:pt x="6956" y="3808"/>
                  </a:cubicBezTo>
                  <a:cubicBezTo>
                    <a:pt x="6941" y="3808"/>
                    <a:pt x="6926" y="3794"/>
                    <a:pt x="6917" y="3817"/>
                  </a:cubicBezTo>
                  <a:cubicBezTo>
                    <a:pt x="6892" y="3878"/>
                    <a:pt x="6883" y="3953"/>
                    <a:pt x="6845" y="3959"/>
                  </a:cubicBezTo>
                  <a:cubicBezTo>
                    <a:pt x="6821" y="3962"/>
                    <a:pt x="6819" y="4017"/>
                    <a:pt x="6804" y="4051"/>
                  </a:cubicBezTo>
                  <a:cubicBezTo>
                    <a:pt x="6791" y="4082"/>
                    <a:pt x="6769" y="4067"/>
                    <a:pt x="6758" y="4102"/>
                  </a:cubicBezTo>
                  <a:cubicBezTo>
                    <a:pt x="6751" y="4126"/>
                    <a:pt x="6752" y="4147"/>
                    <a:pt x="6746" y="4173"/>
                  </a:cubicBezTo>
                  <a:cubicBezTo>
                    <a:pt x="6722" y="4147"/>
                    <a:pt x="6729" y="4073"/>
                    <a:pt x="6702" y="4060"/>
                  </a:cubicBezTo>
                  <a:cubicBezTo>
                    <a:pt x="6699" y="4088"/>
                    <a:pt x="6694" y="4103"/>
                    <a:pt x="6694" y="4131"/>
                  </a:cubicBezTo>
                  <a:cubicBezTo>
                    <a:pt x="6694" y="4181"/>
                    <a:pt x="6708" y="4207"/>
                    <a:pt x="6708" y="4257"/>
                  </a:cubicBezTo>
                  <a:cubicBezTo>
                    <a:pt x="6708" y="4294"/>
                    <a:pt x="6680" y="4286"/>
                    <a:pt x="6674" y="4320"/>
                  </a:cubicBezTo>
                  <a:lnTo>
                    <a:pt x="6666" y="4307"/>
                  </a:lnTo>
                  <a:cubicBezTo>
                    <a:pt x="6658" y="4268"/>
                    <a:pt x="6654" y="4245"/>
                    <a:pt x="6645" y="4207"/>
                  </a:cubicBezTo>
                  <a:cubicBezTo>
                    <a:pt x="6625" y="4255"/>
                    <a:pt x="6622" y="4298"/>
                    <a:pt x="6619" y="4362"/>
                  </a:cubicBezTo>
                  <a:cubicBezTo>
                    <a:pt x="6617" y="4411"/>
                    <a:pt x="6612" y="4471"/>
                    <a:pt x="6589" y="4471"/>
                  </a:cubicBezTo>
                  <a:lnTo>
                    <a:pt x="6547" y="4471"/>
                  </a:lnTo>
                  <a:cubicBezTo>
                    <a:pt x="6551" y="4495"/>
                    <a:pt x="6559" y="4507"/>
                    <a:pt x="6559" y="4533"/>
                  </a:cubicBezTo>
                  <a:cubicBezTo>
                    <a:pt x="6559" y="4587"/>
                    <a:pt x="6543" y="4613"/>
                    <a:pt x="6525" y="4651"/>
                  </a:cubicBezTo>
                  <a:cubicBezTo>
                    <a:pt x="6516" y="4669"/>
                    <a:pt x="6517" y="4690"/>
                    <a:pt x="6507" y="4705"/>
                  </a:cubicBezTo>
                  <a:cubicBezTo>
                    <a:pt x="6494" y="4725"/>
                    <a:pt x="6481" y="4718"/>
                    <a:pt x="6464" y="4718"/>
                  </a:cubicBezTo>
                  <a:cubicBezTo>
                    <a:pt x="6424" y="4718"/>
                    <a:pt x="6411" y="4642"/>
                    <a:pt x="6374" y="4609"/>
                  </a:cubicBezTo>
                  <a:cubicBezTo>
                    <a:pt x="6358" y="4594"/>
                    <a:pt x="6346" y="4595"/>
                    <a:pt x="6330" y="4584"/>
                  </a:cubicBezTo>
                  <a:cubicBezTo>
                    <a:pt x="6314" y="4573"/>
                    <a:pt x="6313" y="4543"/>
                    <a:pt x="6301" y="4521"/>
                  </a:cubicBezTo>
                  <a:cubicBezTo>
                    <a:pt x="6294" y="4507"/>
                    <a:pt x="6287" y="4499"/>
                    <a:pt x="6287" y="4479"/>
                  </a:cubicBezTo>
                  <a:cubicBezTo>
                    <a:pt x="6287" y="4425"/>
                    <a:pt x="6338" y="4444"/>
                    <a:pt x="6338" y="4391"/>
                  </a:cubicBezTo>
                  <a:cubicBezTo>
                    <a:pt x="6338" y="4368"/>
                    <a:pt x="6324" y="4362"/>
                    <a:pt x="6313" y="4362"/>
                  </a:cubicBezTo>
                  <a:lnTo>
                    <a:pt x="6263" y="4362"/>
                  </a:lnTo>
                  <a:lnTo>
                    <a:pt x="6263" y="4315"/>
                  </a:lnTo>
                  <a:cubicBezTo>
                    <a:pt x="6277" y="4292"/>
                    <a:pt x="6291" y="4302"/>
                    <a:pt x="6307" y="4286"/>
                  </a:cubicBezTo>
                  <a:cubicBezTo>
                    <a:pt x="6330" y="4265"/>
                    <a:pt x="6337" y="4226"/>
                    <a:pt x="6362" y="4215"/>
                  </a:cubicBezTo>
                  <a:cubicBezTo>
                    <a:pt x="6375" y="4213"/>
                    <a:pt x="6379" y="4200"/>
                    <a:pt x="6392" y="4194"/>
                  </a:cubicBezTo>
                  <a:cubicBezTo>
                    <a:pt x="6409" y="4186"/>
                    <a:pt x="6421" y="4201"/>
                    <a:pt x="6436" y="4186"/>
                  </a:cubicBezTo>
                  <a:cubicBezTo>
                    <a:pt x="6450" y="4171"/>
                    <a:pt x="6450" y="4140"/>
                    <a:pt x="6460" y="4114"/>
                  </a:cubicBezTo>
                  <a:cubicBezTo>
                    <a:pt x="6465" y="4102"/>
                    <a:pt x="6476" y="4106"/>
                    <a:pt x="6476" y="4089"/>
                  </a:cubicBezTo>
                  <a:cubicBezTo>
                    <a:pt x="6476" y="4048"/>
                    <a:pt x="6448" y="4042"/>
                    <a:pt x="6448" y="4001"/>
                  </a:cubicBezTo>
                  <a:cubicBezTo>
                    <a:pt x="6448" y="3985"/>
                    <a:pt x="6450" y="3976"/>
                    <a:pt x="6450" y="3959"/>
                  </a:cubicBezTo>
                  <a:lnTo>
                    <a:pt x="6474" y="3959"/>
                  </a:lnTo>
                  <a:cubicBezTo>
                    <a:pt x="6484" y="3959"/>
                    <a:pt x="6484" y="3993"/>
                    <a:pt x="6495" y="3993"/>
                  </a:cubicBezTo>
                  <a:cubicBezTo>
                    <a:pt x="6507" y="3993"/>
                    <a:pt x="6512" y="3970"/>
                    <a:pt x="6523" y="3959"/>
                  </a:cubicBezTo>
                  <a:cubicBezTo>
                    <a:pt x="6537" y="3946"/>
                    <a:pt x="6546" y="3934"/>
                    <a:pt x="6553" y="3905"/>
                  </a:cubicBezTo>
                  <a:cubicBezTo>
                    <a:pt x="6569" y="3922"/>
                    <a:pt x="6578" y="3938"/>
                    <a:pt x="6595" y="3938"/>
                  </a:cubicBezTo>
                  <a:cubicBezTo>
                    <a:pt x="6609" y="3938"/>
                    <a:pt x="6619" y="3909"/>
                    <a:pt x="6619" y="3880"/>
                  </a:cubicBezTo>
                  <a:cubicBezTo>
                    <a:pt x="6619" y="3832"/>
                    <a:pt x="6601" y="3807"/>
                    <a:pt x="6581" y="3783"/>
                  </a:cubicBezTo>
                  <a:cubicBezTo>
                    <a:pt x="6589" y="3776"/>
                    <a:pt x="6597" y="3771"/>
                    <a:pt x="6597" y="3754"/>
                  </a:cubicBezTo>
                  <a:cubicBezTo>
                    <a:pt x="6597" y="3724"/>
                    <a:pt x="6577" y="3717"/>
                    <a:pt x="6577" y="3687"/>
                  </a:cubicBezTo>
                  <a:cubicBezTo>
                    <a:pt x="6577" y="3673"/>
                    <a:pt x="6584" y="3669"/>
                    <a:pt x="6587" y="3658"/>
                  </a:cubicBezTo>
                  <a:cubicBezTo>
                    <a:pt x="6594" y="3634"/>
                    <a:pt x="6595" y="3616"/>
                    <a:pt x="6605" y="3599"/>
                  </a:cubicBezTo>
                  <a:cubicBezTo>
                    <a:pt x="6611" y="3612"/>
                    <a:pt x="6617" y="3615"/>
                    <a:pt x="6623" y="3628"/>
                  </a:cubicBezTo>
                  <a:cubicBezTo>
                    <a:pt x="6630" y="3642"/>
                    <a:pt x="6628" y="3666"/>
                    <a:pt x="6637" y="3666"/>
                  </a:cubicBezTo>
                  <a:cubicBezTo>
                    <a:pt x="6674" y="3666"/>
                    <a:pt x="6679" y="3583"/>
                    <a:pt x="6706" y="3532"/>
                  </a:cubicBezTo>
                  <a:cubicBezTo>
                    <a:pt x="6714" y="3547"/>
                    <a:pt x="6718" y="3560"/>
                    <a:pt x="6724" y="3578"/>
                  </a:cubicBezTo>
                  <a:cubicBezTo>
                    <a:pt x="6729" y="3553"/>
                    <a:pt x="6729" y="3531"/>
                    <a:pt x="6738" y="3511"/>
                  </a:cubicBezTo>
                  <a:cubicBezTo>
                    <a:pt x="6744" y="3498"/>
                    <a:pt x="6753" y="3490"/>
                    <a:pt x="6753" y="3470"/>
                  </a:cubicBezTo>
                  <a:lnTo>
                    <a:pt x="6753" y="3379"/>
                  </a:lnTo>
                  <a:cubicBezTo>
                    <a:pt x="6771" y="3374"/>
                    <a:pt x="6781" y="3381"/>
                    <a:pt x="6798" y="3381"/>
                  </a:cubicBezTo>
                  <a:cubicBezTo>
                    <a:pt x="6812" y="3381"/>
                    <a:pt x="6817" y="3354"/>
                    <a:pt x="6830" y="3348"/>
                  </a:cubicBezTo>
                  <a:cubicBezTo>
                    <a:pt x="6850" y="3339"/>
                    <a:pt x="6861" y="3338"/>
                    <a:pt x="6881" y="3335"/>
                  </a:cubicBezTo>
                  <a:lnTo>
                    <a:pt x="6881" y="3259"/>
                  </a:lnTo>
                  <a:lnTo>
                    <a:pt x="6889" y="3255"/>
                  </a:lnTo>
                  <a:cubicBezTo>
                    <a:pt x="6903" y="3262"/>
                    <a:pt x="6910" y="3276"/>
                    <a:pt x="6925" y="3276"/>
                  </a:cubicBezTo>
                  <a:cubicBezTo>
                    <a:pt x="6945" y="3276"/>
                    <a:pt x="6944" y="3225"/>
                    <a:pt x="6957" y="3197"/>
                  </a:cubicBezTo>
                  <a:cubicBezTo>
                    <a:pt x="6969" y="3171"/>
                    <a:pt x="6981" y="3159"/>
                    <a:pt x="6998" y="3159"/>
                  </a:cubicBezTo>
                  <a:lnTo>
                    <a:pt x="7022" y="3159"/>
                  </a:lnTo>
                  <a:lnTo>
                    <a:pt x="7022" y="3234"/>
                  </a:lnTo>
                  <a:cubicBezTo>
                    <a:pt x="7046" y="3230"/>
                    <a:pt x="7068" y="3198"/>
                    <a:pt x="7068" y="3147"/>
                  </a:cubicBezTo>
                  <a:lnTo>
                    <a:pt x="7068" y="3067"/>
                  </a:lnTo>
                  <a:cubicBezTo>
                    <a:pt x="7097" y="3073"/>
                    <a:pt x="7116" y="3064"/>
                    <a:pt x="7142" y="3092"/>
                  </a:cubicBezTo>
                  <a:cubicBezTo>
                    <a:pt x="7153" y="3103"/>
                    <a:pt x="7155" y="3134"/>
                    <a:pt x="7167" y="3134"/>
                  </a:cubicBezTo>
                  <a:cubicBezTo>
                    <a:pt x="7204" y="3134"/>
                    <a:pt x="7224" y="3116"/>
                    <a:pt x="7259" y="3100"/>
                  </a:cubicBezTo>
                  <a:cubicBezTo>
                    <a:pt x="7276" y="3093"/>
                    <a:pt x="7284" y="3063"/>
                    <a:pt x="7301" y="3063"/>
                  </a:cubicBezTo>
                  <a:cubicBezTo>
                    <a:pt x="7310" y="3063"/>
                    <a:pt x="7312" y="3088"/>
                    <a:pt x="7321" y="3088"/>
                  </a:cubicBezTo>
                  <a:cubicBezTo>
                    <a:pt x="7340" y="3088"/>
                    <a:pt x="7351" y="3068"/>
                    <a:pt x="7366" y="3046"/>
                  </a:cubicBezTo>
                  <a:cubicBezTo>
                    <a:pt x="7372" y="3036"/>
                    <a:pt x="7381" y="3039"/>
                    <a:pt x="7386" y="3025"/>
                  </a:cubicBezTo>
                  <a:cubicBezTo>
                    <a:pt x="7393" y="3005"/>
                    <a:pt x="7392" y="2983"/>
                    <a:pt x="7402" y="2970"/>
                  </a:cubicBezTo>
                  <a:cubicBezTo>
                    <a:pt x="7413" y="2956"/>
                    <a:pt x="7424" y="2958"/>
                    <a:pt x="7434" y="2941"/>
                  </a:cubicBezTo>
                  <a:cubicBezTo>
                    <a:pt x="7445" y="2924"/>
                    <a:pt x="7449" y="2897"/>
                    <a:pt x="7462" y="2897"/>
                  </a:cubicBezTo>
                  <a:cubicBezTo>
                    <a:pt x="7472" y="2897"/>
                    <a:pt x="7477" y="2899"/>
                    <a:pt x="7486" y="2899"/>
                  </a:cubicBezTo>
                  <a:cubicBezTo>
                    <a:pt x="7527" y="2899"/>
                    <a:pt x="7527" y="2761"/>
                    <a:pt x="7567" y="2761"/>
                  </a:cubicBezTo>
                  <a:cubicBezTo>
                    <a:pt x="7594" y="2761"/>
                    <a:pt x="7609" y="2764"/>
                    <a:pt x="7635" y="2765"/>
                  </a:cubicBezTo>
                  <a:cubicBezTo>
                    <a:pt x="7635" y="2765"/>
                    <a:pt x="7635" y="2765"/>
                    <a:pt x="7635" y="2765"/>
                  </a:cubicBezTo>
                  <a:close/>
                  <a:moveTo>
                    <a:pt x="5891" y="5560"/>
                  </a:moveTo>
                  <a:cubicBezTo>
                    <a:pt x="5891" y="5602"/>
                    <a:pt x="5893" y="5629"/>
                    <a:pt x="5903" y="5665"/>
                  </a:cubicBezTo>
                  <a:cubicBezTo>
                    <a:pt x="5908" y="5684"/>
                    <a:pt x="5923" y="5681"/>
                    <a:pt x="5923" y="5703"/>
                  </a:cubicBezTo>
                  <a:cubicBezTo>
                    <a:pt x="5923" y="5736"/>
                    <a:pt x="5916" y="5753"/>
                    <a:pt x="5911" y="5785"/>
                  </a:cubicBezTo>
                  <a:lnTo>
                    <a:pt x="5887" y="5785"/>
                  </a:lnTo>
                  <a:cubicBezTo>
                    <a:pt x="5887" y="5757"/>
                    <a:pt x="5890" y="5742"/>
                    <a:pt x="5887" y="5715"/>
                  </a:cubicBezTo>
                  <a:cubicBezTo>
                    <a:pt x="5881" y="5664"/>
                    <a:pt x="5843" y="5671"/>
                    <a:pt x="5843" y="5619"/>
                  </a:cubicBezTo>
                  <a:cubicBezTo>
                    <a:pt x="5843" y="5584"/>
                    <a:pt x="5859" y="5560"/>
                    <a:pt x="5875" y="5560"/>
                  </a:cubicBezTo>
                  <a:lnTo>
                    <a:pt x="5891" y="5560"/>
                  </a:lnTo>
                  <a:cubicBezTo>
                    <a:pt x="5891" y="5560"/>
                    <a:pt x="5891" y="5560"/>
                    <a:pt x="5891" y="5560"/>
                  </a:cubicBezTo>
                  <a:close/>
                  <a:moveTo>
                    <a:pt x="6265" y="6407"/>
                  </a:moveTo>
                  <a:cubicBezTo>
                    <a:pt x="6265" y="6455"/>
                    <a:pt x="6285" y="6476"/>
                    <a:pt x="6305" y="6499"/>
                  </a:cubicBezTo>
                  <a:cubicBezTo>
                    <a:pt x="6321" y="6518"/>
                    <a:pt x="6330" y="6535"/>
                    <a:pt x="6346" y="6554"/>
                  </a:cubicBezTo>
                  <a:cubicBezTo>
                    <a:pt x="6359" y="6569"/>
                    <a:pt x="6372" y="6580"/>
                    <a:pt x="6374" y="6612"/>
                  </a:cubicBezTo>
                  <a:cubicBezTo>
                    <a:pt x="6376" y="6657"/>
                    <a:pt x="6374" y="6717"/>
                    <a:pt x="6396" y="6717"/>
                  </a:cubicBezTo>
                  <a:cubicBezTo>
                    <a:pt x="6416" y="6717"/>
                    <a:pt x="6419" y="6665"/>
                    <a:pt x="6438" y="6658"/>
                  </a:cubicBezTo>
                  <a:cubicBezTo>
                    <a:pt x="6460" y="6650"/>
                    <a:pt x="6484" y="6630"/>
                    <a:pt x="6484" y="6583"/>
                  </a:cubicBezTo>
                  <a:cubicBezTo>
                    <a:pt x="6484" y="6502"/>
                    <a:pt x="6432" y="6504"/>
                    <a:pt x="6416" y="6432"/>
                  </a:cubicBezTo>
                  <a:cubicBezTo>
                    <a:pt x="6402" y="6369"/>
                    <a:pt x="6387" y="6339"/>
                    <a:pt x="6364" y="6290"/>
                  </a:cubicBezTo>
                  <a:cubicBezTo>
                    <a:pt x="6342" y="6314"/>
                    <a:pt x="6337" y="6369"/>
                    <a:pt x="6311" y="6373"/>
                  </a:cubicBezTo>
                  <a:cubicBezTo>
                    <a:pt x="6292" y="6377"/>
                    <a:pt x="6265" y="6367"/>
                    <a:pt x="6265" y="6407"/>
                  </a:cubicBezTo>
                  <a:cubicBezTo>
                    <a:pt x="6265" y="6407"/>
                    <a:pt x="6265" y="6407"/>
                    <a:pt x="6265" y="6407"/>
                  </a:cubicBezTo>
                  <a:close/>
                  <a:moveTo>
                    <a:pt x="6054" y="4831"/>
                  </a:moveTo>
                  <a:cubicBezTo>
                    <a:pt x="6058" y="4855"/>
                    <a:pt x="6064" y="4868"/>
                    <a:pt x="6064" y="4894"/>
                  </a:cubicBezTo>
                  <a:cubicBezTo>
                    <a:pt x="6064" y="4953"/>
                    <a:pt x="6026" y="4964"/>
                    <a:pt x="6026" y="5023"/>
                  </a:cubicBezTo>
                  <a:lnTo>
                    <a:pt x="6026" y="5109"/>
                  </a:lnTo>
                  <a:cubicBezTo>
                    <a:pt x="6026" y="5131"/>
                    <a:pt x="6020" y="5141"/>
                    <a:pt x="6018" y="5162"/>
                  </a:cubicBezTo>
                  <a:cubicBezTo>
                    <a:pt x="6015" y="5162"/>
                    <a:pt x="6013" y="5166"/>
                    <a:pt x="6010" y="5166"/>
                  </a:cubicBezTo>
                  <a:cubicBezTo>
                    <a:pt x="5988" y="5166"/>
                    <a:pt x="5988" y="5091"/>
                    <a:pt x="5965" y="5091"/>
                  </a:cubicBezTo>
                  <a:cubicBezTo>
                    <a:pt x="5937" y="5091"/>
                    <a:pt x="5928" y="5145"/>
                    <a:pt x="5911" y="5192"/>
                  </a:cubicBezTo>
                  <a:cubicBezTo>
                    <a:pt x="5892" y="5245"/>
                    <a:pt x="5871" y="5274"/>
                    <a:pt x="5871" y="5341"/>
                  </a:cubicBezTo>
                  <a:lnTo>
                    <a:pt x="5871" y="5447"/>
                  </a:lnTo>
                  <a:cubicBezTo>
                    <a:pt x="5878" y="5448"/>
                    <a:pt x="5881" y="5451"/>
                    <a:pt x="5888" y="5451"/>
                  </a:cubicBezTo>
                  <a:cubicBezTo>
                    <a:pt x="5898" y="5451"/>
                    <a:pt x="5904" y="5443"/>
                    <a:pt x="5914" y="5443"/>
                  </a:cubicBezTo>
                  <a:cubicBezTo>
                    <a:pt x="5929" y="5443"/>
                    <a:pt x="5951" y="5437"/>
                    <a:pt x="5951" y="5468"/>
                  </a:cubicBezTo>
                  <a:cubicBezTo>
                    <a:pt x="5951" y="5490"/>
                    <a:pt x="5945" y="5503"/>
                    <a:pt x="5941" y="5523"/>
                  </a:cubicBezTo>
                  <a:cubicBezTo>
                    <a:pt x="5948" y="5527"/>
                    <a:pt x="5952" y="5529"/>
                    <a:pt x="5959" y="5531"/>
                  </a:cubicBezTo>
                  <a:cubicBezTo>
                    <a:pt x="5961" y="5586"/>
                    <a:pt x="5959" y="5618"/>
                    <a:pt x="5959" y="5673"/>
                  </a:cubicBezTo>
                  <a:cubicBezTo>
                    <a:pt x="5975" y="5669"/>
                    <a:pt x="5984" y="5652"/>
                    <a:pt x="6000" y="5652"/>
                  </a:cubicBezTo>
                  <a:cubicBezTo>
                    <a:pt x="6012" y="5652"/>
                    <a:pt x="6010" y="5689"/>
                    <a:pt x="6010" y="5715"/>
                  </a:cubicBezTo>
                  <a:cubicBezTo>
                    <a:pt x="6010" y="5742"/>
                    <a:pt x="6009" y="5761"/>
                    <a:pt x="6002" y="5782"/>
                  </a:cubicBezTo>
                  <a:cubicBezTo>
                    <a:pt x="5991" y="5813"/>
                    <a:pt x="5974" y="5800"/>
                    <a:pt x="5957" y="5812"/>
                  </a:cubicBezTo>
                  <a:cubicBezTo>
                    <a:pt x="5940" y="5824"/>
                    <a:pt x="5929" y="5853"/>
                    <a:pt x="5929" y="5892"/>
                  </a:cubicBezTo>
                  <a:cubicBezTo>
                    <a:pt x="5929" y="5913"/>
                    <a:pt x="5939" y="5918"/>
                    <a:pt x="5947" y="5929"/>
                  </a:cubicBezTo>
                  <a:cubicBezTo>
                    <a:pt x="5967" y="5959"/>
                    <a:pt x="5985" y="5955"/>
                    <a:pt x="6006" y="5984"/>
                  </a:cubicBezTo>
                  <a:cubicBezTo>
                    <a:pt x="6027" y="6013"/>
                    <a:pt x="6022" y="6088"/>
                    <a:pt x="6048" y="6088"/>
                  </a:cubicBezTo>
                  <a:cubicBezTo>
                    <a:pt x="6080" y="6088"/>
                    <a:pt x="6084" y="6015"/>
                    <a:pt x="6100" y="5958"/>
                  </a:cubicBezTo>
                  <a:cubicBezTo>
                    <a:pt x="6111" y="5974"/>
                    <a:pt x="6115" y="5991"/>
                    <a:pt x="6126" y="6005"/>
                  </a:cubicBezTo>
                  <a:cubicBezTo>
                    <a:pt x="6131" y="6010"/>
                    <a:pt x="6138" y="6012"/>
                    <a:pt x="6138" y="6024"/>
                  </a:cubicBezTo>
                  <a:lnTo>
                    <a:pt x="6138" y="6134"/>
                  </a:lnTo>
                  <a:cubicBezTo>
                    <a:pt x="6143" y="6138"/>
                    <a:pt x="6147" y="6143"/>
                    <a:pt x="6151" y="6147"/>
                  </a:cubicBezTo>
                  <a:cubicBezTo>
                    <a:pt x="6158" y="6105"/>
                    <a:pt x="6154" y="6046"/>
                    <a:pt x="6175" y="6046"/>
                  </a:cubicBezTo>
                  <a:cubicBezTo>
                    <a:pt x="6196" y="6046"/>
                    <a:pt x="6186" y="6114"/>
                    <a:pt x="6197" y="6151"/>
                  </a:cubicBezTo>
                  <a:cubicBezTo>
                    <a:pt x="6204" y="6178"/>
                    <a:pt x="6218" y="6180"/>
                    <a:pt x="6233" y="6180"/>
                  </a:cubicBezTo>
                  <a:cubicBezTo>
                    <a:pt x="6270" y="6180"/>
                    <a:pt x="6293" y="6173"/>
                    <a:pt x="6325" y="6134"/>
                  </a:cubicBezTo>
                  <a:cubicBezTo>
                    <a:pt x="6289" y="6032"/>
                    <a:pt x="6245" y="5977"/>
                    <a:pt x="6245" y="5848"/>
                  </a:cubicBezTo>
                  <a:lnTo>
                    <a:pt x="6245" y="5771"/>
                  </a:lnTo>
                  <a:cubicBezTo>
                    <a:pt x="6245" y="5708"/>
                    <a:pt x="6229" y="5676"/>
                    <a:pt x="6229" y="5613"/>
                  </a:cubicBezTo>
                  <a:cubicBezTo>
                    <a:pt x="6229" y="5551"/>
                    <a:pt x="6227" y="5509"/>
                    <a:pt x="6241" y="5455"/>
                  </a:cubicBezTo>
                  <a:cubicBezTo>
                    <a:pt x="6249" y="5423"/>
                    <a:pt x="6267" y="5412"/>
                    <a:pt x="6267" y="5374"/>
                  </a:cubicBezTo>
                  <a:cubicBezTo>
                    <a:pt x="6267" y="5317"/>
                    <a:pt x="6259" y="5285"/>
                    <a:pt x="6259" y="5228"/>
                  </a:cubicBezTo>
                  <a:lnTo>
                    <a:pt x="6259" y="5179"/>
                  </a:lnTo>
                  <a:cubicBezTo>
                    <a:pt x="6278" y="5179"/>
                    <a:pt x="6297" y="5159"/>
                    <a:pt x="6297" y="5120"/>
                  </a:cubicBezTo>
                  <a:cubicBezTo>
                    <a:pt x="6297" y="5092"/>
                    <a:pt x="6283" y="5082"/>
                    <a:pt x="6283" y="5053"/>
                  </a:cubicBezTo>
                  <a:cubicBezTo>
                    <a:pt x="6283" y="5029"/>
                    <a:pt x="6299" y="5024"/>
                    <a:pt x="6311" y="5024"/>
                  </a:cubicBezTo>
                  <a:cubicBezTo>
                    <a:pt x="6324" y="5024"/>
                    <a:pt x="6332" y="5031"/>
                    <a:pt x="6344" y="5045"/>
                  </a:cubicBezTo>
                  <a:cubicBezTo>
                    <a:pt x="6345" y="5032"/>
                    <a:pt x="6346" y="5025"/>
                    <a:pt x="6346" y="5012"/>
                  </a:cubicBezTo>
                  <a:cubicBezTo>
                    <a:pt x="6346" y="4982"/>
                    <a:pt x="6336" y="4966"/>
                    <a:pt x="6336" y="4936"/>
                  </a:cubicBezTo>
                  <a:cubicBezTo>
                    <a:pt x="6336" y="4896"/>
                    <a:pt x="6366" y="4912"/>
                    <a:pt x="6378" y="4881"/>
                  </a:cubicBezTo>
                  <a:cubicBezTo>
                    <a:pt x="6386" y="4860"/>
                    <a:pt x="6380" y="4831"/>
                    <a:pt x="6388" y="4810"/>
                  </a:cubicBezTo>
                  <a:cubicBezTo>
                    <a:pt x="6394" y="4793"/>
                    <a:pt x="6412" y="4803"/>
                    <a:pt x="6412" y="4781"/>
                  </a:cubicBezTo>
                  <a:cubicBezTo>
                    <a:pt x="6412" y="4745"/>
                    <a:pt x="6395" y="4730"/>
                    <a:pt x="6380" y="4718"/>
                  </a:cubicBezTo>
                  <a:cubicBezTo>
                    <a:pt x="6358" y="4700"/>
                    <a:pt x="6342" y="4700"/>
                    <a:pt x="6319" y="4684"/>
                  </a:cubicBezTo>
                  <a:cubicBezTo>
                    <a:pt x="6307" y="4676"/>
                    <a:pt x="6298" y="4675"/>
                    <a:pt x="6287" y="4659"/>
                  </a:cubicBezTo>
                  <a:cubicBezTo>
                    <a:pt x="6277" y="4643"/>
                    <a:pt x="6278" y="4616"/>
                    <a:pt x="6267" y="4605"/>
                  </a:cubicBezTo>
                  <a:cubicBezTo>
                    <a:pt x="6255" y="4592"/>
                    <a:pt x="6243" y="4611"/>
                    <a:pt x="6233" y="4630"/>
                  </a:cubicBezTo>
                  <a:cubicBezTo>
                    <a:pt x="6215" y="4664"/>
                    <a:pt x="6196" y="4654"/>
                    <a:pt x="6173" y="4668"/>
                  </a:cubicBezTo>
                  <a:cubicBezTo>
                    <a:pt x="6144" y="4683"/>
                    <a:pt x="6155" y="4776"/>
                    <a:pt x="6126" y="4793"/>
                  </a:cubicBezTo>
                  <a:cubicBezTo>
                    <a:pt x="6098" y="4810"/>
                    <a:pt x="6080" y="4804"/>
                    <a:pt x="6054" y="4831"/>
                  </a:cubicBezTo>
                  <a:cubicBezTo>
                    <a:pt x="6054" y="4831"/>
                    <a:pt x="6054" y="4831"/>
                    <a:pt x="6054" y="4831"/>
                  </a:cubicBezTo>
                  <a:close/>
                  <a:moveTo>
                    <a:pt x="5302" y="6449"/>
                  </a:moveTo>
                  <a:cubicBezTo>
                    <a:pt x="5275" y="6463"/>
                    <a:pt x="5259" y="6468"/>
                    <a:pt x="5233" y="6491"/>
                  </a:cubicBezTo>
                  <a:cubicBezTo>
                    <a:pt x="5222" y="6500"/>
                    <a:pt x="5221" y="6522"/>
                    <a:pt x="5213" y="6541"/>
                  </a:cubicBezTo>
                  <a:cubicBezTo>
                    <a:pt x="5201" y="6569"/>
                    <a:pt x="5191" y="6577"/>
                    <a:pt x="5179" y="6604"/>
                  </a:cubicBezTo>
                  <a:cubicBezTo>
                    <a:pt x="5158" y="6651"/>
                    <a:pt x="5156" y="6695"/>
                    <a:pt x="5139" y="6746"/>
                  </a:cubicBezTo>
                  <a:cubicBezTo>
                    <a:pt x="5160" y="6761"/>
                    <a:pt x="5193" y="6741"/>
                    <a:pt x="5193" y="6788"/>
                  </a:cubicBezTo>
                  <a:cubicBezTo>
                    <a:pt x="5193" y="6836"/>
                    <a:pt x="5149" y="6822"/>
                    <a:pt x="5149" y="6870"/>
                  </a:cubicBezTo>
                  <a:cubicBezTo>
                    <a:pt x="5149" y="6906"/>
                    <a:pt x="5166" y="6927"/>
                    <a:pt x="5183" y="6927"/>
                  </a:cubicBezTo>
                  <a:cubicBezTo>
                    <a:pt x="5212" y="6927"/>
                    <a:pt x="5224" y="6883"/>
                    <a:pt x="5251" y="6864"/>
                  </a:cubicBezTo>
                  <a:cubicBezTo>
                    <a:pt x="5269" y="6851"/>
                    <a:pt x="5281" y="6853"/>
                    <a:pt x="5299" y="6843"/>
                  </a:cubicBezTo>
                  <a:cubicBezTo>
                    <a:pt x="5334" y="6822"/>
                    <a:pt x="5349" y="6754"/>
                    <a:pt x="5349" y="6678"/>
                  </a:cubicBezTo>
                  <a:lnTo>
                    <a:pt x="5349" y="6517"/>
                  </a:lnTo>
                  <a:cubicBezTo>
                    <a:pt x="5349" y="6475"/>
                    <a:pt x="5319" y="6464"/>
                    <a:pt x="5302" y="6449"/>
                  </a:cubicBezTo>
                  <a:cubicBezTo>
                    <a:pt x="5302" y="6449"/>
                    <a:pt x="5302" y="6449"/>
                    <a:pt x="5302" y="6449"/>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9" name="Shape 4928"/>
            <p:cNvSpPr/>
            <p:nvPr/>
          </p:nvSpPr>
          <p:spPr>
            <a:xfrm>
              <a:off x="7648682" y="66414"/>
              <a:ext cx="635464" cy="703726"/>
            </a:xfrm>
            <a:custGeom>
              <a:avLst/>
              <a:gdLst/>
              <a:ahLst/>
              <a:cxnLst>
                <a:cxn ang="0">
                  <a:pos x="wd2" y="hd2"/>
                </a:cxn>
                <a:cxn ang="5400000">
                  <a:pos x="wd2" y="hd2"/>
                </a:cxn>
                <a:cxn ang="10800000">
                  <a:pos x="wd2" y="hd2"/>
                </a:cxn>
                <a:cxn ang="16200000">
                  <a:pos x="wd2" y="hd2"/>
                </a:cxn>
              </a:cxnLst>
              <a:rect l="0" t="0" r="r" b="b"/>
              <a:pathLst>
                <a:path w="21600" h="21600" extrusionOk="0">
                  <a:moveTo>
                    <a:pt x="20316" y="0"/>
                  </a:moveTo>
                  <a:cubicBezTo>
                    <a:pt x="20168" y="0"/>
                    <a:pt x="20112" y="160"/>
                    <a:pt x="20112" y="293"/>
                  </a:cubicBezTo>
                  <a:cubicBezTo>
                    <a:pt x="20112" y="450"/>
                    <a:pt x="20368" y="402"/>
                    <a:pt x="20541" y="422"/>
                  </a:cubicBezTo>
                  <a:cubicBezTo>
                    <a:pt x="20705" y="436"/>
                    <a:pt x="20724" y="586"/>
                    <a:pt x="20847" y="679"/>
                  </a:cubicBezTo>
                  <a:cubicBezTo>
                    <a:pt x="21055" y="839"/>
                    <a:pt x="21167" y="973"/>
                    <a:pt x="21437" y="1010"/>
                  </a:cubicBezTo>
                  <a:cubicBezTo>
                    <a:pt x="21457" y="959"/>
                    <a:pt x="21478" y="927"/>
                    <a:pt x="21478" y="873"/>
                  </a:cubicBezTo>
                  <a:cubicBezTo>
                    <a:pt x="21478" y="784"/>
                    <a:pt x="21381" y="761"/>
                    <a:pt x="21355" y="679"/>
                  </a:cubicBezTo>
                  <a:cubicBezTo>
                    <a:pt x="21206" y="252"/>
                    <a:pt x="20817" y="0"/>
                    <a:pt x="20316" y="0"/>
                  </a:cubicBezTo>
                  <a:close/>
                  <a:moveTo>
                    <a:pt x="20771" y="1341"/>
                  </a:moveTo>
                  <a:cubicBezTo>
                    <a:pt x="20598" y="1341"/>
                    <a:pt x="20501" y="1359"/>
                    <a:pt x="20328" y="1345"/>
                  </a:cubicBezTo>
                  <a:cubicBezTo>
                    <a:pt x="20333" y="1451"/>
                    <a:pt x="20328" y="1511"/>
                    <a:pt x="20328" y="1616"/>
                  </a:cubicBezTo>
                  <a:cubicBezTo>
                    <a:pt x="20328" y="1777"/>
                    <a:pt x="20572" y="1736"/>
                    <a:pt x="20745" y="1782"/>
                  </a:cubicBezTo>
                  <a:cubicBezTo>
                    <a:pt x="20892" y="1819"/>
                    <a:pt x="20922" y="1984"/>
                    <a:pt x="21075" y="1984"/>
                  </a:cubicBezTo>
                  <a:lnTo>
                    <a:pt x="21600" y="1984"/>
                  </a:lnTo>
                  <a:lnTo>
                    <a:pt x="21600" y="1824"/>
                  </a:lnTo>
                  <a:cubicBezTo>
                    <a:pt x="21600" y="1704"/>
                    <a:pt x="21478" y="1667"/>
                    <a:pt x="21396" y="1579"/>
                  </a:cubicBezTo>
                  <a:cubicBezTo>
                    <a:pt x="21222" y="1401"/>
                    <a:pt x="21036" y="1341"/>
                    <a:pt x="20771" y="1341"/>
                  </a:cubicBezTo>
                  <a:cubicBezTo>
                    <a:pt x="20771" y="1341"/>
                    <a:pt x="20771" y="1341"/>
                    <a:pt x="20771" y="1341"/>
                  </a:cubicBezTo>
                  <a:close/>
                  <a:moveTo>
                    <a:pt x="19767" y="7040"/>
                  </a:moveTo>
                  <a:cubicBezTo>
                    <a:pt x="19346" y="7163"/>
                    <a:pt x="19120" y="7389"/>
                    <a:pt x="18953" y="7757"/>
                  </a:cubicBezTo>
                  <a:cubicBezTo>
                    <a:pt x="19003" y="7762"/>
                    <a:pt x="19029" y="7776"/>
                    <a:pt x="19081" y="7776"/>
                  </a:cubicBezTo>
                  <a:cubicBezTo>
                    <a:pt x="19304" y="7776"/>
                    <a:pt x="19417" y="7660"/>
                    <a:pt x="19625" y="7592"/>
                  </a:cubicBezTo>
                  <a:cubicBezTo>
                    <a:pt x="19920" y="7490"/>
                    <a:pt x="20134" y="7367"/>
                    <a:pt x="20214" y="7095"/>
                  </a:cubicBezTo>
                  <a:cubicBezTo>
                    <a:pt x="20032" y="7054"/>
                    <a:pt x="19956" y="7026"/>
                    <a:pt x="19767" y="7040"/>
                  </a:cubicBezTo>
                  <a:cubicBezTo>
                    <a:pt x="19767" y="7040"/>
                    <a:pt x="19767" y="7040"/>
                    <a:pt x="19767" y="7040"/>
                  </a:cubicBezTo>
                  <a:close/>
                  <a:moveTo>
                    <a:pt x="18953" y="8455"/>
                  </a:moveTo>
                  <a:cubicBezTo>
                    <a:pt x="18867" y="8341"/>
                    <a:pt x="18734" y="8359"/>
                    <a:pt x="18587" y="8327"/>
                  </a:cubicBezTo>
                  <a:cubicBezTo>
                    <a:pt x="18448" y="8295"/>
                    <a:pt x="18463" y="8134"/>
                    <a:pt x="18342" y="8069"/>
                  </a:cubicBezTo>
                  <a:lnTo>
                    <a:pt x="18176" y="8069"/>
                  </a:lnTo>
                  <a:cubicBezTo>
                    <a:pt x="18160" y="8373"/>
                    <a:pt x="18240" y="8547"/>
                    <a:pt x="18176" y="8842"/>
                  </a:cubicBezTo>
                  <a:cubicBezTo>
                    <a:pt x="18259" y="8850"/>
                    <a:pt x="18312" y="8859"/>
                    <a:pt x="18398" y="8859"/>
                  </a:cubicBezTo>
                  <a:cubicBezTo>
                    <a:pt x="18679" y="8859"/>
                    <a:pt x="18907" y="8708"/>
                    <a:pt x="18953" y="8455"/>
                  </a:cubicBezTo>
                  <a:cubicBezTo>
                    <a:pt x="18953" y="8455"/>
                    <a:pt x="18953" y="8455"/>
                    <a:pt x="18953" y="8455"/>
                  </a:cubicBezTo>
                  <a:close/>
                  <a:moveTo>
                    <a:pt x="16780" y="10147"/>
                  </a:moveTo>
                  <a:cubicBezTo>
                    <a:pt x="16708" y="10147"/>
                    <a:pt x="16662" y="10161"/>
                    <a:pt x="16591" y="10165"/>
                  </a:cubicBezTo>
                  <a:cubicBezTo>
                    <a:pt x="16576" y="10367"/>
                    <a:pt x="16511" y="10477"/>
                    <a:pt x="16511" y="10680"/>
                  </a:cubicBezTo>
                  <a:cubicBezTo>
                    <a:pt x="16511" y="10827"/>
                    <a:pt x="16668" y="10867"/>
                    <a:pt x="16754" y="10993"/>
                  </a:cubicBezTo>
                  <a:cubicBezTo>
                    <a:pt x="16897" y="11194"/>
                    <a:pt x="17039" y="11269"/>
                    <a:pt x="17243" y="11433"/>
                  </a:cubicBezTo>
                  <a:lnTo>
                    <a:pt x="17345" y="11415"/>
                  </a:lnTo>
                  <a:cubicBezTo>
                    <a:pt x="17360" y="11333"/>
                    <a:pt x="17345" y="11282"/>
                    <a:pt x="17345" y="11200"/>
                  </a:cubicBezTo>
                  <a:cubicBezTo>
                    <a:pt x="17345" y="10744"/>
                    <a:pt x="17284" y="10147"/>
                    <a:pt x="16780" y="10147"/>
                  </a:cubicBezTo>
                  <a:cubicBezTo>
                    <a:pt x="16780" y="10147"/>
                    <a:pt x="16780" y="10147"/>
                    <a:pt x="16780" y="10147"/>
                  </a:cubicBezTo>
                  <a:close/>
                  <a:moveTo>
                    <a:pt x="15735" y="12261"/>
                  </a:moveTo>
                  <a:lnTo>
                    <a:pt x="15735" y="12413"/>
                  </a:lnTo>
                  <a:cubicBezTo>
                    <a:pt x="15735" y="12601"/>
                    <a:pt x="15837" y="12697"/>
                    <a:pt x="15837" y="12887"/>
                  </a:cubicBezTo>
                  <a:lnTo>
                    <a:pt x="15920" y="12904"/>
                  </a:lnTo>
                  <a:cubicBezTo>
                    <a:pt x="16245" y="12730"/>
                    <a:pt x="16632" y="12656"/>
                    <a:pt x="16632" y="12315"/>
                  </a:cubicBezTo>
                  <a:cubicBezTo>
                    <a:pt x="16632" y="12215"/>
                    <a:pt x="16479" y="12197"/>
                    <a:pt x="16368" y="12206"/>
                  </a:cubicBezTo>
                  <a:cubicBezTo>
                    <a:pt x="16124" y="12229"/>
                    <a:pt x="15980" y="12261"/>
                    <a:pt x="15735" y="12261"/>
                  </a:cubicBezTo>
                  <a:cubicBezTo>
                    <a:pt x="15735" y="12261"/>
                    <a:pt x="15735" y="12261"/>
                    <a:pt x="15735" y="12261"/>
                  </a:cubicBezTo>
                  <a:close/>
                  <a:moveTo>
                    <a:pt x="8428" y="17735"/>
                  </a:moveTo>
                  <a:lnTo>
                    <a:pt x="8428" y="17537"/>
                  </a:lnTo>
                  <a:lnTo>
                    <a:pt x="8168" y="17537"/>
                  </a:lnTo>
                  <a:cubicBezTo>
                    <a:pt x="8010" y="17537"/>
                    <a:pt x="7970" y="17679"/>
                    <a:pt x="7837" y="17757"/>
                  </a:cubicBezTo>
                  <a:lnTo>
                    <a:pt x="7837" y="17978"/>
                  </a:lnTo>
                  <a:cubicBezTo>
                    <a:pt x="7927" y="17974"/>
                    <a:pt x="7985" y="17978"/>
                    <a:pt x="8076" y="17978"/>
                  </a:cubicBezTo>
                  <a:cubicBezTo>
                    <a:pt x="8248" y="17978"/>
                    <a:pt x="8428" y="17890"/>
                    <a:pt x="8428" y="17735"/>
                  </a:cubicBezTo>
                  <a:cubicBezTo>
                    <a:pt x="8428" y="17735"/>
                    <a:pt x="8428" y="17735"/>
                    <a:pt x="8428" y="17735"/>
                  </a:cubicBezTo>
                  <a:close/>
                  <a:moveTo>
                    <a:pt x="10504" y="16766"/>
                  </a:moveTo>
                  <a:cubicBezTo>
                    <a:pt x="10255" y="16672"/>
                    <a:pt x="10086" y="16618"/>
                    <a:pt x="9811" y="16618"/>
                  </a:cubicBezTo>
                  <a:cubicBezTo>
                    <a:pt x="9700" y="16618"/>
                    <a:pt x="9588" y="16683"/>
                    <a:pt x="9588" y="16783"/>
                  </a:cubicBezTo>
                  <a:cubicBezTo>
                    <a:pt x="9588" y="16976"/>
                    <a:pt x="9882" y="16935"/>
                    <a:pt x="10055" y="17040"/>
                  </a:cubicBezTo>
                  <a:cubicBezTo>
                    <a:pt x="10169" y="17109"/>
                    <a:pt x="10203" y="17224"/>
                    <a:pt x="10342" y="17224"/>
                  </a:cubicBezTo>
                  <a:cubicBezTo>
                    <a:pt x="10539" y="17224"/>
                    <a:pt x="10534" y="16945"/>
                    <a:pt x="10504" y="16766"/>
                  </a:cubicBezTo>
                  <a:cubicBezTo>
                    <a:pt x="10504" y="16766"/>
                    <a:pt x="10504" y="16766"/>
                    <a:pt x="10504" y="16766"/>
                  </a:cubicBezTo>
                  <a:close/>
                  <a:moveTo>
                    <a:pt x="12703" y="16471"/>
                  </a:moveTo>
                  <a:cubicBezTo>
                    <a:pt x="12703" y="16540"/>
                    <a:pt x="12820" y="16526"/>
                    <a:pt x="12897" y="16526"/>
                  </a:cubicBezTo>
                  <a:cubicBezTo>
                    <a:pt x="13131" y="16526"/>
                    <a:pt x="13211" y="16361"/>
                    <a:pt x="13395" y="16231"/>
                  </a:cubicBezTo>
                  <a:cubicBezTo>
                    <a:pt x="13798" y="15951"/>
                    <a:pt x="14352" y="15905"/>
                    <a:pt x="14352" y="15450"/>
                  </a:cubicBezTo>
                  <a:cubicBezTo>
                    <a:pt x="14352" y="15327"/>
                    <a:pt x="14133" y="15344"/>
                    <a:pt x="14006" y="15385"/>
                  </a:cubicBezTo>
                  <a:cubicBezTo>
                    <a:pt x="13761" y="15469"/>
                    <a:pt x="13660" y="15606"/>
                    <a:pt x="13415" y="15698"/>
                  </a:cubicBezTo>
                  <a:cubicBezTo>
                    <a:pt x="13018" y="15845"/>
                    <a:pt x="12703" y="16080"/>
                    <a:pt x="12703" y="16471"/>
                  </a:cubicBezTo>
                  <a:cubicBezTo>
                    <a:pt x="12703" y="16471"/>
                    <a:pt x="12703" y="16471"/>
                    <a:pt x="12703" y="16471"/>
                  </a:cubicBezTo>
                  <a:close/>
                  <a:moveTo>
                    <a:pt x="3215" y="20700"/>
                  </a:moveTo>
                  <a:cubicBezTo>
                    <a:pt x="3154" y="20652"/>
                    <a:pt x="3105" y="20608"/>
                    <a:pt x="3022" y="20608"/>
                  </a:cubicBezTo>
                  <a:cubicBezTo>
                    <a:pt x="2901" y="20608"/>
                    <a:pt x="2895" y="20741"/>
                    <a:pt x="2828" y="20827"/>
                  </a:cubicBezTo>
                  <a:cubicBezTo>
                    <a:pt x="2731" y="20953"/>
                    <a:pt x="2611" y="21003"/>
                    <a:pt x="2584" y="21158"/>
                  </a:cubicBezTo>
                  <a:cubicBezTo>
                    <a:pt x="2621" y="21168"/>
                    <a:pt x="2645" y="21195"/>
                    <a:pt x="2686" y="21195"/>
                  </a:cubicBezTo>
                  <a:cubicBezTo>
                    <a:pt x="2833" y="21195"/>
                    <a:pt x="2889" y="21066"/>
                    <a:pt x="3037" y="21066"/>
                  </a:cubicBezTo>
                  <a:lnTo>
                    <a:pt x="3439" y="21066"/>
                  </a:lnTo>
                  <a:cubicBezTo>
                    <a:pt x="3445" y="21011"/>
                    <a:pt x="3460" y="20974"/>
                    <a:pt x="3460" y="20919"/>
                  </a:cubicBezTo>
                  <a:cubicBezTo>
                    <a:pt x="3460" y="20819"/>
                    <a:pt x="3312" y="20741"/>
                    <a:pt x="3215" y="20700"/>
                  </a:cubicBezTo>
                  <a:cubicBezTo>
                    <a:pt x="3215" y="20700"/>
                    <a:pt x="3215" y="20700"/>
                    <a:pt x="3215" y="20700"/>
                  </a:cubicBezTo>
                  <a:close/>
                  <a:moveTo>
                    <a:pt x="0" y="21287"/>
                  </a:moveTo>
                  <a:cubicBezTo>
                    <a:pt x="0" y="21411"/>
                    <a:pt x="51" y="21475"/>
                    <a:pt x="60" y="21600"/>
                  </a:cubicBezTo>
                  <a:cubicBezTo>
                    <a:pt x="244" y="21471"/>
                    <a:pt x="331" y="21287"/>
                    <a:pt x="569" y="21287"/>
                  </a:cubicBezTo>
                  <a:cubicBezTo>
                    <a:pt x="721" y="21287"/>
                    <a:pt x="792" y="21379"/>
                    <a:pt x="946" y="21379"/>
                  </a:cubicBezTo>
                  <a:cubicBezTo>
                    <a:pt x="1128" y="21379"/>
                    <a:pt x="1135" y="21172"/>
                    <a:pt x="1221" y="21031"/>
                  </a:cubicBezTo>
                  <a:cubicBezTo>
                    <a:pt x="1313" y="20873"/>
                    <a:pt x="1527" y="20841"/>
                    <a:pt x="1527" y="20663"/>
                  </a:cubicBezTo>
                  <a:cubicBezTo>
                    <a:pt x="1527" y="20516"/>
                    <a:pt x="1296" y="20479"/>
                    <a:pt x="1140" y="20516"/>
                  </a:cubicBezTo>
                  <a:cubicBezTo>
                    <a:pt x="924" y="20565"/>
                    <a:pt x="885" y="20744"/>
                    <a:pt x="691" y="20847"/>
                  </a:cubicBezTo>
                  <a:cubicBezTo>
                    <a:pt x="528" y="20928"/>
                    <a:pt x="391" y="20911"/>
                    <a:pt x="202" y="20939"/>
                  </a:cubicBezTo>
                  <a:cubicBezTo>
                    <a:pt x="40" y="20961"/>
                    <a:pt x="0" y="21136"/>
                    <a:pt x="0" y="21287"/>
                  </a:cubicBezTo>
                  <a:cubicBezTo>
                    <a:pt x="0" y="21287"/>
                    <a:pt x="0" y="21287"/>
                    <a:pt x="0" y="2128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0" name="Shape 4929"/>
            <p:cNvSpPr/>
            <p:nvPr/>
          </p:nvSpPr>
          <p:spPr>
            <a:xfrm>
              <a:off x="199242" y="3630633"/>
              <a:ext cx="1421914" cy="1369877"/>
            </a:xfrm>
            <a:custGeom>
              <a:avLst/>
              <a:gdLst/>
              <a:ahLst/>
              <a:cxnLst>
                <a:cxn ang="0">
                  <a:pos x="wd2" y="hd2"/>
                </a:cxn>
                <a:cxn ang="5400000">
                  <a:pos x="wd2" y="hd2"/>
                </a:cxn>
                <a:cxn ang="10800000">
                  <a:pos x="wd2" y="hd2"/>
                </a:cxn>
                <a:cxn ang="16200000">
                  <a:pos x="wd2" y="hd2"/>
                </a:cxn>
              </a:cxnLst>
              <a:rect l="0" t="0" r="r" b="b"/>
              <a:pathLst>
                <a:path w="21600" h="21600" extrusionOk="0">
                  <a:moveTo>
                    <a:pt x="906" y="1097"/>
                  </a:moveTo>
                  <a:cubicBezTo>
                    <a:pt x="980" y="1229"/>
                    <a:pt x="997" y="1310"/>
                    <a:pt x="1020" y="1466"/>
                  </a:cubicBezTo>
                  <a:lnTo>
                    <a:pt x="2166" y="2240"/>
                  </a:lnTo>
                  <a:lnTo>
                    <a:pt x="2931" y="1372"/>
                  </a:lnTo>
                  <a:lnTo>
                    <a:pt x="3143" y="1372"/>
                  </a:lnTo>
                  <a:cubicBezTo>
                    <a:pt x="3472" y="1372"/>
                    <a:pt x="3640" y="1197"/>
                    <a:pt x="3912" y="1013"/>
                  </a:cubicBezTo>
                  <a:cubicBezTo>
                    <a:pt x="4118" y="876"/>
                    <a:pt x="4263" y="847"/>
                    <a:pt x="4495" y="767"/>
                  </a:cubicBezTo>
                  <a:cubicBezTo>
                    <a:pt x="4286" y="474"/>
                    <a:pt x="4072" y="361"/>
                    <a:pt x="3912" y="30"/>
                  </a:cubicBezTo>
                  <a:lnTo>
                    <a:pt x="5934" y="0"/>
                  </a:lnTo>
                  <a:lnTo>
                    <a:pt x="5934" y="0"/>
                  </a:lnTo>
                  <a:lnTo>
                    <a:pt x="7279" y="370"/>
                  </a:lnTo>
                  <a:lnTo>
                    <a:pt x="9208" y="2202"/>
                  </a:lnTo>
                  <a:lnTo>
                    <a:pt x="10319" y="4507"/>
                  </a:lnTo>
                  <a:lnTo>
                    <a:pt x="13175" y="5583"/>
                  </a:lnTo>
                  <a:lnTo>
                    <a:pt x="13175" y="5583"/>
                  </a:lnTo>
                  <a:cubicBezTo>
                    <a:pt x="13316" y="5678"/>
                    <a:pt x="13425" y="5734"/>
                    <a:pt x="13575" y="5810"/>
                  </a:cubicBezTo>
                  <a:cubicBezTo>
                    <a:pt x="13725" y="5886"/>
                    <a:pt x="13684" y="6065"/>
                    <a:pt x="13739" y="6225"/>
                  </a:cubicBezTo>
                  <a:cubicBezTo>
                    <a:pt x="13803" y="6414"/>
                    <a:pt x="13925" y="6565"/>
                    <a:pt x="14121" y="6565"/>
                  </a:cubicBezTo>
                  <a:cubicBezTo>
                    <a:pt x="14262" y="6565"/>
                    <a:pt x="14402" y="6535"/>
                    <a:pt x="14542" y="6526"/>
                  </a:cubicBezTo>
                  <a:lnTo>
                    <a:pt x="14542" y="6526"/>
                  </a:lnTo>
                  <a:cubicBezTo>
                    <a:pt x="14585" y="6689"/>
                    <a:pt x="14585" y="6801"/>
                    <a:pt x="14585" y="6982"/>
                  </a:cubicBezTo>
                  <a:cubicBezTo>
                    <a:pt x="14585" y="7271"/>
                    <a:pt x="14567" y="7436"/>
                    <a:pt x="14557" y="7727"/>
                  </a:cubicBezTo>
                  <a:cubicBezTo>
                    <a:pt x="14604" y="8020"/>
                    <a:pt x="14764" y="8146"/>
                    <a:pt x="14976" y="8340"/>
                  </a:cubicBezTo>
                  <a:cubicBezTo>
                    <a:pt x="15081" y="8438"/>
                    <a:pt x="15213" y="8473"/>
                    <a:pt x="15213" y="8617"/>
                  </a:cubicBezTo>
                  <a:lnTo>
                    <a:pt x="15213" y="8820"/>
                  </a:lnTo>
                  <a:cubicBezTo>
                    <a:pt x="15213" y="9016"/>
                    <a:pt x="15338" y="9101"/>
                    <a:pt x="15422" y="9276"/>
                  </a:cubicBezTo>
                  <a:cubicBezTo>
                    <a:pt x="15545" y="9533"/>
                    <a:pt x="15609" y="9684"/>
                    <a:pt x="15722" y="9947"/>
                  </a:cubicBezTo>
                  <a:cubicBezTo>
                    <a:pt x="15802" y="10129"/>
                    <a:pt x="15868" y="10237"/>
                    <a:pt x="15868" y="10438"/>
                  </a:cubicBezTo>
                  <a:lnTo>
                    <a:pt x="15777" y="11043"/>
                  </a:lnTo>
                  <a:lnTo>
                    <a:pt x="16141" y="12326"/>
                  </a:lnTo>
                  <a:cubicBezTo>
                    <a:pt x="16146" y="12323"/>
                    <a:pt x="16150" y="12320"/>
                    <a:pt x="16155" y="12317"/>
                  </a:cubicBezTo>
                  <a:lnTo>
                    <a:pt x="16155" y="12317"/>
                  </a:lnTo>
                  <a:cubicBezTo>
                    <a:pt x="16446" y="12393"/>
                    <a:pt x="16492" y="12657"/>
                    <a:pt x="16715" y="12865"/>
                  </a:cubicBezTo>
                  <a:lnTo>
                    <a:pt x="16715" y="12865"/>
                  </a:lnTo>
                  <a:cubicBezTo>
                    <a:pt x="16708" y="12940"/>
                    <a:pt x="16726" y="13010"/>
                    <a:pt x="16705" y="13101"/>
                  </a:cubicBezTo>
                  <a:cubicBezTo>
                    <a:pt x="16688" y="13169"/>
                    <a:pt x="16623" y="13193"/>
                    <a:pt x="16623" y="13264"/>
                  </a:cubicBezTo>
                  <a:lnTo>
                    <a:pt x="16623" y="13337"/>
                  </a:lnTo>
                  <a:lnTo>
                    <a:pt x="16623" y="13337"/>
                  </a:lnTo>
                  <a:cubicBezTo>
                    <a:pt x="16764" y="13837"/>
                    <a:pt x="16568" y="13554"/>
                    <a:pt x="16796" y="14026"/>
                  </a:cubicBezTo>
                  <a:cubicBezTo>
                    <a:pt x="16895" y="14239"/>
                    <a:pt x="16864" y="14390"/>
                    <a:pt x="16942" y="14612"/>
                  </a:cubicBezTo>
                  <a:cubicBezTo>
                    <a:pt x="17010" y="14806"/>
                    <a:pt x="17232" y="14744"/>
                    <a:pt x="17415" y="14820"/>
                  </a:cubicBezTo>
                  <a:cubicBezTo>
                    <a:pt x="17638" y="14914"/>
                    <a:pt x="17765" y="14976"/>
                    <a:pt x="17979" y="15084"/>
                  </a:cubicBezTo>
                  <a:cubicBezTo>
                    <a:pt x="18470" y="15339"/>
                    <a:pt x="18792" y="15372"/>
                    <a:pt x="19307" y="15556"/>
                  </a:cubicBezTo>
                  <a:cubicBezTo>
                    <a:pt x="19543" y="15641"/>
                    <a:pt x="19671" y="15727"/>
                    <a:pt x="19926" y="15783"/>
                  </a:cubicBezTo>
                  <a:cubicBezTo>
                    <a:pt x="20181" y="15840"/>
                    <a:pt x="20304" y="15930"/>
                    <a:pt x="20545" y="16009"/>
                  </a:cubicBezTo>
                  <a:cubicBezTo>
                    <a:pt x="20713" y="16066"/>
                    <a:pt x="20876" y="16095"/>
                    <a:pt x="20998" y="16223"/>
                  </a:cubicBezTo>
                  <a:lnTo>
                    <a:pt x="20998" y="16223"/>
                  </a:lnTo>
                  <a:cubicBezTo>
                    <a:pt x="21153" y="16464"/>
                    <a:pt x="21245" y="16581"/>
                    <a:pt x="21454" y="16765"/>
                  </a:cubicBezTo>
                  <a:cubicBezTo>
                    <a:pt x="21536" y="16836"/>
                    <a:pt x="21600" y="16898"/>
                    <a:pt x="21600" y="17010"/>
                  </a:cubicBezTo>
                  <a:cubicBezTo>
                    <a:pt x="21600" y="17771"/>
                    <a:pt x="21259" y="18139"/>
                    <a:pt x="20963" y="18843"/>
                  </a:cubicBezTo>
                  <a:cubicBezTo>
                    <a:pt x="20909" y="18979"/>
                    <a:pt x="20799" y="19027"/>
                    <a:pt x="20744" y="19164"/>
                  </a:cubicBezTo>
                  <a:cubicBezTo>
                    <a:pt x="20617" y="19461"/>
                    <a:pt x="20308" y="19405"/>
                    <a:pt x="19998" y="19466"/>
                  </a:cubicBezTo>
                  <a:cubicBezTo>
                    <a:pt x="19494" y="19570"/>
                    <a:pt x="19198" y="19617"/>
                    <a:pt x="18684" y="19617"/>
                  </a:cubicBezTo>
                  <a:lnTo>
                    <a:pt x="17801" y="19617"/>
                  </a:lnTo>
                  <a:cubicBezTo>
                    <a:pt x="17597" y="19617"/>
                    <a:pt x="17487" y="19679"/>
                    <a:pt x="17287" y="19730"/>
                  </a:cubicBezTo>
                  <a:cubicBezTo>
                    <a:pt x="16973" y="19811"/>
                    <a:pt x="16759" y="19740"/>
                    <a:pt x="16450" y="19844"/>
                  </a:cubicBezTo>
                  <a:lnTo>
                    <a:pt x="16450" y="19844"/>
                  </a:lnTo>
                  <a:cubicBezTo>
                    <a:pt x="16081" y="19816"/>
                    <a:pt x="15886" y="19693"/>
                    <a:pt x="15518" y="19693"/>
                  </a:cubicBezTo>
                  <a:lnTo>
                    <a:pt x="15017" y="19693"/>
                  </a:lnTo>
                  <a:cubicBezTo>
                    <a:pt x="14571" y="19693"/>
                    <a:pt x="14325" y="19580"/>
                    <a:pt x="13880" y="19580"/>
                  </a:cubicBezTo>
                  <a:cubicBezTo>
                    <a:pt x="13279" y="19580"/>
                    <a:pt x="12943" y="19598"/>
                    <a:pt x="12342" y="19598"/>
                  </a:cubicBezTo>
                  <a:cubicBezTo>
                    <a:pt x="12033" y="19598"/>
                    <a:pt x="11892" y="19787"/>
                    <a:pt x="11610" y="19919"/>
                  </a:cubicBezTo>
                  <a:cubicBezTo>
                    <a:pt x="11109" y="20156"/>
                    <a:pt x="10827" y="20331"/>
                    <a:pt x="10463" y="20751"/>
                  </a:cubicBezTo>
                  <a:cubicBezTo>
                    <a:pt x="10319" y="20921"/>
                    <a:pt x="10349" y="21100"/>
                    <a:pt x="10244" y="21298"/>
                  </a:cubicBezTo>
                  <a:cubicBezTo>
                    <a:pt x="10153" y="21473"/>
                    <a:pt x="9977" y="21478"/>
                    <a:pt x="9790" y="21524"/>
                  </a:cubicBezTo>
                  <a:cubicBezTo>
                    <a:pt x="9604" y="21572"/>
                    <a:pt x="9494" y="21600"/>
                    <a:pt x="9299" y="21600"/>
                  </a:cubicBezTo>
                  <a:cubicBezTo>
                    <a:pt x="9071" y="21388"/>
                    <a:pt x="9003" y="21204"/>
                    <a:pt x="8844" y="20940"/>
                  </a:cubicBezTo>
                  <a:cubicBezTo>
                    <a:pt x="8781" y="20831"/>
                    <a:pt x="8812" y="20699"/>
                    <a:pt x="8716" y="20618"/>
                  </a:cubicBezTo>
                  <a:cubicBezTo>
                    <a:pt x="8612" y="20533"/>
                    <a:pt x="8494" y="20604"/>
                    <a:pt x="8353" y="20600"/>
                  </a:cubicBezTo>
                  <a:cubicBezTo>
                    <a:pt x="7961" y="20585"/>
                    <a:pt x="7734" y="20567"/>
                    <a:pt x="7352" y="20467"/>
                  </a:cubicBezTo>
                  <a:cubicBezTo>
                    <a:pt x="7202" y="20429"/>
                    <a:pt x="7138" y="20316"/>
                    <a:pt x="6983" y="20316"/>
                  </a:cubicBezTo>
                  <a:lnTo>
                    <a:pt x="6442" y="20316"/>
                  </a:lnTo>
                  <a:cubicBezTo>
                    <a:pt x="6369" y="20240"/>
                    <a:pt x="6332" y="20184"/>
                    <a:pt x="6260" y="20108"/>
                  </a:cubicBezTo>
                  <a:cubicBezTo>
                    <a:pt x="6073" y="20264"/>
                    <a:pt x="5864" y="20175"/>
                    <a:pt x="5659" y="20297"/>
                  </a:cubicBezTo>
                  <a:cubicBezTo>
                    <a:pt x="5546" y="20364"/>
                    <a:pt x="5559" y="20561"/>
                    <a:pt x="5423" y="20561"/>
                  </a:cubicBezTo>
                  <a:cubicBezTo>
                    <a:pt x="5246" y="20561"/>
                    <a:pt x="5100" y="20541"/>
                    <a:pt x="4977" y="20414"/>
                  </a:cubicBezTo>
                  <a:lnTo>
                    <a:pt x="4977" y="20414"/>
                  </a:lnTo>
                  <a:lnTo>
                    <a:pt x="4977" y="19936"/>
                  </a:lnTo>
                  <a:cubicBezTo>
                    <a:pt x="4977" y="19735"/>
                    <a:pt x="4936" y="19627"/>
                    <a:pt x="4904" y="19428"/>
                  </a:cubicBezTo>
                  <a:cubicBezTo>
                    <a:pt x="4888" y="19329"/>
                    <a:pt x="4895" y="19261"/>
                    <a:pt x="4850" y="19173"/>
                  </a:cubicBezTo>
                  <a:cubicBezTo>
                    <a:pt x="4800" y="19079"/>
                    <a:pt x="4698" y="19105"/>
                    <a:pt x="4595" y="19079"/>
                  </a:cubicBezTo>
                  <a:lnTo>
                    <a:pt x="4595" y="18764"/>
                  </a:lnTo>
                  <a:cubicBezTo>
                    <a:pt x="4595" y="18616"/>
                    <a:pt x="4520" y="18541"/>
                    <a:pt x="4440" y="18418"/>
                  </a:cubicBezTo>
                  <a:cubicBezTo>
                    <a:pt x="4352" y="18283"/>
                    <a:pt x="4308" y="18205"/>
                    <a:pt x="4222" y="18068"/>
                  </a:cubicBezTo>
                  <a:cubicBezTo>
                    <a:pt x="4069" y="17750"/>
                    <a:pt x="3912" y="17589"/>
                    <a:pt x="3912" y="17250"/>
                  </a:cubicBezTo>
                  <a:lnTo>
                    <a:pt x="3912" y="16499"/>
                  </a:lnTo>
                  <a:cubicBezTo>
                    <a:pt x="3912" y="16274"/>
                    <a:pt x="3812" y="16161"/>
                    <a:pt x="3731" y="15953"/>
                  </a:cubicBezTo>
                  <a:cubicBezTo>
                    <a:pt x="3674" y="15809"/>
                    <a:pt x="3767" y="15691"/>
                    <a:pt x="3694" y="15556"/>
                  </a:cubicBezTo>
                  <a:cubicBezTo>
                    <a:pt x="3657" y="15486"/>
                    <a:pt x="3565" y="15530"/>
                    <a:pt x="3503" y="15480"/>
                  </a:cubicBezTo>
                  <a:cubicBezTo>
                    <a:pt x="3430" y="15422"/>
                    <a:pt x="3422" y="15349"/>
                    <a:pt x="3403" y="15254"/>
                  </a:cubicBezTo>
                  <a:cubicBezTo>
                    <a:pt x="3376" y="15122"/>
                    <a:pt x="3389" y="15037"/>
                    <a:pt x="3339" y="14914"/>
                  </a:cubicBezTo>
                  <a:cubicBezTo>
                    <a:pt x="3312" y="14845"/>
                    <a:pt x="3257" y="14827"/>
                    <a:pt x="3221" y="14762"/>
                  </a:cubicBezTo>
                  <a:cubicBezTo>
                    <a:pt x="3139" y="14624"/>
                    <a:pt x="3094" y="14525"/>
                    <a:pt x="2957" y="14442"/>
                  </a:cubicBezTo>
                  <a:cubicBezTo>
                    <a:pt x="2812" y="14354"/>
                    <a:pt x="2700" y="14347"/>
                    <a:pt x="2566" y="14244"/>
                  </a:cubicBezTo>
                  <a:cubicBezTo>
                    <a:pt x="2493" y="14187"/>
                    <a:pt x="2484" y="14119"/>
                    <a:pt x="2430" y="14045"/>
                  </a:cubicBezTo>
                  <a:cubicBezTo>
                    <a:pt x="2325" y="13908"/>
                    <a:pt x="2315" y="13795"/>
                    <a:pt x="2238" y="13639"/>
                  </a:cubicBezTo>
                  <a:cubicBezTo>
                    <a:pt x="2145" y="13453"/>
                    <a:pt x="2089" y="13332"/>
                    <a:pt x="2089" y="13122"/>
                  </a:cubicBezTo>
                  <a:lnTo>
                    <a:pt x="2089" y="12815"/>
                  </a:lnTo>
                  <a:cubicBezTo>
                    <a:pt x="2089" y="12732"/>
                    <a:pt x="2131" y="12690"/>
                    <a:pt x="2147" y="12610"/>
                  </a:cubicBezTo>
                  <a:cubicBezTo>
                    <a:pt x="2170" y="12489"/>
                    <a:pt x="2147" y="12417"/>
                    <a:pt x="2147" y="12291"/>
                  </a:cubicBezTo>
                  <a:lnTo>
                    <a:pt x="2147" y="12079"/>
                  </a:lnTo>
                  <a:cubicBezTo>
                    <a:pt x="2147" y="11975"/>
                    <a:pt x="2152" y="11916"/>
                    <a:pt x="2184" y="11816"/>
                  </a:cubicBezTo>
                  <a:cubicBezTo>
                    <a:pt x="2221" y="11826"/>
                    <a:pt x="2229" y="11864"/>
                    <a:pt x="2266" y="11864"/>
                  </a:cubicBezTo>
                  <a:cubicBezTo>
                    <a:pt x="2359" y="11864"/>
                    <a:pt x="2402" y="11755"/>
                    <a:pt x="2402" y="11659"/>
                  </a:cubicBezTo>
                  <a:lnTo>
                    <a:pt x="2402" y="11389"/>
                  </a:lnTo>
                  <a:cubicBezTo>
                    <a:pt x="2402" y="11318"/>
                    <a:pt x="2374" y="11283"/>
                    <a:pt x="2365" y="11212"/>
                  </a:cubicBezTo>
                  <a:cubicBezTo>
                    <a:pt x="2365" y="11050"/>
                    <a:pt x="2370" y="10938"/>
                    <a:pt x="2370" y="10775"/>
                  </a:cubicBezTo>
                  <a:cubicBezTo>
                    <a:pt x="2370" y="10480"/>
                    <a:pt x="2277" y="10322"/>
                    <a:pt x="2221" y="10031"/>
                  </a:cubicBezTo>
                  <a:cubicBezTo>
                    <a:pt x="2207" y="9963"/>
                    <a:pt x="2175" y="9925"/>
                    <a:pt x="2175" y="9855"/>
                  </a:cubicBezTo>
                  <a:lnTo>
                    <a:pt x="2175" y="9443"/>
                  </a:lnTo>
                  <a:cubicBezTo>
                    <a:pt x="2175" y="9210"/>
                    <a:pt x="2003" y="9122"/>
                    <a:pt x="1865" y="8936"/>
                  </a:cubicBezTo>
                  <a:cubicBezTo>
                    <a:pt x="1738" y="8766"/>
                    <a:pt x="1674" y="8617"/>
                    <a:pt x="1474" y="8568"/>
                  </a:cubicBezTo>
                  <a:cubicBezTo>
                    <a:pt x="1406" y="8551"/>
                    <a:pt x="1358" y="8565"/>
                    <a:pt x="1292" y="8539"/>
                  </a:cubicBezTo>
                  <a:cubicBezTo>
                    <a:pt x="1190" y="8497"/>
                    <a:pt x="1238" y="8369"/>
                    <a:pt x="1219" y="8256"/>
                  </a:cubicBezTo>
                  <a:cubicBezTo>
                    <a:pt x="1205" y="8174"/>
                    <a:pt x="1190" y="8128"/>
                    <a:pt x="1174" y="8048"/>
                  </a:cubicBezTo>
                  <a:cubicBezTo>
                    <a:pt x="1133" y="7864"/>
                    <a:pt x="1074" y="7764"/>
                    <a:pt x="1074" y="7577"/>
                  </a:cubicBezTo>
                  <a:cubicBezTo>
                    <a:pt x="1074" y="7517"/>
                    <a:pt x="1126" y="7500"/>
                    <a:pt x="1155" y="7453"/>
                  </a:cubicBezTo>
                  <a:cubicBezTo>
                    <a:pt x="1194" y="7392"/>
                    <a:pt x="1192" y="7340"/>
                    <a:pt x="1192" y="7264"/>
                  </a:cubicBezTo>
                  <a:cubicBezTo>
                    <a:pt x="1192" y="6905"/>
                    <a:pt x="1174" y="6698"/>
                    <a:pt x="1083" y="6348"/>
                  </a:cubicBezTo>
                  <a:cubicBezTo>
                    <a:pt x="1033" y="6155"/>
                    <a:pt x="919" y="6068"/>
                    <a:pt x="919" y="5869"/>
                  </a:cubicBezTo>
                  <a:lnTo>
                    <a:pt x="919" y="5602"/>
                  </a:lnTo>
                  <a:lnTo>
                    <a:pt x="719" y="4441"/>
                  </a:lnTo>
                  <a:cubicBezTo>
                    <a:pt x="710" y="4318"/>
                    <a:pt x="664" y="4272"/>
                    <a:pt x="664" y="4150"/>
                  </a:cubicBezTo>
                  <a:lnTo>
                    <a:pt x="664" y="3673"/>
                  </a:lnTo>
                  <a:cubicBezTo>
                    <a:pt x="664" y="3510"/>
                    <a:pt x="596" y="3428"/>
                    <a:pt x="555" y="3269"/>
                  </a:cubicBezTo>
                  <a:cubicBezTo>
                    <a:pt x="501" y="3059"/>
                    <a:pt x="467" y="2908"/>
                    <a:pt x="300" y="2778"/>
                  </a:cubicBezTo>
                  <a:cubicBezTo>
                    <a:pt x="205" y="2703"/>
                    <a:pt x="121" y="2712"/>
                    <a:pt x="0" y="2693"/>
                  </a:cubicBezTo>
                  <a:lnTo>
                    <a:pt x="0" y="2616"/>
                  </a:lnTo>
                  <a:cubicBezTo>
                    <a:pt x="0" y="2457"/>
                    <a:pt x="121" y="2398"/>
                    <a:pt x="192" y="2259"/>
                  </a:cubicBezTo>
                  <a:cubicBezTo>
                    <a:pt x="246" y="2149"/>
                    <a:pt x="271" y="2075"/>
                    <a:pt x="327" y="1967"/>
                  </a:cubicBezTo>
                  <a:cubicBezTo>
                    <a:pt x="430" y="1775"/>
                    <a:pt x="539" y="1692"/>
                    <a:pt x="628" y="1494"/>
                  </a:cubicBezTo>
                  <a:cubicBezTo>
                    <a:pt x="704" y="1323"/>
                    <a:pt x="845" y="1238"/>
                    <a:pt x="906" y="1097"/>
                  </a:cubicBezTo>
                  <a:lnTo>
                    <a:pt x="906" y="1097"/>
                  </a:lnTo>
                  <a:cubicBezTo>
                    <a:pt x="912" y="1084"/>
                    <a:pt x="917" y="1071"/>
                    <a:pt x="922" y="1056"/>
                  </a:cubicBezTo>
                  <a:cubicBezTo>
                    <a:pt x="922" y="1056"/>
                    <a:pt x="906" y="1097"/>
                    <a:pt x="906" y="1097"/>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1" name="Shape 4930"/>
            <p:cNvSpPr/>
            <p:nvPr/>
          </p:nvSpPr>
          <p:spPr>
            <a:xfrm>
              <a:off x="0" y="2512664"/>
              <a:ext cx="225921" cy="127608"/>
            </a:xfrm>
            <a:custGeom>
              <a:avLst/>
              <a:gdLst/>
              <a:ahLst/>
              <a:cxnLst>
                <a:cxn ang="0">
                  <a:pos x="wd2" y="hd2"/>
                </a:cxn>
                <a:cxn ang="5400000">
                  <a:pos x="wd2" y="hd2"/>
                </a:cxn>
                <a:cxn ang="10800000">
                  <a:pos x="wd2" y="hd2"/>
                </a:cxn>
                <a:cxn ang="16200000">
                  <a:pos x="wd2" y="hd2"/>
                </a:cxn>
              </a:cxnLst>
              <a:rect l="0" t="0" r="r" b="b"/>
              <a:pathLst>
                <a:path w="21600" h="21600" extrusionOk="0">
                  <a:moveTo>
                    <a:pt x="14418" y="21600"/>
                  </a:moveTo>
                  <a:cubicBezTo>
                    <a:pt x="14372" y="21537"/>
                    <a:pt x="14321" y="21474"/>
                    <a:pt x="14272" y="21410"/>
                  </a:cubicBezTo>
                  <a:cubicBezTo>
                    <a:pt x="12899" y="19532"/>
                    <a:pt x="11939" y="18747"/>
                    <a:pt x="10840" y="16337"/>
                  </a:cubicBezTo>
                  <a:cubicBezTo>
                    <a:pt x="10521" y="15626"/>
                    <a:pt x="10320" y="14966"/>
                    <a:pt x="9808" y="14719"/>
                  </a:cubicBezTo>
                  <a:cubicBezTo>
                    <a:pt x="9120" y="14384"/>
                    <a:pt x="8561" y="15252"/>
                    <a:pt x="7974" y="14516"/>
                  </a:cubicBezTo>
                  <a:cubicBezTo>
                    <a:pt x="7171" y="13502"/>
                    <a:pt x="7687" y="11777"/>
                    <a:pt x="7114" y="10363"/>
                  </a:cubicBezTo>
                  <a:cubicBezTo>
                    <a:pt x="6932" y="9874"/>
                    <a:pt x="6602" y="10058"/>
                    <a:pt x="6255" y="10058"/>
                  </a:cubicBezTo>
                  <a:cubicBezTo>
                    <a:pt x="4897" y="10058"/>
                    <a:pt x="4238" y="11574"/>
                    <a:pt x="2880" y="11574"/>
                  </a:cubicBezTo>
                  <a:cubicBezTo>
                    <a:pt x="2103" y="11574"/>
                    <a:pt x="1702" y="10870"/>
                    <a:pt x="928" y="10870"/>
                  </a:cubicBezTo>
                  <a:cubicBezTo>
                    <a:pt x="641" y="10870"/>
                    <a:pt x="530" y="11472"/>
                    <a:pt x="530" y="11979"/>
                  </a:cubicBezTo>
                  <a:cubicBezTo>
                    <a:pt x="530" y="14085"/>
                    <a:pt x="1848" y="14795"/>
                    <a:pt x="1848" y="16901"/>
                  </a:cubicBezTo>
                  <a:cubicBezTo>
                    <a:pt x="1848" y="17180"/>
                    <a:pt x="1773" y="17300"/>
                    <a:pt x="1734" y="17561"/>
                  </a:cubicBezTo>
                  <a:cubicBezTo>
                    <a:pt x="1175" y="17332"/>
                    <a:pt x="1089" y="16368"/>
                    <a:pt x="530" y="16134"/>
                  </a:cubicBezTo>
                  <a:lnTo>
                    <a:pt x="530" y="20090"/>
                  </a:lnTo>
                  <a:lnTo>
                    <a:pt x="0" y="20110"/>
                  </a:lnTo>
                  <a:lnTo>
                    <a:pt x="0" y="0"/>
                  </a:lnTo>
                  <a:lnTo>
                    <a:pt x="0" y="0"/>
                  </a:lnTo>
                  <a:cubicBezTo>
                    <a:pt x="1891" y="558"/>
                    <a:pt x="3042" y="2074"/>
                    <a:pt x="4929" y="2626"/>
                  </a:cubicBezTo>
                  <a:lnTo>
                    <a:pt x="4929" y="2626"/>
                  </a:lnTo>
                  <a:cubicBezTo>
                    <a:pt x="5473" y="3336"/>
                    <a:pt x="5595" y="3671"/>
                    <a:pt x="6255" y="3874"/>
                  </a:cubicBezTo>
                  <a:cubicBezTo>
                    <a:pt x="7114" y="4122"/>
                    <a:pt x="7773" y="3368"/>
                    <a:pt x="8547" y="4071"/>
                  </a:cubicBezTo>
                  <a:cubicBezTo>
                    <a:pt x="9149" y="4629"/>
                    <a:pt x="9120" y="5892"/>
                    <a:pt x="9693" y="6507"/>
                  </a:cubicBezTo>
                  <a:cubicBezTo>
                    <a:pt x="11782" y="8840"/>
                    <a:pt x="13240" y="9500"/>
                    <a:pt x="15532" y="11168"/>
                  </a:cubicBezTo>
                  <a:cubicBezTo>
                    <a:pt x="16052" y="8784"/>
                    <a:pt x="15819" y="5492"/>
                    <a:pt x="17252" y="5492"/>
                  </a:cubicBezTo>
                  <a:cubicBezTo>
                    <a:pt x="18971" y="5492"/>
                    <a:pt x="20028" y="6202"/>
                    <a:pt x="21600" y="7318"/>
                  </a:cubicBezTo>
                  <a:lnTo>
                    <a:pt x="21600" y="7318"/>
                  </a:lnTo>
                  <a:cubicBezTo>
                    <a:pt x="20285" y="7674"/>
                    <a:pt x="20171" y="10255"/>
                    <a:pt x="19999" y="12595"/>
                  </a:cubicBezTo>
                  <a:cubicBezTo>
                    <a:pt x="18971" y="12595"/>
                    <a:pt x="18398" y="12392"/>
                    <a:pt x="17366" y="12595"/>
                  </a:cubicBezTo>
                  <a:cubicBezTo>
                    <a:pt x="17305" y="14161"/>
                    <a:pt x="17391" y="15277"/>
                    <a:pt x="17022" y="16641"/>
                  </a:cubicBezTo>
                  <a:cubicBezTo>
                    <a:pt x="16363" y="19026"/>
                    <a:pt x="14991" y="19158"/>
                    <a:pt x="14418" y="21600"/>
                  </a:cubicBezTo>
                  <a:cubicBezTo>
                    <a:pt x="14418" y="21600"/>
                    <a:pt x="14418" y="21600"/>
                    <a:pt x="14418" y="2160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2" name="Shape 4931"/>
            <p:cNvSpPr/>
            <p:nvPr/>
          </p:nvSpPr>
          <p:spPr>
            <a:xfrm>
              <a:off x="55345" y="2545871"/>
              <a:ext cx="1136578" cy="825534"/>
            </a:xfrm>
            <a:custGeom>
              <a:avLst/>
              <a:gdLst/>
              <a:ahLst/>
              <a:cxnLst>
                <a:cxn ang="0">
                  <a:pos x="wd2" y="hd2"/>
                </a:cxn>
                <a:cxn ang="5400000">
                  <a:pos x="wd2" y="hd2"/>
                </a:cxn>
                <a:cxn ang="10800000">
                  <a:pos x="wd2" y="hd2"/>
                </a:cxn>
                <a:cxn ang="16200000">
                  <a:pos x="wd2" y="hd2"/>
                </a:cxn>
              </a:cxnLst>
              <a:rect l="0" t="0" r="r" b="b"/>
              <a:pathLst>
                <a:path w="21600" h="21600" extrusionOk="0">
                  <a:moveTo>
                    <a:pt x="9100" y="18205"/>
                  </a:moveTo>
                  <a:cubicBezTo>
                    <a:pt x="9160" y="18102"/>
                    <a:pt x="9177" y="17969"/>
                    <a:pt x="9220" y="17819"/>
                  </a:cubicBezTo>
                  <a:cubicBezTo>
                    <a:pt x="9282" y="17595"/>
                    <a:pt x="9209" y="17403"/>
                    <a:pt x="9310" y="17207"/>
                  </a:cubicBezTo>
                  <a:cubicBezTo>
                    <a:pt x="9379" y="17078"/>
                    <a:pt x="9490" y="17117"/>
                    <a:pt x="9607" y="17098"/>
                  </a:cubicBezTo>
                  <a:cubicBezTo>
                    <a:pt x="9692" y="17082"/>
                    <a:pt x="9738" y="17020"/>
                    <a:pt x="9826" y="17020"/>
                  </a:cubicBezTo>
                  <a:lnTo>
                    <a:pt x="10037" y="17020"/>
                  </a:lnTo>
                  <a:cubicBezTo>
                    <a:pt x="10136" y="17020"/>
                    <a:pt x="10151" y="16854"/>
                    <a:pt x="10199" y="16737"/>
                  </a:cubicBezTo>
                  <a:cubicBezTo>
                    <a:pt x="10256" y="16600"/>
                    <a:pt x="10335" y="16526"/>
                    <a:pt x="10335" y="16365"/>
                  </a:cubicBezTo>
                  <a:cubicBezTo>
                    <a:pt x="10335" y="16314"/>
                    <a:pt x="10329" y="16287"/>
                    <a:pt x="10324" y="16236"/>
                  </a:cubicBezTo>
                  <a:lnTo>
                    <a:pt x="10278" y="16220"/>
                  </a:lnTo>
                  <a:cubicBezTo>
                    <a:pt x="10195" y="16254"/>
                    <a:pt x="10145" y="16297"/>
                    <a:pt x="10056" y="16297"/>
                  </a:cubicBezTo>
                  <a:cubicBezTo>
                    <a:pt x="9852" y="16297"/>
                    <a:pt x="9775" y="16016"/>
                    <a:pt x="9570" y="16016"/>
                  </a:cubicBezTo>
                  <a:cubicBezTo>
                    <a:pt x="9550" y="16016"/>
                    <a:pt x="9535" y="16032"/>
                    <a:pt x="9516" y="16032"/>
                  </a:cubicBezTo>
                  <a:cubicBezTo>
                    <a:pt x="9516" y="16224"/>
                    <a:pt x="9455" y="16440"/>
                    <a:pt x="9316" y="16440"/>
                  </a:cubicBezTo>
                  <a:cubicBezTo>
                    <a:pt x="9206" y="16440"/>
                    <a:pt x="9128" y="16423"/>
                    <a:pt x="9049" y="16314"/>
                  </a:cubicBezTo>
                  <a:cubicBezTo>
                    <a:pt x="8987" y="16228"/>
                    <a:pt x="8995" y="16126"/>
                    <a:pt x="8935" y="16032"/>
                  </a:cubicBezTo>
                  <a:cubicBezTo>
                    <a:pt x="8816" y="15844"/>
                    <a:pt x="8699" y="15797"/>
                    <a:pt x="8537" y="15687"/>
                  </a:cubicBezTo>
                  <a:cubicBezTo>
                    <a:pt x="8482" y="15651"/>
                    <a:pt x="8460" y="15577"/>
                    <a:pt x="8398" y="15577"/>
                  </a:cubicBezTo>
                  <a:lnTo>
                    <a:pt x="8153" y="15577"/>
                  </a:lnTo>
                  <a:cubicBezTo>
                    <a:pt x="7976" y="15577"/>
                    <a:pt x="7891" y="15718"/>
                    <a:pt x="7714" y="15718"/>
                  </a:cubicBezTo>
                  <a:lnTo>
                    <a:pt x="7413" y="15718"/>
                  </a:lnTo>
                  <a:cubicBezTo>
                    <a:pt x="7179" y="15718"/>
                    <a:pt x="7165" y="16204"/>
                    <a:pt x="6932" y="16204"/>
                  </a:cubicBezTo>
                  <a:cubicBezTo>
                    <a:pt x="6840" y="16204"/>
                    <a:pt x="6813" y="16063"/>
                    <a:pt x="6721" y="16063"/>
                  </a:cubicBezTo>
                  <a:cubicBezTo>
                    <a:pt x="6628" y="16063"/>
                    <a:pt x="6576" y="16110"/>
                    <a:pt x="6482" y="16110"/>
                  </a:cubicBezTo>
                  <a:cubicBezTo>
                    <a:pt x="6246" y="16110"/>
                    <a:pt x="6153" y="15812"/>
                    <a:pt x="5916" y="15812"/>
                  </a:cubicBezTo>
                  <a:lnTo>
                    <a:pt x="5535" y="15812"/>
                  </a:lnTo>
                  <a:cubicBezTo>
                    <a:pt x="5404" y="15812"/>
                    <a:pt x="5349" y="15651"/>
                    <a:pt x="5282" y="15499"/>
                  </a:cubicBezTo>
                  <a:cubicBezTo>
                    <a:pt x="5139" y="15186"/>
                    <a:pt x="5117" y="14985"/>
                    <a:pt x="4996" y="14653"/>
                  </a:cubicBezTo>
                  <a:cubicBezTo>
                    <a:pt x="4923" y="14445"/>
                    <a:pt x="4914" y="14311"/>
                    <a:pt x="4849" y="14105"/>
                  </a:cubicBezTo>
                  <a:cubicBezTo>
                    <a:pt x="4764" y="13838"/>
                    <a:pt x="4598" y="13775"/>
                    <a:pt x="4519" y="13509"/>
                  </a:cubicBezTo>
                  <a:cubicBezTo>
                    <a:pt x="4413" y="13349"/>
                    <a:pt x="4314" y="13356"/>
                    <a:pt x="4200" y="13211"/>
                  </a:cubicBezTo>
                  <a:cubicBezTo>
                    <a:pt x="4069" y="13047"/>
                    <a:pt x="3984" y="12882"/>
                    <a:pt x="3801" y="12882"/>
                  </a:cubicBezTo>
                  <a:cubicBezTo>
                    <a:pt x="3739" y="12882"/>
                    <a:pt x="3710" y="12961"/>
                    <a:pt x="3687" y="13039"/>
                  </a:cubicBezTo>
                  <a:cubicBezTo>
                    <a:pt x="3625" y="13238"/>
                    <a:pt x="3528" y="13399"/>
                    <a:pt x="3369" y="13399"/>
                  </a:cubicBezTo>
                  <a:cubicBezTo>
                    <a:pt x="3278" y="13399"/>
                    <a:pt x="3198" y="13387"/>
                    <a:pt x="3141" y="13477"/>
                  </a:cubicBezTo>
                  <a:cubicBezTo>
                    <a:pt x="3104" y="13536"/>
                    <a:pt x="3107" y="13603"/>
                    <a:pt x="3073" y="13665"/>
                  </a:cubicBezTo>
                  <a:cubicBezTo>
                    <a:pt x="3039" y="13729"/>
                    <a:pt x="2979" y="13697"/>
                    <a:pt x="2919" y="13697"/>
                  </a:cubicBezTo>
                  <a:cubicBezTo>
                    <a:pt x="2723" y="13697"/>
                    <a:pt x="2629" y="13536"/>
                    <a:pt x="2436" y="13477"/>
                  </a:cubicBezTo>
                  <a:cubicBezTo>
                    <a:pt x="2205" y="13407"/>
                    <a:pt x="2018" y="13407"/>
                    <a:pt x="1878" y="13149"/>
                  </a:cubicBezTo>
                  <a:cubicBezTo>
                    <a:pt x="1801" y="13004"/>
                    <a:pt x="1813" y="12866"/>
                    <a:pt x="1742" y="12710"/>
                  </a:cubicBezTo>
                  <a:cubicBezTo>
                    <a:pt x="1645" y="12494"/>
                    <a:pt x="1503" y="12412"/>
                    <a:pt x="1503" y="12161"/>
                  </a:cubicBezTo>
                  <a:cubicBezTo>
                    <a:pt x="1503" y="12036"/>
                    <a:pt x="1537" y="11961"/>
                    <a:pt x="1537" y="11835"/>
                  </a:cubicBezTo>
                  <a:cubicBezTo>
                    <a:pt x="1537" y="11772"/>
                    <a:pt x="1531" y="11737"/>
                    <a:pt x="1524" y="11675"/>
                  </a:cubicBezTo>
                  <a:cubicBezTo>
                    <a:pt x="1362" y="11675"/>
                    <a:pt x="1272" y="11616"/>
                    <a:pt x="1127" y="11519"/>
                  </a:cubicBezTo>
                  <a:cubicBezTo>
                    <a:pt x="1096" y="11499"/>
                    <a:pt x="1058" y="11487"/>
                    <a:pt x="1047" y="11440"/>
                  </a:cubicBezTo>
                  <a:cubicBezTo>
                    <a:pt x="1016" y="11334"/>
                    <a:pt x="1075" y="11142"/>
                    <a:pt x="990" y="11142"/>
                  </a:cubicBezTo>
                  <a:cubicBezTo>
                    <a:pt x="782" y="11142"/>
                    <a:pt x="685" y="11346"/>
                    <a:pt x="478" y="11346"/>
                  </a:cubicBezTo>
                  <a:cubicBezTo>
                    <a:pt x="387" y="11346"/>
                    <a:pt x="353" y="11237"/>
                    <a:pt x="296" y="11142"/>
                  </a:cubicBezTo>
                  <a:cubicBezTo>
                    <a:pt x="196" y="10978"/>
                    <a:pt x="46" y="10924"/>
                    <a:pt x="46" y="10708"/>
                  </a:cubicBezTo>
                  <a:cubicBezTo>
                    <a:pt x="46" y="10665"/>
                    <a:pt x="53" y="10636"/>
                    <a:pt x="56" y="10593"/>
                  </a:cubicBezTo>
                  <a:lnTo>
                    <a:pt x="102" y="10578"/>
                  </a:lnTo>
                  <a:cubicBezTo>
                    <a:pt x="341" y="10641"/>
                    <a:pt x="438" y="10876"/>
                    <a:pt x="677" y="10876"/>
                  </a:cubicBezTo>
                  <a:cubicBezTo>
                    <a:pt x="763" y="10876"/>
                    <a:pt x="854" y="10822"/>
                    <a:pt x="854" y="10703"/>
                  </a:cubicBezTo>
                  <a:cubicBezTo>
                    <a:pt x="854" y="10535"/>
                    <a:pt x="746" y="10465"/>
                    <a:pt x="637" y="10390"/>
                  </a:cubicBezTo>
                  <a:cubicBezTo>
                    <a:pt x="486" y="10288"/>
                    <a:pt x="424" y="10175"/>
                    <a:pt x="262" y="10108"/>
                  </a:cubicBezTo>
                  <a:cubicBezTo>
                    <a:pt x="160" y="10069"/>
                    <a:pt x="48" y="10125"/>
                    <a:pt x="0" y="9998"/>
                  </a:cubicBezTo>
                  <a:lnTo>
                    <a:pt x="46" y="9982"/>
                  </a:lnTo>
                  <a:cubicBezTo>
                    <a:pt x="128" y="10010"/>
                    <a:pt x="165" y="10108"/>
                    <a:pt x="250" y="10108"/>
                  </a:cubicBezTo>
                  <a:cubicBezTo>
                    <a:pt x="375" y="10108"/>
                    <a:pt x="387" y="9873"/>
                    <a:pt x="387" y="9701"/>
                  </a:cubicBezTo>
                  <a:cubicBezTo>
                    <a:pt x="387" y="9576"/>
                    <a:pt x="367" y="9481"/>
                    <a:pt x="296" y="9402"/>
                  </a:cubicBezTo>
                  <a:cubicBezTo>
                    <a:pt x="230" y="9332"/>
                    <a:pt x="125" y="9332"/>
                    <a:pt x="125" y="9215"/>
                  </a:cubicBezTo>
                  <a:cubicBezTo>
                    <a:pt x="125" y="8980"/>
                    <a:pt x="364" y="9031"/>
                    <a:pt x="535" y="9012"/>
                  </a:cubicBezTo>
                  <a:cubicBezTo>
                    <a:pt x="526" y="8901"/>
                    <a:pt x="501" y="8838"/>
                    <a:pt x="501" y="8729"/>
                  </a:cubicBezTo>
                  <a:cubicBezTo>
                    <a:pt x="501" y="8533"/>
                    <a:pt x="617" y="8458"/>
                    <a:pt x="706" y="8306"/>
                  </a:cubicBezTo>
                  <a:cubicBezTo>
                    <a:pt x="779" y="8176"/>
                    <a:pt x="774" y="8051"/>
                    <a:pt x="774" y="7883"/>
                  </a:cubicBezTo>
                  <a:cubicBezTo>
                    <a:pt x="774" y="7492"/>
                    <a:pt x="558" y="7327"/>
                    <a:pt x="341" y="7067"/>
                  </a:cubicBezTo>
                  <a:cubicBezTo>
                    <a:pt x="247" y="6958"/>
                    <a:pt x="136" y="6895"/>
                    <a:pt x="136" y="6723"/>
                  </a:cubicBezTo>
                  <a:cubicBezTo>
                    <a:pt x="136" y="6677"/>
                    <a:pt x="160" y="6656"/>
                    <a:pt x="170" y="6613"/>
                  </a:cubicBezTo>
                  <a:cubicBezTo>
                    <a:pt x="478" y="6755"/>
                    <a:pt x="571" y="7060"/>
                    <a:pt x="763" y="7412"/>
                  </a:cubicBezTo>
                  <a:lnTo>
                    <a:pt x="808" y="7397"/>
                  </a:lnTo>
                  <a:lnTo>
                    <a:pt x="808" y="6594"/>
                  </a:lnTo>
                  <a:cubicBezTo>
                    <a:pt x="808" y="6425"/>
                    <a:pt x="1013" y="6437"/>
                    <a:pt x="1013" y="6268"/>
                  </a:cubicBezTo>
                  <a:cubicBezTo>
                    <a:pt x="1013" y="6111"/>
                    <a:pt x="830" y="6111"/>
                    <a:pt x="830" y="5955"/>
                  </a:cubicBezTo>
                  <a:cubicBezTo>
                    <a:pt x="830" y="5774"/>
                    <a:pt x="1058" y="5791"/>
                    <a:pt x="1058" y="5610"/>
                  </a:cubicBezTo>
                  <a:cubicBezTo>
                    <a:pt x="1058" y="5493"/>
                    <a:pt x="978" y="5446"/>
                    <a:pt x="978" y="5329"/>
                  </a:cubicBezTo>
                  <a:cubicBezTo>
                    <a:pt x="978" y="5234"/>
                    <a:pt x="1047" y="5210"/>
                    <a:pt x="1104" y="5155"/>
                  </a:cubicBezTo>
                  <a:cubicBezTo>
                    <a:pt x="1181" y="5085"/>
                    <a:pt x="1220" y="5022"/>
                    <a:pt x="1297" y="4952"/>
                  </a:cubicBezTo>
                  <a:cubicBezTo>
                    <a:pt x="1383" y="4873"/>
                    <a:pt x="1514" y="4862"/>
                    <a:pt x="1514" y="4717"/>
                  </a:cubicBezTo>
                  <a:cubicBezTo>
                    <a:pt x="1514" y="4620"/>
                    <a:pt x="1459" y="4530"/>
                    <a:pt x="1389" y="4530"/>
                  </a:cubicBezTo>
                  <a:cubicBezTo>
                    <a:pt x="1295" y="4530"/>
                    <a:pt x="1243" y="4576"/>
                    <a:pt x="1149" y="4576"/>
                  </a:cubicBezTo>
                  <a:cubicBezTo>
                    <a:pt x="990" y="4576"/>
                    <a:pt x="774" y="4568"/>
                    <a:pt x="774" y="4349"/>
                  </a:cubicBezTo>
                  <a:cubicBezTo>
                    <a:pt x="774" y="4145"/>
                    <a:pt x="877" y="3981"/>
                    <a:pt x="1024" y="3950"/>
                  </a:cubicBezTo>
                  <a:cubicBezTo>
                    <a:pt x="1149" y="3921"/>
                    <a:pt x="1229" y="3941"/>
                    <a:pt x="1343" y="3871"/>
                  </a:cubicBezTo>
                  <a:cubicBezTo>
                    <a:pt x="1596" y="3714"/>
                    <a:pt x="1725" y="3479"/>
                    <a:pt x="2003" y="3479"/>
                  </a:cubicBezTo>
                  <a:cubicBezTo>
                    <a:pt x="2242" y="3479"/>
                    <a:pt x="2410" y="3495"/>
                    <a:pt x="2595" y="3699"/>
                  </a:cubicBezTo>
                  <a:cubicBezTo>
                    <a:pt x="2740" y="3855"/>
                    <a:pt x="2778" y="4121"/>
                    <a:pt x="2965" y="4121"/>
                  </a:cubicBezTo>
                  <a:cubicBezTo>
                    <a:pt x="3085" y="4121"/>
                    <a:pt x="3121" y="3981"/>
                    <a:pt x="3210" y="3871"/>
                  </a:cubicBezTo>
                  <a:lnTo>
                    <a:pt x="3369" y="3871"/>
                  </a:lnTo>
                  <a:lnTo>
                    <a:pt x="3369" y="4040"/>
                  </a:lnTo>
                  <a:cubicBezTo>
                    <a:pt x="3369" y="4193"/>
                    <a:pt x="3221" y="4219"/>
                    <a:pt x="3221" y="4373"/>
                  </a:cubicBezTo>
                  <a:cubicBezTo>
                    <a:pt x="3221" y="4470"/>
                    <a:pt x="3286" y="4545"/>
                    <a:pt x="3358" y="4545"/>
                  </a:cubicBezTo>
                  <a:cubicBezTo>
                    <a:pt x="3503" y="4545"/>
                    <a:pt x="3577" y="4435"/>
                    <a:pt x="3722" y="4435"/>
                  </a:cubicBezTo>
                  <a:cubicBezTo>
                    <a:pt x="3822" y="4435"/>
                    <a:pt x="3845" y="4583"/>
                    <a:pt x="3927" y="4655"/>
                  </a:cubicBezTo>
                  <a:cubicBezTo>
                    <a:pt x="4009" y="4725"/>
                    <a:pt x="4084" y="4725"/>
                    <a:pt x="4166" y="4795"/>
                  </a:cubicBezTo>
                  <a:cubicBezTo>
                    <a:pt x="4208" y="4830"/>
                    <a:pt x="4195" y="4937"/>
                    <a:pt x="4246" y="4937"/>
                  </a:cubicBezTo>
                  <a:cubicBezTo>
                    <a:pt x="4362" y="4937"/>
                    <a:pt x="4508" y="4897"/>
                    <a:pt x="4508" y="4737"/>
                  </a:cubicBezTo>
                  <a:lnTo>
                    <a:pt x="4508" y="4342"/>
                  </a:lnTo>
                  <a:lnTo>
                    <a:pt x="4664" y="4342"/>
                  </a:lnTo>
                  <a:cubicBezTo>
                    <a:pt x="4744" y="4342"/>
                    <a:pt x="4812" y="4353"/>
                    <a:pt x="4860" y="4435"/>
                  </a:cubicBezTo>
                  <a:cubicBezTo>
                    <a:pt x="4906" y="4513"/>
                    <a:pt x="4868" y="4651"/>
                    <a:pt x="4940" y="4685"/>
                  </a:cubicBezTo>
                  <a:cubicBezTo>
                    <a:pt x="5028" y="4728"/>
                    <a:pt x="5088" y="4733"/>
                    <a:pt x="5182" y="4733"/>
                  </a:cubicBezTo>
                  <a:lnTo>
                    <a:pt x="5404" y="4733"/>
                  </a:lnTo>
                  <a:cubicBezTo>
                    <a:pt x="5500" y="4733"/>
                    <a:pt x="5535" y="4858"/>
                    <a:pt x="5631" y="4858"/>
                  </a:cubicBezTo>
                  <a:cubicBezTo>
                    <a:pt x="5676" y="4858"/>
                    <a:pt x="5702" y="4851"/>
                    <a:pt x="5748" y="4842"/>
                  </a:cubicBezTo>
                  <a:cubicBezTo>
                    <a:pt x="5711" y="4533"/>
                    <a:pt x="5597" y="4353"/>
                    <a:pt x="5396" y="4214"/>
                  </a:cubicBezTo>
                  <a:cubicBezTo>
                    <a:pt x="5288" y="4141"/>
                    <a:pt x="5219" y="4109"/>
                    <a:pt x="5122" y="4011"/>
                  </a:cubicBezTo>
                  <a:cubicBezTo>
                    <a:pt x="5054" y="3941"/>
                    <a:pt x="4986" y="3895"/>
                    <a:pt x="4986" y="3777"/>
                  </a:cubicBezTo>
                  <a:cubicBezTo>
                    <a:pt x="4986" y="3695"/>
                    <a:pt x="5016" y="3605"/>
                    <a:pt x="5077" y="3605"/>
                  </a:cubicBezTo>
                  <a:cubicBezTo>
                    <a:pt x="5256" y="3605"/>
                    <a:pt x="5338" y="3762"/>
                    <a:pt x="5497" y="3871"/>
                  </a:cubicBezTo>
                  <a:cubicBezTo>
                    <a:pt x="5623" y="3958"/>
                    <a:pt x="5711" y="3946"/>
                    <a:pt x="5851" y="3981"/>
                  </a:cubicBezTo>
                  <a:cubicBezTo>
                    <a:pt x="6118" y="4052"/>
                    <a:pt x="6252" y="4185"/>
                    <a:pt x="6488" y="4356"/>
                  </a:cubicBezTo>
                  <a:cubicBezTo>
                    <a:pt x="6727" y="4533"/>
                    <a:pt x="6818" y="4757"/>
                    <a:pt x="7080" y="4873"/>
                  </a:cubicBezTo>
                  <a:cubicBezTo>
                    <a:pt x="7333" y="4929"/>
                    <a:pt x="7441" y="5219"/>
                    <a:pt x="7695" y="5219"/>
                  </a:cubicBezTo>
                  <a:cubicBezTo>
                    <a:pt x="7891" y="5219"/>
                    <a:pt x="7993" y="5108"/>
                    <a:pt x="8173" y="4999"/>
                  </a:cubicBezTo>
                  <a:cubicBezTo>
                    <a:pt x="8420" y="4847"/>
                    <a:pt x="8585" y="4780"/>
                    <a:pt x="8858" y="4780"/>
                  </a:cubicBezTo>
                  <a:lnTo>
                    <a:pt x="9103" y="4780"/>
                  </a:lnTo>
                  <a:cubicBezTo>
                    <a:pt x="9189" y="4780"/>
                    <a:pt x="9237" y="4827"/>
                    <a:pt x="9322" y="4827"/>
                  </a:cubicBezTo>
                  <a:cubicBezTo>
                    <a:pt x="9550" y="4827"/>
                    <a:pt x="9675" y="4795"/>
                    <a:pt x="9903" y="4795"/>
                  </a:cubicBezTo>
                  <a:cubicBezTo>
                    <a:pt x="10373" y="4795"/>
                    <a:pt x="10677" y="4862"/>
                    <a:pt x="11075" y="5203"/>
                  </a:cubicBezTo>
                  <a:cubicBezTo>
                    <a:pt x="11311" y="5403"/>
                    <a:pt x="11451" y="5524"/>
                    <a:pt x="11724" y="5610"/>
                  </a:cubicBezTo>
                  <a:cubicBezTo>
                    <a:pt x="11911" y="5669"/>
                    <a:pt x="12014" y="5751"/>
                    <a:pt x="12156" y="5924"/>
                  </a:cubicBezTo>
                  <a:cubicBezTo>
                    <a:pt x="12222" y="6002"/>
                    <a:pt x="12228" y="6143"/>
                    <a:pt x="12315" y="6143"/>
                  </a:cubicBezTo>
                  <a:cubicBezTo>
                    <a:pt x="12473" y="6143"/>
                    <a:pt x="12410" y="5704"/>
                    <a:pt x="12567" y="5704"/>
                  </a:cubicBezTo>
                  <a:cubicBezTo>
                    <a:pt x="12694" y="5704"/>
                    <a:pt x="12782" y="5873"/>
                    <a:pt x="12782" y="6049"/>
                  </a:cubicBezTo>
                  <a:cubicBezTo>
                    <a:pt x="12782" y="6187"/>
                    <a:pt x="12688" y="6264"/>
                    <a:pt x="12589" y="6285"/>
                  </a:cubicBezTo>
                  <a:cubicBezTo>
                    <a:pt x="12694" y="6532"/>
                    <a:pt x="12722" y="6774"/>
                    <a:pt x="12919" y="6864"/>
                  </a:cubicBezTo>
                  <a:cubicBezTo>
                    <a:pt x="13092" y="6943"/>
                    <a:pt x="13295" y="6860"/>
                    <a:pt x="13351" y="7099"/>
                  </a:cubicBezTo>
                  <a:cubicBezTo>
                    <a:pt x="13372" y="7186"/>
                    <a:pt x="13358" y="7272"/>
                    <a:pt x="13409" y="7319"/>
                  </a:cubicBezTo>
                  <a:cubicBezTo>
                    <a:pt x="13451" y="7357"/>
                    <a:pt x="13506" y="7357"/>
                    <a:pt x="13523" y="7429"/>
                  </a:cubicBezTo>
                  <a:cubicBezTo>
                    <a:pt x="13554" y="7554"/>
                    <a:pt x="13511" y="7659"/>
                    <a:pt x="13556" y="7773"/>
                  </a:cubicBezTo>
                  <a:cubicBezTo>
                    <a:pt x="13599" y="7883"/>
                    <a:pt x="13670" y="7894"/>
                    <a:pt x="13738" y="7977"/>
                  </a:cubicBezTo>
                  <a:cubicBezTo>
                    <a:pt x="13810" y="8059"/>
                    <a:pt x="13835" y="8196"/>
                    <a:pt x="13932" y="8196"/>
                  </a:cubicBezTo>
                  <a:cubicBezTo>
                    <a:pt x="14026" y="8196"/>
                    <a:pt x="14072" y="8102"/>
                    <a:pt x="14166" y="8102"/>
                  </a:cubicBezTo>
                  <a:cubicBezTo>
                    <a:pt x="14290" y="8102"/>
                    <a:pt x="14342" y="8266"/>
                    <a:pt x="14399" y="8416"/>
                  </a:cubicBezTo>
                  <a:cubicBezTo>
                    <a:pt x="14450" y="8548"/>
                    <a:pt x="14525" y="8603"/>
                    <a:pt x="14558" y="8745"/>
                  </a:cubicBezTo>
                  <a:cubicBezTo>
                    <a:pt x="14598" y="8905"/>
                    <a:pt x="14652" y="9074"/>
                    <a:pt x="14777" y="9074"/>
                  </a:cubicBezTo>
                  <a:lnTo>
                    <a:pt x="15010" y="9074"/>
                  </a:lnTo>
                  <a:cubicBezTo>
                    <a:pt x="15130" y="9074"/>
                    <a:pt x="15138" y="9269"/>
                    <a:pt x="15230" y="9372"/>
                  </a:cubicBezTo>
                  <a:cubicBezTo>
                    <a:pt x="15349" y="9509"/>
                    <a:pt x="15472" y="9457"/>
                    <a:pt x="15617" y="9529"/>
                  </a:cubicBezTo>
                  <a:cubicBezTo>
                    <a:pt x="15907" y="9669"/>
                    <a:pt x="16073" y="9841"/>
                    <a:pt x="16383" y="9841"/>
                  </a:cubicBezTo>
                  <a:lnTo>
                    <a:pt x="16706" y="9841"/>
                  </a:lnTo>
                  <a:cubicBezTo>
                    <a:pt x="16753" y="9841"/>
                    <a:pt x="16772" y="9896"/>
                    <a:pt x="16812" y="9920"/>
                  </a:cubicBezTo>
                  <a:cubicBezTo>
                    <a:pt x="16963" y="10014"/>
                    <a:pt x="17037" y="10104"/>
                    <a:pt x="17153" y="10265"/>
                  </a:cubicBezTo>
                  <a:cubicBezTo>
                    <a:pt x="17219" y="10355"/>
                    <a:pt x="17256" y="10453"/>
                    <a:pt x="17350" y="10453"/>
                  </a:cubicBezTo>
                  <a:lnTo>
                    <a:pt x="17571" y="10453"/>
                  </a:lnTo>
                  <a:cubicBezTo>
                    <a:pt x="17845" y="10453"/>
                    <a:pt x="17996" y="10394"/>
                    <a:pt x="18269" y="10327"/>
                  </a:cubicBezTo>
                  <a:cubicBezTo>
                    <a:pt x="18360" y="10308"/>
                    <a:pt x="18408" y="10249"/>
                    <a:pt x="18499" y="10249"/>
                  </a:cubicBezTo>
                  <a:lnTo>
                    <a:pt x="18778" y="10249"/>
                  </a:lnTo>
                  <a:cubicBezTo>
                    <a:pt x="18978" y="10249"/>
                    <a:pt x="19091" y="10157"/>
                    <a:pt x="19259" y="10043"/>
                  </a:cubicBezTo>
                  <a:lnTo>
                    <a:pt x="19259" y="10043"/>
                  </a:lnTo>
                  <a:cubicBezTo>
                    <a:pt x="19600" y="10569"/>
                    <a:pt x="19948" y="10938"/>
                    <a:pt x="20466" y="10938"/>
                  </a:cubicBezTo>
                  <a:cubicBezTo>
                    <a:pt x="20556" y="10938"/>
                    <a:pt x="20602" y="10876"/>
                    <a:pt x="20694" y="10876"/>
                  </a:cubicBezTo>
                  <a:cubicBezTo>
                    <a:pt x="20921" y="10876"/>
                    <a:pt x="20949" y="11237"/>
                    <a:pt x="21057" y="11503"/>
                  </a:cubicBezTo>
                  <a:cubicBezTo>
                    <a:pt x="21200" y="11848"/>
                    <a:pt x="21262" y="12119"/>
                    <a:pt x="21495" y="12370"/>
                  </a:cubicBezTo>
                  <a:lnTo>
                    <a:pt x="21495" y="12370"/>
                  </a:lnTo>
                  <a:cubicBezTo>
                    <a:pt x="21370" y="12849"/>
                    <a:pt x="21012" y="12945"/>
                    <a:pt x="21012" y="13446"/>
                  </a:cubicBezTo>
                  <a:cubicBezTo>
                    <a:pt x="21012" y="13830"/>
                    <a:pt x="21262" y="13956"/>
                    <a:pt x="21422" y="14261"/>
                  </a:cubicBezTo>
                  <a:cubicBezTo>
                    <a:pt x="21569" y="14543"/>
                    <a:pt x="21520" y="14781"/>
                    <a:pt x="21600" y="15117"/>
                  </a:cubicBezTo>
                  <a:lnTo>
                    <a:pt x="21600" y="15117"/>
                  </a:lnTo>
                  <a:cubicBezTo>
                    <a:pt x="21543" y="15440"/>
                    <a:pt x="21490" y="15726"/>
                    <a:pt x="21490" y="16048"/>
                  </a:cubicBezTo>
                  <a:cubicBezTo>
                    <a:pt x="21450" y="16055"/>
                    <a:pt x="21444" y="16142"/>
                    <a:pt x="21398" y="16142"/>
                  </a:cubicBezTo>
                  <a:cubicBezTo>
                    <a:pt x="21314" y="16142"/>
                    <a:pt x="21297" y="15985"/>
                    <a:pt x="21211" y="15985"/>
                  </a:cubicBezTo>
                  <a:cubicBezTo>
                    <a:pt x="21115" y="15985"/>
                    <a:pt x="21063" y="16007"/>
                    <a:pt x="20966" y="16016"/>
                  </a:cubicBezTo>
                  <a:cubicBezTo>
                    <a:pt x="20961" y="16142"/>
                    <a:pt x="20943" y="16204"/>
                    <a:pt x="20943" y="16330"/>
                  </a:cubicBezTo>
                  <a:cubicBezTo>
                    <a:pt x="20943" y="16549"/>
                    <a:pt x="21126" y="16611"/>
                    <a:pt x="21126" y="16831"/>
                  </a:cubicBezTo>
                  <a:cubicBezTo>
                    <a:pt x="21126" y="17427"/>
                    <a:pt x="20939" y="17740"/>
                    <a:pt x="20921" y="18336"/>
                  </a:cubicBezTo>
                  <a:cubicBezTo>
                    <a:pt x="20915" y="18539"/>
                    <a:pt x="20892" y="18680"/>
                    <a:pt x="20807" y="18836"/>
                  </a:cubicBezTo>
                  <a:cubicBezTo>
                    <a:pt x="20687" y="19048"/>
                    <a:pt x="20442" y="19065"/>
                    <a:pt x="20442" y="19338"/>
                  </a:cubicBezTo>
                  <a:cubicBezTo>
                    <a:pt x="20442" y="19464"/>
                    <a:pt x="20556" y="19448"/>
                    <a:pt x="20625" y="19527"/>
                  </a:cubicBezTo>
                  <a:cubicBezTo>
                    <a:pt x="20739" y="19652"/>
                    <a:pt x="20716" y="19847"/>
                    <a:pt x="20716" y="20059"/>
                  </a:cubicBezTo>
                  <a:cubicBezTo>
                    <a:pt x="20716" y="20302"/>
                    <a:pt x="20728" y="20443"/>
                    <a:pt x="20728" y="20686"/>
                  </a:cubicBezTo>
                  <a:lnTo>
                    <a:pt x="20728" y="21314"/>
                  </a:lnTo>
                  <a:cubicBezTo>
                    <a:pt x="20728" y="21454"/>
                    <a:pt x="20700" y="21498"/>
                    <a:pt x="20637" y="21600"/>
                  </a:cubicBezTo>
                  <a:lnTo>
                    <a:pt x="20637" y="21600"/>
                  </a:lnTo>
                  <a:cubicBezTo>
                    <a:pt x="20341" y="21600"/>
                    <a:pt x="20187" y="21517"/>
                    <a:pt x="19891" y="21517"/>
                  </a:cubicBezTo>
                  <a:cubicBezTo>
                    <a:pt x="19777" y="21517"/>
                    <a:pt x="19715" y="21524"/>
                    <a:pt x="19601" y="21517"/>
                  </a:cubicBezTo>
                  <a:cubicBezTo>
                    <a:pt x="19595" y="21470"/>
                    <a:pt x="19554" y="21454"/>
                    <a:pt x="19554" y="21407"/>
                  </a:cubicBezTo>
                  <a:cubicBezTo>
                    <a:pt x="19554" y="21102"/>
                    <a:pt x="19715" y="20968"/>
                    <a:pt x="19715" y="20663"/>
                  </a:cubicBezTo>
                  <a:cubicBezTo>
                    <a:pt x="19715" y="20584"/>
                    <a:pt x="19697" y="20545"/>
                    <a:pt x="19692" y="20468"/>
                  </a:cubicBezTo>
                  <a:cubicBezTo>
                    <a:pt x="19440" y="20428"/>
                    <a:pt x="19288" y="20489"/>
                    <a:pt x="19054" y="20373"/>
                  </a:cubicBezTo>
                  <a:cubicBezTo>
                    <a:pt x="18815" y="20256"/>
                    <a:pt x="18787" y="19809"/>
                    <a:pt x="18531" y="19809"/>
                  </a:cubicBezTo>
                  <a:cubicBezTo>
                    <a:pt x="18269" y="19809"/>
                    <a:pt x="18096" y="19842"/>
                    <a:pt x="17840" y="19921"/>
                  </a:cubicBezTo>
                  <a:lnTo>
                    <a:pt x="17840" y="19921"/>
                  </a:lnTo>
                  <a:cubicBezTo>
                    <a:pt x="17754" y="19639"/>
                    <a:pt x="17710" y="19448"/>
                    <a:pt x="17642" y="19150"/>
                  </a:cubicBezTo>
                  <a:lnTo>
                    <a:pt x="16254" y="19558"/>
                  </a:lnTo>
                  <a:cubicBezTo>
                    <a:pt x="15873" y="19558"/>
                    <a:pt x="15741" y="19025"/>
                    <a:pt x="15360" y="19025"/>
                  </a:cubicBezTo>
                  <a:lnTo>
                    <a:pt x="14075" y="19025"/>
                  </a:lnTo>
                  <a:cubicBezTo>
                    <a:pt x="13471" y="19025"/>
                    <a:pt x="13101" y="18836"/>
                    <a:pt x="12589" y="18398"/>
                  </a:cubicBezTo>
                  <a:cubicBezTo>
                    <a:pt x="12480" y="18312"/>
                    <a:pt x="12470" y="18140"/>
                    <a:pt x="12362" y="18054"/>
                  </a:cubicBezTo>
                  <a:cubicBezTo>
                    <a:pt x="12071" y="17819"/>
                    <a:pt x="11820" y="17936"/>
                    <a:pt x="11496" y="17802"/>
                  </a:cubicBezTo>
                  <a:cubicBezTo>
                    <a:pt x="11183" y="17669"/>
                    <a:pt x="11092" y="17207"/>
                    <a:pt x="10762" y="17207"/>
                  </a:cubicBezTo>
                  <a:cubicBezTo>
                    <a:pt x="10722" y="17207"/>
                    <a:pt x="10694" y="17239"/>
                    <a:pt x="10653" y="17239"/>
                  </a:cubicBezTo>
                  <a:cubicBezTo>
                    <a:pt x="10653" y="17505"/>
                    <a:pt x="10643" y="17865"/>
                    <a:pt x="10449" y="17865"/>
                  </a:cubicBezTo>
                  <a:cubicBezTo>
                    <a:pt x="10329" y="17865"/>
                    <a:pt x="10295" y="17677"/>
                    <a:pt x="10176" y="17677"/>
                  </a:cubicBezTo>
                  <a:cubicBezTo>
                    <a:pt x="9824" y="17677"/>
                    <a:pt x="9817" y="18320"/>
                    <a:pt x="9789" y="18806"/>
                  </a:cubicBezTo>
                  <a:lnTo>
                    <a:pt x="9629" y="18806"/>
                  </a:lnTo>
                  <a:cubicBezTo>
                    <a:pt x="9402" y="18680"/>
                    <a:pt x="9276" y="18448"/>
                    <a:pt x="9100" y="18205"/>
                  </a:cubicBezTo>
                  <a:cubicBezTo>
                    <a:pt x="9100" y="18205"/>
                    <a:pt x="9100" y="18205"/>
                    <a:pt x="9100" y="18205"/>
                  </a:cubicBezTo>
                  <a:close/>
                  <a:moveTo>
                    <a:pt x="3300" y="188"/>
                  </a:moveTo>
                  <a:cubicBezTo>
                    <a:pt x="3039" y="243"/>
                    <a:pt x="3016" y="642"/>
                    <a:pt x="2982" y="1004"/>
                  </a:cubicBezTo>
                  <a:cubicBezTo>
                    <a:pt x="2778" y="1004"/>
                    <a:pt x="2664" y="973"/>
                    <a:pt x="2459" y="1004"/>
                  </a:cubicBezTo>
                  <a:cubicBezTo>
                    <a:pt x="2447" y="1246"/>
                    <a:pt x="2464" y="1419"/>
                    <a:pt x="2390" y="1629"/>
                  </a:cubicBezTo>
                  <a:cubicBezTo>
                    <a:pt x="2259" y="1998"/>
                    <a:pt x="1987" y="2018"/>
                    <a:pt x="1873" y="2396"/>
                  </a:cubicBezTo>
                  <a:lnTo>
                    <a:pt x="1873" y="2396"/>
                  </a:lnTo>
                  <a:cubicBezTo>
                    <a:pt x="2009" y="2520"/>
                    <a:pt x="2157" y="2563"/>
                    <a:pt x="2197" y="2790"/>
                  </a:cubicBezTo>
                  <a:cubicBezTo>
                    <a:pt x="1915" y="2951"/>
                    <a:pt x="1673" y="2880"/>
                    <a:pt x="1468" y="3197"/>
                  </a:cubicBezTo>
                  <a:cubicBezTo>
                    <a:pt x="1520" y="3236"/>
                    <a:pt x="1556" y="3259"/>
                    <a:pt x="1616" y="3259"/>
                  </a:cubicBezTo>
                  <a:cubicBezTo>
                    <a:pt x="1704" y="3259"/>
                    <a:pt x="1749" y="3185"/>
                    <a:pt x="1832" y="3151"/>
                  </a:cubicBezTo>
                  <a:cubicBezTo>
                    <a:pt x="1994" y="3079"/>
                    <a:pt x="2098" y="3040"/>
                    <a:pt x="2267" y="3040"/>
                  </a:cubicBezTo>
                  <a:lnTo>
                    <a:pt x="2569" y="3040"/>
                  </a:lnTo>
                  <a:cubicBezTo>
                    <a:pt x="2697" y="3040"/>
                    <a:pt x="2768" y="3104"/>
                    <a:pt x="2896" y="3104"/>
                  </a:cubicBezTo>
                  <a:cubicBezTo>
                    <a:pt x="3070" y="3104"/>
                    <a:pt x="3153" y="2930"/>
                    <a:pt x="3327" y="2930"/>
                  </a:cubicBezTo>
                  <a:lnTo>
                    <a:pt x="3617" y="2930"/>
                  </a:lnTo>
                  <a:cubicBezTo>
                    <a:pt x="4149" y="2930"/>
                    <a:pt x="4385" y="3511"/>
                    <a:pt x="4917" y="3511"/>
                  </a:cubicBezTo>
                  <a:cubicBezTo>
                    <a:pt x="5016" y="3511"/>
                    <a:pt x="5054" y="3351"/>
                    <a:pt x="5054" y="3213"/>
                  </a:cubicBezTo>
                  <a:cubicBezTo>
                    <a:pt x="5054" y="3115"/>
                    <a:pt x="4986" y="3079"/>
                    <a:pt x="4929" y="3025"/>
                  </a:cubicBezTo>
                  <a:cubicBezTo>
                    <a:pt x="4769" y="2868"/>
                    <a:pt x="4644" y="2727"/>
                    <a:pt x="4644" y="2460"/>
                  </a:cubicBezTo>
                  <a:cubicBezTo>
                    <a:pt x="4644" y="2221"/>
                    <a:pt x="4818" y="2163"/>
                    <a:pt x="4883" y="1943"/>
                  </a:cubicBezTo>
                  <a:cubicBezTo>
                    <a:pt x="4965" y="1666"/>
                    <a:pt x="4963" y="1477"/>
                    <a:pt x="4974" y="1175"/>
                  </a:cubicBezTo>
                  <a:cubicBezTo>
                    <a:pt x="4978" y="1083"/>
                    <a:pt x="5013" y="1023"/>
                    <a:pt x="5035" y="954"/>
                  </a:cubicBezTo>
                  <a:lnTo>
                    <a:pt x="5035" y="954"/>
                  </a:lnTo>
                  <a:cubicBezTo>
                    <a:pt x="4739" y="648"/>
                    <a:pt x="4541" y="572"/>
                    <a:pt x="4234" y="281"/>
                  </a:cubicBezTo>
                  <a:cubicBezTo>
                    <a:pt x="4120" y="179"/>
                    <a:pt x="4081" y="0"/>
                    <a:pt x="3938" y="0"/>
                  </a:cubicBezTo>
                  <a:cubicBezTo>
                    <a:pt x="3676" y="0"/>
                    <a:pt x="3562" y="165"/>
                    <a:pt x="3300" y="188"/>
                  </a:cubicBezTo>
                  <a:lnTo>
                    <a:pt x="3300" y="188"/>
                  </a:lnTo>
                  <a:cubicBezTo>
                    <a:pt x="3300" y="188"/>
                    <a:pt x="3300" y="188"/>
                    <a:pt x="3300" y="188"/>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3" name="Shape 4932"/>
            <p:cNvSpPr/>
            <p:nvPr/>
          </p:nvSpPr>
          <p:spPr>
            <a:xfrm>
              <a:off x="442760" y="3198942"/>
              <a:ext cx="556748" cy="306663"/>
            </a:xfrm>
            <a:custGeom>
              <a:avLst/>
              <a:gdLst/>
              <a:ahLst/>
              <a:cxnLst>
                <a:cxn ang="0">
                  <a:pos x="wd2" y="hd2"/>
                </a:cxn>
                <a:cxn ang="5400000">
                  <a:pos x="wd2" y="hd2"/>
                </a:cxn>
                <a:cxn ang="10800000">
                  <a:pos x="wd2" y="hd2"/>
                </a:cxn>
                <a:cxn ang="16200000">
                  <a:pos x="wd2" y="hd2"/>
                </a:cxn>
              </a:cxnLst>
              <a:rect l="0" t="0" r="r" b="b"/>
              <a:pathLst>
                <a:path w="21600" h="21600" extrusionOk="0">
                  <a:moveTo>
                    <a:pt x="6181" y="21048"/>
                  </a:moveTo>
                  <a:lnTo>
                    <a:pt x="15389" y="18394"/>
                  </a:lnTo>
                  <a:cubicBezTo>
                    <a:pt x="16934" y="15589"/>
                    <a:pt x="17223" y="13245"/>
                    <a:pt x="18037" y="9703"/>
                  </a:cubicBezTo>
                  <a:lnTo>
                    <a:pt x="19187" y="9703"/>
                  </a:lnTo>
                  <a:cubicBezTo>
                    <a:pt x="19642" y="9703"/>
                    <a:pt x="19815" y="9070"/>
                    <a:pt x="20177" y="8606"/>
                  </a:cubicBezTo>
                  <a:cubicBezTo>
                    <a:pt x="20686" y="7933"/>
                    <a:pt x="21181" y="8149"/>
                    <a:pt x="21600" y="7305"/>
                  </a:cubicBezTo>
                  <a:lnTo>
                    <a:pt x="21600" y="7305"/>
                  </a:lnTo>
                  <a:cubicBezTo>
                    <a:pt x="21426" y="6547"/>
                    <a:pt x="21336" y="6033"/>
                    <a:pt x="21197" y="5231"/>
                  </a:cubicBezTo>
                  <a:lnTo>
                    <a:pt x="18363" y="6328"/>
                  </a:lnTo>
                  <a:cubicBezTo>
                    <a:pt x="17584" y="6328"/>
                    <a:pt x="17316" y="4893"/>
                    <a:pt x="16539" y="4893"/>
                  </a:cubicBezTo>
                  <a:lnTo>
                    <a:pt x="13914" y="4893"/>
                  </a:lnTo>
                  <a:cubicBezTo>
                    <a:pt x="12682" y="4893"/>
                    <a:pt x="11927" y="4386"/>
                    <a:pt x="10882" y="3207"/>
                  </a:cubicBezTo>
                  <a:cubicBezTo>
                    <a:pt x="10659" y="2974"/>
                    <a:pt x="10637" y="2510"/>
                    <a:pt x="10416" y="2280"/>
                  </a:cubicBezTo>
                  <a:cubicBezTo>
                    <a:pt x="9823" y="1647"/>
                    <a:pt x="9312" y="1961"/>
                    <a:pt x="8650" y="1602"/>
                  </a:cubicBezTo>
                  <a:cubicBezTo>
                    <a:pt x="8011" y="1243"/>
                    <a:pt x="7825" y="0"/>
                    <a:pt x="7152" y="0"/>
                  </a:cubicBezTo>
                  <a:cubicBezTo>
                    <a:pt x="7070" y="0"/>
                    <a:pt x="7012" y="85"/>
                    <a:pt x="6929" y="85"/>
                  </a:cubicBezTo>
                  <a:cubicBezTo>
                    <a:pt x="6929" y="802"/>
                    <a:pt x="6908" y="1771"/>
                    <a:pt x="6512" y="1771"/>
                  </a:cubicBezTo>
                  <a:cubicBezTo>
                    <a:pt x="6268" y="1771"/>
                    <a:pt x="6198" y="1264"/>
                    <a:pt x="5955" y="1264"/>
                  </a:cubicBezTo>
                  <a:cubicBezTo>
                    <a:pt x="5236" y="1264"/>
                    <a:pt x="5223" y="2995"/>
                    <a:pt x="5165" y="4304"/>
                  </a:cubicBezTo>
                  <a:lnTo>
                    <a:pt x="4839" y="4304"/>
                  </a:lnTo>
                  <a:cubicBezTo>
                    <a:pt x="4375" y="3964"/>
                    <a:pt x="4117" y="3341"/>
                    <a:pt x="3758" y="2687"/>
                  </a:cubicBezTo>
                  <a:lnTo>
                    <a:pt x="3758" y="2687"/>
                  </a:lnTo>
                  <a:cubicBezTo>
                    <a:pt x="3713" y="2787"/>
                    <a:pt x="3657" y="2874"/>
                    <a:pt x="3586" y="2953"/>
                  </a:cubicBezTo>
                  <a:cubicBezTo>
                    <a:pt x="3467" y="3080"/>
                    <a:pt x="3346" y="3048"/>
                    <a:pt x="3282" y="3249"/>
                  </a:cubicBezTo>
                  <a:cubicBezTo>
                    <a:pt x="3166" y="3586"/>
                    <a:pt x="3242" y="3882"/>
                    <a:pt x="3191" y="4260"/>
                  </a:cubicBezTo>
                  <a:cubicBezTo>
                    <a:pt x="3166" y="4431"/>
                    <a:pt x="3032" y="4368"/>
                    <a:pt x="2934" y="4346"/>
                  </a:cubicBezTo>
                  <a:cubicBezTo>
                    <a:pt x="2934" y="5283"/>
                    <a:pt x="3073" y="5811"/>
                    <a:pt x="3073" y="6748"/>
                  </a:cubicBezTo>
                  <a:cubicBezTo>
                    <a:pt x="3073" y="7160"/>
                    <a:pt x="3079" y="7405"/>
                    <a:pt x="3026" y="7803"/>
                  </a:cubicBezTo>
                  <a:cubicBezTo>
                    <a:pt x="2992" y="8057"/>
                    <a:pt x="2980" y="8395"/>
                    <a:pt x="2836" y="8395"/>
                  </a:cubicBezTo>
                  <a:lnTo>
                    <a:pt x="2354" y="8395"/>
                  </a:lnTo>
                  <a:cubicBezTo>
                    <a:pt x="1999" y="9039"/>
                    <a:pt x="2103" y="9883"/>
                    <a:pt x="1679" y="10337"/>
                  </a:cubicBezTo>
                  <a:cubicBezTo>
                    <a:pt x="1635" y="10376"/>
                    <a:pt x="1598" y="10416"/>
                    <a:pt x="1560" y="10442"/>
                  </a:cubicBezTo>
                  <a:lnTo>
                    <a:pt x="1560" y="10442"/>
                  </a:lnTo>
                  <a:lnTo>
                    <a:pt x="1679" y="11055"/>
                  </a:lnTo>
                  <a:cubicBezTo>
                    <a:pt x="2295" y="11055"/>
                    <a:pt x="2656" y="11390"/>
                    <a:pt x="3212" y="11897"/>
                  </a:cubicBezTo>
                  <a:cubicBezTo>
                    <a:pt x="2631" y="14008"/>
                    <a:pt x="1971" y="14705"/>
                    <a:pt x="981" y="16029"/>
                  </a:cubicBezTo>
                  <a:cubicBezTo>
                    <a:pt x="611" y="16536"/>
                    <a:pt x="397" y="16995"/>
                    <a:pt x="0" y="17399"/>
                  </a:cubicBezTo>
                  <a:lnTo>
                    <a:pt x="0" y="17399"/>
                  </a:lnTo>
                  <a:cubicBezTo>
                    <a:pt x="31" y="17489"/>
                    <a:pt x="74" y="17613"/>
                    <a:pt x="98" y="17718"/>
                  </a:cubicBezTo>
                  <a:lnTo>
                    <a:pt x="15" y="18341"/>
                  </a:lnTo>
                  <a:lnTo>
                    <a:pt x="15" y="18341"/>
                  </a:lnTo>
                  <a:cubicBezTo>
                    <a:pt x="885" y="19523"/>
                    <a:pt x="970" y="20924"/>
                    <a:pt x="2005" y="21600"/>
                  </a:cubicBezTo>
                  <a:lnTo>
                    <a:pt x="3816" y="21009"/>
                  </a:lnTo>
                  <a:lnTo>
                    <a:pt x="6181" y="21048"/>
                  </a:lnTo>
                  <a:cubicBezTo>
                    <a:pt x="6181" y="21048"/>
                    <a:pt x="6181" y="21048"/>
                    <a:pt x="6181" y="2104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4" name="Shape 4933"/>
            <p:cNvSpPr/>
            <p:nvPr/>
          </p:nvSpPr>
          <p:spPr>
            <a:xfrm>
              <a:off x="265656" y="3464598"/>
              <a:ext cx="337907" cy="306210"/>
            </a:xfrm>
            <a:custGeom>
              <a:avLst/>
              <a:gdLst/>
              <a:ahLst/>
              <a:cxnLst>
                <a:cxn ang="0">
                  <a:pos x="wd2" y="hd2"/>
                </a:cxn>
                <a:cxn ang="5400000">
                  <a:pos x="wd2" y="hd2"/>
                </a:cxn>
                <a:cxn ang="10800000">
                  <a:pos x="wd2" y="hd2"/>
                </a:cxn>
                <a:cxn ang="16200000">
                  <a:pos x="wd2" y="hd2"/>
                </a:cxn>
              </a:cxnLst>
              <a:rect l="0" t="0" r="r" b="b"/>
              <a:pathLst>
                <a:path w="21600" h="21600" extrusionOk="0">
                  <a:moveTo>
                    <a:pt x="0" y="16487"/>
                  </a:moveTo>
                  <a:cubicBezTo>
                    <a:pt x="311" y="17078"/>
                    <a:pt x="381" y="17437"/>
                    <a:pt x="479" y="18135"/>
                  </a:cubicBezTo>
                  <a:lnTo>
                    <a:pt x="5300" y="21600"/>
                  </a:lnTo>
                  <a:lnTo>
                    <a:pt x="8519" y="17715"/>
                  </a:lnTo>
                  <a:lnTo>
                    <a:pt x="9415" y="17715"/>
                  </a:lnTo>
                  <a:cubicBezTo>
                    <a:pt x="10796" y="17715"/>
                    <a:pt x="11503" y="16933"/>
                    <a:pt x="12650" y="16108"/>
                  </a:cubicBezTo>
                  <a:cubicBezTo>
                    <a:pt x="13515" y="15495"/>
                    <a:pt x="14125" y="15368"/>
                    <a:pt x="15102" y="15011"/>
                  </a:cubicBezTo>
                  <a:cubicBezTo>
                    <a:pt x="14221" y="13698"/>
                    <a:pt x="13321" y="13193"/>
                    <a:pt x="12650" y="11713"/>
                  </a:cubicBezTo>
                  <a:lnTo>
                    <a:pt x="21159" y="11578"/>
                  </a:lnTo>
                  <a:lnTo>
                    <a:pt x="21159" y="11578"/>
                  </a:lnTo>
                  <a:lnTo>
                    <a:pt x="21600" y="2711"/>
                  </a:lnTo>
                  <a:lnTo>
                    <a:pt x="21600" y="2711"/>
                  </a:lnTo>
                  <a:lnTo>
                    <a:pt x="17703" y="2672"/>
                  </a:lnTo>
                  <a:lnTo>
                    <a:pt x="14719" y="3264"/>
                  </a:lnTo>
                  <a:cubicBezTo>
                    <a:pt x="13014" y="2587"/>
                    <a:pt x="12875" y="1184"/>
                    <a:pt x="11441" y="0"/>
                  </a:cubicBezTo>
                  <a:lnTo>
                    <a:pt x="11441" y="0"/>
                  </a:lnTo>
                  <a:cubicBezTo>
                    <a:pt x="11290" y="528"/>
                    <a:pt x="11101" y="1152"/>
                    <a:pt x="10660" y="1403"/>
                  </a:cubicBezTo>
                  <a:cubicBezTo>
                    <a:pt x="9989" y="1787"/>
                    <a:pt x="9357" y="1512"/>
                    <a:pt x="8746" y="1998"/>
                  </a:cubicBezTo>
                  <a:cubicBezTo>
                    <a:pt x="7752" y="2778"/>
                    <a:pt x="7882" y="3898"/>
                    <a:pt x="7213" y="5037"/>
                  </a:cubicBezTo>
                  <a:cubicBezTo>
                    <a:pt x="6679" y="5968"/>
                    <a:pt x="5760" y="6282"/>
                    <a:pt x="5760" y="7403"/>
                  </a:cubicBezTo>
                  <a:cubicBezTo>
                    <a:pt x="5760" y="7744"/>
                    <a:pt x="5987" y="7910"/>
                    <a:pt x="5987" y="8248"/>
                  </a:cubicBezTo>
                  <a:cubicBezTo>
                    <a:pt x="5987" y="8883"/>
                    <a:pt x="5319" y="8925"/>
                    <a:pt x="4993" y="9433"/>
                  </a:cubicBezTo>
                  <a:cubicBezTo>
                    <a:pt x="4303" y="10487"/>
                    <a:pt x="3884" y="11145"/>
                    <a:pt x="3233" y="12218"/>
                  </a:cubicBezTo>
                  <a:cubicBezTo>
                    <a:pt x="2198" y="13954"/>
                    <a:pt x="1902" y="15799"/>
                    <a:pt x="67" y="16304"/>
                  </a:cubicBezTo>
                  <a:cubicBezTo>
                    <a:pt x="67" y="16304"/>
                    <a:pt x="0" y="16487"/>
                    <a:pt x="0" y="1648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5" name="Shape 4934"/>
            <p:cNvSpPr/>
            <p:nvPr/>
          </p:nvSpPr>
          <p:spPr>
            <a:xfrm>
              <a:off x="309932" y="3187873"/>
              <a:ext cx="139672" cy="61929"/>
            </a:xfrm>
            <a:custGeom>
              <a:avLst/>
              <a:gdLst/>
              <a:ahLst/>
              <a:cxnLst>
                <a:cxn ang="0">
                  <a:pos x="wd2" y="hd2"/>
                </a:cxn>
                <a:cxn ang="5400000">
                  <a:pos x="wd2" y="hd2"/>
                </a:cxn>
                <a:cxn ang="10800000">
                  <a:pos x="wd2" y="hd2"/>
                </a:cxn>
                <a:cxn ang="16200000">
                  <a:pos x="wd2" y="hd2"/>
                </a:cxn>
              </a:cxnLst>
              <a:rect l="0" t="0" r="r" b="b"/>
              <a:pathLst>
                <a:path w="21600" h="21600" extrusionOk="0">
                  <a:moveTo>
                    <a:pt x="0" y="3201"/>
                  </a:moveTo>
                  <a:cubicBezTo>
                    <a:pt x="202" y="4076"/>
                    <a:pt x="498" y="5122"/>
                    <a:pt x="961" y="5331"/>
                  </a:cubicBezTo>
                  <a:cubicBezTo>
                    <a:pt x="1048" y="5540"/>
                    <a:pt x="1077" y="5554"/>
                    <a:pt x="1101" y="5789"/>
                  </a:cubicBezTo>
                  <a:cubicBezTo>
                    <a:pt x="1153" y="5827"/>
                    <a:pt x="2259" y="7305"/>
                    <a:pt x="2346" y="7514"/>
                  </a:cubicBezTo>
                  <a:lnTo>
                    <a:pt x="2549" y="7514"/>
                  </a:lnTo>
                  <a:cubicBezTo>
                    <a:pt x="2856" y="8310"/>
                    <a:pt x="5191" y="10349"/>
                    <a:pt x="5794" y="10466"/>
                  </a:cubicBezTo>
                  <a:lnTo>
                    <a:pt x="5927" y="10781"/>
                  </a:lnTo>
                  <a:lnTo>
                    <a:pt x="6136" y="10781"/>
                  </a:lnTo>
                  <a:lnTo>
                    <a:pt x="6205" y="11094"/>
                  </a:lnTo>
                  <a:cubicBezTo>
                    <a:pt x="6356" y="11173"/>
                    <a:pt x="6397" y="11473"/>
                    <a:pt x="6547" y="11552"/>
                  </a:cubicBezTo>
                  <a:lnTo>
                    <a:pt x="6686" y="11709"/>
                  </a:lnTo>
                  <a:lnTo>
                    <a:pt x="6826" y="12178"/>
                  </a:lnTo>
                  <a:cubicBezTo>
                    <a:pt x="7185" y="12284"/>
                    <a:pt x="7138" y="12689"/>
                    <a:pt x="7376" y="12949"/>
                  </a:cubicBezTo>
                  <a:lnTo>
                    <a:pt x="7451" y="13107"/>
                  </a:lnTo>
                  <a:cubicBezTo>
                    <a:pt x="7468" y="13447"/>
                    <a:pt x="7514" y="13550"/>
                    <a:pt x="7514" y="13877"/>
                  </a:cubicBezTo>
                  <a:cubicBezTo>
                    <a:pt x="7630" y="14048"/>
                    <a:pt x="7944" y="14740"/>
                    <a:pt x="7996" y="14989"/>
                  </a:cubicBezTo>
                  <a:lnTo>
                    <a:pt x="8134" y="15132"/>
                  </a:lnTo>
                  <a:lnTo>
                    <a:pt x="8274" y="15132"/>
                  </a:lnTo>
                  <a:lnTo>
                    <a:pt x="8413" y="15445"/>
                  </a:lnTo>
                  <a:cubicBezTo>
                    <a:pt x="8581" y="15445"/>
                    <a:pt x="8628" y="15511"/>
                    <a:pt x="8755" y="15760"/>
                  </a:cubicBezTo>
                  <a:lnTo>
                    <a:pt x="8899" y="15760"/>
                  </a:lnTo>
                  <a:cubicBezTo>
                    <a:pt x="8998" y="15943"/>
                    <a:pt x="9051" y="16007"/>
                    <a:pt x="9102" y="16216"/>
                  </a:cubicBezTo>
                  <a:cubicBezTo>
                    <a:pt x="9253" y="16308"/>
                    <a:pt x="9357" y="16608"/>
                    <a:pt x="9519" y="16687"/>
                  </a:cubicBezTo>
                  <a:lnTo>
                    <a:pt x="9583" y="17000"/>
                  </a:lnTo>
                  <a:cubicBezTo>
                    <a:pt x="9815" y="17079"/>
                    <a:pt x="9896" y="17392"/>
                    <a:pt x="10134" y="17458"/>
                  </a:cubicBezTo>
                  <a:cubicBezTo>
                    <a:pt x="10169" y="17707"/>
                    <a:pt x="10215" y="17850"/>
                    <a:pt x="10273" y="18073"/>
                  </a:cubicBezTo>
                  <a:cubicBezTo>
                    <a:pt x="10482" y="18203"/>
                    <a:pt x="10557" y="18752"/>
                    <a:pt x="10759" y="18870"/>
                  </a:cubicBezTo>
                  <a:cubicBezTo>
                    <a:pt x="10893" y="19327"/>
                    <a:pt x="11182" y="19811"/>
                    <a:pt x="11379" y="20267"/>
                  </a:cubicBezTo>
                  <a:lnTo>
                    <a:pt x="11513" y="20267"/>
                  </a:lnTo>
                  <a:lnTo>
                    <a:pt x="12544" y="21600"/>
                  </a:lnTo>
                  <a:lnTo>
                    <a:pt x="12544" y="21600"/>
                  </a:lnTo>
                  <a:cubicBezTo>
                    <a:pt x="12561" y="21430"/>
                    <a:pt x="12585" y="21261"/>
                    <a:pt x="12620" y="21078"/>
                  </a:cubicBezTo>
                  <a:cubicBezTo>
                    <a:pt x="12730" y="20307"/>
                    <a:pt x="13013" y="20150"/>
                    <a:pt x="13170" y="19419"/>
                  </a:cubicBezTo>
                  <a:cubicBezTo>
                    <a:pt x="13308" y="18791"/>
                    <a:pt x="13327" y="18269"/>
                    <a:pt x="13547" y="17745"/>
                  </a:cubicBezTo>
                  <a:cubicBezTo>
                    <a:pt x="14143" y="16282"/>
                    <a:pt x="14861" y="16438"/>
                    <a:pt x="15766" y="16282"/>
                  </a:cubicBezTo>
                  <a:cubicBezTo>
                    <a:pt x="17063" y="16073"/>
                    <a:pt x="17823" y="15969"/>
                    <a:pt x="19097" y="15445"/>
                  </a:cubicBezTo>
                  <a:cubicBezTo>
                    <a:pt x="19236" y="15407"/>
                    <a:pt x="19335" y="15079"/>
                    <a:pt x="19468" y="15028"/>
                  </a:cubicBezTo>
                  <a:cubicBezTo>
                    <a:pt x="20297" y="14714"/>
                    <a:pt x="20859" y="14714"/>
                    <a:pt x="21600" y="13786"/>
                  </a:cubicBezTo>
                  <a:cubicBezTo>
                    <a:pt x="21206" y="12008"/>
                    <a:pt x="20604" y="11473"/>
                    <a:pt x="19839" y="10649"/>
                  </a:cubicBezTo>
                  <a:cubicBezTo>
                    <a:pt x="18958" y="9656"/>
                    <a:pt x="18442" y="8873"/>
                    <a:pt x="17527" y="8140"/>
                  </a:cubicBezTo>
                  <a:cubicBezTo>
                    <a:pt x="16021" y="6990"/>
                    <a:pt x="15024" y="6990"/>
                    <a:pt x="13448" y="6468"/>
                  </a:cubicBezTo>
                  <a:cubicBezTo>
                    <a:pt x="11779" y="5893"/>
                    <a:pt x="10875" y="5162"/>
                    <a:pt x="9276" y="3959"/>
                  </a:cubicBezTo>
                  <a:cubicBezTo>
                    <a:pt x="8587" y="3437"/>
                    <a:pt x="8071" y="3437"/>
                    <a:pt x="7422" y="2705"/>
                  </a:cubicBezTo>
                  <a:cubicBezTo>
                    <a:pt x="6779" y="1972"/>
                    <a:pt x="6686" y="0"/>
                    <a:pt x="5945" y="0"/>
                  </a:cubicBezTo>
                  <a:cubicBezTo>
                    <a:pt x="5533" y="0"/>
                    <a:pt x="5395" y="822"/>
                    <a:pt x="5116" y="1450"/>
                  </a:cubicBezTo>
                  <a:cubicBezTo>
                    <a:pt x="4443" y="2965"/>
                    <a:pt x="3836" y="3540"/>
                    <a:pt x="2891" y="3540"/>
                  </a:cubicBezTo>
                  <a:cubicBezTo>
                    <a:pt x="2237" y="3540"/>
                    <a:pt x="1871" y="2914"/>
                    <a:pt x="1222" y="2914"/>
                  </a:cubicBezTo>
                  <a:cubicBezTo>
                    <a:pt x="759" y="2914"/>
                    <a:pt x="364" y="3045"/>
                    <a:pt x="0" y="3201"/>
                  </a:cubicBezTo>
                  <a:cubicBezTo>
                    <a:pt x="0" y="3201"/>
                    <a:pt x="0" y="3201"/>
                    <a:pt x="0" y="320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6" name="Shape 4935"/>
            <p:cNvSpPr/>
            <p:nvPr/>
          </p:nvSpPr>
          <p:spPr>
            <a:xfrm>
              <a:off x="265656" y="3187873"/>
              <a:ext cx="118171" cy="69659"/>
            </a:xfrm>
            <a:custGeom>
              <a:avLst/>
              <a:gdLst/>
              <a:ahLst/>
              <a:cxnLst>
                <a:cxn ang="0">
                  <a:pos x="wd2" y="hd2"/>
                </a:cxn>
                <a:cxn ang="5400000">
                  <a:pos x="wd2" y="hd2"/>
                </a:cxn>
                <a:cxn ang="10800000">
                  <a:pos x="wd2" y="hd2"/>
                </a:cxn>
                <a:cxn ang="16200000">
                  <a:pos x="wd2" y="hd2"/>
                </a:cxn>
              </a:cxnLst>
              <a:rect l="0" t="0" r="r" b="b"/>
              <a:pathLst>
                <a:path w="21600" h="21475" extrusionOk="0">
                  <a:moveTo>
                    <a:pt x="6773" y="981"/>
                  </a:moveTo>
                  <a:cubicBezTo>
                    <a:pt x="7012" y="1755"/>
                    <a:pt x="7362" y="2679"/>
                    <a:pt x="7909" y="2864"/>
                  </a:cubicBezTo>
                  <a:cubicBezTo>
                    <a:pt x="8012" y="3049"/>
                    <a:pt x="8047" y="3061"/>
                    <a:pt x="8074" y="3269"/>
                  </a:cubicBezTo>
                  <a:cubicBezTo>
                    <a:pt x="8136" y="3303"/>
                    <a:pt x="9444" y="4609"/>
                    <a:pt x="9546" y="4794"/>
                  </a:cubicBezTo>
                  <a:lnTo>
                    <a:pt x="9786" y="4794"/>
                  </a:lnTo>
                  <a:cubicBezTo>
                    <a:pt x="10149" y="5497"/>
                    <a:pt x="12909" y="7300"/>
                    <a:pt x="13622" y="7403"/>
                  </a:cubicBezTo>
                  <a:lnTo>
                    <a:pt x="13779" y="7682"/>
                  </a:lnTo>
                  <a:lnTo>
                    <a:pt x="14026" y="7682"/>
                  </a:lnTo>
                  <a:lnTo>
                    <a:pt x="14108" y="7958"/>
                  </a:lnTo>
                  <a:cubicBezTo>
                    <a:pt x="14285" y="8028"/>
                    <a:pt x="14334" y="8293"/>
                    <a:pt x="14512" y="8363"/>
                  </a:cubicBezTo>
                  <a:lnTo>
                    <a:pt x="14676" y="8501"/>
                  </a:lnTo>
                  <a:lnTo>
                    <a:pt x="14841" y="8916"/>
                  </a:lnTo>
                  <a:cubicBezTo>
                    <a:pt x="15265" y="9010"/>
                    <a:pt x="15210" y="9368"/>
                    <a:pt x="15491" y="9598"/>
                  </a:cubicBezTo>
                  <a:lnTo>
                    <a:pt x="15580" y="9738"/>
                  </a:lnTo>
                  <a:cubicBezTo>
                    <a:pt x="15600" y="10038"/>
                    <a:pt x="15655" y="10129"/>
                    <a:pt x="15655" y="10418"/>
                  </a:cubicBezTo>
                  <a:cubicBezTo>
                    <a:pt x="15792" y="10569"/>
                    <a:pt x="16162" y="11181"/>
                    <a:pt x="16224" y="11401"/>
                  </a:cubicBezTo>
                  <a:lnTo>
                    <a:pt x="16388" y="11527"/>
                  </a:lnTo>
                  <a:lnTo>
                    <a:pt x="16553" y="11527"/>
                  </a:lnTo>
                  <a:lnTo>
                    <a:pt x="16717" y="11804"/>
                  </a:lnTo>
                  <a:cubicBezTo>
                    <a:pt x="16915" y="11804"/>
                    <a:pt x="16971" y="11862"/>
                    <a:pt x="17121" y="12082"/>
                  </a:cubicBezTo>
                  <a:lnTo>
                    <a:pt x="17292" y="12082"/>
                  </a:lnTo>
                  <a:cubicBezTo>
                    <a:pt x="17408" y="12244"/>
                    <a:pt x="17470" y="12300"/>
                    <a:pt x="17532" y="12485"/>
                  </a:cubicBezTo>
                  <a:cubicBezTo>
                    <a:pt x="17710" y="12567"/>
                    <a:pt x="17833" y="12832"/>
                    <a:pt x="18025" y="12902"/>
                  </a:cubicBezTo>
                  <a:lnTo>
                    <a:pt x="18100" y="13179"/>
                  </a:lnTo>
                  <a:cubicBezTo>
                    <a:pt x="18373" y="13249"/>
                    <a:pt x="18470" y="13525"/>
                    <a:pt x="18751" y="13584"/>
                  </a:cubicBezTo>
                  <a:cubicBezTo>
                    <a:pt x="18792" y="13803"/>
                    <a:pt x="18847" y="13930"/>
                    <a:pt x="18915" y="14127"/>
                  </a:cubicBezTo>
                  <a:cubicBezTo>
                    <a:pt x="19162" y="14242"/>
                    <a:pt x="19251" y="14727"/>
                    <a:pt x="19490" y="14832"/>
                  </a:cubicBezTo>
                  <a:cubicBezTo>
                    <a:pt x="19648" y="15235"/>
                    <a:pt x="19990" y="15663"/>
                    <a:pt x="20223" y="16066"/>
                  </a:cubicBezTo>
                  <a:lnTo>
                    <a:pt x="20381" y="16066"/>
                  </a:lnTo>
                  <a:lnTo>
                    <a:pt x="21600" y="17244"/>
                  </a:lnTo>
                  <a:lnTo>
                    <a:pt x="21600" y="17244"/>
                  </a:lnTo>
                  <a:cubicBezTo>
                    <a:pt x="21428" y="18134"/>
                    <a:pt x="21395" y="18839"/>
                    <a:pt x="21134" y="19752"/>
                  </a:cubicBezTo>
                  <a:cubicBezTo>
                    <a:pt x="20148" y="19059"/>
                    <a:pt x="19573" y="18457"/>
                    <a:pt x="18504" y="18272"/>
                  </a:cubicBezTo>
                  <a:cubicBezTo>
                    <a:pt x="17525" y="18087"/>
                    <a:pt x="16977" y="18492"/>
                    <a:pt x="15984" y="18457"/>
                  </a:cubicBezTo>
                  <a:cubicBezTo>
                    <a:pt x="13855" y="18354"/>
                    <a:pt x="12758" y="16783"/>
                    <a:pt x="10628" y="16783"/>
                  </a:cubicBezTo>
                  <a:cubicBezTo>
                    <a:pt x="9450" y="16783"/>
                    <a:pt x="8601" y="17071"/>
                    <a:pt x="7773" y="18457"/>
                  </a:cubicBezTo>
                  <a:cubicBezTo>
                    <a:pt x="7232" y="19382"/>
                    <a:pt x="7177" y="20399"/>
                    <a:pt x="6677" y="21403"/>
                  </a:cubicBezTo>
                  <a:cubicBezTo>
                    <a:pt x="6601" y="21600"/>
                    <a:pt x="6382" y="21322"/>
                    <a:pt x="6246" y="21403"/>
                  </a:cubicBezTo>
                  <a:cubicBezTo>
                    <a:pt x="5842" y="19336"/>
                    <a:pt x="5725" y="18087"/>
                    <a:pt x="5047" y="16240"/>
                  </a:cubicBezTo>
                  <a:cubicBezTo>
                    <a:pt x="4218" y="14033"/>
                    <a:pt x="2855" y="13977"/>
                    <a:pt x="1972" y="11804"/>
                  </a:cubicBezTo>
                  <a:cubicBezTo>
                    <a:pt x="1294" y="10106"/>
                    <a:pt x="1233" y="8710"/>
                    <a:pt x="1096" y="6642"/>
                  </a:cubicBezTo>
                  <a:cubicBezTo>
                    <a:pt x="993" y="4874"/>
                    <a:pt x="958" y="3777"/>
                    <a:pt x="555" y="2206"/>
                  </a:cubicBezTo>
                  <a:cubicBezTo>
                    <a:pt x="425" y="1651"/>
                    <a:pt x="0" y="1375"/>
                    <a:pt x="0" y="728"/>
                  </a:cubicBezTo>
                  <a:cubicBezTo>
                    <a:pt x="0" y="358"/>
                    <a:pt x="281" y="312"/>
                    <a:pt x="329" y="0"/>
                  </a:cubicBezTo>
                  <a:cubicBezTo>
                    <a:pt x="2027" y="450"/>
                    <a:pt x="2904" y="1466"/>
                    <a:pt x="4609" y="1466"/>
                  </a:cubicBezTo>
                  <a:cubicBezTo>
                    <a:pt x="5451" y="1466"/>
                    <a:pt x="6088" y="1201"/>
                    <a:pt x="6773" y="981"/>
                  </a:cubicBezTo>
                  <a:cubicBezTo>
                    <a:pt x="6773" y="981"/>
                    <a:pt x="6773" y="981"/>
                    <a:pt x="6773" y="98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7" name="Shape 4936"/>
            <p:cNvSpPr/>
            <p:nvPr/>
          </p:nvSpPr>
          <p:spPr>
            <a:xfrm>
              <a:off x="265656" y="3420322"/>
              <a:ext cx="180850" cy="270991"/>
            </a:xfrm>
            <a:custGeom>
              <a:avLst/>
              <a:gdLst/>
              <a:ahLst/>
              <a:cxnLst>
                <a:cxn ang="0">
                  <a:pos x="wd2" y="hd2"/>
                </a:cxn>
                <a:cxn ang="5400000">
                  <a:pos x="wd2" y="hd2"/>
                </a:cxn>
                <a:cxn ang="10800000">
                  <a:pos x="wd2" y="hd2"/>
                </a:cxn>
                <a:cxn ang="16200000">
                  <a:pos x="wd2" y="hd2"/>
                </a:cxn>
              </a:cxnLst>
              <a:rect l="0" t="0" r="r" b="b"/>
              <a:pathLst>
                <a:path w="21600" h="21600" extrusionOk="0">
                  <a:moveTo>
                    <a:pt x="1020" y="8995"/>
                  </a:moveTo>
                  <a:cubicBezTo>
                    <a:pt x="1374" y="9306"/>
                    <a:pt x="1512" y="9682"/>
                    <a:pt x="2108" y="9682"/>
                  </a:cubicBezTo>
                  <a:cubicBezTo>
                    <a:pt x="3951" y="9682"/>
                    <a:pt x="3794" y="8012"/>
                    <a:pt x="5361" y="7391"/>
                  </a:cubicBezTo>
                  <a:cubicBezTo>
                    <a:pt x="7097" y="6711"/>
                    <a:pt x="7813" y="5982"/>
                    <a:pt x="9012" y="4907"/>
                  </a:cubicBezTo>
                  <a:cubicBezTo>
                    <a:pt x="9657" y="4321"/>
                    <a:pt x="10480" y="4241"/>
                    <a:pt x="11303" y="3763"/>
                  </a:cubicBezTo>
                  <a:cubicBezTo>
                    <a:pt x="12002" y="3357"/>
                    <a:pt x="12234" y="2986"/>
                    <a:pt x="12736" y="2473"/>
                  </a:cubicBezTo>
                  <a:cubicBezTo>
                    <a:pt x="13053" y="2139"/>
                    <a:pt x="13237" y="1887"/>
                    <a:pt x="13738" y="1663"/>
                  </a:cubicBezTo>
                  <a:cubicBezTo>
                    <a:pt x="14646" y="1242"/>
                    <a:pt x="15810" y="1111"/>
                    <a:pt x="15810" y="374"/>
                  </a:cubicBezTo>
                  <a:cubicBezTo>
                    <a:pt x="16092" y="266"/>
                    <a:pt x="16306" y="140"/>
                    <a:pt x="16490" y="0"/>
                  </a:cubicBezTo>
                  <a:lnTo>
                    <a:pt x="16490" y="0"/>
                  </a:lnTo>
                  <a:cubicBezTo>
                    <a:pt x="18226" y="830"/>
                    <a:pt x="20311" y="998"/>
                    <a:pt x="21300" y="2111"/>
                  </a:cubicBezTo>
                  <a:lnTo>
                    <a:pt x="21300" y="2111"/>
                  </a:lnTo>
                  <a:cubicBezTo>
                    <a:pt x="21394" y="2213"/>
                    <a:pt x="21528" y="2353"/>
                    <a:pt x="21600" y="2473"/>
                  </a:cubicBezTo>
                  <a:lnTo>
                    <a:pt x="21345" y="3178"/>
                  </a:lnTo>
                  <a:lnTo>
                    <a:pt x="21345" y="3178"/>
                  </a:lnTo>
                  <a:cubicBezTo>
                    <a:pt x="21063" y="3775"/>
                    <a:pt x="20710" y="4479"/>
                    <a:pt x="19886" y="4763"/>
                  </a:cubicBezTo>
                  <a:cubicBezTo>
                    <a:pt x="18633" y="5196"/>
                    <a:pt x="17452" y="4886"/>
                    <a:pt x="16311" y="5435"/>
                  </a:cubicBezTo>
                  <a:cubicBezTo>
                    <a:pt x="14453" y="6316"/>
                    <a:pt x="14695" y="7583"/>
                    <a:pt x="13447" y="8869"/>
                  </a:cubicBezTo>
                  <a:cubicBezTo>
                    <a:pt x="12449" y="9921"/>
                    <a:pt x="10731" y="10276"/>
                    <a:pt x="10731" y="11542"/>
                  </a:cubicBezTo>
                  <a:cubicBezTo>
                    <a:pt x="10731" y="11928"/>
                    <a:pt x="11156" y="12116"/>
                    <a:pt x="11156" y="12498"/>
                  </a:cubicBezTo>
                  <a:cubicBezTo>
                    <a:pt x="11156" y="13215"/>
                    <a:pt x="9908" y="13262"/>
                    <a:pt x="9299" y="13836"/>
                  </a:cubicBezTo>
                  <a:cubicBezTo>
                    <a:pt x="8010" y="15028"/>
                    <a:pt x="7227" y="15771"/>
                    <a:pt x="6010" y="16984"/>
                  </a:cubicBezTo>
                  <a:cubicBezTo>
                    <a:pt x="4077" y="18945"/>
                    <a:pt x="3522" y="21030"/>
                    <a:pt x="94" y="21600"/>
                  </a:cubicBezTo>
                  <a:lnTo>
                    <a:pt x="94" y="21600"/>
                  </a:lnTo>
                  <a:cubicBezTo>
                    <a:pt x="165" y="21433"/>
                    <a:pt x="215" y="21251"/>
                    <a:pt x="215" y="21045"/>
                  </a:cubicBezTo>
                  <a:cubicBezTo>
                    <a:pt x="215" y="20962"/>
                    <a:pt x="85" y="20923"/>
                    <a:pt x="72" y="20850"/>
                  </a:cubicBezTo>
                  <a:lnTo>
                    <a:pt x="72" y="20850"/>
                  </a:lnTo>
                  <a:cubicBezTo>
                    <a:pt x="72" y="19351"/>
                    <a:pt x="0" y="18752"/>
                    <a:pt x="0" y="17249"/>
                  </a:cubicBezTo>
                  <a:cubicBezTo>
                    <a:pt x="0" y="16604"/>
                    <a:pt x="573" y="16273"/>
                    <a:pt x="716" y="15649"/>
                  </a:cubicBezTo>
                  <a:cubicBezTo>
                    <a:pt x="1074" y="14099"/>
                    <a:pt x="998" y="13188"/>
                    <a:pt x="998" y="11614"/>
                  </a:cubicBezTo>
                  <a:cubicBezTo>
                    <a:pt x="998" y="10470"/>
                    <a:pt x="1302" y="10139"/>
                    <a:pt x="1020" y="8995"/>
                  </a:cubicBezTo>
                  <a:cubicBezTo>
                    <a:pt x="1020" y="8995"/>
                    <a:pt x="1020" y="8995"/>
                    <a:pt x="1020" y="899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8" name="Shape 4937"/>
            <p:cNvSpPr/>
            <p:nvPr/>
          </p:nvSpPr>
          <p:spPr>
            <a:xfrm>
              <a:off x="1095831" y="3121459"/>
              <a:ext cx="1140470" cy="1428098"/>
            </a:xfrm>
            <a:custGeom>
              <a:avLst/>
              <a:gdLst/>
              <a:ahLst/>
              <a:cxnLst>
                <a:cxn ang="0">
                  <a:pos x="wd2" y="hd2"/>
                </a:cxn>
                <a:cxn ang="5400000">
                  <a:pos x="wd2" y="hd2"/>
                </a:cxn>
                <a:cxn ang="10800000">
                  <a:pos x="wd2" y="hd2"/>
                </a:cxn>
                <a:cxn ang="16200000">
                  <a:pos x="wd2" y="hd2"/>
                </a:cxn>
              </a:cxnLst>
              <a:rect l="0" t="0" r="r" b="b"/>
              <a:pathLst>
                <a:path w="21557" h="21600" extrusionOk="0">
                  <a:moveTo>
                    <a:pt x="1946" y="0"/>
                  </a:moveTo>
                  <a:lnTo>
                    <a:pt x="1946" y="0"/>
                  </a:lnTo>
                  <a:cubicBezTo>
                    <a:pt x="2353" y="326"/>
                    <a:pt x="2448" y="592"/>
                    <a:pt x="2652" y="1027"/>
                  </a:cubicBezTo>
                  <a:cubicBezTo>
                    <a:pt x="2872" y="1503"/>
                    <a:pt x="3308" y="1824"/>
                    <a:pt x="3942" y="1824"/>
                  </a:cubicBezTo>
                  <a:cubicBezTo>
                    <a:pt x="4225" y="1824"/>
                    <a:pt x="4354" y="1705"/>
                    <a:pt x="4592" y="1578"/>
                  </a:cubicBezTo>
                  <a:lnTo>
                    <a:pt x="4592" y="1578"/>
                  </a:lnTo>
                  <a:cubicBezTo>
                    <a:pt x="4694" y="1578"/>
                    <a:pt x="4741" y="1588"/>
                    <a:pt x="4842" y="1588"/>
                  </a:cubicBezTo>
                  <a:cubicBezTo>
                    <a:pt x="5198" y="1588"/>
                    <a:pt x="5352" y="1335"/>
                    <a:pt x="5708" y="1335"/>
                  </a:cubicBezTo>
                  <a:cubicBezTo>
                    <a:pt x="5844" y="1335"/>
                    <a:pt x="5935" y="1444"/>
                    <a:pt x="5935" y="1552"/>
                  </a:cubicBezTo>
                  <a:cubicBezTo>
                    <a:pt x="5935" y="1670"/>
                    <a:pt x="5912" y="1756"/>
                    <a:pt x="5821" y="1842"/>
                  </a:cubicBezTo>
                  <a:cubicBezTo>
                    <a:pt x="5742" y="1915"/>
                    <a:pt x="5595" y="1923"/>
                    <a:pt x="5595" y="2024"/>
                  </a:cubicBezTo>
                  <a:cubicBezTo>
                    <a:pt x="5595" y="2128"/>
                    <a:pt x="5685" y="2173"/>
                    <a:pt x="5685" y="2277"/>
                  </a:cubicBezTo>
                  <a:cubicBezTo>
                    <a:pt x="5685" y="2386"/>
                    <a:pt x="5527" y="2422"/>
                    <a:pt x="5527" y="2531"/>
                  </a:cubicBezTo>
                  <a:cubicBezTo>
                    <a:pt x="5527" y="2725"/>
                    <a:pt x="5884" y="2699"/>
                    <a:pt x="5979" y="2875"/>
                  </a:cubicBezTo>
                  <a:cubicBezTo>
                    <a:pt x="6036" y="2975"/>
                    <a:pt x="5912" y="3070"/>
                    <a:pt x="5979" y="3165"/>
                  </a:cubicBezTo>
                  <a:cubicBezTo>
                    <a:pt x="6053" y="3269"/>
                    <a:pt x="6240" y="3273"/>
                    <a:pt x="6387" y="3301"/>
                  </a:cubicBezTo>
                  <a:lnTo>
                    <a:pt x="6387" y="3301"/>
                  </a:lnTo>
                  <a:cubicBezTo>
                    <a:pt x="6387" y="3537"/>
                    <a:pt x="6377" y="3689"/>
                    <a:pt x="6489" y="3908"/>
                  </a:cubicBezTo>
                  <a:cubicBezTo>
                    <a:pt x="6534" y="3996"/>
                    <a:pt x="6634" y="4018"/>
                    <a:pt x="6704" y="4098"/>
                  </a:cubicBezTo>
                  <a:cubicBezTo>
                    <a:pt x="6948" y="4293"/>
                    <a:pt x="7146" y="4333"/>
                    <a:pt x="7395" y="4533"/>
                  </a:cubicBezTo>
                  <a:cubicBezTo>
                    <a:pt x="7715" y="4789"/>
                    <a:pt x="7785" y="5009"/>
                    <a:pt x="8153" y="5203"/>
                  </a:cubicBezTo>
                  <a:cubicBezTo>
                    <a:pt x="8564" y="5421"/>
                    <a:pt x="8812" y="5527"/>
                    <a:pt x="9274" y="5665"/>
                  </a:cubicBezTo>
                  <a:cubicBezTo>
                    <a:pt x="9489" y="5729"/>
                    <a:pt x="9602" y="5819"/>
                    <a:pt x="9832" y="5819"/>
                  </a:cubicBezTo>
                  <a:cubicBezTo>
                    <a:pt x="10134" y="5819"/>
                    <a:pt x="10308" y="5812"/>
                    <a:pt x="10610" y="5810"/>
                  </a:cubicBezTo>
                  <a:lnTo>
                    <a:pt x="11618" y="5692"/>
                  </a:lnTo>
                  <a:cubicBezTo>
                    <a:pt x="11666" y="5692"/>
                    <a:pt x="11694" y="5692"/>
                    <a:pt x="11742" y="5701"/>
                  </a:cubicBezTo>
                  <a:cubicBezTo>
                    <a:pt x="11663" y="5780"/>
                    <a:pt x="11577" y="5801"/>
                    <a:pt x="11504" y="5883"/>
                  </a:cubicBezTo>
                  <a:cubicBezTo>
                    <a:pt x="11527" y="5892"/>
                    <a:pt x="11543" y="5909"/>
                    <a:pt x="11573" y="5909"/>
                  </a:cubicBezTo>
                  <a:cubicBezTo>
                    <a:pt x="11668" y="5909"/>
                    <a:pt x="11717" y="5874"/>
                    <a:pt x="11813" y="5874"/>
                  </a:cubicBezTo>
                  <a:cubicBezTo>
                    <a:pt x="11980" y="5874"/>
                    <a:pt x="12073" y="5867"/>
                    <a:pt x="12240" y="5864"/>
                  </a:cubicBezTo>
                  <a:cubicBezTo>
                    <a:pt x="12247" y="5849"/>
                    <a:pt x="12264" y="5837"/>
                    <a:pt x="12264" y="5819"/>
                  </a:cubicBezTo>
                  <a:cubicBezTo>
                    <a:pt x="12264" y="5744"/>
                    <a:pt x="12161" y="5733"/>
                    <a:pt x="12093" y="5684"/>
                  </a:cubicBezTo>
                  <a:cubicBezTo>
                    <a:pt x="11991" y="5608"/>
                    <a:pt x="11982" y="5522"/>
                    <a:pt x="11980" y="5412"/>
                  </a:cubicBezTo>
                  <a:cubicBezTo>
                    <a:pt x="11976" y="5344"/>
                    <a:pt x="11972" y="5289"/>
                    <a:pt x="11968" y="5236"/>
                  </a:cubicBezTo>
                  <a:lnTo>
                    <a:pt x="11968" y="5236"/>
                  </a:lnTo>
                  <a:cubicBezTo>
                    <a:pt x="12354" y="5254"/>
                    <a:pt x="12501" y="5556"/>
                    <a:pt x="12885" y="5556"/>
                  </a:cubicBezTo>
                  <a:cubicBezTo>
                    <a:pt x="13010" y="5556"/>
                    <a:pt x="13027" y="5443"/>
                    <a:pt x="13112" y="5376"/>
                  </a:cubicBezTo>
                  <a:cubicBezTo>
                    <a:pt x="13322" y="5208"/>
                    <a:pt x="13377" y="4959"/>
                    <a:pt x="13678" y="4959"/>
                  </a:cubicBezTo>
                  <a:cubicBezTo>
                    <a:pt x="13768" y="4959"/>
                    <a:pt x="13814" y="4995"/>
                    <a:pt x="13904" y="4995"/>
                  </a:cubicBezTo>
                  <a:cubicBezTo>
                    <a:pt x="14102" y="4995"/>
                    <a:pt x="14205" y="4905"/>
                    <a:pt x="14402" y="4905"/>
                  </a:cubicBezTo>
                  <a:cubicBezTo>
                    <a:pt x="14641" y="4905"/>
                    <a:pt x="14731" y="5085"/>
                    <a:pt x="14968" y="5085"/>
                  </a:cubicBezTo>
                  <a:cubicBezTo>
                    <a:pt x="15201" y="5085"/>
                    <a:pt x="15280" y="4886"/>
                    <a:pt x="15512" y="4886"/>
                  </a:cubicBezTo>
                  <a:cubicBezTo>
                    <a:pt x="15751" y="4886"/>
                    <a:pt x="15868" y="4995"/>
                    <a:pt x="16106" y="4995"/>
                  </a:cubicBezTo>
                  <a:lnTo>
                    <a:pt x="16554" y="4995"/>
                  </a:lnTo>
                  <a:lnTo>
                    <a:pt x="16826" y="4940"/>
                  </a:lnTo>
                  <a:lnTo>
                    <a:pt x="17098" y="4940"/>
                  </a:lnTo>
                  <a:cubicBezTo>
                    <a:pt x="17098" y="5108"/>
                    <a:pt x="17029" y="5253"/>
                    <a:pt x="17165" y="5376"/>
                  </a:cubicBezTo>
                  <a:cubicBezTo>
                    <a:pt x="17255" y="5461"/>
                    <a:pt x="17391" y="5425"/>
                    <a:pt x="17527" y="5466"/>
                  </a:cubicBezTo>
                  <a:cubicBezTo>
                    <a:pt x="17640" y="5497"/>
                    <a:pt x="17692" y="5565"/>
                    <a:pt x="17799" y="5611"/>
                  </a:cubicBezTo>
                  <a:cubicBezTo>
                    <a:pt x="18025" y="5710"/>
                    <a:pt x="18099" y="5855"/>
                    <a:pt x="18343" y="5919"/>
                  </a:cubicBezTo>
                  <a:cubicBezTo>
                    <a:pt x="18506" y="5960"/>
                    <a:pt x="18665" y="5887"/>
                    <a:pt x="18795" y="5973"/>
                  </a:cubicBezTo>
                  <a:cubicBezTo>
                    <a:pt x="19169" y="6223"/>
                    <a:pt x="19056" y="6789"/>
                    <a:pt x="19548" y="6789"/>
                  </a:cubicBezTo>
                  <a:cubicBezTo>
                    <a:pt x="19695" y="6789"/>
                    <a:pt x="19780" y="6797"/>
                    <a:pt x="19927" y="6797"/>
                  </a:cubicBezTo>
                  <a:cubicBezTo>
                    <a:pt x="19949" y="7006"/>
                    <a:pt x="19887" y="7187"/>
                    <a:pt x="20086" y="7314"/>
                  </a:cubicBezTo>
                  <a:cubicBezTo>
                    <a:pt x="20369" y="7499"/>
                    <a:pt x="20764" y="7499"/>
                    <a:pt x="20811" y="7794"/>
                  </a:cubicBezTo>
                  <a:lnTo>
                    <a:pt x="20673" y="8534"/>
                  </a:lnTo>
                  <a:lnTo>
                    <a:pt x="20673" y="8534"/>
                  </a:lnTo>
                  <a:cubicBezTo>
                    <a:pt x="20673" y="8738"/>
                    <a:pt x="20561" y="8845"/>
                    <a:pt x="20561" y="9049"/>
                  </a:cubicBezTo>
                  <a:lnTo>
                    <a:pt x="20561" y="9597"/>
                  </a:lnTo>
                  <a:cubicBezTo>
                    <a:pt x="20227" y="9706"/>
                    <a:pt x="19927" y="9905"/>
                    <a:pt x="20017" y="10195"/>
                  </a:cubicBezTo>
                  <a:cubicBezTo>
                    <a:pt x="19752" y="10226"/>
                    <a:pt x="19513" y="10185"/>
                    <a:pt x="19362" y="10358"/>
                  </a:cubicBezTo>
                  <a:cubicBezTo>
                    <a:pt x="19226" y="10507"/>
                    <a:pt x="19226" y="10643"/>
                    <a:pt x="19226" y="10829"/>
                  </a:cubicBezTo>
                  <a:cubicBezTo>
                    <a:pt x="19226" y="11033"/>
                    <a:pt x="19406" y="11132"/>
                    <a:pt x="19406" y="11336"/>
                  </a:cubicBezTo>
                  <a:cubicBezTo>
                    <a:pt x="19406" y="11649"/>
                    <a:pt x="18953" y="11748"/>
                    <a:pt x="18953" y="12061"/>
                  </a:cubicBezTo>
                  <a:cubicBezTo>
                    <a:pt x="18953" y="12156"/>
                    <a:pt x="19022" y="12211"/>
                    <a:pt x="19022" y="12305"/>
                  </a:cubicBezTo>
                  <a:cubicBezTo>
                    <a:pt x="19022" y="12577"/>
                    <a:pt x="18908" y="12731"/>
                    <a:pt x="18908" y="13003"/>
                  </a:cubicBezTo>
                  <a:cubicBezTo>
                    <a:pt x="18908" y="13143"/>
                    <a:pt x="18976" y="13220"/>
                    <a:pt x="18976" y="13360"/>
                  </a:cubicBezTo>
                  <a:lnTo>
                    <a:pt x="18976" y="13678"/>
                  </a:lnTo>
                  <a:cubicBezTo>
                    <a:pt x="18976" y="14022"/>
                    <a:pt x="19746" y="13963"/>
                    <a:pt x="19746" y="14307"/>
                  </a:cubicBezTo>
                  <a:cubicBezTo>
                    <a:pt x="19746" y="14502"/>
                    <a:pt x="19605" y="14597"/>
                    <a:pt x="19520" y="14778"/>
                  </a:cubicBezTo>
                  <a:cubicBezTo>
                    <a:pt x="19451" y="14924"/>
                    <a:pt x="19446" y="15023"/>
                    <a:pt x="19362" y="15159"/>
                  </a:cubicBezTo>
                  <a:cubicBezTo>
                    <a:pt x="19253" y="15331"/>
                    <a:pt x="19027" y="15354"/>
                    <a:pt x="18953" y="15540"/>
                  </a:cubicBezTo>
                  <a:lnTo>
                    <a:pt x="18999" y="15685"/>
                  </a:lnTo>
                  <a:lnTo>
                    <a:pt x="18999" y="15685"/>
                  </a:lnTo>
                  <a:cubicBezTo>
                    <a:pt x="18937" y="15734"/>
                    <a:pt x="18795" y="15757"/>
                    <a:pt x="18795" y="15830"/>
                  </a:cubicBezTo>
                  <a:cubicBezTo>
                    <a:pt x="18795" y="15938"/>
                    <a:pt x="18949" y="15952"/>
                    <a:pt x="19045" y="16028"/>
                  </a:cubicBezTo>
                  <a:cubicBezTo>
                    <a:pt x="19242" y="16187"/>
                    <a:pt x="19474" y="16269"/>
                    <a:pt x="19474" y="16495"/>
                  </a:cubicBezTo>
                  <a:lnTo>
                    <a:pt x="19474" y="17265"/>
                  </a:lnTo>
                  <a:cubicBezTo>
                    <a:pt x="19474" y="17469"/>
                    <a:pt x="19746" y="17496"/>
                    <a:pt x="19927" y="17641"/>
                  </a:cubicBezTo>
                  <a:cubicBezTo>
                    <a:pt x="20120" y="17795"/>
                    <a:pt x="20187" y="17922"/>
                    <a:pt x="20380" y="18076"/>
                  </a:cubicBezTo>
                  <a:cubicBezTo>
                    <a:pt x="20516" y="18185"/>
                    <a:pt x="20657" y="18212"/>
                    <a:pt x="20743" y="18348"/>
                  </a:cubicBezTo>
                  <a:cubicBezTo>
                    <a:pt x="20896" y="18597"/>
                    <a:pt x="20849" y="18806"/>
                    <a:pt x="21082" y="19018"/>
                  </a:cubicBezTo>
                  <a:cubicBezTo>
                    <a:pt x="21257" y="19181"/>
                    <a:pt x="21557" y="19218"/>
                    <a:pt x="21557" y="19435"/>
                  </a:cubicBezTo>
                  <a:cubicBezTo>
                    <a:pt x="21557" y="19548"/>
                    <a:pt x="21388" y="19562"/>
                    <a:pt x="21309" y="19652"/>
                  </a:cubicBezTo>
                  <a:cubicBezTo>
                    <a:pt x="21213" y="19761"/>
                    <a:pt x="21206" y="19915"/>
                    <a:pt x="21037" y="19924"/>
                  </a:cubicBezTo>
                  <a:cubicBezTo>
                    <a:pt x="20901" y="19933"/>
                    <a:pt x="20782" y="19897"/>
                    <a:pt x="20697" y="19978"/>
                  </a:cubicBezTo>
                  <a:cubicBezTo>
                    <a:pt x="20618" y="20051"/>
                    <a:pt x="20636" y="20178"/>
                    <a:pt x="20516" y="20178"/>
                  </a:cubicBezTo>
                  <a:cubicBezTo>
                    <a:pt x="20301" y="20178"/>
                    <a:pt x="20233" y="19978"/>
                    <a:pt x="20017" y="19978"/>
                  </a:cubicBezTo>
                  <a:cubicBezTo>
                    <a:pt x="19786" y="19978"/>
                    <a:pt x="19752" y="20250"/>
                    <a:pt x="19520" y="20250"/>
                  </a:cubicBezTo>
                  <a:cubicBezTo>
                    <a:pt x="19406" y="20250"/>
                    <a:pt x="19362" y="20178"/>
                    <a:pt x="19248" y="20178"/>
                  </a:cubicBezTo>
                  <a:cubicBezTo>
                    <a:pt x="19107" y="20178"/>
                    <a:pt x="19117" y="20332"/>
                    <a:pt x="19022" y="20413"/>
                  </a:cubicBezTo>
                  <a:cubicBezTo>
                    <a:pt x="18874" y="20540"/>
                    <a:pt x="18705" y="20549"/>
                    <a:pt x="18568" y="20685"/>
                  </a:cubicBezTo>
                  <a:cubicBezTo>
                    <a:pt x="18450" y="20807"/>
                    <a:pt x="18479" y="20925"/>
                    <a:pt x="18479" y="21083"/>
                  </a:cubicBezTo>
                  <a:cubicBezTo>
                    <a:pt x="18479" y="21269"/>
                    <a:pt x="18495" y="21369"/>
                    <a:pt x="18568" y="21546"/>
                  </a:cubicBezTo>
                  <a:lnTo>
                    <a:pt x="18568" y="21546"/>
                  </a:lnTo>
                  <a:cubicBezTo>
                    <a:pt x="18348" y="21546"/>
                    <a:pt x="18212" y="21600"/>
                    <a:pt x="17991" y="21600"/>
                  </a:cubicBezTo>
                  <a:cubicBezTo>
                    <a:pt x="17606" y="21600"/>
                    <a:pt x="17391" y="21466"/>
                    <a:pt x="17085" y="21283"/>
                  </a:cubicBezTo>
                  <a:cubicBezTo>
                    <a:pt x="16919" y="21184"/>
                    <a:pt x="16806" y="21102"/>
                    <a:pt x="16596" y="21102"/>
                  </a:cubicBezTo>
                  <a:lnTo>
                    <a:pt x="15979" y="21102"/>
                  </a:lnTo>
                  <a:cubicBezTo>
                    <a:pt x="15753" y="21102"/>
                    <a:pt x="15623" y="21024"/>
                    <a:pt x="15445" y="20912"/>
                  </a:cubicBezTo>
                  <a:cubicBezTo>
                    <a:pt x="15382" y="20873"/>
                    <a:pt x="15331" y="20873"/>
                    <a:pt x="15263" y="20839"/>
                  </a:cubicBezTo>
                  <a:cubicBezTo>
                    <a:pt x="15081" y="20749"/>
                    <a:pt x="15002" y="20670"/>
                    <a:pt x="14810" y="20603"/>
                  </a:cubicBezTo>
                  <a:cubicBezTo>
                    <a:pt x="14628" y="20540"/>
                    <a:pt x="14564" y="20404"/>
                    <a:pt x="14366" y="20404"/>
                  </a:cubicBezTo>
                  <a:lnTo>
                    <a:pt x="14123" y="20404"/>
                  </a:lnTo>
                  <a:cubicBezTo>
                    <a:pt x="14054" y="20404"/>
                    <a:pt x="14018" y="20423"/>
                    <a:pt x="13950" y="20423"/>
                  </a:cubicBezTo>
                  <a:cubicBezTo>
                    <a:pt x="13839" y="20423"/>
                    <a:pt x="13783" y="20373"/>
                    <a:pt x="13678" y="20349"/>
                  </a:cubicBezTo>
                  <a:cubicBezTo>
                    <a:pt x="13426" y="20296"/>
                    <a:pt x="13307" y="20215"/>
                    <a:pt x="13055" y="20160"/>
                  </a:cubicBezTo>
                  <a:cubicBezTo>
                    <a:pt x="12693" y="20080"/>
                    <a:pt x="12421" y="19881"/>
                    <a:pt x="12421" y="19582"/>
                  </a:cubicBezTo>
                  <a:lnTo>
                    <a:pt x="12421" y="19369"/>
                  </a:lnTo>
                  <a:cubicBezTo>
                    <a:pt x="12421" y="19233"/>
                    <a:pt x="12354" y="19157"/>
                    <a:pt x="12354" y="19021"/>
                  </a:cubicBezTo>
                  <a:lnTo>
                    <a:pt x="12354" y="18726"/>
                  </a:lnTo>
                  <a:cubicBezTo>
                    <a:pt x="12354" y="18531"/>
                    <a:pt x="12260" y="18423"/>
                    <a:pt x="12127" y="18257"/>
                  </a:cubicBezTo>
                  <a:cubicBezTo>
                    <a:pt x="12033" y="18142"/>
                    <a:pt x="11977" y="18015"/>
                    <a:pt x="11808" y="18015"/>
                  </a:cubicBezTo>
                  <a:cubicBezTo>
                    <a:pt x="11573" y="18015"/>
                    <a:pt x="11436" y="18012"/>
                    <a:pt x="11202" y="18012"/>
                  </a:cubicBezTo>
                  <a:cubicBezTo>
                    <a:pt x="10966" y="18012"/>
                    <a:pt x="10835" y="18067"/>
                    <a:pt x="10610" y="18121"/>
                  </a:cubicBezTo>
                  <a:cubicBezTo>
                    <a:pt x="10339" y="18189"/>
                    <a:pt x="10177" y="18207"/>
                    <a:pt x="9897" y="18257"/>
                  </a:cubicBezTo>
                  <a:cubicBezTo>
                    <a:pt x="9565" y="18318"/>
                    <a:pt x="9382" y="18393"/>
                    <a:pt x="9042" y="18393"/>
                  </a:cubicBezTo>
                  <a:cubicBezTo>
                    <a:pt x="8757" y="18393"/>
                    <a:pt x="8709" y="18126"/>
                    <a:pt x="8437" y="18058"/>
                  </a:cubicBezTo>
                  <a:cubicBezTo>
                    <a:pt x="8193" y="17999"/>
                    <a:pt x="7983" y="18099"/>
                    <a:pt x="7779" y="17976"/>
                  </a:cubicBezTo>
                  <a:cubicBezTo>
                    <a:pt x="7609" y="17874"/>
                    <a:pt x="7619" y="17736"/>
                    <a:pt x="7496" y="17596"/>
                  </a:cubicBezTo>
                  <a:cubicBezTo>
                    <a:pt x="7372" y="17451"/>
                    <a:pt x="7208" y="17437"/>
                    <a:pt x="7032" y="17334"/>
                  </a:cubicBezTo>
                  <a:cubicBezTo>
                    <a:pt x="6919" y="17265"/>
                    <a:pt x="6896" y="17161"/>
                    <a:pt x="6761" y="17125"/>
                  </a:cubicBezTo>
                  <a:cubicBezTo>
                    <a:pt x="6682" y="17039"/>
                    <a:pt x="6534" y="17034"/>
                    <a:pt x="6534" y="16926"/>
                  </a:cubicBezTo>
                  <a:cubicBezTo>
                    <a:pt x="6534" y="16857"/>
                    <a:pt x="6613" y="16830"/>
                    <a:pt x="6613" y="16762"/>
                  </a:cubicBezTo>
                  <a:cubicBezTo>
                    <a:pt x="6613" y="16597"/>
                    <a:pt x="6510" y="16502"/>
                    <a:pt x="6353" y="16391"/>
                  </a:cubicBezTo>
                  <a:cubicBezTo>
                    <a:pt x="6214" y="16291"/>
                    <a:pt x="6124" y="16242"/>
                    <a:pt x="5946" y="16192"/>
                  </a:cubicBezTo>
                  <a:cubicBezTo>
                    <a:pt x="5617" y="16096"/>
                    <a:pt x="5294" y="16212"/>
                    <a:pt x="5098" y="15984"/>
                  </a:cubicBezTo>
                  <a:cubicBezTo>
                    <a:pt x="5043" y="15920"/>
                    <a:pt x="5051" y="15868"/>
                    <a:pt x="5029" y="15793"/>
                  </a:cubicBezTo>
                  <a:cubicBezTo>
                    <a:pt x="4967" y="15589"/>
                    <a:pt x="4879" y="15485"/>
                    <a:pt x="4768" y="15295"/>
                  </a:cubicBezTo>
                  <a:cubicBezTo>
                    <a:pt x="4703" y="15184"/>
                    <a:pt x="4632" y="15125"/>
                    <a:pt x="4599" y="15005"/>
                  </a:cubicBezTo>
                  <a:cubicBezTo>
                    <a:pt x="4571" y="14908"/>
                    <a:pt x="4587" y="14842"/>
                    <a:pt x="4531" y="14751"/>
                  </a:cubicBezTo>
                  <a:cubicBezTo>
                    <a:pt x="4502" y="14706"/>
                    <a:pt x="4493" y="14670"/>
                    <a:pt x="4462" y="14625"/>
                  </a:cubicBezTo>
                  <a:cubicBezTo>
                    <a:pt x="4440" y="14590"/>
                    <a:pt x="4384" y="14583"/>
                    <a:pt x="4384" y="14543"/>
                  </a:cubicBezTo>
                  <a:cubicBezTo>
                    <a:pt x="4384" y="14425"/>
                    <a:pt x="4610" y="14416"/>
                    <a:pt x="4610" y="14298"/>
                  </a:cubicBezTo>
                  <a:cubicBezTo>
                    <a:pt x="4610" y="14201"/>
                    <a:pt x="4460" y="14178"/>
                    <a:pt x="4338" y="14171"/>
                  </a:cubicBezTo>
                  <a:lnTo>
                    <a:pt x="4338" y="14088"/>
                  </a:lnTo>
                  <a:cubicBezTo>
                    <a:pt x="4338" y="14051"/>
                    <a:pt x="4384" y="14035"/>
                    <a:pt x="4384" y="13999"/>
                  </a:cubicBezTo>
                  <a:cubicBezTo>
                    <a:pt x="4384" y="13825"/>
                    <a:pt x="4248" y="13739"/>
                    <a:pt x="4248" y="13565"/>
                  </a:cubicBezTo>
                  <a:cubicBezTo>
                    <a:pt x="4248" y="13451"/>
                    <a:pt x="4349" y="13401"/>
                    <a:pt x="4349" y="13289"/>
                  </a:cubicBezTo>
                  <a:cubicBezTo>
                    <a:pt x="4349" y="13212"/>
                    <a:pt x="4248" y="13193"/>
                    <a:pt x="4214" y="13121"/>
                  </a:cubicBezTo>
                  <a:cubicBezTo>
                    <a:pt x="4191" y="13070"/>
                    <a:pt x="4183" y="13033"/>
                    <a:pt x="4135" y="12994"/>
                  </a:cubicBezTo>
                  <a:cubicBezTo>
                    <a:pt x="4057" y="12933"/>
                    <a:pt x="4053" y="12822"/>
                    <a:pt x="3942" y="12822"/>
                  </a:cubicBezTo>
                  <a:cubicBezTo>
                    <a:pt x="3744" y="12822"/>
                    <a:pt x="3639" y="12894"/>
                    <a:pt x="3441" y="12894"/>
                  </a:cubicBezTo>
                  <a:lnTo>
                    <a:pt x="3331" y="12894"/>
                  </a:lnTo>
                  <a:lnTo>
                    <a:pt x="3331" y="12828"/>
                  </a:lnTo>
                  <a:cubicBezTo>
                    <a:pt x="3331" y="12757"/>
                    <a:pt x="3333" y="12693"/>
                    <a:pt x="3263" y="12649"/>
                  </a:cubicBezTo>
                  <a:cubicBezTo>
                    <a:pt x="3138" y="12575"/>
                    <a:pt x="2945" y="12584"/>
                    <a:pt x="2945" y="12459"/>
                  </a:cubicBezTo>
                  <a:cubicBezTo>
                    <a:pt x="2945" y="12339"/>
                    <a:pt x="3195" y="12382"/>
                    <a:pt x="3251" y="12269"/>
                  </a:cubicBezTo>
                  <a:cubicBezTo>
                    <a:pt x="3119" y="12229"/>
                    <a:pt x="3037" y="12233"/>
                    <a:pt x="2900" y="12206"/>
                  </a:cubicBezTo>
                  <a:cubicBezTo>
                    <a:pt x="2799" y="12185"/>
                    <a:pt x="2745" y="12151"/>
                    <a:pt x="2640" y="12151"/>
                  </a:cubicBezTo>
                  <a:cubicBezTo>
                    <a:pt x="2515" y="12151"/>
                    <a:pt x="2540" y="12285"/>
                    <a:pt x="2459" y="12360"/>
                  </a:cubicBezTo>
                  <a:cubicBezTo>
                    <a:pt x="2411" y="12402"/>
                    <a:pt x="2357" y="12405"/>
                    <a:pt x="2288" y="12423"/>
                  </a:cubicBezTo>
                  <a:cubicBezTo>
                    <a:pt x="2154" y="12459"/>
                    <a:pt x="2055" y="12450"/>
                    <a:pt x="1950" y="12523"/>
                  </a:cubicBezTo>
                  <a:cubicBezTo>
                    <a:pt x="1868" y="12580"/>
                    <a:pt x="1828" y="12659"/>
                    <a:pt x="1717" y="12659"/>
                  </a:cubicBezTo>
                  <a:cubicBezTo>
                    <a:pt x="1610" y="12659"/>
                    <a:pt x="1587" y="12568"/>
                    <a:pt x="1530" y="12496"/>
                  </a:cubicBezTo>
                  <a:cubicBezTo>
                    <a:pt x="1409" y="12338"/>
                    <a:pt x="1350" y="12250"/>
                    <a:pt x="1325" y="12230"/>
                  </a:cubicBezTo>
                  <a:lnTo>
                    <a:pt x="1325" y="12230"/>
                  </a:lnTo>
                  <a:cubicBezTo>
                    <a:pt x="1421" y="12161"/>
                    <a:pt x="1463" y="12038"/>
                    <a:pt x="1474" y="11934"/>
                  </a:cubicBezTo>
                  <a:cubicBezTo>
                    <a:pt x="1497" y="11766"/>
                    <a:pt x="1672" y="11712"/>
                    <a:pt x="1780" y="11572"/>
                  </a:cubicBezTo>
                  <a:lnTo>
                    <a:pt x="1780" y="11060"/>
                  </a:lnTo>
                  <a:cubicBezTo>
                    <a:pt x="1780" y="10911"/>
                    <a:pt x="1961" y="10860"/>
                    <a:pt x="2108" y="10775"/>
                  </a:cubicBezTo>
                  <a:lnTo>
                    <a:pt x="2108" y="10299"/>
                  </a:lnTo>
                  <a:cubicBezTo>
                    <a:pt x="2108" y="9982"/>
                    <a:pt x="2051" y="9783"/>
                    <a:pt x="1858" y="9506"/>
                  </a:cubicBezTo>
                  <a:cubicBezTo>
                    <a:pt x="1803" y="9420"/>
                    <a:pt x="1672" y="9415"/>
                    <a:pt x="1633" y="9325"/>
                  </a:cubicBezTo>
                  <a:cubicBezTo>
                    <a:pt x="1542" y="9126"/>
                    <a:pt x="1621" y="8963"/>
                    <a:pt x="1451" y="8799"/>
                  </a:cubicBezTo>
                  <a:cubicBezTo>
                    <a:pt x="1247" y="8600"/>
                    <a:pt x="987" y="8596"/>
                    <a:pt x="749" y="8419"/>
                  </a:cubicBezTo>
                  <a:cubicBezTo>
                    <a:pt x="557" y="8275"/>
                    <a:pt x="517" y="8129"/>
                    <a:pt x="409" y="7930"/>
                  </a:cubicBezTo>
                  <a:cubicBezTo>
                    <a:pt x="342" y="7799"/>
                    <a:pt x="138" y="7817"/>
                    <a:pt x="48" y="7694"/>
                  </a:cubicBezTo>
                  <a:cubicBezTo>
                    <a:pt x="-43" y="7568"/>
                    <a:pt x="24" y="7464"/>
                    <a:pt x="24" y="7314"/>
                  </a:cubicBezTo>
                  <a:cubicBezTo>
                    <a:pt x="24" y="7233"/>
                    <a:pt x="70" y="7187"/>
                    <a:pt x="70" y="7106"/>
                  </a:cubicBezTo>
                  <a:cubicBezTo>
                    <a:pt x="70" y="6974"/>
                    <a:pt x="-3" y="6852"/>
                    <a:pt x="116" y="6770"/>
                  </a:cubicBezTo>
                  <a:cubicBezTo>
                    <a:pt x="263" y="6666"/>
                    <a:pt x="460" y="6716"/>
                    <a:pt x="568" y="6589"/>
                  </a:cubicBezTo>
                  <a:cubicBezTo>
                    <a:pt x="659" y="6485"/>
                    <a:pt x="563" y="6331"/>
                    <a:pt x="704" y="6282"/>
                  </a:cubicBezTo>
                  <a:cubicBezTo>
                    <a:pt x="800" y="6250"/>
                    <a:pt x="902" y="6282"/>
                    <a:pt x="976" y="6227"/>
                  </a:cubicBezTo>
                  <a:cubicBezTo>
                    <a:pt x="1078" y="6154"/>
                    <a:pt x="1021" y="6050"/>
                    <a:pt x="1021" y="5937"/>
                  </a:cubicBezTo>
                  <a:cubicBezTo>
                    <a:pt x="1168" y="5919"/>
                    <a:pt x="1271" y="5896"/>
                    <a:pt x="1361" y="5810"/>
                  </a:cubicBezTo>
                  <a:cubicBezTo>
                    <a:pt x="1389" y="5783"/>
                    <a:pt x="1474" y="5797"/>
                    <a:pt x="1474" y="5756"/>
                  </a:cubicBezTo>
                  <a:cubicBezTo>
                    <a:pt x="1474" y="5516"/>
                    <a:pt x="1157" y="5438"/>
                    <a:pt x="1157" y="5199"/>
                  </a:cubicBezTo>
                  <a:lnTo>
                    <a:pt x="1157" y="5031"/>
                  </a:lnTo>
                  <a:cubicBezTo>
                    <a:pt x="1288" y="5031"/>
                    <a:pt x="1389" y="5017"/>
                    <a:pt x="1474" y="4940"/>
                  </a:cubicBezTo>
                  <a:cubicBezTo>
                    <a:pt x="1220" y="4668"/>
                    <a:pt x="886" y="4546"/>
                    <a:pt x="886" y="4206"/>
                  </a:cubicBezTo>
                  <a:cubicBezTo>
                    <a:pt x="886" y="4062"/>
                    <a:pt x="976" y="3985"/>
                    <a:pt x="976" y="3840"/>
                  </a:cubicBezTo>
                  <a:cubicBezTo>
                    <a:pt x="976" y="3808"/>
                    <a:pt x="988" y="3779"/>
                    <a:pt x="988" y="3747"/>
                  </a:cubicBezTo>
                  <a:lnTo>
                    <a:pt x="988" y="3747"/>
                  </a:lnTo>
                  <a:cubicBezTo>
                    <a:pt x="1050" y="3689"/>
                    <a:pt x="1078" y="3663"/>
                    <a:pt x="1078" y="3582"/>
                  </a:cubicBezTo>
                  <a:lnTo>
                    <a:pt x="1078" y="3219"/>
                  </a:lnTo>
                  <a:cubicBezTo>
                    <a:pt x="1078" y="3079"/>
                    <a:pt x="1067" y="2997"/>
                    <a:pt x="1067" y="2857"/>
                  </a:cubicBezTo>
                  <a:cubicBezTo>
                    <a:pt x="1067" y="2734"/>
                    <a:pt x="1089" y="2621"/>
                    <a:pt x="976" y="2549"/>
                  </a:cubicBezTo>
                  <a:cubicBezTo>
                    <a:pt x="907" y="2504"/>
                    <a:pt x="794" y="2513"/>
                    <a:pt x="794" y="2440"/>
                  </a:cubicBezTo>
                  <a:cubicBezTo>
                    <a:pt x="794" y="2282"/>
                    <a:pt x="1038" y="2272"/>
                    <a:pt x="1157" y="2150"/>
                  </a:cubicBezTo>
                  <a:cubicBezTo>
                    <a:pt x="1242" y="2059"/>
                    <a:pt x="1264" y="1978"/>
                    <a:pt x="1271" y="1860"/>
                  </a:cubicBezTo>
                  <a:cubicBezTo>
                    <a:pt x="1288" y="1516"/>
                    <a:pt x="1474" y="1335"/>
                    <a:pt x="1474" y="991"/>
                  </a:cubicBezTo>
                  <a:cubicBezTo>
                    <a:pt x="1474" y="864"/>
                    <a:pt x="1293" y="828"/>
                    <a:pt x="1293" y="701"/>
                  </a:cubicBezTo>
                  <a:cubicBezTo>
                    <a:pt x="1293" y="628"/>
                    <a:pt x="1310" y="592"/>
                    <a:pt x="1315" y="520"/>
                  </a:cubicBezTo>
                  <a:cubicBezTo>
                    <a:pt x="1412" y="515"/>
                    <a:pt x="1463" y="502"/>
                    <a:pt x="1559" y="502"/>
                  </a:cubicBezTo>
                  <a:cubicBezTo>
                    <a:pt x="1644" y="502"/>
                    <a:pt x="1661" y="592"/>
                    <a:pt x="1745" y="592"/>
                  </a:cubicBezTo>
                  <a:cubicBezTo>
                    <a:pt x="1790" y="592"/>
                    <a:pt x="1797" y="542"/>
                    <a:pt x="1836" y="538"/>
                  </a:cubicBezTo>
                  <a:cubicBezTo>
                    <a:pt x="1836" y="352"/>
                    <a:pt x="1889" y="186"/>
                    <a:pt x="1946" y="0"/>
                  </a:cubicBezTo>
                  <a:close/>
                  <a:moveTo>
                    <a:pt x="10021" y="18628"/>
                  </a:moveTo>
                  <a:lnTo>
                    <a:pt x="10066" y="18642"/>
                  </a:lnTo>
                  <a:lnTo>
                    <a:pt x="10449" y="18642"/>
                  </a:lnTo>
                  <a:cubicBezTo>
                    <a:pt x="10488" y="18642"/>
                    <a:pt x="10514" y="18656"/>
                    <a:pt x="10553" y="18656"/>
                  </a:cubicBezTo>
                  <a:cubicBezTo>
                    <a:pt x="10845" y="18656"/>
                    <a:pt x="11165" y="18572"/>
                    <a:pt x="11187" y="18339"/>
                  </a:cubicBezTo>
                  <a:cubicBezTo>
                    <a:pt x="11072" y="18332"/>
                    <a:pt x="11009" y="18303"/>
                    <a:pt x="10893" y="18303"/>
                  </a:cubicBezTo>
                  <a:cubicBezTo>
                    <a:pt x="10698" y="18303"/>
                    <a:pt x="10610" y="18402"/>
                    <a:pt x="10429" y="18457"/>
                  </a:cubicBezTo>
                  <a:cubicBezTo>
                    <a:pt x="10364" y="18475"/>
                    <a:pt x="10316" y="18457"/>
                    <a:pt x="10247" y="18465"/>
                  </a:cubicBezTo>
                  <a:cubicBezTo>
                    <a:pt x="10131" y="18482"/>
                    <a:pt x="10075" y="18547"/>
                    <a:pt x="10021" y="18628"/>
                  </a:cubicBezTo>
                  <a:cubicBezTo>
                    <a:pt x="10021" y="18628"/>
                    <a:pt x="10021" y="18628"/>
                    <a:pt x="10021" y="18628"/>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41" name="Shape 4938"/>
            <p:cNvSpPr/>
            <p:nvPr/>
          </p:nvSpPr>
          <p:spPr>
            <a:xfrm>
              <a:off x="586657" y="3298563"/>
              <a:ext cx="610812" cy="679183"/>
            </a:xfrm>
            <a:custGeom>
              <a:avLst/>
              <a:gdLst/>
              <a:ahLst/>
              <a:cxnLst>
                <a:cxn ang="0">
                  <a:pos x="wd2" y="hd2"/>
                </a:cxn>
                <a:cxn ang="5400000">
                  <a:pos x="wd2" y="hd2"/>
                </a:cxn>
                <a:cxn ang="10800000">
                  <a:pos x="wd2" y="hd2"/>
                </a:cxn>
                <a:cxn ang="16200000">
                  <a:pos x="wd2" y="hd2"/>
                </a:cxn>
              </a:cxnLst>
              <a:rect l="0" t="0" r="r" b="b"/>
              <a:pathLst>
                <a:path w="21600" h="21600" extrusionOk="0">
                  <a:moveTo>
                    <a:pt x="20135" y="20013"/>
                  </a:moveTo>
                  <a:cubicBezTo>
                    <a:pt x="20094" y="19976"/>
                    <a:pt x="20095" y="20034"/>
                    <a:pt x="20107" y="20183"/>
                  </a:cubicBezTo>
                  <a:lnTo>
                    <a:pt x="20107" y="20183"/>
                  </a:lnTo>
                  <a:cubicBezTo>
                    <a:pt x="19536" y="20250"/>
                    <a:pt x="19173" y="20152"/>
                    <a:pt x="18602" y="20152"/>
                  </a:cubicBezTo>
                  <a:cubicBezTo>
                    <a:pt x="18305" y="20152"/>
                    <a:pt x="18200" y="20390"/>
                    <a:pt x="17999" y="20572"/>
                  </a:cubicBezTo>
                  <a:cubicBezTo>
                    <a:pt x="17564" y="20962"/>
                    <a:pt x="17395" y="21343"/>
                    <a:pt x="16856" y="21600"/>
                  </a:cubicBezTo>
                  <a:lnTo>
                    <a:pt x="16856" y="21600"/>
                  </a:lnTo>
                  <a:lnTo>
                    <a:pt x="10206" y="19429"/>
                  </a:lnTo>
                  <a:lnTo>
                    <a:pt x="7620" y="14781"/>
                  </a:lnTo>
                  <a:lnTo>
                    <a:pt x="3131" y="11086"/>
                  </a:lnTo>
                  <a:lnTo>
                    <a:pt x="0" y="10339"/>
                  </a:lnTo>
                  <a:lnTo>
                    <a:pt x="0" y="10339"/>
                  </a:lnTo>
                  <a:lnTo>
                    <a:pt x="244" y="6341"/>
                  </a:lnTo>
                  <a:lnTo>
                    <a:pt x="244" y="6341"/>
                  </a:lnTo>
                  <a:lnTo>
                    <a:pt x="8637" y="5143"/>
                  </a:lnTo>
                  <a:cubicBezTo>
                    <a:pt x="10046" y="3876"/>
                    <a:pt x="10309" y="2818"/>
                    <a:pt x="11051" y="1219"/>
                  </a:cubicBezTo>
                  <a:lnTo>
                    <a:pt x="12099" y="1219"/>
                  </a:lnTo>
                  <a:cubicBezTo>
                    <a:pt x="12514" y="1219"/>
                    <a:pt x="12671" y="933"/>
                    <a:pt x="13001" y="723"/>
                  </a:cubicBezTo>
                  <a:cubicBezTo>
                    <a:pt x="13465" y="419"/>
                    <a:pt x="13917" y="517"/>
                    <a:pt x="14298" y="136"/>
                  </a:cubicBezTo>
                  <a:lnTo>
                    <a:pt x="14298" y="136"/>
                  </a:lnTo>
                  <a:cubicBezTo>
                    <a:pt x="14775" y="41"/>
                    <a:pt x="15097" y="0"/>
                    <a:pt x="15585" y="0"/>
                  </a:cubicBezTo>
                  <a:cubicBezTo>
                    <a:pt x="16061" y="0"/>
                    <a:pt x="16114" y="543"/>
                    <a:pt x="16557" y="685"/>
                  </a:cubicBezTo>
                  <a:cubicBezTo>
                    <a:pt x="16993" y="827"/>
                    <a:pt x="17277" y="752"/>
                    <a:pt x="17745" y="801"/>
                  </a:cubicBezTo>
                  <a:cubicBezTo>
                    <a:pt x="17755" y="895"/>
                    <a:pt x="17787" y="942"/>
                    <a:pt x="17787" y="1038"/>
                  </a:cubicBezTo>
                  <a:cubicBezTo>
                    <a:pt x="17787" y="1408"/>
                    <a:pt x="17489" y="1572"/>
                    <a:pt x="17489" y="1942"/>
                  </a:cubicBezTo>
                  <a:cubicBezTo>
                    <a:pt x="17489" y="1999"/>
                    <a:pt x="17564" y="2018"/>
                    <a:pt x="17575" y="2076"/>
                  </a:cubicBezTo>
                  <a:cubicBezTo>
                    <a:pt x="17787" y="2085"/>
                    <a:pt x="17904" y="2076"/>
                    <a:pt x="18116" y="2076"/>
                  </a:cubicBezTo>
                  <a:cubicBezTo>
                    <a:pt x="18665" y="2076"/>
                    <a:pt x="18953" y="2177"/>
                    <a:pt x="19504" y="2177"/>
                  </a:cubicBezTo>
                  <a:lnTo>
                    <a:pt x="19504" y="2177"/>
                  </a:lnTo>
                  <a:cubicBezTo>
                    <a:pt x="19504" y="2244"/>
                    <a:pt x="19482" y="2305"/>
                    <a:pt x="19482" y="2371"/>
                  </a:cubicBezTo>
                  <a:cubicBezTo>
                    <a:pt x="19482" y="2676"/>
                    <a:pt x="19313" y="2838"/>
                    <a:pt x="19313" y="3142"/>
                  </a:cubicBezTo>
                  <a:cubicBezTo>
                    <a:pt x="19313" y="3856"/>
                    <a:pt x="19937" y="4113"/>
                    <a:pt x="20413" y="4685"/>
                  </a:cubicBezTo>
                  <a:cubicBezTo>
                    <a:pt x="20254" y="4847"/>
                    <a:pt x="20064" y="4876"/>
                    <a:pt x="19821" y="4876"/>
                  </a:cubicBezTo>
                  <a:lnTo>
                    <a:pt x="19821" y="5228"/>
                  </a:lnTo>
                  <a:cubicBezTo>
                    <a:pt x="19821" y="5732"/>
                    <a:pt x="20413" y="5896"/>
                    <a:pt x="20413" y="6400"/>
                  </a:cubicBezTo>
                  <a:cubicBezTo>
                    <a:pt x="20413" y="6486"/>
                    <a:pt x="20254" y="6457"/>
                    <a:pt x="20201" y="6514"/>
                  </a:cubicBezTo>
                  <a:cubicBezTo>
                    <a:pt x="20033" y="6695"/>
                    <a:pt x="19840" y="6743"/>
                    <a:pt x="19565" y="6781"/>
                  </a:cubicBezTo>
                  <a:cubicBezTo>
                    <a:pt x="19565" y="7019"/>
                    <a:pt x="19672" y="7237"/>
                    <a:pt x="19482" y="7390"/>
                  </a:cubicBezTo>
                  <a:cubicBezTo>
                    <a:pt x="19342" y="7506"/>
                    <a:pt x="19153" y="7439"/>
                    <a:pt x="18973" y="7506"/>
                  </a:cubicBezTo>
                  <a:cubicBezTo>
                    <a:pt x="18709" y="7609"/>
                    <a:pt x="18889" y="7933"/>
                    <a:pt x="18718" y="8152"/>
                  </a:cubicBezTo>
                  <a:cubicBezTo>
                    <a:pt x="18517" y="8419"/>
                    <a:pt x="18147" y="8315"/>
                    <a:pt x="17872" y="8533"/>
                  </a:cubicBezTo>
                  <a:cubicBezTo>
                    <a:pt x="17649" y="8705"/>
                    <a:pt x="17787" y="8962"/>
                    <a:pt x="17787" y="9238"/>
                  </a:cubicBezTo>
                  <a:cubicBezTo>
                    <a:pt x="17787" y="9410"/>
                    <a:pt x="17701" y="9505"/>
                    <a:pt x="17701" y="9676"/>
                  </a:cubicBezTo>
                  <a:cubicBezTo>
                    <a:pt x="17701" y="9991"/>
                    <a:pt x="17575" y="10210"/>
                    <a:pt x="17745" y="10476"/>
                  </a:cubicBezTo>
                  <a:cubicBezTo>
                    <a:pt x="17913" y="10733"/>
                    <a:pt x="18296" y="10695"/>
                    <a:pt x="18422" y="10972"/>
                  </a:cubicBezTo>
                  <a:cubicBezTo>
                    <a:pt x="18623" y="11390"/>
                    <a:pt x="18697" y="11696"/>
                    <a:pt x="19057" y="12000"/>
                  </a:cubicBezTo>
                  <a:cubicBezTo>
                    <a:pt x="19501" y="12372"/>
                    <a:pt x="19989" y="12381"/>
                    <a:pt x="20370" y="12799"/>
                  </a:cubicBezTo>
                  <a:cubicBezTo>
                    <a:pt x="20689" y="13143"/>
                    <a:pt x="20540" y="13486"/>
                    <a:pt x="20710" y="13904"/>
                  </a:cubicBezTo>
                  <a:cubicBezTo>
                    <a:pt x="20784" y="14095"/>
                    <a:pt x="21029" y="14104"/>
                    <a:pt x="21132" y="14285"/>
                  </a:cubicBezTo>
                  <a:cubicBezTo>
                    <a:pt x="21493" y="14867"/>
                    <a:pt x="21600" y="15286"/>
                    <a:pt x="21600" y="15952"/>
                  </a:cubicBezTo>
                  <a:lnTo>
                    <a:pt x="21600" y="16953"/>
                  </a:lnTo>
                  <a:cubicBezTo>
                    <a:pt x="21324" y="17133"/>
                    <a:pt x="20985" y="17239"/>
                    <a:pt x="20985" y="17552"/>
                  </a:cubicBezTo>
                  <a:lnTo>
                    <a:pt x="20985" y="18628"/>
                  </a:lnTo>
                  <a:cubicBezTo>
                    <a:pt x="20784" y="18924"/>
                    <a:pt x="20457" y="19037"/>
                    <a:pt x="20413" y="19390"/>
                  </a:cubicBezTo>
                  <a:cubicBezTo>
                    <a:pt x="20393" y="19609"/>
                    <a:pt x="20315" y="19869"/>
                    <a:pt x="20135" y="20013"/>
                  </a:cubicBezTo>
                  <a:cubicBezTo>
                    <a:pt x="20135" y="20013"/>
                    <a:pt x="20135" y="20013"/>
                    <a:pt x="20135" y="20013"/>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42" name="Shape 4939"/>
            <p:cNvSpPr/>
            <p:nvPr/>
          </p:nvSpPr>
          <p:spPr>
            <a:xfrm>
              <a:off x="1073693" y="3940566"/>
              <a:ext cx="92801" cy="107794"/>
            </a:xfrm>
            <a:custGeom>
              <a:avLst/>
              <a:gdLst/>
              <a:ahLst/>
              <a:cxnLst>
                <a:cxn ang="0">
                  <a:pos x="wd2" y="hd2"/>
                </a:cxn>
                <a:cxn ang="5400000">
                  <a:pos x="wd2" y="hd2"/>
                </a:cxn>
                <a:cxn ang="10800000">
                  <a:pos x="wd2" y="hd2"/>
                </a:cxn>
                <a:cxn ang="16200000">
                  <a:pos x="wd2" y="hd2"/>
                </a:cxn>
              </a:cxnLst>
              <a:rect l="0" t="0" r="r" b="b"/>
              <a:pathLst>
                <a:path w="21600" h="21600" extrusionOk="0">
                  <a:moveTo>
                    <a:pt x="0" y="9121"/>
                  </a:moveTo>
                  <a:cubicBezTo>
                    <a:pt x="3549" y="7501"/>
                    <a:pt x="4665" y="5099"/>
                    <a:pt x="7525" y="2643"/>
                  </a:cubicBezTo>
                  <a:cubicBezTo>
                    <a:pt x="8851" y="1495"/>
                    <a:pt x="9539" y="0"/>
                    <a:pt x="11493" y="0"/>
                  </a:cubicBezTo>
                  <a:cubicBezTo>
                    <a:pt x="15252" y="0"/>
                    <a:pt x="17641" y="615"/>
                    <a:pt x="21400" y="195"/>
                  </a:cubicBezTo>
                  <a:lnTo>
                    <a:pt x="21400" y="195"/>
                  </a:lnTo>
                  <a:cubicBezTo>
                    <a:pt x="21478" y="1096"/>
                    <a:pt x="21600" y="2508"/>
                    <a:pt x="21600" y="4408"/>
                  </a:cubicBezTo>
                  <a:cubicBezTo>
                    <a:pt x="21600" y="6269"/>
                    <a:pt x="21147" y="7358"/>
                    <a:pt x="20205" y="9002"/>
                  </a:cubicBezTo>
                  <a:cubicBezTo>
                    <a:pt x="19263" y="10625"/>
                    <a:pt x="19342" y="12238"/>
                    <a:pt x="17415" y="12966"/>
                  </a:cubicBezTo>
                  <a:cubicBezTo>
                    <a:pt x="18356" y="14970"/>
                    <a:pt x="18601" y="16503"/>
                    <a:pt x="19376" y="18598"/>
                  </a:cubicBezTo>
                  <a:cubicBezTo>
                    <a:pt x="19646" y="19414"/>
                    <a:pt x="20493" y="19709"/>
                    <a:pt x="20762" y="20526"/>
                  </a:cubicBezTo>
                  <a:cubicBezTo>
                    <a:pt x="20833" y="20721"/>
                    <a:pt x="20903" y="20909"/>
                    <a:pt x="20946" y="21097"/>
                  </a:cubicBezTo>
                  <a:lnTo>
                    <a:pt x="20946" y="21097"/>
                  </a:lnTo>
                  <a:cubicBezTo>
                    <a:pt x="18792" y="21217"/>
                    <a:pt x="16647" y="21600"/>
                    <a:pt x="14492" y="21600"/>
                  </a:cubicBezTo>
                  <a:cubicBezTo>
                    <a:pt x="11493" y="21600"/>
                    <a:pt x="9619" y="19685"/>
                    <a:pt x="8641" y="17283"/>
                  </a:cubicBezTo>
                  <a:cubicBezTo>
                    <a:pt x="7805" y="15240"/>
                    <a:pt x="8432" y="12966"/>
                    <a:pt x="6130" y="12004"/>
                  </a:cubicBezTo>
                  <a:cubicBezTo>
                    <a:pt x="3827" y="11036"/>
                    <a:pt x="2154" y="10323"/>
                    <a:pt x="0" y="9121"/>
                  </a:cubicBezTo>
                  <a:cubicBezTo>
                    <a:pt x="0" y="9121"/>
                    <a:pt x="0" y="9121"/>
                    <a:pt x="0" y="912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43" name="Shape 4940"/>
            <p:cNvSpPr/>
            <p:nvPr/>
          </p:nvSpPr>
          <p:spPr>
            <a:xfrm>
              <a:off x="1295073" y="4383326"/>
              <a:ext cx="395945" cy="270467"/>
            </a:xfrm>
            <a:custGeom>
              <a:avLst/>
              <a:gdLst/>
              <a:ahLst/>
              <a:cxnLst>
                <a:cxn ang="0">
                  <a:pos x="wd2" y="hd2"/>
                </a:cxn>
                <a:cxn ang="5400000">
                  <a:pos x="wd2" y="hd2"/>
                </a:cxn>
                <a:cxn ang="10800000">
                  <a:pos x="wd2" y="hd2"/>
                </a:cxn>
                <a:cxn ang="16200000">
                  <a:pos x="wd2" y="hd2"/>
                </a:cxn>
              </a:cxnLst>
              <a:rect l="0" t="0" r="r" b="b"/>
              <a:pathLst>
                <a:path w="21405" h="21600" extrusionOk="0">
                  <a:moveTo>
                    <a:pt x="0" y="6984"/>
                  </a:moveTo>
                  <a:lnTo>
                    <a:pt x="194" y="7031"/>
                  </a:lnTo>
                  <a:cubicBezTo>
                    <a:pt x="398" y="6936"/>
                    <a:pt x="502" y="6792"/>
                    <a:pt x="722" y="6792"/>
                  </a:cubicBezTo>
                  <a:lnTo>
                    <a:pt x="1037" y="6792"/>
                  </a:lnTo>
                  <a:lnTo>
                    <a:pt x="1037" y="8166"/>
                  </a:lnTo>
                  <a:cubicBezTo>
                    <a:pt x="1037" y="8824"/>
                    <a:pt x="1596" y="8872"/>
                    <a:pt x="2039" y="8944"/>
                  </a:cubicBezTo>
                  <a:cubicBezTo>
                    <a:pt x="2630" y="9043"/>
                    <a:pt x="2746" y="10141"/>
                    <a:pt x="3336" y="10141"/>
                  </a:cubicBezTo>
                  <a:cubicBezTo>
                    <a:pt x="3765" y="10141"/>
                    <a:pt x="4046" y="9878"/>
                    <a:pt x="4308" y="9374"/>
                  </a:cubicBezTo>
                  <a:cubicBezTo>
                    <a:pt x="4541" y="8919"/>
                    <a:pt x="4565" y="8229"/>
                    <a:pt x="4954" y="8229"/>
                  </a:cubicBezTo>
                  <a:cubicBezTo>
                    <a:pt x="5782" y="8229"/>
                    <a:pt x="6048" y="9246"/>
                    <a:pt x="6702" y="9994"/>
                  </a:cubicBezTo>
                  <a:cubicBezTo>
                    <a:pt x="7147" y="10499"/>
                    <a:pt x="7488" y="10595"/>
                    <a:pt x="7998" y="10907"/>
                  </a:cubicBezTo>
                  <a:cubicBezTo>
                    <a:pt x="8298" y="11083"/>
                    <a:pt x="8458" y="11337"/>
                    <a:pt x="8782" y="11337"/>
                  </a:cubicBezTo>
                  <a:lnTo>
                    <a:pt x="9610" y="11337"/>
                  </a:lnTo>
                  <a:cubicBezTo>
                    <a:pt x="9965" y="11337"/>
                    <a:pt x="10151" y="11146"/>
                    <a:pt x="10508" y="11146"/>
                  </a:cubicBezTo>
                  <a:cubicBezTo>
                    <a:pt x="10789" y="11146"/>
                    <a:pt x="10937" y="11337"/>
                    <a:pt x="11219" y="11337"/>
                  </a:cubicBezTo>
                  <a:cubicBezTo>
                    <a:pt x="11737" y="11337"/>
                    <a:pt x="11681" y="10293"/>
                    <a:pt x="11818" y="9566"/>
                  </a:cubicBezTo>
                  <a:cubicBezTo>
                    <a:pt x="11905" y="9076"/>
                    <a:pt x="11915" y="8584"/>
                    <a:pt x="12240" y="8417"/>
                  </a:cubicBezTo>
                  <a:cubicBezTo>
                    <a:pt x="12450" y="8309"/>
                    <a:pt x="12604" y="8297"/>
                    <a:pt x="12791" y="8129"/>
                  </a:cubicBezTo>
                  <a:cubicBezTo>
                    <a:pt x="13269" y="7702"/>
                    <a:pt x="13623" y="7678"/>
                    <a:pt x="14150" y="7367"/>
                  </a:cubicBezTo>
                  <a:cubicBezTo>
                    <a:pt x="14871" y="6936"/>
                    <a:pt x="15211" y="6433"/>
                    <a:pt x="15736" y="5596"/>
                  </a:cubicBezTo>
                  <a:cubicBezTo>
                    <a:pt x="16118" y="4985"/>
                    <a:pt x="16489" y="4857"/>
                    <a:pt x="16870" y="4210"/>
                  </a:cubicBezTo>
                  <a:cubicBezTo>
                    <a:pt x="16993" y="3992"/>
                    <a:pt x="16983" y="3753"/>
                    <a:pt x="17131" y="3588"/>
                  </a:cubicBezTo>
                  <a:cubicBezTo>
                    <a:pt x="17405" y="3265"/>
                    <a:pt x="17664" y="3349"/>
                    <a:pt x="18004" y="3204"/>
                  </a:cubicBezTo>
                  <a:cubicBezTo>
                    <a:pt x="18213" y="3121"/>
                    <a:pt x="18310" y="2941"/>
                    <a:pt x="18523" y="2822"/>
                  </a:cubicBezTo>
                  <a:cubicBezTo>
                    <a:pt x="19112" y="2475"/>
                    <a:pt x="19452" y="2128"/>
                    <a:pt x="19849" y="1386"/>
                  </a:cubicBezTo>
                  <a:cubicBezTo>
                    <a:pt x="19963" y="1170"/>
                    <a:pt x="20042" y="1026"/>
                    <a:pt x="20109" y="763"/>
                  </a:cubicBezTo>
                  <a:cubicBezTo>
                    <a:pt x="20173" y="515"/>
                    <a:pt x="20098" y="167"/>
                    <a:pt x="20268" y="96"/>
                  </a:cubicBezTo>
                  <a:cubicBezTo>
                    <a:pt x="20497" y="0"/>
                    <a:pt x="20649" y="0"/>
                    <a:pt x="20894" y="0"/>
                  </a:cubicBezTo>
                  <a:cubicBezTo>
                    <a:pt x="21095" y="0"/>
                    <a:pt x="21200" y="48"/>
                    <a:pt x="21405" y="48"/>
                  </a:cubicBezTo>
                  <a:lnTo>
                    <a:pt x="21405" y="704"/>
                  </a:lnTo>
                  <a:cubicBezTo>
                    <a:pt x="21405" y="1613"/>
                    <a:pt x="21267" y="2118"/>
                    <a:pt x="21046" y="2963"/>
                  </a:cubicBezTo>
                  <a:cubicBezTo>
                    <a:pt x="20925" y="3441"/>
                    <a:pt x="20593" y="3600"/>
                    <a:pt x="20593" y="4114"/>
                  </a:cubicBezTo>
                  <a:cubicBezTo>
                    <a:pt x="20593" y="4796"/>
                    <a:pt x="20917" y="5117"/>
                    <a:pt x="20917" y="5799"/>
                  </a:cubicBezTo>
                  <a:lnTo>
                    <a:pt x="20917" y="6969"/>
                  </a:lnTo>
                  <a:lnTo>
                    <a:pt x="20917" y="6969"/>
                  </a:lnTo>
                  <a:cubicBezTo>
                    <a:pt x="20109" y="7663"/>
                    <a:pt x="19833" y="8369"/>
                    <a:pt x="18942" y="8752"/>
                  </a:cubicBezTo>
                  <a:cubicBezTo>
                    <a:pt x="18555" y="8919"/>
                    <a:pt x="18198" y="8824"/>
                    <a:pt x="17907" y="9231"/>
                  </a:cubicBezTo>
                  <a:cubicBezTo>
                    <a:pt x="16916" y="10595"/>
                    <a:pt x="17097" y="12220"/>
                    <a:pt x="16870" y="14203"/>
                  </a:cubicBezTo>
                  <a:cubicBezTo>
                    <a:pt x="16629" y="16358"/>
                    <a:pt x="16594" y="17746"/>
                    <a:pt x="16029" y="19754"/>
                  </a:cubicBezTo>
                  <a:cubicBezTo>
                    <a:pt x="15835" y="20473"/>
                    <a:pt x="15604" y="20810"/>
                    <a:pt x="15571" y="21600"/>
                  </a:cubicBezTo>
                  <a:lnTo>
                    <a:pt x="15571" y="21600"/>
                  </a:lnTo>
                  <a:cubicBezTo>
                    <a:pt x="15136" y="20954"/>
                    <a:pt x="14557" y="20808"/>
                    <a:pt x="13957" y="20517"/>
                  </a:cubicBezTo>
                  <a:cubicBezTo>
                    <a:pt x="13098" y="20116"/>
                    <a:pt x="12661" y="19658"/>
                    <a:pt x="11755" y="19371"/>
                  </a:cubicBezTo>
                  <a:cubicBezTo>
                    <a:pt x="10848" y="19087"/>
                    <a:pt x="10392" y="18653"/>
                    <a:pt x="9552" y="18222"/>
                  </a:cubicBezTo>
                  <a:cubicBezTo>
                    <a:pt x="7720" y="17291"/>
                    <a:pt x="6574" y="17121"/>
                    <a:pt x="4824" y="15834"/>
                  </a:cubicBezTo>
                  <a:cubicBezTo>
                    <a:pt x="4065" y="15284"/>
                    <a:pt x="3611" y="14973"/>
                    <a:pt x="2817" y="14494"/>
                  </a:cubicBezTo>
                  <a:cubicBezTo>
                    <a:pt x="2169" y="14108"/>
                    <a:pt x="1377" y="14422"/>
                    <a:pt x="1134" y="13441"/>
                  </a:cubicBezTo>
                  <a:cubicBezTo>
                    <a:pt x="858" y="12315"/>
                    <a:pt x="970" y="11550"/>
                    <a:pt x="615" y="10472"/>
                  </a:cubicBezTo>
                  <a:cubicBezTo>
                    <a:pt x="-195" y="8085"/>
                    <a:pt x="502" y="9518"/>
                    <a:pt x="0" y="6984"/>
                  </a:cubicBezTo>
                  <a:cubicBezTo>
                    <a:pt x="0" y="6984"/>
                    <a:pt x="0" y="6984"/>
                    <a:pt x="0" y="698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44" name="Shape 4941"/>
            <p:cNvSpPr/>
            <p:nvPr/>
          </p:nvSpPr>
          <p:spPr>
            <a:xfrm>
              <a:off x="1261866" y="4316912"/>
              <a:ext cx="63766" cy="130581"/>
            </a:xfrm>
            <a:custGeom>
              <a:avLst/>
              <a:gdLst/>
              <a:ahLst/>
              <a:cxnLst>
                <a:cxn ang="0">
                  <a:pos x="wd2" y="hd2"/>
                </a:cxn>
                <a:cxn ang="5400000">
                  <a:pos x="wd2" y="hd2"/>
                </a:cxn>
                <a:cxn ang="10800000">
                  <a:pos x="wd2" y="hd2"/>
                </a:cxn>
                <a:cxn ang="16200000">
                  <a:pos x="wd2" y="hd2"/>
                </a:cxn>
              </a:cxnLst>
              <a:rect l="0" t="0" r="r" b="b"/>
              <a:pathLst>
                <a:path w="21600" h="21600" extrusionOk="0">
                  <a:moveTo>
                    <a:pt x="0" y="15855"/>
                  </a:moveTo>
                  <a:cubicBezTo>
                    <a:pt x="6498" y="16647"/>
                    <a:pt x="7512" y="19419"/>
                    <a:pt x="12475" y="21600"/>
                  </a:cubicBezTo>
                  <a:lnTo>
                    <a:pt x="12475" y="21600"/>
                  </a:lnTo>
                  <a:cubicBezTo>
                    <a:pt x="12563" y="21276"/>
                    <a:pt x="12717" y="20955"/>
                    <a:pt x="13057" y="20608"/>
                  </a:cubicBezTo>
                  <a:cubicBezTo>
                    <a:pt x="13795" y="19889"/>
                    <a:pt x="15458" y="19932"/>
                    <a:pt x="16510" y="19318"/>
                  </a:cubicBezTo>
                  <a:cubicBezTo>
                    <a:pt x="18960" y="17931"/>
                    <a:pt x="18757" y="16642"/>
                    <a:pt x="18757" y="14837"/>
                  </a:cubicBezTo>
                  <a:lnTo>
                    <a:pt x="18757" y="10821"/>
                  </a:lnTo>
                  <a:cubicBezTo>
                    <a:pt x="18757" y="8889"/>
                    <a:pt x="21600" y="8027"/>
                    <a:pt x="21600" y="6087"/>
                  </a:cubicBezTo>
                  <a:cubicBezTo>
                    <a:pt x="21600" y="4654"/>
                    <a:pt x="21131" y="3714"/>
                    <a:pt x="19366" y="2573"/>
                  </a:cubicBezTo>
                  <a:cubicBezTo>
                    <a:pt x="18605" y="2078"/>
                    <a:pt x="17539" y="1928"/>
                    <a:pt x="16930" y="1382"/>
                  </a:cubicBezTo>
                  <a:cubicBezTo>
                    <a:pt x="16258" y="789"/>
                    <a:pt x="15813" y="392"/>
                    <a:pt x="14696" y="0"/>
                  </a:cubicBezTo>
                  <a:cubicBezTo>
                    <a:pt x="13273" y="1414"/>
                    <a:pt x="13121" y="2325"/>
                    <a:pt x="11446" y="3664"/>
                  </a:cubicBezTo>
                  <a:cubicBezTo>
                    <a:pt x="8147" y="6267"/>
                    <a:pt x="4138" y="6886"/>
                    <a:pt x="685" y="9409"/>
                  </a:cubicBezTo>
                  <a:lnTo>
                    <a:pt x="685" y="15649"/>
                  </a:lnTo>
                  <a:cubicBezTo>
                    <a:pt x="417" y="15717"/>
                    <a:pt x="216" y="15785"/>
                    <a:pt x="0" y="15855"/>
                  </a:cubicBezTo>
                  <a:cubicBezTo>
                    <a:pt x="0" y="15855"/>
                    <a:pt x="0" y="15855"/>
                    <a:pt x="0" y="1585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45" name="Shape 4942"/>
            <p:cNvSpPr/>
            <p:nvPr/>
          </p:nvSpPr>
          <p:spPr>
            <a:xfrm>
              <a:off x="509174" y="4870362"/>
              <a:ext cx="884014" cy="597738"/>
            </a:xfrm>
            <a:custGeom>
              <a:avLst/>
              <a:gdLst/>
              <a:ahLst/>
              <a:cxnLst>
                <a:cxn ang="0">
                  <a:pos x="wd2" y="hd2"/>
                </a:cxn>
                <a:cxn ang="5400000">
                  <a:pos x="wd2" y="hd2"/>
                </a:cxn>
                <a:cxn ang="10800000">
                  <a:pos x="wd2" y="hd2"/>
                </a:cxn>
                <a:cxn ang="16200000">
                  <a:pos x="wd2" y="hd2"/>
                </a:cxn>
              </a:cxnLst>
              <a:rect l="0" t="0" r="r" b="b"/>
              <a:pathLst>
                <a:path w="21600" h="21600" extrusionOk="0">
                  <a:moveTo>
                    <a:pt x="511" y="1912"/>
                  </a:moveTo>
                  <a:cubicBezTo>
                    <a:pt x="709" y="2203"/>
                    <a:pt x="944" y="2250"/>
                    <a:pt x="1228" y="2250"/>
                  </a:cubicBezTo>
                  <a:cubicBezTo>
                    <a:pt x="1448" y="2250"/>
                    <a:pt x="1426" y="1797"/>
                    <a:pt x="1608" y="1645"/>
                  </a:cubicBezTo>
                  <a:cubicBezTo>
                    <a:pt x="1939" y="1364"/>
                    <a:pt x="2275" y="1568"/>
                    <a:pt x="2575" y="1212"/>
                  </a:cubicBezTo>
                  <a:cubicBezTo>
                    <a:pt x="2691" y="1385"/>
                    <a:pt x="2751" y="1514"/>
                    <a:pt x="2868" y="1688"/>
                  </a:cubicBezTo>
                  <a:lnTo>
                    <a:pt x="3739" y="1688"/>
                  </a:lnTo>
                  <a:cubicBezTo>
                    <a:pt x="3988" y="1688"/>
                    <a:pt x="4090" y="1947"/>
                    <a:pt x="4331" y="2034"/>
                  </a:cubicBezTo>
                  <a:cubicBezTo>
                    <a:pt x="4946" y="2262"/>
                    <a:pt x="5311" y="2304"/>
                    <a:pt x="5941" y="2338"/>
                  </a:cubicBezTo>
                  <a:cubicBezTo>
                    <a:pt x="6168" y="2348"/>
                    <a:pt x="6359" y="2185"/>
                    <a:pt x="6526" y="2380"/>
                  </a:cubicBezTo>
                  <a:cubicBezTo>
                    <a:pt x="6680" y="2564"/>
                    <a:pt x="6630" y="2868"/>
                    <a:pt x="6732" y="3117"/>
                  </a:cubicBezTo>
                  <a:cubicBezTo>
                    <a:pt x="6988" y="3723"/>
                    <a:pt x="7096" y="4144"/>
                    <a:pt x="7463" y="4630"/>
                  </a:cubicBezTo>
                  <a:cubicBezTo>
                    <a:pt x="7777" y="4630"/>
                    <a:pt x="7953" y="4566"/>
                    <a:pt x="8254" y="4457"/>
                  </a:cubicBezTo>
                  <a:cubicBezTo>
                    <a:pt x="8553" y="4350"/>
                    <a:pt x="8838" y="4339"/>
                    <a:pt x="8984" y="3939"/>
                  </a:cubicBezTo>
                  <a:cubicBezTo>
                    <a:pt x="9153" y="3485"/>
                    <a:pt x="9103" y="3073"/>
                    <a:pt x="9336" y="2684"/>
                  </a:cubicBezTo>
                  <a:cubicBezTo>
                    <a:pt x="9922" y="1721"/>
                    <a:pt x="10375" y="1320"/>
                    <a:pt x="11180" y="779"/>
                  </a:cubicBezTo>
                  <a:cubicBezTo>
                    <a:pt x="11634" y="477"/>
                    <a:pt x="11861" y="43"/>
                    <a:pt x="12359" y="43"/>
                  </a:cubicBezTo>
                  <a:cubicBezTo>
                    <a:pt x="13324" y="43"/>
                    <a:pt x="13865" y="0"/>
                    <a:pt x="14832" y="0"/>
                  </a:cubicBezTo>
                  <a:cubicBezTo>
                    <a:pt x="15548" y="0"/>
                    <a:pt x="15943" y="260"/>
                    <a:pt x="16661" y="260"/>
                  </a:cubicBezTo>
                  <a:lnTo>
                    <a:pt x="17466" y="260"/>
                  </a:lnTo>
                  <a:cubicBezTo>
                    <a:pt x="18058" y="260"/>
                    <a:pt x="18372" y="542"/>
                    <a:pt x="18966" y="605"/>
                  </a:cubicBezTo>
                  <a:lnTo>
                    <a:pt x="18966" y="605"/>
                  </a:lnTo>
                  <a:lnTo>
                    <a:pt x="20227" y="8729"/>
                  </a:lnTo>
                  <a:lnTo>
                    <a:pt x="20227" y="8729"/>
                  </a:lnTo>
                  <a:cubicBezTo>
                    <a:pt x="20154" y="8710"/>
                    <a:pt x="20083" y="8677"/>
                    <a:pt x="20005" y="8614"/>
                  </a:cubicBezTo>
                  <a:cubicBezTo>
                    <a:pt x="19847" y="8489"/>
                    <a:pt x="19753" y="8375"/>
                    <a:pt x="19573" y="8375"/>
                  </a:cubicBezTo>
                  <a:cubicBezTo>
                    <a:pt x="19262" y="8375"/>
                    <a:pt x="19104" y="8603"/>
                    <a:pt x="18820" y="8787"/>
                  </a:cubicBezTo>
                  <a:cubicBezTo>
                    <a:pt x="18621" y="8917"/>
                    <a:pt x="18512" y="9031"/>
                    <a:pt x="18380" y="9284"/>
                  </a:cubicBezTo>
                  <a:cubicBezTo>
                    <a:pt x="18282" y="9474"/>
                    <a:pt x="18190" y="9599"/>
                    <a:pt x="18190" y="9836"/>
                  </a:cubicBezTo>
                  <a:cubicBezTo>
                    <a:pt x="18190" y="10167"/>
                    <a:pt x="18278" y="10345"/>
                    <a:pt x="18278" y="10676"/>
                  </a:cubicBezTo>
                  <a:cubicBezTo>
                    <a:pt x="18278" y="10739"/>
                    <a:pt x="18267" y="10778"/>
                    <a:pt x="18263" y="10844"/>
                  </a:cubicBezTo>
                  <a:cubicBezTo>
                    <a:pt x="17989" y="10844"/>
                    <a:pt x="17849" y="11048"/>
                    <a:pt x="17576" y="11080"/>
                  </a:cubicBezTo>
                  <a:lnTo>
                    <a:pt x="16142" y="11449"/>
                  </a:lnTo>
                  <a:lnTo>
                    <a:pt x="15765" y="11449"/>
                  </a:lnTo>
                  <a:cubicBezTo>
                    <a:pt x="15603" y="11449"/>
                    <a:pt x="15512" y="11385"/>
                    <a:pt x="15351" y="11385"/>
                  </a:cubicBezTo>
                  <a:cubicBezTo>
                    <a:pt x="15165" y="11385"/>
                    <a:pt x="15044" y="11438"/>
                    <a:pt x="14897" y="11600"/>
                  </a:cubicBezTo>
                  <a:cubicBezTo>
                    <a:pt x="14773" y="11736"/>
                    <a:pt x="14710" y="11926"/>
                    <a:pt x="14553" y="11926"/>
                  </a:cubicBezTo>
                  <a:cubicBezTo>
                    <a:pt x="14440" y="11926"/>
                    <a:pt x="14379" y="11860"/>
                    <a:pt x="14268" y="11817"/>
                  </a:cubicBezTo>
                  <a:cubicBezTo>
                    <a:pt x="14024" y="11719"/>
                    <a:pt x="13865" y="11746"/>
                    <a:pt x="13638" y="11579"/>
                  </a:cubicBezTo>
                  <a:cubicBezTo>
                    <a:pt x="13489" y="11470"/>
                    <a:pt x="13405" y="11362"/>
                    <a:pt x="13236" y="11362"/>
                  </a:cubicBezTo>
                  <a:cubicBezTo>
                    <a:pt x="13031" y="11362"/>
                    <a:pt x="12914" y="11492"/>
                    <a:pt x="12760" y="11687"/>
                  </a:cubicBezTo>
                  <a:cubicBezTo>
                    <a:pt x="12687" y="11779"/>
                    <a:pt x="12661" y="11909"/>
                    <a:pt x="12571" y="11947"/>
                  </a:cubicBezTo>
                  <a:cubicBezTo>
                    <a:pt x="12399" y="12023"/>
                    <a:pt x="12284" y="11969"/>
                    <a:pt x="12117" y="12055"/>
                  </a:cubicBezTo>
                  <a:cubicBezTo>
                    <a:pt x="11946" y="12142"/>
                    <a:pt x="11864" y="12277"/>
                    <a:pt x="11707" y="12401"/>
                  </a:cubicBezTo>
                  <a:cubicBezTo>
                    <a:pt x="11349" y="12693"/>
                    <a:pt x="11180" y="13094"/>
                    <a:pt x="10769" y="13094"/>
                  </a:cubicBezTo>
                  <a:cubicBezTo>
                    <a:pt x="10642" y="13094"/>
                    <a:pt x="10573" y="13030"/>
                    <a:pt x="10445" y="13030"/>
                  </a:cubicBezTo>
                  <a:lnTo>
                    <a:pt x="10112" y="13030"/>
                  </a:lnTo>
                  <a:cubicBezTo>
                    <a:pt x="9859" y="13007"/>
                    <a:pt x="9713" y="12965"/>
                    <a:pt x="9460" y="12965"/>
                  </a:cubicBezTo>
                  <a:cubicBezTo>
                    <a:pt x="8919" y="12965"/>
                    <a:pt x="8623" y="13159"/>
                    <a:pt x="8092" y="13355"/>
                  </a:cubicBezTo>
                  <a:cubicBezTo>
                    <a:pt x="7880" y="13429"/>
                    <a:pt x="7777" y="13570"/>
                    <a:pt x="7562" y="13570"/>
                  </a:cubicBezTo>
                  <a:lnTo>
                    <a:pt x="7291" y="13570"/>
                  </a:lnTo>
                  <a:cubicBezTo>
                    <a:pt x="7159" y="13570"/>
                    <a:pt x="7072" y="13520"/>
                    <a:pt x="6966" y="13419"/>
                  </a:cubicBezTo>
                  <a:cubicBezTo>
                    <a:pt x="6896" y="13348"/>
                    <a:pt x="6870" y="13247"/>
                    <a:pt x="6786" y="13247"/>
                  </a:cubicBezTo>
                  <a:lnTo>
                    <a:pt x="6282" y="13247"/>
                  </a:lnTo>
                  <a:cubicBezTo>
                    <a:pt x="6120" y="13247"/>
                    <a:pt x="6025" y="13213"/>
                    <a:pt x="5867" y="13159"/>
                  </a:cubicBezTo>
                  <a:cubicBezTo>
                    <a:pt x="5718" y="13106"/>
                    <a:pt x="5656" y="12942"/>
                    <a:pt x="5502" y="12942"/>
                  </a:cubicBezTo>
                  <a:cubicBezTo>
                    <a:pt x="5231" y="12942"/>
                    <a:pt x="5107" y="13202"/>
                    <a:pt x="4872" y="13398"/>
                  </a:cubicBezTo>
                  <a:cubicBezTo>
                    <a:pt x="4712" y="13527"/>
                    <a:pt x="4605" y="13592"/>
                    <a:pt x="4433" y="13700"/>
                  </a:cubicBezTo>
                  <a:cubicBezTo>
                    <a:pt x="4181" y="13861"/>
                    <a:pt x="4057" y="14112"/>
                    <a:pt x="3782" y="14112"/>
                  </a:cubicBezTo>
                  <a:cubicBezTo>
                    <a:pt x="3530" y="14112"/>
                    <a:pt x="3393" y="13937"/>
                    <a:pt x="3142" y="13937"/>
                  </a:cubicBezTo>
                  <a:lnTo>
                    <a:pt x="2535" y="13937"/>
                  </a:lnTo>
                  <a:cubicBezTo>
                    <a:pt x="2122" y="13937"/>
                    <a:pt x="1950" y="13527"/>
                    <a:pt x="1595" y="13202"/>
                  </a:cubicBezTo>
                  <a:cubicBezTo>
                    <a:pt x="1381" y="13007"/>
                    <a:pt x="1188" y="13115"/>
                    <a:pt x="979" y="12922"/>
                  </a:cubicBezTo>
                  <a:cubicBezTo>
                    <a:pt x="826" y="12781"/>
                    <a:pt x="800" y="12591"/>
                    <a:pt x="716" y="12337"/>
                  </a:cubicBezTo>
                  <a:cubicBezTo>
                    <a:pt x="551" y="11752"/>
                    <a:pt x="439" y="11394"/>
                    <a:pt x="439" y="10757"/>
                  </a:cubicBezTo>
                  <a:cubicBezTo>
                    <a:pt x="439" y="10486"/>
                    <a:pt x="482" y="10341"/>
                    <a:pt x="482" y="10069"/>
                  </a:cubicBezTo>
                  <a:lnTo>
                    <a:pt x="482" y="9496"/>
                  </a:lnTo>
                  <a:cubicBezTo>
                    <a:pt x="482" y="9194"/>
                    <a:pt x="263" y="9096"/>
                    <a:pt x="263" y="8792"/>
                  </a:cubicBezTo>
                  <a:lnTo>
                    <a:pt x="263" y="7120"/>
                  </a:lnTo>
                  <a:lnTo>
                    <a:pt x="226" y="6277"/>
                  </a:lnTo>
                  <a:lnTo>
                    <a:pt x="226" y="5513"/>
                  </a:lnTo>
                  <a:cubicBezTo>
                    <a:pt x="226" y="5313"/>
                    <a:pt x="0" y="5329"/>
                    <a:pt x="0" y="5130"/>
                  </a:cubicBezTo>
                  <a:cubicBezTo>
                    <a:pt x="0" y="4982"/>
                    <a:pt x="128" y="4999"/>
                    <a:pt x="190" y="4892"/>
                  </a:cubicBezTo>
                  <a:cubicBezTo>
                    <a:pt x="296" y="4706"/>
                    <a:pt x="241" y="4496"/>
                    <a:pt x="321" y="4285"/>
                  </a:cubicBezTo>
                  <a:cubicBezTo>
                    <a:pt x="493" y="3846"/>
                    <a:pt x="569" y="3538"/>
                    <a:pt x="569" y="3030"/>
                  </a:cubicBezTo>
                  <a:cubicBezTo>
                    <a:pt x="569" y="2786"/>
                    <a:pt x="511" y="2651"/>
                    <a:pt x="511" y="2407"/>
                  </a:cubicBezTo>
                  <a:lnTo>
                    <a:pt x="511" y="1912"/>
                  </a:lnTo>
                  <a:cubicBezTo>
                    <a:pt x="511" y="1912"/>
                    <a:pt x="511" y="1912"/>
                    <a:pt x="511" y="1912"/>
                  </a:cubicBezTo>
                  <a:close/>
                  <a:moveTo>
                    <a:pt x="20137" y="20193"/>
                  </a:moveTo>
                  <a:cubicBezTo>
                    <a:pt x="20019" y="20193"/>
                    <a:pt x="19957" y="20323"/>
                    <a:pt x="19903" y="20475"/>
                  </a:cubicBezTo>
                  <a:cubicBezTo>
                    <a:pt x="19859" y="20593"/>
                    <a:pt x="19756" y="20609"/>
                    <a:pt x="19756" y="20745"/>
                  </a:cubicBezTo>
                  <a:cubicBezTo>
                    <a:pt x="19756" y="20961"/>
                    <a:pt x="19953" y="20945"/>
                    <a:pt x="20034" y="21125"/>
                  </a:cubicBezTo>
                  <a:cubicBezTo>
                    <a:pt x="20092" y="21259"/>
                    <a:pt x="20118" y="21356"/>
                    <a:pt x="20196" y="21470"/>
                  </a:cubicBezTo>
                  <a:lnTo>
                    <a:pt x="20572" y="21470"/>
                  </a:lnTo>
                  <a:cubicBezTo>
                    <a:pt x="20689" y="21470"/>
                    <a:pt x="20743" y="21600"/>
                    <a:pt x="20861" y="21600"/>
                  </a:cubicBezTo>
                  <a:cubicBezTo>
                    <a:pt x="21052" y="21600"/>
                    <a:pt x="21147" y="21450"/>
                    <a:pt x="21321" y="21341"/>
                  </a:cubicBezTo>
                  <a:cubicBezTo>
                    <a:pt x="21435" y="21275"/>
                    <a:pt x="21600" y="21286"/>
                    <a:pt x="21600" y="21102"/>
                  </a:cubicBezTo>
                  <a:cubicBezTo>
                    <a:pt x="21600" y="20955"/>
                    <a:pt x="21502" y="20918"/>
                    <a:pt x="21410" y="20864"/>
                  </a:cubicBezTo>
                  <a:cubicBezTo>
                    <a:pt x="21329" y="20816"/>
                    <a:pt x="21315" y="20681"/>
                    <a:pt x="21234" y="20648"/>
                  </a:cubicBezTo>
                  <a:cubicBezTo>
                    <a:pt x="21106" y="20593"/>
                    <a:pt x="21014" y="20638"/>
                    <a:pt x="20883" y="20604"/>
                  </a:cubicBezTo>
                  <a:cubicBezTo>
                    <a:pt x="20575" y="20524"/>
                    <a:pt x="20447" y="20193"/>
                    <a:pt x="20137" y="20193"/>
                  </a:cubicBezTo>
                  <a:cubicBezTo>
                    <a:pt x="20137" y="20193"/>
                    <a:pt x="20137" y="20193"/>
                    <a:pt x="20137" y="20193"/>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46" name="Shape 4943"/>
            <p:cNvSpPr/>
            <p:nvPr/>
          </p:nvSpPr>
          <p:spPr>
            <a:xfrm>
              <a:off x="1284004" y="4471878"/>
              <a:ext cx="613926" cy="638116"/>
            </a:xfrm>
            <a:custGeom>
              <a:avLst/>
              <a:gdLst/>
              <a:ahLst/>
              <a:cxnLst>
                <a:cxn ang="0">
                  <a:pos x="wd2" y="hd2"/>
                </a:cxn>
                <a:cxn ang="5400000">
                  <a:pos x="wd2" y="hd2"/>
                </a:cxn>
                <a:cxn ang="10800000">
                  <a:pos x="wd2" y="hd2"/>
                </a:cxn>
                <a:cxn ang="16200000">
                  <a:pos x="wd2" y="hd2"/>
                </a:cxn>
              </a:cxnLst>
              <a:rect l="0" t="0" r="r" b="b"/>
              <a:pathLst>
                <a:path w="21600" h="21594" extrusionOk="0">
                  <a:moveTo>
                    <a:pt x="14012" y="0"/>
                  </a:moveTo>
                  <a:lnTo>
                    <a:pt x="14012" y="123"/>
                  </a:lnTo>
                  <a:cubicBezTo>
                    <a:pt x="14012" y="507"/>
                    <a:pt x="14002" y="755"/>
                    <a:pt x="13824" y="1100"/>
                  </a:cubicBezTo>
                  <a:cubicBezTo>
                    <a:pt x="13918" y="1668"/>
                    <a:pt x="14186" y="1941"/>
                    <a:pt x="14498" y="2418"/>
                  </a:cubicBezTo>
                  <a:cubicBezTo>
                    <a:pt x="14872" y="2986"/>
                    <a:pt x="15136" y="3320"/>
                    <a:pt x="15720" y="3696"/>
                  </a:cubicBezTo>
                  <a:cubicBezTo>
                    <a:pt x="15924" y="3826"/>
                    <a:pt x="15994" y="3978"/>
                    <a:pt x="16205" y="4100"/>
                  </a:cubicBezTo>
                  <a:cubicBezTo>
                    <a:pt x="16694" y="4379"/>
                    <a:pt x="16978" y="4516"/>
                    <a:pt x="17427" y="4849"/>
                  </a:cubicBezTo>
                  <a:cubicBezTo>
                    <a:pt x="18258" y="5468"/>
                    <a:pt x="18903" y="5549"/>
                    <a:pt x="19723" y="6168"/>
                  </a:cubicBezTo>
                  <a:cubicBezTo>
                    <a:pt x="20118" y="6461"/>
                    <a:pt x="20067" y="6856"/>
                    <a:pt x="20377" y="7242"/>
                  </a:cubicBezTo>
                  <a:cubicBezTo>
                    <a:pt x="20572" y="7484"/>
                    <a:pt x="20642" y="7667"/>
                    <a:pt x="20756" y="7952"/>
                  </a:cubicBezTo>
                  <a:cubicBezTo>
                    <a:pt x="20852" y="8189"/>
                    <a:pt x="20914" y="8468"/>
                    <a:pt x="21182" y="8468"/>
                  </a:cubicBezTo>
                  <a:lnTo>
                    <a:pt x="21578" y="8468"/>
                  </a:lnTo>
                  <a:cubicBezTo>
                    <a:pt x="21588" y="8549"/>
                    <a:pt x="21600" y="8595"/>
                    <a:pt x="21600" y="8674"/>
                  </a:cubicBezTo>
                  <a:cubicBezTo>
                    <a:pt x="21600" y="9329"/>
                    <a:pt x="21282" y="9663"/>
                    <a:pt x="20924" y="10221"/>
                  </a:cubicBezTo>
                  <a:cubicBezTo>
                    <a:pt x="20656" y="10642"/>
                    <a:pt x="20591" y="10996"/>
                    <a:pt x="20145" y="11254"/>
                  </a:cubicBezTo>
                  <a:cubicBezTo>
                    <a:pt x="19581" y="11579"/>
                    <a:pt x="19244" y="11750"/>
                    <a:pt x="18755" y="12167"/>
                  </a:cubicBezTo>
                  <a:cubicBezTo>
                    <a:pt x="18490" y="12389"/>
                    <a:pt x="18316" y="12487"/>
                    <a:pt x="18038" y="12693"/>
                  </a:cubicBezTo>
                  <a:cubicBezTo>
                    <a:pt x="17764" y="12896"/>
                    <a:pt x="17490" y="13028"/>
                    <a:pt x="17490" y="13362"/>
                  </a:cubicBezTo>
                  <a:cubicBezTo>
                    <a:pt x="17380" y="13581"/>
                    <a:pt x="17291" y="13788"/>
                    <a:pt x="17089" y="13930"/>
                  </a:cubicBezTo>
                  <a:cubicBezTo>
                    <a:pt x="17010" y="13854"/>
                    <a:pt x="16973" y="13779"/>
                    <a:pt x="16878" y="13727"/>
                  </a:cubicBezTo>
                  <a:cubicBezTo>
                    <a:pt x="16790" y="13677"/>
                    <a:pt x="16678" y="13708"/>
                    <a:pt x="16626" y="13625"/>
                  </a:cubicBezTo>
                  <a:cubicBezTo>
                    <a:pt x="16510" y="13444"/>
                    <a:pt x="16748" y="13079"/>
                    <a:pt x="16521" y="13079"/>
                  </a:cubicBezTo>
                  <a:cubicBezTo>
                    <a:pt x="16338" y="13079"/>
                    <a:pt x="16252" y="13231"/>
                    <a:pt x="16162" y="13382"/>
                  </a:cubicBezTo>
                  <a:cubicBezTo>
                    <a:pt x="16020" y="13621"/>
                    <a:pt x="15862" y="13701"/>
                    <a:pt x="15698" y="13930"/>
                  </a:cubicBezTo>
                  <a:cubicBezTo>
                    <a:pt x="15505" y="14203"/>
                    <a:pt x="15456" y="14406"/>
                    <a:pt x="15213" y="14640"/>
                  </a:cubicBezTo>
                  <a:cubicBezTo>
                    <a:pt x="15067" y="14782"/>
                    <a:pt x="14814" y="14766"/>
                    <a:pt x="14814" y="14963"/>
                  </a:cubicBezTo>
                  <a:cubicBezTo>
                    <a:pt x="14814" y="15313"/>
                    <a:pt x="14935" y="15511"/>
                    <a:pt x="14983" y="15856"/>
                  </a:cubicBezTo>
                  <a:cubicBezTo>
                    <a:pt x="15041" y="16266"/>
                    <a:pt x="15046" y="16515"/>
                    <a:pt x="15172" y="16909"/>
                  </a:cubicBezTo>
                  <a:cubicBezTo>
                    <a:pt x="15245" y="17137"/>
                    <a:pt x="15408" y="17239"/>
                    <a:pt x="15424" y="17477"/>
                  </a:cubicBezTo>
                  <a:cubicBezTo>
                    <a:pt x="14798" y="17623"/>
                    <a:pt x="14424" y="17638"/>
                    <a:pt x="13780" y="17660"/>
                  </a:cubicBezTo>
                  <a:cubicBezTo>
                    <a:pt x="13345" y="17675"/>
                    <a:pt x="12975" y="17462"/>
                    <a:pt x="12665" y="17761"/>
                  </a:cubicBezTo>
                  <a:cubicBezTo>
                    <a:pt x="12516" y="17903"/>
                    <a:pt x="12495" y="18044"/>
                    <a:pt x="12349" y="18186"/>
                  </a:cubicBezTo>
                  <a:cubicBezTo>
                    <a:pt x="12006" y="18515"/>
                    <a:pt x="11795" y="18689"/>
                    <a:pt x="11526" y="19078"/>
                  </a:cubicBezTo>
                  <a:cubicBezTo>
                    <a:pt x="11221" y="19519"/>
                    <a:pt x="11031" y="19990"/>
                    <a:pt x="10482" y="19990"/>
                  </a:cubicBezTo>
                  <a:cubicBezTo>
                    <a:pt x="10155" y="19990"/>
                    <a:pt x="9999" y="19767"/>
                    <a:pt x="9672" y="19767"/>
                  </a:cubicBezTo>
                  <a:cubicBezTo>
                    <a:pt x="9318" y="19767"/>
                    <a:pt x="9107" y="19807"/>
                    <a:pt x="8766" y="19888"/>
                  </a:cubicBezTo>
                  <a:cubicBezTo>
                    <a:pt x="8460" y="19966"/>
                    <a:pt x="8166" y="20020"/>
                    <a:pt x="8091" y="20315"/>
                  </a:cubicBezTo>
                  <a:cubicBezTo>
                    <a:pt x="8045" y="20497"/>
                    <a:pt x="8170" y="20644"/>
                    <a:pt x="8070" y="20800"/>
                  </a:cubicBezTo>
                  <a:cubicBezTo>
                    <a:pt x="7866" y="21116"/>
                    <a:pt x="7481" y="20947"/>
                    <a:pt x="7143" y="21124"/>
                  </a:cubicBezTo>
                  <a:cubicBezTo>
                    <a:pt x="6952" y="21226"/>
                    <a:pt x="6874" y="21409"/>
                    <a:pt x="6654" y="21409"/>
                  </a:cubicBezTo>
                  <a:lnTo>
                    <a:pt x="6199" y="21409"/>
                  </a:lnTo>
                  <a:cubicBezTo>
                    <a:pt x="6006" y="21409"/>
                    <a:pt x="6031" y="21150"/>
                    <a:pt x="5858" y="21064"/>
                  </a:cubicBezTo>
                  <a:cubicBezTo>
                    <a:pt x="5563" y="20917"/>
                    <a:pt x="5347" y="20962"/>
                    <a:pt x="5014" y="20962"/>
                  </a:cubicBezTo>
                  <a:cubicBezTo>
                    <a:pt x="4461" y="20962"/>
                    <a:pt x="4105" y="20943"/>
                    <a:pt x="3601" y="21165"/>
                  </a:cubicBezTo>
                  <a:cubicBezTo>
                    <a:pt x="3123" y="21378"/>
                    <a:pt x="2850" y="21592"/>
                    <a:pt x="2316" y="21592"/>
                  </a:cubicBezTo>
                  <a:cubicBezTo>
                    <a:pt x="2126" y="21592"/>
                    <a:pt x="1969" y="21600"/>
                    <a:pt x="1815" y="21577"/>
                  </a:cubicBezTo>
                  <a:lnTo>
                    <a:pt x="1815" y="21577"/>
                  </a:lnTo>
                  <a:lnTo>
                    <a:pt x="0" y="13970"/>
                  </a:lnTo>
                  <a:lnTo>
                    <a:pt x="0" y="13970"/>
                  </a:lnTo>
                  <a:cubicBezTo>
                    <a:pt x="716" y="13748"/>
                    <a:pt x="1210" y="13899"/>
                    <a:pt x="1938" y="13727"/>
                  </a:cubicBezTo>
                  <a:cubicBezTo>
                    <a:pt x="2402" y="13617"/>
                    <a:pt x="2655" y="13483"/>
                    <a:pt x="3128" y="13483"/>
                  </a:cubicBezTo>
                  <a:lnTo>
                    <a:pt x="5173" y="13483"/>
                  </a:lnTo>
                  <a:cubicBezTo>
                    <a:pt x="6363" y="13483"/>
                    <a:pt x="7048" y="13382"/>
                    <a:pt x="8218" y="13160"/>
                  </a:cubicBezTo>
                  <a:cubicBezTo>
                    <a:pt x="8935" y="13028"/>
                    <a:pt x="9651" y="13150"/>
                    <a:pt x="9944" y="12511"/>
                  </a:cubicBezTo>
                  <a:cubicBezTo>
                    <a:pt x="10072" y="12217"/>
                    <a:pt x="10325" y="12115"/>
                    <a:pt x="10451" y="11822"/>
                  </a:cubicBezTo>
                  <a:cubicBezTo>
                    <a:pt x="11136" y="10312"/>
                    <a:pt x="11927" y="9521"/>
                    <a:pt x="11927" y="7890"/>
                  </a:cubicBezTo>
                  <a:cubicBezTo>
                    <a:pt x="11927" y="7648"/>
                    <a:pt x="11779" y="7516"/>
                    <a:pt x="11588" y="7363"/>
                  </a:cubicBezTo>
                  <a:cubicBezTo>
                    <a:pt x="11105" y="6968"/>
                    <a:pt x="10892" y="6717"/>
                    <a:pt x="10534" y="6199"/>
                  </a:cubicBezTo>
                  <a:lnTo>
                    <a:pt x="10534" y="6199"/>
                  </a:lnTo>
                  <a:cubicBezTo>
                    <a:pt x="10555" y="5865"/>
                    <a:pt x="10705" y="5722"/>
                    <a:pt x="10832" y="5417"/>
                  </a:cubicBezTo>
                  <a:cubicBezTo>
                    <a:pt x="11199" y="4567"/>
                    <a:pt x="11222" y="3978"/>
                    <a:pt x="11379" y="3065"/>
                  </a:cubicBezTo>
                  <a:cubicBezTo>
                    <a:pt x="11526" y="2225"/>
                    <a:pt x="11409" y="1536"/>
                    <a:pt x="12054" y="958"/>
                  </a:cubicBezTo>
                  <a:cubicBezTo>
                    <a:pt x="12243" y="786"/>
                    <a:pt x="12475" y="826"/>
                    <a:pt x="12727" y="755"/>
                  </a:cubicBezTo>
                  <a:cubicBezTo>
                    <a:pt x="13307" y="593"/>
                    <a:pt x="13486" y="294"/>
                    <a:pt x="14012" y="0"/>
                  </a:cubicBezTo>
                  <a:cubicBezTo>
                    <a:pt x="14012" y="0"/>
                    <a:pt x="14012" y="0"/>
                    <a:pt x="14012" y="0"/>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47" name="Shape 4944"/>
            <p:cNvSpPr/>
            <p:nvPr/>
          </p:nvSpPr>
          <p:spPr>
            <a:xfrm>
              <a:off x="1051555" y="2767251"/>
              <a:ext cx="324607" cy="306832"/>
            </a:xfrm>
            <a:custGeom>
              <a:avLst/>
              <a:gdLst/>
              <a:ahLst/>
              <a:cxnLst>
                <a:cxn ang="0">
                  <a:pos x="wd2" y="hd2"/>
                </a:cxn>
                <a:cxn ang="5400000">
                  <a:pos x="wd2" y="hd2"/>
                </a:cxn>
                <a:cxn ang="10800000">
                  <a:pos x="wd2" y="hd2"/>
                </a:cxn>
                <a:cxn ang="16200000">
                  <a:pos x="wd2" y="hd2"/>
                </a:cxn>
              </a:cxnLst>
              <a:rect l="0" t="0" r="r" b="b"/>
              <a:pathLst>
                <a:path w="21600" h="21549" extrusionOk="0">
                  <a:moveTo>
                    <a:pt x="15273" y="18710"/>
                  </a:moveTo>
                  <a:cubicBezTo>
                    <a:pt x="16228" y="18960"/>
                    <a:pt x="16679" y="19297"/>
                    <a:pt x="17454" y="19949"/>
                  </a:cubicBezTo>
                  <a:cubicBezTo>
                    <a:pt x="17995" y="20394"/>
                    <a:pt x="18551" y="20331"/>
                    <a:pt x="19132" y="20707"/>
                  </a:cubicBezTo>
                  <a:cubicBezTo>
                    <a:pt x="19531" y="20962"/>
                    <a:pt x="19606" y="21549"/>
                    <a:pt x="20087" y="21549"/>
                  </a:cubicBezTo>
                  <a:cubicBezTo>
                    <a:pt x="20446" y="21549"/>
                    <a:pt x="20486" y="21086"/>
                    <a:pt x="20802" y="20962"/>
                  </a:cubicBezTo>
                  <a:cubicBezTo>
                    <a:pt x="21122" y="20833"/>
                    <a:pt x="21361" y="20791"/>
                    <a:pt x="21600" y="20541"/>
                  </a:cubicBezTo>
                  <a:lnTo>
                    <a:pt x="21122" y="19194"/>
                  </a:lnTo>
                  <a:cubicBezTo>
                    <a:pt x="21184" y="18773"/>
                    <a:pt x="21244" y="18476"/>
                    <a:pt x="21521" y="18184"/>
                  </a:cubicBezTo>
                  <a:lnTo>
                    <a:pt x="21521" y="18184"/>
                  </a:lnTo>
                  <a:cubicBezTo>
                    <a:pt x="20506" y="17407"/>
                    <a:pt x="19449" y="16986"/>
                    <a:pt x="19449" y="15660"/>
                  </a:cubicBezTo>
                  <a:cubicBezTo>
                    <a:pt x="19449" y="14923"/>
                    <a:pt x="19847" y="14545"/>
                    <a:pt x="19847" y="13808"/>
                  </a:cubicBezTo>
                  <a:cubicBezTo>
                    <a:pt x="19847" y="12334"/>
                    <a:pt x="18491" y="11369"/>
                    <a:pt x="17100" y="11369"/>
                  </a:cubicBezTo>
                  <a:cubicBezTo>
                    <a:pt x="16061" y="11369"/>
                    <a:pt x="15505" y="11874"/>
                    <a:pt x="14465" y="11874"/>
                  </a:cubicBezTo>
                  <a:cubicBezTo>
                    <a:pt x="13271" y="11874"/>
                    <a:pt x="12892" y="10719"/>
                    <a:pt x="12116" y="9769"/>
                  </a:cubicBezTo>
                  <a:cubicBezTo>
                    <a:pt x="11516" y="9035"/>
                    <a:pt x="11020" y="8803"/>
                    <a:pt x="10244" y="8256"/>
                  </a:cubicBezTo>
                  <a:lnTo>
                    <a:pt x="10244" y="4343"/>
                  </a:lnTo>
                  <a:lnTo>
                    <a:pt x="5839" y="4343"/>
                  </a:lnTo>
                  <a:cubicBezTo>
                    <a:pt x="5163" y="4343"/>
                    <a:pt x="5221" y="3399"/>
                    <a:pt x="4782" y="2875"/>
                  </a:cubicBezTo>
                  <a:cubicBezTo>
                    <a:pt x="4523" y="2557"/>
                    <a:pt x="4124" y="2557"/>
                    <a:pt x="3824" y="2283"/>
                  </a:cubicBezTo>
                  <a:cubicBezTo>
                    <a:pt x="3368" y="1841"/>
                    <a:pt x="2989" y="1651"/>
                    <a:pt x="2551" y="1191"/>
                  </a:cubicBezTo>
                  <a:cubicBezTo>
                    <a:pt x="2069" y="686"/>
                    <a:pt x="1872" y="94"/>
                    <a:pt x="1197" y="12"/>
                  </a:cubicBezTo>
                  <a:cubicBezTo>
                    <a:pt x="696" y="-51"/>
                    <a:pt x="496" y="154"/>
                    <a:pt x="0" y="115"/>
                  </a:cubicBezTo>
                  <a:lnTo>
                    <a:pt x="0" y="115"/>
                  </a:lnTo>
                  <a:cubicBezTo>
                    <a:pt x="409" y="475"/>
                    <a:pt x="653" y="815"/>
                    <a:pt x="1115" y="1230"/>
                  </a:cubicBezTo>
                  <a:cubicBezTo>
                    <a:pt x="1743" y="1799"/>
                    <a:pt x="2191" y="2041"/>
                    <a:pt x="2630" y="2788"/>
                  </a:cubicBezTo>
                  <a:cubicBezTo>
                    <a:pt x="3308" y="3943"/>
                    <a:pt x="3266" y="4827"/>
                    <a:pt x="3266" y="6174"/>
                  </a:cubicBezTo>
                  <a:cubicBezTo>
                    <a:pt x="3266" y="7554"/>
                    <a:pt x="3279" y="8382"/>
                    <a:pt x="2867" y="9688"/>
                  </a:cubicBezTo>
                  <a:cubicBezTo>
                    <a:pt x="2591" y="10592"/>
                    <a:pt x="2009" y="11013"/>
                    <a:pt x="1197" y="11411"/>
                  </a:cubicBezTo>
                  <a:cubicBezTo>
                    <a:pt x="1142" y="11440"/>
                    <a:pt x="1087" y="11466"/>
                    <a:pt x="1035" y="11490"/>
                  </a:cubicBezTo>
                  <a:lnTo>
                    <a:pt x="1035" y="11490"/>
                  </a:lnTo>
                  <a:cubicBezTo>
                    <a:pt x="2229" y="12900"/>
                    <a:pt x="3448" y="13892"/>
                    <a:pt x="5261" y="13892"/>
                  </a:cubicBezTo>
                  <a:cubicBezTo>
                    <a:pt x="5577" y="13892"/>
                    <a:pt x="5739" y="13726"/>
                    <a:pt x="6058" y="13726"/>
                  </a:cubicBezTo>
                  <a:cubicBezTo>
                    <a:pt x="6856" y="13726"/>
                    <a:pt x="6953" y="14695"/>
                    <a:pt x="7332" y="15408"/>
                  </a:cubicBezTo>
                  <a:cubicBezTo>
                    <a:pt x="7831" y="16334"/>
                    <a:pt x="8048" y="17063"/>
                    <a:pt x="8863" y="17736"/>
                  </a:cubicBezTo>
                  <a:lnTo>
                    <a:pt x="8866" y="17736"/>
                  </a:lnTo>
                  <a:cubicBezTo>
                    <a:pt x="11257" y="18578"/>
                    <a:pt x="12780" y="18710"/>
                    <a:pt x="15273" y="18710"/>
                  </a:cubicBezTo>
                  <a:cubicBezTo>
                    <a:pt x="15273" y="18710"/>
                    <a:pt x="15273" y="18710"/>
                    <a:pt x="15273" y="1871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48" name="Shape 4945"/>
            <p:cNvSpPr/>
            <p:nvPr/>
          </p:nvSpPr>
          <p:spPr>
            <a:xfrm>
              <a:off x="1162245" y="3021838"/>
              <a:ext cx="173732" cy="225586"/>
            </a:xfrm>
            <a:custGeom>
              <a:avLst/>
              <a:gdLst/>
              <a:ahLst/>
              <a:cxnLst>
                <a:cxn ang="0">
                  <a:pos x="wd2" y="hd2"/>
                </a:cxn>
                <a:cxn ang="5400000">
                  <a:pos x="wd2" y="hd2"/>
                </a:cxn>
                <a:cxn ang="10800000">
                  <a:pos x="wd2" y="hd2"/>
                </a:cxn>
                <a:cxn ang="16200000">
                  <a:pos x="wd2" y="hd2"/>
                </a:cxn>
              </a:cxnLst>
              <a:rect l="0" t="0" r="r" b="b"/>
              <a:pathLst>
                <a:path w="21600" h="21600" extrusionOk="0">
                  <a:moveTo>
                    <a:pt x="3163" y="0"/>
                  </a:moveTo>
                  <a:cubicBezTo>
                    <a:pt x="7630" y="1148"/>
                    <a:pt x="10476" y="1327"/>
                    <a:pt x="15134" y="1327"/>
                  </a:cubicBezTo>
                  <a:lnTo>
                    <a:pt x="15134" y="1327"/>
                  </a:lnTo>
                  <a:cubicBezTo>
                    <a:pt x="15134" y="2242"/>
                    <a:pt x="14892" y="2931"/>
                    <a:pt x="14892" y="3849"/>
                  </a:cubicBezTo>
                  <a:cubicBezTo>
                    <a:pt x="14892" y="5514"/>
                    <a:pt x="15935" y="6400"/>
                    <a:pt x="15935" y="8064"/>
                  </a:cubicBezTo>
                  <a:cubicBezTo>
                    <a:pt x="17649" y="8064"/>
                    <a:pt x="19364" y="8926"/>
                    <a:pt x="19364" y="10246"/>
                  </a:cubicBezTo>
                  <a:cubicBezTo>
                    <a:pt x="19364" y="11247"/>
                    <a:pt x="18465" y="11763"/>
                    <a:pt x="18465" y="12768"/>
                  </a:cubicBezTo>
                  <a:cubicBezTo>
                    <a:pt x="18465" y="14346"/>
                    <a:pt x="21600" y="14403"/>
                    <a:pt x="21600" y="15978"/>
                  </a:cubicBezTo>
                  <a:cubicBezTo>
                    <a:pt x="21600" y="17471"/>
                    <a:pt x="20701" y="18274"/>
                    <a:pt x="20701" y="19763"/>
                  </a:cubicBezTo>
                  <a:cubicBezTo>
                    <a:pt x="20701" y="20025"/>
                    <a:pt x="21032" y="19867"/>
                    <a:pt x="21255" y="20039"/>
                  </a:cubicBezTo>
                  <a:lnTo>
                    <a:pt x="21255" y="20039"/>
                  </a:lnTo>
                  <a:cubicBezTo>
                    <a:pt x="19690" y="20843"/>
                    <a:pt x="18842" y="21600"/>
                    <a:pt x="16979" y="21600"/>
                  </a:cubicBezTo>
                  <a:cubicBezTo>
                    <a:pt x="12810" y="21600"/>
                    <a:pt x="9941" y="19566"/>
                    <a:pt x="8492" y="16552"/>
                  </a:cubicBezTo>
                  <a:cubicBezTo>
                    <a:pt x="7150" y="13801"/>
                    <a:pt x="6526" y="12118"/>
                    <a:pt x="3848" y="10052"/>
                  </a:cubicBezTo>
                  <a:lnTo>
                    <a:pt x="3848" y="10052"/>
                  </a:lnTo>
                  <a:cubicBezTo>
                    <a:pt x="3326" y="8822"/>
                    <a:pt x="3647" y="7950"/>
                    <a:pt x="2683" y="6917"/>
                  </a:cubicBezTo>
                  <a:cubicBezTo>
                    <a:pt x="1640" y="5801"/>
                    <a:pt x="0" y="5342"/>
                    <a:pt x="0" y="3935"/>
                  </a:cubicBezTo>
                  <a:cubicBezTo>
                    <a:pt x="0" y="2102"/>
                    <a:pt x="2343" y="1751"/>
                    <a:pt x="3158" y="0"/>
                  </a:cubicBezTo>
                  <a:cubicBezTo>
                    <a:pt x="3158" y="0"/>
                    <a:pt x="3163" y="0"/>
                    <a:pt x="3163" y="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49" name="Shape 4946"/>
            <p:cNvSpPr/>
            <p:nvPr/>
          </p:nvSpPr>
          <p:spPr>
            <a:xfrm>
              <a:off x="1284004" y="3021838"/>
              <a:ext cx="275532" cy="316851"/>
            </a:xfrm>
            <a:custGeom>
              <a:avLst/>
              <a:gdLst/>
              <a:ahLst/>
              <a:cxnLst>
                <a:cxn ang="0">
                  <a:pos x="wd2" y="hd2"/>
                </a:cxn>
                <a:cxn ang="5400000">
                  <a:pos x="wd2" y="hd2"/>
                </a:cxn>
                <a:cxn ang="10800000">
                  <a:pos x="wd2" y="hd2"/>
                </a:cxn>
                <a:cxn ang="16200000">
                  <a:pos x="wd2" y="hd2"/>
                </a:cxn>
              </a:cxnLst>
              <a:rect l="0" t="0" r="r" b="b"/>
              <a:pathLst>
                <a:path w="21600" h="21600" extrusionOk="0">
                  <a:moveTo>
                    <a:pt x="4012" y="13833"/>
                  </a:moveTo>
                  <a:cubicBezTo>
                    <a:pt x="4435" y="13833"/>
                    <a:pt x="4629" y="13882"/>
                    <a:pt x="5049" y="13882"/>
                  </a:cubicBezTo>
                  <a:cubicBezTo>
                    <a:pt x="6527" y="13882"/>
                    <a:pt x="7164" y="12740"/>
                    <a:pt x="8641" y="12740"/>
                  </a:cubicBezTo>
                  <a:cubicBezTo>
                    <a:pt x="9205" y="12740"/>
                    <a:pt x="9581" y="13230"/>
                    <a:pt x="9581" y="13718"/>
                  </a:cubicBezTo>
                  <a:cubicBezTo>
                    <a:pt x="9581" y="14249"/>
                    <a:pt x="9487" y="14638"/>
                    <a:pt x="9111" y="15026"/>
                  </a:cubicBezTo>
                  <a:cubicBezTo>
                    <a:pt x="8782" y="15353"/>
                    <a:pt x="8172" y="15391"/>
                    <a:pt x="8172" y="15843"/>
                  </a:cubicBezTo>
                  <a:cubicBezTo>
                    <a:pt x="8172" y="16313"/>
                    <a:pt x="8547" y="16515"/>
                    <a:pt x="8547" y="16985"/>
                  </a:cubicBezTo>
                  <a:cubicBezTo>
                    <a:pt x="8547" y="17475"/>
                    <a:pt x="7892" y="17639"/>
                    <a:pt x="7892" y="18129"/>
                  </a:cubicBezTo>
                  <a:cubicBezTo>
                    <a:pt x="7892" y="19005"/>
                    <a:pt x="9373" y="18885"/>
                    <a:pt x="9766" y="19679"/>
                  </a:cubicBezTo>
                  <a:cubicBezTo>
                    <a:pt x="10001" y="20129"/>
                    <a:pt x="9487" y="20558"/>
                    <a:pt x="9766" y="20987"/>
                  </a:cubicBezTo>
                  <a:cubicBezTo>
                    <a:pt x="10071" y="21457"/>
                    <a:pt x="10847" y="21475"/>
                    <a:pt x="11458" y="21600"/>
                  </a:cubicBezTo>
                  <a:lnTo>
                    <a:pt x="11458" y="21600"/>
                  </a:lnTo>
                  <a:cubicBezTo>
                    <a:pt x="11458" y="21582"/>
                    <a:pt x="11458" y="21564"/>
                    <a:pt x="11458" y="21549"/>
                  </a:cubicBezTo>
                  <a:lnTo>
                    <a:pt x="11458" y="20538"/>
                  </a:lnTo>
                  <a:lnTo>
                    <a:pt x="12492" y="14413"/>
                  </a:lnTo>
                  <a:cubicBezTo>
                    <a:pt x="13405" y="14863"/>
                    <a:pt x="12982" y="15843"/>
                    <a:pt x="13620" y="16576"/>
                  </a:cubicBezTo>
                  <a:cubicBezTo>
                    <a:pt x="14545" y="16178"/>
                    <a:pt x="14909" y="15762"/>
                    <a:pt x="15355" y="14982"/>
                  </a:cubicBezTo>
                  <a:cubicBezTo>
                    <a:pt x="15570" y="14617"/>
                    <a:pt x="15916" y="14454"/>
                    <a:pt x="15916" y="14045"/>
                  </a:cubicBezTo>
                  <a:cubicBezTo>
                    <a:pt x="15916" y="13741"/>
                    <a:pt x="15685" y="13575"/>
                    <a:pt x="15685" y="13269"/>
                  </a:cubicBezTo>
                  <a:cubicBezTo>
                    <a:pt x="15685" y="12801"/>
                    <a:pt x="16366" y="12778"/>
                    <a:pt x="16624" y="12372"/>
                  </a:cubicBezTo>
                  <a:cubicBezTo>
                    <a:pt x="16953" y="11851"/>
                    <a:pt x="17197" y="11534"/>
                    <a:pt x="17796" y="11228"/>
                  </a:cubicBezTo>
                  <a:cubicBezTo>
                    <a:pt x="18008" y="10934"/>
                    <a:pt x="18384" y="10778"/>
                    <a:pt x="18795" y="10778"/>
                  </a:cubicBezTo>
                  <a:lnTo>
                    <a:pt x="20275" y="10778"/>
                  </a:lnTo>
                  <a:cubicBezTo>
                    <a:pt x="20510" y="10778"/>
                    <a:pt x="20628" y="10942"/>
                    <a:pt x="20860" y="10942"/>
                  </a:cubicBezTo>
                  <a:lnTo>
                    <a:pt x="21506" y="10942"/>
                  </a:lnTo>
                  <a:cubicBezTo>
                    <a:pt x="21515" y="10881"/>
                    <a:pt x="21600" y="10850"/>
                    <a:pt x="21600" y="10778"/>
                  </a:cubicBezTo>
                  <a:cubicBezTo>
                    <a:pt x="21600" y="10546"/>
                    <a:pt x="21400" y="10423"/>
                    <a:pt x="21321" y="10206"/>
                  </a:cubicBezTo>
                  <a:cubicBezTo>
                    <a:pt x="21121" y="9716"/>
                    <a:pt x="21000" y="9371"/>
                    <a:pt x="20566" y="9024"/>
                  </a:cubicBezTo>
                  <a:cubicBezTo>
                    <a:pt x="20346" y="8850"/>
                    <a:pt x="20076" y="8789"/>
                    <a:pt x="20005" y="8533"/>
                  </a:cubicBezTo>
                  <a:cubicBezTo>
                    <a:pt x="19852" y="8012"/>
                    <a:pt x="19946" y="7596"/>
                    <a:pt x="19535" y="7187"/>
                  </a:cubicBezTo>
                  <a:cubicBezTo>
                    <a:pt x="19147" y="6799"/>
                    <a:pt x="18548" y="6687"/>
                    <a:pt x="18548" y="6179"/>
                  </a:cubicBezTo>
                  <a:lnTo>
                    <a:pt x="18548" y="4521"/>
                  </a:lnTo>
                  <a:cubicBezTo>
                    <a:pt x="18548" y="4061"/>
                    <a:pt x="18078" y="3910"/>
                    <a:pt x="17937" y="3471"/>
                  </a:cubicBezTo>
                  <a:cubicBezTo>
                    <a:pt x="17835" y="3157"/>
                    <a:pt x="17758" y="2889"/>
                    <a:pt x="17688" y="2636"/>
                  </a:cubicBezTo>
                  <a:lnTo>
                    <a:pt x="17688" y="2636"/>
                  </a:lnTo>
                  <a:cubicBezTo>
                    <a:pt x="16651" y="2919"/>
                    <a:pt x="16084" y="2940"/>
                    <a:pt x="15120" y="3348"/>
                  </a:cubicBezTo>
                  <a:cubicBezTo>
                    <a:pt x="14630" y="3553"/>
                    <a:pt x="14369" y="3918"/>
                    <a:pt x="13805" y="3918"/>
                  </a:cubicBezTo>
                  <a:cubicBezTo>
                    <a:pt x="12633" y="3918"/>
                    <a:pt x="12139" y="3206"/>
                    <a:pt x="11270" y="2531"/>
                  </a:cubicBezTo>
                  <a:cubicBezTo>
                    <a:pt x="9860" y="1448"/>
                    <a:pt x="8876" y="1185"/>
                    <a:pt x="7514" y="0"/>
                  </a:cubicBezTo>
                  <a:lnTo>
                    <a:pt x="7514" y="0"/>
                  </a:lnTo>
                  <a:cubicBezTo>
                    <a:pt x="7187" y="284"/>
                    <a:pt x="7117" y="572"/>
                    <a:pt x="7044" y="981"/>
                  </a:cubicBezTo>
                  <a:lnTo>
                    <a:pt x="7607" y="2288"/>
                  </a:lnTo>
                  <a:cubicBezTo>
                    <a:pt x="7325" y="2531"/>
                    <a:pt x="7044" y="2572"/>
                    <a:pt x="6667" y="2697"/>
                  </a:cubicBezTo>
                  <a:cubicBezTo>
                    <a:pt x="6295" y="2817"/>
                    <a:pt x="6248" y="3267"/>
                    <a:pt x="5825" y="3267"/>
                  </a:cubicBezTo>
                  <a:cubicBezTo>
                    <a:pt x="5258" y="3267"/>
                    <a:pt x="5170" y="2697"/>
                    <a:pt x="4700" y="2449"/>
                  </a:cubicBezTo>
                  <a:cubicBezTo>
                    <a:pt x="4015" y="2084"/>
                    <a:pt x="3360" y="2145"/>
                    <a:pt x="2723" y="1714"/>
                  </a:cubicBezTo>
                  <a:cubicBezTo>
                    <a:pt x="1810" y="1080"/>
                    <a:pt x="1278" y="753"/>
                    <a:pt x="153" y="511"/>
                  </a:cubicBezTo>
                  <a:lnTo>
                    <a:pt x="153" y="511"/>
                  </a:lnTo>
                  <a:cubicBezTo>
                    <a:pt x="153" y="1162"/>
                    <a:pt x="0" y="1652"/>
                    <a:pt x="0" y="2306"/>
                  </a:cubicBezTo>
                  <a:cubicBezTo>
                    <a:pt x="0" y="3491"/>
                    <a:pt x="658" y="4122"/>
                    <a:pt x="658" y="5308"/>
                  </a:cubicBezTo>
                  <a:cubicBezTo>
                    <a:pt x="1739" y="5308"/>
                    <a:pt x="2820" y="5921"/>
                    <a:pt x="2820" y="6861"/>
                  </a:cubicBezTo>
                  <a:cubicBezTo>
                    <a:pt x="2820" y="7573"/>
                    <a:pt x="2253" y="7941"/>
                    <a:pt x="2253" y="8656"/>
                  </a:cubicBezTo>
                  <a:cubicBezTo>
                    <a:pt x="2253" y="9780"/>
                    <a:pt x="4230" y="9821"/>
                    <a:pt x="4230" y="10942"/>
                  </a:cubicBezTo>
                  <a:cubicBezTo>
                    <a:pt x="4230" y="12004"/>
                    <a:pt x="3663" y="12577"/>
                    <a:pt x="3663" y="13636"/>
                  </a:cubicBezTo>
                  <a:cubicBezTo>
                    <a:pt x="3663" y="13823"/>
                    <a:pt x="3871" y="13710"/>
                    <a:pt x="4012" y="13833"/>
                  </a:cubicBezTo>
                  <a:cubicBezTo>
                    <a:pt x="4012" y="13833"/>
                    <a:pt x="4012" y="13833"/>
                    <a:pt x="4012" y="1383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51" name="Shape 4947"/>
            <p:cNvSpPr/>
            <p:nvPr/>
          </p:nvSpPr>
          <p:spPr>
            <a:xfrm>
              <a:off x="1593936" y="2169525"/>
              <a:ext cx="2264905" cy="1141557"/>
            </a:xfrm>
            <a:custGeom>
              <a:avLst/>
              <a:gdLst/>
              <a:ahLst/>
              <a:cxnLst>
                <a:cxn ang="0">
                  <a:pos x="wd2" y="hd2"/>
                </a:cxn>
                <a:cxn ang="5400000">
                  <a:pos x="wd2" y="hd2"/>
                </a:cxn>
                <a:cxn ang="10800000">
                  <a:pos x="wd2" y="hd2"/>
                </a:cxn>
                <a:cxn ang="16200000">
                  <a:pos x="wd2" y="hd2"/>
                </a:cxn>
              </a:cxnLst>
              <a:rect l="0" t="0" r="r" b="b"/>
              <a:pathLst>
                <a:path w="21600" h="21600" extrusionOk="0">
                  <a:moveTo>
                    <a:pt x="801" y="9549"/>
                  </a:moveTo>
                  <a:cubicBezTo>
                    <a:pt x="819" y="9560"/>
                    <a:pt x="837" y="9565"/>
                    <a:pt x="860" y="9565"/>
                  </a:cubicBezTo>
                  <a:cubicBezTo>
                    <a:pt x="917" y="9565"/>
                    <a:pt x="949" y="9520"/>
                    <a:pt x="1006" y="9520"/>
                  </a:cubicBezTo>
                  <a:cubicBezTo>
                    <a:pt x="1068" y="9520"/>
                    <a:pt x="1074" y="9701"/>
                    <a:pt x="1137" y="9701"/>
                  </a:cubicBezTo>
                  <a:cubicBezTo>
                    <a:pt x="1158" y="9701"/>
                    <a:pt x="1168" y="9667"/>
                    <a:pt x="1190" y="9667"/>
                  </a:cubicBezTo>
                  <a:lnTo>
                    <a:pt x="1335" y="9667"/>
                  </a:lnTo>
                  <a:cubicBezTo>
                    <a:pt x="1410" y="9667"/>
                    <a:pt x="1450" y="9610"/>
                    <a:pt x="1519" y="9565"/>
                  </a:cubicBezTo>
                  <a:cubicBezTo>
                    <a:pt x="1609" y="9505"/>
                    <a:pt x="1661" y="9472"/>
                    <a:pt x="1743" y="9372"/>
                  </a:cubicBezTo>
                  <a:cubicBezTo>
                    <a:pt x="1798" y="9304"/>
                    <a:pt x="1810" y="9168"/>
                    <a:pt x="1876" y="9168"/>
                  </a:cubicBezTo>
                  <a:cubicBezTo>
                    <a:pt x="1997" y="9168"/>
                    <a:pt x="2053" y="9310"/>
                    <a:pt x="2171" y="9361"/>
                  </a:cubicBezTo>
                  <a:cubicBezTo>
                    <a:pt x="2266" y="9392"/>
                    <a:pt x="2304" y="9457"/>
                    <a:pt x="2365" y="9599"/>
                  </a:cubicBezTo>
                  <a:cubicBezTo>
                    <a:pt x="2447" y="9785"/>
                    <a:pt x="2542" y="9775"/>
                    <a:pt x="2662" y="9848"/>
                  </a:cubicBezTo>
                  <a:cubicBezTo>
                    <a:pt x="2769" y="9913"/>
                    <a:pt x="2822" y="10012"/>
                    <a:pt x="2925" y="10098"/>
                  </a:cubicBezTo>
                  <a:cubicBezTo>
                    <a:pt x="3006" y="10163"/>
                    <a:pt x="3096" y="10216"/>
                    <a:pt x="3096" y="10392"/>
                  </a:cubicBezTo>
                  <a:cubicBezTo>
                    <a:pt x="3096" y="10480"/>
                    <a:pt x="3046" y="10497"/>
                    <a:pt x="3027" y="10573"/>
                  </a:cubicBezTo>
                  <a:cubicBezTo>
                    <a:pt x="3002" y="10676"/>
                    <a:pt x="3000" y="10747"/>
                    <a:pt x="2993" y="10862"/>
                  </a:cubicBezTo>
                  <a:lnTo>
                    <a:pt x="3016" y="11209"/>
                  </a:lnTo>
                  <a:cubicBezTo>
                    <a:pt x="3010" y="11386"/>
                    <a:pt x="2970" y="11491"/>
                    <a:pt x="2907" y="11616"/>
                  </a:cubicBezTo>
                  <a:cubicBezTo>
                    <a:pt x="2855" y="11721"/>
                    <a:pt x="2894" y="11854"/>
                    <a:pt x="2862" y="11990"/>
                  </a:cubicBezTo>
                  <a:cubicBezTo>
                    <a:pt x="2852" y="12033"/>
                    <a:pt x="2828" y="12024"/>
                    <a:pt x="2811" y="12058"/>
                  </a:cubicBezTo>
                  <a:cubicBezTo>
                    <a:pt x="2749" y="12180"/>
                    <a:pt x="2711" y="12256"/>
                    <a:pt x="2691" y="12421"/>
                  </a:cubicBezTo>
                  <a:cubicBezTo>
                    <a:pt x="2763" y="12480"/>
                    <a:pt x="2759" y="12644"/>
                    <a:pt x="2759" y="12803"/>
                  </a:cubicBezTo>
                  <a:cubicBezTo>
                    <a:pt x="2759" y="12866"/>
                    <a:pt x="2762" y="12902"/>
                    <a:pt x="2759" y="12965"/>
                  </a:cubicBezTo>
                  <a:lnTo>
                    <a:pt x="2731" y="12976"/>
                  </a:lnTo>
                  <a:cubicBezTo>
                    <a:pt x="2691" y="12736"/>
                    <a:pt x="2662" y="12454"/>
                    <a:pt x="2535" y="12454"/>
                  </a:cubicBezTo>
                  <a:lnTo>
                    <a:pt x="2349" y="12454"/>
                  </a:lnTo>
                  <a:cubicBezTo>
                    <a:pt x="2252" y="12454"/>
                    <a:pt x="2189" y="12461"/>
                    <a:pt x="2102" y="12375"/>
                  </a:cubicBezTo>
                  <a:cubicBezTo>
                    <a:pt x="2023" y="12299"/>
                    <a:pt x="2038" y="12047"/>
                    <a:pt x="1951" y="12047"/>
                  </a:cubicBezTo>
                  <a:cubicBezTo>
                    <a:pt x="1895" y="12047"/>
                    <a:pt x="1867" y="12092"/>
                    <a:pt x="1810" y="12103"/>
                  </a:cubicBezTo>
                  <a:cubicBezTo>
                    <a:pt x="1755" y="12115"/>
                    <a:pt x="1674" y="12072"/>
                    <a:pt x="1674" y="12182"/>
                  </a:cubicBezTo>
                  <a:cubicBezTo>
                    <a:pt x="1674" y="12259"/>
                    <a:pt x="1696" y="12296"/>
                    <a:pt x="1696" y="12373"/>
                  </a:cubicBezTo>
                  <a:lnTo>
                    <a:pt x="1696" y="12624"/>
                  </a:lnTo>
                  <a:cubicBezTo>
                    <a:pt x="1685" y="12636"/>
                    <a:pt x="1678" y="12648"/>
                    <a:pt x="1668" y="12658"/>
                  </a:cubicBezTo>
                  <a:cubicBezTo>
                    <a:pt x="1653" y="12627"/>
                    <a:pt x="1644" y="12610"/>
                    <a:pt x="1622" y="12591"/>
                  </a:cubicBezTo>
                  <a:lnTo>
                    <a:pt x="1582" y="12591"/>
                  </a:lnTo>
                  <a:lnTo>
                    <a:pt x="1582" y="12763"/>
                  </a:lnTo>
                  <a:cubicBezTo>
                    <a:pt x="1582" y="12801"/>
                    <a:pt x="1602" y="12812"/>
                    <a:pt x="1602" y="12848"/>
                  </a:cubicBezTo>
                  <a:lnTo>
                    <a:pt x="1602" y="13248"/>
                  </a:lnTo>
                  <a:cubicBezTo>
                    <a:pt x="1588" y="13257"/>
                    <a:pt x="1581" y="13270"/>
                    <a:pt x="1565" y="13270"/>
                  </a:cubicBezTo>
                  <a:cubicBezTo>
                    <a:pt x="1519" y="13270"/>
                    <a:pt x="1488" y="13274"/>
                    <a:pt x="1451" y="13226"/>
                  </a:cubicBezTo>
                  <a:cubicBezTo>
                    <a:pt x="1379" y="13129"/>
                    <a:pt x="1361" y="12953"/>
                    <a:pt x="1274" y="12953"/>
                  </a:cubicBezTo>
                  <a:cubicBezTo>
                    <a:pt x="1224" y="12953"/>
                    <a:pt x="1195" y="12987"/>
                    <a:pt x="1145" y="12987"/>
                  </a:cubicBezTo>
                  <a:cubicBezTo>
                    <a:pt x="1087" y="12987"/>
                    <a:pt x="1053" y="12965"/>
                    <a:pt x="994" y="12965"/>
                  </a:cubicBezTo>
                  <a:cubicBezTo>
                    <a:pt x="947" y="12965"/>
                    <a:pt x="885" y="12973"/>
                    <a:pt x="885" y="13066"/>
                  </a:cubicBezTo>
                  <a:cubicBezTo>
                    <a:pt x="885" y="13158"/>
                    <a:pt x="934" y="13177"/>
                    <a:pt x="959" y="13248"/>
                  </a:cubicBezTo>
                  <a:cubicBezTo>
                    <a:pt x="990" y="13330"/>
                    <a:pt x="985" y="13410"/>
                    <a:pt x="1011" y="13497"/>
                  </a:cubicBezTo>
                  <a:cubicBezTo>
                    <a:pt x="1030" y="13562"/>
                    <a:pt x="1070" y="13551"/>
                    <a:pt x="1097" y="13599"/>
                  </a:cubicBezTo>
                  <a:cubicBezTo>
                    <a:pt x="1128" y="13656"/>
                    <a:pt x="1120" y="13733"/>
                    <a:pt x="1120" y="13820"/>
                  </a:cubicBezTo>
                  <a:cubicBezTo>
                    <a:pt x="1120" y="13914"/>
                    <a:pt x="1103" y="13965"/>
                    <a:pt x="1103" y="14058"/>
                  </a:cubicBezTo>
                  <a:cubicBezTo>
                    <a:pt x="1103" y="14177"/>
                    <a:pt x="1166" y="14217"/>
                    <a:pt x="1166" y="14336"/>
                  </a:cubicBezTo>
                  <a:cubicBezTo>
                    <a:pt x="1166" y="14421"/>
                    <a:pt x="1131" y="14463"/>
                    <a:pt x="1131" y="14548"/>
                  </a:cubicBezTo>
                  <a:lnTo>
                    <a:pt x="1131" y="15007"/>
                  </a:lnTo>
                  <a:cubicBezTo>
                    <a:pt x="1131" y="15098"/>
                    <a:pt x="1103" y="15141"/>
                    <a:pt x="1103" y="15231"/>
                  </a:cubicBezTo>
                  <a:cubicBezTo>
                    <a:pt x="1103" y="15376"/>
                    <a:pt x="1204" y="15342"/>
                    <a:pt x="1274" y="15379"/>
                  </a:cubicBezTo>
                  <a:cubicBezTo>
                    <a:pt x="1346" y="15415"/>
                    <a:pt x="1313" y="15603"/>
                    <a:pt x="1348" y="15729"/>
                  </a:cubicBezTo>
                  <a:cubicBezTo>
                    <a:pt x="1377" y="15829"/>
                    <a:pt x="1431" y="15817"/>
                    <a:pt x="1479" y="15877"/>
                  </a:cubicBezTo>
                  <a:cubicBezTo>
                    <a:pt x="1531" y="15939"/>
                    <a:pt x="1545" y="16027"/>
                    <a:pt x="1599" y="16082"/>
                  </a:cubicBezTo>
                  <a:cubicBezTo>
                    <a:pt x="1635" y="16115"/>
                    <a:pt x="1691" y="16093"/>
                    <a:pt x="1691" y="16172"/>
                  </a:cubicBezTo>
                  <a:cubicBezTo>
                    <a:pt x="1691" y="16214"/>
                    <a:pt x="1682" y="16240"/>
                    <a:pt x="1682" y="16282"/>
                  </a:cubicBezTo>
                  <a:lnTo>
                    <a:pt x="1682" y="16679"/>
                  </a:lnTo>
                  <a:cubicBezTo>
                    <a:pt x="1682" y="16874"/>
                    <a:pt x="1595" y="16955"/>
                    <a:pt x="1544" y="17108"/>
                  </a:cubicBezTo>
                  <a:lnTo>
                    <a:pt x="1544" y="17108"/>
                  </a:lnTo>
                  <a:lnTo>
                    <a:pt x="2490" y="17022"/>
                  </a:lnTo>
                  <a:cubicBezTo>
                    <a:pt x="2636" y="17407"/>
                    <a:pt x="2653" y="17713"/>
                    <a:pt x="2731" y="18178"/>
                  </a:cubicBezTo>
                  <a:cubicBezTo>
                    <a:pt x="2782" y="18484"/>
                    <a:pt x="2876" y="18614"/>
                    <a:pt x="2913" y="18926"/>
                  </a:cubicBezTo>
                  <a:cubicBezTo>
                    <a:pt x="2930" y="18926"/>
                    <a:pt x="2939" y="18948"/>
                    <a:pt x="2956" y="18948"/>
                  </a:cubicBezTo>
                  <a:cubicBezTo>
                    <a:pt x="3013" y="18948"/>
                    <a:pt x="3043" y="18867"/>
                    <a:pt x="3098" y="18845"/>
                  </a:cubicBezTo>
                  <a:lnTo>
                    <a:pt x="3098" y="18845"/>
                  </a:lnTo>
                  <a:lnTo>
                    <a:pt x="3770" y="13780"/>
                  </a:lnTo>
                  <a:lnTo>
                    <a:pt x="5772" y="13265"/>
                  </a:lnTo>
                  <a:lnTo>
                    <a:pt x="5772" y="13265"/>
                  </a:lnTo>
                  <a:cubicBezTo>
                    <a:pt x="5773" y="13259"/>
                    <a:pt x="5774" y="13253"/>
                    <a:pt x="5775" y="13248"/>
                  </a:cubicBezTo>
                  <a:cubicBezTo>
                    <a:pt x="5789" y="13160"/>
                    <a:pt x="5802" y="13055"/>
                    <a:pt x="5849" y="13055"/>
                  </a:cubicBezTo>
                  <a:cubicBezTo>
                    <a:pt x="5951" y="13055"/>
                    <a:pt x="5982" y="13282"/>
                    <a:pt x="6083" y="13282"/>
                  </a:cubicBezTo>
                  <a:cubicBezTo>
                    <a:pt x="6182" y="13282"/>
                    <a:pt x="6206" y="13055"/>
                    <a:pt x="6221" y="12863"/>
                  </a:cubicBezTo>
                  <a:cubicBezTo>
                    <a:pt x="6228" y="12766"/>
                    <a:pt x="6216" y="12624"/>
                    <a:pt x="6266" y="12624"/>
                  </a:cubicBezTo>
                  <a:cubicBezTo>
                    <a:pt x="6355" y="12624"/>
                    <a:pt x="6360" y="12897"/>
                    <a:pt x="6449" y="12897"/>
                  </a:cubicBezTo>
                  <a:cubicBezTo>
                    <a:pt x="6503" y="12897"/>
                    <a:pt x="6532" y="12846"/>
                    <a:pt x="6586" y="12840"/>
                  </a:cubicBezTo>
                  <a:cubicBezTo>
                    <a:pt x="6721" y="12823"/>
                    <a:pt x="6806" y="12882"/>
                    <a:pt x="6929" y="12783"/>
                  </a:cubicBezTo>
                  <a:cubicBezTo>
                    <a:pt x="6933" y="12809"/>
                    <a:pt x="6951" y="12858"/>
                    <a:pt x="6951" y="12885"/>
                  </a:cubicBezTo>
                  <a:cubicBezTo>
                    <a:pt x="6951" y="13087"/>
                    <a:pt x="6860" y="13152"/>
                    <a:pt x="6780" y="13270"/>
                  </a:cubicBezTo>
                  <a:cubicBezTo>
                    <a:pt x="6692" y="13401"/>
                    <a:pt x="6655" y="13589"/>
                    <a:pt x="6543" y="13589"/>
                  </a:cubicBezTo>
                  <a:cubicBezTo>
                    <a:pt x="6486" y="13589"/>
                    <a:pt x="6456" y="13542"/>
                    <a:pt x="6399" y="13542"/>
                  </a:cubicBezTo>
                  <a:cubicBezTo>
                    <a:pt x="6373" y="13542"/>
                    <a:pt x="6360" y="13549"/>
                    <a:pt x="6334" y="13554"/>
                  </a:cubicBezTo>
                  <a:cubicBezTo>
                    <a:pt x="6349" y="13684"/>
                    <a:pt x="6350" y="13764"/>
                    <a:pt x="6375" y="13883"/>
                  </a:cubicBezTo>
                  <a:cubicBezTo>
                    <a:pt x="6398" y="13996"/>
                    <a:pt x="6438" y="14058"/>
                    <a:pt x="6438" y="14183"/>
                  </a:cubicBezTo>
                  <a:cubicBezTo>
                    <a:pt x="6438" y="14265"/>
                    <a:pt x="6430" y="14332"/>
                    <a:pt x="6418" y="14395"/>
                  </a:cubicBezTo>
                  <a:lnTo>
                    <a:pt x="6418" y="14395"/>
                  </a:lnTo>
                  <a:cubicBezTo>
                    <a:pt x="6492" y="14689"/>
                    <a:pt x="6580" y="14738"/>
                    <a:pt x="6683" y="14982"/>
                  </a:cubicBezTo>
                  <a:cubicBezTo>
                    <a:pt x="6775" y="15198"/>
                    <a:pt x="6755" y="15413"/>
                    <a:pt x="6820" y="15662"/>
                  </a:cubicBezTo>
                  <a:cubicBezTo>
                    <a:pt x="6886" y="15912"/>
                    <a:pt x="6949" y="16036"/>
                    <a:pt x="7003" y="16297"/>
                  </a:cubicBezTo>
                  <a:cubicBezTo>
                    <a:pt x="7032" y="16438"/>
                    <a:pt x="7063" y="16523"/>
                    <a:pt x="7071" y="16682"/>
                  </a:cubicBezTo>
                  <a:cubicBezTo>
                    <a:pt x="7078" y="16778"/>
                    <a:pt x="7080" y="16908"/>
                    <a:pt x="7129" y="16908"/>
                  </a:cubicBezTo>
                  <a:cubicBezTo>
                    <a:pt x="7332" y="16908"/>
                    <a:pt x="7435" y="16704"/>
                    <a:pt x="7637" y="16704"/>
                  </a:cubicBezTo>
                  <a:cubicBezTo>
                    <a:pt x="7783" y="16704"/>
                    <a:pt x="7857" y="16874"/>
                    <a:pt x="7986" y="17000"/>
                  </a:cubicBezTo>
                  <a:cubicBezTo>
                    <a:pt x="8188" y="17198"/>
                    <a:pt x="8320" y="17294"/>
                    <a:pt x="8545" y="17294"/>
                  </a:cubicBezTo>
                  <a:cubicBezTo>
                    <a:pt x="8708" y="17294"/>
                    <a:pt x="8797" y="17135"/>
                    <a:pt x="8959" y="17135"/>
                  </a:cubicBezTo>
                  <a:lnTo>
                    <a:pt x="9139" y="17135"/>
                  </a:lnTo>
                  <a:cubicBezTo>
                    <a:pt x="9165" y="17543"/>
                    <a:pt x="9228" y="17747"/>
                    <a:pt x="9254" y="18155"/>
                  </a:cubicBezTo>
                  <a:cubicBezTo>
                    <a:pt x="9265" y="18365"/>
                    <a:pt x="9216" y="18529"/>
                    <a:pt x="9276" y="18699"/>
                  </a:cubicBezTo>
                  <a:cubicBezTo>
                    <a:pt x="9328" y="18852"/>
                    <a:pt x="9459" y="18823"/>
                    <a:pt x="9459" y="19011"/>
                  </a:cubicBezTo>
                  <a:lnTo>
                    <a:pt x="9459" y="19288"/>
                  </a:lnTo>
                  <a:cubicBezTo>
                    <a:pt x="9385" y="19311"/>
                    <a:pt x="9316" y="19317"/>
                    <a:pt x="9288" y="19447"/>
                  </a:cubicBezTo>
                  <a:cubicBezTo>
                    <a:pt x="9234" y="19691"/>
                    <a:pt x="9279" y="19867"/>
                    <a:pt x="9254" y="20128"/>
                  </a:cubicBezTo>
                  <a:cubicBezTo>
                    <a:pt x="9379" y="20206"/>
                    <a:pt x="9502" y="20116"/>
                    <a:pt x="9574" y="20331"/>
                  </a:cubicBezTo>
                  <a:cubicBezTo>
                    <a:pt x="9613" y="20456"/>
                    <a:pt x="9562" y="20569"/>
                    <a:pt x="9574" y="20716"/>
                  </a:cubicBezTo>
                  <a:cubicBezTo>
                    <a:pt x="9593" y="20960"/>
                    <a:pt x="9625" y="21158"/>
                    <a:pt x="9733" y="21283"/>
                  </a:cubicBezTo>
                  <a:cubicBezTo>
                    <a:pt x="9828" y="21391"/>
                    <a:pt x="9907" y="21328"/>
                    <a:pt x="10019" y="21350"/>
                  </a:cubicBezTo>
                  <a:cubicBezTo>
                    <a:pt x="10222" y="21391"/>
                    <a:pt x="10319" y="21600"/>
                    <a:pt x="10522" y="21600"/>
                  </a:cubicBezTo>
                  <a:cubicBezTo>
                    <a:pt x="10710" y="21600"/>
                    <a:pt x="10727" y="21164"/>
                    <a:pt x="10876" y="20943"/>
                  </a:cubicBezTo>
                  <a:cubicBezTo>
                    <a:pt x="11053" y="20682"/>
                    <a:pt x="11179" y="20597"/>
                    <a:pt x="11401" y="20490"/>
                  </a:cubicBezTo>
                  <a:cubicBezTo>
                    <a:pt x="11581" y="20405"/>
                    <a:pt x="11633" y="20161"/>
                    <a:pt x="11801" y="20036"/>
                  </a:cubicBezTo>
                  <a:cubicBezTo>
                    <a:pt x="12021" y="19877"/>
                    <a:pt x="12109" y="19684"/>
                    <a:pt x="12314" y="19463"/>
                  </a:cubicBezTo>
                  <a:lnTo>
                    <a:pt x="12314" y="19463"/>
                  </a:lnTo>
                  <a:cubicBezTo>
                    <a:pt x="12412" y="19271"/>
                    <a:pt x="12453" y="19039"/>
                    <a:pt x="12589" y="19039"/>
                  </a:cubicBezTo>
                  <a:cubicBezTo>
                    <a:pt x="12732" y="19039"/>
                    <a:pt x="12804" y="19198"/>
                    <a:pt x="12946" y="19198"/>
                  </a:cubicBezTo>
                  <a:lnTo>
                    <a:pt x="13226" y="19198"/>
                  </a:lnTo>
                  <a:cubicBezTo>
                    <a:pt x="13398" y="19198"/>
                    <a:pt x="13469" y="19380"/>
                    <a:pt x="13629" y="19538"/>
                  </a:cubicBezTo>
                  <a:lnTo>
                    <a:pt x="13629" y="19090"/>
                  </a:lnTo>
                  <a:cubicBezTo>
                    <a:pt x="13629" y="18898"/>
                    <a:pt x="13623" y="18766"/>
                    <a:pt x="13675" y="18608"/>
                  </a:cubicBezTo>
                  <a:cubicBezTo>
                    <a:pt x="13760" y="18348"/>
                    <a:pt x="13912" y="18472"/>
                    <a:pt x="14069" y="18472"/>
                  </a:cubicBezTo>
                  <a:cubicBezTo>
                    <a:pt x="14169" y="18472"/>
                    <a:pt x="14237" y="18405"/>
                    <a:pt x="14326" y="18495"/>
                  </a:cubicBezTo>
                  <a:cubicBezTo>
                    <a:pt x="14463" y="18637"/>
                    <a:pt x="14477" y="18881"/>
                    <a:pt x="14600" y="19061"/>
                  </a:cubicBezTo>
                  <a:cubicBezTo>
                    <a:pt x="14783" y="19334"/>
                    <a:pt x="14929" y="19447"/>
                    <a:pt x="15160" y="19447"/>
                  </a:cubicBezTo>
                  <a:cubicBezTo>
                    <a:pt x="15383" y="19447"/>
                    <a:pt x="15488" y="19129"/>
                    <a:pt x="15711" y="19129"/>
                  </a:cubicBezTo>
                  <a:lnTo>
                    <a:pt x="16162" y="19129"/>
                  </a:lnTo>
                  <a:cubicBezTo>
                    <a:pt x="16285" y="19129"/>
                    <a:pt x="16357" y="19084"/>
                    <a:pt x="16479" y="19084"/>
                  </a:cubicBezTo>
                  <a:cubicBezTo>
                    <a:pt x="16565" y="19084"/>
                    <a:pt x="16620" y="19050"/>
                    <a:pt x="16702" y="19084"/>
                  </a:cubicBezTo>
                  <a:cubicBezTo>
                    <a:pt x="16768" y="19113"/>
                    <a:pt x="16785" y="19266"/>
                    <a:pt x="16854" y="19266"/>
                  </a:cubicBezTo>
                  <a:lnTo>
                    <a:pt x="17204" y="19266"/>
                  </a:lnTo>
                  <a:cubicBezTo>
                    <a:pt x="17264" y="19430"/>
                    <a:pt x="17248" y="19622"/>
                    <a:pt x="17330" y="19741"/>
                  </a:cubicBezTo>
                  <a:cubicBezTo>
                    <a:pt x="17505" y="19997"/>
                    <a:pt x="17649" y="19981"/>
                    <a:pt x="17852" y="20145"/>
                  </a:cubicBezTo>
                  <a:lnTo>
                    <a:pt x="17852" y="20145"/>
                  </a:lnTo>
                  <a:cubicBezTo>
                    <a:pt x="17884" y="19754"/>
                    <a:pt x="18084" y="19640"/>
                    <a:pt x="18084" y="19249"/>
                  </a:cubicBezTo>
                  <a:lnTo>
                    <a:pt x="18084" y="18761"/>
                  </a:lnTo>
                  <a:cubicBezTo>
                    <a:pt x="18084" y="18603"/>
                    <a:pt x="18222" y="18608"/>
                    <a:pt x="18222" y="18450"/>
                  </a:cubicBezTo>
                  <a:cubicBezTo>
                    <a:pt x="18222" y="18262"/>
                    <a:pt x="18150" y="18189"/>
                    <a:pt x="18119" y="18019"/>
                  </a:cubicBezTo>
                  <a:cubicBezTo>
                    <a:pt x="18070" y="17758"/>
                    <a:pt x="18084" y="17578"/>
                    <a:pt x="18084" y="17294"/>
                  </a:cubicBezTo>
                  <a:cubicBezTo>
                    <a:pt x="18084" y="16982"/>
                    <a:pt x="18119" y="16813"/>
                    <a:pt x="18119" y="16501"/>
                  </a:cubicBezTo>
                  <a:cubicBezTo>
                    <a:pt x="18119" y="16387"/>
                    <a:pt x="18059" y="16319"/>
                    <a:pt x="18002" y="16319"/>
                  </a:cubicBezTo>
                  <a:lnTo>
                    <a:pt x="17764" y="16319"/>
                  </a:lnTo>
                  <a:cubicBezTo>
                    <a:pt x="17744" y="16280"/>
                    <a:pt x="17707" y="16268"/>
                    <a:pt x="17707" y="16206"/>
                  </a:cubicBezTo>
                  <a:cubicBezTo>
                    <a:pt x="17707" y="16025"/>
                    <a:pt x="17833" y="16047"/>
                    <a:pt x="17924" y="16025"/>
                  </a:cubicBezTo>
                  <a:cubicBezTo>
                    <a:pt x="18016" y="16002"/>
                    <a:pt x="18067" y="15990"/>
                    <a:pt x="18153" y="15934"/>
                  </a:cubicBezTo>
                  <a:cubicBezTo>
                    <a:pt x="18296" y="15832"/>
                    <a:pt x="18387" y="15843"/>
                    <a:pt x="18530" y="15753"/>
                  </a:cubicBezTo>
                  <a:cubicBezTo>
                    <a:pt x="18595" y="15712"/>
                    <a:pt x="18621" y="15593"/>
                    <a:pt x="18690" y="15593"/>
                  </a:cubicBezTo>
                  <a:cubicBezTo>
                    <a:pt x="18770" y="15593"/>
                    <a:pt x="18804" y="15729"/>
                    <a:pt x="18884" y="15729"/>
                  </a:cubicBezTo>
                  <a:cubicBezTo>
                    <a:pt x="18996" y="15729"/>
                    <a:pt x="19012" y="15413"/>
                    <a:pt x="19124" y="15413"/>
                  </a:cubicBezTo>
                  <a:cubicBezTo>
                    <a:pt x="19161" y="15413"/>
                    <a:pt x="19172" y="15492"/>
                    <a:pt x="19204" y="15525"/>
                  </a:cubicBezTo>
                  <a:lnTo>
                    <a:pt x="19295" y="15390"/>
                  </a:lnTo>
                  <a:lnTo>
                    <a:pt x="19295" y="15095"/>
                  </a:lnTo>
                  <a:cubicBezTo>
                    <a:pt x="19218" y="15095"/>
                    <a:pt x="19113" y="15089"/>
                    <a:pt x="19113" y="14937"/>
                  </a:cubicBezTo>
                  <a:cubicBezTo>
                    <a:pt x="19113" y="14744"/>
                    <a:pt x="19164" y="14642"/>
                    <a:pt x="19192" y="14461"/>
                  </a:cubicBezTo>
                  <a:cubicBezTo>
                    <a:pt x="19241" y="14149"/>
                    <a:pt x="19250" y="13951"/>
                    <a:pt x="19250" y="13622"/>
                  </a:cubicBezTo>
                  <a:lnTo>
                    <a:pt x="19455" y="13622"/>
                  </a:lnTo>
                  <a:cubicBezTo>
                    <a:pt x="19481" y="13639"/>
                    <a:pt x="19495" y="13667"/>
                    <a:pt x="19524" y="13667"/>
                  </a:cubicBezTo>
                  <a:cubicBezTo>
                    <a:pt x="19655" y="13667"/>
                    <a:pt x="19712" y="13440"/>
                    <a:pt x="19843" y="13440"/>
                  </a:cubicBezTo>
                  <a:cubicBezTo>
                    <a:pt x="19986" y="13440"/>
                    <a:pt x="20035" y="13735"/>
                    <a:pt x="20178" y="13735"/>
                  </a:cubicBezTo>
                  <a:cubicBezTo>
                    <a:pt x="20218" y="13735"/>
                    <a:pt x="20238" y="13718"/>
                    <a:pt x="20278" y="13713"/>
                  </a:cubicBezTo>
                  <a:cubicBezTo>
                    <a:pt x="20278" y="13497"/>
                    <a:pt x="20255" y="13333"/>
                    <a:pt x="20323" y="13169"/>
                  </a:cubicBezTo>
                  <a:cubicBezTo>
                    <a:pt x="20421" y="12936"/>
                    <a:pt x="20621" y="12953"/>
                    <a:pt x="20621" y="12648"/>
                  </a:cubicBezTo>
                  <a:cubicBezTo>
                    <a:pt x="20621" y="12308"/>
                    <a:pt x="20461" y="12171"/>
                    <a:pt x="20461" y="11831"/>
                  </a:cubicBezTo>
                  <a:cubicBezTo>
                    <a:pt x="20461" y="11565"/>
                    <a:pt x="20498" y="11412"/>
                    <a:pt x="20518" y="11151"/>
                  </a:cubicBezTo>
                  <a:cubicBezTo>
                    <a:pt x="20526" y="11032"/>
                    <a:pt x="20501" y="10925"/>
                    <a:pt x="20541" y="10834"/>
                  </a:cubicBezTo>
                  <a:cubicBezTo>
                    <a:pt x="20649" y="10585"/>
                    <a:pt x="20806" y="10715"/>
                    <a:pt x="20940" y="10516"/>
                  </a:cubicBezTo>
                  <a:cubicBezTo>
                    <a:pt x="21123" y="10245"/>
                    <a:pt x="21152" y="9888"/>
                    <a:pt x="21169" y="9428"/>
                  </a:cubicBezTo>
                  <a:lnTo>
                    <a:pt x="21386" y="9428"/>
                  </a:lnTo>
                  <a:cubicBezTo>
                    <a:pt x="21466" y="9270"/>
                    <a:pt x="21520" y="9210"/>
                    <a:pt x="21600" y="9052"/>
                  </a:cubicBezTo>
                  <a:lnTo>
                    <a:pt x="21600" y="9052"/>
                  </a:lnTo>
                  <a:cubicBezTo>
                    <a:pt x="21483" y="9034"/>
                    <a:pt x="21472" y="8783"/>
                    <a:pt x="21363" y="8703"/>
                  </a:cubicBezTo>
                  <a:cubicBezTo>
                    <a:pt x="21254" y="8624"/>
                    <a:pt x="21174" y="8658"/>
                    <a:pt x="21066" y="8590"/>
                  </a:cubicBezTo>
                  <a:cubicBezTo>
                    <a:pt x="21009" y="8556"/>
                    <a:pt x="21003" y="8386"/>
                    <a:pt x="20940" y="8386"/>
                  </a:cubicBezTo>
                  <a:cubicBezTo>
                    <a:pt x="20883" y="8386"/>
                    <a:pt x="20866" y="8511"/>
                    <a:pt x="20849" y="8613"/>
                  </a:cubicBezTo>
                  <a:cubicBezTo>
                    <a:pt x="20829" y="8737"/>
                    <a:pt x="20784" y="8789"/>
                    <a:pt x="20758" y="8907"/>
                  </a:cubicBezTo>
                  <a:cubicBezTo>
                    <a:pt x="20726" y="9044"/>
                    <a:pt x="20749" y="9180"/>
                    <a:pt x="20700" y="9293"/>
                  </a:cubicBezTo>
                  <a:cubicBezTo>
                    <a:pt x="20609" y="9508"/>
                    <a:pt x="20489" y="9451"/>
                    <a:pt x="20346" y="9451"/>
                  </a:cubicBezTo>
                  <a:cubicBezTo>
                    <a:pt x="20084" y="9451"/>
                    <a:pt x="20086" y="8800"/>
                    <a:pt x="19946" y="8363"/>
                  </a:cubicBezTo>
                  <a:cubicBezTo>
                    <a:pt x="19887" y="8176"/>
                    <a:pt x="19792" y="8176"/>
                    <a:pt x="19729" y="8001"/>
                  </a:cubicBezTo>
                  <a:cubicBezTo>
                    <a:pt x="19667" y="7831"/>
                    <a:pt x="19633" y="7718"/>
                    <a:pt x="19558" y="7571"/>
                  </a:cubicBezTo>
                  <a:cubicBezTo>
                    <a:pt x="19393" y="7310"/>
                    <a:pt x="19335" y="6958"/>
                    <a:pt x="19124" y="6958"/>
                  </a:cubicBezTo>
                  <a:cubicBezTo>
                    <a:pt x="18961" y="6958"/>
                    <a:pt x="18887" y="7208"/>
                    <a:pt x="18724" y="7208"/>
                  </a:cubicBezTo>
                  <a:cubicBezTo>
                    <a:pt x="18587" y="7208"/>
                    <a:pt x="18452" y="7253"/>
                    <a:pt x="18381" y="7027"/>
                  </a:cubicBezTo>
                  <a:cubicBezTo>
                    <a:pt x="18353" y="6935"/>
                    <a:pt x="18367" y="6839"/>
                    <a:pt x="18336" y="6754"/>
                  </a:cubicBezTo>
                  <a:cubicBezTo>
                    <a:pt x="18270" y="6584"/>
                    <a:pt x="18178" y="6596"/>
                    <a:pt x="18070" y="6596"/>
                  </a:cubicBezTo>
                  <a:cubicBezTo>
                    <a:pt x="18044" y="6596"/>
                    <a:pt x="18030" y="6613"/>
                    <a:pt x="18004" y="6618"/>
                  </a:cubicBezTo>
                  <a:cubicBezTo>
                    <a:pt x="18010" y="6726"/>
                    <a:pt x="18016" y="6782"/>
                    <a:pt x="18010" y="6890"/>
                  </a:cubicBezTo>
                  <a:cubicBezTo>
                    <a:pt x="17887" y="6890"/>
                    <a:pt x="17830" y="7071"/>
                    <a:pt x="17707" y="7071"/>
                  </a:cubicBezTo>
                  <a:cubicBezTo>
                    <a:pt x="17607" y="7071"/>
                    <a:pt x="17602" y="6828"/>
                    <a:pt x="17570" y="6640"/>
                  </a:cubicBezTo>
                  <a:cubicBezTo>
                    <a:pt x="17516" y="6324"/>
                    <a:pt x="17488" y="6131"/>
                    <a:pt x="17411" y="5825"/>
                  </a:cubicBezTo>
                  <a:cubicBezTo>
                    <a:pt x="17262" y="5230"/>
                    <a:pt x="17088" y="5009"/>
                    <a:pt x="16931" y="4420"/>
                  </a:cubicBezTo>
                  <a:cubicBezTo>
                    <a:pt x="16782" y="3853"/>
                    <a:pt x="16688" y="3547"/>
                    <a:pt x="16485" y="3060"/>
                  </a:cubicBezTo>
                  <a:cubicBezTo>
                    <a:pt x="16354" y="2742"/>
                    <a:pt x="16285" y="2538"/>
                    <a:pt x="16108" y="2312"/>
                  </a:cubicBezTo>
                  <a:cubicBezTo>
                    <a:pt x="16034" y="2221"/>
                    <a:pt x="15968" y="2193"/>
                    <a:pt x="15914" y="2062"/>
                  </a:cubicBezTo>
                  <a:cubicBezTo>
                    <a:pt x="15902" y="2034"/>
                    <a:pt x="15868" y="2057"/>
                    <a:pt x="15868" y="2017"/>
                  </a:cubicBezTo>
                  <a:cubicBezTo>
                    <a:pt x="15868" y="1887"/>
                    <a:pt x="15937" y="1830"/>
                    <a:pt x="15937" y="1700"/>
                  </a:cubicBezTo>
                  <a:cubicBezTo>
                    <a:pt x="15937" y="1609"/>
                    <a:pt x="15928" y="1564"/>
                    <a:pt x="15925" y="1473"/>
                  </a:cubicBezTo>
                  <a:lnTo>
                    <a:pt x="15857" y="1450"/>
                  </a:lnTo>
                  <a:cubicBezTo>
                    <a:pt x="15762" y="1524"/>
                    <a:pt x="15737" y="1683"/>
                    <a:pt x="15639" y="1745"/>
                  </a:cubicBezTo>
                  <a:cubicBezTo>
                    <a:pt x="15545" y="1807"/>
                    <a:pt x="15443" y="1694"/>
                    <a:pt x="15388" y="1858"/>
                  </a:cubicBezTo>
                  <a:cubicBezTo>
                    <a:pt x="15277" y="2193"/>
                    <a:pt x="15200" y="2391"/>
                    <a:pt x="15023" y="2584"/>
                  </a:cubicBezTo>
                  <a:cubicBezTo>
                    <a:pt x="14983" y="2624"/>
                    <a:pt x="14974" y="2719"/>
                    <a:pt x="14931" y="2742"/>
                  </a:cubicBezTo>
                  <a:cubicBezTo>
                    <a:pt x="14803" y="2816"/>
                    <a:pt x="14711" y="2737"/>
                    <a:pt x="14589" y="2833"/>
                  </a:cubicBezTo>
                  <a:cubicBezTo>
                    <a:pt x="14509" y="2895"/>
                    <a:pt x="14506" y="3128"/>
                    <a:pt x="14417" y="3128"/>
                  </a:cubicBezTo>
                  <a:cubicBezTo>
                    <a:pt x="14397" y="3128"/>
                    <a:pt x="14391" y="3082"/>
                    <a:pt x="14372" y="3082"/>
                  </a:cubicBezTo>
                  <a:lnTo>
                    <a:pt x="14372" y="2969"/>
                  </a:lnTo>
                  <a:cubicBezTo>
                    <a:pt x="14420" y="2725"/>
                    <a:pt x="14497" y="2601"/>
                    <a:pt x="14497" y="2335"/>
                  </a:cubicBezTo>
                  <a:cubicBezTo>
                    <a:pt x="14497" y="2278"/>
                    <a:pt x="14483" y="2249"/>
                    <a:pt x="14475" y="2198"/>
                  </a:cubicBezTo>
                  <a:cubicBezTo>
                    <a:pt x="14294" y="2255"/>
                    <a:pt x="14194" y="2085"/>
                    <a:pt x="14014" y="2085"/>
                  </a:cubicBezTo>
                  <a:cubicBezTo>
                    <a:pt x="13969" y="2085"/>
                    <a:pt x="13943" y="2102"/>
                    <a:pt x="13898" y="2108"/>
                  </a:cubicBezTo>
                  <a:cubicBezTo>
                    <a:pt x="13895" y="2215"/>
                    <a:pt x="13895" y="2271"/>
                    <a:pt x="13898" y="2380"/>
                  </a:cubicBezTo>
                  <a:lnTo>
                    <a:pt x="13800" y="2380"/>
                  </a:lnTo>
                  <a:cubicBezTo>
                    <a:pt x="13732" y="2261"/>
                    <a:pt x="13723" y="2040"/>
                    <a:pt x="13629" y="2040"/>
                  </a:cubicBezTo>
                  <a:cubicBezTo>
                    <a:pt x="13558" y="2040"/>
                    <a:pt x="13518" y="2085"/>
                    <a:pt x="13446" y="2085"/>
                  </a:cubicBezTo>
                  <a:cubicBezTo>
                    <a:pt x="13335" y="2085"/>
                    <a:pt x="13320" y="1801"/>
                    <a:pt x="13320" y="1580"/>
                  </a:cubicBezTo>
                  <a:cubicBezTo>
                    <a:pt x="13320" y="1427"/>
                    <a:pt x="13332" y="1348"/>
                    <a:pt x="13332" y="1195"/>
                  </a:cubicBezTo>
                  <a:cubicBezTo>
                    <a:pt x="13332" y="883"/>
                    <a:pt x="13249" y="725"/>
                    <a:pt x="13206" y="430"/>
                  </a:cubicBezTo>
                  <a:cubicBezTo>
                    <a:pt x="13186" y="284"/>
                    <a:pt x="13218" y="45"/>
                    <a:pt x="13138" y="45"/>
                  </a:cubicBezTo>
                  <a:cubicBezTo>
                    <a:pt x="13081" y="45"/>
                    <a:pt x="13052" y="114"/>
                    <a:pt x="12995" y="114"/>
                  </a:cubicBezTo>
                  <a:cubicBezTo>
                    <a:pt x="12832" y="114"/>
                    <a:pt x="12741" y="0"/>
                    <a:pt x="12578" y="0"/>
                  </a:cubicBezTo>
                  <a:cubicBezTo>
                    <a:pt x="12344" y="0"/>
                    <a:pt x="12224" y="198"/>
                    <a:pt x="12007" y="385"/>
                  </a:cubicBezTo>
                  <a:cubicBezTo>
                    <a:pt x="11967" y="419"/>
                    <a:pt x="11958" y="504"/>
                    <a:pt x="11916" y="521"/>
                  </a:cubicBezTo>
                  <a:cubicBezTo>
                    <a:pt x="11556" y="696"/>
                    <a:pt x="11344" y="566"/>
                    <a:pt x="10979" y="656"/>
                  </a:cubicBezTo>
                  <a:cubicBezTo>
                    <a:pt x="10816" y="696"/>
                    <a:pt x="10747" y="929"/>
                    <a:pt x="10584" y="929"/>
                  </a:cubicBezTo>
                  <a:cubicBezTo>
                    <a:pt x="10490" y="929"/>
                    <a:pt x="10439" y="883"/>
                    <a:pt x="10345" y="883"/>
                  </a:cubicBezTo>
                  <a:cubicBezTo>
                    <a:pt x="10179" y="883"/>
                    <a:pt x="10090" y="997"/>
                    <a:pt x="9927" y="1043"/>
                  </a:cubicBezTo>
                  <a:cubicBezTo>
                    <a:pt x="9825" y="1071"/>
                    <a:pt x="9753" y="1049"/>
                    <a:pt x="9653" y="1110"/>
                  </a:cubicBezTo>
                  <a:cubicBezTo>
                    <a:pt x="9565" y="1167"/>
                    <a:pt x="9542" y="1360"/>
                    <a:pt x="9448" y="1360"/>
                  </a:cubicBezTo>
                  <a:cubicBezTo>
                    <a:pt x="9356" y="1360"/>
                    <a:pt x="9311" y="1224"/>
                    <a:pt x="9219" y="1224"/>
                  </a:cubicBezTo>
                  <a:cubicBezTo>
                    <a:pt x="9102" y="1224"/>
                    <a:pt x="9040" y="1337"/>
                    <a:pt x="8922" y="1337"/>
                  </a:cubicBezTo>
                  <a:cubicBezTo>
                    <a:pt x="8834" y="1337"/>
                    <a:pt x="8782" y="1292"/>
                    <a:pt x="8694" y="1292"/>
                  </a:cubicBezTo>
                  <a:cubicBezTo>
                    <a:pt x="8543" y="1292"/>
                    <a:pt x="8477" y="1592"/>
                    <a:pt x="8454" y="1893"/>
                  </a:cubicBezTo>
                  <a:cubicBezTo>
                    <a:pt x="8511" y="1864"/>
                    <a:pt x="8545" y="1858"/>
                    <a:pt x="8603" y="1893"/>
                  </a:cubicBezTo>
                  <a:cubicBezTo>
                    <a:pt x="8594" y="2011"/>
                    <a:pt x="8600" y="2091"/>
                    <a:pt x="8580" y="2198"/>
                  </a:cubicBezTo>
                  <a:cubicBezTo>
                    <a:pt x="8563" y="2288"/>
                    <a:pt x="8499" y="2300"/>
                    <a:pt x="8499" y="2402"/>
                  </a:cubicBezTo>
                  <a:cubicBezTo>
                    <a:pt x="8499" y="2719"/>
                    <a:pt x="8711" y="2668"/>
                    <a:pt x="8854" y="2810"/>
                  </a:cubicBezTo>
                  <a:cubicBezTo>
                    <a:pt x="8799" y="2895"/>
                    <a:pt x="8754" y="2946"/>
                    <a:pt x="8683" y="2946"/>
                  </a:cubicBezTo>
                  <a:cubicBezTo>
                    <a:pt x="8625" y="2946"/>
                    <a:pt x="8591" y="2901"/>
                    <a:pt x="8534" y="2901"/>
                  </a:cubicBezTo>
                  <a:cubicBezTo>
                    <a:pt x="8417" y="2901"/>
                    <a:pt x="8371" y="3088"/>
                    <a:pt x="8282" y="3241"/>
                  </a:cubicBezTo>
                  <a:cubicBezTo>
                    <a:pt x="8183" y="3411"/>
                    <a:pt x="8066" y="3502"/>
                    <a:pt x="8066" y="3762"/>
                  </a:cubicBezTo>
                  <a:cubicBezTo>
                    <a:pt x="8066" y="4046"/>
                    <a:pt x="8203" y="4159"/>
                    <a:pt x="8203" y="4443"/>
                  </a:cubicBezTo>
                  <a:cubicBezTo>
                    <a:pt x="8203" y="4821"/>
                    <a:pt x="7849" y="4743"/>
                    <a:pt x="7849" y="5122"/>
                  </a:cubicBezTo>
                  <a:cubicBezTo>
                    <a:pt x="7849" y="5394"/>
                    <a:pt x="8034" y="5326"/>
                    <a:pt x="8146" y="5485"/>
                  </a:cubicBezTo>
                  <a:cubicBezTo>
                    <a:pt x="8294" y="5695"/>
                    <a:pt x="8360" y="6006"/>
                    <a:pt x="8545" y="6006"/>
                  </a:cubicBezTo>
                  <a:lnTo>
                    <a:pt x="8545" y="6183"/>
                  </a:lnTo>
                  <a:cubicBezTo>
                    <a:pt x="8545" y="6414"/>
                    <a:pt x="8385" y="6392"/>
                    <a:pt x="8271" y="6437"/>
                  </a:cubicBezTo>
                  <a:cubicBezTo>
                    <a:pt x="8205" y="6460"/>
                    <a:pt x="8168" y="6528"/>
                    <a:pt x="8100" y="6528"/>
                  </a:cubicBezTo>
                  <a:cubicBezTo>
                    <a:pt x="7997" y="6528"/>
                    <a:pt x="7943" y="6420"/>
                    <a:pt x="7849" y="6346"/>
                  </a:cubicBezTo>
                  <a:cubicBezTo>
                    <a:pt x="7817" y="6222"/>
                    <a:pt x="7769" y="6097"/>
                    <a:pt x="7700" y="6097"/>
                  </a:cubicBezTo>
                  <a:cubicBezTo>
                    <a:pt x="7554" y="6097"/>
                    <a:pt x="7475" y="6300"/>
                    <a:pt x="7403" y="6550"/>
                  </a:cubicBezTo>
                  <a:cubicBezTo>
                    <a:pt x="7283" y="6470"/>
                    <a:pt x="7251" y="6295"/>
                    <a:pt x="7140" y="6187"/>
                  </a:cubicBezTo>
                  <a:cubicBezTo>
                    <a:pt x="7069" y="6119"/>
                    <a:pt x="7000" y="6091"/>
                    <a:pt x="6980" y="5939"/>
                  </a:cubicBezTo>
                  <a:cubicBezTo>
                    <a:pt x="6940" y="5638"/>
                    <a:pt x="6977" y="5389"/>
                    <a:pt x="6866" y="5168"/>
                  </a:cubicBezTo>
                  <a:cubicBezTo>
                    <a:pt x="6783" y="5004"/>
                    <a:pt x="6697" y="4998"/>
                    <a:pt x="6592" y="4895"/>
                  </a:cubicBezTo>
                  <a:cubicBezTo>
                    <a:pt x="6521" y="4828"/>
                    <a:pt x="6500" y="4669"/>
                    <a:pt x="6420" y="4669"/>
                  </a:cubicBezTo>
                  <a:cubicBezTo>
                    <a:pt x="6355" y="4669"/>
                    <a:pt x="6334" y="4828"/>
                    <a:pt x="6269" y="4828"/>
                  </a:cubicBezTo>
                  <a:cubicBezTo>
                    <a:pt x="6046" y="4828"/>
                    <a:pt x="5923" y="4821"/>
                    <a:pt x="5701" y="4821"/>
                  </a:cubicBezTo>
                  <a:cubicBezTo>
                    <a:pt x="5595" y="4573"/>
                    <a:pt x="5464" y="4641"/>
                    <a:pt x="5324" y="4487"/>
                  </a:cubicBezTo>
                  <a:cubicBezTo>
                    <a:pt x="5235" y="4391"/>
                    <a:pt x="5198" y="4216"/>
                    <a:pt x="5095" y="4216"/>
                  </a:cubicBezTo>
                  <a:cubicBezTo>
                    <a:pt x="5015" y="4216"/>
                    <a:pt x="5018" y="4408"/>
                    <a:pt x="4970" y="4534"/>
                  </a:cubicBezTo>
                  <a:cubicBezTo>
                    <a:pt x="4913" y="4431"/>
                    <a:pt x="4913" y="4312"/>
                    <a:pt x="4867" y="4193"/>
                  </a:cubicBezTo>
                  <a:cubicBezTo>
                    <a:pt x="4830" y="4097"/>
                    <a:pt x="4764" y="4108"/>
                    <a:pt x="4729" y="4011"/>
                  </a:cubicBezTo>
                  <a:cubicBezTo>
                    <a:pt x="4667" y="3842"/>
                    <a:pt x="4693" y="3592"/>
                    <a:pt x="4593" y="3536"/>
                  </a:cubicBezTo>
                  <a:cubicBezTo>
                    <a:pt x="4539" y="3507"/>
                    <a:pt x="4501" y="3513"/>
                    <a:pt x="4444" y="3513"/>
                  </a:cubicBezTo>
                  <a:cubicBezTo>
                    <a:pt x="4367" y="3507"/>
                    <a:pt x="4298" y="3581"/>
                    <a:pt x="4250" y="3468"/>
                  </a:cubicBezTo>
                  <a:cubicBezTo>
                    <a:pt x="4124" y="3172"/>
                    <a:pt x="4076" y="2788"/>
                    <a:pt x="3878" y="2788"/>
                  </a:cubicBezTo>
                  <a:cubicBezTo>
                    <a:pt x="3747" y="2788"/>
                    <a:pt x="3676" y="2924"/>
                    <a:pt x="3545" y="2924"/>
                  </a:cubicBezTo>
                  <a:cubicBezTo>
                    <a:pt x="3516" y="2924"/>
                    <a:pt x="3502" y="2906"/>
                    <a:pt x="3473" y="2901"/>
                  </a:cubicBezTo>
                  <a:cubicBezTo>
                    <a:pt x="3487" y="2788"/>
                    <a:pt x="3519" y="2725"/>
                    <a:pt x="3519" y="2607"/>
                  </a:cubicBezTo>
                  <a:cubicBezTo>
                    <a:pt x="3519" y="2493"/>
                    <a:pt x="3439" y="2515"/>
                    <a:pt x="3382" y="2515"/>
                  </a:cubicBezTo>
                  <a:cubicBezTo>
                    <a:pt x="3225" y="2515"/>
                    <a:pt x="3148" y="2675"/>
                    <a:pt x="3005" y="2788"/>
                  </a:cubicBezTo>
                  <a:cubicBezTo>
                    <a:pt x="2867" y="2901"/>
                    <a:pt x="2773" y="2884"/>
                    <a:pt x="2628" y="2924"/>
                  </a:cubicBezTo>
                  <a:cubicBezTo>
                    <a:pt x="2476" y="2969"/>
                    <a:pt x="2405" y="3105"/>
                    <a:pt x="2262" y="3219"/>
                  </a:cubicBezTo>
                  <a:cubicBezTo>
                    <a:pt x="2197" y="3270"/>
                    <a:pt x="2131" y="3219"/>
                    <a:pt x="2079" y="3309"/>
                  </a:cubicBezTo>
                  <a:cubicBezTo>
                    <a:pt x="2028" y="3399"/>
                    <a:pt x="2060" y="3542"/>
                    <a:pt x="2034" y="3671"/>
                  </a:cubicBezTo>
                  <a:cubicBezTo>
                    <a:pt x="2019" y="3740"/>
                    <a:pt x="1977" y="3774"/>
                    <a:pt x="1977" y="3853"/>
                  </a:cubicBezTo>
                  <a:cubicBezTo>
                    <a:pt x="1977" y="3989"/>
                    <a:pt x="2011" y="4057"/>
                    <a:pt x="2011" y="4193"/>
                  </a:cubicBezTo>
                  <a:cubicBezTo>
                    <a:pt x="2011" y="4420"/>
                    <a:pt x="1905" y="4487"/>
                    <a:pt x="1862" y="4692"/>
                  </a:cubicBezTo>
                  <a:cubicBezTo>
                    <a:pt x="1728" y="4397"/>
                    <a:pt x="1708" y="4154"/>
                    <a:pt x="1611" y="3807"/>
                  </a:cubicBezTo>
                  <a:cubicBezTo>
                    <a:pt x="1568" y="3649"/>
                    <a:pt x="1554" y="3445"/>
                    <a:pt x="1462" y="3445"/>
                  </a:cubicBezTo>
                  <a:cubicBezTo>
                    <a:pt x="1400" y="3445"/>
                    <a:pt x="1377" y="3559"/>
                    <a:pt x="1325" y="3626"/>
                  </a:cubicBezTo>
                  <a:cubicBezTo>
                    <a:pt x="1257" y="3717"/>
                    <a:pt x="1197" y="3751"/>
                    <a:pt x="1131" y="3853"/>
                  </a:cubicBezTo>
                  <a:cubicBezTo>
                    <a:pt x="1065" y="3956"/>
                    <a:pt x="1080" y="4142"/>
                    <a:pt x="1006" y="4216"/>
                  </a:cubicBezTo>
                  <a:cubicBezTo>
                    <a:pt x="905" y="4317"/>
                    <a:pt x="828" y="4283"/>
                    <a:pt x="720" y="4351"/>
                  </a:cubicBezTo>
                  <a:cubicBezTo>
                    <a:pt x="748" y="4493"/>
                    <a:pt x="754" y="4584"/>
                    <a:pt x="754" y="4737"/>
                  </a:cubicBezTo>
                  <a:cubicBezTo>
                    <a:pt x="754" y="4901"/>
                    <a:pt x="734" y="5038"/>
                    <a:pt x="663" y="5122"/>
                  </a:cubicBezTo>
                  <a:cubicBezTo>
                    <a:pt x="417" y="5366"/>
                    <a:pt x="271" y="5394"/>
                    <a:pt x="0" y="5462"/>
                  </a:cubicBezTo>
                  <a:lnTo>
                    <a:pt x="0" y="5661"/>
                  </a:lnTo>
                  <a:cubicBezTo>
                    <a:pt x="0" y="6193"/>
                    <a:pt x="240" y="6403"/>
                    <a:pt x="240" y="6935"/>
                  </a:cubicBezTo>
                  <a:cubicBezTo>
                    <a:pt x="240" y="7027"/>
                    <a:pt x="217" y="7077"/>
                    <a:pt x="217" y="7168"/>
                  </a:cubicBezTo>
                  <a:cubicBezTo>
                    <a:pt x="217" y="7201"/>
                    <a:pt x="229" y="7219"/>
                    <a:pt x="229" y="7253"/>
                  </a:cubicBezTo>
                  <a:lnTo>
                    <a:pt x="466" y="7253"/>
                  </a:lnTo>
                  <a:cubicBezTo>
                    <a:pt x="602" y="7253"/>
                    <a:pt x="654" y="7508"/>
                    <a:pt x="708" y="7751"/>
                  </a:cubicBezTo>
                  <a:cubicBezTo>
                    <a:pt x="771" y="8035"/>
                    <a:pt x="811" y="8222"/>
                    <a:pt x="811" y="8533"/>
                  </a:cubicBezTo>
                  <a:cubicBezTo>
                    <a:pt x="811" y="8676"/>
                    <a:pt x="731" y="8720"/>
                    <a:pt x="731" y="8862"/>
                  </a:cubicBezTo>
                  <a:cubicBezTo>
                    <a:pt x="731" y="8941"/>
                    <a:pt x="777" y="8970"/>
                    <a:pt x="789" y="9044"/>
                  </a:cubicBezTo>
                  <a:cubicBezTo>
                    <a:pt x="820" y="9224"/>
                    <a:pt x="801" y="9357"/>
                    <a:pt x="801" y="9549"/>
                  </a:cubicBezTo>
                  <a:cubicBezTo>
                    <a:pt x="801" y="9549"/>
                    <a:pt x="801" y="9549"/>
                    <a:pt x="801" y="9549"/>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56" name="Shape 4948"/>
            <p:cNvSpPr/>
            <p:nvPr/>
          </p:nvSpPr>
          <p:spPr>
            <a:xfrm>
              <a:off x="1726764" y="3066114"/>
              <a:ext cx="858239" cy="662464"/>
            </a:xfrm>
            <a:custGeom>
              <a:avLst/>
              <a:gdLst/>
              <a:ahLst/>
              <a:cxnLst>
                <a:cxn ang="0">
                  <a:pos x="wd2" y="hd2"/>
                </a:cxn>
                <a:cxn ang="5400000">
                  <a:pos x="wd2" y="hd2"/>
                </a:cxn>
                <a:cxn ang="10800000">
                  <a:pos x="wd2" y="hd2"/>
                </a:cxn>
                <a:cxn ang="16200000">
                  <a:pos x="wd2" y="hd2"/>
                </a:cxn>
              </a:cxnLst>
              <a:rect l="0" t="0" r="r" b="b"/>
              <a:pathLst>
                <a:path w="21600" h="21581" extrusionOk="0">
                  <a:moveTo>
                    <a:pt x="954" y="149"/>
                  </a:moveTo>
                  <a:cubicBezTo>
                    <a:pt x="935" y="188"/>
                    <a:pt x="918" y="230"/>
                    <a:pt x="904" y="273"/>
                  </a:cubicBezTo>
                  <a:cubicBezTo>
                    <a:pt x="716" y="395"/>
                    <a:pt x="618" y="575"/>
                    <a:pt x="618" y="839"/>
                  </a:cubicBezTo>
                  <a:cubicBezTo>
                    <a:pt x="618" y="1131"/>
                    <a:pt x="670" y="1288"/>
                    <a:pt x="693" y="1579"/>
                  </a:cubicBezTo>
                  <a:cubicBezTo>
                    <a:pt x="704" y="1747"/>
                    <a:pt x="659" y="1874"/>
                    <a:pt x="723" y="2009"/>
                  </a:cubicBezTo>
                  <a:cubicBezTo>
                    <a:pt x="772" y="2112"/>
                    <a:pt x="859" y="2141"/>
                    <a:pt x="859" y="2263"/>
                  </a:cubicBezTo>
                  <a:cubicBezTo>
                    <a:pt x="1112" y="2038"/>
                    <a:pt x="1093" y="1716"/>
                    <a:pt x="1190" y="1346"/>
                  </a:cubicBezTo>
                  <a:cubicBezTo>
                    <a:pt x="1229" y="1200"/>
                    <a:pt x="1391" y="1235"/>
                    <a:pt x="1431" y="1093"/>
                  </a:cubicBezTo>
                  <a:cubicBezTo>
                    <a:pt x="1478" y="942"/>
                    <a:pt x="1443" y="809"/>
                    <a:pt x="1522" y="684"/>
                  </a:cubicBezTo>
                  <a:cubicBezTo>
                    <a:pt x="1620" y="531"/>
                    <a:pt x="1748" y="546"/>
                    <a:pt x="1903" y="546"/>
                  </a:cubicBezTo>
                  <a:lnTo>
                    <a:pt x="2272" y="546"/>
                  </a:lnTo>
                  <a:cubicBezTo>
                    <a:pt x="2461" y="546"/>
                    <a:pt x="2699" y="590"/>
                    <a:pt x="2699" y="834"/>
                  </a:cubicBezTo>
                  <a:lnTo>
                    <a:pt x="2699" y="1371"/>
                  </a:lnTo>
                  <a:cubicBezTo>
                    <a:pt x="2699" y="1654"/>
                    <a:pt x="2653" y="1814"/>
                    <a:pt x="2653" y="2097"/>
                  </a:cubicBezTo>
                  <a:cubicBezTo>
                    <a:pt x="2653" y="2224"/>
                    <a:pt x="2637" y="2292"/>
                    <a:pt x="2653" y="2419"/>
                  </a:cubicBezTo>
                  <a:cubicBezTo>
                    <a:pt x="2682" y="2668"/>
                    <a:pt x="2875" y="2683"/>
                    <a:pt x="2999" y="2868"/>
                  </a:cubicBezTo>
                  <a:cubicBezTo>
                    <a:pt x="3169" y="3117"/>
                    <a:pt x="3233" y="3326"/>
                    <a:pt x="3300" y="3648"/>
                  </a:cubicBezTo>
                  <a:cubicBezTo>
                    <a:pt x="3327" y="3781"/>
                    <a:pt x="3406" y="3840"/>
                    <a:pt x="3406" y="3977"/>
                  </a:cubicBezTo>
                  <a:cubicBezTo>
                    <a:pt x="3406" y="4054"/>
                    <a:pt x="3395" y="4097"/>
                    <a:pt x="3391" y="4176"/>
                  </a:cubicBezTo>
                  <a:lnTo>
                    <a:pt x="3048" y="4176"/>
                  </a:lnTo>
                  <a:cubicBezTo>
                    <a:pt x="2905" y="4176"/>
                    <a:pt x="2901" y="4439"/>
                    <a:pt x="2923" y="4625"/>
                  </a:cubicBezTo>
                  <a:cubicBezTo>
                    <a:pt x="2743" y="4545"/>
                    <a:pt x="2653" y="4448"/>
                    <a:pt x="2465" y="4448"/>
                  </a:cubicBezTo>
                  <a:cubicBezTo>
                    <a:pt x="2363" y="4448"/>
                    <a:pt x="2317" y="4566"/>
                    <a:pt x="2215" y="4566"/>
                  </a:cubicBezTo>
                  <a:cubicBezTo>
                    <a:pt x="1975" y="4566"/>
                    <a:pt x="1967" y="4132"/>
                    <a:pt x="1733" y="4060"/>
                  </a:cubicBezTo>
                  <a:cubicBezTo>
                    <a:pt x="1688" y="4200"/>
                    <a:pt x="1597" y="4293"/>
                    <a:pt x="1478" y="4293"/>
                  </a:cubicBezTo>
                  <a:cubicBezTo>
                    <a:pt x="1304" y="4293"/>
                    <a:pt x="1213" y="4157"/>
                    <a:pt x="1039" y="4157"/>
                  </a:cubicBezTo>
                  <a:cubicBezTo>
                    <a:pt x="1020" y="3752"/>
                    <a:pt x="1096" y="3376"/>
                    <a:pt x="844" y="3142"/>
                  </a:cubicBezTo>
                  <a:cubicBezTo>
                    <a:pt x="625" y="3424"/>
                    <a:pt x="614" y="3678"/>
                    <a:pt x="467" y="4019"/>
                  </a:cubicBezTo>
                  <a:cubicBezTo>
                    <a:pt x="361" y="4267"/>
                    <a:pt x="274" y="4317"/>
                    <a:pt x="165" y="4566"/>
                  </a:cubicBezTo>
                  <a:lnTo>
                    <a:pt x="0" y="5580"/>
                  </a:lnTo>
                  <a:lnTo>
                    <a:pt x="0" y="6028"/>
                  </a:lnTo>
                  <a:lnTo>
                    <a:pt x="30" y="6126"/>
                  </a:lnTo>
                  <a:cubicBezTo>
                    <a:pt x="219" y="5883"/>
                    <a:pt x="279" y="5678"/>
                    <a:pt x="361" y="5347"/>
                  </a:cubicBezTo>
                  <a:cubicBezTo>
                    <a:pt x="494" y="5400"/>
                    <a:pt x="539" y="5531"/>
                    <a:pt x="648" y="5638"/>
                  </a:cubicBezTo>
                  <a:cubicBezTo>
                    <a:pt x="852" y="5844"/>
                    <a:pt x="1145" y="5873"/>
                    <a:pt x="1145" y="6205"/>
                  </a:cubicBezTo>
                  <a:cubicBezTo>
                    <a:pt x="1145" y="6259"/>
                    <a:pt x="1134" y="6287"/>
                    <a:pt x="1130" y="6342"/>
                  </a:cubicBezTo>
                  <a:lnTo>
                    <a:pt x="950" y="6342"/>
                  </a:lnTo>
                  <a:lnTo>
                    <a:pt x="888" y="6303"/>
                  </a:lnTo>
                  <a:lnTo>
                    <a:pt x="768" y="6303"/>
                  </a:lnTo>
                  <a:lnTo>
                    <a:pt x="768" y="6595"/>
                  </a:lnTo>
                  <a:cubicBezTo>
                    <a:pt x="1017" y="6595"/>
                    <a:pt x="1327" y="6664"/>
                    <a:pt x="1327" y="6985"/>
                  </a:cubicBezTo>
                  <a:cubicBezTo>
                    <a:pt x="1327" y="7234"/>
                    <a:pt x="1112" y="7356"/>
                    <a:pt x="919" y="7356"/>
                  </a:cubicBezTo>
                  <a:cubicBezTo>
                    <a:pt x="595" y="7356"/>
                    <a:pt x="458" y="7054"/>
                    <a:pt x="225" y="6751"/>
                  </a:cubicBezTo>
                  <a:lnTo>
                    <a:pt x="173" y="6809"/>
                  </a:lnTo>
                  <a:lnTo>
                    <a:pt x="173" y="7687"/>
                  </a:lnTo>
                  <a:cubicBezTo>
                    <a:pt x="366" y="7687"/>
                    <a:pt x="478" y="7630"/>
                    <a:pt x="670" y="7630"/>
                  </a:cubicBezTo>
                  <a:cubicBezTo>
                    <a:pt x="881" y="7630"/>
                    <a:pt x="897" y="7981"/>
                    <a:pt x="919" y="8255"/>
                  </a:cubicBezTo>
                  <a:cubicBezTo>
                    <a:pt x="938" y="8488"/>
                    <a:pt x="1025" y="8605"/>
                    <a:pt x="1025" y="8838"/>
                  </a:cubicBezTo>
                  <a:cubicBezTo>
                    <a:pt x="1025" y="9108"/>
                    <a:pt x="934" y="9258"/>
                    <a:pt x="799" y="9463"/>
                  </a:cubicBezTo>
                  <a:cubicBezTo>
                    <a:pt x="727" y="9575"/>
                    <a:pt x="621" y="9561"/>
                    <a:pt x="558" y="9678"/>
                  </a:cubicBezTo>
                  <a:cubicBezTo>
                    <a:pt x="425" y="9922"/>
                    <a:pt x="489" y="10137"/>
                    <a:pt x="453" y="10439"/>
                  </a:cubicBezTo>
                  <a:cubicBezTo>
                    <a:pt x="350" y="11229"/>
                    <a:pt x="45" y="11609"/>
                    <a:pt x="45" y="12400"/>
                  </a:cubicBezTo>
                  <a:cubicBezTo>
                    <a:pt x="45" y="12625"/>
                    <a:pt x="52" y="12790"/>
                    <a:pt x="59" y="12968"/>
                  </a:cubicBezTo>
                  <a:lnTo>
                    <a:pt x="59" y="12968"/>
                  </a:lnTo>
                  <a:cubicBezTo>
                    <a:pt x="572" y="13006"/>
                    <a:pt x="768" y="13658"/>
                    <a:pt x="1281" y="13658"/>
                  </a:cubicBezTo>
                  <a:cubicBezTo>
                    <a:pt x="1447" y="13658"/>
                    <a:pt x="1469" y="13415"/>
                    <a:pt x="1582" y="13269"/>
                  </a:cubicBezTo>
                  <a:cubicBezTo>
                    <a:pt x="1861" y="12907"/>
                    <a:pt x="1936" y="12372"/>
                    <a:pt x="2337" y="12372"/>
                  </a:cubicBezTo>
                  <a:cubicBezTo>
                    <a:pt x="2456" y="12372"/>
                    <a:pt x="2517" y="12448"/>
                    <a:pt x="2637" y="12448"/>
                  </a:cubicBezTo>
                  <a:cubicBezTo>
                    <a:pt x="2901" y="12448"/>
                    <a:pt x="3037" y="12254"/>
                    <a:pt x="3300" y="12254"/>
                  </a:cubicBezTo>
                  <a:cubicBezTo>
                    <a:pt x="3618" y="12254"/>
                    <a:pt x="3738" y="12644"/>
                    <a:pt x="4054" y="12644"/>
                  </a:cubicBezTo>
                  <a:cubicBezTo>
                    <a:pt x="4364" y="12644"/>
                    <a:pt x="4470" y="12214"/>
                    <a:pt x="4778" y="12214"/>
                  </a:cubicBezTo>
                  <a:cubicBezTo>
                    <a:pt x="5096" y="12214"/>
                    <a:pt x="5252" y="12448"/>
                    <a:pt x="5569" y="12448"/>
                  </a:cubicBezTo>
                  <a:lnTo>
                    <a:pt x="6166" y="12448"/>
                  </a:lnTo>
                  <a:lnTo>
                    <a:pt x="6527" y="12331"/>
                  </a:lnTo>
                  <a:lnTo>
                    <a:pt x="6889" y="12331"/>
                  </a:lnTo>
                  <a:cubicBezTo>
                    <a:pt x="6889" y="12693"/>
                    <a:pt x="6798" y="13005"/>
                    <a:pt x="6979" y="13269"/>
                  </a:cubicBezTo>
                  <a:cubicBezTo>
                    <a:pt x="7099" y="13453"/>
                    <a:pt x="7280" y="13376"/>
                    <a:pt x="7461" y="13464"/>
                  </a:cubicBezTo>
                  <a:cubicBezTo>
                    <a:pt x="7611" y="13531"/>
                    <a:pt x="7680" y="13677"/>
                    <a:pt x="7823" y="13775"/>
                  </a:cubicBezTo>
                  <a:cubicBezTo>
                    <a:pt x="8124" y="13990"/>
                    <a:pt x="8222" y="14302"/>
                    <a:pt x="8547" y="14439"/>
                  </a:cubicBezTo>
                  <a:cubicBezTo>
                    <a:pt x="8765" y="14527"/>
                    <a:pt x="8976" y="14371"/>
                    <a:pt x="9149" y="14556"/>
                  </a:cubicBezTo>
                  <a:cubicBezTo>
                    <a:pt x="9647" y="15093"/>
                    <a:pt x="9496" y="16313"/>
                    <a:pt x="10152" y="16313"/>
                  </a:cubicBezTo>
                  <a:cubicBezTo>
                    <a:pt x="10348" y="16313"/>
                    <a:pt x="10461" y="16331"/>
                    <a:pt x="10657" y="16331"/>
                  </a:cubicBezTo>
                  <a:cubicBezTo>
                    <a:pt x="10686" y="16780"/>
                    <a:pt x="10603" y="17171"/>
                    <a:pt x="10868" y="17444"/>
                  </a:cubicBezTo>
                  <a:cubicBezTo>
                    <a:pt x="11245" y="17843"/>
                    <a:pt x="11772" y="17843"/>
                    <a:pt x="11833" y="18478"/>
                  </a:cubicBezTo>
                  <a:lnTo>
                    <a:pt x="11650" y="20072"/>
                  </a:lnTo>
                  <a:lnTo>
                    <a:pt x="11650" y="20072"/>
                  </a:lnTo>
                  <a:cubicBezTo>
                    <a:pt x="11907" y="20257"/>
                    <a:pt x="11946" y="20467"/>
                    <a:pt x="12135" y="20760"/>
                  </a:cubicBezTo>
                  <a:cubicBezTo>
                    <a:pt x="12286" y="20996"/>
                    <a:pt x="12520" y="20838"/>
                    <a:pt x="12737" y="20957"/>
                  </a:cubicBezTo>
                  <a:cubicBezTo>
                    <a:pt x="12978" y="21082"/>
                    <a:pt x="13039" y="21384"/>
                    <a:pt x="13279" y="21502"/>
                  </a:cubicBezTo>
                  <a:cubicBezTo>
                    <a:pt x="13498" y="21600"/>
                    <a:pt x="13649" y="21579"/>
                    <a:pt x="13883" y="21579"/>
                  </a:cubicBezTo>
                  <a:cubicBezTo>
                    <a:pt x="14433" y="21579"/>
                    <a:pt x="14561" y="20760"/>
                    <a:pt x="14637" y="20048"/>
                  </a:cubicBezTo>
                  <a:cubicBezTo>
                    <a:pt x="15157" y="20039"/>
                    <a:pt x="15451" y="20058"/>
                    <a:pt x="15970" y="20058"/>
                  </a:cubicBezTo>
                  <a:cubicBezTo>
                    <a:pt x="16227" y="20058"/>
                    <a:pt x="16370" y="19980"/>
                    <a:pt x="16627" y="19941"/>
                  </a:cubicBezTo>
                  <a:cubicBezTo>
                    <a:pt x="16867" y="19912"/>
                    <a:pt x="17057" y="19990"/>
                    <a:pt x="17229" y="19785"/>
                  </a:cubicBezTo>
                  <a:cubicBezTo>
                    <a:pt x="17410" y="19571"/>
                    <a:pt x="17418" y="19326"/>
                    <a:pt x="17531" y="19044"/>
                  </a:cubicBezTo>
                  <a:cubicBezTo>
                    <a:pt x="17666" y="18693"/>
                    <a:pt x="17923" y="18536"/>
                    <a:pt x="17923" y="18136"/>
                  </a:cubicBezTo>
                  <a:lnTo>
                    <a:pt x="17923" y="17444"/>
                  </a:lnTo>
                  <a:lnTo>
                    <a:pt x="18549" y="17444"/>
                  </a:lnTo>
                  <a:cubicBezTo>
                    <a:pt x="18850" y="17444"/>
                    <a:pt x="19046" y="17366"/>
                    <a:pt x="19279" y="17132"/>
                  </a:cubicBezTo>
                  <a:cubicBezTo>
                    <a:pt x="19482" y="16928"/>
                    <a:pt x="19468" y="16469"/>
                    <a:pt x="19731" y="16469"/>
                  </a:cubicBezTo>
                  <a:cubicBezTo>
                    <a:pt x="20455" y="16469"/>
                    <a:pt x="20736" y="16875"/>
                    <a:pt x="21362" y="17343"/>
                  </a:cubicBezTo>
                  <a:lnTo>
                    <a:pt x="21362" y="17343"/>
                  </a:lnTo>
                  <a:cubicBezTo>
                    <a:pt x="21393" y="16875"/>
                    <a:pt x="21600" y="16664"/>
                    <a:pt x="21600" y="16194"/>
                  </a:cubicBezTo>
                  <a:cubicBezTo>
                    <a:pt x="21600" y="15541"/>
                    <a:pt x="21126" y="15326"/>
                    <a:pt x="20726" y="14946"/>
                  </a:cubicBezTo>
                  <a:cubicBezTo>
                    <a:pt x="20040" y="14283"/>
                    <a:pt x="19574" y="14039"/>
                    <a:pt x="18857" y="13424"/>
                  </a:cubicBezTo>
                  <a:cubicBezTo>
                    <a:pt x="18306" y="12956"/>
                    <a:pt x="18096" y="12479"/>
                    <a:pt x="17501" y="12097"/>
                  </a:cubicBezTo>
                  <a:cubicBezTo>
                    <a:pt x="16815" y="11659"/>
                    <a:pt x="16453" y="11219"/>
                    <a:pt x="16054" y="10381"/>
                  </a:cubicBezTo>
                  <a:cubicBezTo>
                    <a:pt x="15842" y="9941"/>
                    <a:pt x="15571" y="9795"/>
                    <a:pt x="15480" y="9287"/>
                  </a:cubicBezTo>
                  <a:cubicBezTo>
                    <a:pt x="15420" y="8917"/>
                    <a:pt x="15480" y="8654"/>
                    <a:pt x="15361" y="8312"/>
                  </a:cubicBezTo>
                  <a:cubicBezTo>
                    <a:pt x="15112" y="7591"/>
                    <a:pt x="14961" y="7171"/>
                    <a:pt x="14816" y="6399"/>
                  </a:cubicBezTo>
                  <a:cubicBezTo>
                    <a:pt x="14643" y="5493"/>
                    <a:pt x="14109" y="5131"/>
                    <a:pt x="13430" y="4838"/>
                  </a:cubicBezTo>
                  <a:cubicBezTo>
                    <a:pt x="12964" y="4643"/>
                    <a:pt x="12405" y="4517"/>
                    <a:pt x="12405" y="3873"/>
                  </a:cubicBezTo>
                  <a:lnTo>
                    <a:pt x="12405" y="3034"/>
                  </a:lnTo>
                  <a:cubicBezTo>
                    <a:pt x="12405" y="2878"/>
                    <a:pt x="12466" y="2790"/>
                    <a:pt x="12466" y="2634"/>
                  </a:cubicBezTo>
                  <a:cubicBezTo>
                    <a:pt x="12466" y="2029"/>
                    <a:pt x="11939" y="1931"/>
                    <a:pt x="11531" y="1638"/>
                  </a:cubicBezTo>
                  <a:cubicBezTo>
                    <a:pt x="11207" y="1415"/>
                    <a:pt x="11125" y="897"/>
                    <a:pt x="10748" y="897"/>
                  </a:cubicBezTo>
                  <a:cubicBezTo>
                    <a:pt x="10325" y="897"/>
                    <a:pt x="9972" y="1073"/>
                    <a:pt x="9782" y="1561"/>
                  </a:cubicBezTo>
                  <a:cubicBezTo>
                    <a:pt x="9609" y="1561"/>
                    <a:pt x="9511" y="1522"/>
                    <a:pt x="9338" y="1522"/>
                  </a:cubicBezTo>
                  <a:cubicBezTo>
                    <a:pt x="8840" y="1522"/>
                    <a:pt x="8591" y="1952"/>
                    <a:pt x="8094" y="1952"/>
                  </a:cubicBezTo>
                  <a:cubicBezTo>
                    <a:pt x="8019" y="1952"/>
                    <a:pt x="7989" y="1874"/>
                    <a:pt x="7913" y="1874"/>
                  </a:cubicBezTo>
                  <a:cubicBezTo>
                    <a:pt x="7635" y="1874"/>
                    <a:pt x="7597" y="2313"/>
                    <a:pt x="7521" y="2654"/>
                  </a:cubicBezTo>
                  <a:cubicBezTo>
                    <a:pt x="7401" y="3200"/>
                    <a:pt x="7182" y="3746"/>
                    <a:pt x="6738" y="3746"/>
                  </a:cubicBezTo>
                  <a:cubicBezTo>
                    <a:pt x="6459" y="3746"/>
                    <a:pt x="6322" y="3551"/>
                    <a:pt x="6074" y="3394"/>
                  </a:cubicBezTo>
                  <a:cubicBezTo>
                    <a:pt x="5713" y="3160"/>
                    <a:pt x="5437" y="3304"/>
                    <a:pt x="5053" y="3138"/>
                  </a:cubicBezTo>
                  <a:lnTo>
                    <a:pt x="5053" y="3138"/>
                  </a:lnTo>
                  <a:cubicBezTo>
                    <a:pt x="4909" y="3176"/>
                    <a:pt x="4831" y="3316"/>
                    <a:pt x="4680" y="3316"/>
                  </a:cubicBezTo>
                  <a:cubicBezTo>
                    <a:pt x="4635" y="3316"/>
                    <a:pt x="4612" y="3278"/>
                    <a:pt x="4567" y="3278"/>
                  </a:cubicBezTo>
                  <a:cubicBezTo>
                    <a:pt x="4470" y="2741"/>
                    <a:pt x="4221" y="2517"/>
                    <a:pt x="4085" y="1991"/>
                  </a:cubicBezTo>
                  <a:cubicBezTo>
                    <a:pt x="3880" y="1190"/>
                    <a:pt x="3836" y="664"/>
                    <a:pt x="3451" y="0"/>
                  </a:cubicBezTo>
                  <a:lnTo>
                    <a:pt x="954" y="149"/>
                  </a:lnTo>
                  <a:cubicBezTo>
                    <a:pt x="954" y="149"/>
                    <a:pt x="954" y="149"/>
                    <a:pt x="954" y="149"/>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57" name="Shape 4949"/>
            <p:cNvSpPr/>
            <p:nvPr/>
          </p:nvSpPr>
          <p:spPr>
            <a:xfrm>
              <a:off x="1926007" y="2877941"/>
              <a:ext cx="1094724" cy="740035"/>
            </a:xfrm>
            <a:custGeom>
              <a:avLst/>
              <a:gdLst/>
              <a:ahLst/>
              <a:cxnLst>
                <a:cxn ang="0">
                  <a:pos x="wd2" y="hd2"/>
                </a:cxn>
                <a:cxn ang="5400000">
                  <a:pos x="wd2" y="hd2"/>
                </a:cxn>
                <a:cxn ang="10800000">
                  <a:pos x="wd2" y="hd2"/>
                </a:cxn>
                <a:cxn ang="16200000">
                  <a:pos x="wd2" y="hd2"/>
                </a:cxn>
              </a:cxnLst>
              <a:rect l="0" t="0" r="r" b="b"/>
              <a:pathLst>
                <a:path w="21600" h="21600" extrusionOk="0">
                  <a:moveTo>
                    <a:pt x="5534" y="0"/>
                  </a:moveTo>
                  <a:cubicBezTo>
                    <a:pt x="5500" y="142"/>
                    <a:pt x="5467" y="239"/>
                    <a:pt x="5398" y="359"/>
                  </a:cubicBezTo>
                  <a:cubicBezTo>
                    <a:pt x="5255" y="600"/>
                    <a:pt x="5161" y="743"/>
                    <a:pt x="5090" y="1059"/>
                  </a:cubicBezTo>
                  <a:cubicBezTo>
                    <a:pt x="4960" y="1635"/>
                    <a:pt x="4904" y="1945"/>
                    <a:pt x="4807" y="2526"/>
                  </a:cubicBezTo>
                  <a:cubicBezTo>
                    <a:pt x="4954" y="2439"/>
                    <a:pt x="4972" y="2239"/>
                    <a:pt x="5019" y="2020"/>
                  </a:cubicBezTo>
                  <a:cubicBezTo>
                    <a:pt x="5093" y="1687"/>
                    <a:pt x="5194" y="1530"/>
                    <a:pt x="5351" y="1269"/>
                  </a:cubicBezTo>
                  <a:cubicBezTo>
                    <a:pt x="5444" y="1107"/>
                    <a:pt x="5459" y="948"/>
                    <a:pt x="5563" y="795"/>
                  </a:cubicBezTo>
                  <a:cubicBezTo>
                    <a:pt x="5637" y="688"/>
                    <a:pt x="5696" y="634"/>
                    <a:pt x="5753" y="500"/>
                  </a:cubicBezTo>
                  <a:cubicBezTo>
                    <a:pt x="5838" y="293"/>
                    <a:pt x="5867" y="150"/>
                    <a:pt x="6000" y="9"/>
                  </a:cubicBezTo>
                  <a:lnTo>
                    <a:pt x="6024" y="150"/>
                  </a:lnTo>
                  <a:lnTo>
                    <a:pt x="6024" y="800"/>
                  </a:lnTo>
                  <a:cubicBezTo>
                    <a:pt x="6024" y="948"/>
                    <a:pt x="6107" y="1015"/>
                    <a:pt x="6107" y="1163"/>
                  </a:cubicBezTo>
                  <a:cubicBezTo>
                    <a:pt x="6107" y="1337"/>
                    <a:pt x="6048" y="1425"/>
                    <a:pt x="6036" y="1600"/>
                  </a:cubicBezTo>
                  <a:cubicBezTo>
                    <a:pt x="6024" y="1770"/>
                    <a:pt x="6044" y="1906"/>
                    <a:pt x="5976" y="2037"/>
                  </a:cubicBezTo>
                  <a:cubicBezTo>
                    <a:pt x="5858" y="2269"/>
                    <a:pt x="5705" y="2386"/>
                    <a:pt x="5705" y="2680"/>
                  </a:cubicBezTo>
                  <a:lnTo>
                    <a:pt x="5705" y="2823"/>
                  </a:lnTo>
                  <a:lnTo>
                    <a:pt x="5847" y="2823"/>
                  </a:lnTo>
                  <a:lnTo>
                    <a:pt x="5941" y="2788"/>
                  </a:lnTo>
                  <a:cubicBezTo>
                    <a:pt x="6003" y="2908"/>
                    <a:pt x="6054" y="2998"/>
                    <a:pt x="6154" y="2998"/>
                  </a:cubicBezTo>
                  <a:cubicBezTo>
                    <a:pt x="6425" y="2998"/>
                    <a:pt x="6576" y="2693"/>
                    <a:pt x="6675" y="2317"/>
                  </a:cubicBezTo>
                  <a:cubicBezTo>
                    <a:pt x="6734" y="2085"/>
                    <a:pt x="6819" y="1930"/>
                    <a:pt x="6869" y="1743"/>
                  </a:cubicBezTo>
                  <a:lnTo>
                    <a:pt x="6869" y="1743"/>
                  </a:lnTo>
                  <a:cubicBezTo>
                    <a:pt x="7023" y="2197"/>
                    <a:pt x="7205" y="2273"/>
                    <a:pt x="7418" y="2649"/>
                  </a:cubicBezTo>
                  <a:cubicBezTo>
                    <a:pt x="7608" y="2982"/>
                    <a:pt x="7566" y="3313"/>
                    <a:pt x="7702" y="3698"/>
                  </a:cubicBezTo>
                  <a:cubicBezTo>
                    <a:pt x="7838" y="4083"/>
                    <a:pt x="7968" y="4275"/>
                    <a:pt x="8081" y="4677"/>
                  </a:cubicBezTo>
                  <a:cubicBezTo>
                    <a:pt x="8140" y="4895"/>
                    <a:pt x="8204" y="5027"/>
                    <a:pt x="8222" y="5271"/>
                  </a:cubicBezTo>
                  <a:cubicBezTo>
                    <a:pt x="8234" y="5420"/>
                    <a:pt x="8240" y="5620"/>
                    <a:pt x="8340" y="5620"/>
                  </a:cubicBezTo>
                  <a:cubicBezTo>
                    <a:pt x="8760" y="5620"/>
                    <a:pt x="8973" y="5306"/>
                    <a:pt x="9393" y="5306"/>
                  </a:cubicBezTo>
                  <a:cubicBezTo>
                    <a:pt x="9694" y="5306"/>
                    <a:pt x="9847" y="5568"/>
                    <a:pt x="10114" y="5762"/>
                  </a:cubicBezTo>
                  <a:cubicBezTo>
                    <a:pt x="10533" y="6067"/>
                    <a:pt x="10804" y="6216"/>
                    <a:pt x="11271" y="6216"/>
                  </a:cubicBezTo>
                  <a:cubicBezTo>
                    <a:pt x="11608" y="6216"/>
                    <a:pt x="11792" y="5971"/>
                    <a:pt x="12127" y="5971"/>
                  </a:cubicBezTo>
                  <a:lnTo>
                    <a:pt x="12500" y="5971"/>
                  </a:lnTo>
                  <a:cubicBezTo>
                    <a:pt x="12553" y="6599"/>
                    <a:pt x="12683" y="6915"/>
                    <a:pt x="12736" y="7544"/>
                  </a:cubicBezTo>
                  <a:cubicBezTo>
                    <a:pt x="12760" y="7868"/>
                    <a:pt x="12660" y="8121"/>
                    <a:pt x="12784" y="8383"/>
                  </a:cubicBezTo>
                  <a:cubicBezTo>
                    <a:pt x="12889" y="8619"/>
                    <a:pt x="13162" y="8575"/>
                    <a:pt x="13162" y="8864"/>
                  </a:cubicBezTo>
                  <a:lnTo>
                    <a:pt x="13162" y="9292"/>
                  </a:lnTo>
                  <a:cubicBezTo>
                    <a:pt x="13008" y="9327"/>
                    <a:pt x="12867" y="9336"/>
                    <a:pt x="12807" y="9537"/>
                  </a:cubicBezTo>
                  <a:cubicBezTo>
                    <a:pt x="12695" y="9913"/>
                    <a:pt x="12790" y="10184"/>
                    <a:pt x="12736" y="10587"/>
                  </a:cubicBezTo>
                  <a:cubicBezTo>
                    <a:pt x="12997" y="10708"/>
                    <a:pt x="13250" y="10568"/>
                    <a:pt x="13399" y="10900"/>
                  </a:cubicBezTo>
                  <a:cubicBezTo>
                    <a:pt x="13481" y="11093"/>
                    <a:pt x="13375" y="11267"/>
                    <a:pt x="13399" y="11494"/>
                  </a:cubicBezTo>
                  <a:cubicBezTo>
                    <a:pt x="13439" y="11871"/>
                    <a:pt x="13504" y="12177"/>
                    <a:pt x="13728" y="12369"/>
                  </a:cubicBezTo>
                  <a:cubicBezTo>
                    <a:pt x="13924" y="12535"/>
                    <a:pt x="14089" y="12438"/>
                    <a:pt x="14320" y="12473"/>
                  </a:cubicBezTo>
                  <a:cubicBezTo>
                    <a:pt x="14740" y="12535"/>
                    <a:pt x="14941" y="12858"/>
                    <a:pt x="15360" y="12858"/>
                  </a:cubicBezTo>
                  <a:cubicBezTo>
                    <a:pt x="15750" y="12858"/>
                    <a:pt x="15785" y="12185"/>
                    <a:pt x="16093" y="11844"/>
                  </a:cubicBezTo>
                  <a:cubicBezTo>
                    <a:pt x="16459" y="11442"/>
                    <a:pt x="16720" y="11311"/>
                    <a:pt x="17180" y="11145"/>
                  </a:cubicBezTo>
                  <a:cubicBezTo>
                    <a:pt x="17553" y="11014"/>
                    <a:pt x="17658" y="10638"/>
                    <a:pt x="18007" y="10446"/>
                  </a:cubicBezTo>
                  <a:cubicBezTo>
                    <a:pt x="18462" y="10201"/>
                    <a:pt x="18644" y="9902"/>
                    <a:pt x="19069" y="9562"/>
                  </a:cubicBezTo>
                  <a:lnTo>
                    <a:pt x="19069" y="9562"/>
                  </a:lnTo>
                  <a:cubicBezTo>
                    <a:pt x="19098" y="9859"/>
                    <a:pt x="19189" y="9991"/>
                    <a:pt x="19189" y="10288"/>
                  </a:cubicBezTo>
                  <a:cubicBezTo>
                    <a:pt x="19189" y="10428"/>
                    <a:pt x="19094" y="10481"/>
                    <a:pt x="19024" y="10551"/>
                  </a:cubicBezTo>
                  <a:cubicBezTo>
                    <a:pt x="18911" y="10664"/>
                    <a:pt x="18888" y="10839"/>
                    <a:pt x="18763" y="10934"/>
                  </a:cubicBezTo>
                  <a:cubicBezTo>
                    <a:pt x="18575" y="11093"/>
                    <a:pt x="18362" y="11207"/>
                    <a:pt x="18362" y="11530"/>
                  </a:cubicBezTo>
                  <a:cubicBezTo>
                    <a:pt x="18362" y="11696"/>
                    <a:pt x="18498" y="11696"/>
                    <a:pt x="18575" y="11809"/>
                  </a:cubicBezTo>
                  <a:cubicBezTo>
                    <a:pt x="18687" y="11977"/>
                    <a:pt x="18722" y="12194"/>
                    <a:pt x="18882" y="12194"/>
                  </a:cubicBezTo>
                  <a:cubicBezTo>
                    <a:pt x="18994" y="12194"/>
                    <a:pt x="19011" y="11993"/>
                    <a:pt x="19118" y="11949"/>
                  </a:cubicBezTo>
                  <a:cubicBezTo>
                    <a:pt x="19378" y="11844"/>
                    <a:pt x="19537" y="11844"/>
                    <a:pt x="19809" y="11844"/>
                  </a:cubicBezTo>
                  <a:lnTo>
                    <a:pt x="19934" y="11844"/>
                  </a:lnTo>
                  <a:cubicBezTo>
                    <a:pt x="19940" y="12019"/>
                    <a:pt x="19934" y="12124"/>
                    <a:pt x="19934" y="12299"/>
                  </a:cubicBezTo>
                  <a:cubicBezTo>
                    <a:pt x="19934" y="12700"/>
                    <a:pt x="20277" y="12700"/>
                    <a:pt x="20418" y="13034"/>
                  </a:cubicBezTo>
                  <a:cubicBezTo>
                    <a:pt x="20501" y="13225"/>
                    <a:pt x="20542" y="13488"/>
                    <a:pt x="20702" y="13488"/>
                  </a:cubicBezTo>
                  <a:cubicBezTo>
                    <a:pt x="20897" y="13488"/>
                    <a:pt x="21009" y="13383"/>
                    <a:pt x="21204" y="13383"/>
                  </a:cubicBezTo>
                  <a:cubicBezTo>
                    <a:pt x="21328" y="13383"/>
                    <a:pt x="21405" y="13409"/>
                    <a:pt x="21528" y="13400"/>
                  </a:cubicBezTo>
                  <a:cubicBezTo>
                    <a:pt x="21553" y="13453"/>
                    <a:pt x="21600" y="13488"/>
                    <a:pt x="21600" y="13558"/>
                  </a:cubicBezTo>
                  <a:cubicBezTo>
                    <a:pt x="21600" y="14029"/>
                    <a:pt x="21168" y="13942"/>
                    <a:pt x="20915" y="14223"/>
                  </a:cubicBezTo>
                  <a:cubicBezTo>
                    <a:pt x="20678" y="14484"/>
                    <a:pt x="20702" y="15062"/>
                    <a:pt x="20406" y="15062"/>
                  </a:cubicBezTo>
                  <a:cubicBezTo>
                    <a:pt x="20122" y="15062"/>
                    <a:pt x="20040" y="14572"/>
                    <a:pt x="19756" y="14572"/>
                  </a:cubicBezTo>
                  <a:cubicBezTo>
                    <a:pt x="19366" y="14572"/>
                    <a:pt x="19390" y="15550"/>
                    <a:pt x="19000" y="15550"/>
                  </a:cubicBezTo>
                  <a:cubicBezTo>
                    <a:pt x="18805" y="15550"/>
                    <a:pt x="18775" y="15227"/>
                    <a:pt x="18669" y="14992"/>
                  </a:cubicBezTo>
                  <a:lnTo>
                    <a:pt x="18575" y="14921"/>
                  </a:lnTo>
                  <a:cubicBezTo>
                    <a:pt x="18575" y="15227"/>
                    <a:pt x="18403" y="15480"/>
                    <a:pt x="18197" y="15480"/>
                  </a:cubicBezTo>
                  <a:cubicBezTo>
                    <a:pt x="17919" y="15480"/>
                    <a:pt x="17859" y="15053"/>
                    <a:pt x="17677" y="14747"/>
                  </a:cubicBezTo>
                  <a:lnTo>
                    <a:pt x="17677" y="14747"/>
                  </a:lnTo>
                  <a:cubicBezTo>
                    <a:pt x="17895" y="14258"/>
                    <a:pt x="18197" y="14073"/>
                    <a:pt x="18197" y="13488"/>
                  </a:cubicBezTo>
                  <a:cubicBezTo>
                    <a:pt x="18197" y="13130"/>
                    <a:pt x="18125" y="12937"/>
                    <a:pt x="18125" y="12579"/>
                  </a:cubicBezTo>
                  <a:lnTo>
                    <a:pt x="17842" y="12544"/>
                  </a:lnTo>
                  <a:cubicBezTo>
                    <a:pt x="17629" y="12972"/>
                    <a:pt x="17428" y="13313"/>
                    <a:pt x="17062" y="13313"/>
                  </a:cubicBezTo>
                  <a:cubicBezTo>
                    <a:pt x="16890" y="13313"/>
                    <a:pt x="16802" y="13138"/>
                    <a:pt x="16630" y="13138"/>
                  </a:cubicBezTo>
                  <a:lnTo>
                    <a:pt x="16258" y="13138"/>
                  </a:lnTo>
                  <a:cubicBezTo>
                    <a:pt x="16199" y="13689"/>
                    <a:pt x="16300" y="14135"/>
                    <a:pt x="16022" y="14502"/>
                  </a:cubicBezTo>
                  <a:cubicBezTo>
                    <a:pt x="15934" y="14615"/>
                    <a:pt x="15839" y="14598"/>
                    <a:pt x="15739" y="14676"/>
                  </a:cubicBezTo>
                  <a:cubicBezTo>
                    <a:pt x="15548" y="14825"/>
                    <a:pt x="15401" y="14878"/>
                    <a:pt x="15265" y="15130"/>
                  </a:cubicBezTo>
                  <a:cubicBezTo>
                    <a:pt x="15100" y="15446"/>
                    <a:pt x="15035" y="15865"/>
                    <a:pt x="14758" y="15865"/>
                  </a:cubicBezTo>
                  <a:cubicBezTo>
                    <a:pt x="14503" y="15865"/>
                    <a:pt x="14374" y="15725"/>
                    <a:pt x="14120" y="15725"/>
                  </a:cubicBezTo>
                  <a:cubicBezTo>
                    <a:pt x="13942" y="15725"/>
                    <a:pt x="13888" y="15988"/>
                    <a:pt x="13800" y="16215"/>
                  </a:cubicBezTo>
                  <a:cubicBezTo>
                    <a:pt x="13670" y="16547"/>
                    <a:pt x="13552" y="16721"/>
                    <a:pt x="13469" y="17090"/>
                  </a:cubicBezTo>
                  <a:cubicBezTo>
                    <a:pt x="13694" y="17281"/>
                    <a:pt x="13800" y="17456"/>
                    <a:pt x="14037" y="17613"/>
                  </a:cubicBezTo>
                  <a:cubicBezTo>
                    <a:pt x="14142" y="17684"/>
                    <a:pt x="14249" y="17623"/>
                    <a:pt x="14320" y="17754"/>
                  </a:cubicBezTo>
                  <a:cubicBezTo>
                    <a:pt x="14568" y="18199"/>
                    <a:pt x="14256" y="18915"/>
                    <a:pt x="14627" y="19186"/>
                  </a:cubicBezTo>
                  <a:cubicBezTo>
                    <a:pt x="14586" y="19458"/>
                    <a:pt x="14420" y="19528"/>
                    <a:pt x="14344" y="19780"/>
                  </a:cubicBezTo>
                  <a:cubicBezTo>
                    <a:pt x="14120" y="20525"/>
                    <a:pt x="13918" y="20891"/>
                    <a:pt x="13658" y="21600"/>
                  </a:cubicBezTo>
                  <a:lnTo>
                    <a:pt x="13658" y="21600"/>
                  </a:lnTo>
                  <a:cubicBezTo>
                    <a:pt x="13321" y="21565"/>
                    <a:pt x="13111" y="21450"/>
                    <a:pt x="12786" y="21334"/>
                  </a:cubicBezTo>
                  <a:lnTo>
                    <a:pt x="12786" y="21334"/>
                  </a:lnTo>
                  <a:cubicBezTo>
                    <a:pt x="12810" y="20915"/>
                    <a:pt x="12972" y="20726"/>
                    <a:pt x="12972" y="20305"/>
                  </a:cubicBezTo>
                  <a:cubicBezTo>
                    <a:pt x="12972" y="19720"/>
                    <a:pt x="12600" y="19528"/>
                    <a:pt x="12287" y="19186"/>
                  </a:cubicBezTo>
                  <a:cubicBezTo>
                    <a:pt x="11750" y="18593"/>
                    <a:pt x="11384" y="18374"/>
                    <a:pt x="10822" y="17823"/>
                  </a:cubicBezTo>
                  <a:cubicBezTo>
                    <a:pt x="10390" y="17404"/>
                    <a:pt x="10225" y="16976"/>
                    <a:pt x="9759" y="16634"/>
                  </a:cubicBezTo>
                  <a:cubicBezTo>
                    <a:pt x="9221" y="16241"/>
                    <a:pt x="8937" y="15848"/>
                    <a:pt x="8624" y="15096"/>
                  </a:cubicBezTo>
                  <a:cubicBezTo>
                    <a:pt x="8458" y="14703"/>
                    <a:pt x="8246" y="14572"/>
                    <a:pt x="8175" y="14117"/>
                  </a:cubicBezTo>
                  <a:cubicBezTo>
                    <a:pt x="8127" y="13785"/>
                    <a:pt x="8175" y="13549"/>
                    <a:pt x="8081" y="13243"/>
                  </a:cubicBezTo>
                  <a:cubicBezTo>
                    <a:pt x="7886" y="12597"/>
                    <a:pt x="7767" y="12220"/>
                    <a:pt x="7654" y="11529"/>
                  </a:cubicBezTo>
                  <a:cubicBezTo>
                    <a:pt x="7518" y="10717"/>
                    <a:pt x="7100" y="10393"/>
                    <a:pt x="6567" y="10131"/>
                  </a:cubicBezTo>
                  <a:cubicBezTo>
                    <a:pt x="6201" y="9956"/>
                    <a:pt x="5764" y="9843"/>
                    <a:pt x="5764" y="9266"/>
                  </a:cubicBezTo>
                  <a:lnTo>
                    <a:pt x="5764" y="8514"/>
                  </a:lnTo>
                  <a:cubicBezTo>
                    <a:pt x="5764" y="8374"/>
                    <a:pt x="5811" y="8296"/>
                    <a:pt x="5811" y="8156"/>
                  </a:cubicBezTo>
                  <a:cubicBezTo>
                    <a:pt x="5811" y="7613"/>
                    <a:pt x="5398" y="7526"/>
                    <a:pt x="5079" y="7263"/>
                  </a:cubicBezTo>
                  <a:cubicBezTo>
                    <a:pt x="4824" y="7063"/>
                    <a:pt x="4760" y="6599"/>
                    <a:pt x="4464" y="6599"/>
                  </a:cubicBezTo>
                  <a:cubicBezTo>
                    <a:pt x="4133" y="6599"/>
                    <a:pt x="3856" y="6757"/>
                    <a:pt x="3707" y="7194"/>
                  </a:cubicBezTo>
                  <a:cubicBezTo>
                    <a:pt x="3572" y="7194"/>
                    <a:pt x="3494" y="7160"/>
                    <a:pt x="3359" y="7160"/>
                  </a:cubicBezTo>
                  <a:cubicBezTo>
                    <a:pt x="2969" y="7160"/>
                    <a:pt x="2774" y="7544"/>
                    <a:pt x="2384" y="7544"/>
                  </a:cubicBezTo>
                  <a:cubicBezTo>
                    <a:pt x="2325" y="7544"/>
                    <a:pt x="2301" y="7474"/>
                    <a:pt x="2242" y="7474"/>
                  </a:cubicBezTo>
                  <a:cubicBezTo>
                    <a:pt x="2024" y="7474"/>
                    <a:pt x="1994" y="7868"/>
                    <a:pt x="1935" y="8173"/>
                  </a:cubicBezTo>
                  <a:cubicBezTo>
                    <a:pt x="1841" y="8663"/>
                    <a:pt x="1669" y="9152"/>
                    <a:pt x="1321" y="9152"/>
                  </a:cubicBezTo>
                  <a:cubicBezTo>
                    <a:pt x="1102" y="9152"/>
                    <a:pt x="995" y="8977"/>
                    <a:pt x="801" y="8837"/>
                  </a:cubicBezTo>
                  <a:cubicBezTo>
                    <a:pt x="517" y="8627"/>
                    <a:pt x="301" y="8756"/>
                    <a:pt x="0" y="8607"/>
                  </a:cubicBezTo>
                  <a:lnTo>
                    <a:pt x="0" y="8607"/>
                  </a:lnTo>
                  <a:lnTo>
                    <a:pt x="1392" y="795"/>
                  </a:lnTo>
                  <a:lnTo>
                    <a:pt x="5534" y="0"/>
                  </a:lnTo>
                  <a:cubicBezTo>
                    <a:pt x="5534" y="0"/>
                    <a:pt x="5534" y="0"/>
                    <a:pt x="5534" y="0"/>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64" name="Shape 4950"/>
            <p:cNvSpPr/>
            <p:nvPr/>
          </p:nvSpPr>
          <p:spPr>
            <a:xfrm>
              <a:off x="2601216" y="3298563"/>
              <a:ext cx="500695" cy="376126"/>
            </a:xfrm>
            <a:custGeom>
              <a:avLst/>
              <a:gdLst/>
              <a:ahLst/>
              <a:cxnLst>
                <a:cxn ang="0">
                  <a:pos x="wd2" y="hd2"/>
                </a:cxn>
                <a:cxn ang="5400000">
                  <a:pos x="wd2" y="hd2"/>
                </a:cxn>
                <a:cxn ang="10800000">
                  <a:pos x="wd2" y="hd2"/>
                </a:cxn>
                <a:cxn ang="16200000">
                  <a:pos x="wd2" y="hd2"/>
                </a:cxn>
              </a:cxnLst>
              <a:rect l="0" t="0" r="r" b="b"/>
              <a:pathLst>
                <a:path w="21600" h="21600" extrusionOk="0">
                  <a:moveTo>
                    <a:pt x="9200" y="4333"/>
                  </a:moveTo>
                  <a:cubicBezTo>
                    <a:pt x="8862" y="4368"/>
                    <a:pt x="8631" y="4437"/>
                    <a:pt x="8321" y="4609"/>
                  </a:cubicBezTo>
                  <a:cubicBezTo>
                    <a:pt x="7855" y="4865"/>
                    <a:pt x="7286" y="4968"/>
                    <a:pt x="7286" y="5642"/>
                  </a:cubicBezTo>
                  <a:cubicBezTo>
                    <a:pt x="7286" y="6483"/>
                    <a:pt x="7752" y="7223"/>
                    <a:pt x="8385" y="7223"/>
                  </a:cubicBezTo>
                  <a:lnTo>
                    <a:pt x="9599" y="7223"/>
                  </a:lnTo>
                  <a:cubicBezTo>
                    <a:pt x="10181" y="7223"/>
                    <a:pt x="10321" y="8187"/>
                    <a:pt x="10905" y="8187"/>
                  </a:cubicBezTo>
                  <a:cubicBezTo>
                    <a:pt x="11369" y="8187"/>
                    <a:pt x="11576" y="7636"/>
                    <a:pt x="12041" y="7636"/>
                  </a:cubicBezTo>
                  <a:cubicBezTo>
                    <a:pt x="12363" y="7636"/>
                    <a:pt x="12557" y="7599"/>
                    <a:pt x="12869" y="7703"/>
                  </a:cubicBezTo>
                  <a:cubicBezTo>
                    <a:pt x="13488" y="7911"/>
                    <a:pt x="13384" y="9218"/>
                    <a:pt x="14018" y="9218"/>
                  </a:cubicBezTo>
                  <a:lnTo>
                    <a:pt x="16072" y="9218"/>
                  </a:lnTo>
                  <a:lnTo>
                    <a:pt x="19224" y="9973"/>
                  </a:lnTo>
                  <a:lnTo>
                    <a:pt x="19224" y="9973"/>
                  </a:lnTo>
                  <a:cubicBezTo>
                    <a:pt x="19444" y="10474"/>
                    <a:pt x="19534" y="10833"/>
                    <a:pt x="19534" y="11418"/>
                  </a:cubicBezTo>
                  <a:cubicBezTo>
                    <a:pt x="19534" y="12245"/>
                    <a:pt x="18965" y="12520"/>
                    <a:pt x="18862" y="13344"/>
                  </a:cubicBezTo>
                  <a:cubicBezTo>
                    <a:pt x="19017" y="13396"/>
                    <a:pt x="19134" y="13482"/>
                    <a:pt x="19302" y="13482"/>
                  </a:cubicBezTo>
                  <a:cubicBezTo>
                    <a:pt x="19521" y="13482"/>
                    <a:pt x="19651" y="13344"/>
                    <a:pt x="19871" y="13344"/>
                  </a:cubicBezTo>
                  <a:cubicBezTo>
                    <a:pt x="20890" y="13344"/>
                    <a:pt x="21600" y="14601"/>
                    <a:pt x="21600" y="15958"/>
                  </a:cubicBezTo>
                  <a:cubicBezTo>
                    <a:pt x="21600" y="16888"/>
                    <a:pt x="21380" y="17404"/>
                    <a:pt x="21214" y="18298"/>
                  </a:cubicBezTo>
                  <a:lnTo>
                    <a:pt x="21212" y="18298"/>
                  </a:lnTo>
                  <a:cubicBezTo>
                    <a:pt x="20554" y="18366"/>
                    <a:pt x="20220" y="18573"/>
                    <a:pt x="19560" y="18573"/>
                  </a:cubicBezTo>
                  <a:cubicBezTo>
                    <a:pt x="18733" y="18573"/>
                    <a:pt x="18295" y="18162"/>
                    <a:pt x="17467" y="18162"/>
                  </a:cubicBezTo>
                  <a:cubicBezTo>
                    <a:pt x="17015" y="18162"/>
                    <a:pt x="16950" y="18917"/>
                    <a:pt x="16536" y="19123"/>
                  </a:cubicBezTo>
                  <a:cubicBezTo>
                    <a:pt x="16316" y="19227"/>
                    <a:pt x="16150" y="19074"/>
                    <a:pt x="15915" y="19123"/>
                  </a:cubicBezTo>
                  <a:cubicBezTo>
                    <a:pt x="15477" y="19209"/>
                    <a:pt x="15348" y="19743"/>
                    <a:pt x="14935" y="19949"/>
                  </a:cubicBezTo>
                  <a:cubicBezTo>
                    <a:pt x="14714" y="20051"/>
                    <a:pt x="14522" y="19930"/>
                    <a:pt x="14315" y="20087"/>
                  </a:cubicBezTo>
                  <a:cubicBezTo>
                    <a:pt x="13837" y="20447"/>
                    <a:pt x="13798" y="21101"/>
                    <a:pt x="13384" y="21600"/>
                  </a:cubicBezTo>
                  <a:cubicBezTo>
                    <a:pt x="13048" y="21101"/>
                    <a:pt x="12558" y="20963"/>
                    <a:pt x="12558" y="20294"/>
                  </a:cubicBezTo>
                  <a:cubicBezTo>
                    <a:pt x="12558" y="19468"/>
                    <a:pt x="12869" y="19055"/>
                    <a:pt x="12869" y="18229"/>
                  </a:cubicBezTo>
                  <a:cubicBezTo>
                    <a:pt x="12869" y="16972"/>
                    <a:pt x="12533" y="16268"/>
                    <a:pt x="12533" y="15014"/>
                  </a:cubicBezTo>
                  <a:lnTo>
                    <a:pt x="12533" y="13209"/>
                  </a:lnTo>
                  <a:cubicBezTo>
                    <a:pt x="11989" y="13209"/>
                    <a:pt x="11705" y="12865"/>
                    <a:pt x="11164" y="12865"/>
                  </a:cubicBezTo>
                  <a:cubicBezTo>
                    <a:pt x="10399" y="12865"/>
                    <a:pt x="10026" y="13482"/>
                    <a:pt x="9458" y="14170"/>
                  </a:cubicBezTo>
                  <a:cubicBezTo>
                    <a:pt x="8812" y="14670"/>
                    <a:pt x="8411" y="14825"/>
                    <a:pt x="7803" y="15410"/>
                  </a:cubicBezTo>
                  <a:cubicBezTo>
                    <a:pt x="7635" y="15719"/>
                    <a:pt x="7416" y="16098"/>
                    <a:pt x="7118" y="16098"/>
                  </a:cubicBezTo>
                  <a:lnTo>
                    <a:pt x="6098" y="16098"/>
                  </a:lnTo>
                  <a:lnTo>
                    <a:pt x="6098" y="16922"/>
                  </a:lnTo>
                  <a:cubicBezTo>
                    <a:pt x="6252" y="17163"/>
                    <a:pt x="6510" y="17215"/>
                    <a:pt x="6510" y="17540"/>
                  </a:cubicBezTo>
                  <a:cubicBezTo>
                    <a:pt x="6510" y="17884"/>
                    <a:pt x="6202" y="17921"/>
                    <a:pt x="5995" y="18093"/>
                  </a:cubicBezTo>
                  <a:cubicBezTo>
                    <a:pt x="5736" y="18314"/>
                    <a:pt x="5736" y="18848"/>
                    <a:pt x="5426" y="18848"/>
                  </a:cubicBezTo>
                  <a:cubicBezTo>
                    <a:pt x="5052" y="18848"/>
                    <a:pt x="4871" y="18506"/>
                    <a:pt x="4496" y="18506"/>
                  </a:cubicBezTo>
                  <a:cubicBezTo>
                    <a:pt x="3721" y="18506"/>
                    <a:pt x="3307" y="18986"/>
                    <a:pt x="2533" y="18986"/>
                  </a:cubicBezTo>
                  <a:cubicBezTo>
                    <a:pt x="2222" y="18986"/>
                    <a:pt x="2106" y="18607"/>
                    <a:pt x="1810" y="18506"/>
                  </a:cubicBezTo>
                  <a:cubicBezTo>
                    <a:pt x="1241" y="18298"/>
                    <a:pt x="853" y="18334"/>
                    <a:pt x="414" y="17818"/>
                  </a:cubicBezTo>
                  <a:lnTo>
                    <a:pt x="414" y="17818"/>
                  </a:lnTo>
                  <a:cubicBezTo>
                    <a:pt x="983" y="16423"/>
                    <a:pt x="1422" y="15702"/>
                    <a:pt x="1912" y="14237"/>
                  </a:cubicBezTo>
                  <a:cubicBezTo>
                    <a:pt x="2080" y="13740"/>
                    <a:pt x="2442" y="13602"/>
                    <a:pt x="2533" y="13069"/>
                  </a:cubicBezTo>
                  <a:cubicBezTo>
                    <a:pt x="1720" y="12535"/>
                    <a:pt x="2403" y="11126"/>
                    <a:pt x="1860" y="10250"/>
                  </a:cubicBezTo>
                  <a:cubicBezTo>
                    <a:pt x="1705" y="9992"/>
                    <a:pt x="1472" y="10113"/>
                    <a:pt x="1241" y="9973"/>
                  </a:cubicBezTo>
                  <a:cubicBezTo>
                    <a:pt x="724" y="9665"/>
                    <a:pt x="491" y="9321"/>
                    <a:pt x="0" y="8944"/>
                  </a:cubicBezTo>
                  <a:cubicBezTo>
                    <a:pt x="181" y="8219"/>
                    <a:pt x="440" y="7875"/>
                    <a:pt x="724" y="7223"/>
                  </a:cubicBezTo>
                  <a:cubicBezTo>
                    <a:pt x="916" y="6775"/>
                    <a:pt x="1034" y="6259"/>
                    <a:pt x="1422" y="6259"/>
                  </a:cubicBezTo>
                  <a:cubicBezTo>
                    <a:pt x="1978" y="6259"/>
                    <a:pt x="2261" y="6535"/>
                    <a:pt x="2817" y="6535"/>
                  </a:cubicBezTo>
                  <a:cubicBezTo>
                    <a:pt x="3425" y="6535"/>
                    <a:pt x="3566" y="5710"/>
                    <a:pt x="3927" y="5088"/>
                  </a:cubicBezTo>
                  <a:cubicBezTo>
                    <a:pt x="4225" y="4592"/>
                    <a:pt x="4546" y="4488"/>
                    <a:pt x="4962" y="4195"/>
                  </a:cubicBezTo>
                  <a:cubicBezTo>
                    <a:pt x="5182" y="4041"/>
                    <a:pt x="5389" y="4075"/>
                    <a:pt x="5581" y="3851"/>
                  </a:cubicBezTo>
                  <a:cubicBezTo>
                    <a:pt x="6189" y="3131"/>
                    <a:pt x="5969" y="2253"/>
                    <a:pt x="6098" y="1168"/>
                  </a:cubicBezTo>
                  <a:lnTo>
                    <a:pt x="6911" y="1168"/>
                  </a:lnTo>
                  <a:cubicBezTo>
                    <a:pt x="7286" y="1168"/>
                    <a:pt x="7480" y="1513"/>
                    <a:pt x="7855" y="1513"/>
                  </a:cubicBezTo>
                  <a:cubicBezTo>
                    <a:pt x="8655" y="1513"/>
                    <a:pt x="9095" y="841"/>
                    <a:pt x="9560" y="0"/>
                  </a:cubicBezTo>
                  <a:lnTo>
                    <a:pt x="10181" y="69"/>
                  </a:lnTo>
                  <a:cubicBezTo>
                    <a:pt x="10181" y="773"/>
                    <a:pt x="10336" y="1153"/>
                    <a:pt x="10336" y="1857"/>
                  </a:cubicBezTo>
                  <a:cubicBezTo>
                    <a:pt x="10336" y="3008"/>
                    <a:pt x="9677" y="3371"/>
                    <a:pt x="9200" y="4333"/>
                  </a:cubicBezTo>
                  <a:cubicBezTo>
                    <a:pt x="9200" y="4333"/>
                    <a:pt x="9200" y="4333"/>
                    <a:pt x="9200" y="433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65" name="Shape 4951"/>
            <p:cNvSpPr/>
            <p:nvPr/>
          </p:nvSpPr>
          <p:spPr>
            <a:xfrm>
              <a:off x="2778320" y="3143597"/>
              <a:ext cx="695597" cy="329769"/>
            </a:xfrm>
            <a:custGeom>
              <a:avLst/>
              <a:gdLst/>
              <a:ahLst/>
              <a:cxnLst>
                <a:cxn ang="0">
                  <a:pos x="wd2" y="hd2"/>
                </a:cxn>
                <a:cxn ang="5400000">
                  <a:pos x="wd2" y="hd2"/>
                </a:cxn>
                <a:cxn ang="10800000">
                  <a:pos x="wd2" y="hd2"/>
                </a:cxn>
                <a:cxn ang="16200000">
                  <a:pos x="wd2" y="hd2"/>
                </a:cxn>
              </a:cxnLst>
              <a:rect l="0" t="0" r="r" b="b"/>
              <a:pathLst>
                <a:path w="21600" h="21278" extrusionOk="0">
                  <a:moveTo>
                    <a:pt x="8593" y="21278"/>
                  </a:moveTo>
                  <a:cubicBezTo>
                    <a:pt x="8742" y="20352"/>
                    <a:pt x="9262" y="20159"/>
                    <a:pt x="9262" y="19172"/>
                  </a:cubicBezTo>
                  <a:lnTo>
                    <a:pt x="9262" y="17567"/>
                  </a:lnTo>
                  <a:lnTo>
                    <a:pt x="9151" y="16564"/>
                  </a:lnTo>
                  <a:cubicBezTo>
                    <a:pt x="9485" y="16274"/>
                    <a:pt x="9746" y="16506"/>
                    <a:pt x="10081" y="16254"/>
                  </a:cubicBezTo>
                  <a:cubicBezTo>
                    <a:pt x="10351" y="16061"/>
                    <a:pt x="10424" y="15619"/>
                    <a:pt x="10675" y="15329"/>
                  </a:cubicBezTo>
                  <a:cubicBezTo>
                    <a:pt x="11132" y="14787"/>
                    <a:pt x="11225" y="13627"/>
                    <a:pt x="11755" y="13627"/>
                  </a:cubicBezTo>
                  <a:cubicBezTo>
                    <a:pt x="12024" y="13627"/>
                    <a:pt x="11913" y="14478"/>
                    <a:pt x="12052" y="14942"/>
                  </a:cubicBezTo>
                  <a:cubicBezTo>
                    <a:pt x="12202" y="15461"/>
                    <a:pt x="12434" y="15715"/>
                    <a:pt x="12731" y="15715"/>
                  </a:cubicBezTo>
                  <a:lnTo>
                    <a:pt x="13495" y="15715"/>
                  </a:lnTo>
                  <a:cubicBezTo>
                    <a:pt x="13856" y="15715"/>
                    <a:pt x="14033" y="15271"/>
                    <a:pt x="14395" y="15174"/>
                  </a:cubicBezTo>
                  <a:cubicBezTo>
                    <a:pt x="14395" y="13803"/>
                    <a:pt x="14730" y="13068"/>
                    <a:pt x="14730" y="11698"/>
                  </a:cubicBezTo>
                  <a:cubicBezTo>
                    <a:pt x="15046" y="11908"/>
                    <a:pt x="15187" y="12466"/>
                    <a:pt x="15521" y="12466"/>
                  </a:cubicBezTo>
                  <a:lnTo>
                    <a:pt x="16432" y="12466"/>
                  </a:lnTo>
                  <a:cubicBezTo>
                    <a:pt x="16683" y="12466"/>
                    <a:pt x="16804" y="12159"/>
                    <a:pt x="17036" y="12005"/>
                  </a:cubicBezTo>
                  <a:cubicBezTo>
                    <a:pt x="17287" y="11831"/>
                    <a:pt x="17529" y="11869"/>
                    <a:pt x="17669" y="11386"/>
                  </a:cubicBezTo>
                  <a:cubicBezTo>
                    <a:pt x="17800" y="10924"/>
                    <a:pt x="17827" y="10496"/>
                    <a:pt x="18041" y="10226"/>
                  </a:cubicBezTo>
                  <a:cubicBezTo>
                    <a:pt x="18394" y="9764"/>
                    <a:pt x="18693" y="9822"/>
                    <a:pt x="19082" y="9454"/>
                  </a:cubicBezTo>
                  <a:cubicBezTo>
                    <a:pt x="19315" y="9241"/>
                    <a:pt x="19483" y="9201"/>
                    <a:pt x="19714" y="8990"/>
                  </a:cubicBezTo>
                  <a:cubicBezTo>
                    <a:pt x="19855" y="8874"/>
                    <a:pt x="19799" y="8410"/>
                    <a:pt x="19939" y="8296"/>
                  </a:cubicBezTo>
                  <a:cubicBezTo>
                    <a:pt x="20673" y="7658"/>
                    <a:pt x="21535" y="7448"/>
                    <a:pt x="21600" y="5806"/>
                  </a:cubicBezTo>
                  <a:lnTo>
                    <a:pt x="21600" y="5806"/>
                  </a:lnTo>
                  <a:cubicBezTo>
                    <a:pt x="20939" y="5246"/>
                    <a:pt x="20468" y="5301"/>
                    <a:pt x="19900" y="4428"/>
                  </a:cubicBezTo>
                  <a:cubicBezTo>
                    <a:pt x="19631" y="4022"/>
                    <a:pt x="19686" y="3367"/>
                    <a:pt x="19491" y="2809"/>
                  </a:cubicBezTo>
                  <a:lnTo>
                    <a:pt x="18348" y="2809"/>
                  </a:lnTo>
                  <a:cubicBezTo>
                    <a:pt x="18125" y="2809"/>
                    <a:pt x="18069" y="2287"/>
                    <a:pt x="17855" y="2188"/>
                  </a:cubicBezTo>
                  <a:cubicBezTo>
                    <a:pt x="17586" y="2071"/>
                    <a:pt x="17408" y="2188"/>
                    <a:pt x="17129" y="2188"/>
                  </a:cubicBezTo>
                  <a:cubicBezTo>
                    <a:pt x="16730" y="2188"/>
                    <a:pt x="16497" y="2342"/>
                    <a:pt x="16097" y="2342"/>
                  </a:cubicBezTo>
                  <a:lnTo>
                    <a:pt x="14629" y="2342"/>
                  </a:lnTo>
                  <a:cubicBezTo>
                    <a:pt x="13903" y="2342"/>
                    <a:pt x="13560" y="3425"/>
                    <a:pt x="12834" y="3425"/>
                  </a:cubicBezTo>
                  <a:cubicBezTo>
                    <a:pt x="12081" y="3425"/>
                    <a:pt x="11606" y="3038"/>
                    <a:pt x="11011" y="2110"/>
                  </a:cubicBezTo>
                  <a:cubicBezTo>
                    <a:pt x="10610" y="1494"/>
                    <a:pt x="10565" y="662"/>
                    <a:pt x="10118" y="178"/>
                  </a:cubicBezTo>
                  <a:cubicBezTo>
                    <a:pt x="9830" y="-128"/>
                    <a:pt x="9606" y="101"/>
                    <a:pt x="9282" y="101"/>
                  </a:cubicBezTo>
                  <a:cubicBezTo>
                    <a:pt x="8770" y="101"/>
                    <a:pt x="8277" y="-322"/>
                    <a:pt x="7997" y="565"/>
                  </a:cubicBezTo>
                  <a:cubicBezTo>
                    <a:pt x="7831" y="1104"/>
                    <a:pt x="7848" y="1552"/>
                    <a:pt x="7848" y="2207"/>
                  </a:cubicBezTo>
                  <a:lnTo>
                    <a:pt x="7848" y="3734"/>
                  </a:lnTo>
                  <a:cubicBezTo>
                    <a:pt x="7328" y="3195"/>
                    <a:pt x="7096" y="2574"/>
                    <a:pt x="6538" y="2574"/>
                  </a:cubicBezTo>
                  <a:lnTo>
                    <a:pt x="5626" y="2574"/>
                  </a:lnTo>
                  <a:cubicBezTo>
                    <a:pt x="5162" y="2574"/>
                    <a:pt x="4929" y="2035"/>
                    <a:pt x="4464" y="2035"/>
                  </a:cubicBezTo>
                  <a:cubicBezTo>
                    <a:pt x="4018" y="2035"/>
                    <a:pt x="3886" y="2823"/>
                    <a:pt x="3568" y="3481"/>
                  </a:cubicBezTo>
                  <a:lnTo>
                    <a:pt x="3568" y="3481"/>
                  </a:lnTo>
                  <a:cubicBezTo>
                    <a:pt x="3615" y="4138"/>
                    <a:pt x="3757" y="4428"/>
                    <a:pt x="3757" y="5086"/>
                  </a:cubicBezTo>
                  <a:cubicBezTo>
                    <a:pt x="3757" y="5396"/>
                    <a:pt x="3608" y="5511"/>
                    <a:pt x="3497" y="5666"/>
                  </a:cubicBezTo>
                  <a:cubicBezTo>
                    <a:pt x="3319" y="5918"/>
                    <a:pt x="3283" y="6304"/>
                    <a:pt x="3088" y="6515"/>
                  </a:cubicBezTo>
                  <a:cubicBezTo>
                    <a:pt x="2791" y="6865"/>
                    <a:pt x="2456" y="7117"/>
                    <a:pt x="2456" y="7832"/>
                  </a:cubicBezTo>
                  <a:cubicBezTo>
                    <a:pt x="2456" y="8197"/>
                    <a:pt x="2670" y="8197"/>
                    <a:pt x="2791" y="8449"/>
                  </a:cubicBezTo>
                  <a:cubicBezTo>
                    <a:pt x="2967" y="8818"/>
                    <a:pt x="3022" y="9300"/>
                    <a:pt x="3274" y="9300"/>
                  </a:cubicBezTo>
                  <a:cubicBezTo>
                    <a:pt x="3451" y="9300"/>
                    <a:pt x="3477" y="8855"/>
                    <a:pt x="3646" y="8758"/>
                  </a:cubicBezTo>
                  <a:cubicBezTo>
                    <a:pt x="4054" y="8526"/>
                    <a:pt x="4306" y="8526"/>
                    <a:pt x="4733" y="8526"/>
                  </a:cubicBezTo>
                  <a:lnTo>
                    <a:pt x="4929" y="8526"/>
                  </a:lnTo>
                  <a:cubicBezTo>
                    <a:pt x="4939" y="8913"/>
                    <a:pt x="4929" y="9145"/>
                    <a:pt x="4929" y="9532"/>
                  </a:cubicBezTo>
                  <a:cubicBezTo>
                    <a:pt x="4929" y="10419"/>
                    <a:pt x="5469" y="10419"/>
                    <a:pt x="5691" y="11156"/>
                  </a:cubicBezTo>
                  <a:cubicBezTo>
                    <a:pt x="5822" y="11579"/>
                    <a:pt x="5887" y="12159"/>
                    <a:pt x="6138" y="12159"/>
                  </a:cubicBezTo>
                  <a:cubicBezTo>
                    <a:pt x="6445" y="12159"/>
                    <a:pt x="6621" y="11927"/>
                    <a:pt x="6928" y="11927"/>
                  </a:cubicBezTo>
                  <a:cubicBezTo>
                    <a:pt x="7124" y="11927"/>
                    <a:pt x="7245" y="11985"/>
                    <a:pt x="7439" y="11966"/>
                  </a:cubicBezTo>
                  <a:cubicBezTo>
                    <a:pt x="7477" y="12082"/>
                    <a:pt x="7552" y="12159"/>
                    <a:pt x="7552" y="12314"/>
                  </a:cubicBezTo>
                  <a:cubicBezTo>
                    <a:pt x="7552" y="13356"/>
                    <a:pt x="6872" y="13163"/>
                    <a:pt x="6473" y="13784"/>
                  </a:cubicBezTo>
                  <a:cubicBezTo>
                    <a:pt x="6101" y="14362"/>
                    <a:pt x="6138" y="15638"/>
                    <a:pt x="5673" y="15638"/>
                  </a:cubicBezTo>
                  <a:cubicBezTo>
                    <a:pt x="5226" y="15638"/>
                    <a:pt x="5097" y="14555"/>
                    <a:pt x="4650" y="14555"/>
                  </a:cubicBezTo>
                  <a:cubicBezTo>
                    <a:pt x="4036" y="14555"/>
                    <a:pt x="4073" y="16719"/>
                    <a:pt x="3460" y="16719"/>
                  </a:cubicBezTo>
                  <a:cubicBezTo>
                    <a:pt x="3153" y="16719"/>
                    <a:pt x="3106" y="16003"/>
                    <a:pt x="2939" y="15483"/>
                  </a:cubicBezTo>
                  <a:lnTo>
                    <a:pt x="2791" y="15329"/>
                  </a:lnTo>
                  <a:cubicBezTo>
                    <a:pt x="2791" y="16003"/>
                    <a:pt x="2520" y="16564"/>
                    <a:pt x="2195" y="16564"/>
                  </a:cubicBezTo>
                  <a:cubicBezTo>
                    <a:pt x="1758" y="16564"/>
                    <a:pt x="1665" y="15619"/>
                    <a:pt x="1377" y="14942"/>
                  </a:cubicBezTo>
                  <a:lnTo>
                    <a:pt x="1377" y="14942"/>
                  </a:lnTo>
                  <a:cubicBezTo>
                    <a:pt x="1134" y="14981"/>
                    <a:pt x="968" y="15058"/>
                    <a:pt x="745" y="15251"/>
                  </a:cubicBezTo>
                  <a:cubicBezTo>
                    <a:pt x="410" y="15539"/>
                    <a:pt x="0" y="15655"/>
                    <a:pt x="0" y="16412"/>
                  </a:cubicBezTo>
                  <a:cubicBezTo>
                    <a:pt x="0" y="17357"/>
                    <a:pt x="335" y="18189"/>
                    <a:pt x="791" y="18189"/>
                  </a:cubicBezTo>
                  <a:lnTo>
                    <a:pt x="1665" y="18189"/>
                  </a:lnTo>
                  <a:cubicBezTo>
                    <a:pt x="2084" y="18189"/>
                    <a:pt x="2185" y="19271"/>
                    <a:pt x="2605" y="19271"/>
                  </a:cubicBezTo>
                  <a:cubicBezTo>
                    <a:pt x="2939" y="19271"/>
                    <a:pt x="3088" y="18653"/>
                    <a:pt x="3423" y="18653"/>
                  </a:cubicBezTo>
                  <a:cubicBezTo>
                    <a:pt x="3654" y="18653"/>
                    <a:pt x="3794" y="18612"/>
                    <a:pt x="4018" y="18728"/>
                  </a:cubicBezTo>
                  <a:cubicBezTo>
                    <a:pt x="4464" y="18962"/>
                    <a:pt x="4390" y="20430"/>
                    <a:pt x="4846" y="20430"/>
                  </a:cubicBezTo>
                  <a:lnTo>
                    <a:pt x="6324" y="20430"/>
                  </a:lnTo>
                  <a:lnTo>
                    <a:pt x="8593" y="21278"/>
                  </a:lnTo>
                  <a:cubicBezTo>
                    <a:pt x="8593" y="21278"/>
                    <a:pt x="8593" y="21278"/>
                    <a:pt x="8593" y="21278"/>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66" name="Shape 4952"/>
            <p:cNvSpPr/>
            <p:nvPr/>
          </p:nvSpPr>
          <p:spPr>
            <a:xfrm>
              <a:off x="2092042" y="3531012"/>
              <a:ext cx="1005594" cy="694733"/>
            </a:xfrm>
            <a:custGeom>
              <a:avLst/>
              <a:gdLst/>
              <a:ahLst/>
              <a:cxnLst>
                <a:cxn ang="0">
                  <a:pos x="wd2" y="hd2"/>
                </a:cxn>
                <a:cxn ang="5400000">
                  <a:pos x="wd2" y="hd2"/>
                </a:cxn>
                <a:cxn ang="10800000">
                  <a:pos x="wd2" y="hd2"/>
                </a:cxn>
                <a:cxn ang="16200000">
                  <a:pos x="wd2" y="hd2"/>
                </a:cxn>
              </a:cxnLst>
              <a:rect l="0" t="0" r="r" b="b"/>
              <a:pathLst>
                <a:path w="21600" h="21600" extrusionOk="0">
                  <a:moveTo>
                    <a:pt x="21431" y="4078"/>
                  </a:moveTo>
                  <a:cubicBezTo>
                    <a:pt x="21431" y="3595"/>
                    <a:pt x="21549" y="3426"/>
                    <a:pt x="21600" y="2941"/>
                  </a:cubicBezTo>
                  <a:lnTo>
                    <a:pt x="21600" y="2941"/>
                  </a:lnTo>
                  <a:cubicBezTo>
                    <a:pt x="21272" y="2978"/>
                    <a:pt x="21106" y="3090"/>
                    <a:pt x="20777" y="3090"/>
                  </a:cubicBezTo>
                  <a:cubicBezTo>
                    <a:pt x="20365" y="3090"/>
                    <a:pt x="20147" y="2868"/>
                    <a:pt x="19735" y="2868"/>
                  </a:cubicBezTo>
                  <a:cubicBezTo>
                    <a:pt x="19510" y="2868"/>
                    <a:pt x="19478" y="3277"/>
                    <a:pt x="19272" y="3388"/>
                  </a:cubicBezTo>
                  <a:cubicBezTo>
                    <a:pt x="19162" y="3445"/>
                    <a:pt x="19079" y="3362"/>
                    <a:pt x="18963" y="3388"/>
                  </a:cubicBezTo>
                  <a:cubicBezTo>
                    <a:pt x="18745" y="3435"/>
                    <a:pt x="18680" y="3724"/>
                    <a:pt x="18474" y="3836"/>
                  </a:cubicBezTo>
                  <a:cubicBezTo>
                    <a:pt x="18365" y="3890"/>
                    <a:pt x="18269" y="3825"/>
                    <a:pt x="18166" y="3910"/>
                  </a:cubicBezTo>
                  <a:cubicBezTo>
                    <a:pt x="17928" y="4105"/>
                    <a:pt x="17908" y="4459"/>
                    <a:pt x="17702" y="4729"/>
                  </a:cubicBezTo>
                  <a:cubicBezTo>
                    <a:pt x="17535" y="4459"/>
                    <a:pt x="17291" y="4385"/>
                    <a:pt x="17291" y="4022"/>
                  </a:cubicBezTo>
                  <a:cubicBezTo>
                    <a:pt x="17291" y="3575"/>
                    <a:pt x="17446" y="3351"/>
                    <a:pt x="17446" y="2904"/>
                  </a:cubicBezTo>
                  <a:cubicBezTo>
                    <a:pt x="17446" y="2224"/>
                    <a:pt x="17278" y="1843"/>
                    <a:pt x="17278" y="1164"/>
                  </a:cubicBezTo>
                  <a:lnTo>
                    <a:pt x="17278" y="186"/>
                  </a:lnTo>
                  <a:cubicBezTo>
                    <a:pt x="17008" y="186"/>
                    <a:pt x="16866" y="0"/>
                    <a:pt x="16597" y="0"/>
                  </a:cubicBezTo>
                  <a:cubicBezTo>
                    <a:pt x="16216" y="0"/>
                    <a:pt x="16030" y="334"/>
                    <a:pt x="15748" y="707"/>
                  </a:cubicBezTo>
                  <a:cubicBezTo>
                    <a:pt x="15426" y="977"/>
                    <a:pt x="15226" y="1061"/>
                    <a:pt x="14924" y="1378"/>
                  </a:cubicBezTo>
                  <a:cubicBezTo>
                    <a:pt x="14840" y="1546"/>
                    <a:pt x="14730" y="1751"/>
                    <a:pt x="14582" y="1751"/>
                  </a:cubicBezTo>
                  <a:lnTo>
                    <a:pt x="14075" y="1751"/>
                  </a:lnTo>
                  <a:lnTo>
                    <a:pt x="14075" y="2197"/>
                  </a:lnTo>
                  <a:cubicBezTo>
                    <a:pt x="14151" y="2327"/>
                    <a:pt x="14280" y="2355"/>
                    <a:pt x="14280" y="2531"/>
                  </a:cubicBezTo>
                  <a:cubicBezTo>
                    <a:pt x="14280" y="2718"/>
                    <a:pt x="14126" y="2737"/>
                    <a:pt x="14023" y="2830"/>
                  </a:cubicBezTo>
                  <a:cubicBezTo>
                    <a:pt x="13894" y="2950"/>
                    <a:pt x="13894" y="3239"/>
                    <a:pt x="13740" y="3239"/>
                  </a:cubicBezTo>
                  <a:cubicBezTo>
                    <a:pt x="13554" y="3239"/>
                    <a:pt x="13464" y="3054"/>
                    <a:pt x="13277" y="3054"/>
                  </a:cubicBezTo>
                  <a:cubicBezTo>
                    <a:pt x="12891" y="3054"/>
                    <a:pt x="12685" y="3314"/>
                    <a:pt x="12299" y="3314"/>
                  </a:cubicBezTo>
                  <a:cubicBezTo>
                    <a:pt x="12145" y="3314"/>
                    <a:pt x="12087" y="3109"/>
                    <a:pt x="11939" y="3054"/>
                  </a:cubicBezTo>
                  <a:cubicBezTo>
                    <a:pt x="11656" y="2941"/>
                    <a:pt x="11463" y="2961"/>
                    <a:pt x="11244" y="2682"/>
                  </a:cubicBezTo>
                  <a:lnTo>
                    <a:pt x="11244" y="2682"/>
                  </a:lnTo>
                  <a:cubicBezTo>
                    <a:pt x="10877" y="2644"/>
                    <a:pt x="10649" y="2522"/>
                    <a:pt x="10295" y="2398"/>
                  </a:cubicBezTo>
                  <a:lnTo>
                    <a:pt x="10295" y="2398"/>
                  </a:lnTo>
                  <a:cubicBezTo>
                    <a:pt x="9760" y="1952"/>
                    <a:pt x="9520" y="1564"/>
                    <a:pt x="8902" y="1564"/>
                  </a:cubicBezTo>
                  <a:cubicBezTo>
                    <a:pt x="8678" y="1564"/>
                    <a:pt x="8690" y="2002"/>
                    <a:pt x="8517" y="2197"/>
                  </a:cubicBezTo>
                  <a:cubicBezTo>
                    <a:pt x="8317" y="2420"/>
                    <a:pt x="8151" y="2495"/>
                    <a:pt x="7893" y="2495"/>
                  </a:cubicBezTo>
                  <a:lnTo>
                    <a:pt x="7359" y="2495"/>
                  </a:lnTo>
                  <a:lnTo>
                    <a:pt x="7359" y="3155"/>
                  </a:lnTo>
                  <a:cubicBezTo>
                    <a:pt x="7359" y="3538"/>
                    <a:pt x="7140" y="3687"/>
                    <a:pt x="7025" y="4022"/>
                  </a:cubicBezTo>
                  <a:cubicBezTo>
                    <a:pt x="6928" y="4291"/>
                    <a:pt x="6921" y="4525"/>
                    <a:pt x="6767" y="4729"/>
                  </a:cubicBezTo>
                  <a:cubicBezTo>
                    <a:pt x="6620" y="4925"/>
                    <a:pt x="6458" y="4850"/>
                    <a:pt x="6253" y="4878"/>
                  </a:cubicBezTo>
                  <a:cubicBezTo>
                    <a:pt x="6034" y="4916"/>
                    <a:pt x="5912" y="4990"/>
                    <a:pt x="5692" y="4990"/>
                  </a:cubicBezTo>
                  <a:cubicBezTo>
                    <a:pt x="5249" y="4990"/>
                    <a:pt x="4998" y="4972"/>
                    <a:pt x="4555" y="4981"/>
                  </a:cubicBezTo>
                  <a:cubicBezTo>
                    <a:pt x="4490" y="5660"/>
                    <a:pt x="4380" y="6442"/>
                    <a:pt x="3911" y="6442"/>
                  </a:cubicBezTo>
                  <a:cubicBezTo>
                    <a:pt x="3712" y="6442"/>
                    <a:pt x="3583" y="6462"/>
                    <a:pt x="3396" y="6368"/>
                  </a:cubicBezTo>
                  <a:cubicBezTo>
                    <a:pt x="3191" y="6255"/>
                    <a:pt x="3138" y="5967"/>
                    <a:pt x="2933" y="5847"/>
                  </a:cubicBezTo>
                  <a:cubicBezTo>
                    <a:pt x="2747" y="5735"/>
                    <a:pt x="2548" y="5885"/>
                    <a:pt x="2419" y="5660"/>
                  </a:cubicBezTo>
                  <a:cubicBezTo>
                    <a:pt x="2258" y="5380"/>
                    <a:pt x="2224" y="5180"/>
                    <a:pt x="2005" y="5003"/>
                  </a:cubicBezTo>
                  <a:lnTo>
                    <a:pt x="2005" y="5003"/>
                  </a:lnTo>
                  <a:cubicBezTo>
                    <a:pt x="2005" y="5421"/>
                    <a:pt x="1877" y="5641"/>
                    <a:pt x="1877" y="6061"/>
                  </a:cubicBezTo>
                  <a:lnTo>
                    <a:pt x="1877" y="7187"/>
                  </a:lnTo>
                  <a:cubicBezTo>
                    <a:pt x="1498" y="7411"/>
                    <a:pt x="1158" y="7821"/>
                    <a:pt x="1260" y="8416"/>
                  </a:cubicBezTo>
                  <a:cubicBezTo>
                    <a:pt x="958" y="8481"/>
                    <a:pt x="687" y="8397"/>
                    <a:pt x="515" y="8752"/>
                  </a:cubicBezTo>
                  <a:cubicBezTo>
                    <a:pt x="360" y="9058"/>
                    <a:pt x="360" y="9337"/>
                    <a:pt x="360" y="9719"/>
                  </a:cubicBezTo>
                  <a:cubicBezTo>
                    <a:pt x="360" y="10139"/>
                    <a:pt x="566" y="10344"/>
                    <a:pt x="566" y="10763"/>
                  </a:cubicBezTo>
                  <a:cubicBezTo>
                    <a:pt x="566" y="11405"/>
                    <a:pt x="51" y="11610"/>
                    <a:pt x="51" y="12253"/>
                  </a:cubicBezTo>
                  <a:cubicBezTo>
                    <a:pt x="51" y="12448"/>
                    <a:pt x="129" y="12561"/>
                    <a:pt x="129" y="12755"/>
                  </a:cubicBezTo>
                  <a:cubicBezTo>
                    <a:pt x="129" y="13313"/>
                    <a:pt x="0" y="13630"/>
                    <a:pt x="0" y="14189"/>
                  </a:cubicBezTo>
                  <a:cubicBezTo>
                    <a:pt x="0" y="14477"/>
                    <a:pt x="77" y="14635"/>
                    <a:pt x="77" y="14924"/>
                  </a:cubicBezTo>
                  <a:lnTo>
                    <a:pt x="77" y="15576"/>
                  </a:lnTo>
                  <a:cubicBezTo>
                    <a:pt x="77" y="16285"/>
                    <a:pt x="952" y="16164"/>
                    <a:pt x="952" y="16871"/>
                  </a:cubicBezTo>
                  <a:cubicBezTo>
                    <a:pt x="952" y="17271"/>
                    <a:pt x="792" y="17466"/>
                    <a:pt x="694" y="17839"/>
                  </a:cubicBezTo>
                  <a:cubicBezTo>
                    <a:pt x="617" y="18137"/>
                    <a:pt x="611" y="18342"/>
                    <a:pt x="515" y="18622"/>
                  </a:cubicBezTo>
                  <a:cubicBezTo>
                    <a:pt x="392" y="18975"/>
                    <a:pt x="135" y="19021"/>
                    <a:pt x="51" y="19404"/>
                  </a:cubicBezTo>
                  <a:lnTo>
                    <a:pt x="103" y="19701"/>
                  </a:lnTo>
                  <a:lnTo>
                    <a:pt x="103" y="19701"/>
                  </a:lnTo>
                  <a:cubicBezTo>
                    <a:pt x="470" y="19832"/>
                    <a:pt x="630" y="20111"/>
                    <a:pt x="849" y="20557"/>
                  </a:cubicBezTo>
                  <a:cubicBezTo>
                    <a:pt x="1055" y="20976"/>
                    <a:pt x="1389" y="20735"/>
                    <a:pt x="1725" y="20893"/>
                  </a:cubicBezTo>
                  <a:cubicBezTo>
                    <a:pt x="2135" y="21089"/>
                    <a:pt x="2354" y="21377"/>
                    <a:pt x="2786" y="21377"/>
                  </a:cubicBezTo>
                  <a:cubicBezTo>
                    <a:pt x="3821" y="21377"/>
                    <a:pt x="4413" y="21340"/>
                    <a:pt x="5449" y="21340"/>
                  </a:cubicBezTo>
                  <a:cubicBezTo>
                    <a:pt x="6021" y="21340"/>
                    <a:pt x="6336" y="21600"/>
                    <a:pt x="6909" y="21600"/>
                  </a:cubicBezTo>
                  <a:cubicBezTo>
                    <a:pt x="7224" y="21600"/>
                    <a:pt x="7448" y="21507"/>
                    <a:pt x="7667" y="21190"/>
                  </a:cubicBezTo>
                  <a:cubicBezTo>
                    <a:pt x="7886" y="20874"/>
                    <a:pt x="7822" y="20530"/>
                    <a:pt x="7924" y="20111"/>
                  </a:cubicBezTo>
                  <a:cubicBezTo>
                    <a:pt x="8073" y="19525"/>
                    <a:pt x="8375" y="19385"/>
                    <a:pt x="8594" y="18845"/>
                  </a:cubicBezTo>
                  <a:cubicBezTo>
                    <a:pt x="8736" y="18490"/>
                    <a:pt x="8723" y="17989"/>
                    <a:pt x="9005" y="17989"/>
                  </a:cubicBezTo>
                  <a:cubicBezTo>
                    <a:pt x="9174" y="17989"/>
                    <a:pt x="9256" y="18137"/>
                    <a:pt x="9424" y="18137"/>
                  </a:cubicBezTo>
                  <a:cubicBezTo>
                    <a:pt x="9925" y="18137"/>
                    <a:pt x="10202" y="18146"/>
                    <a:pt x="10704" y="18146"/>
                  </a:cubicBezTo>
                  <a:cubicBezTo>
                    <a:pt x="10672" y="18045"/>
                    <a:pt x="10640" y="17978"/>
                    <a:pt x="10600" y="17876"/>
                  </a:cubicBezTo>
                  <a:cubicBezTo>
                    <a:pt x="10600" y="17820"/>
                    <a:pt x="10550" y="17820"/>
                    <a:pt x="10550" y="17765"/>
                  </a:cubicBezTo>
                  <a:cubicBezTo>
                    <a:pt x="10550" y="17568"/>
                    <a:pt x="10459" y="17466"/>
                    <a:pt x="10421" y="17280"/>
                  </a:cubicBezTo>
                  <a:cubicBezTo>
                    <a:pt x="10685" y="17094"/>
                    <a:pt x="10877" y="17141"/>
                    <a:pt x="11141" y="16983"/>
                  </a:cubicBezTo>
                  <a:cubicBezTo>
                    <a:pt x="11354" y="16861"/>
                    <a:pt x="11424" y="16535"/>
                    <a:pt x="11656" y="16535"/>
                  </a:cubicBezTo>
                  <a:cubicBezTo>
                    <a:pt x="11758" y="16535"/>
                    <a:pt x="11713" y="16788"/>
                    <a:pt x="11811" y="16833"/>
                  </a:cubicBezTo>
                  <a:cubicBezTo>
                    <a:pt x="11959" y="16899"/>
                    <a:pt x="12068" y="16805"/>
                    <a:pt x="12222" y="16871"/>
                  </a:cubicBezTo>
                  <a:cubicBezTo>
                    <a:pt x="12370" y="16926"/>
                    <a:pt x="12428" y="17132"/>
                    <a:pt x="12582" y="17132"/>
                  </a:cubicBezTo>
                  <a:cubicBezTo>
                    <a:pt x="12698" y="17132"/>
                    <a:pt x="12718" y="16945"/>
                    <a:pt x="12814" y="16871"/>
                  </a:cubicBezTo>
                  <a:cubicBezTo>
                    <a:pt x="13251" y="16516"/>
                    <a:pt x="13354" y="15949"/>
                    <a:pt x="13431" y="15232"/>
                  </a:cubicBezTo>
                  <a:cubicBezTo>
                    <a:pt x="13483" y="14786"/>
                    <a:pt x="13585" y="14534"/>
                    <a:pt x="13585" y="14078"/>
                  </a:cubicBezTo>
                  <a:cubicBezTo>
                    <a:pt x="13959" y="14078"/>
                    <a:pt x="14384" y="13835"/>
                    <a:pt x="14384" y="13296"/>
                  </a:cubicBezTo>
                  <a:cubicBezTo>
                    <a:pt x="14384" y="12782"/>
                    <a:pt x="13972" y="12643"/>
                    <a:pt x="13972" y="12132"/>
                  </a:cubicBezTo>
                  <a:lnTo>
                    <a:pt x="13972" y="11768"/>
                  </a:lnTo>
                  <a:lnTo>
                    <a:pt x="14300" y="11768"/>
                  </a:lnTo>
                  <a:cubicBezTo>
                    <a:pt x="14763" y="11768"/>
                    <a:pt x="15001" y="12104"/>
                    <a:pt x="15464" y="12104"/>
                  </a:cubicBezTo>
                  <a:cubicBezTo>
                    <a:pt x="15959" y="12104"/>
                    <a:pt x="16004" y="11228"/>
                    <a:pt x="16132" y="10539"/>
                  </a:cubicBezTo>
                  <a:cubicBezTo>
                    <a:pt x="16191" y="10232"/>
                    <a:pt x="16185" y="10044"/>
                    <a:pt x="16261" y="9757"/>
                  </a:cubicBezTo>
                  <a:cubicBezTo>
                    <a:pt x="16358" y="9385"/>
                    <a:pt x="16597" y="9244"/>
                    <a:pt x="16597" y="8845"/>
                  </a:cubicBezTo>
                  <a:cubicBezTo>
                    <a:pt x="16597" y="8026"/>
                    <a:pt x="16301" y="7607"/>
                    <a:pt x="16301" y="6787"/>
                  </a:cubicBezTo>
                  <a:cubicBezTo>
                    <a:pt x="16301" y="6592"/>
                    <a:pt x="16301" y="6489"/>
                    <a:pt x="16313" y="6294"/>
                  </a:cubicBezTo>
                  <a:cubicBezTo>
                    <a:pt x="16358" y="6275"/>
                    <a:pt x="16390" y="6219"/>
                    <a:pt x="16441" y="6219"/>
                  </a:cubicBezTo>
                  <a:cubicBezTo>
                    <a:pt x="16795" y="6219"/>
                    <a:pt x="17014" y="6359"/>
                    <a:pt x="17368" y="6442"/>
                  </a:cubicBezTo>
                  <a:cubicBezTo>
                    <a:pt x="17593" y="6229"/>
                    <a:pt x="17664" y="5995"/>
                    <a:pt x="17856" y="5735"/>
                  </a:cubicBezTo>
                  <a:cubicBezTo>
                    <a:pt x="18069" y="5447"/>
                    <a:pt x="18352" y="5548"/>
                    <a:pt x="18526" y="5213"/>
                  </a:cubicBezTo>
                  <a:cubicBezTo>
                    <a:pt x="18758" y="4776"/>
                    <a:pt x="18951" y="4394"/>
                    <a:pt x="19330" y="4394"/>
                  </a:cubicBezTo>
                  <a:lnTo>
                    <a:pt x="20038" y="4394"/>
                  </a:lnTo>
                  <a:cubicBezTo>
                    <a:pt x="20307" y="4394"/>
                    <a:pt x="20436" y="4181"/>
                    <a:pt x="20687" y="4060"/>
                  </a:cubicBezTo>
                  <a:cubicBezTo>
                    <a:pt x="20951" y="3938"/>
                    <a:pt x="21148" y="4078"/>
                    <a:pt x="21431" y="4078"/>
                  </a:cubicBezTo>
                  <a:cubicBezTo>
                    <a:pt x="21431" y="4078"/>
                    <a:pt x="21431" y="4078"/>
                    <a:pt x="21431" y="4078"/>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67" name="Shape 4953"/>
            <p:cNvSpPr/>
            <p:nvPr/>
          </p:nvSpPr>
          <p:spPr>
            <a:xfrm>
              <a:off x="2069904" y="3652771"/>
              <a:ext cx="1213015" cy="1067353"/>
            </a:xfrm>
            <a:custGeom>
              <a:avLst/>
              <a:gdLst/>
              <a:ahLst/>
              <a:cxnLst>
                <a:cxn ang="0">
                  <a:pos x="wd2" y="hd2"/>
                </a:cxn>
                <a:cxn ang="5400000">
                  <a:pos x="wd2" y="hd2"/>
                </a:cxn>
                <a:cxn ang="10800000">
                  <a:pos x="wd2" y="hd2"/>
                </a:cxn>
                <a:cxn ang="16200000">
                  <a:pos x="wd2" y="hd2"/>
                </a:cxn>
              </a:cxnLst>
              <a:rect l="0" t="0" r="r" b="b"/>
              <a:pathLst>
                <a:path w="21576" h="21553" extrusionOk="0">
                  <a:moveTo>
                    <a:pt x="493" y="10191"/>
                  </a:moveTo>
                  <a:cubicBezTo>
                    <a:pt x="796" y="10276"/>
                    <a:pt x="929" y="10457"/>
                    <a:pt x="1110" y="10747"/>
                  </a:cubicBezTo>
                  <a:cubicBezTo>
                    <a:pt x="1281" y="11019"/>
                    <a:pt x="1557" y="10862"/>
                    <a:pt x="1835" y="10965"/>
                  </a:cubicBezTo>
                  <a:cubicBezTo>
                    <a:pt x="2175" y="11092"/>
                    <a:pt x="2357" y="11279"/>
                    <a:pt x="2714" y="11279"/>
                  </a:cubicBezTo>
                  <a:cubicBezTo>
                    <a:pt x="3571" y="11279"/>
                    <a:pt x="4061" y="11255"/>
                    <a:pt x="4919" y="11255"/>
                  </a:cubicBezTo>
                  <a:cubicBezTo>
                    <a:pt x="5393" y="11255"/>
                    <a:pt x="5654" y="11424"/>
                    <a:pt x="6128" y="11424"/>
                  </a:cubicBezTo>
                  <a:cubicBezTo>
                    <a:pt x="6389" y="11424"/>
                    <a:pt x="6575" y="11364"/>
                    <a:pt x="6756" y="11158"/>
                  </a:cubicBezTo>
                  <a:cubicBezTo>
                    <a:pt x="6937" y="10953"/>
                    <a:pt x="6885" y="10729"/>
                    <a:pt x="6969" y="10457"/>
                  </a:cubicBezTo>
                  <a:cubicBezTo>
                    <a:pt x="7092" y="10077"/>
                    <a:pt x="7343" y="9985"/>
                    <a:pt x="7524" y="9635"/>
                  </a:cubicBezTo>
                  <a:cubicBezTo>
                    <a:pt x="7641" y="9404"/>
                    <a:pt x="7631" y="9079"/>
                    <a:pt x="7864" y="9079"/>
                  </a:cubicBezTo>
                  <a:cubicBezTo>
                    <a:pt x="8004" y="9079"/>
                    <a:pt x="8072" y="9175"/>
                    <a:pt x="8211" y="9175"/>
                  </a:cubicBezTo>
                  <a:cubicBezTo>
                    <a:pt x="8626" y="9175"/>
                    <a:pt x="8855" y="9181"/>
                    <a:pt x="9271" y="9181"/>
                  </a:cubicBezTo>
                  <a:cubicBezTo>
                    <a:pt x="9245" y="9115"/>
                    <a:pt x="9218" y="9072"/>
                    <a:pt x="9185" y="9005"/>
                  </a:cubicBezTo>
                  <a:cubicBezTo>
                    <a:pt x="9185" y="8969"/>
                    <a:pt x="9143" y="8969"/>
                    <a:pt x="9143" y="8934"/>
                  </a:cubicBezTo>
                  <a:cubicBezTo>
                    <a:pt x="9143" y="8806"/>
                    <a:pt x="9069" y="8739"/>
                    <a:pt x="9037" y="8618"/>
                  </a:cubicBezTo>
                  <a:cubicBezTo>
                    <a:pt x="9255" y="8498"/>
                    <a:pt x="9415" y="8528"/>
                    <a:pt x="9633" y="8425"/>
                  </a:cubicBezTo>
                  <a:cubicBezTo>
                    <a:pt x="9809" y="8346"/>
                    <a:pt x="9868" y="8135"/>
                    <a:pt x="10060" y="8135"/>
                  </a:cubicBezTo>
                  <a:cubicBezTo>
                    <a:pt x="10144" y="8135"/>
                    <a:pt x="10107" y="8299"/>
                    <a:pt x="10188" y="8328"/>
                  </a:cubicBezTo>
                  <a:cubicBezTo>
                    <a:pt x="10310" y="8371"/>
                    <a:pt x="10400" y="8310"/>
                    <a:pt x="10528" y="8352"/>
                  </a:cubicBezTo>
                  <a:cubicBezTo>
                    <a:pt x="10651" y="8389"/>
                    <a:pt x="10699" y="8522"/>
                    <a:pt x="10826" y="8522"/>
                  </a:cubicBezTo>
                  <a:cubicBezTo>
                    <a:pt x="10922" y="8522"/>
                    <a:pt x="10939" y="8401"/>
                    <a:pt x="11018" y="8352"/>
                  </a:cubicBezTo>
                  <a:cubicBezTo>
                    <a:pt x="11380" y="8122"/>
                    <a:pt x="11466" y="7754"/>
                    <a:pt x="11529" y="7288"/>
                  </a:cubicBezTo>
                  <a:cubicBezTo>
                    <a:pt x="11572" y="6998"/>
                    <a:pt x="11657" y="6835"/>
                    <a:pt x="11657" y="6539"/>
                  </a:cubicBezTo>
                  <a:cubicBezTo>
                    <a:pt x="11966" y="6539"/>
                    <a:pt x="12318" y="6381"/>
                    <a:pt x="12318" y="6031"/>
                  </a:cubicBezTo>
                  <a:cubicBezTo>
                    <a:pt x="12318" y="5697"/>
                    <a:pt x="11977" y="5607"/>
                    <a:pt x="11977" y="5275"/>
                  </a:cubicBezTo>
                  <a:lnTo>
                    <a:pt x="11977" y="5038"/>
                  </a:lnTo>
                  <a:lnTo>
                    <a:pt x="12249" y="5038"/>
                  </a:lnTo>
                  <a:cubicBezTo>
                    <a:pt x="12632" y="5038"/>
                    <a:pt x="12829" y="5257"/>
                    <a:pt x="13213" y="5257"/>
                  </a:cubicBezTo>
                  <a:cubicBezTo>
                    <a:pt x="13623" y="5257"/>
                    <a:pt x="13660" y="4688"/>
                    <a:pt x="13766" y="4240"/>
                  </a:cubicBezTo>
                  <a:cubicBezTo>
                    <a:pt x="13815" y="4041"/>
                    <a:pt x="13810" y="3919"/>
                    <a:pt x="13873" y="3732"/>
                  </a:cubicBezTo>
                  <a:cubicBezTo>
                    <a:pt x="13953" y="3491"/>
                    <a:pt x="14151" y="3399"/>
                    <a:pt x="14151" y="3140"/>
                  </a:cubicBezTo>
                  <a:cubicBezTo>
                    <a:pt x="14151" y="2608"/>
                    <a:pt x="13906" y="2336"/>
                    <a:pt x="13906" y="1803"/>
                  </a:cubicBezTo>
                  <a:cubicBezTo>
                    <a:pt x="13906" y="1677"/>
                    <a:pt x="13906" y="1610"/>
                    <a:pt x="13916" y="1483"/>
                  </a:cubicBezTo>
                  <a:cubicBezTo>
                    <a:pt x="13953" y="1471"/>
                    <a:pt x="13980" y="1434"/>
                    <a:pt x="14022" y="1434"/>
                  </a:cubicBezTo>
                  <a:cubicBezTo>
                    <a:pt x="14315" y="1434"/>
                    <a:pt x="14497" y="1525"/>
                    <a:pt x="14789" y="1579"/>
                  </a:cubicBezTo>
                  <a:cubicBezTo>
                    <a:pt x="14976" y="1441"/>
                    <a:pt x="15034" y="1289"/>
                    <a:pt x="15194" y="1120"/>
                  </a:cubicBezTo>
                  <a:cubicBezTo>
                    <a:pt x="15370" y="933"/>
                    <a:pt x="15604" y="999"/>
                    <a:pt x="15748" y="781"/>
                  </a:cubicBezTo>
                  <a:cubicBezTo>
                    <a:pt x="15940" y="497"/>
                    <a:pt x="16100" y="249"/>
                    <a:pt x="16414" y="249"/>
                  </a:cubicBezTo>
                  <a:lnTo>
                    <a:pt x="17000" y="249"/>
                  </a:lnTo>
                  <a:cubicBezTo>
                    <a:pt x="17224" y="249"/>
                    <a:pt x="17330" y="110"/>
                    <a:pt x="17538" y="32"/>
                  </a:cubicBezTo>
                  <a:cubicBezTo>
                    <a:pt x="17757" y="-47"/>
                    <a:pt x="17919" y="44"/>
                    <a:pt x="18154" y="44"/>
                  </a:cubicBezTo>
                  <a:lnTo>
                    <a:pt x="18154" y="44"/>
                  </a:lnTo>
                  <a:cubicBezTo>
                    <a:pt x="18329" y="123"/>
                    <a:pt x="18374" y="273"/>
                    <a:pt x="18539" y="370"/>
                  </a:cubicBezTo>
                  <a:cubicBezTo>
                    <a:pt x="18732" y="485"/>
                    <a:pt x="18907" y="491"/>
                    <a:pt x="19008" y="709"/>
                  </a:cubicBezTo>
                  <a:cubicBezTo>
                    <a:pt x="19120" y="944"/>
                    <a:pt x="18923" y="1186"/>
                    <a:pt x="19050" y="1410"/>
                  </a:cubicBezTo>
                  <a:cubicBezTo>
                    <a:pt x="19168" y="1610"/>
                    <a:pt x="19370" y="1568"/>
                    <a:pt x="19541" y="1700"/>
                  </a:cubicBezTo>
                  <a:cubicBezTo>
                    <a:pt x="19733" y="1852"/>
                    <a:pt x="19829" y="1985"/>
                    <a:pt x="20031" y="2112"/>
                  </a:cubicBezTo>
                  <a:cubicBezTo>
                    <a:pt x="20266" y="2257"/>
                    <a:pt x="20324" y="2571"/>
                    <a:pt x="20596" y="2571"/>
                  </a:cubicBezTo>
                  <a:cubicBezTo>
                    <a:pt x="20804" y="2571"/>
                    <a:pt x="20910" y="2475"/>
                    <a:pt x="21117" y="2475"/>
                  </a:cubicBezTo>
                  <a:cubicBezTo>
                    <a:pt x="21400" y="2475"/>
                    <a:pt x="21448" y="2844"/>
                    <a:pt x="21576" y="3134"/>
                  </a:cubicBezTo>
                  <a:lnTo>
                    <a:pt x="21576" y="3134"/>
                  </a:lnTo>
                  <a:cubicBezTo>
                    <a:pt x="21448" y="3195"/>
                    <a:pt x="21357" y="3200"/>
                    <a:pt x="21224" y="3249"/>
                  </a:cubicBezTo>
                  <a:cubicBezTo>
                    <a:pt x="20974" y="3346"/>
                    <a:pt x="20920" y="3605"/>
                    <a:pt x="20670" y="3708"/>
                  </a:cubicBezTo>
                  <a:cubicBezTo>
                    <a:pt x="20505" y="3774"/>
                    <a:pt x="20388" y="3750"/>
                    <a:pt x="20223" y="3805"/>
                  </a:cubicBezTo>
                  <a:cubicBezTo>
                    <a:pt x="19988" y="3883"/>
                    <a:pt x="19925" y="4101"/>
                    <a:pt x="19733" y="4264"/>
                  </a:cubicBezTo>
                  <a:cubicBezTo>
                    <a:pt x="19466" y="4488"/>
                    <a:pt x="19215" y="4386"/>
                    <a:pt x="18880" y="4386"/>
                  </a:cubicBezTo>
                  <a:cubicBezTo>
                    <a:pt x="18688" y="4386"/>
                    <a:pt x="18576" y="4337"/>
                    <a:pt x="18384" y="4337"/>
                  </a:cubicBezTo>
                  <a:lnTo>
                    <a:pt x="17885" y="4337"/>
                  </a:lnTo>
                  <a:cubicBezTo>
                    <a:pt x="17528" y="4337"/>
                    <a:pt x="17256" y="4446"/>
                    <a:pt x="17048" y="4772"/>
                  </a:cubicBezTo>
                  <a:cubicBezTo>
                    <a:pt x="17192" y="4918"/>
                    <a:pt x="17409" y="4959"/>
                    <a:pt x="17409" y="5183"/>
                  </a:cubicBezTo>
                  <a:cubicBezTo>
                    <a:pt x="17409" y="5407"/>
                    <a:pt x="17154" y="5468"/>
                    <a:pt x="17154" y="5692"/>
                  </a:cubicBezTo>
                  <a:cubicBezTo>
                    <a:pt x="17154" y="5818"/>
                    <a:pt x="17251" y="5867"/>
                    <a:pt x="17282" y="5981"/>
                  </a:cubicBezTo>
                  <a:cubicBezTo>
                    <a:pt x="17373" y="6290"/>
                    <a:pt x="17409" y="6479"/>
                    <a:pt x="17409" y="6804"/>
                  </a:cubicBezTo>
                  <a:cubicBezTo>
                    <a:pt x="17409" y="7028"/>
                    <a:pt x="17282" y="7138"/>
                    <a:pt x="17282" y="7361"/>
                  </a:cubicBezTo>
                  <a:cubicBezTo>
                    <a:pt x="17282" y="7445"/>
                    <a:pt x="17389" y="7445"/>
                    <a:pt x="17431" y="7506"/>
                  </a:cubicBezTo>
                  <a:cubicBezTo>
                    <a:pt x="17533" y="7645"/>
                    <a:pt x="17559" y="7778"/>
                    <a:pt x="17559" y="7965"/>
                  </a:cubicBezTo>
                  <a:cubicBezTo>
                    <a:pt x="17773" y="7983"/>
                    <a:pt x="17869" y="8086"/>
                    <a:pt x="18071" y="8159"/>
                  </a:cubicBezTo>
                  <a:cubicBezTo>
                    <a:pt x="18203" y="8183"/>
                    <a:pt x="18289" y="8238"/>
                    <a:pt x="18369" y="8352"/>
                  </a:cubicBezTo>
                  <a:lnTo>
                    <a:pt x="18348" y="8449"/>
                  </a:lnTo>
                  <a:cubicBezTo>
                    <a:pt x="18114" y="8516"/>
                    <a:pt x="17815" y="8534"/>
                    <a:pt x="17815" y="8806"/>
                  </a:cubicBezTo>
                  <a:lnTo>
                    <a:pt x="17815" y="9326"/>
                  </a:lnTo>
                  <a:cubicBezTo>
                    <a:pt x="17815" y="9604"/>
                    <a:pt x="17671" y="9738"/>
                    <a:pt x="17516" y="9949"/>
                  </a:cubicBezTo>
                  <a:cubicBezTo>
                    <a:pt x="17368" y="10148"/>
                    <a:pt x="17309" y="10294"/>
                    <a:pt x="17176" y="10505"/>
                  </a:cubicBezTo>
                  <a:cubicBezTo>
                    <a:pt x="16963" y="10838"/>
                    <a:pt x="16728" y="10965"/>
                    <a:pt x="16601" y="11352"/>
                  </a:cubicBezTo>
                  <a:cubicBezTo>
                    <a:pt x="16553" y="11503"/>
                    <a:pt x="16590" y="11606"/>
                    <a:pt x="16558" y="11763"/>
                  </a:cubicBezTo>
                  <a:cubicBezTo>
                    <a:pt x="16515" y="11980"/>
                    <a:pt x="16260" y="11914"/>
                    <a:pt x="16153" y="12101"/>
                  </a:cubicBezTo>
                  <a:cubicBezTo>
                    <a:pt x="15887" y="12567"/>
                    <a:pt x="15935" y="12960"/>
                    <a:pt x="15685" y="13432"/>
                  </a:cubicBezTo>
                  <a:cubicBezTo>
                    <a:pt x="15557" y="13674"/>
                    <a:pt x="15482" y="13874"/>
                    <a:pt x="15258" y="13988"/>
                  </a:cubicBezTo>
                  <a:cubicBezTo>
                    <a:pt x="15061" y="14085"/>
                    <a:pt x="14949" y="14177"/>
                    <a:pt x="14747" y="14255"/>
                  </a:cubicBezTo>
                  <a:cubicBezTo>
                    <a:pt x="14645" y="14291"/>
                    <a:pt x="14544" y="14237"/>
                    <a:pt x="14469" y="14327"/>
                  </a:cubicBezTo>
                  <a:cubicBezTo>
                    <a:pt x="14331" y="14497"/>
                    <a:pt x="14353" y="14726"/>
                    <a:pt x="14171" y="14835"/>
                  </a:cubicBezTo>
                  <a:cubicBezTo>
                    <a:pt x="13991" y="14944"/>
                    <a:pt x="14011" y="15168"/>
                    <a:pt x="13959" y="15392"/>
                  </a:cubicBezTo>
                  <a:cubicBezTo>
                    <a:pt x="13910" y="15591"/>
                    <a:pt x="13762" y="15706"/>
                    <a:pt x="13575" y="15731"/>
                  </a:cubicBezTo>
                  <a:cubicBezTo>
                    <a:pt x="13218" y="15773"/>
                    <a:pt x="13037" y="15997"/>
                    <a:pt x="12680" y="15997"/>
                  </a:cubicBezTo>
                  <a:cubicBezTo>
                    <a:pt x="12536" y="15997"/>
                    <a:pt x="12397" y="15918"/>
                    <a:pt x="12382" y="15755"/>
                  </a:cubicBezTo>
                  <a:cubicBezTo>
                    <a:pt x="12365" y="15591"/>
                    <a:pt x="12429" y="15440"/>
                    <a:pt x="12318" y="15343"/>
                  </a:cubicBezTo>
                  <a:cubicBezTo>
                    <a:pt x="12244" y="15277"/>
                    <a:pt x="12169" y="15295"/>
                    <a:pt x="12073" y="15295"/>
                  </a:cubicBezTo>
                  <a:cubicBezTo>
                    <a:pt x="11684" y="15295"/>
                    <a:pt x="11550" y="15694"/>
                    <a:pt x="11295" y="16020"/>
                  </a:cubicBezTo>
                  <a:cubicBezTo>
                    <a:pt x="11039" y="16347"/>
                    <a:pt x="10741" y="16523"/>
                    <a:pt x="10741" y="16964"/>
                  </a:cubicBezTo>
                  <a:cubicBezTo>
                    <a:pt x="10741" y="17285"/>
                    <a:pt x="11295" y="17176"/>
                    <a:pt x="11295" y="17496"/>
                  </a:cubicBezTo>
                  <a:cubicBezTo>
                    <a:pt x="11295" y="17629"/>
                    <a:pt x="11215" y="17707"/>
                    <a:pt x="11189" y="17835"/>
                  </a:cubicBezTo>
                  <a:cubicBezTo>
                    <a:pt x="11236" y="18071"/>
                    <a:pt x="11348" y="18179"/>
                    <a:pt x="11380" y="18416"/>
                  </a:cubicBezTo>
                  <a:cubicBezTo>
                    <a:pt x="11418" y="18681"/>
                    <a:pt x="11418" y="19044"/>
                    <a:pt x="11657" y="19044"/>
                  </a:cubicBezTo>
                  <a:cubicBezTo>
                    <a:pt x="11791" y="19044"/>
                    <a:pt x="11865" y="18990"/>
                    <a:pt x="11998" y="18972"/>
                  </a:cubicBezTo>
                  <a:cubicBezTo>
                    <a:pt x="11998" y="19014"/>
                    <a:pt x="12020" y="19032"/>
                    <a:pt x="12020" y="19075"/>
                  </a:cubicBezTo>
                  <a:cubicBezTo>
                    <a:pt x="12020" y="19165"/>
                    <a:pt x="11977" y="19219"/>
                    <a:pt x="11977" y="19311"/>
                  </a:cubicBezTo>
                  <a:cubicBezTo>
                    <a:pt x="11977" y="19522"/>
                    <a:pt x="12163" y="19577"/>
                    <a:pt x="12275" y="19746"/>
                  </a:cubicBezTo>
                  <a:cubicBezTo>
                    <a:pt x="12441" y="19988"/>
                    <a:pt x="12483" y="20163"/>
                    <a:pt x="12616" y="20423"/>
                  </a:cubicBezTo>
                  <a:cubicBezTo>
                    <a:pt x="12392" y="20441"/>
                    <a:pt x="12265" y="20423"/>
                    <a:pt x="12041" y="20423"/>
                  </a:cubicBezTo>
                  <a:cubicBezTo>
                    <a:pt x="12025" y="20707"/>
                    <a:pt x="12041" y="20865"/>
                    <a:pt x="12041" y="21148"/>
                  </a:cubicBezTo>
                  <a:cubicBezTo>
                    <a:pt x="11876" y="21052"/>
                    <a:pt x="11870" y="20762"/>
                    <a:pt x="11678" y="20762"/>
                  </a:cubicBezTo>
                  <a:cubicBezTo>
                    <a:pt x="11422" y="20762"/>
                    <a:pt x="11316" y="21003"/>
                    <a:pt x="11061" y="21003"/>
                  </a:cubicBezTo>
                  <a:cubicBezTo>
                    <a:pt x="10575" y="21003"/>
                    <a:pt x="10326" y="20689"/>
                    <a:pt x="9840" y="20689"/>
                  </a:cubicBezTo>
                  <a:lnTo>
                    <a:pt x="9505" y="20689"/>
                  </a:lnTo>
                  <a:lnTo>
                    <a:pt x="9590" y="20883"/>
                  </a:lnTo>
                  <a:lnTo>
                    <a:pt x="9590" y="21052"/>
                  </a:lnTo>
                  <a:cubicBezTo>
                    <a:pt x="9111" y="21052"/>
                    <a:pt x="8803" y="21215"/>
                    <a:pt x="8430" y="21553"/>
                  </a:cubicBezTo>
                  <a:lnTo>
                    <a:pt x="8430" y="21553"/>
                  </a:lnTo>
                  <a:cubicBezTo>
                    <a:pt x="8306" y="21356"/>
                    <a:pt x="8233" y="21180"/>
                    <a:pt x="8024" y="21052"/>
                  </a:cubicBezTo>
                  <a:cubicBezTo>
                    <a:pt x="7830" y="20934"/>
                    <a:pt x="7663" y="20934"/>
                    <a:pt x="7524" y="20738"/>
                  </a:cubicBezTo>
                  <a:cubicBezTo>
                    <a:pt x="7441" y="20619"/>
                    <a:pt x="7465" y="20507"/>
                    <a:pt x="7428" y="20362"/>
                  </a:cubicBezTo>
                  <a:cubicBezTo>
                    <a:pt x="7409" y="20283"/>
                    <a:pt x="7364" y="20245"/>
                    <a:pt x="7364" y="20160"/>
                  </a:cubicBezTo>
                  <a:lnTo>
                    <a:pt x="7364" y="19887"/>
                  </a:lnTo>
                  <a:cubicBezTo>
                    <a:pt x="7364" y="19788"/>
                    <a:pt x="7252" y="19788"/>
                    <a:pt x="7173" y="19746"/>
                  </a:cubicBezTo>
                  <a:cubicBezTo>
                    <a:pt x="6960" y="19631"/>
                    <a:pt x="6661" y="19649"/>
                    <a:pt x="6661" y="19382"/>
                  </a:cubicBezTo>
                  <a:cubicBezTo>
                    <a:pt x="6661" y="19292"/>
                    <a:pt x="6691" y="19228"/>
                    <a:pt x="6746" y="19165"/>
                  </a:cubicBezTo>
                  <a:lnTo>
                    <a:pt x="6746" y="18896"/>
                  </a:lnTo>
                  <a:cubicBezTo>
                    <a:pt x="6746" y="18588"/>
                    <a:pt x="6394" y="18593"/>
                    <a:pt x="6128" y="18524"/>
                  </a:cubicBezTo>
                  <a:cubicBezTo>
                    <a:pt x="5806" y="18439"/>
                    <a:pt x="5619" y="18403"/>
                    <a:pt x="5291" y="18403"/>
                  </a:cubicBezTo>
                  <a:cubicBezTo>
                    <a:pt x="4655" y="18403"/>
                    <a:pt x="4298" y="18452"/>
                    <a:pt x="3662" y="18452"/>
                  </a:cubicBezTo>
                  <a:cubicBezTo>
                    <a:pt x="3502" y="18452"/>
                    <a:pt x="3377" y="18487"/>
                    <a:pt x="3252" y="18379"/>
                  </a:cubicBezTo>
                  <a:cubicBezTo>
                    <a:pt x="3178" y="18315"/>
                    <a:pt x="3190" y="18212"/>
                    <a:pt x="3113" y="18149"/>
                  </a:cubicBezTo>
                  <a:cubicBezTo>
                    <a:pt x="3071" y="18116"/>
                    <a:pt x="3028" y="18138"/>
                    <a:pt x="2974" y="18138"/>
                  </a:cubicBezTo>
                  <a:cubicBezTo>
                    <a:pt x="2708" y="18138"/>
                    <a:pt x="2560" y="18197"/>
                    <a:pt x="2293" y="18197"/>
                  </a:cubicBezTo>
                  <a:cubicBezTo>
                    <a:pt x="2016" y="18197"/>
                    <a:pt x="1865" y="18101"/>
                    <a:pt x="1587" y="18101"/>
                  </a:cubicBezTo>
                  <a:lnTo>
                    <a:pt x="1336" y="18101"/>
                  </a:lnTo>
                  <a:cubicBezTo>
                    <a:pt x="1105" y="18101"/>
                    <a:pt x="988" y="17956"/>
                    <a:pt x="756" y="17956"/>
                  </a:cubicBezTo>
                  <a:lnTo>
                    <a:pt x="526" y="17956"/>
                  </a:lnTo>
                  <a:cubicBezTo>
                    <a:pt x="355" y="17956"/>
                    <a:pt x="255" y="17977"/>
                    <a:pt x="87" y="18016"/>
                  </a:cubicBezTo>
                  <a:lnTo>
                    <a:pt x="87" y="18016"/>
                  </a:lnTo>
                  <a:cubicBezTo>
                    <a:pt x="19" y="17780"/>
                    <a:pt x="3" y="17647"/>
                    <a:pt x="3" y="17399"/>
                  </a:cubicBezTo>
                  <a:cubicBezTo>
                    <a:pt x="3" y="17188"/>
                    <a:pt x="-24" y="17030"/>
                    <a:pt x="87" y="16867"/>
                  </a:cubicBezTo>
                  <a:cubicBezTo>
                    <a:pt x="216" y="16686"/>
                    <a:pt x="375" y="16674"/>
                    <a:pt x="514" y="16504"/>
                  </a:cubicBezTo>
                  <a:cubicBezTo>
                    <a:pt x="604" y="16395"/>
                    <a:pt x="594" y="16190"/>
                    <a:pt x="727" y="16190"/>
                  </a:cubicBezTo>
                  <a:cubicBezTo>
                    <a:pt x="834" y="16190"/>
                    <a:pt x="876" y="16287"/>
                    <a:pt x="982" y="16287"/>
                  </a:cubicBezTo>
                  <a:cubicBezTo>
                    <a:pt x="1201" y="16287"/>
                    <a:pt x="1233" y="15924"/>
                    <a:pt x="1451" y="15924"/>
                  </a:cubicBezTo>
                  <a:cubicBezTo>
                    <a:pt x="1654" y="15924"/>
                    <a:pt x="1717" y="16190"/>
                    <a:pt x="1920" y="16190"/>
                  </a:cubicBezTo>
                  <a:cubicBezTo>
                    <a:pt x="2033" y="16190"/>
                    <a:pt x="2016" y="16020"/>
                    <a:pt x="2091" y="15924"/>
                  </a:cubicBezTo>
                  <a:cubicBezTo>
                    <a:pt x="2171" y="15815"/>
                    <a:pt x="2282" y="15863"/>
                    <a:pt x="2410" y="15851"/>
                  </a:cubicBezTo>
                  <a:cubicBezTo>
                    <a:pt x="2570" y="15839"/>
                    <a:pt x="2576" y="15634"/>
                    <a:pt x="2666" y="15488"/>
                  </a:cubicBezTo>
                  <a:cubicBezTo>
                    <a:pt x="2740" y="15367"/>
                    <a:pt x="2900" y="15349"/>
                    <a:pt x="2900" y="15199"/>
                  </a:cubicBezTo>
                  <a:cubicBezTo>
                    <a:pt x="2900" y="14908"/>
                    <a:pt x="2618" y="14859"/>
                    <a:pt x="2453" y="14642"/>
                  </a:cubicBezTo>
                  <a:cubicBezTo>
                    <a:pt x="2234" y="14358"/>
                    <a:pt x="2277" y="14079"/>
                    <a:pt x="2133" y="13747"/>
                  </a:cubicBezTo>
                  <a:cubicBezTo>
                    <a:pt x="2053" y="13565"/>
                    <a:pt x="1920" y="13529"/>
                    <a:pt x="1792" y="13384"/>
                  </a:cubicBezTo>
                  <a:cubicBezTo>
                    <a:pt x="1611" y="13178"/>
                    <a:pt x="1547" y="13009"/>
                    <a:pt x="1366" y="12803"/>
                  </a:cubicBezTo>
                  <a:cubicBezTo>
                    <a:pt x="1196" y="12610"/>
                    <a:pt x="940" y="12573"/>
                    <a:pt x="940" y="12301"/>
                  </a:cubicBezTo>
                  <a:lnTo>
                    <a:pt x="940" y="11273"/>
                  </a:lnTo>
                  <a:cubicBezTo>
                    <a:pt x="940" y="10971"/>
                    <a:pt x="721" y="10862"/>
                    <a:pt x="536" y="10650"/>
                  </a:cubicBezTo>
                  <a:cubicBezTo>
                    <a:pt x="445" y="10548"/>
                    <a:pt x="301" y="10530"/>
                    <a:pt x="301" y="10385"/>
                  </a:cubicBezTo>
                  <a:cubicBezTo>
                    <a:pt x="301" y="10288"/>
                    <a:pt x="434" y="10258"/>
                    <a:pt x="493" y="10191"/>
                  </a:cubicBezTo>
                  <a:cubicBezTo>
                    <a:pt x="493" y="10191"/>
                    <a:pt x="493" y="10191"/>
                    <a:pt x="493" y="10191"/>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68" name="Shape 4954"/>
            <p:cNvSpPr/>
            <p:nvPr/>
          </p:nvSpPr>
          <p:spPr>
            <a:xfrm>
              <a:off x="3043976" y="1948144"/>
              <a:ext cx="3415157" cy="2983363"/>
            </a:xfrm>
            <a:custGeom>
              <a:avLst/>
              <a:gdLst/>
              <a:ahLst/>
              <a:cxnLst>
                <a:cxn ang="0">
                  <a:pos x="wd2" y="hd2"/>
                </a:cxn>
                <a:cxn ang="5400000">
                  <a:pos x="wd2" y="hd2"/>
                </a:cxn>
                <a:cxn ang="10800000">
                  <a:pos x="wd2" y="hd2"/>
                </a:cxn>
                <a:cxn ang="16200000">
                  <a:pos x="wd2" y="hd2"/>
                </a:cxn>
              </a:cxnLst>
              <a:rect l="0" t="0" r="r" b="b"/>
              <a:pathLst>
                <a:path w="21600" h="21600" extrusionOk="0">
                  <a:moveTo>
                    <a:pt x="14809" y="2732"/>
                  </a:moveTo>
                  <a:cubicBezTo>
                    <a:pt x="14905" y="2732"/>
                    <a:pt x="14961" y="2737"/>
                    <a:pt x="15054" y="2758"/>
                  </a:cubicBezTo>
                  <a:cubicBezTo>
                    <a:pt x="15103" y="2769"/>
                    <a:pt x="15126" y="2810"/>
                    <a:pt x="15177" y="2810"/>
                  </a:cubicBezTo>
                  <a:lnTo>
                    <a:pt x="15236" y="2810"/>
                  </a:lnTo>
                  <a:lnTo>
                    <a:pt x="15236" y="2613"/>
                  </a:lnTo>
                  <a:cubicBezTo>
                    <a:pt x="15236" y="2494"/>
                    <a:pt x="15308" y="2442"/>
                    <a:pt x="15365" y="2342"/>
                  </a:cubicBezTo>
                  <a:cubicBezTo>
                    <a:pt x="15380" y="2314"/>
                    <a:pt x="15418" y="2307"/>
                    <a:pt x="15418" y="2273"/>
                  </a:cubicBezTo>
                  <a:cubicBezTo>
                    <a:pt x="15418" y="2158"/>
                    <a:pt x="15266" y="2149"/>
                    <a:pt x="15266" y="2034"/>
                  </a:cubicBezTo>
                  <a:cubicBezTo>
                    <a:pt x="15266" y="1976"/>
                    <a:pt x="15282" y="1943"/>
                    <a:pt x="15282" y="1884"/>
                  </a:cubicBezTo>
                  <a:lnTo>
                    <a:pt x="15282" y="1761"/>
                  </a:lnTo>
                  <a:cubicBezTo>
                    <a:pt x="15282" y="1624"/>
                    <a:pt x="15244" y="1551"/>
                    <a:pt x="15244" y="1414"/>
                  </a:cubicBezTo>
                  <a:cubicBezTo>
                    <a:pt x="15244" y="1305"/>
                    <a:pt x="15365" y="1280"/>
                    <a:pt x="15365" y="1171"/>
                  </a:cubicBezTo>
                  <a:cubicBezTo>
                    <a:pt x="15365" y="1071"/>
                    <a:pt x="15348" y="987"/>
                    <a:pt x="15274" y="937"/>
                  </a:cubicBezTo>
                  <a:cubicBezTo>
                    <a:pt x="15204" y="891"/>
                    <a:pt x="15084" y="911"/>
                    <a:pt x="15084" y="815"/>
                  </a:cubicBezTo>
                  <a:cubicBezTo>
                    <a:pt x="15084" y="787"/>
                    <a:pt x="15107" y="774"/>
                    <a:pt x="15107" y="746"/>
                  </a:cubicBezTo>
                  <a:cubicBezTo>
                    <a:pt x="15107" y="720"/>
                    <a:pt x="15077" y="711"/>
                    <a:pt x="15077" y="686"/>
                  </a:cubicBezTo>
                  <a:cubicBezTo>
                    <a:pt x="15077" y="646"/>
                    <a:pt x="15115" y="642"/>
                    <a:pt x="15138" y="616"/>
                  </a:cubicBezTo>
                  <a:cubicBezTo>
                    <a:pt x="15198" y="547"/>
                    <a:pt x="15217" y="473"/>
                    <a:pt x="15296" y="443"/>
                  </a:cubicBezTo>
                  <a:cubicBezTo>
                    <a:pt x="15387" y="408"/>
                    <a:pt x="15406" y="278"/>
                    <a:pt x="15503" y="278"/>
                  </a:cubicBezTo>
                  <a:lnTo>
                    <a:pt x="15651" y="278"/>
                  </a:lnTo>
                  <a:cubicBezTo>
                    <a:pt x="15721" y="278"/>
                    <a:pt x="15747" y="213"/>
                    <a:pt x="15812" y="182"/>
                  </a:cubicBezTo>
                  <a:cubicBezTo>
                    <a:pt x="15890" y="145"/>
                    <a:pt x="15941" y="130"/>
                    <a:pt x="16026" y="130"/>
                  </a:cubicBezTo>
                  <a:lnTo>
                    <a:pt x="16174" y="130"/>
                  </a:lnTo>
                  <a:cubicBezTo>
                    <a:pt x="16318" y="130"/>
                    <a:pt x="16380" y="0"/>
                    <a:pt x="16524" y="0"/>
                  </a:cubicBezTo>
                  <a:cubicBezTo>
                    <a:pt x="16640" y="0"/>
                    <a:pt x="16668" y="165"/>
                    <a:pt x="16783" y="165"/>
                  </a:cubicBezTo>
                  <a:lnTo>
                    <a:pt x="16948" y="165"/>
                  </a:lnTo>
                  <a:cubicBezTo>
                    <a:pt x="17028" y="256"/>
                    <a:pt x="17085" y="299"/>
                    <a:pt x="17145" y="408"/>
                  </a:cubicBezTo>
                  <a:cubicBezTo>
                    <a:pt x="17164" y="445"/>
                    <a:pt x="17172" y="482"/>
                    <a:pt x="17206" y="503"/>
                  </a:cubicBezTo>
                  <a:cubicBezTo>
                    <a:pt x="17276" y="551"/>
                    <a:pt x="17340" y="527"/>
                    <a:pt x="17418" y="555"/>
                  </a:cubicBezTo>
                  <a:cubicBezTo>
                    <a:pt x="17549" y="605"/>
                    <a:pt x="17623" y="661"/>
                    <a:pt x="17714" y="781"/>
                  </a:cubicBezTo>
                  <a:cubicBezTo>
                    <a:pt x="17766" y="850"/>
                    <a:pt x="17825" y="854"/>
                    <a:pt x="17888" y="911"/>
                  </a:cubicBezTo>
                  <a:cubicBezTo>
                    <a:pt x="17950" y="967"/>
                    <a:pt x="17950" y="1052"/>
                    <a:pt x="18016" y="1102"/>
                  </a:cubicBezTo>
                  <a:cubicBezTo>
                    <a:pt x="18092" y="1158"/>
                    <a:pt x="18155" y="1156"/>
                    <a:pt x="18228" y="1214"/>
                  </a:cubicBezTo>
                  <a:cubicBezTo>
                    <a:pt x="18312" y="1282"/>
                    <a:pt x="18354" y="1370"/>
                    <a:pt x="18456" y="1370"/>
                  </a:cubicBezTo>
                  <a:cubicBezTo>
                    <a:pt x="18534" y="1370"/>
                    <a:pt x="18568" y="1301"/>
                    <a:pt x="18646" y="1301"/>
                  </a:cubicBezTo>
                  <a:cubicBezTo>
                    <a:pt x="18708" y="1301"/>
                    <a:pt x="18735" y="1362"/>
                    <a:pt x="18797" y="1362"/>
                  </a:cubicBezTo>
                  <a:cubicBezTo>
                    <a:pt x="18850" y="1362"/>
                    <a:pt x="18892" y="1362"/>
                    <a:pt x="18933" y="1327"/>
                  </a:cubicBezTo>
                  <a:cubicBezTo>
                    <a:pt x="18952" y="1312"/>
                    <a:pt x="18954" y="1275"/>
                    <a:pt x="18979" y="1275"/>
                  </a:cubicBezTo>
                  <a:cubicBezTo>
                    <a:pt x="19018" y="1275"/>
                    <a:pt x="19036" y="1305"/>
                    <a:pt x="19070" y="1327"/>
                  </a:cubicBezTo>
                  <a:cubicBezTo>
                    <a:pt x="19146" y="1379"/>
                    <a:pt x="19202" y="1379"/>
                    <a:pt x="19289" y="1379"/>
                  </a:cubicBezTo>
                  <a:cubicBezTo>
                    <a:pt x="19333" y="1379"/>
                    <a:pt x="19354" y="1336"/>
                    <a:pt x="19397" y="1336"/>
                  </a:cubicBezTo>
                  <a:cubicBezTo>
                    <a:pt x="19426" y="1336"/>
                    <a:pt x="19443" y="1342"/>
                    <a:pt x="19471" y="1345"/>
                  </a:cubicBezTo>
                  <a:cubicBezTo>
                    <a:pt x="19471" y="1403"/>
                    <a:pt x="19450" y="1451"/>
                    <a:pt x="19487" y="1492"/>
                  </a:cubicBezTo>
                  <a:cubicBezTo>
                    <a:pt x="19515" y="1524"/>
                    <a:pt x="19560" y="1507"/>
                    <a:pt x="19585" y="1544"/>
                  </a:cubicBezTo>
                  <a:cubicBezTo>
                    <a:pt x="19676" y="1674"/>
                    <a:pt x="19731" y="1813"/>
                    <a:pt x="19877" y="1813"/>
                  </a:cubicBezTo>
                  <a:cubicBezTo>
                    <a:pt x="19943" y="1813"/>
                    <a:pt x="19977" y="1765"/>
                    <a:pt x="20032" y="1726"/>
                  </a:cubicBezTo>
                  <a:cubicBezTo>
                    <a:pt x="20091" y="1683"/>
                    <a:pt x="20159" y="1748"/>
                    <a:pt x="20214" y="1700"/>
                  </a:cubicBezTo>
                  <a:cubicBezTo>
                    <a:pt x="20255" y="1663"/>
                    <a:pt x="20244" y="1594"/>
                    <a:pt x="20289" y="1561"/>
                  </a:cubicBezTo>
                  <a:cubicBezTo>
                    <a:pt x="20333" y="1531"/>
                    <a:pt x="20367" y="1514"/>
                    <a:pt x="20411" y="1483"/>
                  </a:cubicBezTo>
                  <a:cubicBezTo>
                    <a:pt x="20484" y="1431"/>
                    <a:pt x="20462" y="1334"/>
                    <a:pt x="20517" y="1258"/>
                  </a:cubicBezTo>
                  <a:cubicBezTo>
                    <a:pt x="20577" y="1176"/>
                    <a:pt x="20649" y="1171"/>
                    <a:pt x="20714" y="1093"/>
                  </a:cubicBezTo>
                  <a:cubicBezTo>
                    <a:pt x="20752" y="1045"/>
                    <a:pt x="20761" y="972"/>
                    <a:pt x="20820" y="972"/>
                  </a:cubicBezTo>
                  <a:cubicBezTo>
                    <a:pt x="20934" y="972"/>
                    <a:pt x="20986" y="1050"/>
                    <a:pt x="21085" y="1111"/>
                  </a:cubicBezTo>
                  <a:lnTo>
                    <a:pt x="21085" y="1399"/>
                  </a:lnTo>
                  <a:cubicBezTo>
                    <a:pt x="21085" y="1494"/>
                    <a:pt x="21170" y="1516"/>
                    <a:pt x="21199" y="1605"/>
                  </a:cubicBezTo>
                  <a:cubicBezTo>
                    <a:pt x="21278" y="1849"/>
                    <a:pt x="21327" y="1999"/>
                    <a:pt x="21327" y="2262"/>
                  </a:cubicBezTo>
                  <a:lnTo>
                    <a:pt x="21327" y="2474"/>
                  </a:lnTo>
                  <a:cubicBezTo>
                    <a:pt x="21327" y="2589"/>
                    <a:pt x="21380" y="2648"/>
                    <a:pt x="21380" y="2763"/>
                  </a:cubicBezTo>
                  <a:cubicBezTo>
                    <a:pt x="21380" y="2856"/>
                    <a:pt x="21288" y="2869"/>
                    <a:pt x="21214" y="2905"/>
                  </a:cubicBezTo>
                  <a:cubicBezTo>
                    <a:pt x="21111" y="2955"/>
                    <a:pt x="21057" y="3027"/>
                    <a:pt x="21024" y="3148"/>
                  </a:cubicBezTo>
                  <a:cubicBezTo>
                    <a:pt x="21013" y="3194"/>
                    <a:pt x="20956" y="3203"/>
                    <a:pt x="20956" y="3253"/>
                  </a:cubicBezTo>
                  <a:cubicBezTo>
                    <a:pt x="20956" y="3350"/>
                    <a:pt x="21049" y="3367"/>
                    <a:pt x="21115" y="3426"/>
                  </a:cubicBezTo>
                  <a:cubicBezTo>
                    <a:pt x="21210" y="3511"/>
                    <a:pt x="21254" y="3580"/>
                    <a:pt x="21320" y="3695"/>
                  </a:cubicBezTo>
                  <a:cubicBezTo>
                    <a:pt x="21392" y="3819"/>
                    <a:pt x="21449" y="3877"/>
                    <a:pt x="21517" y="4007"/>
                  </a:cubicBezTo>
                  <a:cubicBezTo>
                    <a:pt x="21551" y="4072"/>
                    <a:pt x="21600" y="4105"/>
                    <a:pt x="21600" y="4180"/>
                  </a:cubicBezTo>
                  <a:cubicBezTo>
                    <a:pt x="21600" y="4309"/>
                    <a:pt x="21467" y="4306"/>
                    <a:pt x="21416" y="4417"/>
                  </a:cubicBezTo>
                  <a:lnTo>
                    <a:pt x="21416" y="4417"/>
                  </a:lnTo>
                  <a:cubicBezTo>
                    <a:pt x="21372" y="4468"/>
                    <a:pt x="21321" y="4449"/>
                    <a:pt x="21257" y="4449"/>
                  </a:cubicBezTo>
                  <a:cubicBezTo>
                    <a:pt x="21259" y="4477"/>
                    <a:pt x="21257" y="4493"/>
                    <a:pt x="21257" y="4520"/>
                  </a:cubicBezTo>
                  <a:cubicBezTo>
                    <a:pt x="21257" y="4549"/>
                    <a:pt x="21276" y="4562"/>
                    <a:pt x="21276" y="4592"/>
                  </a:cubicBezTo>
                  <a:lnTo>
                    <a:pt x="21276" y="4891"/>
                  </a:lnTo>
                  <a:cubicBezTo>
                    <a:pt x="21276" y="5013"/>
                    <a:pt x="21128" y="5020"/>
                    <a:pt x="21108" y="5139"/>
                  </a:cubicBezTo>
                  <a:cubicBezTo>
                    <a:pt x="21101" y="5180"/>
                    <a:pt x="21106" y="5216"/>
                    <a:pt x="21077" y="5243"/>
                  </a:cubicBezTo>
                  <a:cubicBezTo>
                    <a:pt x="21032" y="5286"/>
                    <a:pt x="20941" y="5248"/>
                    <a:pt x="20941" y="5316"/>
                  </a:cubicBezTo>
                  <a:lnTo>
                    <a:pt x="20941" y="5417"/>
                  </a:lnTo>
                  <a:cubicBezTo>
                    <a:pt x="20941" y="5469"/>
                    <a:pt x="20918" y="5496"/>
                    <a:pt x="20899" y="5542"/>
                  </a:cubicBezTo>
                  <a:cubicBezTo>
                    <a:pt x="20886" y="5576"/>
                    <a:pt x="20878" y="5601"/>
                    <a:pt x="20858" y="5629"/>
                  </a:cubicBezTo>
                  <a:cubicBezTo>
                    <a:pt x="20844" y="5648"/>
                    <a:pt x="20838" y="5676"/>
                    <a:pt x="20815" y="5676"/>
                  </a:cubicBezTo>
                  <a:cubicBezTo>
                    <a:pt x="20656" y="5676"/>
                    <a:pt x="20567" y="5677"/>
                    <a:pt x="20408" y="5677"/>
                  </a:cubicBezTo>
                  <a:cubicBezTo>
                    <a:pt x="20361" y="5677"/>
                    <a:pt x="20320" y="5718"/>
                    <a:pt x="20320" y="5772"/>
                  </a:cubicBezTo>
                  <a:cubicBezTo>
                    <a:pt x="20320" y="5795"/>
                    <a:pt x="20338" y="5802"/>
                    <a:pt x="20342" y="5824"/>
                  </a:cubicBezTo>
                  <a:cubicBezTo>
                    <a:pt x="20355" y="5873"/>
                    <a:pt x="20343" y="5905"/>
                    <a:pt x="20354" y="5954"/>
                  </a:cubicBezTo>
                  <a:cubicBezTo>
                    <a:pt x="20367" y="6015"/>
                    <a:pt x="20374" y="6069"/>
                    <a:pt x="20365" y="6132"/>
                  </a:cubicBezTo>
                  <a:cubicBezTo>
                    <a:pt x="20365" y="6217"/>
                    <a:pt x="20335" y="6264"/>
                    <a:pt x="20327" y="6349"/>
                  </a:cubicBezTo>
                  <a:cubicBezTo>
                    <a:pt x="20320" y="6431"/>
                    <a:pt x="20322" y="6483"/>
                    <a:pt x="20289" y="6557"/>
                  </a:cubicBezTo>
                  <a:cubicBezTo>
                    <a:pt x="20219" y="6718"/>
                    <a:pt x="20077" y="6774"/>
                    <a:pt x="20077" y="6954"/>
                  </a:cubicBezTo>
                  <a:cubicBezTo>
                    <a:pt x="20077" y="7015"/>
                    <a:pt x="20086" y="7014"/>
                    <a:pt x="20086" y="7075"/>
                  </a:cubicBezTo>
                  <a:lnTo>
                    <a:pt x="20086" y="7075"/>
                  </a:lnTo>
                  <a:cubicBezTo>
                    <a:pt x="20069" y="7057"/>
                    <a:pt x="20052" y="7042"/>
                    <a:pt x="20024" y="7042"/>
                  </a:cubicBezTo>
                  <a:cubicBezTo>
                    <a:pt x="19937" y="7042"/>
                    <a:pt x="19907" y="7125"/>
                    <a:pt x="19831" y="7173"/>
                  </a:cubicBezTo>
                  <a:cubicBezTo>
                    <a:pt x="19795" y="7196"/>
                    <a:pt x="19766" y="7191"/>
                    <a:pt x="19725" y="7199"/>
                  </a:cubicBezTo>
                  <a:cubicBezTo>
                    <a:pt x="19664" y="7212"/>
                    <a:pt x="19646" y="7268"/>
                    <a:pt x="19604" y="7320"/>
                  </a:cubicBezTo>
                  <a:cubicBezTo>
                    <a:pt x="19557" y="7378"/>
                    <a:pt x="19528" y="7407"/>
                    <a:pt x="19487" y="7468"/>
                  </a:cubicBezTo>
                  <a:cubicBezTo>
                    <a:pt x="19409" y="7579"/>
                    <a:pt x="19377" y="7654"/>
                    <a:pt x="19293" y="7758"/>
                  </a:cubicBezTo>
                  <a:cubicBezTo>
                    <a:pt x="19257" y="7803"/>
                    <a:pt x="19255" y="7845"/>
                    <a:pt x="19237" y="7901"/>
                  </a:cubicBezTo>
                  <a:cubicBezTo>
                    <a:pt x="19215" y="7968"/>
                    <a:pt x="19181" y="8000"/>
                    <a:pt x="19127" y="8036"/>
                  </a:cubicBezTo>
                  <a:cubicBezTo>
                    <a:pt x="19102" y="8079"/>
                    <a:pt x="19073" y="8105"/>
                    <a:pt x="19028" y="8105"/>
                  </a:cubicBezTo>
                  <a:cubicBezTo>
                    <a:pt x="18994" y="8105"/>
                    <a:pt x="18987" y="8060"/>
                    <a:pt x="18979" y="8023"/>
                  </a:cubicBezTo>
                  <a:cubicBezTo>
                    <a:pt x="18966" y="7968"/>
                    <a:pt x="18960" y="7936"/>
                    <a:pt x="18956" y="7880"/>
                  </a:cubicBezTo>
                  <a:cubicBezTo>
                    <a:pt x="18950" y="7790"/>
                    <a:pt x="18933" y="7739"/>
                    <a:pt x="18933" y="7648"/>
                  </a:cubicBezTo>
                  <a:lnTo>
                    <a:pt x="18933" y="7547"/>
                  </a:lnTo>
                  <a:cubicBezTo>
                    <a:pt x="18933" y="7450"/>
                    <a:pt x="18925" y="7389"/>
                    <a:pt x="18952" y="7299"/>
                  </a:cubicBezTo>
                  <a:cubicBezTo>
                    <a:pt x="18985" y="7189"/>
                    <a:pt x="19020" y="7126"/>
                    <a:pt x="19020" y="7010"/>
                  </a:cubicBezTo>
                  <a:cubicBezTo>
                    <a:pt x="19020" y="6974"/>
                    <a:pt x="18995" y="6961"/>
                    <a:pt x="18975" y="6935"/>
                  </a:cubicBezTo>
                  <a:cubicBezTo>
                    <a:pt x="18954" y="6906"/>
                    <a:pt x="18966" y="6848"/>
                    <a:pt x="18933" y="6848"/>
                  </a:cubicBezTo>
                  <a:cubicBezTo>
                    <a:pt x="18905" y="6848"/>
                    <a:pt x="18910" y="6894"/>
                    <a:pt x="18884" y="6908"/>
                  </a:cubicBezTo>
                  <a:cubicBezTo>
                    <a:pt x="18867" y="6918"/>
                    <a:pt x="18854" y="6917"/>
                    <a:pt x="18835" y="6917"/>
                  </a:cubicBezTo>
                  <a:cubicBezTo>
                    <a:pt x="18763" y="6917"/>
                    <a:pt x="18723" y="6900"/>
                    <a:pt x="18651" y="6900"/>
                  </a:cubicBezTo>
                  <a:cubicBezTo>
                    <a:pt x="18591" y="6900"/>
                    <a:pt x="18542" y="6915"/>
                    <a:pt x="18509" y="6973"/>
                  </a:cubicBezTo>
                  <a:cubicBezTo>
                    <a:pt x="18498" y="6994"/>
                    <a:pt x="18505" y="7017"/>
                    <a:pt x="18490" y="7034"/>
                  </a:cubicBezTo>
                  <a:cubicBezTo>
                    <a:pt x="18472" y="7054"/>
                    <a:pt x="18458" y="7066"/>
                    <a:pt x="18452" y="7095"/>
                  </a:cubicBezTo>
                  <a:cubicBezTo>
                    <a:pt x="18479" y="7104"/>
                    <a:pt x="18516" y="7105"/>
                    <a:pt x="18516" y="7138"/>
                  </a:cubicBezTo>
                  <a:cubicBezTo>
                    <a:pt x="18516" y="7176"/>
                    <a:pt x="18485" y="7188"/>
                    <a:pt x="18464" y="7216"/>
                  </a:cubicBezTo>
                  <a:cubicBezTo>
                    <a:pt x="18420" y="7273"/>
                    <a:pt x="18409" y="7315"/>
                    <a:pt x="18373" y="7377"/>
                  </a:cubicBezTo>
                  <a:cubicBezTo>
                    <a:pt x="18337" y="7435"/>
                    <a:pt x="18328" y="7474"/>
                    <a:pt x="18301" y="7537"/>
                  </a:cubicBezTo>
                  <a:cubicBezTo>
                    <a:pt x="18282" y="7580"/>
                    <a:pt x="18255" y="7595"/>
                    <a:pt x="18232" y="7637"/>
                  </a:cubicBezTo>
                  <a:cubicBezTo>
                    <a:pt x="18197" y="7702"/>
                    <a:pt x="18179" y="7740"/>
                    <a:pt x="18145" y="7806"/>
                  </a:cubicBezTo>
                  <a:cubicBezTo>
                    <a:pt x="18113" y="7868"/>
                    <a:pt x="18070" y="7893"/>
                    <a:pt x="18058" y="7962"/>
                  </a:cubicBezTo>
                  <a:cubicBezTo>
                    <a:pt x="18051" y="8006"/>
                    <a:pt x="18059" y="8035"/>
                    <a:pt x="18051" y="8079"/>
                  </a:cubicBezTo>
                  <a:cubicBezTo>
                    <a:pt x="18036" y="8152"/>
                    <a:pt x="18018" y="8192"/>
                    <a:pt x="18005" y="8266"/>
                  </a:cubicBezTo>
                  <a:cubicBezTo>
                    <a:pt x="17999" y="8306"/>
                    <a:pt x="18003" y="8332"/>
                    <a:pt x="17990" y="8369"/>
                  </a:cubicBezTo>
                  <a:cubicBezTo>
                    <a:pt x="17980" y="8401"/>
                    <a:pt x="17945" y="8394"/>
                    <a:pt x="17914" y="8396"/>
                  </a:cubicBezTo>
                  <a:cubicBezTo>
                    <a:pt x="17889" y="8397"/>
                    <a:pt x="17875" y="8407"/>
                    <a:pt x="17850" y="8409"/>
                  </a:cubicBezTo>
                  <a:cubicBezTo>
                    <a:pt x="17750" y="8415"/>
                    <a:pt x="17681" y="8386"/>
                    <a:pt x="17592" y="8439"/>
                  </a:cubicBezTo>
                  <a:cubicBezTo>
                    <a:pt x="17548" y="8465"/>
                    <a:pt x="17535" y="8516"/>
                    <a:pt x="17535" y="8573"/>
                  </a:cubicBezTo>
                  <a:cubicBezTo>
                    <a:pt x="17535" y="8622"/>
                    <a:pt x="17550" y="8648"/>
                    <a:pt x="17562" y="8695"/>
                  </a:cubicBezTo>
                  <a:cubicBezTo>
                    <a:pt x="17576" y="8747"/>
                    <a:pt x="17583" y="8782"/>
                    <a:pt x="17619" y="8816"/>
                  </a:cubicBezTo>
                  <a:cubicBezTo>
                    <a:pt x="17669" y="8865"/>
                    <a:pt x="17714" y="8867"/>
                    <a:pt x="17778" y="8885"/>
                  </a:cubicBezTo>
                  <a:cubicBezTo>
                    <a:pt x="17868" y="8912"/>
                    <a:pt x="17918" y="8938"/>
                    <a:pt x="18011" y="8938"/>
                  </a:cubicBezTo>
                  <a:cubicBezTo>
                    <a:pt x="18102" y="8938"/>
                    <a:pt x="18149" y="8881"/>
                    <a:pt x="18240" y="8881"/>
                  </a:cubicBezTo>
                  <a:cubicBezTo>
                    <a:pt x="18292" y="8881"/>
                    <a:pt x="18318" y="8937"/>
                    <a:pt x="18331" y="8994"/>
                  </a:cubicBezTo>
                  <a:cubicBezTo>
                    <a:pt x="18343" y="9049"/>
                    <a:pt x="18356" y="9080"/>
                    <a:pt x="18361" y="9137"/>
                  </a:cubicBezTo>
                  <a:cubicBezTo>
                    <a:pt x="18367" y="9199"/>
                    <a:pt x="18426" y="9200"/>
                    <a:pt x="18471" y="9232"/>
                  </a:cubicBezTo>
                  <a:cubicBezTo>
                    <a:pt x="18509" y="9260"/>
                    <a:pt x="18535" y="9270"/>
                    <a:pt x="18573" y="9297"/>
                  </a:cubicBezTo>
                  <a:cubicBezTo>
                    <a:pt x="18585" y="9306"/>
                    <a:pt x="18591" y="9319"/>
                    <a:pt x="18605" y="9319"/>
                  </a:cubicBezTo>
                  <a:lnTo>
                    <a:pt x="18682" y="9319"/>
                  </a:lnTo>
                  <a:cubicBezTo>
                    <a:pt x="18698" y="9319"/>
                    <a:pt x="18702" y="9300"/>
                    <a:pt x="18714" y="9289"/>
                  </a:cubicBezTo>
                  <a:cubicBezTo>
                    <a:pt x="18730" y="9274"/>
                    <a:pt x="18745" y="9266"/>
                    <a:pt x="18755" y="9245"/>
                  </a:cubicBezTo>
                  <a:cubicBezTo>
                    <a:pt x="18777" y="9204"/>
                    <a:pt x="18759" y="9156"/>
                    <a:pt x="18793" y="9128"/>
                  </a:cubicBezTo>
                  <a:cubicBezTo>
                    <a:pt x="18858" y="9075"/>
                    <a:pt x="18907" y="9024"/>
                    <a:pt x="18907" y="8932"/>
                  </a:cubicBezTo>
                  <a:lnTo>
                    <a:pt x="18907" y="8851"/>
                  </a:lnTo>
                  <a:cubicBezTo>
                    <a:pt x="18985" y="8851"/>
                    <a:pt x="19020" y="8797"/>
                    <a:pt x="19081" y="8742"/>
                  </a:cubicBezTo>
                  <a:cubicBezTo>
                    <a:pt x="19108" y="8720"/>
                    <a:pt x="19124" y="8695"/>
                    <a:pt x="19157" y="8695"/>
                  </a:cubicBezTo>
                  <a:cubicBezTo>
                    <a:pt x="19189" y="8695"/>
                    <a:pt x="19205" y="8712"/>
                    <a:pt x="19237" y="8712"/>
                  </a:cubicBezTo>
                  <a:lnTo>
                    <a:pt x="19335" y="8712"/>
                  </a:lnTo>
                  <a:lnTo>
                    <a:pt x="19365" y="8703"/>
                  </a:lnTo>
                  <a:lnTo>
                    <a:pt x="19441" y="8703"/>
                  </a:lnTo>
                  <a:cubicBezTo>
                    <a:pt x="19444" y="8710"/>
                    <a:pt x="19449" y="8713"/>
                    <a:pt x="19449" y="8721"/>
                  </a:cubicBezTo>
                  <a:cubicBezTo>
                    <a:pt x="19449" y="8738"/>
                    <a:pt x="19441" y="8747"/>
                    <a:pt x="19441" y="8764"/>
                  </a:cubicBezTo>
                  <a:lnTo>
                    <a:pt x="19562" y="8764"/>
                  </a:lnTo>
                  <a:lnTo>
                    <a:pt x="19592" y="8756"/>
                  </a:lnTo>
                  <a:lnTo>
                    <a:pt x="19664" y="8756"/>
                  </a:lnTo>
                  <a:cubicBezTo>
                    <a:pt x="19680" y="8737"/>
                    <a:pt x="19687" y="8720"/>
                    <a:pt x="19687" y="8694"/>
                  </a:cubicBezTo>
                  <a:cubicBezTo>
                    <a:pt x="19730" y="8694"/>
                    <a:pt x="19754" y="8695"/>
                    <a:pt x="19796" y="8695"/>
                  </a:cubicBezTo>
                  <a:cubicBezTo>
                    <a:pt x="19862" y="8695"/>
                    <a:pt x="19897" y="8667"/>
                    <a:pt x="19964" y="8656"/>
                  </a:cubicBezTo>
                  <a:lnTo>
                    <a:pt x="19968" y="8673"/>
                  </a:lnTo>
                  <a:cubicBezTo>
                    <a:pt x="19955" y="8697"/>
                    <a:pt x="19941" y="8710"/>
                    <a:pt x="19941" y="8738"/>
                  </a:cubicBezTo>
                  <a:cubicBezTo>
                    <a:pt x="19941" y="8844"/>
                    <a:pt x="20001" y="8897"/>
                    <a:pt x="20001" y="9003"/>
                  </a:cubicBezTo>
                  <a:cubicBezTo>
                    <a:pt x="20001" y="9025"/>
                    <a:pt x="19987" y="9037"/>
                    <a:pt x="19968" y="9046"/>
                  </a:cubicBezTo>
                  <a:lnTo>
                    <a:pt x="19952" y="9055"/>
                  </a:lnTo>
                  <a:cubicBezTo>
                    <a:pt x="19908" y="9004"/>
                    <a:pt x="19859" y="9003"/>
                    <a:pt x="19797" y="9003"/>
                  </a:cubicBezTo>
                  <a:cubicBezTo>
                    <a:pt x="19760" y="9003"/>
                    <a:pt x="19731" y="9012"/>
                    <a:pt x="19710" y="9046"/>
                  </a:cubicBezTo>
                  <a:cubicBezTo>
                    <a:pt x="19686" y="9084"/>
                    <a:pt x="19706" y="9120"/>
                    <a:pt x="19706" y="9168"/>
                  </a:cubicBezTo>
                  <a:lnTo>
                    <a:pt x="19608" y="9168"/>
                  </a:lnTo>
                  <a:cubicBezTo>
                    <a:pt x="19600" y="9232"/>
                    <a:pt x="19579" y="9273"/>
                    <a:pt x="19536" y="9315"/>
                  </a:cubicBezTo>
                  <a:cubicBezTo>
                    <a:pt x="19500" y="9350"/>
                    <a:pt x="19444" y="9337"/>
                    <a:pt x="19433" y="9391"/>
                  </a:cubicBezTo>
                  <a:lnTo>
                    <a:pt x="19513" y="9391"/>
                  </a:lnTo>
                  <a:cubicBezTo>
                    <a:pt x="19504" y="9448"/>
                    <a:pt x="19475" y="9476"/>
                    <a:pt x="19475" y="9534"/>
                  </a:cubicBezTo>
                  <a:cubicBezTo>
                    <a:pt x="19454" y="9533"/>
                    <a:pt x="19443" y="9533"/>
                    <a:pt x="19422" y="9534"/>
                  </a:cubicBezTo>
                  <a:cubicBezTo>
                    <a:pt x="19419" y="9576"/>
                    <a:pt x="19422" y="9599"/>
                    <a:pt x="19422" y="9641"/>
                  </a:cubicBezTo>
                  <a:cubicBezTo>
                    <a:pt x="19422" y="9699"/>
                    <a:pt x="19400" y="9766"/>
                    <a:pt x="19350" y="9766"/>
                  </a:cubicBezTo>
                  <a:cubicBezTo>
                    <a:pt x="19300" y="9766"/>
                    <a:pt x="19275" y="9731"/>
                    <a:pt x="19225" y="9731"/>
                  </a:cubicBezTo>
                  <a:cubicBezTo>
                    <a:pt x="19201" y="9731"/>
                    <a:pt x="19183" y="9756"/>
                    <a:pt x="19183" y="9783"/>
                  </a:cubicBezTo>
                  <a:cubicBezTo>
                    <a:pt x="19183" y="9823"/>
                    <a:pt x="19220" y="9842"/>
                    <a:pt x="19255" y="9848"/>
                  </a:cubicBezTo>
                  <a:cubicBezTo>
                    <a:pt x="19256" y="9866"/>
                    <a:pt x="19259" y="9874"/>
                    <a:pt x="19259" y="9892"/>
                  </a:cubicBezTo>
                  <a:cubicBezTo>
                    <a:pt x="19259" y="9936"/>
                    <a:pt x="19224" y="9949"/>
                    <a:pt x="19206" y="9987"/>
                  </a:cubicBezTo>
                  <a:cubicBezTo>
                    <a:pt x="19188" y="10024"/>
                    <a:pt x="19186" y="10051"/>
                    <a:pt x="19176" y="10091"/>
                  </a:cubicBezTo>
                  <a:cubicBezTo>
                    <a:pt x="19170" y="10115"/>
                    <a:pt x="19143" y="10116"/>
                    <a:pt x="19127" y="10135"/>
                  </a:cubicBezTo>
                  <a:cubicBezTo>
                    <a:pt x="19127" y="10220"/>
                    <a:pt x="19146" y="10269"/>
                    <a:pt x="19146" y="10355"/>
                  </a:cubicBezTo>
                  <a:lnTo>
                    <a:pt x="19146" y="10526"/>
                  </a:lnTo>
                  <a:cubicBezTo>
                    <a:pt x="19146" y="10577"/>
                    <a:pt x="19164" y="10620"/>
                    <a:pt x="19206" y="10638"/>
                  </a:cubicBezTo>
                  <a:cubicBezTo>
                    <a:pt x="19255" y="10658"/>
                    <a:pt x="19289" y="10646"/>
                    <a:pt x="19339" y="10664"/>
                  </a:cubicBezTo>
                  <a:cubicBezTo>
                    <a:pt x="19378" y="10676"/>
                    <a:pt x="19386" y="10721"/>
                    <a:pt x="19426" y="10733"/>
                  </a:cubicBezTo>
                  <a:cubicBezTo>
                    <a:pt x="19474" y="10747"/>
                    <a:pt x="19505" y="10737"/>
                    <a:pt x="19555" y="10750"/>
                  </a:cubicBezTo>
                  <a:cubicBezTo>
                    <a:pt x="19626" y="10769"/>
                    <a:pt x="19672" y="10797"/>
                    <a:pt x="19718" y="10863"/>
                  </a:cubicBezTo>
                  <a:cubicBezTo>
                    <a:pt x="19725" y="10875"/>
                    <a:pt x="19740" y="10873"/>
                    <a:pt x="19751" y="10880"/>
                  </a:cubicBezTo>
                  <a:cubicBezTo>
                    <a:pt x="19805" y="10918"/>
                    <a:pt x="19818" y="10965"/>
                    <a:pt x="19861" y="11015"/>
                  </a:cubicBezTo>
                  <a:cubicBezTo>
                    <a:pt x="19902" y="11061"/>
                    <a:pt x="19932" y="11094"/>
                    <a:pt x="19949" y="11158"/>
                  </a:cubicBezTo>
                  <a:cubicBezTo>
                    <a:pt x="19980" y="11275"/>
                    <a:pt x="20071" y="11290"/>
                    <a:pt x="20153" y="11370"/>
                  </a:cubicBezTo>
                  <a:cubicBezTo>
                    <a:pt x="20189" y="11405"/>
                    <a:pt x="20216" y="11417"/>
                    <a:pt x="20251" y="11453"/>
                  </a:cubicBezTo>
                  <a:cubicBezTo>
                    <a:pt x="20297" y="11498"/>
                    <a:pt x="20305" y="11554"/>
                    <a:pt x="20361" y="11574"/>
                  </a:cubicBezTo>
                  <a:cubicBezTo>
                    <a:pt x="20407" y="11590"/>
                    <a:pt x="20437" y="11572"/>
                    <a:pt x="20483" y="11587"/>
                  </a:cubicBezTo>
                  <a:cubicBezTo>
                    <a:pt x="20553" y="11610"/>
                    <a:pt x="20580" y="11661"/>
                    <a:pt x="20646" y="11695"/>
                  </a:cubicBezTo>
                  <a:cubicBezTo>
                    <a:pt x="20713" y="11732"/>
                    <a:pt x="20773" y="11738"/>
                    <a:pt x="20809" y="11813"/>
                  </a:cubicBezTo>
                  <a:cubicBezTo>
                    <a:pt x="20754" y="11843"/>
                    <a:pt x="20718" y="11845"/>
                    <a:pt x="20657" y="11856"/>
                  </a:cubicBezTo>
                  <a:cubicBezTo>
                    <a:pt x="20600" y="11866"/>
                    <a:pt x="20573" y="11895"/>
                    <a:pt x="20516" y="11895"/>
                  </a:cubicBezTo>
                  <a:lnTo>
                    <a:pt x="20442" y="11895"/>
                  </a:lnTo>
                  <a:cubicBezTo>
                    <a:pt x="20418" y="11895"/>
                    <a:pt x="20407" y="11916"/>
                    <a:pt x="20384" y="11921"/>
                  </a:cubicBezTo>
                  <a:cubicBezTo>
                    <a:pt x="20335" y="11934"/>
                    <a:pt x="20297" y="11937"/>
                    <a:pt x="20267" y="11982"/>
                  </a:cubicBezTo>
                  <a:cubicBezTo>
                    <a:pt x="20377" y="12020"/>
                    <a:pt x="20440" y="12055"/>
                    <a:pt x="20555" y="12055"/>
                  </a:cubicBezTo>
                  <a:cubicBezTo>
                    <a:pt x="20614" y="12055"/>
                    <a:pt x="20646" y="12047"/>
                    <a:pt x="20704" y="12047"/>
                  </a:cubicBezTo>
                  <a:cubicBezTo>
                    <a:pt x="20772" y="12047"/>
                    <a:pt x="20805" y="12089"/>
                    <a:pt x="20865" y="12125"/>
                  </a:cubicBezTo>
                  <a:cubicBezTo>
                    <a:pt x="20932" y="12165"/>
                    <a:pt x="21017" y="12176"/>
                    <a:pt x="21017" y="12261"/>
                  </a:cubicBezTo>
                  <a:cubicBezTo>
                    <a:pt x="21017" y="12307"/>
                    <a:pt x="20966" y="12306"/>
                    <a:pt x="20930" y="12325"/>
                  </a:cubicBezTo>
                  <a:cubicBezTo>
                    <a:pt x="20903" y="12337"/>
                    <a:pt x="20888" y="12353"/>
                    <a:pt x="20865" y="12372"/>
                  </a:cubicBezTo>
                  <a:cubicBezTo>
                    <a:pt x="20804" y="12424"/>
                    <a:pt x="20762" y="12460"/>
                    <a:pt x="20733" y="12541"/>
                  </a:cubicBezTo>
                  <a:cubicBezTo>
                    <a:pt x="20699" y="12632"/>
                    <a:pt x="20686" y="12690"/>
                    <a:pt x="20638" y="12771"/>
                  </a:cubicBezTo>
                  <a:cubicBezTo>
                    <a:pt x="20598" y="12838"/>
                    <a:pt x="20555" y="12863"/>
                    <a:pt x="20532" y="12940"/>
                  </a:cubicBezTo>
                  <a:cubicBezTo>
                    <a:pt x="20538" y="12940"/>
                    <a:pt x="20541" y="12944"/>
                    <a:pt x="20546" y="12944"/>
                  </a:cubicBezTo>
                  <a:cubicBezTo>
                    <a:pt x="20573" y="12944"/>
                    <a:pt x="20590" y="12932"/>
                    <a:pt x="20617" y="12932"/>
                  </a:cubicBezTo>
                  <a:cubicBezTo>
                    <a:pt x="20655" y="12932"/>
                    <a:pt x="20680" y="12920"/>
                    <a:pt x="20714" y="12940"/>
                  </a:cubicBezTo>
                  <a:cubicBezTo>
                    <a:pt x="20734" y="12952"/>
                    <a:pt x="20739" y="12979"/>
                    <a:pt x="20763" y="12979"/>
                  </a:cubicBezTo>
                  <a:cubicBezTo>
                    <a:pt x="20793" y="12979"/>
                    <a:pt x="20798" y="12941"/>
                    <a:pt x="20816" y="12914"/>
                  </a:cubicBezTo>
                  <a:cubicBezTo>
                    <a:pt x="20858" y="12852"/>
                    <a:pt x="20892" y="12801"/>
                    <a:pt x="20960" y="12801"/>
                  </a:cubicBezTo>
                  <a:cubicBezTo>
                    <a:pt x="21032" y="12801"/>
                    <a:pt x="21065" y="12851"/>
                    <a:pt x="21130" y="12888"/>
                  </a:cubicBezTo>
                  <a:cubicBezTo>
                    <a:pt x="21194" y="12924"/>
                    <a:pt x="21238" y="12919"/>
                    <a:pt x="21309" y="12919"/>
                  </a:cubicBezTo>
                  <a:lnTo>
                    <a:pt x="21309" y="12954"/>
                  </a:lnTo>
                  <a:cubicBezTo>
                    <a:pt x="21309" y="12973"/>
                    <a:pt x="21290" y="12977"/>
                    <a:pt x="21278" y="12988"/>
                  </a:cubicBezTo>
                  <a:cubicBezTo>
                    <a:pt x="21243" y="13022"/>
                    <a:pt x="21219" y="13041"/>
                    <a:pt x="21195" y="13088"/>
                  </a:cubicBezTo>
                  <a:lnTo>
                    <a:pt x="21210" y="13101"/>
                  </a:lnTo>
                  <a:cubicBezTo>
                    <a:pt x="21234" y="13079"/>
                    <a:pt x="21244" y="13049"/>
                    <a:pt x="21274" y="13049"/>
                  </a:cubicBezTo>
                  <a:cubicBezTo>
                    <a:pt x="21290" y="13049"/>
                    <a:pt x="21291" y="13067"/>
                    <a:pt x="21305" y="13074"/>
                  </a:cubicBezTo>
                  <a:cubicBezTo>
                    <a:pt x="21340" y="13096"/>
                    <a:pt x="21360" y="13121"/>
                    <a:pt x="21380" y="13161"/>
                  </a:cubicBezTo>
                  <a:lnTo>
                    <a:pt x="21388" y="13305"/>
                  </a:lnTo>
                  <a:cubicBezTo>
                    <a:pt x="21381" y="13307"/>
                    <a:pt x="21377" y="13313"/>
                    <a:pt x="21369" y="13313"/>
                  </a:cubicBezTo>
                  <a:cubicBezTo>
                    <a:pt x="21318" y="13313"/>
                    <a:pt x="21291" y="13296"/>
                    <a:pt x="21240" y="13287"/>
                  </a:cubicBezTo>
                  <a:lnTo>
                    <a:pt x="21236" y="13305"/>
                  </a:lnTo>
                  <a:cubicBezTo>
                    <a:pt x="21265" y="13362"/>
                    <a:pt x="21305" y="13390"/>
                    <a:pt x="21305" y="13456"/>
                  </a:cubicBezTo>
                  <a:cubicBezTo>
                    <a:pt x="21305" y="13522"/>
                    <a:pt x="21274" y="13557"/>
                    <a:pt x="21274" y="13623"/>
                  </a:cubicBezTo>
                  <a:cubicBezTo>
                    <a:pt x="21274" y="13688"/>
                    <a:pt x="21320" y="13719"/>
                    <a:pt x="21320" y="13784"/>
                  </a:cubicBezTo>
                  <a:cubicBezTo>
                    <a:pt x="21320" y="13838"/>
                    <a:pt x="21294" y="13882"/>
                    <a:pt x="21248" y="13894"/>
                  </a:cubicBezTo>
                  <a:cubicBezTo>
                    <a:pt x="21229" y="13850"/>
                    <a:pt x="21228" y="13811"/>
                    <a:pt x="21191" y="13786"/>
                  </a:cubicBezTo>
                  <a:cubicBezTo>
                    <a:pt x="21161" y="13821"/>
                    <a:pt x="21139" y="13845"/>
                    <a:pt x="21096" y="13851"/>
                  </a:cubicBezTo>
                  <a:lnTo>
                    <a:pt x="21096" y="13894"/>
                  </a:lnTo>
                  <a:cubicBezTo>
                    <a:pt x="21115" y="13916"/>
                    <a:pt x="21123" y="13935"/>
                    <a:pt x="21123" y="13966"/>
                  </a:cubicBezTo>
                  <a:cubicBezTo>
                    <a:pt x="21123" y="14003"/>
                    <a:pt x="21107" y="14020"/>
                    <a:pt x="21096" y="14055"/>
                  </a:cubicBezTo>
                  <a:cubicBezTo>
                    <a:pt x="21083" y="14101"/>
                    <a:pt x="21068" y="14147"/>
                    <a:pt x="21024" y="14154"/>
                  </a:cubicBezTo>
                  <a:lnTo>
                    <a:pt x="21021" y="14172"/>
                  </a:lnTo>
                  <a:cubicBezTo>
                    <a:pt x="21041" y="14212"/>
                    <a:pt x="21066" y="14234"/>
                    <a:pt x="21066" y="14280"/>
                  </a:cubicBezTo>
                  <a:cubicBezTo>
                    <a:pt x="21066" y="14370"/>
                    <a:pt x="21071" y="14424"/>
                    <a:pt x="21047" y="14510"/>
                  </a:cubicBezTo>
                  <a:cubicBezTo>
                    <a:pt x="21018" y="14616"/>
                    <a:pt x="20986" y="14673"/>
                    <a:pt x="20983" y="14783"/>
                  </a:cubicBezTo>
                  <a:cubicBezTo>
                    <a:pt x="20980" y="14879"/>
                    <a:pt x="20942" y="14925"/>
                    <a:pt x="20911" y="15013"/>
                  </a:cubicBezTo>
                  <a:cubicBezTo>
                    <a:pt x="20897" y="15050"/>
                    <a:pt x="20864" y="15049"/>
                    <a:pt x="20831" y="15061"/>
                  </a:cubicBezTo>
                  <a:cubicBezTo>
                    <a:pt x="20796" y="15074"/>
                    <a:pt x="20790" y="15116"/>
                    <a:pt x="20790" y="15158"/>
                  </a:cubicBezTo>
                  <a:cubicBezTo>
                    <a:pt x="20790" y="15233"/>
                    <a:pt x="20850" y="15261"/>
                    <a:pt x="20850" y="15336"/>
                  </a:cubicBezTo>
                  <a:cubicBezTo>
                    <a:pt x="20850" y="15374"/>
                    <a:pt x="20852" y="15398"/>
                    <a:pt x="20842" y="15434"/>
                  </a:cubicBezTo>
                  <a:cubicBezTo>
                    <a:pt x="20837" y="15456"/>
                    <a:pt x="20805" y="15453"/>
                    <a:pt x="20805" y="15477"/>
                  </a:cubicBezTo>
                  <a:cubicBezTo>
                    <a:pt x="20805" y="15504"/>
                    <a:pt x="20831" y="15508"/>
                    <a:pt x="20839" y="15533"/>
                  </a:cubicBezTo>
                  <a:cubicBezTo>
                    <a:pt x="20858" y="15595"/>
                    <a:pt x="20842" y="15636"/>
                    <a:pt x="20842" y="15702"/>
                  </a:cubicBezTo>
                  <a:cubicBezTo>
                    <a:pt x="20842" y="15757"/>
                    <a:pt x="20903" y="15769"/>
                    <a:pt x="20903" y="15823"/>
                  </a:cubicBezTo>
                  <a:lnTo>
                    <a:pt x="20903" y="15876"/>
                  </a:lnTo>
                  <a:lnTo>
                    <a:pt x="20874" y="15876"/>
                  </a:lnTo>
                  <a:cubicBezTo>
                    <a:pt x="20845" y="15876"/>
                    <a:pt x="20834" y="15841"/>
                    <a:pt x="20805" y="15841"/>
                  </a:cubicBezTo>
                  <a:cubicBezTo>
                    <a:pt x="20752" y="15841"/>
                    <a:pt x="20723" y="15888"/>
                    <a:pt x="20699" y="15941"/>
                  </a:cubicBezTo>
                  <a:cubicBezTo>
                    <a:pt x="20725" y="15950"/>
                    <a:pt x="20752" y="15965"/>
                    <a:pt x="20752" y="15997"/>
                  </a:cubicBezTo>
                  <a:cubicBezTo>
                    <a:pt x="20752" y="16026"/>
                    <a:pt x="20721" y="16027"/>
                    <a:pt x="20699" y="16036"/>
                  </a:cubicBezTo>
                  <a:cubicBezTo>
                    <a:pt x="20670" y="16047"/>
                    <a:pt x="20661" y="16080"/>
                    <a:pt x="20661" y="16115"/>
                  </a:cubicBezTo>
                  <a:cubicBezTo>
                    <a:pt x="20661" y="16169"/>
                    <a:pt x="20767" y="16129"/>
                    <a:pt x="20767" y="16184"/>
                  </a:cubicBezTo>
                  <a:cubicBezTo>
                    <a:pt x="20767" y="16201"/>
                    <a:pt x="20750" y="16202"/>
                    <a:pt x="20737" y="16210"/>
                  </a:cubicBezTo>
                  <a:cubicBezTo>
                    <a:pt x="20699" y="16231"/>
                    <a:pt x="20666" y="16229"/>
                    <a:pt x="20642" y="16266"/>
                  </a:cubicBezTo>
                  <a:cubicBezTo>
                    <a:pt x="20608" y="16316"/>
                    <a:pt x="20591" y="16356"/>
                    <a:pt x="20566" y="16413"/>
                  </a:cubicBezTo>
                  <a:cubicBezTo>
                    <a:pt x="20566" y="16437"/>
                    <a:pt x="20572" y="16452"/>
                    <a:pt x="20577" y="16474"/>
                  </a:cubicBezTo>
                  <a:lnTo>
                    <a:pt x="20573" y="16492"/>
                  </a:lnTo>
                  <a:cubicBezTo>
                    <a:pt x="20519" y="16496"/>
                    <a:pt x="20487" y="16481"/>
                    <a:pt x="20434" y="16492"/>
                  </a:cubicBezTo>
                  <a:cubicBezTo>
                    <a:pt x="20384" y="16502"/>
                    <a:pt x="20381" y="16565"/>
                    <a:pt x="20369" y="16622"/>
                  </a:cubicBezTo>
                  <a:cubicBezTo>
                    <a:pt x="20364" y="16646"/>
                    <a:pt x="20337" y="16641"/>
                    <a:pt x="20324" y="16661"/>
                  </a:cubicBezTo>
                  <a:cubicBezTo>
                    <a:pt x="20343" y="16691"/>
                    <a:pt x="20392" y="16684"/>
                    <a:pt x="20392" y="16722"/>
                  </a:cubicBezTo>
                  <a:cubicBezTo>
                    <a:pt x="20392" y="16795"/>
                    <a:pt x="20293" y="16800"/>
                    <a:pt x="20293" y="16873"/>
                  </a:cubicBezTo>
                  <a:cubicBezTo>
                    <a:pt x="20293" y="16899"/>
                    <a:pt x="20320" y="16908"/>
                    <a:pt x="20320" y="16934"/>
                  </a:cubicBezTo>
                  <a:cubicBezTo>
                    <a:pt x="20320" y="16969"/>
                    <a:pt x="20296" y="16985"/>
                    <a:pt x="20274" y="17008"/>
                  </a:cubicBezTo>
                  <a:cubicBezTo>
                    <a:pt x="20255" y="17028"/>
                    <a:pt x="20246" y="17060"/>
                    <a:pt x="20218" y="17060"/>
                  </a:cubicBezTo>
                  <a:cubicBezTo>
                    <a:pt x="20195" y="17060"/>
                    <a:pt x="20183" y="17043"/>
                    <a:pt x="20161" y="17043"/>
                  </a:cubicBezTo>
                  <a:cubicBezTo>
                    <a:pt x="20144" y="17043"/>
                    <a:pt x="20138" y="17066"/>
                    <a:pt x="20138" y="17086"/>
                  </a:cubicBezTo>
                  <a:cubicBezTo>
                    <a:pt x="20138" y="17100"/>
                    <a:pt x="20149" y="17106"/>
                    <a:pt x="20149" y="17121"/>
                  </a:cubicBezTo>
                  <a:cubicBezTo>
                    <a:pt x="20149" y="17178"/>
                    <a:pt x="20077" y="17175"/>
                    <a:pt x="20062" y="17229"/>
                  </a:cubicBezTo>
                  <a:cubicBezTo>
                    <a:pt x="20051" y="17268"/>
                    <a:pt x="20058" y="17324"/>
                    <a:pt x="20022" y="17324"/>
                  </a:cubicBezTo>
                  <a:cubicBezTo>
                    <a:pt x="19995" y="17324"/>
                    <a:pt x="19995" y="17272"/>
                    <a:pt x="19968" y="17272"/>
                  </a:cubicBezTo>
                  <a:cubicBezTo>
                    <a:pt x="19923" y="17272"/>
                    <a:pt x="19914" y="17329"/>
                    <a:pt x="19899" y="17376"/>
                  </a:cubicBezTo>
                  <a:cubicBezTo>
                    <a:pt x="19882" y="17433"/>
                    <a:pt x="19864" y="17468"/>
                    <a:pt x="19820" y="17502"/>
                  </a:cubicBezTo>
                  <a:cubicBezTo>
                    <a:pt x="19833" y="17547"/>
                    <a:pt x="19884" y="17551"/>
                    <a:pt x="19884" y="17598"/>
                  </a:cubicBezTo>
                  <a:cubicBezTo>
                    <a:pt x="19884" y="17636"/>
                    <a:pt x="19869" y="17656"/>
                    <a:pt x="19861" y="17693"/>
                  </a:cubicBezTo>
                  <a:cubicBezTo>
                    <a:pt x="19853" y="17735"/>
                    <a:pt x="19864" y="17773"/>
                    <a:pt x="19835" y="17801"/>
                  </a:cubicBezTo>
                  <a:cubicBezTo>
                    <a:pt x="19821" y="17815"/>
                    <a:pt x="19804" y="17808"/>
                    <a:pt x="19786" y="17814"/>
                  </a:cubicBezTo>
                  <a:cubicBezTo>
                    <a:pt x="19747" y="17829"/>
                    <a:pt x="19732" y="17859"/>
                    <a:pt x="19695" y="17879"/>
                  </a:cubicBezTo>
                  <a:cubicBezTo>
                    <a:pt x="19658" y="17900"/>
                    <a:pt x="19626" y="17923"/>
                    <a:pt x="19623" y="17970"/>
                  </a:cubicBezTo>
                  <a:cubicBezTo>
                    <a:pt x="19609" y="17972"/>
                    <a:pt x="19603" y="17975"/>
                    <a:pt x="19590" y="17975"/>
                  </a:cubicBezTo>
                  <a:cubicBezTo>
                    <a:pt x="19571" y="17975"/>
                    <a:pt x="19561" y="17966"/>
                    <a:pt x="19542" y="17966"/>
                  </a:cubicBezTo>
                  <a:lnTo>
                    <a:pt x="19454" y="17966"/>
                  </a:lnTo>
                  <a:cubicBezTo>
                    <a:pt x="19449" y="18006"/>
                    <a:pt x="19453" y="18030"/>
                    <a:pt x="19454" y="18070"/>
                  </a:cubicBezTo>
                  <a:cubicBezTo>
                    <a:pt x="19406" y="18068"/>
                    <a:pt x="19378" y="18070"/>
                    <a:pt x="19330" y="18070"/>
                  </a:cubicBezTo>
                  <a:cubicBezTo>
                    <a:pt x="19297" y="18070"/>
                    <a:pt x="19285" y="18031"/>
                    <a:pt x="19251" y="18031"/>
                  </a:cubicBezTo>
                  <a:cubicBezTo>
                    <a:pt x="19228" y="18031"/>
                    <a:pt x="19220" y="18053"/>
                    <a:pt x="19202" y="18070"/>
                  </a:cubicBezTo>
                  <a:cubicBezTo>
                    <a:pt x="19175" y="18096"/>
                    <a:pt x="19151" y="18110"/>
                    <a:pt x="19130" y="18144"/>
                  </a:cubicBezTo>
                  <a:cubicBezTo>
                    <a:pt x="19107" y="18182"/>
                    <a:pt x="19085" y="18218"/>
                    <a:pt x="19043" y="18218"/>
                  </a:cubicBezTo>
                  <a:cubicBezTo>
                    <a:pt x="19024" y="18218"/>
                    <a:pt x="19017" y="18196"/>
                    <a:pt x="18998" y="18196"/>
                  </a:cubicBezTo>
                  <a:cubicBezTo>
                    <a:pt x="18944" y="18196"/>
                    <a:pt x="18944" y="18277"/>
                    <a:pt x="18937" y="18339"/>
                  </a:cubicBezTo>
                  <a:lnTo>
                    <a:pt x="18842" y="18339"/>
                  </a:lnTo>
                  <a:cubicBezTo>
                    <a:pt x="18825" y="18358"/>
                    <a:pt x="18816" y="18376"/>
                    <a:pt x="18816" y="18404"/>
                  </a:cubicBezTo>
                  <a:cubicBezTo>
                    <a:pt x="18816" y="18418"/>
                    <a:pt x="18827" y="18425"/>
                    <a:pt x="18827" y="18439"/>
                  </a:cubicBezTo>
                  <a:cubicBezTo>
                    <a:pt x="18827" y="18470"/>
                    <a:pt x="18800" y="18478"/>
                    <a:pt x="18785" y="18504"/>
                  </a:cubicBezTo>
                  <a:cubicBezTo>
                    <a:pt x="18775" y="18524"/>
                    <a:pt x="18773" y="18556"/>
                    <a:pt x="18751" y="18556"/>
                  </a:cubicBezTo>
                  <a:cubicBezTo>
                    <a:pt x="18587" y="18556"/>
                    <a:pt x="18583" y="18285"/>
                    <a:pt x="18418" y="18256"/>
                  </a:cubicBezTo>
                  <a:lnTo>
                    <a:pt x="18414" y="18274"/>
                  </a:lnTo>
                  <a:cubicBezTo>
                    <a:pt x="18455" y="18329"/>
                    <a:pt x="18466" y="18371"/>
                    <a:pt x="18486" y="18439"/>
                  </a:cubicBezTo>
                  <a:cubicBezTo>
                    <a:pt x="18509" y="18514"/>
                    <a:pt x="18528" y="18558"/>
                    <a:pt x="18528" y="18638"/>
                  </a:cubicBezTo>
                  <a:cubicBezTo>
                    <a:pt x="18528" y="18698"/>
                    <a:pt x="18461" y="18708"/>
                    <a:pt x="18409" y="18708"/>
                  </a:cubicBezTo>
                  <a:cubicBezTo>
                    <a:pt x="18378" y="18708"/>
                    <a:pt x="18361" y="18694"/>
                    <a:pt x="18331" y="18694"/>
                  </a:cubicBezTo>
                  <a:cubicBezTo>
                    <a:pt x="18283" y="18694"/>
                    <a:pt x="18244" y="18718"/>
                    <a:pt x="18225" y="18768"/>
                  </a:cubicBezTo>
                  <a:cubicBezTo>
                    <a:pt x="18215" y="18795"/>
                    <a:pt x="18224" y="18821"/>
                    <a:pt x="18206" y="18842"/>
                  </a:cubicBezTo>
                  <a:cubicBezTo>
                    <a:pt x="18158" y="18897"/>
                    <a:pt x="18114" y="18912"/>
                    <a:pt x="18062" y="18964"/>
                  </a:cubicBezTo>
                  <a:cubicBezTo>
                    <a:pt x="18037" y="18989"/>
                    <a:pt x="18040" y="19023"/>
                    <a:pt x="18016" y="19050"/>
                  </a:cubicBezTo>
                  <a:cubicBezTo>
                    <a:pt x="17983" y="19088"/>
                    <a:pt x="17946" y="19073"/>
                    <a:pt x="17899" y="19081"/>
                  </a:cubicBezTo>
                  <a:cubicBezTo>
                    <a:pt x="17871" y="19085"/>
                    <a:pt x="17864" y="19113"/>
                    <a:pt x="17846" y="19137"/>
                  </a:cubicBezTo>
                  <a:cubicBezTo>
                    <a:pt x="17824" y="19165"/>
                    <a:pt x="17801" y="19171"/>
                    <a:pt x="17778" y="19198"/>
                  </a:cubicBezTo>
                  <a:lnTo>
                    <a:pt x="17676" y="19198"/>
                  </a:lnTo>
                  <a:cubicBezTo>
                    <a:pt x="17677" y="19212"/>
                    <a:pt x="17679" y="19219"/>
                    <a:pt x="17679" y="19233"/>
                  </a:cubicBezTo>
                  <a:cubicBezTo>
                    <a:pt x="17679" y="19285"/>
                    <a:pt x="17629" y="19299"/>
                    <a:pt x="17585" y="19310"/>
                  </a:cubicBezTo>
                  <a:cubicBezTo>
                    <a:pt x="17545" y="19321"/>
                    <a:pt x="17530" y="19340"/>
                    <a:pt x="17497" y="19367"/>
                  </a:cubicBezTo>
                  <a:cubicBezTo>
                    <a:pt x="17486" y="19421"/>
                    <a:pt x="17446" y="19434"/>
                    <a:pt x="17403" y="19462"/>
                  </a:cubicBezTo>
                  <a:cubicBezTo>
                    <a:pt x="17327" y="19513"/>
                    <a:pt x="17278" y="19530"/>
                    <a:pt x="17202" y="19579"/>
                  </a:cubicBezTo>
                  <a:cubicBezTo>
                    <a:pt x="17152" y="19611"/>
                    <a:pt x="17161" y="19673"/>
                    <a:pt x="17142" y="19735"/>
                  </a:cubicBezTo>
                  <a:cubicBezTo>
                    <a:pt x="17134" y="19759"/>
                    <a:pt x="17117" y="19767"/>
                    <a:pt x="17111" y="19792"/>
                  </a:cubicBezTo>
                  <a:cubicBezTo>
                    <a:pt x="17104" y="19824"/>
                    <a:pt x="17109" y="19847"/>
                    <a:pt x="17100" y="19879"/>
                  </a:cubicBezTo>
                  <a:cubicBezTo>
                    <a:pt x="17091" y="19906"/>
                    <a:pt x="17073" y="19919"/>
                    <a:pt x="17073" y="19948"/>
                  </a:cubicBezTo>
                  <a:cubicBezTo>
                    <a:pt x="17073" y="19980"/>
                    <a:pt x="17105" y="19986"/>
                    <a:pt x="17130" y="20000"/>
                  </a:cubicBezTo>
                  <a:cubicBezTo>
                    <a:pt x="17164" y="20020"/>
                    <a:pt x="17186" y="20032"/>
                    <a:pt x="17210" y="20065"/>
                  </a:cubicBezTo>
                  <a:cubicBezTo>
                    <a:pt x="17229" y="20091"/>
                    <a:pt x="17255" y="20102"/>
                    <a:pt x="17255" y="20136"/>
                  </a:cubicBezTo>
                  <a:cubicBezTo>
                    <a:pt x="17255" y="20192"/>
                    <a:pt x="17206" y="20208"/>
                    <a:pt x="17164" y="20234"/>
                  </a:cubicBezTo>
                  <a:cubicBezTo>
                    <a:pt x="17144" y="20246"/>
                    <a:pt x="17137" y="20266"/>
                    <a:pt x="17115" y="20273"/>
                  </a:cubicBezTo>
                  <a:cubicBezTo>
                    <a:pt x="17067" y="20288"/>
                    <a:pt x="17029" y="20271"/>
                    <a:pt x="16986" y="20304"/>
                  </a:cubicBezTo>
                  <a:lnTo>
                    <a:pt x="16960" y="20299"/>
                  </a:lnTo>
                  <a:cubicBezTo>
                    <a:pt x="16959" y="20286"/>
                    <a:pt x="16956" y="20278"/>
                    <a:pt x="16956" y="20266"/>
                  </a:cubicBezTo>
                  <a:cubicBezTo>
                    <a:pt x="16956" y="20239"/>
                    <a:pt x="16967" y="20225"/>
                    <a:pt x="16967" y="20199"/>
                  </a:cubicBezTo>
                  <a:cubicBezTo>
                    <a:pt x="16967" y="20147"/>
                    <a:pt x="16912" y="20147"/>
                    <a:pt x="16876" y="20117"/>
                  </a:cubicBezTo>
                  <a:cubicBezTo>
                    <a:pt x="16841" y="20088"/>
                    <a:pt x="16839" y="20043"/>
                    <a:pt x="16839" y="19992"/>
                  </a:cubicBezTo>
                  <a:lnTo>
                    <a:pt x="16839" y="19748"/>
                  </a:lnTo>
                  <a:lnTo>
                    <a:pt x="16854" y="19688"/>
                  </a:lnTo>
                  <a:lnTo>
                    <a:pt x="16854" y="19579"/>
                  </a:lnTo>
                  <a:lnTo>
                    <a:pt x="16838" y="19575"/>
                  </a:lnTo>
                  <a:cubicBezTo>
                    <a:pt x="16816" y="19590"/>
                    <a:pt x="16811" y="19614"/>
                    <a:pt x="16789" y="19631"/>
                  </a:cubicBezTo>
                  <a:cubicBezTo>
                    <a:pt x="16773" y="19613"/>
                    <a:pt x="16770" y="19595"/>
                    <a:pt x="16755" y="19575"/>
                  </a:cubicBezTo>
                  <a:cubicBezTo>
                    <a:pt x="16732" y="19627"/>
                    <a:pt x="16728" y="19694"/>
                    <a:pt x="16678" y="19694"/>
                  </a:cubicBezTo>
                  <a:lnTo>
                    <a:pt x="16551" y="19694"/>
                  </a:lnTo>
                  <a:cubicBezTo>
                    <a:pt x="16560" y="19656"/>
                    <a:pt x="16581" y="19636"/>
                    <a:pt x="16581" y="19596"/>
                  </a:cubicBezTo>
                  <a:lnTo>
                    <a:pt x="16581" y="19575"/>
                  </a:lnTo>
                  <a:lnTo>
                    <a:pt x="16566" y="19571"/>
                  </a:lnTo>
                  <a:cubicBezTo>
                    <a:pt x="16544" y="19590"/>
                    <a:pt x="16533" y="19618"/>
                    <a:pt x="16505" y="19618"/>
                  </a:cubicBezTo>
                  <a:cubicBezTo>
                    <a:pt x="16444" y="19618"/>
                    <a:pt x="16418" y="19562"/>
                    <a:pt x="16357" y="19562"/>
                  </a:cubicBezTo>
                  <a:cubicBezTo>
                    <a:pt x="16357" y="19516"/>
                    <a:pt x="16336" y="19466"/>
                    <a:pt x="16297" y="19466"/>
                  </a:cubicBezTo>
                  <a:cubicBezTo>
                    <a:pt x="16278" y="19466"/>
                    <a:pt x="16259" y="19480"/>
                    <a:pt x="16259" y="19501"/>
                  </a:cubicBezTo>
                  <a:cubicBezTo>
                    <a:pt x="16259" y="19541"/>
                    <a:pt x="16297" y="19554"/>
                    <a:pt x="16297" y="19595"/>
                  </a:cubicBezTo>
                  <a:cubicBezTo>
                    <a:pt x="16297" y="19667"/>
                    <a:pt x="16212" y="19675"/>
                    <a:pt x="16149" y="19675"/>
                  </a:cubicBezTo>
                  <a:cubicBezTo>
                    <a:pt x="16102" y="19675"/>
                    <a:pt x="16075" y="19662"/>
                    <a:pt x="16028" y="19662"/>
                  </a:cubicBezTo>
                  <a:cubicBezTo>
                    <a:pt x="16006" y="19662"/>
                    <a:pt x="15996" y="19681"/>
                    <a:pt x="15990" y="19704"/>
                  </a:cubicBezTo>
                  <a:lnTo>
                    <a:pt x="15990" y="19704"/>
                  </a:lnTo>
                  <a:cubicBezTo>
                    <a:pt x="15952" y="19710"/>
                    <a:pt x="15923" y="19731"/>
                    <a:pt x="15886" y="19731"/>
                  </a:cubicBezTo>
                  <a:lnTo>
                    <a:pt x="15728" y="19731"/>
                  </a:lnTo>
                  <a:lnTo>
                    <a:pt x="15615" y="19766"/>
                  </a:lnTo>
                  <a:cubicBezTo>
                    <a:pt x="15545" y="19757"/>
                    <a:pt x="15518" y="19698"/>
                    <a:pt x="15463" y="19653"/>
                  </a:cubicBezTo>
                  <a:cubicBezTo>
                    <a:pt x="15433" y="19627"/>
                    <a:pt x="15380" y="19629"/>
                    <a:pt x="15380" y="19583"/>
                  </a:cubicBezTo>
                  <a:cubicBezTo>
                    <a:pt x="15380" y="19449"/>
                    <a:pt x="15486" y="19410"/>
                    <a:pt x="15539" y="19289"/>
                  </a:cubicBezTo>
                  <a:cubicBezTo>
                    <a:pt x="15513" y="19265"/>
                    <a:pt x="15490" y="19254"/>
                    <a:pt x="15456" y="19254"/>
                  </a:cubicBezTo>
                  <a:cubicBezTo>
                    <a:pt x="15433" y="19254"/>
                    <a:pt x="15416" y="19250"/>
                    <a:pt x="15395" y="19254"/>
                  </a:cubicBezTo>
                  <a:cubicBezTo>
                    <a:pt x="15361" y="19263"/>
                    <a:pt x="15378" y="19341"/>
                    <a:pt x="15342" y="19341"/>
                  </a:cubicBezTo>
                  <a:cubicBezTo>
                    <a:pt x="15285" y="19341"/>
                    <a:pt x="15270" y="19254"/>
                    <a:pt x="15213" y="19254"/>
                  </a:cubicBezTo>
                  <a:cubicBezTo>
                    <a:pt x="15149" y="19254"/>
                    <a:pt x="15115" y="19271"/>
                    <a:pt x="15051" y="19271"/>
                  </a:cubicBezTo>
                  <a:cubicBezTo>
                    <a:pt x="14975" y="19271"/>
                    <a:pt x="14924" y="19291"/>
                    <a:pt x="14857" y="19254"/>
                  </a:cubicBezTo>
                  <a:cubicBezTo>
                    <a:pt x="14779" y="19210"/>
                    <a:pt x="14757" y="19115"/>
                    <a:pt x="14670" y="19115"/>
                  </a:cubicBezTo>
                  <a:cubicBezTo>
                    <a:pt x="14630" y="19115"/>
                    <a:pt x="14609" y="19122"/>
                    <a:pt x="14570" y="19124"/>
                  </a:cubicBezTo>
                  <a:cubicBezTo>
                    <a:pt x="14575" y="19182"/>
                    <a:pt x="14600" y="19213"/>
                    <a:pt x="14600" y="19271"/>
                  </a:cubicBezTo>
                  <a:cubicBezTo>
                    <a:pt x="14600" y="19325"/>
                    <a:pt x="14539" y="19325"/>
                    <a:pt x="14501" y="19358"/>
                  </a:cubicBezTo>
                  <a:cubicBezTo>
                    <a:pt x="14463" y="19391"/>
                    <a:pt x="14463" y="19451"/>
                    <a:pt x="14418" y="19462"/>
                  </a:cubicBezTo>
                  <a:cubicBezTo>
                    <a:pt x="14388" y="19469"/>
                    <a:pt x="14367" y="19451"/>
                    <a:pt x="14334" y="19454"/>
                  </a:cubicBezTo>
                  <a:cubicBezTo>
                    <a:pt x="14287" y="19456"/>
                    <a:pt x="14282" y="19518"/>
                    <a:pt x="14251" y="19558"/>
                  </a:cubicBezTo>
                  <a:cubicBezTo>
                    <a:pt x="14194" y="19629"/>
                    <a:pt x="14117" y="19577"/>
                    <a:pt x="14031" y="19592"/>
                  </a:cubicBezTo>
                  <a:cubicBezTo>
                    <a:pt x="13967" y="19603"/>
                    <a:pt x="13918" y="19582"/>
                    <a:pt x="13865" y="19627"/>
                  </a:cubicBezTo>
                  <a:cubicBezTo>
                    <a:pt x="13808" y="19675"/>
                    <a:pt x="13827" y="19753"/>
                    <a:pt x="13827" y="19835"/>
                  </a:cubicBezTo>
                  <a:lnTo>
                    <a:pt x="13736" y="19835"/>
                  </a:lnTo>
                  <a:lnTo>
                    <a:pt x="13637" y="19748"/>
                  </a:lnTo>
                  <a:cubicBezTo>
                    <a:pt x="13607" y="19761"/>
                    <a:pt x="13596" y="19800"/>
                    <a:pt x="13562" y="19800"/>
                  </a:cubicBezTo>
                  <a:cubicBezTo>
                    <a:pt x="13524" y="19800"/>
                    <a:pt x="13511" y="19759"/>
                    <a:pt x="13493" y="19722"/>
                  </a:cubicBezTo>
                  <a:cubicBezTo>
                    <a:pt x="13374" y="19768"/>
                    <a:pt x="13391" y="19909"/>
                    <a:pt x="13343" y="20039"/>
                  </a:cubicBezTo>
                  <a:lnTo>
                    <a:pt x="13343" y="20039"/>
                  </a:lnTo>
                  <a:cubicBezTo>
                    <a:pt x="13283" y="20051"/>
                    <a:pt x="13226" y="20032"/>
                    <a:pt x="13183" y="20078"/>
                  </a:cubicBezTo>
                  <a:cubicBezTo>
                    <a:pt x="13156" y="20106"/>
                    <a:pt x="13160" y="20164"/>
                    <a:pt x="13122" y="20164"/>
                  </a:cubicBezTo>
                  <a:cubicBezTo>
                    <a:pt x="13071" y="20164"/>
                    <a:pt x="13054" y="20113"/>
                    <a:pt x="13009" y="20087"/>
                  </a:cubicBezTo>
                  <a:cubicBezTo>
                    <a:pt x="12965" y="20149"/>
                    <a:pt x="12963" y="20206"/>
                    <a:pt x="12963" y="20286"/>
                  </a:cubicBezTo>
                  <a:cubicBezTo>
                    <a:pt x="12963" y="20336"/>
                    <a:pt x="12993" y="20358"/>
                    <a:pt x="12993" y="20408"/>
                  </a:cubicBezTo>
                  <a:cubicBezTo>
                    <a:pt x="12993" y="20466"/>
                    <a:pt x="12948" y="20488"/>
                    <a:pt x="12948" y="20546"/>
                  </a:cubicBezTo>
                  <a:cubicBezTo>
                    <a:pt x="12948" y="20631"/>
                    <a:pt x="13077" y="20626"/>
                    <a:pt x="13077" y="20711"/>
                  </a:cubicBezTo>
                  <a:cubicBezTo>
                    <a:pt x="13077" y="20726"/>
                    <a:pt x="13062" y="20731"/>
                    <a:pt x="13062" y="20746"/>
                  </a:cubicBezTo>
                  <a:lnTo>
                    <a:pt x="13003" y="20746"/>
                  </a:lnTo>
                  <a:cubicBezTo>
                    <a:pt x="12976" y="20746"/>
                    <a:pt x="12967" y="20720"/>
                    <a:pt x="12941" y="20720"/>
                  </a:cubicBezTo>
                  <a:cubicBezTo>
                    <a:pt x="12922" y="20720"/>
                    <a:pt x="12922" y="20754"/>
                    <a:pt x="12903" y="20754"/>
                  </a:cubicBezTo>
                  <a:cubicBezTo>
                    <a:pt x="12847" y="20754"/>
                    <a:pt x="12819" y="20687"/>
                    <a:pt x="12819" y="20624"/>
                  </a:cubicBezTo>
                  <a:cubicBezTo>
                    <a:pt x="12760" y="20618"/>
                    <a:pt x="12745" y="20635"/>
                    <a:pt x="12691" y="20616"/>
                  </a:cubicBezTo>
                  <a:lnTo>
                    <a:pt x="12691" y="20616"/>
                  </a:lnTo>
                  <a:cubicBezTo>
                    <a:pt x="12677" y="20620"/>
                    <a:pt x="12675" y="20642"/>
                    <a:pt x="12660" y="20642"/>
                  </a:cubicBezTo>
                  <a:cubicBezTo>
                    <a:pt x="12586" y="20642"/>
                    <a:pt x="12545" y="20607"/>
                    <a:pt x="12471" y="20607"/>
                  </a:cubicBezTo>
                  <a:cubicBezTo>
                    <a:pt x="12419" y="20607"/>
                    <a:pt x="12385" y="20581"/>
                    <a:pt x="12342" y="20607"/>
                  </a:cubicBezTo>
                  <a:cubicBezTo>
                    <a:pt x="12310" y="20627"/>
                    <a:pt x="12296" y="20668"/>
                    <a:pt x="12258" y="20668"/>
                  </a:cubicBezTo>
                  <a:cubicBezTo>
                    <a:pt x="12162" y="20668"/>
                    <a:pt x="12122" y="20561"/>
                    <a:pt x="12099" y="20451"/>
                  </a:cubicBezTo>
                  <a:cubicBezTo>
                    <a:pt x="12046" y="20455"/>
                    <a:pt x="12024" y="20503"/>
                    <a:pt x="11970" y="20503"/>
                  </a:cubicBezTo>
                  <a:cubicBezTo>
                    <a:pt x="11923" y="20503"/>
                    <a:pt x="11920" y="20440"/>
                    <a:pt x="11902" y="20390"/>
                  </a:cubicBezTo>
                  <a:cubicBezTo>
                    <a:pt x="11868" y="20295"/>
                    <a:pt x="11857" y="20230"/>
                    <a:pt x="11857" y="20126"/>
                  </a:cubicBezTo>
                  <a:cubicBezTo>
                    <a:pt x="11857" y="20015"/>
                    <a:pt x="11910" y="19931"/>
                    <a:pt x="11849" y="19844"/>
                  </a:cubicBezTo>
                  <a:cubicBezTo>
                    <a:pt x="11806" y="19781"/>
                    <a:pt x="11751" y="19783"/>
                    <a:pt x="11698" y="19731"/>
                  </a:cubicBezTo>
                  <a:cubicBezTo>
                    <a:pt x="11631" y="19666"/>
                    <a:pt x="11626" y="19592"/>
                    <a:pt x="11561" y="19523"/>
                  </a:cubicBezTo>
                  <a:cubicBezTo>
                    <a:pt x="11456" y="19408"/>
                    <a:pt x="11340" y="19451"/>
                    <a:pt x="11206" y="19384"/>
                  </a:cubicBezTo>
                  <a:cubicBezTo>
                    <a:pt x="11135" y="19349"/>
                    <a:pt x="11145" y="19263"/>
                    <a:pt x="11130" y="19176"/>
                  </a:cubicBezTo>
                  <a:cubicBezTo>
                    <a:pt x="11124" y="19137"/>
                    <a:pt x="11107" y="19113"/>
                    <a:pt x="11107" y="19072"/>
                  </a:cubicBezTo>
                  <a:cubicBezTo>
                    <a:pt x="11107" y="18929"/>
                    <a:pt x="11154" y="18855"/>
                    <a:pt x="11206" y="18725"/>
                  </a:cubicBezTo>
                  <a:cubicBezTo>
                    <a:pt x="11244" y="18629"/>
                    <a:pt x="11245" y="18567"/>
                    <a:pt x="11274" y="18465"/>
                  </a:cubicBezTo>
                  <a:cubicBezTo>
                    <a:pt x="11321" y="18294"/>
                    <a:pt x="11365" y="18196"/>
                    <a:pt x="11365" y="18016"/>
                  </a:cubicBezTo>
                  <a:lnTo>
                    <a:pt x="11365" y="17838"/>
                  </a:lnTo>
                  <a:cubicBezTo>
                    <a:pt x="11365" y="17628"/>
                    <a:pt x="11232" y="17548"/>
                    <a:pt x="11130" y="17372"/>
                  </a:cubicBezTo>
                  <a:cubicBezTo>
                    <a:pt x="11081" y="17285"/>
                    <a:pt x="11062" y="17225"/>
                    <a:pt x="11054" y="17121"/>
                  </a:cubicBezTo>
                  <a:cubicBezTo>
                    <a:pt x="11048" y="17019"/>
                    <a:pt x="11014" y="16904"/>
                    <a:pt x="10925" y="16904"/>
                  </a:cubicBezTo>
                  <a:cubicBezTo>
                    <a:pt x="10777" y="16904"/>
                    <a:pt x="10751" y="17079"/>
                    <a:pt x="10622" y="17164"/>
                  </a:cubicBezTo>
                  <a:lnTo>
                    <a:pt x="10622" y="17164"/>
                  </a:lnTo>
                  <a:cubicBezTo>
                    <a:pt x="10552" y="17118"/>
                    <a:pt x="10512" y="17090"/>
                    <a:pt x="10433" y="17069"/>
                  </a:cubicBezTo>
                  <a:cubicBezTo>
                    <a:pt x="10353" y="17047"/>
                    <a:pt x="10239" y="17075"/>
                    <a:pt x="10239" y="16982"/>
                  </a:cubicBezTo>
                  <a:cubicBezTo>
                    <a:pt x="10239" y="16921"/>
                    <a:pt x="10243" y="16887"/>
                    <a:pt x="10243" y="16826"/>
                  </a:cubicBezTo>
                  <a:cubicBezTo>
                    <a:pt x="10243" y="16737"/>
                    <a:pt x="10154" y="16702"/>
                    <a:pt x="10077" y="16696"/>
                  </a:cubicBezTo>
                  <a:cubicBezTo>
                    <a:pt x="10077" y="16579"/>
                    <a:pt x="10058" y="16427"/>
                    <a:pt x="9955" y="16427"/>
                  </a:cubicBezTo>
                  <a:cubicBezTo>
                    <a:pt x="9878" y="16427"/>
                    <a:pt x="9847" y="16496"/>
                    <a:pt x="9773" y="16522"/>
                  </a:cubicBezTo>
                  <a:cubicBezTo>
                    <a:pt x="9637" y="16570"/>
                    <a:pt x="9567" y="16652"/>
                    <a:pt x="9423" y="16652"/>
                  </a:cubicBezTo>
                  <a:lnTo>
                    <a:pt x="9268" y="16652"/>
                  </a:lnTo>
                  <a:cubicBezTo>
                    <a:pt x="9124" y="16652"/>
                    <a:pt x="9069" y="16813"/>
                    <a:pt x="9016" y="16964"/>
                  </a:cubicBezTo>
                  <a:cubicBezTo>
                    <a:pt x="8974" y="17084"/>
                    <a:pt x="8916" y="17138"/>
                    <a:pt x="8849" y="17242"/>
                  </a:cubicBezTo>
                  <a:cubicBezTo>
                    <a:pt x="8775" y="17359"/>
                    <a:pt x="8738" y="17474"/>
                    <a:pt x="8614" y="17502"/>
                  </a:cubicBezTo>
                  <a:cubicBezTo>
                    <a:pt x="8581" y="17509"/>
                    <a:pt x="8552" y="17496"/>
                    <a:pt x="8523" y="17519"/>
                  </a:cubicBezTo>
                  <a:cubicBezTo>
                    <a:pt x="8440" y="17591"/>
                    <a:pt x="8434" y="17732"/>
                    <a:pt x="8330" y="17732"/>
                  </a:cubicBezTo>
                  <a:cubicBezTo>
                    <a:pt x="8239" y="17732"/>
                    <a:pt x="8194" y="17738"/>
                    <a:pt x="8103" y="17738"/>
                  </a:cubicBezTo>
                  <a:lnTo>
                    <a:pt x="8103" y="17738"/>
                  </a:lnTo>
                  <a:cubicBezTo>
                    <a:pt x="8012" y="17703"/>
                    <a:pt x="7963" y="17650"/>
                    <a:pt x="7868" y="17650"/>
                  </a:cubicBezTo>
                  <a:cubicBezTo>
                    <a:pt x="7804" y="17650"/>
                    <a:pt x="7770" y="17667"/>
                    <a:pt x="7705" y="17667"/>
                  </a:cubicBezTo>
                  <a:cubicBezTo>
                    <a:pt x="7544" y="17667"/>
                    <a:pt x="7442" y="17682"/>
                    <a:pt x="7296" y="17606"/>
                  </a:cubicBezTo>
                  <a:cubicBezTo>
                    <a:pt x="7235" y="17576"/>
                    <a:pt x="7213" y="17502"/>
                    <a:pt x="7144" y="17502"/>
                  </a:cubicBezTo>
                  <a:cubicBezTo>
                    <a:pt x="7103" y="17502"/>
                    <a:pt x="7099" y="17561"/>
                    <a:pt x="7061" y="17580"/>
                  </a:cubicBezTo>
                  <a:cubicBezTo>
                    <a:pt x="7029" y="17595"/>
                    <a:pt x="7003" y="17574"/>
                    <a:pt x="6970" y="17589"/>
                  </a:cubicBezTo>
                  <a:cubicBezTo>
                    <a:pt x="6910" y="17619"/>
                    <a:pt x="6927" y="17706"/>
                    <a:pt x="6910" y="17780"/>
                  </a:cubicBezTo>
                  <a:cubicBezTo>
                    <a:pt x="6887" y="17884"/>
                    <a:pt x="6857" y="17917"/>
                    <a:pt x="6800" y="18004"/>
                  </a:cubicBezTo>
                  <a:lnTo>
                    <a:pt x="6800" y="18004"/>
                  </a:lnTo>
                  <a:cubicBezTo>
                    <a:pt x="6745" y="17984"/>
                    <a:pt x="6711" y="17997"/>
                    <a:pt x="6652" y="17997"/>
                  </a:cubicBezTo>
                  <a:lnTo>
                    <a:pt x="6652" y="17769"/>
                  </a:lnTo>
                  <a:cubicBezTo>
                    <a:pt x="6652" y="17743"/>
                    <a:pt x="6631" y="17732"/>
                    <a:pt x="6614" y="17719"/>
                  </a:cubicBezTo>
                  <a:cubicBezTo>
                    <a:pt x="6531" y="17851"/>
                    <a:pt x="6417" y="17872"/>
                    <a:pt x="6273" y="17898"/>
                  </a:cubicBezTo>
                  <a:lnTo>
                    <a:pt x="6273" y="17898"/>
                  </a:lnTo>
                  <a:cubicBezTo>
                    <a:pt x="6112" y="17885"/>
                    <a:pt x="6038" y="17871"/>
                    <a:pt x="5879" y="17841"/>
                  </a:cubicBezTo>
                  <a:cubicBezTo>
                    <a:pt x="5826" y="17832"/>
                    <a:pt x="5798" y="17789"/>
                    <a:pt x="5743" y="17789"/>
                  </a:cubicBezTo>
                  <a:cubicBezTo>
                    <a:pt x="5629" y="17789"/>
                    <a:pt x="5569" y="17849"/>
                    <a:pt x="5455" y="17849"/>
                  </a:cubicBezTo>
                  <a:cubicBezTo>
                    <a:pt x="5375" y="17849"/>
                    <a:pt x="5345" y="17762"/>
                    <a:pt x="5266" y="17762"/>
                  </a:cubicBezTo>
                  <a:cubicBezTo>
                    <a:pt x="5226" y="17762"/>
                    <a:pt x="5207" y="17806"/>
                    <a:pt x="5167" y="17806"/>
                  </a:cubicBezTo>
                  <a:cubicBezTo>
                    <a:pt x="4976" y="17806"/>
                    <a:pt x="4913" y="17617"/>
                    <a:pt x="4750" y="17502"/>
                  </a:cubicBezTo>
                  <a:cubicBezTo>
                    <a:pt x="4622" y="17411"/>
                    <a:pt x="4540" y="17366"/>
                    <a:pt x="4394" y="17320"/>
                  </a:cubicBezTo>
                  <a:cubicBezTo>
                    <a:pt x="4324" y="17298"/>
                    <a:pt x="4313" y="17214"/>
                    <a:pt x="4250" y="17173"/>
                  </a:cubicBezTo>
                  <a:cubicBezTo>
                    <a:pt x="4142" y="17101"/>
                    <a:pt x="4057" y="17103"/>
                    <a:pt x="3947" y="17034"/>
                  </a:cubicBezTo>
                  <a:cubicBezTo>
                    <a:pt x="3840" y="16967"/>
                    <a:pt x="3858" y="16821"/>
                    <a:pt x="3750" y="16748"/>
                  </a:cubicBezTo>
                  <a:cubicBezTo>
                    <a:pt x="3667" y="16691"/>
                    <a:pt x="3603" y="16713"/>
                    <a:pt x="3508" y="16696"/>
                  </a:cubicBezTo>
                  <a:cubicBezTo>
                    <a:pt x="3444" y="16685"/>
                    <a:pt x="3407" y="16652"/>
                    <a:pt x="3341" y="16652"/>
                  </a:cubicBezTo>
                  <a:cubicBezTo>
                    <a:pt x="3294" y="16652"/>
                    <a:pt x="3282" y="16722"/>
                    <a:pt x="3235" y="16722"/>
                  </a:cubicBezTo>
                  <a:cubicBezTo>
                    <a:pt x="3157" y="16722"/>
                    <a:pt x="3128" y="16670"/>
                    <a:pt x="3058" y="16637"/>
                  </a:cubicBezTo>
                  <a:lnTo>
                    <a:pt x="3058" y="16637"/>
                  </a:lnTo>
                  <a:cubicBezTo>
                    <a:pt x="2972" y="16440"/>
                    <a:pt x="2847" y="16412"/>
                    <a:pt x="2697" y="16288"/>
                  </a:cubicBezTo>
                  <a:cubicBezTo>
                    <a:pt x="2614" y="16219"/>
                    <a:pt x="2534" y="16257"/>
                    <a:pt x="2440" y="16210"/>
                  </a:cubicBezTo>
                  <a:cubicBezTo>
                    <a:pt x="2372" y="16175"/>
                    <a:pt x="2356" y="16080"/>
                    <a:pt x="2280" y="16080"/>
                  </a:cubicBezTo>
                  <a:cubicBezTo>
                    <a:pt x="2235" y="16080"/>
                    <a:pt x="2222" y="16130"/>
                    <a:pt x="2190" y="16167"/>
                  </a:cubicBezTo>
                  <a:cubicBezTo>
                    <a:pt x="2112" y="16115"/>
                    <a:pt x="2015" y="16091"/>
                    <a:pt x="2015" y="15987"/>
                  </a:cubicBezTo>
                  <a:lnTo>
                    <a:pt x="2015" y="15800"/>
                  </a:lnTo>
                  <a:cubicBezTo>
                    <a:pt x="2015" y="15700"/>
                    <a:pt x="1977" y="15644"/>
                    <a:pt x="1977" y="15544"/>
                  </a:cubicBezTo>
                  <a:lnTo>
                    <a:pt x="1977" y="15377"/>
                  </a:lnTo>
                  <a:cubicBezTo>
                    <a:pt x="2042" y="15295"/>
                    <a:pt x="2108" y="15282"/>
                    <a:pt x="2190" y="15221"/>
                  </a:cubicBezTo>
                  <a:cubicBezTo>
                    <a:pt x="2265" y="15165"/>
                    <a:pt x="2250" y="15065"/>
                    <a:pt x="2250" y="14961"/>
                  </a:cubicBezTo>
                  <a:cubicBezTo>
                    <a:pt x="2250" y="14857"/>
                    <a:pt x="2199" y="14788"/>
                    <a:pt x="2122" y="14736"/>
                  </a:cubicBezTo>
                  <a:cubicBezTo>
                    <a:pt x="2076" y="14705"/>
                    <a:pt x="2030" y="14716"/>
                    <a:pt x="2000" y="14666"/>
                  </a:cubicBezTo>
                  <a:cubicBezTo>
                    <a:pt x="1921" y="14536"/>
                    <a:pt x="1877" y="14454"/>
                    <a:pt x="1834" y="14302"/>
                  </a:cubicBezTo>
                  <a:cubicBezTo>
                    <a:pt x="1741" y="13981"/>
                    <a:pt x="1752" y="13714"/>
                    <a:pt x="1512" y="13515"/>
                  </a:cubicBezTo>
                  <a:lnTo>
                    <a:pt x="1512" y="13515"/>
                  </a:lnTo>
                  <a:cubicBezTo>
                    <a:pt x="1466" y="13411"/>
                    <a:pt x="1449" y="13279"/>
                    <a:pt x="1349" y="13279"/>
                  </a:cubicBezTo>
                  <a:cubicBezTo>
                    <a:pt x="1275" y="13279"/>
                    <a:pt x="1237" y="13313"/>
                    <a:pt x="1163" y="13313"/>
                  </a:cubicBezTo>
                  <a:cubicBezTo>
                    <a:pt x="1066" y="13313"/>
                    <a:pt x="1046" y="13200"/>
                    <a:pt x="962" y="13148"/>
                  </a:cubicBezTo>
                  <a:cubicBezTo>
                    <a:pt x="890" y="13103"/>
                    <a:pt x="856" y="13055"/>
                    <a:pt x="788" y="13001"/>
                  </a:cubicBezTo>
                  <a:cubicBezTo>
                    <a:pt x="727" y="12953"/>
                    <a:pt x="655" y="12968"/>
                    <a:pt x="613" y="12897"/>
                  </a:cubicBezTo>
                  <a:cubicBezTo>
                    <a:pt x="568" y="12817"/>
                    <a:pt x="638" y="12730"/>
                    <a:pt x="599" y="12645"/>
                  </a:cubicBezTo>
                  <a:cubicBezTo>
                    <a:pt x="563" y="12567"/>
                    <a:pt x="500" y="12565"/>
                    <a:pt x="432" y="12524"/>
                  </a:cubicBezTo>
                  <a:cubicBezTo>
                    <a:pt x="373" y="12489"/>
                    <a:pt x="357" y="12435"/>
                    <a:pt x="295" y="12407"/>
                  </a:cubicBezTo>
                  <a:lnTo>
                    <a:pt x="295" y="12407"/>
                  </a:lnTo>
                  <a:cubicBezTo>
                    <a:pt x="295" y="12294"/>
                    <a:pt x="330" y="12255"/>
                    <a:pt x="345" y="12142"/>
                  </a:cubicBezTo>
                  <a:lnTo>
                    <a:pt x="345" y="12142"/>
                  </a:lnTo>
                  <a:cubicBezTo>
                    <a:pt x="369" y="12030"/>
                    <a:pt x="401" y="11964"/>
                    <a:pt x="401" y="11847"/>
                  </a:cubicBezTo>
                  <a:cubicBezTo>
                    <a:pt x="401" y="11676"/>
                    <a:pt x="297" y="11518"/>
                    <a:pt x="148" y="11518"/>
                  </a:cubicBezTo>
                  <a:cubicBezTo>
                    <a:pt x="116" y="11518"/>
                    <a:pt x="97" y="11535"/>
                    <a:pt x="64" y="11535"/>
                  </a:cubicBezTo>
                  <a:cubicBezTo>
                    <a:pt x="40" y="11535"/>
                    <a:pt x="23" y="11524"/>
                    <a:pt x="0" y="11518"/>
                  </a:cubicBezTo>
                  <a:cubicBezTo>
                    <a:pt x="15" y="11414"/>
                    <a:pt x="99" y="11379"/>
                    <a:pt x="99" y="11275"/>
                  </a:cubicBezTo>
                  <a:cubicBezTo>
                    <a:pt x="99" y="11201"/>
                    <a:pt x="85" y="11156"/>
                    <a:pt x="53" y="11093"/>
                  </a:cubicBezTo>
                  <a:lnTo>
                    <a:pt x="53" y="11093"/>
                  </a:lnTo>
                  <a:cubicBezTo>
                    <a:pt x="83" y="10989"/>
                    <a:pt x="189" y="10967"/>
                    <a:pt x="189" y="10856"/>
                  </a:cubicBezTo>
                  <a:lnTo>
                    <a:pt x="189" y="10676"/>
                  </a:lnTo>
                  <a:lnTo>
                    <a:pt x="167" y="10564"/>
                  </a:lnTo>
                  <a:cubicBezTo>
                    <a:pt x="235" y="10531"/>
                    <a:pt x="288" y="10557"/>
                    <a:pt x="356" y="10529"/>
                  </a:cubicBezTo>
                  <a:cubicBezTo>
                    <a:pt x="411" y="10507"/>
                    <a:pt x="426" y="10458"/>
                    <a:pt x="477" y="10425"/>
                  </a:cubicBezTo>
                  <a:cubicBezTo>
                    <a:pt x="570" y="10364"/>
                    <a:pt x="589" y="10234"/>
                    <a:pt x="697" y="10234"/>
                  </a:cubicBezTo>
                  <a:cubicBezTo>
                    <a:pt x="752" y="10234"/>
                    <a:pt x="729" y="10330"/>
                    <a:pt x="758" y="10382"/>
                  </a:cubicBezTo>
                  <a:cubicBezTo>
                    <a:pt x="788" y="10440"/>
                    <a:pt x="835" y="10468"/>
                    <a:pt x="896" y="10468"/>
                  </a:cubicBezTo>
                  <a:lnTo>
                    <a:pt x="1051" y="10468"/>
                  </a:lnTo>
                  <a:cubicBezTo>
                    <a:pt x="1125" y="10468"/>
                    <a:pt x="1161" y="10419"/>
                    <a:pt x="1235" y="10408"/>
                  </a:cubicBezTo>
                  <a:cubicBezTo>
                    <a:pt x="1235" y="10254"/>
                    <a:pt x="1303" y="10171"/>
                    <a:pt x="1303" y="10018"/>
                  </a:cubicBezTo>
                  <a:cubicBezTo>
                    <a:pt x="1368" y="10041"/>
                    <a:pt x="1396" y="10104"/>
                    <a:pt x="1464" y="10104"/>
                  </a:cubicBezTo>
                  <a:lnTo>
                    <a:pt x="1650" y="10104"/>
                  </a:lnTo>
                  <a:cubicBezTo>
                    <a:pt x="1701" y="10104"/>
                    <a:pt x="1726" y="10069"/>
                    <a:pt x="1773" y="10052"/>
                  </a:cubicBezTo>
                  <a:cubicBezTo>
                    <a:pt x="1824" y="10033"/>
                    <a:pt x="1873" y="10037"/>
                    <a:pt x="1902" y="9983"/>
                  </a:cubicBezTo>
                  <a:cubicBezTo>
                    <a:pt x="1928" y="9931"/>
                    <a:pt x="1934" y="9883"/>
                    <a:pt x="1977" y="9852"/>
                  </a:cubicBezTo>
                  <a:cubicBezTo>
                    <a:pt x="2049" y="9801"/>
                    <a:pt x="2110" y="9807"/>
                    <a:pt x="2190" y="9766"/>
                  </a:cubicBezTo>
                  <a:cubicBezTo>
                    <a:pt x="2237" y="9742"/>
                    <a:pt x="2271" y="9737"/>
                    <a:pt x="2318" y="9714"/>
                  </a:cubicBezTo>
                  <a:cubicBezTo>
                    <a:pt x="2347" y="9701"/>
                    <a:pt x="2336" y="9649"/>
                    <a:pt x="2364" y="9636"/>
                  </a:cubicBezTo>
                  <a:cubicBezTo>
                    <a:pt x="2513" y="9564"/>
                    <a:pt x="2689" y="9541"/>
                    <a:pt x="2702" y="9357"/>
                  </a:cubicBezTo>
                  <a:lnTo>
                    <a:pt x="2702" y="9357"/>
                  </a:lnTo>
                  <a:cubicBezTo>
                    <a:pt x="2723" y="9207"/>
                    <a:pt x="2856" y="9163"/>
                    <a:pt x="2856" y="9013"/>
                  </a:cubicBezTo>
                  <a:lnTo>
                    <a:pt x="2856" y="8827"/>
                  </a:lnTo>
                  <a:cubicBezTo>
                    <a:pt x="2856" y="8766"/>
                    <a:pt x="2947" y="8769"/>
                    <a:pt x="2947" y="8708"/>
                  </a:cubicBezTo>
                  <a:cubicBezTo>
                    <a:pt x="2947" y="8636"/>
                    <a:pt x="2900" y="8608"/>
                    <a:pt x="2879" y="8543"/>
                  </a:cubicBezTo>
                  <a:cubicBezTo>
                    <a:pt x="2847" y="8443"/>
                    <a:pt x="2856" y="8374"/>
                    <a:pt x="2856" y="8266"/>
                  </a:cubicBezTo>
                  <a:cubicBezTo>
                    <a:pt x="2856" y="8146"/>
                    <a:pt x="2879" y="8081"/>
                    <a:pt x="2879" y="7962"/>
                  </a:cubicBezTo>
                  <a:cubicBezTo>
                    <a:pt x="2879" y="7919"/>
                    <a:pt x="2839" y="7893"/>
                    <a:pt x="2801" y="7893"/>
                  </a:cubicBezTo>
                  <a:lnTo>
                    <a:pt x="2644" y="7893"/>
                  </a:lnTo>
                  <a:cubicBezTo>
                    <a:pt x="2631" y="7877"/>
                    <a:pt x="2606" y="7873"/>
                    <a:pt x="2606" y="7849"/>
                  </a:cubicBezTo>
                  <a:cubicBezTo>
                    <a:pt x="2606" y="7780"/>
                    <a:pt x="2690" y="7788"/>
                    <a:pt x="2750" y="7780"/>
                  </a:cubicBezTo>
                  <a:cubicBezTo>
                    <a:pt x="2811" y="7771"/>
                    <a:pt x="2845" y="7767"/>
                    <a:pt x="2902" y="7745"/>
                  </a:cubicBezTo>
                  <a:cubicBezTo>
                    <a:pt x="2996" y="7706"/>
                    <a:pt x="3057" y="7710"/>
                    <a:pt x="3152" y="7676"/>
                  </a:cubicBezTo>
                  <a:cubicBezTo>
                    <a:pt x="3195" y="7660"/>
                    <a:pt x="3213" y="7615"/>
                    <a:pt x="3258" y="7615"/>
                  </a:cubicBezTo>
                  <a:cubicBezTo>
                    <a:pt x="3311" y="7615"/>
                    <a:pt x="3334" y="7667"/>
                    <a:pt x="3387" y="7667"/>
                  </a:cubicBezTo>
                  <a:cubicBezTo>
                    <a:pt x="3461" y="7667"/>
                    <a:pt x="3472" y="7546"/>
                    <a:pt x="3546" y="7546"/>
                  </a:cubicBezTo>
                  <a:cubicBezTo>
                    <a:pt x="3570" y="7546"/>
                    <a:pt x="3578" y="7576"/>
                    <a:pt x="3599" y="7589"/>
                  </a:cubicBezTo>
                  <a:lnTo>
                    <a:pt x="3659" y="7537"/>
                  </a:lnTo>
                  <a:lnTo>
                    <a:pt x="3659" y="7424"/>
                  </a:lnTo>
                  <a:cubicBezTo>
                    <a:pt x="3608" y="7424"/>
                    <a:pt x="3538" y="7422"/>
                    <a:pt x="3538" y="7364"/>
                  </a:cubicBezTo>
                  <a:cubicBezTo>
                    <a:pt x="3538" y="7290"/>
                    <a:pt x="3572" y="7251"/>
                    <a:pt x="3591" y="7181"/>
                  </a:cubicBezTo>
                  <a:cubicBezTo>
                    <a:pt x="3623" y="7062"/>
                    <a:pt x="3629" y="6986"/>
                    <a:pt x="3629" y="6860"/>
                  </a:cubicBezTo>
                  <a:lnTo>
                    <a:pt x="3765" y="6860"/>
                  </a:lnTo>
                  <a:cubicBezTo>
                    <a:pt x="3783" y="6867"/>
                    <a:pt x="3792" y="6878"/>
                    <a:pt x="3811" y="6878"/>
                  </a:cubicBezTo>
                  <a:cubicBezTo>
                    <a:pt x="3898" y="6878"/>
                    <a:pt x="3936" y="6791"/>
                    <a:pt x="4023" y="6791"/>
                  </a:cubicBezTo>
                  <a:cubicBezTo>
                    <a:pt x="4118" y="6791"/>
                    <a:pt x="4150" y="6904"/>
                    <a:pt x="4245" y="6904"/>
                  </a:cubicBezTo>
                  <a:cubicBezTo>
                    <a:pt x="4271" y="6904"/>
                    <a:pt x="4284" y="6897"/>
                    <a:pt x="4311" y="6895"/>
                  </a:cubicBezTo>
                  <a:cubicBezTo>
                    <a:pt x="4311" y="6813"/>
                    <a:pt x="4296" y="6750"/>
                    <a:pt x="4341" y="6687"/>
                  </a:cubicBezTo>
                  <a:cubicBezTo>
                    <a:pt x="4406" y="6598"/>
                    <a:pt x="4538" y="6604"/>
                    <a:pt x="4538" y="6488"/>
                  </a:cubicBezTo>
                  <a:cubicBezTo>
                    <a:pt x="4538" y="6358"/>
                    <a:pt x="4432" y="6305"/>
                    <a:pt x="4432" y="6175"/>
                  </a:cubicBezTo>
                  <a:cubicBezTo>
                    <a:pt x="4432" y="6073"/>
                    <a:pt x="4457" y="6015"/>
                    <a:pt x="4470" y="5915"/>
                  </a:cubicBezTo>
                  <a:cubicBezTo>
                    <a:pt x="4476" y="5870"/>
                    <a:pt x="4459" y="5829"/>
                    <a:pt x="4485" y="5794"/>
                  </a:cubicBezTo>
                  <a:cubicBezTo>
                    <a:pt x="4557" y="5698"/>
                    <a:pt x="4661" y="5748"/>
                    <a:pt x="4750" y="5672"/>
                  </a:cubicBezTo>
                  <a:cubicBezTo>
                    <a:pt x="4872" y="5568"/>
                    <a:pt x="4891" y="5432"/>
                    <a:pt x="4902" y="5256"/>
                  </a:cubicBezTo>
                  <a:lnTo>
                    <a:pt x="5046" y="5256"/>
                  </a:lnTo>
                  <a:cubicBezTo>
                    <a:pt x="5099" y="5195"/>
                    <a:pt x="5135" y="5172"/>
                    <a:pt x="5188" y="5112"/>
                  </a:cubicBezTo>
                  <a:lnTo>
                    <a:pt x="5188" y="5112"/>
                  </a:lnTo>
                  <a:cubicBezTo>
                    <a:pt x="5285" y="5175"/>
                    <a:pt x="5313" y="5267"/>
                    <a:pt x="5379" y="5369"/>
                  </a:cubicBezTo>
                  <a:cubicBezTo>
                    <a:pt x="5495" y="5546"/>
                    <a:pt x="5582" y="5629"/>
                    <a:pt x="5713" y="5794"/>
                  </a:cubicBezTo>
                  <a:cubicBezTo>
                    <a:pt x="5762" y="5750"/>
                    <a:pt x="5771" y="5672"/>
                    <a:pt x="5834" y="5672"/>
                  </a:cubicBezTo>
                  <a:cubicBezTo>
                    <a:pt x="5898" y="5672"/>
                    <a:pt x="5921" y="5750"/>
                    <a:pt x="5985" y="5750"/>
                  </a:cubicBezTo>
                  <a:cubicBezTo>
                    <a:pt x="6023" y="5750"/>
                    <a:pt x="6038" y="5707"/>
                    <a:pt x="6076" y="5707"/>
                  </a:cubicBezTo>
                  <a:cubicBezTo>
                    <a:pt x="6167" y="5707"/>
                    <a:pt x="6190" y="5829"/>
                    <a:pt x="6205" y="5932"/>
                  </a:cubicBezTo>
                  <a:cubicBezTo>
                    <a:pt x="6218" y="6030"/>
                    <a:pt x="6264" y="6078"/>
                    <a:pt x="6319" y="6149"/>
                  </a:cubicBezTo>
                  <a:cubicBezTo>
                    <a:pt x="6368" y="6214"/>
                    <a:pt x="6338" y="6325"/>
                    <a:pt x="6410" y="6349"/>
                  </a:cubicBezTo>
                  <a:cubicBezTo>
                    <a:pt x="6501" y="6379"/>
                    <a:pt x="6521" y="6479"/>
                    <a:pt x="6546" y="6583"/>
                  </a:cubicBezTo>
                  <a:cubicBezTo>
                    <a:pt x="6591" y="6772"/>
                    <a:pt x="6644" y="6878"/>
                    <a:pt x="6644" y="7073"/>
                  </a:cubicBezTo>
                  <a:cubicBezTo>
                    <a:pt x="6644" y="7264"/>
                    <a:pt x="6614" y="7370"/>
                    <a:pt x="6614" y="7561"/>
                  </a:cubicBezTo>
                  <a:cubicBezTo>
                    <a:pt x="6669" y="7546"/>
                    <a:pt x="6701" y="7563"/>
                    <a:pt x="6758" y="7563"/>
                  </a:cubicBezTo>
                  <a:cubicBezTo>
                    <a:pt x="6862" y="7563"/>
                    <a:pt x="6912" y="7476"/>
                    <a:pt x="7016" y="7476"/>
                  </a:cubicBezTo>
                  <a:cubicBezTo>
                    <a:pt x="7063" y="7476"/>
                    <a:pt x="7090" y="7502"/>
                    <a:pt x="7137" y="7502"/>
                  </a:cubicBezTo>
                  <a:cubicBezTo>
                    <a:pt x="7237" y="7502"/>
                    <a:pt x="7294" y="7468"/>
                    <a:pt x="7394" y="7468"/>
                  </a:cubicBezTo>
                  <a:cubicBezTo>
                    <a:pt x="7508" y="7468"/>
                    <a:pt x="7554" y="7561"/>
                    <a:pt x="7660" y="7606"/>
                  </a:cubicBezTo>
                  <a:cubicBezTo>
                    <a:pt x="7796" y="7665"/>
                    <a:pt x="7880" y="7685"/>
                    <a:pt x="8016" y="7745"/>
                  </a:cubicBezTo>
                  <a:cubicBezTo>
                    <a:pt x="8065" y="7767"/>
                    <a:pt x="8059" y="7828"/>
                    <a:pt x="8099" y="7867"/>
                  </a:cubicBezTo>
                  <a:cubicBezTo>
                    <a:pt x="8137" y="7903"/>
                    <a:pt x="8179" y="7862"/>
                    <a:pt x="8228" y="7875"/>
                  </a:cubicBezTo>
                  <a:cubicBezTo>
                    <a:pt x="8266" y="7884"/>
                    <a:pt x="8290" y="7901"/>
                    <a:pt x="8326" y="7919"/>
                  </a:cubicBezTo>
                  <a:cubicBezTo>
                    <a:pt x="8419" y="7964"/>
                    <a:pt x="8366" y="8107"/>
                    <a:pt x="8432" y="8196"/>
                  </a:cubicBezTo>
                  <a:cubicBezTo>
                    <a:pt x="8499" y="8285"/>
                    <a:pt x="8548" y="8337"/>
                    <a:pt x="8576" y="8448"/>
                  </a:cubicBezTo>
                  <a:cubicBezTo>
                    <a:pt x="8624" y="8621"/>
                    <a:pt x="8743" y="8734"/>
                    <a:pt x="8902" y="8734"/>
                  </a:cubicBezTo>
                  <a:cubicBezTo>
                    <a:pt x="9054" y="8734"/>
                    <a:pt x="9149" y="8714"/>
                    <a:pt x="9281" y="8630"/>
                  </a:cubicBezTo>
                  <a:cubicBezTo>
                    <a:pt x="9347" y="8589"/>
                    <a:pt x="9361" y="8524"/>
                    <a:pt x="9425" y="8474"/>
                  </a:cubicBezTo>
                  <a:cubicBezTo>
                    <a:pt x="9550" y="8376"/>
                    <a:pt x="9631" y="8300"/>
                    <a:pt x="9783" y="8300"/>
                  </a:cubicBezTo>
                  <a:cubicBezTo>
                    <a:pt x="10023" y="8300"/>
                    <a:pt x="10160" y="8292"/>
                    <a:pt x="10400" y="8292"/>
                  </a:cubicBezTo>
                  <a:cubicBezTo>
                    <a:pt x="10461" y="8292"/>
                    <a:pt x="10495" y="8274"/>
                    <a:pt x="10556" y="8274"/>
                  </a:cubicBezTo>
                  <a:lnTo>
                    <a:pt x="10711" y="8274"/>
                  </a:lnTo>
                  <a:cubicBezTo>
                    <a:pt x="10768" y="8274"/>
                    <a:pt x="10777" y="8350"/>
                    <a:pt x="10827" y="8378"/>
                  </a:cubicBezTo>
                  <a:cubicBezTo>
                    <a:pt x="10980" y="8465"/>
                    <a:pt x="11074" y="8504"/>
                    <a:pt x="11244" y="8552"/>
                  </a:cubicBezTo>
                  <a:cubicBezTo>
                    <a:pt x="11359" y="8584"/>
                    <a:pt x="11416" y="8656"/>
                    <a:pt x="11535" y="8656"/>
                  </a:cubicBezTo>
                  <a:cubicBezTo>
                    <a:pt x="11643" y="8656"/>
                    <a:pt x="11704" y="8604"/>
                    <a:pt x="11812" y="8604"/>
                  </a:cubicBezTo>
                  <a:cubicBezTo>
                    <a:pt x="11880" y="8604"/>
                    <a:pt x="11865" y="8710"/>
                    <a:pt x="11910" y="8769"/>
                  </a:cubicBezTo>
                  <a:cubicBezTo>
                    <a:pt x="11952" y="8823"/>
                    <a:pt x="12005" y="8829"/>
                    <a:pt x="12069" y="8829"/>
                  </a:cubicBezTo>
                  <a:cubicBezTo>
                    <a:pt x="12175" y="8829"/>
                    <a:pt x="12194" y="8695"/>
                    <a:pt x="12281" y="8630"/>
                  </a:cubicBezTo>
                  <a:cubicBezTo>
                    <a:pt x="12490" y="8471"/>
                    <a:pt x="12571" y="8307"/>
                    <a:pt x="12797" y="8179"/>
                  </a:cubicBezTo>
                  <a:cubicBezTo>
                    <a:pt x="13018" y="8053"/>
                    <a:pt x="13160" y="8027"/>
                    <a:pt x="13395" y="7945"/>
                  </a:cubicBezTo>
                  <a:cubicBezTo>
                    <a:pt x="13476" y="7916"/>
                    <a:pt x="13503" y="7860"/>
                    <a:pt x="13584" y="7823"/>
                  </a:cubicBezTo>
                  <a:cubicBezTo>
                    <a:pt x="13613" y="7828"/>
                    <a:pt x="13630" y="7832"/>
                    <a:pt x="13658" y="7832"/>
                  </a:cubicBezTo>
                  <a:cubicBezTo>
                    <a:pt x="13766" y="7832"/>
                    <a:pt x="13817" y="7754"/>
                    <a:pt x="13910" y="7693"/>
                  </a:cubicBezTo>
                  <a:cubicBezTo>
                    <a:pt x="13973" y="7652"/>
                    <a:pt x="14028" y="7645"/>
                    <a:pt x="14069" y="7580"/>
                  </a:cubicBezTo>
                  <a:cubicBezTo>
                    <a:pt x="14120" y="7502"/>
                    <a:pt x="14113" y="7431"/>
                    <a:pt x="14153" y="7346"/>
                  </a:cubicBezTo>
                  <a:cubicBezTo>
                    <a:pt x="14226" y="7192"/>
                    <a:pt x="14272" y="7106"/>
                    <a:pt x="14372" y="6973"/>
                  </a:cubicBezTo>
                  <a:cubicBezTo>
                    <a:pt x="14444" y="6878"/>
                    <a:pt x="14532" y="6834"/>
                    <a:pt x="14532" y="6709"/>
                  </a:cubicBezTo>
                  <a:cubicBezTo>
                    <a:pt x="14532" y="6566"/>
                    <a:pt x="14456" y="6492"/>
                    <a:pt x="14456" y="6349"/>
                  </a:cubicBezTo>
                  <a:cubicBezTo>
                    <a:pt x="14456" y="6243"/>
                    <a:pt x="14507" y="6132"/>
                    <a:pt x="14600" y="6132"/>
                  </a:cubicBezTo>
                  <a:cubicBezTo>
                    <a:pt x="14711" y="6132"/>
                    <a:pt x="14745" y="6279"/>
                    <a:pt x="14857" y="6279"/>
                  </a:cubicBezTo>
                  <a:cubicBezTo>
                    <a:pt x="14956" y="6279"/>
                    <a:pt x="14984" y="6180"/>
                    <a:pt x="15070" y="6123"/>
                  </a:cubicBezTo>
                  <a:cubicBezTo>
                    <a:pt x="15121" y="6091"/>
                    <a:pt x="15192" y="6104"/>
                    <a:pt x="15206" y="6037"/>
                  </a:cubicBezTo>
                  <a:cubicBezTo>
                    <a:pt x="15238" y="5889"/>
                    <a:pt x="15208" y="5765"/>
                    <a:pt x="15304" y="5664"/>
                  </a:cubicBezTo>
                  <a:cubicBezTo>
                    <a:pt x="15399" y="5564"/>
                    <a:pt x="15448" y="5488"/>
                    <a:pt x="15562" y="5412"/>
                  </a:cubicBezTo>
                  <a:cubicBezTo>
                    <a:pt x="15681" y="5332"/>
                    <a:pt x="15827" y="5299"/>
                    <a:pt x="15827" y="5141"/>
                  </a:cubicBezTo>
                  <a:lnTo>
                    <a:pt x="15827" y="4911"/>
                  </a:lnTo>
                  <a:cubicBezTo>
                    <a:pt x="15827" y="4775"/>
                    <a:pt x="15880" y="4703"/>
                    <a:pt x="15880" y="4567"/>
                  </a:cubicBezTo>
                  <a:cubicBezTo>
                    <a:pt x="15880" y="4475"/>
                    <a:pt x="15859" y="4423"/>
                    <a:pt x="15835" y="4337"/>
                  </a:cubicBezTo>
                  <a:cubicBezTo>
                    <a:pt x="15920" y="4321"/>
                    <a:pt x="15994" y="4341"/>
                    <a:pt x="16047" y="4267"/>
                  </a:cubicBezTo>
                  <a:cubicBezTo>
                    <a:pt x="16075" y="4226"/>
                    <a:pt x="16083" y="4163"/>
                    <a:pt x="16130" y="4163"/>
                  </a:cubicBezTo>
                  <a:cubicBezTo>
                    <a:pt x="16211" y="4163"/>
                    <a:pt x="16238" y="4259"/>
                    <a:pt x="16319" y="4259"/>
                  </a:cubicBezTo>
                  <a:cubicBezTo>
                    <a:pt x="16390" y="4259"/>
                    <a:pt x="16373" y="4142"/>
                    <a:pt x="16410" y="4077"/>
                  </a:cubicBezTo>
                  <a:cubicBezTo>
                    <a:pt x="16467" y="3977"/>
                    <a:pt x="16532" y="3921"/>
                    <a:pt x="16532" y="3799"/>
                  </a:cubicBezTo>
                  <a:cubicBezTo>
                    <a:pt x="16532" y="3749"/>
                    <a:pt x="16481" y="3742"/>
                    <a:pt x="16448" y="3712"/>
                  </a:cubicBezTo>
                  <a:cubicBezTo>
                    <a:pt x="16382" y="3647"/>
                    <a:pt x="16325" y="3602"/>
                    <a:pt x="16236" y="3608"/>
                  </a:cubicBezTo>
                  <a:cubicBezTo>
                    <a:pt x="16178" y="3613"/>
                    <a:pt x="16142" y="3617"/>
                    <a:pt x="16085" y="3599"/>
                  </a:cubicBezTo>
                  <a:cubicBezTo>
                    <a:pt x="16026" y="3580"/>
                    <a:pt x="16009" y="3513"/>
                    <a:pt x="15948" y="3513"/>
                  </a:cubicBezTo>
                  <a:cubicBezTo>
                    <a:pt x="15836" y="3513"/>
                    <a:pt x="15814" y="3643"/>
                    <a:pt x="15721" y="3712"/>
                  </a:cubicBezTo>
                  <a:cubicBezTo>
                    <a:pt x="15560" y="3834"/>
                    <a:pt x="15439" y="3886"/>
                    <a:pt x="15244" y="3886"/>
                  </a:cubicBezTo>
                  <a:cubicBezTo>
                    <a:pt x="15166" y="3886"/>
                    <a:pt x="15109" y="3857"/>
                    <a:pt x="15062" y="3790"/>
                  </a:cubicBezTo>
                  <a:cubicBezTo>
                    <a:pt x="15024" y="3736"/>
                    <a:pt x="14963" y="3714"/>
                    <a:pt x="14963" y="3643"/>
                  </a:cubicBezTo>
                  <a:cubicBezTo>
                    <a:pt x="14963" y="3608"/>
                    <a:pt x="14979" y="3591"/>
                    <a:pt x="14979" y="3556"/>
                  </a:cubicBezTo>
                  <a:cubicBezTo>
                    <a:pt x="14979" y="3398"/>
                    <a:pt x="14914" y="3318"/>
                    <a:pt x="14842" y="3183"/>
                  </a:cubicBezTo>
                  <a:cubicBezTo>
                    <a:pt x="14804" y="3111"/>
                    <a:pt x="14751" y="3077"/>
                    <a:pt x="14751" y="2992"/>
                  </a:cubicBezTo>
                  <a:cubicBezTo>
                    <a:pt x="14751" y="2888"/>
                    <a:pt x="14809" y="2836"/>
                    <a:pt x="14809" y="2732"/>
                  </a:cubicBezTo>
                  <a:cubicBezTo>
                    <a:pt x="14809" y="2732"/>
                    <a:pt x="14809" y="2732"/>
                    <a:pt x="14809" y="2732"/>
                  </a:cubicBezTo>
                  <a:close/>
                  <a:moveTo>
                    <a:pt x="17301" y="20260"/>
                  </a:moveTo>
                  <a:cubicBezTo>
                    <a:pt x="17294" y="20310"/>
                    <a:pt x="17289" y="20373"/>
                    <a:pt x="17246" y="20373"/>
                  </a:cubicBezTo>
                  <a:cubicBezTo>
                    <a:pt x="17233" y="20373"/>
                    <a:pt x="17226" y="20364"/>
                    <a:pt x="17213" y="20364"/>
                  </a:cubicBezTo>
                  <a:cubicBezTo>
                    <a:pt x="17140" y="20364"/>
                    <a:pt x="17131" y="20486"/>
                    <a:pt x="17057" y="20486"/>
                  </a:cubicBezTo>
                  <a:lnTo>
                    <a:pt x="16983" y="20486"/>
                  </a:lnTo>
                  <a:cubicBezTo>
                    <a:pt x="16957" y="20486"/>
                    <a:pt x="16947" y="20520"/>
                    <a:pt x="16921" y="20520"/>
                  </a:cubicBezTo>
                  <a:lnTo>
                    <a:pt x="16842" y="20520"/>
                  </a:lnTo>
                  <a:cubicBezTo>
                    <a:pt x="16842" y="20562"/>
                    <a:pt x="16829" y="20585"/>
                    <a:pt x="16812" y="20624"/>
                  </a:cubicBezTo>
                  <a:lnTo>
                    <a:pt x="16721" y="20624"/>
                  </a:lnTo>
                  <a:cubicBezTo>
                    <a:pt x="16718" y="20664"/>
                    <a:pt x="16725" y="20692"/>
                    <a:pt x="16713" y="20728"/>
                  </a:cubicBezTo>
                  <a:cubicBezTo>
                    <a:pt x="16687" y="20810"/>
                    <a:pt x="16628" y="20827"/>
                    <a:pt x="16585" y="20897"/>
                  </a:cubicBezTo>
                  <a:cubicBezTo>
                    <a:pt x="16566" y="20928"/>
                    <a:pt x="16532" y="20934"/>
                    <a:pt x="16532" y="20971"/>
                  </a:cubicBezTo>
                  <a:cubicBezTo>
                    <a:pt x="16532" y="21026"/>
                    <a:pt x="16543" y="21057"/>
                    <a:pt x="16543" y="21112"/>
                  </a:cubicBezTo>
                  <a:cubicBezTo>
                    <a:pt x="16543" y="21193"/>
                    <a:pt x="16516" y="21236"/>
                    <a:pt x="16516" y="21316"/>
                  </a:cubicBezTo>
                  <a:cubicBezTo>
                    <a:pt x="16516" y="21357"/>
                    <a:pt x="16571" y="21347"/>
                    <a:pt x="16592" y="21379"/>
                  </a:cubicBezTo>
                  <a:cubicBezTo>
                    <a:pt x="16616" y="21416"/>
                    <a:pt x="16643" y="21429"/>
                    <a:pt x="16683" y="21440"/>
                  </a:cubicBezTo>
                  <a:cubicBezTo>
                    <a:pt x="16716" y="21448"/>
                    <a:pt x="16718" y="21490"/>
                    <a:pt x="16744" y="21513"/>
                  </a:cubicBezTo>
                  <a:cubicBezTo>
                    <a:pt x="16784" y="21552"/>
                    <a:pt x="16826" y="21537"/>
                    <a:pt x="16880" y="21544"/>
                  </a:cubicBezTo>
                  <a:cubicBezTo>
                    <a:pt x="16929" y="21549"/>
                    <a:pt x="16948" y="21600"/>
                    <a:pt x="16997" y="21600"/>
                  </a:cubicBezTo>
                  <a:cubicBezTo>
                    <a:pt x="17060" y="21600"/>
                    <a:pt x="17047" y="21501"/>
                    <a:pt x="17069" y="21435"/>
                  </a:cubicBezTo>
                  <a:cubicBezTo>
                    <a:pt x="17085" y="21392"/>
                    <a:pt x="17128" y="21404"/>
                    <a:pt x="17168" y="21396"/>
                  </a:cubicBezTo>
                  <a:cubicBezTo>
                    <a:pt x="17200" y="21390"/>
                    <a:pt x="17227" y="21387"/>
                    <a:pt x="17248" y="21357"/>
                  </a:cubicBezTo>
                  <a:cubicBezTo>
                    <a:pt x="17266" y="21330"/>
                    <a:pt x="17242" y="21300"/>
                    <a:pt x="17251" y="21266"/>
                  </a:cubicBezTo>
                  <a:cubicBezTo>
                    <a:pt x="17260" y="21236"/>
                    <a:pt x="17277" y="21210"/>
                    <a:pt x="17305" y="21210"/>
                  </a:cubicBezTo>
                  <a:lnTo>
                    <a:pt x="17395" y="21210"/>
                  </a:lnTo>
                  <a:cubicBezTo>
                    <a:pt x="17426" y="21178"/>
                    <a:pt x="17464" y="21165"/>
                    <a:pt x="17464" y="21118"/>
                  </a:cubicBezTo>
                  <a:cubicBezTo>
                    <a:pt x="17464" y="21084"/>
                    <a:pt x="17427" y="21081"/>
                    <a:pt x="17414" y="21049"/>
                  </a:cubicBezTo>
                  <a:cubicBezTo>
                    <a:pt x="17391" y="20992"/>
                    <a:pt x="17384" y="20953"/>
                    <a:pt x="17384" y="20889"/>
                  </a:cubicBezTo>
                  <a:cubicBezTo>
                    <a:pt x="17384" y="20863"/>
                    <a:pt x="17416" y="20866"/>
                    <a:pt x="17429" y="20845"/>
                  </a:cubicBezTo>
                  <a:cubicBezTo>
                    <a:pt x="17464" y="20791"/>
                    <a:pt x="17430" y="20738"/>
                    <a:pt x="17441" y="20672"/>
                  </a:cubicBezTo>
                  <a:cubicBezTo>
                    <a:pt x="17445" y="20646"/>
                    <a:pt x="17470" y="20643"/>
                    <a:pt x="17490" y="20629"/>
                  </a:cubicBezTo>
                  <a:cubicBezTo>
                    <a:pt x="17523" y="20606"/>
                    <a:pt x="17538" y="20584"/>
                    <a:pt x="17562" y="20551"/>
                  </a:cubicBezTo>
                  <a:cubicBezTo>
                    <a:pt x="17579" y="20528"/>
                    <a:pt x="17611" y="20525"/>
                    <a:pt x="17611" y="20494"/>
                  </a:cubicBezTo>
                  <a:cubicBezTo>
                    <a:pt x="17611" y="20463"/>
                    <a:pt x="17584" y="20453"/>
                    <a:pt x="17573" y="20425"/>
                  </a:cubicBezTo>
                  <a:cubicBezTo>
                    <a:pt x="17556" y="20380"/>
                    <a:pt x="17552" y="20337"/>
                    <a:pt x="17513" y="20321"/>
                  </a:cubicBezTo>
                  <a:cubicBezTo>
                    <a:pt x="17472" y="20304"/>
                    <a:pt x="17443" y="20324"/>
                    <a:pt x="17403" y="20304"/>
                  </a:cubicBezTo>
                  <a:cubicBezTo>
                    <a:pt x="17364" y="20284"/>
                    <a:pt x="17343" y="20264"/>
                    <a:pt x="17301" y="20260"/>
                  </a:cubicBezTo>
                  <a:cubicBezTo>
                    <a:pt x="17301" y="20260"/>
                    <a:pt x="17301" y="20260"/>
                    <a:pt x="17301" y="20260"/>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69" name="Shape 4955"/>
            <p:cNvSpPr/>
            <p:nvPr/>
          </p:nvSpPr>
          <p:spPr>
            <a:xfrm>
              <a:off x="3863082" y="2302353"/>
              <a:ext cx="1793542" cy="866069"/>
            </a:xfrm>
            <a:custGeom>
              <a:avLst/>
              <a:gdLst/>
              <a:ahLst/>
              <a:cxnLst>
                <a:cxn ang="0">
                  <a:pos x="wd2" y="hd2"/>
                </a:cxn>
                <a:cxn ang="5400000">
                  <a:pos x="wd2" y="hd2"/>
                </a:cxn>
                <a:cxn ang="10800000">
                  <a:pos x="wd2" y="hd2"/>
                </a:cxn>
                <a:cxn ang="16200000">
                  <a:pos x="wd2" y="hd2"/>
                </a:cxn>
              </a:cxnLst>
              <a:rect l="0" t="0" r="r" b="b"/>
              <a:pathLst>
                <a:path w="21600" h="21600" extrusionOk="0">
                  <a:moveTo>
                    <a:pt x="0" y="8794"/>
                  </a:moveTo>
                  <a:cubicBezTo>
                    <a:pt x="185" y="9011"/>
                    <a:pt x="238" y="9328"/>
                    <a:pt x="365" y="9680"/>
                  </a:cubicBezTo>
                  <a:cubicBezTo>
                    <a:pt x="584" y="10292"/>
                    <a:pt x="750" y="10577"/>
                    <a:pt x="999" y="11143"/>
                  </a:cubicBezTo>
                  <a:cubicBezTo>
                    <a:pt x="1093" y="10994"/>
                    <a:pt x="1111" y="10724"/>
                    <a:pt x="1230" y="10724"/>
                  </a:cubicBezTo>
                  <a:cubicBezTo>
                    <a:pt x="1353" y="10724"/>
                    <a:pt x="1396" y="10994"/>
                    <a:pt x="1519" y="10994"/>
                  </a:cubicBezTo>
                  <a:cubicBezTo>
                    <a:pt x="1590" y="10994"/>
                    <a:pt x="1619" y="10845"/>
                    <a:pt x="1692" y="10845"/>
                  </a:cubicBezTo>
                  <a:cubicBezTo>
                    <a:pt x="1865" y="10845"/>
                    <a:pt x="1908" y="11263"/>
                    <a:pt x="1937" y="11621"/>
                  </a:cubicBezTo>
                  <a:cubicBezTo>
                    <a:pt x="1962" y="11958"/>
                    <a:pt x="2049" y="12122"/>
                    <a:pt x="2153" y="12368"/>
                  </a:cubicBezTo>
                  <a:cubicBezTo>
                    <a:pt x="2247" y="12592"/>
                    <a:pt x="2189" y="12974"/>
                    <a:pt x="2326" y="13056"/>
                  </a:cubicBezTo>
                  <a:cubicBezTo>
                    <a:pt x="2500" y="13160"/>
                    <a:pt x="2539" y="13504"/>
                    <a:pt x="2586" y="13862"/>
                  </a:cubicBezTo>
                  <a:cubicBezTo>
                    <a:pt x="2673" y="14512"/>
                    <a:pt x="2774" y="14878"/>
                    <a:pt x="2774" y="15550"/>
                  </a:cubicBezTo>
                  <a:cubicBezTo>
                    <a:pt x="2774" y="16207"/>
                    <a:pt x="2716" y="16574"/>
                    <a:pt x="2716" y="17231"/>
                  </a:cubicBezTo>
                  <a:cubicBezTo>
                    <a:pt x="2821" y="17178"/>
                    <a:pt x="2882" y="17238"/>
                    <a:pt x="2990" y="17238"/>
                  </a:cubicBezTo>
                  <a:cubicBezTo>
                    <a:pt x="3189" y="17238"/>
                    <a:pt x="3282" y="16939"/>
                    <a:pt x="3480" y="16939"/>
                  </a:cubicBezTo>
                  <a:cubicBezTo>
                    <a:pt x="3570" y="16939"/>
                    <a:pt x="3621" y="17029"/>
                    <a:pt x="3711" y="17029"/>
                  </a:cubicBezTo>
                  <a:cubicBezTo>
                    <a:pt x="3903" y="17029"/>
                    <a:pt x="4010" y="16909"/>
                    <a:pt x="4202" y="16909"/>
                  </a:cubicBezTo>
                  <a:cubicBezTo>
                    <a:pt x="4418" y="16909"/>
                    <a:pt x="4505" y="17231"/>
                    <a:pt x="4707" y="17388"/>
                  </a:cubicBezTo>
                  <a:cubicBezTo>
                    <a:pt x="4967" y="17590"/>
                    <a:pt x="5125" y="17657"/>
                    <a:pt x="5385" y="17865"/>
                  </a:cubicBezTo>
                  <a:cubicBezTo>
                    <a:pt x="5479" y="17940"/>
                    <a:pt x="5468" y="18149"/>
                    <a:pt x="5543" y="18284"/>
                  </a:cubicBezTo>
                  <a:cubicBezTo>
                    <a:pt x="5615" y="18410"/>
                    <a:pt x="5695" y="18269"/>
                    <a:pt x="5789" y="18314"/>
                  </a:cubicBezTo>
                  <a:cubicBezTo>
                    <a:pt x="5861" y="18344"/>
                    <a:pt x="5908" y="18403"/>
                    <a:pt x="5976" y="18463"/>
                  </a:cubicBezTo>
                  <a:cubicBezTo>
                    <a:pt x="6153" y="18620"/>
                    <a:pt x="6052" y="19113"/>
                    <a:pt x="6178" y="19418"/>
                  </a:cubicBezTo>
                  <a:cubicBezTo>
                    <a:pt x="6304" y="19726"/>
                    <a:pt x="6398" y="19905"/>
                    <a:pt x="6452" y="20285"/>
                  </a:cubicBezTo>
                  <a:cubicBezTo>
                    <a:pt x="6543" y="20882"/>
                    <a:pt x="6770" y="21272"/>
                    <a:pt x="7073" y="21272"/>
                  </a:cubicBezTo>
                  <a:cubicBezTo>
                    <a:pt x="7361" y="21272"/>
                    <a:pt x="7542" y="21204"/>
                    <a:pt x="7794" y="20913"/>
                  </a:cubicBezTo>
                  <a:cubicBezTo>
                    <a:pt x="7920" y="20771"/>
                    <a:pt x="7945" y="20547"/>
                    <a:pt x="8068" y="20375"/>
                  </a:cubicBezTo>
                  <a:cubicBezTo>
                    <a:pt x="8306" y="20039"/>
                    <a:pt x="8461" y="19777"/>
                    <a:pt x="8750" y="19777"/>
                  </a:cubicBezTo>
                  <a:cubicBezTo>
                    <a:pt x="9207" y="19777"/>
                    <a:pt x="9467" y="19748"/>
                    <a:pt x="9925" y="19748"/>
                  </a:cubicBezTo>
                  <a:cubicBezTo>
                    <a:pt x="10041" y="19748"/>
                    <a:pt x="10106" y="19688"/>
                    <a:pt x="10221" y="19688"/>
                  </a:cubicBezTo>
                  <a:lnTo>
                    <a:pt x="10517" y="19688"/>
                  </a:lnTo>
                  <a:cubicBezTo>
                    <a:pt x="10625" y="19688"/>
                    <a:pt x="10643" y="19949"/>
                    <a:pt x="10737" y="20046"/>
                  </a:cubicBezTo>
                  <a:cubicBezTo>
                    <a:pt x="11029" y="20345"/>
                    <a:pt x="11209" y="20479"/>
                    <a:pt x="11531" y="20644"/>
                  </a:cubicBezTo>
                  <a:cubicBezTo>
                    <a:pt x="11751" y="20755"/>
                    <a:pt x="11859" y="21002"/>
                    <a:pt x="12086" y="21002"/>
                  </a:cubicBezTo>
                  <a:cubicBezTo>
                    <a:pt x="12291" y="21002"/>
                    <a:pt x="12407" y="20824"/>
                    <a:pt x="12612" y="20824"/>
                  </a:cubicBezTo>
                  <a:cubicBezTo>
                    <a:pt x="12742" y="20824"/>
                    <a:pt x="12713" y="21189"/>
                    <a:pt x="12800" y="21391"/>
                  </a:cubicBezTo>
                  <a:cubicBezTo>
                    <a:pt x="12879" y="21578"/>
                    <a:pt x="12981" y="21600"/>
                    <a:pt x="13103" y="21600"/>
                  </a:cubicBezTo>
                  <a:cubicBezTo>
                    <a:pt x="13305" y="21600"/>
                    <a:pt x="13341" y="21138"/>
                    <a:pt x="13507" y="20913"/>
                  </a:cubicBezTo>
                  <a:cubicBezTo>
                    <a:pt x="13904" y="20368"/>
                    <a:pt x="14059" y="19800"/>
                    <a:pt x="14488" y="19359"/>
                  </a:cubicBezTo>
                  <a:cubicBezTo>
                    <a:pt x="14909" y="18926"/>
                    <a:pt x="15181" y="18837"/>
                    <a:pt x="15627" y="18553"/>
                  </a:cubicBezTo>
                  <a:cubicBezTo>
                    <a:pt x="15783" y="18455"/>
                    <a:pt x="15833" y="18261"/>
                    <a:pt x="15988" y="18134"/>
                  </a:cubicBezTo>
                  <a:cubicBezTo>
                    <a:pt x="16042" y="18149"/>
                    <a:pt x="16075" y="18164"/>
                    <a:pt x="16129" y="18164"/>
                  </a:cubicBezTo>
                  <a:cubicBezTo>
                    <a:pt x="16334" y="18164"/>
                    <a:pt x="16432" y="17895"/>
                    <a:pt x="16609" y="17687"/>
                  </a:cubicBezTo>
                  <a:cubicBezTo>
                    <a:pt x="16727" y="17544"/>
                    <a:pt x="16832" y="17521"/>
                    <a:pt x="16911" y="17298"/>
                  </a:cubicBezTo>
                  <a:cubicBezTo>
                    <a:pt x="17009" y="17029"/>
                    <a:pt x="16994" y="16782"/>
                    <a:pt x="17070" y="16491"/>
                  </a:cubicBezTo>
                  <a:cubicBezTo>
                    <a:pt x="17211" y="15961"/>
                    <a:pt x="17297" y="15663"/>
                    <a:pt x="17489" y="15207"/>
                  </a:cubicBezTo>
                  <a:cubicBezTo>
                    <a:pt x="17625" y="14878"/>
                    <a:pt x="17792" y="14728"/>
                    <a:pt x="17792" y="14296"/>
                  </a:cubicBezTo>
                  <a:cubicBezTo>
                    <a:pt x="17792" y="13802"/>
                    <a:pt x="17647" y="13548"/>
                    <a:pt x="17647" y="13056"/>
                  </a:cubicBezTo>
                  <a:cubicBezTo>
                    <a:pt x="17647" y="12689"/>
                    <a:pt x="17745" y="12308"/>
                    <a:pt x="17921" y="12308"/>
                  </a:cubicBezTo>
                  <a:cubicBezTo>
                    <a:pt x="18134" y="12308"/>
                    <a:pt x="18199" y="12816"/>
                    <a:pt x="18412" y="12816"/>
                  </a:cubicBezTo>
                  <a:cubicBezTo>
                    <a:pt x="18599" y="12816"/>
                    <a:pt x="18653" y="12474"/>
                    <a:pt x="18816" y="12279"/>
                  </a:cubicBezTo>
                  <a:cubicBezTo>
                    <a:pt x="18914" y="12166"/>
                    <a:pt x="19050" y="12211"/>
                    <a:pt x="19076" y="11980"/>
                  </a:cubicBezTo>
                  <a:cubicBezTo>
                    <a:pt x="19137" y="11472"/>
                    <a:pt x="19079" y="11046"/>
                    <a:pt x="19263" y="10695"/>
                  </a:cubicBezTo>
                  <a:cubicBezTo>
                    <a:pt x="19443" y="10352"/>
                    <a:pt x="19537" y="10090"/>
                    <a:pt x="19754" y="9829"/>
                  </a:cubicBezTo>
                  <a:cubicBezTo>
                    <a:pt x="19981" y="9553"/>
                    <a:pt x="20259" y="9441"/>
                    <a:pt x="20259" y="8895"/>
                  </a:cubicBezTo>
                  <a:lnTo>
                    <a:pt x="20259" y="8102"/>
                  </a:lnTo>
                  <a:cubicBezTo>
                    <a:pt x="20259" y="7633"/>
                    <a:pt x="20359" y="7387"/>
                    <a:pt x="20359" y="6917"/>
                  </a:cubicBezTo>
                  <a:cubicBezTo>
                    <a:pt x="20359" y="6602"/>
                    <a:pt x="20320" y="6423"/>
                    <a:pt x="20273" y="6125"/>
                  </a:cubicBezTo>
                  <a:cubicBezTo>
                    <a:pt x="20435" y="6072"/>
                    <a:pt x="20576" y="6139"/>
                    <a:pt x="20677" y="5885"/>
                  </a:cubicBezTo>
                  <a:cubicBezTo>
                    <a:pt x="20731" y="5743"/>
                    <a:pt x="20745" y="5527"/>
                    <a:pt x="20835" y="5527"/>
                  </a:cubicBezTo>
                  <a:cubicBezTo>
                    <a:pt x="20990" y="5527"/>
                    <a:pt x="21041" y="5856"/>
                    <a:pt x="21196" y="5856"/>
                  </a:cubicBezTo>
                  <a:cubicBezTo>
                    <a:pt x="21330" y="5856"/>
                    <a:pt x="21297" y="5452"/>
                    <a:pt x="21369" y="5228"/>
                  </a:cubicBezTo>
                  <a:cubicBezTo>
                    <a:pt x="21478" y="4884"/>
                    <a:pt x="21600" y="4691"/>
                    <a:pt x="21600" y="4272"/>
                  </a:cubicBezTo>
                  <a:cubicBezTo>
                    <a:pt x="21600" y="4100"/>
                    <a:pt x="21503" y="4077"/>
                    <a:pt x="21442" y="3973"/>
                  </a:cubicBezTo>
                  <a:cubicBezTo>
                    <a:pt x="21315" y="3750"/>
                    <a:pt x="21207" y="3592"/>
                    <a:pt x="21037" y="3614"/>
                  </a:cubicBezTo>
                  <a:cubicBezTo>
                    <a:pt x="20926" y="3630"/>
                    <a:pt x="20857" y="3644"/>
                    <a:pt x="20749" y="3585"/>
                  </a:cubicBezTo>
                  <a:cubicBezTo>
                    <a:pt x="20637" y="3517"/>
                    <a:pt x="20605" y="3286"/>
                    <a:pt x="20489" y="3286"/>
                  </a:cubicBezTo>
                  <a:cubicBezTo>
                    <a:pt x="20276" y="3286"/>
                    <a:pt x="20233" y="3734"/>
                    <a:pt x="20056" y="3973"/>
                  </a:cubicBezTo>
                  <a:cubicBezTo>
                    <a:pt x="19750" y="4392"/>
                    <a:pt x="19519" y="4571"/>
                    <a:pt x="19148" y="4571"/>
                  </a:cubicBezTo>
                  <a:cubicBezTo>
                    <a:pt x="19000" y="4571"/>
                    <a:pt x="18891" y="4473"/>
                    <a:pt x="18801" y="4242"/>
                  </a:cubicBezTo>
                  <a:cubicBezTo>
                    <a:pt x="18729" y="4054"/>
                    <a:pt x="18614" y="3980"/>
                    <a:pt x="18614" y="3734"/>
                  </a:cubicBezTo>
                  <a:cubicBezTo>
                    <a:pt x="18614" y="3614"/>
                    <a:pt x="18643" y="3556"/>
                    <a:pt x="18643" y="3436"/>
                  </a:cubicBezTo>
                  <a:cubicBezTo>
                    <a:pt x="18643" y="2890"/>
                    <a:pt x="18520" y="2614"/>
                    <a:pt x="18383" y="2150"/>
                  </a:cubicBezTo>
                  <a:cubicBezTo>
                    <a:pt x="18311" y="1903"/>
                    <a:pt x="18210" y="1785"/>
                    <a:pt x="18210" y="1493"/>
                  </a:cubicBezTo>
                  <a:cubicBezTo>
                    <a:pt x="18210" y="1135"/>
                    <a:pt x="18320" y="955"/>
                    <a:pt x="18320" y="596"/>
                  </a:cubicBezTo>
                  <a:lnTo>
                    <a:pt x="18320" y="596"/>
                  </a:lnTo>
                  <a:cubicBezTo>
                    <a:pt x="18237" y="336"/>
                    <a:pt x="18217" y="0"/>
                    <a:pt x="18066" y="0"/>
                  </a:cubicBezTo>
                  <a:cubicBezTo>
                    <a:pt x="17986" y="0"/>
                    <a:pt x="17965" y="164"/>
                    <a:pt x="17907" y="269"/>
                  </a:cubicBezTo>
                  <a:cubicBezTo>
                    <a:pt x="17846" y="380"/>
                    <a:pt x="17784" y="441"/>
                    <a:pt x="17748" y="597"/>
                  </a:cubicBezTo>
                  <a:cubicBezTo>
                    <a:pt x="17720" y="724"/>
                    <a:pt x="17701" y="866"/>
                    <a:pt x="17633" y="866"/>
                  </a:cubicBezTo>
                  <a:cubicBezTo>
                    <a:pt x="17424" y="866"/>
                    <a:pt x="17297" y="814"/>
                    <a:pt x="17099" y="687"/>
                  </a:cubicBezTo>
                  <a:cubicBezTo>
                    <a:pt x="17027" y="642"/>
                    <a:pt x="17002" y="507"/>
                    <a:pt x="16926" y="507"/>
                  </a:cubicBezTo>
                  <a:cubicBezTo>
                    <a:pt x="16800" y="507"/>
                    <a:pt x="16760" y="762"/>
                    <a:pt x="16681" y="956"/>
                  </a:cubicBezTo>
                  <a:cubicBezTo>
                    <a:pt x="16511" y="1366"/>
                    <a:pt x="16396" y="1792"/>
                    <a:pt x="16133" y="1792"/>
                  </a:cubicBezTo>
                  <a:cubicBezTo>
                    <a:pt x="16103" y="2240"/>
                    <a:pt x="15952" y="2472"/>
                    <a:pt x="15757" y="2658"/>
                  </a:cubicBezTo>
                  <a:cubicBezTo>
                    <a:pt x="15545" y="2867"/>
                    <a:pt x="15530" y="3495"/>
                    <a:pt x="15292" y="3495"/>
                  </a:cubicBezTo>
                  <a:lnTo>
                    <a:pt x="14997" y="3495"/>
                  </a:lnTo>
                  <a:cubicBezTo>
                    <a:pt x="14650" y="3495"/>
                    <a:pt x="14484" y="3973"/>
                    <a:pt x="14138" y="3973"/>
                  </a:cubicBezTo>
                  <a:lnTo>
                    <a:pt x="13795" y="3973"/>
                  </a:lnTo>
                  <a:cubicBezTo>
                    <a:pt x="13730" y="4026"/>
                    <a:pt x="13702" y="4033"/>
                    <a:pt x="13630" y="4033"/>
                  </a:cubicBezTo>
                  <a:cubicBezTo>
                    <a:pt x="13485" y="4033"/>
                    <a:pt x="13406" y="3936"/>
                    <a:pt x="13262" y="3913"/>
                  </a:cubicBezTo>
                  <a:cubicBezTo>
                    <a:pt x="13124" y="3891"/>
                    <a:pt x="13020" y="3913"/>
                    <a:pt x="12915" y="3734"/>
                  </a:cubicBezTo>
                  <a:cubicBezTo>
                    <a:pt x="12821" y="3578"/>
                    <a:pt x="12793" y="3315"/>
                    <a:pt x="12670" y="3315"/>
                  </a:cubicBezTo>
                  <a:cubicBezTo>
                    <a:pt x="12547" y="3315"/>
                    <a:pt x="12475" y="3376"/>
                    <a:pt x="12353" y="3376"/>
                  </a:cubicBezTo>
                  <a:cubicBezTo>
                    <a:pt x="12118" y="3376"/>
                    <a:pt x="12018" y="3040"/>
                    <a:pt x="11790" y="2928"/>
                  </a:cubicBezTo>
                  <a:cubicBezTo>
                    <a:pt x="11649" y="2860"/>
                    <a:pt x="11566" y="2928"/>
                    <a:pt x="11422" y="2928"/>
                  </a:cubicBezTo>
                  <a:cubicBezTo>
                    <a:pt x="11278" y="2928"/>
                    <a:pt x="11198" y="2883"/>
                    <a:pt x="11054" y="2928"/>
                  </a:cubicBezTo>
                  <a:cubicBezTo>
                    <a:pt x="10913" y="2972"/>
                    <a:pt x="10874" y="3218"/>
                    <a:pt x="10752" y="3345"/>
                  </a:cubicBezTo>
                  <a:cubicBezTo>
                    <a:pt x="10593" y="3511"/>
                    <a:pt x="10412" y="3256"/>
                    <a:pt x="10304" y="3556"/>
                  </a:cubicBezTo>
                  <a:cubicBezTo>
                    <a:pt x="10196" y="3854"/>
                    <a:pt x="10174" y="4108"/>
                    <a:pt x="10074" y="4422"/>
                  </a:cubicBezTo>
                  <a:lnTo>
                    <a:pt x="9760" y="4422"/>
                  </a:lnTo>
                  <a:cubicBezTo>
                    <a:pt x="9320" y="4422"/>
                    <a:pt x="8991" y="3786"/>
                    <a:pt x="8905" y="2898"/>
                  </a:cubicBezTo>
                  <a:cubicBezTo>
                    <a:pt x="8865" y="2472"/>
                    <a:pt x="8689" y="2316"/>
                    <a:pt x="8487" y="2180"/>
                  </a:cubicBezTo>
                  <a:cubicBezTo>
                    <a:pt x="8281" y="2039"/>
                    <a:pt x="8169" y="1852"/>
                    <a:pt x="7953" y="1852"/>
                  </a:cubicBezTo>
                  <a:cubicBezTo>
                    <a:pt x="7780" y="1852"/>
                    <a:pt x="7678" y="1942"/>
                    <a:pt x="7505" y="1942"/>
                  </a:cubicBezTo>
                  <a:cubicBezTo>
                    <a:pt x="7448" y="1942"/>
                    <a:pt x="7415" y="1881"/>
                    <a:pt x="7358" y="1881"/>
                  </a:cubicBezTo>
                  <a:lnTo>
                    <a:pt x="7019" y="1881"/>
                  </a:lnTo>
                  <a:cubicBezTo>
                    <a:pt x="6914" y="1881"/>
                    <a:pt x="6881" y="1665"/>
                    <a:pt x="6784" y="1613"/>
                  </a:cubicBezTo>
                  <a:cubicBezTo>
                    <a:pt x="6698" y="1561"/>
                    <a:pt x="6643" y="1613"/>
                    <a:pt x="6553" y="1613"/>
                  </a:cubicBezTo>
                  <a:cubicBezTo>
                    <a:pt x="6517" y="1584"/>
                    <a:pt x="6514" y="1493"/>
                    <a:pt x="6474" y="1493"/>
                  </a:cubicBezTo>
                  <a:cubicBezTo>
                    <a:pt x="6434" y="1493"/>
                    <a:pt x="6413" y="1546"/>
                    <a:pt x="6380" y="1584"/>
                  </a:cubicBezTo>
                  <a:lnTo>
                    <a:pt x="6380" y="2173"/>
                  </a:lnTo>
                  <a:cubicBezTo>
                    <a:pt x="6380" y="2524"/>
                    <a:pt x="6164" y="2614"/>
                    <a:pt x="6164" y="2965"/>
                  </a:cubicBezTo>
                  <a:lnTo>
                    <a:pt x="6164" y="3667"/>
                  </a:lnTo>
                  <a:cubicBezTo>
                    <a:pt x="6164" y="4138"/>
                    <a:pt x="6496" y="4190"/>
                    <a:pt x="6496" y="4661"/>
                  </a:cubicBezTo>
                  <a:cubicBezTo>
                    <a:pt x="6496" y="4863"/>
                    <a:pt x="6452" y="4966"/>
                    <a:pt x="6452" y="5167"/>
                  </a:cubicBezTo>
                  <a:cubicBezTo>
                    <a:pt x="6452" y="5444"/>
                    <a:pt x="6582" y="5564"/>
                    <a:pt x="6582" y="5840"/>
                  </a:cubicBezTo>
                  <a:cubicBezTo>
                    <a:pt x="6582" y="6250"/>
                    <a:pt x="6369" y="6483"/>
                    <a:pt x="6171" y="6483"/>
                  </a:cubicBezTo>
                  <a:cubicBezTo>
                    <a:pt x="5814" y="6483"/>
                    <a:pt x="5612" y="6274"/>
                    <a:pt x="5255" y="6274"/>
                  </a:cubicBezTo>
                  <a:cubicBezTo>
                    <a:pt x="5039" y="6274"/>
                    <a:pt x="4952" y="6692"/>
                    <a:pt x="4735" y="6692"/>
                  </a:cubicBezTo>
                  <a:cubicBezTo>
                    <a:pt x="4638" y="6692"/>
                    <a:pt x="4613" y="6504"/>
                    <a:pt x="4519" y="6452"/>
                  </a:cubicBezTo>
                  <a:cubicBezTo>
                    <a:pt x="4421" y="6400"/>
                    <a:pt x="4339" y="6393"/>
                    <a:pt x="4289" y="6214"/>
                  </a:cubicBezTo>
                  <a:cubicBezTo>
                    <a:pt x="4176" y="5833"/>
                    <a:pt x="4087" y="5436"/>
                    <a:pt x="3870" y="5436"/>
                  </a:cubicBezTo>
                  <a:cubicBezTo>
                    <a:pt x="3744" y="5436"/>
                    <a:pt x="3675" y="5557"/>
                    <a:pt x="3549" y="5557"/>
                  </a:cubicBezTo>
                  <a:lnTo>
                    <a:pt x="3109" y="5557"/>
                  </a:lnTo>
                  <a:cubicBezTo>
                    <a:pt x="2961" y="5557"/>
                    <a:pt x="2878" y="5466"/>
                    <a:pt x="2730" y="5466"/>
                  </a:cubicBezTo>
                  <a:cubicBezTo>
                    <a:pt x="2517" y="5466"/>
                    <a:pt x="2438" y="5781"/>
                    <a:pt x="2240" y="5945"/>
                  </a:cubicBezTo>
                  <a:cubicBezTo>
                    <a:pt x="2088" y="6064"/>
                    <a:pt x="1940" y="5893"/>
                    <a:pt x="1821" y="6125"/>
                  </a:cubicBezTo>
                  <a:cubicBezTo>
                    <a:pt x="1785" y="6191"/>
                    <a:pt x="1800" y="6303"/>
                    <a:pt x="1764" y="6363"/>
                  </a:cubicBezTo>
                  <a:cubicBezTo>
                    <a:pt x="1695" y="6483"/>
                    <a:pt x="1605" y="6377"/>
                    <a:pt x="1533" y="6483"/>
                  </a:cubicBezTo>
                  <a:cubicBezTo>
                    <a:pt x="1443" y="6610"/>
                    <a:pt x="1436" y="6811"/>
                    <a:pt x="1345" y="6931"/>
                  </a:cubicBezTo>
                  <a:cubicBezTo>
                    <a:pt x="1244" y="7065"/>
                    <a:pt x="1140" y="7050"/>
                    <a:pt x="1071" y="7259"/>
                  </a:cubicBezTo>
                  <a:cubicBezTo>
                    <a:pt x="1003" y="7469"/>
                    <a:pt x="1133" y="7798"/>
                    <a:pt x="1028" y="7916"/>
                  </a:cubicBezTo>
                  <a:cubicBezTo>
                    <a:pt x="967" y="7984"/>
                    <a:pt x="916" y="8007"/>
                    <a:pt x="855" y="8066"/>
                  </a:cubicBezTo>
                  <a:cubicBezTo>
                    <a:pt x="726" y="8201"/>
                    <a:pt x="606" y="8066"/>
                    <a:pt x="480" y="8215"/>
                  </a:cubicBezTo>
                  <a:cubicBezTo>
                    <a:pt x="325" y="8403"/>
                    <a:pt x="314" y="8843"/>
                    <a:pt x="134" y="8843"/>
                  </a:cubicBezTo>
                  <a:cubicBezTo>
                    <a:pt x="87" y="8843"/>
                    <a:pt x="40" y="8830"/>
                    <a:pt x="0" y="8794"/>
                  </a:cubicBezTo>
                  <a:cubicBezTo>
                    <a:pt x="0" y="8794"/>
                    <a:pt x="0" y="8794"/>
                    <a:pt x="0" y="8794"/>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70" name="Shape 4956"/>
            <p:cNvSpPr/>
            <p:nvPr/>
          </p:nvSpPr>
          <p:spPr>
            <a:xfrm>
              <a:off x="2545871" y="3807737"/>
              <a:ext cx="2179557" cy="2227779"/>
            </a:xfrm>
            <a:custGeom>
              <a:avLst/>
              <a:gdLst/>
              <a:ahLst/>
              <a:cxnLst>
                <a:cxn ang="0">
                  <a:pos x="wd2" y="hd2"/>
                </a:cxn>
                <a:cxn ang="5400000">
                  <a:pos x="wd2" y="hd2"/>
                </a:cxn>
                <a:cxn ang="10800000">
                  <a:pos x="wd2" y="hd2"/>
                </a:cxn>
                <a:cxn ang="16200000">
                  <a:pos x="wd2" y="hd2"/>
                </a:cxn>
              </a:cxnLst>
              <a:rect l="0" t="0" r="r" b="b"/>
              <a:pathLst>
                <a:path w="21600" h="21600" extrusionOk="0">
                  <a:moveTo>
                    <a:pt x="7325" y="0"/>
                  </a:moveTo>
                  <a:lnTo>
                    <a:pt x="7325" y="0"/>
                  </a:lnTo>
                  <a:cubicBezTo>
                    <a:pt x="7702" y="267"/>
                    <a:pt x="7683" y="624"/>
                    <a:pt x="7829" y="1053"/>
                  </a:cubicBezTo>
                  <a:cubicBezTo>
                    <a:pt x="7897" y="1257"/>
                    <a:pt x="7965" y="1367"/>
                    <a:pt x="8090" y="1541"/>
                  </a:cubicBezTo>
                  <a:cubicBezTo>
                    <a:pt x="8137" y="1608"/>
                    <a:pt x="8209" y="1594"/>
                    <a:pt x="8280" y="1635"/>
                  </a:cubicBezTo>
                  <a:cubicBezTo>
                    <a:pt x="8402" y="1704"/>
                    <a:pt x="8482" y="1797"/>
                    <a:pt x="8482" y="1936"/>
                  </a:cubicBezTo>
                  <a:cubicBezTo>
                    <a:pt x="8482" y="2075"/>
                    <a:pt x="8506" y="2209"/>
                    <a:pt x="8387" y="2285"/>
                  </a:cubicBezTo>
                  <a:cubicBezTo>
                    <a:pt x="8260" y="2366"/>
                    <a:pt x="8155" y="2383"/>
                    <a:pt x="8055" y="2494"/>
                  </a:cubicBezTo>
                  <a:lnTo>
                    <a:pt x="8055" y="2718"/>
                  </a:lnTo>
                  <a:cubicBezTo>
                    <a:pt x="8055" y="2851"/>
                    <a:pt x="8114" y="2926"/>
                    <a:pt x="8114" y="3060"/>
                  </a:cubicBezTo>
                  <a:lnTo>
                    <a:pt x="8114" y="3310"/>
                  </a:lnTo>
                  <a:cubicBezTo>
                    <a:pt x="8114" y="3449"/>
                    <a:pt x="8265" y="3481"/>
                    <a:pt x="8387" y="3551"/>
                  </a:cubicBezTo>
                  <a:cubicBezTo>
                    <a:pt x="8437" y="3501"/>
                    <a:pt x="8458" y="3435"/>
                    <a:pt x="8529" y="3435"/>
                  </a:cubicBezTo>
                  <a:cubicBezTo>
                    <a:pt x="8648" y="3435"/>
                    <a:pt x="8672" y="3562"/>
                    <a:pt x="8779" y="3609"/>
                  </a:cubicBezTo>
                  <a:cubicBezTo>
                    <a:pt x="8927" y="3673"/>
                    <a:pt x="9051" y="3621"/>
                    <a:pt x="9182" y="3713"/>
                  </a:cubicBezTo>
                  <a:cubicBezTo>
                    <a:pt x="9417" y="3879"/>
                    <a:pt x="9614" y="3917"/>
                    <a:pt x="9747" y="4181"/>
                  </a:cubicBezTo>
                  <a:lnTo>
                    <a:pt x="9747" y="4181"/>
                  </a:lnTo>
                  <a:cubicBezTo>
                    <a:pt x="9640" y="4323"/>
                    <a:pt x="9473" y="4375"/>
                    <a:pt x="9360" y="4515"/>
                  </a:cubicBezTo>
                  <a:cubicBezTo>
                    <a:pt x="9215" y="4695"/>
                    <a:pt x="9206" y="4854"/>
                    <a:pt x="9206" y="5084"/>
                  </a:cubicBezTo>
                  <a:cubicBezTo>
                    <a:pt x="9206" y="5150"/>
                    <a:pt x="9280" y="5165"/>
                    <a:pt x="9325" y="5211"/>
                  </a:cubicBezTo>
                  <a:cubicBezTo>
                    <a:pt x="9440" y="5331"/>
                    <a:pt x="9536" y="5389"/>
                    <a:pt x="9693" y="5444"/>
                  </a:cubicBezTo>
                  <a:cubicBezTo>
                    <a:pt x="9903" y="5519"/>
                    <a:pt x="9948" y="5694"/>
                    <a:pt x="10156" y="5781"/>
                  </a:cubicBezTo>
                  <a:cubicBezTo>
                    <a:pt x="10227" y="5810"/>
                    <a:pt x="10278" y="5807"/>
                    <a:pt x="10346" y="5839"/>
                  </a:cubicBezTo>
                  <a:cubicBezTo>
                    <a:pt x="10429" y="5879"/>
                    <a:pt x="10446" y="5961"/>
                    <a:pt x="10536" y="5990"/>
                  </a:cubicBezTo>
                  <a:cubicBezTo>
                    <a:pt x="10646" y="6028"/>
                    <a:pt x="10726" y="6022"/>
                    <a:pt x="10833" y="6071"/>
                  </a:cubicBezTo>
                  <a:cubicBezTo>
                    <a:pt x="10957" y="6129"/>
                    <a:pt x="10990" y="6269"/>
                    <a:pt x="11130" y="6269"/>
                  </a:cubicBezTo>
                  <a:cubicBezTo>
                    <a:pt x="11186" y="6269"/>
                    <a:pt x="11215" y="6234"/>
                    <a:pt x="11272" y="6234"/>
                  </a:cubicBezTo>
                  <a:cubicBezTo>
                    <a:pt x="11378" y="6234"/>
                    <a:pt x="11444" y="6222"/>
                    <a:pt x="11545" y="6257"/>
                  </a:cubicBezTo>
                  <a:cubicBezTo>
                    <a:pt x="11560" y="6260"/>
                    <a:pt x="11527" y="6303"/>
                    <a:pt x="11545" y="6303"/>
                  </a:cubicBezTo>
                  <a:cubicBezTo>
                    <a:pt x="11687" y="6303"/>
                    <a:pt x="11758" y="6234"/>
                    <a:pt x="11901" y="6234"/>
                  </a:cubicBezTo>
                  <a:cubicBezTo>
                    <a:pt x="12147" y="6234"/>
                    <a:pt x="12203" y="6547"/>
                    <a:pt x="12450" y="6547"/>
                  </a:cubicBezTo>
                  <a:lnTo>
                    <a:pt x="12693" y="6547"/>
                  </a:lnTo>
                  <a:cubicBezTo>
                    <a:pt x="12898" y="6547"/>
                    <a:pt x="12969" y="6756"/>
                    <a:pt x="13174" y="6756"/>
                  </a:cubicBezTo>
                  <a:lnTo>
                    <a:pt x="13738" y="6756"/>
                  </a:lnTo>
                  <a:cubicBezTo>
                    <a:pt x="13863" y="6756"/>
                    <a:pt x="13916" y="6843"/>
                    <a:pt x="14038" y="6873"/>
                  </a:cubicBezTo>
                  <a:cubicBezTo>
                    <a:pt x="14213" y="6913"/>
                    <a:pt x="14331" y="6873"/>
                    <a:pt x="14513" y="6884"/>
                  </a:cubicBezTo>
                  <a:cubicBezTo>
                    <a:pt x="14539" y="6881"/>
                    <a:pt x="14554" y="6873"/>
                    <a:pt x="14581" y="6873"/>
                  </a:cubicBezTo>
                  <a:cubicBezTo>
                    <a:pt x="14631" y="6873"/>
                    <a:pt x="14652" y="6919"/>
                    <a:pt x="14702" y="6919"/>
                  </a:cubicBezTo>
                  <a:cubicBezTo>
                    <a:pt x="14836" y="6919"/>
                    <a:pt x="14857" y="6748"/>
                    <a:pt x="14857" y="6617"/>
                  </a:cubicBezTo>
                  <a:cubicBezTo>
                    <a:pt x="14857" y="6506"/>
                    <a:pt x="14774" y="6457"/>
                    <a:pt x="14774" y="6347"/>
                  </a:cubicBezTo>
                  <a:cubicBezTo>
                    <a:pt x="14774" y="6158"/>
                    <a:pt x="14782" y="6059"/>
                    <a:pt x="14786" y="5870"/>
                  </a:cubicBezTo>
                  <a:lnTo>
                    <a:pt x="14786" y="5870"/>
                  </a:lnTo>
                  <a:cubicBezTo>
                    <a:pt x="15011" y="5835"/>
                    <a:pt x="15189" y="5807"/>
                    <a:pt x="15320" y="5630"/>
                  </a:cubicBezTo>
                  <a:cubicBezTo>
                    <a:pt x="15347" y="5647"/>
                    <a:pt x="15379" y="5661"/>
                    <a:pt x="15379" y="5696"/>
                  </a:cubicBezTo>
                  <a:lnTo>
                    <a:pt x="15379" y="6001"/>
                  </a:lnTo>
                  <a:cubicBezTo>
                    <a:pt x="15471" y="6001"/>
                    <a:pt x="15525" y="5985"/>
                    <a:pt x="15611" y="6011"/>
                  </a:cubicBezTo>
                  <a:lnTo>
                    <a:pt x="15611" y="6011"/>
                  </a:lnTo>
                  <a:cubicBezTo>
                    <a:pt x="15611" y="6124"/>
                    <a:pt x="15634" y="6225"/>
                    <a:pt x="15700" y="6315"/>
                  </a:cubicBezTo>
                  <a:cubicBezTo>
                    <a:pt x="15771" y="6414"/>
                    <a:pt x="15896" y="6370"/>
                    <a:pt x="16020" y="6396"/>
                  </a:cubicBezTo>
                  <a:cubicBezTo>
                    <a:pt x="16157" y="6425"/>
                    <a:pt x="16201" y="6559"/>
                    <a:pt x="16341" y="6559"/>
                  </a:cubicBezTo>
                  <a:cubicBezTo>
                    <a:pt x="16453" y="6559"/>
                    <a:pt x="16468" y="6396"/>
                    <a:pt x="16581" y="6396"/>
                  </a:cubicBezTo>
                  <a:lnTo>
                    <a:pt x="16979" y="6396"/>
                  </a:lnTo>
                  <a:cubicBezTo>
                    <a:pt x="17139" y="6396"/>
                    <a:pt x="17225" y="6338"/>
                    <a:pt x="17385" y="6327"/>
                  </a:cubicBezTo>
                  <a:cubicBezTo>
                    <a:pt x="17546" y="6315"/>
                    <a:pt x="17765" y="6321"/>
                    <a:pt x="17765" y="6164"/>
                  </a:cubicBezTo>
                  <a:cubicBezTo>
                    <a:pt x="17765" y="6030"/>
                    <a:pt x="17516" y="6053"/>
                    <a:pt x="17516" y="5920"/>
                  </a:cubicBezTo>
                  <a:cubicBezTo>
                    <a:pt x="17516" y="5819"/>
                    <a:pt x="17638" y="5757"/>
                    <a:pt x="17653" y="5655"/>
                  </a:cubicBezTo>
                  <a:lnTo>
                    <a:pt x="17653" y="5655"/>
                  </a:lnTo>
                  <a:cubicBezTo>
                    <a:pt x="17795" y="5655"/>
                    <a:pt x="17866" y="5647"/>
                    <a:pt x="18009" y="5647"/>
                  </a:cubicBezTo>
                  <a:cubicBezTo>
                    <a:pt x="18172" y="5647"/>
                    <a:pt x="18181" y="5458"/>
                    <a:pt x="18311" y="5362"/>
                  </a:cubicBezTo>
                  <a:cubicBezTo>
                    <a:pt x="18356" y="5331"/>
                    <a:pt x="18401" y="5348"/>
                    <a:pt x="18454" y="5340"/>
                  </a:cubicBezTo>
                  <a:cubicBezTo>
                    <a:pt x="18647" y="5302"/>
                    <a:pt x="18706" y="5148"/>
                    <a:pt x="18822" y="4991"/>
                  </a:cubicBezTo>
                  <a:cubicBezTo>
                    <a:pt x="18926" y="4851"/>
                    <a:pt x="19018" y="4779"/>
                    <a:pt x="19083" y="4619"/>
                  </a:cubicBezTo>
                  <a:cubicBezTo>
                    <a:pt x="19166" y="4416"/>
                    <a:pt x="19252" y="4201"/>
                    <a:pt x="19478" y="4201"/>
                  </a:cubicBezTo>
                  <a:lnTo>
                    <a:pt x="19721" y="4201"/>
                  </a:lnTo>
                  <a:cubicBezTo>
                    <a:pt x="19947" y="4201"/>
                    <a:pt x="20056" y="4091"/>
                    <a:pt x="20270" y="4027"/>
                  </a:cubicBezTo>
                  <a:cubicBezTo>
                    <a:pt x="20386" y="3992"/>
                    <a:pt x="20434" y="3899"/>
                    <a:pt x="20555" y="3899"/>
                  </a:cubicBezTo>
                  <a:cubicBezTo>
                    <a:pt x="20716" y="3899"/>
                    <a:pt x="20745" y="4103"/>
                    <a:pt x="20745" y="4259"/>
                  </a:cubicBezTo>
                  <a:cubicBezTo>
                    <a:pt x="20867" y="4268"/>
                    <a:pt x="21006" y="4314"/>
                    <a:pt x="21006" y="4434"/>
                  </a:cubicBezTo>
                  <a:cubicBezTo>
                    <a:pt x="21006" y="4515"/>
                    <a:pt x="21000" y="4561"/>
                    <a:pt x="21000" y="4643"/>
                  </a:cubicBezTo>
                  <a:cubicBezTo>
                    <a:pt x="21000" y="4767"/>
                    <a:pt x="21179" y="4730"/>
                    <a:pt x="21303" y="4759"/>
                  </a:cubicBezTo>
                  <a:cubicBezTo>
                    <a:pt x="21428" y="4788"/>
                    <a:pt x="21490" y="4825"/>
                    <a:pt x="21600" y="4886"/>
                  </a:cubicBezTo>
                  <a:lnTo>
                    <a:pt x="21600" y="4886"/>
                  </a:lnTo>
                  <a:cubicBezTo>
                    <a:pt x="21546" y="5014"/>
                    <a:pt x="21505" y="5110"/>
                    <a:pt x="21398" y="5200"/>
                  </a:cubicBezTo>
                  <a:cubicBezTo>
                    <a:pt x="21333" y="5255"/>
                    <a:pt x="21259" y="5244"/>
                    <a:pt x="21196" y="5304"/>
                  </a:cubicBezTo>
                  <a:cubicBezTo>
                    <a:pt x="21282" y="5421"/>
                    <a:pt x="21353" y="5470"/>
                    <a:pt x="21457" y="5571"/>
                  </a:cubicBezTo>
                  <a:cubicBezTo>
                    <a:pt x="21485" y="5598"/>
                    <a:pt x="21541" y="5600"/>
                    <a:pt x="21541" y="5641"/>
                  </a:cubicBezTo>
                  <a:cubicBezTo>
                    <a:pt x="21541" y="5673"/>
                    <a:pt x="21532" y="5690"/>
                    <a:pt x="21529" y="5723"/>
                  </a:cubicBezTo>
                  <a:lnTo>
                    <a:pt x="21247" y="5723"/>
                  </a:lnTo>
                  <a:cubicBezTo>
                    <a:pt x="21163" y="5723"/>
                    <a:pt x="21119" y="5688"/>
                    <a:pt x="21036" y="5688"/>
                  </a:cubicBezTo>
                  <a:cubicBezTo>
                    <a:pt x="20801" y="5688"/>
                    <a:pt x="20582" y="5714"/>
                    <a:pt x="20484" y="5920"/>
                  </a:cubicBezTo>
                  <a:cubicBezTo>
                    <a:pt x="20443" y="6007"/>
                    <a:pt x="20454" y="6077"/>
                    <a:pt x="20448" y="6176"/>
                  </a:cubicBezTo>
                  <a:cubicBezTo>
                    <a:pt x="20317" y="6176"/>
                    <a:pt x="20211" y="6251"/>
                    <a:pt x="20175" y="6373"/>
                  </a:cubicBezTo>
                  <a:cubicBezTo>
                    <a:pt x="20083" y="6359"/>
                    <a:pt x="20018" y="6396"/>
                    <a:pt x="19950" y="6454"/>
                  </a:cubicBezTo>
                  <a:cubicBezTo>
                    <a:pt x="19902" y="6568"/>
                    <a:pt x="19902" y="6652"/>
                    <a:pt x="19854" y="6768"/>
                  </a:cubicBezTo>
                  <a:cubicBezTo>
                    <a:pt x="19825" y="6843"/>
                    <a:pt x="19849" y="6936"/>
                    <a:pt x="19772" y="6965"/>
                  </a:cubicBezTo>
                  <a:cubicBezTo>
                    <a:pt x="19733" y="6980"/>
                    <a:pt x="19703" y="6965"/>
                    <a:pt x="19665" y="6977"/>
                  </a:cubicBezTo>
                  <a:cubicBezTo>
                    <a:pt x="19564" y="7006"/>
                    <a:pt x="19582" y="7131"/>
                    <a:pt x="19582" y="7235"/>
                  </a:cubicBezTo>
                  <a:lnTo>
                    <a:pt x="19582" y="7462"/>
                  </a:lnTo>
                  <a:cubicBezTo>
                    <a:pt x="19582" y="7505"/>
                    <a:pt x="19641" y="7514"/>
                    <a:pt x="19641" y="7558"/>
                  </a:cubicBezTo>
                  <a:cubicBezTo>
                    <a:pt x="19641" y="7764"/>
                    <a:pt x="19626" y="7880"/>
                    <a:pt x="19582" y="8080"/>
                  </a:cubicBezTo>
                  <a:cubicBezTo>
                    <a:pt x="19552" y="8211"/>
                    <a:pt x="19543" y="8286"/>
                    <a:pt x="19511" y="8417"/>
                  </a:cubicBezTo>
                  <a:cubicBezTo>
                    <a:pt x="19487" y="8510"/>
                    <a:pt x="19478" y="8626"/>
                    <a:pt x="19380" y="8626"/>
                  </a:cubicBezTo>
                  <a:cubicBezTo>
                    <a:pt x="19282" y="8626"/>
                    <a:pt x="19252" y="8522"/>
                    <a:pt x="19154" y="8522"/>
                  </a:cubicBezTo>
                  <a:cubicBezTo>
                    <a:pt x="18967" y="8522"/>
                    <a:pt x="18941" y="8763"/>
                    <a:pt x="18941" y="8946"/>
                  </a:cubicBezTo>
                  <a:cubicBezTo>
                    <a:pt x="18941" y="9065"/>
                    <a:pt x="18976" y="9128"/>
                    <a:pt x="18976" y="9248"/>
                  </a:cubicBezTo>
                  <a:cubicBezTo>
                    <a:pt x="18976" y="9355"/>
                    <a:pt x="18881" y="9404"/>
                    <a:pt x="18881" y="9512"/>
                  </a:cubicBezTo>
                  <a:lnTo>
                    <a:pt x="18881" y="9750"/>
                  </a:lnTo>
                  <a:cubicBezTo>
                    <a:pt x="18881" y="9790"/>
                    <a:pt x="18917" y="9805"/>
                    <a:pt x="18917" y="9845"/>
                  </a:cubicBezTo>
                  <a:cubicBezTo>
                    <a:pt x="18917" y="9941"/>
                    <a:pt x="18875" y="9994"/>
                    <a:pt x="18869" y="10090"/>
                  </a:cubicBezTo>
                  <a:cubicBezTo>
                    <a:pt x="18774" y="10101"/>
                    <a:pt x="18724" y="10136"/>
                    <a:pt x="18629" y="10136"/>
                  </a:cubicBezTo>
                  <a:lnTo>
                    <a:pt x="18537" y="10136"/>
                  </a:lnTo>
                  <a:lnTo>
                    <a:pt x="18537" y="10136"/>
                  </a:lnTo>
                  <a:cubicBezTo>
                    <a:pt x="18537" y="9912"/>
                    <a:pt x="18418" y="9782"/>
                    <a:pt x="18418" y="9558"/>
                  </a:cubicBezTo>
                  <a:lnTo>
                    <a:pt x="18418" y="9323"/>
                  </a:lnTo>
                  <a:lnTo>
                    <a:pt x="18395" y="9277"/>
                  </a:lnTo>
                  <a:lnTo>
                    <a:pt x="18395" y="9041"/>
                  </a:lnTo>
                  <a:cubicBezTo>
                    <a:pt x="18395" y="8844"/>
                    <a:pt x="18463" y="8617"/>
                    <a:pt x="18276" y="8545"/>
                  </a:cubicBezTo>
                  <a:cubicBezTo>
                    <a:pt x="18255" y="8580"/>
                    <a:pt x="18243" y="8626"/>
                    <a:pt x="18202" y="8626"/>
                  </a:cubicBezTo>
                  <a:cubicBezTo>
                    <a:pt x="18157" y="8626"/>
                    <a:pt x="18130" y="8615"/>
                    <a:pt x="18086" y="8615"/>
                  </a:cubicBezTo>
                  <a:lnTo>
                    <a:pt x="18086" y="8754"/>
                  </a:lnTo>
                  <a:cubicBezTo>
                    <a:pt x="18089" y="8771"/>
                    <a:pt x="18109" y="8780"/>
                    <a:pt x="18109" y="8800"/>
                  </a:cubicBezTo>
                  <a:cubicBezTo>
                    <a:pt x="18109" y="8931"/>
                    <a:pt x="18035" y="8992"/>
                    <a:pt x="17991" y="9114"/>
                  </a:cubicBezTo>
                  <a:cubicBezTo>
                    <a:pt x="17943" y="9239"/>
                    <a:pt x="17899" y="9381"/>
                    <a:pt x="17763" y="9381"/>
                  </a:cubicBezTo>
                  <a:cubicBezTo>
                    <a:pt x="17727" y="9381"/>
                    <a:pt x="17706" y="9373"/>
                    <a:pt x="17671" y="9370"/>
                  </a:cubicBezTo>
                  <a:cubicBezTo>
                    <a:pt x="17671" y="9288"/>
                    <a:pt x="17617" y="9250"/>
                    <a:pt x="17599" y="9172"/>
                  </a:cubicBezTo>
                  <a:cubicBezTo>
                    <a:pt x="17575" y="9070"/>
                    <a:pt x="17599" y="9009"/>
                    <a:pt x="17599" y="8905"/>
                  </a:cubicBezTo>
                  <a:cubicBezTo>
                    <a:pt x="17599" y="8673"/>
                    <a:pt x="17587" y="8498"/>
                    <a:pt x="17742" y="8324"/>
                  </a:cubicBezTo>
                  <a:cubicBezTo>
                    <a:pt x="17908" y="8135"/>
                    <a:pt x="18050" y="8063"/>
                    <a:pt x="18181" y="7848"/>
                  </a:cubicBezTo>
                  <a:cubicBezTo>
                    <a:pt x="18225" y="7772"/>
                    <a:pt x="18288" y="7729"/>
                    <a:pt x="18288" y="7639"/>
                  </a:cubicBezTo>
                  <a:cubicBezTo>
                    <a:pt x="18288" y="7564"/>
                    <a:pt x="18258" y="7476"/>
                    <a:pt x="18181" y="7476"/>
                  </a:cubicBezTo>
                  <a:cubicBezTo>
                    <a:pt x="18009" y="7476"/>
                    <a:pt x="17931" y="7575"/>
                    <a:pt x="17765" y="7616"/>
                  </a:cubicBezTo>
                  <a:cubicBezTo>
                    <a:pt x="17679" y="7636"/>
                    <a:pt x="17626" y="7610"/>
                    <a:pt x="17540" y="7627"/>
                  </a:cubicBezTo>
                  <a:cubicBezTo>
                    <a:pt x="17457" y="7645"/>
                    <a:pt x="17430" y="7718"/>
                    <a:pt x="17350" y="7743"/>
                  </a:cubicBezTo>
                  <a:cubicBezTo>
                    <a:pt x="17130" y="7813"/>
                    <a:pt x="16988" y="7825"/>
                    <a:pt x="16756" y="7825"/>
                  </a:cubicBezTo>
                  <a:cubicBezTo>
                    <a:pt x="16584" y="7825"/>
                    <a:pt x="16341" y="7854"/>
                    <a:pt x="16341" y="7685"/>
                  </a:cubicBezTo>
                  <a:cubicBezTo>
                    <a:pt x="16341" y="7581"/>
                    <a:pt x="16424" y="7534"/>
                    <a:pt x="16424" y="7430"/>
                  </a:cubicBezTo>
                  <a:cubicBezTo>
                    <a:pt x="16424" y="7317"/>
                    <a:pt x="16308" y="7288"/>
                    <a:pt x="16258" y="7186"/>
                  </a:cubicBezTo>
                  <a:cubicBezTo>
                    <a:pt x="16225" y="7119"/>
                    <a:pt x="16216" y="7073"/>
                    <a:pt x="16198" y="7000"/>
                  </a:cubicBezTo>
                  <a:cubicBezTo>
                    <a:pt x="16184" y="6936"/>
                    <a:pt x="16184" y="6849"/>
                    <a:pt x="16115" y="6849"/>
                  </a:cubicBezTo>
                  <a:cubicBezTo>
                    <a:pt x="16003" y="6849"/>
                    <a:pt x="15990" y="7012"/>
                    <a:pt x="15878" y="7012"/>
                  </a:cubicBezTo>
                  <a:cubicBezTo>
                    <a:pt x="15777" y="7012"/>
                    <a:pt x="15756" y="6905"/>
                    <a:pt x="15676" y="6849"/>
                  </a:cubicBezTo>
                  <a:cubicBezTo>
                    <a:pt x="15563" y="6768"/>
                    <a:pt x="15477" y="6736"/>
                    <a:pt x="15367" y="6652"/>
                  </a:cubicBezTo>
                  <a:cubicBezTo>
                    <a:pt x="15335" y="6628"/>
                    <a:pt x="15329" y="6570"/>
                    <a:pt x="15284" y="6570"/>
                  </a:cubicBezTo>
                  <a:cubicBezTo>
                    <a:pt x="15169" y="6570"/>
                    <a:pt x="15243" y="6751"/>
                    <a:pt x="15189" y="6849"/>
                  </a:cubicBezTo>
                  <a:cubicBezTo>
                    <a:pt x="15174" y="6878"/>
                    <a:pt x="15124" y="6869"/>
                    <a:pt x="15106" y="6896"/>
                  </a:cubicBezTo>
                  <a:cubicBezTo>
                    <a:pt x="15062" y="6960"/>
                    <a:pt x="15091" y="7032"/>
                    <a:pt x="15047" y="7093"/>
                  </a:cubicBezTo>
                  <a:cubicBezTo>
                    <a:pt x="15032" y="7113"/>
                    <a:pt x="14987" y="7102"/>
                    <a:pt x="14987" y="7128"/>
                  </a:cubicBezTo>
                  <a:cubicBezTo>
                    <a:pt x="14987" y="7377"/>
                    <a:pt x="15237" y="7471"/>
                    <a:pt x="15237" y="7720"/>
                  </a:cubicBezTo>
                  <a:cubicBezTo>
                    <a:pt x="15237" y="7880"/>
                    <a:pt x="15068" y="7953"/>
                    <a:pt x="14904" y="7964"/>
                  </a:cubicBezTo>
                  <a:lnTo>
                    <a:pt x="14904" y="8043"/>
                  </a:lnTo>
                  <a:cubicBezTo>
                    <a:pt x="14904" y="8121"/>
                    <a:pt x="14934" y="8164"/>
                    <a:pt x="14976" y="8232"/>
                  </a:cubicBezTo>
                  <a:cubicBezTo>
                    <a:pt x="15071" y="8382"/>
                    <a:pt x="15094" y="8504"/>
                    <a:pt x="15237" y="8615"/>
                  </a:cubicBezTo>
                  <a:cubicBezTo>
                    <a:pt x="15436" y="8769"/>
                    <a:pt x="15355" y="8998"/>
                    <a:pt x="15510" y="9195"/>
                  </a:cubicBezTo>
                  <a:cubicBezTo>
                    <a:pt x="15614" y="9329"/>
                    <a:pt x="15741" y="9370"/>
                    <a:pt x="15818" y="9520"/>
                  </a:cubicBezTo>
                  <a:cubicBezTo>
                    <a:pt x="15978" y="9837"/>
                    <a:pt x="15936" y="10075"/>
                    <a:pt x="16117" y="10383"/>
                  </a:cubicBezTo>
                  <a:lnTo>
                    <a:pt x="16117" y="10383"/>
                  </a:lnTo>
                  <a:cubicBezTo>
                    <a:pt x="16036" y="10446"/>
                    <a:pt x="15964" y="10488"/>
                    <a:pt x="15848" y="10508"/>
                  </a:cubicBezTo>
                  <a:cubicBezTo>
                    <a:pt x="15783" y="10518"/>
                    <a:pt x="15741" y="10518"/>
                    <a:pt x="15682" y="10548"/>
                  </a:cubicBezTo>
                  <a:cubicBezTo>
                    <a:pt x="15593" y="10593"/>
                    <a:pt x="15543" y="10641"/>
                    <a:pt x="15441" y="10641"/>
                  </a:cubicBezTo>
                  <a:cubicBezTo>
                    <a:pt x="15358" y="10641"/>
                    <a:pt x="15323" y="10583"/>
                    <a:pt x="15261" y="10531"/>
                  </a:cubicBezTo>
                  <a:cubicBezTo>
                    <a:pt x="15198" y="10479"/>
                    <a:pt x="15164" y="10435"/>
                    <a:pt x="15142" y="10357"/>
                  </a:cubicBezTo>
                  <a:cubicBezTo>
                    <a:pt x="15138" y="10336"/>
                    <a:pt x="15115" y="10328"/>
                    <a:pt x="15115" y="10306"/>
                  </a:cubicBezTo>
                  <a:lnTo>
                    <a:pt x="15115" y="10142"/>
                  </a:lnTo>
                  <a:cubicBezTo>
                    <a:pt x="15037" y="10193"/>
                    <a:pt x="15032" y="10257"/>
                    <a:pt x="14976" y="10328"/>
                  </a:cubicBezTo>
                  <a:cubicBezTo>
                    <a:pt x="14854" y="10482"/>
                    <a:pt x="14755" y="10550"/>
                    <a:pt x="14578" y="10636"/>
                  </a:cubicBezTo>
                  <a:cubicBezTo>
                    <a:pt x="14493" y="10676"/>
                    <a:pt x="14458" y="10723"/>
                    <a:pt x="14376" y="10769"/>
                  </a:cubicBezTo>
                  <a:cubicBezTo>
                    <a:pt x="14315" y="10804"/>
                    <a:pt x="14263" y="10800"/>
                    <a:pt x="14210" y="10844"/>
                  </a:cubicBezTo>
                  <a:cubicBezTo>
                    <a:pt x="14167" y="10881"/>
                    <a:pt x="14168" y="10925"/>
                    <a:pt x="14151" y="10979"/>
                  </a:cubicBezTo>
                  <a:cubicBezTo>
                    <a:pt x="14132" y="11032"/>
                    <a:pt x="14115" y="11064"/>
                    <a:pt x="14115" y="11121"/>
                  </a:cubicBezTo>
                  <a:cubicBezTo>
                    <a:pt x="14115" y="11218"/>
                    <a:pt x="14127" y="11277"/>
                    <a:pt x="14162" y="11367"/>
                  </a:cubicBezTo>
                  <a:cubicBezTo>
                    <a:pt x="14180" y="11410"/>
                    <a:pt x="14228" y="11424"/>
                    <a:pt x="14228" y="11472"/>
                  </a:cubicBezTo>
                  <a:cubicBezTo>
                    <a:pt x="14228" y="11506"/>
                    <a:pt x="14204" y="11524"/>
                    <a:pt x="14186" y="11553"/>
                  </a:cubicBezTo>
                  <a:cubicBezTo>
                    <a:pt x="14137" y="11633"/>
                    <a:pt x="14093" y="11671"/>
                    <a:pt x="14038" y="11745"/>
                  </a:cubicBezTo>
                  <a:cubicBezTo>
                    <a:pt x="14002" y="11794"/>
                    <a:pt x="13960" y="11809"/>
                    <a:pt x="13919" y="11855"/>
                  </a:cubicBezTo>
                  <a:cubicBezTo>
                    <a:pt x="13864" y="11916"/>
                    <a:pt x="13842" y="11966"/>
                    <a:pt x="13770" y="12006"/>
                  </a:cubicBezTo>
                  <a:cubicBezTo>
                    <a:pt x="13677" y="12060"/>
                    <a:pt x="13600" y="12047"/>
                    <a:pt x="13509" y="12105"/>
                  </a:cubicBezTo>
                  <a:cubicBezTo>
                    <a:pt x="13374" y="12192"/>
                    <a:pt x="13315" y="12295"/>
                    <a:pt x="13153" y="12314"/>
                  </a:cubicBezTo>
                  <a:cubicBezTo>
                    <a:pt x="13103" y="12320"/>
                    <a:pt x="13094" y="12366"/>
                    <a:pt x="13058" y="12401"/>
                  </a:cubicBezTo>
                  <a:cubicBezTo>
                    <a:pt x="12984" y="12474"/>
                    <a:pt x="12936" y="12514"/>
                    <a:pt x="12863" y="12587"/>
                  </a:cubicBezTo>
                  <a:cubicBezTo>
                    <a:pt x="12751" y="12696"/>
                    <a:pt x="12690" y="12757"/>
                    <a:pt x="12602" y="12883"/>
                  </a:cubicBezTo>
                  <a:cubicBezTo>
                    <a:pt x="12463" y="13078"/>
                    <a:pt x="12367" y="13170"/>
                    <a:pt x="12186" y="13324"/>
                  </a:cubicBezTo>
                  <a:cubicBezTo>
                    <a:pt x="12143" y="13360"/>
                    <a:pt x="12149" y="13411"/>
                    <a:pt x="12102" y="13446"/>
                  </a:cubicBezTo>
                  <a:cubicBezTo>
                    <a:pt x="12020" y="13507"/>
                    <a:pt x="11972" y="13530"/>
                    <a:pt x="11883" y="13586"/>
                  </a:cubicBezTo>
                  <a:cubicBezTo>
                    <a:pt x="11687" y="13707"/>
                    <a:pt x="11600" y="13809"/>
                    <a:pt x="11390" y="13911"/>
                  </a:cubicBezTo>
                  <a:cubicBezTo>
                    <a:pt x="11242" y="13983"/>
                    <a:pt x="11197" y="14082"/>
                    <a:pt x="11058" y="14166"/>
                  </a:cubicBezTo>
                  <a:cubicBezTo>
                    <a:pt x="10907" y="14258"/>
                    <a:pt x="10785" y="14352"/>
                    <a:pt x="10785" y="14527"/>
                  </a:cubicBezTo>
                  <a:cubicBezTo>
                    <a:pt x="10785" y="14609"/>
                    <a:pt x="10815" y="14655"/>
                    <a:pt x="10815" y="14738"/>
                  </a:cubicBezTo>
                  <a:cubicBezTo>
                    <a:pt x="10815" y="14823"/>
                    <a:pt x="10737" y="14855"/>
                    <a:pt x="10660" y="14892"/>
                  </a:cubicBezTo>
                  <a:cubicBezTo>
                    <a:pt x="10512" y="14965"/>
                    <a:pt x="10418" y="14991"/>
                    <a:pt x="10255" y="14991"/>
                  </a:cubicBezTo>
                  <a:lnTo>
                    <a:pt x="10128" y="14991"/>
                  </a:lnTo>
                  <a:cubicBezTo>
                    <a:pt x="9978" y="14991"/>
                    <a:pt x="9944" y="15155"/>
                    <a:pt x="9894" y="15293"/>
                  </a:cubicBezTo>
                  <a:cubicBezTo>
                    <a:pt x="9872" y="15357"/>
                    <a:pt x="9893" y="15416"/>
                    <a:pt x="9841" y="15462"/>
                  </a:cubicBezTo>
                  <a:cubicBezTo>
                    <a:pt x="9770" y="15522"/>
                    <a:pt x="9694" y="15498"/>
                    <a:pt x="9598" y="15508"/>
                  </a:cubicBezTo>
                  <a:cubicBezTo>
                    <a:pt x="9415" y="15528"/>
                    <a:pt x="9305" y="15548"/>
                    <a:pt x="9147" y="15635"/>
                  </a:cubicBezTo>
                  <a:cubicBezTo>
                    <a:pt x="9082" y="15670"/>
                    <a:pt x="9078" y="15737"/>
                    <a:pt x="9064" y="15810"/>
                  </a:cubicBezTo>
                  <a:cubicBezTo>
                    <a:pt x="9050" y="15876"/>
                    <a:pt x="9034" y="15916"/>
                    <a:pt x="9034" y="15984"/>
                  </a:cubicBezTo>
                  <a:lnTo>
                    <a:pt x="9147" y="16663"/>
                  </a:lnTo>
                  <a:cubicBezTo>
                    <a:pt x="9147" y="16769"/>
                    <a:pt x="9088" y="16822"/>
                    <a:pt x="9088" y="16928"/>
                  </a:cubicBezTo>
                  <a:cubicBezTo>
                    <a:pt x="9088" y="17112"/>
                    <a:pt x="9254" y="17189"/>
                    <a:pt x="9254" y="17373"/>
                  </a:cubicBezTo>
                  <a:cubicBezTo>
                    <a:pt x="9254" y="17389"/>
                    <a:pt x="9249" y="17397"/>
                    <a:pt x="9248" y="17412"/>
                  </a:cubicBezTo>
                  <a:cubicBezTo>
                    <a:pt x="9276" y="17468"/>
                    <a:pt x="9289" y="17495"/>
                    <a:pt x="9289" y="17555"/>
                  </a:cubicBezTo>
                  <a:cubicBezTo>
                    <a:pt x="9289" y="17713"/>
                    <a:pt x="9284" y="17816"/>
                    <a:pt x="9200" y="17953"/>
                  </a:cubicBezTo>
                  <a:cubicBezTo>
                    <a:pt x="9147" y="18041"/>
                    <a:pt x="9090" y="18077"/>
                    <a:pt x="9040" y="18167"/>
                  </a:cubicBezTo>
                  <a:cubicBezTo>
                    <a:pt x="8992" y="18250"/>
                    <a:pt x="8978" y="18307"/>
                    <a:pt x="8927" y="18388"/>
                  </a:cubicBezTo>
                  <a:cubicBezTo>
                    <a:pt x="8831" y="18544"/>
                    <a:pt x="8743" y="18638"/>
                    <a:pt x="8743" y="18821"/>
                  </a:cubicBezTo>
                  <a:cubicBezTo>
                    <a:pt x="8743" y="19014"/>
                    <a:pt x="8909" y="19097"/>
                    <a:pt x="8909" y="19290"/>
                  </a:cubicBezTo>
                  <a:lnTo>
                    <a:pt x="8909" y="19461"/>
                  </a:lnTo>
                  <a:cubicBezTo>
                    <a:pt x="8909" y="19513"/>
                    <a:pt x="8927" y="19544"/>
                    <a:pt x="8927" y="19596"/>
                  </a:cubicBezTo>
                  <a:cubicBezTo>
                    <a:pt x="8927" y="19676"/>
                    <a:pt x="8946" y="19731"/>
                    <a:pt x="8903" y="19799"/>
                  </a:cubicBezTo>
                  <a:cubicBezTo>
                    <a:pt x="8887" y="19825"/>
                    <a:pt x="8857" y="19827"/>
                    <a:pt x="8826" y="19834"/>
                  </a:cubicBezTo>
                  <a:cubicBezTo>
                    <a:pt x="8768" y="19847"/>
                    <a:pt x="8736" y="19857"/>
                    <a:pt x="8676" y="19857"/>
                  </a:cubicBezTo>
                  <a:lnTo>
                    <a:pt x="8519" y="19857"/>
                  </a:lnTo>
                  <a:cubicBezTo>
                    <a:pt x="8495" y="19857"/>
                    <a:pt x="8482" y="19840"/>
                    <a:pt x="8458" y="19840"/>
                  </a:cubicBezTo>
                  <a:cubicBezTo>
                    <a:pt x="8320" y="19840"/>
                    <a:pt x="8332" y="20017"/>
                    <a:pt x="8292" y="20148"/>
                  </a:cubicBezTo>
                  <a:cubicBezTo>
                    <a:pt x="8280" y="20190"/>
                    <a:pt x="8243" y="20199"/>
                    <a:pt x="8221" y="20235"/>
                  </a:cubicBezTo>
                  <a:cubicBezTo>
                    <a:pt x="8184" y="20294"/>
                    <a:pt x="8205" y="20344"/>
                    <a:pt x="8197" y="20415"/>
                  </a:cubicBezTo>
                  <a:cubicBezTo>
                    <a:pt x="8193" y="20459"/>
                    <a:pt x="8179" y="20482"/>
                    <a:pt x="8179" y="20525"/>
                  </a:cubicBezTo>
                  <a:cubicBezTo>
                    <a:pt x="8179" y="20581"/>
                    <a:pt x="8221" y="20605"/>
                    <a:pt x="8221" y="20660"/>
                  </a:cubicBezTo>
                  <a:cubicBezTo>
                    <a:pt x="8221" y="20670"/>
                    <a:pt x="8219" y="20679"/>
                    <a:pt x="8221" y="20688"/>
                  </a:cubicBezTo>
                  <a:lnTo>
                    <a:pt x="7931" y="20688"/>
                  </a:lnTo>
                  <a:cubicBezTo>
                    <a:pt x="7902" y="20688"/>
                    <a:pt x="7889" y="20670"/>
                    <a:pt x="7859" y="20670"/>
                  </a:cubicBezTo>
                  <a:cubicBezTo>
                    <a:pt x="7756" y="20670"/>
                    <a:pt x="7734" y="20779"/>
                    <a:pt x="7639" y="20816"/>
                  </a:cubicBezTo>
                  <a:cubicBezTo>
                    <a:pt x="7557" y="20848"/>
                    <a:pt x="7506" y="20881"/>
                    <a:pt x="7473" y="20961"/>
                  </a:cubicBezTo>
                  <a:cubicBezTo>
                    <a:pt x="7443" y="21033"/>
                    <a:pt x="7456" y="21085"/>
                    <a:pt x="7431" y="21158"/>
                  </a:cubicBezTo>
                  <a:cubicBezTo>
                    <a:pt x="7415" y="21208"/>
                    <a:pt x="7396" y="21234"/>
                    <a:pt x="7390" y="21286"/>
                  </a:cubicBezTo>
                  <a:cubicBezTo>
                    <a:pt x="7384" y="21345"/>
                    <a:pt x="7388" y="21389"/>
                    <a:pt x="7354" y="21437"/>
                  </a:cubicBezTo>
                  <a:cubicBezTo>
                    <a:pt x="7323" y="21480"/>
                    <a:pt x="7277" y="21486"/>
                    <a:pt x="7223" y="21501"/>
                  </a:cubicBezTo>
                  <a:cubicBezTo>
                    <a:pt x="7132" y="21525"/>
                    <a:pt x="7097" y="21600"/>
                    <a:pt x="7002" y="21600"/>
                  </a:cubicBezTo>
                  <a:lnTo>
                    <a:pt x="6881" y="21600"/>
                  </a:lnTo>
                  <a:cubicBezTo>
                    <a:pt x="6813" y="21600"/>
                    <a:pt x="6781" y="21562"/>
                    <a:pt x="6725" y="21524"/>
                  </a:cubicBezTo>
                  <a:cubicBezTo>
                    <a:pt x="6618" y="21451"/>
                    <a:pt x="6578" y="21386"/>
                    <a:pt x="6499" y="21286"/>
                  </a:cubicBezTo>
                  <a:cubicBezTo>
                    <a:pt x="6452" y="21225"/>
                    <a:pt x="6439" y="21182"/>
                    <a:pt x="6387" y="21123"/>
                  </a:cubicBezTo>
                  <a:cubicBezTo>
                    <a:pt x="6283" y="21007"/>
                    <a:pt x="6217" y="20944"/>
                    <a:pt x="6155" y="20804"/>
                  </a:cubicBezTo>
                  <a:cubicBezTo>
                    <a:pt x="6061" y="20598"/>
                    <a:pt x="6015" y="20479"/>
                    <a:pt x="5936" y="20270"/>
                  </a:cubicBezTo>
                  <a:cubicBezTo>
                    <a:pt x="5885" y="20135"/>
                    <a:pt x="5796" y="20072"/>
                    <a:pt x="5796" y="19929"/>
                  </a:cubicBezTo>
                  <a:lnTo>
                    <a:pt x="5796" y="19798"/>
                  </a:lnTo>
                  <a:cubicBezTo>
                    <a:pt x="5796" y="19770"/>
                    <a:pt x="5799" y="19756"/>
                    <a:pt x="5799" y="19728"/>
                  </a:cubicBezTo>
                  <a:cubicBezTo>
                    <a:pt x="5799" y="19619"/>
                    <a:pt x="5748" y="19561"/>
                    <a:pt x="5680" y="19474"/>
                  </a:cubicBezTo>
                  <a:cubicBezTo>
                    <a:pt x="5598" y="19371"/>
                    <a:pt x="5579" y="19297"/>
                    <a:pt x="5526" y="19178"/>
                  </a:cubicBezTo>
                  <a:cubicBezTo>
                    <a:pt x="5474" y="19062"/>
                    <a:pt x="5459" y="18992"/>
                    <a:pt x="5407" y="18876"/>
                  </a:cubicBezTo>
                  <a:cubicBezTo>
                    <a:pt x="5345" y="18735"/>
                    <a:pt x="5257" y="18690"/>
                    <a:pt x="5164" y="18568"/>
                  </a:cubicBezTo>
                  <a:cubicBezTo>
                    <a:pt x="4971" y="18315"/>
                    <a:pt x="4881" y="18146"/>
                    <a:pt x="4802" y="17837"/>
                  </a:cubicBezTo>
                  <a:cubicBezTo>
                    <a:pt x="4762" y="17680"/>
                    <a:pt x="4730" y="17591"/>
                    <a:pt x="4730" y="17430"/>
                  </a:cubicBezTo>
                  <a:cubicBezTo>
                    <a:pt x="4730" y="17135"/>
                    <a:pt x="4612" y="16977"/>
                    <a:pt x="4564" y="16686"/>
                  </a:cubicBezTo>
                  <a:cubicBezTo>
                    <a:pt x="4541" y="16542"/>
                    <a:pt x="4542" y="16451"/>
                    <a:pt x="4481" y="16315"/>
                  </a:cubicBezTo>
                  <a:cubicBezTo>
                    <a:pt x="4416" y="16168"/>
                    <a:pt x="4257" y="16168"/>
                    <a:pt x="4185" y="16025"/>
                  </a:cubicBezTo>
                  <a:cubicBezTo>
                    <a:pt x="4135" y="15929"/>
                    <a:pt x="4143" y="15859"/>
                    <a:pt x="4131" y="15751"/>
                  </a:cubicBezTo>
                  <a:cubicBezTo>
                    <a:pt x="4122" y="15672"/>
                    <a:pt x="4051" y="15656"/>
                    <a:pt x="4006" y="15589"/>
                  </a:cubicBezTo>
                  <a:cubicBezTo>
                    <a:pt x="3947" y="15500"/>
                    <a:pt x="3929" y="15437"/>
                    <a:pt x="3864" y="15351"/>
                  </a:cubicBezTo>
                  <a:cubicBezTo>
                    <a:pt x="3769" y="15226"/>
                    <a:pt x="3748" y="15130"/>
                    <a:pt x="3704" y="14980"/>
                  </a:cubicBezTo>
                  <a:cubicBezTo>
                    <a:pt x="3668" y="14857"/>
                    <a:pt x="3632" y="14788"/>
                    <a:pt x="3632" y="14661"/>
                  </a:cubicBezTo>
                  <a:lnTo>
                    <a:pt x="3632" y="14544"/>
                  </a:lnTo>
                  <a:lnTo>
                    <a:pt x="3609" y="14300"/>
                  </a:lnTo>
                  <a:lnTo>
                    <a:pt x="3609" y="14136"/>
                  </a:lnTo>
                  <a:cubicBezTo>
                    <a:pt x="3609" y="14081"/>
                    <a:pt x="3584" y="14052"/>
                    <a:pt x="3573" y="13998"/>
                  </a:cubicBezTo>
                  <a:cubicBezTo>
                    <a:pt x="3514" y="13716"/>
                    <a:pt x="3388" y="13573"/>
                    <a:pt x="3365" y="13283"/>
                  </a:cubicBezTo>
                  <a:lnTo>
                    <a:pt x="3365" y="13178"/>
                  </a:lnTo>
                  <a:cubicBezTo>
                    <a:pt x="3365" y="13118"/>
                    <a:pt x="3401" y="13088"/>
                    <a:pt x="3401" y="13028"/>
                  </a:cubicBezTo>
                  <a:cubicBezTo>
                    <a:pt x="3401" y="12921"/>
                    <a:pt x="3371" y="12860"/>
                    <a:pt x="3330" y="12761"/>
                  </a:cubicBezTo>
                  <a:cubicBezTo>
                    <a:pt x="3305" y="12700"/>
                    <a:pt x="3303" y="12658"/>
                    <a:pt x="3288" y="12592"/>
                  </a:cubicBezTo>
                  <a:cubicBezTo>
                    <a:pt x="3251" y="12429"/>
                    <a:pt x="3229" y="12333"/>
                    <a:pt x="3229" y="12166"/>
                  </a:cubicBezTo>
                  <a:cubicBezTo>
                    <a:pt x="3229" y="11844"/>
                    <a:pt x="3377" y="11672"/>
                    <a:pt x="3377" y="11350"/>
                  </a:cubicBezTo>
                  <a:cubicBezTo>
                    <a:pt x="3377" y="11221"/>
                    <a:pt x="3352" y="11144"/>
                    <a:pt x="3300" y="11025"/>
                  </a:cubicBezTo>
                  <a:cubicBezTo>
                    <a:pt x="3259" y="10932"/>
                    <a:pt x="3211" y="10879"/>
                    <a:pt x="3211" y="10778"/>
                  </a:cubicBezTo>
                  <a:cubicBezTo>
                    <a:pt x="3211" y="10677"/>
                    <a:pt x="3218" y="10609"/>
                    <a:pt x="3282" y="10531"/>
                  </a:cubicBezTo>
                  <a:cubicBezTo>
                    <a:pt x="3322" y="10482"/>
                    <a:pt x="3364" y="10466"/>
                    <a:pt x="3401" y="10415"/>
                  </a:cubicBezTo>
                  <a:cubicBezTo>
                    <a:pt x="3416" y="10394"/>
                    <a:pt x="3443" y="10389"/>
                    <a:pt x="3443" y="10363"/>
                  </a:cubicBezTo>
                  <a:cubicBezTo>
                    <a:pt x="3443" y="10307"/>
                    <a:pt x="3356" y="10334"/>
                    <a:pt x="3306" y="10310"/>
                  </a:cubicBezTo>
                  <a:cubicBezTo>
                    <a:pt x="3238" y="10280"/>
                    <a:pt x="3211" y="10233"/>
                    <a:pt x="3137" y="10218"/>
                  </a:cubicBezTo>
                  <a:lnTo>
                    <a:pt x="3137" y="10390"/>
                  </a:lnTo>
                  <a:cubicBezTo>
                    <a:pt x="3137" y="10477"/>
                    <a:pt x="3120" y="10530"/>
                    <a:pt x="3092" y="10612"/>
                  </a:cubicBezTo>
                  <a:cubicBezTo>
                    <a:pt x="3071" y="10676"/>
                    <a:pt x="3024" y="10698"/>
                    <a:pt x="3009" y="10763"/>
                  </a:cubicBezTo>
                  <a:cubicBezTo>
                    <a:pt x="2996" y="10826"/>
                    <a:pt x="2963" y="10856"/>
                    <a:pt x="2956" y="10920"/>
                  </a:cubicBezTo>
                  <a:cubicBezTo>
                    <a:pt x="2947" y="10998"/>
                    <a:pt x="2939" y="11083"/>
                    <a:pt x="2861" y="11100"/>
                  </a:cubicBezTo>
                  <a:cubicBezTo>
                    <a:pt x="2781" y="11118"/>
                    <a:pt x="2726" y="11106"/>
                    <a:pt x="2653" y="11141"/>
                  </a:cubicBezTo>
                  <a:cubicBezTo>
                    <a:pt x="2599" y="11167"/>
                    <a:pt x="2591" y="11218"/>
                    <a:pt x="2534" y="11234"/>
                  </a:cubicBezTo>
                  <a:cubicBezTo>
                    <a:pt x="2484" y="11248"/>
                    <a:pt x="2450" y="11222"/>
                    <a:pt x="2398" y="11234"/>
                  </a:cubicBezTo>
                  <a:cubicBezTo>
                    <a:pt x="2354" y="11244"/>
                    <a:pt x="2356" y="11297"/>
                    <a:pt x="2315" y="11315"/>
                  </a:cubicBezTo>
                  <a:cubicBezTo>
                    <a:pt x="2229" y="11351"/>
                    <a:pt x="2180" y="11390"/>
                    <a:pt x="2086" y="11390"/>
                  </a:cubicBezTo>
                  <a:cubicBezTo>
                    <a:pt x="1946" y="11390"/>
                    <a:pt x="1850" y="11405"/>
                    <a:pt x="1727" y="11338"/>
                  </a:cubicBezTo>
                  <a:cubicBezTo>
                    <a:pt x="1640" y="11291"/>
                    <a:pt x="1617" y="11225"/>
                    <a:pt x="1543" y="11158"/>
                  </a:cubicBezTo>
                  <a:cubicBezTo>
                    <a:pt x="1433" y="11060"/>
                    <a:pt x="1383" y="10990"/>
                    <a:pt x="1294" y="10874"/>
                  </a:cubicBezTo>
                  <a:cubicBezTo>
                    <a:pt x="1171" y="10713"/>
                    <a:pt x="1093" y="10621"/>
                    <a:pt x="943" y="10484"/>
                  </a:cubicBezTo>
                  <a:cubicBezTo>
                    <a:pt x="866" y="10415"/>
                    <a:pt x="831" y="10364"/>
                    <a:pt x="766" y="10281"/>
                  </a:cubicBezTo>
                  <a:cubicBezTo>
                    <a:pt x="717" y="10219"/>
                    <a:pt x="681" y="10188"/>
                    <a:pt x="629" y="10130"/>
                  </a:cubicBezTo>
                  <a:cubicBezTo>
                    <a:pt x="602" y="10100"/>
                    <a:pt x="564" y="10090"/>
                    <a:pt x="564" y="10049"/>
                  </a:cubicBezTo>
                  <a:cubicBezTo>
                    <a:pt x="564" y="10005"/>
                    <a:pt x="581" y="9956"/>
                    <a:pt x="626" y="9956"/>
                  </a:cubicBezTo>
                  <a:cubicBezTo>
                    <a:pt x="728" y="9956"/>
                    <a:pt x="758" y="10078"/>
                    <a:pt x="861" y="10078"/>
                  </a:cubicBezTo>
                  <a:cubicBezTo>
                    <a:pt x="935" y="10078"/>
                    <a:pt x="970" y="10034"/>
                    <a:pt x="1039" y="10008"/>
                  </a:cubicBezTo>
                  <a:cubicBezTo>
                    <a:pt x="1151" y="9964"/>
                    <a:pt x="1221" y="9956"/>
                    <a:pt x="1341" y="9939"/>
                  </a:cubicBezTo>
                  <a:cubicBezTo>
                    <a:pt x="1399" y="9930"/>
                    <a:pt x="1442" y="9933"/>
                    <a:pt x="1490" y="9898"/>
                  </a:cubicBezTo>
                  <a:cubicBezTo>
                    <a:pt x="1509" y="9885"/>
                    <a:pt x="1504" y="9863"/>
                    <a:pt x="1513" y="9840"/>
                  </a:cubicBezTo>
                  <a:cubicBezTo>
                    <a:pt x="1533" y="9789"/>
                    <a:pt x="1559" y="9763"/>
                    <a:pt x="1591" y="9718"/>
                  </a:cubicBezTo>
                  <a:cubicBezTo>
                    <a:pt x="1635" y="9654"/>
                    <a:pt x="1704" y="9632"/>
                    <a:pt x="1704" y="9556"/>
                  </a:cubicBezTo>
                  <a:cubicBezTo>
                    <a:pt x="1684" y="9569"/>
                    <a:pt x="1669" y="9585"/>
                    <a:pt x="1644" y="9585"/>
                  </a:cubicBezTo>
                  <a:cubicBezTo>
                    <a:pt x="1610" y="9585"/>
                    <a:pt x="1592" y="9567"/>
                    <a:pt x="1558" y="9567"/>
                  </a:cubicBezTo>
                  <a:cubicBezTo>
                    <a:pt x="1396" y="9567"/>
                    <a:pt x="1325" y="9695"/>
                    <a:pt x="1163" y="9695"/>
                  </a:cubicBezTo>
                  <a:cubicBezTo>
                    <a:pt x="1019" y="9695"/>
                    <a:pt x="904" y="9658"/>
                    <a:pt x="837" y="9527"/>
                  </a:cubicBezTo>
                  <a:cubicBezTo>
                    <a:pt x="723" y="9471"/>
                    <a:pt x="666" y="9451"/>
                    <a:pt x="570" y="9381"/>
                  </a:cubicBezTo>
                  <a:cubicBezTo>
                    <a:pt x="499" y="9329"/>
                    <a:pt x="480" y="9272"/>
                    <a:pt x="410" y="9219"/>
                  </a:cubicBezTo>
                  <a:cubicBezTo>
                    <a:pt x="371" y="9189"/>
                    <a:pt x="309" y="9191"/>
                    <a:pt x="309" y="9143"/>
                  </a:cubicBezTo>
                  <a:cubicBezTo>
                    <a:pt x="309" y="9056"/>
                    <a:pt x="391" y="9021"/>
                    <a:pt x="391" y="8934"/>
                  </a:cubicBezTo>
                  <a:cubicBezTo>
                    <a:pt x="356" y="8969"/>
                    <a:pt x="326" y="8971"/>
                    <a:pt x="285" y="8998"/>
                  </a:cubicBezTo>
                  <a:cubicBezTo>
                    <a:pt x="248" y="9021"/>
                    <a:pt x="228" y="9056"/>
                    <a:pt x="184" y="9056"/>
                  </a:cubicBezTo>
                  <a:cubicBezTo>
                    <a:pt x="107" y="9056"/>
                    <a:pt x="102" y="8968"/>
                    <a:pt x="53" y="8911"/>
                  </a:cubicBezTo>
                  <a:cubicBezTo>
                    <a:pt x="33" y="8888"/>
                    <a:pt x="16" y="8865"/>
                    <a:pt x="0" y="8844"/>
                  </a:cubicBezTo>
                  <a:lnTo>
                    <a:pt x="0" y="8844"/>
                  </a:lnTo>
                  <a:cubicBezTo>
                    <a:pt x="208" y="8681"/>
                    <a:pt x="380" y="8603"/>
                    <a:pt x="647" y="8603"/>
                  </a:cubicBezTo>
                  <a:lnTo>
                    <a:pt x="647" y="8522"/>
                  </a:lnTo>
                  <a:lnTo>
                    <a:pt x="599" y="8429"/>
                  </a:lnTo>
                  <a:lnTo>
                    <a:pt x="786" y="8429"/>
                  </a:lnTo>
                  <a:cubicBezTo>
                    <a:pt x="1056" y="8429"/>
                    <a:pt x="1196" y="8580"/>
                    <a:pt x="1466" y="8580"/>
                  </a:cubicBezTo>
                  <a:cubicBezTo>
                    <a:pt x="1608" y="8580"/>
                    <a:pt x="1667" y="8464"/>
                    <a:pt x="1810" y="8464"/>
                  </a:cubicBezTo>
                  <a:cubicBezTo>
                    <a:pt x="1917" y="8464"/>
                    <a:pt x="1920" y="8603"/>
                    <a:pt x="2012" y="8649"/>
                  </a:cubicBezTo>
                  <a:cubicBezTo>
                    <a:pt x="2012" y="8513"/>
                    <a:pt x="2003" y="8437"/>
                    <a:pt x="2012" y="8301"/>
                  </a:cubicBezTo>
                  <a:cubicBezTo>
                    <a:pt x="2137" y="8301"/>
                    <a:pt x="2208" y="8310"/>
                    <a:pt x="2332" y="8301"/>
                  </a:cubicBezTo>
                  <a:cubicBezTo>
                    <a:pt x="2258" y="8176"/>
                    <a:pt x="2235" y="8092"/>
                    <a:pt x="2143" y="7976"/>
                  </a:cubicBezTo>
                  <a:cubicBezTo>
                    <a:pt x="2080" y="7895"/>
                    <a:pt x="1976" y="7868"/>
                    <a:pt x="1976" y="7767"/>
                  </a:cubicBezTo>
                  <a:cubicBezTo>
                    <a:pt x="1976" y="7723"/>
                    <a:pt x="2000" y="7697"/>
                    <a:pt x="2000" y="7654"/>
                  </a:cubicBezTo>
                  <a:cubicBezTo>
                    <a:pt x="2000" y="7633"/>
                    <a:pt x="1988" y="7625"/>
                    <a:pt x="1988" y="7604"/>
                  </a:cubicBezTo>
                  <a:cubicBezTo>
                    <a:pt x="1914" y="7613"/>
                    <a:pt x="1873" y="7639"/>
                    <a:pt x="1798" y="7639"/>
                  </a:cubicBezTo>
                  <a:cubicBezTo>
                    <a:pt x="1665" y="7639"/>
                    <a:pt x="1665" y="7465"/>
                    <a:pt x="1644" y="7337"/>
                  </a:cubicBezTo>
                  <a:cubicBezTo>
                    <a:pt x="1626" y="7224"/>
                    <a:pt x="1564" y="7172"/>
                    <a:pt x="1537" y="7058"/>
                  </a:cubicBezTo>
                  <a:cubicBezTo>
                    <a:pt x="1552" y="6997"/>
                    <a:pt x="1597" y="6960"/>
                    <a:pt x="1597" y="6896"/>
                  </a:cubicBezTo>
                  <a:cubicBezTo>
                    <a:pt x="1597" y="6742"/>
                    <a:pt x="1288" y="6794"/>
                    <a:pt x="1288" y="6640"/>
                  </a:cubicBezTo>
                  <a:cubicBezTo>
                    <a:pt x="1288" y="6428"/>
                    <a:pt x="1454" y="6344"/>
                    <a:pt x="1597" y="6187"/>
                  </a:cubicBezTo>
                  <a:cubicBezTo>
                    <a:pt x="1739" y="6030"/>
                    <a:pt x="1813" y="5839"/>
                    <a:pt x="2030" y="5839"/>
                  </a:cubicBezTo>
                  <a:cubicBezTo>
                    <a:pt x="2083" y="5839"/>
                    <a:pt x="2125" y="5830"/>
                    <a:pt x="2167" y="5862"/>
                  </a:cubicBezTo>
                  <a:cubicBezTo>
                    <a:pt x="2229" y="5908"/>
                    <a:pt x="2193" y="5981"/>
                    <a:pt x="2202" y="6060"/>
                  </a:cubicBezTo>
                  <a:cubicBezTo>
                    <a:pt x="2211" y="6138"/>
                    <a:pt x="2288" y="6176"/>
                    <a:pt x="2368" y="6176"/>
                  </a:cubicBezTo>
                  <a:cubicBezTo>
                    <a:pt x="2567" y="6176"/>
                    <a:pt x="2668" y="6068"/>
                    <a:pt x="2867" y="6048"/>
                  </a:cubicBezTo>
                  <a:cubicBezTo>
                    <a:pt x="2971" y="6036"/>
                    <a:pt x="3054" y="5981"/>
                    <a:pt x="3081" y="5885"/>
                  </a:cubicBezTo>
                  <a:cubicBezTo>
                    <a:pt x="3110" y="5778"/>
                    <a:pt x="3098" y="5670"/>
                    <a:pt x="3199" y="5618"/>
                  </a:cubicBezTo>
                  <a:cubicBezTo>
                    <a:pt x="3300" y="5566"/>
                    <a:pt x="3288" y="5456"/>
                    <a:pt x="3365" y="5374"/>
                  </a:cubicBezTo>
                  <a:cubicBezTo>
                    <a:pt x="3407" y="5331"/>
                    <a:pt x="3463" y="5357"/>
                    <a:pt x="3520" y="5340"/>
                  </a:cubicBezTo>
                  <a:cubicBezTo>
                    <a:pt x="3632" y="5302"/>
                    <a:pt x="3695" y="5258"/>
                    <a:pt x="3805" y="5211"/>
                  </a:cubicBezTo>
                  <a:cubicBezTo>
                    <a:pt x="3929" y="5157"/>
                    <a:pt x="3971" y="5061"/>
                    <a:pt x="4042" y="4944"/>
                  </a:cubicBezTo>
                  <a:cubicBezTo>
                    <a:pt x="4182" y="4718"/>
                    <a:pt x="4155" y="4529"/>
                    <a:pt x="4303" y="4305"/>
                  </a:cubicBezTo>
                  <a:cubicBezTo>
                    <a:pt x="4363" y="4216"/>
                    <a:pt x="4505" y="4247"/>
                    <a:pt x="4529" y="4143"/>
                  </a:cubicBezTo>
                  <a:cubicBezTo>
                    <a:pt x="4547" y="4067"/>
                    <a:pt x="4526" y="4018"/>
                    <a:pt x="4553" y="3946"/>
                  </a:cubicBezTo>
                  <a:cubicBezTo>
                    <a:pt x="4624" y="3760"/>
                    <a:pt x="4754" y="3699"/>
                    <a:pt x="4873" y="3539"/>
                  </a:cubicBezTo>
                  <a:cubicBezTo>
                    <a:pt x="4947" y="3438"/>
                    <a:pt x="4980" y="3368"/>
                    <a:pt x="5063" y="3272"/>
                  </a:cubicBezTo>
                  <a:cubicBezTo>
                    <a:pt x="5149" y="3171"/>
                    <a:pt x="5229" y="3106"/>
                    <a:pt x="5229" y="2973"/>
                  </a:cubicBezTo>
                  <a:lnTo>
                    <a:pt x="5229" y="2723"/>
                  </a:lnTo>
                  <a:cubicBezTo>
                    <a:pt x="5229" y="2593"/>
                    <a:pt x="5396" y="2584"/>
                    <a:pt x="5526" y="2552"/>
                  </a:cubicBezTo>
                  <a:lnTo>
                    <a:pt x="5538" y="2505"/>
                  </a:lnTo>
                  <a:cubicBezTo>
                    <a:pt x="5493" y="2451"/>
                    <a:pt x="5445" y="2424"/>
                    <a:pt x="5372" y="2412"/>
                  </a:cubicBezTo>
                  <a:cubicBezTo>
                    <a:pt x="5259" y="2378"/>
                    <a:pt x="5206" y="2328"/>
                    <a:pt x="5087" y="2319"/>
                  </a:cubicBezTo>
                  <a:cubicBezTo>
                    <a:pt x="5087" y="2229"/>
                    <a:pt x="5072" y="2166"/>
                    <a:pt x="5015" y="2099"/>
                  </a:cubicBezTo>
                  <a:cubicBezTo>
                    <a:pt x="4992" y="2070"/>
                    <a:pt x="4932" y="2070"/>
                    <a:pt x="4932" y="2029"/>
                  </a:cubicBezTo>
                  <a:cubicBezTo>
                    <a:pt x="4932" y="1922"/>
                    <a:pt x="5003" y="1869"/>
                    <a:pt x="5003" y="1762"/>
                  </a:cubicBezTo>
                  <a:cubicBezTo>
                    <a:pt x="5003" y="1606"/>
                    <a:pt x="4983" y="1515"/>
                    <a:pt x="4932" y="1367"/>
                  </a:cubicBezTo>
                  <a:cubicBezTo>
                    <a:pt x="4915" y="1312"/>
                    <a:pt x="4861" y="1288"/>
                    <a:pt x="4861" y="1228"/>
                  </a:cubicBezTo>
                  <a:cubicBezTo>
                    <a:pt x="4861" y="1120"/>
                    <a:pt x="5003" y="1091"/>
                    <a:pt x="5003" y="984"/>
                  </a:cubicBezTo>
                  <a:cubicBezTo>
                    <a:pt x="5003" y="876"/>
                    <a:pt x="4882" y="856"/>
                    <a:pt x="4802" y="786"/>
                  </a:cubicBezTo>
                  <a:cubicBezTo>
                    <a:pt x="4917" y="630"/>
                    <a:pt x="5069" y="578"/>
                    <a:pt x="5268" y="578"/>
                  </a:cubicBezTo>
                  <a:lnTo>
                    <a:pt x="5546" y="578"/>
                  </a:lnTo>
                  <a:cubicBezTo>
                    <a:pt x="5653" y="578"/>
                    <a:pt x="5716" y="601"/>
                    <a:pt x="5823" y="601"/>
                  </a:cubicBezTo>
                  <a:cubicBezTo>
                    <a:pt x="6009" y="601"/>
                    <a:pt x="6149" y="650"/>
                    <a:pt x="6298" y="542"/>
                  </a:cubicBezTo>
                  <a:cubicBezTo>
                    <a:pt x="6405" y="464"/>
                    <a:pt x="6440" y="360"/>
                    <a:pt x="6571" y="322"/>
                  </a:cubicBezTo>
                  <a:cubicBezTo>
                    <a:pt x="6663" y="296"/>
                    <a:pt x="6728" y="307"/>
                    <a:pt x="6820" y="275"/>
                  </a:cubicBezTo>
                  <a:cubicBezTo>
                    <a:pt x="6959" y="226"/>
                    <a:pt x="6989" y="101"/>
                    <a:pt x="7129" y="55"/>
                  </a:cubicBezTo>
                  <a:cubicBezTo>
                    <a:pt x="7202" y="32"/>
                    <a:pt x="7253" y="29"/>
                    <a:pt x="7325" y="0"/>
                  </a:cubicBezTo>
                  <a:close/>
                  <a:moveTo>
                    <a:pt x="18858" y="18917"/>
                  </a:moveTo>
                  <a:cubicBezTo>
                    <a:pt x="18854" y="18943"/>
                    <a:pt x="18852" y="18956"/>
                    <a:pt x="18852" y="18982"/>
                  </a:cubicBezTo>
                  <a:cubicBezTo>
                    <a:pt x="18852" y="19031"/>
                    <a:pt x="18875" y="19056"/>
                    <a:pt x="18893" y="19102"/>
                  </a:cubicBezTo>
                  <a:cubicBezTo>
                    <a:pt x="18911" y="19149"/>
                    <a:pt x="18930" y="19198"/>
                    <a:pt x="18982" y="19201"/>
                  </a:cubicBezTo>
                  <a:cubicBezTo>
                    <a:pt x="19006" y="19126"/>
                    <a:pt x="19012" y="19078"/>
                    <a:pt x="19012" y="18998"/>
                  </a:cubicBezTo>
                  <a:cubicBezTo>
                    <a:pt x="19012" y="18962"/>
                    <a:pt x="19039" y="18921"/>
                    <a:pt x="19006" y="18905"/>
                  </a:cubicBezTo>
                  <a:cubicBezTo>
                    <a:pt x="18956" y="18879"/>
                    <a:pt x="18916" y="18917"/>
                    <a:pt x="18858" y="18917"/>
                  </a:cubicBezTo>
                  <a:cubicBezTo>
                    <a:pt x="18858" y="18917"/>
                    <a:pt x="18858" y="18917"/>
                    <a:pt x="18858" y="18917"/>
                  </a:cubicBezTo>
                  <a:close/>
                  <a:moveTo>
                    <a:pt x="19148" y="17789"/>
                  </a:moveTo>
                  <a:cubicBezTo>
                    <a:pt x="19148" y="17773"/>
                    <a:pt x="19144" y="17765"/>
                    <a:pt x="19142" y="17749"/>
                  </a:cubicBezTo>
                  <a:lnTo>
                    <a:pt x="19096" y="17749"/>
                  </a:lnTo>
                  <a:cubicBezTo>
                    <a:pt x="19024" y="17749"/>
                    <a:pt x="19064" y="17857"/>
                    <a:pt x="19041" y="17923"/>
                  </a:cubicBezTo>
                  <a:cubicBezTo>
                    <a:pt x="19027" y="17968"/>
                    <a:pt x="18976" y="17980"/>
                    <a:pt x="18976" y="18028"/>
                  </a:cubicBezTo>
                  <a:cubicBezTo>
                    <a:pt x="18976" y="18096"/>
                    <a:pt x="19028" y="18125"/>
                    <a:pt x="19077" y="18173"/>
                  </a:cubicBezTo>
                  <a:cubicBezTo>
                    <a:pt x="19132" y="18113"/>
                    <a:pt x="19107" y="18048"/>
                    <a:pt x="19125" y="17970"/>
                  </a:cubicBezTo>
                  <a:cubicBezTo>
                    <a:pt x="19141" y="17901"/>
                    <a:pt x="19148" y="17860"/>
                    <a:pt x="19148" y="17789"/>
                  </a:cubicBezTo>
                  <a:cubicBezTo>
                    <a:pt x="19148" y="17789"/>
                    <a:pt x="19148" y="17789"/>
                    <a:pt x="19148" y="17789"/>
                  </a:cubicBezTo>
                  <a:close/>
                  <a:moveTo>
                    <a:pt x="19208" y="17285"/>
                  </a:moveTo>
                  <a:cubicBezTo>
                    <a:pt x="19193" y="17262"/>
                    <a:pt x="19172" y="17250"/>
                    <a:pt x="19142" y="17250"/>
                  </a:cubicBezTo>
                  <a:cubicBezTo>
                    <a:pt x="19080" y="17250"/>
                    <a:pt x="19070" y="17324"/>
                    <a:pt x="19060" y="17383"/>
                  </a:cubicBezTo>
                  <a:cubicBezTo>
                    <a:pt x="19053" y="17423"/>
                    <a:pt x="19028" y="17445"/>
                    <a:pt x="19018" y="17482"/>
                  </a:cubicBezTo>
                  <a:cubicBezTo>
                    <a:pt x="19003" y="17536"/>
                    <a:pt x="19018" y="17571"/>
                    <a:pt x="19012" y="17627"/>
                  </a:cubicBezTo>
                  <a:cubicBezTo>
                    <a:pt x="19028" y="17629"/>
                    <a:pt x="19037" y="17633"/>
                    <a:pt x="19053" y="17633"/>
                  </a:cubicBezTo>
                  <a:cubicBezTo>
                    <a:pt x="19112" y="17633"/>
                    <a:pt x="19119" y="17565"/>
                    <a:pt x="19160" y="17529"/>
                  </a:cubicBezTo>
                  <a:cubicBezTo>
                    <a:pt x="19233" y="17463"/>
                    <a:pt x="19239" y="17378"/>
                    <a:pt x="19208" y="17285"/>
                  </a:cubicBezTo>
                  <a:cubicBezTo>
                    <a:pt x="19208" y="17285"/>
                    <a:pt x="19208" y="17285"/>
                    <a:pt x="19208" y="17285"/>
                  </a:cubicBezTo>
                  <a:close/>
                  <a:moveTo>
                    <a:pt x="19296" y="16692"/>
                  </a:moveTo>
                  <a:cubicBezTo>
                    <a:pt x="19282" y="16678"/>
                    <a:pt x="19270" y="16669"/>
                    <a:pt x="19249" y="16669"/>
                  </a:cubicBezTo>
                  <a:cubicBezTo>
                    <a:pt x="19150" y="16669"/>
                    <a:pt x="19132" y="16788"/>
                    <a:pt x="19119" y="16884"/>
                  </a:cubicBezTo>
                  <a:cubicBezTo>
                    <a:pt x="19105" y="16981"/>
                    <a:pt x="19066" y="17033"/>
                    <a:pt x="19066" y="17132"/>
                  </a:cubicBezTo>
                  <a:lnTo>
                    <a:pt x="19066" y="17174"/>
                  </a:lnTo>
                  <a:lnTo>
                    <a:pt x="19112" y="17174"/>
                  </a:lnTo>
                  <a:cubicBezTo>
                    <a:pt x="19211" y="17174"/>
                    <a:pt x="19173" y="17032"/>
                    <a:pt x="19231" y="16954"/>
                  </a:cubicBezTo>
                  <a:cubicBezTo>
                    <a:pt x="19294" y="16870"/>
                    <a:pt x="19315" y="16797"/>
                    <a:pt x="19296" y="16692"/>
                  </a:cubicBezTo>
                  <a:cubicBezTo>
                    <a:pt x="19296" y="16692"/>
                    <a:pt x="19296" y="16692"/>
                    <a:pt x="19296" y="16692"/>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71" name="Shape 4957"/>
            <p:cNvSpPr/>
            <p:nvPr/>
          </p:nvSpPr>
          <p:spPr>
            <a:xfrm>
              <a:off x="4405464" y="4283705"/>
              <a:ext cx="646900" cy="1477107"/>
            </a:xfrm>
            <a:custGeom>
              <a:avLst/>
              <a:gdLst/>
              <a:ahLst/>
              <a:cxnLst>
                <a:cxn ang="0">
                  <a:pos x="wd2" y="hd2"/>
                </a:cxn>
                <a:cxn ang="5400000">
                  <a:pos x="wd2" y="hd2"/>
                </a:cxn>
                <a:cxn ang="10800000">
                  <a:pos x="wd2" y="hd2"/>
                </a:cxn>
                <a:cxn ang="16200000">
                  <a:pos x="wd2" y="hd2"/>
                </a:cxn>
              </a:cxnLst>
              <a:rect l="0" t="0" r="r" b="b"/>
              <a:pathLst>
                <a:path w="21600" h="21600" extrusionOk="0">
                  <a:moveTo>
                    <a:pt x="361" y="8443"/>
                  </a:moveTo>
                  <a:cubicBezTo>
                    <a:pt x="361" y="8706"/>
                    <a:pt x="679" y="8873"/>
                    <a:pt x="679" y="9135"/>
                  </a:cubicBezTo>
                  <a:cubicBezTo>
                    <a:pt x="679" y="9336"/>
                    <a:pt x="169" y="9376"/>
                    <a:pt x="0" y="9564"/>
                  </a:cubicBezTo>
                  <a:cubicBezTo>
                    <a:pt x="609" y="9740"/>
                    <a:pt x="579" y="10016"/>
                    <a:pt x="639" y="10340"/>
                  </a:cubicBezTo>
                  <a:lnTo>
                    <a:pt x="638" y="10340"/>
                  </a:lnTo>
                  <a:cubicBezTo>
                    <a:pt x="1135" y="10530"/>
                    <a:pt x="1561" y="10610"/>
                    <a:pt x="2241" y="10633"/>
                  </a:cubicBezTo>
                  <a:cubicBezTo>
                    <a:pt x="2545" y="10641"/>
                    <a:pt x="2745" y="10671"/>
                    <a:pt x="2960" y="10764"/>
                  </a:cubicBezTo>
                  <a:cubicBezTo>
                    <a:pt x="3045" y="10802"/>
                    <a:pt x="3075" y="10845"/>
                    <a:pt x="3179" y="10869"/>
                  </a:cubicBezTo>
                  <a:cubicBezTo>
                    <a:pt x="3549" y="10959"/>
                    <a:pt x="3694" y="11062"/>
                    <a:pt x="3919" y="11220"/>
                  </a:cubicBezTo>
                  <a:cubicBezTo>
                    <a:pt x="4025" y="11294"/>
                    <a:pt x="4180" y="11331"/>
                    <a:pt x="4180" y="11422"/>
                  </a:cubicBezTo>
                  <a:cubicBezTo>
                    <a:pt x="4180" y="11513"/>
                    <a:pt x="4134" y="11581"/>
                    <a:pt x="3980" y="11641"/>
                  </a:cubicBezTo>
                  <a:cubicBezTo>
                    <a:pt x="3774" y="11719"/>
                    <a:pt x="3400" y="11695"/>
                    <a:pt x="3400" y="11815"/>
                  </a:cubicBezTo>
                  <a:cubicBezTo>
                    <a:pt x="3400" y="11865"/>
                    <a:pt x="3484" y="11912"/>
                    <a:pt x="3601" y="11912"/>
                  </a:cubicBezTo>
                  <a:cubicBezTo>
                    <a:pt x="3741" y="11912"/>
                    <a:pt x="3819" y="11876"/>
                    <a:pt x="3959" y="11876"/>
                  </a:cubicBezTo>
                  <a:cubicBezTo>
                    <a:pt x="4335" y="11876"/>
                    <a:pt x="4320" y="12087"/>
                    <a:pt x="4639" y="12175"/>
                  </a:cubicBezTo>
                  <a:cubicBezTo>
                    <a:pt x="4890" y="12242"/>
                    <a:pt x="5179" y="12273"/>
                    <a:pt x="5199" y="12402"/>
                  </a:cubicBezTo>
                  <a:cubicBezTo>
                    <a:pt x="5209" y="12483"/>
                    <a:pt x="5179" y="12540"/>
                    <a:pt x="5261" y="12612"/>
                  </a:cubicBezTo>
                  <a:cubicBezTo>
                    <a:pt x="5359" y="12700"/>
                    <a:pt x="5524" y="12717"/>
                    <a:pt x="5699" y="12779"/>
                  </a:cubicBezTo>
                  <a:cubicBezTo>
                    <a:pt x="5895" y="12847"/>
                    <a:pt x="5900" y="12932"/>
                    <a:pt x="5900" y="13042"/>
                  </a:cubicBezTo>
                  <a:cubicBezTo>
                    <a:pt x="6000" y="13146"/>
                    <a:pt x="6020" y="13217"/>
                    <a:pt x="6020" y="13330"/>
                  </a:cubicBezTo>
                  <a:cubicBezTo>
                    <a:pt x="6020" y="13582"/>
                    <a:pt x="5870" y="13718"/>
                    <a:pt x="5720" y="13961"/>
                  </a:cubicBezTo>
                  <a:cubicBezTo>
                    <a:pt x="5635" y="14102"/>
                    <a:pt x="5500" y="14174"/>
                    <a:pt x="5500" y="14318"/>
                  </a:cubicBezTo>
                  <a:lnTo>
                    <a:pt x="5500" y="14513"/>
                  </a:lnTo>
                  <a:lnTo>
                    <a:pt x="5379" y="14942"/>
                  </a:lnTo>
                  <a:lnTo>
                    <a:pt x="5379" y="15161"/>
                  </a:lnTo>
                  <a:lnTo>
                    <a:pt x="5421" y="15196"/>
                  </a:lnTo>
                  <a:cubicBezTo>
                    <a:pt x="5685" y="15139"/>
                    <a:pt x="5865" y="15107"/>
                    <a:pt x="6020" y="14995"/>
                  </a:cubicBezTo>
                  <a:cubicBezTo>
                    <a:pt x="6220" y="14854"/>
                    <a:pt x="6225" y="14737"/>
                    <a:pt x="6540" y="14644"/>
                  </a:cubicBezTo>
                  <a:cubicBezTo>
                    <a:pt x="6740" y="14868"/>
                    <a:pt x="6709" y="15003"/>
                    <a:pt x="6799" y="15240"/>
                  </a:cubicBezTo>
                  <a:lnTo>
                    <a:pt x="7054" y="15240"/>
                  </a:lnTo>
                  <a:cubicBezTo>
                    <a:pt x="7305" y="15240"/>
                    <a:pt x="7430" y="15154"/>
                    <a:pt x="7540" y="15056"/>
                  </a:cubicBezTo>
                  <a:cubicBezTo>
                    <a:pt x="7634" y="14971"/>
                    <a:pt x="7540" y="14828"/>
                    <a:pt x="7760" y="14828"/>
                  </a:cubicBezTo>
                  <a:cubicBezTo>
                    <a:pt x="7924" y="14828"/>
                    <a:pt x="7964" y="14903"/>
                    <a:pt x="8100" y="14942"/>
                  </a:cubicBezTo>
                  <a:cubicBezTo>
                    <a:pt x="8304" y="15001"/>
                    <a:pt x="8429" y="15051"/>
                    <a:pt x="8519" y="15152"/>
                  </a:cubicBezTo>
                  <a:cubicBezTo>
                    <a:pt x="8571" y="15207"/>
                    <a:pt x="8584" y="15275"/>
                    <a:pt x="8720" y="15275"/>
                  </a:cubicBezTo>
                  <a:cubicBezTo>
                    <a:pt x="8930" y="15275"/>
                    <a:pt x="8954" y="15165"/>
                    <a:pt x="9038" y="15082"/>
                  </a:cubicBezTo>
                  <a:cubicBezTo>
                    <a:pt x="9175" y="14951"/>
                    <a:pt x="9360" y="14905"/>
                    <a:pt x="9560" y="14793"/>
                  </a:cubicBezTo>
                  <a:cubicBezTo>
                    <a:pt x="9854" y="14631"/>
                    <a:pt x="10039" y="14535"/>
                    <a:pt x="10440" y="14426"/>
                  </a:cubicBezTo>
                  <a:cubicBezTo>
                    <a:pt x="10635" y="14373"/>
                    <a:pt x="10735" y="14316"/>
                    <a:pt x="10840" y="14224"/>
                  </a:cubicBezTo>
                  <a:cubicBezTo>
                    <a:pt x="10889" y="14178"/>
                    <a:pt x="10884" y="14121"/>
                    <a:pt x="10999" y="14110"/>
                  </a:cubicBezTo>
                  <a:cubicBezTo>
                    <a:pt x="11119" y="14099"/>
                    <a:pt x="11214" y="14121"/>
                    <a:pt x="11319" y="14092"/>
                  </a:cubicBezTo>
                  <a:cubicBezTo>
                    <a:pt x="11690" y="13990"/>
                    <a:pt x="11830" y="13845"/>
                    <a:pt x="11830" y="13653"/>
                  </a:cubicBezTo>
                  <a:lnTo>
                    <a:pt x="11830" y="13409"/>
                  </a:lnTo>
                  <a:cubicBezTo>
                    <a:pt x="12004" y="13427"/>
                    <a:pt x="12040" y="13493"/>
                    <a:pt x="12140" y="13558"/>
                  </a:cubicBezTo>
                  <a:cubicBezTo>
                    <a:pt x="12319" y="13678"/>
                    <a:pt x="12449" y="13745"/>
                    <a:pt x="12559" y="13883"/>
                  </a:cubicBezTo>
                  <a:cubicBezTo>
                    <a:pt x="12689" y="14040"/>
                    <a:pt x="12859" y="14112"/>
                    <a:pt x="13101" y="14242"/>
                  </a:cubicBezTo>
                  <a:cubicBezTo>
                    <a:pt x="13335" y="14369"/>
                    <a:pt x="13550" y="14461"/>
                    <a:pt x="13924" y="14461"/>
                  </a:cubicBezTo>
                  <a:cubicBezTo>
                    <a:pt x="13999" y="14461"/>
                    <a:pt x="14044" y="14454"/>
                    <a:pt x="14120" y="14451"/>
                  </a:cubicBezTo>
                  <a:cubicBezTo>
                    <a:pt x="14120" y="14839"/>
                    <a:pt x="14304" y="15056"/>
                    <a:pt x="14519" y="15433"/>
                  </a:cubicBezTo>
                  <a:cubicBezTo>
                    <a:pt x="14634" y="15636"/>
                    <a:pt x="14639" y="15770"/>
                    <a:pt x="14920" y="15941"/>
                  </a:cubicBezTo>
                  <a:cubicBezTo>
                    <a:pt x="15099" y="16050"/>
                    <a:pt x="15369" y="16071"/>
                    <a:pt x="15440" y="16203"/>
                  </a:cubicBezTo>
                  <a:cubicBezTo>
                    <a:pt x="15469" y="16260"/>
                    <a:pt x="15419" y="16297"/>
                    <a:pt x="15419" y="16357"/>
                  </a:cubicBezTo>
                  <a:cubicBezTo>
                    <a:pt x="15419" y="16532"/>
                    <a:pt x="15759" y="16594"/>
                    <a:pt x="15980" y="16737"/>
                  </a:cubicBezTo>
                  <a:cubicBezTo>
                    <a:pt x="16254" y="16919"/>
                    <a:pt x="16318" y="17053"/>
                    <a:pt x="16618" y="17229"/>
                  </a:cubicBezTo>
                  <a:cubicBezTo>
                    <a:pt x="16874" y="17377"/>
                    <a:pt x="17119" y="17449"/>
                    <a:pt x="17219" y="17631"/>
                  </a:cubicBezTo>
                  <a:cubicBezTo>
                    <a:pt x="17283" y="17747"/>
                    <a:pt x="17409" y="17799"/>
                    <a:pt x="17501" y="17912"/>
                  </a:cubicBezTo>
                  <a:cubicBezTo>
                    <a:pt x="17598" y="18032"/>
                    <a:pt x="17704" y="18091"/>
                    <a:pt x="17838" y="18200"/>
                  </a:cubicBezTo>
                  <a:cubicBezTo>
                    <a:pt x="18194" y="18483"/>
                    <a:pt x="18379" y="18664"/>
                    <a:pt x="18379" y="18988"/>
                  </a:cubicBezTo>
                  <a:cubicBezTo>
                    <a:pt x="18457" y="19061"/>
                    <a:pt x="18475" y="19115"/>
                    <a:pt x="18475" y="19197"/>
                  </a:cubicBezTo>
                  <a:lnTo>
                    <a:pt x="18475" y="19516"/>
                  </a:lnTo>
                  <a:cubicBezTo>
                    <a:pt x="18475" y="19560"/>
                    <a:pt x="18420" y="19580"/>
                    <a:pt x="18420" y="19623"/>
                  </a:cubicBezTo>
                  <a:cubicBezTo>
                    <a:pt x="18420" y="19748"/>
                    <a:pt x="18499" y="19818"/>
                    <a:pt x="18499" y="19943"/>
                  </a:cubicBezTo>
                  <a:cubicBezTo>
                    <a:pt x="18499" y="20239"/>
                    <a:pt x="18379" y="20401"/>
                    <a:pt x="18278" y="20697"/>
                  </a:cubicBezTo>
                  <a:cubicBezTo>
                    <a:pt x="18250" y="20784"/>
                    <a:pt x="18149" y="20822"/>
                    <a:pt x="18098" y="20907"/>
                  </a:cubicBezTo>
                  <a:cubicBezTo>
                    <a:pt x="17993" y="21075"/>
                    <a:pt x="17938" y="21172"/>
                    <a:pt x="17938" y="21344"/>
                  </a:cubicBezTo>
                  <a:cubicBezTo>
                    <a:pt x="17938" y="21395"/>
                    <a:pt x="17968" y="21424"/>
                    <a:pt x="18020" y="21467"/>
                  </a:cubicBezTo>
                  <a:cubicBezTo>
                    <a:pt x="18068" y="21511"/>
                    <a:pt x="18238" y="21500"/>
                    <a:pt x="18238" y="21550"/>
                  </a:cubicBezTo>
                  <a:cubicBezTo>
                    <a:pt x="18238" y="21568"/>
                    <a:pt x="18238" y="21584"/>
                    <a:pt x="18237" y="21600"/>
                  </a:cubicBezTo>
                  <a:lnTo>
                    <a:pt x="18237" y="21600"/>
                  </a:lnTo>
                  <a:cubicBezTo>
                    <a:pt x="18426" y="21482"/>
                    <a:pt x="18720" y="21476"/>
                    <a:pt x="18958" y="21371"/>
                  </a:cubicBezTo>
                  <a:cubicBezTo>
                    <a:pt x="19229" y="21253"/>
                    <a:pt x="19179" y="21121"/>
                    <a:pt x="19239" y="20951"/>
                  </a:cubicBezTo>
                  <a:cubicBezTo>
                    <a:pt x="19448" y="20640"/>
                    <a:pt x="19558" y="20438"/>
                    <a:pt x="19880" y="20144"/>
                  </a:cubicBezTo>
                  <a:cubicBezTo>
                    <a:pt x="20139" y="19899"/>
                    <a:pt x="20599" y="19794"/>
                    <a:pt x="20599" y="19522"/>
                  </a:cubicBezTo>
                  <a:cubicBezTo>
                    <a:pt x="20599" y="19181"/>
                    <a:pt x="20319" y="18988"/>
                    <a:pt x="20039" y="18673"/>
                  </a:cubicBezTo>
                  <a:cubicBezTo>
                    <a:pt x="19628" y="18204"/>
                    <a:pt x="19410" y="17924"/>
                    <a:pt x="19199" y="17430"/>
                  </a:cubicBezTo>
                  <a:cubicBezTo>
                    <a:pt x="19090" y="17162"/>
                    <a:pt x="18679" y="17066"/>
                    <a:pt x="18199" y="16887"/>
                  </a:cubicBezTo>
                  <a:cubicBezTo>
                    <a:pt x="17898" y="16777"/>
                    <a:pt x="17938" y="16632"/>
                    <a:pt x="17759" y="16483"/>
                  </a:cubicBezTo>
                  <a:cubicBezTo>
                    <a:pt x="17549" y="16317"/>
                    <a:pt x="17079" y="16365"/>
                    <a:pt x="16800" y="16220"/>
                  </a:cubicBezTo>
                  <a:cubicBezTo>
                    <a:pt x="16570" y="16102"/>
                    <a:pt x="16760" y="15962"/>
                    <a:pt x="16638" y="15818"/>
                  </a:cubicBezTo>
                  <a:cubicBezTo>
                    <a:pt x="16530" y="15691"/>
                    <a:pt x="16339" y="15651"/>
                    <a:pt x="16118" y="15555"/>
                  </a:cubicBezTo>
                  <a:cubicBezTo>
                    <a:pt x="16688" y="15494"/>
                    <a:pt x="17000" y="15358"/>
                    <a:pt x="17279" y="15135"/>
                  </a:cubicBezTo>
                  <a:cubicBezTo>
                    <a:pt x="17439" y="15008"/>
                    <a:pt x="17719" y="14951"/>
                    <a:pt x="17719" y="14802"/>
                  </a:cubicBezTo>
                  <a:cubicBezTo>
                    <a:pt x="17719" y="14413"/>
                    <a:pt x="17468" y="14202"/>
                    <a:pt x="17159" y="13839"/>
                  </a:cubicBezTo>
                  <a:cubicBezTo>
                    <a:pt x="17059" y="13716"/>
                    <a:pt x="16748" y="13729"/>
                    <a:pt x="16560" y="13629"/>
                  </a:cubicBezTo>
                  <a:cubicBezTo>
                    <a:pt x="16390" y="13536"/>
                    <a:pt x="16488" y="13427"/>
                    <a:pt x="16399" y="13313"/>
                  </a:cubicBezTo>
                  <a:cubicBezTo>
                    <a:pt x="16259" y="13125"/>
                    <a:pt x="16139" y="12985"/>
                    <a:pt x="15759" y="12875"/>
                  </a:cubicBezTo>
                  <a:cubicBezTo>
                    <a:pt x="14869" y="12617"/>
                    <a:pt x="14259" y="12402"/>
                    <a:pt x="13999" y="11946"/>
                  </a:cubicBezTo>
                  <a:cubicBezTo>
                    <a:pt x="14189" y="11960"/>
                    <a:pt x="14320" y="11973"/>
                    <a:pt x="14479" y="11929"/>
                  </a:cubicBezTo>
                  <a:cubicBezTo>
                    <a:pt x="14758" y="11851"/>
                    <a:pt x="14558" y="11702"/>
                    <a:pt x="14558" y="11553"/>
                  </a:cubicBezTo>
                  <a:cubicBezTo>
                    <a:pt x="14558" y="11281"/>
                    <a:pt x="14279" y="11132"/>
                    <a:pt x="14279" y="10861"/>
                  </a:cubicBezTo>
                  <a:cubicBezTo>
                    <a:pt x="14279" y="10733"/>
                    <a:pt x="14528" y="10681"/>
                    <a:pt x="14599" y="10563"/>
                  </a:cubicBezTo>
                  <a:cubicBezTo>
                    <a:pt x="14669" y="10458"/>
                    <a:pt x="14459" y="10365"/>
                    <a:pt x="14599" y="10283"/>
                  </a:cubicBezTo>
                  <a:cubicBezTo>
                    <a:pt x="15040" y="10033"/>
                    <a:pt x="15729" y="10199"/>
                    <a:pt x="16439" y="10143"/>
                  </a:cubicBezTo>
                  <a:cubicBezTo>
                    <a:pt x="17039" y="10094"/>
                    <a:pt x="17159" y="9797"/>
                    <a:pt x="17159" y="9529"/>
                  </a:cubicBezTo>
                  <a:cubicBezTo>
                    <a:pt x="17309" y="9525"/>
                    <a:pt x="17400" y="9512"/>
                    <a:pt x="17549" y="9512"/>
                  </a:cubicBezTo>
                  <a:cubicBezTo>
                    <a:pt x="17759" y="9512"/>
                    <a:pt x="17829" y="9617"/>
                    <a:pt x="18038" y="9617"/>
                  </a:cubicBezTo>
                  <a:cubicBezTo>
                    <a:pt x="18369" y="9617"/>
                    <a:pt x="18290" y="9402"/>
                    <a:pt x="18559" y="9319"/>
                  </a:cubicBezTo>
                  <a:cubicBezTo>
                    <a:pt x="18669" y="9289"/>
                    <a:pt x="18790" y="9319"/>
                    <a:pt x="18918" y="9302"/>
                  </a:cubicBezTo>
                  <a:cubicBezTo>
                    <a:pt x="19169" y="9266"/>
                    <a:pt x="19288" y="9188"/>
                    <a:pt x="19558" y="9179"/>
                  </a:cubicBezTo>
                  <a:lnTo>
                    <a:pt x="19558" y="9179"/>
                  </a:lnTo>
                  <a:cubicBezTo>
                    <a:pt x="19499" y="9052"/>
                    <a:pt x="19439" y="8978"/>
                    <a:pt x="19439" y="8846"/>
                  </a:cubicBezTo>
                  <a:cubicBezTo>
                    <a:pt x="19439" y="8566"/>
                    <a:pt x="20149" y="8526"/>
                    <a:pt x="20518" y="8303"/>
                  </a:cubicBezTo>
                  <a:cubicBezTo>
                    <a:pt x="20788" y="8137"/>
                    <a:pt x="20708" y="7984"/>
                    <a:pt x="20878" y="7795"/>
                  </a:cubicBezTo>
                  <a:cubicBezTo>
                    <a:pt x="20969" y="7808"/>
                    <a:pt x="21018" y="7831"/>
                    <a:pt x="21118" y="7831"/>
                  </a:cubicBezTo>
                  <a:cubicBezTo>
                    <a:pt x="21459" y="7831"/>
                    <a:pt x="21549" y="7646"/>
                    <a:pt x="21600" y="7498"/>
                  </a:cubicBezTo>
                  <a:lnTo>
                    <a:pt x="21600" y="7498"/>
                  </a:lnTo>
                  <a:cubicBezTo>
                    <a:pt x="21530" y="7506"/>
                    <a:pt x="21518" y="7550"/>
                    <a:pt x="21438" y="7550"/>
                  </a:cubicBezTo>
                  <a:cubicBezTo>
                    <a:pt x="21050" y="7550"/>
                    <a:pt x="20829" y="7480"/>
                    <a:pt x="20439" y="7480"/>
                  </a:cubicBezTo>
                  <a:cubicBezTo>
                    <a:pt x="20169" y="7480"/>
                    <a:pt x="19988" y="7427"/>
                    <a:pt x="19759" y="7480"/>
                  </a:cubicBezTo>
                  <a:cubicBezTo>
                    <a:pt x="19588" y="7520"/>
                    <a:pt x="19518" y="7602"/>
                    <a:pt x="19318" y="7602"/>
                  </a:cubicBezTo>
                  <a:cubicBezTo>
                    <a:pt x="18809" y="7602"/>
                    <a:pt x="18599" y="7388"/>
                    <a:pt x="18479" y="7164"/>
                  </a:cubicBezTo>
                  <a:cubicBezTo>
                    <a:pt x="18199" y="7173"/>
                    <a:pt x="18078" y="7270"/>
                    <a:pt x="17798" y="7270"/>
                  </a:cubicBezTo>
                  <a:cubicBezTo>
                    <a:pt x="17549" y="7270"/>
                    <a:pt x="17529" y="7143"/>
                    <a:pt x="17439" y="7042"/>
                  </a:cubicBezTo>
                  <a:cubicBezTo>
                    <a:pt x="17259" y="6849"/>
                    <a:pt x="17200" y="6718"/>
                    <a:pt x="17200" y="6508"/>
                  </a:cubicBezTo>
                  <a:cubicBezTo>
                    <a:pt x="17200" y="6284"/>
                    <a:pt x="17479" y="6114"/>
                    <a:pt x="17159" y="5939"/>
                  </a:cubicBezTo>
                  <a:cubicBezTo>
                    <a:pt x="16930" y="5811"/>
                    <a:pt x="16638" y="5816"/>
                    <a:pt x="16359" y="5711"/>
                  </a:cubicBezTo>
                  <a:cubicBezTo>
                    <a:pt x="16008" y="5580"/>
                    <a:pt x="15978" y="5431"/>
                    <a:pt x="15639" y="5290"/>
                  </a:cubicBezTo>
                  <a:cubicBezTo>
                    <a:pt x="15080" y="5058"/>
                    <a:pt x="14469" y="5146"/>
                    <a:pt x="13760" y="5010"/>
                  </a:cubicBezTo>
                  <a:cubicBezTo>
                    <a:pt x="13390" y="4940"/>
                    <a:pt x="13438" y="4764"/>
                    <a:pt x="13360" y="4590"/>
                  </a:cubicBezTo>
                  <a:cubicBezTo>
                    <a:pt x="13330" y="4511"/>
                    <a:pt x="13239" y="4462"/>
                    <a:pt x="13239" y="4379"/>
                  </a:cubicBezTo>
                  <a:cubicBezTo>
                    <a:pt x="13239" y="4091"/>
                    <a:pt x="13489" y="3941"/>
                    <a:pt x="13760" y="3678"/>
                  </a:cubicBezTo>
                  <a:cubicBezTo>
                    <a:pt x="13960" y="3486"/>
                    <a:pt x="13969" y="3359"/>
                    <a:pt x="14120" y="3153"/>
                  </a:cubicBezTo>
                  <a:cubicBezTo>
                    <a:pt x="14369" y="2807"/>
                    <a:pt x="14599" y="2610"/>
                    <a:pt x="14599" y="2247"/>
                  </a:cubicBezTo>
                  <a:lnTo>
                    <a:pt x="14599" y="1888"/>
                  </a:lnTo>
                  <a:cubicBezTo>
                    <a:pt x="14599" y="1463"/>
                    <a:pt x="13899" y="1301"/>
                    <a:pt x="13360" y="946"/>
                  </a:cubicBezTo>
                  <a:cubicBezTo>
                    <a:pt x="13101" y="771"/>
                    <a:pt x="13000" y="648"/>
                    <a:pt x="12959" y="438"/>
                  </a:cubicBezTo>
                  <a:cubicBezTo>
                    <a:pt x="12929" y="232"/>
                    <a:pt x="12749" y="0"/>
                    <a:pt x="12279" y="0"/>
                  </a:cubicBezTo>
                  <a:cubicBezTo>
                    <a:pt x="11499" y="0"/>
                    <a:pt x="11359" y="355"/>
                    <a:pt x="10680" y="525"/>
                  </a:cubicBezTo>
                  <a:lnTo>
                    <a:pt x="10680" y="525"/>
                  </a:lnTo>
                  <a:cubicBezTo>
                    <a:pt x="10498" y="719"/>
                    <a:pt x="10358" y="863"/>
                    <a:pt x="9999" y="998"/>
                  </a:cubicBezTo>
                  <a:cubicBezTo>
                    <a:pt x="9779" y="1082"/>
                    <a:pt x="9530" y="1065"/>
                    <a:pt x="9320" y="1156"/>
                  </a:cubicBezTo>
                  <a:cubicBezTo>
                    <a:pt x="9609" y="1331"/>
                    <a:pt x="9849" y="1406"/>
                    <a:pt x="10200" y="1559"/>
                  </a:cubicBezTo>
                  <a:cubicBezTo>
                    <a:pt x="10291" y="1599"/>
                    <a:pt x="10480" y="1603"/>
                    <a:pt x="10480" y="1664"/>
                  </a:cubicBezTo>
                  <a:cubicBezTo>
                    <a:pt x="10480" y="1712"/>
                    <a:pt x="10450" y="1738"/>
                    <a:pt x="10440" y="1787"/>
                  </a:cubicBezTo>
                  <a:lnTo>
                    <a:pt x="9490" y="1787"/>
                  </a:lnTo>
                  <a:cubicBezTo>
                    <a:pt x="9209" y="1787"/>
                    <a:pt x="9060" y="1734"/>
                    <a:pt x="8780" y="1734"/>
                  </a:cubicBezTo>
                  <a:cubicBezTo>
                    <a:pt x="7989" y="1734"/>
                    <a:pt x="7250" y="1774"/>
                    <a:pt x="6919" y="2085"/>
                  </a:cubicBezTo>
                  <a:cubicBezTo>
                    <a:pt x="6780" y="2216"/>
                    <a:pt x="6819" y="2321"/>
                    <a:pt x="6799" y="2470"/>
                  </a:cubicBezTo>
                  <a:cubicBezTo>
                    <a:pt x="6359" y="2470"/>
                    <a:pt x="6000" y="2584"/>
                    <a:pt x="5880" y="2768"/>
                  </a:cubicBezTo>
                  <a:cubicBezTo>
                    <a:pt x="5570" y="2746"/>
                    <a:pt x="5349" y="2803"/>
                    <a:pt x="5119" y="2891"/>
                  </a:cubicBezTo>
                  <a:cubicBezTo>
                    <a:pt x="4960" y="3062"/>
                    <a:pt x="4960" y="3188"/>
                    <a:pt x="4799" y="3363"/>
                  </a:cubicBezTo>
                  <a:cubicBezTo>
                    <a:pt x="4699" y="3477"/>
                    <a:pt x="4780" y="3617"/>
                    <a:pt x="4520" y="3661"/>
                  </a:cubicBezTo>
                  <a:cubicBezTo>
                    <a:pt x="4390" y="3683"/>
                    <a:pt x="4290" y="3661"/>
                    <a:pt x="4160" y="3678"/>
                  </a:cubicBezTo>
                  <a:cubicBezTo>
                    <a:pt x="3819" y="3722"/>
                    <a:pt x="3880" y="3911"/>
                    <a:pt x="3880" y="4068"/>
                  </a:cubicBezTo>
                  <a:lnTo>
                    <a:pt x="3880" y="4410"/>
                  </a:lnTo>
                  <a:cubicBezTo>
                    <a:pt x="3880" y="4476"/>
                    <a:pt x="4080" y="4489"/>
                    <a:pt x="4080" y="4555"/>
                  </a:cubicBezTo>
                  <a:cubicBezTo>
                    <a:pt x="4080" y="4865"/>
                    <a:pt x="4029" y="5041"/>
                    <a:pt x="3880" y="5343"/>
                  </a:cubicBezTo>
                  <a:cubicBezTo>
                    <a:pt x="3779" y="5540"/>
                    <a:pt x="3749" y="5654"/>
                    <a:pt x="3641" y="5851"/>
                  </a:cubicBezTo>
                  <a:cubicBezTo>
                    <a:pt x="3561" y="5991"/>
                    <a:pt x="3530" y="6166"/>
                    <a:pt x="3200" y="6166"/>
                  </a:cubicBezTo>
                  <a:cubicBezTo>
                    <a:pt x="2870" y="6166"/>
                    <a:pt x="2770" y="6009"/>
                    <a:pt x="2440" y="6009"/>
                  </a:cubicBezTo>
                  <a:cubicBezTo>
                    <a:pt x="1810" y="6009"/>
                    <a:pt x="1720" y="6372"/>
                    <a:pt x="1720" y="6648"/>
                  </a:cubicBezTo>
                  <a:cubicBezTo>
                    <a:pt x="1720" y="6828"/>
                    <a:pt x="1840" y="6924"/>
                    <a:pt x="1840" y="7103"/>
                  </a:cubicBezTo>
                  <a:cubicBezTo>
                    <a:pt x="1840" y="7265"/>
                    <a:pt x="1520" y="7339"/>
                    <a:pt x="1520" y="7502"/>
                  </a:cubicBezTo>
                  <a:lnTo>
                    <a:pt x="1520" y="7860"/>
                  </a:lnTo>
                  <a:cubicBezTo>
                    <a:pt x="1520" y="7922"/>
                    <a:pt x="1640" y="7944"/>
                    <a:pt x="1640" y="8005"/>
                  </a:cubicBezTo>
                  <a:cubicBezTo>
                    <a:pt x="1640" y="8150"/>
                    <a:pt x="1500" y="8229"/>
                    <a:pt x="1480" y="8373"/>
                  </a:cubicBezTo>
                  <a:cubicBezTo>
                    <a:pt x="1159" y="8391"/>
                    <a:pt x="991" y="8443"/>
                    <a:pt x="670" y="8443"/>
                  </a:cubicBezTo>
                  <a:lnTo>
                    <a:pt x="361" y="8443"/>
                  </a:lnTo>
                  <a:cubicBezTo>
                    <a:pt x="361" y="8443"/>
                    <a:pt x="361" y="8443"/>
                    <a:pt x="361" y="8443"/>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72" name="Shape 4958"/>
            <p:cNvSpPr/>
            <p:nvPr/>
          </p:nvSpPr>
          <p:spPr>
            <a:xfrm>
              <a:off x="4051255" y="4494016"/>
              <a:ext cx="376121" cy="497436"/>
            </a:xfrm>
            <a:custGeom>
              <a:avLst/>
              <a:gdLst/>
              <a:ahLst/>
              <a:cxnLst>
                <a:cxn ang="0">
                  <a:pos x="wd2" y="hd2"/>
                </a:cxn>
                <a:cxn ang="5400000">
                  <a:pos x="wd2" y="hd2"/>
                </a:cxn>
                <a:cxn ang="10800000">
                  <a:pos x="wd2" y="hd2"/>
                </a:cxn>
                <a:cxn ang="16200000">
                  <a:pos x="wd2" y="hd2"/>
                </a:cxn>
              </a:cxnLst>
              <a:rect l="0" t="0" r="r" b="b"/>
              <a:pathLst>
                <a:path w="21600" h="21600" extrusionOk="0">
                  <a:moveTo>
                    <a:pt x="21529" y="21600"/>
                  </a:moveTo>
                  <a:cubicBezTo>
                    <a:pt x="21484" y="21572"/>
                    <a:pt x="21441" y="21541"/>
                    <a:pt x="21396" y="21509"/>
                  </a:cubicBezTo>
                  <a:cubicBezTo>
                    <a:pt x="20989" y="21229"/>
                    <a:pt x="20656" y="21145"/>
                    <a:pt x="20295" y="20832"/>
                  </a:cubicBezTo>
                  <a:cubicBezTo>
                    <a:pt x="19847" y="20442"/>
                    <a:pt x="19778" y="20129"/>
                    <a:pt x="19502" y="19662"/>
                  </a:cubicBezTo>
                  <a:cubicBezTo>
                    <a:pt x="19012" y="18817"/>
                    <a:pt x="18584" y="18382"/>
                    <a:pt x="18332" y="17477"/>
                  </a:cubicBezTo>
                  <a:cubicBezTo>
                    <a:pt x="18153" y="16827"/>
                    <a:pt x="17715" y="16547"/>
                    <a:pt x="17372" y="15943"/>
                  </a:cubicBezTo>
                  <a:cubicBezTo>
                    <a:pt x="17155" y="15573"/>
                    <a:pt x="16940" y="15371"/>
                    <a:pt x="16785" y="14980"/>
                  </a:cubicBezTo>
                  <a:cubicBezTo>
                    <a:pt x="16658" y="14648"/>
                    <a:pt x="16630" y="14388"/>
                    <a:pt x="16271" y="14175"/>
                  </a:cubicBezTo>
                  <a:cubicBezTo>
                    <a:pt x="16124" y="13867"/>
                    <a:pt x="15849" y="13791"/>
                    <a:pt x="15444" y="13681"/>
                  </a:cubicBezTo>
                  <a:cubicBezTo>
                    <a:pt x="14937" y="13539"/>
                    <a:pt x="14670" y="13370"/>
                    <a:pt x="14136" y="13316"/>
                  </a:cubicBezTo>
                  <a:cubicBezTo>
                    <a:pt x="13542" y="13259"/>
                    <a:pt x="13115" y="13311"/>
                    <a:pt x="12624" y="13057"/>
                  </a:cubicBezTo>
                  <a:cubicBezTo>
                    <a:pt x="11285" y="11873"/>
                    <a:pt x="12247" y="12348"/>
                    <a:pt x="12247" y="13611"/>
                  </a:cubicBezTo>
                  <a:lnTo>
                    <a:pt x="12247" y="14195"/>
                  </a:lnTo>
                  <a:cubicBezTo>
                    <a:pt x="12247" y="14455"/>
                    <a:pt x="12520" y="14565"/>
                    <a:pt x="12520" y="14826"/>
                  </a:cubicBezTo>
                  <a:cubicBezTo>
                    <a:pt x="12520" y="15236"/>
                    <a:pt x="11912" y="15273"/>
                    <a:pt x="11490" y="15527"/>
                  </a:cubicBezTo>
                  <a:cubicBezTo>
                    <a:pt x="11343" y="15612"/>
                    <a:pt x="11376" y="15839"/>
                    <a:pt x="11178" y="15839"/>
                  </a:cubicBezTo>
                  <a:cubicBezTo>
                    <a:pt x="10802" y="15839"/>
                    <a:pt x="10741" y="15533"/>
                    <a:pt x="10489" y="15319"/>
                  </a:cubicBezTo>
                  <a:lnTo>
                    <a:pt x="10317" y="15319"/>
                  </a:lnTo>
                  <a:cubicBezTo>
                    <a:pt x="10027" y="15885"/>
                    <a:pt x="9983" y="16234"/>
                    <a:pt x="9633" y="16775"/>
                  </a:cubicBezTo>
                  <a:cubicBezTo>
                    <a:pt x="9252" y="16620"/>
                    <a:pt x="9168" y="16282"/>
                    <a:pt x="8736" y="16282"/>
                  </a:cubicBezTo>
                  <a:cubicBezTo>
                    <a:pt x="8686" y="16282"/>
                    <a:pt x="8652" y="16306"/>
                    <a:pt x="8600" y="16306"/>
                  </a:cubicBezTo>
                  <a:cubicBezTo>
                    <a:pt x="8150" y="16529"/>
                    <a:pt x="7834" y="16575"/>
                    <a:pt x="7429" y="16827"/>
                  </a:cubicBezTo>
                  <a:cubicBezTo>
                    <a:pt x="7290" y="16916"/>
                    <a:pt x="7156" y="16998"/>
                    <a:pt x="7029" y="17076"/>
                  </a:cubicBezTo>
                  <a:lnTo>
                    <a:pt x="7029" y="17076"/>
                  </a:lnTo>
                  <a:cubicBezTo>
                    <a:pt x="5979" y="15698"/>
                    <a:pt x="6225" y="14629"/>
                    <a:pt x="5297" y="13212"/>
                  </a:cubicBezTo>
                  <a:cubicBezTo>
                    <a:pt x="4850" y="12537"/>
                    <a:pt x="4112" y="12355"/>
                    <a:pt x="3509" y="11756"/>
                  </a:cubicBezTo>
                  <a:cubicBezTo>
                    <a:pt x="2614" y="10872"/>
                    <a:pt x="3079" y="9846"/>
                    <a:pt x="1928" y="9156"/>
                  </a:cubicBezTo>
                  <a:cubicBezTo>
                    <a:pt x="1102" y="8661"/>
                    <a:pt x="964" y="8115"/>
                    <a:pt x="413" y="7440"/>
                  </a:cubicBezTo>
                  <a:cubicBezTo>
                    <a:pt x="172" y="7139"/>
                    <a:pt x="0" y="6945"/>
                    <a:pt x="0" y="6594"/>
                  </a:cubicBezTo>
                  <a:lnTo>
                    <a:pt x="0" y="6242"/>
                  </a:lnTo>
                  <a:cubicBezTo>
                    <a:pt x="947" y="6192"/>
                    <a:pt x="1928" y="5865"/>
                    <a:pt x="1928" y="5151"/>
                  </a:cubicBezTo>
                  <a:cubicBezTo>
                    <a:pt x="1928" y="4032"/>
                    <a:pt x="482" y="3615"/>
                    <a:pt x="482" y="2496"/>
                  </a:cubicBezTo>
                  <a:cubicBezTo>
                    <a:pt x="482" y="2380"/>
                    <a:pt x="740" y="2432"/>
                    <a:pt x="824" y="2341"/>
                  </a:cubicBezTo>
                  <a:cubicBezTo>
                    <a:pt x="1085" y="2068"/>
                    <a:pt x="912" y="1744"/>
                    <a:pt x="1168" y="1457"/>
                  </a:cubicBezTo>
                  <a:cubicBezTo>
                    <a:pt x="1272" y="1339"/>
                    <a:pt x="1564" y="1378"/>
                    <a:pt x="1650" y="1248"/>
                  </a:cubicBezTo>
                  <a:cubicBezTo>
                    <a:pt x="1960" y="807"/>
                    <a:pt x="1532" y="0"/>
                    <a:pt x="2201" y="0"/>
                  </a:cubicBezTo>
                  <a:cubicBezTo>
                    <a:pt x="2460" y="0"/>
                    <a:pt x="2494" y="260"/>
                    <a:pt x="2683" y="364"/>
                  </a:cubicBezTo>
                  <a:cubicBezTo>
                    <a:pt x="3318" y="742"/>
                    <a:pt x="3819" y="885"/>
                    <a:pt x="4471" y="1248"/>
                  </a:cubicBezTo>
                  <a:cubicBezTo>
                    <a:pt x="4936" y="1497"/>
                    <a:pt x="5056" y="1978"/>
                    <a:pt x="5642" y="1978"/>
                  </a:cubicBezTo>
                  <a:cubicBezTo>
                    <a:pt x="6293" y="1978"/>
                    <a:pt x="6365" y="1248"/>
                    <a:pt x="7019" y="1248"/>
                  </a:cubicBezTo>
                  <a:cubicBezTo>
                    <a:pt x="7415" y="1248"/>
                    <a:pt x="7415" y="1638"/>
                    <a:pt x="7498" y="1926"/>
                  </a:cubicBezTo>
                  <a:cubicBezTo>
                    <a:pt x="7602" y="2250"/>
                    <a:pt x="7654" y="2458"/>
                    <a:pt x="7843" y="2758"/>
                  </a:cubicBezTo>
                  <a:cubicBezTo>
                    <a:pt x="8135" y="3213"/>
                    <a:pt x="8806" y="3343"/>
                    <a:pt x="8806" y="3849"/>
                  </a:cubicBezTo>
                  <a:cubicBezTo>
                    <a:pt x="8806" y="4318"/>
                    <a:pt x="8323" y="4526"/>
                    <a:pt x="8323" y="4993"/>
                  </a:cubicBezTo>
                  <a:cubicBezTo>
                    <a:pt x="8323" y="5749"/>
                    <a:pt x="9734" y="5619"/>
                    <a:pt x="10733" y="5619"/>
                  </a:cubicBezTo>
                  <a:cubicBezTo>
                    <a:pt x="12075" y="5619"/>
                    <a:pt x="12899" y="5565"/>
                    <a:pt x="14173" y="5253"/>
                  </a:cubicBezTo>
                  <a:cubicBezTo>
                    <a:pt x="14637" y="5138"/>
                    <a:pt x="14791" y="4812"/>
                    <a:pt x="15272" y="4732"/>
                  </a:cubicBezTo>
                  <a:cubicBezTo>
                    <a:pt x="15772" y="4656"/>
                    <a:pt x="16081" y="4772"/>
                    <a:pt x="16579" y="4682"/>
                  </a:cubicBezTo>
                  <a:cubicBezTo>
                    <a:pt x="17542" y="4500"/>
                    <a:pt x="17990" y="4057"/>
                    <a:pt x="18988" y="4057"/>
                  </a:cubicBezTo>
                  <a:cubicBezTo>
                    <a:pt x="19433" y="4057"/>
                    <a:pt x="19605" y="4448"/>
                    <a:pt x="19605" y="4786"/>
                  </a:cubicBezTo>
                  <a:cubicBezTo>
                    <a:pt x="19605" y="5189"/>
                    <a:pt x="19244" y="5383"/>
                    <a:pt x="18988" y="5722"/>
                  </a:cubicBezTo>
                  <a:cubicBezTo>
                    <a:pt x="18229" y="6685"/>
                    <a:pt x="17405" y="7008"/>
                    <a:pt x="16443" y="7855"/>
                  </a:cubicBezTo>
                  <a:cubicBezTo>
                    <a:pt x="15548" y="8635"/>
                    <a:pt x="15616" y="9416"/>
                    <a:pt x="15616" y="10454"/>
                  </a:cubicBezTo>
                  <a:cubicBezTo>
                    <a:pt x="15616" y="10923"/>
                    <a:pt x="15479" y="11196"/>
                    <a:pt x="15616" y="11653"/>
                  </a:cubicBezTo>
                  <a:cubicBezTo>
                    <a:pt x="15717" y="12003"/>
                    <a:pt x="16030" y="12171"/>
                    <a:pt x="16030" y="12537"/>
                  </a:cubicBezTo>
                  <a:cubicBezTo>
                    <a:pt x="16234" y="12550"/>
                    <a:pt x="16354" y="12589"/>
                    <a:pt x="16564" y="12589"/>
                  </a:cubicBezTo>
                  <a:cubicBezTo>
                    <a:pt x="17355" y="12589"/>
                    <a:pt x="17611" y="11953"/>
                    <a:pt x="17885" y="11393"/>
                  </a:cubicBezTo>
                  <a:cubicBezTo>
                    <a:pt x="18145" y="10845"/>
                    <a:pt x="18573" y="10573"/>
                    <a:pt x="18573" y="9988"/>
                  </a:cubicBezTo>
                  <a:cubicBezTo>
                    <a:pt x="18573" y="9896"/>
                    <a:pt x="18453" y="9857"/>
                    <a:pt x="18437" y="9779"/>
                  </a:cubicBezTo>
                  <a:lnTo>
                    <a:pt x="18437" y="9156"/>
                  </a:lnTo>
                  <a:cubicBezTo>
                    <a:pt x="18694" y="9156"/>
                    <a:pt x="18848" y="9206"/>
                    <a:pt x="19109" y="9206"/>
                  </a:cubicBezTo>
                  <a:cubicBezTo>
                    <a:pt x="19347" y="9206"/>
                    <a:pt x="19416" y="8998"/>
                    <a:pt x="19537" y="8844"/>
                  </a:cubicBezTo>
                  <a:cubicBezTo>
                    <a:pt x="20619" y="9167"/>
                    <a:pt x="20226" y="10183"/>
                    <a:pt x="20226" y="11066"/>
                  </a:cubicBezTo>
                  <a:lnTo>
                    <a:pt x="20226" y="12120"/>
                  </a:lnTo>
                  <a:lnTo>
                    <a:pt x="20363" y="12328"/>
                  </a:lnTo>
                  <a:lnTo>
                    <a:pt x="20363" y="13381"/>
                  </a:lnTo>
                  <a:cubicBezTo>
                    <a:pt x="20363" y="14383"/>
                    <a:pt x="21052" y="14967"/>
                    <a:pt x="21052" y="15969"/>
                  </a:cubicBezTo>
                  <a:lnTo>
                    <a:pt x="21052" y="15969"/>
                  </a:lnTo>
                  <a:cubicBezTo>
                    <a:pt x="21052" y="16750"/>
                    <a:pt x="21600" y="17245"/>
                    <a:pt x="21600" y="18022"/>
                  </a:cubicBezTo>
                  <a:cubicBezTo>
                    <a:pt x="21600" y="18621"/>
                    <a:pt x="20722" y="18740"/>
                    <a:pt x="20432" y="19298"/>
                  </a:cubicBezTo>
                  <a:cubicBezTo>
                    <a:pt x="21480" y="19819"/>
                    <a:pt x="21428" y="20639"/>
                    <a:pt x="21531" y="21600"/>
                  </a:cubicBezTo>
                  <a:cubicBezTo>
                    <a:pt x="21531" y="21600"/>
                    <a:pt x="21529" y="21600"/>
                    <a:pt x="21529" y="2160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73" name="Shape 4959"/>
            <p:cNvSpPr/>
            <p:nvPr/>
          </p:nvSpPr>
          <p:spPr>
            <a:xfrm>
              <a:off x="4117669" y="4361188"/>
              <a:ext cx="217345" cy="125770"/>
            </a:xfrm>
            <a:custGeom>
              <a:avLst/>
              <a:gdLst/>
              <a:ahLst/>
              <a:cxnLst>
                <a:cxn ang="0">
                  <a:pos x="wd2" y="hd2"/>
                </a:cxn>
                <a:cxn ang="5400000">
                  <a:pos x="wd2" y="hd2"/>
                </a:cxn>
                <a:cxn ang="10800000">
                  <a:pos x="wd2" y="hd2"/>
                </a:cxn>
                <a:cxn ang="16200000">
                  <a:pos x="wd2" y="hd2"/>
                </a:cxn>
              </a:cxnLst>
              <a:rect l="0" t="0" r="r" b="b"/>
              <a:pathLst>
                <a:path w="21600" h="21600" extrusionOk="0">
                  <a:moveTo>
                    <a:pt x="0" y="11898"/>
                  </a:moveTo>
                  <a:cubicBezTo>
                    <a:pt x="0" y="13899"/>
                    <a:pt x="230" y="15687"/>
                    <a:pt x="886" y="17276"/>
                  </a:cubicBezTo>
                  <a:cubicBezTo>
                    <a:pt x="1601" y="19027"/>
                    <a:pt x="2852" y="18255"/>
                    <a:pt x="4099" y="18719"/>
                  </a:cubicBezTo>
                  <a:cubicBezTo>
                    <a:pt x="5470" y="19233"/>
                    <a:pt x="5917" y="21600"/>
                    <a:pt x="7313" y="21600"/>
                  </a:cubicBezTo>
                  <a:cubicBezTo>
                    <a:pt x="8444" y="21600"/>
                    <a:pt x="8594" y="18719"/>
                    <a:pt x="9726" y="18719"/>
                  </a:cubicBezTo>
                  <a:lnTo>
                    <a:pt x="13717" y="18719"/>
                  </a:lnTo>
                  <a:cubicBezTo>
                    <a:pt x="15322" y="18719"/>
                    <a:pt x="16182" y="17688"/>
                    <a:pt x="17791" y="17482"/>
                  </a:cubicBezTo>
                  <a:cubicBezTo>
                    <a:pt x="19399" y="17276"/>
                    <a:pt x="21600" y="17386"/>
                    <a:pt x="21600" y="14607"/>
                  </a:cubicBezTo>
                  <a:cubicBezTo>
                    <a:pt x="21600" y="12238"/>
                    <a:pt x="19101" y="12644"/>
                    <a:pt x="19101" y="10283"/>
                  </a:cubicBezTo>
                  <a:cubicBezTo>
                    <a:pt x="19101" y="8488"/>
                    <a:pt x="20323" y="7387"/>
                    <a:pt x="20475" y="5592"/>
                  </a:cubicBezTo>
                  <a:lnTo>
                    <a:pt x="20475" y="5592"/>
                  </a:lnTo>
                  <a:cubicBezTo>
                    <a:pt x="19042" y="4762"/>
                    <a:pt x="18268" y="3494"/>
                    <a:pt x="16778" y="3494"/>
                  </a:cubicBezTo>
                  <a:cubicBezTo>
                    <a:pt x="15769" y="3494"/>
                    <a:pt x="15233" y="3906"/>
                    <a:pt x="14220" y="3906"/>
                  </a:cubicBezTo>
                  <a:cubicBezTo>
                    <a:pt x="11692" y="3906"/>
                    <a:pt x="10083" y="4266"/>
                    <a:pt x="7793" y="2464"/>
                  </a:cubicBezTo>
                  <a:cubicBezTo>
                    <a:pt x="6839" y="1743"/>
                    <a:pt x="6483" y="0"/>
                    <a:pt x="5410" y="0"/>
                  </a:cubicBezTo>
                  <a:cubicBezTo>
                    <a:pt x="4759" y="0"/>
                    <a:pt x="4695" y="1390"/>
                    <a:pt x="4099" y="1847"/>
                  </a:cubicBezTo>
                  <a:cubicBezTo>
                    <a:pt x="3593" y="2207"/>
                    <a:pt x="3180" y="1693"/>
                    <a:pt x="2673" y="2053"/>
                  </a:cubicBezTo>
                  <a:cubicBezTo>
                    <a:pt x="1720" y="2774"/>
                    <a:pt x="1988" y="4832"/>
                    <a:pt x="1720" y="6583"/>
                  </a:cubicBezTo>
                  <a:cubicBezTo>
                    <a:pt x="1363" y="9047"/>
                    <a:pt x="890" y="9839"/>
                    <a:pt x="0" y="11898"/>
                  </a:cubicBezTo>
                  <a:cubicBezTo>
                    <a:pt x="0" y="11898"/>
                    <a:pt x="0" y="11898"/>
                    <a:pt x="0" y="1189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74" name="Shape 4960"/>
            <p:cNvSpPr/>
            <p:nvPr/>
          </p:nvSpPr>
          <p:spPr>
            <a:xfrm>
              <a:off x="3475667" y="4239429"/>
              <a:ext cx="570201" cy="282390"/>
            </a:xfrm>
            <a:custGeom>
              <a:avLst/>
              <a:gdLst/>
              <a:ahLst/>
              <a:cxnLst>
                <a:cxn ang="0">
                  <a:pos x="wd2" y="hd2"/>
                </a:cxn>
                <a:cxn ang="5400000">
                  <a:pos x="wd2" y="hd2"/>
                </a:cxn>
                <a:cxn ang="10800000">
                  <a:pos x="wd2" y="hd2"/>
                </a:cxn>
                <a:cxn ang="16200000">
                  <a:pos x="wd2" y="hd2"/>
                </a:cxn>
              </a:cxnLst>
              <a:rect l="0" t="0" r="r" b="b"/>
              <a:pathLst>
                <a:path w="21600" h="21600" extrusionOk="0">
                  <a:moveTo>
                    <a:pt x="2069" y="0"/>
                  </a:moveTo>
                  <a:cubicBezTo>
                    <a:pt x="2488" y="344"/>
                    <a:pt x="2665" y="895"/>
                    <a:pt x="3131" y="895"/>
                  </a:cubicBezTo>
                  <a:cubicBezTo>
                    <a:pt x="3415" y="895"/>
                    <a:pt x="3484" y="160"/>
                    <a:pt x="3767" y="160"/>
                  </a:cubicBezTo>
                  <a:cubicBezTo>
                    <a:pt x="4163" y="160"/>
                    <a:pt x="4380" y="504"/>
                    <a:pt x="4765" y="619"/>
                  </a:cubicBezTo>
                  <a:cubicBezTo>
                    <a:pt x="5332" y="803"/>
                    <a:pt x="5718" y="574"/>
                    <a:pt x="6218" y="1170"/>
                  </a:cubicBezTo>
                  <a:cubicBezTo>
                    <a:pt x="6865" y="1949"/>
                    <a:pt x="6752" y="3483"/>
                    <a:pt x="7397" y="4193"/>
                  </a:cubicBezTo>
                  <a:cubicBezTo>
                    <a:pt x="8056" y="4924"/>
                    <a:pt x="8565" y="4904"/>
                    <a:pt x="9213" y="5660"/>
                  </a:cubicBezTo>
                  <a:cubicBezTo>
                    <a:pt x="9587" y="6093"/>
                    <a:pt x="9654" y="6988"/>
                    <a:pt x="10074" y="7217"/>
                  </a:cubicBezTo>
                  <a:cubicBezTo>
                    <a:pt x="10948" y="7698"/>
                    <a:pt x="11436" y="8176"/>
                    <a:pt x="12207" y="9142"/>
                  </a:cubicBezTo>
                  <a:cubicBezTo>
                    <a:pt x="13184" y="10354"/>
                    <a:pt x="13557" y="12346"/>
                    <a:pt x="14704" y="12346"/>
                  </a:cubicBezTo>
                  <a:cubicBezTo>
                    <a:pt x="14941" y="12346"/>
                    <a:pt x="15054" y="11887"/>
                    <a:pt x="15293" y="11887"/>
                  </a:cubicBezTo>
                  <a:cubicBezTo>
                    <a:pt x="15770" y="11887"/>
                    <a:pt x="15950" y="12805"/>
                    <a:pt x="16428" y="12805"/>
                  </a:cubicBezTo>
                  <a:cubicBezTo>
                    <a:pt x="17109" y="12805"/>
                    <a:pt x="17471" y="12166"/>
                    <a:pt x="18153" y="12166"/>
                  </a:cubicBezTo>
                  <a:cubicBezTo>
                    <a:pt x="18480" y="12166"/>
                    <a:pt x="18651" y="12621"/>
                    <a:pt x="18969" y="12716"/>
                  </a:cubicBezTo>
                  <a:cubicBezTo>
                    <a:pt x="19921" y="13034"/>
                    <a:pt x="20362" y="13189"/>
                    <a:pt x="21327" y="13323"/>
                  </a:cubicBezTo>
                  <a:lnTo>
                    <a:pt x="21327" y="13323"/>
                  </a:lnTo>
                  <a:cubicBezTo>
                    <a:pt x="21315" y="14817"/>
                    <a:pt x="21282" y="15599"/>
                    <a:pt x="21282" y="17089"/>
                  </a:cubicBezTo>
                  <a:cubicBezTo>
                    <a:pt x="21282" y="17957"/>
                    <a:pt x="21600" y="18347"/>
                    <a:pt x="21600" y="19221"/>
                  </a:cubicBezTo>
                  <a:cubicBezTo>
                    <a:pt x="21600" y="20250"/>
                    <a:pt x="21522" y="21600"/>
                    <a:pt x="21010" y="21600"/>
                  </a:cubicBezTo>
                  <a:cubicBezTo>
                    <a:pt x="20818" y="21600"/>
                    <a:pt x="20738" y="21236"/>
                    <a:pt x="20545" y="21236"/>
                  </a:cubicBezTo>
                  <a:cubicBezTo>
                    <a:pt x="20442" y="21236"/>
                    <a:pt x="20386" y="21305"/>
                    <a:pt x="20284" y="21327"/>
                  </a:cubicBezTo>
                  <a:cubicBezTo>
                    <a:pt x="19592" y="21236"/>
                    <a:pt x="19138" y="21557"/>
                    <a:pt x="18469" y="21236"/>
                  </a:cubicBezTo>
                  <a:cubicBezTo>
                    <a:pt x="18005" y="21006"/>
                    <a:pt x="17801" y="20318"/>
                    <a:pt x="17324" y="20318"/>
                  </a:cubicBezTo>
                  <a:lnTo>
                    <a:pt x="15168" y="20318"/>
                  </a:lnTo>
                  <a:cubicBezTo>
                    <a:pt x="14384" y="20318"/>
                    <a:pt x="14112" y="18671"/>
                    <a:pt x="13330" y="18671"/>
                  </a:cubicBezTo>
                  <a:lnTo>
                    <a:pt x="12400" y="18671"/>
                  </a:lnTo>
                  <a:cubicBezTo>
                    <a:pt x="11458" y="18671"/>
                    <a:pt x="11244" y="16198"/>
                    <a:pt x="10301" y="16198"/>
                  </a:cubicBezTo>
                  <a:cubicBezTo>
                    <a:pt x="9756" y="16198"/>
                    <a:pt x="9485" y="16745"/>
                    <a:pt x="8940" y="16745"/>
                  </a:cubicBezTo>
                  <a:cubicBezTo>
                    <a:pt x="8872" y="16745"/>
                    <a:pt x="8997" y="16401"/>
                    <a:pt x="8940" y="16379"/>
                  </a:cubicBezTo>
                  <a:cubicBezTo>
                    <a:pt x="8554" y="16103"/>
                    <a:pt x="8304" y="16198"/>
                    <a:pt x="7895" y="16198"/>
                  </a:cubicBezTo>
                  <a:cubicBezTo>
                    <a:pt x="7681" y="16198"/>
                    <a:pt x="7568" y="16470"/>
                    <a:pt x="7353" y="16470"/>
                  </a:cubicBezTo>
                  <a:cubicBezTo>
                    <a:pt x="6820" y="16470"/>
                    <a:pt x="6693" y="15370"/>
                    <a:pt x="6218" y="14911"/>
                  </a:cubicBezTo>
                  <a:cubicBezTo>
                    <a:pt x="5809" y="14524"/>
                    <a:pt x="5503" y="14570"/>
                    <a:pt x="5082" y="14272"/>
                  </a:cubicBezTo>
                  <a:cubicBezTo>
                    <a:pt x="4742" y="14043"/>
                    <a:pt x="4675" y="13398"/>
                    <a:pt x="4356" y="13080"/>
                  </a:cubicBezTo>
                  <a:cubicBezTo>
                    <a:pt x="4096" y="12827"/>
                    <a:pt x="3902" y="12851"/>
                    <a:pt x="3630" y="12621"/>
                  </a:cubicBezTo>
                  <a:cubicBezTo>
                    <a:pt x="2837" y="11936"/>
                    <a:pt x="2665" y="10561"/>
                    <a:pt x="1861" y="9965"/>
                  </a:cubicBezTo>
                  <a:cubicBezTo>
                    <a:pt x="1260" y="9532"/>
                    <a:pt x="896" y="9074"/>
                    <a:pt x="454" y="8130"/>
                  </a:cubicBezTo>
                  <a:cubicBezTo>
                    <a:pt x="284" y="7766"/>
                    <a:pt x="0" y="7649"/>
                    <a:pt x="0" y="7125"/>
                  </a:cubicBezTo>
                  <a:cubicBezTo>
                    <a:pt x="0" y="5313"/>
                    <a:pt x="36" y="4056"/>
                    <a:pt x="590" y="2637"/>
                  </a:cubicBezTo>
                  <a:cubicBezTo>
                    <a:pt x="1020" y="1534"/>
                    <a:pt x="1659" y="1124"/>
                    <a:pt x="2069" y="0"/>
                  </a:cubicBezTo>
                  <a:cubicBezTo>
                    <a:pt x="2069" y="0"/>
                    <a:pt x="2069" y="0"/>
                    <a:pt x="2069" y="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75" name="Shape 4961"/>
            <p:cNvSpPr/>
            <p:nvPr/>
          </p:nvSpPr>
          <p:spPr>
            <a:xfrm>
              <a:off x="3420322" y="5910848"/>
              <a:ext cx="176132" cy="290509"/>
            </a:xfrm>
            <a:custGeom>
              <a:avLst/>
              <a:gdLst/>
              <a:ahLst/>
              <a:cxnLst>
                <a:cxn ang="0">
                  <a:pos x="wd2" y="hd2"/>
                </a:cxn>
                <a:cxn ang="5400000">
                  <a:pos x="wd2" y="hd2"/>
                </a:cxn>
                <a:cxn ang="10800000">
                  <a:pos x="wd2" y="hd2"/>
                </a:cxn>
                <a:cxn ang="16200000">
                  <a:pos x="wd2" y="hd2"/>
                </a:cxn>
              </a:cxnLst>
              <a:rect l="0" t="0" r="r" b="b"/>
              <a:pathLst>
                <a:path w="21600" h="21600" extrusionOk="0">
                  <a:moveTo>
                    <a:pt x="3657" y="0"/>
                  </a:moveTo>
                  <a:lnTo>
                    <a:pt x="3180" y="0"/>
                  </a:lnTo>
                  <a:cubicBezTo>
                    <a:pt x="3015" y="805"/>
                    <a:pt x="3180" y="1259"/>
                    <a:pt x="3180" y="2062"/>
                  </a:cubicBezTo>
                  <a:cubicBezTo>
                    <a:pt x="3180" y="3409"/>
                    <a:pt x="2444" y="4142"/>
                    <a:pt x="1544" y="5390"/>
                  </a:cubicBezTo>
                  <a:cubicBezTo>
                    <a:pt x="1125" y="5992"/>
                    <a:pt x="1269" y="6404"/>
                    <a:pt x="960" y="7039"/>
                  </a:cubicBezTo>
                  <a:cubicBezTo>
                    <a:pt x="368" y="8251"/>
                    <a:pt x="0" y="8953"/>
                    <a:pt x="0" y="10201"/>
                  </a:cubicBezTo>
                  <a:cubicBezTo>
                    <a:pt x="0" y="12260"/>
                    <a:pt x="423" y="13419"/>
                    <a:pt x="1029" y="15452"/>
                  </a:cubicBezTo>
                  <a:cubicBezTo>
                    <a:pt x="1250" y="16190"/>
                    <a:pt x="1562" y="16580"/>
                    <a:pt x="1695" y="17324"/>
                  </a:cubicBezTo>
                  <a:cubicBezTo>
                    <a:pt x="1819" y="18093"/>
                    <a:pt x="2206" y="18505"/>
                    <a:pt x="2867" y="19152"/>
                  </a:cubicBezTo>
                  <a:cubicBezTo>
                    <a:pt x="3345" y="19620"/>
                    <a:pt x="3455" y="19973"/>
                    <a:pt x="4043" y="20397"/>
                  </a:cubicBezTo>
                  <a:cubicBezTo>
                    <a:pt x="5330" y="21311"/>
                    <a:pt x="6777" y="21600"/>
                    <a:pt x="8762" y="21600"/>
                  </a:cubicBezTo>
                  <a:lnTo>
                    <a:pt x="10490" y="21600"/>
                  </a:lnTo>
                  <a:cubicBezTo>
                    <a:pt x="11703" y="21600"/>
                    <a:pt x="12231" y="21188"/>
                    <a:pt x="13370" y="20931"/>
                  </a:cubicBezTo>
                  <a:cubicBezTo>
                    <a:pt x="15774" y="20386"/>
                    <a:pt x="17341" y="20218"/>
                    <a:pt x="19316" y="19196"/>
                  </a:cubicBezTo>
                  <a:cubicBezTo>
                    <a:pt x="20272" y="18703"/>
                    <a:pt x="20529" y="18227"/>
                    <a:pt x="20864" y="17505"/>
                  </a:cubicBezTo>
                  <a:cubicBezTo>
                    <a:pt x="21375" y="16377"/>
                    <a:pt x="21600" y="15722"/>
                    <a:pt x="21600" y="14567"/>
                  </a:cubicBezTo>
                  <a:cubicBezTo>
                    <a:pt x="21600" y="13140"/>
                    <a:pt x="20516" y="12427"/>
                    <a:pt x="19541" y="11134"/>
                  </a:cubicBezTo>
                  <a:cubicBezTo>
                    <a:pt x="19247" y="10744"/>
                    <a:pt x="18747" y="10580"/>
                    <a:pt x="18659" y="10153"/>
                  </a:cubicBezTo>
                  <a:cubicBezTo>
                    <a:pt x="18549" y="9674"/>
                    <a:pt x="18806" y="9399"/>
                    <a:pt x="18733" y="8906"/>
                  </a:cubicBezTo>
                  <a:cubicBezTo>
                    <a:pt x="18494" y="7471"/>
                    <a:pt x="17230" y="6824"/>
                    <a:pt x="15871" y="5657"/>
                  </a:cubicBezTo>
                  <a:cubicBezTo>
                    <a:pt x="14676" y="4621"/>
                    <a:pt x="13995" y="4044"/>
                    <a:pt x="12709" y="3028"/>
                  </a:cubicBezTo>
                  <a:cubicBezTo>
                    <a:pt x="12157" y="2596"/>
                    <a:pt x="12139" y="2161"/>
                    <a:pt x="11391" y="1872"/>
                  </a:cubicBezTo>
                  <a:cubicBezTo>
                    <a:pt x="9350" y="1081"/>
                    <a:pt x="8069" y="735"/>
                    <a:pt x="5660" y="445"/>
                  </a:cubicBezTo>
                  <a:cubicBezTo>
                    <a:pt x="4829" y="346"/>
                    <a:pt x="4485" y="0"/>
                    <a:pt x="3657" y="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76" name="Shape 4962"/>
            <p:cNvSpPr/>
            <p:nvPr/>
          </p:nvSpPr>
          <p:spPr>
            <a:xfrm>
              <a:off x="4826086" y="4892500"/>
              <a:ext cx="640858" cy="1187076"/>
            </a:xfrm>
            <a:custGeom>
              <a:avLst/>
              <a:gdLst/>
              <a:ahLst/>
              <a:cxnLst>
                <a:cxn ang="0">
                  <a:pos x="wd2" y="hd2"/>
                </a:cxn>
                <a:cxn ang="5400000">
                  <a:pos x="wd2" y="hd2"/>
                </a:cxn>
                <a:cxn ang="10800000">
                  <a:pos x="wd2" y="hd2"/>
                </a:cxn>
                <a:cxn ang="16200000">
                  <a:pos x="wd2" y="hd2"/>
                </a:cxn>
              </a:cxnLst>
              <a:rect l="0" t="0" r="r" b="b"/>
              <a:pathLst>
                <a:path w="21600" h="21600" extrusionOk="0">
                  <a:moveTo>
                    <a:pt x="5612" y="174"/>
                  </a:moveTo>
                  <a:cubicBezTo>
                    <a:pt x="5734" y="174"/>
                    <a:pt x="5804" y="196"/>
                    <a:pt x="5925" y="196"/>
                  </a:cubicBezTo>
                  <a:cubicBezTo>
                    <a:pt x="6147" y="196"/>
                    <a:pt x="6157" y="0"/>
                    <a:pt x="6380" y="0"/>
                  </a:cubicBezTo>
                  <a:cubicBezTo>
                    <a:pt x="6671" y="0"/>
                    <a:pt x="6693" y="218"/>
                    <a:pt x="6985" y="240"/>
                  </a:cubicBezTo>
                  <a:cubicBezTo>
                    <a:pt x="6985" y="278"/>
                    <a:pt x="7026" y="294"/>
                    <a:pt x="7026" y="333"/>
                  </a:cubicBezTo>
                  <a:cubicBezTo>
                    <a:pt x="7026" y="561"/>
                    <a:pt x="6824" y="686"/>
                    <a:pt x="6824" y="916"/>
                  </a:cubicBezTo>
                  <a:cubicBezTo>
                    <a:pt x="6824" y="1085"/>
                    <a:pt x="7268" y="1046"/>
                    <a:pt x="7550" y="1111"/>
                  </a:cubicBezTo>
                  <a:cubicBezTo>
                    <a:pt x="7661" y="1133"/>
                    <a:pt x="7673" y="1220"/>
                    <a:pt x="7793" y="1220"/>
                  </a:cubicBezTo>
                  <a:cubicBezTo>
                    <a:pt x="8105" y="1220"/>
                    <a:pt x="8257" y="1095"/>
                    <a:pt x="8399" y="937"/>
                  </a:cubicBezTo>
                  <a:lnTo>
                    <a:pt x="8904" y="937"/>
                  </a:lnTo>
                  <a:lnTo>
                    <a:pt x="8904" y="1531"/>
                  </a:lnTo>
                  <a:cubicBezTo>
                    <a:pt x="8904" y="1771"/>
                    <a:pt x="8721" y="1896"/>
                    <a:pt x="8721" y="2136"/>
                  </a:cubicBezTo>
                  <a:cubicBezTo>
                    <a:pt x="8721" y="2310"/>
                    <a:pt x="8883" y="2398"/>
                    <a:pt x="8883" y="2572"/>
                  </a:cubicBezTo>
                  <a:cubicBezTo>
                    <a:pt x="8883" y="2703"/>
                    <a:pt x="8640" y="2758"/>
                    <a:pt x="8640" y="2888"/>
                  </a:cubicBezTo>
                  <a:cubicBezTo>
                    <a:pt x="8640" y="3499"/>
                    <a:pt x="9145" y="3831"/>
                    <a:pt x="9811" y="4316"/>
                  </a:cubicBezTo>
                  <a:cubicBezTo>
                    <a:pt x="10185" y="4114"/>
                    <a:pt x="9974" y="3863"/>
                    <a:pt x="10215" y="3618"/>
                  </a:cubicBezTo>
                  <a:cubicBezTo>
                    <a:pt x="10479" y="3357"/>
                    <a:pt x="10740" y="3210"/>
                    <a:pt x="10779" y="2910"/>
                  </a:cubicBezTo>
                  <a:cubicBezTo>
                    <a:pt x="10962" y="2905"/>
                    <a:pt x="11074" y="2910"/>
                    <a:pt x="11255" y="2910"/>
                  </a:cubicBezTo>
                  <a:cubicBezTo>
                    <a:pt x="11397" y="2910"/>
                    <a:pt x="11446" y="2834"/>
                    <a:pt x="11587" y="2834"/>
                  </a:cubicBezTo>
                  <a:cubicBezTo>
                    <a:pt x="11719" y="2834"/>
                    <a:pt x="11689" y="2953"/>
                    <a:pt x="11790" y="2986"/>
                  </a:cubicBezTo>
                  <a:cubicBezTo>
                    <a:pt x="11991" y="3057"/>
                    <a:pt x="12214" y="3008"/>
                    <a:pt x="12436" y="3074"/>
                  </a:cubicBezTo>
                  <a:cubicBezTo>
                    <a:pt x="12739" y="3161"/>
                    <a:pt x="12840" y="3292"/>
                    <a:pt x="13163" y="3379"/>
                  </a:cubicBezTo>
                  <a:cubicBezTo>
                    <a:pt x="13354" y="3193"/>
                    <a:pt x="13193" y="2991"/>
                    <a:pt x="13486" y="2856"/>
                  </a:cubicBezTo>
                  <a:cubicBezTo>
                    <a:pt x="13637" y="2785"/>
                    <a:pt x="13819" y="2834"/>
                    <a:pt x="13970" y="2768"/>
                  </a:cubicBezTo>
                  <a:cubicBezTo>
                    <a:pt x="14333" y="2605"/>
                    <a:pt x="14536" y="2436"/>
                    <a:pt x="14536" y="2180"/>
                  </a:cubicBezTo>
                  <a:lnTo>
                    <a:pt x="15090" y="2180"/>
                  </a:lnTo>
                  <a:cubicBezTo>
                    <a:pt x="15737" y="2180"/>
                    <a:pt x="16018" y="2436"/>
                    <a:pt x="16473" y="2681"/>
                  </a:cubicBezTo>
                  <a:cubicBezTo>
                    <a:pt x="16766" y="2839"/>
                    <a:pt x="17069" y="2828"/>
                    <a:pt x="17442" y="2920"/>
                  </a:cubicBezTo>
                  <a:cubicBezTo>
                    <a:pt x="17746" y="2997"/>
                    <a:pt x="17787" y="3144"/>
                    <a:pt x="18048" y="3248"/>
                  </a:cubicBezTo>
                  <a:cubicBezTo>
                    <a:pt x="18270" y="3335"/>
                    <a:pt x="18532" y="3368"/>
                    <a:pt x="18614" y="3509"/>
                  </a:cubicBezTo>
                  <a:cubicBezTo>
                    <a:pt x="18735" y="3717"/>
                    <a:pt x="18573" y="3848"/>
                    <a:pt x="18573" y="4064"/>
                  </a:cubicBezTo>
                  <a:cubicBezTo>
                    <a:pt x="18573" y="4299"/>
                    <a:pt x="18521" y="4463"/>
                    <a:pt x="18735" y="4664"/>
                  </a:cubicBezTo>
                  <a:cubicBezTo>
                    <a:pt x="18906" y="4822"/>
                    <a:pt x="19259" y="4735"/>
                    <a:pt x="19542" y="4838"/>
                  </a:cubicBezTo>
                  <a:cubicBezTo>
                    <a:pt x="19692" y="4894"/>
                    <a:pt x="19764" y="4975"/>
                    <a:pt x="19946" y="4992"/>
                  </a:cubicBezTo>
                  <a:cubicBezTo>
                    <a:pt x="20249" y="5019"/>
                    <a:pt x="20289" y="5187"/>
                    <a:pt x="20510" y="5296"/>
                  </a:cubicBezTo>
                  <a:cubicBezTo>
                    <a:pt x="20844" y="5460"/>
                    <a:pt x="21600" y="5308"/>
                    <a:pt x="21600" y="5559"/>
                  </a:cubicBezTo>
                  <a:cubicBezTo>
                    <a:pt x="21600" y="5820"/>
                    <a:pt x="20793" y="5820"/>
                    <a:pt x="20793" y="6082"/>
                  </a:cubicBezTo>
                  <a:cubicBezTo>
                    <a:pt x="20793" y="6294"/>
                    <a:pt x="21359" y="6326"/>
                    <a:pt x="21359" y="6538"/>
                  </a:cubicBezTo>
                  <a:cubicBezTo>
                    <a:pt x="21359" y="7090"/>
                    <a:pt x="20859" y="7435"/>
                    <a:pt x="20374" y="7914"/>
                  </a:cubicBezTo>
                  <a:lnTo>
                    <a:pt x="20374" y="7914"/>
                  </a:lnTo>
                  <a:cubicBezTo>
                    <a:pt x="19164" y="7860"/>
                    <a:pt x="18532" y="8195"/>
                    <a:pt x="17321" y="8195"/>
                  </a:cubicBezTo>
                  <a:cubicBezTo>
                    <a:pt x="16877" y="8195"/>
                    <a:pt x="16655" y="8064"/>
                    <a:pt x="16210" y="8064"/>
                  </a:cubicBezTo>
                  <a:cubicBezTo>
                    <a:pt x="15707" y="8064"/>
                    <a:pt x="15545" y="8299"/>
                    <a:pt x="15141" y="8458"/>
                  </a:cubicBezTo>
                  <a:cubicBezTo>
                    <a:pt x="14727" y="8621"/>
                    <a:pt x="14294" y="8691"/>
                    <a:pt x="14172" y="8959"/>
                  </a:cubicBezTo>
                  <a:cubicBezTo>
                    <a:pt x="14162" y="9007"/>
                    <a:pt x="14131" y="9013"/>
                    <a:pt x="14131" y="9062"/>
                  </a:cubicBezTo>
                  <a:cubicBezTo>
                    <a:pt x="14131" y="9356"/>
                    <a:pt x="14536" y="9492"/>
                    <a:pt x="14536" y="9787"/>
                  </a:cubicBezTo>
                  <a:cubicBezTo>
                    <a:pt x="14536" y="9912"/>
                    <a:pt x="14333" y="9967"/>
                    <a:pt x="14333" y="10092"/>
                  </a:cubicBezTo>
                  <a:cubicBezTo>
                    <a:pt x="14333" y="10277"/>
                    <a:pt x="14666" y="10336"/>
                    <a:pt x="14858" y="10484"/>
                  </a:cubicBezTo>
                  <a:cubicBezTo>
                    <a:pt x="15131" y="10685"/>
                    <a:pt x="15261" y="10849"/>
                    <a:pt x="15261" y="11100"/>
                  </a:cubicBezTo>
                  <a:lnTo>
                    <a:pt x="15261" y="11547"/>
                  </a:lnTo>
                  <a:cubicBezTo>
                    <a:pt x="15261" y="11923"/>
                    <a:pt x="15791" y="12057"/>
                    <a:pt x="15791" y="12433"/>
                  </a:cubicBezTo>
                  <a:lnTo>
                    <a:pt x="15791" y="12433"/>
                  </a:lnTo>
                  <a:cubicBezTo>
                    <a:pt x="15722" y="12421"/>
                    <a:pt x="15640" y="12420"/>
                    <a:pt x="15565" y="12402"/>
                  </a:cubicBezTo>
                  <a:cubicBezTo>
                    <a:pt x="15434" y="12372"/>
                    <a:pt x="15404" y="12309"/>
                    <a:pt x="15343" y="12239"/>
                  </a:cubicBezTo>
                  <a:cubicBezTo>
                    <a:pt x="15030" y="11877"/>
                    <a:pt x="14691" y="11601"/>
                    <a:pt x="13949" y="11542"/>
                  </a:cubicBezTo>
                  <a:lnTo>
                    <a:pt x="13506" y="11538"/>
                  </a:lnTo>
                  <a:cubicBezTo>
                    <a:pt x="13506" y="11449"/>
                    <a:pt x="13592" y="11313"/>
                    <a:pt x="13425" y="11313"/>
                  </a:cubicBezTo>
                  <a:cubicBezTo>
                    <a:pt x="13345" y="11313"/>
                    <a:pt x="13294" y="11335"/>
                    <a:pt x="13214" y="11335"/>
                  </a:cubicBezTo>
                  <a:cubicBezTo>
                    <a:pt x="12653" y="11335"/>
                    <a:pt x="12512" y="10964"/>
                    <a:pt x="11951" y="10964"/>
                  </a:cubicBezTo>
                  <a:cubicBezTo>
                    <a:pt x="11764" y="10964"/>
                    <a:pt x="11764" y="11100"/>
                    <a:pt x="11609" y="11148"/>
                  </a:cubicBezTo>
                  <a:cubicBezTo>
                    <a:pt x="11517" y="11176"/>
                    <a:pt x="11431" y="11171"/>
                    <a:pt x="11321" y="11171"/>
                  </a:cubicBezTo>
                  <a:lnTo>
                    <a:pt x="10941" y="11171"/>
                  </a:lnTo>
                  <a:cubicBezTo>
                    <a:pt x="10513" y="11190"/>
                    <a:pt x="10270" y="11225"/>
                    <a:pt x="9842" y="11225"/>
                  </a:cubicBezTo>
                  <a:cubicBezTo>
                    <a:pt x="9741" y="11225"/>
                    <a:pt x="9706" y="11166"/>
                    <a:pt x="9671" y="11116"/>
                  </a:cubicBezTo>
                  <a:cubicBezTo>
                    <a:pt x="9593" y="11013"/>
                    <a:pt x="9508" y="10947"/>
                    <a:pt x="9508" y="10833"/>
                  </a:cubicBezTo>
                  <a:cubicBezTo>
                    <a:pt x="9508" y="10533"/>
                    <a:pt x="9710" y="10367"/>
                    <a:pt x="9710" y="10068"/>
                  </a:cubicBezTo>
                  <a:lnTo>
                    <a:pt x="9710" y="9940"/>
                  </a:lnTo>
                  <a:cubicBezTo>
                    <a:pt x="9679" y="9940"/>
                    <a:pt x="9665" y="9928"/>
                    <a:pt x="9634" y="9928"/>
                  </a:cubicBezTo>
                  <a:cubicBezTo>
                    <a:pt x="9342" y="9928"/>
                    <a:pt x="9175" y="9972"/>
                    <a:pt x="8883" y="9972"/>
                  </a:cubicBezTo>
                  <a:cubicBezTo>
                    <a:pt x="8616" y="9972"/>
                    <a:pt x="8458" y="9950"/>
                    <a:pt x="8197" y="9918"/>
                  </a:cubicBezTo>
                  <a:cubicBezTo>
                    <a:pt x="7980" y="9890"/>
                    <a:pt x="7888" y="9797"/>
                    <a:pt x="7666" y="9797"/>
                  </a:cubicBezTo>
                  <a:lnTo>
                    <a:pt x="7501" y="9797"/>
                  </a:lnTo>
                  <a:lnTo>
                    <a:pt x="7501" y="10204"/>
                  </a:lnTo>
                  <a:cubicBezTo>
                    <a:pt x="7501" y="10313"/>
                    <a:pt x="7429" y="10375"/>
                    <a:pt x="7429" y="10484"/>
                  </a:cubicBezTo>
                  <a:cubicBezTo>
                    <a:pt x="7429" y="10585"/>
                    <a:pt x="7641" y="10599"/>
                    <a:pt x="7752" y="10680"/>
                  </a:cubicBezTo>
                  <a:cubicBezTo>
                    <a:pt x="7823" y="10735"/>
                    <a:pt x="7833" y="10787"/>
                    <a:pt x="7833" y="10855"/>
                  </a:cubicBezTo>
                  <a:cubicBezTo>
                    <a:pt x="7833" y="11084"/>
                    <a:pt x="7530" y="11190"/>
                    <a:pt x="7530" y="11419"/>
                  </a:cubicBezTo>
                  <a:lnTo>
                    <a:pt x="7530" y="11653"/>
                  </a:lnTo>
                  <a:cubicBezTo>
                    <a:pt x="7530" y="11740"/>
                    <a:pt x="7611" y="11789"/>
                    <a:pt x="7673" y="11868"/>
                  </a:cubicBezTo>
                  <a:cubicBezTo>
                    <a:pt x="7808" y="12037"/>
                    <a:pt x="7774" y="12157"/>
                    <a:pt x="7774" y="12342"/>
                  </a:cubicBezTo>
                  <a:cubicBezTo>
                    <a:pt x="7774" y="12574"/>
                    <a:pt x="7490" y="12675"/>
                    <a:pt x="7348" y="12893"/>
                  </a:cubicBezTo>
                  <a:cubicBezTo>
                    <a:pt x="7323" y="12936"/>
                    <a:pt x="7213" y="12920"/>
                    <a:pt x="7168" y="12958"/>
                  </a:cubicBezTo>
                  <a:cubicBezTo>
                    <a:pt x="7021" y="13078"/>
                    <a:pt x="7067" y="13184"/>
                    <a:pt x="7067" y="13329"/>
                  </a:cubicBezTo>
                  <a:cubicBezTo>
                    <a:pt x="7067" y="13473"/>
                    <a:pt x="6920" y="13541"/>
                    <a:pt x="6843" y="13678"/>
                  </a:cubicBezTo>
                  <a:cubicBezTo>
                    <a:pt x="6727" y="13879"/>
                    <a:pt x="6880" y="14023"/>
                    <a:pt x="6743" y="14222"/>
                  </a:cubicBezTo>
                  <a:cubicBezTo>
                    <a:pt x="6626" y="14391"/>
                    <a:pt x="6405" y="14451"/>
                    <a:pt x="6319" y="14625"/>
                  </a:cubicBezTo>
                  <a:cubicBezTo>
                    <a:pt x="6207" y="14843"/>
                    <a:pt x="6279" y="14982"/>
                    <a:pt x="6279" y="15209"/>
                  </a:cubicBezTo>
                  <a:cubicBezTo>
                    <a:pt x="6279" y="15683"/>
                    <a:pt x="6521" y="15947"/>
                    <a:pt x="6521" y="16421"/>
                  </a:cubicBezTo>
                  <a:lnTo>
                    <a:pt x="6521" y="16642"/>
                  </a:lnTo>
                  <a:cubicBezTo>
                    <a:pt x="6592" y="16669"/>
                    <a:pt x="6632" y="16707"/>
                    <a:pt x="6723" y="16707"/>
                  </a:cubicBezTo>
                  <a:cubicBezTo>
                    <a:pt x="6819" y="16707"/>
                    <a:pt x="6828" y="16636"/>
                    <a:pt x="6925" y="16631"/>
                  </a:cubicBezTo>
                  <a:cubicBezTo>
                    <a:pt x="7082" y="16623"/>
                    <a:pt x="7173" y="16620"/>
                    <a:pt x="7328" y="16620"/>
                  </a:cubicBezTo>
                  <a:cubicBezTo>
                    <a:pt x="7596" y="16620"/>
                    <a:pt x="7747" y="16655"/>
                    <a:pt x="8015" y="16674"/>
                  </a:cubicBezTo>
                  <a:cubicBezTo>
                    <a:pt x="8050" y="16944"/>
                    <a:pt x="8298" y="17066"/>
                    <a:pt x="8418" y="17329"/>
                  </a:cubicBezTo>
                  <a:lnTo>
                    <a:pt x="8418" y="17560"/>
                  </a:lnTo>
                  <a:cubicBezTo>
                    <a:pt x="8418" y="17871"/>
                    <a:pt x="8999" y="17952"/>
                    <a:pt x="9186" y="18244"/>
                  </a:cubicBezTo>
                  <a:cubicBezTo>
                    <a:pt x="9373" y="18536"/>
                    <a:pt x="9367" y="18718"/>
                    <a:pt x="9529" y="19018"/>
                  </a:cubicBezTo>
                  <a:cubicBezTo>
                    <a:pt x="9706" y="19350"/>
                    <a:pt x="10043" y="19521"/>
                    <a:pt x="10599" y="19682"/>
                  </a:cubicBezTo>
                  <a:cubicBezTo>
                    <a:pt x="10983" y="19794"/>
                    <a:pt x="11208" y="19911"/>
                    <a:pt x="11648" y="19911"/>
                  </a:cubicBezTo>
                  <a:cubicBezTo>
                    <a:pt x="11865" y="19911"/>
                    <a:pt x="11936" y="19791"/>
                    <a:pt x="12153" y="19791"/>
                  </a:cubicBezTo>
                  <a:cubicBezTo>
                    <a:pt x="12386" y="19791"/>
                    <a:pt x="12451" y="19906"/>
                    <a:pt x="12638" y="19977"/>
                  </a:cubicBezTo>
                  <a:cubicBezTo>
                    <a:pt x="12855" y="20061"/>
                    <a:pt x="13061" y="20115"/>
                    <a:pt x="13081" y="20260"/>
                  </a:cubicBezTo>
                  <a:cubicBezTo>
                    <a:pt x="13566" y="20434"/>
                    <a:pt x="13899" y="20462"/>
                    <a:pt x="14415" y="20608"/>
                  </a:cubicBezTo>
                  <a:cubicBezTo>
                    <a:pt x="14475" y="20626"/>
                    <a:pt x="14525" y="20645"/>
                    <a:pt x="14570" y="20665"/>
                  </a:cubicBezTo>
                  <a:lnTo>
                    <a:pt x="14570" y="20665"/>
                  </a:lnTo>
                  <a:cubicBezTo>
                    <a:pt x="14329" y="20736"/>
                    <a:pt x="14091" y="20800"/>
                    <a:pt x="14091" y="20952"/>
                  </a:cubicBezTo>
                  <a:lnTo>
                    <a:pt x="14091" y="21383"/>
                  </a:lnTo>
                  <a:cubicBezTo>
                    <a:pt x="14001" y="21404"/>
                    <a:pt x="13949" y="21448"/>
                    <a:pt x="13848" y="21448"/>
                  </a:cubicBezTo>
                  <a:cubicBezTo>
                    <a:pt x="13506" y="21448"/>
                    <a:pt x="13425" y="21208"/>
                    <a:pt x="13081" y="21208"/>
                  </a:cubicBezTo>
                  <a:cubicBezTo>
                    <a:pt x="12638" y="21208"/>
                    <a:pt x="12638" y="21600"/>
                    <a:pt x="12194" y="21600"/>
                  </a:cubicBezTo>
                  <a:cubicBezTo>
                    <a:pt x="11820" y="21600"/>
                    <a:pt x="11942" y="21295"/>
                    <a:pt x="11710" y="21142"/>
                  </a:cubicBezTo>
                  <a:cubicBezTo>
                    <a:pt x="11587" y="21061"/>
                    <a:pt x="11416" y="21072"/>
                    <a:pt x="11225" y="21056"/>
                  </a:cubicBezTo>
                  <a:cubicBezTo>
                    <a:pt x="10871" y="21018"/>
                    <a:pt x="10619" y="21018"/>
                    <a:pt x="10337" y="20903"/>
                  </a:cubicBezTo>
                  <a:cubicBezTo>
                    <a:pt x="10043" y="20788"/>
                    <a:pt x="9863" y="20642"/>
                    <a:pt x="9489" y="20642"/>
                  </a:cubicBezTo>
                  <a:cubicBezTo>
                    <a:pt x="9226" y="20642"/>
                    <a:pt x="9149" y="20775"/>
                    <a:pt x="8885" y="20798"/>
                  </a:cubicBezTo>
                  <a:lnTo>
                    <a:pt x="8885" y="20798"/>
                  </a:lnTo>
                  <a:cubicBezTo>
                    <a:pt x="8853" y="20744"/>
                    <a:pt x="8823" y="20688"/>
                    <a:pt x="8782" y="20620"/>
                  </a:cubicBezTo>
                  <a:cubicBezTo>
                    <a:pt x="8576" y="20494"/>
                    <a:pt x="8403" y="20464"/>
                    <a:pt x="8156" y="20358"/>
                  </a:cubicBezTo>
                  <a:cubicBezTo>
                    <a:pt x="7774" y="20194"/>
                    <a:pt x="7602" y="20064"/>
                    <a:pt x="7207" y="19900"/>
                  </a:cubicBezTo>
                  <a:cubicBezTo>
                    <a:pt x="6950" y="19794"/>
                    <a:pt x="6703" y="19753"/>
                    <a:pt x="6622" y="19584"/>
                  </a:cubicBezTo>
                  <a:cubicBezTo>
                    <a:pt x="6531" y="19391"/>
                    <a:pt x="6506" y="19263"/>
                    <a:pt x="6279" y="19105"/>
                  </a:cubicBezTo>
                  <a:cubicBezTo>
                    <a:pt x="6162" y="19022"/>
                    <a:pt x="6154" y="18941"/>
                    <a:pt x="5997" y="18887"/>
                  </a:cubicBezTo>
                  <a:cubicBezTo>
                    <a:pt x="5769" y="18806"/>
                    <a:pt x="5587" y="18769"/>
                    <a:pt x="5431" y="18647"/>
                  </a:cubicBezTo>
                  <a:cubicBezTo>
                    <a:pt x="5278" y="18529"/>
                    <a:pt x="5167" y="18418"/>
                    <a:pt x="4906" y="18418"/>
                  </a:cubicBezTo>
                  <a:cubicBezTo>
                    <a:pt x="4603" y="18418"/>
                    <a:pt x="4441" y="18473"/>
                    <a:pt x="4138" y="18473"/>
                  </a:cubicBezTo>
                  <a:cubicBezTo>
                    <a:pt x="3842" y="18473"/>
                    <a:pt x="3756" y="18307"/>
                    <a:pt x="3655" y="18157"/>
                  </a:cubicBezTo>
                  <a:cubicBezTo>
                    <a:pt x="3528" y="17968"/>
                    <a:pt x="3422" y="17855"/>
                    <a:pt x="3422" y="17653"/>
                  </a:cubicBezTo>
                  <a:lnTo>
                    <a:pt x="3422" y="17271"/>
                  </a:lnTo>
                  <a:cubicBezTo>
                    <a:pt x="3422" y="17048"/>
                    <a:pt x="3695" y="16952"/>
                    <a:pt x="3835" y="16740"/>
                  </a:cubicBezTo>
                  <a:cubicBezTo>
                    <a:pt x="3927" y="16601"/>
                    <a:pt x="3917" y="16511"/>
                    <a:pt x="3977" y="16370"/>
                  </a:cubicBezTo>
                  <a:cubicBezTo>
                    <a:pt x="4100" y="16080"/>
                    <a:pt x="4258" y="15910"/>
                    <a:pt x="4278" y="15630"/>
                  </a:cubicBezTo>
                  <a:lnTo>
                    <a:pt x="4278" y="15630"/>
                  </a:lnTo>
                  <a:cubicBezTo>
                    <a:pt x="4469" y="15483"/>
                    <a:pt x="4766" y="15475"/>
                    <a:pt x="5006" y="15345"/>
                  </a:cubicBezTo>
                  <a:cubicBezTo>
                    <a:pt x="5280" y="15198"/>
                    <a:pt x="5229" y="15034"/>
                    <a:pt x="5290" y="14822"/>
                  </a:cubicBezTo>
                  <a:cubicBezTo>
                    <a:pt x="5501" y="14435"/>
                    <a:pt x="5612" y="14184"/>
                    <a:pt x="5936" y="13819"/>
                  </a:cubicBezTo>
                  <a:cubicBezTo>
                    <a:pt x="6198" y="13514"/>
                    <a:pt x="6663" y="13383"/>
                    <a:pt x="6663" y="13045"/>
                  </a:cubicBezTo>
                  <a:cubicBezTo>
                    <a:pt x="6663" y="12620"/>
                    <a:pt x="6380" y="12380"/>
                    <a:pt x="6097" y="11988"/>
                  </a:cubicBezTo>
                  <a:cubicBezTo>
                    <a:pt x="5683" y="11405"/>
                    <a:pt x="5462" y="11056"/>
                    <a:pt x="5249" y="10441"/>
                  </a:cubicBezTo>
                  <a:cubicBezTo>
                    <a:pt x="5140" y="10108"/>
                    <a:pt x="4724" y="9989"/>
                    <a:pt x="4239" y="9765"/>
                  </a:cubicBezTo>
                  <a:cubicBezTo>
                    <a:pt x="3936" y="9629"/>
                    <a:pt x="3977" y="9449"/>
                    <a:pt x="3796" y="9263"/>
                  </a:cubicBezTo>
                  <a:cubicBezTo>
                    <a:pt x="3584" y="9057"/>
                    <a:pt x="3109" y="9116"/>
                    <a:pt x="2827" y="8936"/>
                  </a:cubicBezTo>
                  <a:cubicBezTo>
                    <a:pt x="2595" y="8789"/>
                    <a:pt x="2787" y="8615"/>
                    <a:pt x="2664" y="8435"/>
                  </a:cubicBezTo>
                  <a:cubicBezTo>
                    <a:pt x="2555" y="8278"/>
                    <a:pt x="2363" y="8228"/>
                    <a:pt x="2139" y="8109"/>
                  </a:cubicBezTo>
                  <a:cubicBezTo>
                    <a:pt x="2715" y="8032"/>
                    <a:pt x="3029" y="7863"/>
                    <a:pt x="3311" y="7585"/>
                  </a:cubicBezTo>
                  <a:cubicBezTo>
                    <a:pt x="3473" y="7427"/>
                    <a:pt x="3756" y="7357"/>
                    <a:pt x="3756" y="7171"/>
                  </a:cubicBezTo>
                  <a:cubicBezTo>
                    <a:pt x="3756" y="6687"/>
                    <a:pt x="3502" y="6424"/>
                    <a:pt x="3190" y="5973"/>
                  </a:cubicBezTo>
                  <a:cubicBezTo>
                    <a:pt x="3089" y="5820"/>
                    <a:pt x="2776" y="5836"/>
                    <a:pt x="2585" y="5711"/>
                  </a:cubicBezTo>
                  <a:cubicBezTo>
                    <a:pt x="2413" y="5596"/>
                    <a:pt x="2513" y="5460"/>
                    <a:pt x="2423" y="5318"/>
                  </a:cubicBezTo>
                  <a:cubicBezTo>
                    <a:pt x="2282" y="5084"/>
                    <a:pt x="2161" y="4910"/>
                    <a:pt x="1777" y="4773"/>
                  </a:cubicBezTo>
                  <a:cubicBezTo>
                    <a:pt x="879" y="4452"/>
                    <a:pt x="263" y="4185"/>
                    <a:pt x="0" y="3618"/>
                  </a:cubicBezTo>
                  <a:cubicBezTo>
                    <a:pt x="192" y="3634"/>
                    <a:pt x="325" y="3651"/>
                    <a:pt x="485" y="3596"/>
                  </a:cubicBezTo>
                  <a:cubicBezTo>
                    <a:pt x="767" y="3499"/>
                    <a:pt x="564" y="3313"/>
                    <a:pt x="564" y="3128"/>
                  </a:cubicBezTo>
                  <a:cubicBezTo>
                    <a:pt x="564" y="2790"/>
                    <a:pt x="283" y="2605"/>
                    <a:pt x="283" y="2267"/>
                  </a:cubicBezTo>
                  <a:cubicBezTo>
                    <a:pt x="283" y="2109"/>
                    <a:pt x="534" y="2044"/>
                    <a:pt x="606" y="1896"/>
                  </a:cubicBezTo>
                  <a:cubicBezTo>
                    <a:pt x="677" y="1766"/>
                    <a:pt x="465" y="1650"/>
                    <a:pt x="606" y="1548"/>
                  </a:cubicBezTo>
                  <a:cubicBezTo>
                    <a:pt x="1051" y="1237"/>
                    <a:pt x="1747" y="1444"/>
                    <a:pt x="2464" y="1374"/>
                  </a:cubicBezTo>
                  <a:cubicBezTo>
                    <a:pt x="3068" y="1313"/>
                    <a:pt x="3190" y="943"/>
                    <a:pt x="3190" y="610"/>
                  </a:cubicBezTo>
                  <a:cubicBezTo>
                    <a:pt x="3341" y="605"/>
                    <a:pt x="3433" y="588"/>
                    <a:pt x="3584" y="588"/>
                  </a:cubicBezTo>
                  <a:cubicBezTo>
                    <a:pt x="3796" y="588"/>
                    <a:pt x="3867" y="719"/>
                    <a:pt x="4078" y="719"/>
                  </a:cubicBezTo>
                  <a:cubicBezTo>
                    <a:pt x="4411" y="719"/>
                    <a:pt x="4331" y="452"/>
                    <a:pt x="4603" y="349"/>
                  </a:cubicBezTo>
                  <a:cubicBezTo>
                    <a:pt x="4714" y="311"/>
                    <a:pt x="4837" y="349"/>
                    <a:pt x="4965" y="327"/>
                  </a:cubicBezTo>
                  <a:cubicBezTo>
                    <a:pt x="5219" y="283"/>
                    <a:pt x="5339" y="185"/>
                    <a:pt x="5612" y="174"/>
                  </a:cubicBezTo>
                  <a:cubicBezTo>
                    <a:pt x="5612" y="174"/>
                    <a:pt x="5612" y="174"/>
                    <a:pt x="5612" y="174"/>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77" name="Shape 4963"/>
            <p:cNvSpPr/>
            <p:nvPr/>
          </p:nvSpPr>
          <p:spPr>
            <a:xfrm>
              <a:off x="5235639" y="5324191"/>
              <a:ext cx="407327" cy="337790"/>
            </a:xfrm>
            <a:custGeom>
              <a:avLst/>
              <a:gdLst/>
              <a:ahLst/>
              <a:cxnLst>
                <a:cxn ang="0">
                  <a:pos x="wd2" y="hd2"/>
                </a:cxn>
                <a:cxn ang="5400000">
                  <a:pos x="wd2" y="hd2"/>
                </a:cxn>
                <a:cxn ang="10800000">
                  <a:pos x="wd2" y="hd2"/>
                </a:cxn>
                <a:cxn ang="16200000">
                  <a:pos x="wd2" y="hd2"/>
                </a:cxn>
              </a:cxnLst>
              <a:rect l="0" t="0" r="r" b="b"/>
              <a:pathLst>
                <a:path w="21600" h="21600" extrusionOk="0">
                  <a:moveTo>
                    <a:pt x="2613" y="16272"/>
                  </a:moveTo>
                  <a:cubicBezTo>
                    <a:pt x="2613" y="14950"/>
                    <a:pt x="1778" y="14478"/>
                    <a:pt x="1778" y="13155"/>
                  </a:cubicBezTo>
                  <a:lnTo>
                    <a:pt x="1778" y="11586"/>
                  </a:lnTo>
                  <a:cubicBezTo>
                    <a:pt x="1778" y="10704"/>
                    <a:pt x="1573" y="10129"/>
                    <a:pt x="1144" y="9420"/>
                  </a:cubicBezTo>
                  <a:cubicBezTo>
                    <a:pt x="842" y="8903"/>
                    <a:pt x="318" y="8694"/>
                    <a:pt x="318" y="8042"/>
                  </a:cubicBezTo>
                  <a:cubicBezTo>
                    <a:pt x="318" y="7604"/>
                    <a:pt x="637" y="7410"/>
                    <a:pt x="637" y="6972"/>
                  </a:cubicBezTo>
                  <a:cubicBezTo>
                    <a:pt x="637" y="5937"/>
                    <a:pt x="0" y="5457"/>
                    <a:pt x="0" y="4422"/>
                  </a:cubicBezTo>
                  <a:cubicBezTo>
                    <a:pt x="0" y="4252"/>
                    <a:pt x="50" y="4231"/>
                    <a:pt x="65" y="4061"/>
                  </a:cubicBezTo>
                  <a:cubicBezTo>
                    <a:pt x="256" y="3122"/>
                    <a:pt x="938" y="2875"/>
                    <a:pt x="1590" y="2300"/>
                  </a:cubicBezTo>
                  <a:cubicBezTo>
                    <a:pt x="2225" y="1744"/>
                    <a:pt x="2479" y="917"/>
                    <a:pt x="3272" y="917"/>
                  </a:cubicBezTo>
                  <a:cubicBezTo>
                    <a:pt x="3971" y="917"/>
                    <a:pt x="4321" y="1378"/>
                    <a:pt x="5019" y="1378"/>
                  </a:cubicBezTo>
                  <a:cubicBezTo>
                    <a:pt x="6924" y="1378"/>
                    <a:pt x="7919" y="199"/>
                    <a:pt x="9823" y="391"/>
                  </a:cubicBezTo>
                  <a:lnTo>
                    <a:pt x="9823" y="391"/>
                  </a:lnTo>
                  <a:cubicBezTo>
                    <a:pt x="10411" y="735"/>
                    <a:pt x="10419" y="1514"/>
                    <a:pt x="10927" y="1993"/>
                  </a:cubicBezTo>
                  <a:cubicBezTo>
                    <a:pt x="11357" y="2393"/>
                    <a:pt x="11770" y="2300"/>
                    <a:pt x="12324" y="2300"/>
                  </a:cubicBezTo>
                  <a:cubicBezTo>
                    <a:pt x="12626" y="2300"/>
                    <a:pt x="12787" y="2144"/>
                    <a:pt x="13087" y="2144"/>
                  </a:cubicBezTo>
                  <a:cubicBezTo>
                    <a:pt x="13707" y="2144"/>
                    <a:pt x="13929" y="2911"/>
                    <a:pt x="14547" y="2911"/>
                  </a:cubicBezTo>
                  <a:cubicBezTo>
                    <a:pt x="14802" y="2911"/>
                    <a:pt x="14865" y="2546"/>
                    <a:pt x="14992" y="2300"/>
                  </a:cubicBezTo>
                  <a:cubicBezTo>
                    <a:pt x="15230" y="1876"/>
                    <a:pt x="15374" y="1591"/>
                    <a:pt x="15374" y="1073"/>
                  </a:cubicBezTo>
                  <a:cubicBezTo>
                    <a:pt x="15374" y="824"/>
                    <a:pt x="15278" y="668"/>
                    <a:pt x="15183" y="460"/>
                  </a:cubicBezTo>
                  <a:cubicBezTo>
                    <a:pt x="15690" y="460"/>
                    <a:pt x="16025" y="306"/>
                    <a:pt x="16454" y="0"/>
                  </a:cubicBezTo>
                  <a:cubicBezTo>
                    <a:pt x="16995" y="652"/>
                    <a:pt x="17183" y="1361"/>
                    <a:pt x="17915" y="1610"/>
                  </a:cubicBezTo>
                  <a:lnTo>
                    <a:pt x="18675" y="1150"/>
                  </a:lnTo>
                  <a:cubicBezTo>
                    <a:pt x="18961" y="1342"/>
                    <a:pt x="19218" y="1454"/>
                    <a:pt x="19518" y="1591"/>
                  </a:cubicBezTo>
                  <a:lnTo>
                    <a:pt x="19518" y="1591"/>
                  </a:lnTo>
                  <a:cubicBezTo>
                    <a:pt x="19981" y="2336"/>
                    <a:pt x="20313" y="2623"/>
                    <a:pt x="20774" y="3371"/>
                  </a:cubicBezTo>
                  <a:cubicBezTo>
                    <a:pt x="21105" y="3927"/>
                    <a:pt x="21600" y="4195"/>
                    <a:pt x="21600" y="4904"/>
                  </a:cubicBezTo>
                  <a:cubicBezTo>
                    <a:pt x="21600" y="5553"/>
                    <a:pt x="20710" y="5537"/>
                    <a:pt x="20710" y="6186"/>
                  </a:cubicBezTo>
                  <a:lnTo>
                    <a:pt x="20710" y="7949"/>
                  </a:lnTo>
                  <a:cubicBezTo>
                    <a:pt x="20710" y="8426"/>
                    <a:pt x="20345" y="8675"/>
                    <a:pt x="20010" y="8886"/>
                  </a:cubicBezTo>
                  <a:cubicBezTo>
                    <a:pt x="19534" y="9193"/>
                    <a:pt x="19504" y="9768"/>
                    <a:pt x="19375" y="10419"/>
                  </a:cubicBezTo>
                  <a:lnTo>
                    <a:pt x="18869" y="10419"/>
                  </a:lnTo>
                  <a:lnTo>
                    <a:pt x="18614" y="10263"/>
                  </a:lnTo>
                  <a:lnTo>
                    <a:pt x="18074" y="10263"/>
                  </a:lnTo>
                  <a:lnTo>
                    <a:pt x="18074" y="11797"/>
                  </a:lnTo>
                  <a:cubicBezTo>
                    <a:pt x="17120" y="11892"/>
                    <a:pt x="15819" y="11797"/>
                    <a:pt x="15819" y="12947"/>
                  </a:cubicBezTo>
                  <a:cubicBezTo>
                    <a:pt x="15819" y="13253"/>
                    <a:pt x="16009" y="13404"/>
                    <a:pt x="16009" y="13713"/>
                  </a:cubicBezTo>
                  <a:cubicBezTo>
                    <a:pt x="16009" y="13922"/>
                    <a:pt x="15803" y="13963"/>
                    <a:pt x="15691" y="14092"/>
                  </a:cubicBezTo>
                  <a:cubicBezTo>
                    <a:pt x="16153" y="14650"/>
                    <a:pt x="16643" y="14957"/>
                    <a:pt x="16643" y="15743"/>
                  </a:cubicBezTo>
                  <a:cubicBezTo>
                    <a:pt x="16643" y="16354"/>
                    <a:pt x="16137" y="16699"/>
                    <a:pt x="15626" y="16699"/>
                  </a:cubicBezTo>
                  <a:cubicBezTo>
                    <a:pt x="15024" y="16699"/>
                    <a:pt x="14835" y="15857"/>
                    <a:pt x="14231" y="15857"/>
                  </a:cubicBezTo>
                  <a:cubicBezTo>
                    <a:pt x="13437" y="15857"/>
                    <a:pt x="13753" y="17769"/>
                    <a:pt x="12960" y="17769"/>
                  </a:cubicBezTo>
                  <a:cubicBezTo>
                    <a:pt x="12531" y="17769"/>
                    <a:pt x="12310" y="17465"/>
                    <a:pt x="11881" y="17386"/>
                  </a:cubicBezTo>
                  <a:cubicBezTo>
                    <a:pt x="11640" y="18287"/>
                    <a:pt x="11674" y="19111"/>
                    <a:pt x="10991" y="19535"/>
                  </a:cubicBezTo>
                  <a:cubicBezTo>
                    <a:pt x="10276" y="19993"/>
                    <a:pt x="9785" y="20606"/>
                    <a:pt x="9719" y="21600"/>
                  </a:cubicBezTo>
                  <a:lnTo>
                    <a:pt x="9719" y="21600"/>
                  </a:lnTo>
                  <a:cubicBezTo>
                    <a:pt x="9061" y="21552"/>
                    <a:pt x="8750" y="21028"/>
                    <a:pt x="8094" y="21028"/>
                  </a:cubicBezTo>
                  <a:cubicBezTo>
                    <a:pt x="7886" y="21028"/>
                    <a:pt x="7776" y="21064"/>
                    <a:pt x="7568" y="21064"/>
                  </a:cubicBezTo>
                  <a:cubicBezTo>
                    <a:pt x="7194" y="21064"/>
                    <a:pt x="7043" y="20645"/>
                    <a:pt x="6672" y="20645"/>
                  </a:cubicBezTo>
                  <a:cubicBezTo>
                    <a:pt x="6250" y="20645"/>
                    <a:pt x="6139" y="21255"/>
                    <a:pt x="5718" y="21255"/>
                  </a:cubicBezTo>
                  <a:cubicBezTo>
                    <a:pt x="5458" y="21255"/>
                    <a:pt x="5370" y="20951"/>
                    <a:pt x="5241" y="20683"/>
                  </a:cubicBezTo>
                  <a:cubicBezTo>
                    <a:pt x="5164" y="20501"/>
                    <a:pt x="4923" y="20510"/>
                    <a:pt x="4923" y="20299"/>
                  </a:cubicBezTo>
                  <a:cubicBezTo>
                    <a:pt x="4923" y="19974"/>
                    <a:pt x="5336" y="20048"/>
                    <a:pt x="5463" y="19763"/>
                  </a:cubicBezTo>
                  <a:cubicBezTo>
                    <a:pt x="5583" y="19485"/>
                    <a:pt x="5593" y="19274"/>
                    <a:pt x="5593" y="18960"/>
                  </a:cubicBezTo>
                  <a:cubicBezTo>
                    <a:pt x="5593" y="18756"/>
                    <a:pt x="5519" y="18653"/>
                    <a:pt x="5495" y="18462"/>
                  </a:cubicBezTo>
                  <a:cubicBezTo>
                    <a:pt x="5434" y="18050"/>
                    <a:pt x="5495" y="17465"/>
                    <a:pt x="5146" y="17465"/>
                  </a:cubicBezTo>
                  <a:cubicBezTo>
                    <a:pt x="4687" y="17465"/>
                    <a:pt x="4788" y="18230"/>
                    <a:pt x="4669" y="18769"/>
                  </a:cubicBezTo>
                  <a:cubicBezTo>
                    <a:pt x="4582" y="19152"/>
                    <a:pt x="4218" y="19188"/>
                    <a:pt x="3884" y="19188"/>
                  </a:cubicBezTo>
                  <a:cubicBezTo>
                    <a:pt x="3630" y="19188"/>
                    <a:pt x="3497" y="19152"/>
                    <a:pt x="3240" y="19168"/>
                  </a:cubicBezTo>
                  <a:cubicBezTo>
                    <a:pt x="3232" y="19101"/>
                    <a:pt x="3178" y="19065"/>
                    <a:pt x="3178" y="18996"/>
                  </a:cubicBezTo>
                  <a:cubicBezTo>
                    <a:pt x="3178" y="18883"/>
                    <a:pt x="3240" y="18805"/>
                    <a:pt x="3240" y="18692"/>
                  </a:cubicBezTo>
                  <a:cubicBezTo>
                    <a:pt x="3240" y="18145"/>
                    <a:pt x="3033" y="17867"/>
                    <a:pt x="2891" y="17350"/>
                  </a:cubicBezTo>
                  <a:cubicBezTo>
                    <a:pt x="2803" y="17014"/>
                    <a:pt x="2956" y="16728"/>
                    <a:pt x="2797" y="16432"/>
                  </a:cubicBezTo>
                  <a:cubicBezTo>
                    <a:pt x="2751" y="16342"/>
                    <a:pt x="2686" y="16298"/>
                    <a:pt x="2613" y="16272"/>
                  </a:cubicBezTo>
                  <a:cubicBezTo>
                    <a:pt x="2613" y="16272"/>
                    <a:pt x="2613" y="16272"/>
                    <a:pt x="2613" y="1627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78" name="Shape 4964"/>
            <p:cNvSpPr/>
            <p:nvPr/>
          </p:nvSpPr>
          <p:spPr>
            <a:xfrm>
              <a:off x="4981052" y="4715396"/>
              <a:ext cx="637226" cy="659364"/>
            </a:xfrm>
            <a:custGeom>
              <a:avLst/>
              <a:gdLst/>
              <a:ahLst/>
              <a:cxnLst>
                <a:cxn ang="0">
                  <a:pos x="wd2" y="hd2"/>
                </a:cxn>
                <a:cxn ang="5400000">
                  <a:pos x="wd2" y="hd2"/>
                </a:cxn>
                <a:cxn ang="10800000">
                  <a:pos x="wd2" y="hd2"/>
                </a:cxn>
                <a:cxn ang="16200000">
                  <a:pos x="wd2" y="hd2"/>
                </a:cxn>
              </a:cxnLst>
              <a:rect l="0" t="0" r="r" b="b"/>
              <a:pathLst>
                <a:path w="21600" h="21568" extrusionOk="0">
                  <a:moveTo>
                    <a:pt x="2193" y="2604"/>
                  </a:moveTo>
                  <a:cubicBezTo>
                    <a:pt x="2486" y="2692"/>
                    <a:pt x="2567" y="2612"/>
                    <a:pt x="2883" y="2642"/>
                  </a:cubicBezTo>
                  <a:cubicBezTo>
                    <a:pt x="2883" y="2928"/>
                    <a:pt x="3034" y="3230"/>
                    <a:pt x="3330" y="3230"/>
                  </a:cubicBezTo>
                  <a:cubicBezTo>
                    <a:pt x="3431" y="3230"/>
                    <a:pt x="3431" y="3073"/>
                    <a:pt x="3533" y="3073"/>
                  </a:cubicBezTo>
                  <a:cubicBezTo>
                    <a:pt x="3674" y="3073"/>
                    <a:pt x="3725" y="3191"/>
                    <a:pt x="3867" y="3191"/>
                  </a:cubicBezTo>
                  <a:lnTo>
                    <a:pt x="4182" y="3191"/>
                  </a:lnTo>
                  <a:cubicBezTo>
                    <a:pt x="4182" y="3124"/>
                    <a:pt x="4263" y="3103"/>
                    <a:pt x="4263" y="3034"/>
                  </a:cubicBezTo>
                  <a:cubicBezTo>
                    <a:pt x="4263" y="2652"/>
                    <a:pt x="3573" y="2672"/>
                    <a:pt x="3573" y="2290"/>
                  </a:cubicBezTo>
                  <a:cubicBezTo>
                    <a:pt x="3573" y="2026"/>
                    <a:pt x="3816" y="1928"/>
                    <a:pt x="3816" y="1664"/>
                  </a:cubicBezTo>
                  <a:cubicBezTo>
                    <a:pt x="3816" y="1437"/>
                    <a:pt x="3654" y="1339"/>
                    <a:pt x="3654" y="1114"/>
                  </a:cubicBezTo>
                  <a:cubicBezTo>
                    <a:pt x="3654" y="752"/>
                    <a:pt x="3664" y="496"/>
                    <a:pt x="3898" y="213"/>
                  </a:cubicBezTo>
                  <a:cubicBezTo>
                    <a:pt x="4140" y="332"/>
                    <a:pt x="4233" y="565"/>
                    <a:pt x="4507" y="565"/>
                  </a:cubicBezTo>
                  <a:cubicBezTo>
                    <a:pt x="4710" y="565"/>
                    <a:pt x="4689" y="300"/>
                    <a:pt x="4831" y="175"/>
                  </a:cubicBezTo>
                  <a:cubicBezTo>
                    <a:pt x="5065" y="-32"/>
                    <a:pt x="5368" y="50"/>
                    <a:pt x="5692" y="0"/>
                  </a:cubicBezTo>
                  <a:lnTo>
                    <a:pt x="5692" y="0"/>
                  </a:lnTo>
                  <a:cubicBezTo>
                    <a:pt x="5734" y="668"/>
                    <a:pt x="6029" y="939"/>
                    <a:pt x="6457" y="1468"/>
                  </a:cubicBezTo>
                  <a:cubicBezTo>
                    <a:pt x="6679" y="1751"/>
                    <a:pt x="6750" y="2026"/>
                    <a:pt x="7064" y="2212"/>
                  </a:cubicBezTo>
                  <a:cubicBezTo>
                    <a:pt x="7238" y="2310"/>
                    <a:pt x="7481" y="2300"/>
                    <a:pt x="7551" y="2485"/>
                  </a:cubicBezTo>
                  <a:cubicBezTo>
                    <a:pt x="7683" y="2818"/>
                    <a:pt x="7512" y="3093"/>
                    <a:pt x="7632" y="3426"/>
                  </a:cubicBezTo>
                  <a:cubicBezTo>
                    <a:pt x="7756" y="3750"/>
                    <a:pt x="8101" y="3778"/>
                    <a:pt x="8364" y="4014"/>
                  </a:cubicBezTo>
                  <a:cubicBezTo>
                    <a:pt x="8598" y="4221"/>
                    <a:pt x="8730" y="4484"/>
                    <a:pt x="9054" y="4484"/>
                  </a:cubicBezTo>
                  <a:cubicBezTo>
                    <a:pt x="9490" y="4484"/>
                    <a:pt x="9633" y="4014"/>
                    <a:pt x="10070" y="4014"/>
                  </a:cubicBezTo>
                  <a:cubicBezTo>
                    <a:pt x="10404" y="4014"/>
                    <a:pt x="10465" y="4356"/>
                    <a:pt x="10720" y="4563"/>
                  </a:cubicBezTo>
                  <a:cubicBezTo>
                    <a:pt x="11064" y="4847"/>
                    <a:pt x="11369" y="5063"/>
                    <a:pt x="11369" y="5504"/>
                  </a:cubicBezTo>
                  <a:cubicBezTo>
                    <a:pt x="11369" y="6149"/>
                    <a:pt x="10597" y="6228"/>
                    <a:pt x="10353" y="6836"/>
                  </a:cubicBezTo>
                  <a:cubicBezTo>
                    <a:pt x="11095" y="7129"/>
                    <a:pt x="11459" y="7433"/>
                    <a:pt x="12180" y="7776"/>
                  </a:cubicBezTo>
                  <a:cubicBezTo>
                    <a:pt x="12972" y="8158"/>
                    <a:pt x="13510" y="8274"/>
                    <a:pt x="14130" y="8873"/>
                  </a:cubicBezTo>
                  <a:cubicBezTo>
                    <a:pt x="14770" y="9490"/>
                    <a:pt x="14983" y="10028"/>
                    <a:pt x="15714" y="10558"/>
                  </a:cubicBezTo>
                  <a:cubicBezTo>
                    <a:pt x="16159" y="10881"/>
                    <a:pt x="16323" y="11204"/>
                    <a:pt x="16769" y="11537"/>
                  </a:cubicBezTo>
                  <a:cubicBezTo>
                    <a:pt x="17074" y="11762"/>
                    <a:pt x="17419" y="11596"/>
                    <a:pt x="17785" y="11734"/>
                  </a:cubicBezTo>
                  <a:cubicBezTo>
                    <a:pt x="18109" y="11851"/>
                    <a:pt x="18190" y="12145"/>
                    <a:pt x="18352" y="12439"/>
                  </a:cubicBezTo>
                  <a:cubicBezTo>
                    <a:pt x="18606" y="12879"/>
                    <a:pt x="19003" y="12957"/>
                    <a:pt x="19450" y="13222"/>
                  </a:cubicBezTo>
                  <a:cubicBezTo>
                    <a:pt x="19684" y="13358"/>
                    <a:pt x="19551" y="13644"/>
                    <a:pt x="19652" y="13889"/>
                  </a:cubicBezTo>
                  <a:cubicBezTo>
                    <a:pt x="19824" y="14319"/>
                    <a:pt x="20353" y="14241"/>
                    <a:pt x="20829" y="14241"/>
                  </a:cubicBezTo>
                  <a:cubicBezTo>
                    <a:pt x="20870" y="14319"/>
                    <a:pt x="20952" y="14348"/>
                    <a:pt x="20952" y="14436"/>
                  </a:cubicBezTo>
                  <a:cubicBezTo>
                    <a:pt x="20952" y="14613"/>
                    <a:pt x="20718" y="14603"/>
                    <a:pt x="20626" y="14749"/>
                  </a:cubicBezTo>
                  <a:cubicBezTo>
                    <a:pt x="20455" y="15035"/>
                    <a:pt x="20383" y="15239"/>
                    <a:pt x="20383" y="15573"/>
                  </a:cubicBezTo>
                  <a:cubicBezTo>
                    <a:pt x="20383" y="15906"/>
                    <a:pt x="20404" y="16190"/>
                    <a:pt x="20666" y="16396"/>
                  </a:cubicBezTo>
                  <a:cubicBezTo>
                    <a:pt x="20971" y="16640"/>
                    <a:pt x="21600" y="16474"/>
                    <a:pt x="21600" y="16866"/>
                  </a:cubicBezTo>
                  <a:cubicBezTo>
                    <a:pt x="21600" y="17336"/>
                    <a:pt x="21093" y="17472"/>
                    <a:pt x="20666" y="17689"/>
                  </a:cubicBezTo>
                  <a:cubicBezTo>
                    <a:pt x="21042" y="18580"/>
                    <a:pt x="21439" y="19110"/>
                    <a:pt x="21439" y="20079"/>
                  </a:cubicBezTo>
                  <a:cubicBezTo>
                    <a:pt x="21439" y="20412"/>
                    <a:pt x="21368" y="20628"/>
                    <a:pt x="21164" y="20893"/>
                  </a:cubicBezTo>
                  <a:lnTo>
                    <a:pt x="21164" y="20893"/>
                  </a:lnTo>
                  <a:cubicBezTo>
                    <a:pt x="20973" y="20823"/>
                    <a:pt x="20809" y="20765"/>
                    <a:pt x="20626" y="20667"/>
                  </a:cubicBezTo>
                  <a:lnTo>
                    <a:pt x="20139" y="20903"/>
                  </a:lnTo>
                  <a:cubicBezTo>
                    <a:pt x="19672" y="20775"/>
                    <a:pt x="19551" y="20412"/>
                    <a:pt x="19206" y="20079"/>
                  </a:cubicBezTo>
                  <a:cubicBezTo>
                    <a:pt x="18932" y="20236"/>
                    <a:pt x="18717" y="20314"/>
                    <a:pt x="18393" y="20314"/>
                  </a:cubicBezTo>
                  <a:cubicBezTo>
                    <a:pt x="18454" y="20421"/>
                    <a:pt x="18515" y="20501"/>
                    <a:pt x="18515" y="20628"/>
                  </a:cubicBezTo>
                  <a:cubicBezTo>
                    <a:pt x="18515" y="20893"/>
                    <a:pt x="18424" y="21039"/>
                    <a:pt x="18271" y="21255"/>
                  </a:cubicBezTo>
                  <a:cubicBezTo>
                    <a:pt x="18190" y="21382"/>
                    <a:pt x="18149" y="21568"/>
                    <a:pt x="17987" y="21568"/>
                  </a:cubicBezTo>
                  <a:cubicBezTo>
                    <a:pt x="17592" y="21568"/>
                    <a:pt x="17450" y="21176"/>
                    <a:pt x="17054" y="21176"/>
                  </a:cubicBezTo>
                  <a:cubicBezTo>
                    <a:pt x="16862" y="21176"/>
                    <a:pt x="16759" y="21255"/>
                    <a:pt x="16565" y="21255"/>
                  </a:cubicBezTo>
                  <a:cubicBezTo>
                    <a:pt x="16212" y="21255"/>
                    <a:pt x="15947" y="21303"/>
                    <a:pt x="15673" y="21099"/>
                  </a:cubicBezTo>
                  <a:cubicBezTo>
                    <a:pt x="15348" y="20853"/>
                    <a:pt x="15343" y="20455"/>
                    <a:pt x="14967" y="20279"/>
                  </a:cubicBezTo>
                  <a:lnTo>
                    <a:pt x="14967" y="20279"/>
                  </a:lnTo>
                  <a:cubicBezTo>
                    <a:pt x="15455" y="19417"/>
                    <a:pt x="15957" y="18797"/>
                    <a:pt x="15957" y="17805"/>
                  </a:cubicBezTo>
                  <a:cubicBezTo>
                    <a:pt x="15957" y="17424"/>
                    <a:pt x="15389" y="17366"/>
                    <a:pt x="15389" y="16984"/>
                  </a:cubicBezTo>
                  <a:cubicBezTo>
                    <a:pt x="15389" y="16514"/>
                    <a:pt x="16200" y="16514"/>
                    <a:pt x="16200" y="16045"/>
                  </a:cubicBezTo>
                  <a:cubicBezTo>
                    <a:pt x="16200" y="15593"/>
                    <a:pt x="15439" y="15867"/>
                    <a:pt x="15104" y="15573"/>
                  </a:cubicBezTo>
                  <a:cubicBezTo>
                    <a:pt x="14882" y="15377"/>
                    <a:pt x="14841" y="15074"/>
                    <a:pt x="14536" y="15025"/>
                  </a:cubicBezTo>
                  <a:cubicBezTo>
                    <a:pt x="14353" y="14996"/>
                    <a:pt x="14281" y="14849"/>
                    <a:pt x="14130" y="14749"/>
                  </a:cubicBezTo>
                  <a:cubicBezTo>
                    <a:pt x="13845" y="14564"/>
                    <a:pt x="13491" y="14720"/>
                    <a:pt x="13318" y="14436"/>
                  </a:cubicBezTo>
                  <a:cubicBezTo>
                    <a:pt x="13104" y="14074"/>
                    <a:pt x="13156" y="13780"/>
                    <a:pt x="13156" y="13358"/>
                  </a:cubicBezTo>
                  <a:cubicBezTo>
                    <a:pt x="13156" y="12968"/>
                    <a:pt x="13318" y="12733"/>
                    <a:pt x="13196" y="12359"/>
                  </a:cubicBezTo>
                  <a:cubicBezTo>
                    <a:pt x="13114" y="12106"/>
                    <a:pt x="12851" y="12047"/>
                    <a:pt x="12627" y="11890"/>
                  </a:cubicBezTo>
                  <a:cubicBezTo>
                    <a:pt x="12365" y="11704"/>
                    <a:pt x="12324" y="11439"/>
                    <a:pt x="12018" y="11302"/>
                  </a:cubicBezTo>
                  <a:cubicBezTo>
                    <a:pt x="11643" y="11135"/>
                    <a:pt x="11338" y="11156"/>
                    <a:pt x="11044" y="10870"/>
                  </a:cubicBezTo>
                  <a:cubicBezTo>
                    <a:pt x="10586" y="10430"/>
                    <a:pt x="10304" y="9970"/>
                    <a:pt x="9653" y="9970"/>
                  </a:cubicBezTo>
                  <a:lnTo>
                    <a:pt x="9095" y="9970"/>
                  </a:lnTo>
                  <a:cubicBezTo>
                    <a:pt x="9095" y="10430"/>
                    <a:pt x="8891" y="10734"/>
                    <a:pt x="8527" y="11027"/>
                  </a:cubicBezTo>
                  <a:cubicBezTo>
                    <a:pt x="8374" y="11146"/>
                    <a:pt x="8192" y="11058"/>
                    <a:pt x="8039" y="11185"/>
                  </a:cubicBezTo>
                  <a:cubicBezTo>
                    <a:pt x="7744" y="11429"/>
                    <a:pt x="7907" y="11792"/>
                    <a:pt x="7715" y="12125"/>
                  </a:cubicBezTo>
                  <a:cubicBezTo>
                    <a:pt x="7390" y="11969"/>
                    <a:pt x="7288" y="11734"/>
                    <a:pt x="6983" y="11577"/>
                  </a:cubicBezTo>
                  <a:cubicBezTo>
                    <a:pt x="6760" y="11459"/>
                    <a:pt x="6536" y="11547"/>
                    <a:pt x="6333" y="11419"/>
                  </a:cubicBezTo>
                  <a:cubicBezTo>
                    <a:pt x="6232" y="11361"/>
                    <a:pt x="6262" y="11146"/>
                    <a:pt x="6130" y="11146"/>
                  </a:cubicBezTo>
                  <a:cubicBezTo>
                    <a:pt x="5988" y="11146"/>
                    <a:pt x="5938" y="11283"/>
                    <a:pt x="5796" y="11283"/>
                  </a:cubicBezTo>
                  <a:cubicBezTo>
                    <a:pt x="5613" y="11283"/>
                    <a:pt x="5502" y="11274"/>
                    <a:pt x="5317" y="11283"/>
                  </a:cubicBezTo>
                  <a:cubicBezTo>
                    <a:pt x="5278" y="11821"/>
                    <a:pt x="5015" y="12086"/>
                    <a:pt x="4750" y="12555"/>
                  </a:cubicBezTo>
                  <a:cubicBezTo>
                    <a:pt x="4507" y="12997"/>
                    <a:pt x="4719" y="13447"/>
                    <a:pt x="4343" y="13810"/>
                  </a:cubicBezTo>
                  <a:cubicBezTo>
                    <a:pt x="3674" y="12938"/>
                    <a:pt x="3166" y="12341"/>
                    <a:pt x="3166" y="11243"/>
                  </a:cubicBezTo>
                  <a:cubicBezTo>
                    <a:pt x="3166" y="11009"/>
                    <a:pt x="3410" y="10911"/>
                    <a:pt x="3410" y="10675"/>
                  </a:cubicBezTo>
                  <a:cubicBezTo>
                    <a:pt x="3410" y="10362"/>
                    <a:pt x="3247" y="10205"/>
                    <a:pt x="3247" y="9892"/>
                  </a:cubicBezTo>
                  <a:cubicBezTo>
                    <a:pt x="3247" y="9461"/>
                    <a:pt x="3431" y="9236"/>
                    <a:pt x="3431" y="8804"/>
                  </a:cubicBezTo>
                  <a:lnTo>
                    <a:pt x="3431" y="7737"/>
                  </a:lnTo>
                  <a:lnTo>
                    <a:pt x="2924" y="7737"/>
                  </a:lnTo>
                  <a:cubicBezTo>
                    <a:pt x="2781" y="8020"/>
                    <a:pt x="2628" y="8245"/>
                    <a:pt x="2314" y="8245"/>
                  </a:cubicBezTo>
                  <a:cubicBezTo>
                    <a:pt x="2193" y="8245"/>
                    <a:pt x="2182" y="8088"/>
                    <a:pt x="2070" y="8049"/>
                  </a:cubicBezTo>
                  <a:cubicBezTo>
                    <a:pt x="1787" y="7933"/>
                    <a:pt x="1340" y="8001"/>
                    <a:pt x="1340" y="7697"/>
                  </a:cubicBezTo>
                  <a:cubicBezTo>
                    <a:pt x="1340" y="7286"/>
                    <a:pt x="1543" y="7060"/>
                    <a:pt x="1543" y="6649"/>
                  </a:cubicBezTo>
                  <a:cubicBezTo>
                    <a:pt x="1543" y="6581"/>
                    <a:pt x="1501" y="6551"/>
                    <a:pt x="1501" y="6483"/>
                  </a:cubicBezTo>
                  <a:cubicBezTo>
                    <a:pt x="1208" y="6444"/>
                    <a:pt x="1186" y="6051"/>
                    <a:pt x="893" y="6051"/>
                  </a:cubicBezTo>
                  <a:cubicBezTo>
                    <a:pt x="669" y="6051"/>
                    <a:pt x="659" y="6404"/>
                    <a:pt x="436" y="6404"/>
                  </a:cubicBezTo>
                  <a:cubicBezTo>
                    <a:pt x="314" y="6404"/>
                    <a:pt x="244" y="6364"/>
                    <a:pt x="121" y="6364"/>
                  </a:cubicBezTo>
                  <a:lnTo>
                    <a:pt x="121" y="6364"/>
                  </a:lnTo>
                  <a:cubicBezTo>
                    <a:pt x="61" y="6081"/>
                    <a:pt x="0" y="5914"/>
                    <a:pt x="0" y="5620"/>
                  </a:cubicBezTo>
                  <a:cubicBezTo>
                    <a:pt x="0" y="4994"/>
                    <a:pt x="720" y="4904"/>
                    <a:pt x="1095" y="4406"/>
                  </a:cubicBezTo>
                  <a:cubicBezTo>
                    <a:pt x="1369" y="4033"/>
                    <a:pt x="1288" y="3691"/>
                    <a:pt x="1461" y="3269"/>
                  </a:cubicBezTo>
                  <a:cubicBezTo>
                    <a:pt x="1553" y="3299"/>
                    <a:pt x="1603" y="3349"/>
                    <a:pt x="1704" y="3349"/>
                  </a:cubicBezTo>
                  <a:cubicBezTo>
                    <a:pt x="2050" y="3349"/>
                    <a:pt x="2141" y="2936"/>
                    <a:pt x="2193" y="2604"/>
                  </a:cubicBezTo>
                  <a:cubicBezTo>
                    <a:pt x="2193" y="2604"/>
                    <a:pt x="2193" y="2604"/>
                    <a:pt x="2193" y="260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79" name="Shape 4965"/>
            <p:cNvSpPr/>
            <p:nvPr/>
          </p:nvSpPr>
          <p:spPr>
            <a:xfrm>
              <a:off x="5147087" y="4582568"/>
              <a:ext cx="629248" cy="1205625"/>
            </a:xfrm>
            <a:custGeom>
              <a:avLst/>
              <a:gdLst/>
              <a:ahLst/>
              <a:cxnLst>
                <a:cxn ang="0">
                  <a:pos x="wd2" y="hd2"/>
                </a:cxn>
                <a:cxn ang="5400000">
                  <a:pos x="wd2" y="hd2"/>
                </a:cxn>
                <a:cxn ang="10800000">
                  <a:pos x="wd2" y="hd2"/>
                </a:cxn>
                <a:cxn ang="16200000">
                  <a:pos x="wd2" y="hd2"/>
                </a:cxn>
              </a:cxnLst>
              <a:rect l="0" t="0" r="r" b="b"/>
              <a:pathLst>
                <a:path w="21600" h="21600" extrusionOk="0">
                  <a:moveTo>
                    <a:pt x="0" y="2286"/>
                  </a:moveTo>
                  <a:cubicBezTo>
                    <a:pt x="259" y="1965"/>
                    <a:pt x="166" y="1614"/>
                    <a:pt x="814" y="1502"/>
                  </a:cubicBezTo>
                  <a:cubicBezTo>
                    <a:pt x="907" y="1593"/>
                    <a:pt x="979" y="1695"/>
                    <a:pt x="1185" y="1695"/>
                  </a:cubicBezTo>
                  <a:cubicBezTo>
                    <a:pt x="1370" y="1695"/>
                    <a:pt x="1432" y="1598"/>
                    <a:pt x="1595" y="1566"/>
                  </a:cubicBezTo>
                  <a:lnTo>
                    <a:pt x="2131" y="1781"/>
                  </a:lnTo>
                  <a:lnTo>
                    <a:pt x="2624" y="1781"/>
                  </a:lnTo>
                  <a:cubicBezTo>
                    <a:pt x="2624" y="1577"/>
                    <a:pt x="2521" y="1384"/>
                    <a:pt x="2830" y="1265"/>
                  </a:cubicBezTo>
                  <a:cubicBezTo>
                    <a:pt x="3118" y="1153"/>
                    <a:pt x="3385" y="1207"/>
                    <a:pt x="3734" y="1180"/>
                  </a:cubicBezTo>
                  <a:cubicBezTo>
                    <a:pt x="4197" y="1142"/>
                    <a:pt x="4617" y="1271"/>
                    <a:pt x="4926" y="1094"/>
                  </a:cubicBezTo>
                  <a:cubicBezTo>
                    <a:pt x="5092" y="997"/>
                    <a:pt x="5123" y="842"/>
                    <a:pt x="5378" y="837"/>
                  </a:cubicBezTo>
                  <a:cubicBezTo>
                    <a:pt x="5554" y="831"/>
                    <a:pt x="5667" y="874"/>
                    <a:pt x="5831" y="858"/>
                  </a:cubicBezTo>
                  <a:cubicBezTo>
                    <a:pt x="6077" y="831"/>
                    <a:pt x="6077" y="681"/>
                    <a:pt x="6283" y="601"/>
                  </a:cubicBezTo>
                  <a:cubicBezTo>
                    <a:pt x="6488" y="520"/>
                    <a:pt x="6818" y="520"/>
                    <a:pt x="6818" y="386"/>
                  </a:cubicBezTo>
                  <a:cubicBezTo>
                    <a:pt x="6818" y="241"/>
                    <a:pt x="6684" y="165"/>
                    <a:pt x="6655" y="21"/>
                  </a:cubicBezTo>
                  <a:cubicBezTo>
                    <a:pt x="6869" y="15"/>
                    <a:pt x="6983" y="0"/>
                    <a:pt x="7199" y="0"/>
                  </a:cubicBezTo>
                  <a:cubicBezTo>
                    <a:pt x="7672" y="0"/>
                    <a:pt x="7794" y="235"/>
                    <a:pt x="8217" y="342"/>
                  </a:cubicBezTo>
                  <a:cubicBezTo>
                    <a:pt x="8576" y="434"/>
                    <a:pt x="8853" y="386"/>
                    <a:pt x="9265" y="386"/>
                  </a:cubicBezTo>
                  <a:cubicBezTo>
                    <a:pt x="9614" y="386"/>
                    <a:pt x="9799" y="342"/>
                    <a:pt x="10149" y="342"/>
                  </a:cubicBezTo>
                  <a:cubicBezTo>
                    <a:pt x="10458" y="342"/>
                    <a:pt x="10538" y="557"/>
                    <a:pt x="10847" y="557"/>
                  </a:cubicBezTo>
                  <a:cubicBezTo>
                    <a:pt x="11044" y="557"/>
                    <a:pt x="10950" y="364"/>
                    <a:pt x="11137" y="342"/>
                  </a:cubicBezTo>
                  <a:cubicBezTo>
                    <a:pt x="11248" y="332"/>
                    <a:pt x="11341" y="342"/>
                    <a:pt x="11464" y="342"/>
                  </a:cubicBezTo>
                  <a:cubicBezTo>
                    <a:pt x="11650" y="342"/>
                    <a:pt x="11773" y="370"/>
                    <a:pt x="11917" y="429"/>
                  </a:cubicBezTo>
                  <a:cubicBezTo>
                    <a:pt x="11629" y="730"/>
                    <a:pt x="11053" y="826"/>
                    <a:pt x="11053" y="1158"/>
                  </a:cubicBezTo>
                  <a:cubicBezTo>
                    <a:pt x="11053" y="1271"/>
                    <a:pt x="11341" y="1265"/>
                    <a:pt x="11506" y="1330"/>
                  </a:cubicBezTo>
                  <a:cubicBezTo>
                    <a:pt x="11804" y="1443"/>
                    <a:pt x="11948" y="1588"/>
                    <a:pt x="12329" y="1609"/>
                  </a:cubicBezTo>
                  <a:lnTo>
                    <a:pt x="12943" y="1523"/>
                  </a:lnTo>
                  <a:lnTo>
                    <a:pt x="13797" y="1523"/>
                  </a:lnTo>
                  <a:cubicBezTo>
                    <a:pt x="14003" y="1523"/>
                    <a:pt x="14156" y="1472"/>
                    <a:pt x="14362" y="1456"/>
                  </a:cubicBezTo>
                  <a:lnTo>
                    <a:pt x="14362" y="1456"/>
                  </a:lnTo>
                  <a:cubicBezTo>
                    <a:pt x="14338" y="1495"/>
                    <a:pt x="14322" y="1538"/>
                    <a:pt x="14303" y="1577"/>
                  </a:cubicBezTo>
                  <a:cubicBezTo>
                    <a:pt x="14266" y="1644"/>
                    <a:pt x="14215" y="1684"/>
                    <a:pt x="14157" y="1749"/>
                  </a:cubicBezTo>
                  <a:cubicBezTo>
                    <a:pt x="14010" y="1923"/>
                    <a:pt x="13968" y="2035"/>
                    <a:pt x="13869" y="2221"/>
                  </a:cubicBezTo>
                  <a:cubicBezTo>
                    <a:pt x="13664" y="2607"/>
                    <a:pt x="12991" y="2789"/>
                    <a:pt x="12226" y="2789"/>
                  </a:cubicBezTo>
                  <a:lnTo>
                    <a:pt x="12226" y="2864"/>
                  </a:lnTo>
                  <a:lnTo>
                    <a:pt x="12307" y="3047"/>
                  </a:lnTo>
                  <a:lnTo>
                    <a:pt x="12307" y="3264"/>
                  </a:lnTo>
                  <a:cubicBezTo>
                    <a:pt x="12307" y="3478"/>
                    <a:pt x="11799" y="3498"/>
                    <a:pt x="11670" y="3701"/>
                  </a:cubicBezTo>
                  <a:cubicBezTo>
                    <a:pt x="11552" y="3893"/>
                    <a:pt x="11547" y="4012"/>
                    <a:pt x="11383" y="4195"/>
                  </a:cubicBezTo>
                  <a:cubicBezTo>
                    <a:pt x="11178" y="4423"/>
                    <a:pt x="10894" y="4495"/>
                    <a:pt x="10538" y="4668"/>
                  </a:cubicBezTo>
                  <a:cubicBezTo>
                    <a:pt x="10282" y="4791"/>
                    <a:pt x="9943" y="4845"/>
                    <a:pt x="9943" y="5030"/>
                  </a:cubicBezTo>
                  <a:lnTo>
                    <a:pt x="9943" y="6114"/>
                  </a:lnTo>
                  <a:cubicBezTo>
                    <a:pt x="9943" y="6314"/>
                    <a:pt x="10329" y="6360"/>
                    <a:pt x="10600" y="6502"/>
                  </a:cubicBezTo>
                  <a:cubicBezTo>
                    <a:pt x="10873" y="6645"/>
                    <a:pt x="10909" y="6814"/>
                    <a:pt x="11281" y="6878"/>
                  </a:cubicBezTo>
                  <a:cubicBezTo>
                    <a:pt x="11583" y="7052"/>
                    <a:pt x="11850" y="7101"/>
                    <a:pt x="12246" y="7211"/>
                  </a:cubicBezTo>
                  <a:cubicBezTo>
                    <a:pt x="12487" y="7278"/>
                    <a:pt x="12384" y="7428"/>
                    <a:pt x="12471" y="7564"/>
                  </a:cubicBezTo>
                  <a:cubicBezTo>
                    <a:pt x="12569" y="7723"/>
                    <a:pt x="12569" y="7860"/>
                    <a:pt x="12821" y="7962"/>
                  </a:cubicBezTo>
                  <a:cubicBezTo>
                    <a:pt x="12976" y="8024"/>
                    <a:pt x="13134" y="7975"/>
                    <a:pt x="13315" y="8015"/>
                  </a:cubicBezTo>
                  <a:cubicBezTo>
                    <a:pt x="13458" y="8048"/>
                    <a:pt x="13480" y="8117"/>
                    <a:pt x="13602" y="8166"/>
                  </a:cubicBezTo>
                  <a:cubicBezTo>
                    <a:pt x="13849" y="8264"/>
                    <a:pt x="14025" y="8302"/>
                    <a:pt x="14281" y="8391"/>
                  </a:cubicBezTo>
                  <a:cubicBezTo>
                    <a:pt x="14415" y="8437"/>
                    <a:pt x="14420" y="8512"/>
                    <a:pt x="14548" y="8562"/>
                  </a:cubicBezTo>
                  <a:cubicBezTo>
                    <a:pt x="14888" y="8699"/>
                    <a:pt x="15202" y="8665"/>
                    <a:pt x="15617" y="8724"/>
                  </a:cubicBezTo>
                  <a:cubicBezTo>
                    <a:pt x="15993" y="8777"/>
                    <a:pt x="16204" y="8839"/>
                    <a:pt x="16543" y="8938"/>
                  </a:cubicBezTo>
                  <a:cubicBezTo>
                    <a:pt x="16662" y="8971"/>
                    <a:pt x="16692" y="9034"/>
                    <a:pt x="16811" y="9067"/>
                  </a:cubicBezTo>
                  <a:cubicBezTo>
                    <a:pt x="17324" y="9217"/>
                    <a:pt x="17519" y="9383"/>
                    <a:pt x="17981" y="9571"/>
                  </a:cubicBezTo>
                  <a:cubicBezTo>
                    <a:pt x="18099" y="9620"/>
                    <a:pt x="18199" y="9636"/>
                    <a:pt x="18290" y="9700"/>
                  </a:cubicBezTo>
                  <a:cubicBezTo>
                    <a:pt x="18430" y="9800"/>
                    <a:pt x="18521" y="9859"/>
                    <a:pt x="18660" y="9958"/>
                  </a:cubicBezTo>
                  <a:cubicBezTo>
                    <a:pt x="18969" y="10172"/>
                    <a:pt x="19370" y="10251"/>
                    <a:pt x="19441" y="10516"/>
                  </a:cubicBezTo>
                  <a:cubicBezTo>
                    <a:pt x="19535" y="10843"/>
                    <a:pt x="19607" y="11041"/>
                    <a:pt x="19915" y="11331"/>
                  </a:cubicBezTo>
                  <a:cubicBezTo>
                    <a:pt x="20137" y="11540"/>
                    <a:pt x="20279" y="11658"/>
                    <a:pt x="20449" y="11878"/>
                  </a:cubicBezTo>
                  <a:cubicBezTo>
                    <a:pt x="20564" y="12025"/>
                    <a:pt x="20717" y="12112"/>
                    <a:pt x="20717" y="12273"/>
                  </a:cubicBezTo>
                  <a:cubicBezTo>
                    <a:pt x="20717" y="12359"/>
                    <a:pt x="20695" y="12407"/>
                    <a:pt x="20695" y="12493"/>
                  </a:cubicBezTo>
                  <a:lnTo>
                    <a:pt x="20695" y="12638"/>
                  </a:lnTo>
                  <a:cubicBezTo>
                    <a:pt x="20695" y="12815"/>
                    <a:pt x="20850" y="12898"/>
                    <a:pt x="21003" y="13059"/>
                  </a:cubicBezTo>
                  <a:cubicBezTo>
                    <a:pt x="21190" y="13252"/>
                    <a:pt x="21200" y="13383"/>
                    <a:pt x="21334" y="13585"/>
                  </a:cubicBezTo>
                  <a:cubicBezTo>
                    <a:pt x="21390" y="13670"/>
                    <a:pt x="21600" y="13686"/>
                    <a:pt x="21600" y="13777"/>
                  </a:cubicBezTo>
                  <a:cubicBezTo>
                    <a:pt x="21600" y="13861"/>
                    <a:pt x="21430" y="13875"/>
                    <a:pt x="21334" y="13938"/>
                  </a:cubicBezTo>
                  <a:cubicBezTo>
                    <a:pt x="21200" y="14028"/>
                    <a:pt x="21066" y="14086"/>
                    <a:pt x="21066" y="14202"/>
                  </a:cubicBezTo>
                  <a:cubicBezTo>
                    <a:pt x="21066" y="14336"/>
                    <a:pt x="21375" y="14373"/>
                    <a:pt x="21375" y="14508"/>
                  </a:cubicBezTo>
                  <a:cubicBezTo>
                    <a:pt x="21375" y="14593"/>
                    <a:pt x="21137" y="14567"/>
                    <a:pt x="21025" y="14625"/>
                  </a:cubicBezTo>
                  <a:cubicBezTo>
                    <a:pt x="21019" y="14652"/>
                    <a:pt x="21003" y="14666"/>
                    <a:pt x="21003" y="14692"/>
                  </a:cubicBezTo>
                  <a:cubicBezTo>
                    <a:pt x="21003" y="14950"/>
                    <a:pt x="21250" y="15082"/>
                    <a:pt x="21250" y="15339"/>
                  </a:cubicBezTo>
                  <a:cubicBezTo>
                    <a:pt x="21250" y="15409"/>
                    <a:pt x="21169" y="15446"/>
                    <a:pt x="21169" y="15516"/>
                  </a:cubicBezTo>
                  <a:cubicBezTo>
                    <a:pt x="21169" y="15602"/>
                    <a:pt x="21250" y="15645"/>
                    <a:pt x="21250" y="15731"/>
                  </a:cubicBezTo>
                  <a:cubicBezTo>
                    <a:pt x="21250" y="15857"/>
                    <a:pt x="21014" y="15892"/>
                    <a:pt x="20943" y="16009"/>
                  </a:cubicBezTo>
                  <a:cubicBezTo>
                    <a:pt x="20891" y="16093"/>
                    <a:pt x="20988" y="16168"/>
                    <a:pt x="20881" y="16235"/>
                  </a:cubicBezTo>
                  <a:cubicBezTo>
                    <a:pt x="20598" y="16409"/>
                    <a:pt x="20321" y="16444"/>
                    <a:pt x="19977" y="16589"/>
                  </a:cubicBezTo>
                  <a:cubicBezTo>
                    <a:pt x="19612" y="16742"/>
                    <a:pt x="19504" y="16895"/>
                    <a:pt x="19132" y="17040"/>
                  </a:cubicBezTo>
                  <a:cubicBezTo>
                    <a:pt x="19025" y="17081"/>
                    <a:pt x="18917" y="17091"/>
                    <a:pt x="18866" y="17158"/>
                  </a:cubicBezTo>
                  <a:cubicBezTo>
                    <a:pt x="18758" y="17292"/>
                    <a:pt x="18938" y="17421"/>
                    <a:pt x="18742" y="17523"/>
                  </a:cubicBezTo>
                  <a:cubicBezTo>
                    <a:pt x="18620" y="17587"/>
                    <a:pt x="18454" y="17528"/>
                    <a:pt x="18290" y="17566"/>
                  </a:cubicBezTo>
                  <a:cubicBezTo>
                    <a:pt x="18084" y="17614"/>
                    <a:pt x="17996" y="17673"/>
                    <a:pt x="17797" y="17727"/>
                  </a:cubicBezTo>
                  <a:cubicBezTo>
                    <a:pt x="17437" y="17826"/>
                    <a:pt x="17397" y="18022"/>
                    <a:pt x="17016" y="18091"/>
                  </a:cubicBezTo>
                  <a:cubicBezTo>
                    <a:pt x="16667" y="18155"/>
                    <a:pt x="16456" y="18183"/>
                    <a:pt x="16091" y="18209"/>
                  </a:cubicBezTo>
                  <a:cubicBezTo>
                    <a:pt x="15885" y="18223"/>
                    <a:pt x="15763" y="18236"/>
                    <a:pt x="15557" y="18263"/>
                  </a:cubicBezTo>
                  <a:cubicBezTo>
                    <a:pt x="15407" y="18282"/>
                    <a:pt x="15206" y="18284"/>
                    <a:pt x="15206" y="18365"/>
                  </a:cubicBezTo>
                  <a:cubicBezTo>
                    <a:pt x="15206" y="18475"/>
                    <a:pt x="15350" y="18529"/>
                    <a:pt x="15350" y="18638"/>
                  </a:cubicBezTo>
                  <a:cubicBezTo>
                    <a:pt x="15350" y="18757"/>
                    <a:pt x="15222" y="18818"/>
                    <a:pt x="15103" y="18918"/>
                  </a:cubicBezTo>
                  <a:cubicBezTo>
                    <a:pt x="15046" y="18966"/>
                    <a:pt x="14990" y="19014"/>
                    <a:pt x="14878" y="19014"/>
                  </a:cubicBezTo>
                  <a:cubicBezTo>
                    <a:pt x="14790" y="19014"/>
                    <a:pt x="14738" y="18996"/>
                    <a:pt x="14672" y="18971"/>
                  </a:cubicBezTo>
                  <a:cubicBezTo>
                    <a:pt x="14620" y="19014"/>
                    <a:pt x="14548" y="19044"/>
                    <a:pt x="14548" y="19098"/>
                  </a:cubicBezTo>
                  <a:cubicBezTo>
                    <a:pt x="14548" y="19151"/>
                    <a:pt x="14564" y="19181"/>
                    <a:pt x="14569" y="19235"/>
                  </a:cubicBezTo>
                  <a:cubicBezTo>
                    <a:pt x="14696" y="19229"/>
                    <a:pt x="14768" y="19231"/>
                    <a:pt x="14898" y="19235"/>
                  </a:cubicBezTo>
                  <a:lnTo>
                    <a:pt x="14898" y="19414"/>
                  </a:lnTo>
                  <a:cubicBezTo>
                    <a:pt x="14898" y="19489"/>
                    <a:pt x="14768" y="19521"/>
                    <a:pt x="14651" y="19561"/>
                  </a:cubicBezTo>
                  <a:cubicBezTo>
                    <a:pt x="14435" y="19637"/>
                    <a:pt x="14245" y="19626"/>
                    <a:pt x="13993" y="19658"/>
                  </a:cubicBezTo>
                  <a:cubicBezTo>
                    <a:pt x="13829" y="19680"/>
                    <a:pt x="13602" y="19666"/>
                    <a:pt x="13602" y="19755"/>
                  </a:cubicBezTo>
                  <a:cubicBezTo>
                    <a:pt x="13602" y="19792"/>
                    <a:pt x="13685" y="19803"/>
                    <a:pt x="13685" y="19841"/>
                  </a:cubicBezTo>
                  <a:cubicBezTo>
                    <a:pt x="13685" y="20013"/>
                    <a:pt x="13346" y="20050"/>
                    <a:pt x="13109" y="20162"/>
                  </a:cubicBezTo>
                  <a:cubicBezTo>
                    <a:pt x="12574" y="20423"/>
                    <a:pt x="12123" y="20535"/>
                    <a:pt x="11814" y="20882"/>
                  </a:cubicBezTo>
                  <a:cubicBezTo>
                    <a:pt x="11634" y="21085"/>
                    <a:pt x="11469" y="21203"/>
                    <a:pt x="11137" y="21343"/>
                  </a:cubicBezTo>
                  <a:cubicBezTo>
                    <a:pt x="10960" y="21415"/>
                    <a:pt x="10878" y="21480"/>
                    <a:pt x="10663" y="21515"/>
                  </a:cubicBezTo>
                  <a:cubicBezTo>
                    <a:pt x="10324" y="21568"/>
                    <a:pt x="10102" y="21558"/>
                    <a:pt x="9758" y="21600"/>
                  </a:cubicBezTo>
                  <a:cubicBezTo>
                    <a:pt x="9758" y="21584"/>
                    <a:pt x="9737" y="21576"/>
                    <a:pt x="9737" y="21560"/>
                  </a:cubicBezTo>
                  <a:cubicBezTo>
                    <a:pt x="9737" y="21338"/>
                    <a:pt x="10313" y="21297"/>
                    <a:pt x="10313" y="21074"/>
                  </a:cubicBezTo>
                  <a:cubicBezTo>
                    <a:pt x="10313" y="20991"/>
                    <a:pt x="10169" y="20962"/>
                    <a:pt x="10128" y="20882"/>
                  </a:cubicBezTo>
                  <a:cubicBezTo>
                    <a:pt x="10000" y="20648"/>
                    <a:pt x="10005" y="20506"/>
                    <a:pt x="10005" y="20265"/>
                  </a:cubicBezTo>
                  <a:cubicBezTo>
                    <a:pt x="10005" y="20112"/>
                    <a:pt x="9943" y="20021"/>
                    <a:pt x="10025" y="19873"/>
                  </a:cubicBezTo>
                  <a:cubicBezTo>
                    <a:pt x="10102" y="19728"/>
                    <a:pt x="10332" y="19669"/>
                    <a:pt x="10332" y="19518"/>
                  </a:cubicBezTo>
                  <a:cubicBezTo>
                    <a:pt x="10332" y="19301"/>
                    <a:pt x="9742" y="19350"/>
                    <a:pt x="9326" y="19336"/>
                  </a:cubicBezTo>
                  <a:lnTo>
                    <a:pt x="9326" y="19336"/>
                  </a:lnTo>
                  <a:cubicBezTo>
                    <a:pt x="9368" y="19057"/>
                    <a:pt x="9686" y="18886"/>
                    <a:pt x="10149" y="18757"/>
                  </a:cubicBezTo>
                  <a:cubicBezTo>
                    <a:pt x="10591" y="18638"/>
                    <a:pt x="10569" y="18408"/>
                    <a:pt x="10725" y="18155"/>
                  </a:cubicBezTo>
                  <a:cubicBezTo>
                    <a:pt x="11003" y="18177"/>
                    <a:pt x="11145" y="18263"/>
                    <a:pt x="11423" y="18263"/>
                  </a:cubicBezTo>
                  <a:cubicBezTo>
                    <a:pt x="11937" y="18263"/>
                    <a:pt x="11732" y="17727"/>
                    <a:pt x="12246" y="17727"/>
                  </a:cubicBezTo>
                  <a:cubicBezTo>
                    <a:pt x="12637" y="17727"/>
                    <a:pt x="12760" y="17963"/>
                    <a:pt x="13149" y="17963"/>
                  </a:cubicBezTo>
                  <a:cubicBezTo>
                    <a:pt x="13480" y="17963"/>
                    <a:pt x="13808" y="17866"/>
                    <a:pt x="13808" y="17695"/>
                  </a:cubicBezTo>
                  <a:cubicBezTo>
                    <a:pt x="13808" y="17475"/>
                    <a:pt x="13490" y="17389"/>
                    <a:pt x="13191" y="17232"/>
                  </a:cubicBezTo>
                  <a:cubicBezTo>
                    <a:pt x="13264" y="17196"/>
                    <a:pt x="13397" y="17185"/>
                    <a:pt x="13397" y="17126"/>
                  </a:cubicBezTo>
                  <a:cubicBezTo>
                    <a:pt x="13397" y="17040"/>
                    <a:pt x="13274" y="16997"/>
                    <a:pt x="13274" y="16911"/>
                  </a:cubicBezTo>
                  <a:cubicBezTo>
                    <a:pt x="13274" y="16589"/>
                    <a:pt x="14117" y="16616"/>
                    <a:pt x="14734" y="16589"/>
                  </a:cubicBezTo>
                  <a:lnTo>
                    <a:pt x="14734" y="16160"/>
                  </a:lnTo>
                  <a:lnTo>
                    <a:pt x="15083" y="16160"/>
                  </a:lnTo>
                  <a:lnTo>
                    <a:pt x="15248" y="16203"/>
                  </a:lnTo>
                  <a:lnTo>
                    <a:pt x="15576" y="16203"/>
                  </a:lnTo>
                  <a:cubicBezTo>
                    <a:pt x="15660" y="16021"/>
                    <a:pt x="15679" y="15860"/>
                    <a:pt x="15987" y="15774"/>
                  </a:cubicBezTo>
                  <a:cubicBezTo>
                    <a:pt x="16204" y="15715"/>
                    <a:pt x="16440" y="15645"/>
                    <a:pt x="16440" y="15511"/>
                  </a:cubicBezTo>
                  <a:lnTo>
                    <a:pt x="16440" y="15017"/>
                  </a:lnTo>
                  <a:cubicBezTo>
                    <a:pt x="16440" y="14835"/>
                    <a:pt x="17016" y="14840"/>
                    <a:pt x="17016" y="14658"/>
                  </a:cubicBezTo>
                  <a:cubicBezTo>
                    <a:pt x="17016" y="14459"/>
                    <a:pt x="16696" y="14384"/>
                    <a:pt x="16482" y="14229"/>
                  </a:cubicBezTo>
                  <a:cubicBezTo>
                    <a:pt x="16183" y="14019"/>
                    <a:pt x="15968" y="13938"/>
                    <a:pt x="15669" y="13730"/>
                  </a:cubicBezTo>
                  <a:lnTo>
                    <a:pt x="15669" y="13730"/>
                  </a:lnTo>
                  <a:cubicBezTo>
                    <a:pt x="15875" y="13585"/>
                    <a:pt x="15947" y="13467"/>
                    <a:pt x="15947" y="13284"/>
                  </a:cubicBezTo>
                  <a:cubicBezTo>
                    <a:pt x="15947" y="12753"/>
                    <a:pt x="15545" y="12463"/>
                    <a:pt x="15164" y="11975"/>
                  </a:cubicBezTo>
                  <a:cubicBezTo>
                    <a:pt x="15597" y="11856"/>
                    <a:pt x="16110" y="11782"/>
                    <a:pt x="16110" y="11524"/>
                  </a:cubicBezTo>
                  <a:cubicBezTo>
                    <a:pt x="16110" y="11309"/>
                    <a:pt x="15473" y="11400"/>
                    <a:pt x="15164" y="11267"/>
                  </a:cubicBezTo>
                  <a:cubicBezTo>
                    <a:pt x="14898" y="11154"/>
                    <a:pt x="14878" y="10998"/>
                    <a:pt x="14878" y="10816"/>
                  </a:cubicBezTo>
                  <a:cubicBezTo>
                    <a:pt x="14878" y="10633"/>
                    <a:pt x="14950" y="10521"/>
                    <a:pt x="15123" y="10365"/>
                  </a:cubicBezTo>
                  <a:cubicBezTo>
                    <a:pt x="15217" y="10285"/>
                    <a:pt x="15454" y="10290"/>
                    <a:pt x="15454" y="10194"/>
                  </a:cubicBezTo>
                  <a:cubicBezTo>
                    <a:pt x="15454" y="10145"/>
                    <a:pt x="15370" y="10129"/>
                    <a:pt x="15329" y="10086"/>
                  </a:cubicBezTo>
                  <a:cubicBezTo>
                    <a:pt x="14847" y="10086"/>
                    <a:pt x="14312" y="10129"/>
                    <a:pt x="14137" y="9894"/>
                  </a:cubicBezTo>
                  <a:cubicBezTo>
                    <a:pt x="14035" y="9759"/>
                    <a:pt x="14169" y="9603"/>
                    <a:pt x="13932" y="9528"/>
                  </a:cubicBezTo>
                  <a:cubicBezTo>
                    <a:pt x="13480" y="9383"/>
                    <a:pt x="13078" y="9340"/>
                    <a:pt x="12821" y="9100"/>
                  </a:cubicBezTo>
                  <a:cubicBezTo>
                    <a:pt x="12657" y="8938"/>
                    <a:pt x="12574" y="8777"/>
                    <a:pt x="12246" y="8714"/>
                  </a:cubicBezTo>
                  <a:cubicBezTo>
                    <a:pt x="11876" y="8638"/>
                    <a:pt x="11526" y="8729"/>
                    <a:pt x="11217" y="8605"/>
                  </a:cubicBezTo>
                  <a:cubicBezTo>
                    <a:pt x="10766" y="8423"/>
                    <a:pt x="10600" y="8246"/>
                    <a:pt x="10149" y="8069"/>
                  </a:cubicBezTo>
                  <a:cubicBezTo>
                    <a:pt x="9409" y="7779"/>
                    <a:pt x="9193" y="7484"/>
                    <a:pt x="8545" y="7146"/>
                  </a:cubicBezTo>
                  <a:cubicBezTo>
                    <a:pt x="7917" y="6819"/>
                    <a:pt x="7372" y="6755"/>
                    <a:pt x="6571" y="6545"/>
                  </a:cubicBezTo>
                  <a:cubicBezTo>
                    <a:pt x="5840" y="6357"/>
                    <a:pt x="5471" y="6191"/>
                    <a:pt x="4720" y="6031"/>
                  </a:cubicBezTo>
                  <a:cubicBezTo>
                    <a:pt x="4967" y="5698"/>
                    <a:pt x="5749" y="5655"/>
                    <a:pt x="5749" y="5301"/>
                  </a:cubicBezTo>
                  <a:cubicBezTo>
                    <a:pt x="5749" y="5059"/>
                    <a:pt x="5440" y="4941"/>
                    <a:pt x="5092" y="4785"/>
                  </a:cubicBezTo>
                  <a:cubicBezTo>
                    <a:pt x="4833" y="4673"/>
                    <a:pt x="4771" y="4485"/>
                    <a:pt x="4433" y="4485"/>
                  </a:cubicBezTo>
                  <a:cubicBezTo>
                    <a:pt x="3991" y="4485"/>
                    <a:pt x="3847" y="4742"/>
                    <a:pt x="3404" y="4742"/>
                  </a:cubicBezTo>
                  <a:cubicBezTo>
                    <a:pt x="3076" y="4742"/>
                    <a:pt x="2943" y="4598"/>
                    <a:pt x="2706" y="4485"/>
                  </a:cubicBezTo>
                  <a:cubicBezTo>
                    <a:pt x="2440" y="4356"/>
                    <a:pt x="2090" y="4340"/>
                    <a:pt x="1965" y="4163"/>
                  </a:cubicBezTo>
                  <a:cubicBezTo>
                    <a:pt x="1843" y="3981"/>
                    <a:pt x="2017" y="3830"/>
                    <a:pt x="1883" y="3648"/>
                  </a:cubicBezTo>
                  <a:cubicBezTo>
                    <a:pt x="1812" y="3546"/>
                    <a:pt x="1565" y="3552"/>
                    <a:pt x="1389" y="3498"/>
                  </a:cubicBezTo>
                  <a:cubicBezTo>
                    <a:pt x="1072" y="3396"/>
                    <a:pt x="1000" y="3246"/>
                    <a:pt x="774" y="3091"/>
                  </a:cubicBezTo>
                  <a:cubicBezTo>
                    <a:pt x="341" y="2801"/>
                    <a:pt x="43" y="2652"/>
                    <a:pt x="0" y="2286"/>
                  </a:cubicBezTo>
                  <a:cubicBezTo>
                    <a:pt x="0" y="2286"/>
                    <a:pt x="0" y="2286"/>
                    <a:pt x="0" y="228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80" name="Shape 4966"/>
            <p:cNvSpPr/>
            <p:nvPr/>
          </p:nvSpPr>
          <p:spPr>
            <a:xfrm>
              <a:off x="6220781" y="2556940"/>
              <a:ext cx="284563" cy="487886"/>
            </a:xfrm>
            <a:custGeom>
              <a:avLst/>
              <a:gdLst/>
              <a:ahLst/>
              <a:cxnLst>
                <a:cxn ang="0">
                  <a:pos x="wd2" y="hd2"/>
                </a:cxn>
                <a:cxn ang="5400000">
                  <a:pos x="wd2" y="hd2"/>
                </a:cxn>
                <a:cxn ang="10800000">
                  <a:pos x="wd2" y="hd2"/>
                </a:cxn>
                <a:cxn ang="16200000">
                  <a:pos x="wd2" y="hd2"/>
                </a:cxn>
              </a:cxnLst>
              <a:rect l="0" t="0" r="r" b="b"/>
              <a:pathLst>
                <a:path w="21600" h="21600" extrusionOk="0">
                  <a:moveTo>
                    <a:pt x="16068" y="0"/>
                  </a:moveTo>
                  <a:cubicBezTo>
                    <a:pt x="16592" y="531"/>
                    <a:pt x="17078" y="879"/>
                    <a:pt x="17909" y="1236"/>
                  </a:cubicBezTo>
                  <a:lnTo>
                    <a:pt x="17909" y="1236"/>
                  </a:lnTo>
                  <a:cubicBezTo>
                    <a:pt x="17920" y="1330"/>
                    <a:pt x="17945" y="1417"/>
                    <a:pt x="17868" y="1526"/>
                  </a:cubicBezTo>
                  <a:cubicBezTo>
                    <a:pt x="17664" y="1838"/>
                    <a:pt x="16859" y="1752"/>
                    <a:pt x="16731" y="2083"/>
                  </a:cubicBezTo>
                  <a:cubicBezTo>
                    <a:pt x="16632" y="2354"/>
                    <a:pt x="16720" y="2519"/>
                    <a:pt x="16685" y="2800"/>
                  </a:cubicBezTo>
                  <a:cubicBezTo>
                    <a:pt x="16674" y="2944"/>
                    <a:pt x="16514" y="3017"/>
                    <a:pt x="16514" y="3163"/>
                  </a:cubicBezTo>
                  <a:cubicBezTo>
                    <a:pt x="16514" y="4004"/>
                    <a:pt x="16504" y="4477"/>
                    <a:pt x="16504" y="5318"/>
                  </a:cubicBezTo>
                  <a:cubicBezTo>
                    <a:pt x="17175" y="5364"/>
                    <a:pt x="17823" y="5583"/>
                    <a:pt x="17823" y="5975"/>
                  </a:cubicBezTo>
                  <a:lnTo>
                    <a:pt x="17823" y="6996"/>
                  </a:lnTo>
                  <a:cubicBezTo>
                    <a:pt x="17823" y="7180"/>
                    <a:pt x="18096" y="7253"/>
                    <a:pt x="18096" y="7439"/>
                  </a:cubicBezTo>
                  <a:cubicBezTo>
                    <a:pt x="18096" y="7671"/>
                    <a:pt x="18005" y="7857"/>
                    <a:pt x="17686" y="7995"/>
                  </a:cubicBezTo>
                  <a:cubicBezTo>
                    <a:pt x="17467" y="8090"/>
                    <a:pt x="17197" y="8050"/>
                    <a:pt x="17052" y="8182"/>
                  </a:cubicBezTo>
                  <a:cubicBezTo>
                    <a:pt x="16845" y="8368"/>
                    <a:pt x="16845" y="8526"/>
                    <a:pt x="16731" y="8738"/>
                  </a:cubicBezTo>
                  <a:cubicBezTo>
                    <a:pt x="16345" y="9430"/>
                    <a:pt x="15673" y="9712"/>
                    <a:pt x="15278" y="10408"/>
                  </a:cubicBezTo>
                  <a:cubicBezTo>
                    <a:pt x="15039" y="10833"/>
                    <a:pt x="14595" y="10992"/>
                    <a:pt x="14274" y="11390"/>
                  </a:cubicBezTo>
                  <a:cubicBezTo>
                    <a:pt x="13707" y="12105"/>
                    <a:pt x="13503" y="12585"/>
                    <a:pt x="13503" y="13378"/>
                  </a:cubicBezTo>
                  <a:cubicBezTo>
                    <a:pt x="13503" y="13623"/>
                    <a:pt x="14186" y="13638"/>
                    <a:pt x="14186" y="13884"/>
                  </a:cubicBezTo>
                  <a:cubicBezTo>
                    <a:pt x="14186" y="14074"/>
                    <a:pt x="13913" y="14169"/>
                    <a:pt x="13913" y="14359"/>
                  </a:cubicBezTo>
                  <a:cubicBezTo>
                    <a:pt x="13913" y="14592"/>
                    <a:pt x="14402" y="14612"/>
                    <a:pt x="14777" y="14678"/>
                  </a:cubicBezTo>
                  <a:cubicBezTo>
                    <a:pt x="15536" y="14811"/>
                    <a:pt x="16003" y="14890"/>
                    <a:pt x="16776" y="15023"/>
                  </a:cubicBezTo>
                  <a:cubicBezTo>
                    <a:pt x="17914" y="15215"/>
                    <a:pt x="18494" y="15474"/>
                    <a:pt x="19641" y="15579"/>
                  </a:cubicBezTo>
                  <a:cubicBezTo>
                    <a:pt x="20322" y="15640"/>
                    <a:pt x="20584" y="15904"/>
                    <a:pt x="21142" y="16136"/>
                  </a:cubicBezTo>
                  <a:cubicBezTo>
                    <a:pt x="21304" y="16204"/>
                    <a:pt x="21455" y="16257"/>
                    <a:pt x="21600" y="16302"/>
                  </a:cubicBezTo>
                  <a:lnTo>
                    <a:pt x="21600" y="16302"/>
                  </a:lnTo>
                  <a:cubicBezTo>
                    <a:pt x="20966" y="16990"/>
                    <a:pt x="20437" y="17649"/>
                    <a:pt x="19074" y="17649"/>
                  </a:cubicBezTo>
                  <a:lnTo>
                    <a:pt x="17300" y="17649"/>
                  </a:lnTo>
                  <a:cubicBezTo>
                    <a:pt x="16685" y="17649"/>
                    <a:pt x="16572" y="18060"/>
                    <a:pt x="16370" y="18390"/>
                  </a:cubicBezTo>
                  <a:cubicBezTo>
                    <a:pt x="16074" y="18881"/>
                    <a:pt x="15548" y="19133"/>
                    <a:pt x="15548" y="19664"/>
                  </a:cubicBezTo>
                  <a:cubicBezTo>
                    <a:pt x="15548" y="19835"/>
                    <a:pt x="15730" y="19961"/>
                    <a:pt x="15847" y="20105"/>
                  </a:cubicBezTo>
                  <a:lnTo>
                    <a:pt x="15847" y="20105"/>
                  </a:lnTo>
                  <a:cubicBezTo>
                    <a:pt x="15178" y="20208"/>
                    <a:pt x="14914" y="20699"/>
                    <a:pt x="14140" y="20699"/>
                  </a:cubicBezTo>
                  <a:cubicBezTo>
                    <a:pt x="13606" y="20699"/>
                    <a:pt x="13346" y="20512"/>
                    <a:pt x="12809" y="20512"/>
                  </a:cubicBezTo>
                  <a:lnTo>
                    <a:pt x="11550" y="20512"/>
                  </a:lnTo>
                  <a:cubicBezTo>
                    <a:pt x="11424" y="20386"/>
                    <a:pt x="11333" y="20306"/>
                    <a:pt x="11140" y="20220"/>
                  </a:cubicBezTo>
                  <a:cubicBezTo>
                    <a:pt x="10969" y="20817"/>
                    <a:pt x="11026" y="21600"/>
                    <a:pt x="10002" y="21600"/>
                  </a:cubicBezTo>
                  <a:cubicBezTo>
                    <a:pt x="9730" y="21600"/>
                    <a:pt x="9639" y="21460"/>
                    <a:pt x="9410" y="21388"/>
                  </a:cubicBezTo>
                  <a:cubicBezTo>
                    <a:pt x="8572" y="21102"/>
                    <a:pt x="8174" y="20724"/>
                    <a:pt x="7207" y="20724"/>
                  </a:cubicBezTo>
                  <a:cubicBezTo>
                    <a:pt x="6752" y="20724"/>
                    <a:pt x="6502" y="20804"/>
                    <a:pt x="6049" y="20804"/>
                  </a:cubicBezTo>
                  <a:cubicBezTo>
                    <a:pt x="5728" y="20804"/>
                    <a:pt x="5458" y="20645"/>
                    <a:pt x="5458" y="20459"/>
                  </a:cubicBezTo>
                  <a:cubicBezTo>
                    <a:pt x="5458" y="20333"/>
                    <a:pt x="5602" y="20281"/>
                    <a:pt x="5685" y="20168"/>
                  </a:cubicBezTo>
                  <a:cubicBezTo>
                    <a:pt x="5899" y="19870"/>
                    <a:pt x="5947" y="19669"/>
                    <a:pt x="6229" y="19397"/>
                  </a:cubicBezTo>
                  <a:cubicBezTo>
                    <a:pt x="6467" y="19171"/>
                    <a:pt x="6345" y="18981"/>
                    <a:pt x="6502" y="18735"/>
                  </a:cubicBezTo>
                  <a:cubicBezTo>
                    <a:pt x="6630" y="18543"/>
                    <a:pt x="7070" y="18631"/>
                    <a:pt x="7321" y="18498"/>
                  </a:cubicBezTo>
                  <a:cubicBezTo>
                    <a:pt x="7798" y="18238"/>
                    <a:pt x="7912" y="17972"/>
                    <a:pt x="7912" y="17594"/>
                  </a:cubicBezTo>
                  <a:cubicBezTo>
                    <a:pt x="7912" y="17065"/>
                    <a:pt x="7412" y="16748"/>
                    <a:pt x="6638" y="16454"/>
                  </a:cubicBezTo>
                  <a:cubicBezTo>
                    <a:pt x="6081" y="16249"/>
                    <a:pt x="5728" y="16085"/>
                    <a:pt x="5071" y="16085"/>
                  </a:cubicBezTo>
                  <a:cubicBezTo>
                    <a:pt x="3663" y="16085"/>
                    <a:pt x="3092" y="16853"/>
                    <a:pt x="1684" y="16853"/>
                  </a:cubicBezTo>
                  <a:cubicBezTo>
                    <a:pt x="1499" y="16853"/>
                    <a:pt x="1479" y="16720"/>
                    <a:pt x="1319" y="16667"/>
                  </a:cubicBezTo>
                  <a:cubicBezTo>
                    <a:pt x="1058" y="16581"/>
                    <a:pt x="842" y="16615"/>
                    <a:pt x="592" y="16508"/>
                  </a:cubicBezTo>
                  <a:cubicBezTo>
                    <a:pt x="399" y="16428"/>
                    <a:pt x="254" y="16335"/>
                    <a:pt x="103" y="16254"/>
                  </a:cubicBezTo>
                  <a:lnTo>
                    <a:pt x="103" y="16254"/>
                  </a:lnTo>
                  <a:cubicBezTo>
                    <a:pt x="103" y="15882"/>
                    <a:pt x="0" y="15886"/>
                    <a:pt x="0" y="15514"/>
                  </a:cubicBezTo>
                  <a:cubicBezTo>
                    <a:pt x="0" y="14414"/>
                    <a:pt x="1707" y="14069"/>
                    <a:pt x="2545" y="13087"/>
                  </a:cubicBezTo>
                  <a:cubicBezTo>
                    <a:pt x="2933" y="12636"/>
                    <a:pt x="2913" y="12319"/>
                    <a:pt x="3001" y="11815"/>
                  </a:cubicBezTo>
                  <a:cubicBezTo>
                    <a:pt x="3092" y="11298"/>
                    <a:pt x="3456" y="11007"/>
                    <a:pt x="3456" y="10488"/>
                  </a:cubicBezTo>
                  <a:cubicBezTo>
                    <a:pt x="3561" y="10103"/>
                    <a:pt x="3478" y="9773"/>
                    <a:pt x="3319" y="9401"/>
                  </a:cubicBezTo>
                  <a:cubicBezTo>
                    <a:pt x="3194" y="9103"/>
                    <a:pt x="3333" y="8904"/>
                    <a:pt x="3183" y="8605"/>
                  </a:cubicBezTo>
                  <a:cubicBezTo>
                    <a:pt x="3125" y="8473"/>
                    <a:pt x="2913" y="8428"/>
                    <a:pt x="2913" y="8287"/>
                  </a:cubicBezTo>
                  <a:cubicBezTo>
                    <a:pt x="2913" y="7957"/>
                    <a:pt x="3402" y="7705"/>
                    <a:pt x="3967" y="7705"/>
                  </a:cubicBezTo>
                  <a:cubicBezTo>
                    <a:pt x="5878" y="7705"/>
                    <a:pt x="6945" y="7700"/>
                    <a:pt x="8857" y="7700"/>
                  </a:cubicBezTo>
                  <a:cubicBezTo>
                    <a:pt x="9127" y="7700"/>
                    <a:pt x="9197" y="7532"/>
                    <a:pt x="9368" y="7414"/>
                  </a:cubicBezTo>
                  <a:cubicBezTo>
                    <a:pt x="9616" y="7240"/>
                    <a:pt x="9707" y="7088"/>
                    <a:pt x="9866" y="6884"/>
                  </a:cubicBezTo>
                  <a:cubicBezTo>
                    <a:pt x="10093" y="6598"/>
                    <a:pt x="10366" y="6437"/>
                    <a:pt x="10366" y="6119"/>
                  </a:cubicBezTo>
                  <a:lnTo>
                    <a:pt x="10366" y="5497"/>
                  </a:lnTo>
                  <a:cubicBezTo>
                    <a:pt x="10366" y="5086"/>
                    <a:pt x="11458" y="5318"/>
                    <a:pt x="12004" y="5052"/>
                  </a:cubicBezTo>
                  <a:cubicBezTo>
                    <a:pt x="12343" y="4888"/>
                    <a:pt x="12286" y="4667"/>
                    <a:pt x="12368" y="4417"/>
                  </a:cubicBezTo>
                  <a:cubicBezTo>
                    <a:pt x="12616" y="3687"/>
                    <a:pt x="14390" y="3646"/>
                    <a:pt x="14390" y="2898"/>
                  </a:cubicBezTo>
                  <a:lnTo>
                    <a:pt x="14390" y="1070"/>
                  </a:lnTo>
                  <a:cubicBezTo>
                    <a:pt x="14390" y="889"/>
                    <a:pt x="14163" y="810"/>
                    <a:pt x="14163" y="632"/>
                  </a:cubicBezTo>
                  <a:cubicBezTo>
                    <a:pt x="14163" y="466"/>
                    <a:pt x="14186" y="367"/>
                    <a:pt x="14163" y="201"/>
                  </a:cubicBezTo>
                  <a:cubicBezTo>
                    <a:pt x="14922" y="201"/>
                    <a:pt x="15534" y="313"/>
                    <a:pt x="16068" y="0"/>
                  </a:cubicBezTo>
                  <a:cubicBezTo>
                    <a:pt x="16068" y="0"/>
                    <a:pt x="16068" y="0"/>
                    <a:pt x="16068" y="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81" name="Shape 4967"/>
            <p:cNvSpPr/>
            <p:nvPr/>
          </p:nvSpPr>
          <p:spPr>
            <a:xfrm>
              <a:off x="6420023" y="2922217"/>
              <a:ext cx="248545" cy="431087"/>
            </a:xfrm>
            <a:custGeom>
              <a:avLst/>
              <a:gdLst/>
              <a:ahLst/>
              <a:cxnLst>
                <a:cxn ang="0">
                  <a:pos x="wd2" y="hd2"/>
                </a:cxn>
                <a:cxn ang="5400000">
                  <a:pos x="wd2" y="hd2"/>
                </a:cxn>
                <a:cxn ang="10800000">
                  <a:pos x="wd2" y="hd2"/>
                </a:cxn>
                <a:cxn ang="16200000">
                  <a:pos x="wd2" y="hd2"/>
                </a:cxn>
              </a:cxnLst>
              <a:rect l="0" t="0" r="r" b="b"/>
              <a:pathLst>
                <a:path w="21600" h="21600" extrusionOk="0">
                  <a:moveTo>
                    <a:pt x="342" y="4305"/>
                  </a:moveTo>
                  <a:cubicBezTo>
                    <a:pt x="209" y="4141"/>
                    <a:pt x="0" y="3999"/>
                    <a:pt x="0" y="3805"/>
                  </a:cubicBezTo>
                  <a:cubicBezTo>
                    <a:pt x="0" y="3205"/>
                    <a:pt x="602" y="2919"/>
                    <a:pt x="941" y="2363"/>
                  </a:cubicBezTo>
                  <a:cubicBezTo>
                    <a:pt x="1172" y="1990"/>
                    <a:pt x="1302" y="1524"/>
                    <a:pt x="2006" y="1524"/>
                  </a:cubicBezTo>
                  <a:lnTo>
                    <a:pt x="4038" y="1524"/>
                  </a:lnTo>
                  <a:cubicBezTo>
                    <a:pt x="5597" y="1524"/>
                    <a:pt x="6203" y="779"/>
                    <a:pt x="6929" y="0"/>
                  </a:cubicBezTo>
                  <a:lnTo>
                    <a:pt x="6929" y="0"/>
                  </a:lnTo>
                  <a:cubicBezTo>
                    <a:pt x="7378" y="137"/>
                    <a:pt x="7805" y="204"/>
                    <a:pt x="8381" y="323"/>
                  </a:cubicBezTo>
                  <a:cubicBezTo>
                    <a:pt x="9566" y="578"/>
                    <a:pt x="9879" y="1006"/>
                    <a:pt x="10725" y="1553"/>
                  </a:cubicBezTo>
                  <a:cubicBezTo>
                    <a:pt x="11090" y="1712"/>
                    <a:pt x="11247" y="1875"/>
                    <a:pt x="11611" y="2035"/>
                  </a:cubicBezTo>
                  <a:cubicBezTo>
                    <a:pt x="12884" y="2581"/>
                    <a:pt x="13979" y="2574"/>
                    <a:pt x="15203" y="3174"/>
                  </a:cubicBezTo>
                  <a:cubicBezTo>
                    <a:pt x="15838" y="3488"/>
                    <a:pt x="15905" y="3811"/>
                    <a:pt x="16349" y="4226"/>
                  </a:cubicBezTo>
                  <a:cubicBezTo>
                    <a:pt x="17100" y="4922"/>
                    <a:pt x="17644" y="5300"/>
                    <a:pt x="17961" y="6086"/>
                  </a:cubicBezTo>
                  <a:cubicBezTo>
                    <a:pt x="18090" y="6424"/>
                    <a:pt x="18234" y="6617"/>
                    <a:pt x="18325" y="6957"/>
                  </a:cubicBezTo>
                  <a:cubicBezTo>
                    <a:pt x="18403" y="7258"/>
                    <a:pt x="18270" y="7631"/>
                    <a:pt x="18794" y="7704"/>
                  </a:cubicBezTo>
                  <a:cubicBezTo>
                    <a:pt x="18898" y="7509"/>
                    <a:pt x="18947" y="7376"/>
                    <a:pt x="18947" y="7165"/>
                  </a:cubicBezTo>
                  <a:lnTo>
                    <a:pt x="19783" y="7165"/>
                  </a:lnTo>
                  <a:cubicBezTo>
                    <a:pt x="20210" y="7413"/>
                    <a:pt x="20067" y="7699"/>
                    <a:pt x="20353" y="8005"/>
                  </a:cubicBezTo>
                  <a:cubicBezTo>
                    <a:pt x="21213" y="8921"/>
                    <a:pt x="21600" y="9544"/>
                    <a:pt x="21600" y="10586"/>
                  </a:cubicBezTo>
                  <a:cubicBezTo>
                    <a:pt x="21600" y="10918"/>
                    <a:pt x="21083" y="11157"/>
                    <a:pt x="20509" y="11157"/>
                  </a:cubicBezTo>
                  <a:cubicBezTo>
                    <a:pt x="20305" y="11157"/>
                    <a:pt x="20184" y="11097"/>
                    <a:pt x="19976" y="11097"/>
                  </a:cubicBezTo>
                  <a:lnTo>
                    <a:pt x="18947" y="11097"/>
                  </a:lnTo>
                  <a:lnTo>
                    <a:pt x="18947" y="11735"/>
                  </a:lnTo>
                  <a:cubicBezTo>
                    <a:pt x="18947" y="11975"/>
                    <a:pt x="18543" y="12043"/>
                    <a:pt x="18221" y="12178"/>
                  </a:cubicBezTo>
                  <a:cubicBezTo>
                    <a:pt x="17905" y="12313"/>
                    <a:pt x="17778" y="12456"/>
                    <a:pt x="17439" y="12567"/>
                  </a:cubicBezTo>
                  <a:cubicBezTo>
                    <a:pt x="16893" y="12754"/>
                    <a:pt x="16398" y="12636"/>
                    <a:pt x="15827" y="12809"/>
                  </a:cubicBezTo>
                  <a:cubicBezTo>
                    <a:pt x="15150" y="13011"/>
                    <a:pt x="15030" y="13387"/>
                    <a:pt x="14941" y="13828"/>
                  </a:cubicBezTo>
                  <a:cubicBezTo>
                    <a:pt x="14890" y="14106"/>
                    <a:pt x="14330" y="14091"/>
                    <a:pt x="13952" y="14249"/>
                  </a:cubicBezTo>
                  <a:cubicBezTo>
                    <a:pt x="13588" y="14406"/>
                    <a:pt x="13483" y="14601"/>
                    <a:pt x="13066" y="14699"/>
                  </a:cubicBezTo>
                  <a:cubicBezTo>
                    <a:pt x="12520" y="14825"/>
                    <a:pt x="11949" y="14692"/>
                    <a:pt x="11611" y="14968"/>
                  </a:cubicBezTo>
                  <a:cubicBezTo>
                    <a:pt x="11481" y="15080"/>
                    <a:pt x="11572" y="15185"/>
                    <a:pt x="11556" y="15328"/>
                  </a:cubicBezTo>
                  <a:cubicBezTo>
                    <a:pt x="11516" y="15673"/>
                    <a:pt x="10996" y="15795"/>
                    <a:pt x="10517" y="15987"/>
                  </a:cubicBezTo>
                  <a:cubicBezTo>
                    <a:pt x="10048" y="16176"/>
                    <a:pt x="9788" y="16409"/>
                    <a:pt x="9215" y="16409"/>
                  </a:cubicBezTo>
                  <a:cubicBezTo>
                    <a:pt x="8997" y="16409"/>
                    <a:pt x="8902" y="16304"/>
                    <a:pt x="8697" y="16259"/>
                  </a:cubicBezTo>
                  <a:cubicBezTo>
                    <a:pt x="8449" y="16207"/>
                    <a:pt x="8176" y="16192"/>
                    <a:pt x="8071" y="16049"/>
                  </a:cubicBezTo>
                  <a:cubicBezTo>
                    <a:pt x="7876" y="15808"/>
                    <a:pt x="7876" y="15606"/>
                    <a:pt x="7551" y="15418"/>
                  </a:cubicBezTo>
                  <a:cubicBezTo>
                    <a:pt x="6952" y="15073"/>
                    <a:pt x="6193" y="14924"/>
                    <a:pt x="6193" y="14429"/>
                  </a:cubicBezTo>
                  <a:cubicBezTo>
                    <a:pt x="6193" y="14233"/>
                    <a:pt x="6454" y="14143"/>
                    <a:pt x="6454" y="13948"/>
                  </a:cubicBezTo>
                  <a:cubicBezTo>
                    <a:pt x="6454" y="13415"/>
                    <a:pt x="5884" y="13161"/>
                    <a:pt x="5884" y="12627"/>
                  </a:cubicBezTo>
                  <a:cubicBezTo>
                    <a:pt x="5884" y="12508"/>
                    <a:pt x="6092" y="12486"/>
                    <a:pt x="6193" y="12388"/>
                  </a:cubicBezTo>
                  <a:cubicBezTo>
                    <a:pt x="6509" y="12118"/>
                    <a:pt x="6818" y="11936"/>
                    <a:pt x="6818" y="11607"/>
                  </a:cubicBezTo>
                  <a:cubicBezTo>
                    <a:pt x="6818" y="11352"/>
                    <a:pt x="6454" y="11254"/>
                    <a:pt x="6248" y="11036"/>
                  </a:cubicBezTo>
                  <a:cubicBezTo>
                    <a:pt x="6066" y="10841"/>
                    <a:pt x="6066" y="10556"/>
                    <a:pt x="5679" y="10556"/>
                  </a:cubicBezTo>
                  <a:cubicBezTo>
                    <a:pt x="5350" y="10556"/>
                    <a:pt x="5168" y="10678"/>
                    <a:pt x="4842" y="10678"/>
                  </a:cubicBezTo>
                  <a:cubicBezTo>
                    <a:pt x="4076" y="10678"/>
                    <a:pt x="4256" y="10062"/>
                    <a:pt x="3855" y="9687"/>
                  </a:cubicBezTo>
                  <a:cubicBezTo>
                    <a:pt x="3451" y="9311"/>
                    <a:pt x="2865" y="9139"/>
                    <a:pt x="2865" y="8696"/>
                  </a:cubicBezTo>
                  <a:lnTo>
                    <a:pt x="2254" y="8696"/>
                  </a:lnTo>
                  <a:cubicBezTo>
                    <a:pt x="1875" y="8696"/>
                    <a:pt x="1875" y="8988"/>
                    <a:pt x="1823" y="9206"/>
                  </a:cubicBezTo>
                  <a:cubicBezTo>
                    <a:pt x="1279" y="9101"/>
                    <a:pt x="625" y="9056"/>
                    <a:pt x="625" y="8726"/>
                  </a:cubicBezTo>
                  <a:cubicBezTo>
                    <a:pt x="625" y="8500"/>
                    <a:pt x="1081" y="8442"/>
                    <a:pt x="1094" y="8215"/>
                  </a:cubicBezTo>
                  <a:cubicBezTo>
                    <a:pt x="1124" y="7894"/>
                    <a:pt x="1355" y="7704"/>
                    <a:pt x="1771" y="7496"/>
                  </a:cubicBezTo>
                  <a:cubicBezTo>
                    <a:pt x="2197" y="7286"/>
                    <a:pt x="2396" y="6985"/>
                    <a:pt x="2969" y="6985"/>
                  </a:cubicBezTo>
                  <a:cubicBezTo>
                    <a:pt x="3357" y="6985"/>
                    <a:pt x="3569" y="7090"/>
                    <a:pt x="3956" y="7107"/>
                  </a:cubicBezTo>
                  <a:cubicBezTo>
                    <a:pt x="3998" y="7023"/>
                    <a:pt x="3933" y="6957"/>
                    <a:pt x="3956" y="6865"/>
                  </a:cubicBezTo>
                  <a:cubicBezTo>
                    <a:pt x="3396" y="6311"/>
                    <a:pt x="2979" y="6024"/>
                    <a:pt x="2396" y="5483"/>
                  </a:cubicBezTo>
                  <a:cubicBezTo>
                    <a:pt x="2148" y="5251"/>
                    <a:pt x="1966" y="5117"/>
                    <a:pt x="1722" y="4885"/>
                  </a:cubicBezTo>
                  <a:cubicBezTo>
                    <a:pt x="1423" y="4599"/>
                    <a:pt x="1211" y="4284"/>
                    <a:pt x="625" y="4284"/>
                  </a:cubicBezTo>
                  <a:cubicBezTo>
                    <a:pt x="521" y="4284"/>
                    <a:pt x="429" y="4293"/>
                    <a:pt x="342" y="4305"/>
                  </a:cubicBezTo>
                  <a:cubicBezTo>
                    <a:pt x="342" y="4305"/>
                    <a:pt x="342" y="4305"/>
                    <a:pt x="342" y="4305"/>
                  </a:cubicBezTo>
                  <a:close/>
                  <a:moveTo>
                    <a:pt x="11507" y="21059"/>
                  </a:moveTo>
                  <a:cubicBezTo>
                    <a:pt x="11507" y="21324"/>
                    <a:pt x="11751" y="21600"/>
                    <a:pt x="12210" y="21600"/>
                  </a:cubicBezTo>
                  <a:cubicBezTo>
                    <a:pt x="12676" y="21600"/>
                    <a:pt x="12937" y="21510"/>
                    <a:pt x="13379" y="21422"/>
                  </a:cubicBezTo>
                  <a:cubicBezTo>
                    <a:pt x="14095" y="21277"/>
                    <a:pt x="14890" y="21144"/>
                    <a:pt x="14890" y="20701"/>
                  </a:cubicBezTo>
                  <a:cubicBezTo>
                    <a:pt x="14890" y="20378"/>
                    <a:pt x="14759" y="20085"/>
                    <a:pt x="14265" y="19950"/>
                  </a:cubicBezTo>
                  <a:cubicBezTo>
                    <a:pt x="14034" y="19890"/>
                    <a:pt x="13887" y="20040"/>
                    <a:pt x="13692" y="20130"/>
                  </a:cubicBezTo>
                  <a:cubicBezTo>
                    <a:pt x="13340" y="20288"/>
                    <a:pt x="13119" y="20400"/>
                    <a:pt x="12754" y="20551"/>
                  </a:cubicBezTo>
                  <a:cubicBezTo>
                    <a:pt x="12272" y="20746"/>
                    <a:pt x="11507" y="20716"/>
                    <a:pt x="11507" y="21059"/>
                  </a:cubicBezTo>
                  <a:cubicBezTo>
                    <a:pt x="11507" y="21059"/>
                    <a:pt x="11507" y="21059"/>
                    <a:pt x="11507" y="21059"/>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82" name="Shape 4968"/>
            <p:cNvSpPr/>
            <p:nvPr/>
          </p:nvSpPr>
          <p:spPr>
            <a:xfrm>
              <a:off x="6696748" y="2025627"/>
              <a:ext cx="664844" cy="1820783"/>
            </a:xfrm>
            <a:custGeom>
              <a:avLst/>
              <a:gdLst/>
              <a:ahLst/>
              <a:cxnLst>
                <a:cxn ang="0">
                  <a:pos x="wd2" y="hd2"/>
                </a:cxn>
                <a:cxn ang="5400000">
                  <a:pos x="wd2" y="hd2"/>
                </a:cxn>
                <a:cxn ang="10800000">
                  <a:pos x="wd2" y="hd2"/>
                </a:cxn>
                <a:cxn ang="16200000">
                  <a:pos x="wd2" y="hd2"/>
                </a:cxn>
              </a:cxnLst>
              <a:rect l="0" t="0" r="r" b="b"/>
              <a:pathLst>
                <a:path w="21600" h="21600" extrusionOk="0">
                  <a:moveTo>
                    <a:pt x="13913" y="0"/>
                  </a:moveTo>
                  <a:cubicBezTo>
                    <a:pt x="13880" y="13"/>
                    <a:pt x="13836" y="18"/>
                    <a:pt x="13836" y="35"/>
                  </a:cubicBezTo>
                  <a:cubicBezTo>
                    <a:pt x="13836" y="137"/>
                    <a:pt x="13895" y="194"/>
                    <a:pt x="13895" y="295"/>
                  </a:cubicBezTo>
                  <a:cubicBezTo>
                    <a:pt x="13895" y="400"/>
                    <a:pt x="13816" y="469"/>
                    <a:pt x="13621" y="547"/>
                  </a:cubicBezTo>
                  <a:lnTo>
                    <a:pt x="13077" y="547"/>
                  </a:lnTo>
                  <a:cubicBezTo>
                    <a:pt x="12999" y="586"/>
                    <a:pt x="12950" y="633"/>
                    <a:pt x="12814" y="633"/>
                  </a:cubicBezTo>
                  <a:cubicBezTo>
                    <a:pt x="12658" y="633"/>
                    <a:pt x="12590" y="589"/>
                    <a:pt x="12434" y="589"/>
                  </a:cubicBezTo>
                  <a:cubicBezTo>
                    <a:pt x="12289" y="589"/>
                    <a:pt x="12245" y="638"/>
                    <a:pt x="12142" y="675"/>
                  </a:cubicBezTo>
                  <a:cubicBezTo>
                    <a:pt x="11949" y="746"/>
                    <a:pt x="11767" y="762"/>
                    <a:pt x="11500" y="782"/>
                  </a:cubicBezTo>
                  <a:cubicBezTo>
                    <a:pt x="11121" y="808"/>
                    <a:pt x="10902" y="817"/>
                    <a:pt x="10518" y="817"/>
                  </a:cubicBezTo>
                  <a:cubicBezTo>
                    <a:pt x="9434" y="817"/>
                    <a:pt x="8908" y="577"/>
                    <a:pt x="7823" y="554"/>
                  </a:cubicBezTo>
                  <a:cubicBezTo>
                    <a:pt x="7580" y="551"/>
                    <a:pt x="7457" y="504"/>
                    <a:pt x="7215" y="504"/>
                  </a:cubicBezTo>
                  <a:lnTo>
                    <a:pt x="6714" y="504"/>
                  </a:lnTo>
                  <a:lnTo>
                    <a:pt x="6558" y="490"/>
                  </a:lnTo>
                  <a:lnTo>
                    <a:pt x="6343" y="490"/>
                  </a:lnTo>
                  <a:cubicBezTo>
                    <a:pt x="6343" y="588"/>
                    <a:pt x="6270" y="645"/>
                    <a:pt x="6208" y="739"/>
                  </a:cubicBezTo>
                  <a:cubicBezTo>
                    <a:pt x="6509" y="789"/>
                    <a:pt x="6699" y="817"/>
                    <a:pt x="6987" y="881"/>
                  </a:cubicBezTo>
                  <a:cubicBezTo>
                    <a:pt x="7161" y="920"/>
                    <a:pt x="7205" y="972"/>
                    <a:pt x="7374" y="1009"/>
                  </a:cubicBezTo>
                  <a:cubicBezTo>
                    <a:pt x="7619" y="1064"/>
                    <a:pt x="7789" y="1103"/>
                    <a:pt x="7921" y="1193"/>
                  </a:cubicBezTo>
                  <a:cubicBezTo>
                    <a:pt x="8062" y="1290"/>
                    <a:pt x="7958" y="1386"/>
                    <a:pt x="8174" y="1464"/>
                  </a:cubicBezTo>
                  <a:cubicBezTo>
                    <a:pt x="8460" y="1569"/>
                    <a:pt x="8835" y="1606"/>
                    <a:pt x="8835" y="1753"/>
                  </a:cubicBezTo>
                  <a:lnTo>
                    <a:pt x="8835" y="1963"/>
                  </a:lnTo>
                  <a:cubicBezTo>
                    <a:pt x="8835" y="2114"/>
                    <a:pt x="9379" y="2144"/>
                    <a:pt x="9379" y="2295"/>
                  </a:cubicBezTo>
                  <a:cubicBezTo>
                    <a:pt x="9379" y="2357"/>
                    <a:pt x="9293" y="2423"/>
                    <a:pt x="9122" y="2423"/>
                  </a:cubicBezTo>
                  <a:lnTo>
                    <a:pt x="8606" y="2423"/>
                  </a:lnTo>
                  <a:cubicBezTo>
                    <a:pt x="8431" y="2423"/>
                    <a:pt x="8344" y="2453"/>
                    <a:pt x="8174" y="2465"/>
                  </a:cubicBezTo>
                  <a:cubicBezTo>
                    <a:pt x="7950" y="2481"/>
                    <a:pt x="7707" y="2510"/>
                    <a:pt x="7707" y="2593"/>
                  </a:cubicBezTo>
                  <a:cubicBezTo>
                    <a:pt x="7707" y="2748"/>
                    <a:pt x="8622" y="2652"/>
                    <a:pt x="8622" y="2807"/>
                  </a:cubicBezTo>
                  <a:cubicBezTo>
                    <a:pt x="8622" y="2848"/>
                    <a:pt x="8499" y="2856"/>
                    <a:pt x="8445" y="2892"/>
                  </a:cubicBezTo>
                  <a:cubicBezTo>
                    <a:pt x="8339" y="2963"/>
                    <a:pt x="8310" y="3016"/>
                    <a:pt x="8310" y="3098"/>
                  </a:cubicBezTo>
                  <a:cubicBezTo>
                    <a:pt x="8130" y="3098"/>
                    <a:pt x="7882" y="3097"/>
                    <a:pt x="7882" y="3161"/>
                  </a:cubicBezTo>
                  <a:cubicBezTo>
                    <a:pt x="7882" y="3242"/>
                    <a:pt x="7979" y="3293"/>
                    <a:pt x="8135" y="3347"/>
                  </a:cubicBezTo>
                  <a:cubicBezTo>
                    <a:pt x="8207" y="3372"/>
                    <a:pt x="8314" y="3359"/>
                    <a:pt x="8367" y="3389"/>
                  </a:cubicBezTo>
                  <a:cubicBezTo>
                    <a:pt x="8422" y="3421"/>
                    <a:pt x="8372" y="3451"/>
                    <a:pt x="8387" y="3489"/>
                  </a:cubicBezTo>
                  <a:cubicBezTo>
                    <a:pt x="8411" y="3542"/>
                    <a:pt x="8538" y="3577"/>
                    <a:pt x="8689" y="3581"/>
                  </a:cubicBezTo>
                  <a:lnTo>
                    <a:pt x="9282" y="3553"/>
                  </a:lnTo>
                  <a:cubicBezTo>
                    <a:pt x="9585" y="3560"/>
                    <a:pt x="9750" y="3588"/>
                    <a:pt x="10051" y="3588"/>
                  </a:cubicBezTo>
                  <a:cubicBezTo>
                    <a:pt x="10051" y="3682"/>
                    <a:pt x="10002" y="3736"/>
                    <a:pt x="10002" y="3830"/>
                  </a:cubicBezTo>
                  <a:cubicBezTo>
                    <a:pt x="10002" y="3894"/>
                    <a:pt x="10065" y="3972"/>
                    <a:pt x="10241" y="3972"/>
                  </a:cubicBezTo>
                  <a:cubicBezTo>
                    <a:pt x="10512" y="3972"/>
                    <a:pt x="10663" y="3974"/>
                    <a:pt x="10937" y="3974"/>
                  </a:cubicBezTo>
                  <a:cubicBezTo>
                    <a:pt x="10858" y="3849"/>
                    <a:pt x="10790" y="3778"/>
                    <a:pt x="10790" y="3650"/>
                  </a:cubicBezTo>
                  <a:lnTo>
                    <a:pt x="10790" y="3467"/>
                  </a:lnTo>
                  <a:lnTo>
                    <a:pt x="11242" y="3467"/>
                  </a:lnTo>
                  <a:cubicBezTo>
                    <a:pt x="11341" y="3467"/>
                    <a:pt x="11395" y="3489"/>
                    <a:pt x="11492" y="3489"/>
                  </a:cubicBezTo>
                  <a:cubicBezTo>
                    <a:pt x="11749" y="3489"/>
                    <a:pt x="12044" y="3448"/>
                    <a:pt x="12044" y="3354"/>
                  </a:cubicBezTo>
                  <a:cubicBezTo>
                    <a:pt x="12044" y="3277"/>
                    <a:pt x="11821" y="3240"/>
                    <a:pt x="11612" y="3240"/>
                  </a:cubicBezTo>
                  <a:lnTo>
                    <a:pt x="11215" y="3240"/>
                  </a:lnTo>
                  <a:cubicBezTo>
                    <a:pt x="11009" y="3240"/>
                    <a:pt x="10926" y="3176"/>
                    <a:pt x="10722" y="3176"/>
                  </a:cubicBezTo>
                  <a:cubicBezTo>
                    <a:pt x="10440" y="3176"/>
                    <a:pt x="10319" y="3243"/>
                    <a:pt x="10042" y="3262"/>
                  </a:cubicBezTo>
                  <a:cubicBezTo>
                    <a:pt x="9750" y="3279"/>
                    <a:pt x="9555" y="3249"/>
                    <a:pt x="9282" y="3290"/>
                  </a:cubicBezTo>
                  <a:cubicBezTo>
                    <a:pt x="9263" y="3279"/>
                    <a:pt x="9224" y="3276"/>
                    <a:pt x="9224" y="3262"/>
                  </a:cubicBezTo>
                  <a:cubicBezTo>
                    <a:pt x="9224" y="3146"/>
                    <a:pt x="9272" y="3080"/>
                    <a:pt x="9361" y="2970"/>
                  </a:cubicBezTo>
                  <a:cubicBezTo>
                    <a:pt x="9414" y="2899"/>
                    <a:pt x="9526" y="2835"/>
                    <a:pt x="9729" y="2835"/>
                  </a:cubicBezTo>
                  <a:cubicBezTo>
                    <a:pt x="9861" y="2835"/>
                    <a:pt x="9905" y="2870"/>
                    <a:pt x="10022" y="2892"/>
                  </a:cubicBezTo>
                  <a:cubicBezTo>
                    <a:pt x="10212" y="2925"/>
                    <a:pt x="10353" y="2934"/>
                    <a:pt x="10508" y="2991"/>
                  </a:cubicBezTo>
                  <a:cubicBezTo>
                    <a:pt x="10659" y="2897"/>
                    <a:pt x="10737" y="2840"/>
                    <a:pt x="10858" y="2743"/>
                  </a:cubicBezTo>
                  <a:cubicBezTo>
                    <a:pt x="10994" y="2636"/>
                    <a:pt x="11176" y="2544"/>
                    <a:pt x="11500" y="2544"/>
                  </a:cubicBezTo>
                  <a:cubicBezTo>
                    <a:pt x="11807" y="2544"/>
                    <a:pt x="11962" y="2601"/>
                    <a:pt x="12269" y="2601"/>
                  </a:cubicBezTo>
                  <a:cubicBezTo>
                    <a:pt x="12590" y="2601"/>
                    <a:pt x="12762" y="2565"/>
                    <a:pt x="13082" y="2565"/>
                  </a:cubicBezTo>
                  <a:lnTo>
                    <a:pt x="13465" y="2565"/>
                  </a:lnTo>
                  <a:lnTo>
                    <a:pt x="15431" y="2458"/>
                  </a:lnTo>
                  <a:cubicBezTo>
                    <a:pt x="15387" y="2391"/>
                    <a:pt x="15275" y="2366"/>
                    <a:pt x="15139" y="2316"/>
                  </a:cubicBezTo>
                  <a:cubicBezTo>
                    <a:pt x="14876" y="2221"/>
                    <a:pt x="14710" y="2144"/>
                    <a:pt x="14710" y="2009"/>
                  </a:cubicBezTo>
                  <a:lnTo>
                    <a:pt x="14710" y="1847"/>
                  </a:lnTo>
                  <a:lnTo>
                    <a:pt x="14595" y="1513"/>
                  </a:lnTo>
                  <a:cubicBezTo>
                    <a:pt x="14643" y="1398"/>
                    <a:pt x="15042" y="1428"/>
                    <a:pt x="15257" y="1343"/>
                  </a:cubicBezTo>
                  <a:cubicBezTo>
                    <a:pt x="15484" y="1252"/>
                    <a:pt x="15489" y="1170"/>
                    <a:pt x="15665" y="1066"/>
                  </a:cubicBezTo>
                  <a:cubicBezTo>
                    <a:pt x="15762" y="1007"/>
                    <a:pt x="15923" y="1004"/>
                    <a:pt x="16015" y="945"/>
                  </a:cubicBezTo>
                  <a:cubicBezTo>
                    <a:pt x="16225" y="813"/>
                    <a:pt x="16293" y="728"/>
                    <a:pt x="16423" y="583"/>
                  </a:cubicBezTo>
                  <a:lnTo>
                    <a:pt x="16423" y="547"/>
                  </a:lnTo>
                  <a:cubicBezTo>
                    <a:pt x="16303" y="561"/>
                    <a:pt x="16272" y="597"/>
                    <a:pt x="16171" y="625"/>
                  </a:cubicBezTo>
                  <a:cubicBezTo>
                    <a:pt x="15962" y="686"/>
                    <a:pt x="15777" y="689"/>
                    <a:pt x="15510" y="704"/>
                  </a:cubicBezTo>
                  <a:cubicBezTo>
                    <a:pt x="15452" y="640"/>
                    <a:pt x="15533" y="586"/>
                    <a:pt x="15431" y="533"/>
                  </a:cubicBezTo>
                  <a:cubicBezTo>
                    <a:pt x="15345" y="487"/>
                    <a:pt x="15193" y="510"/>
                    <a:pt x="15042" y="497"/>
                  </a:cubicBezTo>
                  <a:cubicBezTo>
                    <a:pt x="14890" y="485"/>
                    <a:pt x="14867" y="433"/>
                    <a:pt x="14749" y="398"/>
                  </a:cubicBezTo>
                  <a:cubicBezTo>
                    <a:pt x="14463" y="307"/>
                    <a:pt x="14239" y="257"/>
                    <a:pt x="14108" y="128"/>
                  </a:cubicBezTo>
                  <a:cubicBezTo>
                    <a:pt x="14054" y="75"/>
                    <a:pt x="14046" y="28"/>
                    <a:pt x="13913" y="0"/>
                  </a:cubicBezTo>
                  <a:close/>
                  <a:moveTo>
                    <a:pt x="19168" y="9606"/>
                  </a:moveTo>
                  <a:cubicBezTo>
                    <a:pt x="19246" y="9777"/>
                    <a:pt x="19499" y="9855"/>
                    <a:pt x="19499" y="10025"/>
                  </a:cubicBezTo>
                  <a:cubicBezTo>
                    <a:pt x="19499" y="10116"/>
                    <a:pt x="19358" y="10211"/>
                    <a:pt x="19109" y="10211"/>
                  </a:cubicBezTo>
                  <a:cubicBezTo>
                    <a:pt x="18813" y="10211"/>
                    <a:pt x="18725" y="10099"/>
                    <a:pt x="18623" y="9997"/>
                  </a:cubicBezTo>
                  <a:cubicBezTo>
                    <a:pt x="18507" y="9883"/>
                    <a:pt x="18423" y="9820"/>
                    <a:pt x="18369" y="9699"/>
                  </a:cubicBezTo>
                  <a:cubicBezTo>
                    <a:pt x="18150" y="9789"/>
                    <a:pt x="18233" y="9885"/>
                    <a:pt x="18079" y="9990"/>
                  </a:cubicBezTo>
                  <a:cubicBezTo>
                    <a:pt x="17985" y="10052"/>
                    <a:pt x="17825" y="10077"/>
                    <a:pt x="17825" y="10148"/>
                  </a:cubicBezTo>
                  <a:lnTo>
                    <a:pt x="17825" y="10428"/>
                  </a:lnTo>
                  <a:cubicBezTo>
                    <a:pt x="17825" y="10535"/>
                    <a:pt x="17527" y="10585"/>
                    <a:pt x="17241" y="10601"/>
                  </a:cubicBezTo>
                  <a:cubicBezTo>
                    <a:pt x="17028" y="10614"/>
                    <a:pt x="16891" y="10644"/>
                    <a:pt x="16754" y="10708"/>
                  </a:cubicBezTo>
                  <a:cubicBezTo>
                    <a:pt x="16676" y="10745"/>
                    <a:pt x="16632" y="10786"/>
                    <a:pt x="16502" y="10786"/>
                  </a:cubicBezTo>
                  <a:cubicBezTo>
                    <a:pt x="16408" y="10786"/>
                    <a:pt x="16385" y="10751"/>
                    <a:pt x="16346" y="10720"/>
                  </a:cubicBezTo>
                  <a:cubicBezTo>
                    <a:pt x="16239" y="10716"/>
                    <a:pt x="16181" y="10722"/>
                    <a:pt x="16074" y="10722"/>
                  </a:cubicBezTo>
                  <a:cubicBezTo>
                    <a:pt x="15893" y="10722"/>
                    <a:pt x="15747" y="10710"/>
                    <a:pt x="15645" y="10658"/>
                  </a:cubicBezTo>
                  <a:cubicBezTo>
                    <a:pt x="15525" y="10598"/>
                    <a:pt x="15518" y="10537"/>
                    <a:pt x="15343" y="10494"/>
                  </a:cubicBezTo>
                  <a:lnTo>
                    <a:pt x="15343" y="10777"/>
                  </a:lnTo>
                  <a:cubicBezTo>
                    <a:pt x="15343" y="10800"/>
                    <a:pt x="15315" y="10814"/>
                    <a:pt x="15295" y="10836"/>
                  </a:cubicBezTo>
                  <a:cubicBezTo>
                    <a:pt x="15150" y="10829"/>
                    <a:pt x="15008" y="10814"/>
                    <a:pt x="14965" y="10764"/>
                  </a:cubicBezTo>
                  <a:cubicBezTo>
                    <a:pt x="14905" y="10704"/>
                    <a:pt x="14959" y="10661"/>
                    <a:pt x="14905" y="10601"/>
                  </a:cubicBezTo>
                  <a:cubicBezTo>
                    <a:pt x="14876" y="10565"/>
                    <a:pt x="14760" y="10564"/>
                    <a:pt x="14710" y="10530"/>
                  </a:cubicBezTo>
                  <a:cubicBezTo>
                    <a:pt x="14643" y="10482"/>
                    <a:pt x="14609" y="10423"/>
                    <a:pt x="14459" y="10423"/>
                  </a:cubicBezTo>
                  <a:cubicBezTo>
                    <a:pt x="14337" y="10423"/>
                    <a:pt x="14303" y="10480"/>
                    <a:pt x="14303" y="10524"/>
                  </a:cubicBezTo>
                  <a:lnTo>
                    <a:pt x="14303" y="10928"/>
                  </a:lnTo>
                  <a:cubicBezTo>
                    <a:pt x="14541" y="10928"/>
                    <a:pt x="14684" y="10926"/>
                    <a:pt x="14905" y="10956"/>
                  </a:cubicBezTo>
                  <a:cubicBezTo>
                    <a:pt x="15052" y="10976"/>
                    <a:pt x="15091" y="11024"/>
                    <a:pt x="15236" y="11042"/>
                  </a:cubicBezTo>
                  <a:cubicBezTo>
                    <a:pt x="15539" y="11079"/>
                    <a:pt x="15728" y="11075"/>
                    <a:pt x="16035" y="11113"/>
                  </a:cubicBezTo>
                  <a:cubicBezTo>
                    <a:pt x="15942" y="11217"/>
                    <a:pt x="15870" y="11290"/>
                    <a:pt x="15626" y="11354"/>
                  </a:cubicBezTo>
                  <a:cubicBezTo>
                    <a:pt x="15460" y="11397"/>
                    <a:pt x="15242" y="11361"/>
                    <a:pt x="15139" y="11425"/>
                  </a:cubicBezTo>
                  <a:cubicBezTo>
                    <a:pt x="14929" y="11555"/>
                    <a:pt x="14950" y="11648"/>
                    <a:pt x="14808" y="11788"/>
                  </a:cubicBezTo>
                  <a:cubicBezTo>
                    <a:pt x="14746" y="11852"/>
                    <a:pt x="14634" y="11884"/>
                    <a:pt x="14634" y="11953"/>
                  </a:cubicBezTo>
                  <a:lnTo>
                    <a:pt x="14634" y="12177"/>
                  </a:lnTo>
                  <a:cubicBezTo>
                    <a:pt x="14634" y="12268"/>
                    <a:pt x="14385" y="12328"/>
                    <a:pt x="14137" y="12328"/>
                  </a:cubicBezTo>
                  <a:cubicBezTo>
                    <a:pt x="13880" y="12328"/>
                    <a:pt x="13739" y="12278"/>
                    <a:pt x="13480" y="12278"/>
                  </a:cubicBezTo>
                  <a:lnTo>
                    <a:pt x="13062" y="12278"/>
                  </a:lnTo>
                  <a:cubicBezTo>
                    <a:pt x="12844" y="12278"/>
                    <a:pt x="12732" y="12243"/>
                    <a:pt x="12513" y="12235"/>
                  </a:cubicBezTo>
                  <a:lnTo>
                    <a:pt x="12513" y="12029"/>
                  </a:lnTo>
                  <a:lnTo>
                    <a:pt x="12416" y="11781"/>
                  </a:lnTo>
                  <a:cubicBezTo>
                    <a:pt x="12445" y="11638"/>
                    <a:pt x="12571" y="11561"/>
                    <a:pt x="12571" y="11418"/>
                  </a:cubicBezTo>
                  <a:cubicBezTo>
                    <a:pt x="12313" y="11441"/>
                    <a:pt x="12163" y="11457"/>
                    <a:pt x="11929" y="11503"/>
                  </a:cubicBezTo>
                  <a:cubicBezTo>
                    <a:pt x="11647" y="11561"/>
                    <a:pt x="11510" y="11645"/>
                    <a:pt x="11185" y="11645"/>
                  </a:cubicBezTo>
                  <a:lnTo>
                    <a:pt x="10707" y="11645"/>
                  </a:lnTo>
                  <a:cubicBezTo>
                    <a:pt x="10411" y="11645"/>
                    <a:pt x="10333" y="11749"/>
                    <a:pt x="10139" y="11830"/>
                  </a:cubicBezTo>
                  <a:cubicBezTo>
                    <a:pt x="10007" y="11886"/>
                    <a:pt x="9929" y="11919"/>
                    <a:pt x="9750" y="11951"/>
                  </a:cubicBezTo>
                  <a:cubicBezTo>
                    <a:pt x="9653" y="11969"/>
                    <a:pt x="9517" y="11969"/>
                    <a:pt x="9517" y="12008"/>
                  </a:cubicBezTo>
                  <a:cubicBezTo>
                    <a:pt x="9517" y="12072"/>
                    <a:pt x="9711" y="12093"/>
                    <a:pt x="9711" y="12157"/>
                  </a:cubicBezTo>
                  <a:cubicBezTo>
                    <a:pt x="9711" y="12193"/>
                    <a:pt x="9588" y="12198"/>
                    <a:pt x="9497" y="12207"/>
                  </a:cubicBezTo>
                  <a:cubicBezTo>
                    <a:pt x="9390" y="12218"/>
                    <a:pt x="9336" y="12246"/>
                    <a:pt x="9224" y="12249"/>
                  </a:cubicBezTo>
                  <a:cubicBezTo>
                    <a:pt x="9068" y="12255"/>
                    <a:pt x="8917" y="12244"/>
                    <a:pt x="8835" y="12292"/>
                  </a:cubicBezTo>
                  <a:cubicBezTo>
                    <a:pt x="8741" y="12345"/>
                    <a:pt x="8752" y="12392"/>
                    <a:pt x="8679" y="12449"/>
                  </a:cubicBezTo>
                  <a:cubicBezTo>
                    <a:pt x="8587" y="12523"/>
                    <a:pt x="8460" y="12553"/>
                    <a:pt x="8348" y="12626"/>
                  </a:cubicBezTo>
                  <a:cubicBezTo>
                    <a:pt x="8174" y="12738"/>
                    <a:pt x="8008" y="12814"/>
                    <a:pt x="7666" y="12846"/>
                  </a:cubicBezTo>
                  <a:cubicBezTo>
                    <a:pt x="7391" y="12873"/>
                    <a:pt x="7239" y="12907"/>
                    <a:pt x="7025" y="12974"/>
                  </a:cubicBezTo>
                  <a:cubicBezTo>
                    <a:pt x="6890" y="13017"/>
                    <a:pt x="6772" y="13051"/>
                    <a:pt x="6772" y="13116"/>
                  </a:cubicBezTo>
                  <a:cubicBezTo>
                    <a:pt x="6772" y="13200"/>
                    <a:pt x="6890" y="13242"/>
                    <a:pt x="6890" y="13326"/>
                  </a:cubicBezTo>
                  <a:cubicBezTo>
                    <a:pt x="6890" y="13349"/>
                    <a:pt x="6864" y="13365"/>
                    <a:pt x="6851" y="13386"/>
                  </a:cubicBezTo>
                  <a:cubicBezTo>
                    <a:pt x="6714" y="13367"/>
                    <a:pt x="6606" y="13374"/>
                    <a:pt x="6461" y="13365"/>
                  </a:cubicBezTo>
                  <a:cubicBezTo>
                    <a:pt x="6324" y="13356"/>
                    <a:pt x="6270" y="13308"/>
                    <a:pt x="6130" y="13308"/>
                  </a:cubicBezTo>
                  <a:cubicBezTo>
                    <a:pt x="5823" y="13308"/>
                    <a:pt x="5711" y="13402"/>
                    <a:pt x="5430" y="13443"/>
                  </a:cubicBezTo>
                  <a:cubicBezTo>
                    <a:pt x="5216" y="13475"/>
                    <a:pt x="5083" y="13489"/>
                    <a:pt x="4865" y="13514"/>
                  </a:cubicBezTo>
                  <a:cubicBezTo>
                    <a:pt x="4700" y="13532"/>
                    <a:pt x="4661" y="13606"/>
                    <a:pt x="4485" y="13606"/>
                  </a:cubicBezTo>
                  <a:cubicBezTo>
                    <a:pt x="4351" y="13606"/>
                    <a:pt x="4344" y="13545"/>
                    <a:pt x="4262" y="13507"/>
                  </a:cubicBezTo>
                  <a:cubicBezTo>
                    <a:pt x="4145" y="13456"/>
                    <a:pt x="3932" y="13449"/>
                    <a:pt x="3932" y="13379"/>
                  </a:cubicBezTo>
                  <a:cubicBezTo>
                    <a:pt x="3932" y="13290"/>
                    <a:pt x="4073" y="13232"/>
                    <a:pt x="4281" y="13187"/>
                  </a:cubicBezTo>
                  <a:cubicBezTo>
                    <a:pt x="4627" y="13093"/>
                    <a:pt x="4666" y="12992"/>
                    <a:pt x="4904" y="12861"/>
                  </a:cubicBezTo>
                  <a:cubicBezTo>
                    <a:pt x="5098" y="12753"/>
                    <a:pt x="5274" y="12706"/>
                    <a:pt x="5430" y="12590"/>
                  </a:cubicBezTo>
                  <a:cubicBezTo>
                    <a:pt x="5794" y="12322"/>
                    <a:pt x="5916" y="12156"/>
                    <a:pt x="6187" y="11873"/>
                  </a:cubicBezTo>
                  <a:cubicBezTo>
                    <a:pt x="6320" y="11734"/>
                    <a:pt x="6471" y="11663"/>
                    <a:pt x="6617" y="11525"/>
                  </a:cubicBezTo>
                  <a:cubicBezTo>
                    <a:pt x="6630" y="11537"/>
                    <a:pt x="6645" y="11546"/>
                    <a:pt x="6674" y="11553"/>
                  </a:cubicBezTo>
                  <a:cubicBezTo>
                    <a:pt x="6695" y="11626"/>
                    <a:pt x="6666" y="11672"/>
                    <a:pt x="6753" y="11738"/>
                  </a:cubicBezTo>
                  <a:cubicBezTo>
                    <a:pt x="7137" y="11626"/>
                    <a:pt x="7200" y="11507"/>
                    <a:pt x="7570" y="11390"/>
                  </a:cubicBezTo>
                  <a:cubicBezTo>
                    <a:pt x="7940" y="11273"/>
                    <a:pt x="8363" y="11276"/>
                    <a:pt x="8601" y="11120"/>
                  </a:cubicBezTo>
                  <a:cubicBezTo>
                    <a:pt x="8726" y="11036"/>
                    <a:pt x="8927" y="11013"/>
                    <a:pt x="9184" y="10992"/>
                  </a:cubicBezTo>
                  <a:cubicBezTo>
                    <a:pt x="9390" y="10976"/>
                    <a:pt x="9458" y="10919"/>
                    <a:pt x="9594" y="10864"/>
                  </a:cubicBezTo>
                  <a:cubicBezTo>
                    <a:pt x="9812" y="10777"/>
                    <a:pt x="9978" y="10738"/>
                    <a:pt x="10178" y="10644"/>
                  </a:cubicBezTo>
                  <a:cubicBezTo>
                    <a:pt x="10314" y="10580"/>
                    <a:pt x="10343" y="10488"/>
                    <a:pt x="10566" y="10488"/>
                  </a:cubicBezTo>
                  <a:cubicBezTo>
                    <a:pt x="10864" y="10488"/>
                    <a:pt x="10999" y="10565"/>
                    <a:pt x="11296" y="10565"/>
                  </a:cubicBezTo>
                  <a:cubicBezTo>
                    <a:pt x="11578" y="10565"/>
                    <a:pt x="11773" y="10498"/>
                    <a:pt x="11871" y="10402"/>
                  </a:cubicBezTo>
                  <a:cubicBezTo>
                    <a:pt x="11949" y="10326"/>
                    <a:pt x="11983" y="10232"/>
                    <a:pt x="12207" y="10232"/>
                  </a:cubicBezTo>
                  <a:cubicBezTo>
                    <a:pt x="12307" y="10232"/>
                    <a:pt x="12372" y="10237"/>
                    <a:pt x="12473" y="10235"/>
                  </a:cubicBezTo>
                  <a:cubicBezTo>
                    <a:pt x="12458" y="10160"/>
                    <a:pt x="12269" y="10145"/>
                    <a:pt x="12163" y="10082"/>
                  </a:cubicBezTo>
                  <a:cubicBezTo>
                    <a:pt x="11968" y="9972"/>
                    <a:pt x="11910" y="9887"/>
                    <a:pt x="11910" y="9756"/>
                  </a:cubicBezTo>
                  <a:cubicBezTo>
                    <a:pt x="11910" y="9638"/>
                    <a:pt x="12085" y="9576"/>
                    <a:pt x="12085" y="9459"/>
                  </a:cubicBezTo>
                  <a:lnTo>
                    <a:pt x="12085" y="9285"/>
                  </a:lnTo>
                  <a:cubicBezTo>
                    <a:pt x="12085" y="9235"/>
                    <a:pt x="11929" y="9217"/>
                    <a:pt x="11929" y="9168"/>
                  </a:cubicBezTo>
                  <a:lnTo>
                    <a:pt x="11929" y="8958"/>
                  </a:lnTo>
                  <a:cubicBezTo>
                    <a:pt x="11929" y="8788"/>
                    <a:pt x="11268" y="8761"/>
                    <a:pt x="11268" y="8590"/>
                  </a:cubicBezTo>
                  <a:cubicBezTo>
                    <a:pt x="11268" y="8468"/>
                    <a:pt x="11359" y="8386"/>
                    <a:pt x="11598" y="8299"/>
                  </a:cubicBezTo>
                  <a:cubicBezTo>
                    <a:pt x="11782" y="8231"/>
                    <a:pt x="11924" y="8201"/>
                    <a:pt x="12065" y="8121"/>
                  </a:cubicBezTo>
                  <a:cubicBezTo>
                    <a:pt x="12134" y="8080"/>
                    <a:pt x="12124" y="8015"/>
                    <a:pt x="12260" y="8015"/>
                  </a:cubicBezTo>
                  <a:cubicBezTo>
                    <a:pt x="12304" y="8015"/>
                    <a:pt x="12332" y="8020"/>
                    <a:pt x="12376" y="8022"/>
                  </a:cubicBezTo>
                  <a:lnTo>
                    <a:pt x="12376" y="8113"/>
                  </a:lnTo>
                  <a:cubicBezTo>
                    <a:pt x="12376" y="8304"/>
                    <a:pt x="12104" y="8405"/>
                    <a:pt x="12104" y="8597"/>
                  </a:cubicBezTo>
                  <a:cubicBezTo>
                    <a:pt x="12104" y="8679"/>
                    <a:pt x="12362" y="8688"/>
                    <a:pt x="12532" y="8739"/>
                  </a:cubicBezTo>
                  <a:cubicBezTo>
                    <a:pt x="12639" y="8771"/>
                    <a:pt x="12629" y="8816"/>
                    <a:pt x="12629" y="8867"/>
                  </a:cubicBezTo>
                  <a:cubicBezTo>
                    <a:pt x="12765" y="8867"/>
                    <a:pt x="12844" y="8882"/>
                    <a:pt x="12979" y="8882"/>
                  </a:cubicBezTo>
                  <a:cubicBezTo>
                    <a:pt x="13310" y="8882"/>
                    <a:pt x="13344" y="8743"/>
                    <a:pt x="13563" y="8654"/>
                  </a:cubicBezTo>
                  <a:cubicBezTo>
                    <a:pt x="13942" y="8516"/>
                    <a:pt x="14226" y="8473"/>
                    <a:pt x="14478" y="8306"/>
                  </a:cubicBezTo>
                  <a:cubicBezTo>
                    <a:pt x="14741" y="8135"/>
                    <a:pt x="14710" y="8011"/>
                    <a:pt x="14770" y="7816"/>
                  </a:cubicBezTo>
                  <a:cubicBezTo>
                    <a:pt x="14804" y="7699"/>
                    <a:pt x="14847" y="7631"/>
                    <a:pt x="14847" y="7514"/>
                  </a:cubicBezTo>
                  <a:cubicBezTo>
                    <a:pt x="14847" y="7281"/>
                    <a:pt x="14749" y="7153"/>
                    <a:pt x="14673" y="6921"/>
                  </a:cubicBezTo>
                  <a:cubicBezTo>
                    <a:pt x="14590" y="6675"/>
                    <a:pt x="14613" y="6524"/>
                    <a:pt x="14323" y="6303"/>
                  </a:cubicBezTo>
                  <a:cubicBezTo>
                    <a:pt x="14040" y="6086"/>
                    <a:pt x="13898" y="5952"/>
                    <a:pt x="13856" y="5712"/>
                  </a:cubicBezTo>
                  <a:cubicBezTo>
                    <a:pt x="13825" y="5542"/>
                    <a:pt x="13660" y="5450"/>
                    <a:pt x="13388" y="5308"/>
                  </a:cubicBezTo>
                  <a:cubicBezTo>
                    <a:pt x="13300" y="5259"/>
                    <a:pt x="13218" y="5237"/>
                    <a:pt x="13137" y="5187"/>
                  </a:cubicBezTo>
                  <a:cubicBezTo>
                    <a:pt x="13086" y="5157"/>
                    <a:pt x="13057" y="5123"/>
                    <a:pt x="12960" y="5123"/>
                  </a:cubicBezTo>
                  <a:cubicBezTo>
                    <a:pt x="12799" y="5123"/>
                    <a:pt x="12785" y="5199"/>
                    <a:pt x="12785" y="5258"/>
                  </a:cubicBezTo>
                  <a:cubicBezTo>
                    <a:pt x="12785" y="5322"/>
                    <a:pt x="12765" y="5358"/>
                    <a:pt x="12765" y="5421"/>
                  </a:cubicBezTo>
                  <a:cubicBezTo>
                    <a:pt x="12765" y="5462"/>
                    <a:pt x="12780" y="5521"/>
                    <a:pt x="12668" y="5521"/>
                  </a:cubicBezTo>
                  <a:cubicBezTo>
                    <a:pt x="12513" y="5521"/>
                    <a:pt x="12546" y="5441"/>
                    <a:pt x="12513" y="5386"/>
                  </a:cubicBezTo>
                  <a:cubicBezTo>
                    <a:pt x="12493" y="5350"/>
                    <a:pt x="12434" y="5333"/>
                    <a:pt x="12434" y="5295"/>
                  </a:cubicBezTo>
                  <a:lnTo>
                    <a:pt x="12434" y="5135"/>
                  </a:lnTo>
                  <a:cubicBezTo>
                    <a:pt x="12434" y="5059"/>
                    <a:pt x="12469" y="5006"/>
                    <a:pt x="12376" y="4938"/>
                  </a:cubicBezTo>
                  <a:cubicBezTo>
                    <a:pt x="12313" y="4892"/>
                    <a:pt x="12195" y="4883"/>
                    <a:pt x="12065" y="4867"/>
                  </a:cubicBezTo>
                  <a:cubicBezTo>
                    <a:pt x="11865" y="4842"/>
                    <a:pt x="11744" y="4821"/>
                    <a:pt x="11530" y="4818"/>
                  </a:cubicBezTo>
                  <a:cubicBezTo>
                    <a:pt x="11525" y="4782"/>
                    <a:pt x="11530" y="4762"/>
                    <a:pt x="11530" y="4727"/>
                  </a:cubicBezTo>
                  <a:cubicBezTo>
                    <a:pt x="11530" y="4650"/>
                    <a:pt x="11767" y="4634"/>
                    <a:pt x="11968" y="4611"/>
                  </a:cubicBezTo>
                  <a:cubicBezTo>
                    <a:pt x="11846" y="4499"/>
                    <a:pt x="12059" y="4368"/>
                    <a:pt x="11773" y="4313"/>
                  </a:cubicBezTo>
                  <a:cubicBezTo>
                    <a:pt x="11608" y="4281"/>
                    <a:pt x="11466" y="4306"/>
                    <a:pt x="11286" y="4284"/>
                  </a:cubicBezTo>
                  <a:cubicBezTo>
                    <a:pt x="11395" y="4205"/>
                    <a:pt x="11558" y="4164"/>
                    <a:pt x="11793" y="4164"/>
                  </a:cubicBezTo>
                  <a:cubicBezTo>
                    <a:pt x="12171" y="4164"/>
                    <a:pt x="12231" y="4356"/>
                    <a:pt x="12610" y="4356"/>
                  </a:cubicBezTo>
                  <a:cubicBezTo>
                    <a:pt x="12859" y="4356"/>
                    <a:pt x="12770" y="4219"/>
                    <a:pt x="12785" y="4128"/>
                  </a:cubicBezTo>
                  <a:cubicBezTo>
                    <a:pt x="13043" y="4128"/>
                    <a:pt x="13426" y="4158"/>
                    <a:pt x="13426" y="4064"/>
                  </a:cubicBezTo>
                  <a:cubicBezTo>
                    <a:pt x="13426" y="3998"/>
                    <a:pt x="13213" y="3988"/>
                    <a:pt x="13137" y="3929"/>
                  </a:cubicBezTo>
                  <a:cubicBezTo>
                    <a:pt x="13007" y="3835"/>
                    <a:pt x="12819" y="3773"/>
                    <a:pt x="12532" y="3773"/>
                  </a:cubicBezTo>
                  <a:cubicBezTo>
                    <a:pt x="12278" y="3773"/>
                    <a:pt x="12304" y="3896"/>
                    <a:pt x="12200" y="3979"/>
                  </a:cubicBezTo>
                  <a:cubicBezTo>
                    <a:pt x="11983" y="3899"/>
                    <a:pt x="11962" y="3817"/>
                    <a:pt x="11676" y="3766"/>
                  </a:cubicBezTo>
                  <a:cubicBezTo>
                    <a:pt x="11773" y="3700"/>
                    <a:pt x="11962" y="3707"/>
                    <a:pt x="12163" y="3688"/>
                  </a:cubicBezTo>
                  <a:cubicBezTo>
                    <a:pt x="12445" y="3659"/>
                    <a:pt x="12687" y="3625"/>
                    <a:pt x="12824" y="3531"/>
                  </a:cubicBezTo>
                  <a:cubicBezTo>
                    <a:pt x="13067" y="3633"/>
                    <a:pt x="13086" y="3725"/>
                    <a:pt x="13291" y="3837"/>
                  </a:cubicBezTo>
                  <a:cubicBezTo>
                    <a:pt x="13462" y="3931"/>
                    <a:pt x="13686" y="3942"/>
                    <a:pt x="13952" y="4000"/>
                  </a:cubicBezTo>
                  <a:cubicBezTo>
                    <a:pt x="14259" y="4066"/>
                    <a:pt x="14317" y="4173"/>
                    <a:pt x="14652" y="4214"/>
                  </a:cubicBezTo>
                  <a:cubicBezTo>
                    <a:pt x="14988" y="4254"/>
                    <a:pt x="15246" y="4233"/>
                    <a:pt x="15528" y="4313"/>
                  </a:cubicBezTo>
                  <a:cubicBezTo>
                    <a:pt x="15655" y="4348"/>
                    <a:pt x="15773" y="4356"/>
                    <a:pt x="15859" y="4406"/>
                  </a:cubicBezTo>
                  <a:cubicBezTo>
                    <a:pt x="16001" y="4487"/>
                    <a:pt x="16040" y="4556"/>
                    <a:pt x="16269" y="4604"/>
                  </a:cubicBezTo>
                  <a:cubicBezTo>
                    <a:pt x="16405" y="4633"/>
                    <a:pt x="16517" y="4627"/>
                    <a:pt x="16657" y="4654"/>
                  </a:cubicBezTo>
                  <a:cubicBezTo>
                    <a:pt x="17007" y="4722"/>
                    <a:pt x="17111" y="4812"/>
                    <a:pt x="17299" y="4938"/>
                  </a:cubicBezTo>
                  <a:cubicBezTo>
                    <a:pt x="17504" y="5074"/>
                    <a:pt x="17767" y="5144"/>
                    <a:pt x="17767" y="5299"/>
                  </a:cubicBezTo>
                  <a:lnTo>
                    <a:pt x="17767" y="5722"/>
                  </a:lnTo>
                  <a:cubicBezTo>
                    <a:pt x="17767" y="5849"/>
                    <a:pt x="17786" y="5933"/>
                    <a:pt x="17981" y="6040"/>
                  </a:cubicBezTo>
                  <a:cubicBezTo>
                    <a:pt x="18126" y="6122"/>
                    <a:pt x="18340" y="6132"/>
                    <a:pt x="18467" y="6217"/>
                  </a:cubicBezTo>
                  <a:cubicBezTo>
                    <a:pt x="18277" y="6251"/>
                    <a:pt x="18028" y="6227"/>
                    <a:pt x="17960" y="6303"/>
                  </a:cubicBezTo>
                  <a:cubicBezTo>
                    <a:pt x="17913" y="6356"/>
                    <a:pt x="17942" y="6391"/>
                    <a:pt x="17942" y="6448"/>
                  </a:cubicBezTo>
                  <a:cubicBezTo>
                    <a:pt x="17942" y="6514"/>
                    <a:pt x="17884" y="6569"/>
                    <a:pt x="17999" y="6615"/>
                  </a:cubicBezTo>
                  <a:cubicBezTo>
                    <a:pt x="18103" y="6656"/>
                    <a:pt x="18244" y="6626"/>
                    <a:pt x="18389" y="6643"/>
                  </a:cubicBezTo>
                  <a:cubicBezTo>
                    <a:pt x="18598" y="6668"/>
                    <a:pt x="18691" y="6718"/>
                    <a:pt x="18837" y="6779"/>
                  </a:cubicBezTo>
                  <a:cubicBezTo>
                    <a:pt x="19207" y="6929"/>
                    <a:pt x="19402" y="7027"/>
                    <a:pt x="19576" y="7219"/>
                  </a:cubicBezTo>
                  <a:cubicBezTo>
                    <a:pt x="19799" y="7464"/>
                    <a:pt x="19911" y="7608"/>
                    <a:pt x="20180" y="7844"/>
                  </a:cubicBezTo>
                  <a:cubicBezTo>
                    <a:pt x="20300" y="7951"/>
                    <a:pt x="20433" y="7990"/>
                    <a:pt x="20530" y="8100"/>
                  </a:cubicBezTo>
                  <a:cubicBezTo>
                    <a:pt x="20574" y="8201"/>
                    <a:pt x="20719" y="8247"/>
                    <a:pt x="20880" y="8327"/>
                  </a:cubicBezTo>
                  <a:cubicBezTo>
                    <a:pt x="20982" y="8379"/>
                    <a:pt x="21025" y="8434"/>
                    <a:pt x="21191" y="8455"/>
                  </a:cubicBezTo>
                  <a:cubicBezTo>
                    <a:pt x="21347" y="8475"/>
                    <a:pt x="21450" y="8476"/>
                    <a:pt x="21600" y="8498"/>
                  </a:cubicBezTo>
                  <a:cubicBezTo>
                    <a:pt x="21502" y="8576"/>
                    <a:pt x="21309" y="8604"/>
                    <a:pt x="21309" y="8690"/>
                  </a:cubicBezTo>
                  <a:cubicBezTo>
                    <a:pt x="21309" y="8791"/>
                    <a:pt x="21444" y="8844"/>
                    <a:pt x="21444" y="8945"/>
                  </a:cubicBezTo>
                  <a:cubicBezTo>
                    <a:pt x="21444" y="9048"/>
                    <a:pt x="21196" y="9082"/>
                    <a:pt x="21114" y="9180"/>
                  </a:cubicBezTo>
                  <a:cubicBezTo>
                    <a:pt x="21040" y="9265"/>
                    <a:pt x="21046" y="9379"/>
                    <a:pt x="20801" y="9379"/>
                  </a:cubicBezTo>
                  <a:cubicBezTo>
                    <a:pt x="20486" y="9379"/>
                    <a:pt x="20441" y="9237"/>
                    <a:pt x="20394" y="9123"/>
                  </a:cubicBezTo>
                  <a:cubicBezTo>
                    <a:pt x="20340" y="9000"/>
                    <a:pt x="20300" y="8882"/>
                    <a:pt x="19985" y="8839"/>
                  </a:cubicBezTo>
                  <a:cubicBezTo>
                    <a:pt x="19834" y="8819"/>
                    <a:pt x="19795" y="8761"/>
                    <a:pt x="19635" y="8761"/>
                  </a:cubicBezTo>
                  <a:cubicBezTo>
                    <a:pt x="19402" y="8761"/>
                    <a:pt x="19493" y="8889"/>
                    <a:pt x="19478" y="8974"/>
                  </a:cubicBezTo>
                  <a:cubicBezTo>
                    <a:pt x="19470" y="9022"/>
                    <a:pt x="19478" y="9054"/>
                    <a:pt x="19420" y="9095"/>
                  </a:cubicBezTo>
                  <a:cubicBezTo>
                    <a:pt x="19377" y="9127"/>
                    <a:pt x="19226" y="9122"/>
                    <a:pt x="19226" y="9159"/>
                  </a:cubicBezTo>
                  <a:cubicBezTo>
                    <a:pt x="19226" y="9262"/>
                    <a:pt x="19470" y="9296"/>
                    <a:pt x="19556" y="9393"/>
                  </a:cubicBezTo>
                  <a:cubicBezTo>
                    <a:pt x="19517" y="9400"/>
                    <a:pt x="19488" y="9414"/>
                    <a:pt x="19441" y="9414"/>
                  </a:cubicBezTo>
                  <a:cubicBezTo>
                    <a:pt x="19324" y="9414"/>
                    <a:pt x="19265" y="9386"/>
                    <a:pt x="19148" y="9386"/>
                  </a:cubicBezTo>
                  <a:cubicBezTo>
                    <a:pt x="19022" y="9386"/>
                    <a:pt x="19051" y="9454"/>
                    <a:pt x="19051" y="9500"/>
                  </a:cubicBezTo>
                  <a:cubicBezTo>
                    <a:pt x="19051" y="9548"/>
                    <a:pt x="19070" y="9575"/>
                    <a:pt x="19168" y="9606"/>
                  </a:cubicBezTo>
                  <a:cubicBezTo>
                    <a:pt x="19168" y="9606"/>
                    <a:pt x="19168" y="9606"/>
                    <a:pt x="19168" y="9606"/>
                  </a:cubicBezTo>
                  <a:close/>
                  <a:moveTo>
                    <a:pt x="9039" y="16529"/>
                  </a:moveTo>
                  <a:cubicBezTo>
                    <a:pt x="9039" y="16411"/>
                    <a:pt x="9015" y="16257"/>
                    <a:pt x="8693" y="16257"/>
                  </a:cubicBezTo>
                  <a:lnTo>
                    <a:pt x="8523" y="16257"/>
                  </a:lnTo>
                  <a:cubicBezTo>
                    <a:pt x="8514" y="16277"/>
                    <a:pt x="8504" y="16286"/>
                    <a:pt x="8504" y="16305"/>
                  </a:cubicBezTo>
                  <a:cubicBezTo>
                    <a:pt x="8504" y="16340"/>
                    <a:pt x="8543" y="16356"/>
                    <a:pt x="8562" y="16392"/>
                  </a:cubicBezTo>
                  <a:cubicBezTo>
                    <a:pt x="8622" y="16488"/>
                    <a:pt x="8499" y="16571"/>
                    <a:pt x="8698" y="16634"/>
                  </a:cubicBezTo>
                  <a:cubicBezTo>
                    <a:pt x="9092" y="16751"/>
                    <a:pt x="9039" y="16656"/>
                    <a:pt x="9039" y="16529"/>
                  </a:cubicBezTo>
                  <a:cubicBezTo>
                    <a:pt x="9039" y="16529"/>
                    <a:pt x="9039" y="16529"/>
                    <a:pt x="9039" y="16529"/>
                  </a:cubicBezTo>
                  <a:close/>
                  <a:moveTo>
                    <a:pt x="6753" y="13770"/>
                  </a:moveTo>
                  <a:cubicBezTo>
                    <a:pt x="6671" y="13830"/>
                    <a:pt x="6592" y="13855"/>
                    <a:pt x="6500" y="13913"/>
                  </a:cubicBezTo>
                  <a:cubicBezTo>
                    <a:pt x="6426" y="13956"/>
                    <a:pt x="6446" y="13996"/>
                    <a:pt x="6343" y="14033"/>
                  </a:cubicBezTo>
                  <a:cubicBezTo>
                    <a:pt x="6364" y="14046"/>
                    <a:pt x="6359" y="14068"/>
                    <a:pt x="6403" y="14068"/>
                  </a:cubicBezTo>
                  <a:cubicBezTo>
                    <a:pt x="6684" y="14068"/>
                    <a:pt x="6763" y="13948"/>
                    <a:pt x="7044" y="13948"/>
                  </a:cubicBezTo>
                  <a:cubicBezTo>
                    <a:pt x="7244" y="13948"/>
                    <a:pt x="7219" y="14058"/>
                    <a:pt x="7414" y="14076"/>
                  </a:cubicBezTo>
                  <a:cubicBezTo>
                    <a:pt x="7609" y="14093"/>
                    <a:pt x="7823" y="14118"/>
                    <a:pt x="7823" y="14191"/>
                  </a:cubicBezTo>
                  <a:lnTo>
                    <a:pt x="7823" y="14365"/>
                  </a:lnTo>
                  <a:cubicBezTo>
                    <a:pt x="7823" y="14466"/>
                    <a:pt x="7707" y="14522"/>
                    <a:pt x="7707" y="14622"/>
                  </a:cubicBezTo>
                  <a:cubicBezTo>
                    <a:pt x="7707" y="14674"/>
                    <a:pt x="7823" y="14694"/>
                    <a:pt x="7921" y="14729"/>
                  </a:cubicBezTo>
                  <a:cubicBezTo>
                    <a:pt x="8051" y="14777"/>
                    <a:pt x="7997" y="14834"/>
                    <a:pt x="7997" y="14902"/>
                  </a:cubicBezTo>
                  <a:lnTo>
                    <a:pt x="7997" y="15154"/>
                  </a:lnTo>
                  <a:cubicBezTo>
                    <a:pt x="7997" y="15219"/>
                    <a:pt x="8105" y="15252"/>
                    <a:pt x="8174" y="15312"/>
                  </a:cubicBezTo>
                  <a:cubicBezTo>
                    <a:pt x="8294" y="15422"/>
                    <a:pt x="8387" y="15490"/>
                    <a:pt x="8387" y="15609"/>
                  </a:cubicBezTo>
                  <a:cubicBezTo>
                    <a:pt x="8387" y="15637"/>
                    <a:pt x="8377" y="15653"/>
                    <a:pt x="8367" y="15682"/>
                  </a:cubicBezTo>
                  <a:lnTo>
                    <a:pt x="8192" y="15682"/>
                  </a:lnTo>
                  <a:cubicBezTo>
                    <a:pt x="8159" y="15674"/>
                    <a:pt x="8139" y="15660"/>
                    <a:pt x="8095" y="15660"/>
                  </a:cubicBezTo>
                  <a:cubicBezTo>
                    <a:pt x="7914" y="15660"/>
                    <a:pt x="7814" y="15685"/>
                    <a:pt x="7648" y="15710"/>
                  </a:cubicBezTo>
                  <a:cubicBezTo>
                    <a:pt x="7692" y="15808"/>
                    <a:pt x="7997" y="15827"/>
                    <a:pt x="7997" y="15925"/>
                  </a:cubicBezTo>
                  <a:lnTo>
                    <a:pt x="7997" y="16056"/>
                  </a:lnTo>
                  <a:cubicBezTo>
                    <a:pt x="7997" y="16138"/>
                    <a:pt x="7832" y="16214"/>
                    <a:pt x="7609" y="16214"/>
                  </a:cubicBezTo>
                  <a:cubicBezTo>
                    <a:pt x="7370" y="16214"/>
                    <a:pt x="7414" y="16094"/>
                    <a:pt x="7374" y="16008"/>
                  </a:cubicBezTo>
                  <a:cubicBezTo>
                    <a:pt x="7331" y="15916"/>
                    <a:pt x="7054" y="15891"/>
                    <a:pt x="7054" y="15797"/>
                  </a:cubicBezTo>
                  <a:lnTo>
                    <a:pt x="7054" y="15589"/>
                  </a:lnTo>
                  <a:lnTo>
                    <a:pt x="6934" y="15589"/>
                  </a:lnTo>
                  <a:cubicBezTo>
                    <a:pt x="6792" y="15589"/>
                    <a:pt x="6757" y="15642"/>
                    <a:pt x="6695" y="15688"/>
                  </a:cubicBezTo>
                  <a:cubicBezTo>
                    <a:pt x="6627" y="15738"/>
                    <a:pt x="6461" y="15747"/>
                    <a:pt x="6461" y="15802"/>
                  </a:cubicBezTo>
                  <a:cubicBezTo>
                    <a:pt x="6461" y="15906"/>
                    <a:pt x="6753" y="15942"/>
                    <a:pt x="6753" y="16045"/>
                  </a:cubicBezTo>
                  <a:lnTo>
                    <a:pt x="6753" y="16122"/>
                  </a:lnTo>
                  <a:cubicBezTo>
                    <a:pt x="6450" y="16110"/>
                    <a:pt x="6276" y="16106"/>
                    <a:pt x="5974" y="16122"/>
                  </a:cubicBezTo>
                  <a:cubicBezTo>
                    <a:pt x="5974" y="15978"/>
                    <a:pt x="5955" y="15893"/>
                    <a:pt x="5877" y="15752"/>
                  </a:cubicBezTo>
                  <a:cubicBezTo>
                    <a:pt x="5800" y="15767"/>
                    <a:pt x="5750" y="15774"/>
                    <a:pt x="5664" y="15774"/>
                  </a:cubicBezTo>
                  <a:cubicBezTo>
                    <a:pt x="5484" y="15774"/>
                    <a:pt x="5493" y="15687"/>
                    <a:pt x="5448" y="15625"/>
                  </a:cubicBezTo>
                  <a:cubicBezTo>
                    <a:pt x="5396" y="15554"/>
                    <a:pt x="5137" y="15546"/>
                    <a:pt x="5137" y="15472"/>
                  </a:cubicBezTo>
                  <a:cubicBezTo>
                    <a:pt x="5137" y="15367"/>
                    <a:pt x="5163" y="15306"/>
                    <a:pt x="5234" y="15205"/>
                  </a:cubicBezTo>
                  <a:cubicBezTo>
                    <a:pt x="5265" y="15163"/>
                    <a:pt x="5351" y="15145"/>
                    <a:pt x="5351" y="15101"/>
                  </a:cubicBezTo>
                  <a:lnTo>
                    <a:pt x="5351" y="14850"/>
                  </a:lnTo>
                  <a:cubicBezTo>
                    <a:pt x="5284" y="14850"/>
                    <a:pt x="5245" y="14846"/>
                    <a:pt x="5177" y="14843"/>
                  </a:cubicBezTo>
                  <a:lnTo>
                    <a:pt x="5177" y="14752"/>
                  </a:lnTo>
                  <a:cubicBezTo>
                    <a:pt x="5177" y="14669"/>
                    <a:pt x="4924" y="14649"/>
                    <a:pt x="4709" y="14622"/>
                  </a:cubicBezTo>
                  <a:cubicBezTo>
                    <a:pt x="4539" y="14602"/>
                    <a:pt x="4445" y="14558"/>
                    <a:pt x="4262" y="14558"/>
                  </a:cubicBezTo>
                  <a:cubicBezTo>
                    <a:pt x="4208" y="14558"/>
                    <a:pt x="4184" y="14578"/>
                    <a:pt x="4184" y="14598"/>
                  </a:cubicBezTo>
                  <a:cubicBezTo>
                    <a:pt x="4184" y="14710"/>
                    <a:pt x="4477" y="14752"/>
                    <a:pt x="4477" y="14864"/>
                  </a:cubicBezTo>
                  <a:cubicBezTo>
                    <a:pt x="4477" y="14905"/>
                    <a:pt x="4388" y="14942"/>
                    <a:pt x="4276" y="14942"/>
                  </a:cubicBezTo>
                  <a:lnTo>
                    <a:pt x="3916" y="14942"/>
                  </a:lnTo>
                  <a:cubicBezTo>
                    <a:pt x="3814" y="14942"/>
                    <a:pt x="3781" y="14985"/>
                    <a:pt x="3756" y="15021"/>
                  </a:cubicBezTo>
                  <a:cubicBezTo>
                    <a:pt x="3721" y="15069"/>
                    <a:pt x="3677" y="15098"/>
                    <a:pt x="3677" y="15148"/>
                  </a:cubicBezTo>
                  <a:lnTo>
                    <a:pt x="3601" y="15156"/>
                  </a:lnTo>
                  <a:cubicBezTo>
                    <a:pt x="3551" y="15101"/>
                    <a:pt x="3536" y="15065"/>
                    <a:pt x="3464" y="15014"/>
                  </a:cubicBezTo>
                  <a:cubicBezTo>
                    <a:pt x="2839" y="14845"/>
                    <a:pt x="3092" y="14892"/>
                    <a:pt x="3385" y="14942"/>
                  </a:cubicBezTo>
                  <a:cubicBezTo>
                    <a:pt x="3453" y="14942"/>
                    <a:pt x="3482" y="14914"/>
                    <a:pt x="3482" y="14889"/>
                  </a:cubicBezTo>
                  <a:cubicBezTo>
                    <a:pt x="3482" y="14788"/>
                    <a:pt x="3409" y="14665"/>
                    <a:pt x="3133" y="14665"/>
                  </a:cubicBezTo>
                  <a:cubicBezTo>
                    <a:pt x="3027" y="14665"/>
                    <a:pt x="2969" y="14673"/>
                    <a:pt x="2860" y="14679"/>
                  </a:cubicBezTo>
                  <a:lnTo>
                    <a:pt x="2531" y="14651"/>
                  </a:lnTo>
                  <a:cubicBezTo>
                    <a:pt x="2550" y="14603"/>
                    <a:pt x="2584" y="14577"/>
                    <a:pt x="2609" y="14530"/>
                  </a:cubicBezTo>
                  <a:lnTo>
                    <a:pt x="2531" y="14431"/>
                  </a:lnTo>
                  <a:cubicBezTo>
                    <a:pt x="2695" y="14363"/>
                    <a:pt x="2919" y="14367"/>
                    <a:pt x="3036" y="14289"/>
                  </a:cubicBezTo>
                  <a:cubicBezTo>
                    <a:pt x="3138" y="14219"/>
                    <a:pt x="3021" y="14163"/>
                    <a:pt x="3036" y="14083"/>
                  </a:cubicBezTo>
                  <a:cubicBezTo>
                    <a:pt x="3357" y="14083"/>
                    <a:pt x="3609" y="14047"/>
                    <a:pt x="3775" y="13948"/>
                  </a:cubicBezTo>
                  <a:cubicBezTo>
                    <a:pt x="3818" y="13919"/>
                    <a:pt x="3804" y="13893"/>
                    <a:pt x="3834" y="13862"/>
                  </a:cubicBezTo>
                  <a:cubicBezTo>
                    <a:pt x="3901" y="13793"/>
                    <a:pt x="4086" y="13770"/>
                    <a:pt x="4291" y="13770"/>
                  </a:cubicBezTo>
                  <a:cubicBezTo>
                    <a:pt x="4685" y="13770"/>
                    <a:pt x="4909" y="13806"/>
                    <a:pt x="5304" y="13806"/>
                  </a:cubicBezTo>
                  <a:cubicBezTo>
                    <a:pt x="5517" y="13806"/>
                    <a:pt x="5672" y="13823"/>
                    <a:pt x="5858" y="13784"/>
                  </a:cubicBezTo>
                  <a:cubicBezTo>
                    <a:pt x="5989" y="13758"/>
                    <a:pt x="6004" y="13685"/>
                    <a:pt x="6159" y="13685"/>
                  </a:cubicBezTo>
                  <a:cubicBezTo>
                    <a:pt x="6406" y="13685"/>
                    <a:pt x="6538" y="13726"/>
                    <a:pt x="6753" y="13770"/>
                  </a:cubicBezTo>
                  <a:cubicBezTo>
                    <a:pt x="6753" y="13770"/>
                    <a:pt x="6753" y="13770"/>
                    <a:pt x="6753" y="13770"/>
                  </a:cubicBezTo>
                  <a:close/>
                  <a:moveTo>
                    <a:pt x="11463" y="12172"/>
                  </a:moveTo>
                  <a:cubicBezTo>
                    <a:pt x="11239" y="12177"/>
                    <a:pt x="11106" y="12173"/>
                    <a:pt x="10883" y="12173"/>
                  </a:cubicBezTo>
                  <a:cubicBezTo>
                    <a:pt x="10757" y="12173"/>
                    <a:pt x="10713" y="12122"/>
                    <a:pt x="10586" y="12122"/>
                  </a:cubicBezTo>
                  <a:cubicBezTo>
                    <a:pt x="10512" y="12122"/>
                    <a:pt x="10494" y="12150"/>
                    <a:pt x="10450" y="12172"/>
                  </a:cubicBezTo>
                  <a:cubicBezTo>
                    <a:pt x="10362" y="12214"/>
                    <a:pt x="10285" y="12235"/>
                    <a:pt x="10197" y="12278"/>
                  </a:cubicBezTo>
                  <a:cubicBezTo>
                    <a:pt x="10022" y="12361"/>
                    <a:pt x="9788" y="12353"/>
                    <a:pt x="9535" y="12406"/>
                  </a:cubicBezTo>
                  <a:cubicBezTo>
                    <a:pt x="9573" y="12447"/>
                    <a:pt x="9612" y="12475"/>
                    <a:pt x="9612" y="12520"/>
                  </a:cubicBezTo>
                  <a:cubicBezTo>
                    <a:pt x="9612" y="12648"/>
                    <a:pt x="9429" y="12722"/>
                    <a:pt x="9166" y="12804"/>
                  </a:cubicBezTo>
                  <a:cubicBezTo>
                    <a:pt x="9058" y="12837"/>
                    <a:pt x="9039" y="12896"/>
                    <a:pt x="8893" y="12896"/>
                  </a:cubicBezTo>
                  <a:cubicBezTo>
                    <a:pt x="8650" y="12896"/>
                    <a:pt x="8504" y="12871"/>
                    <a:pt x="8310" y="12818"/>
                  </a:cubicBezTo>
                  <a:cubicBezTo>
                    <a:pt x="8286" y="12834"/>
                    <a:pt x="8251" y="12845"/>
                    <a:pt x="8251" y="12864"/>
                  </a:cubicBezTo>
                  <a:cubicBezTo>
                    <a:pt x="8251" y="12921"/>
                    <a:pt x="8348" y="12951"/>
                    <a:pt x="8348" y="13008"/>
                  </a:cubicBezTo>
                  <a:lnTo>
                    <a:pt x="8348" y="13154"/>
                  </a:lnTo>
                  <a:cubicBezTo>
                    <a:pt x="8348" y="13305"/>
                    <a:pt x="7935" y="13338"/>
                    <a:pt x="7763" y="13475"/>
                  </a:cubicBezTo>
                  <a:cubicBezTo>
                    <a:pt x="7875" y="13477"/>
                    <a:pt x="7935" y="13472"/>
                    <a:pt x="8047" y="13472"/>
                  </a:cubicBezTo>
                  <a:cubicBezTo>
                    <a:pt x="8192" y="13472"/>
                    <a:pt x="8251" y="13511"/>
                    <a:pt x="8367" y="13543"/>
                  </a:cubicBezTo>
                  <a:cubicBezTo>
                    <a:pt x="8426" y="13558"/>
                    <a:pt x="8528" y="13546"/>
                    <a:pt x="8543" y="13571"/>
                  </a:cubicBezTo>
                  <a:cubicBezTo>
                    <a:pt x="8578" y="13631"/>
                    <a:pt x="8523" y="13669"/>
                    <a:pt x="8523" y="13731"/>
                  </a:cubicBezTo>
                  <a:cubicBezTo>
                    <a:pt x="8523" y="13786"/>
                    <a:pt x="8484" y="13848"/>
                    <a:pt x="8622" y="13870"/>
                  </a:cubicBezTo>
                  <a:cubicBezTo>
                    <a:pt x="8766" y="13891"/>
                    <a:pt x="8878" y="13868"/>
                    <a:pt x="9029" y="13884"/>
                  </a:cubicBezTo>
                  <a:cubicBezTo>
                    <a:pt x="9219" y="13905"/>
                    <a:pt x="9257" y="13983"/>
                    <a:pt x="9458" y="13983"/>
                  </a:cubicBezTo>
                  <a:cubicBezTo>
                    <a:pt x="9759" y="13983"/>
                    <a:pt x="10100" y="13937"/>
                    <a:pt x="10100" y="13827"/>
                  </a:cubicBezTo>
                  <a:cubicBezTo>
                    <a:pt x="10100" y="13767"/>
                    <a:pt x="10002" y="13741"/>
                    <a:pt x="9945" y="13685"/>
                  </a:cubicBezTo>
                  <a:cubicBezTo>
                    <a:pt x="9866" y="13609"/>
                    <a:pt x="9866" y="13557"/>
                    <a:pt x="9866" y="13475"/>
                  </a:cubicBezTo>
                  <a:cubicBezTo>
                    <a:pt x="9866" y="13363"/>
                    <a:pt x="10046" y="13310"/>
                    <a:pt x="10119" y="13201"/>
                  </a:cubicBezTo>
                  <a:cubicBezTo>
                    <a:pt x="10178" y="13116"/>
                    <a:pt x="10148" y="12995"/>
                    <a:pt x="10392" y="12995"/>
                  </a:cubicBezTo>
                  <a:cubicBezTo>
                    <a:pt x="10551" y="12995"/>
                    <a:pt x="10625" y="13045"/>
                    <a:pt x="10785" y="13045"/>
                  </a:cubicBezTo>
                  <a:lnTo>
                    <a:pt x="11452" y="13045"/>
                  </a:lnTo>
                  <a:lnTo>
                    <a:pt x="11452" y="12841"/>
                  </a:lnTo>
                  <a:cubicBezTo>
                    <a:pt x="11452" y="12722"/>
                    <a:pt x="11684" y="12674"/>
                    <a:pt x="11871" y="12576"/>
                  </a:cubicBezTo>
                  <a:cubicBezTo>
                    <a:pt x="11924" y="12546"/>
                    <a:pt x="12026" y="12535"/>
                    <a:pt x="12026" y="12498"/>
                  </a:cubicBezTo>
                  <a:cubicBezTo>
                    <a:pt x="12026" y="12424"/>
                    <a:pt x="11773" y="12417"/>
                    <a:pt x="11695" y="12349"/>
                  </a:cubicBezTo>
                  <a:cubicBezTo>
                    <a:pt x="11622" y="12285"/>
                    <a:pt x="11622" y="12205"/>
                    <a:pt x="11463" y="12172"/>
                  </a:cubicBezTo>
                  <a:cubicBezTo>
                    <a:pt x="11463" y="12172"/>
                    <a:pt x="11463" y="12172"/>
                    <a:pt x="11463" y="12172"/>
                  </a:cubicBezTo>
                  <a:close/>
                  <a:moveTo>
                    <a:pt x="11676" y="11834"/>
                  </a:moveTo>
                  <a:cubicBezTo>
                    <a:pt x="11676" y="11793"/>
                    <a:pt x="11755" y="11774"/>
                    <a:pt x="11755" y="11732"/>
                  </a:cubicBezTo>
                  <a:cubicBezTo>
                    <a:pt x="11755" y="11712"/>
                    <a:pt x="11732" y="11689"/>
                    <a:pt x="11676" y="11689"/>
                  </a:cubicBezTo>
                  <a:cubicBezTo>
                    <a:pt x="11481" y="11689"/>
                    <a:pt x="11296" y="11736"/>
                    <a:pt x="11296" y="11807"/>
                  </a:cubicBezTo>
                  <a:cubicBezTo>
                    <a:pt x="11296" y="11848"/>
                    <a:pt x="11365" y="11869"/>
                    <a:pt x="11365" y="11909"/>
                  </a:cubicBezTo>
                  <a:lnTo>
                    <a:pt x="11365" y="11986"/>
                  </a:lnTo>
                  <a:cubicBezTo>
                    <a:pt x="11365" y="12012"/>
                    <a:pt x="11421" y="12032"/>
                    <a:pt x="11492" y="12032"/>
                  </a:cubicBezTo>
                  <a:cubicBezTo>
                    <a:pt x="11530" y="12032"/>
                    <a:pt x="11539" y="12017"/>
                    <a:pt x="11578" y="12015"/>
                  </a:cubicBezTo>
                  <a:cubicBezTo>
                    <a:pt x="11669" y="12009"/>
                    <a:pt x="11722" y="12012"/>
                    <a:pt x="11812" y="12012"/>
                  </a:cubicBezTo>
                  <a:lnTo>
                    <a:pt x="11812" y="11970"/>
                  </a:lnTo>
                  <a:cubicBezTo>
                    <a:pt x="11812" y="11914"/>
                    <a:pt x="11717" y="11887"/>
                    <a:pt x="11676" y="11834"/>
                  </a:cubicBezTo>
                  <a:cubicBezTo>
                    <a:pt x="11676" y="11834"/>
                    <a:pt x="11676" y="11834"/>
                    <a:pt x="11676" y="11834"/>
                  </a:cubicBezTo>
                  <a:close/>
                  <a:moveTo>
                    <a:pt x="7200" y="19177"/>
                  </a:moveTo>
                  <a:cubicBezTo>
                    <a:pt x="7200" y="19215"/>
                    <a:pt x="7302" y="19228"/>
                    <a:pt x="7336" y="19263"/>
                  </a:cubicBezTo>
                  <a:cubicBezTo>
                    <a:pt x="7385" y="19307"/>
                    <a:pt x="7429" y="19355"/>
                    <a:pt x="7560" y="19355"/>
                  </a:cubicBezTo>
                  <a:cubicBezTo>
                    <a:pt x="7741" y="19355"/>
                    <a:pt x="7794" y="19291"/>
                    <a:pt x="7882" y="19234"/>
                  </a:cubicBezTo>
                  <a:cubicBezTo>
                    <a:pt x="8041" y="19128"/>
                    <a:pt x="8153" y="19058"/>
                    <a:pt x="8153" y="18935"/>
                  </a:cubicBezTo>
                  <a:cubicBezTo>
                    <a:pt x="8153" y="18902"/>
                    <a:pt x="8070" y="18877"/>
                    <a:pt x="7979" y="18879"/>
                  </a:cubicBezTo>
                  <a:cubicBezTo>
                    <a:pt x="7900" y="18880"/>
                    <a:pt x="7886" y="18915"/>
                    <a:pt x="7823" y="18929"/>
                  </a:cubicBezTo>
                  <a:cubicBezTo>
                    <a:pt x="7687" y="18960"/>
                    <a:pt x="7629" y="19001"/>
                    <a:pt x="7570" y="19056"/>
                  </a:cubicBezTo>
                  <a:cubicBezTo>
                    <a:pt x="7502" y="19120"/>
                    <a:pt x="7200" y="19108"/>
                    <a:pt x="7200" y="19177"/>
                  </a:cubicBezTo>
                  <a:cubicBezTo>
                    <a:pt x="7200" y="19177"/>
                    <a:pt x="7200" y="19177"/>
                    <a:pt x="7200" y="19177"/>
                  </a:cubicBezTo>
                  <a:close/>
                  <a:moveTo>
                    <a:pt x="6500" y="21433"/>
                  </a:moveTo>
                  <a:cubicBezTo>
                    <a:pt x="6500" y="21351"/>
                    <a:pt x="6276" y="21314"/>
                    <a:pt x="6052" y="21302"/>
                  </a:cubicBezTo>
                  <a:cubicBezTo>
                    <a:pt x="6052" y="21380"/>
                    <a:pt x="6072" y="21442"/>
                    <a:pt x="6227" y="21493"/>
                  </a:cubicBezTo>
                  <a:cubicBezTo>
                    <a:pt x="6328" y="21527"/>
                    <a:pt x="6310" y="21582"/>
                    <a:pt x="6440" y="21600"/>
                  </a:cubicBezTo>
                  <a:cubicBezTo>
                    <a:pt x="6494" y="21538"/>
                    <a:pt x="6500" y="21499"/>
                    <a:pt x="6500" y="21433"/>
                  </a:cubicBezTo>
                  <a:cubicBezTo>
                    <a:pt x="6500" y="21433"/>
                    <a:pt x="6500" y="21433"/>
                    <a:pt x="6500" y="21433"/>
                  </a:cubicBezTo>
                  <a:close/>
                  <a:moveTo>
                    <a:pt x="6987" y="20953"/>
                  </a:moveTo>
                  <a:cubicBezTo>
                    <a:pt x="6987" y="20931"/>
                    <a:pt x="6934" y="20911"/>
                    <a:pt x="6869" y="20911"/>
                  </a:cubicBezTo>
                  <a:cubicBezTo>
                    <a:pt x="6778" y="20911"/>
                    <a:pt x="6763" y="20953"/>
                    <a:pt x="6674" y="20961"/>
                  </a:cubicBezTo>
                  <a:cubicBezTo>
                    <a:pt x="6406" y="20982"/>
                    <a:pt x="6247" y="20989"/>
                    <a:pt x="5974" y="20989"/>
                  </a:cubicBezTo>
                  <a:lnTo>
                    <a:pt x="5974" y="21060"/>
                  </a:lnTo>
                  <a:cubicBezTo>
                    <a:pt x="6081" y="21099"/>
                    <a:pt x="6187" y="21105"/>
                    <a:pt x="6305" y="21138"/>
                  </a:cubicBezTo>
                  <a:cubicBezTo>
                    <a:pt x="6485" y="21190"/>
                    <a:pt x="6509" y="21257"/>
                    <a:pt x="6714" y="21295"/>
                  </a:cubicBezTo>
                  <a:cubicBezTo>
                    <a:pt x="6854" y="21163"/>
                    <a:pt x="6987" y="21092"/>
                    <a:pt x="6987" y="20953"/>
                  </a:cubicBezTo>
                  <a:cubicBezTo>
                    <a:pt x="6987" y="20953"/>
                    <a:pt x="6987" y="20953"/>
                    <a:pt x="6987" y="20953"/>
                  </a:cubicBezTo>
                  <a:close/>
                  <a:moveTo>
                    <a:pt x="583" y="13791"/>
                  </a:moveTo>
                  <a:cubicBezTo>
                    <a:pt x="614" y="13759"/>
                    <a:pt x="604" y="13740"/>
                    <a:pt x="604" y="13706"/>
                  </a:cubicBezTo>
                  <a:cubicBezTo>
                    <a:pt x="604" y="13582"/>
                    <a:pt x="380" y="13529"/>
                    <a:pt x="175" y="13429"/>
                  </a:cubicBezTo>
                  <a:cubicBezTo>
                    <a:pt x="44" y="13466"/>
                    <a:pt x="0" y="13516"/>
                    <a:pt x="0" y="13578"/>
                  </a:cubicBezTo>
                  <a:cubicBezTo>
                    <a:pt x="0" y="13647"/>
                    <a:pt x="171" y="13674"/>
                    <a:pt x="214" y="13741"/>
                  </a:cubicBezTo>
                  <a:cubicBezTo>
                    <a:pt x="258" y="13806"/>
                    <a:pt x="258" y="13855"/>
                    <a:pt x="389" y="13898"/>
                  </a:cubicBezTo>
                  <a:cubicBezTo>
                    <a:pt x="477" y="13870"/>
                    <a:pt x="560" y="13832"/>
                    <a:pt x="583" y="13791"/>
                  </a:cubicBezTo>
                  <a:cubicBezTo>
                    <a:pt x="583" y="13791"/>
                    <a:pt x="583" y="13791"/>
                    <a:pt x="583" y="13791"/>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83" name="Shape 4969"/>
            <p:cNvSpPr/>
            <p:nvPr/>
          </p:nvSpPr>
          <p:spPr>
            <a:xfrm>
              <a:off x="6420023" y="4084463"/>
              <a:ext cx="95579" cy="286617"/>
            </a:xfrm>
            <a:custGeom>
              <a:avLst/>
              <a:gdLst/>
              <a:ahLst/>
              <a:cxnLst>
                <a:cxn ang="0">
                  <a:pos x="wd2" y="hd2"/>
                </a:cxn>
                <a:cxn ang="5400000">
                  <a:pos x="wd2" y="hd2"/>
                </a:cxn>
                <a:cxn ang="10800000">
                  <a:pos x="wd2" y="hd2"/>
                </a:cxn>
                <a:cxn ang="16200000">
                  <a:pos x="wd2" y="hd2"/>
                </a:cxn>
              </a:cxnLst>
              <a:rect l="0" t="0" r="r" b="b"/>
              <a:pathLst>
                <a:path w="21600" h="21600" extrusionOk="0">
                  <a:moveTo>
                    <a:pt x="4615" y="16354"/>
                  </a:moveTo>
                  <a:cubicBezTo>
                    <a:pt x="5521" y="16566"/>
                    <a:pt x="6198" y="16750"/>
                    <a:pt x="6503" y="17120"/>
                  </a:cubicBezTo>
                  <a:cubicBezTo>
                    <a:pt x="6774" y="17461"/>
                    <a:pt x="6198" y="17717"/>
                    <a:pt x="6630" y="18023"/>
                  </a:cubicBezTo>
                  <a:cubicBezTo>
                    <a:pt x="7348" y="18508"/>
                    <a:pt x="8738" y="18565"/>
                    <a:pt x="10160" y="18834"/>
                  </a:cubicBezTo>
                  <a:cubicBezTo>
                    <a:pt x="13302" y="19446"/>
                    <a:pt x="14047" y="20380"/>
                    <a:pt x="14623" y="21600"/>
                  </a:cubicBezTo>
                  <a:lnTo>
                    <a:pt x="19626" y="21600"/>
                  </a:lnTo>
                  <a:cubicBezTo>
                    <a:pt x="19626" y="21250"/>
                    <a:pt x="18822" y="21114"/>
                    <a:pt x="18551" y="20779"/>
                  </a:cubicBezTo>
                  <a:cubicBezTo>
                    <a:pt x="17941" y="20030"/>
                    <a:pt x="18009" y="19581"/>
                    <a:pt x="18009" y="18813"/>
                  </a:cubicBezTo>
                  <a:cubicBezTo>
                    <a:pt x="18009" y="18387"/>
                    <a:pt x="17635" y="18102"/>
                    <a:pt x="18136" y="17709"/>
                  </a:cubicBezTo>
                  <a:cubicBezTo>
                    <a:pt x="18373" y="17503"/>
                    <a:pt x="19118" y="17503"/>
                    <a:pt x="19365" y="17300"/>
                  </a:cubicBezTo>
                  <a:cubicBezTo>
                    <a:pt x="19897" y="16817"/>
                    <a:pt x="20447" y="16512"/>
                    <a:pt x="20447" y="15981"/>
                  </a:cubicBezTo>
                  <a:lnTo>
                    <a:pt x="20447" y="10893"/>
                  </a:lnTo>
                  <a:lnTo>
                    <a:pt x="21600" y="6740"/>
                  </a:lnTo>
                  <a:lnTo>
                    <a:pt x="21600" y="3499"/>
                  </a:lnTo>
                  <a:cubicBezTo>
                    <a:pt x="21600" y="2891"/>
                    <a:pt x="19897" y="2643"/>
                    <a:pt x="19897" y="2033"/>
                  </a:cubicBezTo>
                  <a:lnTo>
                    <a:pt x="19897" y="926"/>
                  </a:lnTo>
                  <a:cubicBezTo>
                    <a:pt x="19897" y="418"/>
                    <a:pt x="17696" y="500"/>
                    <a:pt x="16917" y="59"/>
                  </a:cubicBezTo>
                  <a:lnTo>
                    <a:pt x="12996" y="0"/>
                  </a:lnTo>
                  <a:cubicBezTo>
                    <a:pt x="12014" y="587"/>
                    <a:pt x="12591" y="1189"/>
                    <a:pt x="10964" y="1596"/>
                  </a:cubicBezTo>
                  <a:cubicBezTo>
                    <a:pt x="9483" y="1966"/>
                    <a:pt x="7509" y="1751"/>
                    <a:pt x="6503" y="2270"/>
                  </a:cubicBezTo>
                  <a:cubicBezTo>
                    <a:pt x="5621" y="2719"/>
                    <a:pt x="6366" y="3137"/>
                    <a:pt x="6095" y="3671"/>
                  </a:cubicBezTo>
                  <a:cubicBezTo>
                    <a:pt x="5689" y="4424"/>
                    <a:pt x="5113" y="4842"/>
                    <a:pt x="4615" y="5610"/>
                  </a:cubicBezTo>
                  <a:cubicBezTo>
                    <a:pt x="4470" y="5825"/>
                    <a:pt x="3935" y="5916"/>
                    <a:pt x="3935" y="6142"/>
                  </a:cubicBezTo>
                  <a:lnTo>
                    <a:pt x="3935" y="7923"/>
                  </a:lnTo>
                  <a:cubicBezTo>
                    <a:pt x="3935" y="8330"/>
                    <a:pt x="3183" y="8522"/>
                    <a:pt x="2844" y="8908"/>
                  </a:cubicBezTo>
                  <a:cubicBezTo>
                    <a:pt x="1556" y="10283"/>
                    <a:pt x="0" y="11026"/>
                    <a:pt x="0" y="12461"/>
                  </a:cubicBezTo>
                  <a:lnTo>
                    <a:pt x="0" y="13836"/>
                  </a:lnTo>
                  <a:cubicBezTo>
                    <a:pt x="0" y="14990"/>
                    <a:pt x="1287" y="16012"/>
                    <a:pt x="4615" y="1635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84" name="Shape 4970"/>
            <p:cNvSpPr/>
            <p:nvPr/>
          </p:nvSpPr>
          <p:spPr>
            <a:xfrm>
              <a:off x="4693258" y="5733744"/>
              <a:ext cx="3452614" cy="1384190"/>
            </a:xfrm>
            <a:custGeom>
              <a:avLst/>
              <a:gdLst/>
              <a:ahLst/>
              <a:cxnLst>
                <a:cxn ang="0">
                  <a:pos x="wd2" y="hd2"/>
                </a:cxn>
                <a:cxn ang="5400000">
                  <a:pos x="wd2" y="hd2"/>
                </a:cxn>
                <a:cxn ang="10800000">
                  <a:pos x="wd2" y="hd2"/>
                </a:cxn>
                <a:cxn ang="16200000">
                  <a:pos x="wd2" y="hd2"/>
                </a:cxn>
              </a:cxnLst>
              <a:rect l="0" t="0" r="r" b="b"/>
              <a:pathLst>
                <a:path w="21597" h="21577" extrusionOk="0">
                  <a:moveTo>
                    <a:pt x="7310" y="8273"/>
                  </a:moveTo>
                  <a:lnTo>
                    <a:pt x="7310" y="8273"/>
                  </a:lnTo>
                  <a:cubicBezTo>
                    <a:pt x="7285" y="8315"/>
                    <a:pt x="7259" y="8348"/>
                    <a:pt x="7223" y="8369"/>
                  </a:cubicBezTo>
                  <a:cubicBezTo>
                    <a:pt x="7178" y="8395"/>
                    <a:pt x="7122" y="8404"/>
                    <a:pt x="7122" y="8519"/>
                  </a:cubicBezTo>
                  <a:cubicBezTo>
                    <a:pt x="7122" y="8561"/>
                    <a:pt x="7145" y="8568"/>
                    <a:pt x="7145" y="8610"/>
                  </a:cubicBezTo>
                  <a:lnTo>
                    <a:pt x="7145" y="8819"/>
                  </a:lnTo>
                  <a:cubicBezTo>
                    <a:pt x="7145" y="8959"/>
                    <a:pt x="7099" y="9006"/>
                    <a:pt x="7070" y="9125"/>
                  </a:cubicBezTo>
                  <a:cubicBezTo>
                    <a:pt x="7027" y="9298"/>
                    <a:pt x="7005" y="9401"/>
                    <a:pt x="6968" y="9583"/>
                  </a:cubicBezTo>
                  <a:cubicBezTo>
                    <a:pt x="6948" y="9688"/>
                    <a:pt x="6923" y="9748"/>
                    <a:pt x="6923" y="9868"/>
                  </a:cubicBezTo>
                  <a:cubicBezTo>
                    <a:pt x="6923" y="9933"/>
                    <a:pt x="6939" y="9966"/>
                    <a:pt x="6942" y="10032"/>
                  </a:cubicBezTo>
                  <a:cubicBezTo>
                    <a:pt x="6949" y="10183"/>
                    <a:pt x="6952" y="10267"/>
                    <a:pt x="6968" y="10414"/>
                  </a:cubicBezTo>
                  <a:cubicBezTo>
                    <a:pt x="6982" y="10530"/>
                    <a:pt x="6963" y="10631"/>
                    <a:pt x="6995" y="10722"/>
                  </a:cubicBezTo>
                  <a:cubicBezTo>
                    <a:pt x="7023" y="10801"/>
                    <a:pt x="7058" y="10769"/>
                    <a:pt x="7084" y="10853"/>
                  </a:cubicBezTo>
                  <a:cubicBezTo>
                    <a:pt x="7154" y="11026"/>
                    <a:pt x="7152" y="11193"/>
                    <a:pt x="7163" y="11432"/>
                  </a:cubicBezTo>
                  <a:cubicBezTo>
                    <a:pt x="7170" y="11586"/>
                    <a:pt x="7198" y="11654"/>
                    <a:pt x="7212" y="11805"/>
                  </a:cubicBezTo>
                  <a:cubicBezTo>
                    <a:pt x="7223" y="11931"/>
                    <a:pt x="7216" y="12006"/>
                    <a:pt x="7227" y="12131"/>
                  </a:cubicBezTo>
                  <a:cubicBezTo>
                    <a:pt x="7237" y="12253"/>
                    <a:pt x="7294" y="12271"/>
                    <a:pt x="7343" y="12271"/>
                  </a:cubicBezTo>
                  <a:cubicBezTo>
                    <a:pt x="7346" y="12361"/>
                    <a:pt x="7343" y="12410"/>
                    <a:pt x="7343" y="12498"/>
                  </a:cubicBezTo>
                  <a:cubicBezTo>
                    <a:pt x="7343" y="12538"/>
                    <a:pt x="7346" y="12569"/>
                    <a:pt x="7354" y="12599"/>
                  </a:cubicBezTo>
                  <a:cubicBezTo>
                    <a:pt x="7409" y="12510"/>
                    <a:pt x="7427" y="12356"/>
                    <a:pt x="7493" y="12356"/>
                  </a:cubicBezTo>
                  <a:cubicBezTo>
                    <a:pt x="7529" y="12356"/>
                    <a:pt x="7545" y="12401"/>
                    <a:pt x="7579" y="12431"/>
                  </a:cubicBezTo>
                  <a:cubicBezTo>
                    <a:pt x="7589" y="12508"/>
                    <a:pt x="7598" y="12555"/>
                    <a:pt x="7598" y="12636"/>
                  </a:cubicBezTo>
                  <a:cubicBezTo>
                    <a:pt x="7598" y="12797"/>
                    <a:pt x="7541" y="12867"/>
                    <a:pt x="7541" y="13028"/>
                  </a:cubicBezTo>
                  <a:cubicBezTo>
                    <a:pt x="7541" y="13103"/>
                    <a:pt x="7565" y="13131"/>
                    <a:pt x="7579" y="13197"/>
                  </a:cubicBezTo>
                  <a:cubicBezTo>
                    <a:pt x="7616" y="13362"/>
                    <a:pt x="7642" y="13453"/>
                    <a:pt x="7661" y="13635"/>
                  </a:cubicBezTo>
                  <a:cubicBezTo>
                    <a:pt x="7691" y="13901"/>
                    <a:pt x="7699" y="14060"/>
                    <a:pt x="7699" y="14335"/>
                  </a:cubicBezTo>
                  <a:cubicBezTo>
                    <a:pt x="7709" y="14340"/>
                    <a:pt x="7716" y="14346"/>
                    <a:pt x="7725" y="14354"/>
                  </a:cubicBezTo>
                  <a:cubicBezTo>
                    <a:pt x="7755" y="14242"/>
                    <a:pt x="7774" y="14120"/>
                    <a:pt x="7827" y="14120"/>
                  </a:cubicBezTo>
                  <a:lnTo>
                    <a:pt x="7886" y="14120"/>
                  </a:lnTo>
                  <a:cubicBezTo>
                    <a:pt x="7889" y="14212"/>
                    <a:pt x="7886" y="14263"/>
                    <a:pt x="7886" y="14354"/>
                  </a:cubicBezTo>
                  <a:cubicBezTo>
                    <a:pt x="7900" y="14361"/>
                    <a:pt x="7909" y="14372"/>
                    <a:pt x="7924" y="14372"/>
                  </a:cubicBezTo>
                  <a:cubicBezTo>
                    <a:pt x="7959" y="14372"/>
                    <a:pt x="7974" y="14289"/>
                    <a:pt x="8010" y="14289"/>
                  </a:cubicBezTo>
                  <a:cubicBezTo>
                    <a:pt x="8066" y="14289"/>
                    <a:pt x="8088" y="14419"/>
                    <a:pt x="8145" y="14419"/>
                  </a:cubicBezTo>
                  <a:cubicBezTo>
                    <a:pt x="8181" y="14419"/>
                    <a:pt x="8173" y="14289"/>
                    <a:pt x="8201" y="14232"/>
                  </a:cubicBezTo>
                  <a:cubicBezTo>
                    <a:pt x="8229" y="14177"/>
                    <a:pt x="8255" y="14177"/>
                    <a:pt x="8292" y="14177"/>
                  </a:cubicBezTo>
                  <a:lnTo>
                    <a:pt x="8369" y="14177"/>
                  </a:lnTo>
                  <a:cubicBezTo>
                    <a:pt x="8433" y="14177"/>
                    <a:pt x="8455" y="14011"/>
                    <a:pt x="8520" y="14000"/>
                  </a:cubicBezTo>
                  <a:cubicBezTo>
                    <a:pt x="8520" y="14015"/>
                    <a:pt x="8523" y="14022"/>
                    <a:pt x="8523" y="14039"/>
                  </a:cubicBezTo>
                  <a:cubicBezTo>
                    <a:pt x="8523" y="14291"/>
                    <a:pt x="8429" y="14391"/>
                    <a:pt x="8429" y="14643"/>
                  </a:cubicBezTo>
                  <a:cubicBezTo>
                    <a:pt x="8429" y="14732"/>
                    <a:pt x="8424" y="14858"/>
                    <a:pt x="8459" y="14858"/>
                  </a:cubicBezTo>
                  <a:cubicBezTo>
                    <a:pt x="8488" y="14858"/>
                    <a:pt x="8499" y="14797"/>
                    <a:pt x="8523" y="14765"/>
                  </a:cubicBezTo>
                  <a:cubicBezTo>
                    <a:pt x="8569" y="14702"/>
                    <a:pt x="8600" y="14681"/>
                    <a:pt x="8639" y="14597"/>
                  </a:cubicBezTo>
                  <a:cubicBezTo>
                    <a:pt x="8668" y="14533"/>
                    <a:pt x="8684" y="14457"/>
                    <a:pt x="8722" y="14457"/>
                  </a:cubicBezTo>
                  <a:cubicBezTo>
                    <a:pt x="8759" y="14457"/>
                    <a:pt x="8767" y="14578"/>
                    <a:pt x="8804" y="14578"/>
                  </a:cubicBezTo>
                  <a:cubicBezTo>
                    <a:pt x="8854" y="14578"/>
                    <a:pt x="8875" y="14494"/>
                    <a:pt x="8920" y="14447"/>
                  </a:cubicBezTo>
                  <a:cubicBezTo>
                    <a:pt x="8971" y="14396"/>
                    <a:pt x="9010" y="14310"/>
                    <a:pt x="9010" y="14172"/>
                  </a:cubicBezTo>
                  <a:cubicBezTo>
                    <a:pt x="9010" y="14109"/>
                    <a:pt x="9022" y="14074"/>
                    <a:pt x="9033" y="14018"/>
                  </a:cubicBezTo>
                  <a:cubicBezTo>
                    <a:pt x="9041" y="13971"/>
                    <a:pt x="9045" y="13906"/>
                    <a:pt x="9066" y="13906"/>
                  </a:cubicBezTo>
                  <a:cubicBezTo>
                    <a:pt x="9122" y="13906"/>
                    <a:pt x="9126" y="14111"/>
                    <a:pt x="9181" y="14111"/>
                  </a:cubicBezTo>
                  <a:cubicBezTo>
                    <a:pt x="9247" y="14111"/>
                    <a:pt x="9277" y="13990"/>
                    <a:pt x="9344" y="13990"/>
                  </a:cubicBezTo>
                  <a:cubicBezTo>
                    <a:pt x="9377" y="13990"/>
                    <a:pt x="9377" y="14111"/>
                    <a:pt x="9374" y="14195"/>
                  </a:cubicBezTo>
                  <a:cubicBezTo>
                    <a:pt x="9382" y="14202"/>
                    <a:pt x="9387" y="14214"/>
                    <a:pt x="9396" y="14214"/>
                  </a:cubicBezTo>
                  <a:cubicBezTo>
                    <a:pt x="9444" y="14214"/>
                    <a:pt x="9468" y="14139"/>
                    <a:pt x="9516" y="14139"/>
                  </a:cubicBezTo>
                  <a:cubicBezTo>
                    <a:pt x="9539" y="14139"/>
                    <a:pt x="9553" y="14167"/>
                    <a:pt x="9576" y="14167"/>
                  </a:cubicBezTo>
                  <a:cubicBezTo>
                    <a:pt x="9605" y="14167"/>
                    <a:pt x="9622" y="14139"/>
                    <a:pt x="9651" y="14139"/>
                  </a:cubicBezTo>
                  <a:cubicBezTo>
                    <a:pt x="9657" y="14139"/>
                    <a:pt x="9660" y="14155"/>
                    <a:pt x="9666" y="14158"/>
                  </a:cubicBezTo>
                  <a:lnTo>
                    <a:pt x="9647" y="14185"/>
                  </a:lnTo>
                  <a:cubicBezTo>
                    <a:pt x="9691" y="14212"/>
                    <a:pt x="9727" y="14202"/>
                    <a:pt x="9756" y="14289"/>
                  </a:cubicBezTo>
                  <a:cubicBezTo>
                    <a:pt x="9795" y="14403"/>
                    <a:pt x="9776" y="14512"/>
                    <a:pt x="9786" y="14663"/>
                  </a:cubicBezTo>
                  <a:cubicBezTo>
                    <a:pt x="9795" y="14804"/>
                    <a:pt x="9808" y="14884"/>
                    <a:pt x="9808" y="15026"/>
                  </a:cubicBezTo>
                  <a:cubicBezTo>
                    <a:pt x="9815" y="15026"/>
                    <a:pt x="9817" y="15045"/>
                    <a:pt x="9823" y="15045"/>
                  </a:cubicBezTo>
                  <a:cubicBezTo>
                    <a:pt x="9857" y="15045"/>
                    <a:pt x="9866" y="14968"/>
                    <a:pt x="9894" y="14924"/>
                  </a:cubicBezTo>
                  <a:cubicBezTo>
                    <a:pt x="9961" y="14818"/>
                    <a:pt x="9998" y="14741"/>
                    <a:pt x="10067" y="14643"/>
                  </a:cubicBezTo>
                  <a:cubicBezTo>
                    <a:pt x="10163" y="14504"/>
                    <a:pt x="10195" y="14342"/>
                    <a:pt x="10280" y="14158"/>
                  </a:cubicBezTo>
                  <a:cubicBezTo>
                    <a:pt x="10367" y="13969"/>
                    <a:pt x="10407" y="13831"/>
                    <a:pt x="10468" y="13588"/>
                  </a:cubicBezTo>
                  <a:cubicBezTo>
                    <a:pt x="10523" y="13366"/>
                    <a:pt x="10580" y="13238"/>
                    <a:pt x="10580" y="12977"/>
                  </a:cubicBezTo>
                  <a:cubicBezTo>
                    <a:pt x="10580" y="12895"/>
                    <a:pt x="10565" y="12848"/>
                    <a:pt x="10565" y="12767"/>
                  </a:cubicBezTo>
                  <a:cubicBezTo>
                    <a:pt x="10565" y="12666"/>
                    <a:pt x="10623" y="12695"/>
                    <a:pt x="10662" y="12673"/>
                  </a:cubicBezTo>
                  <a:cubicBezTo>
                    <a:pt x="10683" y="12662"/>
                    <a:pt x="10685" y="12604"/>
                    <a:pt x="10685" y="12549"/>
                  </a:cubicBezTo>
                  <a:lnTo>
                    <a:pt x="10685" y="12122"/>
                  </a:lnTo>
                  <a:cubicBezTo>
                    <a:pt x="10692" y="12113"/>
                    <a:pt x="10697" y="12104"/>
                    <a:pt x="10704" y="12094"/>
                  </a:cubicBezTo>
                  <a:cubicBezTo>
                    <a:pt x="10720" y="12134"/>
                    <a:pt x="10734" y="12160"/>
                    <a:pt x="10756" y="12160"/>
                  </a:cubicBezTo>
                  <a:cubicBezTo>
                    <a:pt x="10788" y="12160"/>
                    <a:pt x="10795" y="12066"/>
                    <a:pt x="10805" y="11992"/>
                  </a:cubicBezTo>
                  <a:cubicBezTo>
                    <a:pt x="10820" y="11882"/>
                    <a:pt x="10835" y="11816"/>
                    <a:pt x="10835" y="11700"/>
                  </a:cubicBezTo>
                  <a:lnTo>
                    <a:pt x="10835" y="11628"/>
                  </a:lnTo>
                  <a:cubicBezTo>
                    <a:pt x="10815" y="11660"/>
                    <a:pt x="10802" y="11683"/>
                    <a:pt x="10779" y="11683"/>
                  </a:cubicBezTo>
                  <a:cubicBezTo>
                    <a:pt x="10707" y="11683"/>
                    <a:pt x="10710" y="11425"/>
                    <a:pt x="10719" y="11245"/>
                  </a:cubicBezTo>
                  <a:cubicBezTo>
                    <a:pt x="10682" y="11252"/>
                    <a:pt x="10662" y="11259"/>
                    <a:pt x="10626" y="11250"/>
                  </a:cubicBezTo>
                  <a:cubicBezTo>
                    <a:pt x="10630" y="11200"/>
                    <a:pt x="10627" y="11175"/>
                    <a:pt x="10625" y="11125"/>
                  </a:cubicBezTo>
                  <a:cubicBezTo>
                    <a:pt x="10658" y="11133"/>
                    <a:pt x="10676" y="11124"/>
                    <a:pt x="10708" y="11124"/>
                  </a:cubicBezTo>
                  <a:cubicBezTo>
                    <a:pt x="10749" y="11124"/>
                    <a:pt x="10747" y="10991"/>
                    <a:pt x="10756" y="10890"/>
                  </a:cubicBezTo>
                  <a:cubicBezTo>
                    <a:pt x="10764" y="10806"/>
                    <a:pt x="10781" y="10769"/>
                    <a:pt x="10797" y="10694"/>
                  </a:cubicBezTo>
                  <a:cubicBezTo>
                    <a:pt x="10816" y="10607"/>
                    <a:pt x="10846" y="10591"/>
                    <a:pt x="10880" y="10535"/>
                  </a:cubicBezTo>
                  <a:cubicBezTo>
                    <a:pt x="10915" y="10480"/>
                    <a:pt x="10927" y="10416"/>
                    <a:pt x="10951" y="10329"/>
                  </a:cubicBezTo>
                  <a:cubicBezTo>
                    <a:pt x="10991" y="10185"/>
                    <a:pt x="11040" y="10150"/>
                    <a:pt x="11071" y="9994"/>
                  </a:cubicBezTo>
                  <a:cubicBezTo>
                    <a:pt x="11096" y="9868"/>
                    <a:pt x="11083" y="9760"/>
                    <a:pt x="11116" y="9648"/>
                  </a:cubicBezTo>
                  <a:cubicBezTo>
                    <a:pt x="11141" y="9560"/>
                    <a:pt x="11187" y="9606"/>
                    <a:pt x="11232" y="9620"/>
                  </a:cubicBezTo>
                  <a:lnTo>
                    <a:pt x="11232" y="9370"/>
                  </a:lnTo>
                  <a:cubicBezTo>
                    <a:pt x="11232" y="9247"/>
                    <a:pt x="11262" y="9193"/>
                    <a:pt x="11284" y="9078"/>
                  </a:cubicBezTo>
                  <a:cubicBezTo>
                    <a:pt x="11273" y="9081"/>
                    <a:pt x="11265" y="9088"/>
                    <a:pt x="11254" y="9088"/>
                  </a:cubicBezTo>
                  <a:cubicBezTo>
                    <a:pt x="11228" y="9088"/>
                    <a:pt x="11221" y="9004"/>
                    <a:pt x="11221" y="8939"/>
                  </a:cubicBezTo>
                  <a:cubicBezTo>
                    <a:pt x="11221" y="8708"/>
                    <a:pt x="11251" y="8581"/>
                    <a:pt x="11251" y="8350"/>
                  </a:cubicBezTo>
                  <a:cubicBezTo>
                    <a:pt x="11305" y="8080"/>
                    <a:pt x="11283" y="7874"/>
                    <a:pt x="11337" y="7604"/>
                  </a:cubicBezTo>
                  <a:cubicBezTo>
                    <a:pt x="11369" y="7445"/>
                    <a:pt x="11344" y="7268"/>
                    <a:pt x="11408" y="7183"/>
                  </a:cubicBezTo>
                  <a:cubicBezTo>
                    <a:pt x="11458" y="7118"/>
                    <a:pt x="11499" y="7139"/>
                    <a:pt x="11543" y="7052"/>
                  </a:cubicBezTo>
                  <a:cubicBezTo>
                    <a:pt x="11526" y="6996"/>
                    <a:pt x="11517" y="6948"/>
                    <a:pt x="11517" y="6875"/>
                  </a:cubicBezTo>
                  <a:cubicBezTo>
                    <a:pt x="11517" y="6854"/>
                    <a:pt x="11527" y="6847"/>
                    <a:pt x="11535" y="6847"/>
                  </a:cubicBezTo>
                  <a:cubicBezTo>
                    <a:pt x="11573" y="6847"/>
                    <a:pt x="11592" y="6904"/>
                    <a:pt x="11629" y="6904"/>
                  </a:cubicBezTo>
                  <a:cubicBezTo>
                    <a:pt x="11668" y="6904"/>
                    <a:pt x="11686" y="6840"/>
                    <a:pt x="11723" y="6810"/>
                  </a:cubicBezTo>
                  <a:cubicBezTo>
                    <a:pt x="11762" y="6777"/>
                    <a:pt x="11789" y="6784"/>
                    <a:pt x="11831" y="6791"/>
                  </a:cubicBezTo>
                  <a:cubicBezTo>
                    <a:pt x="11905" y="6803"/>
                    <a:pt x="11992" y="6724"/>
                    <a:pt x="11992" y="6540"/>
                  </a:cubicBezTo>
                  <a:cubicBezTo>
                    <a:pt x="11992" y="6408"/>
                    <a:pt x="11942" y="6371"/>
                    <a:pt x="11903" y="6287"/>
                  </a:cubicBezTo>
                  <a:cubicBezTo>
                    <a:pt x="11835" y="6140"/>
                    <a:pt x="11798" y="6056"/>
                    <a:pt x="11726" y="5924"/>
                  </a:cubicBezTo>
                  <a:cubicBezTo>
                    <a:pt x="11627" y="5738"/>
                    <a:pt x="11526" y="5655"/>
                    <a:pt x="11505" y="5344"/>
                  </a:cubicBezTo>
                  <a:cubicBezTo>
                    <a:pt x="11547" y="5302"/>
                    <a:pt x="11599" y="5288"/>
                    <a:pt x="11599" y="5176"/>
                  </a:cubicBezTo>
                  <a:cubicBezTo>
                    <a:pt x="11599" y="5089"/>
                    <a:pt x="11567" y="5064"/>
                    <a:pt x="11550" y="4989"/>
                  </a:cubicBezTo>
                  <a:cubicBezTo>
                    <a:pt x="11511" y="4819"/>
                    <a:pt x="11490" y="4709"/>
                    <a:pt x="11438" y="4560"/>
                  </a:cubicBezTo>
                  <a:cubicBezTo>
                    <a:pt x="11392" y="4429"/>
                    <a:pt x="11358" y="4373"/>
                    <a:pt x="11318" y="4233"/>
                  </a:cubicBezTo>
                  <a:cubicBezTo>
                    <a:pt x="11288" y="4131"/>
                    <a:pt x="11259" y="4046"/>
                    <a:pt x="11208" y="4046"/>
                  </a:cubicBezTo>
                  <a:cubicBezTo>
                    <a:pt x="11152" y="4046"/>
                    <a:pt x="11126" y="4167"/>
                    <a:pt x="11070" y="4167"/>
                  </a:cubicBezTo>
                  <a:lnTo>
                    <a:pt x="11041" y="4167"/>
                  </a:lnTo>
                  <a:cubicBezTo>
                    <a:pt x="11040" y="4154"/>
                    <a:pt x="11033" y="4147"/>
                    <a:pt x="11033" y="4131"/>
                  </a:cubicBezTo>
                  <a:cubicBezTo>
                    <a:pt x="11033" y="4000"/>
                    <a:pt x="11134" y="4037"/>
                    <a:pt x="11134" y="3906"/>
                  </a:cubicBezTo>
                  <a:cubicBezTo>
                    <a:pt x="11134" y="3752"/>
                    <a:pt x="11080" y="3680"/>
                    <a:pt x="11022" y="3626"/>
                  </a:cubicBezTo>
                  <a:cubicBezTo>
                    <a:pt x="10988" y="3596"/>
                    <a:pt x="10982" y="3521"/>
                    <a:pt x="10966" y="3439"/>
                  </a:cubicBezTo>
                  <a:cubicBezTo>
                    <a:pt x="10974" y="3430"/>
                    <a:pt x="10979" y="3412"/>
                    <a:pt x="10988" y="3412"/>
                  </a:cubicBezTo>
                  <a:cubicBezTo>
                    <a:pt x="11052" y="3412"/>
                    <a:pt x="11088" y="3458"/>
                    <a:pt x="11152" y="3458"/>
                  </a:cubicBezTo>
                  <a:cubicBezTo>
                    <a:pt x="11202" y="3458"/>
                    <a:pt x="11227" y="3388"/>
                    <a:pt x="11278" y="3388"/>
                  </a:cubicBezTo>
                  <a:lnTo>
                    <a:pt x="11378" y="3388"/>
                  </a:lnTo>
                  <a:lnTo>
                    <a:pt x="11378" y="3292"/>
                  </a:lnTo>
                  <a:cubicBezTo>
                    <a:pt x="11378" y="3260"/>
                    <a:pt x="11366" y="3250"/>
                    <a:pt x="11359" y="3225"/>
                  </a:cubicBezTo>
                  <a:cubicBezTo>
                    <a:pt x="11322" y="3092"/>
                    <a:pt x="11283" y="3027"/>
                    <a:pt x="11273" y="2861"/>
                  </a:cubicBezTo>
                  <a:cubicBezTo>
                    <a:pt x="11234" y="2861"/>
                    <a:pt x="11197" y="2852"/>
                    <a:pt x="11181" y="2766"/>
                  </a:cubicBezTo>
                  <a:lnTo>
                    <a:pt x="11181" y="2766"/>
                  </a:lnTo>
                  <a:cubicBezTo>
                    <a:pt x="11072" y="2747"/>
                    <a:pt x="11009" y="2894"/>
                    <a:pt x="10902" y="2935"/>
                  </a:cubicBezTo>
                  <a:cubicBezTo>
                    <a:pt x="10808" y="2973"/>
                    <a:pt x="10739" y="2898"/>
                    <a:pt x="10655" y="3010"/>
                  </a:cubicBezTo>
                  <a:cubicBezTo>
                    <a:pt x="10593" y="3089"/>
                    <a:pt x="10599" y="3262"/>
                    <a:pt x="10558" y="3402"/>
                  </a:cubicBezTo>
                  <a:cubicBezTo>
                    <a:pt x="10497" y="3603"/>
                    <a:pt x="10411" y="3650"/>
                    <a:pt x="10385" y="3888"/>
                  </a:cubicBezTo>
                  <a:cubicBezTo>
                    <a:pt x="10340" y="4285"/>
                    <a:pt x="10351" y="4662"/>
                    <a:pt x="10205" y="4859"/>
                  </a:cubicBezTo>
                  <a:cubicBezTo>
                    <a:pt x="10224" y="5008"/>
                    <a:pt x="10273" y="5074"/>
                    <a:pt x="10273" y="5232"/>
                  </a:cubicBezTo>
                  <a:cubicBezTo>
                    <a:pt x="10273" y="5401"/>
                    <a:pt x="10186" y="5401"/>
                    <a:pt x="10138" y="5512"/>
                  </a:cubicBezTo>
                  <a:cubicBezTo>
                    <a:pt x="10080" y="5648"/>
                    <a:pt x="10089" y="5797"/>
                    <a:pt x="10056" y="5979"/>
                  </a:cubicBezTo>
                  <a:cubicBezTo>
                    <a:pt x="10033" y="6105"/>
                    <a:pt x="9986" y="6133"/>
                    <a:pt x="9966" y="6259"/>
                  </a:cubicBezTo>
                  <a:cubicBezTo>
                    <a:pt x="9934" y="6455"/>
                    <a:pt x="9999" y="6656"/>
                    <a:pt x="9936" y="6801"/>
                  </a:cubicBezTo>
                  <a:cubicBezTo>
                    <a:pt x="9853" y="6988"/>
                    <a:pt x="9756" y="6936"/>
                    <a:pt x="9681" y="7136"/>
                  </a:cubicBezTo>
                  <a:cubicBezTo>
                    <a:pt x="9647" y="7230"/>
                    <a:pt x="9666" y="7356"/>
                    <a:pt x="9636" y="7455"/>
                  </a:cubicBezTo>
                  <a:cubicBezTo>
                    <a:pt x="9613" y="7529"/>
                    <a:pt x="9580" y="7524"/>
                    <a:pt x="9546" y="7566"/>
                  </a:cubicBezTo>
                  <a:cubicBezTo>
                    <a:pt x="9463" y="7669"/>
                    <a:pt x="9415" y="7772"/>
                    <a:pt x="9321" y="7772"/>
                  </a:cubicBezTo>
                  <a:cubicBezTo>
                    <a:pt x="9275" y="7772"/>
                    <a:pt x="9271" y="7585"/>
                    <a:pt x="9224" y="7585"/>
                  </a:cubicBezTo>
                  <a:cubicBezTo>
                    <a:pt x="9151" y="7585"/>
                    <a:pt x="9134" y="7781"/>
                    <a:pt x="9066" y="7846"/>
                  </a:cubicBezTo>
                  <a:cubicBezTo>
                    <a:pt x="8988" y="7921"/>
                    <a:pt x="8885" y="7785"/>
                    <a:pt x="8849" y="7978"/>
                  </a:cubicBezTo>
                  <a:cubicBezTo>
                    <a:pt x="8819" y="8141"/>
                    <a:pt x="8836" y="8271"/>
                    <a:pt x="8819" y="8444"/>
                  </a:cubicBezTo>
                  <a:cubicBezTo>
                    <a:pt x="8804" y="8584"/>
                    <a:pt x="8742" y="8580"/>
                    <a:pt x="8714" y="8705"/>
                  </a:cubicBezTo>
                  <a:cubicBezTo>
                    <a:pt x="8673" y="8888"/>
                    <a:pt x="8656" y="9051"/>
                    <a:pt x="8579" y="9135"/>
                  </a:cubicBezTo>
                  <a:cubicBezTo>
                    <a:pt x="8538" y="9182"/>
                    <a:pt x="8504" y="9135"/>
                    <a:pt x="8459" y="9153"/>
                  </a:cubicBezTo>
                  <a:cubicBezTo>
                    <a:pt x="8341" y="9209"/>
                    <a:pt x="8270" y="9229"/>
                    <a:pt x="8167" y="9378"/>
                  </a:cubicBezTo>
                  <a:cubicBezTo>
                    <a:pt x="8130" y="9429"/>
                    <a:pt x="8130" y="9583"/>
                    <a:pt x="8085" y="9583"/>
                  </a:cubicBezTo>
                  <a:cubicBezTo>
                    <a:pt x="8040" y="9583"/>
                    <a:pt x="8023" y="9476"/>
                    <a:pt x="7980" y="9452"/>
                  </a:cubicBezTo>
                  <a:cubicBezTo>
                    <a:pt x="7929" y="9424"/>
                    <a:pt x="7892" y="9480"/>
                    <a:pt x="7845" y="9434"/>
                  </a:cubicBezTo>
                  <a:cubicBezTo>
                    <a:pt x="7764" y="9354"/>
                    <a:pt x="7736" y="9214"/>
                    <a:pt x="7658" y="9116"/>
                  </a:cubicBezTo>
                  <a:cubicBezTo>
                    <a:pt x="7557" y="8990"/>
                    <a:pt x="7461" y="9032"/>
                    <a:pt x="7388" y="8817"/>
                  </a:cubicBezTo>
                  <a:cubicBezTo>
                    <a:pt x="7332" y="8654"/>
                    <a:pt x="7347" y="8463"/>
                    <a:pt x="7310" y="8273"/>
                  </a:cubicBezTo>
                  <a:close/>
                  <a:moveTo>
                    <a:pt x="14760" y="17576"/>
                  </a:moveTo>
                  <a:lnTo>
                    <a:pt x="14769" y="17817"/>
                  </a:lnTo>
                  <a:lnTo>
                    <a:pt x="14842" y="17817"/>
                  </a:lnTo>
                  <a:cubicBezTo>
                    <a:pt x="14902" y="17817"/>
                    <a:pt x="14915" y="17682"/>
                    <a:pt x="14971" y="17612"/>
                  </a:cubicBezTo>
                  <a:cubicBezTo>
                    <a:pt x="14977" y="17664"/>
                    <a:pt x="14986" y="17705"/>
                    <a:pt x="14986" y="17762"/>
                  </a:cubicBezTo>
                  <a:cubicBezTo>
                    <a:pt x="14986" y="17911"/>
                    <a:pt x="14949" y="17982"/>
                    <a:pt x="14949" y="18131"/>
                  </a:cubicBezTo>
                  <a:cubicBezTo>
                    <a:pt x="14949" y="18163"/>
                    <a:pt x="14959" y="18184"/>
                    <a:pt x="14959" y="18217"/>
                  </a:cubicBezTo>
                  <a:lnTo>
                    <a:pt x="14959" y="18217"/>
                  </a:lnTo>
                  <a:cubicBezTo>
                    <a:pt x="14936" y="18256"/>
                    <a:pt x="14915" y="18295"/>
                    <a:pt x="14900" y="18368"/>
                  </a:cubicBezTo>
                  <a:cubicBezTo>
                    <a:pt x="14816" y="18761"/>
                    <a:pt x="14766" y="18985"/>
                    <a:pt x="14645" y="19321"/>
                  </a:cubicBezTo>
                  <a:cubicBezTo>
                    <a:pt x="14621" y="19389"/>
                    <a:pt x="14612" y="19449"/>
                    <a:pt x="14578" y="19480"/>
                  </a:cubicBezTo>
                  <a:cubicBezTo>
                    <a:pt x="14545" y="19508"/>
                    <a:pt x="14520" y="19475"/>
                    <a:pt x="14488" y="19498"/>
                  </a:cubicBezTo>
                  <a:cubicBezTo>
                    <a:pt x="14442" y="19531"/>
                    <a:pt x="14418" y="19582"/>
                    <a:pt x="14371" y="19610"/>
                  </a:cubicBezTo>
                  <a:cubicBezTo>
                    <a:pt x="14292" y="19657"/>
                    <a:pt x="14249" y="19738"/>
                    <a:pt x="14192" y="19881"/>
                  </a:cubicBezTo>
                  <a:cubicBezTo>
                    <a:pt x="14160" y="19960"/>
                    <a:pt x="14161" y="20096"/>
                    <a:pt x="14116" y="20096"/>
                  </a:cubicBezTo>
                  <a:lnTo>
                    <a:pt x="14087" y="20096"/>
                  </a:lnTo>
                  <a:lnTo>
                    <a:pt x="14087" y="19991"/>
                  </a:lnTo>
                  <a:cubicBezTo>
                    <a:pt x="14087" y="19863"/>
                    <a:pt x="14158" y="19842"/>
                    <a:pt x="14158" y="19713"/>
                  </a:cubicBezTo>
                  <a:cubicBezTo>
                    <a:pt x="14158" y="19638"/>
                    <a:pt x="14121" y="19626"/>
                    <a:pt x="14090" y="19620"/>
                  </a:cubicBezTo>
                  <a:cubicBezTo>
                    <a:pt x="14087" y="19559"/>
                    <a:pt x="14090" y="19524"/>
                    <a:pt x="14090" y="19463"/>
                  </a:cubicBezTo>
                  <a:cubicBezTo>
                    <a:pt x="14090" y="19249"/>
                    <a:pt x="14090" y="19099"/>
                    <a:pt x="14135" y="18919"/>
                  </a:cubicBezTo>
                  <a:cubicBezTo>
                    <a:pt x="14146" y="18878"/>
                    <a:pt x="14162" y="18868"/>
                    <a:pt x="14177" y="18835"/>
                  </a:cubicBezTo>
                  <a:cubicBezTo>
                    <a:pt x="14267" y="18637"/>
                    <a:pt x="14315" y="18515"/>
                    <a:pt x="14420" y="18368"/>
                  </a:cubicBezTo>
                  <a:cubicBezTo>
                    <a:pt x="14538" y="18205"/>
                    <a:pt x="14596" y="18089"/>
                    <a:pt x="14694" y="17845"/>
                  </a:cubicBezTo>
                  <a:cubicBezTo>
                    <a:pt x="14728" y="17761"/>
                    <a:pt x="14745" y="17668"/>
                    <a:pt x="14760" y="17576"/>
                  </a:cubicBezTo>
                  <a:lnTo>
                    <a:pt x="14760" y="17576"/>
                  </a:lnTo>
                  <a:cubicBezTo>
                    <a:pt x="14760" y="17576"/>
                    <a:pt x="14760" y="17576"/>
                    <a:pt x="14760" y="17576"/>
                  </a:cubicBezTo>
                  <a:close/>
                  <a:moveTo>
                    <a:pt x="10513" y="13855"/>
                  </a:moveTo>
                  <a:cubicBezTo>
                    <a:pt x="10513" y="13978"/>
                    <a:pt x="10543" y="14041"/>
                    <a:pt x="10543" y="14165"/>
                  </a:cubicBezTo>
                  <a:lnTo>
                    <a:pt x="10543" y="14346"/>
                  </a:lnTo>
                  <a:cubicBezTo>
                    <a:pt x="10543" y="14377"/>
                    <a:pt x="10554" y="14389"/>
                    <a:pt x="10561" y="14410"/>
                  </a:cubicBezTo>
                  <a:cubicBezTo>
                    <a:pt x="10590" y="14368"/>
                    <a:pt x="10606" y="14335"/>
                    <a:pt x="10636" y="14298"/>
                  </a:cubicBezTo>
                  <a:cubicBezTo>
                    <a:pt x="10661" y="14268"/>
                    <a:pt x="10685" y="14239"/>
                    <a:pt x="10685" y="14172"/>
                  </a:cubicBezTo>
                  <a:cubicBezTo>
                    <a:pt x="10685" y="14120"/>
                    <a:pt x="10674" y="14095"/>
                    <a:pt x="10674" y="14043"/>
                  </a:cubicBezTo>
                  <a:lnTo>
                    <a:pt x="10674" y="13852"/>
                  </a:lnTo>
                  <a:cubicBezTo>
                    <a:pt x="10674" y="13820"/>
                    <a:pt x="10685" y="13806"/>
                    <a:pt x="10685" y="13773"/>
                  </a:cubicBezTo>
                  <a:lnTo>
                    <a:pt x="10685" y="13588"/>
                  </a:lnTo>
                  <a:cubicBezTo>
                    <a:pt x="10670" y="13476"/>
                    <a:pt x="10680" y="13285"/>
                    <a:pt x="10632" y="13308"/>
                  </a:cubicBezTo>
                  <a:cubicBezTo>
                    <a:pt x="10627" y="13311"/>
                    <a:pt x="10637" y="13341"/>
                    <a:pt x="10632" y="13345"/>
                  </a:cubicBezTo>
                  <a:cubicBezTo>
                    <a:pt x="10617" y="13362"/>
                    <a:pt x="10615" y="13395"/>
                    <a:pt x="10606" y="13430"/>
                  </a:cubicBezTo>
                  <a:cubicBezTo>
                    <a:pt x="10566" y="13590"/>
                    <a:pt x="10513" y="13665"/>
                    <a:pt x="10513" y="13855"/>
                  </a:cubicBezTo>
                  <a:cubicBezTo>
                    <a:pt x="10513" y="13855"/>
                    <a:pt x="10513" y="13855"/>
                    <a:pt x="10513" y="13855"/>
                  </a:cubicBezTo>
                  <a:close/>
                  <a:moveTo>
                    <a:pt x="9336" y="18873"/>
                  </a:moveTo>
                  <a:cubicBezTo>
                    <a:pt x="9367" y="18873"/>
                    <a:pt x="9411" y="18861"/>
                    <a:pt x="9411" y="18938"/>
                  </a:cubicBezTo>
                  <a:cubicBezTo>
                    <a:pt x="9411" y="19069"/>
                    <a:pt x="9349" y="19099"/>
                    <a:pt x="9299" y="19125"/>
                  </a:cubicBezTo>
                  <a:cubicBezTo>
                    <a:pt x="9259" y="19143"/>
                    <a:pt x="9245" y="19216"/>
                    <a:pt x="9205" y="19237"/>
                  </a:cubicBezTo>
                  <a:cubicBezTo>
                    <a:pt x="9096" y="19300"/>
                    <a:pt x="9046" y="19452"/>
                    <a:pt x="8935" y="19452"/>
                  </a:cubicBezTo>
                  <a:cubicBezTo>
                    <a:pt x="8907" y="19452"/>
                    <a:pt x="8872" y="19428"/>
                    <a:pt x="8872" y="19358"/>
                  </a:cubicBezTo>
                  <a:cubicBezTo>
                    <a:pt x="8872" y="19127"/>
                    <a:pt x="8989" y="19092"/>
                    <a:pt x="9081" y="19078"/>
                  </a:cubicBezTo>
                  <a:cubicBezTo>
                    <a:pt x="9152" y="19067"/>
                    <a:pt x="9193" y="19039"/>
                    <a:pt x="9257" y="18966"/>
                  </a:cubicBezTo>
                  <a:cubicBezTo>
                    <a:pt x="9287" y="18934"/>
                    <a:pt x="9302" y="18873"/>
                    <a:pt x="9336" y="18873"/>
                  </a:cubicBezTo>
                  <a:cubicBezTo>
                    <a:pt x="9336" y="18873"/>
                    <a:pt x="9336" y="18873"/>
                    <a:pt x="9336" y="18873"/>
                  </a:cubicBezTo>
                  <a:close/>
                  <a:moveTo>
                    <a:pt x="9696" y="20348"/>
                  </a:moveTo>
                  <a:cubicBezTo>
                    <a:pt x="9792" y="20348"/>
                    <a:pt x="9852" y="20278"/>
                    <a:pt x="9928" y="20133"/>
                  </a:cubicBezTo>
                  <a:cubicBezTo>
                    <a:pt x="9966" y="20061"/>
                    <a:pt x="10005" y="20161"/>
                    <a:pt x="10052" y="20189"/>
                  </a:cubicBezTo>
                  <a:cubicBezTo>
                    <a:pt x="10089" y="20213"/>
                    <a:pt x="10138" y="20215"/>
                    <a:pt x="10138" y="20311"/>
                  </a:cubicBezTo>
                  <a:cubicBezTo>
                    <a:pt x="10138" y="20406"/>
                    <a:pt x="10114" y="20465"/>
                    <a:pt x="10082" y="20516"/>
                  </a:cubicBezTo>
                  <a:cubicBezTo>
                    <a:pt x="10052" y="20565"/>
                    <a:pt x="10015" y="20544"/>
                    <a:pt x="9995" y="20619"/>
                  </a:cubicBezTo>
                  <a:cubicBezTo>
                    <a:pt x="9958" y="20759"/>
                    <a:pt x="9936" y="20839"/>
                    <a:pt x="9902" y="20983"/>
                  </a:cubicBezTo>
                  <a:cubicBezTo>
                    <a:pt x="9834" y="20913"/>
                    <a:pt x="9824" y="20763"/>
                    <a:pt x="9771" y="20638"/>
                  </a:cubicBezTo>
                  <a:cubicBezTo>
                    <a:pt x="9729" y="20541"/>
                    <a:pt x="9676" y="20598"/>
                    <a:pt x="9636" y="20498"/>
                  </a:cubicBezTo>
                  <a:cubicBezTo>
                    <a:pt x="9625" y="20469"/>
                    <a:pt x="9606" y="20460"/>
                    <a:pt x="9606" y="20418"/>
                  </a:cubicBezTo>
                  <a:cubicBezTo>
                    <a:pt x="9606" y="20383"/>
                    <a:pt x="9609" y="20364"/>
                    <a:pt x="9610" y="20329"/>
                  </a:cubicBezTo>
                  <a:lnTo>
                    <a:pt x="9654" y="20329"/>
                  </a:lnTo>
                  <a:cubicBezTo>
                    <a:pt x="9670" y="20329"/>
                    <a:pt x="9679" y="20348"/>
                    <a:pt x="9696" y="20348"/>
                  </a:cubicBezTo>
                  <a:cubicBezTo>
                    <a:pt x="9696" y="20348"/>
                    <a:pt x="9696" y="20348"/>
                    <a:pt x="9696" y="20348"/>
                  </a:cubicBezTo>
                  <a:close/>
                  <a:moveTo>
                    <a:pt x="10651" y="19881"/>
                  </a:moveTo>
                  <a:cubicBezTo>
                    <a:pt x="10566" y="19881"/>
                    <a:pt x="10512" y="19899"/>
                    <a:pt x="10438" y="20003"/>
                  </a:cubicBezTo>
                  <a:cubicBezTo>
                    <a:pt x="10406" y="20047"/>
                    <a:pt x="10366" y="20068"/>
                    <a:pt x="10366" y="20159"/>
                  </a:cubicBezTo>
                  <a:lnTo>
                    <a:pt x="10366" y="20415"/>
                  </a:lnTo>
                  <a:cubicBezTo>
                    <a:pt x="10366" y="20609"/>
                    <a:pt x="10266" y="20631"/>
                    <a:pt x="10254" y="20825"/>
                  </a:cubicBezTo>
                  <a:cubicBezTo>
                    <a:pt x="10270" y="20829"/>
                    <a:pt x="10279" y="20833"/>
                    <a:pt x="10294" y="20833"/>
                  </a:cubicBezTo>
                  <a:cubicBezTo>
                    <a:pt x="10320" y="20833"/>
                    <a:pt x="10334" y="20805"/>
                    <a:pt x="10359" y="20805"/>
                  </a:cubicBezTo>
                  <a:cubicBezTo>
                    <a:pt x="10387" y="20805"/>
                    <a:pt x="10398" y="20871"/>
                    <a:pt x="10426" y="20871"/>
                  </a:cubicBezTo>
                  <a:cubicBezTo>
                    <a:pt x="10510" y="20871"/>
                    <a:pt x="10560" y="20726"/>
                    <a:pt x="10591" y="20535"/>
                  </a:cubicBezTo>
                  <a:cubicBezTo>
                    <a:pt x="10625" y="20327"/>
                    <a:pt x="10666" y="20217"/>
                    <a:pt x="10666" y="19993"/>
                  </a:cubicBezTo>
                  <a:cubicBezTo>
                    <a:pt x="10666" y="19963"/>
                    <a:pt x="10656" y="19907"/>
                    <a:pt x="10651" y="19881"/>
                  </a:cubicBezTo>
                  <a:cubicBezTo>
                    <a:pt x="10651" y="19881"/>
                    <a:pt x="10651" y="19881"/>
                    <a:pt x="10651" y="19881"/>
                  </a:cubicBezTo>
                  <a:close/>
                  <a:moveTo>
                    <a:pt x="11580" y="19349"/>
                  </a:moveTo>
                  <a:lnTo>
                    <a:pt x="11488" y="19349"/>
                  </a:lnTo>
                  <a:cubicBezTo>
                    <a:pt x="11459" y="19349"/>
                    <a:pt x="11444" y="19395"/>
                    <a:pt x="11415" y="19395"/>
                  </a:cubicBezTo>
                  <a:cubicBezTo>
                    <a:pt x="11384" y="19395"/>
                    <a:pt x="11372" y="19321"/>
                    <a:pt x="11340" y="19321"/>
                  </a:cubicBezTo>
                  <a:cubicBezTo>
                    <a:pt x="11317" y="19321"/>
                    <a:pt x="11308" y="19375"/>
                    <a:pt x="11292" y="19415"/>
                  </a:cubicBezTo>
                  <a:cubicBezTo>
                    <a:pt x="11268" y="19473"/>
                    <a:pt x="11244" y="19489"/>
                    <a:pt x="11224" y="19554"/>
                  </a:cubicBezTo>
                  <a:cubicBezTo>
                    <a:pt x="11250" y="19596"/>
                    <a:pt x="11271" y="19587"/>
                    <a:pt x="11299" y="19620"/>
                  </a:cubicBezTo>
                  <a:cubicBezTo>
                    <a:pt x="11338" y="19664"/>
                    <a:pt x="11361" y="19720"/>
                    <a:pt x="11404" y="19713"/>
                  </a:cubicBezTo>
                  <a:cubicBezTo>
                    <a:pt x="11395" y="19811"/>
                    <a:pt x="11365" y="19842"/>
                    <a:pt x="11333" y="19899"/>
                  </a:cubicBezTo>
                  <a:cubicBezTo>
                    <a:pt x="11302" y="19956"/>
                    <a:pt x="11290" y="20023"/>
                    <a:pt x="11254" y="20058"/>
                  </a:cubicBezTo>
                  <a:cubicBezTo>
                    <a:pt x="11224" y="19928"/>
                    <a:pt x="11188" y="19835"/>
                    <a:pt x="11127" y="19835"/>
                  </a:cubicBezTo>
                  <a:cubicBezTo>
                    <a:pt x="11035" y="19835"/>
                    <a:pt x="10988" y="19938"/>
                    <a:pt x="10906" y="20040"/>
                  </a:cubicBezTo>
                  <a:cubicBezTo>
                    <a:pt x="10817" y="20150"/>
                    <a:pt x="10737" y="20269"/>
                    <a:pt x="10737" y="20516"/>
                  </a:cubicBezTo>
                  <a:cubicBezTo>
                    <a:pt x="10737" y="20598"/>
                    <a:pt x="10743" y="20645"/>
                    <a:pt x="10752" y="20721"/>
                  </a:cubicBezTo>
                  <a:cubicBezTo>
                    <a:pt x="10784" y="20703"/>
                    <a:pt x="10797" y="20656"/>
                    <a:pt x="10827" y="20628"/>
                  </a:cubicBezTo>
                  <a:cubicBezTo>
                    <a:pt x="10911" y="20551"/>
                    <a:pt x="10964" y="20541"/>
                    <a:pt x="11041" y="20422"/>
                  </a:cubicBezTo>
                  <a:cubicBezTo>
                    <a:pt x="11107" y="20320"/>
                    <a:pt x="11132" y="20161"/>
                    <a:pt x="11209" y="20161"/>
                  </a:cubicBezTo>
                  <a:cubicBezTo>
                    <a:pt x="11258" y="20161"/>
                    <a:pt x="11284" y="20217"/>
                    <a:pt x="11333" y="20217"/>
                  </a:cubicBezTo>
                  <a:cubicBezTo>
                    <a:pt x="11381" y="20217"/>
                    <a:pt x="11397" y="20114"/>
                    <a:pt x="11431" y="20031"/>
                  </a:cubicBezTo>
                  <a:cubicBezTo>
                    <a:pt x="11475" y="19921"/>
                    <a:pt x="11516" y="19871"/>
                    <a:pt x="11535" y="19723"/>
                  </a:cubicBezTo>
                  <a:cubicBezTo>
                    <a:pt x="11552" y="19776"/>
                    <a:pt x="11560" y="19844"/>
                    <a:pt x="11588" y="19844"/>
                  </a:cubicBezTo>
                  <a:cubicBezTo>
                    <a:pt x="11633" y="19844"/>
                    <a:pt x="11681" y="19793"/>
                    <a:pt x="11681" y="19680"/>
                  </a:cubicBezTo>
                  <a:cubicBezTo>
                    <a:pt x="11681" y="19655"/>
                    <a:pt x="11679" y="19641"/>
                    <a:pt x="11674" y="19620"/>
                  </a:cubicBezTo>
                  <a:cubicBezTo>
                    <a:pt x="11710" y="19608"/>
                    <a:pt x="11733" y="19613"/>
                    <a:pt x="11768" y="19592"/>
                  </a:cubicBezTo>
                  <a:cubicBezTo>
                    <a:pt x="11791" y="19578"/>
                    <a:pt x="11820" y="19568"/>
                    <a:pt x="11820" y="19508"/>
                  </a:cubicBezTo>
                  <a:cubicBezTo>
                    <a:pt x="11820" y="19435"/>
                    <a:pt x="11778" y="19449"/>
                    <a:pt x="11764" y="19387"/>
                  </a:cubicBezTo>
                  <a:cubicBezTo>
                    <a:pt x="11754" y="19337"/>
                    <a:pt x="11756" y="19272"/>
                    <a:pt x="11734" y="19265"/>
                  </a:cubicBezTo>
                  <a:cubicBezTo>
                    <a:pt x="11672" y="19244"/>
                    <a:pt x="11641" y="19349"/>
                    <a:pt x="11580" y="19349"/>
                  </a:cubicBezTo>
                  <a:cubicBezTo>
                    <a:pt x="11580" y="19349"/>
                    <a:pt x="11580" y="19349"/>
                    <a:pt x="11580" y="19349"/>
                  </a:cubicBezTo>
                  <a:close/>
                  <a:moveTo>
                    <a:pt x="12345" y="20031"/>
                  </a:moveTo>
                  <a:lnTo>
                    <a:pt x="12225" y="19956"/>
                  </a:lnTo>
                  <a:cubicBezTo>
                    <a:pt x="12186" y="20054"/>
                    <a:pt x="12168" y="20171"/>
                    <a:pt x="12112" y="20171"/>
                  </a:cubicBezTo>
                  <a:cubicBezTo>
                    <a:pt x="12092" y="20171"/>
                    <a:pt x="12081" y="20143"/>
                    <a:pt x="12060" y="20143"/>
                  </a:cubicBezTo>
                  <a:cubicBezTo>
                    <a:pt x="12015" y="20143"/>
                    <a:pt x="12007" y="20266"/>
                    <a:pt x="11970" y="20329"/>
                  </a:cubicBezTo>
                  <a:cubicBezTo>
                    <a:pt x="11921" y="20413"/>
                    <a:pt x="11884" y="20498"/>
                    <a:pt x="11884" y="20646"/>
                  </a:cubicBezTo>
                  <a:cubicBezTo>
                    <a:pt x="11884" y="20747"/>
                    <a:pt x="11909" y="20843"/>
                    <a:pt x="11949" y="20843"/>
                  </a:cubicBezTo>
                  <a:cubicBezTo>
                    <a:pt x="12025" y="20843"/>
                    <a:pt x="12061" y="20703"/>
                    <a:pt x="12137" y="20703"/>
                  </a:cubicBezTo>
                  <a:cubicBezTo>
                    <a:pt x="12197" y="20703"/>
                    <a:pt x="12228" y="20759"/>
                    <a:pt x="12285" y="20805"/>
                  </a:cubicBezTo>
                  <a:lnTo>
                    <a:pt x="12345" y="20749"/>
                  </a:lnTo>
                  <a:cubicBezTo>
                    <a:pt x="12389" y="20771"/>
                    <a:pt x="12406" y="20852"/>
                    <a:pt x="12449" y="20852"/>
                  </a:cubicBezTo>
                  <a:cubicBezTo>
                    <a:pt x="12497" y="20852"/>
                    <a:pt x="12512" y="20749"/>
                    <a:pt x="12558" y="20721"/>
                  </a:cubicBezTo>
                  <a:cubicBezTo>
                    <a:pt x="12581" y="20708"/>
                    <a:pt x="12595" y="20721"/>
                    <a:pt x="12618" y="20721"/>
                  </a:cubicBezTo>
                  <a:cubicBezTo>
                    <a:pt x="12673" y="20726"/>
                    <a:pt x="12745" y="20700"/>
                    <a:pt x="12745" y="20562"/>
                  </a:cubicBezTo>
                  <a:cubicBezTo>
                    <a:pt x="12745" y="20301"/>
                    <a:pt x="12622" y="20208"/>
                    <a:pt x="12517" y="20208"/>
                  </a:cubicBezTo>
                  <a:cubicBezTo>
                    <a:pt x="12492" y="20208"/>
                    <a:pt x="12478" y="20245"/>
                    <a:pt x="12453" y="20245"/>
                  </a:cubicBezTo>
                  <a:cubicBezTo>
                    <a:pt x="12399" y="20245"/>
                    <a:pt x="12395" y="20077"/>
                    <a:pt x="12345" y="20031"/>
                  </a:cubicBezTo>
                  <a:cubicBezTo>
                    <a:pt x="12345" y="20031"/>
                    <a:pt x="12345" y="20031"/>
                    <a:pt x="12345" y="20031"/>
                  </a:cubicBezTo>
                  <a:close/>
                  <a:moveTo>
                    <a:pt x="13722" y="20803"/>
                  </a:moveTo>
                  <a:cubicBezTo>
                    <a:pt x="13722" y="20854"/>
                    <a:pt x="13722" y="20885"/>
                    <a:pt x="13722" y="20936"/>
                  </a:cubicBezTo>
                  <a:cubicBezTo>
                    <a:pt x="13728" y="20936"/>
                    <a:pt x="13732" y="20955"/>
                    <a:pt x="13738" y="20955"/>
                  </a:cubicBezTo>
                  <a:cubicBezTo>
                    <a:pt x="13781" y="20955"/>
                    <a:pt x="13794" y="20850"/>
                    <a:pt x="13832" y="20805"/>
                  </a:cubicBezTo>
                  <a:cubicBezTo>
                    <a:pt x="13891" y="20738"/>
                    <a:pt x="13948" y="20666"/>
                    <a:pt x="13948" y="20502"/>
                  </a:cubicBezTo>
                  <a:cubicBezTo>
                    <a:pt x="13948" y="20422"/>
                    <a:pt x="13920" y="20322"/>
                    <a:pt x="13892" y="20357"/>
                  </a:cubicBezTo>
                  <a:cubicBezTo>
                    <a:pt x="13854" y="20406"/>
                    <a:pt x="13835" y="20467"/>
                    <a:pt x="13810" y="20554"/>
                  </a:cubicBezTo>
                  <a:cubicBezTo>
                    <a:pt x="13799" y="20591"/>
                    <a:pt x="13802" y="20638"/>
                    <a:pt x="13787" y="20666"/>
                  </a:cubicBezTo>
                  <a:cubicBezTo>
                    <a:pt x="13762" y="20714"/>
                    <a:pt x="13722" y="20721"/>
                    <a:pt x="13722" y="20803"/>
                  </a:cubicBezTo>
                  <a:cubicBezTo>
                    <a:pt x="13722" y="20803"/>
                    <a:pt x="13722" y="20803"/>
                    <a:pt x="13722" y="20803"/>
                  </a:cubicBezTo>
                  <a:close/>
                  <a:moveTo>
                    <a:pt x="13686" y="17276"/>
                  </a:moveTo>
                  <a:cubicBezTo>
                    <a:pt x="13632" y="17276"/>
                    <a:pt x="13597" y="17353"/>
                    <a:pt x="13574" y="17473"/>
                  </a:cubicBezTo>
                  <a:cubicBezTo>
                    <a:pt x="13581" y="17482"/>
                    <a:pt x="13587" y="17500"/>
                    <a:pt x="13596" y="17500"/>
                  </a:cubicBezTo>
                  <a:cubicBezTo>
                    <a:pt x="13617" y="17500"/>
                    <a:pt x="13628" y="17479"/>
                    <a:pt x="13648" y="17473"/>
                  </a:cubicBezTo>
                  <a:cubicBezTo>
                    <a:pt x="13648" y="17491"/>
                    <a:pt x="13652" y="17503"/>
                    <a:pt x="13652" y="17521"/>
                  </a:cubicBezTo>
                  <a:cubicBezTo>
                    <a:pt x="13652" y="17622"/>
                    <a:pt x="13620" y="17659"/>
                    <a:pt x="13600" y="17743"/>
                  </a:cubicBezTo>
                  <a:cubicBezTo>
                    <a:pt x="13536" y="17993"/>
                    <a:pt x="13490" y="18212"/>
                    <a:pt x="13371" y="18247"/>
                  </a:cubicBezTo>
                  <a:cubicBezTo>
                    <a:pt x="13340" y="18257"/>
                    <a:pt x="13329" y="18317"/>
                    <a:pt x="13300" y="18350"/>
                  </a:cubicBezTo>
                  <a:cubicBezTo>
                    <a:pt x="13267" y="18387"/>
                    <a:pt x="13242" y="18361"/>
                    <a:pt x="13206" y="18378"/>
                  </a:cubicBezTo>
                  <a:cubicBezTo>
                    <a:pt x="13147" y="18406"/>
                    <a:pt x="13113" y="18429"/>
                    <a:pt x="13056" y="18481"/>
                  </a:cubicBezTo>
                  <a:cubicBezTo>
                    <a:pt x="13033" y="18501"/>
                    <a:pt x="13029" y="18574"/>
                    <a:pt x="13004" y="18574"/>
                  </a:cubicBezTo>
                  <a:cubicBezTo>
                    <a:pt x="12981" y="18574"/>
                    <a:pt x="12967" y="18548"/>
                    <a:pt x="12944" y="18537"/>
                  </a:cubicBezTo>
                  <a:cubicBezTo>
                    <a:pt x="12901" y="18515"/>
                    <a:pt x="12873" y="18544"/>
                    <a:pt x="12832" y="18508"/>
                  </a:cubicBezTo>
                  <a:cubicBezTo>
                    <a:pt x="12800" y="18481"/>
                    <a:pt x="12782" y="18425"/>
                    <a:pt x="12747" y="18425"/>
                  </a:cubicBezTo>
                  <a:cubicBezTo>
                    <a:pt x="12681" y="18425"/>
                    <a:pt x="12645" y="18486"/>
                    <a:pt x="12581" y="18527"/>
                  </a:cubicBezTo>
                  <a:cubicBezTo>
                    <a:pt x="12535" y="18555"/>
                    <a:pt x="12487" y="18527"/>
                    <a:pt x="12465" y="18630"/>
                  </a:cubicBezTo>
                  <a:cubicBezTo>
                    <a:pt x="12436" y="18756"/>
                    <a:pt x="12420" y="18861"/>
                    <a:pt x="12363" y="18901"/>
                  </a:cubicBezTo>
                  <a:cubicBezTo>
                    <a:pt x="12314" y="18936"/>
                    <a:pt x="12255" y="18959"/>
                    <a:pt x="12255" y="19088"/>
                  </a:cubicBezTo>
                  <a:cubicBezTo>
                    <a:pt x="12255" y="19186"/>
                    <a:pt x="12283" y="19274"/>
                    <a:pt x="12322" y="19274"/>
                  </a:cubicBezTo>
                  <a:cubicBezTo>
                    <a:pt x="12384" y="19274"/>
                    <a:pt x="12417" y="19214"/>
                    <a:pt x="12476" y="19172"/>
                  </a:cubicBezTo>
                  <a:cubicBezTo>
                    <a:pt x="12568" y="19103"/>
                    <a:pt x="12624" y="19088"/>
                    <a:pt x="12719" y="19088"/>
                  </a:cubicBezTo>
                  <a:cubicBezTo>
                    <a:pt x="12748" y="19088"/>
                    <a:pt x="12749" y="19183"/>
                    <a:pt x="12776" y="19209"/>
                  </a:cubicBezTo>
                  <a:cubicBezTo>
                    <a:pt x="12798" y="19230"/>
                    <a:pt x="12813" y="19237"/>
                    <a:pt x="12837" y="19237"/>
                  </a:cubicBezTo>
                  <a:cubicBezTo>
                    <a:pt x="12881" y="19237"/>
                    <a:pt x="12886" y="19113"/>
                    <a:pt x="12910" y="19022"/>
                  </a:cubicBezTo>
                  <a:cubicBezTo>
                    <a:pt x="12954" y="18861"/>
                    <a:pt x="13020" y="18856"/>
                    <a:pt x="13097" y="18845"/>
                  </a:cubicBezTo>
                  <a:cubicBezTo>
                    <a:pt x="13144" y="18838"/>
                    <a:pt x="13162" y="18768"/>
                    <a:pt x="13203" y="18714"/>
                  </a:cubicBezTo>
                  <a:cubicBezTo>
                    <a:pt x="13276" y="18613"/>
                    <a:pt x="13319" y="18546"/>
                    <a:pt x="13401" y="18508"/>
                  </a:cubicBezTo>
                  <a:cubicBezTo>
                    <a:pt x="13469" y="18478"/>
                    <a:pt x="13504" y="18429"/>
                    <a:pt x="13562" y="18340"/>
                  </a:cubicBezTo>
                  <a:cubicBezTo>
                    <a:pt x="13581" y="18313"/>
                    <a:pt x="13602" y="18315"/>
                    <a:pt x="13611" y="18266"/>
                  </a:cubicBezTo>
                  <a:cubicBezTo>
                    <a:pt x="13632" y="18156"/>
                    <a:pt x="13663" y="18108"/>
                    <a:pt x="13671" y="17986"/>
                  </a:cubicBezTo>
                  <a:cubicBezTo>
                    <a:pt x="13678" y="17892"/>
                    <a:pt x="13669" y="17831"/>
                    <a:pt x="13682" y="17743"/>
                  </a:cubicBezTo>
                  <a:cubicBezTo>
                    <a:pt x="13702" y="17610"/>
                    <a:pt x="13731" y="17538"/>
                    <a:pt x="13731" y="17395"/>
                  </a:cubicBezTo>
                  <a:cubicBezTo>
                    <a:pt x="13731" y="17361"/>
                    <a:pt x="13728" y="17340"/>
                    <a:pt x="13727" y="17304"/>
                  </a:cubicBezTo>
                  <a:lnTo>
                    <a:pt x="13686" y="17276"/>
                  </a:lnTo>
                  <a:cubicBezTo>
                    <a:pt x="13686" y="17276"/>
                    <a:pt x="13686" y="17276"/>
                    <a:pt x="13686" y="17276"/>
                  </a:cubicBezTo>
                  <a:close/>
                  <a:moveTo>
                    <a:pt x="13993" y="17454"/>
                  </a:moveTo>
                  <a:cubicBezTo>
                    <a:pt x="13988" y="17559"/>
                    <a:pt x="13974" y="17617"/>
                    <a:pt x="13974" y="17722"/>
                  </a:cubicBezTo>
                  <a:lnTo>
                    <a:pt x="13974" y="17837"/>
                  </a:lnTo>
                  <a:lnTo>
                    <a:pt x="14012" y="17837"/>
                  </a:lnTo>
                  <a:cubicBezTo>
                    <a:pt x="14033" y="17778"/>
                    <a:pt x="14037" y="17720"/>
                    <a:pt x="14060" y="17668"/>
                  </a:cubicBezTo>
                  <a:cubicBezTo>
                    <a:pt x="14108" y="17566"/>
                    <a:pt x="14181" y="17554"/>
                    <a:pt x="14181" y="17398"/>
                  </a:cubicBezTo>
                  <a:cubicBezTo>
                    <a:pt x="14181" y="17340"/>
                    <a:pt x="14139" y="17344"/>
                    <a:pt x="14121" y="17379"/>
                  </a:cubicBezTo>
                  <a:cubicBezTo>
                    <a:pt x="14080" y="17454"/>
                    <a:pt x="14044" y="17454"/>
                    <a:pt x="13993" y="17454"/>
                  </a:cubicBezTo>
                  <a:cubicBezTo>
                    <a:pt x="13993" y="17454"/>
                    <a:pt x="13993" y="17454"/>
                    <a:pt x="13993" y="17454"/>
                  </a:cubicBezTo>
                  <a:close/>
                  <a:moveTo>
                    <a:pt x="14681" y="16744"/>
                  </a:moveTo>
                  <a:cubicBezTo>
                    <a:pt x="14654" y="16744"/>
                    <a:pt x="14637" y="16717"/>
                    <a:pt x="14610" y="16717"/>
                  </a:cubicBezTo>
                  <a:lnTo>
                    <a:pt x="14534" y="16717"/>
                  </a:lnTo>
                  <a:cubicBezTo>
                    <a:pt x="14511" y="16717"/>
                    <a:pt x="14501" y="16758"/>
                    <a:pt x="14484" y="16791"/>
                  </a:cubicBezTo>
                  <a:cubicBezTo>
                    <a:pt x="14499" y="16861"/>
                    <a:pt x="14528" y="16872"/>
                    <a:pt x="14540" y="16950"/>
                  </a:cubicBezTo>
                  <a:cubicBezTo>
                    <a:pt x="14520" y="16978"/>
                    <a:pt x="14495" y="17001"/>
                    <a:pt x="14495" y="17062"/>
                  </a:cubicBezTo>
                  <a:cubicBezTo>
                    <a:pt x="14495" y="17127"/>
                    <a:pt x="14514" y="17192"/>
                    <a:pt x="14540" y="17192"/>
                  </a:cubicBezTo>
                  <a:cubicBezTo>
                    <a:pt x="14596" y="17192"/>
                    <a:pt x="14617" y="17071"/>
                    <a:pt x="14671" y="17034"/>
                  </a:cubicBezTo>
                  <a:cubicBezTo>
                    <a:pt x="14773" y="16963"/>
                    <a:pt x="14876" y="16877"/>
                    <a:pt x="14885" y="16613"/>
                  </a:cubicBezTo>
                  <a:cubicBezTo>
                    <a:pt x="14806" y="16548"/>
                    <a:pt x="14763" y="16744"/>
                    <a:pt x="14681" y="16744"/>
                  </a:cubicBezTo>
                  <a:cubicBezTo>
                    <a:pt x="14681" y="16744"/>
                    <a:pt x="14681" y="16744"/>
                    <a:pt x="14681" y="16744"/>
                  </a:cubicBezTo>
                  <a:close/>
                  <a:moveTo>
                    <a:pt x="17043" y="13709"/>
                  </a:moveTo>
                  <a:cubicBezTo>
                    <a:pt x="17042" y="13736"/>
                    <a:pt x="17039" y="13749"/>
                    <a:pt x="17039" y="13775"/>
                  </a:cubicBezTo>
                  <a:cubicBezTo>
                    <a:pt x="17039" y="13838"/>
                    <a:pt x="17066" y="13852"/>
                    <a:pt x="17084" y="13896"/>
                  </a:cubicBezTo>
                  <a:cubicBezTo>
                    <a:pt x="17110" y="13962"/>
                    <a:pt x="17133" y="14008"/>
                    <a:pt x="17170" y="14008"/>
                  </a:cubicBezTo>
                  <a:cubicBezTo>
                    <a:pt x="17212" y="14008"/>
                    <a:pt x="17226" y="13887"/>
                    <a:pt x="17226" y="13784"/>
                  </a:cubicBezTo>
                  <a:cubicBezTo>
                    <a:pt x="17226" y="13736"/>
                    <a:pt x="17197" y="13743"/>
                    <a:pt x="17181" y="13719"/>
                  </a:cubicBezTo>
                  <a:cubicBezTo>
                    <a:pt x="17135" y="13647"/>
                    <a:pt x="17097" y="13709"/>
                    <a:pt x="17043" y="13709"/>
                  </a:cubicBezTo>
                  <a:cubicBezTo>
                    <a:pt x="17043" y="13709"/>
                    <a:pt x="17043" y="13709"/>
                    <a:pt x="17043" y="13709"/>
                  </a:cubicBezTo>
                  <a:close/>
                  <a:moveTo>
                    <a:pt x="17953" y="12811"/>
                  </a:moveTo>
                  <a:lnTo>
                    <a:pt x="17953" y="13021"/>
                  </a:lnTo>
                  <a:cubicBezTo>
                    <a:pt x="17953" y="13066"/>
                    <a:pt x="17934" y="13080"/>
                    <a:pt x="17931" y="13121"/>
                  </a:cubicBezTo>
                  <a:cubicBezTo>
                    <a:pt x="17921" y="13250"/>
                    <a:pt x="17905" y="13318"/>
                    <a:pt x="17901" y="13448"/>
                  </a:cubicBezTo>
                  <a:lnTo>
                    <a:pt x="17923" y="13458"/>
                  </a:lnTo>
                  <a:cubicBezTo>
                    <a:pt x="17958" y="13395"/>
                    <a:pt x="17993" y="13387"/>
                    <a:pt x="18013" y="13289"/>
                  </a:cubicBezTo>
                  <a:cubicBezTo>
                    <a:pt x="18032" y="13194"/>
                    <a:pt x="18025" y="13119"/>
                    <a:pt x="18039" y="13019"/>
                  </a:cubicBezTo>
                  <a:cubicBezTo>
                    <a:pt x="18071" y="12802"/>
                    <a:pt x="18114" y="12688"/>
                    <a:pt x="18114" y="12458"/>
                  </a:cubicBezTo>
                  <a:cubicBezTo>
                    <a:pt x="18114" y="12389"/>
                    <a:pt x="18112" y="12291"/>
                    <a:pt x="18084" y="12291"/>
                  </a:cubicBezTo>
                  <a:cubicBezTo>
                    <a:pt x="18039" y="12291"/>
                    <a:pt x="17953" y="12732"/>
                    <a:pt x="17953" y="12811"/>
                  </a:cubicBezTo>
                  <a:cubicBezTo>
                    <a:pt x="17953" y="12811"/>
                    <a:pt x="17953" y="12811"/>
                    <a:pt x="17953" y="12811"/>
                  </a:cubicBezTo>
                  <a:close/>
                  <a:moveTo>
                    <a:pt x="19336" y="9686"/>
                  </a:moveTo>
                  <a:lnTo>
                    <a:pt x="19321" y="9695"/>
                  </a:lnTo>
                  <a:lnTo>
                    <a:pt x="19321" y="9772"/>
                  </a:lnTo>
                  <a:cubicBezTo>
                    <a:pt x="19321" y="9924"/>
                    <a:pt x="19403" y="9954"/>
                    <a:pt x="19403" y="10106"/>
                  </a:cubicBezTo>
                  <a:cubicBezTo>
                    <a:pt x="19403" y="10199"/>
                    <a:pt x="19354" y="10217"/>
                    <a:pt x="19354" y="10311"/>
                  </a:cubicBezTo>
                  <a:cubicBezTo>
                    <a:pt x="19354" y="10416"/>
                    <a:pt x="19368" y="10544"/>
                    <a:pt x="19411" y="10544"/>
                  </a:cubicBezTo>
                  <a:cubicBezTo>
                    <a:pt x="19426" y="10544"/>
                    <a:pt x="19430" y="10505"/>
                    <a:pt x="19441" y="10480"/>
                  </a:cubicBezTo>
                  <a:cubicBezTo>
                    <a:pt x="19464" y="10421"/>
                    <a:pt x="19474" y="10377"/>
                    <a:pt x="19489" y="10302"/>
                  </a:cubicBezTo>
                  <a:cubicBezTo>
                    <a:pt x="19503" y="10231"/>
                    <a:pt x="19523" y="10202"/>
                    <a:pt x="19523" y="10124"/>
                  </a:cubicBezTo>
                  <a:cubicBezTo>
                    <a:pt x="19523" y="10047"/>
                    <a:pt x="19485" y="10025"/>
                    <a:pt x="19485" y="9947"/>
                  </a:cubicBezTo>
                  <a:cubicBezTo>
                    <a:pt x="19485" y="9824"/>
                    <a:pt x="19435" y="9747"/>
                    <a:pt x="19336" y="9686"/>
                  </a:cubicBezTo>
                  <a:cubicBezTo>
                    <a:pt x="19336" y="9686"/>
                    <a:pt x="19336" y="9686"/>
                    <a:pt x="19336" y="9686"/>
                  </a:cubicBezTo>
                  <a:close/>
                  <a:moveTo>
                    <a:pt x="19632" y="9163"/>
                  </a:moveTo>
                  <a:cubicBezTo>
                    <a:pt x="19588" y="9163"/>
                    <a:pt x="19564" y="9200"/>
                    <a:pt x="19523" y="9229"/>
                  </a:cubicBezTo>
                  <a:cubicBezTo>
                    <a:pt x="19480" y="9258"/>
                    <a:pt x="19441" y="9219"/>
                    <a:pt x="19411" y="9303"/>
                  </a:cubicBezTo>
                  <a:cubicBezTo>
                    <a:pt x="19444" y="9406"/>
                    <a:pt x="19487" y="9406"/>
                    <a:pt x="19538" y="9443"/>
                  </a:cubicBezTo>
                  <a:cubicBezTo>
                    <a:pt x="19569" y="9466"/>
                    <a:pt x="19584" y="9527"/>
                    <a:pt x="19617" y="9527"/>
                  </a:cubicBezTo>
                  <a:cubicBezTo>
                    <a:pt x="19653" y="9527"/>
                    <a:pt x="19662" y="9413"/>
                    <a:pt x="19662" y="9322"/>
                  </a:cubicBezTo>
                  <a:cubicBezTo>
                    <a:pt x="19662" y="9254"/>
                    <a:pt x="19634" y="9230"/>
                    <a:pt x="19632" y="9163"/>
                  </a:cubicBezTo>
                  <a:cubicBezTo>
                    <a:pt x="19632" y="9163"/>
                    <a:pt x="19632" y="9163"/>
                    <a:pt x="19632" y="9163"/>
                  </a:cubicBezTo>
                  <a:close/>
                  <a:moveTo>
                    <a:pt x="19456" y="8997"/>
                  </a:moveTo>
                  <a:cubicBezTo>
                    <a:pt x="19536" y="9020"/>
                    <a:pt x="19581" y="8995"/>
                    <a:pt x="19662" y="8995"/>
                  </a:cubicBezTo>
                  <a:cubicBezTo>
                    <a:pt x="19663" y="8952"/>
                    <a:pt x="19666" y="8930"/>
                    <a:pt x="19666" y="8888"/>
                  </a:cubicBezTo>
                  <a:cubicBezTo>
                    <a:pt x="19666" y="8815"/>
                    <a:pt x="19662" y="8738"/>
                    <a:pt x="19635" y="8715"/>
                  </a:cubicBezTo>
                  <a:cubicBezTo>
                    <a:pt x="19611" y="8691"/>
                    <a:pt x="19594" y="8720"/>
                    <a:pt x="19568" y="8724"/>
                  </a:cubicBezTo>
                  <a:cubicBezTo>
                    <a:pt x="19507" y="8733"/>
                    <a:pt x="19502" y="8899"/>
                    <a:pt x="19456" y="8997"/>
                  </a:cubicBezTo>
                  <a:cubicBezTo>
                    <a:pt x="19456" y="8997"/>
                    <a:pt x="19456" y="8997"/>
                    <a:pt x="19456" y="8997"/>
                  </a:cubicBezTo>
                  <a:close/>
                  <a:moveTo>
                    <a:pt x="15638" y="15204"/>
                  </a:moveTo>
                  <a:cubicBezTo>
                    <a:pt x="15576" y="15204"/>
                    <a:pt x="15553" y="15320"/>
                    <a:pt x="15499" y="15400"/>
                  </a:cubicBezTo>
                  <a:cubicBezTo>
                    <a:pt x="15446" y="15479"/>
                    <a:pt x="15406" y="15474"/>
                    <a:pt x="15344" y="15474"/>
                  </a:cubicBezTo>
                  <a:cubicBezTo>
                    <a:pt x="15315" y="15474"/>
                    <a:pt x="15297" y="15460"/>
                    <a:pt x="15271" y="15428"/>
                  </a:cubicBezTo>
                  <a:lnTo>
                    <a:pt x="15239" y="15428"/>
                  </a:lnTo>
                  <a:lnTo>
                    <a:pt x="15239" y="15565"/>
                  </a:lnTo>
                  <a:cubicBezTo>
                    <a:pt x="15239" y="15701"/>
                    <a:pt x="15264" y="15769"/>
                    <a:pt x="15274" y="15904"/>
                  </a:cubicBezTo>
                  <a:cubicBezTo>
                    <a:pt x="15329" y="15855"/>
                    <a:pt x="15348" y="15755"/>
                    <a:pt x="15402" y="15717"/>
                  </a:cubicBezTo>
                  <a:cubicBezTo>
                    <a:pt x="15452" y="15682"/>
                    <a:pt x="15484" y="15694"/>
                    <a:pt x="15537" y="15661"/>
                  </a:cubicBezTo>
                  <a:cubicBezTo>
                    <a:pt x="15590" y="15628"/>
                    <a:pt x="15605" y="15526"/>
                    <a:pt x="15634" y="15409"/>
                  </a:cubicBezTo>
                  <a:cubicBezTo>
                    <a:pt x="15654" y="15329"/>
                    <a:pt x="15687" y="15332"/>
                    <a:pt x="15709" y="15259"/>
                  </a:cubicBezTo>
                  <a:lnTo>
                    <a:pt x="15709" y="15194"/>
                  </a:lnTo>
                  <a:cubicBezTo>
                    <a:pt x="15698" y="15192"/>
                    <a:pt x="15690" y="15189"/>
                    <a:pt x="15679" y="15185"/>
                  </a:cubicBezTo>
                  <a:lnTo>
                    <a:pt x="15619" y="15241"/>
                  </a:lnTo>
                  <a:lnTo>
                    <a:pt x="15638" y="15204"/>
                  </a:lnTo>
                  <a:cubicBezTo>
                    <a:pt x="15638" y="15204"/>
                    <a:pt x="15638" y="15204"/>
                    <a:pt x="15638" y="15204"/>
                  </a:cubicBezTo>
                  <a:close/>
                  <a:moveTo>
                    <a:pt x="13986" y="12720"/>
                  </a:moveTo>
                  <a:cubicBezTo>
                    <a:pt x="13986" y="12641"/>
                    <a:pt x="13977" y="12596"/>
                    <a:pt x="13967" y="12524"/>
                  </a:cubicBezTo>
                  <a:cubicBezTo>
                    <a:pt x="13958" y="12465"/>
                    <a:pt x="13953" y="12393"/>
                    <a:pt x="13928" y="12393"/>
                  </a:cubicBezTo>
                  <a:cubicBezTo>
                    <a:pt x="13880" y="12393"/>
                    <a:pt x="13871" y="12536"/>
                    <a:pt x="13866" y="12654"/>
                  </a:cubicBezTo>
                  <a:cubicBezTo>
                    <a:pt x="13862" y="12750"/>
                    <a:pt x="13844" y="12799"/>
                    <a:pt x="13844" y="12895"/>
                  </a:cubicBezTo>
                  <a:lnTo>
                    <a:pt x="13844" y="13413"/>
                  </a:lnTo>
                  <a:cubicBezTo>
                    <a:pt x="13844" y="13584"/>
                    <a:pt x="13772" y="13640"/>
                    <a:pt x="13772" y="13810"/>
                  </a:cubicBezTo>
                  <a:lnTo>
                    <a:pt x="13772" y="14064"/>
                  </a:lnTo>
                  <a:cubicBezTo>
                    <a:pt x="13781" y="14088"/>
                    <a:pt x="13791" y="14097"/>
                    <a:pt x="13802" y="14111"/>
                  </a:cubicBezTo>
                  <a:cubicBezTo>
                    <a:pt x="13834" y="13950"/>
                    <a:pt x="13829" y="13841"/>
                    <a:pt x="13862" y="13691"/>
                  </a:cubicBezTo>
                  <a:cubicBezTo>
                    <a:pt x="13898" y="13525"/>
                    <a:pt x="13959" y="13460"/>
                    <a:pt x="13959" y="13271"/>
                  </a:cubicBezTo>
                  <a:cubicBezTo>
                    <a:pt x="13959" y="13198"/>
                    <a:pt x="13914" y="13194"/>
                    <a:pt x="13914" y="13121"/>
                  </a:cubicBezTo>
                  <a:cubicBezTo>
                    <a:pt x="13914" y="13053"/>
                    <a:pt x="13933" y="13019"/>
                    <a:pt x="13937" y="12954"/>
                  </a:cubicBezTo>
                  <a:cubicBezTo>
                    <a:pt x="13940" y="12893"/>
                    <a:pt x="13921" y="12841"/>
                    <a:pt x="13937" y="12794"/>
                  </a:cubicBezTo>
                  <a:cubicBezTo>
                    <a:pt x="13951" y="12753"/>
                    <a:pt x="13970" y="12760"/>
                    <a:pt x="13986" y="12720"/>
                  </a:cubicBezTo>
                  <a:cubicBezTo>
                    <a:pt x="13986" y="12720"/>
                    <a:pt x="13986" y="12720"/>
                    <a:pt x="13986" y="12720"/>
                  </a:cubicBezTo>
                  <a:close/>
                  <a:moveTo>
                    <a:pt x="13674" y="13019"/>
                  </a:moveTo>
                  <a:cubicBezTo>
                    <a:pt x="13643" y="13067"/>
                    <a:pt x="13600" y="13087"/>
                    <a:pt x="13600" y="13182"/>
                  </a:cubicBezTo>
                  <a:cubicBezTo>
                    <a:pt x="13600" y="13254"/>
                    <a:pt x="13641" y="13264"/>
                    <a:pt x="13641" y="13336"/>
                  </a:cubicBezTo>
                  <a:cubicBezTo>
                    <a:pt x="13641" y="13411"/>
                    <a:pt x="13600" y="13427"/>
                    <a:pt x="13600" y="13502"/>
                  </a:cubicBezTo>
                  <a:lnTo>
                    <a:pt x="13600" y="13747"/>
                  </a:lnTo>
                  <a:cubicBezTo>
                    <a:pt x="13607" y="13747"/>
                    <a:pt x="13611" y="13756"/>
                    <a:pt x="13619" y="13756"/>
                  </a:cubicBezTo>
                  <a:cubicBezTo>
                    <a:pt x="13647" y="13756"/>
                    <a:pt x="13652" y="13684"/>
                    <a:pt x="13667" y="13626"/>
                  </a:cubicBezTo>
                  <a:cubicBezTo>
                    <a:pt x="13674" y="13595"/>
                    <a:pt x="13691" y="13602"/>
                    <a:pt x="13697" y="13569"/>
                  </a:cubicBezTo>
                  <a:cubicBezTo>
                    <a:pt x="13713" y="13497"/>
                    <a:pt x="13701" y="13432"/>
                    <a:pt x="13712" y="13355"/>
                  </a:cubicBezTo>
                  <a:cubicBezTo>
                    <a:pt x="13725" y="13268"/>
                    <a:pt x="13738" y="13215"/>
                    <a:pt x="13738" y="13121"/>
                  </a:cubicBezTo>
                  <a:cubicBezTo>
                    <a:pt x="13738" y="12839"/>
                    <a:pt x="13721" y="12949"/>
                    <a:pt x="13674" y="13019"/>
                  </a:cubicBezTo>
                  <a:cubicBezTo>
                    <a:pt x="13674" y="13019"/>
                    <a:pt x="13674" y="13019"/>
                    <a:pt x="13674" y="13019"/>
                  </a:cubicBezTo>
                  <a:close/>
                  <a:moveTo>
                    <a:pt x="15016" y="2945"/>
                  </a:moveTo>
                  <a:lnTo>
                    <a:pt x="15031" y="2963"/>
                  </a:lnTo>
                  <a:lnTo>
                    <a:pt x="15105" y="2963"/>
                  </a:lnTo>
                  <a:cubicBezTo>
                    <a:pt x="15132" y="2963"/>
                    <a:pt x="15140" y="3049"/>
                    <a:pt x="15140" y="3117"/>
                  </a:cubicBezTo>
                  <a:cubicBezTo>
                    <a:pt x="15140" y="3321"/>
                    <a:pt x="15117" y="3437"/>
                    <a:pt x="15080" y="3617"/>
                  </a:cubicBezTo>
                  <a:cubicBezTo>
                    <a:pt x="15007" y="3969"/>
                    <a:pt x="14962" y="4166"/>
                    <a:pt x="14870" y="4494"/>
                  </a:cubicBezTo>
                  <a:cubicBezTo>
                    <a:pt x="14801" y="4742"/>
                    <a:pt x="14780" y="5008"/>
                    <a:pt x="14660" y="5055"/>
                  </a:cubicBezTo>
                  <a:cubicBezTo>
                    <a:pt x="14539" y="5101"/>
                    <a:pt x="14533" y="5522"/>
                    <a:pt x="14412" y="5522"/>
                  </a:cubicBezTo>
                  <a:lnTo>
                    <a:pt x="14294" y="5522"/>
                  </a:lnTo>
                  <a:cubicBezTo>
                    <a:pt x="14213" y="5522"/>
                    <a:pt x="14170" y="5605"/>
                    <a:pt x="14090" y="5605"/>
                  </a:cubicBezTo>
                  <a:lnTo>
                    <a:pt x="14001" y="5605"/>
                  </a:lnTo>
                  <a:lnTo>
                    <a:pt x="13918" y="5522"/>
                  </a:lnTo>
                  <a:lnTo>
                    <a:pt x="13832" y="5522"/>
                  </a:lnTo>
                  <a:lnTo>
                    <a:pt x="13517" y="5951"/>
                  </a:lnTo>
                  <a:cubicBezTo>
                    <a:pt x="13481" y="5885"/>
                    <a:pt x="13451" y="5858"/>
                    <a:pt x="13405" y="5858"/>
                  </a:cubicBezTo>
                  <a:cubicBezTo>
                    <a:pt x="13327" y="5858"/>
                    <a:pt x="13279" y="5938"/>
                    <a:pt x="13225" y="6072"/>
                  </a:cubicBezTo>
                  <a:cubicBezTo>
                    <a:pt x="13175" y="6196"/>
                    <a:pt x="13157" y="6362"/>
                    <a:pt x="13086" y="6362"/>
                  </a:cubicBezTo>
                  <a:cubicBezTo>
                    <a:pt x="13063" y="6362"/>
                    <a:pt x="13050" y="6343"/>
                    <a:pt x="13026" y="6343"/>
                  </a:cubicBezTo>
                  <a:cubicBezTo>
                    <a:pt x="12963" y="6343"/>
                    <a:pt x="12925" y="6418"/>
                    <a:pt x="12880" y="6530"/>
                  </a:cubicBezTo>
                  <a:cubicBezTo>
                    <a:pt x="12859" y="6583"/>
                    <a:pt x="12831" y="6591"/>
                    <a:pt x="12820" y="6661"/>
                  </a:cubicBezTo>
                  <a:cubicBezTo>
                    <a:pt x="12793" y="6838"/>
                    <a:pt x="12782" y="6943"/>
                    <a:pt x="12760" y="7128"/>
                  </a:cubicBezTo>
                  <a:cubicBezTo>
                    <a:pt x="12734" y="7356"/>
                    <a:pt x="12741" y="7489"/>
                    <a:pt x="12727" y="7725"/>
                  </a:cubicBezTo>
                  <a:cubicBezTo>
                    <a:pt x="12715" y="7931"/>
                    <a:pt x="12699" y="8045"/>
                    <a:pt x="12699" y="8250"/>
                  </a:cubicBezTo>
                  <a:lnTo>
                    <a:pt x="12699" y="8435"/>
                  </a:lnTo>
                  <a:cubicBezTo>
                    <a:pt x="12755" y="8447"/>
                    <a:pt x="12795" y="8426"/>
                    <a:pt x="12839" y="8509"/>
                  </a:cubicBezTo>
                  <a:cubicBezTo>
                    <a:pt x="12885" y="8596"/>
                    <a:pt x="12912" y="8687"/>
                    <a:pt x="12970" y="8687"/>
                  </a:cubicBezTo>
                  <a:cubicBezTo>
                    <a:pt x="13024" y="8687"/>
                    <a:pt x="13031" y="8530"/>
                    <a:pt x="13049" y="8407"/>
                  </a:cubicBezTo>
                  <a:cubicBezTo>
                    <a:pt x="13071" y="8253"/>
                    <a:pt x="13128" y="8232"/>
                    <a:pt x="13161" y="8089"/>
                  </a:cubicBezTo>
                  <a:cubicBezTo>
                    <a:pt x="13187" y="7982"/>
                    <a:pt x="13194" y="7846"/>
                    <a:pt x="13244" y="7846"/>
                  </a:cubicBezTo>
                  <a:cubicBezTo>
                    <a:pt x="13286" y="7846"/>
                    <a:pt x="13299" y="7968"/>
                    <a:pt x="13341" y="7968"/>
                  </a:cubicBezTo>
                  <a:cubicBezTo>
                    <a:pt x="13362" y="7968"/>
                    <a:pt x="13368" y="7914"/>
                    <a:pt x="13386" y="7893"/>
                  </a:cubicBezTo>
                  <a:cubicBezTo>
                    <a:pt x="13412" y="7860"/>
                    <a:pt x="13428" y="7837"/>
                    <a:pt x="13454" y="7799"/>
                  </a:cubicBezTo>
                  <a:cubicBezTo>
                    <a:pt x="13529" y="7687"/>
                    <a:pt x="13577" y="7643"/>
                    <a:pt x="13660" y="7566"/>
                  </a:cubicBezTo>
                  <a:cubicBezTo>
                    <a:pt x="13728" y="7503"/>
                    <a:pt x="13765" y="7459"/>
                    <a:pt x="13832" y="7389"/>
                  </a:cubicBezTo>
                  <a:cubicBezTo>
                    <a:pt x="13885" y="7335"/>
                    <a:pt x="13933" y="7337"/>
                    <a:pt x="13967" y="7220"/>
                  </a:cubicBezTo>
                  <a:cubicBezTo>
                    <a:pt x="13953" y="7186"/>
                    <a:pt x="13945" y="7163"/>
                    <a:pt x="13937" y="7118"/>
                  </a:cubicBezTo>
                  <a:cubicBezTo>
                    <a:pt x="14015" y="7088"/>
                    <a:pt x="14050" y="6969"/>
                    <a:pt x="14128" y="6969"/>
                  </a:cubicBezTo>
                  <a:cubicBezTo>
                    <a:pt x="14165" y="6969"/>
                    <a:pt x="14181" y="7034"/>
                    <a:pt x="14210" y="7090"/>
                  </a:cubicBezTo>
                  <a:cubicBezTo>
                    <a:pt x="14245" y="7153"/>
                    <a:pt x="14274" y="7214"/>
                    <a:pt x="14274" y="7324"/>
                  </a:cubicBezTo>
                  <a:cubicBezTo>
                    <a:pt x="14274" y="7387"/>
                    <a:pt x="14254" y="7445"/>
                    <a:pt x="14229" y="7445"/>
                  </a:cubicBezTo>
                  <a:cubicBezTo>
                    <a:pt x="14198" y="7445"/>
                    <a:pt x="14183" y="7389"/>
                    <a:pt x="14152" y="7389"/>
                  </a:cubicBezTo>
                  <a:cubicBezTo>
                    <a:pt x="13992" y="7389"/>
                    <a:pt x="13886" y="7604"/>
                    <a:pt x="13813" y="7968"/>
                  </a:cubicBezTo>
                  <a:cubicBezTo>
                    <a:pt x="13771" y="8180"/>
                    <a:pt x="13760" y="8325"/>
                    <a:pt x="13690" y="8481"/>
                  </a:cubicBezTo>
                  <a:cubicBezTo>
                    <a:pt x="13644" y="8635"/>
                    <a:pt x="13652" y="8799"/>
                    <a:pt x="13585" y="8892"/>
                  </a:cubicBezTo>
                  <a:cubicBezTo>
                    <a:pt x="13552" y="8937"/>
                    <a:pt x="13528" y="8948"/>
                    <a:pt x="13495" y="8995"/>
                  </a:cubicBezTo>
                  <a:cubicBezTo>
                    <a:pt x="13418" y="9106"/>
                    <a:pt x="13393" y="9230"/>
                    <a:pt x="13330" y="9387"/>
                  </a:cubicBezTo>
                  <a:cubicBezTo>
                    <a:pt x="13298" y="9466"/>
                    <a:pt x="13283" y="9564"/>
                    <a:pt x="13238" y="9564"/>
                  </a:cubicBezTo>
                  <a:cubicBezTo>
                    <a:pt x="13204" y="9564"/>
                    <a:pt x="13188" y="9518"/>
                    <a:pt x="13154" y="9518"/>
                  </a:cubicBezTo>
                  <a:cubicBezTo>
                    <a:pt x="13119" y="9518"/>
                    <a:pt x="13147" y="9655"/>
                    <a:pt x="13143" y="9741"/>
                  </a:cubicBezTo>
                  <a:cubicBezTo>
                    <a:pt x="13205" y="9760"/>
                    <a:pt x="13249" y="9740"/>
                    <a:pt x="13300" y="9826"/>
                  </a:cubicBezTo>
                  <a:cubicBezTo>
                    <a:pt x="13377" y="9954"/>
                    <a:pt x="13413" y="10064"/>
                    <a:pt x="13499" y="10153"/>
                  </a:cubicBezTo>
                  <a:cubicBezTo>
                    <a:pt x="13561" y="10216"/>
                    <a:pt x="13591" y="10314"/>
                    <a:pt x="13615" y="10470"/>
                  </a:cubicBezTo>
                  <a:cubicBezTo>
                    <a:pt x="13628" y="10558"/>
                    <a:pt x="13636" y="10612"/>
                    <a:pt x="13648" y="10703"/>
                  </a:cubicBezTo>
                  <a:cubicBezTo>
                    <a:pt x="13663" y="10808"/>
                    <a:pt x="13712" y="10827"/>
                    <a:pt x="13712" y="10937"/>
                  </a:cubicBezTo>
                  <a:cubicBezTo>
                    <a:pt x="13712" y="11074"/>
                    <a:pt x="13604" y="11028"/>
                    <a:pt x="13604" y="11165"/>
                  </a:cubicBezTo>
                  <a:cubicBezTo>
                    <a:pt x="13604" y="11257"/>
                    <a:pt x="13633" y="11297"/>
                    <a:pt x="13633" y="11387"/>
                  </a:cubicBezTo>
                  <a:lnTo>
                    <a:pt x="13633" y="11730"/>
                  </a:lnTo>
                  <a:cubicBezTo>
                    <a:pt x="13681" y="11747"/>
                    <a:pt x="13731" y="11733"/>
                    <a:pt x="13746" y="11842"/>
                  </a:cubicBezTo>
                  <a:cubicBezTo>
                    <a:pt x="13758" y="11929"/>
                    <a:pt x="13751" y="11996"/>
                    <a:pt x="13768" y="12076"/>
                  </a:cubicBezTo>
                  <a:cubicBezTo>
                    <a:pt x="13808" y="12015"/>
                    <a:pt x="13793" y="11833"/>
                    <a:pt x="13840" y="11833"/>
                  </a:cubicBezTo>
                  <a:cubicBezTo>
                    <a:pt x="13850" y="11833"/>
                    <a:pt x="13854" y="11852"/>
                    <a:pt x="13862" y="11870"/>
                  </a:cubicBezTo>
                  <a:lnTo>
                    <a:pt x="13862" y="12101"/>
                  </a:lnTo>
                  <a:cubicBezTo>
                    <a:pt x="13862" y="12155"/>
                    <a:pt x="13877" y="12183"/>
                    <a:pt x="13877" y="12237"/>
                  </a:cubicBezTo>
                  <a:lnTo>
                    <a:pt x="13877" y="12318"/>
                  </a:lnTo>
                  <a:cubicBezTo>
                    <a:pt x="13836" y="12335"/>
                    <a:pt x="13808" y="12325"/>
                    <a:pt x="13772" y="12375"/>
                  </a:cubicBezTo>
                  <a:cubicBezTo>
                    <a:pt x="13724" y="12440"/>
                    <a:pt x="13711" y="12545"/>
                    <a:pt x="13660" y="12589"/>
                  </a:cubicBezTo>
                  <a:cubicBezTo>
                    <a:pt x="13605" y="12636"/>
                    <a:pt x="13565" y="12641"/>
                    <a:pt x="13521" y="12729"/>
                  </a:cubicBezTo>
                  <a:cubicBezTo>
                    <a:pt x="13492" y="12787"/>
                    <a:pt x="13450" y="12802"/>
                    <a:pt x="13450" y="12897"/>
                  </a:cubicBezTo>
                  <a:cubicBezTo>
                    <a:pt x="13450" y="13024"/>
                    <a:pt x="13502" y="13070"/>
                    <a:pt x="13502" y="13197"/>
                  </a:cubicBezTo>
                  <a:cubicBezTo>
                    <a:pt x="13502" y="13261"/>
                    <a:pt x="13468" y="13266"/>
                    <a:pt x="13442" y="13280"/>
                  </a:cubicBezTo>
                  <a:cubicBezTo>
                    <a:pt x="13416" y="13294"/>
                    <a:pt x="13401" y="13318"/>
                    <a:pt x="13374" y="13318"/>
                  </a:cubicBezTo>
                  <a:lnTo>
                    <a:pt x="13267" y="13318"/>
                  </a:lnTo>
                  <a:cubicBezTo>
                    <a:pt x="13253" y="13318"/>
                    <a:pt x="13246" y="13345"/>
                    <a:pt x="13232" y="13345"/>
                  </a:cubicBezTo>
                  <a:lnTo>
                    <a:pt x="13195" y="13345"/>
                  </a:lnTo>
                  <a:cubicBezTo>
                    <a:pt x="13195" y="13142"/>
                    <a:pt x="13180" y="13031"/>
                    <a:pt x="13180" y="12827"/>
                  </a:cubicBezTo>
                  <a:cubicBezTo>
                    <a:pt x="13180" y="12716"/>
                    <a:pt x="13221" y="12673"/>
                    <a:pt x="13221" y="12562"/>
                  </a:cubicBezTo>
                  <a:cubicBezTo>
                    <a:pt x="13221" y="12489"/>
                    <a:pt x="13197" y="12461"/>
                    <a:pt x="13188" y="12393"/>
                  </a:cubicBezTo>
                  <a:cubicBezTo>
                    <a:pt x="13182" y="12349"/>
                    <a:pt x="13182" y="12304"/>
                    <a:pt x="13165" y="12281"/>
                  </a:cubicBezTo>
                  <a:cubicBezTo>
                    <a:pt x="13124" y="12225"/>
                    <a:pt x="13085" y="12258"/>
                    <a:pt x="13045" y="12197"/>
                  </a:cubicBezTo>
                  <a:cubicBezTo>
                    <a:pt x="13009" y="12144"/>
                    <a:pt x="12997" y="12078"/>
                    <a:pt x="12967" y="12001"/>
                  </a:cubicBezTo>
                  <a:cubicBezTo>
                    <a:pt x="12950" y="11960"/>
                    <a:pt x="12922" y="11950"/>
                    <a:pt x="12922" y="11889"/>
                  </a:cubicBezTo>
                  <a:cubicBezTo>
                    <a:pt x="12922" y="11726"/>
                    <a:pt x="12965" y="11658"/>
                    <a:pt x="12989" y="11506"/>
                  </a:cubicBezTo>
                  <a:cubicBezTo>
                    <a:pt x="13010" y="11371"/>
                    <a:pt x="13008" y="11280"/>
                    <a:pt x="13012" y="11133"/>
                  </a:cubicBezTo>
                  <a:cubicBezTo>
                    <a:pt x="13013" y="11063"/>
                    <a:pt x="13030" y="11028"/>
                    <a:pt x="13030" y="10958"/>
                  </a:cubicBezTo>
                  <a:lnTo>
                    <a:pt x="13030" y="10862"/>
                  </a:lnTo>
                  <a:lnTo>
                    <a:pt x="12956" y="10862"/>
                  </a:lnTo>
                  <a:cubicBezTo>
                    <a:pt x="12879" y="10862"/>
                    <a:pt x="12820" y="10853"/>
                    <a:pt x="12760" y="10974"/>
                  </a:cubicBezTo>
                  <a:cubicBezTo>
                    <a:pt x="12708" y="11079"/>
                    <a:pt x="12700" y="11205"/>
                    <a:pt x="12637" y="11283"/>
                  </a:cubicBezTo>
                  <a:cubicBezTo>
                    <a:pt x="12664" y="11373"/>
                    <a:pt x="12663" y="11450"/>
                    <a:pt x="12670" y="11562"/>
                  </a:cubicBezTo>
                  <a:cubicBezTo>
                    <a:pt x="12676" y="11648"/>
                    <a:pt x="12673" y="11721"/>
                    <a:pt x="12701" y="11777"/>
                  </a:cubicBezTo>
                  <a:cubicBezTo>
                    <a:pt x="12715" y="11807"/>
                    <a:pt x="12745" y="11801"/>
                    <a:pt x="12745" y="11852"/>
                  </a:cubicBezTo>
                  <a:cubicBezTo>
                    <a:pt x="12745" y="11924"/>
                    <a:pt x="12729" y="11961"/>
                    <a:pt x="12719" y="12029"/>
                  </a:cubicBezTo>
                  <a:cubicBezTo>
                    <a:pt x="12702" y="12153"/>
                    <a:pt x="12699" y="12235"/>
                    <a:pt x="12678" y="12356"/>
                  </a:cubicBezTo>
                  <a:cubicBezTo>
                    <a:pt x="12646" y="12548"/>
                    <a:pt x="12611" y="12652"/>
                    <a:pt x="12611" y="12860"/>
                  </a:cubicBezTo>
                  <a:cubicBezTo>
                    <a:pt x="12611" y="13135"/>
                    <a:pt x="12619" y="13301"/>
                    <a:pt x="12656" y="13560"/>
                  </a:cubicBezTo>
                  <a:cubicBezTo>
                    <a:pt x="12667" y="13642"/>
                    <a:pt x="12693" y="13682"/>
                    <a:pt x="12693" y="13770"/>
                  </a:cubicBezTo>
                  <a:cubicBezTo>
                    <a:pt x="12693" y="14034"/>
                    <a:pt x="12614" y="14155"/>
                    <a:pt x="12614" y="14419"/>
                  </a:cubicBezTo>
                  <a:cubicBezTo>
                    <a:pt x="12614" y="14569"/>
                    <a:pt x="12667" y="14634"/>
                    <a:pt x="12667" y="14783"/>
                  </a:cubicBezTo>
                  <a:cubicBezTo>
                    <a:pt x="12667" y="14942"/>
                    <a:pt x="12596" y="15017"/>
                    <a:pt x="12532" y="15017"/>
                  </a:cubicBezTo>
                  <a:cubicBezTo>
                    <a:pt x="12510" y="15017"/>
                    <a:pt x="12499" y="14998"/>
                    <a:pt x="12478" y="14998"/>
                  </a:cubicBezTo>
                  <a:cubicBezTo>
                    <a:pt x="12422" y="14998"/>
                    <a:pt x="12387" y="15008"/>
                    <a:pt x="12337" y="15064"/>
                  </a:cubicBezTo>
                  <a:cubicBezTo>
                    <a:pt x="12300" y="15106"/>
                    <a:pt x="12286" y="15173"/>
                    <a:pt x="12251" y="15232"/>
                  </a:cubicBezTo>
                  <a:cubicBezTo>
                    <a:pt x="12231" y="15267"/>
                    <a:pt x="12226" y="15334"/>
                    <a:pt x="12200" y="15334"/>
                  </a:cubicBezTo>
                  <a:cubicBezTo>
                    <a:pt x="12145" y="15334"/>
                    <a:pt x="12090" y="15248"/>
                    <a:pt x="12090" y="15110"/>
                  </a:cubicBezTo>
                  <a:cubicBezTo>
                    <a:pt x="12090" y="14965"/>
                    <a:pt x="12134" y="14910"/>
                    <a:pt x="12154" y="14774"/>
                  </a:cubicBezTo>
                  <a:cubicBezTo>
                    <a:pt x="12169" y="14664"/>
                    <a:pt x="12165" y="14592"/>
                    <a:pt x="12184" y="14484"/>
                  </a:cubicBezTo>
                  <a:cubicBezTo>
                    <a:pt x="12220" y="14277"/>
                    <a:pt x="12247" y="14154"/>
                    <a:pt x="12247" y="13927"/>
                  </a:cubicBezTo>
                  <a:lnTo>
                    <a:pt x="12247" y="13661"/>
                  </a:lnTo>
                  <a:cubicBezTo>
                    <a:pt x="12247" y="13462"/>
                    <a:pt x="12240" y="13344"/>
                    <a:pt x="12210" y="13159"/>
                  </a:cubicBezTo>
                  <a:cubicBezTo>
                    <a:pt x="12195" y="13067"/>
                    <a:pt x="12161" y="13035"/>
                    <a:pt x="12161" y="12937"/>
                  </a:cubicBezTo>
                  <a:lnTo>
                    <a:pt x="12161" y="12718"/>
                  </a:lnTo>
                  <a:cubicBezTo>
                    <a:pt x="12161" y="12685"/>
                    <a:pt x="12167" y="12669"/>
                    <a:pt x="12169" y="12636"/>
                  </a:cubicBezTo>
                  <a:lnTo>
                    <a:pt x="12161" y="12673"/>
                  </a:lnTo>
                  <a:cubicBezTo>
                    <a:pt x="12118" y="12757"/>
                    <a:pt x="12076" y="12695"/>
                    <a:pt x="12022" y="12720"/>
                  </a:cubicBezTo>
                  <a:cubicBezTo>
                    <a:pt x="12000" y="12729"/>
                    <a:pt x="11993" y="12794"/>
                    <a:pt x="11970" y="12794"/>
                  </a:cubicBezTo>
                  <a:cubicBezTo>
                    <a:pt x="11934" y="12794"/>
                    <a:pt x="11932" y="12690"/>
                    <a:pt x="11917" y="12608"/>
                  </a:cubicBezTo>
                  <a:cubicBezTo>
                    <a:pt x="11899" y="12501"/>
                    <a:pt x="11898" y="12433"/>
                    <a:pt x="11888" y="12318"/>
                  </a:cubicBezTo>
                  <a:cubicBezTo>
                    <a:pt x="11880" y="12239"/>
                    <a:pt x="11865" y="12195"/>
                    <a:pt x="11865" y="12113"/>
                  </a:cubicBezTo>
                  <a:cubicBezTo>
                    <a:pt x="11865" y="11996"/>
                    <a:pt x="11910" y="11950"/>
                    <a:pt x="11910" y="11833"/>
                  </a:cubicBezTo>
                  <a:cubicBezTo>
                    <a:pt x="11910" y="11773"/>
                    <a:pt x="11881" y="11763"/>
                    <a:pt x="11858" y="11749"/>
                  </a:cubicBezTo>
                  <a:cubicBezTo>
                    <a:pt x="11865" y="11672"/>
                    <a:pt x="11870" y="11630"/>
                    <a:pt x="11876" y="11553"/>
                  </a:cubicBezTo>
                  <a:cubicBezTo>
                    <a:pt x="11880" y="11508"/>
                    <a:pt x="11884" y="11450"/>
                    <a:pt x="11903" y="11450"/>
                  </a:cubicBezTo>
                  <a:cubicBezTo>
                    <a:pt x="11937" y="11450"/>
                    <a:pt x="11947" y="11562"/>
                    <a:pt x="11981" y="11562"/>
                  </a:cubicBezTo>
                  <a:cubicBezTo>
                    <a:pt x="12009" y="11562"/>
                    <a:pt x="12022" y="11508"/>
                    <a:pt x="12041" y="11460"/>
                  </a:cubicBezTo>
                  <a:cubicBezTo>
                    <a:pt x="12071" y="11385"/>
                    <a:pt x="12101" y="11336"/>
                    <a:pt x="12101" y="11229"/>
                  </a:cubicBezTo>
                  <a:lnTo>
                    <a:pt x="12101" y="10965"/>
                  </a:lnTo>
                  <a:lnTo>
                    <a:pt x="12109" y="10927"/>
                  </a:lnTo>
                  <a:lnTo>
                    <a:pt x="12109" y="10673"/>
                  </a:lnTo>
                  <a:cubicBezTo>
                    <a:pt x="12109" y="10572"/>
                    <a:pt x="12107" y="10501"/>
                    <a:pt x="12131" y="10423"/>
                  </a:cubicBezTo>
                  <a:cubicBezTo>
                    <a:pt x="12151" y="10360"/>
                    <a:pt x="12181" y="10372"/>
                    <a:pt x="12213" y="10367"/>
                  </a:cubicBezTo>
                  <a:lnTo>
                    <a:pt x="12213" y="10178"/>
                  </a:lnTo>
                  <a:cubicBezTo>
                    <a:pt x="12213" y="9933"/>
                    <a:pt x="12176" y="9800"/>
                    <a:pt x="12176" y="9554"/>
                  </a:cubicBezTo>
                  <a:cubicBezTo>
                    <a:pt x="12176" y="9434"/>
                    <a:pt x="12184" y="9361"/>
                    <a:pt x="12202" y="9247"/>
                  </a:cubicBezTo>
                  <a:cubicBezTo>
                    <a:pt x="12228" y="9084"/>
                    <a:pt x="12266" y="9013"/>
                    <a:pt x="12292" y="8855"/>
                  </a:cubicBezTo>
                  <a:cubicBezTo>
                    <a:pt x="12302" y="8791"/>
                    <a:pt x="12302" y="8696"/>
                    <a:pt x="12330" y="8696"/>
                  </a:cubicBezTo>
                  <a:cubicBezTo>
                    <a:pt x="12376" y="8696"/>
                    <a:pt x="12395" y="8772"/>
                    <a:pt x="12431" y="8845"/>
                  </a:cubicBezTo>
                  <a:cubicBezTo>
                    <a:pt x="12438" y="8859"/>
                    <a:pt x="12439" y="8892"/>
                    <a:pt x="12449" y="8892"/>
                  </a:cubicBezTo>
                  <a:cubicBezTo>
                    <a:pt x="12456" y="8892"/>
                    <a:pt x="12458" y="8873"/>
                    <a:pt x="12465" y="8873"/>
                  </a:cubicBezTo>
                  <a:cubicBezTo>
                    <a:pt x="12465" y="8785"/>
                    <a:pt x="12446" y="8738"/>
                    <a:pt x="12446" y="8649"/>
                  </a:cubicBezTo>
                  <a:cubicBezTo>
                    <a:pt x="12446" y="8530"/>
                    <a:pt x="12457" y="8461"/>
                    <a:pt x="12457" y="8341"/>
                  </a:cubicBezTo>
                  <a:cubicBezTo>
                    <a:pt x="12457" y="8201"/>
                    <a:pt x="12451" y="8115"/>
                    <a:pt x="12431" y="7986"/>
                  </a:cubicBezTo>
                  <a:cubicBezTo>
                    <a:pt x="12420" y="7921"/>
                    <a:pt x="12390" y="7902"/>
                    <a:pt x="12390" y="7830"/>
                  </a:cubicBezTo>
                  <a:lnTo>
                    <a:pt x="12390" y="7583"/>
                  </a:lnTo>
                  <a:cubicBezTo>
                    <a:pt x="12390" y="7522"/>
                    <a:pt x="12367" y="7499"/>
                    <a:pt x="12367" y="7438"/>
                  </a:cubicBezTo>
                  <a:cubicBezTo>
                    <a:pt x="12367" y="7405"/>
                    <a:pt x="12371" y="7384"/>
                    <a:pt x="12371" y="7351"/>
                  </a:cubicBezTo>
                  <a:cubicBezTo>
                    <a:pt x="12400" y="7340"/>
                    <a:pt x="12423" y="7375"/>
                    <a:pt x="12446" y="7333"/>
                  </a:cubicBezTo>
                  <a:cubicBezTo>
                    <a:pt x="12476" y="7277"/>
                    <a:pt x="12479" y="7197"/>
                    <a:pt x="12479" y="7102"/>
                  </a:cubicBezTo>
                  <a:lnTo>
                    <a:pt x="12479" y="6901"/>
                  </a:lnTo>
                  <a:cubicBezTo>
                    <a:pt x="12479" y="6747"/>
                    <a:pt x="12527" y="6689"/>
                    <a:pt x="12566" y="6567"/>
                  </a:cubicBezTo>
                  <a:cubicBezTo>
                    <a:pt x="12587" y="6499"/>
                    <a:pt x="12611" y="6479"/>
                    <a:pt x="12629" y="6408"/>
                  </a:cubicBezTo>
                  <a:cubicBezTo>
                    <a:pt x="12646" y="6343"/>
                    <a:pt x="12643" y="6241"/>
                    <a:pt x="12674" y="6241"/>
                  </a:cubicBezTo>
                  <a:cubicBezTo>
                    <a:pt x="12705" y="6241"/>
                    <a:pt x="12718" y="6306"/>
                    <a:pt x="12749" y="6306"/>
                  </a:cubicBezTo>
                  <a:cubicBezTo>
                    <a:pt x="12790" y="6306"/>
                    <a:pt x="12792" y="6180"/>
                    <a:pt x="12813" y="6091"/>
                  </a:cubicBezTo>
                  <a:cubicBezTo>
                    <a:pt x="12837" y="5988"/>
                    <a:pt x="12884" y="5958"/>
                    <a:pt x="12884" y="5839"/>
                  </a:cubicBezTo>
                  <a:cubicBezTo>
                    <a:pt x="12884" y="5769"/>
                    <a:pt x="12865" y="5731"/>
                    <a:pt x="12865" y="5662"/>
                  </a:cubicBezTo>
                  <a:cubicBezTo>
                    <a:pt x="12865" y="5608"/>
                    <a:pt x="12881" y="5582"/>
                    <a:pt x="12884" y="5531"/>
                  </a:cubicBezTo>
                  <a:cubicBezTo>
                    <a:pt x="12890" y="5438"/>
                    <a:pt x="12888" y="5307"/>
                    <a:pt x="12926" y="5307"/>
                  </a:cubicBezTo>
                  <a:lnTo>
                    <a:pt x="13085" y="5307"/>
                  </a:lnTo>
                  <a:cubicBezTo>
                    <a:pt x="13135" y="5307"/>
                    <a:pt x="13149" y="5157"/>
                    <a:pt x="13199" y="5157"/>
                  </a:cubicBezTo>
                  <a:cubicBezTo>
                    <a:pt x="13239" y="5157"/>
                    <a:pt x="13266" y="5211"/>
                    <a:pt x="13285" y="5297"/>
                  </a:cubicBezTo>
                  <a:cubicBezTo>
                    <a:pt x="13291" y="5325"/>
                    <a:pt x="13291" y="5372"/>
                    <a:pt x="13304" y="5372"/>
                  </a:cubicBezTo>
                  <a:cubicBezTo>
                    <a:pt x="13342" y="5372"/>
                    <a:pt x="13360" y="5311"/>
                    <a:pt x="13397" y="5297"/>
                  </a:cubicBezTo>
                  <a:cubicBezTo>
                    <a:pt x="13561" y="5232"/>
                    <a:pt x="13652" y="5139"/>
                    <a:pt x="13818" y="5139"/>
                  </a:cubicBezTo>
                  <a:lnTo>
                    <a:pt x="13898" y="5139"/>
                  </a:lnTo>
                  <a:cubicBezTo>
                    <a:pt x="14005" y="5139"/>
                    <a:pt x="14063" y="5050"/>
                    <a:pt x="14162" y="4942"/>
                  </a:cubicBezTo>
                  <a:cubicBezTo>
                    <a:pt x="14240" y="4856"/>
                    <a:pt x="14293" y="4842"/>
                    <a:pt x="14364" y="4719"/>
                  </a:cubicBezTo>
                  <a:cubicBezTo>
                    <a:pt x="14448" y="4572"/>
                    <a:pt x="14520" y="4583"/>
                    <a:pt x="14592" y="4411"/>
                  </a:cubicBezTo>
                  <a:cubicBezTo>
                    <a:pt x="14629" y="4324"/>
                    <a:pt x="14641" y="4250"/>
                    <a:pt x="14675" y="4159"/>
                  </a:cubicBezTo>
                  <a:cubicBezTo>
                    <a:pt x="14699" y="4093"/>
                    <a:pt x="14715" y="4044"/>
                    <a:pt x="14746" y="4000"/>
                  </a:cubicBezTo>
                  <a:cubicBezTo>
                    <a:pt x="14759" y="3983"/>
                    <a:pt x="14776" y="3981"/>
                    <a:pt x="14776" y="3944"/>
                  </a:cubicBezTo>
                  <a:cubicBezTo>
                    <a:pt x="14776" y="3906"/>
                    <a:pt x="14769" y="3888"/>
                    <a:pt x="14769" y="3850"/>
                  </a:cubicBezTo>
                  <a:cubicBezTo>
                    <a:pt x="14769" y="3640"/>
                    <a:pt x="14903" y="3640"/>
                    <a:pt x="14903" y="3430"/>
                  </a:cubicBezTo>
                  <a:cubicBezTo>
                    <a:pt x="14903" y="3290"/>
                    <a:pt x="14935" y="3222"/>
                    <a:pt x="14963" y="3103"/>
                  </a:cubicBezTo>
                  <a:cubicBezTo>
                    <a:pt x="14981" y="3034"/>
                    <a:pt x="14982" y="2945"/>
                    <a:pt x="15016" y="2945"/>
                  </a:cubicBezTo>
                  <a:cubicBezTo>
                    <a:pt x="15016" y="2945"/>
                    <a:pt x="15016" y="2945"/>
                    <a:pt x="15016" y="2945"/>
                  </a:cubicBezTo>
                  <a:close/>
                  <a:moveTo>
                    <a:pt x="14252" y="7874"/>
                  </a:moveTo>
                  <a:lnTo>
                    <a:pt x="14255" y="7912"/>
                  </a:lnTo>
                  <a:cubicBezTo>
                    <a:pt x="14262" y="7912"/>
                    <a:pt x="14264" y="7931"/>
                    <a:pt x="14270" y="7931"/>
                  </a:cubicBezTo>
                  <a:cubicBezTo>
                    <a:pt x="14292" y="7931"/>
                    <a:pt x="14287" y="7851"/>
                    <a:pt x="14287" y="7798"/>
                  </a:cubicBezTo>
                  <a:cubicBezTo>
                    <a:pt x="14287" y="7748"/>
                    <a:pt x="14288" y="7718"/>
                    <a:pt x="14287" y="7669"/>
                  </a:cubicBezTo>
                  <a:lnTo>
                    <a:pt x="14256" y="7669"/>
                  </a:lnTo>
                  <a:cubicBezTo>
                    <a:pt x="14215" y="7669"/>
                    <a:pt x="14214" y="7828"/>
                    <a:pt x="14173" y="7828"/>
                  </a:cubicBezTo>
                  <a:cubicBezTo>
                    <a:pt x="14153" y="7828"/>
                    <a:pt x="14163" y="7725"/>
                    <a:pt x="14143" y="7725"/>
                  </a:cubicBezTo>
                  <a:cubicBezTo>
                    <a:pt x="14086" y="7725"/>
                    <a:pt x="14066" y="7846"/>
                    <a:pt x="14015" y="7912"/>
                  </a:cubicBezTo>
                  <a:cubicBezTo>
                    <a:pt x="13974" y="7965"/>
                    <a:pt x="13907" y="7926"/>
                    <a:pt x="13907" y="8042"/>
                  </a:cubicBezTo>
                  <a:cubicBezTo>
                    <a:pt x="13907" y="8120"/>
                    <a:pt x="13923" y="8166"/>
                    <a:pt x="13944" y="8220"/>
                  </a:cubicBezTo>
                  <a:cubicBezTo>
                    <a:pt x="13954" y="8243"/>
                    <a:pt x="13956" y="8285"/>
                    <a:pt x="13971" y="8285"/>
                  </a:cubicBezTo>
                  <a:cubicBezTo>
                    <a:pt x="14022" y="8285"/>
                    <a:pt x="14013" y="8052"/>
                    <a:pt x="14064" y="8052"/>
                  </a:cubicBezTo>
                  <a:cubicBezTo>
                    <a:pt x="14093" y="8052"/>
                    <a:pt x="14092" y="8173"/>
                    <a:pt x="14121" y="8173"/>
                  </a:cubicBezTo>
                  <a:cubicBezTo>
                    <a:pt x="14130" y="8173"/>
                    <a:pt x="14135" y="8161"/>
                    <a:pt x="14143" y="8155"/>
                  </a:cubicBezTo>
                  <a:lnTo>
                    <a:pt x="14143" y="8005"/>
                  </a:lnTo>
                  <a:cubicBezTo>
                    <a:pt x="14190" y="7986"/>
                    <a:pt x="14209" y="7917"/>
                    <a:pt x="14252" y="7874"/>
                  </a:cubicBezTo>
                  <a:cubicBezTo>
                    <a:pt x="14252" y="7874"/>
                    <a:pt x="14252" y="7874"/>
                    <a:pt x="14252" y="7874"/>
                  </a:cubicBezTo>
                  <a:close/>
                  <a:moveTo>
                    <a:pt x="14679" y="8108"/>
                  </a:moveTo>
                  <a:cubicBezTo>
                    <a:pt x="14679" y="8185"/>
                    <a:pt x="14674" y="8295"/>
                    <a:pt x="14705" y="8295"/>
                  </a:cubicBezTo>
                  <a:cubicBezTo>
                    <a:pt x="14733" y="8295"/>
                    <a:pt x="14746" y="8243"/>
                    <a:pt x="14769" y="8201"/>
                  </a:cubicBezTo>
                  <a:cubicBezTo>
                    <a:pt x="14828" y="8087"/>
                    <a:pt x="14874" y="8066"/>
                    <a:pt x="14941" y="7996"/>
                  </a:cubicBezTo>
                  <a:cubicBezTo>
                    <a:pt x="14983" y="7954"/>
                    <a:pt x="15009" y="7942"/>
                    <a:pt x="15053" y="7912"/>
                  </a:cubicBezTo>
                  <a:cubicBezTo>
                    <a:pt x="15097" y="7881"/>
                    <a:pt x="15147" y="7849"/>
                    <a:pt x="15147" y="7734"/>
                  </a:cubicBezTo>
                  <a:cubicBezTo>
                    <a:pt x="15147" y="7680"/>
                    <a:pt x="15115" y="7676"/>
                    <a:pt x="15094" y="7687"/>
                  </a:cubicBezTo>
                  <a:cubicBezTo>
                    <a:pt x="15068" y="7701"/>
                    <a:pt x="15057" y="7753"/>
                    <a:pt x="15031" y="7762"/>
                  </a:cubicBezTo>
                  <a:cubicBezTo>
                    <a:pt x="14982" y="7781"/>
                    <a:pt x="14951" y="7779"/>
                    <a:pt x="14903" y="7809"/>
                  </a:cubicBezTo>
                  <a:cubicBezTo>
                    <a:pt x="14874" y="7828"/>
                    <a:pt x="14861" y="7870"/>
                    <a:pt x="14832" y="7884"/>
                  </a:cubicBezTo>
                  <a:cubicBezTo>
                    <a:pt x="14786" y="7905"/>
                    <a:pt x="14755" y="7863"/>
                    <a:pt x="14712" y="7912"/>
                  </a:cubicBezTo>
                  <a:cubicBezTo>
                    <a:pt x="14683" y="7944"/>
                    <a:pt x="14679" y="8026"/>
                    <a:pt x="14679" y="8108"/>
                  </a:cubicBezTo>
                  <a:cubicBezTo>
                    <a:pt x="14679" y="8108"/>
                    <a:pt x="14679" y="8108"/>
                    <a:pt x="14679" y="8108"/>
                  </a:cubicBezTo>
                  <a:close/>
                  <a:moveTo>
                    <a:pt x="15349" y="7520"/>
                  </a:moveTo>
                  <a:cubicBezTo>
                    <a:pt x="15306" y="7576"/>
                    <a:pt x="15263" y="7620"/>
                    <a:pt x="15260" y="7744"/>
                  </a:cubicBezTo>
                  <a:cubicBezTo>
                    <a:pt x="15329" y="7704"/>
                    <a:pt x="15359" y="7612"/>
                    <a:pt x="15424" y="7547"/>
                  </a:cubicBezTo>
                  <a:cubicBezTo>
                    <a:pt x="15485" y="7487"/>
                    <a:pt x="15558" y="7482"/>
                    <a:pt x="15567" y="7319"/>
                  </a:cubicBezTo>
                  <a:cubicBezTo>
                    <a:pt x="15493" y="7289"/>
                    <a:pt x="15446" y="7389"/>
                    <a:pt x="15349" y="7520"/>
                  </a:cubicBezTo>
                  <a:cubicBezTo>
                    <a:pt x="15349" y="7520"/>
                    <a:pt x="15349" y="7520"/>
                    <a:pt x="15349" y="7520"/>
                  </a:cubicBezTo>
                  <a:close/>
                  <a:moveTo>
                    <a:pt x="15709" y="9172"/>
                  </a:moveTo>
                  <a:cubicBezTo>
                    <a:pt x="15684" y="9230"/>
                    <a:pt x="15654" y="9203"/>
                    <a:pt x="15623" y="9237"/>
                  </a:cubicBezTo>
                  <a:cubicBezTo>
                    <a:pt x="15558" y="9310"/>
                    <a:pt x="15517" y="9354"/>
                    <a:pt x="15458" y="9452"/>
                  </a:cubicBezTo>
                  <a:cubicBezTo>
                    <a:pt x="15437" y="9487"/>
                    <a:pt x="15406" y="9490"/>
                    <a:pt x="15406" y="9554"/>
                  </a:cubicBezTo>
                  <a:cubicBezTo>
                    <a:pt x="15406" y="9606"/>
                    <a:pt x="15434" y="9601"/>
                    <a:pt x="15451" y="9630"/>
                  </a:cubicBezTo>
                  <a:cubicBezTo>
                    <a:pt x="15477" y="9674"/>
                    <a:pt x="15487" y="9721"/>
                    <a:pt x="15514" y="9760"/>
                  </a:cubicBezTo>
                  <a:cubicBezTo>
                    <a:pt x="15556" y="9824"/>
                    <a:pt x="15559" y="9966"/>
                    <a:pt x="15608" y="9966"/>
                  </a:cubicBezTo>
                  <a:cubicBezTo>
                    <a:pt x="15651" y="9966"/>
                    <a:pt x="15670" y="9886"/>
                    <a:pt x="15709" y="9845"/>
                  </a:cubicBezTo>
                  <a:cubicBezTo>
                    <a:pt x="15755" y="9795"/>
                    <a:pt x="15783" y="9781"/>
                    <a:pt x="15829" y="9732"/>
                  </a:cubicBezTo>
                  <a:cubicBezTo>
                    <a:pt x="15873" y="9686"/>
                    <a:pt x="15889" y="9618"/>
                    <a:pt x="15926" y="9546"/>
                  </a:cubicBezTo>
                  <a:cubicBezTo>
                    <a:pt x="15975" y="9452"/>
                    <a:pt x="16035" y="9415"/>
                    <a:pt x="16035" y="9264"/>
                  </a:cubicBezTo>
                  <a:lnTo>
                    <a:pt x="16035" y="9116"/>
                  </a:lnTo>
                  <a:lnTo>
                    <a:pt x="15923" y="9116"/>
                  </a:lnTo>
                  <a:lnTo>
                    <a:pt x="15923" y="8995"/>
                  </a:lnTo>
                  <a:lnTo>
                    <a:pt x="15930" y="8957"/>
                  </a:lnTo>
                  <a:cubicBezTo>
                    <a:pt x="15849" y="8861"/>
                    <a:pt x="15770" y="9032"/>
                    <a:pt x="15709" y="9172"/>
                  </a:cubicBezTo>
                  <a:cubicBezTo>
                    <a:pt x="15709" y="9172"/>
                    <a:pt x="15709" y="9172"/>
                    <a:pt x="15709" y="9172"/>
                  </a:cubicBezTo>
                  <a:close/>
                  <a:moveTo>
                    <a:pt x="17646" y="7146"/>
                  </a:moveTo>
                  <a:cubicBezTo>
                    <a:pt x="17584" y="7146"/>
                    <a:pt x="17551" y="7128"/>
                    <a:pt x="17489" y="7128"/>
                  </a:cubicBezTo>
                  <a:cubicBezTo>
                    <a:pt x="17411" y="7128"/>
                    <a:pt x="17382" y="7314"/>
                    <a:pt x="17304" y="7314"/>
                  </a:cubicBezTo>
                  <a:lnTo>
                    <a:pt x="17156" y="7314"/>
                  </a:lnTo>
                  <a:cubicBezTo>
                    <a:pt x="17135" y="7314"/>
                    <a:pt x="17130" y="7370"/>
                    <a:pt x="17114" y="7398"/>
                  </a:cubicBezTo>
                  <a:cubicBezTo>
                    <a:pt x="17051" y="7510"/>
                    <a:pt x="17008" y="7594"/>
                    <a:pt x="16930" y="7594"/>
                  </a:cubicBezTo>
                  <a:cubicBezTo>
                    <a:pt x="16902" y="7594"/>
                    <a:pt x="16887" y="7557"/>
                    <a:pt x="16859" y="7557"/>
                  </a:cubicBezTo>
                  <a:cubicBezTo>
                    <a:pt x="16834" y="7557"/>
                    <a:pt x="16826" y="7608"/>
                    <a:pt x="16803" y="7632"/>
                  </a:cubicBezTo>
                  <a:cubicBezTo>
                    <a:pt x="16711" y="7725"/>
                    <a:pt x="16669" y="7844"/>
                    <a:pt x="16574" y="7912"/>
                  </a:cubicBezTo>
                  <a:cubicBezTo>
                    <a:pt x="16544" y="7933"/>
                    <a:pt x="16522" y="7935"/>
                    <a:pt x="16499" y="7986"/>
                  </a:cubicBezTo>
                  <a:cubicBezTo>
                    <a:pt x="16473" y="8047"/>
                    <a:pt x="16481" y="8122"/>
                    <a:pt x="16473" y="8210"/>
                  </a:cubicBezTo>
                  <a:cubicBezTo>
                    <a:pt x="16464" y="8310"/>
                    <a:pt x="16427" y="8348"/>
                    <a:pt x="16427" y="8451"/>
                  </a:cubicBezTo>
                  <a:lnTo>
                    <a:pt x="16427" y="8845"/>
                  </a:lnTo>
                  <a:cubicBezTo>
                    <a:pt x="16468" y="8808"/>
                    <a:pt x="16469" y="8710"/>
                    <a:pt x="16492" y="8621"/>
                  </a:cubicBezTo>
                  <a:cubicBezTo>
                    <a:pt x="16514" y="8540"/>
                    <a:pt x="16536" y="8509"/>
                    <a:pt x="16567" y="8453"/>
                  </a:cubicBezTo>
                  <a:cubicBezTo>
                    <a:pt x="16582" y="8427"/>
                    <a:pt x="16589" y="8379"/>
                    <a:pt x="16608" y="8379"/>
                  </a:cubicBezTo>
                  <a:cubicBezTo>
                    <a:pt x="16654" y="8379"/>
                    <a:pt x="16668" y="8509"/>
                    <a:pt x="16714" y="8509"/>
                  </a:cubicBezTo>
                  <a:lnTo>
                    <a:pt x="16743" y="8509"/>
                  </a:lnTo>
                  <a:cubicBezTo>
                    <a:pt x="16744" y="8476"/>
                    <a:pt x="16747" y="8461"/>
                    <a:pt x="16747" y="8427"/>
                  </a:cubicBezTo>
                  <a:cubicBezTo>
                    <a:pt x="16747" y="8388"/>
                    <a:pt x="16739" y="8369"/>
                    <a:pt x="16732" y="8332"/>
                  </a:cubicBezTo>
                  <a:lnTo>
                    <a:pt x="16732" y="8285"/>
                  </a:lnTo>
                  <a:cubicBezTo>
                    <a:pt x="16805" y="8241"/>
                    <a:pt x="16836" y="8138"/>
                    <a:pt x="16889" y="8005"/>
                  </a:cubicBezTo>
                  <a:cubicBezTo>
                    <a:pt x="16903" y="8077"/>
                    <a:pt x="16913" y="8164"/>
                    <a:pt x="16945" y="8164"/>
                  </a:cubicBezTo>
                  <a:cubicBezTo>
                    <a:pt x="17012" y="8164"/>
                    <a:pt x="17047" y="8098"/>
                    <a:pt x="17114" y="8080"/>
                  </a:cubicBezTo>
                  <a:cubicBezTo>
                    <a:pt x="17149" y="8070"/>
                    <a:pt x="17172" y="8120"/>
                    <a:pt x="17204" y="8089"/>
                  </a:cubicBezTo>
                  <a:cubicBezTo>
                    <a:pt x="17226" y="8068"/>
                    <a:pt x="17230" y="8010"/>
                    <a:pt x="17230" y="7949"/>
                  </a:cubicBezTo>
                  <a:lnTo>
                    <a:pt x="17260" y="7949"/>
                  </a:lnTo>
                  <a:lnTo>
                    <a:pt x="17279" y="7978"/>
                  </a:lnTo>
                  <a:lnTo>
                    <a:pt x="17578" y="7978"/>
                  </a:lnTo>
                  <a:cubicBezTo>
                    <a:pt x="17681" y="7978"/>
                    <a:pt x="17792" y="7851"/>
                    <a:pt x="17792" y="7594"/>
                  </a:cubicBezTo>
                  <a:cubicBezTo>
                    <a:pt x="17792" y="7492"/>
                    <a:pt x="17734" y="7513"/>
                    <a:pt x="17698" y="7464"/>
                  </a:cubicBezTo>
                  <a:cubicBezTo>
                    <a:pt x="17680" y="7438"/>
                    <a:pt x="17695" y="7377"/>
                    <a:pt x="17695" y="7324"/>
                  </a:cubicBezTo>
                  <a:cubicBezTo>
                    <a:pt x="17695" y="7239"/>
                    <a:pt x="17680" y="7146"/>
                    <a:pt x="17646" y="7146"/>
                  </a:cubicBezTo>
                  <a:cubicBezTo>
                    <a:pt x="17646" y="7146"/>
                    <a:pt x="17646" y="7146"/>
                    <a:pt x="17646" y="7146"/>
                  </a:cubicBezTo>
                  <a:close/>
                  <a:moveTo>
                    <a:pt x="16440" y="6072"/>
                  </a:moveTo>
                  <a:cubicBezTo>
                    <a:pt x="16428" y="6061"/>
                    <a:pt x="16419" y="6044"/>
                    <a:pt x="16406" y="6044"/>
                  </a:cubicBezTo>
                  <a:cubicBezTo>
                    <a:pt x="16365" y="6044"/>
                    <a:pt x="16353" y="6128"/>
                    <a:pt x="16316" y="6166"/>
                  </a:cubicBezTo>
                  <a:cubicBezTo>
                    <a:pt x="16278" y="6203"/>
                    <a:pt x="16230" y="6221"/>
                    <a:pt x="16230" y="6325"/>
                  </a:cubicBezTo>
                  <a:cubicBezTo>
                    <a:pt x="16230" y="6397"/>
                    <a:pt x="16266" y="6418"/>
                    <a:pt x="16295" y="6418"/>
                  </a:cubicBezTo>
                  <a:cubicBezTo>
                    <a:pt x="16358" y="6418"/>
                    <a:pt x="16394" y="6381"/>
                    <a:pt x="16455" y="6343"/>
                  </a:cubicBezTo>
                  <a:cubicBezTo>
                    <a:pt x="16494" y="6320"/>
                    <a:pt x="16552" y="6334"/>
                    <a:pt x="16552" y="6231"/>
                  </a:cubicBezTo>
                  <a:cubicBezTo>
                    <a:pt x="16552" y="6093"/>
                    <a:pt x="16474" y="6133"/>
                    <a:pt x="16424" y="6072"/>
                  </a:cubicBezTo>
                  <a:lnTo>
                    <a:pt x="16440" y="6072"/>
                  </a:lnTo>
                  <a:cubicBezTo>
                    <a:pt x="16440" y="6072"/>
                    <a:pt x="16440" y="6072"/>
                    <a:pt x="16440" y="6072"/>
                  </a:cubicBezTo>
                  <a:close/>
                  <a:moveTo>
                    <a:pt x="17578" y="5316"/>
                  </a:moveTo>
                  <a:cubicBezTo>
                    <a:pt x="17551" y="5316"/>
                    <a:pt x="17538" y="5372"/>
                    <a:pt x="17515" y="5409"/>
                  </a:cubicBezTo>
                  <a:cubicBezTo>
                    <a:pt x="17484" y="5461"/>
                    <a:pt x="17463" y="5489"/>
                    <a:pt x="17436" y="5550"/>
                  </a:cubicBezTo>
                  <a:cubicBezTo>
                    <a:pt x="17399" y="5636"/>
                    <a:pt x="17335" y="5633"/>
                    <a:pt x="17335" y="5762"/>
                  </a:cubicBezTo>
                  <a:cubicBezTo>
                    <a:pt x="17335" y="5799"/>
                    <a:pt x="17337" y="5820"/>
                    <a:pt x="17339" y="5858"/>
                  </a:cubicBezTo>
                  <a:cubicBezTo>
                    <a:pt x="17353" y="5860"/>
                    <a:pt x="17361" y="5867"/>
                    <a:pt x="17375" y="5867"/>
                  </a:cubicBezTo>
                  <a:cubicBezTo>
                    <a:pt x="17416" y="5867"/>
                    <a:pt x="17427" y="5745"/>
                    <a:pt x="17467" y="5745"/>
                  </a:cubicBezTo>
                  <a:lnTo>
                    <a:pt x="17541" y="5745"/>
                  </a:lnTo>
                  <a:lnTo>
                    <a:pt x="17571" y="5727"/>
                  </a:lnTo>
                  <a:cubicBezTo>
                    <a:pt x="17585" y="5734"/>
                    <a:pt x="17594" y="5745"/>
                    <a:pt x="17608" y="5745"/>
                  </a:cubicBezTo>
                  <a:cubicBezTo>
                    <a:pt x="17629" y="5745"/>
                    <a:pt x="17631" y="5678"/>
                    <a:pt x="17631" y="5626"/>
                  </a:cubicBezTo>
                  <a:lnTo>
                    <a:pt x="17631" y="5363"/>
                  </a:lnTo>
                  <a:cubicBezTo>
                    <a:pt x="17606" y="5363"/>
                    <a:pt x="17592" y="5365"/>
                    <a:pt x="17578" y="5316"/>
                  </a:cubicBezTo>
                  <a:cubicBezTo>
                    <a:pt x="17578" y="5316"/>
                    <a:pt x="17578" y="5316"/>
                    <a:pt x="17578" y="5316"/>
                  </a:cubicBezTo>
                  <a:close/>
                  <a:moveTo>
                    <a:pt x="16462" y="4728"/>
                  </a:moveTo>
                  <a:cubicBezTo>
                    <a:pt x="16412" y="4602"/>
                    <a:pt x="16382" y="4466"/>
                    <a:pt x="16310" y="4466"/>
                  </a:cubicBezTo>
                  <a:cubicBezTo>
                    <a:pt x="16289" y="4466"/>
                    <a:pt x="16291" y="4536"/>
                    <a:pt x="16278" y="4578"/>
                  </a:cubicBezTo>
                  <a:cubicBezTo>
                    <a:pt x="16268" y="4613"/>
                    <a:pt x="16252" y="4635"/>
                    <a:pt x="16252" y="4681"/>
                  </a:cubicBezTo>
                  <a:cubicBezTo>
                    <a:pt x="16252" y="4747"/>
                    <a:pt x="16286" y="4751"/>
                    <a:pt x="16301" y="4803"/>
                  </a:cubicBezTo>
                  <a:cubicBezTo>
                    <a:pt x="16326" y="4887"/>
                    <a:pt x="16355" y="4934"/>
                    <a:pt x="16398" y="4934"/>
                  </a:cubicBezTo>
                  <a:cubicBezTo>
                    <a:pt x="16417" y="4934"/>
                    <a:pt x="16426" y="4896"/>
                    <a:pt x="16443" y="4887"/>
                  </a:cubicBezTo>
                  <a:cubicBezTo>
                    <a:pt x="16487" y="4861"/>
                    <a:pt x="16552" y="4905"/>
                    <a:pt x="16552" y="4793"/>
                  </a:cubicBezTo>
                  <a:cubicBezTo>
                    <a:pt x="16552" y="4749"/>
                    <a:pt x="16536" y="4719"/>
                    <a:pt x="16518" y="4719"/>
                  </a:cubicBezTo>
                  <a:cubicBezTo>
                    <a:pt x="16501" y="4719"/>
                    <a:pt x="16480" y="4726"/>
                    <a:pt x="16462" y="4728"/>
                  </a:cubicBezTo>
                  <a:cubicBezTo>
                    <a:pt x="16462" y="4728"/>
                    <a:pt x="16462" y="4728"/>
                    <a:pt x="16462" y="4728"/>
                  </a:cubicBezTo>
                  <a:close/>
                  <a:moveTo>
                    <a:pt x="16428" y="1171"/>
                  </a:moveTo>
                  <a:cubicBezTo>
                    <a:pt x="16433" y="1252"/>
                    <a:pt x="16410" y="1294"/>
                    <a:pt x="16410" y="1376"/>
                  </a:cubicBezTo>
                  <a:cubicBezTo>
                    <a:pt x="16410" y="1691"/>
                    <a:pt x="16492" y="1845"/>
                    <a:pt x="16492" y="2160"/>
                  </a:cubicBezTo>
                  <a:cubicBezTo>
                    <a:pt x="16492" y="2305"/>
                    <a:pt x="16502" y="2390"/>
                    <a:pt x="16492" y="2534"/>
                  </a:cubicBezTo>
                  <a:cubicBezTo>
                    <a:pt x="16544" y="2508"/>
                    <a:pt x="16553" y="2387"/>
                    <a:pt x="16571" y="2263"/>
                  </a:cubicBezTo>
                  <a:cubicBezTo>
                    <a:pt x="16586" y="2160"/>
                    <a:pt x="16600" y="2102"/>
                    <a:pt x="16616" y="2002"/>
                  </a:cubicBezTo>
                  <a:cubicBezTo>
                    <a:pt x="16657" y="1752"/>
                    <a:pt x="16731" y="1687"/>
                    <a:pt x="16810" y="1507"/>
                  </a:cubicBezTo>
                  <a:lnTo>
                    <a:pt x="16826" y="1516"/>
                  </a:lnTo>
                  <a:lnTo>
                    <a:pt x="16826" y="1756"/>
                  </a:lnTo>
                  <a:cubicBezTo>
                    <a:pt x="16826" y="1918"/>
                    <a:pt x="16785" y="1988"/>
                    <a:pt x="16751" y="2123"/>
                  </a:cubicBezTo>
                  <a:cubicBezTo>
                    <a:pt x="16724" y="2224"/>
                    <a:pt x="16739" y="2314"/>
                    <a:pt x="16713" y="2412"/>
                  </a:cubicBezTo>
                  <a:cubicBezTo>
                    <a:pt x="16681" y="2531"/>
                    <a:pt x="16631" y="2576"/>
                    <a:pt x="16631" y="2721"/>
                  </a:cubicBezTo>
                  <a:cubicBezTo>
                    <a:pt x="16631" y="2779"/>
                    <a:pt x="16648" y="2833"/>
                    <a:pt x="16672" y="2833"/>
                  </a:cubicBezTo>
                  <a:cubicBezTo>
                    <a:pt x="16697" y="2833"/>
                    <a:pt x="16710" y="2805"/>
                    <a:pt x="16735" y="2805"/>
                  </a:cubicBezTo>
                  <a:cubicBezTo>
                    <a:pt x="16783" y="2805"/>
                    <a:pt x="16809" y="2849"/>
                    <a:pt x="16848" y="2908"/>
                  </a:cubicBezTo>
                  <a:cubicBezTo>
                    <a:pt x="16877" y="2950"/>
                    <a:pt x="16915" y="2970"/>
                    <a:pt x="16915" y="3056"/>
                  </a:cubicBezTo>
                  <a:cubicBezTo>
                    <a:pt x="16915" y="3157"/>
                    <a:pt x="16869" y="3197"/>
                    <a:pt x="16828" y="3197"/>
                  </a:cubicBezTo>
                  <a:cubicBezTo>
                    <a:pt x="16690" y="3197"/>
                    <a:pt x="16612" y="3200"/>
                    <a:pt x="16473" y="3200"/>
                  </a:cubicBezTo>
                  <a:lnTo>
                    <a:pt x="16473" y="3372"/>
                  </a:lnTo>
                  <a:cubicBezTo>
                    <a:pt x="16473" y="3442"/>
                    <a:pt x="16496" y="3475"/>
                    <a:pt x="16496" y="3545"/>
                  </a:cubicBezTo>
                  <a:lnTo>
                    <a:pt x="16496" y="3960"/>
                  </a:lnTo>
                  <a:cubicBezTo>
                    <a:pt x="16496" y="4039"/>
                    <a:pt x="16526" y="4063"/>
                    <a:pt x="16541" y="4131"/>
                  </a:cubicBezTo>
                  <a:cubicBezTo>
                    <a:pt x="16579" y="4303"/>
                    <a:pt x="16612" y="4392"/>
                    <a:pt x="16676" y="4513"/>
                  </a:cubicBezTo>
                  <a:cubicBezTo>
                    <a:pt x="16703" y="4565"/>
                    <a:pt x="16732" y="4581"/>
                    <a:pt x="16743" y="4662"/>
                  </a:cubicBezTo>
                  <a:lnTo>
                    <a:pt x="16699" y="4662"/>
                  </a:lnTo>
                  <a:cubicBezTo>
                    <a:pt x="16624" y="4662"/>
                    <a:pt x="16593" y="4532"/>
                    <a:pt x="16533" y="4420"/>
                  </a:cubicBezTo>
                  <a:cubicBezTo>
                    <a:pt x="16480" y="4321"/>
                    <a:pt x="16438" y="4247"/>
                    <a:pt x="16424" y="4084"/>
                  </a:cubicBezTo>
                  <a:cubicBezTo>
                    <a:pt x="16414" y="3953"/>
                    <a:pt x="16428" y="3864"/>
                    <a:pt x="16410" y="3738"/>
                  </a:cubicBezTo>
                  <a:cubicBezTo>
                    <a:pt x="16378" y="3521"/>
                    <a:pt x="16339" y="3400"/>
                    <a:pt x="16339" y="3169"/>
                  </a:cubicBezTo>
                  <a:cubicBezTo>
                    <a:pt x="16339" y="3020"/>
                    <a:pt x="16357" y="2940"/>
                    <a:pt x="16357" y="2791"/>
                  </a:cubicBezTo>
                  <a:cubicBezTo>
                    <a:pt x="16357" y="2644"/>
                    <a:pt x="16265" y="2691"/>
                    <a:pt x="16237" y="2562"/>
                  </a:cubicBezTo>
                  <a:cubicBezTo>
                    <a:pt x="16206" y="2425"/>
                    <a:pt x="16219" y="2314"/>
                    <a:pt x="16219" y="2156"/>
                  </a:cubicBezTo>
                  <a:cubicBezTo>
                    <a:pt x="16219" y="1890"/>
                    <a:pt x="16280" y="1770"/>
                    <a:pt x="16323" y="1525"/>
                  </a:cubicBezTo>
                  <a:cubicBezTo>
                    <a:pt x="16339" y="1442"/>
                    <a:pt x="16372" y="1414"/>
                    <a:pt x="16372" y="1322"/>
                  </a:cubicBezTo>
                  <a:lnTo>
                    <a:pt x="16372" y="928"/>
                  </a:lnTo>
                  <a:lnTo>
                    <a:pt x="16398" y="928"/>
                  </a:lnTo>
                  <a:cubicBezTo>
                    <a:pt x="16428" y="987"/>
                    <a:pt x="16428" y="1073"/>
                    <a:pt x="16428" y="1171"/>
                  </a:cubicBezTo>
                  <a:cubicBezTo>
                    <a:pt x="16428" y="1171"/>
                    <a:pt x="16428" y="1171"/>
                    <a:pt x="16428" y="1171"/>
                  </a:cubicBezTo>
                  <a:close/>
                  <a:moveTo>
                    <a:pt x="16608" y="275"/>
                  </a:moveTo>
                  <a:cubicBezTo>
                    <a:pt x="16608" y="473"/>
                    <a:pt x="16638" y="578"/>
                    <a:pt x="16638" y="776"/>
                  </a:cubicBezTo>
                  <a:lnTo>
                    <a:pt x="16638" y="1114"/>
                  </a:lnTo>
                  <a:lnTo>
                    <a:pt x="16646" y="1153"/>
                  </a:lnTo>
                  <a:lnTo>
                    <a:pt x="16664" y="1153"/>
                  </a:lnTo>
                  <a:cubicBezTo>
                    <a:pt x="16702" y="1068"/>
                    <a:pt x="16715" y="993"/>
                    <a:pt x="16754" y="919"/>
                  </a:cubicBezTo>
                  <a:cubicBezTo>
                    <a:pt x="16780" y="872"/>
                    <a:pt x="16822" y="867"/>
                    <a:pt x="16822" y="786"/>
                  </a:cubicBezTo>
                  <a:lnTo>
                    <a:pt x="16822" y="594"/>
                  </a:lnTo>
                  <a:cubicBezTo>
                    <a:pt x="16822" y="400"/>
                    <a:pt x="16744" y="349"/>
                    <a:pt x="16713" y="171"/>
                  </a:cubicBezTo>
                  <a:cubicBezTo>
                    <a:pt x="16705" y="120"/>
                    <a:pt x="16688" y="109"/>
                    <a:pt x="16672" y="69"/>
                  </a:cubicBezTo>
                  <a:cubicBezTo>
                    <a:pt x="16661" y="41"/>
                    <a:pt x="16653" y="-15"/>
                    <a:pt x="16638" y="4"/>
                  </a:cubicBezTo>
                  <a:cubicBezTo>
                    <a:pt x="16599" y="55"/>
                    <a:pt x="16608" y="164"/>
                    <a:pt x="16608" y="275"/>
                  </a:cubicBezTo>
                  <a:cubicBezTo>
                    <a:pt x="16608" y="275"/>
                    <a:pt x="16608" y="275"/>
                    <a:pt x="16608" y="275"/>
                  </a:cubicBezTo>
                  <a:close/>
                  <a:moveTo>
                    <a:pt x="17938" y="3795"/>
                  </a:moveTo>
                  <a:cubicBezTo>
                    <a:pt x="17938" y="3748"/>
                    <a:pt x="17918" y="3729"/>
                    <a:pt x="17899" y="3729"/>
                  </a:cubicBezTo>
                  <a:cubicBezTo>
                    <a:pt x="17881" y="3729"/>
                    <a:pt x="17876" y="3769"/>
                    <a:pt x="17860" y="3785"/>
                  </a:cubicBezTo>
                  <a:cubicBezTo>
                    <a:pt x="17802" y="3848"/>
                    <a:pt x="17766" y="3888"/>
                    <a:pt x="17721" y="4000"/>
                  </a:cubicBezTo>
                  <a:cubicBezTo>
                    <a:pt x="17771" y="4049"/>
                    <a:pt x="17796" y="4102"/>
                    <a:pt x="17833" y="4196"/>
                  </a:cubicBezTo>
                  <a:cubicBezTo>
                    <a:pt x="17856" y="4252"/>
                    <a:pt x="17868" y="4327"/>
                    <a:pt x="17901" y="4327"/>
                  </a:cubicBezTo>
                  <a:cubicBezTo>
                    <a:pt x="17929" y="4327"/>
                    <a:pt x="17915" y="4217"/>
                    <a:pt x="17919" y="4149"/>
                  </a:cubicBezTo>
                  <a:cubicBezTo>
                    <a:pt x="17930" y="4011"/>
                    <a:pt x="17938" y="3934"/>
                    <a:pt x="17938" y="3795"/>
                  </a:cubicBezTo>
                  <a:cubicBezTo>
                    <a:pt x="17938" y="3795"/>
                    <a:pt x="17938" y="3795"/>
                    <a:pt x="17938" y="3795"/>
                  </a:cubicBezTo>
                  <a:close/>
                  <a:moveTo>
                    <a:pt x="17998" y="2608"/>
                  </a:moveTo>
                  <a:cubicBezTo>
                    <a:pt x="17925" y="2608"/>
                    <a:pt x="17925" y="2908"/>
                    <a:pt x="17852" y="2908"/>
                  </a:cubicBezTo>
                  <a:cubicBezTo>
                    <a:pt x="17837" y="2908"/>
                    <a:pt x="17828" y="2888"/>
                    <a:pt x="17813" y="2888"/>
                  </a:cubicBezTo>
                  <a:cubicBezTo>
                    <a:pt x="17732" y="2888"/>
                    <a:pt x="17679" y="2994"/>
                    <a:pt x="17639" y="3169"/>
                  </a:cubicBezTo>
                  <a:cubicBezTo>
                    <a:pt x="17648" y="3171"/>
                    <a:pt x="17653" y="3178"/>
                    <a:pt x="17662" y="3178"/>
                  </a:cubicBezTo>
                  <a:cubicBezTo>
                    <a:pt x="17714" y="3178"/>
                    <a:pt x="17743" y="3132"/>
                    <a:pt x="17796" y="3132"/>
                  </a:cubicBezTo>
                  <a:cubicBezTo>
                    <a:pt x="17832" y="3132"/>
                    <a:pt x="17850" y="3187"/>
                    <a:pt x="17886" y="3207"/>
                  </a:cubicBezTo>
                  <a:cubicBezTo>
                    <a:pt x="17886" y="3157"/>
                    <a:pt x="17875" y="3133"/>
                    <a:pt x="17875" y="3085"/>
                  </a:cubicBezTo>
                  <a:cubicBezTo>
                    <a:pt x="17875" y="2987"/>
                    <a:pt x="17926" y="2992"/>
                    <a:pt x="17964" y="2973"/>
                  </a:cubicBezTo>
                  <a:cubicBezTo>
                    <a:pt x="18008" y="2952"/>
                    <a:pt x="18055" y="2898"/>
                    <a:pt x="18055" y="2786"/>
                  </a:cubicBezTo>
                  <a:cubicBezTo>
                    <a:pt x="18055" y="2700"/>
                    <a:pt x="18033" y="2608"/>
                    <a:pt x="17998" y="2608"/>
                  </a:cubicBezTo>
                  <a:cubicBezTo>
                    <a:pt x="17998" y="2608"/>
                    <a:pt x="17998" y="2608"/>
                    <a:pt x="17998" y="2608"/>
                  </a:cubicBezTo>
                  <a:close/>
                  <a:moveTo>
                    <a:pt x="19965" y="919"/>
                  </a:moveTo>
                  <a:cubicBezTo>
                    <a:pt x="19964" y="945"/>
                    <a:pt x="19961" y="961"/>
                    <a:pt x="19961" y="987"/>
                  </a:cubicBezTo>
                  <a:cubicBezTo>
                    <a:pt x="19961" y="1033"/>
                    <a:pt x="19980" y="1045"/>
                    <a:pt x="19987" y="1087"/>
                  </a:cubicBezTo>
                  <a:cubicBezTo>
                    <a:pt x="20003" y="1168"/>
                    <a:pt x="20013" y="1229"/>
                    <a:pt x="20044" y="1273"/>
                  </a:cubicBezTo>
                  <a:cubicBezTo>
                    <a:pt x="20066" y="1138"/>
                    <a:pt x="20090" y="1065"/>
                    <a:pt x="20096" y="919"/>
                  </a:cubicBezTo>
                  <a:cubicBezTo>
                    <a:pt x="20055" y="902"/>
                    <a:pt x="20007" y="919"/>
                    <a:pt x="19965" y="919"/>
                  </a:cubicBezTo>
                  <a:cubicBezTo>
                    <a:pt x="19965" y="919"/>
                    <a:pt x="19965" y="919"/>
                    <a:pt x="19965" y="919"/>
                  </a:cubicBezTo>
                  <a:close/>
                  <a:moveTo>
                    <a:pt x="20673" y="1647"/>
                  </a:moveTo>
                  <a:cubicBezTo>
                    <a:pt x="20639" y="1626"/>
                    <a:pt x="20622" y="1600"/>
                    <a:pt x="20587" y="1600"/>
                  </a:cubicBezTo>
                  <a:cubicBezTo>
                    <a:pt x="20536" y="1600"/>
                    <a:pt x="20522" y="1729"/>
                    <a:pt x="20475" y="1769"/>
                  </a:cubicBezTo>
                  <a:cubicBezTo>
                    <a:pt x="20391" y="1836"/>
                    <a:pt x="20340" y="1847"/>
                    <a:pt x="20253" y="1899"/>
                  </a:cubicBezTo>
                  <a:cubicBezTo>
                    <a:pt x="20198" y="1932"/>
                    <a:pt x="20156" y="1995"/>
                    <a:pt x="20141" y="2132"/>
                  </a:cubicBezTo>
                  <a:cubicBezTo>
                    <a:pt x="20136" y="2177"/>
                    <a:pt x="20120" y="2186"/>
                    <a:pt x="20111" y="2225"/>
                  </a:cubicBezTo>
                  <a:cubicBezTo>
                    <a:pt x="20082" y="2351"/>
                    <a:pt x="20073" y="2438"/>
                    <a:pt x="20059" y="2580"/>
                  </a:cubicBezTo>
                  <a:cubicBezTo>
                    <a:pt x="20064" y="2583"/>
                    <a:pt x="20067" y="2599"/>
                    <a:pt x="20074" y="2599"/>
                  </a:cubicBezTo>
                  <a:cubicBezTo>
                    <a:pt x="20117" y="2599"/>
                    <a:pt x="20131" y="2501"/>
                    <a:pt x="20167" y="2450"/>
                  </a:cubicBezTo>
                  <a:cubicBezTo>
                    <a:pt x="20243" y="2340"/>
                    <a:pt x="20295" y="2312"/>
                    <a:pt x="20377" y="2235"/>
                  </a:cubicBezTo>
                  <a:cubicBezTo>
                    <a:pt x="20425" y="2191"/>
                    <a:pt x="20442" y="2118"/>
                    <a:pt x="20482" y="2039"/>
                  </a:cubicBezTo>
                  <a:cubicBezTo>
                    <a:pt x="20557" y="1890"/>
                    <a:pt x="20609" y="1827"/>
                    <a:pt x="20673" y="1647"/>
                  </a:cubicBezTo>
                  <a:cubicBezTo>
                    <a:pt x="20673" y="1647"/>
                    <a:pt x="20673" y="1647"/>
                    <a:pt x="20673" y="1647"/>
                  </a:cubicBezTo>
                  <a:close/>
                  <a:moveTo>
                    <a:pt x="20276" y="769"/>
                  </a:moveTo>
                  <a:cubicBezTo>
                    <a:pt x="20219" y="769"/>
                    <a:pt x="20190" y="921"/>
                    <a:pt x="20190" y="1063"/>
                  </a:cubicBezTo>
                  <a:cubicBezTo>
                    <a:pt x="20190" y="1236"/>
                    <a:pt x="20230" y="1316"/>
                    <a:pt x="20239" y="1488"/>
                  </a:cubicBezTo>
                  <a:lnTo>
                    <a:pt x="20268" y="1488"/>
                  </a:lnTo>
                  <a:cubicBezTo>
                    <a:pt x="20300" y="1488"/>
                    <a:pt x="20314" y="1436"/>
                    <a:pt x="20343" y="1414"/>
                  </a:cubicBezTo>
                  <a:cubicBezTo>
                    <a:pt x="20397" y="1369"/>
                    <a:pt x="20471" y="1386"/>
                    <a:pt x="20471" y="1246"/>
                  </a:cubicBezTo>
                  <a:cubicBezTo>
                    <a:pt x="20471" y="1154"/>
                    <a:pt x="20432" y="1138"/>
                    <a:pt x="20415" y="1059"/>
                  </a:cubicBezTo>
                  <a:cubicBezTo>
                    <a:pt x="20396" y="970"/>
                    <a:pt x="20402" y="884"/>
                    <a:pt x="20370" y="825"/>
                  </a:cubicBezTo>
                  <a:cubicBezTo>
                    <a:pt x="20340" y="769"/>
                    <a:pt x="20314" y="769"/>
                    <a:pt x="20276" y="769"/>
                  </a:cubicBezTo>
                  <a:cubicBezTo>
                    <a:pt x="20276" y="769"/>
                    <a:pt x="20276" y="769"/>
                    <a:pt x="20276" y="769"/>
                  </a:cubicBezTo>
                  <a:close/>
                  <a:moveTo>
                    <a:pt x="21466" y="9042"/>
                  </a:moveTo>
                  <a:cubicBezTo>
                    <a:pt x="21437" y="9042"/>
                    <a:pt x="21422" y="9081"/>
                    <a:pt x="21398" y="9121"/>
                  </a:cubicBezTo>
                  <a:cubicBezTo>
                    <a:pt x="21376" y="9157"/>
                    <a:pt x="21361" y="9180"/>
                    <a:pt x="21348" y="9237"/>
                  </a:cubicBezTo>
                  <a:cubicBezTo>
                    <a:pt x="21316" y="9370"/>
                    <a:pt x="21304" y="9450"/>
                    <a:pt x="21274" y="9588"/>
                  </a:cubicBezTo>
                  <a:cubicBezTo>
                    <a:pt x="21264" y="9640"/>
                    <a:pt x="21262" y="9678"/>
                    <a:pt x="21254" y="9732"/>
                  </a:cubicBezTo>
                  <a:cubicBezTo>
                    <a:pt x="21241" y="9814"/>
                    <a:pt x="21222" y="9852"/>
                    <a:pt x="21209" y="9933"/>
                  </a:cubicBezTo>
                  <a:cubicBezTo>
                    <a:pt x="21204" y="9965"/>
                    <a:pt x="21206" y="9987"/>
                    <a:pt x="21200" y="10018"/>
                  </a:cubicBezTo>
                  <a:cubicBezTo>
                    <a:pt x="21183" y="10099"/>
                    <a:pt x="21171" y="10150"/>
                    <a:pt x="21171" y="10241"/>
                  </a:cubicBezTo>
                  <a:cubicBezTo>
                    <a:pt x="21171" y="10338"/>
                    <a:pt x="21211" y="10396"/>
                    <a:pt x="21250" y="10396"/>
                  </a:cubicBezTo>
                  <a:cubicBezTo>
                    <a:pt x="21292" y="10396"/>
                    <a:pt x="21311" y="10329"/>
                    <a:pt x="21346" y="10269"/>
                  </a:cubicBezTo>
                  <a:cubicBezTo>
                    <a:pt x="21389" y="10193"/>
                    <a:pt x="21417" y="10167"/>
                    <a:pt x="21464" y="10106"/>
                  </a:cubicBezTo>
                  <a:cubicBezTo>
                    <a:pt x="21509" y="10047"/>
                    <a:pt x="21538" y="10025"/>
                    <a:pt x="21576" y="9942"/>
                  </a:cubicBezTo>
                  <a:cubicBezTo>
                    <a:pt x="21600" y="9892"/>
                    <a:pt x="21597" y="9824"/>
                    <a:pt x="21597" y="9744"/>
                  </a:cubicBezTo>
                  <a:cubicBezTo>
                    <a:pt x="21597" y="9568"/>
                    <a:pt x="21585" y="9470"/>
                    <a:pt x="21574" y="9293"/>
                  </a:cubicBezTo>
                  <a:cubicBezTo>
                    <a:pt x="21570" y="9223"/>
                    <a:pt x="21572" y="9171"/>
                    <a:pt x="21552" y="9121"/>
                  </a:cubicBezTo>
                  <a:cubicBezTo>
                    <a:pt x="21525" y="9053"/>
                    <a:pt x="21490" y="9100"/>
                    <a:pt x="21460" y="9042"/>
                  </a:cubicBezTo>
                  <a:lnTo>
                    <a:pt x="21466" y="9042"/>
                  </a:lnTo>
                  <a:cubicBezTo>
                    <a:pt x="21466" y="9042"/>
                    <a:pt x="21466" y="9042"/>
                    <a:pt x="21466" y="9042"/>
                  </a:cubicBezTo>
                  <a:close/>
                  <a:moveTo>
                    <a:pt x="1914" y="14634"/>
                  </a:moveTo>
                  <a:cubicBezTo>
                    <a:pt x="1899" y="14634"/>
                    <a:pt x="1896" y="14669"/>
                    <a:pt x="1884" y="14690"/>
                  </a:cubicBezTo>
                  <a:cubicBezTo>
                    <a:pt x="1859" y="14739"/>
                    <a:pt x="1835" y="14739"/>
                    <a:pt x="1802" y="14746"/>
                  </a:cubicBezTo>
                  <a:cubicBezTo>
                    <a:pt x="1805" y="14810"/>
                    <a:pt x="1802" y="14844"/>
                    <a:pt x="1802" y="14907"/>
                  </a:cubicBezTo>
                  <a:cubicBezTo>
                    <a:pt x="1802" y="15078"/>
                    <a:pt x="1853" y="15147"/>
                    <a:pt x="1884" y="15297"/>
                  </a:cubicBezTo>
                  <a:cubicBezTo>
                    <a:pt x="1899" y="15369"/>
                    <a:pt x="1920" y="15402"/>
                    <a:pt x="1941" y="15465"/>
                  </a:cubicBezTo>
                  <a:cubicBezTo>
                    <a:pt x="1956" y="15512"/>
                    <a:pt x="1956" y="15586"/>
                    <a:pt x="1982" y="15586"/>
                  </a:cubicBezTo>
                  <a:cubicBezTo>
                    <a:pt x="2007" y="15586"/>
                    <a:pt x="2015" y="15533"/>
                    <a:pt x="2034" y="15493"/>
                  </a:cubicBezTo>
                  <a:cubicBezTo>
                    <a:pt x="2056" y="15449"/>
                    <a:pt x="2087" y="15437"/>
                    <a:pt x="2087" y="15367"/>
                  </a:cubicBezTo>
                  <a:cubicBezTo>
                    <a:pt x="2087" y="15304"/>
                    <a:pt x="2061" y="15290"/>
                    <a:pt x="2053" y="15232"/>
                  </a:cubicBezTo>
                  <a:cubicBezTo>
                    <a:pt x="2037" y="15122"/>
                    <a:pt x="2016" y="15071"/>
                    <a:pt x="1993" y="14970"/>
                  </a:cubicBezTo>
                  <a:cubicBezTo>
                    <a:pt x="1973" y="14884"/>
                    <a:pt x="1973" y="14818"/>
                    <a:pt x="1952" y="14737"/>
                  </a:cubicBezTo>
                  <a:cubicBezTo>
                    <a:pt x="1941" y="14692"/>
                    <a:pt x="1936" y="14634"/>
                    <a:pt x="1914" y="14634"/>
                  </a:cubicBezTo>
                  <a:cubicBezTo>
                    <a:pt x="1914" y="14634"/>
                    <a:pt x="1914" y="14634"/>
                    <a:pt x="1914" y="14634"/>
                  </a:cubicBezTo>
                  <a:close/>
                  <a:moveTo>
                    <a:pt x="1116" y="11767"/>
                  </a:moveTo>
                  <a:cubicBezTo>
                    <a:pt x="1090" y="11931"/>
                    <a:pt x="1019" y="11896"/>
                    <a:pt x="959" y="11982"/>
                  </a:cubicBezTo>
                  <a:cubicBezTo>
                    <a:pt x="970" y="12041"/>
                    <a:pt x="994" y="12036"/>
                    <a:pt x="1011" y="12086"/>
                  </a:cubicBezTo>
                  <a:cubicBezTo>
                    <a:pt x="1059" y="12223"/>
                    <a:pt x="1086" y="12307"/>
                    <a:pt x="1139" y="12431"/>
                  </a:cubicBezTo>
                  <a:cubicBezTo>
                    <a:pt x="1171" y="12505"/>
                    <a:pt x="1179" y="12580"/>
                    <a:pt x="1195" y="12683"/>
                  </a:cubicBezTo>
                  <a:cubicBezTo>
                    <a:pt x="1203" y="12739"/>
                    <a:pt x="1233" y="12711"/>
                    <a:pt x="1255" y="12729"/>
                  </a:cubicBezTo>
                  <a:cubicBezTo>
                    <a:pt x="1273" y="12743"/>
                    <a:pt x="1281" y="12776"/>
                    <a:pt x="1300" y="12776"/>
                  </a:cubicBezTo>
                  <a:cubicBezTo>
                    <a:pt x="1325" y="12776"/>
                    <a:pt x="1335" y="12711"/>
                    <a:pt x="1345" y="12654"/>
                  </a:cubicBezTo>
                  <a:cubicBezTo>
                    <a:pt x="1365" y="12545"/>
                    <a:pt x="1364" y="12468"/>
                    <a:pt x="1364" y="12347"/>
                  </a:cubicBezTo>
                  <a:cubicBezTo>
                    <a:pt x="1364" y="12186"/>
                    <a:pt x="1289" y="12169"/>
                    <a:pt x="1247" y="12048"/>
                  </a:cubicBezTo>
                  <a:cubicBezTo>
                    <a:pt x="1222" y="11975"/>
                    <a:pt x="1188" y="11975"/>
                    <a:pt x="1173" y="11889"/>
                  </a:cubicBezTo>
                  <a:cubicBezTo>
                    <a:pt x="1160" y="11823"/>
                    <a:pt x="1145" y="11780"/>
                    <a:pt x="1116" y="11767"/>
                  </a:cubicBezTo>
                  <a:cubicBezTo>
                    <a:pt x="1116" y="11767"/>
                    <a:pt x="1116" y="11767"/>
                    <a:pt x="1116" y="11767"/>
                  </a:cubicBezTo>
                  <a:close/>
                  <a:moveTo>
                    <a:pt x="300" y="10329"/>
                  </a:moveTo>
                  <a:cubicBezTo>
                    <a:pt x="270" y="10318"/>
                    <a:pt x="254" y="10311"/>
                    <a:pt x="224" y="10311"/>
                  </a:cubicBezTo>
                  <a:cubicBezTo>
                    <a:pt x="207" y="10311"/>
                    <a:pt x="197" y="10316"/>
                    <a:pt x="180" y="10316"/>
                  </a:cubicBezTo>
                  <a:cubicBezTo>
                    <a:pt x="189" y="10495"/>
                    <a:pt x="213" y="10635"/>
                    <a:pt x="281" y="10703"/>
                  </a:cubicBezTo>
                  <a:cubicBezTo>
                    <a:pt x="313" y="10708"/>
                    <a:pt x="329" y="10738"/>
                    <a:pt x="360" y="10750"/>
                  </a:cubicBezTo>
                  <a:cubicBezTo>
                    <a:pt x="401" y="10766"/>
                    <a:pt x="432" y="10750"/>
                    <a:pt x="465" y="10815"/>
                  </a:cubicBezTo>
                  <a:cubicBezTo>
                    <a:pt x="488" y="10862"/>
                    <a:pt x="495" y="10937"/>
                    <a:pt x="524" y="10937"/>
                  </a:cubicBezTo>
                  <a:cubicBezTo>
                    <a:pt x="564" y="10937"/>
                    <a:pt x="603" y="10873"/>
                    <a:pt x="603" y="10776"/>
                  </a:cubicBezTo>
                  <a:lnTo>
                    <a:pt x="603" y="10703"/>
                  </a:lnTo>
                  <a:cubicBezTo>
                    <a:pt x="566" y="10692"/>
                    <a:pt x="544" y="10722"/>
                    <a:pt x="510" y="10694"/>
                  </a:cubicBezTo>
                  <a:cubicBezTo>
                    <a:pt x="468" y="10662"/>
                    <a:pt x="454" y="10589"/>
                    <a:pt x="419" y="10526"/>
                  </a:cubicBezTo>
                  <a:cubicBezTo>
                    <a:pt x="374" y="10442"/>
                    <a:pt x="345" y="10414"/>
                    <a:pt x="300" y="10329"/>
                  </a:cubicBezTo>
                  <a:cubicBezTo>
                    <a:pt x="300" y="10329"/>
                    <a:pt x="300" y="10329"/>
                    <a:pt x="300" y="10329"/>
                  </a:cubicBezTo>
                  <a:close/>
                  <a:moveTo>
                    <a:pt x="5312" y="19181"/>
                  </a:moveTo>
                  <a:cubicBezTo>
                    <a:pt x="5309" y="19279"/>
                    <a:pt x="5326" y="19424"/>
                    <a:pt x="5286" y="19424"/>
                  </a:cubicBezTo>
                  <a:cubicBezTo>
                    <a:pt x="5267" y="19424"/>
                    <a:pt x="5264" y="19375"/>
                    <a:pt x="5249" y="19349"/>
                  </a:cubicBezTo>
                  <a:cubicBezTo>
                    <a:pt x="5216" y="19290"/>
                    <a:pt x="5192" y="19255"/>
                    <a:pt x="5150" y="19255"/>
                  </a:cubicBezTo>
                  <a:lnTo>
                    <a:pt x="5099" y="19255"/>
                  </a:lnTo>
                  <a:cubicBezTo>
                    <a:pt x="5099" y="19395"/>
                    <a:pt x="5058" y="19527"/>
                    <a:pt x="5001" y="19527"/>
                  </a:cubicBezTo>
                  <a:cubicBezTo>
                    <a:pt x="4930" y="19527"/>
                    <a:pt x="4905" y="19330"/>
                    <a:pt x="4833" y="19330"/>
                  </a:cubicBezTo>
                  <a:cubicBezTo>
                    <a:pt x="4806" y="19330"/>
                    <a:pt x="4773" y="19351"/>
                    <a:pt x="4773" y="19419"/>
                  </a:cubicBezTo>
                  <a:cubicBezTo>
                    <a:pt x="4773" y="19529"/>
                    <a:pt x="4822" y="19564"/>
                    <a:pt x="4822" y="19673"/>
                  </a:cubicBezTo>
                  <a:cubicBezTo>
                    <a:pt x="4822" y="19697"/>
                    <a:pt x="4819" y="19709"/>
                    <a:pt x="4818" y="19731"/>
                  </a:cubicBezTo>
                  <a:lnTo>
                    <a:pt x="4789" y="19731"/>
                  </a:lnTo>
                  <a:cubicBezTo>
                    <a:pt x="4726" y="19731"/>
                    <a:pt x="4697" y="19617"/>
                    <a:pt x="4653" y="19508"/>
                  </a:cubicBezTo>
                  <a:cubicBezTo>
                    <a:pt x="4612" y="19405"/>
                    <a:pt x="4584" y="19358"/>
                    <a:pt x="4544" y="19247"/>
                  </a:cubicBezTo>
                  <a:cubicBezTo>
                    <a:pt x="4518" y="19169"/>
                    <a:pt x="4494" y="19139"/>
                    <a:pt x="4458" y="19088"/>
                  </a:cubicBezTo>
                  <a:cubicBezTo>
                    <a:pt x="4442" y="19064"/>
                    <a:pt x="4446" y="19013"/>
                    <a:pt x="4432" y="18985"/>
                  </a:cubicBezTo>
                  <a:cubicBezTo>
                    <a:pt x="4376" y="18873"/>
                    <a:pt x="4334" y="18838"/>
                    <a:pt x="4275" y="18733"/>
                  </a:cubicBezTo>
                  <a:cubicBezTo>
                    <a:pt x="4211" y="18618"/>
                    <a:pt x="4164" y="18595"/>
                    <a:pt x="4099" y="18481"/>
                  </a:cubicBezTo>
                  <a:cubicBezTo>
                    <a:pt x="3926" y="18182"/>
                    <a:pt x="3837" y="17982"/>
                    <a:pt x="3645" y="17789"/>
                  </a:cubicBezTo>
                  <a:cubicBezTo>
                    <a:pt x="3607" y="17752"/>
                    <a:pt x="3570" y="17736"/>
                    <a:pt x="3555" y="17640"/>
                  </a:cubicBezTo>
                  <a:cubicBezTo>
                    <a:pt x="3545" y="17577"/>
                    <a:pt x="3557" y="17520"/>
                    <a:pt x="3540" y="17463"/>
                  </a:cubicBezTo>
                  <a:cubicBezTo>
                    <a:pt x="3512" y="17368"/>
                    <a:pt x="3486" y="17306"/>
                    <a:pt x="3439" y="17276"/>
                  </a:cubicBezTo>
                  <a:cubicBezTo>
                    <a:pt x="3364" y="17227"/>
                    <a:pt x="3330" y="17136"/>
                    <a:pt x="3256" y="17080"/>
                  </a:cubicBezTo>
                  <a:cubicBezTo>
                    <a:pt x="3212" y="17047"/>
                    <a:pt x="3182" y="17034"/>
                    <a:pt x="3151" y="16950"/>
                  </a:cubicBezTo>
                  <a:cubicBezTo>
                    <a:pt x="3062" y="16710"/>
                    <a:pt x="3050" y="16499"/>
                    <a:pt x="2986" y="16212"/>
                  </a:cubicBezTo>
                  <a:cubicBezTo>
                    <a:pt x="2946" y="16028"/>
                    <a:pt x="2876" y="15997"/>
                    <a:pt x="2836" y="15810"/>
                  </a:cubicBezTo>
                  <a:cubicBezTo>
                    <a:pt x="2813" y="15703"/>
                    <a:pt x="2817" y="15619"/>
                    <a:pt x="2817" y="15495"/>
                  </a:cubicBezTo>
                  <a:lnTo>
                    <a:pt x="2817" y="15276"/>
                  </a:lnTo>
                  <a:cubicBezTo>
                    <a:pt x="2817" y="15045"/>
                    <a:pt x="2759" y="14945"/>
                    <a:pt x="2697" y="14765"/>
                  </a:cubicBezTo>
                  <a:cubicBezTo>
                    <a:pt x="2638" y="14592"/>
                    <a:pt x="2633" y="14455"/>
                    <a:pt x="2596" y="14251"/>
                  </a:cubicBezTo>
                  <a:cubicBezTo>
                    <a:pt x="2544" y="13969"/>
                    <a:pt x="2470" y="13877"/>
                    <a:pt x="2409" y="13607"/>
                  </a:cubicBezTo>
                  <a:cubicBezTo>
                    <a:pt x="2375" y="13458"/>
                    <a:pt x="2361" y="13359"/>
                    <a:pt x="2323" y="13215"/>
                  </a:cubicBezTo>
                  <a:cubicBezTo>
                    <a:pt x="2268" y="13194"/>
                    <a:pt x="2251" y="13079"/>
                    <a:pt x="2199" y="13046"/>
                  </a:cubicBezTo>
                  <a:cubicBezTo>
                    <a:pt x="2148" y="13014"/>
                    <a:pt x="2110" y="13067"/>
                    <a:pt x="2064" y="13000"/>
                  </a:cubicBezTo>
                  <a:cubicBezTo>
                    <a:pt x="2023" y="12940"/>
                    <a:pt x="2031" y="12827"/>
                    <a:pt x="2004" y="12729"/>
                  </a:cubicBezTo>
                  <a:cubicBezTo>
                    <a:pt x="1918" y="12415"/>
                    <a:pt x="1926" y="12164"/>
                    <a:pt x="1858" y="11823"/>
                  </a:cubicBezTo>
                  <a:cubicBezTo>
                    <a:pt x="1830" y="11682"/>
                    <a:pt x="1792" y="11630"/>
                    <a:pt x="1765" y="11488"/>
                  </a:cubicBezTo>
                  <a:cubicBezTo>
                    <a:pt x="1750" y="11417"/>
                    <a:pt x="1753" y="11352"/>
                    <a:pt x="1727" y="11311"/>
                  </a:cubicBezTo>
                  <a:cubicBezTo>
                    <a:pt x="1707" y="11280"/>
                    <a:pt x="1690" y="11287"/>
                    <a:pt x="1667" y="11273"/>
                  </a:cubicBezTo>
                  <a:cubicBezTo>
                    <a:pt x="1617" y="11243"/>
                    <a:pt x="1605" y="11145"/>
                    <a:pt x="1562" y="11077"/>
                  </a:cubicBezTo>
                  <a:cubicBezTo>
                    <a:pt x="1489" y="10960"/>
                    <a:pt x="1435" y="10942"/>
                    <a:pt x="1364" y="10825"/>
                  </a:cubicBezTo>
                  <a:cubicBezTo>
                    <a:pt x="1298" y="10720"/>
                    <a:pt x="1255" y="10594"/>
                    <a:pt x="1255" y="10397"/>
                  </a:cubicBezTo>
                  <a:lnTo>
                    <a:pt x="1255" y="10169"/>
                  </a:lnTo>
                  <a:cubicBezTo>
                    <a:pt x="1255" y="9952"/>
                    <a:pt x="1156" y="9931"/>
                    <a:pt x="1090" y="9788"/>
                  </a:cubicBezTo>
                  <a:cubicBezTo>
                    <a:pt x="1066" y="9737"/>
                    <a:pt x="1063" y="9674"/>
                    <a:pt x="1049" y="9601"/>
                  </a:cubicBezTo>
                  <a:cubicBezTo>
                    <a:pt x="1023" y="9476"/>
                    <a:pt x="982" y="9450"/>
                    <a:pt x="936" y="9369"/>
                  </a:cubicBezTo>
                  <a:cubicBezTo>
                    <a:pt x="906" y="9312"/>
                    <a:pt x="883" y="9291"/>
                    <a:pt x="858" y="9219"/>
                  </a:cubicBezTo>
                  <a:cubicBezTo>
                    <a:pt x="819" y="9106"/>
                    <a:pt x="814" y="8995"/>
                    <a:pt x="760" y="8930"/>
                  </a:cubicBezTo>
                  <a:cubicBezTo>
                    <a:pt x="679" y="8829"/>
                    <a:pt x="615" y="8848"/>
                    <a:pt x="551" y="8687"/>
                  </a:cubicBezTo>
                  <a:cubicBezTo>
                    <a:pt x="489" y="8533"/>
                    <a:pt x="441" y="8474"/>
                    <a:pt x="363" y="8379"/>
                  </a:cubicBezTo>
                  <a:cubicBezTo>
                    <a:pt x="321" y="8327"/>
                    <a:pt x="309" y="8253"/>
                    <a:pt x="270" y="8182"/>
                  </a:cubicBezTo>
                  <a:cubicBezTo>
                    <a:pt x="249" y="8147"/>
                    <a:pt x="249" y="8101"/>
                    <a:pt x="232" y="8052"/>
                  </a:cubicBezTo>
                  <a:cubicBezTo>
                    <a:pt x="204" y="7968"/>
                    <a:pt x="179" y="7944"/>
                    <a:pt x="142" y="7884"/>
                  </a:cubicBezTo>
                  <a:cubicBezTo>
                    <a:pt x="124" y="7853"/>
                    <a:pt x="124" y="7799"/>
                    <a:pt x="112" y="7753"/>
                  </a:cubicBezTo>
                  <a:cubicBezTo>
                    <a:pt x="79" y="7630"/>
                    <a:pt x="70" y="7540"/>
                    <a:pt x="52" y="7398"/>
                  </a:cubicBezTo>
                  <a:cubicBezTo>
                    <a:pt x="28" y="7200"/>
                    <a:pt x="0" y="7088"/>
                    <a:pt x="0" y="6880"/>
                  </a:cubicBezTo>
                  <a:cubicBezTo>
                    <a:pt x="0" y="6731"/>
                    <a:pt x="72" y="6679"/>
                    <a:pt x="132" y="6679"/>
                  </a:cubicBezTo>
                  <a:cubicBezTo>
                    <a:pt x="175" y="6679"/>
                    <a:pt x="197" y="6697"/>
                    <a:pt x="240" y="6697"/>
                  </a:cubicBezTo>
                  <a:cubicBezTo>
                    <a:pt x="245" y="6700"/>
                    <a:pt x="249" y="6689"/>
                    <a:pt x="255" y="6689"/>
                  </a:cubicBezTo>
                  <a:cubicBezTo>
                    <a:pt x="281" y="6689"/>
                    <a:pt x="281" y="6777"/>
                    <a:pt x="300" y="6819"/>
                  </a:cubicBezTo>
                  <a:cubicBezTo>
                    <a:pt x="342" y="6920"/>
                    <a:pt x="365" y="7034"/>
                    <a:pt x="424" y="7034"/>
                  </a:cubicBezTo>
                  <a:lnTo>
                    <a:pt x="521" y="7034"/>
                  </a:lnTo>
                  <a:lnTo>
                    <a:pt x="566" y="7062"/>
                  </a:lnTo>
                  <a:lnTo>
                    <a:pt x="662" y="7062"/>
                  </a:lnTo>
                  <a:cubicBezTo>
                    <a:pt x="690" y="7062"/>
                    <a:pt x="699" y="6992"/>
                    <a:pt x="723" y="6960"/>
                  </a:cubicBezTo>
                  <a:cubicBezTo>
                    <a:pt x="762" y="6906"/>
                    <a:pt x="792" y="6913"/>
                    <a:pt x="837" y="6913"/>
                  </a:cubicBezTo>
                  <a:cubicBezTo>
                    <a:pt x="892" y="6913"/>
                    <a:pt x="925" y="6913"/>
                    <a:pt x="978" y="6950"/>
                  </a:cubicBezTo>
                  <a:cubicBezTo>
                    <a:pt x="1001" y="6967"/>
                    <a:pt x="1008" y="7034"/>
                    <a:pt x="1034" y="7034"/>
                  </a:cubicBezTo>
                  <a:cubicBezTo>
                    <a:pt x="1075" y="7034"/>
                    <a:pt x="1090" y="6931"/>
                    <a:pt x="1131" y="6931"/>
                  </a:cubicBezTo>
                  <a:cubicBezTo>
                    <a:pt x="1176" y="6931"/>
                    <a:pt x="1184" y="7048"/>
                    <a:pt x="1221" y="7108"/>
                  </a:cubicBezTo>
                  <a:cubicBezTo>
                    <a:pt x="1282" y="7207"/>
                    <a:pt x="1336" y="7230"/>
                    <a:pt x="1371" y="7389"/>
                  </a:cubicBezTo>
                  <a:cubicBezTo>
                    <a:pt x="1396" y="7505"/>
                    <a:pt x="1395" y="7594"/>
                    <a:pt x="1424" y="7706"/>
                  </a:cubicBezTo>
                  <a:cubicBezTo>
                    <a:pt x="1450" y="7814"/>
                    <a:pt x="1513" y="7820"/>
                    <a:pt x="1513" y="7949"/>
                  </a:cubicBezTo>
                  <a:cubicBezTo>
                    <a:pt x="1513" y="8052"/>
                    <a:pt x="1458" y="8070"/>
                    <a:pt x="1458" y="8173"/>
                  </a:cubicBezTo>
                  <a:cubicBezTo>
                    <a:pt x="1458" y="8289"/>
                    <a:pt x="1501" y="8332"/>
                    <a:pt x="1544" y="8379"/>
                  </a:cubicBezTo>
                  <a:cubicBezTo>
                    <a:pt x="1619" y="8465"/>
                    <a:pt x="1670" y="8469"/>
                    <a:pt x="1753" y="8490"/>
                  </a:cubicBezTo>
                  <a:cubicBezTo>
                    <a:pt x="1833" y="8512"/>
                    <a:pt x="1871" y="8602"/>
                    <a:pt x="1941" y="8696"/>
                  </a:cubicBezTo>
                  <a:cubicBezTo>
                    <a:pt x="1993" y="8765"/>
                    <a:pt x="2028" y="8775"/>
                    <a:pt x="2083" y="8836"/>
                  </a:cubicBezTo>
                  <a:cubicBezTo>
                    <a:pt x="2114" y="8871"/>
                    <a:pt x="2137" y="8862"/>
                    <a:pt x="2169" y="8892"/>
                  </a:cubicBezTo>
                  <a:cubicBezTo>
                    <a:pt x="2244" y="8966"/>
                    <a:pt x="2283" y="9039"/>
                    <a:pt x="2345" y="9172"/>
                  </a:cubicBezTo>
                  <a:cubicBezTo>
                    <a:pt x="2377" y="9240"/>
                    <a:pt x="2404" y="9254"/>
                    <a:pt x="2435" y="9322"/>
                  </a:cubicBezTo>
                  <a:cubicBezTo>
                    <a:pt x="2523" y="9515"/>
                    <a:pt x="2538" y="9709"/>
                    <a:pt x="2622" y="9919"/>
                  </a:cubicBezTo>
                  <a:cubicBezTo>
                    <a:pt x="2629" y="9888"/>
                    <a:pt x="2634" y="9854"/>
                    <a:pt x="2649" y="9854"/>
                  </a:cubicBezTo>
                  <a:cubicBezTo>
                    <a:pt x="2693" y="9854"/>
                    <a:pt x="2705" y="9973"/>
                    <a:pt x="2728" y="10068"/>
                  </a:cubicBezTo>
                  <a:cubicBezTo>
                    <a:pt x="2758" y="10202"/>
                    <a:pt x="2788" y="10255"/>
                    <a:pt x="2825" y="10377"/>
                  </a:cubicBezTo>
                  <a:cubicBezTo>
                    <a:pt x="2858" y="10491"/>
                    <a:pt x="2871" y="10580"/>
                    <a:pt x="2915" y="10675"/>
                  </a:cubicBezTo>
                  <a:lnTo>
                    <a:pt x="2922" y="10619"/>
                  </a:lnTo>
                  <a:lnTo>
                    <a:pt x="2885" y="10329"/>
                  </a:lnTo>
                  <a:lnTo>
                    <a:pt x="2885" y="10236"/>
                  </a:lnTo>
                  <a:lnTo>
                    <a:pt x="2917" y="10236"/>
                  </a:lnTo>
                  <a:cubicBezTo>
                    <a:pt x="2939" y="10236"/>
                    <a:pt x="2947" y="10276"/>
                    <a:pt x="2967" y="10293"/>
                  </a:cubicBezTo>
                  <a:cubicBezTo>
                    <a:pt x="3060" y="10369"/>
                    <a:pt x="3093" y="10521"/>
                    <a:pt x="3166" y="10685"/>
                  </a:cubicBezTo>
                  <a:cubicBezTo>
                    <a:pt x="3285" y="10909"/>
                    <a:pt x="3387" y="10886"/>
                    <a:pt x="3518" y="11067"/>
                  </a:cubicBezTo>
                  <a:cubicBezTo>
                    <a:pt x="3563" y="11131"/>
                    <a:pt x="3595" y="11165"/>
                    <a:pt x="3623" y="11273"/>
                  </a:cubicBezTo>
                  <a:cubicBezTo>
                    <a:pt x="3677" y="11475"/>
                    <a:pt x="3695" y="11730"/>
                    <a:pt x="3792" y="11730"/>
                  </a:cubicBezTo>
                  <a:lnTo>
                    <a:pt x="3903" y="11730"/>
                  </a:lnTo>
                  <a:cubicBezTo>
                    <a:pt x="3930" y="11730"/>
                    <a:pt x="3941" y="11780"/>
                    <a:pt x="3964" y="11814"/>
                  </a:cubicBezTo>
                  <a:cubicBezTo>
                    <a:pt x="3989" y="11852"/>
                    <a:pt x="4009" y="11899"/>
                    <a:pt x="4009" y="11974"/>
                  </a:cubicBezTo>
                  <a:cubicBezTo>
                    <a:pt x="4009" y="12045"/>
                    <a:pt x="3992" y="12086"/>
                    <a:pt x="3975" y="12141"/>
                  </a:cubicBezTo>
                  <a:cubicBezTo>
                    <a:pt x="3954" y="12211"/>
                    <a:pt x="3953" y="12271"/>
                    <a:pt x="3941" y="12356"/>
                  </a:cubicBezTo>
                  <a:cubicBezTo>
                    <a:pt x="3987" y="12304"/>
                    <a:pt x="3997" y="12214"/>
                    <a:pt x="4028" y="12113"/>
                  </a:cubicBezTo>
                  <a:cubicBezTo>
                    <a:pt x="4056" y="12020"/>
                    <a:pt x="4087" y="12006"/>
                    <a:pt x="4117" y="11917"/>
                  </a:cubicBezTo>
                  <a:cubicBezTo>
                    <a:pt x="4138" y="11856"/>
                    <a:pt x="4152" y="11786"/>
                    <a:pt x="4185" y="11786"/>
                  </a:cubicBezTo>
                  <a:cubicBezTo>
                    <a:pt x="4255" y="11786"/>
                    <a:pt x="4262" y="11992"/>
                    <a:pt x="4323" y="12076"/>
                  </a:cubicBezTo>
                  <a:cubicBezTo>
                    <a:pt x="4372" y="12144"/>
                    <a:pt x="4424" y="12197"/>
                    <a:pt x="4424" y="12337"/>
                  </a:cubicBezTo>
                  <a:cubicBezTo>
                    <a:pt x="4424" y="12419"/>
                    <a:pt x="4408" y="12477"/>
                    <a:pt x="4380" y="12515"/>
                  </a:cubicBezTo>
                  <a:cubicBezTo>
                    <a:pt x="4358" y="12543"/>
                    <a:pt x="4338" y="12519"/>
                    <a:pt x="4316" y="12543"/>
                  </a:cubicBezTo>
                  <a:cubicBezTo>
                    <a:pt x="4272" y="12591"/>
                    <a:pt x="4248" y="12662"/>
                    <a:pt x="4233" y="12776"/>
                  </a:cubicBezTo>
                  <a:cubicBezTo>
                    <a:pt x="4245" y="12778"/>
                    <a:pt x="4250" y="12783"/>
                    <a:pt x="4262" y="12785"/>
                  </a:cubicBezTo>
                  <a:lnTo>
                    <a:pt x="4312" y="12767"/>
                  </a:lnTo>
                  <a:lnTo>
                    <a:pt x="4387" y="12767"/>
                  </a:lnTo>
                  <a:lnTo>
                    <a:pt x="4402" y="12794"/>
                  </a:lnTo>
                  <a:cubicBezTo>
                    <a:pt x="4358" y="12998"/>
                    <a:pt x="4248" y="13017"/>
                    <a:pt x="4248" y="13247"/>
                  </a:cubicBezTo>
                  <a:cubicBezTo>
                    <a:pt x="4248" y="13311"/>
                    <a:pt x="4272" y="13331"/>
                    <a:pt x="4286" y="13383"/>
                  </a:cubicBezTo>
                  <a:cubicBezTo>
                    <a:pt x="4329" y="13536"/>
                    <a:pt x="4380" y="13607"/>
                    <a:pt x="4455" y="13607"/>
                  </a:cubicBezTo>
                  <a:cubicBezTo>
                    <a:pt x="4504" y="13607"/>
                    <a:pt x="4522" y="13476"/>
                    <a:pt x="4571" y="13476"/>
                  </a:cubicBezTo>
                  <a:lnTo>
                    <a:pt x="4648" y="13476"/>
                  </a:lnTo>
                  <a:cubicBezTo>
                    <a:pt x="4678" y="13476"/>
                    <a:pt x="4709" y="13521"/>
                    <a:pt x="4709" y="13595"/>
                  </a:cubicBezTo>
                  <a:lnTo>
                    <a:pt x="4709" y="13834"/>
                  </a:lnTo>
                  <a:cubicBezTo>
                    <a:pt x="4709" y="14013"/>
                    <a:pt x="4706" y="14132"/>
                    <a:pt x="4743" y="14289"/>
                  </a:cubicBezTo>
                  <a:cubicBezTo>
                    <a:pt x="4760" y="14363"/>
                    <a:pt x="4778" y="14403"/>
                    <a:pt x="4788" y="14484"/>
                  </a:cubicBezTo>
                  <a:cubicBezTo>
                    <a:pt x="4803" y="14610"/>
                    <a:pt x="4807" y="14730"/>
                    <a:pt x="4855" y="14783"/>
                  </a:cubicBezTo>
                  <a:cubicBezTo>
                    <a:pt x="4882" y="14811"/>
                    <a:pt x="4906" y="14774"/>
                    <a:pt x="4930" y="14811"/>
                  </a:cubicBezTo>
                  <a:cubicBezTo>
                    <a:pt x="4952" y="14844"/>
                    <a:pt x="4956" y="14898"/>
                    <a:pt x="4956" y="14961"/>
                  </a:cubicBezTo>
                  <a:cubicBezTo>
                    <a:pt x="4956" y="15057"/>
                    <a:pt x="4942" y="15110"/>
                    <a:pt x="4934" y="15204"/>
                  </a:cubicBezTo>
                  <a:cubicBezTo>
                    <a:pt x="4945" y="15215"/>
                    <a:pt x="4953" y="15232"/>
                    <a:pt x="4966" y="15232"/>
                  </a:cubicBezTo>
                  <a:cubicBezTo>
                    <a:pt x="4991" y="15232"/>
                    <a:pt x="5002" y="15182"/>
                    <a:pt x="5027" y="15175"/>
                  </a:cubicBezTo>
                  <a:cubicBezTo>
                    <a:pt x="5057" y="15168"/>
                    <a:pt x="5073" y="15185"/>
                    <a:pt x="5103" y="15185"/>
                  </a:cubicBezTo>
                  <a:cubicBezTo>
                    <a:pt x="5156" y="15185"/>
                    <a:pt x="5184" y="15120"/>
                    <a:pt x="5238" y="15120"/>
                  </a:cubicBezTo>
                  <a:cubicBezTo>
                    <a:pt x="5276" y="15120"/>
                    <a:pt x="5267" y="15258"/>
                    <a:pt x="5294" y="15325"/>
                  </a:cubicBezTo>
                  <a:cubicBezTo>
                    <a:pt x="5322" y="15395"/>
                    <a:pt x="5353" y="15388"/>
                    <a:pt x="5387" y="15437"/>
                  </a:cubicBezTo>
                  <a:lnTo>
                    <a:pt x="5387" y="15643"/>
                  </a:lnTo>
                  <a:cubicBezTo>
                    <a:pt x="5407" y="15691"/>
                    <a:pt x="5417" y="15731"/>
                    <a:pt x="5444" y="15755"/>
                  </a:cubicBezTo>
                  <a:cubicBezTo>
                    <a:pt x="5467" y="15776"/>
                    <a:pt x="5496" y="15791"/>
                    <a:pt x="5496" y="15855"/>
                  </a:cubicBezTo>
                  <a:lnTo>
                    <a:pt x="5496" y="16046"/>
                  </a:lnTo>
                  <a:cubicBezTo>
                    <a:pt x="5496" y="16095"/>
                    <a:pt x="5480" y="16116"/>
                    <a:pt x="5470" y="16156"/>
                  </a:cubicBezTo>
                  <a:cubicBezTo>
                    <a:pt x="5453" y="16219"/>
                    <a:pt x="5451" y="16268"/>
                    <a:pt x="5429" y="16324"/>
                  </a:cubicBezTo>
                  <a:cubicBezTo>
                    <a:pt x="5410" y="16447"/>
                    <a:pt x="5387" y="16516"/>
                    <a:pt x="5387" y="16648"/>
                  </a:cubicBezTo>
                  <a:lnTo>
                    <a:pt x="5387" y="16861"/>
                  </a:lnTo>
                  <a:cubicBezTo>
                    <a:pt x="5406" y="16861"/>
                    <a:pt x="5417" y="16865"/>
                    <a:pt x="5436" y="16865"/>
                  </a:cubicBezTo>
                  <a:cubicBezTo>
                    <a:pt x="5437" y="16891"/>
                    <a:pt x="5440" y="16908"/>
                    <a:pt x="5440" y="16933"/>
                  </a:cubicBezTo>
                  <a:cubicBezTo>
                    <a:pt x="5440" y="17127"/>
                    <a:pt x="5365" y="17201"/>
                    <a:pt x="5365" y="17395"/>
                  </a:cubicBezTo>
                  <a:lnTo>
                    <a:pt x="5365" y="18399"/>
                  </a:lnTo>
                  <a:cubicBezTo>
                    <a:pt x="5365" y="18527"/>
                    <a:pt x="5344" y="18595"/>
                    <a:pt x="5339" y="18724"/>
                  </a:cubicBezTo>
                  <a:cubicBezTo>
                    <a:pt x="5330" y="18905"/>
                    <a:pt x="5349" y="19022"/>
                    <a:pt x="5312" y="19181"/>
                  </a:cubicBezTo>
                  <a:cubicBezTo>
                    <a:pt x="5312" y="19181"/>
                    <a:pt x="5312" y="19181"/>
                    <a:pt x="5312" y="19181"/>
                  </a:cubicBezTo>
                  <a:close/>
                  <a:moveTo>
                    <a:pt x="6287" y="14961"/>
                  </a:moveTo>
                  <a:lnTo>
                    <a:pt x="6287" y="15549"/>
                  </a:lnTo>
                  <a:cubicBezTo>
                    <a:pt x="6336" y="15549"/>
                    <a:pt x="6357" y="15651"/>
                    <a:pt x="6406" y="15651"/>
                  </a:cubicBezTo>
                  <a:cubicBezTo>
                    <a:pt x="6423" y="15651"/>
                    <a:pt x="6432" y="15623"/>
                    <a:pt x="6444" y="15596"/>
                  </a:cubicBezTo>
                  <a:cubicBezTo>
                    <a:pt x="6476" y="15516"/>
                    <a:pt x="6510" y="15500"/>
                    <a:pt x="6530" y="15400"/>
                  </a:cubicBezTo>
                  <a:cubicBezTo>
                    <a:pt x="6551" y="15294"/>
                    <a:pt x="6609" y="15286"/>
                    <a:pt x="6609" y="15167"/>
                  </a:cubicBezTo>
                  <a:cubicBezTo>
                    <a:pt x="6609" y="15113"/>
                    <a:pt x="6588" y="15094"/>
                    <a:pt x="6571" y="15064"/>
                  </a:cubicBezTo>
                  <a:cubicBezTo>
                    <a:pt x="6545" y="15014"/>
                    <a:pt x="6528" y="14987"/>
                    <a:pt x="6496" y="14970"/>
                  </a:cubicBezTo>
                  <a:cubicBezTo>
                    <a:pt x="6479" y="14963"/>
                    <a:pt x="6472" y="14921"/>
                    <a:pt x="6455" y="14905"/>
                  </a:cubicBezTo>
                  <a:cubicBezTo>
                    <a:pt x="6394" y="14844"/>
                    <a:pt x="6353" y="14961"/>
                    <a:pt x="6287" y="14961"/>
                  </a:cubicBezTo>
                  <a:cubicBezTo>
                    <a:pt x="6287" y="14961"/>
                    <a:pt x="6287" y="14961"/>
                    <a:pt x="6287" y="14961"/>
                  </a:cubicBezTo>
                  <a:close/>
                  <a:moveTo>
                    <a:pt x="5402" y="13896"/>
                  </a:moveTo>
                  <a:lnTo>
                    <a:pt x="5395" y="13971"/>
                  </a:lnTo>
                  <a:lnTo>
                    <a:pt x="5395" y="14317"/>
                  </a:lnTo>
                  <a:cubicBezTo>
                    <a:pt x="5363" y="14198"/>
                    <a:pt x="5345" y="14064"/>
                    <a:pt x="5288" y="14064"/>
                  </a:cubicBezTo>
                  <a:cubicBezTo>
                    <a:pt x="5250" y="14064"/>
                    <a:pt x="5211" y="14128"/>
                    <a:pt x="5211" y="14223"/>
                  </a:cubicBezTo>
                  <a:cubicBezTo>
                    <a:pt x="5211" y="14303"/>
                    <a:pt x="5222" y="14345"/>
                    <a:pt x="5222" y="14424"/>
                  </a:cubicBezTo>
                  <a:cubicBezTo>
                    <a:pt x="5222" y="14569"/>
                    <a:pt x="5151" y="14603"/>
                    <a:pt x="5151" y="14749"/>
                  </a:cubicBezTo>
                  <a:lnTo>
                    <a:pt x="5293" y="14749"/>
                  </a:lnTo>
                  <a:cubicBezTo>
                    <a:pt x="5318" y="14749"/>
                    <a:pt x="5327" y="14811"/>
                    <a:pt x="5339" y="14867"/>
                  </a:cubicBezTo>
                  <a:cubicBezTo>
                    <a:pt x="5359" y="14973"/>
                    <a:pt x="5353" y="15047"/>
                    <a:pt x="5361" y="15167"/>
                  </a:cubicBezTo>
                  <a:cubicBezTo>
                    <a:pt x="5372" y="15322"/>
                    <a:pt x="5414" y="15400"/>
                    <a:pt x="5470" y="15465"/>
                  </a:cubicBezTo>
                  <a:cubicBezTo>
                    <a:pt x="5497" y="15495"/>
                    <a:pt x="5509" y="15535"/>
                    <a:pt x="5537" y="15558"/>
                  </a:cubicBezTo>
                  <a:cubicBezTo>
                    <a:pt x="5589" y="15603"/>
                    <a:pt x="5628" y="15549"/>
                    <a:pt x="5680" y="15596"/>
                  </a:cubicBezTo>
                  <a:cubicBezTo>
                    <a:pt x="5720" y="15633"/>
                    <a:pt x="5737" y="15717"/>
                    <a:pt x="5780" y="15717"/>
                  </a:cubicBezTo>
                  <a:cubicBezTo>
                    <a:pt x="5795" y="15717"/>
                    <a:pt x="5803" y="15712"/>
                    <a:pt x="5818" y="15708"/>
                  </a:cubicBezTo>
                  <a:cubicBezTo>
                    <a:pt x="5808" y="15575"/>
                    <a:pt x="5770" y="15519"/>
                    <a:pt x="5770" y="15385"/>
                  </a:cubicBezTo>
                  <a:cubicBezTo>
                    <a:pt x="5770" y="15236"/>
                    <a:pt x="5860" y="15220"/>
                    <a:pt x="5860" y="15071"/>
                  </a:cubicBezTo>
                  <a:lnTo>
                    <a:pt x="5860" y="14998"/>
                  </a:lnTo>
                  <a:lnTo>
                    <a:pt x="5827" y="14998"/>
                  </a:lnTo>
                  <a:cubicBezTo>
                    <a:pt x="5779" y="14998"/>
                    <a:pt x="5755" y="15073"/>
                    <a:pt x="5708" y="15073"/>
                  </a:cubicBezTo>
                  <a:cubicBezTo>
                    <a:pt x="5644" y="15073"/>
                    <a:pt x="5631" y="14898"/>
                    <a:pt x="5605" y="14755"/>
                  </a:cubicBezTo>
                  <a:cubicBezTo>
                    <a:pt x="5571" y="14576"/>
                    <a:pt x="5573" y="14455"/>
                    <a:pt x="5556" y="14261"/>
                  </a:cubicBezTo>
                  <a:cubicBezTo>
                    <a:pt x="5549" y="14183"/>
                    <a:pt x="5516" y="14169"/>
                    <a:pt x="5507" y="14093"/>
                  </a:cubicBezTo>
                  <a:cubicBezTo>
                    <a:pt x="5494" y="13969"/>
                    <a:pt x="5454" y="13906"/>
                    <a:pt x="5402" y="13896"/>
                  </a:cubicBezTo>
                  <a:cubicBezTo>
                    <a:pt x="5402" y="13896"/>
                    <a:pt x="5402" y="13896"/>
                    <a:pt x="5402" y="13896"/>
                  </a:cubicBezTo>
                  <a:close/>
                  <a:moveTo>
                    <a:pt x="7508" y="21160"/>
                  </a:moveTo>
                  <a:cubicBezTo>
                    <a:pt x="7555" y="21160"/>
                    <a:pt x="7578" y="21228"/>
                    <a:pt x="7616" y="21291"/>
                  </a:cubicBezTo>
                  <a:cubicBezTo>
                    <a:pt x="7643" y="21333"/>
                    <a:pt x="7664" y="21330"/>
                    <a:pt x="7695" y="21347"/>
                  </a:cubicBezTo>
                  <a:cubicBezTo>
                    <a:pt x="7730" y="21365"/>
                    <a:pt x="7747" y="21422"/>
                    <a:pt x="7782" y="21422"/>
                  </a:cubicBezTo>
                  <a:lnTo>
                    <a:pt x="7867" y="21422"/>
                  </a:lnTo>
                  <a:cubicBezTo>
                    <a:pt x="7887" y="21422"/>
                    <a:pt x="7894" y="21373"/>
                    <a:pt x="7913" y="21356"/>
                  </a:cubicBezTo>
                  <a:cubicBezTo>
                    <a:pt x="7985" y="21291"/>
                    <a:pt x="8028" y="21254"/>
                    <a:pt x="8104" y="21254"/>
                  </a:cubicBezTo>
                  <a:lnTo>
                    <a:pt x="8215" y="21254"/>
                  </a:lnTo>
                  <a:cubicBezTo>
                    <a:pt x="8357" y="21254"/>
                    <a:pt x="8434" y="21142"/>
                    <a:pt x="8575" y="21142"/>
                  </a:cubicBezTo>
                  <a:cubicBezTo>
                    <a:pt x="8647" y="21142"/>
                    <a:pt x="8688" y="21160"/>
                    <a:pt x="8759" y="21160"/>
                  </a:cubicBezTo>
                  <a:cubicBezTo>
                    <a:pt x="8875" y="21160"/>
                    <a:pt x="8929" y="20946"/>
                    <a:pt x="9045" y="20946"/>
                  </a:cubicBezTo>
                  <a:lnTo>
                    <a:pt x="9141" y="20946"/>
                  </a:lnTo>
                  <a:cubicBezTo>
                    <a:pt x="9156" y="20946"/>
                    <a:pt x="9163" y="20978"/>
                    <a:pt x="9179" y="20983"/>
                  </a:cubicBezTo>
                  <a:cubicBezTo>
                    <a:pt x="9254" y="21013"/>
                    <a:pt x="9295" y="21039"/>
                    <a:pt x="9370" y="21039"/>
                  </a:cubicBezTo>
                  <a:cubicBezTo>
                    <a:pt x="9379" y="21039"/>
                    <a:pt x="9383" y="21020"/>
                    <a:pt x="9392" y="21020"/>
                  </a:cubicBezTo>
                  <a:cubicBezTo>
                    <a:pt x="9482" y="21020"/>
                    <a:pt x="9520" y="21207"/>
                    <a:pt x="9610" y="21207"/>
                  </a:cubicBezTo>
                  <a:cubicBezTo>
                    <a:pt x="9635" y="21207"/>
                    <a:pt x="9664" y="21218"/>
                    <a:pt x="9673" y="21160"/>
                  </a:cubicBezTo>
                  <a:cubicBezTo>
                    <a:pt x="9641" y="21111"/>
                    <a:pt x="9614" y="21107"/>
                    <a:pt x="9587" y="21039"/>
                  </a:cubicBezTo>
                  <a:cubicBezTo>
                    <a:pt x="9542" y="20927"/>
                    <a:pt x="9553" y="20803"/>
                    <a:pt x="9542" y="20646"/>
                  </a:cubicBezTo>
                  <a:cubicBezTo>
                    <a:pt x="9538" y="20588"/>
                    <a:pt x="9527" y="20555"/>
                    <a:pt x="9527" y="20495"/>
                  </a:cubicBezTo>
                  <a:lnTo>
                    <a:pt x="9527" y="20098"/>
                  </a:lnTo>
                  <a:cubicBezTo>
                    <a:pt x="9527" y="19967"/>
                    <a:pt x="9532" y="19867"/>
                    <a:pt x="9497" y="19769"/>
                  </a:cubicBezTo>
                  <a:cubicBezTo>
                    <a:pt x="9417" y="19835"/>
                    <a:pt x="9374" y="19806"/>
                    <a:pt x="9291" y="19853"/>
                  </a:cubicBezTo>
                  <a:cubicBezTo>
                    <a:pt x="9213" y="19898"/>
                    <a:pt x="9175" y="19970"/>
                    <a:pt x="9100" y="20031"/>
                  </a:cubicBezTo>
                  <a:cubicBezTo>
                    <a:pt x="9007" y="20107"/>
                    <a:pt x="8947" y="20096"/>
                    <a:pt x="8849" y="20096"/>
                  </a:cubicBezTo>
                  <a:cubicBezTo>
                    <a:pt x="8763" y="19979"/>
                    <a:pt x="8797" y="19734"/>
                    <a:pt x="8752" y="19517"/>
                  </a:cubicBezTo>
                  <a:cubicBezTo>
                    <a:pt x="8737" y="19444"/>
                    <a:pt x="8701" y="19466"/>
                    <a:pt x="8677" y="19415"/>
                  </a:cubicBezTo>
                  <a:cubicBezTo>
                    <a:pt x="8631" y="19316"/>
                    <a:pt x="8634" y="19202"/>
                    <a:pt x="8591" y="19088"/>
                  </a:cubicBezTo>
                  <a:lnTo>
                    <a:pt x="8582" y="19088"/>
                  </a:lnTo>
                  <a:cubicBezTo>
                    <a:pt x="8555" y="19122"/>
                    <a:pt x="8550" y="19179"/>
                    <a:pt x="8523" y="19209"/>
                  </a:cubicBezTo>
                  <a:cubicBezTo>
                    <a:pt x="8413" y="19340"/>
                    <a:pt x="8334" y="19302"/>
                    <a:pt x="8212" y="19302"/>
                  </a:cubicBezTo>
                  <a:cubicBezTo>
                    <a:pt x="8061" y="19302"/>
                    <a:pt x="7986" y="19078"/>
                    <a:pt x="7834" y="19078"/>
                  </a:cubicBezTo>
                  <a:cubicBezTo>
                    <a:pt x="7793" y="19078"/>
                    <a:pt x="7782" y="19200"/>
                    <a:pt x="7778" y="19302"/>
                  </a:cubicBezTo>
                  <a:cubicBezTo>
                    <a:pt x="7774" y="19389"/>
                    <a:pt x="7750" y="19424"/>
                    <a:pt x="7740" y="19508"/>
                  </a:cubicBezTo>
                  <a:cubicBezTo>
                    <a:pt x="7736" y="19557"/>
                    <a:pt x="7741" y="19592"/>
                    <a:pt x="7732" y="19638"/>
                  </a:cubicBezTo>
                  <a:cubicBezTo>
                    <a:pt x="7707" y="19781"/>
                    <a:pt x="7650" y="19772"/>
                    <a:pt x="7590" y="19825"/>
                  </a:cubicBezTo>
                  <a:cubicBezTo>
                    <a:pt x="7536" y="19874"/>
                    <a:pt x="7500" y="19870"/>
                    <a:pt x="7448" y="19928"/>
                  </a:cubicBezTo>
                  <a:cubicBezTo>
                    <a:pt x="7358" y="20031"/>
                    <a:pt x="7299" y="20086"/>
                    <a:pt x="7200" y="20086"/>
                  </a:cubicBezTo>
                  <a:lnTo>
                    <a:pt x="7104" y="20086"/>
                  </a:lnTo>
                  <a:cubicBezTo>
                    <a:pt x="7029" y="20086"/>
                    <a:pt x="6991" y="20180"/>
                    <a:pt x="6916" y="20180"/>
                  </a:cubicBezTo>
                  <a:cubicBezTo>
                    <a:pt x="6820" y="20180"/>
                    <a:pt x="6751" y="20112"/>
                    <a:pt x="6695" y="19918"/>
                  </a:cubicBezTo>
                  <a:cubicBezTo>
                    <a:pt x="6658" y="19793"/>
                    <a:pt x="6634" y="19720"/>
                    <a:pt x="6590" y="19610"/>
                  </a:cubicBezTo>
                  <a:cubicBezTo>
                    <a:pt x="6578" y="19579"/>
                    <a:pt x="6569" y="19550"/>
                    <a:pt x="6552" y="19550"/>
                  </a:cubicBezTo>
                  <a:lnTo>
                    <a:pt x="6422" y="19550"/>
                  </a:lnTo>
                  <a:cubicBezTo>
                    <a:pt x="6377" y="19550"/>
                    <a:pt x="6346" y="19622"/>
                    <a:pt x="6302" y="19629"/>
                  </a:cubicBezTo>
                  <a:cubicBezTo>
                    <a:pt x="6244" y="19571"/>
                    <a:pt x="6209" y="19552"/>
                    <a:pt x="6148" y="19508"/>
                  </a:cubicBezTo>
                  <a:cubicBezTo>
                    <a:pt x="6116" y="19484"/>
                    <a:pt x="6102" y="19433"/>
                    <a:pt x="6069" y="19433"/>
                  </a:cubicBezTo>
                  <a:cubicBezTo>
                    <a:pt x="6030" y="19433"/>
                    <a:pt x="6010" y="19498"/>
                    <a:pt x="5971" y="19498"/>
                  </a:cubicBezTo>
                  <a:lnTo>
                    <a:pt x="5737" y="19498"/>
                  </a:lnTo>
                  <a:cubicBezTo>
                    <a:pt x="5694" y="19498"/>
                    <a:pt x="5670" y="19567"/>
                    <a:pt x="5642" y="19648"/>
                  </a:cubicBezTo>
                  <a:cubicBezTo>
                    <a:pt x="5607" y="19750"/>
                    <a:pt x="5566" y="19778"/>
                    <a:pt x="5511" y="19778"/>
                  </a:cubicBezTo>
                  <a:cubicBezTo>
                    <a:pt x="5453" y="19778"/>
                    <a:pt x="5446" y="19594"/>
                    <a:pt x="5389" y="19564"/>
                  </a:cubicBezTo>
                  <a:lnTo>
                    <a:pt x="5389" y="19835"/>
                  </a:lnTo>
                  <a:lnTo>
                    <a:pt x="5358" y="19993"/>
                  </a:lnTo>
                  <a:lnTo>
                    <a:pt x="5358" y="20248"/>
                  </a:lnTo>
                  <a:cubicBezTo>
                    <a:pt x="5358" y="20350"/>
                    <a:pt x="5325" y="20408"/>
                    <a:pt x="5286" y="20442"/>
                  </a:cubicBezTo>
                  <a:cubicBezTo>
                    <a:pt x="5263" y="20460"/>
                    <a:pt x="5241" y="20420"/>
                    <a:pt x="5222" y="20460"/>
                  </a:cubicBezTo>
                  <a:cubicBezTo>
                    <a:pt x="5208" y="20491"/>
                    <a:pt x="5212" y="20527"/>
                    <a:pt x="5207" y="20572"/>
                  </a:cubicBezTo>
                  <a:cubicBezTo>
                    <a:pt x="5193" y="20700"/>
                    <a:pt x="5187" y="20808"/>
                    <a:pt x="5140" y="20871"/>
                  </a:cubicBezTo>
                  <a:cubicBezTo>
                    <a:pt x="5113" y="20906"/>
                    <a:pt x="5092" y="20880"/>
                    <a:pt x="5061" y="20880"/>
                  </a:cubicBezTo>
                  <a:cubicBezTo>
                    <a:pt x="5075" y="20978"/>
                    <a:pt x="5066" y="21039"/>
                    <a:pt x="5061" y="21142"/>
                  </a:cubicBezTo>
                  <a:cubicBezTo>
                    <a:pt x="5131" y="21128"/>
                    <a:pt x="5154" y="20985"/>
                    <a:pt x="5219" y="20927"/>
                  </a:cubicBezTo>
                  <a:cubicBezTo>
                    <a:pt x="5256" y="20892"/>
                    <a:pt x="5282" y="20899"/>
                    <a:pt x="5322" y="20899"/>
                  </a:cubicBezTo>
                  <a:cubicBezTo>
                    <a:pt x="5343" y="20899"/>
                    <a:pt x="5353" y="20948"/>
                    <a:pt x="5372" y="20964"/>
                  </a:cubicBezTo>
                  <a:cubicBezTo>
                    <a:pt x="5406" y="20992"/>
                    <a:pt x="5430" y="20969"/>
                    <a:pt x="5466" y="20983"/>
                  </a:cubicBezTo>
                  <a:cubicBezTo>
                    <a:pt x="5497" y="20995"/>
                    <a:pt x="5513" y="21030"/>
                    <a:pt x="5545" y="21030"/>
                  </a:cubicBezTo>
                  <a:lnTo>
                    <a:pt x="5545" y="21181"/>
                  </a:lnTo>
                  <a:cubicBezTo>
                    <a:pt x="5545" y="21247"/>
                    <a:pt x="5530" y="21279"/>
                    <a:pt x="5530" y="21344"/>
                  </a:cubicBezTo>
                  <a:lnTo>
                    <a:pt x="5530" y="21412"/>
                  </a:lnTo>
                  <a:lnTo>
                    <a:pt x="5600" y="21412"/>
                  </a:lnTo>
                  <a:cubicBezTo>
                    <a:pt x="5680" y="21412"/>
                    <a:pt x="5724" y="21382"/>
                    <a:pt x="5803" y="21333"/>
                  </a:cubicBezTo>
                  <a:lnTo>
                    <a:pt x="6122" y="21347"/>
                  </a:lnTo>
                  <a:cubicBezTo>
                    <a:pt x="6179" y="21365"/>
                    <a:pt x="6204" y="21436"/>
                    <a:pt x="6260" y="21469"/>
                  </a:cubicBezTo>
                  <a:cubicBezTo>
                    <a:pt x="6379" y="21536"/>
                    <a:pt x="6448" y="21571"/>
                    <a:pt x="6569" y="21571"/>
                  </a:cubicBezTo>
                  <a:cubicBezTo>
                    <a:pt x="6597" y="21571"/>
                    <a:pt x="6615" y="21585"/>
                    <a:pt x="6642" y="21571"/>
                  </a:cubicBezTo>
                  <a:cubicBezTo>
                    <a:pt x="6676" y="21552"/>
                    <a:pt x="6664" y="21438"/>
                    <a:pt x="6687" y="21375"/>
                  </a:cubicBezTo>
                  <a:cubicBezTo>
                    <a:pt x="6737" y="21240"/>
                    <a:pt x="6807" y="21391"/>
                    <a:pt x="6878" y="21337"/>
                  </a:cubicBezTo>
                  <a:cubicBezTo>
                    <a:pt x="6946" y="21289"/>
                    <a:pt x="6962" y="21104"/>
                    <a:pt x="7032" y="21104"/>
                  </a:cubicBezTo>
                  <a:cubicBezTo>
                    <a:pt x="7061" y="21104"/>
                    <a:pt x="7073" y="21158"/>
                    <a:pt x="7100" y="21189"/>
                  </a:cubicBezTo>
                  <a:cubicBezTo>
                    <a:pt x="7127" y="21218"/>
                    <a:pt x="7146" y="21207"/>
                    <a:pt x="7176" y="21207"/>
                  </a:cubicBezTo>
                  <a:cubicBezTo>
                    <a:pt x="7246" y="21207"/>
                    <a:pt x="7285" y="21142"/>
                    <a:pt x="7355" y="21142"/>
                  </a:cubicBezTo>
                  <a:cubicBezTo>
                    <a:pt x="7419" y="21142"/>
                    <a:pt x="7444" y="21160"/>
                    <a:pt x="7508" y="21160"/>
                  </a:cubicBezTo>
                  <a:cubicBezTo>
                    <a:pt x="7508" y="21160"/>
                    <a:pt x="7508" y="21160"/>
                    <a:pt x="7508" y="21160"/>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85" name="Shape 4971"/>
            <p:cNvSpPr/>
            <p:nvPr/>
          </p:nvSpPr>
          <p:spPr>
            <a:xfrm>
              <a:off x="6453230" y="4626844"/>
              <a:ext cx="736101" cy="1163738"/>
            </a:xfrm>
            <a:custGeom>
              <a:avLst/>
              <a:gdLst/>
              <a:ahLst/>
              <a:cxnLst>
                <a:cxn ang="0">
                  <a:pos x="wd2" y="hd2"/>
                </a:cxn>
                <a:cxn ang="5400000">
                  <a:pos x="wd2" y="hd2"/>
                </a:cxn>
                <a:cxn ang="10800000">
                  <a:pos x="wd2" y="hd2"/>
                </a:cxn>
                <a:cxn ang="16200000">
                  <a:pos x="wd2" y="hd2"/>
                </a:cxn>
              </a:cxnLst>
              <a:rect l="0" t="0" r="r" b="b"/>
              <a:pathLst>
                <a:path w="21600" h="21600" extrusionOk="0">
                  <a:moveTo>
                    <a:pt x="6626" y="21578"/>
                  </a:moveTo>
                  <a:cubicBezTo>
                    <a:pt x="6666" y="21586"/>
                    <a:pt x="6688" y="21600"/>
                    <a:pt x="6731" y="21600"/>
                  </a:cubicBezTo>
                  <a:cubicBezTo>
                    <a:pt x="6798" y="21600"/>
                    <a:pt x="6805" y="21548"/>
                    <a:pt x="6854" y="21522"/>
                  </a:cubicBezTo>
                  <a:cubicBezTo>
                    <a:pt x="7013" y="21436"/>
                    <a:pt x="7069" y="21353"/>
                    <a:pt x="7241" y="21278"/>
                  </a:cubicBezTo>
                  <a:cubicBezTo>
                    <a:pt x="7413" y="21203"/>
                    <a:pt x="7570" y="21175"/>
                    <a:pt x="7663" y="21055"/>
                  </a:cubicBezTo>
                  <a:lnTo>
                    <a:pt x="7663" y="20978"/>
                  </a:lnTo>
                  <a:cubicBezTo>
                    <a:pt x="7404" y="20964"/>
                    <a:pt x="7263" y="21064"/>
                    <a:pt x="7083" y="21178"/>
                  </a:cubicBezTo>
                  <a:cubicBezTo>
                    <a:pt x="6867" y="21314"/>
                    <a:pt x="6697" y="21392"/>
                    <a:pt x="6626" y="21578"/>
                  </a:cubicBezTo>
                  <a:close/>
                  <a:moveTo>
                    <a:pt x="9403" y="19343"/>
                  </a:moveTo>
                  <a:cubicBezTo>
                    <a:pt x="9209" y="19343"/>
                    <a:pt x="9104" y="19377"/>
                    <a:pt x="8910" y="19377"/>
                  </a:cubicBezTo>
                  <a:cubicBezTo>
                    <a:pt x="8910" y="19546"/>
                    <a:pt x="8691" y="19608"/>
                    <a:pt x="8648" y="19777"/>
                  </a:cubicBezTo>
                  <a:cubicBezTo>
                    <a:pt x="8686" y="19785"/>
                    <a:pt x="8709" y="19799"/>
                    <a:pt x="8752" y="19799"/>
                  </a:cubicBezTo>
                  <a:cubicBezTo>
                    <a:pt x="8923" y="19799"/>
                    <a:pt x="8998" y="19719"/>
                    <a:pt x="9157" y="19677"/>
                  </a:cubicBezTo>
                  <a:cubicBezTo>
                    <a:pt x="9474" y="19594"/>
                    <a:pt x="9847" y="19613"/>
                    <a:pt x="9930" y="19399"/>
                  </a:cubicBezTo>
                  <a:cubicBezTo>
                    <a:pt x="9732" y="19358"/>
                    <a:pt x="9609" y="19343"/>
                    <a:pt x="9403" y="19343"/>
                  </a:cubicBezTo>
                  <a:cubicBezTo>
                    <a:pt x="9403" y="19343"/>
                    <a:pt x="9403" y="19343"/>
                    <a:pt x="9403" y="19343"/>
                  </a:cubicBezTo>
                  <a:close/>
                  <a:moveTo>
                    <a:pt x="11160" y="17720"/>
                  </a:moveTo>
                  <a:cubicBezTo>
                    <a:pt x="11117" y="17720"/>
                    <a:pt x="11094" y="17734"/>
                    <a:pt x="11055" y="17743"/>
                  </a:cubicBezTo>
                  <a:cubicBezTo>
                    <a:pt x="11046" y="17812"/>
                    <a:pt x="11072" y="17868"/>
                    <a:pt x="11002" y="17921"/>
                  </a:cubicBezTo>
                  <a:cubicBezTo>
                    <a:pt x="10931" y="17976"/>
                    <a:pt x="10773" y="17968"/>
                    <a:pt x="10773" y="18043"/>
                  </a:cubicBezTo>
                  <a:cubicBezTo>
                    <a:pt x="10773" y="18099"/>
                    <a:pt x="10818" y="18124"/>
                    <a:pt x="10844" y="18176"/>
                  </a:cubicBezTo>
                  <a:cubicBezTo>
                    <a:pt x="10867" y="18218"/>
                    <a:pt x="10835" y="18270"/>
                    <a:pt x="10896" y="18287"/>
                  </a:cubicBezTo>
                  <a:cubicBezTo>
                    <a:pt x="10994" y="18316"/>
                    <a:pt x="11069" y="18309"/>
                    <a:pt x="11178" y="18309"/>
                  </a:cubicBezTo>
                  <a:cubicBezTo>
                    <a:pt x="11323" y="18309"/>
                    <a:pt x="11379" y="18218"/>
                    <a:pt x="11424" y="18132"/>
                  </a:cubicBezTo>
                  <a:cubicBezTo>
                    <a:pt x="11494" y="18007"/>
                    <a:pt x="11616" y="17720"/>
                    <a:pt x="11160" y="17720"/>
                  </a:cubicBezTo>
                  <a:cubicBezTo>
                    <a:pt x="11160" y="17720"/>
                    <a:pt x="11160" y="17720"/>
                    <a:pt x="11160" y="17720"/>
                  </a:cubicBezTo>
                  <a:close/>
                  <a:moveTo>
                    <a:pt x="18471" y="11272"/>
                  </a:moveTo>
                  <a:cubicBezTo>
                    <a:pt x="18538" y="11398"/>
                    <a:pt x="18629" y="11506"/>
                    <a:pt x="18806" y="11573"/>
                  </a:cubicBezTo>
                  <a:cubicBezTo>
                    <a:pt x="19003" y="11648"/>
                    <a:pt x="19184" y="11613"/>
                    <a:pt x="19386" y="11684"/>
                  </a:cubicBezTo>
                  <a:cubicBezTo>
                    <a:pt x="19552" y="11743"/>
                    <a:pt x="19561" y="11848"/>
                    <a:pt x="19720" y="11918"/>
                  </a:cubicBezTo>
                  <a:cubicBezTo>
                    <a:pt x="19861" y="11979"/>
                    <a:pt x="20014" y="11962"/>
                    <a:pt x="20106" y="12051"/>
                  </a:cubicBezTo>
                  <a:cubicBezTo>
                    <a:pt x="20229" y="12168"/>
                    <a:pt x="20282" y="12257"/>
                    <a:pt x="20282" y="12398"/>
                  </a:cubicBezTo>
                  <a:lnTo>
                    <a:pt x="20282" y="12682"/>
                  </a:lnTo>
                  <a:cubicBezTo>
                    <a:pt x="20282" y="12787"/>
                    <a:pt x="20506" y="12779"/>
                    <a:pt x="20597" y="12863"/>
                  </a:cubicBezTo>
                  <a:cubicBezTo>
                    <a:pt x="20669" y="12923"/>
                    <a:pt x="20659" y="12985"/>
                    <a:pt x="20669" y="13063"/>
                  </a:cubicBezTo>
                  <a:cubicBezTo>
                    <a:pt x="20691" y="13202"/>
                    <a:pt x="20760" y="13271"/>
                    <a:pt x="20810" y="13407"/>
                  </a:cubicBezTo>
                  <a:cubicBezTo>
                    <a:pt x="20835" y="13488"/>
                    <a:pt x="20826" y="13551"/>
                    <a:pt x="20898" y="13618"/>
                  </a:cubicBezTo>
                  <a:cubicBezTo>
                    <a:pt x="21103" y="13810"/>
                    <a:pt x="21336" y="13891"/>
                    <a:pt x="21424" y="14119"/>
                  </a:cubicBezTo>
                  <a:cubicBezTo>
                    <a:pt x="21459" y="14207"/>
                    <a:pt x="21402" y="14266"/>
                    <a:pt x="21442" y="14352"/>
                  </a:cubicBezTo>
                  <a:cubicBezTo>
                    <a:pt x="21495" y="14472"/>
                    <a:pt x="21600" y="14533"/>
                    <a:pt x="21600" y="14658"/>
                  </a:cubicBezTo>
                  <a:cubicBezTo>
                    <a:pt x="21600" y="14758"/>
                    <a:pt x="21552" y="14811"/>
                    <a:pt x="21512" y="14908"/>
                  </a:cubicBezTo>
                  <a:cubicBezTo>
                    <a:pt x="21481" y="14980"/>
                    <a:pt x="21499" y="15044"/>
                    <a:pt x="21407" y="15086"/>
                  </a:cubicBezTo>
                  <a:cubicBezTo>
                    <a:pt x="21226" y="15170"/>
                    <a:pt x="21090" y="15197"/>
                    <a:pt x="20880" y="15241"/>
                  </a:cubicBezTo>
                  <a:cubicBezTo>
                    <a:pt x="20765" y="15266"/>
                    <a:pt x="20704" y="15319"/>
                    <a:pt x="20581" y="15319"/>
                  </a:cubicBezTo>
                  <a:lnTo>
                    <a:pt x="20581" y="15428"/>
                  </a:lnTo>
                  <a:cubicBezTo>
                    <a:pt x="20581" y="15553"/>
                    <a:pt x="20805" y="15575"/>
                    <a:pt x="20968" y="15642"/>
                  </a:cubicBezTo>
                  <a:lnTo>
                    <a:pt x="20968" y="15919"/>
                  </a:lnTo>
                  <a:cubicBezTo>
                    <a:pt x="20860" y="16665"/>
                    <a:pt x="20877" y="16274"/>
                    <a:pt x="20370" y="15831"/>
                  </a:cubicBezTo>
                  <a:cubicBezTo>
                    <a:pt x="20189" y="15675"/>
                    <a:pt x="20141" y="15561"/>
                    <a:pt x="19983" y="15398"/>
                  </a:cubicBezTo>
                  <a:cubicBezTo>
                    <a:pt x="19926" y="15339"/>
                    <a:pt x="19936" y="15252"/>
                    <a:pt x="19826" y="15252"/>
                  </a:cubicBezTo>
                  <a:cubicBezTo>
                    <a:pt x="19679" y="15252"/>
                    <a:pt x="19653" y="15359"/>
                    <a:pt x="19597" y="15441"/>
                  </a:cubicBezTo>
                  <a:cubicBezTo>
                    <a:pt x="19522" y="15550"/>
                    <a:pt x="19434" y="15606"/>
                    <a:pt x="19386" y="15720"/>
                  </a:cubicBezTo>
                  <a:cubicBezTo>
                    <a:pt x="19328" y="15855"/>
                    <a:pt x="19342" y="15944"/>
                    <a:pt x="19262" y="16076"/>
                  </a:cubicBezTo>
                  <a:cubicBezTo>
                    <a:pt x="19205" y="16170"/>
                    <a:pt x="19104" y="16218"/>
                    <a:pt x="19104" y="16320"/>
                  </a:cubicBezTo>
                  <a:cubicBezTo>
                    <a:pt x="19104" y="16489"/>
                    <a:pt x="19368" y="16531"/>
                    <a:pt x="19526" y="16665"/>
                  </a:cubicBezTo>
                  <a:cubicBezTo>
                    <a:pt x="19663" y="16781"/>
                    <a:pt x="19703" y="16884"/>
                    <a:pt x="19703" y="17031"/>
                  </a:cubicBezTo>
                  <a:cubicBezTo>
                    <a:pt x="19703" y="17226"/>
                    <a:pt x="19535" y="17318"/>
                    <a:pt x="19421" y="17498"/>
                  </a:cubicBezTo>
                  <a:cubicBezTo>
                    <a:pt x="19350" y="17613"/>
                    <a:pt x="19307" y="17685"/>
                    <a:pt x="19226" y="17798"/>
                  </a:cubicBezTo>
                  <a:cubicBezTo>
                    <a:pt x="19187" y="17859"/>
                    <a:pt x="19157" y="17932"/>
                    <a:pt x="19053" y="17932"/>
                  </a:cubicBezTo>
                  <a:cubicBezTo>
                    <a:pt x="18898" y="17932"/>
                    <a:pt x="18770" y="17852"/>
                    <a:pt x="18770" y="17754"/>
                  </a:cubicBezTo>
                  <a:cubicBezTo>
                    <a:pt x="18770" y="17604"/>
                    <a:pt x="18797" y="17482"/>
                    <a:pt x="18629" y="17376"/>
                  </a:cubicBezTo>
                  <a:cubicBezTo>
                    <a:pt x="18278" y="17681"/>
                    <a:pt x="17826" y="17765"/>
                    <a:pt x="17232" y="17765"/>
                  </a:cubicBezTo>
                  <a:cubicBezTo>
                    <a:pt x="16819" y="17765"/>
                    <a:pt x="16574" y="17732"/>
                    <a:pt x="16204" y="17609"/>
                  </a:cubicBezTo>
                  <a:cubicBezTo>
                    <a:pt x="16011" y="17545"/>
                    <a:pt x="15730" y="17562"/>
                    <a:pt x="15730" y="17423"/>
                  </a:cubicBezTo>
                  <a:lnTo>
                    <a:pt x="15730" y="16962"/>
                  </a:lnTo>
                  <a:cubicBezTo>
                    <a:pt x="15730" y="16828"/>
                    <a:pt x="15414" y="16820"/>
                    <a:pt x="15414" y="16686"/>
                  </a:cubicBezTo>
                  <a:cubicBezTo>
                    <a:pt x="15414" y="16565"/>
                    <a:pt x="15515" y="16504"/>
                    <a:pt x="15571" y="16386"/>
                  </a:cubicBezTo>
                  <a:cubicBezTo>
                    <a:pt x="15642" y="16243"/>
                    <a:pt x="15678" y="16142"/>
                    <a:pt x="15835" y="16031"/>
                  </a:cubicBezTo>
                  <a:cubicBezTo>
                    <a:pt x="15968" y="15939"/>
                    <a:pt x="16103" y="15905"/>
                    <a:pt x="16170" y="15786"/>
                  </a:cubicBezTo>
                  <a:cubicBezTo>
                    <a:pt x="15893" y="15717"/>
                    <a:pt x="15699" y="15734"/>
                    <a:pt x="15431" y="15664"/>
                  </a:cubicBezTo>
                  <a:cubicBezTo>
                    <a:pt x="15295" y="15631"/>
                    <a:pt x="15225" y="15575"/>
                    <a:pt x="15075" y="15575"/>
                  </a:cubicBezTo>
                  <a:lnTo>
                    <a:pt x="14342" y="15575"/>
                  </a:lnTo>
                  <a:lnTo>
                    <a:pt x="14025" y="15542"/>
                  </a:lnTo>
                  <a:lnTo>
                    <a:pt x="13955" y="15564"/>
                  </a:lnTo>
                  <a:cubicBezTo>
                    <a:pt x="14003" y="15628"/>
                    <a:pt x="14095" y="15649"/>
                    <a:pt x="14095" y="15720"/>
                  </a:cubicBezTo>
                  <a:cubicBezTo>
                    <a:pt x="14095" y="15808"/>
                    <a:pt x="13990" y="15853"/>
                    <a:pt x="13990" y="15941"/>
                  </a:cubicBezTo>
                  <a:cubicBezTo>
                    <a:pt x="13990" y="16051"/>
                    <a:pt x="14200" y="16081"/>
                    <a:pt x="14200" y="16189"/>
                  </a:cubicBezTo>
                  <a:cubicBezTo>
                    <a:pt x="14200" y="16214"/>
                    <a:pt x="14187" y="16228"/>
                    <a:pt x="14183" y="16253"/>
                  </a:cubicBezTo>
                  <a:lnTo>
                    <a:pt x="13730" y="16253"/>
                  </a:lnTo>
                  <a:cubicBezTo>
                    <a:pt x="13411" y="16253"/>
                    <a:pt x="13603" y="15820"/>
                    <a:pt x="13282" y="15820"/>
                  </a:cubicBezTo>
                  <a:lnTo>
                    <a:pt x="13076" y="15820"/>
                  </a:lnTo>
                  <a:cubicBezTo>
                    <a:pt x="13076" y="15903"/>
                    <a:pt x="13138" y="15967"/>
                    <a:pt x="13059" y="16031"/>
                  </a:cubicBezTo>
                  <a:cubicBezTo>
                    <a:pt x="12979" y="16092"/>
                    <a:pt x="12861" y="16076"/>
                    <a:pt x="12733" y="16076"/>
                  </a:cubicBezTo>
                  <a:cubicBezTo>
                    <a:pt x="12544" y="16076"/>
                    <a:pt x="12440" y="16020"/>
                    <a:pt x="12251" y="16020"/>
                  </a:cubicBezTo>
                  <a:cubicBezTo>
                    <a:pt x="12219" y="16020"/>
                    <a:pt x="12210" y="16039"/>
                    <a:pt x="12179" y="16042"/>
                  </a:cubicBezTo>
                  <a:cubicBezTo>
                    <a:pt x="12179" y="16211"/>
                    <a:pt x="12215" y="16328"/>
                    <a:pt x="12092" y="16476"/>
                  </a:cubicBezTo>
                  <a:cubicBezTo>
                    <a:pt x="11960" y="16631"/>
                    <a:pt x="11779" y="16695"/>
                    <a:pt x="11704" y="16865"/>
                  </a:cubicBezTo>
                  <a:cubicBezTo>
                    <a:pt x="11618" y="17062"/>
                    <a:pt x="11552" y="17170"/>
                    <a:pt x="11442" y="17365"/>
                  </a:cubicBezTo>
                  <a:cubicBezTo>
                    <a:pt x="11376" y="17485"/>
                    <a:pt x="11336" y="17631"/>
                    <a:pt x="11134" y="17631"/>
                  </a:cubicBezTo>
                  <a:cubicBezTo>
                    <a:pt x="10981" y="17631"/>
                    <a:pt x="11002" y="17496"/>
                    <a:pt x="11002" y="17398"/>
                  </a:cubicBezTo>
                  <a:cubicBezTo>
                    <a:pt x="11002" y="17048"/>
                    <a:pt x="11379" y="16884"/>
                    <a:pt x="11379" y="16533"/>
                  </a:cubicBezTo>
                  <a:lnTo>
                    <a:pt x="11379" y="16183"/>
                  </a:lnTo>
                  <a:cubicBezTo>
                    <a:pt x="11379" y="16117"/>
                    <a:pt x="11283" y="16092"/>
                    <a:pt x="11283" y="16026"/>
                  </a:cubicBezTo>
                  <a:cubicBezTo>
                    <a:pt x="11283" y="15831"/>
                    <a:pt x="11542" y="15770"/>
                    <a:pt x="11741" y="15620"/>
                  </a:cubicBezTo>
                  <a:cubicBezTo>
                    <a:pt x="11890" y="15505"/>
                    <a:pt x="11960" y="15381"/>
                    <a:pt x="12197" y="15364"/>
                  </a:cubicBezTo>
                  <a:cubicBezTo>
                    <a:pt x="12566" y="15339"/>
                    <a:pt x="12952" y="15231"/>
                    <a:pt x="12952" y="14996"/>
                  </a:cubicBezTo>
                  <a:cubicBezTo>
                    <a:pt x="12952" y="14864"/>
                    <a:pt x="12890" y="14775"/>
                    <a:pt x="12971" y="14652"/>
                  </a:cubicBezTo>
                  <a:cubicBezTo>
                    <a:pt x="13019" y="14578"/>
                    <a:pt x="13125" y="14558"/>
                    <a:pt x="13181" y="14485"/>
                  </a:cubicBezTo>
                  <a:cubicBezTo>
                    <a:pt x="13222" y="14436"/>
                    <a:pt x="13208" y="14378"/>
                    <a:pt x="13288" y="14352"/>
                  </a:cubicBezTo>
                  <a:cubicBezTo>
                    <a:pt x="13613" y="14244"/>
                    <a:pt x="13832" y="14186"/>
                    <a:pt x="14200" y="14186"/>
                  </a:cubicBezTo>
                  <a:cubicBezTo>
                    <a:pt x="14399" y="14186"/>
                    <a:pt x="14503" y="14277"/>
                    <a:pt x="14606" y="14386"/>
                  </a:cubicBezTo>
                  <a:cubicBezTo>
                    <a:pt x="14675" y="14460"/>
                    <a:pt x="14763" y="14499"/>
                    <a:pt x="14763" y="14588"/>
                  </a:cubicBezTo>
                  <a:lnTo>
                    <a:pt x="14763" y="14897"/>
                  </a:lnTo>
                  <a:lnTo>
                    <a:pt x="14728" y="14975"/>
                  </a:lnTo>
                  <a:lnTo>
                    <a:pt x="14745" y="15030"/>
                  </a:lnTo>
                  <a:cubicBezTo>
                    <a:pt x="15044" y="14841"/>
                    <a:pt x="15132" y="14697"/>
                    <a:pt x="15431" y="14519"/>
                  </a:cubicBezTo>
                  <a:cubicBezTo>
                    <a:pt x="15621" y="14407"/>
                    <a:pt x="15888" y="14374"/>
                    <a:pt x="15888" y="14211"/>
                  </a:cubicBezTo>
                  <a:lnTo>
                    <a:pt x="15888" y="13841"/>
                  </a:lnTo>
                  <a:lnTo>
                    <a:pt x="16094" y="13841"/>
                  </a:lnTo>
                  <a:cubicBezTo>
                    <a:pt x="16253" y="13841"/>
                    <a:pt x="16310" y="13941"/>
                    <a:pt x="16467" y="13941"/>
                  </a:cubicBezTo>
                  <a:cubicBezTo>
                    <a:pt x="16714" y="13941"/>
                    <a:pt x="16714" y="13729"/>
                    <a:pt x="16714" y="13574"/>
                  </a:cubicBezTo>
                  <a:cubicBezTo>
                    <a:pt x="16714" y="13310"/>
                    <a:pt x="16521" y="13171"/>
                    <a:pt x="16521" y="12907"/>
                  </a:cubicBezTo>
                  <a:cubicBezTo>
                    <a:pt x="16521" y="12843"/>
                    <a:pt x="16613" y="12796"/>
                    <a:pt x="16714" y="12796"/>
                  </a:cubicBezTo>
                  <a:cubicBezTo>
                    <a:pt x="16978" y="12796"/>
                    <a:pt x="17101" y="12929"/>
                    <a:pt x="17365" y="12929"/>
                  </a:cubicBezTo>
                  <a:cubicBezTo>
                    <a:pt x="17487" y="12929"/>
                    <a:pt x="17575" y="12851"/>
                    <a:pt x="17575" y="12773"/>
                  </a:cubicBezTo>
                  <a:cubicBezTo>
                    <a:pt x="17575" y="12701"/>
                    <a:pt x="17487" y="12668"/>
                    <a:pt x="17487" y="12596"/>
                  </a:cubicBezTo>
                  <a:cubicBezTo>
                    <a:pt x="17487" y="12526"/>
                    <a:pt x="17624" y="12507"/>
                    <a:pt x="17733" y="12507"/>
                  </a:cubicBezTo>
                  <a:cubicBezTo>
                    <a:pt x="17874" y="12507"/>
                    <a:pt x="17949" y="12540"/>
                    <a:pt x="18090" y="12540"/>
                  </a:cubicBezTo>
                  <a:cubicBezTo>
                    <a:pt x="18168" y="12540"/>
                    <a:pt x="18216" y="12538"/>
                    <a:pt x="18295" y="12538"/>
                  </a:cubicBezTo>
                  <a:lnTo>
                    <a:pt x="18295" y="12437"/>
                  </a:lnTo>
                  <a:cubicBezTo>
                    <a:pt x="18295" y="12312"/>
                    <a:pt x="18229" y="12243"/>
                    <a:pt x="18207" y="12117"/>
                  </a:cubicBezTo>
                  <a:cubicBezTo>
                    <a:pt x="18190" y="12009"/>
                    <a:pt x="18252" y="11940"/>
                    <a:pt x="18190" y="11839"/>
                  </a:cubicBezTo>
                  <a:cubicBezTo>
                    <a:pt x="18085" y="11670"/>
                    <a:pt x="17839" y="11613"/>
                    <a:pt x="17839" y="11429"/>
                  </a:cubicBezTo>
                  <a:cubicBezTo>
                    <a:pt x="17839" y="11348"/>
                    <a:pt x="17927" y="11272"/>
                    <a:pt x="18053" y="11272"/>
                  </a:cubicBezTo>
                  <a:lnTo>
                    <a:pt x="18471" y="11272"/>
                  </a:lnTo>
                  <a:cubicBezTo>
                    <a:pt x="18471" y="11272"/>
                    <a:pt x="18471" y="11272"/>
                    <a:pt x="18471" y="11272"/>
                  </a:cubicBezTo>
                  <a:close/>
                  <a:moveTo>
                    <a:pt x="14342" y="7582"/>
                  </a:moveTo>
                  <a:cubicBezTo>
                    <a:pt x="14342" y="7465"/>
                    <a:pt x="14574" y="7465"/>
                    <a:pt x="14745" y="7426"/>
                  </a:cubicBezTo>
                  <a:cubicBezTo>
                    <a:pt x="14896" y="7393"/>
                    <a:pt x="14971" y="7334"/>
                    <a:pt x="15115" y="7293"/>
                  </a:cubicBezTo>
                  <a:cubicBezTo>
                    <a:pt x="15431" y="7201"/>
                    <a:pt x="15634" y="7170"/>
                    <a:pt x="15959" y="7092"/>
                  </a:cubicBezTo>
                  <a:cubicBezTo>
                    <a:pt x="16043" y="7073"/>
                    <a:pt x="16094" y="7032"/>
                    <a:pt x="16187" y="7037"/>
                  </a:cubicBezTo>
                  <a:cubicBezTo>
                    <a:pt x="16372" y="7051"/>
                    <a:pt x="16367" y="7187"/>
                    <a:pt x="16521" y="7248"/>
                  </a:cubicBezTo>
                  <a:cubicBezTo>
                    <a:pt x="16643" y="7298"/>
                    <a:pt x="16757" y="7284"/>
                    <a:pt x="16890" y="7326"/>
                  </a:cubicBezTo>
                  <a:cubicBezTo>
                    <a:pt x="17008" y="7362"/>
                    <a:pt x="16978" y="7449"/>
                    <a:pt x="17013" y="7526"/>
                  </a:cubicBezTo>
                  <a:cubicBezTo>
                    <a:pt x="17048" y="7599"/>
                    <a:pt x="17101" y="7640"/>
                    <a:pt x="17101" y="7718"/>
                  </a:cubicBezTo>
                  <a:lnTo>
                    <a:pt x="17101" y="8057"/>
                  </a:lnTo>
                  <a:cubicBezTo>
                    <a:pt x="17101" y="8460"/>
                    <a:pt x="17417" y="8727"/>
                    <a:pt x="18015" y="8916"/>
                  </a:cubicBezTo>
                  <a:lnTo>
                    <a:pt x="17962" y="8961"/>
                  </a:lnTo>
                  <a:cubicBezTo>
                    <a:pt x="17698" y="8961"/>
                    <a:pt x="17575" y="9072"/>
                    <a:pt x="17311" y="9072"/>
                  </a:cubicBezTo>
                  <a:cubicBezTo>
                    <a:pt x="17118" y="9072"/>
                    <a:pt x="17031" y="8985"/>
                    <a:pt x="16838" y="8971"/>
                  </a:cubicBezTo>
                  <a:cubicBezTo>
                    <a:pt x="16508" y="8946"/>
                    <a:pt x="16275" y="8975"/>
                    <a:pt x="16011" y="8849"/>
                  </a:cubicBezTo>
                  <a:cubicBezTo>
                    <a:pt x="16077" y="8763"/>
                    <a:pt x="16239" y="8752"/>
                    <a:pt x="16239" y="8660"/>
                  </a:cubicBezTo>
                  <a:cubicBezTo>
                    <a:pt x="16239" y="8543"/>
                    <a:pt x="16034" y="8522"/>
                    <a:pt x="15870" y="8471"/>
                  </a:cubicBezTo>
                  <a:cubicBezTo>
                    <a:pt x="15607" y="8388"/>
                    <a:pt x="15480" y="8314"/>
                    <a:pt x="15203" y="8250"/>
                  </a:cubicBezTo>
                  <a:cubicBezTo>
                    <a:pt x="14838" y="8163"/>
                    <a:pt x="14724" y="7988"/>
                    <a:pt x="14535" y="7771"/>
                  </a:cubicBezTo>
                  <a:cubicBezTo>
                    <a:pt x="14469" y="7696"/>
                    <a:pt x="14342" y="7668"/>
                    <a:pt x="14342" y="7582"/>
                  </a:cubicBezTo>
                  <a:cubicBezTo>
                    <a:pt x="14342" y="7582"/>
                    <a:pt x="14342" y="7582"/>
                    <a:pt x="14342" y="7582"/>
                  </a:cubicBezTo>
                  <a:close/>
                  <a:moveTo>
                    <a:pt x="15220" y="11539"/>
                  </a:moveTo>
                  <a:cubicBezTo>
                    <a:pt x="14909" y="11673"/>
                    <a:pt x="14694" y="11817"/>
                    <a:pt x="14694" y="12056"/>
                  </a:cubicBezTo>
                  <a:cubicBezTo>
                    <a:pt x="14694" y="12181"/>
                    <a:pt x="14707" y="12350"/>
                    <a:pt x="14904" y="12350"/>
                  </a:cubicBezTo>
                  <a:cubicBezTo>
                    <a:pt x="15145" y="12350"/>
                    <a:pt x="15229" y="12217"/>
                    <a:pt x="15448" y="12163"/>
                  </a:cubicBezTo>
                  <a:cubicBezTo>
                    <a:pt x="15766" y="12078"/>
                    <a:pt x="16082" y="11990"/>
                    <a:pt x="16082" y="11773"/>
                  </a:cubicBezTo>
                  <a:cubicBezTo>
                    <a:pt x="16082" y="11640"/>
                    <a:pt x="15933" y="11584"/>
                    <a:pt x="15818" y="11473"/>
                  </a:cubicBezTo>
                  <a:cubicBezTo>
                    <a:pt x="15773" y="11431"/>
                    <a:pt x="15744" y="11384"/>
                    <a:pt x="15659" y="11384"/>
                  </a:cubicBezTo>
                  <a:cubicBezTo>
                    <a:pt x="15480" y="11384"/>
                    <a:pt x="15358" y="11481"/>
                    <a:pt x="15220" y="11539"/>
                  </a:cubicBezTo>
                  <a:cubicBezTo>
                    <a:pt x="15220" y="11539"/>
                    <a:pt x="15220" y="11539"/>
                    <a:pt x="15220" y="11539"/>
                  </a:cubicBezTo>
                  <a:close/>
                  <a:moveTo>
                    <a:pt x="14166" y="10261"/>
                  </a:moveTo>
                  <a:cubicBezTo>
                    <a:pt x="14060" y="10261"/>
                    <a:pt x="14011" y="10328"/>
                    <a:pt x="13990" y="10395"/>
                  </a:cubicBezTo>
                  <a:lnTo>
                    <a:pt x="14025" y="10517"/>
                  </a:lnTo>
                  <a:lnTo>
                    <a:pt x="14025" y="10753"/>
                  </a:lnTo>
                  <a:cubicBezTo>
                    <a:pt x="14025" y="10962"/>
                    <a:pt x="13858" y="11067"/>
                    <a:pt x="13744" y="11262"/>
                  </a:cubicBezTo>
                  <a:cubicBezTo>
                    <a:pt x="13555" y="11581"/>
                    <a:pt x="13480" y="11782"/>
                    <a:pt x="13480" y="12124"/>
                  </a:cubicBezTo>
                  <a:cubicBezTo>
                    <a:pt x="13480" y="12373"/>
                    <a:pt x="13489" y="12532"/>
                    <a:pt x="13638" y="12763"/>
                  </a:cubicBezTo>
                  <a:cubicBezTo>
                    <a:pt x="13638" y="12443"/>
                    <a:pt x="13814" y="12270"/>
                    <a:pt x="13867" y="11951"/>
                  </a:cubicBezTo>
                  <a:cubicBezTo>
                    <a:pt x="13885" y="11837"/>
                    <a:pt x="13867" y="11768"/>
                    <a:pt x="13920" y="11662"/>
                  </a:cubicBezTo>
                  <a:cubicBezTo>
                    <a:pt x="13994" y="11520"/>
                    <a:pt x="14148" y="11467"/>
                    <a:pt x="14236" y="11328"/>
                  </a:cubicBezTo>
                  <a:cubicBezTo>
                    <a:pt x="14443" y="11009"/>
                    <a:pt x="14518" y="10806"/>
                    <a:pt x="14518" y="10461"/>
                  </a:cubicBezTo>
                  <a:cubicBezTo>
                    <a:pt x="14518" y="10392"/>
                    <a:pt x="14535" y="10325"/>
                    <a:pt x="14447" y="10284"/>
                  </a:cubicBezTo>
                  <a:cubicBezTo>
                    <a:pt x="14359" y="10242"/>
                    <a:pt x="14275" y="10261"/>
                    <a:pt x="14166" y="10261"/>
                  </a:cubicBezTo>
                  <a:cubicBezTo>
                    <a:pt x="14166" y="10261"/>
                    <a:pt x="14166" y="10261"/>
                    <a:pt x="14166" y="10261"/>
                  </a:cubicBezTo>
                  <a:close/>
                  <a:moveTo>
                    <a:pt x="11477" y="11728"/>
                  </a:moveTo>
                  <a:cubicBezTo>
                    <a:pt x="11415" y="11889"/>
                    <a:pt x="11379" y="11951"/>
                    <a:pt x="11248" y="12095"/>
                  </a:cubicBezTo>
                  <a:cubicBezTo>
                    <a:pt x="11046" y="12020"/>
                    <a:pt x="10879" y="11942"/>
                    <a:pt x="10879" y="11796"/>
                  </a:cubicBezTo>
                  <a:cubicBezTo>
                    <a:pt x="10879" y="11590"/>
                    <a:pt x="11173" y="11532"/>
                    <a:pt x="11406" y="11384"/>
                  </a:cubicBezTo>
                  <a:cubicBezTo>
                    <a:pt x="11446" y="11421"/>
                    <a:pt x="11477" y="11450"/>
                    <a:pt x="11477" y="11498"/>
                  </a:cubicBezTo>
                  <a:lnTo>
                    <a:pt x="11477" y="11728"/>
                  </a:lnTo>
                  <a:cubicBezTo>
                    <a:pt x="11477" y="11728"/>
                    <a:pt x="11477" y="11728"/>
                    <a:pt x="11477" y="11728"/>
                  </a:cubicBezTo>
                  <a:close/>
                  <a:moveTo>
                    <a:pt x="12092" y="11092"/>
                  </a:moveTo>
                  <a:cubicBezTo>
                    <a:pt x="12092" y="10997"/>
                    <a:pt x="12176" y="10953"/>
                    <a:pt x="12215" y="10861"/>
                  </a:cubicBezTo>
                  <a:cubicBezTo>
                    <a:pt x="12268" y="10747"/>
                    <a:pt x="12294" y="10648"/>
                    <a:pt x="12461" y="10595"/>
                  </a:cubicBezTo>
                  <a:cubicBezTo>
                    <a:pt x="12557" y="10564"/>
                    <a:pt x="12632" y="10583"/>
                    <a:pt x="12742" y="10572"/>
                  </a:cubicBezTo>
                  <a:cubicBezTo>
                    <a:pt x="13050" y="10542"/>
                    <a:pt x="13238" y="10500"/>
                    <a:pt x="13533" y="10561"/>
                  </a:cubicBezTo>
                  <a:cubicBezTo>
                    <a:pt x="13502" y="10797"/>
                    <a:pt x="13490" y="10939"/>
                    <a:pt x="13323" y="11151"/>
                  </a:cubicBezTo>
                  <a:cubicBezTo>
                    <a:pt x="13252" y="11240"/>
                    <a:pt x="13173" y="11284"/>
                    <a:pt x="13147" y="11384"/>
                  </a:cubicBezTo>
                  <a:cubicBezTo>
                    <a:pt x="13107" y="11523"/>
                    <a:pt x="13154" y="11606"/>
                    <a:pt x="13093" y="11740"/>
                  </a:cubicBezTo>
                  <a:cubicBezTo>
                    <a:pt x="12952" y="12043"/>
                    <a:pt x="12899" y="12217"/>
                    <a:pt x="12899" y="12529"/>
                  </a:cubicBezTo>
                  <a:cubicBezTo>
                    <a:pt x="12899" y="12709"/>
                    <a:pt x="12949" y="12824"/>
                    <a:pt x="13112" y="12974"/>
                  </a:cubicBezTo>
                  <a:cubicBezTo>
                    <a:pt x="13225" y="13079"/>
                    <a:pt x="13445" y="13101"/>
                    <a:pt x="13445" y="13229"/>
                  </a:cubicBezTo>
                  <a:cubicBezTo>
                    <a:pt x="13445" y="13357"/>
                    <a:pt x="13314" y="13485"/>
                    <a:pt x="13112" y="13485"/>
                  </a:cubicBezTo>
                  <a:cubicBezTo>
                    <a:pt x="12733" y="13485"/>
                    <a:pt x="12610" y="13276"/>
                    <a:pt x="12232" y="13229"/>
                  </a:cubicBezTo>
                  <a:cubicBezTo>
                    <a:pt x="11907" y="13190"/>
                    <a:pt x="11767" y="13063"/>
                    <a:pt x="11600" y="12884"/>
                  </a:cubicBezTo>
                  <a:cubicBezTo>
                    <a:pt x="11534" y="12816"/>
                    <a:pt x="11424" y="12787"/>
                    <a:pt x="11424" y="12707"/>
                  </a:cubicBezTo>
                  <a:cubicBezTo>
                    <a:pt x="11424" y="12504"/>
                    <a:pt x="11811" y="12487"/>
                    <a:pt x="11952" y="12307"/>
                  </a:cubicBezTo>
                  <a:cubicBezTo>
                    <a:pt x="12101" y="12115"/>
                    <a:pt x="12092" y="11979"/>
                    <a:pt x="12092" y="11765"/>
                  </a:cubicBezTo>
                  <a:lnTo>
                    <a:pt x="12092" y="11092"/>
                  </a:lnTo>
                  <a:cubicBezTo>
                    <a:pt x="12092" y="11092"/>
                    <a:pt x="12092" y="11092"/>
                    <a:pt x="12092" y="11092"/>
                  </a:cubicBezTo>
                  <a:close/>
                  <a:moveTo>
                    <a:pt x="4482" y="12176"/>
                  </a:moveTo>
                  <a:cubicBezTo>
                    <a:pt x="4482" y="11971"/>
                    <a:pt x="4363" y="11728"/>
                    <a:pt x="4038" y="11728"/>
                  </a:cubicBezTo>
                  <a:lnTo>
                    <a:pt x="3857" y="11728"/>
                  </a:lnTo>
                  <a:lnTo>
                    <a:pt x="3857" y="11876"/>
                  </a:lnTo>
                  <a:cubicBezTo>
                    <a:pt x="3857" y="11959"/>
                    <a:pt x="3924" y="12004"/>
                    <a:pt x="3955" y="12085"/>
                  </a:cubicBezTo>
                  <a:cubicBezTo>
                    <a:pt x="4007" y="12220"/>
                    <a:pt x="4016" y="12323"/>
                    <a:pt x="4166" y="12429"/>
                  </a:cubicBezTo>
                  <a:cubicBezTo>
                    <a:pt x="4025" y="12540"/>
                    <a:pt x="3797" y="12565"/>
                    <a:pt x="3797" y="12707"/>
                  </a:cubicBezTo>
                  <a:cubicBezTo>
                    <a:pt x="3797" y="12832"/>
                    <a:pt x="3955" y="12888"/>
                    <a:pt x="3955" y="13012"/>
                  </a:cubicBezTo>
                  <a:cubicBezTo>
                    <a:pt x="3955" y="13310"/>
                    <a:pt x="3827" y="13510"/>
                    <a:pt x="3497" y="13718"/>
                  </a:cubicBezTo>
                  <a:cubicBezTo>
                    <a:pt x="3286" y="13852"/>
                    <a:pt x="3141" y="13921"/>
                    <a:pt x="3006" y="14096"/>
                  </a:cubicBezTo>
                  <a:cubicBezTo>
                    <a:pt x="2654" y="14541"/>
                    <a:pt x="2337" y="14718"/>
                    <a:pt x="1987" y="15163"/>
                  </a:cubicBezTo>
                  <a:cubicBezTo>
                    <a:pt x="1886" y="15295"/>
                    <a:pt x="1739" y="15334"/>
                    <a:pt x="1616" y="15453"/>
                  </a:cubicBezTo>
                  <a:cubicBezTo>
                    <a:pt x="1406" y="15653"/>
                    <a:pt x="1264" y="15752"/>
                    <a:pt x="1054" y="15953"/>
                  </a:cubicBezTo>
                  <a:cubicBezTo>
                    <a:pt x="879" y="16123"/>
                    <a:pt x="720" y="16197"/>
                    <a:pt x="492" y="16342"/>
                  </a:cubicBezTo>
                  <a:cubicBezTo>
                    <a:pt x="70" y="16609"/>
                    <a:pt x="0" y="16875"/>
                    <a:pt x="0" y="17251"/>
                  </a:cubicBezTo>
                  <a:lnTo>
                    <a:pt x="0" y="17343"/>
                  </a:lnTo>
                  <a:cubicBezTo>
                    <a:pt x="40" y="17345"/>
                    <a:pt x="62" y="17354"/>
                    <a:pt x="101" y="17354"/>
                  </a:cubicBezTo>
                  <a:cubicBezTo>
                    <a:pt x="273" y="17354"/>
                    <a:pt x="329" y="17256"/>
                    <a:pt x="440" y="17176"/>
                  </a:cubicBezTo>
                  <a:cubicBezTo>
                    <a:pt x="537" y="17106"/>
                    <a:pt x="601" y="17065"/>
                    <a:pt x="685" y="16987"/>
                  </a:cubicBezTo>
                  <a:cubicBezTo>
                    <a:pt x="931" y="16759"/>
                    <a:pt x="1120" y="16645"/>
                    <a:pt x="1300" y="16398"/>
                  </a:cubicBezTo>
                  <a:cubicBezTo>
                    <a:pt x="1398" y="16265"/>
                    <a:pt x="1427" y="16175"/>
                    <a:pt x="1582" y="16064"/>
                  </a:cubicBezTo>
                  <a:cubicBezTo>
                    <a:pt x="1653" y="16012"/>
                    <a:pt x="1745" y="16008"/>
                    <a:pt x="1827" y="15964"/>
                  </a:cubicBezTo>
                  <a:cubicBezTo>
                    <a:pt x="2110" y="15808"/>
                    <a:pt x="2245" y="15695"/>
                    <a:pt x="2408" y="15486"/>
                  </a:cubicBezTo>
                  <a:cubicBezTo>
                    <a:pt x="2505" y="15361"/>
                    <a:pt x="2566" y="15278"/>
                    <a:pt x="2619" y="15142"/>
                  </a:cubicBezTo>
                  <a:cubicBezTo>
                    <a:pt x="2654" y="15047"/>
                    <a:pt x="2619" y="14980"/>
                    <a:pt x="2688" y="14897"/>
                  </a:cubicBezTo>
                  <a:cubicBezTo>
                    <a:pt x="2808" y="14764"/>
                    <a:pt x="2993" y="14750"/>
                    <a:pt x="3163" y="14641"/>
                  </a:cubicBezTo>
                  <a:cubicBezTo>
                    <a:pt x="3519" y="14416"/>
                    <a:pt x="3704" y="14275"/>
                    <a:pt x="3971" y="14008"/>
                  </a:cubicBezTo>
                  <a:cubicBezTo>
                    <a:pt x="4068" y="13907"/>
                    <a:pt x="4201" y="13857"/>
                    <a:pt x="4201" y="13738"/>
                  </a:cubicBezTo>
                  <a:lnTo>
                    <a:pt x="4201" y="13496"/>
                  </a:lnTo>
                  <a:cubicBezTo>
                    <a:pt x="4680" y="13222"/>
                    <a:pt x="4886" y="12946"/>
                    <a:pt x="4886" y="12538"/>
                  </a:cubicBezTo>
                  <a:lnTo>
                    <a:pt x="4886" y="12451"/>
                  </a:lnTo>
                  <a:cubicBezTo>
                    <a:pt x="4727" y="12435"/>
                    <a:pt x="4640" y="12418"/>
                    <a:pt x="4482" y="12418"/>
                  </a:cubicBezTo>
                  <a:cubicBezTo>
                    <a:pt x="4468" y="12323"/>
                    <a:pt x="4482" y="12270"/>
                    <a:pt x="4482" y="12176"/>
                  </a:cubicBezTo>
                  <a:cubicBezTo>
                    <a:pt x="4482" y="12176"/>
                    <a:pt x="4482" y="12176"/>
                    <a:pt x="4482" y="12176"/>
                  </a:cubicBezTo>
                  <a:close/>
                  <a:moveTo>
                    <a:pt x="10704" y="8705"/>
                  </a:moveTo>
                  <a:cubicBezTo>
                    <a:pt x="10704" y="8693"/>
                    <a:pt x="10720" y="8685"/>
                    <a:pt x="10720" y="8674"/>
                  </a:cubicBezTo>
                  <a:cubicBezTo>
                    <a:pt x="10720" y="8588"/>
                    <a:pt x="10681" y="8482"/>
                    <a:pt x="10546" y="8482"/>
                  </a:cubicBezTo>
                  <a:cubicBezTo>
                    <a:pt x="10470" y="8482"/>
                    <a:pt x="10453" y="8533"/>
                    <a:pt x="10387" y="8549"/>
                  </a:cubicBezTo>
                  <a:cubicBezTo>
                    <a:pt x="10277" y="8577"/>
                    <a:pt x="10207" y="8572"/>
                    <a:pt x="10088" y="8572"/>
                  </a:cubicBezTo>
                  <a:cubicBezTo>
                    <a:pt x="10079" y="8599"/>
                    <a:pt x="10066" y="8613"/>
                    <a:pt x="10053" y="8638"/>
                  </a:cubicBezTo>
                  <a:cubicBezTo>
                    <a:pt x="10232" y="8693"/>
                    <a:pt x="10330" y="8761"/>
                    <a:pt x="10532" y="8761"/>
                  </a:cubicBezTo>
                  <a:cubicBezTo>
                    <a:pt x="10584" y="8761"/>
                    <a:pt x="10616" y="8752"/>
                    <a:pt x="10669" y="8749"/>
                  </a:cubicBezTo>
                  <a:cubicBezTo>
                    <a:pt x="10672" y="8732"/>
                    <a:pt x="10704" y="8725"/>
                    <a:pt x="10704" y="8705"/>
                  </a:cubicBezTo>
                  <a:cubicBezTo>
                    <a:pt x="10704" y="8705"/>
                    <a:pt x="10704" y="8705"/>
                    <a:pt x="10704" y="8705"/>
                  </a:cubicBezTo>
                  <a:close/>
                  <a:moveTo>
                    <a:pt x="9474" y="8730"/>
                  </a:moveTo>
                  <a:cubicBezTo>
                    <a:pt x="9474" y="8629"/>
                    <a:pt x="9381" y="8549"/>
                    <a:pt x="9228" y="8526"/>
                  </a:cubicBezTo>
                  <a:cubicBezTo>
                    <a:pt x="9200" y="8602"/>
                    <a:pt x="9157" y="8649"/>
                    <a:pt x="9157" y="8727"/>
                  </a:cubicBezTo>
                  <a:cubicBezTo>
                    <a:pt x="9157" y="8988"/>
                    <a:pt x="9192" y="9138"/>
                    <a:pt x="9386" y="9383"/>
                  </a:cubicBezTo>
                  <a:cubicBezTo>
                    <a:pt x="9430" y="9355"/>
                    <a:pt x="9474" y="9333"/>
                    <a:pt x="9474" y="9291"/>
                  </a:cubicBezTo>
                  <a:lnTo>
                    <a:pt x="9474" y="8730"/>
                  </a:lnTo>
                  <a:cubicBezTo>
                    <a:pt x="9474" y="8730"/>
                    <a:pt x="9474" y="8730"/>
                    <a:pt x="9474" y="8730"/>
                  </a:cubicBezTo>
                  <a:close/>
                  <a:moveTo>
                    <a:pt x="15075" y="8838"/>
                  </a:moveTo>
                  <a:cubicBezTo>
                    <a:pt x="15225" y="8838"/>
                    <a:pt x="15414" y="8866"/>
                    <a:pt x="15414" y="8961"/>
                  </a:cubicBezTo>
                  <a:cubicBezTo>
                    <a:pt x="15414" y="9024"/>
                    <a:pt x="15264" y="9016"/>
                    <a:pt x="15168" y="9027"/>
                  </a:cubicBezTo>
                  <a:cubicBezTo>
                    <a:pt x="15093" y="9035"/>
                    <a:pt x="15085" y="9105"/>
                    <a:pt x="15005" y="9105"/>
                  </a:cubicBezTo>
                  <a:lnTo>
                    <a:pt x="14851" y="9105"/>
                  </a:lnTo>
                  <a:cubicBezTo>
                    <a:pt x="14829" y="9013"/>
                    <a:pt x="14675" y="8985"/>
                    <a:pt x="14675" y="8894"/>
                  </a:cubicBezTo>
                  <a:cubicBezTo>
                    <a:pt x="14675" y="8872"/>
                    <a:pt x="14701" y="8857"/>
                    <a:pt x="14710" y="8838"/>
                  </a:cubicBezTo>
                  <a:lnTo>
                    <a:pt x="15075" y="8838"/>
                  </a:lnTo>
                  <a:cubicBezTo>
                    <a:pt x="15075" y="8838"/>
                    <a:pt x="15075" y="8838"/>
                    <a:pt x="15075" y="8838"/>
                  </a:cubicBezTo>
                  <a:close/>
                  <a:moveTo>
                    <a:pt x="16284" y="9202"/>
                  </a:moveTo>
                  <a:cubicBezTo>
                    <a:pt x="16284" y="9152"/>
                    <a:pt x="16288" y="9122"/>
                    <a:pt x="16284" y="9072"/>
                  </a:cubicBezTo>
                  <a:cubicBezTo>
                    <a:pt x="16213" y="9069"/>
                    <a:pt x="16170" y="9060"/>
                    <a:pt x="16099" y="9060"/>
                  </a:cubicBezTo>
                  <a:cubicBezTo>
                    <a:pt x="15989" y="9060"/>
                    <a:pt x="15989" y="9155"/>
                    <a:pt x="15923" y="9204"/>
                  </a:cubicBezTo>
                  <a:cubicBezTo>
                    <a:pt x="15817" y="9282"/>
                    <a:pt x="15699" y="9305"/>
                    <a:pt x="15536" y="9305"/>
                  </a:cubicBezTo>
                  <a:cubicBezTo>
                    <a:pt x="15272" y="9305"/>
                    <a:pt x="15124" y="9260"/>
                    <a:pt x="14861" y="9260"/>
                  </a:cubicBezTo>
                  <a:cubicBezTo>
                    <a:pt x="14741" y="9260"/>
                    <a:pt x="14570" y="9241"/>
                    <a:pt x="14570" y="9316"/>
                  </a:cubicBezTo>
                  <a:cubicBezTo>
                    <a:pt x="14570" y="9439"/>
                    <a:pt x="14773" y="9466"/>
                    <a:pt x="14868" y="9572"/>
                  </a:cubicBezTo>
                  <a:cubicBezTo>
                    <a:pt x="14952" y="9661"/>
                    <a:pt x="14935" y="9794"/>
                    <a:pt x="15098" y="9794"/>
                  </a:cubicBezTo>
                  <a:cubicBezTo>
                    <a:pt x="15255" y="9794"/>
                    <a:pt x="15334" y="9739"/>
                    <a:pt x="15493" y="9739"/>
                  </a:cubicBezTo>
                  <a:cubicBezTo>
                    <a:pt x="15699" y="9739"/>
                    <a:pt x="15769" y="9869"/>
                    <a:pt x="15835" y="9994"/>
                  </a:cubicBezTo>
                  <a:cubicBezTo>
                    <a:pt x="15927" y="10169"/>
                    <a:pt x="16170" y="10234"/>
                    <a:pt x="16170" y="10417"/>
                  </a:cubicBezTo>
                  <a:cubicBezTo>
                    <a:pt x="16170" y="10550"/>
                    <a:pt x="16063" y="10617"/>
                    <a:pt x="16063" y="10750"/>
                  </a:cubicBezTo>
                  <a:cubicBezTo>
                    <a:pt x="16063" y="10842"/>
                    <a:pt x="16275" y="10828"/>
                    <a:pt x="16345" y="10906"/>
                  </a:cubicBezTo>
                  <a:cubicBezTo>
                    <a:pt x="16424" y="10992"/>
                    <a:pt x="16450" y="11050"/>
                    <a:pt x="16521" y="11139"/>
                  </a:cubicBezTo>
                  <a:cubicBezTo>
                    <a:pt x="16770" y="11078"/>
                    <a:pt x="16701" y="10887"/>
                    <a:pt x="16908" y="10773"/>
                  </a:cubicBezTo>
                  <a:cubicBezTo>
                    <a:pt x="17075" y="10681"/>
                    <a:pt x="17346" y="10681"/>
                    <a:pt x="17346" y="10539"/>
                  </a:cubicBezTo>
                  <a:cubicBezTo>
                    <a:pt x="17346" y="10400"/>
                    <a:pt x="17148" y="10353"/>
                    <a:pt x="17031" y="10238"/>
                  </a:cubicBezTo>
                  <a:cubicBezTo>
                    <a:pt x="16880" y="10095"/>
                    <a:pt x="16767" y="10017"/>
                    <a:pt x="16574" y="9894"/>
                  </a:cubicBezTo>
                  <a:cubicBezTo>
                    <a:pt x="16424" y="9800"/>
                    <a:pt x="16499" y="9692"/>
                    <a:pt x="16467" y="9560"/>
                  </a:cubicBezTo>
                  <a:cubicBezTo>
                    <a:pt x="16433" y="9416"/>
                    <a:pt x="16284" y="9350"/>
                    <a:pt x="16284" y="9202"/>
                  </a:cubicBezTo>
                  <a:cubicBezTo>
                    <a:pt x="16284" y="9202"/>
                    <a:pt x="16284" y="9202"/>
                    <a:pt x="16284" y="9202"/>
                  </a:cubicBezTo>
                  <a:close/>
                  <a:moveTo>
                    <a:pt x="10242" y="9839"/>
                  </a:moveTo>
                  <a:lnTo>
                    <a:pt x="9847" y="9839"/>
                  </a:lnTo>
                  <a:cubicBezTo>
                    <a:pt x="9645" y="9839"/>
                    <a:pt x="9535" y="9805"/>
                    <a:pt x="9333" y="9805"/>
                  </a:cubicBezTo>
                  <a:cubicBezTo>
                    <a:pt x="9122" y="9805"/>
                    <a:pt x="8955" y="9800"/>
                    <a:pt x="8805" y="9894"/>
                  </a:cubicBezTo>
                  <a:cubicBezTo>
                    <a:pt x="8923" y="9936"/>
                    <a:pt x="8990" y="9967"/>
                    <a:pt x="9086" y="10028"/>
                  </a:cubicBezTo>
                  <a:lnTo>
                    <a:pt x="9450" y="10028"/>
                  </a:lnTo>
                  <a:cubicBezTo>
                    <a:pt x="9750" y="10028"/>
                    <a:pt x="9834" y="10259"/>
                    <a:pt x="9834" y="10447"/>
                  </a:cubicBezTo>
                  <a:lnTo>
                    <a:pt x="9834" y="11083"/>
                  </a:lnTo>
                  <a:lnTo>
                    <a:pt x="9754" y="11417"/>
                  </a:lnTo>
                  <a:lnTo>
                    <a:pt x="9754" y="11940"/>
                  </a:lnTo>
                  <a:lnTo>
                    <a:pt x="9824" y="11974"/>
                  </a:lnTo>
                  <a:cubicBezTo>
                    <a:pt x="9922" y="11823"/>
                    <a:pt x="10053" y="11759"/>
                    <a:pt x="10245" y="11650"/>
                  </a:cubicBezTo>
                  <a:cubicBezTo>
                    <a:pt x="10400" y="11565"/>
                    <a:pt x="10453" y="11485"/>
                    <a:pt x="10616" y="11407"/>
                  </a:cubicBezTo>
                  <a:cubicBezTo>
                    <a:pt x="10808" y="11311"/>
                    <a:pt x="11029" y="11365"/>
                    <a:pt x="11195" y="11250"/>
                  </a:cubicBezTo>
                  <a:cubicBezTo>
                    <a:pt x="11424" y="11092"/>
                    <a:pt x="11420" y="10934"/>
                    <a:pt x="11512" y="10729"/>
                  </a:cubicBezTo>
                  <a:cubicBezTo>
                    <a:pt x="11596" y="10545"/>
                    <a:pt x="12040" y="10553"/>
                    <a:pt x="12040" y="10362"/>
                  </a:cubicBezTo>
                  <a:cubicBezTo>
                    <a:pt x="12040" y="10199"/>
                    <a:pt x="12066" y="9972"/>
                    <a:pt x="11811" y="9972"/>
                  </a:cubicBezTo>
                  <a:cubicBezTo>
                    <a:pt x="11679" y="9972"/>
                    <a:pt x="11643" y="10083"/>
                    <a:pt x="11512" y="10083"/>
                  </a:cubicBezTo>
                  <a:cubicBezTo>
                    <a:pt x="11323" y="10083"/>
                    <a:pt x="11261" y="9950"/>
                    <a:pt x="11072" y="9950"/>
                  </a:cubicBezTo>
                  <a:cubicBezTo>
                    <a:pt x="10949" y="9950"/>
                    <a:pt x="10931" y="10061"/>
                    <a:pt x="10808" y="10061"/>
                  </a:cubicBezTo>
                  <a:cubicBezTo>
                    <a:pt x="10637" y="10061"/>
                    <a:pt x="10505" y="10025"/>
                    <a:pt x="10405" y="9938"/>
                  </a:cubicBezTo>
                  <a:cubicBezTo>
                    <a:pt x="10352" y="9894"/>
                    <a:pt x="10330" y="9839"/>
                    <a:pt x="10242" y="9839"/>
                  </a:cubicBezTo>
                  <a:cubicBezTo>
                    <a:pt x="10242" y="9839"/>
                    <a:pt x="10242" y="9839"/>
                    <a:pt x="10242" y="9839"/>
                  </a:cubicBezTo>
                  <a:close/>
                  <a:moveTo>
                    <a:pt x="13040" y="8349"/>
                  </a:moveTo>
                  <a:cubicBezTo>
                    <a:pt x="12890" y="8349"/>
                    <a:pt x="12899" y="8210"/>
                    <a:pt x="12760" y="8182"/>
                  </a:cubicBezTo>
                  <a:cubicBezTo>
                    <a:pt x="12461" y="8124"/>
                    <a:pt x="12268" y="8168"/>
                    <a:pt x="11952" y="8138"/>
                  </a:cubicBezTo>
                  <a:cubicBezTo>
                    <a:pt x="11946" y="8155"/>
                    <a:pt x="11915" y="8163"/>
                    <a:pt x="11915" y="8182"/>
                  </a:cubicBezTo>
                  <a:cubicBezTo>
                    <a:pt x="11915" y="8385"/>
                    <a:pt x="12197" y="8466"/>
                    <a:pt x="12197" y="8668"/>
                  </a:cubicBezTo>
                  <a:lnTo>
                    <a:pt x="12197" y="9027"/>
                  </a:lnTo>
                  <a:lnTo>
                    <a:pt x="12268" y="9116"/>
                  </a:lnTo>
                  <a:cubicBezTo>
                    <a:pt x="12491" y="9060"/>
                    <a:pt x="12487" y="8916"/>
                    <a:pt x="12549" y="8771"/>
                  </a:cubicBezTo>
                  <a:cubicBezTo>
                    <a:pt x="12580" y="8697"/>
                    <a:pt x="12593" y="8604"/>
                    <a:pt x="12715" y="8604"/>
                  </a:cubicBezTo>
                  <a:cubicBezTo>
                    <a:pt x="12816" y="8604"/>
                    <a:pt x="12861" y="8654"/>
                    <a:pt x="12917" y="8705"/>
                  </a:cubicBezTo>
                  <a:cubicBezTo>
                    <a:pt x="13001" y="8779"/>
                    <a:pt x="13141" y="8771"/>
                    <a:pt x="13291" y="8771"/>
                  </a:cubicBezTo>
                  <a:lnTo>
                    <a:pt x="13722" y="8771"/>
                  </a:lnTo>
                  <a:cubicBezTo>
                    <a:pt x="13819" y="8771"/>
                    <a:pt x="13864" y="8827"/>
                    <a:pt x="13959" y="8827"/>
                  </a:cubicBezTo>
                  <a:lnTo>
                    <a:pt x="14095" y="8827"/>
                  </a:lnTo>
                  <a:cubicBezTo>
                    <a:pt x="14060" y="8693"/>
                    <a:pt x="13990" y="8615"/>
                    <a:pt x="13814" y="8538"/>
                  </a:cubicBezTo>
                  <a:cubicBezTo>
                    <a:pt x="13691" y="8485"/>
                    <a:pt x="13581" y="8516"/>
                    <a:pt x="13445" y="8482"/>
                  </a:cubicBezTo>
                  <a:cubicBezTo>
                    <a:pt x="13309" y="8449"/>
                    <a:pt x="13243" y="8394"/>
                    <a:pt x="13093" y="8394"/>
                  </a:cubicBezTo>
                  <a:cubicBezTo>
                    <a:pt x="13059" y="8394"/>
                    <a:pt x="13076" y="8349"/>
                    <a:pt x="13040" y="8349"/>
                  </a:cubicBezTo>
                  <a:cubicBezTo>
                    <a:pt x="13040" y="8349"/>
                    <a:pt x="13040" y="8349"/>
                    <a:pt x="13040" y="8349"/>
                  </a:cubicBezTo>
                  <a:close/>
                  <a:moveTo>
                    <a:pt x="6098" y="7982"/>
                  </a:moveTo>
                  <a:cubicBezTo>
                    <a:pt x="5958" y="8037"/>
                    <a:pt x="5923" y="8124"/>
                    <a:pt x="5765" y="8160"/>
                  </a:cubicBezTo>
                  <a:cubicBezTo>
                    <a:pt x="5576" y="8204"/>
                    <a:pt x="5400" y="8221"/>
                    <a:pt x="5326" y="8338"/>
                  </a:cubicBezTo>
                  <a:lnTo>
                    <a:pt x="5342" y="8382"/>
                  </a:lnTo>
                  <a:cubicBezTo>
                    <a:pt x="5395" y="8388"/>
                    <a:pt x="5431" y="8394"/>
                    <a:pt x="5483" y="8394"/>
                  </a:cubicBezTo>
                  <a:cubicBezTo>
                    <a:pt x="5571" y="8394"/>
                    <a:pt x="5619" y="8382"/>
                    <a:pt x="5707" y="8382"/>
                  </a:cubicBezTo>
                  <a:cubicBezTo>
                    <a:pt x="5967" y="8382"/>
                    <a:pt x="6076" y="8513"/>
                    <a:pt x="6257" y="8627"/>
                  </a:cubicBezTo>
                  <a:cubicBezTo>
                    <a:pt x="6472" y="8763"/>
                    <a:pt x="6477" y="8902"/>
                    <a:pt x="6609" y="9072"/>
                  </a:cubicBezTo>
                  <a:cubicBezTo>
                    <a:pt x="6710" y="9202"/>
                    <a:pt x="6827" y="9255"/>
                    <a:pt x="6994" y="9361"/>
                  </a:cubicBezTo>
                  <a:cubicBezTo>
                    <a:pt x="7179" y="9478"/>
                    <a:pt x="7228" y="9649"/>
                    <a:pt x="7487" y="9649"/>
                  </a:cubicBezTo>
                  <a:cubicBezTo>
                    <a:pt x="7623" y="9649"/>
                    <a:pt x="7628" y="9538"/>
                    <a:pt x="7681" y="9461"/>
                  </a:cubicBezTo>
                  <a:cubicBezTo>
                    <a:pt x="7803" y="9286"/>
                    <a:pt x="7838" y="9169"/>
                    <a:pt x="7838" y="8977"/>
                  </a:cubicBezTo>
                  <a:cubicBezTo>
                    <a:pt x="7838" y="8766"/>
                    <a:pt x="7663" y="8660"/>
                    <a:pt x="7663" y="8449"/>
                  </a:cubicBezTo>
                  <a:cubicBezTo>
                    <a:pt x="7663" y="8361"/>
                    <a:pt x="7751" y="8316"/>
                    <a:pt x="7751" y="8227"/>
                  </a:cubicBezTo>
                  <a:cubicBezTo>
                    <a:pt x="7751" y="8143"/>
                    <a:pt x="7603" y="8135"/>
                    <a:pt x="7505" y="8083"/>
                  </a:cubicBezTo>
                  <a:cubicBezTo>
                    <a:pt x="7378" y="8013"/>
                    <a:pt x="7302" y="7937"/>
                    <a:pt x="7131" y="7937"/>
                  </a:cubicBezTo>
                  <a:cubicBezTo>
                    <a:pt x="6819" y="7925"/>
                    <a:pt x="6366" y="7873"/>
                    <a:pt x="6098" y="7982"/>
                  </a:cubicBezTo>
                  <a:cubicBezTo>
                    <a:pt x="6098" y="7982"/>
                    <a:pt x="6098" y="7982"/>
                    <a:pt x="6098" y="7982"/>
                  </a:cubicBezTo>
                  <a:close/>
                  <a:moveTo>
                    <a:pt x="8823" y="7415"/>
                  </a:moveTo>
                  <a:cubicBezTo>
                    <a:pt x="8841" y="7551"/>
                    <a:pt x="8850" y="7654"/>
                    <a:pt x="8770" y="7782"/>
                  </a:cubicBezTo>
                  <a:cubicBezTo>
                    <a:pt x="8638" y="7768"/>
                    <a:pt x="8594" y="7698"/>
                    <a:pt x="8472" y="7671"/>
                  </a:cubicBezTo>
                  <a:cubicBezTo>
                    <a:pt x="8374" y="7649"/>
                    <a:pt x="8242" y="7649"/>
                    <a:pt x="8242" y="7582"/>
                  </a:cubicBezTo>
                  <a:cubicBezTo>
                    <a:pt x="8242" y="7471"/>
                    <a:pt x="8424" y="7404"/>
                    <a:pt x="8599" y="7404"/>
                  </a:cubicBezTo>
                  <a:cubicBezTo>
                    <a:pt x="8686" y="7404"/>
                    <a:pt x="8735" y="7413"/>
                    <a:pt x="8823" y="7415"/>
                  </a:cubicBezTo>
                  <a:cubicBezTo>
                    <a:pt x="8823" y="7415"/>
                    <a:pt x="8823" y="7415"/>
                    <a:pt x="8823" y="7415"/>
                  </a:cubicBezTo>
                  <a:close/>
                  <a:moveTo>
                    <a:pt x="13427" y="5192"/>
                  </a:moveTo>
                  <a:cubicBezTo>
                    <a:pt x="13704" y="5220"/>
                    <a:pt x="13748" y="5384"/>
                    <a:pt x="13902" y="5526"/>
                  </a:cubicBezTo>
                  <a:cubicBezTo>
                    <a:pt x="13998" y="5617"/>
                    <a:pt x="14078" y="5679"/>
                    <a:pt x="14078" y="5792"/>
                  </a:cubicBezTo>
                  <a:cubicBezTo>
                    <a:pt x="14078" y="5998"/>
                    <a:pt x="13783" y="6148"/>
                    <a:pt x="13458" y="6148"/>
                  </a:cubicBezTo>
                  <a:cubicBezTo>
                    <a:pt x="13411" y="6148"/>
                    <a:pt x="13388" y="6140"/>
                    <a:pt x="13340" y="6136"/>
                  </a:cubicBezTo>
                  <a:lnTo>
                    <a:pt x="13340" y="5889"/>
                  </a:lnTo>
                  <a:cubicBezTo>
                    <a:pt x="13340" y="5767"/>
                    <a:pt x="13401" y="5695"/>
                    <a:pt x="13401" y="5573"/>
                  </a:cubicBezTo>
                  <a:lnTo>
                    <a:pt x="13401" y="5236"/>
                  </a:lnTo>
                  <a:lnTo>
                    <a:pt x="13427" y="5192"/>
                  </a:lnTo>
                  <a:cubicBezTo>
                    <a:pt x="13427" y="5192"/>
                    <a:pt x="13427" y="5192"/>
                    <a:pt x="13427" y="5192"/>
                  </a:cubicBezTo>
                  <a:close/>
                  <a:moveTo>
                    <a:pt x="6961" y="56"/>
                  </a:moveTo>
                  <a:cubicBezTo>
                    <a:pt x="6880" y="28"/>
                    <a:pt x="6824" y="0"/>
                    <a:pt x="6731" y="0"/>
                  </a:cubicBezTo>
                  <a:cubicBezTo>
                    <a:pt x="6577" y="0"/>
                    <a:pt x="6622" y="140"/>
                    <a:pt x="6591" y="233"/>
                  </a:cubicBezTo>
                  <a:cubicBezTo>
                    <a:pt x="6564" y="314"/>
                    <a:pt x="6472" y="342"/>
                    <a:pt x="6380" y="401"/>
                  </a:cubicBezTo>
                  <a:cubicBezTo>
                    <a:pt x="6222" y="501"/>
                    <a:pt x="6094" y="579"/>
                    <a:pt x="5870" y="579"/>
                  </a:cubicBezTo>
                  <a:cubicBezTo>
                    <a:pt x="5093" y="579"/>
                    <a:pt x="4733" y="211"/>
                    <a:pt x="3955" y="211"/>
                  </a:cubicBezTo>
                  <a:cubicBezTo>
                    <a:pt x="3744" y="211"/>
                    <a:pt x="3647" y="306"/>
                    <a:pt x="3497" y="401"/>
                  </a:cubicBezTo>
                  <a:cubicBezTo>
                    <a:pt x="3365" y="484"/>
                    <a:pt x="3198" y="525"/>
                    <a:pt x="3198" y="645"/>
                  </a:cubicBezTo>
                  <a:cubicBezTo>
                    <a:pt x="3198" y="759"/>
                    <a:pt x="3296" y="818"/>
                    <a:pt x="3296" y="931"/>
                  </a:cubicBezTo>
                  <a:lnTo>
                    <a:pt x="3296" y="1515"/>
                  </a:lnTo>
                  <a:cubicBezTo>
                    <a:pt x="3296" y="1604"/>
                    <a:pt x="3336" y="1659"/>
                    <a:pt x="3304" y="1746"/>
                  </a:cubicBezTo>
                  <a:cubicBezTo>
                    <a:pt x="3278" y="1818"/>
                    <a:pt x="3198" y="1854"/>
                    <a:pt x="3198" y="1929"/>
                  </a:cubicBezTo>
                  <a:cubicBezTo>
                    <a:pt x="3198" y="2060"/>
                    <a:pt x="3387" y="2112"/>
                    <a:pt x="3387" y="2243"/>
                  </a:cubicBezTo>
                  <a:lnTo>
                    <a:pt x="3387" y="2947"/>
                  </a:lnTo>
                  <a:cubicBezTo>
                    <a:pt x="3168" y="3063"/>
                    <a:pt x="3094" y="3186"/>
                    <a:pt x="3094" y="3363"/>
                  </a:cubicBezTo>
                  <a:cubicBezTo>
                    <a:pt x="3094" y="3719"/>
                    <a:pt x="3797" y="3802"/>
                    <a:pt x="3797" y="4158"/>
                  </a:cubicBezTo>
                  <a:cubicBezTo>
                    <a:pt x="3797" y="4280"/>
                    <a:pt x="3581" y="4319"/>
                    <a:pt x="3392" y="4347"/>
                  </a:cubicBezTo>
                  <a:cubicBezTo>
                    <a:pt x="3283" y="4364"/>
                    <a:pt x="3242" y="4425"/>
                    <a:pt x="3128" y="4425"/>
                  </a:cubicBezTo>
                  <a:cubicBezTo>
                    <a:pt x="2870" y="4425"/>
                    <a:pt x="2877" y="4205"/>
                    <a:pt x="2637" y="4147"/>
                  </a:cubicBezTo>
                  <a:cubicBezTo>
                    <a:pt x="2553" y="4127"/>
                    <a:pt x="2496" y="4127"/>
                    <a:pt x="2408" y="4113"/>
                  </a:cubicBezTo>
                  <a:cubicBezTo>
                    <a:pt x="2408" y="4294"/>
                    <a:pt x="2499" y="4391"/>
                    <a:pt x="2549" y="4569"/>
                  </a:cubicBezTo>
                  <a:cubicBezTo>
                    <a:pt x="2566" y="4642"/>
                    <a:pt x="2540" y="4686"/>
                    <a:pt x="2566" y="4758"/>
                  </a:cubicBezTo>
                  <a:cubicBezTo>
                    <a:pt x="2597" y="4836"/>
                    <a:pt x="2747" y="4822"/>
                    <a:pt x="2864" y="4848"/>
                  </a:cubicBezTo>
                  <a:cubicBezTo>
                    <a:pt x="2987" y="4873"/>
                    <a:pt x="3036" y="4930"/>
                    <a:pt x="3094" y="5003"/>
                  </a:cubicBezTo>
                  <a:cubicBezTo>
                    <a:pt x="3212" y="5145"/>
                    <a:pt x="3216" y="5244"/>
                    <a:pt x="3216" y="5403"/>
                  </a:cubicBezTo>
                  <a:cubicBezTo>
                    <a:pt x="3590" y="5520"/>
                    <a:pt x="3560" y="5720"/>
                    <a:pt x="3761" y="5948"/>
                  </a:cubicBezTo>
                  <a:cubicBezTo>
                    <a:pt x="3971" y="6187"/>
                    <a:pt x="4284" y="6229"/>
                    <a:pt x="4570" y="6437"/>
                  </a:cubicBezTo>
                  <a:cubicBezTo>
                    <a:pt x="4859" y="6649"/>
                    <a:pt x="4957" y="6804"/>
                    <a:pt x="5131" y="7060"/>
                  </a:cubicBezTo>
                  <a:cubicBezTo>
                    <a:pt x="5198" y="7156"/>
                    <a:pt x="5273" y="7204"/>
                    <a:pt x="5326" y="7304"/>
                  </a:cubicBezTo>
                  <a:cubicBezTo>
                    <a:pt x="5382" y="7418"/>
                    <a:pt x="5414" y="7560"/>
                    <a:pt x="5607" y="7560"/>
                  </a:cubicBezTo>
                  <a:cubicBezTo>
                    <a:pt x="5853" y="7560"/>
                    <a:pt x="5941" y="7404"/>
                    <a:pt x="6187" y="7404"/>
                  </a:cubicBezTo>
                  <a:cubicBezTo>
                    <a:pt x="6424" y="7404"/>
                    <a:pt x="6503" y="7571"/>
                    <a:pt x="6739" y="7571"/>
                  </a:cubicBezTo>
                  <a:cubicBezTo>
                    <a:pt x="6981" y="7571"/>
                    <a:pt x="7035" y="7418"/>
                    <a:pt x="7188" y="7304"/>
                  </a:cubicBezTo>
                  <a:cubicBezTo>
                    <a:pt x="7339" y="7193"/>
                    <a:pt x="7470" y="7152"/>
                    <a:pt x="7663" y="7071"/>
                  </a:cubicBezTo>
                  <a:cubicBezTo>
                    <a:pt x="7821" y="7003"/>
                    <a:pt x="7905" y="6926"/>
                    <a:pt x="8094" y="6926"/>
                  </a:cubicBezTo>
                  <a:cubicBezTo>
                    <a:pt x="8248" y="6926"/>
                    <a:pt x="8317" y="7001"/>
                    <a:pt x="8472" y="7003"/>
                  </a:cubicBezTo>
                  <a:cubicBezTo>
                    <a:pt x="8814" y="7015"/>
                    <a:pt x="9060" y="6968"/>
                    <a:pt x="9349" y="7082"/>
                  </a:cubicBezTo>
                  <a:cubicBezTo>
                    <a:pt x="9754" y="7241"/>
                    <a:pt x="9860" y="7462"/>
                    <a:pt x="10333" y="7537"/>
                  </a:cubicBezTo>
                  <a:cubicBezTo>
                    <a:pt x="10343" y="7518"/>
                    <a:pt x="10370" y="7504"/>
                    <a:pt x="10370" y="7482"/>
                  </a:cubicBezTo>
                  <a:cubicBezTo>
                    <a:pt x="10370" y="7387"/>
                    <a:pt x="10179" y="7391"/>
                    <a:pt x="10088" y="7315"/>
                  </a:cubicBezTo>
                  <a:cubicBezTo>
                    <a:pt x="9957" y="7207"/>
                    <a:pt x="9860" y="7148"/>
                    <a:pt x="9771" y="7026"/>
                  </a:cubicBezTo>
                  <a:cubicBezTo>
                    <a:pt x="9640" y="6843"/>
                    <a:pt x="9632" y="6729"/>
                    <a:pt x="9561" y="6526"/>
                  </a:cubicBezTo>
                  <a:cubicBezTo>
                    <a:pt x="9587" y="6526"/>
                    <a:pt x="9600" y="6515"/>
                    <a:pt x="9627" y="6515"/>
                  </a:cubicBezTo>
                  <a:cubicBezTo>
                    <a:pt x="9837" y="6515"/>
                    <a:pt x="9934" y="6585"/>
                    <a:pt x="10141" y="6615"/>
                  </a:cubicBezTo>
                  <a:cubicBezTo>
                    <a:pt x="10458" y="6665"/>
                    <a:pt x="10659" y="6645"/>
                    <a:pt x="10949" y="6737"/>
                  </a:cubicBezTo>
                  <a:cubicBezTo>
                    <a:pt x="11117" y="6790"/>
                    <a:pt x="11144" y="6896"/>
                    <a:pt x="11320" y="6937"/>
                  </a:cubicBezTo>
                  <a:cubicBezTo>
                    <a:pt x="11600" y="7003"/>
                    <a:pt x="11806" y="6942"/>
                    <a:pt x="12075" y="7026"/>
                  </a:cubicBezTo>
                  <a:cubicBezTo>
                    <a:pt x="12254" y="7082"/>
                    <a:pt x="12259" y="7201"/>
                    <a:pt x="12427" y="7271"/>
                  </a:cubicBezTo>
                  <a:cubicBezTo>
                    <a:pt x="12593" y="7340"/>
                    <a:pt x="12733" y="7337"/>
                    <a:pt x="12936" y="7337"/>
                  </a:cubicBezTo>
                  <a:cubicBezTo>
                    <a:pt x="13033" y="7337"/>
                    <a:pt x="13054" y="7263"/>
                    <a:pt x="13076" y="7204"/>
                  </a:cubicBezTo>
                  <a:cubicBezTo>
                    <a:pt x="13327" y="7282"/>
                    <a:pt x="13288" y="7515"/>
                    <a:pt x="13555" y="7515"/>
                  </a:cubicBezTo>
                  <a:cubicBezTo>
                    <a:pt x="13607" y="7515"/>
                    <a:pt x="13638" y="7507"/>
                    <a:pt x="13691" y="7504"/>
                  </a:cubicBezTo>
                  <a:lnTo>
                    <a:pt x="13691" y="7362"/>
                  </a:lnTo>
                  <a:cubicBezTo>
                    <a:pt x="13691" y="7321"/>
                    <a:pt x="13647" y="7298"/>
                    <a:pt x="13647" y="7257"/>
                  </a:cubicBezTo>
                  <a:lnTo>
                    <a:pt x="13647" y="6737"/>
                  </a:lnTo>
                  <a:cubicBezTo>
                    <a:pt x="13463" y="6779"/>
                    <a:pt x="13437" y="6878"/>
                    <a:pt x="13269" y="6937"/>
                  </a:cubicBezTo>
                  <a:cubicBezTo>
                    <a:pt x="13147" y="6981"/>
                    <a:pt x="13046" y="6971"/>
                    <a:pt x="12899" y="6971"/>
                  </a:cubicBezTo>
                  <a:cubicBezTo>
                    <a:pt x="12694" y="6971"/>
                    <a:pt x="12650" y="6806"/>
                    <a:pt x="12637" y="6676"/>
                  </a:cubicBezTo>
                  <a:cubicBezTo>
                    <a:pt x="12720" y="6670"/>
                    <a:pt x="12764" y="6670"/>
                    <a:pt x="12848" y="6670"/>
                  </a:cubicBezTo>
                  <a:cubicBezTo>
                    <a:pt x="12851" y="6640"/>
                    <a:pt x="12864" y="6623"/>
                    <a:pt x="12864" y="6593"/>
                  </a:cubicBezTo>
                  <a:cubicBezTo>
                    <a:pt x="12864" y="6503"/>
                    <a:pt x="12650" y="6538"/>
                    <a:pt x="12549" y="6482"/>
                  </a:cubicBezTo>
                  <a:cubicBezTo>
                    <a:pt x="12399" y="6398"/>
                    <a:pt x="12268" y="6332"/>
                    <a:pt x="12268" y="6204"/>
                  </a:cubicBezTo>
                  <a:cubicBezTo>
                    <a:pt x="12268" y="6165"/>
                    <a:pt x="12333" y="6151"/>
                    <a:pt x="12373" y="6126"/>
                  </a:cubicBezTo>
                  <a:cubicBezTo>
                    <a:pt x="12601" y="5981"/>
                    <a:pt x="12952" y="5961"/>
                    <a:pt x="12952" y="5759"/>
                  </a:cubicBezTo>
                  <a:cubicBezTo>
                    <a:pt x="12952" y="5703"/>
                    <a:pt x="12899" y="5647"/>
                    <a:pt x="12812" y="5647"/>
                  </a:cubicBezTo>
                  <a:cubicBezTo>
                    <a:pt x="12717" y="5647"/>
                    <a:pt x="12663" y="5670"/>
                    <a:pt x="12566" y="5670"/>
                  </a:cubicBezTo>
                  <a:cubicBezTo>
                    <a:pt x="12346" y="5670"/>
                    <a:pt x="12232" y="5592"/>
                    <a:pt x="12013" y="5592"/>
                  </a:cubicBezTo>
                  <a:cubicBezTo>
                    <a:pt x="11776" y="5592"/>
                    <a:pt x="11618" y="5736"/>
                    <a:pt x="11618" y="5887"/>
                  </a:cubicBezTo>
                  <a:cubicBezTo>
                    <a:pt x="11618" y="6031"/>
                    <a:pt x="11688" y="6115"/>
                    <a:pt x="11688" y="6259"/>
                  </a:cubicBezTo>
                  <a:cubicBezTo>
                    <a:pt x="11688" y="6340"/>
                    <a:pt x="11613" y="6426"/>
                    <a:pt x="11486" y="6426"/>
                  </a:cubicBezTo>
                  <a:cubicBezTo>
                    <a:pt x="11099" y="6426"/>
                    <a:pt x="11349" y="5892"/>
                    <a:pt x="10962" y="5892"/>
                  </a:cubicBezTo>
                  <a:lnTo>
                    <a:pt x="10620" y="5892"/>
                  </a:lnTo>
                  <a:cubicBezTo>
                    <a:pt x="10488" y="5892"/>
                    <a:pt x="10427" y="5837"/>
                    <a:pt x="10299" y="5814"/>
                  </a:cubicBezTo>
                  <a:cubicBezTo>
                    <a:pt x="10137" y="5784"/>
                    <a:pt x="10035" y="5792"/>
                    <a:pt x="9870" y="5792"/>
                  </a:cubicBezTo>
                  <a:cubicBezTo>
                    <a:pt x="9574" y="5792"/>
                    <a:pt x="9398" y="5912"/>
                    <a:pt x="9245" y="6070"/>
                  </a:cubicBezTo>
                  <a:cubicBezTo>
                    <a:pt x="9157" y="6159"/>
                    <a:pt x="9065" y="6195"/>
                    <a:pt x="9016" y="6292"/>
                  </a:cubicBezTo>
                  <a:cubicBezTo>
                    <a:pt x="8941" y="6435"/>
                    <a:pt x="8981" y="6534"/>
                    <a:pt x="8893" y="6670"/>
                  </a:cubicBezTo>
                  <a:cubicBezTo>
                    <a:pt x="8573" y="6670"/>
                    <a:pt x="8310" y="6701"/>
                    <a:pt x="8084" y="6559"/>
                  </a:cubicBezTo>
                  <a:cubicBezTo>
                    <a:pt x="7887" y="6435"/>
                    <a:pt x="7883" y="6309"/>
                    <a:pt x="7768" y="6148"/>
                  </a:cubicBezTo>
                  <a:cubicBezTo>
                    <a:pt x="7575" y="5878"/>
                    <a:pt x="7342" y="5765"/>
                    <a:pt x="7118" y="5503"/>
                  </a:cubicBezTo>
                  <a:cubicBezTo>
                    <a:pt x="7013" y="5380"/>
                    <a:pt x="6837" y="5328"/>
                    <a:pt x="6837" y="5190"/>
                  </a:cubicBezTo>
                  <a:lnTo>
                    <a:pt x="6837" y="4905"/>
                  </a:lnTo>
                  <a:cubicBezTo>
                    <a:pt x="6837" y="4794"/>
                    <a:pt x="6925" y="4736"/>
                    <a:pt x="6925" y="4625"/>
                  </a:cubicBezTo>
                  <a:cubicBezTo>
                    <a:pt x="6925" y="4535"/>
                    <a:pt x="6792" y="4508"/>
                    <a:pt x="6749" y="4425"/>
                  </a:cubicBezTo>
                  <a:cubicBezTo>
                    <a:pt x="6704" y="4341"/>
                    <a:pt x="6697" y="4286"/>
                    <a:pt x="6697" y="4197"/>
                  </a:cubicBezTo>
                  <a:cubicBezTo>
                    <a:pt x="6697" y="4002"/>
                    <a:pt x="6763" y="3894"/>
                    <a:pt x="6802" y="3702"/>
                  </a:cubicBezTo>
                  <a:cubicBezTo>
                    <a:pt x="6824" y="3594"/>
                    <a:pt x="6841" y="3469"/>
                    <a:pt x="7013" y="3447"/>
                  </a:cubicBezTo>
                  <a:cubicBezTo>
                    <a:pt x="7272" y="3412"/>
                    <a:pt x="7430" y="3327"/>
                    <a:pt x="7557" y="3179"/>
                  </a:cubicBezTo>
                  <a:cubicBezTo>
                    <a:pt x="7675" y="3041"/>
                    <a:pt x="7505" y="2905"/>
                    <a:pt x="7663" y="2780"/>
                  </a:cubicBezTo>
                  <a:cubicBezTo>
                    <a:pt x="7830" y="2646"/>
                    <a:pt x="7861" y="2540"/>
                    <a:pt x="7978" y="2390"/>
                  </a:cubicBezTo>
                  <a:cubicBezTo>
                    <a:pt x="8067" y="2279"/>
                    <a:pt x="8208" y="2227"/>
                    <a:pt x="8208" y="2101"/>
                  </a:cubicBezTo>
                  <a:cubicBezTo>
                    <a:pt x="8208" y="1970"/>
                    <a:pt x="7992" y="1940"/>
                    <a:pt x="7821" y="1868"/>
                  </a:cubicBezTo>
                  <a:cubicBezTo>
                    <a:pt x="7505" y="1734"/>
                    <a:pt x="7285" y="1656"/>
                    <a:pt x="7101" y="1446"/>
                  </a:cubicBezTo>
                  <a:cubicBezTo>
                    <a:pt x="6886" y="1201"/>
                    <a:pt x="6907" y="1012"/>
                    <a:pt x="6907" y="731"/>
                  </a:cubicBezTo>
                  <a:lnTo>
                    <a:pt x="6907" y="511"/>
                  </a:lnTo>
                  <a:cubicBezTo>
                    <a:pt x="7035" y="484"/>
                    <a:pt x="7030" y="391"/>
                    <a:pt x="7030" y="306"/>
                  </a:cubicBezTo>
                  <a:cubicBezTo>
                    <a:pt x="7030" y="220"/>
                    <a:pt x="7069" y="100"/>
                    <a:pt x="6961" y="56"/>
                  </a:cubicBezTo>
                  <a:cubicBezTo>
                    <a:pt x="6961" y="56"/>
                    <a:pt x="6961" y="56"/>
                    <a:pt x="6961" y="56"/>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86" name="Shape 4972"/>
            <p:cNvSpPr/>
            <p:nvPr/>
          </p:nvSpPr>
          <p:spPr>
            <a:xfrm>
              <a:off x="5080673" y="5689468"/>
              <a:ext cx="1540982" cy="737005"/>
            </a:xfrm>
            <a:custGeom>
              <a:avLst/>
              <a:gdLst/>
              <a:ahLst/>
              <a:cxnLst>
                <a:cxn ang="0">
                  <a:pos x="wd2" y="hd2"/>
                </a:cxn>
                <a:cxn ang="5400000">
                  <a:pos x="wd2" y="hd2"/>
                </a:cxn>
                <a:cxn ang="10800000">
                  <a:pos x="wd2" y="hd2"/>
                </a:cxn>
                <a:cxn ang="16200000">
                  <a:pos x="wd2" y="hd2"/>
                </a:cxn>
              </a:cxnLst>
              <a:rect l="0" t="0" r="r" b="b"/>
              <a:pathLst>
                <a:path w="21600" h="21566" extrusionOk="0">
                  <a:moveTo>
                    <a:pt x="2364" y="10178"/>
                  </a:moveTo>
                  <a:cubicBezTo>
                    <a:pt x="2418" y="10269"/>
                    <a:pt x="2455" y="10371"/>
                    <a:pt x="2534" y="10421"/>
                  </a:cubicBezTo>
                  <a:cubicBezTo>
                    <a:pt x="2689" y="10512"/>
                    <a:pt x="2793" y="10521"/>
                    <a:pt x="2929" y="10700"/>
                  </a:cubicBezTo>
                  <a:cubicBezTo>
                    <a:pt x="3076" y="10894"/>
                    <a:pt x="3101" y="11144"/>
                    <a:pt x="3231" y="11384"/>
                  </a:cubicBezTo>
                  <a:cubicBezTo>
                    <a:pt x="3498" y="11876"/>
                    <a:pt x="3661" y="12288"/>
                    <a:pt x="3693" y="13032"/>
                  </a:cubicBezTo>
                  <a:cubicBezTo>
                    <a:pt x="3708" y="13396"/>
                    <a:pt x="3691" y="13620"/>
                    <a:pt x="3752" y="13961"/>
                  </a:cubicBezTo>
                  <a:cubicBezTo>
                    <a:pt x="3800" y="14237"/>
                    <a:pt x="3937" y="14319"/>
                    <a:pt x="3937" y="14614"/>
                  </a:cubicBezTo>
                  <a:lnTo>
                    <a:pt x="3937" y="15060"/>
                  </a:lnTo>
                  <a:cubicBezTo>
                    <a:pt x="3937" y="15442"/>
                    <a:pt x="3762" y="15582"/>
                    <a:pt x="3762" y="15963"/>
                  </a:cubicBezTo>
                  <a:lnTo>
                    <a:pt x="3762" y="16901"/>
                  </a:lnTo>
                  <a:cubicBezTo>
                    <a:pt x="3762" y="17141"/>
                    <a:pt x="3823" y="17255"/>
                    <a:pt x="3878" y="17466"/>
                  </a:cubicBezTo>
                  <a:cubicBezTo>
                    <a:pt x="3901" y="17558"/>
                    <a:pt x="3901" y="17651"/>
                    <a:pt x="3945" y="17694"/>
                  </a:cubicBezTo>
                  <a:cubicBezTo>
                    <a:pt x="4033" y="17786"/>
                    <a:pt x="4107" y="17739"/>
                    <a:pt x="4189" y="17852"/>
                  </a:cubicBezTo>
                  <a:cubicBezTo>
                    <a:pt x="4289" y="17992"/>
                    <a:pt x="4299" y="18188"/>
                    <a:pt x="4339" y="18430"/>
                  </a:cubicBezTo>
                  <a:cubicBezTo>
                    <a:pt x="4432" y="18977"/>
                    <a:pt x="4507" y="19271"/>
                    <a:pt x="4642" y="19779"/>
                  </a:cubicBezTo>
                  <a:cubicBezTo>
                    <a:pt x="4707" y="20026"/>
                    <a:pt x="4776" y="20165"/>
                    <a:pt x="4776" y="20445"/>
                  </a:cubicBezTo>
                  <a:cubicBezTo>
                    <a:pt x="4776" y="20691"/>
                    <a:pt x="4711" y="20818"/>
                    <a:pt x="4650" y="21023"/>
                  </a:cubicBezTo>
                  <a:cubicBezTo>
                    <a:pt x="4555" y="21334"/>
                    <a:pt x="4457" y="21566"/>
                    <a:pt x="4281" y="21566"/>
                  </a:cubicBezTo>
                  <a:cubicBezTo>
                    <a:pt x="4065" y="21566"/>
                    <a:pt x="3968" y="21247"/>
                    <a:pt x="3827" y="20900"/>
                  </a:cubicBezTo>
                  <a:cubicBezTo>
                    <a:pt x="3775" y="20770"/>
                    <a:pt x="3710" y="20757"/>
                    <a:pt x="3634" y="20691"/>
                  </a:cubicBezTo>
                  <a:cubicBezTo>
                    <a:pt x="3492" y="20568"/>
                    <a:pt x="3410" y="20467"/>
                    <a:pt x="3265" y="20358"/>
                  </a:cubicBezTo>
                  <a:cubicBezTo>
                    <a:pt x="3022" y="20169"/>
                    <a:pt x="2879" y="20077"/>
                    <a:pt x="2644" y="19850"/>
                  </a:cubicBezTo>
                  <a:cubicBezTo>
                    <a:pt x="2425" y="19638"/>
                    <a:pt x="2329" y="19377"/>
                    <a:pt x="2098" y="19236"/>
                  </a:cubicBezTo>
                  <a:cubicBezTo>
                    <a:pt x="1926" y="19135"/>
                    <a:pt x="1835" y="19017"/>
                    <a:pt x="1678" y="18833"/>
                  </a:cubicBezTo>
                  <a:cubicBezTo>
                    <a:pt x="1571" y="18710"/>
                    <a:pt x="1498" y="18627"/>
                    <a:pt x="1443" y="18395"/>
                  </a:cubicBezTo>
                  <a:cubicBezTo>
                    <a:pt x="1357" y="18035"/>
                    <a:pt x="1338" y="17777"/>
                    <a:pt x="1208" y="17483"/>
                  </a:cubicBezTo>
                  <a:cubicBezTo>
                    <a:pt x="1032" y="17085"/>
                    <a:pt x="937" y="16822"/>
                    <a:pt x="830" y="16327"/>
                  </a:cubicBezTo>
                  <a:cubicBezTo>
                    <a:pt x="732" y="15871"/>
                    <a:pt x="545" y="15692"/>
                    <a:pt x="545" y="15192"/>
                  </a:cubicBezTo>
                  <a:lnTo>
                    <a:pt x="545" y="14553"/>
                  </a:lnTo>
                  <a:cubicBezTo>
                    <a:pt x="545" y="14192"/>
                    <a:pt x="335" y="14097"/>
                    <a:pt x="335" y="13737"/>
                  </a:cubicBezTo>
                  <a:lnTo>
                    <a:pt x="335" y="13344"/>
                  </a:lnTo>
                  <a:cubicBezTo>
                    <a:pt x="335" y="13000"/>
                    <a:pt x="377" y="12817"/>
                    <a:pt x="377" y="12475"/>
                  </a:cubicBezTo>
                  <a:lnTo>
                    <a:pt x="377" y="12133"/>
                  </a:lnTo>
                  <a:cubicBezTo>
                    <a:pt x="377" y="11533"/>
                    <a:pt x="194" y="11270"/>
                    <a:pt x="66" y="10735"/>
                  </a:cubicBezTo>
                  <a:cubicBezTo>
                    <a:pt x="35" y="10606"/>
                    <a:pt x="17" y="10501"/>
                    <a:pt x="0" y="10391"/>
                  </a:cubicBezTo>
                  <a:lnTo>
                    <a:pt x="0" y="10391"/>
                  </a:lnTo>
                  <a:cubicBezTo>
                    <a:pt x="110" y="10355"/>
                    <a:pt x="142" y="10140"/>
                    <a:pt x="251" y="10140"/>
                  </a:cubicBezTo>
                  <a:cubicBezTo>
                    <a:pt x="407" y="10140"/>
                    <a:pt x="482" y="10376"/>
                    <a:pt x="604" y="10561"/>
                  </a:cubicBezTo>
                  <a:cubicBezTo>
                    <a:pt x="721" y="10745"/>
                    <a:pt x="826" y="10745"/>
                    <a:pt x="973" y="10806"/>
                  </a:cubicBezTo>
                  <a:cubicBezTo>
                    <a:pt x="1052" y="10833"/>
                    <a:pt x="1124" y="10814"/>
                    <a:pt x="1175" y="10946"/>
                  </a:cubicBezTo>
                  <a:cubicBezTo>
                    <a:pt x="1271" y="11191"/>
                    <a:pt x="1220" y="11681"/>
                    <a:pt x="1376" y="11681"/>
                  </a:cubicBezTo>
                  <a:cubicBezTo>
                    <a:pt x="1561" y="11681"/>
                    <a:pt x="1561" y="11051"/>
                    <a:pt x="1745" y="11051"/>
                  </a:cubicBezTo>
                  <a:cubicBezTo>
                    <a:pt x="1888" y="11051"/>
                    <a:pt x="1922" y="11437"/>
                    <a:pt x="2064" y="11437"/>
                  </a:cubicBezTo>
                  <a:cubicBezTo>
                    <a:pt x="2106" y="11437"/>
                    <a:pt x="2127" y="11367"/>
                    <a:pt x="2165" y="11333"/>
                  </a:cubicBezTo>
                  <a:lnTo>
                    <a:pt x="2165" y="10639"/>
                  </a:lnTo>
                  <a:cubicBezTo>
                    <a:pt x="2165" y="10394"/>
                    <a:pt x="2264" y="10291"/>
                    <a:pt x="2364" y="10178"/>
                  </a:cubicBezTo>
                  <a:cubicBezTo>
                    <a:pt x="2364" y="10178"/>
                    <a:pt x="2364" y="10178"/>
                    <a:pt x="2364" y="10178"/>
                  </a:cubicBezTo>
                  <a:close/>
                  <a:moveTo>
                    <a:pt x="16078" y="7400"/>
                  </a:moveTo>
                  <a:cubicBezTo>
                    <a:pt x="16288" y="7716"/>
                    <a:pt x="16353" y="8055"/>
                    <a:pt x="16521" y="8458"/>
                  </a:cubicBezTo>
                  <a:cubicBezTo>
                    <a:pt x="16773" y="8089"/>
                    <a:pt x="16601" y="7020"/>
                    <a:pt x="16907" y="7020"/>
                  </a:cubicBezTo>
                  <a:cubicBezTo>
                    <a:pt x="17084" y="7020"/>
                    <a:pt x="17100" y="7581"/>
                    <a:pt x="17277" y="7581"/>
                  </a:cubicBezTo>
                  <a:cubicBezTo>
                    <a:pt x="17319" y="7581"/>
                    <a:pt x="17340" y="7536"/>
                    <a:pt x="17377" y="7511"/>
                  </a:cubicBezTo>
                  <a:lnTo>
                    <a:pt x="17377" y="7204"/>
                  </a:lnTo>
                  <a:cubicBezTo>
                    <a:pt x="17377" y="6740"/>
                    <a:pt x="17346" y="6464"/>
                    <a:pt x="17245" y="6044"/>
                  </a:cubicBezTo>
                  <a:lnTo>
                    <a:pt x="17245" y="6044"/>
                  </a:lnTo>
                  <a:cubicBezTo>
                    <a:pt x="17268" y="6023"/>
                    <a:pt x="17284" y="5982"/>
                    <a:pt x="17302" y="5934"/>
                  </a:cubicBezTo>
                  <a:cubicBezTo>
                    <a:pt x="17325" y="5872"/>
                    <a:pt x="17377" y="5877"/>
                    <a:pt x="17377" y="5794"/>
                  </a:cubicBezTo>
                  <a:cubicBezTo>
                    <a:pt x="17377" y="5571"/>
                    <a:pt x="17327" y="5447"/>
                    <a:pt x="17268" y="5268"/>
                  </a:cubicBezTo>
                  <a:cubicBezTo>
                    <a:pt x="17245" y="5193"/>
                    <a:pt x="17201" y="5167"/>
                    <a:pt x="17201" y="5074"/>
                  </a:cubicBezTo>
                  <a:cubicBezTo>
                    <a:pt x="17201" y="4940"/>
                    <a:pt x="17279" y="4930"/>
                    <a:pt x="17311" y="4813"/>
                  </a:cubicBezTo>
                  <a:cubicBezTo>
                    <a:pt x="17348" y="4671"/>
                    <a:pt x="17350" y="4478"/>
                    <a:pt x="17428" y="4478"/>
                  </a:cubicBezTo>
                  <a:cubicBezTo>
                    <a:pt x="17491" y="4478"/>
                    <a:pt x="17508" y="4638"/>
                    <a:pt x="17571" y="4638"/>
                  </a:cubicBezTo>
                  <a:cubicBezTo>
                    <a:pt x="17633" y="4638"/>
                    <a:pt x="17651" y="4509"/>
                    <a:pt x="17705" y="4443"/>
                  </a:cubicBezTo>
                  <a:cubicBezTo>
                    <a:pt x="17736" y="4409"/>
                    <a:pt x="17781" y="4401"/>
                    <a:pt x="17781" y="4321"/>
                  </a:cubicBezTo>
                  <a:cubicBezTo>
                    <a:pt x="17781" y="3971"/>
                    <a:pt x="17839" y="3778"/>
                    <a:pt x="17889" y="3445"/>
                  </a:cubicBezTo>
                  <a:cubicBezTo>
                    <a:pt x="17965" y="2933"/>
                    <a:pt x="17973" y="2595"/>
                    <a:pt x="18141" y="2183"/>
                  </a:cubicBezTo>
                  <a:cubicBezTo>
                    <a:pt x="18255" y="1907"/>
                    <a:pt x="18301" y="1728"/>
                    <a:pt x="18360" y="1393"/>
                  </a:cubicBezTo>
                  <a:cubicBezTo>
                    <a:pt x="18402" y="1153"/>
                    <a:pt x="18471" y="1058"/>
                    <a:pt x="18494" y="798"/>
                  </a:cubicBezTo>
                  <a:cubicBezTo>
                    <a:pt x="18519" y="519"/>
                    <a:pt x="18496" y="308"/>
                    <a:pt x="18586" y="98"/>
                  </a:cubicBezTo>
                  <a:cubicBezTo>
                    <a:pt x="18688" y="220"/>
                    <a:pt x="18708" y="412"/>
                    <a:pt x="18721" y="658"/>
                  </a:cubicBezTo>
                  <a:cubicBezTo>
                    <a:pt x="18727" y="795"/>
                    <a:pt x="18731" y="974"/>
                    <a:pt x="18796" y="974"/>
                  </a:cubicBezTo>
                  <a:cubicBezTo>
                    <a:pt x="18857" y="974"/>
                    <a:pt x="18914" y="921"/>
                    <a:pt x="18930" y="798"/>
                  </a:cubicBezTo>
                  <a:lnTo>
                    <a:pt x="18889" y="325"/>
                  </a:lnTo>
                  <a:cubicBezTo>
                    <a:pt x="18895" y="220"/>
                    <a:pt x="18886" y="137"/>
                    <a:pt x="18922" y="62"/>
                  </a:cubicBezTo>
                  <a:cubicBezTo>
                    <a:pt x="18968" y="-34"/>
                    <a:pt x="19009" y="10"/>
                    <a:pt x="19073" y="10"/>
                  </a:cubicBezTo>
                  <a:cubicBezTo>
                    <a:pt x="19126" y="27"/>
                    <a:pt x="19155" y="27"/>
                    <a:pt x="19208" y="27"/>
                  </a:cubicBezTo>
                  <a:cubicBezTo>
                    <a:pt x="19235" y="439"/>
                    <a:pt x="19237" y="873"/>
                    <a:pt x="19434" y="974"/>
                  </a:cubicBezTo>
                  <a:cubicBezTo>
                    <a:pt x="19451" y="873"/>
                    <a:pt x="19457" y="746"/>
                    <a:pt x="19510" y="746"/>
                  </a:cubicBezTo>
                  <a:cubicBezTo>
                    <a:pt x="19569" y="746"/>
                    <a:pt x="19573" y="904"/>
                    <a:pt x="19628" y="939"/>
                  </a:cubicBezTo>
                  <a:cubicBezTo>
                    <a:pt x="19718" y="1000"/>
                    <a:pt x="19789" y="904"/>
                    <a:pt x="19871" y="991"/>
                  </a:cubicBezTo>
                  <a:cubicBezTo>
                    <a:pt x="19934" y="1061"/>
                    <a:pt x="19938" y="1192"/>
                    <a:pt x="19938" y="1342"/>
                  </a:cubicBezTo>
                  <a:cubicBezTo>
                    <a:pt x="19938" y="1481"/>
                    <a:pt x="19888" y="1553"/>
                    <a:pt x="19888" y="1692"/>
                  </a:cubicBezTo>
                  <a:cubicBezTo>
                    <a:pt x="19888" y="1893"/>
                    <a:pt x="19963" y="1981"/>
                    <a:pt x="19963" y="2183"/>
                  </a:cubicBezTo>
                  <a:lnTo>
                    <a:pt x="20005" y="2183"/>
                  </a:lnTo>
                  <a:cubicBezTo>
                    <a:pt x="20075" y="1987"/>
                    <a:pt x="20123" y="1867"/>
                    <a:pt x="20207" y="1692"/>
                  </a:cubicBezTo>
                  <a:cubicBezTo>
                    <a:pt x="20253" y="1754"/>
                    <a:pt x="20279" y="1824"/>
                    <a:pt x="20332" y="1851"/>
                  </a:cubicBezTo>
                  <a:cubicBezTo>
                    <a:pt x="20385" y="1877"/>
                    <a:pt x="20458" y="1858"/>
                    <a:pt x="20458" y="1974"/>
                  </a:cubicBezTo>
                  <a:cubicBezTo>
                    <a:pt x="20458" y="2205"/>
                    <a:pt x="20316" y="2266"/>
                    <a:pt x="20316" y="2499"/>
                  </a:cubicBezTo>
                  <a:cubicBezTo>
                    <a:pt x="20316" y="2621"/>
                    <a:pt x="20350" y="2744"/>
                    <a:pt x="20408" y="2744"/>
                  </a:cubicBezTo>
                  <a:cubicBezTo>
                    <a:pt x="20600" y="2744"/>
                    <a:pt x="20612" y="2130"/>
                    <a:pt x="20803" y="2130"/>
                  </a:cubicBezTo>
                  <a:cubicBezTo>
                    <a:pt x="20836" y="2130"/>
                    <a:pt x="20843" y="2218"/>
                    <a:pt x="20862" y="2271"/>
                  </a:cubicBezTo>
                  <a:cubicBezTo>
                    <a:pt x="20904" y="2389"/>
                    <a:pt x="20942" y="2490"/>
                    <a:pt x="21013" y="2499"/>
                  </a:cubicBezTo>
                  <a:cubicBezTo>
                    <a:pt x="21101" y="2512"/>
                    <a:pt x="21154" y="2516"/>
                    <a:pt x="21239" y="2550"/>
                  </a:cubicBezTo>
                  <a:cubicBezTo>
                    <a:pt x="21433" y="2635"/>
                    <a:pt x="21552" y="2885"/>
                    <a:pt x="21600" y="3287"/>
                  </a:cubicBezTo>
                  <a:cubicBezTo>
                    <a:pt x="21481" y="3410"/>
                    <a:pt x="21404" y="3427"/>
                    <a:pt x="21290" y="3567"/>
                  </a:cubicBezTo>
                  <a:cubicBezTo>
                    <a:pt x="21233" y="3638"/>
                    <a:pt x="21231" y="3765"/>
                    <a:pt x="21172" y="3831"/>
                  </a:cubicBezTo>
                  <a:cubicBezTo>
                    <a:pt x="21086" y="3927"/>
                    <a:pt x="21013" y="3883"/>
                    <a:pt x="20937" y="4006"/>
                  </a:cubicBezTo>
                  <a:cubicBezTo>
                    <a:pt x="20923" y="4066"/>
                    <a:pt x="20893" y="4076"/>
                    <a:pt x="20862" y="4076"/>
                  </a:cubicBezTo>
                  <a:cubicBezTo>
                    <a:pt x="20769" y="4076"/>
                    <a:pt x="20719" y="4031"/>
                    <a:pt x="20626" y="4024"/>
                  </a:cubicBezTo>
                  <a:cubicBezTo>
                    <a:pt x="20593" y="4233"/>
                    <a:pt x="20500" y="4308"/>
                    <a:pt x="20500" y="4531"/>
                  </a:cubicBezTo>
                  <a:cubicBezTo>
                    <a:pt x="20500" y="4715"/>
                    <a:pt x="20612" y="4720"/>
                    <a:pt x="20694" y="4778"/>
                  </a:cubicBezTo>
                  <a:cubicBezTo>
                    <a:pt x="20843" y="4878"/>
                    <a:pt x="20931" y="4927"/>
                    <a:pt x="21088" y="4952"/>
                  </a:cubicBezTo>
                  <a:cubicBezTo>
                    <a:pt x="21009" y="5242"/>
                    <a:pt x="20918" y="5347"/>
                    <a:pt x="20786" y="5531"/>
                  </a:cubicBezTo>
                  <a:cubicBezTo>
                    <a:pt x="20687" y="5667"/>
                    <a:pt x="20620" y="5727"/>
                    <a:pt x="20526" y="5882"/>
                  </a:cubicBezTo>
                  <a:cubicBezTo>
                    <a:pt x="20461" y="5986"/>
                    <a:pt x="20439" y="6144"/>
                    <a:pt x="20358" y="6144"/>
                  </a:cubicBezTo>
                  <a:cubicBezTo>
                    <a:pt x="20312" y="6144"/>
                    <a:pt x="20312" y="6017"/>
                    <a:pt x="20274" y="5970"/>
                  </a:cubicBezTo>
                  <a:cubicBezTo>
                    <a:pt x="20240" y="5925"/>
                    <a:pt x="20209" y="5925"/>
                    <a:pt x="20173" y="5882"/>
                  </a:cubicBezTo>
                  <a:cubicBezTo>
                    <a:pt x="20100" y="5789"/>
                    <a:pt x="20069" y="5636"/>
                    <a:pt x="19980" y="5636"/>
                  </a:cubicBezTo>
                  <a:cubicBezTo>
                    <a:pt x="19908" y="5636"/>
                    <a:pt x="19940" y="5859"/>
                    <a:pt x="19922" y="6004"/>
                  </a:cubicBezTo>
                  <a:cubicBezTo>
                    <a:pt x="19888" y="6254"/>
                    <a:pt x="19827" y="6494"/>
                    <a:pt x="19703" y="6494"/>
                  </a:cubicBezTo>
                  <a:cubicBezTo>
                    <a:pt x="19659" y="6494"/>
                    <a:pt x="19638" y="6425"/>
                    <a:pt x="19594" y="6425"/>
                  </a:cubicBezTo>
                  <a:cubicBezTo>
                    <a:pt x="19579" y="6425"/>
                    <a:pt x="19573" y="6455"/>
                    <a:pt x="19560" y="6459"/>
                  </a:cubicBezTo>
                  <a:lnTo>
                    <a:pt x="19560" y="6547"/>
                  </a:lnTo>
                  <a:cubicBezTo>
                    <a:pt x="19561" y="6552"/>
                    <a:pt x="19562" y="6556"/>
                    <a:pt x="19563" y="6562"/>
                  </a:cubicBezTo>
                  <a:lnTo>
                    <a:pt x="19563" y="6562"/>
                  </a:lnTo>
                  <a:cubicBezTo>
                    <a:pt x="19320" y="6527"/>
                    <a:pt x="19178" y="6802"/>
                    <a:pt x="18939" y="6880"/>
                  </a:cubicBezTo>
                  <a:cubicBezTo>
                    <a:pt x="18729" y="6951"/>
                    <a:pt x="18574" y="6811"/>
                    <a:pt x="18385" y="7020"/>
                  </a:cubicBezTo>
                  <a:cubicBezTo>
                    <a:pt x="18246" y="7169"/>
                    <a:pt x="18259" y="7493"/>
                    <a:pt x="18167" y="7757"/>
                  </a:cubicBezTo>
                  <a:cubicBezTo>
                    <a:pt x="18032" y="8134"/>
                    <a:pt x="17839" y="8221"/>
                    <a:pt x="17781" y="8668"/>
                  </a:cubicBezTo>
                  <a:cubicBezTo>
                    <a:pt x="17680" y="9413"/>
                    <a:pt x="17705" y="10122"/>
                    <a:pt x="17377" y="10491"/>
                  </a:cubicBezTo>
                  <a:cubicBezTo>
                    <a:pt x="17419" y="10771"/>
                    <a:pt x="17529" y="10894"/>
                    <a:pt x="17529" y="11191"/>
                  </a:cubicBezTo>
                  <a:cubicBezTo>
                    <a:pt x="17529" y="11508"/>
                    <a:pt x="17335" y="11508"/>
                    <a:pt x="17226" y="11717"/>
                  </a:cubicBezTo>
                  <a:cubicBezTo>
                    <a:pt x="17097" y="11972"/>
                    <a:pt x="17117" y="12253"/>
                    <a:pt x="17042" y="12594"/>
                  </a:cubicBezTo>
                  <a:cubicBezTo>
                    <a:pt x="16991" y="12830"/>
                    <a:pt x="16887" y="12883"/>
                    <a:pt x="16841" y="13120"/>
                  </a:cubicBezTo>
                  <a:cubicBezTo>
                    <a:pt x="16769" y="13487"/>
                    <a:pt x="16916" y="13864"/>
                    <a:pt x="16773" y="14136"/>
                  </a:cubicBezTo>
                  <a:cubicBezTo>
                    <a:pt x="16588" y="14487"/>
                    <a:pt x="16370" y="14389"/>
                    <a:pt x="16202" y="14766"/>
                  </a:cubicBezTo>
                  <a:cubicBezTo>
                    <a:pt x="16127" y="14942"/>
                    <a:pt x="16169" y="15179"/>
                    <a:pt x="16101" y="15364"/>
                  </a:cubicBezTo>
                  <a:cubicBezTo>
                    <a:pt x="16051" y="15503"/>
                    <a:pt x="15975" y="15494"/>
                    <a:pt x="15900" y="15572"/>
                  </a:cubicBezTo>
                  <a:cubicBezTo>
                    <a:pt x="15715" y="15766"/>
                    <a:pt x="15606" y="15959"/>
                    <a:pt x="15396" y="15959"/>
                  </a:cubicBezTo>
                  <a:cubicBezTo>
                    <a:pt x="15292" y="15959"/>
                    <a:pt x="15283" y="15608"/>
                    <a:pt x="15178" y="15608"/>
                  </a:cubicBezTo>
                  <a:cubicBezTo>
                    <a:pt x="15014" y="15608"/>
                    <a:pt x="14976" y="15976"/>
                    <a:pt x="14825" y="16099"/>
                  </a:cubicBezTo>
                  <a:cubicBezTo>
                    <a:pt x="14649" y="16239"/>
                    <a:pt x="14418" y="15984"/>
                    <a:pt x="14338" y="16345"/>
                  </a:cubicBezTo>
                  <a:cubicBezTo>
                    <a:pt x="14271" y="16651"/>
                    <a:pt x="14309" y="16897"/>
                    <a:pt x="14271" y="17220"/>
                  </a:cubicBezTo>
                  <a:cubicBezTo>
                    <a:pt x="14238" y="17483"/>
                    <a:pt x="14099" y="17476"/>
                    <a:pt x="14036" y="17710"/>
                  </a:cubicBezTo>
                  <a:cubicBezTo>
                    <a:pt x="13944" y="18053"/>
                    <a:pt x="13906" y="18359"/>
                    <a:pt x="13734" y="18518"/>
                  </a:cubicBezTo>
                  <a:cubicBezTo>
                    <a:pt x="13642" y="18606"/>
                    <a:pt x="13566" y="18518"/>
                    <a:pt x="13465" y="18552"/>
                  </a:cubicBezTo>
                  <a:cubicBezTo>
                    <a:pt x="13201" y="18657"/>
                    <a:pt x="13041" y="18694"/>
                    <a:pt x="12810" y="18973"/>
                  </a:cubicBezTo>
                  <a:cubicBezTo>
                    <a:pt x="12726" y="19070"/>
                    <a:pt x="12726" y="19359"/>
                    <a:pt x="12626" y="19359"/>
                  </a:cubicBezTo>
                  <a:cubicBezTo>
                    <a:pt x="12525" y="19359"/>
                    <a:pt x="12487" y="19158"/>
                    <a:pt x="12391" y="19113"/>
                  </a:cubicBezTo>
                  <a:cubicBezTo>
                    <a:pt x="12277" y="19061"/>
                    <a:pt x="12193" y="19166"/>
                    <a:pt x="12088" y="19078"/>
                  </a:cubicBezTo>
                  <a:cubicBezTo>
                    <a:pt x="11908" y="18929"/>
                    <a:pt x="11845" y="18666"/>
                    <a:pt x="11669" y="18483"/>
                  </a:cubicBezTo>
                  <a:cubicBezTo>
                    <a:pt x="11442" y="18246"/>
                    <a:pt x="11228" y="18324"/>
                    <a:pt x="11064" y="17922"/>
                  </a:cubicBezTo>
                  <a:cubicBezTo>
                    <a:pt x="10938" y="17615"/>
                    <a:pt x="10973" y="17257"/>
                    <a:pt x="10889" y="16899"/>
                  </a:cubicBezTo>
                  <a:lnTo>
                    <a:pt x="10889" y="16899"/>
                  </a:lnTo>
                  <a:cubicBezTo>
                    <a:pt x="10926" y="16844"/>
                    <a:pt x="10962" y="16782"/>
                    <a:pt x="11005" y="16713"/>
                  </a:cubicBezTo>
                  <a:cubicBezTo>
                    <a:pt x="11049" y="16803"/>
                    <a:pt x="11049" y="16914"/>
                    <a:pt x="11089" y="17011"/>
                  </a:cubicBezTo>
                  <a:cubicBezTo>
                    <a:pt x="11127" y="17102"/>
                    <a:pt x="11173" y="17116"/>
                    <a:pt x="11224" y="17186"/>
                  </a:cubicBezTo>
                  <a:cubicBezTo>
                    <a:pt x="11302" y="17295"/>
                    <a:pt x="11347" y="17414"/>
                    <a:pt x="11442" y="17414"/>
                  </a:cubicBezTo>
                  <a:cubicBezTo>
                    <a:pt x="11598" y="17414"/>
                    <a:pt x="11685" y="17274"/>
                    <a:pt x="11803" y="17063"/>
                  </a:cubicBezTo>
                  <a:cubicBezTo>
                    <a:pt x="11836" y="17005"/>
                    <a:pt x="11843" y="16888"/>
                    <a:pt x="11889" y="16888"/>
                  </a:cubicBezTo>
                  <a:lnTo>
                    <a:pt x="12069" y="16888"/>
                  </a:lnTo>
                  <a:cubicBezTo>
                    <a:pt x="12244" y="16888"/>
                    <a:pt x="12355" y="16966"/>
                    <a:pt x="12500" y="17167"/>
                  </a:cubicBezTo>
                  <a:cubicBezTo>
                    <a:pt x="12565" y="17255"/>
                    <a:pt x="12588" y="17414"/>
                    <a:pt x="12668" y="17414"/>
                  </a:cubicBezTo>
                  <a:cubicBezTo>
                    <a:pt x="12682" y="17414"/>
                    <a:pt x="12686" y="17382"/>
                    <a:pt x="12701" y="17378"/>
                  </a:cubicBezTo>
                  <a:lnTo>
                    <a:pt x="12701" y="16970"/>
                  </a:lnTo>
                  <a:cubicBezTo>
                    <a:pt x="12701" y="16883"/>
                    <a:pt x="12676" y="16843"/>
                    <a:pt x="12676" y="16756"/>
                  </a:cubicBezTo>
                  <a:cubicBezTo>
                    <a:pt x="12676" y="16313"/>
                    <a:pt x="12768" y="16082"/>
                    <a:pt x="12827" y="15660"/>
                  </a:cubicBezTo>
                  <a:cubicBezTo>
                    <a:pt x="12867" y="15372"/>
                    <a:pt x="12882" y="15192"/>
                    <a:pt x="12961" y="14942"/>
                  </a:cubicBezTo>
                  <a:cubicBezTo>
                    <a:pt x="12993" y="14841"/>
                    <a:pt x="13071" y="14838"/>
                    <a:pt x="13071" y="14714"/>
                  </a:cubicBezTo>
                  <a:cubicBezTo>
                    <a:pt x="13071" y="14579"/>
                    <a:pt x="13037" y="14503"/>
                    <a:pt x="13037" y="14367"/>
                  </a:cubicBezTo>
                  <a:lnTo>
                    <a:pt x="13037" y="13974"/>
                  </a:lnTo>
                  <a:cubicBezTo>
                    <a:pt x="13037" y="13728"/>
                    <a:pt x="13125" y="13601"/>
                    <a:pt x="13222" y="13471"/>
                  </a:cubicBezTo>
                  <a:cubicBezTo>
                    <a:pt x="13345" y="13298"/>
                    <a:pt x="13432" y="13256"/>
                    <a:pt x="13575" y="13171"/>
                  </a:cubicBezTo>
                  <a:cubicBezTo>
                    <a:pt x="13867" y="13006"/>
                    <a:pt x="13984" y="12659"/>
                    <a:pt x="14213" y="12243"/>
                  </a:cubicBezTo>
                  <a:cubicBezTo>
                    <a:pt x="14437" y="11836"/>
                    <a:pt x="14668" y="11661"/>
                    <a:pt x="14716" y="11051"/>
                  </a:cubicBezTo>
                  <a:cubicBezTo>
                    <a:pt x="14733" y="10833"/>
                    <a:pt x="14720" y="10687"/>
                    <a:pt x="14766" y="10491"/>
                  </a:cubicBezTo>
                  <a:cubicBezTo>
                    <a:pt x="14780" y="10437"/>
                    <a:pt x="14811" y="10437"/>
                    <a:pt x="14834" y="10403"/>
                  </a:cubicBezTo>
                  <a:cubicBezTo>
                    <a:pt x="14878" y="10336"/>
                    <a:pt x="14880" y="10241"/>
                    <a:pt x="14926" y="10174"/>
                  </a:cubicBezTo>
                  <a:cubicBezTo>
                    <a:pt x="14998" y="10075"/>
                    <a:pt x="15064" y="10048"/>
                    <a:pt x="15094" y="9877"/>
                  </a:cubicBezTo>
                  <a:cubicBezTo>
                    <a:pt x="15132" y="9764"/>
                    <a:pt x="15184" y="9772"/>
                    <a:pt x="15228" y="9667"/>
                  </a:cubicBezTo>
                  <a:cubicBezTo>
                    <a:pt x="15371" y="9330"/>
                    <a:pt x="15445" y="9105"/>
                    <a:pt x="15505" y="8668"/>
                  </a:cubicBezTo>
                  <a:cubicBezTo>
                    <a:pt x="15537" y="8435"/>
                    <a:pt x="15511" y="8291"/>
                    <a:pt x="15539" y="8055"/>
                  </a:cubicBezTo>
                  <a:cubicBezTo>
                    <a:pt x="15550" y="7958"/>
                    <a:pt x="15589" y="7932"/>
                    <a:pt x="15623" y="7861"/>
                  </a:cubicBezTo>
                  <a:cubicBezTo>
                    <a:pt x="15695" y="7712"/>
                    <a:pt x="15751" y="7637"/>
                    <a:pt x="15849" y="7599"/>
                  </a:cubicBezTo>
                  <a:cubicBezTo>
                    <a:pt x="15943" y="7559"/>
                    <a:pt x="16015" y="7490"/>
                    <a:pt x="16078" y="7400"/>
                  </a:cubicBezTo>
                  <a:lnTo>
                    <a:pt x="16078" y="7400"/>
                  </a:lnTo>
                  <a:cubicBezTo>
                    <a:pt x="16078" y="7400"/>
                    <a:pt x="16078" y="7400"/>
                    <a:pt x="16078" y="740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87" name="Shape 4973"/>
            <p:cNvSpPr/>
            <p:nvPr/>
          </p:nvSpPr>
          <p:spPr>
            <a:xfrm>
              <a:off x="6231850" y="5877641"/>
              <a:ext cx="92660" cy="93482"/>
            </a:xfrm>
            <a:custGeom>
              <a:avLst/>
              <a:gdLst/>
              <a:ahLst/>
              <a:cxnLst>
                <a:cxn ang="0">
                  <a:pos x="wd2" y="hd2"/>
                </a:cxn>
                <a:cxn ang="5400000">
                  <a:pos x="wd2" y="hd2"/>
                </a:cxn>
                <a:cxn ang="10800000">
                  <a:pos x="wd2" y="hd2"/>
                </a:cxn>
                <a:cxn ang="16200000">
                  <a:pos x="wd2" y="hd2"/>
                </a:cxn>
              </a:cxnLst>
              <a:rect l="0" t="0" r="r" b="b"/>
              <a:pathLst>
                <a:path w="21600" h="21600" extrusionOk="0">
                  <a:moveTo>
                    <a:pt x="0" y="13245"/>
                  </a:moveTo>
                  <a:cubicBezTo>
                    <a:pt x="3487" y="15740"/>
                    <a:pt x="4568" y="18415"/>
                    <a:pt x="7363" y="21600"/>
                  </a:cubicBezTo>
                  <a:cubicBezTo>
                    <a:pt x="11556" y="18683"/>
                    <a:pt x="8691" y="10243"/>
                    <a:pt x="13783" y="10243"/>
                  </a:cubicBezTo>
                  <a:cubicBezTo>
                    <a:pt x="16727" y="10243"/>
                    <a:pt x="16996" y="14674"/>
                    <a:pt x="19932" y="14674"/>
                  </a:cubicBezTo>
                  <a:cubicBezTo>
                    <a:pt x="20630" y="14674"/>
                    <a:pt x="20980" y="14319"/>
                    <a:pt x="21600" y="14119"/>
                  </a:cubicBezTo>
                  <a:lnTo>
                    <a:pt x="21600" y="11697"/>
                  </a:lnTo>
                  <a:cubicBezTo>
                    <a:pt x="21600" y="8035"/>
                    <a:pt x="21076" y="5852"/>
                    <a:pt x="19400" y="2538"/>
                  </a:cubicBezTo>
                  <a:lnTo>
                    <a:pt x="19400" y="2538"/>
                  </a:lnTo>
                  <a:cubicBezTo>
                    <a:pt x="19252" y="2598"/>
                    <a:pt x="19075" y="2640"/>
                    <a:pt x="18884" y="2640"/>
                  </a:cubicBezTo>
                  <a:cubicBezTo>
                    <a:pt x="17137" y="2640"/>
                    <a:pt x="17067" y="0"/>
                    <a:pt x="15328" y="0"/>
                  </a:cubicBezTo>
                  <a:cubicBezTo>
                    <a:pt x="14446" y="0"/>
                    <a:pt x="14247" y="937"/>
                    <a:pt x="13652" y="1524"/>
                  </a:cubicBezTo>
                  <a:cubicBezTo>
                    <a:pt x="12876" y="2285"/>
                    <a:pt x="12463" y="2850"/>
                    <a:pt x="11697" y="3602"/>
                  </a:cubicBezTo>
                  <a:cubicBezTo>
                    <a:pt x="9530" y="5750"/>
                    <a:pt x="7922" y="6571"/>
                    <a:pt x="5549" y="8442"/>
                  </a:cubicBezTo>
                  <a:cubicBezTo>
                    <a:pt x="3321" y="10216"/>
                    <a:pt x="1880" y="11981"/>
                    <a:pt x="0" y="13245"/>
                  </a:cubicBezTo>
                  <a:cubicBezTo>
                    <a:pt x="0" y="13245"/>
                    <a:pt x="0" y="13245"/>
                    <a:pt x="0" y="1324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88" name="Shape 4974"/>
            <p:cNvSpPr/>
            <p:nvPr/>
          </p:nvSpPr>
          <p:spPr>
            <a:xfrm>
              <a:off x="7050956" y="6763162"/>
              <a:ext cx="188791" cy="139974"/>
            </a:xfrm>
            <a:custGeom>
              <a:avLst/>
              <a:gdLst/>
              <a:ahLst/>
              <a:cxnLst>
                <a:cxn ang="0">
                  <a:pos x="wd2" y="hd2"/>
                </a:cxn>
                <a:cxn ang="5400000">
                  <a:pos x="wd2" y="hd2"/>
                </a:cxn>
                <a:cxn ang="10800000">
                  <a:pos x="wd2" y="hd2"/>
                </a:cxn>
                <a:cxn ang="16200000">
                  <a:pos x="wd2" y="hd2"/>
                </a:cxn>
              </a:cxnLst>
              <a:rect l="0" t="0" r="r" b="b"/>
              <a:pathLst>
                <a:path w="21600" h="21570" extrusionOk="0">
                  <a:moveTo>
                    <a:pt x="0" y="15235"/>
                  </a:moveTo>
                  <a:lnTo>
                    <a:pt x="150" y="17620"/>
                  </a:lnTo>
                  <a:lnTo>
                    <a:pt x="1488" y="17620"/>
                  </a:lnTo>
                  <a:cubicBezTo>
                    <a:pt x="2581" y="17620"/>
                    <a:pt x="2821" y="16286"/>
                    <a:pt x="3850" y="15588"/>
                  </a:cubicBezTo>
                  <a:cubicBezTo>
                    <a:pt x="3953" y="16101"/>
                    <a:pt x="4128" y="16511"/>
                    <a:pt x="4128" y="17072"/>
                  </a:cubicBezTo>
                  <a:cubicBezTo>
                    <a:pt x="4128" y="18545"/>
                    <a:pt x="3442" y="19243"/>
                    <a:pt x="3442" y="20715"/>
                  </a:cubicBezTo>
                  <a:cubicBezTo>
                    <a:pt x="3442" y="21039"/>
                    <a:pt x="3626" y="21247"/>
                    <a:pt x="3626" y="21570"/>
                  </a:cubicBezTo>
                  <a:lnTo>
                    <a:pt x="3626" y="21570"/>
                  </a:lnTo>
                  <a:cubicBezTo>
                    <a:pt x="3974" y="21247"/>
                    <a:pt x="4334" y="20917"/>
                    <a:pt x="4672" y="20392"/>
                  </a:cubicBezTo>
                  <a:cubicBezTo>
                    <a:pt x="6679" y="17297"/>
                    <a:pt x="7622" y="15432"/>
                    <a:pt x="9880" y="12730"/>
                  </a:cubicBezTo>
                  <a:cubicBezTo>
                    <a:pt x="11231" y="11119"/>
                    <a:pt x="11647" y="9248"/>
                    <a:pt x="13374" y="8585"/>
                  </a:cubicBezTo>
                  <a:cubicBezTo>
                    <a:pt x="14798" y="8024"/>
                    <a:pt x="15723" y="7862"/>
                    <a:pt x="16868" y="6546"/>
                  </a:cubicBezTo>
                  <a:cubicBezTo>
                    <a:pt x="17301" y="6062"/>
                    <a:pt x="17348" y="5490"/>
                    <a:pt x="17760" y="4976"/>
                  </a:cubicBezTo>
                  <a:cubicBezTo>
                    <a:pt x="18480" y="4076"/>
                    <a:pt x="18857" y="3458"/>
                    <a:pt x="19684" y="2765"/>
                  </a:cubicBezTo>
                  <a:cubicBezTo>
                    <a:pt x="20538" y="2049"/>
                    <a:pt x="21600" y="1726"/>
                    <a:pt x="21600" y="363"/>
                  </a:cubicBezTo>
                  <a:cubicBezTo>
                    <a:pt x="21600" y="178"/>
                    <a:pt x="21429" y="155"/>
                    <a:pt x="21390" y="0"/>
                  </a:cubicBezTo>
                  <a:cubicBezTo>
                    <a:pt x="19869" y="155"/>
                    <a:pt x="18772" y="-30"/>
                    <a:pt x="17553" y="1194"/>
                  </a:cubicBezTo>
                  <a:cubicBezTo>
                    <a:pt x="17263" y="1473"/>
                    <a:pt x="17301" y="1957"/>
                    <a:pt x="17146" y="2395"/>
                  </a:cubicBezTo>
                  <a:cubicBezTo>
                    <a:pt x="16971" y="2875"/>
                    <a:pt x="16628" y="2973"/>
                    <a:pt x="16324" y="3320"/>
                  </a:cubicBezTo>
                  <a:cubicBezTo>
                    <a:pt x="15038" y="4821"/>
                    <a:pt x="13944" y="5352"/>
                    <a:pt x="12243" y="5352"/>
                  </a:cubicBezTo>
                  <a:cubicBezTo>
                    <a:pt x="10120" y="5352"/>
                    <a:pt x="9079" y="6893"/>
                    <a:pt x="7275" y="8394"/>
                  </a:cubicBezTo>
                  <a:cubicBezTo>
                    <a:pt x="5392" y="9960"/>
                    <a:pt x="3922" y="9756"/>
                    <a:pt x="1997" y="11257"/>
                  </a:cubicBezTo>
                  <a:cubicBezTo>
                    <a:pt x="754" y="12228"/>
                    <a:pt x="459" y="13711"/>
                    <a:pt x="0" y="15235"/>
                  </a:cubicBezTo>
                  <a:cubicBezTo>
                    <a:pt x="0" y="15235"/>
                    <a:pt x="0" y="15235"/>
                    <a:pt x="0" y="1523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grpSp>
      <p:sp>
        <p:nvSpPr>
          <p:cNvPr id="90" name="Shape 2922"/>
          <p:cNvSpPr/>
          <p:nvPr/>
        </p:nvSpPr>
        <p:spPr>
          <a:xfrm>
            <a:off x="6583034" y="2413510"/>
            <a:ext cx="158463" cy="1091472"/>
          </a:xfrm>
          <a:prstGeom prst="roundRect">
            <a:avLst>
              <a:gd name="adj" fmla="val 0"/>
            </a:avLst>
          </a:prstGeom>
          <a:solidFill>
            <a:schemeClr val="accent1"/>
          </a:solidFill>
          <a:ln w="12700" cap="flat">
            <a:noFill/>
            <a:miter lim="400000"/>
          </a:ln>
          <a:effectLst/>
        </p:spPr>
        <p:txBody>
          <a:bodyPr wrap="square" lIns="0" tIns="0" rIns="0" bIns="0" numCol="1" anchor="t">
            <a:noAutofit/>
          </a:bodyPr>
          <a:lstStyle/>
          <a:p>
            <a:pPr lvl="0"/>
            <a:endParaRPr sz="2299"/>
          </a:p>
        </p:txBody>
      </p:sp>
      <p:sp>
        <p:nvSpPr>
          <p:cNvPr id="91" name="Shape 2923"/>
          <p:cNvSpPr/>
          <p:nvPr/>
        </p:nvSpPr>
        <p:spPr>
          <a:xfrm>
            <a:off x="6741497" y="2685299"/>
            <a:ext cx="158464" cy="819682"/>
          </a:xfrm>
          <a:prstGeom prst="roundRect">
            <a:avLst>
              <a:gd name="adj" fmla="val 0"/>
            </a:avLst>
          </a:prstGeom>
          <a:solidFill>
            <a:schemeClr val="accent2"/>
          </a:solidFill>
          <a:ln w="12700" cap="flat">
            <a:noFill/>
            <a:miter lim="400000"/>
          </a:ln>
          <a:effectLst/>
        </p:spPr>
        <p:txBody>
          <a:bodyPr wrap="square" lIns="0" tIns="0" rIns="0" bIns="0" numCol="1" anchor="t">
            <a:noAutofit/>
          </a:bodyPr>
          <a:lstStyle/>
          <a:p>
            <a:pPr lvl="0"/>
            <a:endParaRPr sz="2299"/>
          </a:p>
        </p:txBody>
      </p:sp>
      <p:sp>
        <p:nvSpPr>
          <p:cNvPr id="92" name="Shape 2924"/>
          <p:cNvSpPr/>
          <p:nvPr/>
        </p:nvSpPr>
        <p:spPr>
          <a:xfrm>
            <a:off x="6899961" y="2836044"/>
            <a:ext cx="158464" cy="668937"/>
          </a:xfrm>
          <a:prstGeom prst="roundRect">
            <a:avLst>
              <a:gd name="adj" fmla="val 0"/>
            </a:avLst>
          </a:prstGeom>
          <a:solidFill>
            <a:schemeClr val="accent5"/>
          </a:solidFill>
          <a:ln w="12700" cap="flat">
            <a:noFill/>
            <a:miter lim="400000"/>
          </a:ln>
          <a:effectLst/>
        </p:spPr>
        <p:txBody>
          <a:bodyPr wrap="square" lIns="0" tIns="0" rIns="0" bIns="0" numCol="1" anchor="t">
            <a:noAutofit/>
          </a:bodyPr>
          <a:lstStyle/>
          <a:p>
            <a:pPr lvl="0"/>
            <a:endParaRPr sz="2299"/>
          </a:p>
        </p:txBody>
      </p:sp>
      <p:sp>
        <p:nvSpPr>
          <p:cNvPr id="113" name="Shape 593"/>
          <p:cNvSpPr/>
          <p:nvPr/>
        </p:nvSpPr>
        <p:spPr>
          <a:xfrm>
            <a:off x="6599916" y="5402861"/>
            <a:ext cx="132018" cy="148523"/>
          </a:xfrm>
          <a:custGeom>
            <a:avLst/>
            <a:gdLst/>
            <a:ahLst/>
            <a:cxnLst>
              <a:cxn ang="0">
                <a:pos x="wd2" y="hd2"/>
              </a:cxn>
              <a:cxn ang="5400000">
                <a:pos x="wd2" y="hd2"/>
              </a:cxn>
              <a:cxn ang="10800000">
                <a:pos x="wd2" y="hd2"/>
              </a:cxn>
              <a:cxn ang="16200000">
                <a:pos x="wd2" y="hd2"/>
              </a:cxn>
            </a:cxnLst>
            <a:rect l="0" t="0" r="r" b="b"/>
            <a:pathLst>
              <a:path w="21600" h="20960" extrusionOk="0">
                <a:moveTo>
                  <a:pt x="4050" y="7519"/>
                </a:moveTo>
                <a:cubicBezTo>
                  <a:pt x="3162" y="7519"/>
                  <a:pt x="0" y="7985"/>
                  <a:pt x="0" y="11155"/>
                </a:cubicBezTo>
                <a:lnTo>
                  <a:pt x="0" y="16801"/>
                </a:lnTo>
                <a:cubicBezTo>
                  <a:pt x="0" y="19969"/>
                  <a:pt x="3162" y="20318"/>
                  <a:pt x="4050" y="20318"/>
                </a:cubicBezTo>
                <a:cubicBezTo>
                  <a:pt x="4937" y="20318"/>
                  <a:pt x="2700" y="19652"/>
                  <a:pt x="2700" y="17687"/>
                </a:cubicBezTo>
                <a:lnTo>
                  <a:pt x="2700" y="10266"/>
                </a:lnTo>
                <a:cubicBezTo>
                  <a:pt x="2700" y="8207"/>
                  <a:pt x="4937" y="7519"/>
                  <a:pt x="4050" y="7519"/>
                </a:cubicBezTo>
                <a:close/>
                <a:moveTo>
                  <a:pt x="15725" y="7408"/>
                </a:moveTo>
                <a:cubicBezTo>
                  <a:pt x="15545" y="6995"/>
                  <a:pt x="20503" y="3177"/>
                  <a:pt x="17612" y="83"/>
                </a:cubicBezTo>
                <a:cubicBezTo>
                  <a:pt x="16936" y="-640"/>
                  <a:pt x="14641" y="3547"/>
                  <a:pt x="11382" y="5443"/>
                </a:cubicBezTo>
                <a:cubicBezTo>
                  <a:pt x="9584" y="6488"/>
                  <a:pt x="5400" y="8715"/>
                  <a:pt x="5400" y="9946"/>
                </a:cubicBezTo>
                <a:lnTo>
                  <a:pt x="5400" y="17913"/>
                </a:lnTo>
                <a:cubicBezTo>
                  <a:pt x="5400" y="19393"/>
                  <a:pt x="12034" y="20960"/>
                  <a:pt x="17075" y="20960"/>
                </a:cubicBezTo>
                <a:cubicBezTo>
                  <a:pt x="18923" y="20960"/>
                  <a:pt x="21600" y="10974"/>
                  <a:pt x="21600" y="9388"/>
                </a:cubicBezTo>
                <a:cubicBezTo>
                  <a:pt x="21600" y="7795"/>
                  <a:pt x="15902" y="7823"/>
                  <a:pt x="15725" y="7408"/>
                </a:cubicBezTo>
                <a:close/>
              </a:path>
            </a:pathLst>
          </a:custGeom>
          <a:solidFill>
            <a:schemeClr val="accent1"/>
          </a:solidFill>
          <a:ln w="12700" cap="flat">
            <a:noFill/>
            <a:miter lim="400000"/>
          </a:ln>
          <a:effectLst/>
        </p:spPr>
        <p:txBody>
          <a:bodyPr wrap="square" lIns="43645" tIns="43645" rIns="43645" bIns="43645" numCol="1" anchor="ctr">
            <a:noAutofit/>
          </a:bodyPr>
          <a:lstStyle/>
          <a:p>
            <a:pPr algn="ctr">
              <a:defRPr sz="3200">
                <a:solidFill>
                  <a:srgbClr val="FFFFFF"/>
                </a:solidFill>
                <a:latin typeface="+mn-lt"/>
                <a:ea typeface="+mn-ea"/>
                <a:cs typeface="+mn-cs"/>
                <a:sym typeface="Helvetica Light"/>
              </a:defRPr>
            </a:pPr>
            <a:endParaRPr sz="3199"/>
          </a:p>
        </p:txBody>
      </p:sp>
      <p:sp>
        <p:nvSpPr>
          <p:cNvPr id="115" name="Shape 593"/>
          <p:cNvSpPr/>
          <p:nvPr/>
        </p:nvSpPr>
        <p:spPr>
          <a:xfrm rot="9900000">
            <a:off x="8285184" y="5402861"/>
            <a:ext cx="132018" cy="148523"/>
          </a:xfrm>
          <a:custGeom>
            <a:avLst/>
            <a:gdLst/>
            <a:ahLst/>
            <a:cxnLst>
              <a:cxn ang="0">
                <a:pos x="wd2" y="hd2"/>
              </a:cxn>
              <a:cxn ang="5400000">
                <a:pos x="wd2" y="hd2"/>
              </a:cxn>
              <a:cxn ang="10800000">
                <a:pos x="wd2" y="hd2"/>
              </a:cxn>
              <a:cxn ang="16200000">
                <a:pos x="wd2" y="hd2"/>
              </a:cxn>
            </a:cxnLst>
            <a:rect l="0" t="0" r="r" b="b"/>
            <a:pathLst>
              <a:path w="21600" h="20960" extrusionOk="0">
                <a:moveTo>
                  <a:pt x="4050" y="7519"/>
                </a:moveTo>
                <a:cubicBezTo>
                  <a:pt x="3162" y="7519"/>
                  <a:pt x="0" y="7985"/>
                  <a:pt x="0" y="11155"/>
                </a:cubicBezTo>
                <a:lnTo>
                  <a:pt x="0" y="16801"/>
                </a:lnTo>
                <a:cubicBezTo>
                  <a:pt x="0" y="19969"/>
                  <a:pt x="3162" y="20318"/>
                  <a:pt x="4050" y="20318"/>
                </a:cubicBezTo>
                <a:cubicBezTo>
                  <a:pt x="4937" y="20318"/>
                  <a:pt x="2700" y="19652"/>
                  <a:pt x="2700" y="17687"/>
                </a:cubicBezTo>
                <a:lnTo>
                  <a:pt x="2700" y="10266"/>
                </a:lnTo>
                <a:cubicBezTo>
                  <a:pt x="2700" y="8207"/>
                  <a:pt x="4937" y="7519"/>
                  <a:pt x="4050" y="7519"/>
                </a:cubicBezTo>
                <a:close/>
                <a:moveTo>
                  <a:pt x="15725" y="7408"/>
                </a:moveTo>
                <a:cubicBezTo>
                  <a:pt x="15545" y="6995"/>
                  <a:pt x="20503" y="3177"/>
                  <a:pt x="17612" y="83"/>
                </a:cubicBezTo>
                <a:cubicBezTo>
                  <a:pt x="16936" y="-640"/>
                  <a:pt x="14641" y="3547"/>
                  <a:pt x="11382" y="5443"/>
                </a:cubicBezTo>
                <a:cubicBezTo>
                  <a:pt x="9584" y="6488"/>
                  <a:pt x="5400" y="8715"/>
                  <a:pt x="5400" y="9946"/>
                </a:cubicBezTo>
                <a:lnTo>
                  <a:pt x="5400" y="17913"/>
                </a:lnTo>
                <a:cubicBezTo>
                  <a:pt x="5400" y="19393"/>
                  <a:pt x="12034" y="20960"/>
                  <a:pt x="17075" y="20960"/>
                </a:cubicBezTo>
                <a:cubicBezTo>
                  <a:pt x="18923" y="20960"/>
                  <a:pt x="21600" y="10974"/>
                  <a:pt x="21600" y="9388"/>
                </a:cubicBezTo>
                <a:cubicBezTo>
                  <a:pt x="21600" y="7795"/>
                  <a:pt x="15902" y="7823"/>
                  <a:pt x="15725" y="7408"/>
                </a:cubicBezTo>
                <a:close/>
              </a:path>
            </a:pathLst>
          </a:custGeom>
          <a:solidFill>
            <a:schemeClr val="accent1">
              <a:lumMod val="60000"/>
              <a:lumOff val="40000"/>
            </a:schemeClr>
          </a:solidFill>
          <a:ln w="12700" cap="flat">
            <a:noFill/>
            <a:miter lim="400000"/>
          </a:ln>
          <a:effectLst/>
        </p:spPr>
        <p:txBody>
          <a:bodyPr wrap="square" lIns="43645" tIns="43645" rIns="43645" bIns="43645" numCol="1" anchor="ctr">
            <a:noAutofit/>
          </a:bodyPr>
          <a:lstStyle/>
          <a:p>
            <a:pPr algn="ctr">
              <a:defRPr sz="3200">
                <a:solidFill>
                  <a:srgbClr val="FFFFFF"/>
                </a:solidFill>
                <a:latin typeface="+mn-lt"/>
                <a:ea typeface="+mn-ea"/>
                <a:cs typeface="+mn-cs"/>
                <a:sym typeface="Helvetica Light"/>
              </a:defRPr>
            </a:pPr>
            <a:endParaRPr sz="3199"/>
          </a:p>
        </p:txBody>
      </p:sp>
      <p:sp>
        <p:nvSpPr>
          <p:cNvPr id="116" name="Shape 2922"/>
          <p:cNvSpPr/>
          <p:nvPr/>
        </p:nvSpPr>
        <p:spPr>
          <a:xfrm>
            <a:off x="6599916" y="3841815"/>
            <a:ext cx="158463" cy="129170"/>
          </a:xfrm>
          <a:prstGeom prst="roundRect">
            <a:avLst>
              <a:gd name="adj" fmla="val 0"/>
            </a:avLst>
          </a:prstGeom>
          <a:solidFill>
            <a:schemeClr val="accent1"/>
          </a:solidFill>
          <a:ln w="12700" cap="flat">
            <a:noFill/>
            <a:miter lim="400000"/>
          </a:ln>
          <a:effectLst/>
        </p:spPr>
        <p:txBody>
          <a:bodyPr wrap="square" lIns="0" tIns="0" rIns="0" bIns="0" numCol="1" anchor="t">
            <a:noAutofit/>
          </a:bodyPr>
          <a:lstStyle/>
          <a:p>
            <a:pPr lvl="0"/>
            <a:endParaRPr sz="2299"/>
          </a:p>
        </p:txBody>
      </p:sp>
      <p:sp>
        <p:nvSpPr>
          <p:cNvPr id="117" name="Shape 2923"/>
          <p:cNvSpPr/>
          <p:nvPr/>
        </p:nvSpPr>
        <p:spPr>
          <a:xfrm>
            <a:off x="7859818" y="3841814"/>
            <a:ext cx="158464" cy="129169"/>
          </a:xfrm>
          <a:prstGeom prst="roundRect">
            <a:avLst>
              <a:gd name="adj" fmla="val 0"/>
            </a:avLst>
          </a:prstGeom>
          <a:solidFill>
            <a:schemeClr val="accent2"/>
          </a:solidFill>
          <a:ln w="12700" cap="flat">
            <a:noFill/>
            <a:miter lim="400000"/>
          </a:ln>
          <a:effectLst/>
        </p:spPr>
        <p:txBody>
          <a:bodyPr wrap="square" lIns="0" tIns="0" rIns="0" bIns="0" numCol="1" anchor="t">
            <a:noAutofit/>
          </a:bodyPr>
          <a:lstStyle/>
          <a:p>
            <a:pPr lvl="0"/>
            <a:endParaRPr sz="2299"/>
          </a:p>
        </p:txBody>
      </p:sp>
      <p:sp>
        <p:nvSpPr>
          <p:cNvPr id="118" name="Shape 2924"/>
          <p:cNvSpPr/>
          <p:nvPr/>
        </p:nvSpPr>
        <p:spPr>
          <a:xfrm>
            <a:off x="9163349" y="3841814"/>
            <a:ext cx="158464" cy="129169"/>
          </a:xfrm>
          <a:prstGeom prst="roundRect">
            <a:avLst>
              <a:gd name="adj" fmla="val 0"/>
            </a:avLst>
          </a:prstGeom>
          <a:solidFill>
            <a:schemeClr val="accent5"/>
          </a:solidFill>
          <a:ln w="12700" cap="flat">
            <a:noFill/>
            <a:miter lim="400000"/>
          </a:ln>
          <a:effectLst/>
        </p:spPr>
        <p:txBody>
          <a:bodyPr wrap="square" lIns="0" tIns="0" rIns="0" bIns="0" numCol="1" anchor="t">
            <a:noAutofit/>
          </a:bodyPr>
          <a:lstStyle/>
          <a:p>
            <a:pPr lvl="0"/>
            <a:endParaRPr sz="2299"/>
          </a:p>
        </p:txBody>
      </p:sp>
      <p:sp>
        <p:nvSpPr>
          <p:cNvPr id="119" name="Text Placeholder 15"/>
          <p:cNvSpPr>
            <a:spLocks noGrp="1"/>
          </p:cNvSpPr>
          <p:nvPr>
            <p:ph type="body" sz="quarter" idx="14"/>
          </p:nvPr>
        </p:nvSpPr>
        <p:spPr>
          <a:xfrm>
            <a:off x="6907590" y="3768344"/>
            <a:ext cx="921766" cy="256782"/>
          </a:xfrm>
        </p:spPr>
        <p:txBody>
          <a:bodyPr>
            <a:normAutofit/>
          </a:bodyPr>
          <a:lstStyle/>
          <a:p>
            <a:r>
              <a:rPr lang="id-ID" sz="1000" dirty="0"/>
              <a:t>Youngers</a:t>
            </a:r>
          </a:p>
        </p:txBody>
      </p:sp>
      <p:sp>
        <p:nvSpPr>
          <p:cNvPr id="120" name="Text Placeholder 15"/>
          <p:cNvSpPr>
            <a:spLocks noGrp="1"/>
          </p:cNvSpPr>
          <p:nvPr>
            <p:ph type="body" sz="quarter" idx="14"/>
          </p:nvPr>
        </p:nvSpPr>
        <p:spPr>
          <a:xfrm>
            <a:off x="8162436" y="3768344"/>
            <a:ext cx="921766" cy="256782"/>
          </a:xfrm>
        </p:spPr>
        <p:txBody>
          <a:bodyPr>
            <a:normAutofit/>
          </a:bodyPr>
          <a:lstStyle/>
          <a:p>
            <a:r>
              <a:rPr lang="id-ID" sz="1000" dirty="0"/>
              <a:t>Men</a:t>
            </a:r>
          </a:p>
        </p:txBody>
      </p:sp>
      <p:sp>
        <p:nvSpPr>
          <p:cNvPr id="121" name="Text Placeholder 15"/>
          <p:cNvSpPr>
            <a:spLocks noGrp="1"/>
          </p:cNvSpPr>
          <p:nvPr>
            <p:ph type="body" sz="quarter" idx="14"/>
          </p:nvPr>
        </p:nvSpPr>
        <p:spPr>
          <a:xfrm>
            <a:off x="9472531" y="3768344"/>
            <a:ext cx="921766" cy="256782"/>
          </a:xfrm>
        </p:spPr>
        <p:txBody>
          <a:bodyPr>
            <a:normAutofit/>
          </a:bodyPr>
          <a:lstStyle/>
          <a:p>
            <a:r>
              <a:rPr lang="id-ID" sz="1000" dirty="0"/>
              <a:t>Women</a:t>
            </a:r>
          </a:p>
        </p:txBody>
      </p:sp>
      <p:sp>
        <p:nvSpPr>
          <p:cNvPr id="122" name="Text Placeholder 15"/>
          <p:cNvSpPr>
            <a:spLocks noGrp="1"/>
          </p:cNvSpPr>
          <p:nvPr>
            <p:ph type="body" sz="quarter" idx="14"/>
          </p:nvPr>
        </p:nvSpPr>
        <p:spPr>
          <a:xfrm>
            <a:off x="6844072" y="5381272"/>
            <a:ext cx="921766" cy="256782"/>
          </a:xfrm>
        </p:spPr>
        <p:txBody>
          <a:bodyPr>
            <a:normAutofit/>
          </a:bodyPr>
          <a:lstStyle/>
          <a:p>
            <a:r>
              <a:rPr lang="id-ID" sz="1000" dirty="0"/>
              <a:t>1.323.987 Likes</a:t>
            </a:r>
          </a:p>
        </p:txBody>
      </p:sp>
      <p:sp>
        <p:nvSpPr>
          <p:cNvPr id="123" name="Text Placeholder 15"/>
          <p:cNvSpPr>
            <a:spLocks noGrp="1"/>
          </p:cNvSpPr>
          <p:nvPr>
            <p:ph type="body" sz="quarter" idx="14"/>
          </p:nvPr>
        </p:nvSpPr>
        <p:spPr>
          <a:xfrm>
            <a:off x="8547139" y="5381272"/>
            <a:ext cx="921766" cy="256782"/>
          </a:xfrm>
        </p:spPr>
        <p:txBody>
          <a:bodyPr>
            <a:normAutofit fontScale="92500"/>
          </a:bodyPr>
          <a:lstStyle/>
          <a:p>
            <a:r>
              <a:rPr lang="id-ID" sz="1000" dirty="0"/>
              <a:t>30.956 No Likes</a:t>
            </a:r>
          </a:p>
        </p:txBody>
      </p:sp>
      <p:sp>
        <p:nvSpPr>
          <p:cNvPr id="124" name="Text Placeholder 15"/>
          <p:cNvSpPr>
            <a:spLocks noGrp="1"/>
          </p:cNvSpPr>
          <p:nvPr>
            <p:ph type="body" sz="quarter" idx="14"/>
          </p:nvPr>
        </p:nvSpPr>
        <p:spPr>
          <a:xfrm>
            <a:off x="6609292" y="2133874"/>
            <a:ext cx="921766" cy="256782"/>
          </a:xfrm>
        </p:spPr>
        <p:txBody>
          <a:bodyPr>
            <a:normAutofit/>
          </a:bodyPr>
          <a:lstStyle/>
          <a:p>
            <a:r>
              <a:rPr lang="id-ID" sz="1000" dirty="0"/>
              <a:t>17646.947</a:t>
            </a:r>
          </a:p>
        </p:txBody>
      </p:sp>
      <p:sp>
        <p:nvSpPr>
          <p:cNvPr id="125" name="Text Placeholder 15"/>
          <p:cNvSpPr>
            <a:spLocks noGrp="1"/>
          </p:cNvSpPr>
          <p:nvPr>
            <p:ph type="body" sz="quarter" idx="14"/>
          </p:nvPr>
        </p:nvSpPr>
        <p:spPr>
          <a:xfrm>
            <a:off x="6662266" y="3502923"/>
            <a:ext cx="336009" cy="220226"/>
          </a:xfrm>
        </p:spPr>
        <p:txBody>
          <a:bodyPr>
            <a:normAutofit/>
          </a:bodyPr>
          <a:lstStyle/>
          <a:p>
            <a:pPr algn="ctr"/>
            <a:r>
              <a:rPr lang="id-ID" sz="800" dirty="0"/>
              <a:t>78 %</a:t>
            </a:r>
          </a:p>
        </p:txBody>
      </p:sp>
      <p:sp>
        <p:nvSpPr>
          <p:cNvPr id="126" name="Text Placeholder 15"/>
          <p:cNvSpPr>
            <a:spLocks noGrp="1"/>
          </p:cNvSpPr>
          <p:nvPr>
            <p:ph type="body" sz="quarter" idx="14"/>
          </p:nvPr>
        </p:nvSpPr>
        <p:spPr>
          <a:xfrm>
            <a:off x="7132227" y="2746115"/>
            <a:ext cx="398831" cy="220226"/>
          </a:xfrm>
        </p:spPr>
        <p:txBody>
          <a:bodyPr>
            <a:normAutofit/>
          </a:bodyPr>
          <a:lstStyle/>
          <a:p>
            <a:r>
              <a:rPr lang="id-ID" sz="800" dirty="0"/>
              <a:t>69 %</a:t>
            </a:r>
          </a:p>
        </p:txBody>
      </p:sp>
      <p:sp>
        <p:nvSpPr>
          <p:cNvPr id="89"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ASIA MAP INFOGRAPHIC</a:t>
            </a:r>
          </a:p>
        </p:txBody>
      </p:sp>
      <p:sp>
        <p:nvSpPr>
          <p:cNvPr id="93" name="Rectangle 92"/>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94" name="Group 93"/>
          <p:cNvGrpSpPr/>
          <p:nvPr/>
        </p:nvGrpSpPr>
        <p:grpSpPr>
          <a:xfrm rot="10800000" flipV="1">
            <a:off x="5380522" y="1080697"/>
            <a:ext cx="1427781" cy="45707"/>
            <a:chOff x="3965945" y="1385354"/>
            <a:chExt cx="4572000" cy="79107"/>
          </a:xfrm>
        </p:grpSpPr>
        <p:sp>
          <p:nvSpPr>
            <p:cNvPr id="95" name="Rectangle 94"/>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98" name="Rectangle 97"/>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99" name="Rectangle 98"/>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00" name="Rectangle 99"/>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01" name="Rectangle 100"/>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extLst>
      <p:ext uri="{BB962C8B-B14F-4D97-AF65-F5344CB8AC3E}">
        <p14:creationId xmlns:p14="http://schemas.microsoft.com/office/powerpoint/2010/main" val="300378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22" presetClass="entr" presetSubtype="4" fill="hold" grpId="0" nodeType="afterEffect">
                                  <p:stCondLst>
                                    <p:cond delay="0"/>
                                  </p:stCondLst>
                                  <p:childTnLst>
                                    <p:set>
                                      <p:cBhvr>
                                        <p:cTn id="12" dur="1" fill="hold">
                                          <p:stCondLst>
                                            <p:cond delay="0"/>
                                          </p:stCondLst>
                                        </p:cTn>
                                        <p:tgtEl>
                                          <p:spTgt spid="90"/>
                                        </p:tgtEl>
                                        <p:attrNameLst>
                                          <p:attrName>style.visibility</p:attrName>
                                        </p:attrNameLst>
                                      </p:cBhvr>
                                      <p:to>
                                        <p:strVal val="visible"/>
                                      </p:to>
                                    </p:set>
                                    <p:animEffect transition="in" filter="wipe(down)">
                                      <p:cBhvr>
                                        <p:cTn id="13" dur="500"/>
                                        <p:tgtEl>
                                          <p:spTgt spid="90"/>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124">
                                            <p:txEl>
                                              <p:pRg st="0" end="0"/>
                                            </p:txEl>
                                          </p:spTgt>
                                        </p:tgtEl>
                                        <p:attrNameLst>
                                          <p:attrName>style.visibility</p:attrName>
                                        </p:attrNameLst>
                                      </p:cBhvr>
                                      <p:to>
                                        <p:strVal val="visible"/>
                                      </p:to>
                                    </p:set>
                                    <p:animEffect transition="in" filter="fade">
                                      <p:cBhvr>
                                        <p:cTn id="17" dur="500"/>
                                        <p:tgtEl>
                                          <p:spTgt spid="124">
                                            <p:txEl>
                                              <p:pRg st="0" end="0"/>
                                            </p:txEl>
                                          </p:spTgt>
                                        </p:tgtEl>
                                      </p:cBhvr>
                                    </p:animEffect>
                                  </p:childTnLst>
                                </p:cTn>
                              </p:par>
                            </p:childTnLst>
                          </p:cTn>
                        </p:par>
                        <p:par>
                          <p:cTn id="18" fill="hold">
                            <p:stCondLst>
                              <p:cond delay="1500"/>
                            </p:stCondLst>
                            <p:childTnLst>
                              <p:par>
                                <p:cTn id="19" presetID="22" presetClass="entr" presetSubtype="4" fill="hold" grpId="0" nodeType="afterEffect">
                                  <p:stCondLst>
                                    <p:cond delay="0"/>
                                  </p:stCondLst>
                                  <p:childTnLst>
                                    <p:set>
                                      <p:cBhvr>
                                        <p:cTn id="20" dur="1" fill="hold">
                                          <p:stCondLst>
                                            <p:cond delay="0"/>
                                          </p:stCondLst>
                                        </p:cTn>
                                        <p:tgtEl>
                                          <p:spTgt spid="91"/>
                                        </p:tgtEl>
                                        <p:attrNameLst>
                                          <p:attrName>style.visibility</p:attrName>
                                        </p:attrNameLst>
                                      </p:cBhvr>
                                      <p:to>
                                        <p:strVal val="visible"/>
                                      </p:to>
                                    </p:set>
                                    <p:animEffect transition="in" filter="wipe(down)">
                                      <p:cBhvr>
                                        <p:cTn id="21" dur="500"/>
                                        <p:tgtEl>
                                          <p:spTgt spid="91"/>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125">
                                            <p:txEl>
                                              <p:pRg st="0" end="0"/>
                                            </p:txEl>
                                          </p:spTgt>
                                        </p:tgtEl>
                                        <p:attrNameLst>
                                          <p:attrName>style.visibility</p:attrName>
                                        </p:attrNameLst>
                                      </p:cBhvr>
                                      <p:to>
                                        <p:strVal val="visible"/>
                                      </p:to>
                                    </p:set>
                                    <p:animEffect transition="in" filter="fade">
                                      <p:cBhvr>
                                        <p:cTn id="25" dur="500"/>
                                        <p:tgtEl>
                                          <p:spTgt spid="125">
                                            <p:txEl>
                                              <p:pRg st="0" end="0"/>
                                            </p:txEl>
                                          </p:spTgt>
                                        </p:tgtEl>
                                      </p:cBhvr>
                                    </p:animEffect>
                                  </p:childTnLst>
                                </p:cTn>
                              </p:par>
                            </p:childTnLst>
                          </p:cTn>
                        </p:par>
                        <p:par>
                          <p:cTn id="26" fill="hold">
                            <p:stCondLst>
                              <p:cond delay="2500"/>
                            </p:stCondLst>
                            <p:childTnLst>
                              <p:par>
                                <p:cTn id="27" presetID="22" presetClass="entr" presetSubtype="4" fill="hold" grpId="0" nodeType="afterEffect">
                                  <p:stCondLst>
                                    <p:cond delay="0"/>
                                  </p:stCondLst>
                                  <p:childTnLst>
                                    <p:set>
                                      <p:cBhvr>
                                        <p:cTn id="28" dur="1" fill="hold">
                                          <p:stCondLst>
                                            <p:cond delay="0"/>
                                          </p:stCondLst>
                                        </p:cTn>
                                        <p:tgtEl>
                                          <p:spTgt spid="92"/>
                                        </p:tgtEl>
                                        <p:attrNameLst>
                                          <p:attrName>style.visibility</p:attrName>
                                        </p:attrNameLst>
                                      </p:cBhvr>
                                      <p:to>
                                        <p:strVal val="visible"/>
                                      </p:to>
                                    </p:set>
                                    <p:animEffect transition="in" filter="wipe(down)">
                                      <p:cBhvr>
                                        <p:cTn id="29" dur="500"/>
                                        <p:tgtEl>
                                          <p:spTgt spid="92"/>
                                        </p:tgtEl>
                                      </p:cBhvr>
                                    </p:animEffect>
                                  </p:childTnLst>
                                </p:cTn>
                              </p:par>
                            </p:childTnLst>
                          </p:cTn>
                        </p:par>
                        <p:par>
                          <p:cTn id="30" fill="hold">
                            <p:stCondLst>
                              <p:cond delay="3000"/>
                            </p:stCondLst>
                            <p:childTnLst>
                              <p:par>
                                <p:cTn id="31" presetID="10" presetClass="entr" presetSubtype="0" fill="hold" grpId="0" nodeType="afterEffect">
                                  <p:stCondLst>
                                    <p:cond delay="0"/>
                                  </p:stCondLst>
                                  <p:childTnLst>
                                    <p:set>
                                      <p:cBhvr>
                                        <p:cTn id="32" dur="1" fill="hold">
                                          <p:stCondLst>
                                            <p:cond delay="0"/>
                                          </p:stCondLst>
                                        </p:cTn>
                                        <p:tgtEl>
                                          <p:spTgt spid="126">
                                            <p:txEl>
                                              <p:pRg st="0" end="0"/>
                                            </p:txEl>
                                          </p:spTgt>
                                        </p:tgtEl>
                                        <p:attrNameLst>
                                          <p:attrName>style.visibility</p:attrName>
                                        </p:attrNameLst>
                                      </p:cBhvr>
                                      <p:to>
                                        <p:strVal val="visible"/>
                                      </p:to>
                                    </p:set>
                                    <p:animEffect transition="in" filter="fade">
                                      <p:cBhvr>
                                        <p:cTn id="33" dur="500"/>
                                        <p:tgtEl>
                                          <p:spTgt spid="126">
                                            <p:txEl>
                                              <p:pRg st="0" end="0"/>
                                            </p:txEl>
                                          </p:spTgt>
                                        </p:tgtEl>
                                      </p:cBhvr>
                                    </p:animEffect>
                                  </p:childTnLst>
                                </p:cTn>
                              </p:par>
                            </p:childTnLst>
                          </p:cTn>
                        </p:par>
                        <p:par>
                          <p:cTn id="34" fill="hold">
                            <p:stCondLst>
                              <p:cond delay="3500"/>
                            </p:stCondLst>
                            <p:childTnLst>
                              <p:par>
                                <p:cTn id="35" presetID="22" presetClass="entr" presetSubtype="8" fill="hold" grpId="0" nodeType="afterEffect">
                                  <p:stCondLst>
                                    <p:cond delay="0"/>
                                  </p:stCondLst>
                                  <p:childTnLst>
                                    <p:set>
                                      <p:cBhvr>
                                        <p:cTn id="36" dur="1" fill="hold">
                                          <p:stCondLst>
                                            <p:cond delay="0"/>
                                          </p:stCondLst>
                                        </p:cTn>
                                        <p:tgtEl>
                                          <p:spTgt spid="97">
                                            <p:txEl>
                                              <p:pRg st="0" end="0"/>
                                            </p:txEl>
                                          </p:spTgt>
                                        </p:tgtEl>
                                        <p:attrNameLst>
                                          <p:attrName>style.visibility</p:attrName>
                                        </p:attrNameLst>
                                      </p:cBhvr>
                                      <p:to>
                                        <p:strVal val="visible"/>
                                      </p:to>
                                    </p:set>
                                    <p:animEffect transition="in" filter="wipe(left)">
                                      <p:cBhvr>
                                        <p:cTn id="37" dur="500"/>
                                        <p:tgtEl>
                                          <p:spTgt spid="97">
                                            <p:txEl>
                                              <p:pRg st="0" end="0"/>
                                            </p:txEl>
                                          </p:spTgt>
                                        </p:tgtEl>
                                      </p:cBhvr>
                                    </p:animEffect>
                                  </p:childTnLst>
                                </p:cTn>
                              </p:par>
                            </p:childTnLst>
                          </p:cTn>
                        </p:par>
                        <p:par>
                          <p:cTn id="38" fill="hold">
                            <p:stCondLst>
                              <p:cond delay="4000"/>
                            </p:stCondLst>
                            <p:childTnLst>
                              <p:par>
                                <p:cTn id="39" presetID="10" presetClass="entr" presetSubtype="0" fill="hold" grpId="0" nodeType="afterEffect">
                                  <p:stCondLst>
                                    <p:cond delay="0"/>
                                  </p:stCondLst>
                                  <p:childTnLst>
                                    <p:set>
                                      <p:cBhvr>
                                        <p:cTn id="40" dur="1" fill="hold">
                                          <p:stCondLst>
                                            <p:cond delay="0"/>
                                          </p:stCondLst>
                                        </p:cTn>
                                        <p:tgtEl>
                                          <p:spTgt spid="116"/>
                                        </p:tgtEl>
                                        <p:attrNameLst>
                                          <p:attrName>style.visibility</p:attrName>
                                        </p:attrNameLst>
                                      </p:cBhvr>
                                      <p:to>
                                        <p:strVal val="visible"/>
                                      </p:to>
                                    </p:set>
                                    <p:animEffect transition="in" filter="fade">
                                      <p:cBhvr>
                                        <p:cTn id="41" dur="500"/>
                                        <p:tgtEl>
                                          <p:spTgt spid="1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9">
                                            <p:txEl>
                                              <p:pRg st="0" end="0"/>
                                            </p:txEl>
                                          </p:spTgt>
                                        </p:tgtEl>
                                        <p:attrNameLst>
                                          <p:attrName>style.visibility</p:attrName>
                                        </p:attrNameLst>
                                      </p:cBhvr>
                                      <p:to>
                                        <p:strVal val="visible"/>
                                      </p:to>
                                    </p:set>
                                    <p:animEffect transition="in" filter="fade">
                                      <p:cBhvr>
                                        <p:cTn id="44" dur="500"/>
                                        <p:tgtEl>
                                          <p:spTgt spid="119">
                                            <p:txEl>
                                              <p:pRg st="0" end="0"/>
                                            </p:txEl>
                                          </p:spTgt>
                                        </p:tgtEl>
                                      </p:cBhvr>
                                    </p:animEffect>
                                  </p:childTnLst>
                                </p:cTn>
                              </p:par>
                            </p:childTnLst>
                          </p:cTn>
                        </p:par>
                        <p:par>
                          <p:cTn id="45" fill="hold">
                            <p:stCondLst>
                              <p:cond delay="4500"/>
                            </p:stCondLst>
                            <p:childTnLst>
                              <p:par>
                                <p:cTn id="46" presetID="10" presetClass="entr" presetSubtype="0" fill="hold" grpId="0" nodeType="afterEffect">
                                  <p:stCondLst>
                                    <p:cond delay="0"/>
                                  </p:stCondLst>
                                  <p:childTnLst>
                                    <p:set>
                                      <p:cBhvr>
                                        <p:cTn id="47" dur="1" fill="hold">
                                          <p:stCondLst>
                                            <p:cond delay="0"/>
                                          </p:stCondLst>
                                        </p:cTn>
                                        <p:tgtEl>
                                          <p:spTgt spid="117"/>
                                        </p:tgtEl>
                                        <p:attrNameLst>
                                          <p:attrName>style.visibility</p:attrName>
                                        </p:attrNameLst>
                                      </p:cBhvr>
                                      <p:to>
                                        <p:strVal val="visible"/>
                                      </p:to>
                                    </p:set>
                                    <p:animEffect transition="in" filter="fade">
                                      <p:cBhvr>
                                        <p:cTn id="48" dur="500"/>
                                        <p:tgtEl>
                                          <p:spTgt spid="1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20">
                                            <p:txEl>
                                              <p:pRg st="0" end="0"/>
                                            </p:txEl>
                                          </p:spTgt>
                                        </p:tgtEl>
                                        <p:attrNameLst>
                                          <p:attrName>style.visibility</p:attrName>
                                        </p:attrNameLst>
                                      </p:cBhvr>
                                      <p:to>
                                        <p:strVal val="visible"/>
                                      </p:to>
                                    </p:set>
                                    <p:animEffect transition="in" filter="fade">
                                      <p:cBhvr>
                                        <p:cTn id="51" dur="500"/>
                                        <p:tgtEl>
                                          <p:spTgt spid="120">
                                            <p:txEl>
                                              <p:pRg st="0" end="0"/>
                                            </p:txEl>
                                          </p:spTgt>
                                        </p:tgtEl>
                                      </p:cBhvr>
                                    </p:animEffect>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118"/>
                                        </p:tgtEl>
                                        <p:attrNameLst>
                                          <p:attrName>style.visibility</p:attrName>
                                        </p:attrNameLst>
                                      </p:cBhvr>
                                      <p:to>
                                        <p:strVal val="visible"/>
                                      </p:to>
                                    </p:set>
                                    <p:animEffect transition="in" filter="fade">
                                      <p:cBhvr>
                                        <p:cTn id="55" dur="500"/>
                                        <p:tgtEl>
                                          <p:spTgt spid="1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1">
                                            <p:txEl>
                                              <p:pRg st="0" end="0"/>
                                            </p:txEl>
                                          </p:spTgt>
                                        </p:tgtEl>
                                        <p:attrNameLst>
                                          <p:attrName>style.visibility</p:attrName>
                                        </p:attrNameLst>
                                      </p:cBhvr>
                                      <p:to>
                                        <p:strVal val="visible"/>
                                      </p:to>
                                    </p:set>
                                    <p:animEffect transition="in" filter="fade">
                                      <p:cBhvr>
                                        <p:cTn id="58" dur="500"/>
                                        <p:tgtEl>
                                          <p:spTgt spid="121">
                                            <p:txEl>
                                              <p:pRg st="0" end="0"/>
                                            </p:txEl>
                                          </p:spTgt>
                                        </p:tgtEl>
                                      </p:cBhvr>
                                    </p:animEffect>
                                  </p:childTnLst>
                                </p:cTn>
                              </p:par>
                            </p:childTnLst>
                          </p:cTn>
                        </p:par>
                        <p:par>
                          <p:cTn id="59" fill="hold">
                            <p:stCondLst>
                              <p:cond delay="5500"/>
                            </p:stCondLst>
                            <p:childTnLst>
                              <p:par>
                                <p:cTn id="60" presetID="18" presetClass="entr" presetSubtype="6" fill="hold" grpId="0" nodeType="afterEffect">
                                  <p:stCondLst>
                                    <p:cond delay="0"/>
                                  </p:stCondLst>
                                  <p:childTnLst>
                                    <p:set>
                                      <p:cBhvr>
                                        <p:cTn id="61" dur="1" fill="hold">
                                          <p:stCondLst>
                                            <p:cond delay="0"/>
                                          </p:stCondLst>
                                        </p:cTn>
                                        <p:tgtEl>
                                          <p:spTgt spid="96">
                                            <p:txEl>
                                              <p:pRg st="0" end="0"/>
                                            </p:txEl>
                                          </p:spTgt>
                                        </p:tgtEl>
                                        <p:attrNameLst>
                                          <p:attrName>style.visibility</p:attrName>
                                        </p:attrNameLst>
                                      </p:cBhvr>
                                      <p:to>
                                        <p:strVal val="visible"/>
                                      </p:to>
                                    </p:set>
                                    <p:animEffect transition="in" filter="strips(downRight)">
                                      <p:cBhvr>
                                        <p:cTn id="62" dur="500"/>
                                        <p:tgtEl>
                                          <p:spTgt spid="96">
                                            <p:txEl>
                                              <p:pRg st="0" end="0"/>
                                            </p:txEl>
                                          </p:spTgt>
                                        </p:tgtEl>
                                      </p:cBhvr>
                                    </p:animEffect>
                                  </p:childTnLst>
                                </p:cTn>
                              </p:par>
                            </p:childTnLst>
                          </p:cTn>
                        </p:par>
                        <p:par>
                          <p:cTn id="63" fill="hold">
                            <p:stCondLst>
                              <p:cond delay="6000"/>
                            </p:stCondLst>
                            <p:childTnLst>
                              <p:par>
                                <p:cTn id="64" presetID="10" presetClass="entr" presetSubtype="0" fill="hold" grpId="0" nodeType="afterEffect">
                                  <p:stCondLst>
                                    <p:cond delay="0"/>
                                  </p:stCondLst>
                                  <p:childTnLst>
                                    <p:set>
                                      <p:cBhvr>
                                        <p:cTn id="65" dur="1" fill="hold">
                                          <p:stCondLst>
                                            <p:cond delay="0"/>
                                          </p:stCondLst>
                                        </p:cTn>
                                        <p:tgtEl>
                                          <p:spTgt spid="113"/>
                                        </p:tgtEl>
                                        <p:attrNameLst>
                                          <p:attrName>style.visibility</p:attrName>
                                        </p:attrNameLst>
                                      </p:cBhvr>
                                      <p:to>
                                        <p:strVal val="visible"/>
                                      </p:to>
                                    </p:set>
                                    <p:animEffect transition="in" filter="fade">
                                      <p:cBhvr>
                                        <p:cTn id="66" dur="500"/>
                                        <p:tgtEl>
                                          <p:spTgt spid="11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22">
                                            <p:txEl>
                                              <p:pRg st="0" end="0"/>
                                            </p:txEl>
                                          </p:spTgt>
                                        </p:tgtEl>
                                        <p:attrNameLst>
                                          <p:attrName>style.visibility</p:attrName>
                                        </p:attrNameLst>
                                      </p:cBhvr>
                                      <p:to>
                                        <p:strVal val="visible"/>
                                      </p:to>
                                    </p:set>
                                    <p:animEffect transition="in" filter="fade">
                                      <p:cBhvr>
                                        <p:cTn id="69" dur="500"/>
                                        <p:tgtEl>
                                          <p:spTgt spid="122">
                                            <p:txEl>
                                              <p:pRg st="0" end="0"/>
                                            </p:txEl>
                                          </p:spTgt>
                                        </p:tgtEl>
                                      </p:cBhvr>
                                    </p:animEffect>
                                  </p:childTnLst>
                                </p:cTn>
                              </p:par>
                            </p:childTnLst>
                          </p:cTn>
                        </p:par>
                        <p:par>
                          <p:cTn id="70" fill="hold">
                            <p:stCondLst>
                              <p:cond delay="6500"/>
                            </p:stCondLst>
                            <p:childTnLst>
                              <p:par>
                                <p:cTn id="71" presetID="10" presetClass="entr" presetSubtype="0" fill="hold" grpId="0" nodeType="afterEffect">
                                  <p:stCondLst>
                                    <p:cond delay="0"/>
                                  </p:stCondLst>
                                  <p:childTnLst>
                                    <p:set>
                                      <p:cBhvr>
                                        <p:cTn id="72" dur="1" fill="hold">
                                          <p:stCondLst>
                                            <p:cond delay="0"/>
                                          </p:stCondLst>
                                        </p:cTn>
                                        <p:tgtEl>
                                          <p:spTgt spid="115"/>
                                        </p:tgtEl>
                                        <p:attrNameLst>
                                          <p:attrName>style.visibility</p:attrName>
                                        </p:attrNameLst>
                                      </p:cBhvr>
                                      <p:to>
                                        <p:strVal val="visible"/>
                                      </p:to>
                                    </p:set>
                                    <p:animEffect transition="in" filter="fade">
                                      <p:cBhvr>
                                        <p:cTn id="73" dur="500"/>
                                        <p:tgtEl>
                                          <p:spTgt spid="11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23">
                                            <p:txEl>
                                              <p:pRg st="0" end="0"/>
                                            </p:txEl>
                                          </p:spTgt>
                                        </p:tgtEl>
                                        <p:attrNameLst>
                                          <p:attrName>style.visibility</p:attrName>
                                        </p:attrNameLst>
                                      </p:cBhvr>
                                      <p:to>
                                        <p:strVal val="visible"/>
                                      </p:to>
                                    </p:set>
                                    <p:animEffect transition="in" filter="fade">
                                      <p:cBhvr>
                                        <p:cTn id="76" dur="500"/>
                                        <p:tgtEl>
                                          <p:spTgt spid="123">
                                            <p:txEl>
                                              <p:pRg st="0" end="0"/>
                                            </p:txEl>
                                          </p:spTgt>
                                        </p:tgtEl>
                                      </p:cBhvr>
                                    </p:animEffect>
                                  </p:childTnLst>
                                </p:cTn>
                              </p:par>
                            </p:childTnLst>
                          </p:cTn>
                        </p:par>
                        <p:par>
                          <p:cTn id="77" fill="hold">
                            <p:stCondLst>
                              <p:cond delay="7000"/>
                            </p:stCondLst>
                            <p:childTnLst>
                              <p:par>
                                <p:cTn id="78" presetID="49" presetClass="entr" presetSubtype="0" decel="100000" fill="hold" nodeType="afterEffect">
                                  <p:stCondLst>
                                    <p:cond delay="0"/>
                                  </p:stCondLst>
                                  <p:childTnLst>
                                    <p:set>
                                      <p:cBhvr>
                                        <p:cTn id="79" dur="1" fill="hold">
                                          <p:stCondLst>
                                            <p:cond delay="0"/>
                                          </p:stCondLst>
                                        </p:cTn>
                                        <p:tgtEl>
                                          <p:spTgt spid="94"/>
                                        </p:tgtEl>
                                        <p:attrNameLst>
                                          <p:attrName>style.visibility</p:attrName>
                                        </p:attrNameLst>
                                      </p:cBhvr>
                                      <p:to>
                                        <p:strVal val="visible"/>
                                      </p:to>
                                    </p:set>
                                    <p:anim calcmode="lin" valueType="num">
                                      <p:cBhvr>
                                        <p:cTn id="80" dur="500" fill="hold"/>
                                        <p:tgtEl>
                                          <p:spTgt spid="94"/>
                                        </p:tgtEl>
                                        <p:attrNameLst>
                                          <p:attrName>ppt_w</p:attrName>
                                        </p:attrNameLst>
                                      </p:cBhvr>
                                      <p:tavLst>
                                        <p:tav tm="0">
                                          <p:val>
                                            <p:fltVal val="0"/>
                                          </p:val>
                                        </p:tav>
                                        <p:tav tm="100000">
                                          <p:val>
                                            <p:strVal val="#ppt_w"/>
                                          </p:val>
                                        </p:tav>
                                      </p:tavLst>
                                    </p:anim>
                                    <p:anim calcmode="lin" valueType="num">
                                      <p:cBhvr>
                                        <p:cTn id="81" dur="500" fill="hold"/>
                                        <p:tgtEl>
                                          <p:spTgt spid="94"/>
                                        </p:tgtEl>
                                        <p:attrNameLst>
                                          <p:attrName>ppt_h</p:attrName>
                                        </p:attrNameLst>
                                      </p:cBhvr>
                                      <p:tavLst>
                                        <p:tav tm="0">
                                          <p:val>
                                            <p:fltVal val="0"/>
                                          </p:val>
                                        </p:tav>
                                        <p:tav tm="100000">
                                          <p:val>
                                            <p:strVal val="#ppt_h"/>
                                          </p:val>
                                        </p:tav>
                                      </p:tavLst>
                                    </p:anim>
                                    <p:anim calcmode="lin" valueType="num">
                                      <p:cBhvr>
                                        <p:cTn id="82" dur="500" fill="hold"/>
                                        <p:tgtEl>
                                          <p:spTgt spid="94"/>
                                        </p:tgtEl>
                                        <p:attrNameLst>
                                          <p:attrName>style.rotation</p:attrName>
                                        </p:attrNameLst>
                                      </p:cBhvr>
                                      <p:tavLst>
                                        <p:tav tm="0">
                                          <p:val>
                                            <p:fltVal val="360"/>
                                          </p:val>
                                        </p:tav>
                                        <p:tav tm="100000">
                                          <p:val>
                                            <p:fltVal val="0"/>
                                          </p:val>
                                        </p:tav>
                                      </p:tavLst>
                                    </p:anim>
                                    <p:animEffect transition="in" filter="fade">
                                      <p:cBhvr>
                                        <p:cTn id="83"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build="p"/>
      <p:bldP spid="97" grpId="0" build="p"/>
      <p:bldP spid="90" grpId="0" animBg="1"/>
      <p:bldP spid="91" grpId="0" animBg="1"/>
      <p:bldP spid="92" grpId="0" animBg="1"/>
      <p:bldP spid="113" grpId="0" animBg="1"/>
      <p:bldP spid="115" grpId="0" animBg="1"/>
      <p:bldP spid="116" grpId="0" animBg="1"/>
      <p:bldP spid="117" grpId="0" animBg="1"/>
      <p:bldP spid="118" grpId="0" animBg="1"/>
      <p:bldP spid="119" grpId="0" build="p"/>
      <p:bldP spid="120" grpId="0" build="p"/>
      <p:bldP spid="121" grpId="0" build="p"/>
      <p:bldP spid="122" grpId="0" build="p"/>
      <p:bldP spid="123" grpId="0" build="p"/>
      <p:bldP spid="124" grpId="0" build="p"/>
      <p:bldP spid="125" grpId="0" build="p"/>
      <p:bldP spid="126"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 Placeholder 15"/>
          <p:cNvSpPr>
            <a:spLocks noGrp="1"/>
          </p:cNvSpPr>
          <p:nvPr>
            <p:ph type="body" sz="quarter" idx="14"/>
          </p:nvPr>
        </p:nvSpPr>
        <p:spPr>
          <a:xfrm>
            <a:off x="7089129" y="4209021"/>
            <a:ext cx="3956993" cy="1281594"/>
          </a:xfrm>
        </p:spPr>
        <p:txBody>
          <a:bodyPr>
            <a:normAutofit fontScale="92500"/>
          </a:bodyPr>
          <a:lstStyle/>
          <a:p>
            <a:r>
              <a:rPr lang="en-US" dirty="0" err="1"/>
              <a:t>conseSed</a:t>
            </a:r>
            <a:r>
              <a:rPr lang="en-US" dirty="0"/>
              <a:t> </a:t>
            </a:r>
            <a:r>
              <a:rPr lang="en-US" dirty="0" err="1"/>
              <a:t>ut</a:t>
            </a:r>
            <a:r>
              <a:rPr lang="en-US" dirty="0"/>
              <a:t> </a:t>
            </a:r>
            <a:r>
              <a:rPr lang="en-US" dirty="0" err="1"/>
              <a:t>perspiciamnis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accvoluptatem</a:t>
            </a:r>
            <a:r>
              <a:rPr lang="en-US" dirty="0"/>
              <a:t> </a:t>
            </a:r>
            <a:r>
              <a:rPr lang="en-US" dirty="0" err="1"/>
              <a:t>accusantiumconseSed</a:t>
            </a:r>
            <a:r>
              <a:rPr lang="en-US" dirty="0"/>
              <a:t> </a:t>
            </a:r>
            <a:r>
              <a:rPr lang="en-US" dirty="0" err="1"/>
              <a:t>ut</a:t>
            </a:r>
            <a:r>
              <a:rPr lang="en-US" dirty="0"/>
              <a:t> </a:t>
            </a:r>
            <a:r>
              <a:rPr lang="en-US" dirty="0" err="1"/>
              <a:t>perconseSed</a:t>
            </a:r>
            <a:r>
              <a:rPr lang="en-US" dirty="0"/>
              <a:t> </a:t>
            </a:r>
            <a:r>
              <a:rPr lang="en-US" dirty="0" err="1"/>
              <a:t>ut</a:t>
            </a:r>
            <a:r>
              <a:rPr lang="en-US" dirty="0"/>
              <a:t> </a:t>
            </a:r>
            <a:r>
              <a:rPr lang="en-US" dirty="0" err="1"/>
              <a:t>perspiciamnis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accvoluptatem</a:t>
            </a:r>
            <a:r>
              <a:rPr lang="en-US" dirty="0"/>
              <a:t> </a:t>
            </a:r>
            <a:r>
              <a:rPr lang="en-US" dirty="0" err="1"/>
              <a:t>accusantiumconseSed</a:t>
            </a:r>
            <a:r>
              <a:rPr lang="en-US" dirty="0"/>
              <a:t> </a:t>
            </a:r>
            <a:r>
              <a:rPr lang="en-US" dirty="0" err="1"/>
              <a:t>ut</a:t>
            </a:r>
            <a:r>
              <a:rPr lang="en-US" dirty="0"/>
              <a:t> </a:t>
            </a:r>
            <a:r>
              <a:rPr lang="en-US" dirty="0" err="1" smtClean="0"/>
              <a:t>perspicinisonseSed</a:t>
            </a:r>
            <a:r>
              <a:rPr lang="en-US" dirty="0" smtClean="0"/>
              <a:t> </a:t>
            </a:r>
            <a:r>
              <a:rPr lang="en-US" dirty="0" err="1"/>
              <a:t>ut</a:t>
            </a:r>
            <a:r>
              <a:rPr lang="en-US" dirty="0"/>
              <a:t> </a:t>
            </a:r>
            <a:r>
              <a:rPr lang="en-US" dirty="0" err="1"/>
              <a:t>perspiciamnis</a:t>
            </a:r>
            <a:r>
              <a:rPr lang="en-US" dirty="0"/>
              <a:t> </a:t>
            </a:r>
            <a:r>
              <a:rPr lang="en-US" dirty="0" err="1"/>
              <a:t>iste</a:t>
            </a:r>
            <a:r>
              <a:rPr lang="en-US" dirty="0"/>
              <a:t> </a:t>
            </a:r>
            <a:r>
              <a:rPr lang="en-US" dirty="0" err="1"/>
              <a:t>natus</a:t>
            </a:r>
            <a:r>
              <a:rPr lang="en-US" dirty="0"/>
              <a:t> error sit </a:t>
            </a:r>
            <a:r>
              <a:rPr lang="en-US" dirty="0" err="1" smtClean="0"/>
              <a:t>voluptatem</a:t>
            </a:r>
            <a:endParaRPr lang="en-US" dirty="0"/>
          </a:p>
        </p:txBody>
      </p:sp>
      <p:sp>
        <p:nvSpPr>
          <p:cNvPr id="97" name="Content Placeholder 19"/>
          <p:cNvSpPr>
            <a:spLocks noGrp="1"/>
          </p:cNvSpPr>
          <p:nvPr>
            <p:ph sz="quarter" idx="16"/>
          </p:nvPr>
        </p:nvSpPr>
        <p:spPr>
          <a:xfrm>
            <a:off x="7887981" y="3165827"/>
            <a:ext cx="705566" cy="292024"/>
          </a:xfrm>
        </p:spPr>
        <p:txBody>
          <a:bodyPr anchor="ctr">
            <a:noAutofit/>
          </a:bodyPr>
          <a:lstStyle/>
          <a:p>
            <a:r>
              <a:rPr lang="id-ID" sz="2399" dirty="0"/>
              <a:t>U.S</a:t>
            </a:r>
          </a:p>
        </p:txBody>
      </p:sp>
      <p:sp>
        <p:nvSpPr>
          <p:cNvPr id="90" name="Shape 2922"/>
          <p:cNvSpPr/>
          <p:nvPr/>
        </p:nvSpPr>
        <p:spPr>
          <a:xfrm>
            <a:off x="7136248" y="2323206"/>
            <a:ext cx="158463" cy="1091472"/>
          </a:xfrm>
          <a:prstGeom prst="roundRect">
            <a:avLst>
              <a:gd name="adj" fmla="val 0"/>
            </a:avLst>
          </a:prstGeom>
          <a:solidFill>
            <a:schemeClr val="accent1"/>
          </a:solidFill>
          <a:ln w="12700" cap="flat">
            <a:noFill/>
            <a:miter lim="400000"/>
          </a:ln>
          <a:effectLst/>
        </p:spPr>
        <p:txBody>
          <a:bodyPr wrap="square" lIns="0" tIns="0" rIns="0" bIns="0" numCol="1" anchor="t">
            <a:noAutofit/>
          </a:bodyPr>
          <a:lstStyle/>
          <a:p>
            <a:pPr lvl="0"/>
            <a:endParaRPr sz="2299"/>
          </a:p>
        </p:txBody>
      </p:sp>
      <p:sp>
        <p:nvSpPr>
          <p:cNvPr id="91" name="Shape 2923"/>
          <p:cNvSpPr/>
          <p:nvPr/>
        </p:nvSpPr>
        <p:spPr>
          <a:xfrm>
            <a:off x="7294712" y="2764057"/>
            <a:ext cx="158464" cy="650620"/>
          </a:xfrm>
          <a:prstGeom prst="roundRect">
            <a:avLst>
              <a:gd name="adj" fmla="val 0"/>
            </a:avLst>
          </a:prstGeom>
          <a:solidFill>
            <a:schemeClr val="accent2"/>
          </a:solidFill>
          <a:ln w="12700" cap="flat">
            <a:noFill/>
            <a:miter lim="400000"/>
          </a:ln>
          <a:effectLst/>
        </p:spPr>
        <p:txBody>
          <a:bodyPr wrap="square" lIns="0" tIns="0" rIns="0" bIns="0" numCol="1" anchor="t">
            <a:noAutofit/>
          </a:bodyPr>
          <a:lstStyle/>
          <a:p>
            <a:pPr lvl="0"/>
            <a:endParaRPr sz="2299"/>
          </a:p>
        </p:txBody>
      </p:sp>
      <p:sp>
        <p:nvSpPr>
          <p:cNvPr id="92" name="Shape 2924"/>
          <p:cNvSpPr/>
          <p:nvPr/>
        </p:nvSpPr>
        <p:spPr>
          <a:xfrm>
            <a:off x="7453175" y="2523677"/>
            <a:ext cx="158464" cy="890999"/>
          </a:xfrm>
          <a:prstGeom prst="roundRect">
            <a:avLst>
              <a:gd name="adj" fmla="val 0"/>
            </a:avLst>
          </a:prstGeom>
          <a:solidFill>
            <a:schemeClr val="accent5"/>
          </a:solidFill>
          <a:ln w="12700" cap="flat">
            <a:noFill/>
            <a:miter lim="400000"/>
          </a:ln>
          <a:effectLst/>
        </p:spPr>
        <p:txBody>
          <a:bodyPr wrap="square" lIns="0" tIns="0" rIns="0" bIns="0" numCol="1" anchor="t">
            <a:noAutofit/>
          </a:bodyPr>
          <a:lstStyle/>
          <a:p>
            <a:pPr lvl="0"/>
            <a:endParaRPr sz="2299"/>
          </a:p>
        </p:txBody>
      </p:sp>
      <p:sp>
        <p:nvSpPr>
          <p:cNvPr id="116" name="Shape 2922"/>
          <p:cNvSpPr/>
          <p:nvPr/>
        </p:nvSpPr>
        <p:spPr>
          <a:xfrm>
            <a:off x="7129585" y="3822588"/>
            <a:ext cx="158463" cy="129170"/>
          </a:xfrm>
          <a:prstGeom prst="roundRect">
            <a:avLst>
              <a:gd name="adj" fmla="val 0"/>
            </a:avLst>
          </a:prstGeom>
          <a:solidFill>
            <a:schemeClr val="accent1"/>
          </a:solidFill>
          <a:ln w="12700" cap="flat">
            <a:noFill/>
            <a:miter lim="400000"/>
          </a:ln>
          <a:effectLst/>
        </p:spPr>
        <p:txBody>
          <a:bodyPr wrap="square" lIns="0" tIns="0" rIns="0" bIns="0" numCol="1" anchor="t">
            <a:noAutofit/>
          </a:bodyPr>
          <a:lstStyle/>
          <a:p>
            <a:pPr lvl="0"/>
            <a:endParaRPr sz="2299"/>
          </a:p>
        </p:txBody>
      </p:sp>
      <p:sp>
        <p:nvSpPr>
          <p:cNvPr id="117" name="Shape 2923"/>
          <p:cNvSpPr/>
          <p:nvPr/>
        </p:nvSpPr>
        <p:spPr>
          <a:xfrm>
            <a:off x="8170452" y="3822587"/>
            <a:ext cx="158464" cy="129169"/>
          </a:xfrm>
          <a:prstGeom prst="roundRect">
            <a:avLst>
              <a:gd name="adj" fmla="val 0"/>
            </a:avLst>
          </a:prstGeom>
          <a:solidFill>
            <a:schemeClr val="accent2"/>
          </a:solidFill>
          <a:ln w="12700" cap="flat">
            <a:noFill/>
            <a:miter lim="400000"/>
          </a:ln>
          <a:effectLst/>
        </p:spPr>
        <p:txBody>
          <a:bodyPr wrap="square" lIns="0" tIns="0" rIns="0" bIns="0" numCol="1" anchor="t">
            <a:noAutofit/>
          </a:bodyPr>
          <a:lstStyle/>
          <a:p>
            <a:pPr lvl="0"/>
            <a:endParaRPr sz="2299"/>
          </a:p>
        </p:txBody>
      </p:sp>
      <p:sp>
        <p:nvSpPr>
          <p:cNvPr id="118" name="Shape 2924"/>
          <p:cNvSpPr/>
          <p:nvPr/>
        </p:nvSpPr>
        <p:spPr>
          <a:xfrm>
            <a:off x="8882065" y="3822587"/>
            <a:ext cx="158464" cy="129169"/>
          </a:xfrm>
          <a:prstGeom prst="roundRect">
            <a:avLst>
              <a:gd name="adj" fmla="val 0"/>
            </a:avLst>
          </a:prstGeom>
          <a:solidFill>
            <a:schemeClr val="accent5"/>
          </a:solidFill>
          <a:ln w="12700" cap="flat">
            <a:noFill/>
            <a:miter lim="400000"/>
          </a:ln>
          <a:effectLst/>
        </p:spPr>
        <p:txBody>
          <a:bodyPr wrap="square" lIns="0" tIns="0" rIns="0" bIns="0" numCol="1" anchor="t">
            <a:noAutofit/>
          </a:bodyPr>
          <a:lstStyle/>
          <a:p>
            <a:pPr lvl="0"/>
            <a:endParaRPr sz="2299"/>
          </a:p>
        </p:txBody>
      </p:sp>
      <p:sp>
        <p:nvSpPr>
          <p:cNvPr id="119" name="Text Placeholder 15"/>
          <p:cNvSpPr>
            <a:spLocks noGrp="1"/>
          </p:cNvSpPr>
          <p:nvPr>
            <p:ph type="body" sz="quarter" idx="14"/>
          </p:nvPr>
        </p:nvSpPr>
        <p:spPr>
          <a:xfrm>
            <a:off x="7437259" y="3749117"/>
            <a:ext cx="921766" cy="256782"/>
          </a:xfrm>
        </p:spPr>
        <p:txBody>
          <a:bodyPr>
            <a:normAutofit/>
          </a:bodyPr>
          <a:lstStyle/>
          <a:p>
            <a:r>
              <a:rPr lang="id-ID" sz="1000" dirty="0"/>
              <a:t>youngers</a:t>
            </a:r>
          </a:p>
        </p:txBody>
      </p:sp>
      <p:sp>
        <p:nvSpPr>
          <p:cNvPr id="120" name="Text Placeholder 15"/>
          <p:cNvSpPr>
            <a:spLocks noGrp="1"/>
          </p:cNvSpPr>
          <p:nvPr>
            <p:ph type="body" sz="quarter" idx="14"/>
          </p:nvPr>
        </p:nvSpPr>
        <p:spPr>
          <a:xfrm>
            <a:off x="8473070" y="3749117"/>
            <a:ext cx="437890" cy="256782"/>
          </a:xfrm>
        </p:spPr>
        <p:txBody>
          <a:bodyPr>
            <a:normAutofit/>
          </a:bodyPr>
          <a:lstStyle/>
          <a:p>
            <a:r>
              <a:rPr lang="id-ID" sz="1000" dirty="0"/>
              <a:t>Men</a:t>
            </a:r>
          </a:p>
        </p:txBody>
      </p:sp>
      <p:sp>
        <p:nvSpPr>
          <p:cNvPr id="121" name="Text Placeholder 15"/>
          <p:cNvSpPr>
            <a:spLocks noGrp="1"/>
          </p:cNvSpPr>
          <p:nvPr>
            <p:ph type="body" sz="quarter" idx="14"/>
          </p:nvPr>
        </p:nvSpPr>
        <p:spPr>
          <a:xfrm>
            <a:off x="9191247" y="3749117"/>
            <a:ext cx="921766" cy="256782"/>
          </a:xfrm>
        </p:spPr>
        <p:txBody>
          <a:bodyPr>
            <a:normAutofit/>
          </a:bodyPr>
          <a:lstStyle/>
          <a:p>
            <a:r>
              <a:rPr lang="id-ID" sz="1000" dirty="0"/>
              <a:t>Women</a:t>
            </a:r>
          </a:p>
        </p:txBody>
      </p:sp>
      <p:sp>
        <p:nvSpPr>
          <p:cNvPr id="124" name="Text Placeholder 15"/>
          <p:cNvSpPr>
            <a:spLocks noGrp="1"/>
          </p:cNvSpPr>
          <p:nvPr>
            <p:ph type="body" sz="quarter" idx="14"/>
          </p:nvPr>
        </p:nvSpPr>
        <p:spPr>
          <a:xfrm>
            <a:off x="7122237" y="2055696"/>
            <a:ext cx="921766" cy="256782"/>
          </a:xfrm>
        </p:spPr>
        <p:txBody>
          <a:bodyPr>
            <a:normAutofit/>
          </a:bodyPr>
          <a:lstStyle/>
          <a:p>
            <a:r>
              <a:rPr lang="id-ID" sz="1000" dirty="0"/>
              <a:t>6.988</a:t>
            </a:r>
          </a:p>
        </p:txBody>
      </p:sp>
      <p:sp>
        <p:nvSpPr>
          <p:cNvPr id="125" name="Text Placeholder 15"/>
          <p:cNvSpPr>
            <a:spLocks noGrp="1"/>
          </p:cNvSpPr>
          <p:nvPr>
            <p:ph type="body" sz="quarter" idx="14"/>
          </p:nvPr>
        </p:nvSpPr>
        <p:spPr>
          <a:xfrm>
            <a:off x="7270618" y="3421122"/>
            <a:ext cx="216173" cy="220226"/>
          </a:xfrm>
        </p:spPr>
        <p:txBody>
          <a:bodyPr>
            <a:normAutofit fontScale="92500"/>
          </a:bodyPr>
          <a:lstStyle/>
          <a:p>
            <a:pPr algn="ctr"/>
            <a:r>
              <a:rPr lang="id-ID" sz="800" dirty="0"/>
              <a:t>68 %</a:t>
            </a:r>
          </a:p>
        </p:txBody>
      </p:sp>
      <p:sp>
        <p:nvSpPr>
          <p:cNvPr id="126" name="Text Placeholder 15"/>
          <p:cNvSpPr>
            <a:spLocks noGrp="1"/>
          </p:cNvSpPr>
          <p:nvPr>
            <p:ph type="body" sz="quarter" idx="14"/>
          </p:nvPr>
        </p:nvSpPr>
        <p:spPr>
          <a:xfrm>
            <a:off x="7658754" y="2435708"/>
            <a:ext cx="398831" cy="220226"/>
          </a:xfrm>
        </p:spPr>
        <p:txBody>
          <a:bodyPr>
            <a:normAutofit/>
          </a:bodyPr>
          <a:lstStyle/>
          <a:p>
            <a:r>
              <a:rPr lang="id-ID" sz="800" dirty="0"/>
              <a:t>74 %</a:t>
            </a:r>
          </a:p>
        </p:txBody>
      </p:sp>
      <p:grpSp>
        <p:nvGrpSpPr>
          <p:cNvPr id="89" name="Group 4864"/>
          <p:cNvGrpSpPr/>
          <p:nvPr/>
        </p:nvGrpSpPr>
        <p:grpSpPr>
          <a:xfrm>
            <a:off x="1245971" y="2284268"/>
            <a:ext cx="5088074" cy="3092716"/>
            <a:chOff x="0" y="0"/>
            <a:chExt cx="10720415" cy="6516256"/>
          </a:xfrm>
          <a:solidFill>
            <a:srgbClr val="DCDEE0"/>
          </a:solidFill>
        </p:grpSpPr>
        <p:sp>
          <p:nvSpPr>
            <p:cNvPr id="93" name="Shape 4590"/>
            <p:cNvSpPr/>
            <p:nvPr/>
          </p:nvSpPr>
          <p:spPr>
            <a:xfrm>
              <a:off x="10286246" y="1656845"/>
              <a:ext cx="14661" cy="19850"/>
            </a:xfrm>
            <a:custGeom>
              <a:avLst/>
              <a:gdLst/>
              <a:ahLst/>
              <a:cxnLst>
                <a:cxn ang="0">
                  <a:pos x="wd2" y="hd2"/>
                </a:cxn>
                <a:cxn ang="5400000">
                  <a:pos x="wd2" y="hd2"/>
                </a:cxn>
                <a:cxn ang="10800000">
                  <a:pos x="wd2" y="hd2"/>
                </a:cxn>
                <a:cxn ang="16200000">
                  <a:pos x="wd2" y="hd2"/>
                </a:cxn>
              </a:cxnLst>
              <a:rect l="0" t="0" r="r" b="b"/>
              <a:pathLst>
                <a:path w="21001" h="21174" extrusionOk="0">
                  <a:moveTo>
                    <a:pt x="17519" y="6614"/>
                  </a:moveTo>
                  <a:cubicBezTo>
                    <a:pt x="16199" y="5967"/>
                    <a:pt x="12594" y="6590"/>
                    <a:pt x="11274" y="5991"/>
                  </a:cubicBezTo>
                  <a:cubicBezTo>
                    <a:pt x="9568" y="5224"/>
                    <a:pt x="8216" y="2083"/>
                    <a:pt x="6671" y="1196"/>
                  </a:cubicBezTo>
                  <a:cubicBezTo>
                    <a:pt x="5834" y="693"/>
                    <a:pt x="3580" y="-266"/>
                    <a:pt x="2615" y="70"/>
                  </a:cubicBezTo>
                  <a:cubicBezTo>
                    <a:pt x="1134" y="525"/>
                    <a:pt x="-347" y="3330"/>
                    <a:pt x="71" y="4481"/>
                  </a:cubicBezTo>
                  <a:cubicBezTo>
                    <a:pt x="587" y="6135"/>
                    <a:pt x="5319" y="7765"/>
                    <a:pt x="7153" y="8772"/>
                  </a:cubicBezTo>
                  <a:cubicBezTo>
                    <a:pt x="8634" y="9539"/>
                    <a:pt x="12240" y="10426"/>
                    <a:pt x="13077" y="11529"/>
                  </a:cubicBezTo>
                  <a:cubicBezTo>
                    <a:pt x="14171" y="12895"/>
                    <a:pt x="12819" y="16300"/>
                    <a:pt x="13624" y="17738"/>
                  </a:cubicBezTo>
                  <a:cubicBezTo>
                    <a:pt x="14203" y="18793"/>
                    <a:pt x="16199" y="21334"/>
                    <a:pt x="17680" y="21166"/>
                  </a:cubicBezTo>
                  <a:cubicBezTo>
                    <a:pt x="19386" y="20974"/>
                    <a:pt x="20062" y="17810"/>
                    <a:pt x="20416" y="16611"/>
                  </a:cubicBezTo>
                  <a:cubicBezTo>
                    <a:pt x="20899" y="15125"/>
                    <a:pt x="21253" y="12032"/>
                    <a:pt x="20770" y="10546"/>
                  </a:cubicBezTo>
                  <a:cubicBezTo>
                    <a:pt x="20352" y="9443"/>
                    <a:pt x="18839" y="7238"/>
                    <a:pt x="17519" y="661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94" name="Shape 4591"/>
            <p:cNvSpPr/>
            <p:nvPr/>
          </p:nvSpPr>
          <p:spPr>
            <a:xfrm>
              <a:off x="10286246" y="1656845"/>
              <a:ext cx="14661" cy="19850"/>
            </a:xfrm>
            <a:custGeom>
              <a:avLst/>
              <a:gdLst/>
              <a:ahLst/>
              <a:cxnLst>
                <a:cxn ang="0">
                  <a:pos x="wd2" y="hd2"/>
                </a:cxn>
                <a:cxn ang="5400000">
                  <a:pos x="wd2" y="hd2"/>
                </a:cxn>
                <a:cxn ang="10800000">
                  <a:pos x="wd2" y="hd2"/>
                </a:cxn>
                <a:cxn ang="16200000">
                  <a:pos x="wd2" y="hd2"/>
                </a:cxn>
              </a:cxnLst>
              <a:rect l="0" t="0" r="r" b="b"/>
              <a:pathLst>
                <a:path w="21001" h="21174" extrusionOk="0">
                  <a:moveTo>
                    <a:pt x="17519" y="6614"/>
                  </a:moveTo>
                  <a:cubicBezTo>
                    <a:pt x="16199" y="5991"/>
                    <a:pt x="12594" y="6590"/>
                    <a:pt x="11274" y="5991"/>
                  </a:cubicBezTo>
                  <a:cubicBezTo>
                    <a:pt x="9568" y="5224"/>
                    <a:pt x="8216" y="2083"/>
                    <a:pt x="6671" y="1196"/>
                  </a:cubicBezTo>
                  <a:cubicBezTo>
                    <a:pt x="5834" y="693"/>
                    <a:pt x="3580" y="-266"/>
                    <a:pt x="2615" y="70"/>
                  </a:cubicBezTo>
                  <a:cubicBezTo>
                    <a:pt x="1134" y="525"/>
                    <a:pt x="-347" y="3330"/>
                    <a:pt x="71" y="4457"/>
                  </a:cubicBezTo>
                  <a:cubicBezTo>
                    <a:pt x="587" y="6135"/>
                    <a:pt x="5319" y="7765"/>
                    <a:pt x="7153" y="8772"/>
                  </a:cubicBezTo>
                  <a:cubicBezTo>
                    <a:pt x="8634" y="9539"/>
                    <a:pt x="12240" y="10426"/>
                    <a:pt x="13109" y="11529"/>
                  </a:cubicBezTo>
                  <a:cubicBezTo>
                    <a:pt x="14171" y="12895"/>
                    <a:pt x="12819" y="16324"/>
                    <a:pt x="13624" y="17738"/>
                  </a:cubicBezTo>
                  <a:cubicBezTo>
                    <a:pt x="14203" y="18793"/>
                    <a:pt x="16199" y="21334"/>
                    <a:pt x="17680" y="21166"/>
                  </a:cubicBezTo>
                  <a:cubicBezTo>
                    <a:pt x="19386" y="20974"/>
                    <a:pt x="20062" y="17810"/>
                    <a:pt x="20416" y="16611"/>
                  </a:cubicBezTo>
                  <a:cubicBezTo>
                    <a:pt x="20899" y="15125"/>
                    <a:pt x="21253" y="12032"/>
                    <a:pt x="20770" y="10546"/>
                  </a:cubicBezTo>
                  <a:cubicBezTo>
                    <a:pt x="20352" y="9443"/>
                    <a:pt x="18839" y="7238"/>
                    <a:pt x="17519" y="661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95" name="Shape 4592"/>
            <p:cNvSpPr/>
            <p:nvPr/>
          </p:nvSpPr>
          <p:spPr>
            <a:xfrm>
              <a:off x="10286246" y="1656845"/>
              <a:ext cx="9401" cy="29085"/>
            </a:xfrm>
            <a:custGeom>
              <a:avLst/>
              <a:gdLst/>
              <a:ahLst/>
              <a:cxnLst>
                <a:cxn ang="0">
                  <a:pos x="wd2" y="hd2"/>
                </a:cxn>
                <a:cxn ang="5400000">
                  <a:pos x="wd2" y="hd2"/>
                </a:cxn>
                <a:cxn ang="10800000">
                  <a:pos x="wd2" y="hd2"/>
                </a:cxn>
                <a:cxn ang="16200000">
                  <a:pos x="wd2" y="hd2"/>
                </a:cxn>
              </a:cxnLst>
              <a:rect l="0" t="0" r="r" b="b"/>
              <a:pathLst>
                <a:path w="21161" h="21275" extrusionOk="0">
                  <a:moveTo>
                    <a:pt x="17098" y="7928"/>
                  </a:moveTo>
                  <a:cubicBezTo>
                    <a:pt x="16339" y="6909"/>
                    <a:pt x="14063" y="5019"/>
                    <a:pt x="13304" y="4016"/>
                  </a:cubicBezTo>
                  <a:cubicBezTo>
                    <a:pt x="12697" y="3145"/>
                    <a:pt x="13051" y="1156"/>
                    <a:pt x="11179" y="465"/>
                  </a:cubicBezTo>
                  <a:cubicBezTo>
                    <a:pt x="10370" y="202"/>
                    <a:pt x="7790" y="-110"/>
                    <a:pt x="6627" y="38"/>
                  </a:cubicBezTo>
                  <a:cubicBezTo>
                    <a:pt x="4249" y="383"/>
                    <a:pt x="2934" y="2274"/>
                    <a:pt x="2074" y="3063"/>
                  </a:cubicBezTo>
                  <a:cubicBezTo>
                    <a:pt x="1163" y="4000"/>
                    <a:pt x="0" y="6712"/>
                    <a:pt x="0" y="6975"/>
                  </a:cubicBezTo>
                  <a:cubicBezTo>
                    <a:pt x="0" y="7205"/>
                    <a:pt x="5716" y="9802"/>
                    <a:pt x="6930" y="10871"/>
                  </a:cubicBezTo>
                  <a:cubicBezTo>
                    <a:pt x="7993" y="11841"/>
                    <a:pt x="8751" y="13912"/>
                    <a:pt x="8751" y="14931"/>
                  </a:cubicBezTo>
                  <a:cubicBezTo>
                    <a:pt x="8751" y="15917"/>
                    <a:pt x="6981" y="17857"/>
                    <a:pt x="7234" y="18843"/>
                  </a:cubicBezTo>
                  <a:cubicBezTo>
                    <a:pt x="7284" y="19419"/>
                    <a:pt x="7284" y="20767"/>
                    <a:pt x="8751" y="21079"/>
                  </a:cubicBezTo>
                  <a:cubicBezTo>
                    <a:pt x="10572" y="21490"/>
                    <a:pt x="15833" y="21194"/>
                    <a:pt x="17604" y="20750"/>
                  </a:cubicBezTo>
                  <a:cubicBezTo>
                    <a:pt x="19526" y="20224"/>
                    <a:pt x="20740" y="18449"/>
                    <a:pt x="21044" y="17627"/>
                  </a:cubicBezTo>
                  <a:cubicBezTo>
                    <a:pt x="21600" y="16295"/>
                    <a:pt x="20032" y="13583"/>
                    <a:pt x="19425" y="12252"/>
                  </a:cubicBezTo>
                  <a:cubicBezTo>
                    <a:pt x="18970" y="11183"/>
                    <a:pt x="17857" y="8997"/>
                    <a:pt x="17098" y="792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98" name="Shape 4593"/>
            <p:cNvSpPr/>
            <p:nvPr/>
          </p:nvSpPr>
          <p:spPr>
            <a:xfrm>
              <a:off x="10286246" y="1656845"/>
              <a:ext cx="9401" cy="29085"/>
            </a:xfrm>
            <a:custGeom>
              <a:avLst/>
              <a:gdLst/>
              <a:ahLst/>
              <a:cxnLst>
                <a:cxn ang="0">
                  <a:pos x="wd2" y="hd2"/>
                </a:cxn>
                <a:cxn ang="5400000">
                  <a:pos x="wd2" y="hd2"/>
                </a:cxn>
                <a:cxn ang="10800000">
                  <a:pos x="wd2" y="hd2"/>
                </a:cxn>
                <a:cxn ang="16200000">
                  <a:pos x="wd2" y="hd2"/>
                </a:cxn>
              </a:cxnLst>
              <a:rect l="0" t="0" r="r" b="b"/>
              <a:pathLst>
                <a:path w="21161" h="21275" extrusionOk="0">
                  <a:moveTo>
                    <a:pt x="17098" y="7928"/>
                  </a:moveTo>
                  <a:cubicBezTo>
                    <a:pt x="16339" y="6909"/>
                    <a:pt x="14063" y="5019"/>
                    <a:pt x="13304" y="4016"/>
                  </a:cubicBezTo>
                  <a:cubicBezTo>
                    <a:pt x="12697" y="3145"/>
                    <a:pt x="13051" y="1156"/>
                    <a:pt x="11230" y="465"/>
                  </a:cubicBezTo>
                  <a:cubicBezTo>
                    <a:pt x="10370" y="202"/>
                    <a:pt x="7790" y="-110"/>
                    <a:pt x="6627" y="38"/>
                  </a:cubicBezTo>
                  <a:cubicBezTo>
                    <a:pt x="4249" y="383"/>
                    <a:pt x="2934" y="2274"/>
                    <a:pt x="2074" y="3063"/>
                  </a:cubicBezTo>
                  <a:cubicBezTo>
                    <a:pt x="1163" y="4000"/>
                    <a:pt x="0" y="6712"/>
                    <a:pt x="0" y="6975"/>
                  </a:cubicBezTo>
                  <a:cubicBezTo>
                    <a:pt x="0" y="7205"/>
                    <a:pt x="5716" y="9802"/>
                    <a:pt x="6930" y="10871"/>
                  </a:cubicBezTo>
                  <a:cubicBezTo>
                    <a:pt x="7993" y="11841"/>
                    <a:pt x="8751" y="13912"/>
                    <a:pt x="8751" y="14931"/>
                  </a:cubicBezTo>
                  <a:cubicBezTo>
                    <a:pt x="8751" y="15917"/>
                    <a:pt x="6981" y="17857"/>
                    <a:pt x="7234" y="18843"/>
                  </a:cubicBezTo>
                  <a:cubicBezTo>
                    <a:pt x="7284" y="19419"/>
                    <a:pt x="7284" y="20767"/>
                    <a:pt x="8751" y="21079"/>
                  </a:cubicBezTo>
                  <a:cubicBezTo>
                    <a:pt x="10572" y="21490"/>
                    <a:pt x="15833" y="21194"/>
                    <a:pt x="17604" y="20750"/>
                  </a:cubicBezTo>
                  <a:cubicBezTo>
                    <a:pt x="19526" y="20224"/>
                    <a:pt x="20740" y="18449"/>
                    <a:pt x="21044" y="17627"/>
                  </a:cubicBezTo>
                  <a:cubicBezTo>
                    <a:pt x="21600" y="16295"/>
                    <a:pt x="20032" y="13583"/>
                    <a:pt x="19425" y="12252"/>
                  </a:cubicBezTo>
                  <a:cubicBezTo>
                    <a:pt x="18970" y="11183"/>
                    <a:pt x="17857" y="8997"/>
                    <a:pt x="17098" y="792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99" name="Shape 4594"/>
            <p:cNvSpPr/>
            <p:nvPr/>
          </p:nvSpPr>
          <p:spPr>
            <a:xfrm>
              <a:off x="10309258" y="1426727"/>
              <a:ext cx="10053" cy="11631"/>
            </a:xfrm>
            <a:custGeom>
              <a:avLst/>
              <a:gdLst/>
              <a:ahLst/>
              <a:cxnLst>
                <a:cxn ang="0">
                  <a:pos x="wd2" y="hd2"/>
                </a:cxn>
                <a:cxn ang="5400000">
                  <a:pos x="wd2" y="hd2"/>
                </a:cxn>
                <a:cxn ang="10800000">
                  <a:pos x="wd2" y="hd2"/>
                </a:cxn>
                <a:cxn ang="16200000">
                  <a:pos x="wd2" y="hd2"/>
                </a:cxn>
              </a:cxnLst>
              <a:rect l="0" t="0" r="r" b="b"/>
              <a:pathLst>
                <a:path w="20647" h="21170" extrusionOk="0">
                  <a:moveTo>
                    <a:pt x="6502" y="1"/>
                  </a:moveTo>
                  <a:cubicBezTo>
                    <a:pt x="4564" y="-40"/>
                    <a:pt x="871" y="2333"/>
                    <a:pt x="225" y="3887"/>
                  </a:cubicBezTo>
                  <a:cubicBezTo>
                    <a:pt x="-698" y="6015"/>
                    <a:pt x="1425" y="10637"/>
                    <a:pt x="2902" y="12519"/>
                  </a:cubicBezTo>
                  <a:cubicBezTo>
                    <a:pt x="5071" y="15424"/>
                    <a:pt x="11348" y="21560"/>
                    <a:pt x="15271" y="21151"/>
                  </a:cubicBezTo>
                  <a:cubicBezTo>
                    <a:pt x="17440" y="20905"/>
                    <a:pt x="20348" y="17019"/>
                    <a:pt x="20625" y="15137"/>
                  </a:cubicBezTo>
                  <a:cubicBezTo>
                    <a:pt x="20902" y="13215"/>
                    <a:pt x="18502" y="9737"/>
                    <a:pt x="17256" y="8224"/>
                  </a:cubicBezTo>
                  <a:cubicBezTo>
                    <a:pt x="15133" y="5687"/>
                    <a:pt x="10056" y="205"/>
                    <a:pt x="6502" y="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00" name="Shape 4595"/>
            <p:cNvSpPr/>
            <p:nvPr/>
          </p:nvSpPr>
          <p:spPr>
            <a:xfrm>
              <a:off x="10309258" y="1426727"/>
              <a:ext cx="10045" cy="11632"/>
            </a:xfrm>
            <a:custGeom>
              <a:avLst/>
              <a:gdLst/>
              <a:ahLst/>
              <a:cxnLst>
                <a:cxn ang="0">
                  <a:pos x="wd2" y="hd2"/>
                </a:cxn>
                <a:cxn ang="5400000">
                  <a:pos x="wd2" y="hd2"/>
                </a:cxn>
                <a:cxn ang="10800000">
                  <a:pos x="wd2" y="hd2"/>
                </a:cxn>
                <a:cxn ang="16200000">
                  <a:pos x="wd2" y="hd2"/>
                </a:cxn>
              </a:cxnLst>
              <a:rect l="0" t="0" r="r" b="b"/>
              <a:pathLst>
                <a:path w="20675" h="21131" extrusionOk="0">
                  <a:moveTo>
                    <a:pt x="6499" y="2"/>
                  </a:moveTo>
                  <a:cubicBezTo>
                    <a:pt x="4557" y="-80"/>
                    <a:pt x="856" y="2329"/>
                    <a:pt x="209" y="3881"/>
                  </a:cubicBezTo>
                  <a:cubicBezTo>
                    <a:pt x="-670" y="6004"/>
                    <a:pt x="1411" y="10618"/>
                    <a:pt x="2891" y="12496"/>
                  </a:cubicBezTo>
                  <a:cubicBezTo>
                    <a:pt x="5065" y="15395"/>
                    <a:pt x="11356" y="21520"/>
                    <a:pt x="15287" y="21112"/>
                  </a:cubicBezTo>
                  <a:cubicBezTo>
                    <a:pt x="17461" y="20867"/>
                    <a:pt x="20375" y="16988"/>
                    <a:pt x="20652" y="15109"/>
                  </a:cubicBezTo>
                  <a:cubicBezTo>
                    <a:pt x="20930" y="13190"/>
                    <a:pt x="18525" y="9720"/>
                    <a:pt x="17276" y="8209"/>
                  </a:cubicBezTo>
                  <a:cubicBezTo>
                    <a:pt x="15148" y="5677"/>
                    <a:pt x="10061" y="206"/>
                    <a:pt x="6499" y="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01" name="Shape 4596"/>
            <p:cNvSpPr/>
            <p:nvPr/>
          </p:nvSpPr>
          <p:spPr>
            <a:xfrm>
              <a:off x="8974577" y="5960040"/>
              <a:ext cx="70014" cy="66028"/>
            </a:xfrm>
            <a:custGeom>
              <a:avLst/>
              <a:gdLst/>
              <a:ahLst/>
              <a:cxnLst>
                <a:cxn ang="0">
                  <a:pos x="wd2" y="hd2"/>
                </a:cxn>
                <a:cxn ang="5400000">
                  <a:pos x="wd2" y="hd2"/>
                </a:cxn>
                <a:cxn ang="10800000">
                  <a:pos x="wd2" y="hd2"/>
                </a:cxn>
                <a:cxn ang="16200000">
                  <a:pos x="wd2" y="hd2"/>
                </a:cxn>
              </a:cxnLst>
              <a:rect l="0" t="0" r="r" b="b"/>
              <a:pathLst>
                <a:path w="21391" h="21469" extrusionOk="0">
                  <a:moveTo>
                    <a:pt x="19146" y="16937"/>
                  </a:moveTo>
                  <a:cubicBezTo>
                    <a:pt x="18885" y="16879"/>
                    <a:pt x="18322" y="16937"/>
                    <a:pt x="18061" y="17047"/>
                  </a:cubicBezTo>
                  <a:cubicBezTo>
                    <a:pt x="17711" y="17222"/>
                    <a:pt x="17237" y="17960"/>
                    <a:pt x="16867" y="18092"/>
                  </a:cubicBezTo>
                  <a:cubicBezTo>
                    <a:pt x="16441" y="18260"/>
                    <a:pt x="15480" y="18165"/>
                    <a:pt x="15027" y="18092"/>
                  </a:cubicBezTo>
                  <a:cubicBezTo>
                    <a:pt x="14457" y="18011"/>
                    <a:pt x="13365" y="17602"/>
                    <a:pt x="12788" y="17456"/>
                  </a:cubicBezTo>
                  <a:cubicBezTo>
                    <a:pt x="12411" y="17361"/>
                    <a:pt x="11580" y="17310"/>
                    <a:pt x="11230" y="17112"/>
                  </a:cubicBezTo>
                  <a:cubicBezTo>
                    <a:pt x="10660" y="16798"/>
                    <a:pt x="9685" y="15804"/>
                    <a:pt x="9383" y="15205"/>
                  </a:cubicBezTo>
                  <a:cubicBezTo>
                    <a:pt x="9094" y="14679"/>
                    <a:pt x="9081" y="13400"/>
                    <a:pt x="8902" y="12838"/>
                  </a:cubicBezTo>
                  <a:cubicBezTo>
                    <a:pt x="8655" y="12144"/>
                    <a:pt x="8065" y="10777"/>
                    <a:pt x="7598" y="10244"/>
                  </a:cubicBezTo>
                  <a:cubicBezTo>
                    <a:pt x="7309" y="9922"/>
                    <a:pt x="6444" y="9645"/>
                    <a:pt x="6183" y="9323"/>
                  </a:cubicBezTo>
                  <a:cubicBezTo>
                    <a:pt x="5813" y="8855"/>
                    <a:pt x="5565" y="7628"/>
                    <a:pt x="5359" y="7065"/>
                  </a:cubicBezTo>
                  <a:cubicBezTo>
                    <a:pt x="5229" y="6678"/>
                    <a:pt x="5002" y="5911"/>
                    <a:pt x="4817" y="5567"/>
                  </a:cubicBezTo>
                  <a:cubicBezTo>
                    <a:pt x="4522" y="4990"/>
                    <a:pt x="3574" y="4047"/>
                    <a:pt x="3355" y="3426"/>
                  </a:cubicBezTo>
                  <a:cubicBezTo>
                    <a:pt x="3245" y="3127"/>
                    <a:pt x="3368" y="2447"/>
                    <a:pt x="3238" y="2155"/>
                  </a:cubicBezTo>
                  <a:cubicBezTo>
                    <a:pt x="3025" y="1614"/>
                    <a:pt x="2187" y="766"/>
                    <a:pt x="1727" y="423"/>
                  </a:cubicBezTo>
                  <a:cubicBezTo>
                    <a:pt x="1528" y="269"/>
                    <a:pt x="1034" y="-74"/>
                    <a:pt x="801" y="14"/>
                  </a:cubicBezTo>
                  <a:cubicBezTo>
                    <a:pt x="395" y="174"/>
                    <a:pt x="128" y="1234"/>
                    <a:pt x="45" y="1694"/>
                  </a:cubicBezTo>
                  <a:cubicBezTo>
                    <a:pt x="-44" y="2169"/>
                    <a:pt x="4" y="3185"/>
                    <a:pt x="148" y="3653"/>
                  </a:cubicBezTo>
                  <a:cubicBezTo>
                    <a:pt x="334" y="4215"/>
                    <a:pt x="1089" y="5158"/>
                    <a:pt x="1446" y="5618"/>
                  </a:cubicBezTo>
                  <a:cubicBezTo>
                    <a:pt x="1817" y="6079"/>
                    <a:pt x="2744" y="6809"/>
                    <a:pt x="3087" y="7299"/>
                  </a:cubicBezTo>
                  <a:cubicBezTo>
                    <a:pt x="3410" y="7759"/>
                    <a:pt x="3739" y="8907"/>
                    <a:pt x="4055" y="9374"/>
                  </a:cubicBezTo>
                  <a:cubicBezTo>
                    <a:pt x="4515" y="10032"/>
                    <a:pt x="5854" y="10945"/>
                    <a:pt x="6293" y="11632"/>
                  </a:cubicBezTo>
                  <a:cubicBezTo>
                    <a:pt x="6746" y="12355"/>
                    <a:pt x="7158" y="14109"/>
                    <a:pt x="7474" y="14920"/>
                  </a:cubicBezTo>
                  <a:cubicBezTo>
                    <a:pt x="7749" y="15600"/>
                    <a:pt x="8257" y="16996"/>
                    <a:pt x="8628" y="17631"/>
                  </a:cubicBezTo>
                  <a:cubicBezTo>
                    <a:pt x="8820" y="17997"/>
                    <a:pt x="9273" y="18720"/>
                    <a:pt x="9596" y="18961"/>
                  </a:cubicBezTo>
                  <a:cubicBezTo>
                    <a:pt x="10028" y="19275"/>
                    <a:pt x="11113" y="19385"/>
                    <a:pt x="11607" y="19590"/>
                  </a:cubicBezTo>
                  <a:cubicBezTo>
                    <a:pt x="12431" y="19955"/>
                    <a:pt x="13887" y="21109"/>
                    <a:pt x="14752" y="21321"/>
                  </a:cubicBezTo>
                  <a:cubicBezTo>
                    <a:pt x="15521" y="21526"/>
                    <a:pt x="17148" y="21526"/>
                    <a:pt x="17896" y="21270"/>
                  </a:cubicBezTo>
                  <a:cubicBezTo>
                    <a:pt x="18514" y="21066"/>
                    <a:pt x="19558" y="20225"/>
                    <a:pt x="20025" y="19772"/>
                  </a:cubicBezTo>
                  <a:cubicBezTo>
                    <a:pt x="20423" y="19363"/>
                    <a:pt x="21556" y="18486"/>
                    <a:pt x="21371" y="17931"/>
                  </a:cubicBezTo>
                  <a:cubicBezTo>
                    <a:pt x="21275" y="17595"/>
                    <a:pt x="20423" y="17719"/>
                    <a:pt x="20128" y="17573"/>
                  </a:cubicBezTo>
                  <a:cubicBezTo>
                    <a:pt x="19860" y="17456"/>
                    <a:pt x="19421" y="17010"/>
                    <a:pt x="19146" y="1693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02" name="Shape 4597"/>
            <p:cNvSpPr/>
            <p:nvPr/>
          </p:nvSpPr>
          <p:spPr>
            <a:xfrm>
              <a:off x="8974577" y="5960040"/>
              <a:ext cx="70010" cy="66028"/>
            </a:xfrm>
            <a:custGeom>
              <a:avLst/>
              <a:gdLst/>
              <a:ahLst/>
              <a:cxnLst>
                <a:cxn ang="0">
                  <a:pos x="wd2" y="hd2"/>
                </a:cxn>
                <a:cxn ang="5400000">
                  <a:pos x="wd2" y="hd2"/>
                </a:cxn>
                <a:cxn ang="10800000">
                  <a:pos x="wd2" y="hd2"/>
                </a:cxn>
                <a:cxn ang="16200000">
                  <a:pos x="wd2" y="hd2"/>
                </a:cxn>
              </a:cxnLst>
              <a:rect l="0" t="0" r="r" b="b"/>
              <a:pathLst>
                <a:path w="21396" h="21469" extrusionOk="0">
                  <a:moveTo>
                    <a:pt x="19152" y="16937"/>
                  </a:moveTo>
                  <a:cubicBezTo>
                    <a:pt x="18891" y="16879"/>
                    <a:pt x="18328" y="16937"/>
                    <a:pt x="18067" y="17047"/>
                  </a:cubicBezTo>
                  <a:cubicBezTo>
                    <a:pt x="17717" y="17222"/>
                    <a:pt x="17243" y="17960"/>
                    <a:pt x="16872" y="18092"/>
                  </a:cubicBezTo>
                  <a:cubicBezTo>
                    <a:pt x="16439" y="18260"/>
                    <a:pt x="15485" y="18165"/>
                    <a:pt x="15031" y="18092"/>
                  </a:cubicBezTo>
                  <a:cubicBezTo>
                    <a:pt x="14461" y="18011"/>
                    <a:pt x="13369" y="17602"/>
                    <a:pt x="12792" y="17456"/>
                  </a:cubicBezTo>
                  <a:cubicBezTo>
                    <a:pt x="12415" y="17361"/>
                    <a:pt x="11584" y="17310"/>
                    <a:pt x="11233" y="17112"/>
                  </a:cubicBezTo>
                  <a:cubicBezTo>
                    <a:pt x="10663" y="16798"/>
                    <a:pt x="9688" y="15804"/>
                    <a:pt x="9386" y="15205"/>
                  </a:cubicBezTo>
                  <a:cubicBezTo>
                    <a:pt x="9104" y="14679"/>
                    <a:pt x="9084" y="13400"/>
                    <a:pt x="8905" y="12838"/>
                  </a:cubicBezTo>
                  <a:cubicBezTo>
                    <a:pt x="8658" y="12144"/>
                    <a:pt x="8067" y="10777"/>
                    <a:pt x="7600" y="10244"/>
                  </a:cubicBezTo>
                  <a:cubicBezTo>
                    <a:pt x="7312" y="9922"/>
                    <a:pt x="6446" y="9645"/>
                    <a:pt x="6185" y="9323"/>
                  </a:cubicBezTo>
                  <a:cubicBezTo>
                    <a:pt x="5814" y="8855"/>
                    <a:pt x="5567" y="7628"/>
                    <a:pt x="5361" y="7065"/>
                  </a:cubicBezTo>
                  <a:cubicBezTo>
                    <a:pt x="5231" y="6678"/>
                    <a:pt x="5004" y="5911"/>
                    <a:pt x="4819" y="5567"/>
                  </a:cubicBezTo>
                  <a:cubicBezTo>
                    <a:pt x="4523" y="4990"/>
                    <a:pt x="3575" y="4047"/>
                    <a:pt x="3356" y="3426"/>
                  </a:cubicBezTo>
                  <a:cubicBezTo>
                    <a:pt x="3246" y="3127"/>
                    <a:pt x="3369" y="2447"/>
                    <a:pt x="3239" y="2155"/>
                  </a:cubicBezTo>
                  <a:cubicBezTo>
                    <a:pt x="3026" y="1614"/>
                    <a:pt x="2188" y="766"/>
                    <a:pt x="1728" y="423"/>
                  </a:cubicBezTo>
                  <a:cubicBezTo>
                    <a:pt x="1529" y="269"/>
                    <a:pt x="1034" y="-74"/>
                    <a:pt x="801" y="14"/>
                  </a:cubicBezTo>
                  <a:cubicBezTo>
                    <a:pt x="396" y="174"/>
                    <a:pt x="128" y="1234"/>
                    <a:pt x="45" y="1694"/>
                  </a:cubicBezTo>
                  <a:cubicBezTo>
                    <a:pt x="-44" y="2169"/>
                    <a:pt x="4" y="3185"/>
                    <a:pt x="148" y="3653"/>
                  </a:cubicBezTo>
                  <a:cubicBezTo>
                    <a:pt x="334" y="4215"/>
                    <a:pt x="1089" y="5158"/>
                    <a:pt x="1446" y="5618"/>
                  </a:cubicBezTo>
                  <a:cubicBezTo>
                    <a:pt x="1817" y="6079"/>
                    <a:pt x="2744" y="6809"/>
                    <a:pt x="3088" y="7299"/>
                  </a:cubicBezTo>
                  <a:cubicBezTo>
                    <a:pt x="3411" y="7759"/>
                    <a:pt x="3740" y="8907"/>
                    <a:pt x="4056" y="9374"/>
                  </a:cubicBezTo>
                  <a:cubicBezTo>
                    <a:pt x="4516" y="10032"/>
                    <a:pt x="5856" y="10945"/>
                    <a:pt x="6295" y="11632"/>
                  </a:cubicBezTo>
                  <a:cubicBezTo>
                    <a:pt x="6748" y="12355"/>
                    <a:pt x="7161" y="14109"/>
                    <a:pt x="7477" y="14920"/>
                  </a:cubicBezTo>
                  <a:cubicBezTo>
                    <a:pt x="7751" y="15600"/>
                    <a:pt x="8259" y="16996"/>
                    <a:pt x="8630" y="17631"/>
                  </a:cubicBezTo>
                  <a:cubicBezTo>
                    <a:pt x="8823" y="17997"/>
                    <a:pt x="9276" y="18720"/>
                    <a:pt x="9599" y="18961"/>
                  </a:cubicBezTo>
                  <a:cubicBezTo>
                    <a:pt x="10031" y="19275"/>
                    <a:pt x="11117" y="19385"/>
                    <a:pt x="11604" y="19590"/>
                  </a:cubicBezTo>
                  <a:cubicBezTo>
                    <a:pt x="12435" y="19955"/>
                    <a:pt x="13891" y="21109"/>
                    <a:pt x="14757" y="21321"/>
                  </a:cubicBezTo>
                  <a:cubicBezTo>
                    <a:pt x="15526" y="21526"/>
                    <a:pt x="17154" y="21526"/>
                    <a:pt x="17902" y="21270"/>
                  </a:cubicBezTo>
                  <a:cubicBezTo>
                    <a:pt x="18520" y="21066"/>
                    <a:pt x="19564" y="20225"/>
                    <a:pt x="20031" y="19772"/>
                  </a:cubicBezTo>
                  <a:cubicBezTo>
                    <a:pt x="20430" y="19363"/>
                    <a:pt x="21556" y="18486"/>
                    <a:pt x="21377" y="17931"/>
                  </a:cubicBezTo>
                  <a:cubicBezTo>
                    <a:pt x="21274" y="17595"/>
                    <a:pt x="20430" y="17719"/>
                    <a:pt x="20134" y="17573"/>
                  </a:cubicBezTo>
                  <a:cubicBezTo>
                    <a:pt x="19866" y="17456"/>
                    <a:pt x="19427" y="17010"/>
                    <a:pt x="19152" y="1693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03" name="Shape 4598"/>
            <p:cNvSpPr/>
            <p:nvPr/>
          </p:nvSpPr>
          <p:spPr>
            <a:xfrm>
              <a:off x="8169166" y="2163103"/>
              <a:ext cx="14857" cy="14464"/>
            </a:xfrm>
            <a:custGeom>
              <a:avLst/>
              <a:gdLst/>
              <a:ahLst/>
              <a:cxnLst>
                <a:cxn ang="0">
                  <a:pos x="wd2" y="hd2"/>
                </a:cxn>
                <a:cxn ang="5400000">
                  <a:pos x="wd2" y="hd2"/>
                </a:cxn>
                <a:cxn ang="10800000">
                  <a:pos x="wd2" y="hd2"/>
                </a:cxn>
                <a:cxn ang="16200000">
                  <a:pos x="wd2" y="hd2"/>
                </a:cxn>
              </a:cxnLst>
              <a:rect l="0" t="0" r="r" b="b"/>
              <a:pathLst>
                <a:path w="20755" h="20657" extrusionOk="0">
                  <a:moveTo>
                    <a:pt x="5070" y="14830"/>
                  </a:moveTo>
                  <a:cubicBezTo>
                    <a:pt x="7017" y="16146"/>
                    <a:pt x="10188" y="20992"/>
                    <a:pt x="12542" y="20639"/>
                  </a:cubicBezTo>
                  <a:cubicBezTo>
                    <a:pt x="14175" y="20414"/>
                    <a:pt x="15494" y="16467"/>
                    <a:pt x="16498" y="15119"/>
                  </a:cubicBezTo>
                  <a:cubicBezTo>
                    <a:pt x="17534" y="13642"/>
                    <a:pt x="20517" y="11235"/>
                    <a:pt x="20705" y="9470"/>
                  </a:cubicBezTo>
                  <a:cubicBezTo>
                    <a:pt x="21082" y="6999"/>
                    <a:pt x="19261" y="1061"/>
                    <a:pt x="16969" y="98"/>
                  </a:cubicBezTo>
                  <a:cubicBezTo>
                    <a:pt x="15274" y="-608"/>
                    <a:pt x="12040" y="2730"/>
                    <a:pt x="10282" y="3147"/>
                  </a:cubicBezTo>
                  <a:cubicBezTo>
                    <a:pt x="8210" y="3661"/>
                    <a:pt x="3375" y="2216"/>
                    <a:pt x="1837" y="3661"/>
                  </a:cubicBezTo>
                  <a:cubicBezTo>
                    <a:pt x="298" y="5073"/>
                    <a:pt x="-518" y="10112"/>
                    <a:pt x="361" y="12070"/>
                  </a:cubicBezTo>
                  <a:cubicBezTo>
                    <a:pt x="926" y="13289"/>
                    <a:pt x="3940" y="14059"/>
                    <a:pt x="5070" y="1483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04" name="Shape 4599"/>
            <p:cNvSpPr/>
            <p:nvPr/>
          </p:nvSpPr>
          <p:spPr>
            <a:xfrm>
              <a:off x="8169166" y="2163103"/>
              <a:ext cx="14857" cy="14464"/>
            </a:xfrm>
            <a:custGeom>
              <a:avLst/>
              <a:gdLst/>
              <a:ahLst/>
              <a:cxnLst>
                <a:cxn ang="0">
                  <a:pos x="wd2" y="hd2"/>
                </a:cxn>
                <a:cxn ang="5400000">
                  <a:pos x="wd2" y="hd2"/>
                </a:cxn>
                <a:cxn ang="10800000">
                  <a:pos x="wd2" y="hd2"/>
                </a:cxn>
                <a:cxn ang="16200000">
                  <a:pos x="wd2" y="hd2"/>
                </a:cxn>
              </a:cxnLst>
              <a:rect l="0" t="0" r="r" b="b"/>
              <a:pathLst>
                <a:path w="20755" h="20657" extrusionOk="0">
                  <a:moveTo>
                    <a:pt x="5070" y="14830"/>
                  </a:moveTo>
                  <a:cubicBezTo>
                    <a:pt x="7017" y="16146"/>
                    <a:pt x="10188" y="20992"/>
                    <a:pt x="12542" y="20639"/>
                  </a:cubicBezTo>
                  <a:cubicBezTo>
                    <a:pt x="14175" y="20414"/>
                    <a:pt x="15494" y="16467"/>
                    <a:pt x="16498" y="15119"/>
                  </a:cubicBezTo>
                  <a:cubicBezTo>
                    <a:pt x="17534" y="13642"/>
                    <a:pt x="20517" y="11235"/>
                    <a:pt x="20705" y="9470"/>
                  </a:cubicBezTo>
                  <a:cubicBezTo>
                    <a:pt x="21082" y="6999"/>
                    <a:pt x="19261" y="1061"/>
                    <a:pt x="16969" y="98"/>
                  </a:cubicBezTo>
                  <a:cubicBezTo>
                    <a:pt x="15274" y="-608"/>
                    <a:pt x="12040" y="2730"/>
                    <a:pt x="10282" y="3147"/>
                  </a:cubicBezTo>
                  <a:cubicBezTo>
                    <a:pt x="8210" y="3661"/>
                    <a:pt x="3375" y="2216"/>
                    <a:pt x="1837" y="3661"/>
                  </a:cubicBezTo>
                  <a:cubicBezTo>
                    <a:pt x="298" y="5073"/>
                    <a:pt x="-518" y="10112"/>
                    <a:pt x="361" y="12070"/>
                  </a:cubicBezTo>
                  <a:cubicBezTo>
                    <a:pt x="926" y="13289"/>
                    <a:pt x="3940" y="14059"/>
                    <a:pt x="5070" y="1483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05" name="Shape 4600"/>
            <p:cNvSpPr/>
            <p:nvPr/>
          </p:nvSpPr>
          <p:spPr>
            <a:xfrm>
              <a:off x="8146154" y="2163103"/>
              <a:ext cx="11184" cy="9940"/>
            </a:xfrm>
            <a:custGeom>
              <a:avLst/>
              <a:gdLst/>
              <a:ahLst/>
              <a:cxnLst>
                <a:cxn ang="0">
                  <a:pos x="wd2" y="hd2"/>
                </a:cxn>
                <a:cxn ang="5400000">
                  <a:pos x="wd2" y="hd2"/>
                </a:cxn>
                <a:cxn ang="10800000">
                  <a:pos x="wd2" y="hd2"/>
                </a:cxn>
                <a:cxn ang="16200000">
                  <a:pos x="wd2" y="hd2"/>
                </a:cxn>
              </a:cxnLst>
              <a:rect l="0" t="0" r="r" b="b"/>
              <a:pathLst>
                <a:path w="20954" h="20196" extrusionOk="0">
                  <a:moveTo>
                    <a:pt x="9641" y="1050"/>
                  </a:moveTo>
                  <a:cubicBezTo>
                    <a:pt x="6694" y="2192"/>
                    <a:pt x="546" y="6347"/>
                    <a:pt x="41" y="9727"/>
                  </a:cubicBezTo>
                  <a:cubicBezTo>
                    <a:pt x="-422" y="12603"/>
                    <a:pt x="3157" y="18586"/>
                    <a:pt x="5683" y="19773"/>
                  </a:cubicBezTo>
                  <a:cubicBezTo>
                    <a:pt x="7746" y="20869"/>
                    <a:pt x="12673" y="19636"/>
                    <a:pt x="14694" y="18357"/>
                  </a:cubicBezTo>
                  <a:cubicBezTo>
                    <a:pt x="16841" y="16942"/>
                    <a:pt x="19999" y="12055"/>
                    <a:pt x="20673" y="9316"/>
                  </a:cubicBezTo>
                  <a:cubicBezTo>
                    <a:pt x="21178" y="7306"/>
                    <a:pt x="21094" y="2420"/>
                    <a:pt x="19662" y="1050"/>
                  </a:cubicBezTo>
                  <a:cubicBezTo>
                    <a:pt x="17767" y="-731"/>
                    <a:pt x="12083" y="91"/>
                    <a:pt x="9641" y="105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06" name="Shape 4601"/>
            <p:cNvSpPr/>
            <p:nvPr/>
          </p:nvSpPr>
          <p:spPr>
            <a:xfrm>
              <a:off x="8146154" y="2163103"/>
              <a:ext cx="11184" cy="9930"/>
            </a:xfrm>
            <a:custGeom>
              <a:avLst/>
              <a:gdLst/>
              <a:ahLst/>
              <a:cxnLst>
                <a:cxn ang="0">
                  <a:pos x="wd2" y="hd2"/>
                </a:cxn>
                <a:cxn ang="5400000">
                  <a:pos x="wd2" y="hd2"/>
                </a:cxn>
                <a:cxn ang="10800000">
                  <a:pos x="wd2" y="hd2"/>
                </a:cxn>
                <a:cxn ang="16200000">
                  <a:pos x="wd2" y="hd2"/>
                </a:cxn>
              </a:cxnLst>
              <a:rect l="0" t="0" r="r" b="b"/>
              <a:pathLst>
                <a:path w="20953" h="20219" extrusionOk="0">
                  <a:moveTo>
                    <a:pt x="9640" y="1052"/>
                  </a:moveTo>
                  <a:cubicBezTo>
                    <a:pt x="6693" y="2196"/>
                    <a:pt x="545" y="6360"/>
                    <a:pt x="40" y="9747"/>
                  </a:cubicBezTo>
                  <a:cubicBezTo>
                    <a:pt x="-423" y="12630"/>
                    <a:pt x="3198" y="18625"/>
                    <a:pt x="5682" y="19814"/>
                  </a:cubicBezTo>
                  <a:cubicBezTo>
                    <a:pt x="7745" y="20867"/>
                    <a:pt x="12672" y="19677"/>
                    <a:pt x="14693" y="18396"/>
                  </a:cubicBezTo>
                  <a:cubicBezTo>
                    <a:pt x="16840" y="16977"/>
                    <a:pt x="19998" y="12081"/>
                    <a:pt x="20672" y="9335"/>
                  </a:cubicBezTo>
                  <a:cubicBezTo>
                    <a:pt x="21177" y="7321"/>
                    <a:pt x="21093" y="2425"/>
                    <a:pt x="19661" y="1052"/>
                  </a:cubicBezTo>
                  <a:cubicBezTo>
                    <a:pt x="17766" y="-733"/>
                    <a:pt x="12082" y="91"/>
                    <a:pt x="9640" y="105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07" name="Shape 4602"/>
            <p:cNvSpPr/>
            <p:nvPr/>
          </p:nvSpPr>
          <p:spPr>
            <a:xfrm>
              <a:off x="8146154" y="2163103"/>
              <a:ext cx="14519" cy="12988"/>
            </a:xfrm>
            <a:custGeom>
              <a:avLst/>
              <a:gdLst/>
              <a:ahLst/>
              <a:cxnLst>
                <a:cxn ang="0">
                  <a:pos x="wd2" y="hd2"/>
                </a:cxn>
                <a:cxn ang="5400000">
                  <a:pos x="wd2" y="hd2"/>
                </a:cxn>
                <a:cxn ang="10800000">
                  <a:pos x="wd2" y="hd2"/>
                </a:cxn>
                <a:cxn ang="16200000">
                  <a:pos x="wd2" y="hd2"/>
                </a:cxn>
              </a:cxnLst>
              <a:rect l="0" t="0" r="r" b="b"/>
              <a:pathLst>
                <a:path w="21142" h="20946" extrusionOk="0">
                  <a:moveTo>
                    <a:pt x="21139" y="14110"/>
                  </a:moveTo>
                  <a:cubicBezTo>
                    <a:pt x="21237" y="12298"/>
                    <a:pt x="19012" y="9182"/>
                    <a:pt x="17768" y="8058"/>
                  </a:cubicBezTo>
                  <a:cubicBezTo>
                    <a:pt x="16721" y="7152"/>
                    <a:pt x="13644" y="7225"/>
                    <a:pt x="12859" y="6065"/>
                  </a:cubicBezTo>
                  <a:cubicBezTo>
                    <a:pt x="12204" y="5050"/>
                    <a:pt x="13317" y="2078"/>
                    <a:pt x="12564" y="1172"/>
                  </a:cubicBezTo>
                  <a:cubicBezTo>
                    <a:pt x="11386" y="-205"/>
                    <a:pt x="7295" y="-205"/>
                    <a:pt x="5626" y="339"/>
                  </a:cubicBezTo>
                  <a:cubicBezTo>
                    <a:pt x="3957" y="846"/>
                    <a:pt x="750" y="3347"/>
                    <a:pt x="161" y="5195"/>
                  </a:cubicBezTo>
                  <a:cubicBezTo>
                    <a:pt x="-363" y="6898"/>
                    <a:pt x="455" y="11139"/>
                    <a:pt x="1732" y="12371"/>
                  </a:cubicBezTo>
                  <a:cubicBezTo>
                    <a:pt x="3237" y="13857"/>
                    <a:pt x="8277" y="11972"/>
                    <a:pt x="9750" y="13531"/>
                  </a:cubicBezTo>
                  <a:cubicBezTo>
                    <a:pt x="10895" y="14654"/>
                    <a:pt x="9782" y="19329"/>
                    <a:pt x="11026" y="20380"/>
                  </a:cubicBezTo>
                  <a:cubicBezTo>
                    <a:pt x="12204" y="21395"/>
                    <a:pt x="15673" y="20888"/>
                    <a:pt x="17015" y="20090"/>
                  </a:cubicBezTo>
                  <a:cubicBezTo>
                    <a:pt x="18488" y="19221"/>
                    <a:pt x="21041" y="15959"/>
                    <a:pt x="21139" y="1411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08" name="Shape 4603"/>
            <p:cNvSpPr/>
            <p:nvPr/>
          </p:nvSpPr>
          <p:spPr>
            <a:xfrm>
              <a:off x="8146154" y="2163103"/>
              <a:ext cx="14519" cy="12978"/>
            </a:xfrm>
            <a:custGeom>
              <a:avLst/>
              <a:gdLst/>
              <a:ahLst/>
              <a:cxnLst>
                <a:cxn ang="0">
                  <a:pos x="wd2" y="hd2"/>
                </a:cxn>
                <a:cxn ang="5400000">
                  <a:pos x="wd2" y="hd2"/>
                </a:cxn>
                <a:cxn ang="10800000">
                  <a:pos x="wd2" y="hd2"/>
                </a:cxn>
                <a:cxn ang="16200000">
                  <a:pos x="wd2" y="hd2"/>
                </a:cxn>
              </a:cxnLst>
              <a:rect l="0" t="0" r="r" b="b"/>
              <a:pathLst>
                <a:path w="21142" h="20966" extrusionOk="0">
                  <a:moveTo>
                    <a:pt x="21139" y="14134"/>
                  </a:moveTo>
                  <a:cubicBezTo>
                    <a:pt x="21237" y="12319"/>
                    <a:pt x="19012" y="9197"/>
                    <a:pt x="17768" y="8072"/>
                  </a:cubicBezTo>
                  <a:cubicBezTo>
                    <a:pt x="16721" y="7164"/>
                    <a:pt x="13644" y="7237"/>
                    <a:pt x="12859" y="6075"/>
                  </a:cubicBezTo>
                  <a:cubicBezTo>
                    <a:pt x="12204" y="5059"/>
                    <a:pt x="13350" y="2082"/>
                    <a:pt x="12564" y="1174"/>
                  </a:cubicBezTo>
                  <a:cubicBezTo>
                    <a:pt x="11386" y="-205"/>
                    <a:pt x="7295" y="-205"/>
                    <a:pt x="5626" y="340"/>
                  </a:cubicBezTo>
                  <a:cubicBezTo>
                    <a:pt x="3957" y="848"/>
                    <a:pt x="750" y="3353"/>
                    <a:pt x="161" y="5204"/>
                  </a:cubicBezTo>
                  <a:cubicBezTo>
                    <a:pt x="-363" y="6910"/>
                    <a:pt x="455" y="11158"/>
                    <a:pt x="1732" y="12392"/>
                  </a:cubicBezTo>
                  <a:cubicBezTo>
                    <a:pt x="3237" y="13880"/>
                    <a:pt x="8277" y="11993"/>
                    <a:pt x="9782" y="13554"/>
                  </a:cubicBezTo>
                  <a:cubicBezTo>
                    <a:pt x="10895" y="14679"/>
                    <a:pt x="9782" y="19362"/>
                    <a:pt x="11026" y="20415"/>
                  </a:cubicBezTo>
                  <a:cubicBezTo>
                    <a:pt x="12204" y="21395"/>
                    <a:pt x="15673" y="20923"/>
                    <a:pt x="17015" y="20124"/>
                  </a:cubicBezTo>
                  <a:cubicBezTo>
                    <a:pt x="18521" y="19253"/>
                    <a:pt x="21041" y="15986"/>
                    <a:pt x="21139" y="1413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09" name="Shape 4604"/>
            <p:cNvSpPr/>
            <p:nvPr/>
          </p:nvSpPr>
          <p:spPr>
            <a:xfrm>
              <a:off x="7225685" y="1311669"/>
              <a:ext cx="26894" cy="37524"/>
            </a:xfrm>
            <a:custGeom>
              <a:avLst/>
              <a:gdLst/>
              <a:ahLst/>
              <a:cxnLst>
                <a:cxn ang="0">
                  <a:pos x="wd2" y="hd2"/>
                </a:cxn>
                <a:cxn ang="5400000">
                  <a:pos x="wd2" y="hd2"/>
                </a:cxn>
                <a:cxn ang="10800000">
                  <a:pos x="wd2" y="hd2"/>
                </a:cxn>
                <a:cxn ang="16200000">
                  <a:pos x="wd2" y="hd2"/>
                </a:cxn>
              </a:cxnLst>
              <a:rect l="0" t="0" r="r" b="b"/>
              <a:pathLst>
                <a:path w="21084" h="21379" extrusionOk="0">
                  <a:moveTo>
                    <a:pt x="20976" y="2142"/>
                  </a:moveTo>
                  <a:cubicBezTo>
                    <a:pt x="20641" y="1400"/>
                    <a:pt x="18932" y="81"/>
                    <a:pt x="17875" y="4"/>
                  </a:cubicBezTo>
                  <a:cubicBezTo>
                    <a:pt x="16131" y="-111"/>
                    <a:pt x="13594" y="2232"/>
                    <a:pt x="12026" y="2834"/>
                  </a:cubicBezTo>
                  <a:cubicBezTo>
                    <a:pt x="10511" y="3423"/>
                    <a:pt x="7375" y="4562"/>
                    <a:pt x="5648" y="4767"/>
                  </a:cubicBezTo>
                  <a:cubicBezTo>
                    <a:pt x="4679" y="4882"/>
                    <a:pt x="2530" y="4140"/>
                    <a:pt x="1737" y="4562"/>
                  </a:cubicBezTo>
                  <a:cubicBezTo>
                    <a:pt x="363" y="5305"/>
                    <a:pt x="-201" y="8173"/>
                    <a:pt x="63" y="9415"/>
                  </a:cubicBezTo>
                  <a:cubicBezTo>
                    <a:pt x="292" y="10363"/>
                    <a:pt x="2477" y="11745"/>
                    <a:pt x="2865" y="12654"/>
                  </a:cubicBezTo>
                  <a:cubicBezTo>
                    <a:pt x="3217" y="13551"/>
                    <a:pt x="2195" y="15612"/>
                    <a:pt x="2865" y="16393"/>
                  </a:cubicBezTo>
                  <a:cubicBezTo>
                    <a:pt x="3640" y="17302"/>
                    <a:pt x="6952" y="17609"/>
                    <a:pt x="8027" y="18326"/>
                  </a:cubicBezTo>
                  <a:cubicBezTo>
                    <a:pt x="8890" y="18928"/>
                    <a:pt x="9366" y="21092"/>
                    <a:pt x="10511" y="21361"/>
                  </a:cubicBezTo>
                  <a:cubicBezTo>
                    <a:pt x="11145" y="21489"/>
                    <a:pt x="12467" y="20913"/>
                    <a:pt x="12872" y="20542"/>
                  </a:cubicBezTo>
                  <a:cubicBezTo>
                    <a:pt x="13735" y="19760"/>
                    <a:pt x="13471" y="17533"/>
                    <a:pt x="13999" y="16611"/>
                  </a:cubicBezTo>
                  <a:cubicBezTo>
                    <a:pt x="14528" y="15702"/>
                    <a:pt x="16765" y="14319"/>
                    <a:pt x="17065" y="13371"/>
                  </a:cubicBezTo>
                  <a:cubicBezTo>
                    <a:pt x="17382" y="12360"/>
                    <a:pt x="15832" y="10298"/>
                    <a:pt x="16219" y="9313"/>
                  </a:cubicBezTo>
                  <a:cubicBezTo>
                    <a:pt x="16607" y="8352"/>
                    <a:pt x="19232" y="7187"/>
                    <a:pt x="19849" y="6278"/>
                  </a:cubicBezTo>
                  <a:cubicBezTo>
                    <a:pt x="20483" y="5331"/>
                    <a:pt x="21399" y="3141"/>
                    <a:pt x="20976" y="214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10" name="Shape 4605"/>
            <p:cNvSpPr/>
            <p:nvPr/>
          </p:nvSpPr>
          <p:spPr>
            <a:xfrm>
              <a:off x="7225685" y="1311669"/>
              <a:ext cx="26894" cy="37545"/>
            </a:xfrm>
            <a:custGeom>
              <a:avLst/>
              <a:gdLst/>
              <a:ahLst/>
              <a:cxnLst>
                <a:cxn ang="0">
                  <a:pos x="wd2" y="hd2"/>
                </a:cxn>
                <a:cxn ang="5400000">
                  <a:pos x="wd2" y="hd2"/>
                </a:cxn>
                <a:cxn ang="10800000">
                  <a:pos x="wd2" y="hd2"/>
                </a:cxn>
                <a:cxn ang="16200000">
                  <a:pos x="wd2" y="hd2"/>
                </a:cxn>
              </a:cxnLst>
              <a:rect l="0" t="0" r="r" b="b"/>
              <a:pathLst>
                <a:path w="21084" h="21391" extrusionOk="0">
                  <a:moveTo>
                    <a:pt x="20976" y="2154"/>
                  </a:moveTo>
                  <a:cubicBezTo>
                    <a:pt x="20641" y="1412"/>
                    <a:pt x="18932" y="93"/>
                    <a:pt x="17875" y="3"/>
                  </a:cubicBezTo>
                  <a:cubicBezTo>
                    <a:pt x="16131" y="-99"/>
                    <a:pt x="13594" y="2244"/>
                    <a:pt x="12026" y="2846"/>
                  </a:cubicBezTo>
                  <a:cubicBezTo>
                    <a:pt x="10511" y="3435"/>
                    <a:pt x="7375" y="4574"/>
                    <a:pt x="5648" y="4779"/>
                  </a:cubicBezTo>
                  <a:cubicBezTo>
                    <a:pt x="4679" y="4894"/>
                    <a:pt x="2530" y="4152"/>
                    <a:pt x="1737" y="4574"/>
                  </a:cubicBezTo>
                  <a:cubicBezTo>
                    <a:pt x="363" y="5317"/>
                    <a:pt x="-201" y="8185"/>
                    <a:pt x="63" y="9427"/>
                  </a:cubicBezTo>
                  <a:cubicBezTo>
                    <a:pt x="292" y="10375"/>
                    <a:pt x="2477" y="11757"/>
                    <a:pt x="2865" y="12666"/>
                  </a:cubicBezTo>
                  <a:cubicBezTo>
                    <a:pt x="3217" y="13563"/>
                    <a:pt x="2195" y="15624"/>
                    <a:pt x="2865" y="16405"/>
                  </a:cubicBezTo>
                  <a:cubicBezTo>
                    <a:pt x="3640" y="17314"/>
                    <a:pt x="6952" y="17621"/>
                    <a:pt x="8027" y="18338"/>
                  </a:cubicBezTo>
                  <a:cubicBezTo>
                    <a:pt x="8890" y="18940"/>
                    <a:pt x="9366" y="21104"/>
                    <a:pt x="10511" y="21373"/>
                  </a:cubicBezTo>
                  <a:cubicBezTo>
                    <a:pt x="11145" y="21501"/>
                    <a:pt x="12467" y="20925"/>
                    <a:pt x="12872" y="20554"/>
                  </a:cubicBezTo>
                  <a:cubicBezTo>
                    <a:pt x="13735" y="19772"/>
                    <a:pt x="13471" y="17545"/>
                    <a:pt x="13999" y="16623"/>
                  </a:cubicBezTo>
                  <a:cubicBezTo>
                    <a:pt x="14528" y="15714"/>
                    <a:pt x="16765" y="14331"/>
                    <a:pt x="17065" y="13383"/>
                  </a:cubicBezTo>
                  <a:cubicBezTo>
                    <a:pt x="17382" y="12372"/>
                    <a:pt x="15832" y="10310"/>
                    <a:pt x="16219" y="9325"/>
                  </a:cubicBezTo>
                  <a:cubicBezTo>
                    <a:pt x="16607" y="8364"/>
                    <a:pt x="19232" y="7199"/>
                    <a:pt x="19849" y="6290"/>
                  </a:cubicBezTo>
                  <a:cubicBezTo>
                    <a:pt x="20483" y="5343"/>
                    <a:pt x="21399" y="3153"/>
                    <a:pt x="20976" y="215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11" name="Shape 4606"/>
            <p:cNvSpPr/>
            <p:nvPr/>
          </p:nvSpPr>
          <p:spPr>
            <a:xfrm>
              <a:off x="6489309" y="1035528"/>
              <a:ext cx="40295" cy="37687"/>
            </a:xfrm>
            <a:custGeom>
              <a:avLst/>
              <a:gdLst/>
              <a:ahLst/>
              <a:cxnLst>
                <a:cxn ang="0">
                  <a:pos x="wd2" y="hd2"/>
                </a:cxn>
                <a:cxn ang="5400000">
                  <a:pos x="wd2" y="hd2"/>
                </a:cxn>
                <a:cxn ang="10800000">
                  <a:pos x="wd2" y="hd2"/>
                </a:cxn>
                <a:cxn ang="16200000">
                  <a:pos x="wd2" y="hd2"/>
                </a:cxn>
              </a:cxnLst>
              <a:rect l="0" t="0" r="r" b="b"/>
              <a:pathLst>
                <a:path w="21457" h="21511" extrusionOk="0">
                  <a:moveTo>
                    <a:pt x="12618" y="8594"/>
                  </a:moveTo>
                  <a:cubicBezTo>
                    <a:pt x="13192" y="8196"/>
                    <a:pt x="14556" y="7876"/>
                    <a:pt x="15203" y="7581"/>
                  </a:cubicBezTo>
                  <a:cubicBezTo>
                    <a:pt x="15825" y="7298"/>
                    <a:pt x="16950" y="6478"/>
                    <a:pt x="17620" y="6298"/>
                  </a:cubicBezTo>
                  <a:cubicBezTo>
                    <a:pt x="18290" y="6106"/>
                    <a:pt x="19822" y="6555"/>
                    <a:pt x="20444" y="6157"/>
                  </a:cubicBezTo>
                  <a:cubicBezTo>
                    <a:pt x="20827" y="5926"/>
                    <a:pt x="21389" y="5041"/>
                    <a:pt x="21449" y="4541"/>
                  </a:cubicBezTo>
                  <a:cubicBezTo>
                    <a:pt x="21521" y="3938"/>
                    <a:pt x="21090" y="2642"/>
                    <a:pt x="20683" y="2181"/>
                  </a:cubicBezTo>
                  <a:cubicBezTo>
                    <a:pt x="20324" y="1745"/>
                    <a:pt x="19223" y="1475"/>
                    <a:pt x="18745" y="1231"/>
                  </a:cubicBezTo>
                  <a:cubicBezTo>
                    <a:pt x="18122" y="936"/>
                    <a:pt x="16998" y="90"/>
                    <a:pt x="16327" y="13"/>
                  </a:cubicBezTo>
                  <a:cubicBezTo>
                    <a:pt x="15681" y="-64"/>
                    <a:pt x="14293" y="205"/>
                    <a:pt x="13767" y="616"/>
                  </a:cubicBezTo>
                  <a:cubicBezTo>
                    <a:pt x="13001" y="1219"/>
                    <a:pt x="12438" y="3297"/>
                    <a:pt x="11852" y="4066"/>
                  </a:cubicBezTo>
                  <a:cubicBezTo>
                    <a:pt x="11182" y="4990"/>
                    <a:pt x="9518" y="6555"/>
                    <a:pt x="8705" y="7311"/>
                  </a:cubicBezTo>
                  <a:cubicBezTo>
                    <a:pt x="7855" y="8107"/>
                    <a:pt x="6084" y="9569"/>
                    <a:pt x="5174" y="10274"/>
                  </a:cubicBezTo>
                  <a:cubicBezTo>
                    <a:pt x="4349" y="10954"/>
                    <a:pt x="2422" y="11993"/>
                    <a:pt x="1776" y="12865"/>
                  </a:cubicBezTo>
                  <a:cubicBezTo>
                    <a:pt x="1058" y="13802"/>
                    <a:pt x="-79" y="16110"/>
                    <a:pt x="5" y="17316"/>
                  </a:cubicBezTo>
                  <a:cubicBezTo>
                    <a:pt x="101" y="18560"/>
                    <a:pt x="1369" y="21536"/>
                    <a:pt x="2518" y="21510"/>
                  </a:cubicBezTo>
                  <a:cubicBezTo>
                    <a:pt x="3188" y="21498"/>
                    <a:pt x="3403" y="19548"/>
                    <a:pt x="3846" y="19009"/>
                  </a:cubicBezTo>
                  <a:cubicBezTo>
                    <a:pt x="4528" y="18227"/>
                    <a:pt x="6299" y="17213"/>
                    <a:pt x="7137" y="16649"/>
                  </a:cubicBezTo>
                  <a:cubicBezTo>
                    <a:pt x="7735" y="16239"/>
                    <a:pt x="8860" y="15277"/>
                    <a:pt x="9518" y="15097"/>
                  </a:cubicBezTo>
                  <a:cubicBezTo>
                    <a:pt x="10105" y="14943"/>
                    <a:pt x="11325" y="15495"/>
                    <a:pt x="11852" y="15225"/>
                  </a:cubicBezTo>
                  <a:cubicBezTo>
                    <a:pt x="12331" y="14982"/>
                    <a:pt x="12917" y="13981"/>
                    <a:pt x="13120" y="13468"/>
                  </a:cubicBezTo>
                  <a:cubicBezTo>
                    <a:pt x="13312" y="13006"/>
                    <a:pt x="13767" y="11878"/>
                    <a:pt x="13503" y="11441"/>
                  </a:cubicBezTo>
                  <a:cubicBezTo>
                    <a:pt x="13132" y="10800"/>
                    <a:pt x="10966" y="11365"/>
                    <a:pt x="10799" y="10633"/>
                  </a:cubicBezTo>
                  <a:cubicBezTo>
                    <a:pt x="10607" y="9941"/>
                    <a:pt x="12067" y="8979"/>
                    <a:pt x="12618" y="859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12" name="Shape 4607"/>
            <p:cNvSpPr/>
            <p:nvPr/>
          </p:nvSpPr>
          <p:spPr>
            <a:xfrm>
              <a:off x="6489309" y="1035528"/>
              <a:ext cx="40295" cy="37687"/>
            </a:xfrm>
            <a:custGeom>
              <a:avLst/>
              <a:gdLst/>
              <a:ahLst/>
              <a:cxnLst>
                <a:cxn ang="0">
                  <a:pos x="wd2" y="hd2"/>
                </a:cxn>
                <a:cxn ang="5400000">
                  <a:pos x="wd2" y="hd2"/>
                </a:cxn>
                <a:cxn ang="10800000">
                  <a:pos x="wd2" y="hd2"/>
                </a:cxn>
                <a:cxn ang="16200000">
                  <a:pos x="wd2" y="hd2"/>
                </a:cxn>
              </a:cxnLst>
              <a:rect l="0" t="0" r="r" b="b"/>
              <a:pathLst>
                <a:path w="21457" h="21511" extrusionOk="0">
                  <a:moveTo>
                    <a:pt x="12618" y="8594"/>
                  </a:moveTo>
                  <a:cubicBezTo>
                    <a:pt x="13192" y="8196"/>
                    <a:pt x="14556" y="7876"/>
                    <a:pt x="15203" y="7581"/>
                  </a:cubicBezTo>
                  <a:cubicBezTo>
                    <a:pt x="15825" y="7298"/>
                    <a:pt x="16950" y="6478"/>
                    <a:pt x="17620" y="6298"/>
                  </a:cubicBezTo>
                  <a:cubicBezTo>
                    <a:pt x="18290" y="6106"/>
                    <a:pt x="19822" y="6555"/>
                    <a:pt x="20444" y="6157"/>
                  </a:cubicBezTo>
                  <a:cubicBezTo>
                    <a:pt x="20827" y="5926"/>
                    <a:pt x="21401" y="5041"/>
                    <a:pt x="21449" y="4541"/>
                  </a:cubicBezTo>
                  <a:cubicBezTo>
                    <a:pt x="21521" y="3938"/>
                    <a:pt x="21090" y="2642"/>
                    <a:pt x="20683" y="2181"/>
                  </a:cubicBezTo>
                  <a:cubicBezTo>
                    <a:pt x="20324" y="1745"/>
                    <a:pt x="19223" y="1475"/>
                    <a:pt x="18745" y="1231"/>
                  </a:cubicBezTo>
                  <a:cubicBezTo>
                    <a:pt x="18122" y="936"/>
                    <a:pt x="16998" y="90"/>
                    <a:pt x="16327" y="13"/>
                  </a:cubicBezTo>
                  <a:cubicBezTo>
                    <a:pt x="15681" y="-64"/>
                    <a:pt x="14293" y="205"/>
                    <a:pt x="13767" y="616"/>
                  </a:cubicBezTo>
                  <a:cubicBezTo>
                    <a:pt x="13001" y="1219"/>
                    <a:pt x="12438" y="3297"/>
                    <a:pt x="11852" y="4066"/>
                  </a:cubicBezTo>
                  <a:cubicBezTo>
                    <a:pt x="11182" y="4990"/>
                    <a:pt x="9518" y="6555"/>
                    <a:pt x="8705" y="7311"/>
                  </a:cubicBezTo>
                  <a:cubicBezTo>
                    <a:pt x="7855" y="8107"/>
                    <a:pt x="6084" y="9569"/>
                    <a:pt x="5174" y="10274"/>
                  </a:cubicBezTo>
                  <a:cubicBezTo>
                    <a:pt x="4349" y="10954"/>
                    <a:pt x="2422" y="11993"/>
                    <a:pt x="1776" y="12852"/>
                  </a:cubicBezTo>
                  <a:cubicBezTo>
                    <a:pt x="1058" y="13802"/>
                    <a:pt x="-79" y="16110"/>
                    <a:pt x="5" y="17316"/>
                  </a:cubicBezTo>
                  <a:cubicBezTo>
                    <a:pt x="101" y="18560"/>
                    <a:pt x="1369" y="21536"/>
                    <a:pt x="2518" y="21510"/>
                  </a:cubicBezTo>
                  <a:cubicBezTo>
                    <a:pt x="3188" y="21498"/>
                    <a:pt x="3403" y="19548"/>
                    <a:pt x="3846" y="19009"/>
                  </a:cubicBezTo>
                  <a:cubicBezTo>
                    <a:pt x="4528" y="18227"/>
                    <a:pt x="6299" y="17213"/>
                    <a:pt x="7137" y="16649"/>
                  </a:cubicBezTo>
                  <a:cubicBezTo>
                    <a:pt x="7735" y="16239"/>
                    <a:pt x="8860" y="15277"/>
                    <a:pt x="9518" y="15097"/>
                  </a:cubicBezTo>
                  <a:cubicBezTo>
                    <a:pt x="10105" y="14943"/>
                    <a:pt x="11325" y="15495"/>
                    <a:pt x="11852" y="15225"/>
                  </a:cubicBezTo>
                  <a:cubicBezTo>
                    <a:pt x="12331" y="14982"/>
                    <a:pt x="12917" y="13981"/>
                    <a:pt x="13120" y="13468"/>
                  </a:cubicBezTo>
                  <a:cubicBezTo>
                    <a:pt x="13312" y="12993"/>
                    <a:pt x="13767" y="11878"/>
                    <a:pt x="13503" y="11441"/>
                  </a:cubicBezTo>
                  <a:cubicBezTo>
                    <a:pt x="13132" y="10800"/>
                    <a:pt x="10966" y="11365"/>
                    <a:pt x="10799" y="10633"/>
                  </a:cubicBezTo>
                  <a:cubicBezTo>
                    <a:pt x="10607" y="9941"/>
                    <a:pt x="12067" y="8979"/>
                    <a:pt x="12618" y="859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14" name="Shape 4608"/>
            <p:cNvSpPr/>
            <p:nvPr/>
          </p:nvSpPr>
          <p:spPr>
            <a:xfrm>
              <a:off x="6512321" y="1012516"/>
              <a:ext cx="26441" cy="21084"/>
            </a:xfrm>
            <a:custGeom>
              <a:avLst/>
              <a:gdLst/>
              <a:ahLst/>
              <a:cxnLst>
                <a:cxn ang="0">
                  <a:pos x="wd2" y="hd2"/>
                </a:cxn>
                <a:cxn ang="5400000">
                  <a:pos x="wd2" y="hd2"/>
                </a:cxn>
                <a:cxn ang="10800000">
                  <a:pos x="wd2" y="hd2"/>
                </a:cxn>
                <a:cxn ang="16200000">
                  <a:pos x="wd2" y="hd2"/>
                </a:cxn>
              </a:cxnLst>
              <a:rect l="0" t="0" r="r" b="b"/>
              <a:pathLst>
                <a:path w="21072" h="21331" extrusionOk="0">
                  <a:moveTo>
                    <a:pt x="20956" y="7552"/>
                  </a:moveTo>
                  <a:cubicBezTo>
                    <a:pt x="21368" y="5983"/>
                    <a:pt x="20616" y="2300"/>
                    <a:pt x="19649" y="1185"/>
                  </a:cubicBezTo>
                  <a:cubicBezTo>
                    <a:pt x="18556" y="-42"/>
                    <a:pt x="15207" y="-247"/>
                    <a:pt x="13774" y="253"/>
                  </a:cubicBezTo>
                  <a:cubicBezTo>
                    <a:pt x="12520" y="685"/>
                    <a:pt x="10801" y="3596"/>
                    <a:pt x="9637" y="4437"/>
                  </a:cubicBezTo>
                  <a:cubicBezTo>
                    <a:pt x="8472" y="5278"/>
                    <a:pt x="5786" y="6097"/>
                    <a:pt x="4622" y="6938"/>
                  </a:cubicBezTo>
                  <a:cubicBezTo>
                    <a:pt x="3440" y="7825"/>
                    <a:pt x="843" y="9757"/>
                    <a:pt x="287" y="11372"/>
                  </a:cubicBezTo>
                  <a:cubicBezTo>
                    <a:pt x="-232" y="12918"/>
                    <a:pt x="-17" y="16646"/>
                    <a:pt x="681" y="18079"/>
                  </a:cubicBezTo>
                  <a:cubicBezTo>
                    <a:pt x="1272" y="19398"/>
                    <a:pt x="3458" y="21330"/>
                    <a:pt x="4622" y="21330"/>
                  </a:cubicBezTo>
                  <a:cubicBezTo>
                    <a:pt x="6108" y="21353"/>
                    <a:pt x="8347" y="18284"/>
                    <a:pt x="9637" y="17374"/>
                  </a:cubicBezTo>
                  <a:cubicBezTo>
                    <a:pt x="11016" y="16374"/>
                    <a:pt x="13989" y="14896"/>
                    <a:pt x="15296" y="13804"/>
                  </a:cubicBezTo>
                  <a:cubicBezTo>
                    <a:pt x="16855" y="12463"/>
                    <a:pt x="20401" y="9825"/>
                    <a:pt x="20956" y="755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27" name="Shape 4609"/>
            <p:cNvSpPr/>
            <p:nvPr/>
          </p:nvSpPr>
          <p:spPr>
            <a:xfrm>
              <a:off x="6512321" y="1012516"/>
              <a:ext cx="26441" cy="21094"/>
            </a:xfrm>
            <a:custGeom>
              <a:avLst/>
              <a:gdLst/>
              <a:ahLst/>
              <a:cxnLst>
                <a:cxn ang="0">
                  <a:pos x="wd2" y="hd2"/>
                </a:cxn>
                <a:cxn ang="5400000">
                  <a:pos x="wd2" y="hd2"/>
                </a:cxn>
                <a:cxn ang="10800000">
                  <a:pos x="wd2" y="hd2"/>
                </a:cxn>
                <a:cxn ang="16200000">
                  <a:pos x="wd2" y="hd2"/>
                </a:cxn>
              </a:cxnLst>
              <a:rect l="0" t="0" r="r" b="b"/>
              <a:pathLst>
                <a:path w="21072" h="21318" extrusionOk="0">
                  <a:moveTo>
                    <a:pt x="20956" y="7554"/>
                  </a:moveTo>
                  <a:cubicBezTo>
                    <a:pt x="21368" y="5987"/>
                    <a:pt x="20616" y="2308"/>
                    <a:pt x="19649" y="1195"/>
                  </a:cubicBezTo>
                  <a:cubicBezTo>
                    <a:pt x="18538" y="-32"/>
                    <a:pt x="15207" y="-259"/>
                    <a:pt x="13774" y="263"/>
                  </a:cubicBezTo>
                  <a:cubicBezTo>
                    <a:pt x="12520" y="695"/>
                    <a:pt x="10801" y="3602"/>
                    <a:pt x="9637" y="4443"/>
                  </a:cubicBezTo>
                  <a:cubicBezTo>
                    <a:pt x="8472" y="5283"/>
                    <a:pt x="5786" y="6101"/>
                    <a:pt x="4640" y="6941"/>
                  </a:cubicBezTo>
                  <a:cubicBezTo>
                    <a:pt x="3440" y="7827"/>
                    <a:pt x="843" y="9757"/>
                    <a:pt x="287" y="11370"/>
                  </a:cubicBezTo>
                  <a:cubicBezTo>
                    <a:pt x="-232" y="12915"/>
                    <a:pt x="-17" y="16639"/>
                    <a:pt x="681" y="18070"/>
                  </a:cubicBezTo>
                  <a:cubicBezTo>
                    <a:pt x="1272" y="19388"/>
                    <a:pt x="3458" y="21318"/>
                    <a:pt x="4640" y="21318"/>
                  </a:cubicBezTo>
                  <a:cubicBezTo>
                    <a:pt x="6108" y="21341"/>
                    <a:pt x="8347" y="18275"/>
                    <a:pt x="9637" y="17366"/>
                  </a:cubicBezTo>
                  <a:cubicBezTo>
                    <a:pt x="11016" y="16367"/>
                    <a:pt x="13989" y="14891"/>
                    <a:pt x="15296" y="13800"/>
                  </a:cubicBezTo>
                  <a:cubicBezTo>
                    <a:pt x="16855" y="12460"/>
                    <a:pt x="20401" y="9826"/>
                    <a:pt x="20956" y="755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28" name="Shape 4610"/>
            <p:cNvSpPr/>
            <p:nvPr/>
          </p:nvSpPr>
          <p:spPr>
            <a:xfrm>
              <a:off x="6558345" y="966492"/>
              <a:ext cx="15064" cy="24309"/>
            </a:xfrm>
            <a:custGeom>
              <a:avLst/>
              <a:gdLst/>
              <a:ahLst/>
              <a:cxnLst>
                <a:cxn ang="0">
                  <a:pos x="wd2" y="hd2"/>
                </a:cxn>
                <a:cxn ang="5400000">
                  <a:pos x="wd2" y="hd2"/>
                </a:cxn>
                <a:cxn ang="10800000">
                  <a:pos x="wd2" y="hd2"/>
                </a:cxn>
                <a:cxn ang="16200000">
                  <a:pos x="wd2" y="hd2"/>
                </a:cxn>
              </a:cxnLst>
              <a:rect l="0" t="0" r="r" b="b"/>
              <a:pathLst>
                <a:path w="21198" h="20785" extrusionOk="0">
                  <a:moveTo>
                    <a:pt x="8861" y="678"/>
                  </a:moveTo>
                  <a:cubicBezTo>
                    <a:pt x="6331" y="1408"/>
                    <a:pt x="2156" y="3983"/>
                    <a:pt x="1018" y="5559"/>
                  </a:cubicBezTo>
                  <a:cubicBezTo>
                    <a:pt x="-279" y="7384"/>
                    <a:pt x="-153" y="11574"/>
                    <a:pt x="385" y="13553"/>
                  </a:cubicBezTo>
                  <a:cubicBezTo>
                    <a:pt x="891" y="15455"/>
                    <a:pt x="1998" y="20279"/>
                    <a:pt x="5002" y="20740"/>
                  </a:cubicBezTo>
                  <a:cubicBezTo>
                    <a:pt x="8355" y="21259"/>
                    <a:pt x="13573" y="17166"/>
                    <a:pt x="15534" y="15455"/>
                  </a:cubicBezTo>
                  <a:cubicBezTo>
                    <a:pt x="17905" y="13476"/>
                    <a:pt x="21321" y="8710"/>
                    <a:pt x="21194" y="6270"/>
                  </a:cubicBezTo>
                  <a:cubicBezTo>
                    <a:pt x="21131" y="4617"/>
                    <a:pt x="19234" y="1100"/>
                    <a:pt x="16893" y="293"/>
                  </a:cubicBezTo>
                  <a:cubicBezTo>
                    <a:pt x="15154" y="-341"/>
                    <a:pt x="10727" y="178"/>
                    <a:pt x="8861" y="67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29" name="Shape 4611"/>
            <p:cNvSpPr/>
            <p:nvPr/>
          </p:nvSpPr>
          <p:spPr>
            <a:xfrm>
              <a:off x="6558345" y="966492"/>
              <a:ext cx="15064" cy="24309"/>
            </a:xfrm>
            <a:custGeom>
              <a:avLst/>
              <a:gdLst/>
              <a:ahLst/>
              <a:cxnLst>
                <a:cxn ang="0">
                  <a:pos x="wd2" y="hd2"/>
                </a:cxn>
                <a:cxn ang="5400000">
                  <a:pos x="wd2" y="hd2"/>
                </a:cxn>
                <a:cxn ang="10800000">
                  <a:pos x="wd2" y="hd2"/>
                </a:cxn>
                <a:cxn ang="16200000">
                  <a:pos x="wd2" y="hd2"/>
                </a:cxn>
              </a:cxnLst>
              <a:rect l="0" t="0" r="r" b="b"/>
              <a:pathLst>
                <a:path w="21198" h="20785" extrusionOk="0">
                  <a:moveTo>
                    <a:pt x="8861" y="678"/>
                  </a:moveTo>
                  <a:cubicBezTo>
                    <a:pt x="6331" y="1408"/>
                    <a:pt x="2156" y="3983"/>
                    <a:pt x="1018" y="5559"/>
                  </a:cubicBezTo>
                  <a:cubicBezTo>
                    <a:pt x="-279" y="7384"/>
                    <a:pt x="-153" y="11574"/>
                    <a:pt x="385" y="13553"/>
                  </a:cubicBezTo>
                  <a:cubicBezTo>
                    <a:pt x="891" y="15455"/>
                    <a:pt x="1998" y="20279"/>
                    <a:pt x="5002" y="20740"/>
                  </a:cubicBezTo>
                  <a:cubicBezTo>
                    <a:pt x="8355" y="21259"/>
                    <a:pt x="13573" y="17166"/>
                    <a:pt x="15534" y="15475"/>
                  </a:cubicBezTo>
                  <a:cubicBezTo>
                    <a:pt x="17905" y="13476"/>
                    <a:pt x="21321" y="8710"/>
                    <a:pt x="21194" y="6270"/>
                  </a:cubicBezTo>
                  <a:cubicBezTo>
                    <a:pt x="21131" y="4617"/>
                    <a:pt x="19234" y="1119"/>
                    <a:pt x="16893" y="293"/>
                  </a:cubicBezTo>
                  <a:cubicBezTo>
                    <a:pt x="15154" y="-341"/>
                    <a:pt x="10727" y="178"/>
                    <a:pt x="8861" y="67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30" name="Shape 4612"/>
            <p:cNvSpPr/>
            <p:nvPr/>
          </p:nvSpPr>
          <p:spPr>
            <a:xfrm>
              <a:off x="943481" y="207105"/>
              <a:ext cx="13384" cy="14584"/>
            </a:xfrm>
            <a:custGeom>
              <a:avLst/>
              <a:gdLst/>
              <a:ahLst/>
              <a:cxnLst>
                <a:cxn ang="0">
                  <a:pos x="wd2" y="hd2"/>
                </a:cxn>
                <a:cxn ang="5400000">
                  <a:pos x="wd2" y="hd2"/>
                </a:cxn>
                <a:cxn ang="10800000">
                  <a:pos x="wd2" y="hd2"/>
                </a:cxn>
                <a:cxn ang="16200000">
                  <a:pos x="wd2" y="hd2"/>
                </a:cxn>
              </a:cxnLst>
              <a:rect l="0" t="0" r="r" b="b"/>
              <a:pathLst>
                <a:path w="21458" h="20828" extrusionOk="0">
                  <a:moveTo>
                    <a:pt x="3406" y="9360"/>
                  </a:moveTo>
                  <a:cubicBezTo>
                    <a:pt x="2865" y="10290"/>
                    <a:pt x="55" y="11349"/>
                    <a:pt x="1" y="12409"/>
                  </a:cubicBezTo>
                  <a:cubicBezTo>
                    <a:pt x="-71" y="14142"/>
                    <a:pt x="3478" y="16741"/>
                    <a:pt x="5135" y="17640"/>
                  </a:cubicBezTo>
                  <a:cubicBezTo>
                    <a:pt x="6144" y="18186"/>
                    <a:pt x="8558" y="18410"/>
                    <a:pt x="9693" y="18667"/>
                  </a:cubicBezTo>
                  <a:cubicBezTo>
                    <a:pt x="11711" y="19149"/>
                    <a:pt x="15710" y="21331"/>
                    <a:pt x="17656" y="20721"/>
                  </a:cubicBezTo>
                  <a:cubicBezTo>
                    <a:pt x="19259" y="20176"/>
                    <a:pt x="21403" y="17159"/>
                    <a:pt x="21457" y="15650"/>
                  </a:cubicBezTo>
                  <a:cubicBezTo>
                    <a:pt x="21529" y="13917"/>
                    <a:pt x="19043" y="10900"/>
                    <a:pt x="17656" y="9713"/>
                  </a:cubicBezTo>
                  <a:cubicBezTo>
                    <a:pt x="16575" y="8782"/>
                    <a:pt x="13368" y="8172"/>
                    <a:pt x="12359" y="7177"/>
                  </a:cubicBezTo>
                  <a:cubicBezTo>
                    <a:pt x="10882" y="5733"/>
                    <a:pt x="10918" y="822"/>
                    <a:pt x="8937" y="84"/>
                  </a:cubicBezTo>
                  <a:cubicBezTo>
                    <a:pt x="8018" y="-269"/>
                    <a:pt x="5784" y="565"/>
                    <a:pt x="5135" y="1239"/>
                  </a:cubicBezTo>
                  <a:cubicBezTo>
                    <a:pt x="3622" y="2812"/>
                    <a:pt x="4505" y="7562"/>
                    <a:pt x="3406" y="936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31" name="Shape 4613"/>
            <p:cNvSpPr/>
            <p:nvPr/>
          </p:nvSpPr>
          <p:spPr>
            <a:xfrm>
              <a:off x="943481" y="207105"/>
              <a:ext cx="13384" cy="14584"/>
            </a:xfrm>
            <a:custGeom>
              <a:avLst/>
              <a:gdLst/>
              <a:ahLst/>
              <a:cxnLst>
                <a:cxn ang="0">
                  <a:pos x="wd2" y="hd2"/>
                </a:cxn>
                <a:cxn ang="5400000">
                  <a:pos x="wd2" y="hd2"/>
                </a:cxn>
                <a:cxn ang="10800000">
                  <a:pos x="wd2" y="hd2"/>
                </a:cxn>
                <a:cxn ang="16200000">
                  <a:pos x="wd2" y="hd2"/>
                </a:cxn>
              </a:cxnLst>
              <a:rect l="0" t="0" r="r" b="b"/>
              <a:pathLst>
                <a:path w="21458" h="20828" extrusionOk="0">
                  <a:moveTo>
                    <a:pt x="3406" y="9360"/>
                  </a:moveTo>
                  <a:cubicBezTo>
                    <a:pt x="2865" y="10322"/>
                    <a:pt x="55" y="11349"/>
                    <a:pt x="1" y="12409"/>
                  </a:cubicBezTo>
                  <a:cubicBezTo>
                    <a:pt x="-71" y="14142"/>
                    <a:pt x="3478" y="16741"/>
                    <a:pt x="5135" y="17640"/>
                  </a:cubicBezTo>
                  <a:cubicBezTo>
                    <a:pt x="6144" y="18186"/>
                    <a:pt x="8558" y="18410"/>
                    <a:pt x="9693" y="18667"/>
                  </a:cubicBezTo>
                  <a:cubicBezTo>
                    <a:pt x="11711" y="19149"/>
                    <a:pt x="15710" y="21331"/>
                    <a:pt x="17656" y="20721"/>
                  </a:cubicBezTo>
                  <a:cubicBezTo>
                    <a:pt x="19259" y="20176"/>
                    <a:pt x="21403" y="17159"/>
                    <a:pt x="21457" y="15650"/>
                  </a:cubicBezTo>
                  <a:cubicBezTo>
                    <a:pt x="21529" y="13917"/>
                    <a:pt x="19043" y="10900"/>
                    <a:pt x="17656" y="9713"/>
                  </a:cubicBezTo>
                  <a:cubicBezTo>
                    <a:pt x="16575" y="8782"/>
                    <a:pt x="13368" y="8172"/>
                    <a:pt x="12359" y="7177"/>
                  </a:cubicBezTo>
                  <a:cubicBezTo>
                    <a:pt x="10882" y="5733"/>
                    <a:pt x="10918" y="822"/>
                    <a:pt x="8937" y="84"/>
                  </a:cubicBezTo>
                  <a:cubicBezTo>
                    <a:pt x="8018" y="-269"/>
                    <a:pt x="5784" y="565"/>
                    <a:pt x="5135" y="1239"/>
                  </a:cubicBezTo>
                  <a:cubicBezTo>
                    <a:pt x="3622" y="2812"/>
                    <a:pt x="4505" y="7562"/>
                    <a:pt x="3406" y="936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32" name="Shape 4614"/>
            <p:cNvSpPr/>
            <p:nvPr/>
          </p:nvSpPr>
          <p:spPr>
            <a:xfrm>
              <a:off x="943481" y="184093"/>
              <a:ext cx="12264" cy="16940"/>
            </a:xfrm>
            <a:custGeom>
              <a:avLst/>
              <a:gdLst/>
              <a:ahLst/>
              <a:cxnLst>
                <a:cxn ang="0">
                  <a:pos x="wd2" y="hd2"/>
                </a:cxn>
                <a:cxn ang="5400000">
                  <a:pos x="wd2" y="hd2"/>
                </a:cxn>
                <a:cxn ang="10800000">
                  <a:pos x="wd2" y="hd2"/>
                </a:cxn>
                <a:cxn ang="16200000">
                  <a:pos x="wd2" y="hd2"/>
                </a:cxn>
              </a:cxnLst>
              <a:rect l="0" t="0" r="r" b="b"/>
              <a:pathLst>
                <a:path w="20500" h="20979" extrusionOk="0">
                  <a:moveTo>
                    <a:pt x="201" y="6755"/>
                  </a:moveTo>
                  <a:cubicBezTo>
                    <a:pt x="-625" y="8564"/>
                    <a:pt x="1310" y="12322"/>
                    <a:pt x="2005" y="14103"/>
                  </a:cubicBezTo>
                  <a:cubicBezTo>
                    <a:pt x="2587" y="15690"/>
                    <a:pt x="3319" y="19336"/>
                    <a:pt x="5160" y="20255"/>
                  </a:cubicBezTo>
                  <a:cubicBezTo>
                    <a:pt x="7320" y="21368"/>
                    <a:pt x="13274" y="21062"/>
                    <a:pt x="15641" y="20255"/>
                  </a:cubicBezTo>
                  <a:cubicBezTo>
                    <a:pt x="16880" y="19865"/>
                    <a:pt x="18665" y="18223"/>
                    <a:pt x="19209" y="17332"/>
                  </a:cubicBezTo>
                  <a:cubicBezTo>
                    <a:pt x="20092" y="15912"/>
                    <a:pt x="20975" y="12628"/>
                    <a:pt x="20205" y="11180"/>
                  </a:cubicBezTo>
                  <a:cubicBezTo>
                    <a:pt x="19679" y="10178"/>
                    <a:pt x="16561" y="9288"/>
                    <a:pt x="15866" y="8369"/>
                  </a:cubicBezTo>
                  <a:cubicBezTo>
                    <a:pt x="14946" y="7228"/>
                    <a:pt x="15134" y="4361"/>
                    <a:pt x="14476" y="3108"/>
                  </a:cubicBezTo>
                  <a:cubicBezTo>
                    <a:pt x="14007" y="2273"/>
                    <a:pt x="13086" y="213"/>
                    <a:pt x="11903" y="19"/>
                  </a:cubicBezTo>
                  <a:cubicBezTo>
                    <a:pt x="10194" y="-232"/>
                    <a:pt x="7527" y="2162"/>
                    <a:pt x="6156" y="2969"/>
                  </a:cubicBezTo>
                  <a:cubicBezTo>
                    <a:pt x="4597" y="3860"/>
                    <a:pt x="878" y="5391"/>
                    <a:pt x="201" y="675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33" name="Shape 4615"/>
            <p:cNvSpPr/>
            <p:nvPr/>
          </p:nvSpPr>
          <p:spPr>
            <a:xfrm>
              <a:off x="943481" y="184093"/>
              <a:ext cx="12262" cy="16940"/>
            </a:xfrm>
            <a:custGeom>
              <a:avLst/>
              <a:gdLst/>
              <a:ahLst/>
              <a:cxnLst>
                <a:cxn ang="0">
                  <a:pos x="wd2" y="hd2"/>
                </a:cxn>
                <a:cxn ang="5400000">
                  <a:pos x="wd2" y="hd2"/>
                </a:cxn>
                <a:cxn ang="10800000">
                  <a:pos x="wd2" y="hd2"/>
                </a:cxn>
                <a:cxn ang="16200000">
                  <a:pos x="wd2" y="hd2"/>
                </a:cxn>
              </a:cxnLst>
              <a:rect l="0" t="0" r="r" b="b"/>
              <a:pathLst>
                <a:path w="20497" h="20979" extrusionOk="0">
                  <a:moveTo>
                    <a:pt x="201" y="6755"/>
                  </a:moveTo>
                  <a:cubicBezTo>
                    <a:pt x="-625" y="8564"/>
                    <a:pt x="1310" y="12322"/>
                    <a:pt x="2005" y="14103"/>
                  </a:cubicBezTo>
                  <a:cubicBezTo>
                    <a:pt x="2587" y="15690"/>
                    <a:pt x="3319" y="19336"/>
                    <a:pt x="5160" y="20255"/>
                  </a:cubicBezTo>
                  <a:cubicBezTo>
                    <a:pt x="7320" y="21368"/>
                    <a:pt x="13274" y="21062"/>
                    <a:pt x="15641" y="20255"/>
                  </a:cubicBezTo>
                  <a:cubicBezTo>
                    <a:pt x="16880" y="19865"/>
                    <a:pt x="18665" y="18223"/>
                    <a:pt x="19209" y="17332"/>
                  </a:cubicBezTo>
                  <a:cubicBezTo>
                    <a:pt x="20073" y="15912"/>
                    <a:pt x="20975" y="12628"/>
                    <a:pt x="20205" y="11180"/>
                  </a:cubicBezTo>
                  <a:cubicBezTo>
                    <a:pt x="19679" y="10178"/>
                    <a:pt x="16561" y="9288"/>
                    <a:pt x="15866" y="8369"/>
                  </a:cubicBezTo>
                  <a:cubicBezTo>
                    <a:pt x="14946" y="7228"/>
                    <a:pt x="15134" y="4361"/>
                    <a:pt x="14476" y="3108"/>
                  </a:cubicBezTo>
                  <a:cubicBezTo>
                    <a:pt x="14007" y="2273"/>
                    <a:pt x="13086" y="213"/>
                    <a:pt x="11903" y="19"/>
                  </a:cubicBezTo>
                  <a:cubicBezTo>
                    <a:pt x="10194" y="-232"/>
                    <a:pt x="7527" y="2162"/>
                    <a:pt x="6156" y="2969"/>
                  </a:cubicBezTo>
                  <a:cubicBezTo>
                    <a:pt x="4597" y="3860"/>
                    <a:pt x="878" y="5391"/>
                    <a:pt x="201" y="675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34" name="Shape 4616"/>
            <p:cNvSpPr/>
            <p:nvPr/>
          </p:nvSpPr>
          <p:spPr>
            <a:xfrm>
              <a:off x="943481" y="184093"/>
              <a:ext cx="6955" cy="7002"/>
            </a:xfrm>
            <a:custGeom>
              <a:avLst/>
              <a:gdLst/>
              <a:ahLst/>
              <a:cxnLst>
                <a:cxn ang="0">
                  <a:pos x="wd2" y="hd2"/>
                </a:cxn>
                <a:cxn ang="5400000">
                  <a:pos x="wd2" y="hd2"/>
                </a:cxn>
                <a:cxn ang="10800000">
                  <a:pos x="wd2" y="hd2"/>
                </a:cxn>
                <a:cxn ang="16200000">
                  <a:pos x="wd2" y="hd2"/>
                </a:cxn>
              </a:cxnLst>
              <a:rect l="0" t="0" r="r" b="b"/>
              <a:pathLst>
                <a:path w="20823" h="20770" extrusionOk="0">
                  <a:moveTo>
                    <a:pt x="11965" y="250"/>
                  </a:moveTo>
                  <a:cubicBezTo>
                    <a:pt x="9374" y="-550"/>
                    <a:pt x="3049" y="650"/>
                    <a:pt x="1333" y="2717"/>
                  </a:cubicBezTo>
                  <a:cubicBezTo>
                    <a:pt x="-551" y="4983"/>
                    <a:pt x="-215" y="11650"/>
                    <a:pt x="963" y="14317"/>
                  </a:cubicBezTo>
                  <a:cubicBezTo>
                    <a:pt x="1939" y="16583"/>
                    <a:pt x="6043" y="20117"/>
                    <a:pt x="8399" y="20650"/>
                  </a:cubicBezTo>
                  <a:cubicBezTo>
                    <a:pt x="9845" y="21050"/>
                    <a:pt x="12873" y="20383"/>
                    <a:pt x="14118" y="19650"/>
                  </a:cubicBezTo>
                  <a:cubicBezTo>
                    <a:pt x="16608" y="17983"/>
                    <a:pt x="21049" y="12783"/>
                    <a:pt x="20813" y="9783"/>
                  </a:cubicBezTo>
                  <a:cubicBezTo>
                    <a:pt x="20578" y="6583"/>
                    <a:pt x="15094" y="1250"/>
                    <a:pt x="11965" y="25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35" name="Shape 4617"/>
            <p:cNvSpPr/>
            <p:nvPr/>
          </p:nvSpPr>
          <p:spPr>
            <a:xfrm>
              <a:off x="943481" y="184093"/>
              <a:ext cx="6955" cy="7002"/>
            </a:xfrm>
            <a:custGeom>
              <a:avLst/>
              <a:gdLst/>
              <a:ahLst/>
              <a:cxnLst>
                <a:cxn ang="0">
                  <a:pos x="wd2" y="hd2"/>
                </a:cxn>
                <a:cxn ang="5400000">
                  <a:pos x="wd2" y="hd2"/>
                </a:cxn>
                <a:cxn ang="10800000">
                  <a:pos x="wd2" y="hd2"/>
                </a:cxn>
                <a:cxn ang="16200000">
                  <a:pos x="wd2" y="hd2"/>
                </a:cxn>
              </a:cxnLst>
              <a:rect l="0" t="0" r="r" b="b"/>
              <a:pathLst>
                <a:path w="20823" h="20770" extrusionOk="0">
                  <a:moveTo>
                    <a:pt x="11965" y="250"/>
                  </a:moveTo>
                  <a:cubicBezTo>
                    <a:pt x="9374" y="-550"/>
                    <a:pt x="3049" y="650"/>
                    <a:pt x="1333" y="2717"/>
                  </a:cubicBezTo>
                  <a:cubicBezTo>
                    <a:pt x="-551" y="4983"/>
                    <a:pt x="-215" y="11650"/>
                    <a:pt x="963" y="14317"/>
                  </a:cubicBezTo>
                  <a:cubicBezTo>
                    <a:pt x="1939" y="16583"/>
                    <a:pt x="6043" y="20117"/>
                    <a:pt x="8399" y="20650"/>
                  </a:cubicBezTo>
                  <a:cubicBezTo>
                    <a:pt x="9845" y="21050"/>
                    <a:pt x="12873" y="20383"/>
                    <a:pt x="14118" y="19650"/>
                  </a:cubicBezTo>
                  <a:cubicBezTo>
                    <a:pt x="16608" y="17983"/>
                    <a:pt x="21049" y="12783"/>
                    <a:pt x="20813" y="9783"/>
                  </a:cubicBezTo>
                  <a:cubicBezTo>
                    <a:pt x="20578" y="6583"/>
                    <a:pt x="15094" y="1250"/>
                    <a:pt x="11965" y="25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36" name="Shape 4618"/>
            <p:cNvSpPr/>
            <p:nvPr/>
          </p:nvSpPr>
          <p:spPr>
            <a:xfrm>
              <a:off x="851434" y="161082"/>
              <a:ext cx="78443" cy="85034"/>
            </a:xfrm>
            <a:custGeom>
              <a:avLst/>
              <a:gdLst/>
              <a:ahLst/>
              <a:cxnLst>
                <a:cxn ang="0">
                  <a:pos x="wd2" y="hd2"/>
                </a:cxn>
                <a:cxn ang="5400000">
                  <a:pos x="wd2" y="hd2"/>
                </a:cxn>
                <a:cxn ang="10800000">
                  <a:pos x="wd2" y="hd2"/>
                </a:cxn>
                <a:cxn ang="16200000">
                  <a:pos x="wd2" y="hd2"/>
                </a:cxn>
              </a:cxnLst>
              <a:rect l="0" t="0" r="r" b="b"/>
              <a:pathLst>
                <a:path w="21374" h="21407" extrusionOk="0">
                  <a:moveTo>
                    <a:pt x="1318" y="2536"/>
                  </a:moveTo>
                  <a:cubicBezTo>
                    <a:pt x="1548" y="2785"/>
                    <a:pt x="2093" y="3204"/>
                    <a:pt x="2316" y="3458"/>
                  </a:cubicBezTo>
                  <a:cubicBezTo>
                    <a:pt x="2481" y="3651"/>
                    <a:pt x="2895" y="4024"/>
                    <a:pt x="2898" y="4267"/>
                  </a:cubicBezTo>
                  <a:cubicBezTo>
                    <a:pt x="2901" y="4511"/>
                    <a:pt x="2592" y="4997"/>
                    <a:pt x="2350" y="5099"/>
                  </a:cubicBezTo>
                  <a:cubicBezTo>
                    <a:pt x="2083" y="5212"/>
                    <a:pt x="1465" y="4839"/>
                    <a:pt x="1189" y="4924"/>
                  </a:cubicBezTo>
                  <a:cubicBezTo>
                    <a:pt x="990" y="4980"/>
                    <a:pt x="700" y="5286"/>
                    <a:pt x="608" y="5461"/>
                  </a:cubicBezTo>
                  <a:cubicBezTo>
                    <a:pt x="470" y="5710"/>
                    <a:pt x="455" y="6281"/>
                    <a:pt x="409" y="6564"/>
                  </a:cubicBezTo>
                  <a:cubicBezTo>
                    <a:pt x="363" y="6892"/>
                    <a:pt x="283" y="7571"/>
                    <a:pt x="253" y="7905"/>
                  </a:cubicBezTo>
                  <a:cubicBezTo>
                    <a:pt x="204" y="8414"/>
                    <a:pt x="60" y="9427"/>
                    <a:pt x="90" y="9930"/>
                  </a:cubicBezTo>
                  <a:cubicBezTo>
                    <a:pt x="130" y="10581"/>
                    <a:pt x="262" y="11905"/>
                    <a:pt x="608" y="12459"/>
                  </a:cubicBezTo>
                  <a:cubicBezTo>
                    <a:pt x="865" y="12878"/>
                    <a:pt x="1759" y="13415"/>
                    <a:pt x="2154" y="13715"/>
                  </a:cubicBezTo>
                  <a:cubicBezTo>
                    <a:pt x="2592" y="14043"/>
                    <a:pt x="3568" y="14604"/>
                    <a:pt x="3930" y="15000"/>
                  </a:cubicBezTo>
                  <a:cubicBezTo>
                    <a:pt x="4202" y="15294"/>
                    <a:pt x="4453" y="16086"/>
                    <a:pt x="4738" y="16369"/>
                  </a:cubicBezTo>
                  <a:cubicBezTo>
                    <a:pt x="5029" y="16663"/>
                    <a:pt x="5770" y="17093"/>
                    <a:pt x="6155" y="17262"/>
                  </a:cubicBezTo>
                  <a:cubicBezTo>
                    <a:pt x="6599" y="17460"/>
                    <a:pt x="7542" y="17738"/>
                    <a:pt x="8026" y="17800"/>
                  </a:cubicBezTo>
                  <a:cubicBezTo>
                    <a:pt x="8614" y="17879"/>
                    <a:pt x="9921" y="17438"/>
                    <a:pt x="10384" y="17772"/>
                  </a:cubicBezTo>
                  <a:cubicBezTo>
                    <a:pt x="10629" y="17947"/>
                    <a:pt x="10632" y="18598"/>
                    <a:pt x="10678" y="18875"/>
                  </a:cubicBezTo>
                  <a:cubicBezTo>
                    <a:pt x="10723" y="19203"/>
                    <a:pt x="10580" y="19916"/>
                    <a:pt x="10739" y="20221"/>
                  </a:cubicBezTo>
                  <a:cubicBezTo>
                    <a:pt x="10913" y="20538"/>
                    <a:pt x="11584" y="20985"/>
                    <a:pt x="11933" y="21138"/>
                  </a:cubicBezTo>
                  <a:cubicBezTo>
                    <a:pt x="12221" y="21274"/>
                    <a:pt x="12870" y="21432"/>
                    <a:pt x="13191" y="21404"/>
                  </a:cubicBezTo>
                  <a:cubicBezTo>
                    <a:pt x="13644" y="21375"/>
                    <a:pt x="14578" y="21076"/>
                    <a:pt x="14866" y="20759"/>
                  </a:cubicBezTo>
                  <a:cubicBezTo>
                    <a:pt x="15172" y="20419"/>
                    <a:pt x="15301" y="19492"/>
                    <a:pt x="15288" y="19056"/>
                  </a:cubicBezTo>
                  <a:cubicBezTo>
                    <a:pt x="15282" y="18711"/>
                    <a:pt x="14826" y="18071"/>
                    <a:pt x="14900" y="17743"/>
                  </a:cubicBezTo>
                  <a:cubicBezTo>
                    <a:pt x="14958" y="17489"/>
                    <a:pt x="15374" y="17081"/>
                    <a:pt x="15613" y="16940"/>
                  </a:cubicBezTo>
                  <a:cubicBezTo>
                    <a:pt x="15800" y="16827"/>
                    <a:pt x="16283" y="16827"/>
                    <a:pt x="16485" y="16725"/>
                  </a:cubicBezTo>
                  <a:cubicBezTo>
                    <a:pt x="16706" y="16623"/>
                    <a:pt x="17156" y="16346"/>
                    <a:pt x="17260" y="16131"/>
                  </a:cubicBezTo>
                  <a:cubicBezTo>
                    <a:pt x="17398" y="15831"/>
                    <a:pt x="17150" y="15141"/>
                    <a:pt x="17193" y="14824"/>
                  </a:cubicBezTo>
                  <a:cubicBezTo>
                    <a:pt x="17220" y="14604"/>
                    <a:pt x="17334" y="14168"/>
                    <a:pt x="17450" y="13987"/>
                  </a:cubicBezTo>
                  <a:cubicBezTo>
                    <a:pt x="17618" y="13715"/>
                    <a:pt x="18316" y="13415"/>
                    <a:pt x="18387" y="13121"/>
                  </a:cubicBezTo>
                  <a:cubicBezTo>
                    <a:pt x="18479" y="12725"/>
                    <a:pt x="17885" y="12012"/>
                    <a:pt x="17774" y="11633"/>
                  </a:cubicBezTo>
                  <a:cubicBezTo>
                    <a:pt x="17683" y="11317"/>
                    <a:pt x="17545" y="10672"/>
                    <a:pt x="17548" y="10349"/>
                  </a:cubicBezTo>
                  <a:cubicBezTo>
                    <a:pt x="17551" y="9846"/>
                    <a:pt x="17560" y="8720"/>
                    <a:pt x="17937" y="8352"/>
                  </a:cubicBezTo>
                  <a:cubicBezTo>
                    <a:pt x="18169" y="8120"/>
                    <a:pt x="18926" y="8120"/>
                    <a:pt x="19259" y="8052"/>
                  </a:cubicBezTo>
                  <a:cubicBezTo>
                    <a:pt x="19740" y="7956"/>
                    <a:pt x="20882" y="8047"/>
                    <a:pt x="21194" y="7696"/>
                  </a:cubicBezTo>
                  <a:cubicBezTo>
                    <a:pt x="21476" y="7379"/>
                    <a:pt x="21387" y="6423"/>
                    <a:pt x="21194" y="6055"/>
                  </a:cubicBezTo>
                  <a:cubicBezTo>
                    <a:pt x="20931" y="5546"/>
                    <a:pt x="19719" y="5031"/>
                    <a:pt x="19290" y="4618"/>
                  </a:cubicBezTo>
                  <a:cubicBezTo>
                    <a:pt x="18782" y="4143"/>
                    <a:pt x="18084" y="2921"/>
                    <a:pt x="17517" y="2502"/>
                  </a:cubicBezTo>
                  <a:cubicBezTo>
                    <a:pt x="17070" y="2185"/>
                    <a:pt x="16008" y="1750"/>
                    <a:pt x="15448" y="1671"/>
                  </a:cubicBezTo>
                  <a:cubicBezTo>
                    <a:pt x="14848" y="1586"/>
                    <a:pt x="13580" y="1699"/>
                    <a:pt x="13029" y="1942"/>
                  </a:cubicBezTo>
                  <a:cubicBezTo>
                    <a:pt x="12686" y="2089"/>
                    <a:pt x="12214" y="2683"/>
                    <a:pt x="11933" y="2927"/>
                  </a:cubicBezTo>
                  <a:cubicBezTo>
                    <a:pt x="11660" y="3153"/>
                    <a:pt x="11097" y="3611"/>
                    <a:pt x="10803" y="3815"/>
                  </a:cubicBezTo>
                  <a:cubicBezTo>
                    <a:pt x="10445" y="4081"/>
                    <a:pt x="9719" y="4596"/>
                    <a:pt x="9321" y="4805"/>
                  </a:cubicBezTo>
                  <a:cubicBezTo>
                    <a:pt x="8932" y="4997"/>
                    <a:pt x="7986" y="5110"/>
                    <a:pt x="7674" y="5399"/>
                  </a:cubicBezTo>
                  <a:cubicBezTo>
                    <a:pt x="7423" y="5631"/>
                    <a:pt x="7190" y="6298"/>
                    <a:pt x="7157" y="6621"/>
                  </a:cubicBezTo>
                  <a:cubicBezTo>
                    <a:pt x="7129" y="6926"/>
                    <a:pt x="7239" y="7577"/>
                    <a:pt x="7414" y="7843"/>
                  </a:cubicBezTo>
                  <a:cubicBezTo>
                    <a:pt x="7622" y="8154"/>
                    <a:pt x="8369" y="8477"/>
                    <a:pt x="8642" y="8737"/>
                  </a:cubicBezTo>
                  <a:cubicBezTo>
                    <a:pt x="8896" y="8980"/>
                    <a:pt x="9480" y="9472"/>
                    <a:pt x="9514" y="9812"/>
                  </a:cubicBezTo>
                  <a:cubicBezTo>
                    <a:pt x="9529" y="9998"/>
                    <a:pt x="9324" y="10366"/>
                    <a:pt x="9159" y="10468"/>
                  </a:cubicBezTo>
                  <a:cubicBezTo>
                    <a:pt x="8583" y="10824"/>
                    <a:pt x="6948" y="11051"/>
                    <a:pt x="6382" y="10672"/>
                  </a:cubicBezTo>
                  <a:cubicBezTo>
                    <a:pt x="6082" y="10479"/>
                    <a:pt x="6140" y="9687"/>
                    <a:pt x="6027" y="9365"/>
                  </a:cubicBezTo>
                  <a:cubicBezTo>
                    <a:pt x="5822" y="8793"/>
                    <a:pt x="5362" y="7673"/>
                    <a:pt x="5029" y="7164"/>
                  </a:cubicBezTo>
                  <a:cubicBezTo>
                    <a:pt x="4851" y="6881"/>
                    <a:pt x="4266" y="6474"/>
                    <a:pt x="4156" y="6174"/>
                  </a:cubicBezTo>
                  <a:cubicBezTo>
                    <a:pt x="4003" y="5761"/>
                    <a:pt x="4254" y="4856"/>
                    <a:pt x="4224" y="4420"/>
                  </a:cubicBezTo>
                  <a:cubicBezTo>
                    <a:pt x="4190" y="4035"/>
                    <a:pt x="4061" y="3266"/>
                    <a:pt x="3930" y="2893"/>
                  </a:cubicBezTo>
                  <a:cubicBezTo>
                    <a:pt x="3807" y="2559"/>
                    <a:pt x="3483" y="1903"/>
                    <a:pt x="3219" y="1642"/>
                  </a:cubicBezTo>
                  <a:cubicBezTo>
                    <a:pt x="2892" y="1320"/>
                    <a:pt x="1989" y="963"/>
                    <a:pt x="1572" y="749"/>
                  </a:cubicBezTo>
                  <a:cubicBezTo>
                    <a:pt x="1217" y="562"/>
                    <a:pt x="473" y="-168"/>
                    <a:pt x="124" y="36"/>
                  </a:cubicBezTo>
                  <a:cubicBezTo>
                    <a:pt x="-124" y="171"/>
                    <a:pt x="60" y="850"/>
                    <a:pt x="155" y="1111"/>
                  </a:cubicBezTo>
                  <a:cubicBezTo>
                    <a:pt x="314" y="1529"/>
                    <a:pt x="1000" y="2197"/>
                    <a:pt x="1318" y="253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37" name="Shape 4619"/>
            <p:cNvSpPr/>
            <p:nvPr/>
          </p:nvSpPr>
          <p:spPr>
            <a:xfrm>
              <a:off x="851434" y="161082"/>
              <a:ext cx="78443" cy="85034"/>
            </a:xfrm>
            <a:custGeom>
              <a:avLst/>
              <a:gdLst/>
              <a:ahLst/>
              <a:cxnLst>
                <a:cxn ang="0">
                  <a:pos x="wd2" y="hd2"/>
                </a:cxn>
                <a:cxn ang="5400000">
                  <a:pos x="wd2" y="hd2"/>
                </a:cxn>
                <a:cxn ang="10800000">
                  <a:pos x="wd2" y="hd2"/>
                </a:cxn>
                <a:cxn ang="16200000">
                  <a:pos x="wd2" y="hd2"/>
                </a:cxn>
              </a:cxnLst>
              <a:rect l="0" t="0" r="r" b="b"/>
              <a:pathLst>
                <a:path w="21374" h="21407" extrusionOk="0">
                  <a:moveTo>
                    <a:pt x="1318" y="2536"/>
                  </a:moveTo>
                  <a:cubicBezTo>
                    <a:pt x="1548" y="2785"/>
                    <a:pt x="2093" y="3204"/>
                    <a:pt x="2316" y="3458"/>
                  </a:cubicBezTo>
                  <a:cubicBezTo>
                    <a:pt x="2481" y="3651"/>
                    <a:pt x="2895" y="4024"/>
                    <a:pt x="2898" y="4267"/>
                  </a:cubicBezTo>
                  <a:cubicBezTo>
                    <a:pt x="2901" y="4511"/>
                    <a:pt x="2592" y="4997"/>
                    <a:pt x="2350" y="5099"/>
                  </a:cubicBezTo>
                  <a:cubicBezTo>
                    <a:pt x="2083" y="5212"/>
                    <a:pt x="1465" y="4839"/>
                    <a:pt x="1189" y="4924"/>
                  </a:cubicBezTo>
                  <a:cubicBezTo>
                    <a:pt x="990" y="4980"/>
                    <a:pt x="700" y="5286"/>
                    <a:pt x="608" y="5461"/>
                  </a:cubicBezTo>
                  <a:cubicBezTo>
                    <a:pt x="470" y="5710"/>
                    <a:pt x="455" y="6281"/>
                    <a:pt x="409" y="6564"/>
                  </a:cubicBezTo>
                  <a:cubicBezTo>
                    <a:pt x="363" y="6892"/>
                    <a:pt x="283" y="7571"/>
                    <a:pt x="253" y="7905"/>
                  </a:cubicBezTo>
                  <a:cubicBezTo>
                    <a:pt x="204" y="8414"/>
                    <a:pt x="60" y="9427"/>
                    <a:pt x="90" y="9930"/>
                  </a:cubicBezTo>
                  <a:cubicBezTo>
                    <a:pt x="130" y="10581"/>
                    <a:pt x="262" y="11905"/>
                    <a:pt x="608" y="12459"/>
                  </a:cubicBezTo>
                  <a:cubicBezTo>
                    <a:pt x="865" y="12878"/>
                    <a:pt x="1759" y="13415"/>
                    <a:pt x="2154" y="13715"/>
                  </a:cubicBezTo>
                  <a:cubicBezTo>
                    <a:pt x="2592" y="14043"/>
                    <a:pt x="3568" y="14604"/>
                    <a:pt x="3930" y="15000"/>
                  </a:cubicBezTo>
                  <a:cubicBezTo>
                    <a:pt x="4202" y="15294"/>
                    <a:pt x="4453" y="16086"/>
                    <a:pt x="4738" y="16369"/>
                  </a:cubicBezTo>
                  <a:cubicBezTo>
                    <a:pt x="5029" y="16663"/>
                    <a:pt x="5770" y="17093"/>
                    <a:pt x="6155" y="17262"/>
                  </a:cubicBezTo>
                  <a:cubicBezTo>
                    <a:pt x="6599" y="17460"/>
                    <a:pt x="7542" y="17738"/>
                    <a:pt x="8026" y="17800"/>
                  </a:cubicBezTo>
                  <a:cubicBezTo>
                    <a:pt x="8614" y="17879"/>
                    <a:pt x="9921" y="17438"/>
                    <a:pt x="10384" y="17772"/>
                  </a:cubicBezTo>
                  <a:cubicBezTo>
                    <a:pt x="10629" y="17947"/>
                    <a:pt x="10632" y="18598"/>
                    <a:pt x="10678" y="18875"/>
                  </a:cubicBezTo>
                  <a:cubicBezTo>
                    <a:pt x="10723" y="19203"/>
                    <a:pt x="10580" y="19916"/>
                    <a:pt x="10739" y="20221"/>
                  </a:cubicBezTo>
                  <a:cubicBezTo>
                    <a:pt x="10913" y="20538"/>
                    <a:pt x="11584" y="20985"/>
                    <a:pt x="11933" y="21138"/>
                  </a:cubicBezTo>
                  <a:cubicBezTo>
                    <a:pt x="12221" y="21274"/>
                    <a:pt x="12870" y="21432"/>
                    <a:pt x="13191" y="21404"/>
                  </a:cubicBezTo>
                  <a:cubicBezTo>
                    <a:pt x="13644" y="21375"/>
                    <a:pt x="14578" y="21076"/>
                    <a:pt x="14866" y="20753"/>
                  </a:cubicBezTo>
                  <a:cubicBezTo>
                    <a:pt x="15172" y="20419"/>
                    <a:pt x="15301" y="19492"/>
                    <a:pt x="15288" y="19056"/>
                  </a:cubicBezTo>
                  <a:cubicBezTo>
                    <a:pt x="15282" y="18711"/>
                    <a:pt x="14826" y="18071"/>
                    <a:pt x="14900" y="17743"/>
                  </a:cubicBezTo>
                  <a:cubicBezTo>
                    <a:pt x="14958" y="17489"/>
                    <a:pt x="15374" y="17081"/>
                    <a:pt x="15613" y="16940"/>
                  </a:cubicBezTo>
                  <a:cubicBezTo>
                    <a:pt x="15800" y="16827"/>
                    <a:pt x="16283" y="16827"/>
                    <a:pt x="16485" y="16725"/>
                  </a:cubicBezTo>
                  <a:cubicBezTo>
                    <a:pt x="16706" y="16623"/>
                    <a:pt x="17156" y="16346"/>
                    <a:pt x="17260" y="16131"/>
                  </a:cubicBezTo>
                  <a:cubicBezTo>
                    <a:pt x="17398" y="15831"/>
                    <a:pt x="17150" y="15141"/>
                    <a:pt x="17193" y="14824"/>
                  </a:cubicBezTo>
                  <a:cubicBezTo>
                    <a:pt x="17220" y="14604"/>
                    <a:pt x="17334" y="14168"/>
                    <a:pt x="17450" y="13987"/>
                  </a:cubicBezTo>
                  <a:cubicBezTo>
                    <a:pt x="17618" y="13715"/>
                    <a:pt x="18316" y="13415"/>
                    <a:pt x="18387" y="13121"/>
                  </a:cubicBezTo>
                  <a:cubicBezTo>
                    <a:pt x="18479" y="12725"/>
                    <a:pt x="17885" y="12012"/>
                    <a:pt x="17774" y="11633"/>
                  </a:cubicBezTo>
                  <a:cubicBezTo>
                    <a:pt x="17683" y="11317"/>
                    <a:pt x="17545" y="10672"/>
                    <a:pt x="17548" y="10349"/>
                  </a:cubicBezTo>
                  <a:cubicBezTo>
                    <a:pt x="17551" y="9840"/>
                    <a:pt x="17560" y="8720"/>
                    <a:pt x="17937" y="8352"/>
                  </a:cubicBezTo>
                  <a:cubicBezTo>
                    <a:pt x="18169" y="8120"/>
                    <a:pt x="18926" y="8120"/>
                    <a:pt x="19259" y="8052"/>
                  </a:cubicBezTo>
                  <a:cubicBezTo>
                    <a:pt x="19740" y="7956"/>
                    <a:pt x="20882" y="8047"/>
                    <a:pt x="21194" y="7696"/>
                  </a:cubicBezTo>
                  <a:cubicBezTo>
                    <a:pt x="21476" y="7379"/>
                    <a:pt x="21387" y="6423"/>
                    <a:pt x="21194" y="6055"/>
                  </a:cubicBezTo>
                  <a:cubicBezTo>
                    <a:pt x="20931" y="5540"/>
                    <a:pt x="19719" y="5031"/>
                    <a:pt x="19290" y="4618"/>
                  </a:cubicBezTo>
                  <a:cubicBezTo>
                    <a:pt x="18782" y="4143"/>
                    <a:pt x="18087" y="2921"/>
                    <a:pt x="17517" y="2502"/>
                  </a:cubicBezTo>
                  <a:cubicBezTo>
                    <a:pt x="17070" y="2185"/>
                    <a:pt x="16008" y="1750"/>
                    <a:pt x="15448" y="1671"/>
                  </a:cubicBezTo>
                  <a:cubicBezTo>
                    <a:pt x="14848" y="1586"/>
                    <a:pt x="13580" y="1699"/>
                    <a:pt x="13029" y="1942"/>
                  </a:cubicBezTo>
                  <a:cubicBezTo>
                    <a:pt x="12686" y="2089"/>
                    <a:pt x="12214" y="2683"/>
                    <a:pt x="11933" y="2927"/>
                  </a:cubicBezTo>
                  <a:cubicBezTo>
                    <a:pt x="11660" y="3153"/>
                    <a:pt x="11097" y="3611"/>
                    <a:pt x="10803" y="3815"/>
                  </a:cubicBezTo>
                  <a:cubicBezTo>
                    <a:pt x="10445" y="4081"/>
                    <a:pt x="9719" y="4596"/>
                    <a:pt x="9321" y="4799"/>
                  </a:cubicBezTo>
                  <a:cubicBezTo>
                    <a:pt x="8932" y="4997"/>
                    <a:pt x="7986" y="5110"/>
                    <a:pt x="7674" y="5399"/>
                  </a:cubicBezTo>
                  <a:cubicBezTo>
                    <a:pt x="7423" y="5631"/>
                    <a:pt x="7190" y="6298"/>
                    <a:pt x="7157" y="6621"/>
                  </a:cubicBezTo>
                  <a:cubicBezTo>
                    <a:pt x="7129" y="6926"/>
                    <a:pt x="7239" y="7577"/>
                    <a:pt x="7414" y="7843"/>
                  </a:cubicBezTo>
                  <a:cubicBezTo>
                    <a:pt x="7622" y="8154"/>
                    <a:pt x="8369" y="8477"/>
                    <a:pt x="8642" y="8737"/>
                  </a:cubicBezTo>
                  <a:cubicBezTo>
                    <a:pt x="8896" y="8980"/>
                    <a:pt x="9480" y="9472"/>
                    <a:pt x="9514" y="9812"/>
                  </a:cubicBezTo>
                  <a:cubicBezTo>
                    <a:pt x="9529" y="9998"/>
                    <a:pt x="9324" y="10366"/>
                    <a:pt x="9159" y="10468"/>
                  </a:cubicBezTo>
                  <a:cubicBezTo>
                    <a:pt x="8583" y="10824"/>
                    <a:pt x="6948" y="11051"/>
                    <a:pt x="6382" y="10672"/>
                  </a:cubicBezTo>
                  <a:cubicBezTo>
                    <a:pt x="6082" y="10479"/>
                    <a:pt x="6140" y="9687"/>
                    <a:pt x="6027" y="9365"/>
                  </a:cubicBezTo>
                  <a:cubicBezTo>
                    <a:pt x="5822" y="8793"/>
                    <a:pt x="5362" y="7673"/>
                    <a:pt x="5029" y="7164"/>
                  </a:cubicBezTo>
                  <a:cubicBezTo>
                    <a:pt x="4851" y="6881"/>
                    <a:pt x="4266" y="6474"/>
                    <a:pt x="4156" y="6174"/>
                  </a:cubicBezTo>
                  <a:cubicBezTo>
                    <a:pt x="4003" y="5755"/>
                    <a:pt x="4254" y="4856"/>
                    <a:pt x="4224" y="4420"/>
                  </a:cubicBezTo>
                  <a:cubicBezTo>
                    <a:pt x="4190" y="4035"/>
                    <a:pt x="4061" y="3266"/>
                    <a:pt x="3930" y="2893"/>
                  </a:cubicBezTo>
                  <a:cubicBezTo>
                    <a:pt x="3807" y="2559"/>
                    <a:pt x="3483" y="1903"/>
                    <a:pt x="3219" y="1642"/>
                  </a:cubicBezTo>
                  <a:cubicBezTo>
                    <a:pt x="2892" y="1320"/>
                    <a:pt x="1989" y="963"/>
                    <a:pt x="1572" y="749"/>
                  </a:cubicBezTo>
                  <a:cubicBezTo>
                    <a:pt x="1217" y="562"/>
                    <a:pt x="473" y="-168"/>
                    <a:pt x="124" y="36"/>
                  </a:cubicBezTo>
                  <a:cubicBezTo>
                    <a:pt x="-124" y="171"/>
                    <a:pt x="60" y="850"/>
                    <a:pt x="155" y="1111"/>
                  </a:cubicBezTo>
                  <a:cubicBezTo>
                    <a:pt x="314" y="1529"/>
                    <a:pt x="1000" y="2197"/>
                    <a:pt x="1318" y="253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38" name="Shape 4620"/>
            <p:cNvSpPr/>
            <p:nvPr/>
          </p:nvSpPr>
          <p:spPr>
            <a:xfrm>
              <a:off x="897457" y="138070"/>
              <a:ext cx="14219" cy="14020"/>
            </a:xfrm>
            <a:custGeom>
              <a:avLst/>
              <a:gdLst/>
              <a:ahLst/>
              <a:cxnLst>
                <a:cxn ang="0">
                  <a:pos x="wd2" y="hd2"/>
                </a:cxn>
                <a:cxn ang="5400000">
                  <a:pos x="wd2" y="hd2"/>
                </a:cxn>
                <a:cxn ang="10800000">
                  <a:pos x="wd2" y="hd2"/>
                </a:cxn>
                <a:cxn ang="16200000">
                  <a:pos x="wd2" y="hd2"/>
                </a:cxn>
              </a:cxnLst>
              <a:rect l="0" t="0" r="r" b="b"/>
              <a:pathLst>
                <a:path w="21252" h="21154" extrusionOk="0">
                  <a:moveTo>
                    <a:pt x="2155" y="17086"/>
                  </a:moveTo>
                  <a:cubicBezTo>
                    <a:pt x="2609" y="18477"/>
                    <a:pt x="5195" y="20409"/>
                    <a:pt x="6572" y="20850"/>
                  </a:cubicBezTo>
                  <a:cubicBezTo>
                    <a:pt x="7899" y="21325"/>
                    <a:pt x="10939" y="21223"/>
                    <a:pt x="12233" y="20681"/>
                  </a:cubicBezTo>
                  <a:cubicBezTo>
                    <a:pt x="13476" y="20138"/>
                    <a:pt x="15273" y="17968"/>
                    <a:pt x="16130" y="16883"/>
                  </a:cubicBezTo>
                  <a:cubicBezTo>
                    <a:pt x="17658" y="15052"/>
                    <a:pt x="21219" y="11118"/>
                    <a:pt x="21252" y="8711"/>
                  </a:cubicBezTo>
                  <a:cubicBezTo>
                    <a:pt x="21286" y="6371"/>
                    <a:pt x="18632" y="1861"/>
                    <a:pt x="16650" y="641"/>
                  </a:cubicBezTo>
                  <a:cubicBezTo>
                    <a:pt x="15223" y="-275"/>
                    <a:pt x="11578" y="-38"/>
                    <a:pt x="9949" y="301"/>
                  </a:cubicBezTo>
                  <a:cubicBezTo>
                    <a:pt x="7244" y="878"/>
                    <a:pt x="643" y="2404"/>
                    <a:pt x="22" y="5117"/>
                  </a:cubicBezTo>
                  <a:cubicBezTo>
                    <a:pt x="-314" y="6609"/>
                    <a:pt x="3398" y="8440"/>
                    <a:pt x="3717" y="9932"/>
                  </a:cubicBezTo>
                  <a:cubicBezTo>
                    <a:pt x="4120" y="11729"/>
                    <a:pt x="1567" y="15323"/>
                    <a:pt x="2155" y="1708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39" name="Shape 4621"/>
            <p:cNvSpPr/>
            <p:nvPr/>
          </p:nvSpPr>
          <p:spPr>
            <a:xfrm>
              <a:off x="897457" y="138070"/>
              <a:ext cx="14219" cy="14011"/>
            </a:xfrm>
            <a:custGeom>
              <a:avLst/>
              <a:gdLst/>
              <a:ahLst/>
              <a:cxnLst>
                <a:cxn ang="0">
                  <a:pos x="wd2" y="hd2"/>
                </a:cxn>
                <a:cxn ang="5400000">
                  <a:pos x="wd2" y="hd2"/>
                </a:cxn>
                <a:cxn ang="10800000">
                  <a:pos x="wd2" y="hd2"/>
                </a:cxn>
                <a:cxn ang="16200000">
                  <a:pos x="wd2" y="hd2"/>
                </a:cxn>
              </a:cxnLst>
              <a:rect l="0" t="0" r="r" b="b"/>
              <a:pathLst>
                <a:path w="21252" h="21173" extrusionOk="0">
                  <a:moveTo>
                    <a:pt x="2155" y="17114"/>
                  </a:moveTo>
                  <a:cubicBezTo>
                    <a:pt x="2609" y="18506"/>
                    <a:pt x="5195" y="20408"/>
                    <a:pt x="6572" y="20883"/>
                  </a:cubicBezTo>
                  <a:cubicBezTo>
                    <a:pt x="7899" y="21325"/>
                    <a:pt x="10939" y="21257"/>
                    <a:pt x="12233" y="20714"/>
                  </a:cubicBezTo>
                  <a:cubicBezTo>
                    <a:pt x="13476" y="20170"/>
                    <a:pt x="15273" y="17997"/>
                    <a:pt x="16130" y="16910"/>
                  </a:cubicBezTo>
                  <a:cubicBezTo>
                    <a:pt x="17658" y="15076"/>
                    <a:pt x="21219" y="11136"/>
                    <a:pt x="21252" y="8725"/>
                  </a:cubicBezTo>
                  <a:cubicBezTo>
                    <a:pt x="21286" y="6382"/>
                    <a:pt x="18632" y="1865"/>
                    <a:pt x="16650" y="642"/>
                  </a:cubicBezTo>
                  <a:cubicBezTo>
                    <a:pt x="15223" y="-275"/>
                    <a:pt x="11578" y="-37"/>
                    <a:pt x="9949" y="302"/>
                  </a:cubicBezTo>
                  <a:cubicBezTo>
                    <a:pt x="7244" y="880"/>
                    <a:pt x="643" y="2408"/>
                    <a:pt x="22" y="5125"/>
                  </a:cubicBezTo>
                  <a:cubicBezTo>
                    <a:pt x="-314" y="6619"/>
                    <a:pt x="3398" y="8453"/>
                    <a:pt x="3717" y="9948"/>
                  </a:cubicBezTo>
                  <a:cubicBezTo>
                    <a:pt x="4120" y="11748"/>
                    <a:pt x="1567" y="15348"/>
                    <a:pt x="2155" y="1711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40" name="Shape 4622"/>
            <p:cNvSpPr/>
            <p:nvPr/>
          </p:nvSpPr>
          <p:spPr>
            <a:xfrm>
              <a:off x="897457" y="92046"/>
              <a:ext cx="12842" cy="11538"/>
            </a:xfrm>
            <a:custGeom>
              <a:avLst/>
              <a:gdLst/>
              <a:ahLst/>
              <a:cxnLst>
                <a:cxn ang="0">
                  <a:pos x="wd2" y="hd2"/>
                </a:cxn>
                <a:cxn ang="5400000">
                  <a:pos x="wd2" y="hd2"/>
                </a:cxn>
                <a:cxn ang="10800000">
                  <a:pos x="wd2" y="hd2"/>
                </a:cxn>
                <a:cxn ang="16200000">
                  <a:pos x="wd2" y="hd2"/>
                </a:cxn>
              </a:cxnLst>
              <a:rect l="0" t="0" r="r" b="b"/>
              <a:pathLst>
                <a:path w="21318" h="21407" extrusionOk="0">
                  <a:moveTo>
                    <a:pt x="12850" y="21308"/>
                  </a:moveTo>
                  <a:cubicBezTo>
                    <a:pt x="14118" y="21600"/>
                    <a:pt x="16897" y="21225"/>
                    <a:pt x="17960" y="20474"/>
                  </a:cubicBezTo>
                  <a:cubicBezTo>
                    <a:pt x="18874" y="19807"/>
                    <a:pt x="19956" y="17639"/>
                    <a:pt x="20329" y="16513"/>
                  </a:cubicBezTo>
                  <a:cubicBezTo>
                    <a:pt x="20964" y="14636"/>
                    <a:pt x="21318" y="8590"/>
                    <a:pt x="21318" y="8590"/>
                  </a:cubicBezTo>
                  <a:lnTo>
                    <a:pt x="1061" y="0"/>
                  </a:lnTo>
                  <a:cubicBezTo>
                    <a:pt x="1061" y="0"/>
                    <a:pt x="-282" y="5796"/>
                    <a:pt x="54" y="7673"/>
                  </a:cubicBezTo>
                  <a:cubicBezTo>
                    <a:pt x="501" y="9883"/>
                    <a:pt x="2964" y="13761"/>
                    <a:pt x="4400" y="15387"/>
                  </a:cubicBezTo>
                  <a:cubicBezTo>
                    <a:pt x="6153" y="17347"/>
                    <a:pt x="10406" y="20766"/>
                    <a:pt x="12850" y="2130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41" name="Shape 4623"/>
            <p:cNvSpPr/>
            <p:nvPr/>
          </p:nvSpPr>
          <p:spPr>
            <a:xfrm>
              <a:off x="897457" y="92046"/>
              <a:ext cx="12842" cy="11538"/>
            </a:xfrm>
            <a:custGeom>
              <a:avLst/>
              <a:gdLst/>
              <a:ahLst/>
              <a:cxnLst>
                <a:cxn ang="0">
                  <a:pos x="wd2" y="hd2"/>
                </a:cxn>
                <a:cxn ang="5400000">
                  <a:pos x="wd2" y="hd2"/>
                </a:cxn>
                <a:cxn ang="10800000">
                  <a:pos x="wd2" y="hd2"/>
                </a:cxn>
                <a:cxn ang="16200000">
                  <a:pos x="wd2" y="hd2"/>
                </a:cxn>
              </a:cxnLst>
              <a:rect l="0" t="0" r="r" b="b"/>
              <a:pathLst>
                <a:path w="21318" h="21407" extrusionOk="0">
                  <a:moveTo>
                    <a:pt x="12850" y="21308"/>
                  </a:moveTo>
                  <a:cubicBezTo>
                    <a:pt x="14118" y="21600"/>
                    <a:pt x="16897" y="21225"/>
                    <a:pt x="17960" y="20474"/>
                  </a:cubicBezTo>
                  <a:cubicBezTo>
                    <a:pt x="18874" y="19807"/>
                    <a:pt x="19956" y="17639"/>
                    <a:pt x="20329" y="16513"/>
                  </a:cubicBezTo>
                  <a:cubicBezTo>
                    <a:pt x="20964" y="14636"/>
                    <a:pt x="21318" y="8590"/>
                    <a:pt x="21318" y="8590"/>
                  </a:cubicBezTo>
                  <a:lnTo>
                    <a:pt x="1061" y="0"/>
                  </a:lnTo>
                  <a:cubicBezTo>
                    <a:pt x="1061" y="0"/>
                    <a:pt x="-282" y="5796"/>
                    <a:pt x="54" y="7673"/>
                  </a:cubicBezTo>
                  <a:cubicBezTo>
                    <a:pt x="501" y="9883"/>
                    <a:pt x="2964" y="13761"/>
                    <a:pt x="4400" y="15387"/>
                  </a:cubicBezTo>
                  <a:cubicBezTo>
                    <a:pt x="6153" y="17347"/>
                    <a:pt x="10406" y="20766"/>
                    <a:pt x="12850" y="2130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42" name="Shape 4624"/>
            <p:cNvSpPr/>
            <p:nvPr/>
          </p:nvSpPr>
          <p:spPr>
            <a:xfrm>
              <a:off x="345176" y="2945502"/>
              <a:ext cx="5918" cy="9785"/>
            </a:xfrm>
            <a:custGeom>
              <a:avLst/>
              <a:gdLst/>
              <a:ahLst/>
              <a:cxnLst>
                <a:cxn ang="0">
                  <a:pos x="wd2" y="hd2"/>
                </a:cxn>
                <a:cxn ang="5400000">
                  <a:pos x="wd2" y="hd2"/>
                </a:cxn>
                <a:cxn ang="10800000">
                  <a:pos x="wd2" y="hd2"/>
                </a:cxn>
                <a:cxn ang="16200000">
                  <a:pos x="wd2" y="hd2"/>
                </a:cxn>
              </a:cxnLst>
              <a:rect l="0" t="0" r="r" b="b"/>
              <a:pathLst>
                <a:path w="19993" h="20669" extrusionOk="0">
                  <a:moveTo>
                    <a:pt x="7265" y="12596"/>
                  </a:moveTo>
                  <a:cubicBezTo>
                    <a:pt x="8480" y="14448"/>
                    <a:pt x="5746" y="20002"/>
                    <a:pt x="8859" y="20619"/>
                  </a:cubicBezTo>
                  <a:cubicBezTo>
                    <a:pt x="11668" y="21189"/>
                    <a:pt x="15540" y="16774"/>
                    <a:pt x="16831" y="15113"/>
                  </a:cubicBezTo>
                  <a:cubicBezTo>
                    <a:pt x="18539" y="12976"/>
                    <a:pt x="20893" y="7897"/>
                    <a:pt x="19640" y="5571"/>
                  </a:cubicBezTo>
                  <a:cubicBezTo>
                    <a:pt x="18729" y="3862"/>
                    <a:pt x="13642" y="1251"/>
                    <a:pt x="10871" y="633"/>
                  </a:cubicBezTo>
                  <a:cubicBezTo>
                    <a:pt x="8631" y="16"/>
                    <a:pt x="2975" y="-411"/>
                    <a:pt x="1229" y="633"/>
                  </a:cubicBezTo>
                  <a:cubicBezTo>
                    <a:pt x="-707" y="1773"/>
                    <a:pt x="14" y="5760"/>
                    <a:pt x="887" y="7374"/>
                  </a:cubicBezTo>
                  <a:cubicBezTo>
                    <a:pt x="1647" y="8941"/>
                    <a:pt x="6240" y="11077"/>
                    <a:pt x="7265" y="1259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43" name="Shape 4625"/>
            <p:cNvSpPr/>
            <p:nvPr/>
          </p:nvSpPr>
          <p:spPr>
            <a:xfrm>
              <a:off x="345176" y="2945502"/>
              <a:ext cx="5918" cy="9794"/>
            </a:xfrm>
            <a:custGeom>
              <a:avLst/>
              <a:gdLst/>
              <a:ahLst/>
              <a:cxnLst>
                <a:cxn ang="0">
                  <a:pos x="wd2" y="hd2"/>
                </a:cxn>
                <a:cxn ang="5400000">
                  <a:pos x="wd2" y="hd2"/>
                </a:cxn>
                <a:cxn ang="10800000">
                  <a:pos x="wd2" y="hd2"/>
                </a:cxn>
                <a:cxn ang="16200000">
                  <a:pos x="wd2" y="hd2"/>
                </a:cxn>
              </a:cxnLst>
              <a:rect l="0" t="0" r="r" b="b"/>
              <a:pathLst>
                <a:path w="19993" h="20644" extrusionOk="0">
                  <a:moveTo>
                    <a:pt x="7265" y="12588"/>
                  </a:moveTo>
                  <a:cubicBezTo>
                    <a:pt x="8480" y="14436"/>
                    <a:pt x="5746" y="19978"/>
                    <a:pt x="8859" y="20594"/>
                  </a:cubicBezTo>
                  <a:cubicBezTo>
                    <a:pt x="11668" y="21162"/>
                    <a:pt x="15502" y="16757"/>
                    <a:pt x="16831" y="15099"/>
                  </a:cubicBezTo>
                  <a:cubicBezTo>
                    <a:pt x="18539" y="12967"/>
                    <a:pt x="20893" y="7899"/>
                    <a:pt x="19640" y="5578"/>
                  </a:cubicBezTo>
                  <a:cubicBezTo>
                    <a:pt x="18729" y="3873"/>
                    <a:pt x="13642" y="1315"/>
                    <a:pt x="10871" y="651"/>
                  </a:cubicBezTo>
                  <a:cubicBezTo>
                    <a:pt x="8631" y="36"/>
                    <a:pt x="2975" y="-438"/>
                    <a:pt x="1229" y="651"/>
                  </a:cubicBezTo>
                  <a:cubicBezTo>
                    <a:pt x="-707" y="1788"/>
                    <a:pt x="14" y="5767"/>
                    <a:pt x="887" y="7378"/>
                  </a:cubicBezTo>
                  <a:cubicBezTo>
                    <a:pt x="1647" y="8941"/>
                    <a:pt x="6240" y="11073"/>
                    <a:pt x="7265" y="1258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44" name="Shape 4626"/>
            <p:cNvSpPr/>
            <p:nvPr/>
          </p:nvSpPr>
          <p:spPr>
            <a:xfrm>
              <a:off x="736375" y="4027054"/>
              <a:ext cx="23149" cy="11962"/>
            </a:xfrm>
            <a:custGeom>
              <a:avLst/>
              <a:gdLst/>
              <a:ahLst/>
              <a:cxnLst>
                <a:cxn ang="0">
                  <a:pos x="wd2" y="hd2"/>
                </a:cxn>
                <a:cxn ang="5400000">
                  <a:pos x="wd2" y="hd2"/>
                </a:cxn>
                <a:cxn ang="10800000">
                  <a:pos x="wd2" y="hd2"/>
                </a:cxn>
                <a:cxn ang="16200000">
                  <a:pos x="wd2" y="hd2"/>
                </a:cxn>
              </a:cxnLst>
              <a:rect l="0" t="0" r="r" b="b"/>
              <a:pathLst>
                <a:path w="21240" h="20530" extrusionOk="0">
                  <a:moveTo>
                    <a:pt x="15538" y="1172"/>
                  </a:moveTo>
                  <a:cubicBezTo>
                    <a:pt x="14208" y="1480"/>
                    <a:pt x="12208" y="6148"/>
                    <a:pt x="10868" y="6032"/>
                  </a:cubicBezTo>
                  <a:cubicBezTo>
                    <a:pt x="9703" y="5916"/>
                    <a:pt x="8074" y="1866"/>
                    <a:pt x="6950" y="1172"/>
                  </a:cubicBezTo>
                  <a:cubicBezTo>
                    <a:pt x="5775" y="400"/>
                    <a:pt x="3022" y="-641"/>
                    <a:pt x="1960" y="516"/>
                  </a:cubicBezTo>
                  <a:cubicBezTo>
                    <a:pt x="960" y="1635"/>
                    <a:pt x="-30" y="6302"/>
                    <a:pt x="1" y="8423"/>
                  </a:cubicBezTo>
                  <a:cubicBezTo>
                    <a:pt x="32" y="10738"/>
                    <a:pt x="1279" y="15289"/>
                    <a:pt x="2290" y="16600"/>
                  </a:cubicBezTo>
                  <a:cubicBezTo>
                    <a:pt x="3568" y="18336"/>
                    <a:pt x="6940" y="17719"/>
                    <a:pt x="8476" y="18220"/>
                  </a:cubicBezTo>
                  <a:cubicBezTo>
                    <a:pt x="10053" y="18683"/>
                    <a:pt x="13198" y="20959"/>
                    <a:pt x="14776" y="20458"/>
                  </a:cubicBezTo>
                  <a:cubicBezTo>
                    <a:pt x="16425" y="19918"/>
                    <a:pt x="19683" y="16832"/>
                    <a:pt x="20549" y="14170"/>
                  </a:cubicBezTo>
                  <a:cubicBezTo>
                    <a:pt x="21261" y="11972"/>
                    <a:pt x="21570" y="5916"/>
                    <a:pt x="20755" y="3795"/>
                  </a:cubicBezTo>
                  <a:cubicBezTo>
                    <a:pt x="19962" y="1750"/>
                    <a:pt x="16879" y="825"/>
                    <a:pt x="15538" y="117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45" name="Shape 4627"/>
            <p:cNvSpPr/>
            <p:nvPr/>
          </p:nvSpPr>
          <p:spPr>
            <a:xfrm>
              <a:off x="736375" y="4027054"/>
              <a:ext cx="23149" cy="11957"/>
            </a:xfrm>
            <a:custGeom>
              <a:avLst/>
              <a:gdLst/>
              <a:ahLst/>
              <a:cxnLst>
                <a:cxn ang="0">
                  <a:pos x="wd2" y="hd2"/>
                </a:cxn>
                <a:cxn ang="5400000">
                  <a:pos x="wd2" y="hd2"/>
                </a:cxn>
                <a:cxn ang="10800000">
                  <a:pos x="wd2" y="hd2"/>
                </a:cxn>
                <a:cxn ang="16200000">
                  <a:pos x="wd2" y="hd2"/>
                </a:cxn>
              </a:cxnLst>
              <a:rect l="0" t="0" r="r" b="b"/>
              <a:pathLst>
                <a:path w="21240" h="20557" extrusionOk="0">
                  <a:moveTo>
                    <a:pt x="15538" y="1174"/>
                  </a:moveTo>
                  <a:cubicBezTo>
                    <a:pt x="14208" y="1483"/>
                    <a:pt x="12208" y="6159"/>
                    <a:pt x="10868" y="6043"/>
                  </a:cubicBezTo>
                  <a:cubicBezTo>
                    <a:pt x="9703" y="5927"/>
                    <a:pt x="8074" y="1870"/>
                    <a:pt x="6950" y="1174"/>
                  </a:cubicBezTo>
                  <a:cubicBezTo>
                    <a:pt x="5775" y="401"/>
                    <a:pt x="3022" y="-642"/>
                    <a:pt x="1960" y="517"/>
                  </a:cubicBezTo>
                  <a:cubicBezTo>
                    <a:pt x="960" y="1638"/>
                    <a:pt x="-30" y="6313"/>
                    <a:pt x="1" y="8439"/>
                  </a:cubicBezTo>
                  <a:cubicBezTo>
                    <a:pt x="32" y="10757"/>
                    <a:pt x="1279" y="15316"/>
                    <a:pt x="2290" y="16630"/>
                  </a:cubicBezTo>
                  <a:cubicBezTo>
                    <a:pt x="3568" y="18369"/>
                    <a:pt x="6940" y="17751"/>
                    <a:pt x="8476" y="18253"/>
                  </a:cubicBezTo>
                  <a:cubicBezTo>
                    <a:pt x="10053" y="18717"/>
                    <a:pt x="13198" y="20958"/>
                    <a:pt x="14776" y="20494"/>
                  </a:cubicBezTo>
                  <a:cubicBezTo>
                    <a:pt x="16425" y="19953"/>
                    <a:pt x="19683" y="16862"/>
                    <a:pt x="20549" y="14157"/>
                  </a:cubicBezTo>
                  <a:cubicBezTo>
                    <a:pt x="21261" y="11993"/>
                    <a:pt x="21570" y="5927"/>
                    <a:pt x="20755" y="3802"/>
                  </a:cubicBezTo>
                  <a:cubicBezTo>
                    <a:pt x="19962" y="1754"/>
                    <a:pt x="16879" y="826"/>
                    <a:pt x="15538" y="117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46" name="Shape 4628"/>
            <p:cNvSpPr/>
            <p:nvPr/>
          </p:nvSpPr>
          <p:spPr>
            <a:xfrm>
              <a:off x="9641917" y="2761408"/>
              <a:ext cx="24533" cy="31746"/>
            </a:xfrm>
            <a:custGeom>
              <a:avLst/>
              <a:gdLst/>
              <a:ahLst/>
              <a:cxnLst>
                <a:cxn ang="0">
                  <a:pos x="wd2" y="hd2"/>
                </a:cxn>
                <a:cxn ang="5400000">
                  <a:pos x="wd2" y="hd2"/>
                </a:cxn>
                <a:cxn ang="10800000">
                  <a:pos x="wd2" y="hd2"/>
                </a:cxn>
                <a:cxn ang="16200000">
                  <a:pos x="wd2" y="hd2"/>
                </a:cxn>
              </a:cxnLst>
              <a:rect l="0" t="0" r="r" b="b"/>
              <a:pathLst>
                <a:path w="20756" h="21534" extrusionOk="0">
                  <a:moveTo>
                    <a:pt x="14086" y="20726"/>
                  </a:moveTo>
                  <a:cubicBezTo>
                    <a:pt x="14770" y="21107"/>
                    <a:pt x="16424" y="21534"/>
                    <a:pt x="17280" y="21534"/>
                  </a:cubicBezTo>
                  <a:cubicBezTo>
                    <a:pt x="18117" y="21534"/>
                    <a:pt x="20037" y="21321"/>
                    <a:pt x="20493" y="20726"/>
                  </a:cubicBezTo>
                  <a:cubicBezTo>
                    <a:pt x="21330" y="19629"/>
                    <a:pt x="19961" y="16778"/>
                    <a:pt x="19276" y="15589"/>
                  </a:cubicBezTo>
                  <a:cubicBezTo>
                    <a:pt x="18573" y="14324"/>
                    <a:pt x="15854" y="12418"/>
                    <a:pt x="14884" y="11260"/>
                  </a:cubicBezTo>
                  <a:cubicBezTo>
                    <a:pt x="14067" y="10315"/>
                    <a:pt x="12526" y="8333"/>
                    <a:pt x="12089" y="7236"/>
                  </a:cubicBezTo>
                  <a:cubicBezTo>
                    <a:pt x="11538" y="6016"/>
                    <a:pt x="12013" y="3150"/>
                    <a:pt x="11081" y="2114"/>
                  </a:cubicBezTo>
                  <a:cubicBezTo>
                    <a:pt x="10302" y="1214"/>
                    <a:pt x="7602" y="132"/>
                    <a:pt x="6271" y="10"/>
                  </a:cubicBezTo>
                  <a:cubicBezTo>
                    <a:pt x="5491" y="-66"/>
                    <a:pt x="3894" y="315"/>
                    <a:pt x="3267" y="650"/>
                  </a:cubicBezTo>
                  <a:cubicBezTo>
                    <a:pt x="2183" y="1214"/>
                    <a:pt x="338" y="2876"/>
                    <a:pt x="53" y="3867"/>
                  </a:cubicBezTo>
                  <a:cubicBezTo>
                    <a:pt x="-270" y="4949"/>
                    <a:pt x="966" y="7114"/>
                    <a:pt x="1251" y="8196"/>
                  </a:cubicBezTo>
                  <a:cubicBezTo>
                    <a:pt x="1536" y="9446"/>
                    <a:pt x="1441" y="12114"/>
                    <a:pt x="2259" y="13181"/>
                  </a:cubicBezTo>
                  <a:cubicBezTo>
                    <a:pt x="2810" y="13928"/>
                    <a:pt x="4655" y="15574"/>
                    <a:pt x="5662" y="15284"/>
                  </a:cubicBezTo>
                  <a:cubicBezTo>
                    <a:pt x="6499" y="15025"/>
                    <a:pt x="5681" y="12784"/>
                    <a:pt x="6480" y="12388"/>
                  </a:cubicBezTo>
                  <a:cubicBezTo>
                    <a:pt x="7317" y="11946"/>
                    <a:pt x="9845" y="12388"/>
                    <a:pt x="10473" y="13028"/>
                  </a:cubicBezTo>
                  <a:cubicBezTo>
                    <a:pt x="11234" y="13821"/>
                    <a:pt x="9865" y="16077"/>
                    <a:pt x="10264" y="17052"/>
                  </a:cubicBezTo>
                  <a:cubicBezTo>
                    <a:pt x="10777" y="18180"/>
                    <a:pt x="12831" y="20071"/>
                    <a:pt x="14086" y="2072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47" name="Shape 4629"/>
            <p:cNvSpPr/>
            <p:nvPr/>
          </p:nvSpPr>
          <p:spPr>
            <a:xfrm>
              <a:off x="9641917" y="2761408"/>
              <a:ext cx="24549" cy="31746"/>
            </a:xfrm>
            <a:custGeom>
              <a:avLst/>
              <a:gdLst/>
              <a:ahLst/>
              <a:cxnLst>
                <a:cxn ang="0">
                  <a:pos x="wd2" y="hd2"/>
                </a:cxn>
                <a:cxn ang="5400000">
                  <a:pos x="wd2" y="hd2"/>
                </a:cxn>
                <a:cxn ang="10800000">
                  <a:pos x="wd2" y="hd2"/>
                </a:cxn>
                <a:cxn ang="16200000">
                  <a:pos x="wd2" y="hd2"/>
                </a:cxn>
              </a:cxnLst>
              <a:rect l="0" t="0" r="r" b="b"/>
              <a:pathLst>
                <a:path w="20770" h="21534" extrusionOk="0">
                  <a:moveTo>
                    <a:pt x="14100" y="20726"/>
                  </a:moveTo>
                  <a:cubicBezTo>
                    <a:pt x="14784" y="21107"/>
                    <a:pt x="16438" y="21534"/>
                    <a:pt x="17294" y="21534"/>
                  </a:cubicBezTo>
                  <a:cubicBezTo>
                    <a:pt x="18131" y="21534"/>
                    <a:pt x="20051" y="21321"/>
                    <a:pt x="20507" y="20726"/>
                  </a:cubicBezTo>
                  <a:cubicBezTo>
                    <a:pt x="21344" y="19629"/>
                    <a:pt x="19975" y="16778"/>
                    <a:pt x="19290" y="15589"/>
                  </a:cubicBezTo>
                  <a:cubicBezTo>
                    <a:pt x="18587" y="14324"/>
                    <a:pt x="15868" y="12418"/>
                    <a:pt x="14898" y="11260"/>
                  </a:cubicBezTo>
                  <a:cubicBezTo>
                    <a:pt x="14081" y="10315"/>
                    <a:pt x="12540" y="8333"/>
                    <a:pt x="12103" y="7236"/>
                  </a:cubicBezTo>
                  <a:cubicBezTo>
                    <a:pt x="11552" y="6016"/>
                    <a:pt x="12027" y="3150"/>
                    <a:pt x="11095" y="2114"/>
                  </a:cubicBezTo>
                  <a:cubicBezTo>
                    <a:pt x="10316" y="1214"/>
                    <a:pt x="7616" y="132"/>
                    <a:pt x="6285" y="10"/>
                  </a:cubicBezTo>
                  <a:cubicBezTo>
                    <a:pt x="5505" y="-66"/>
                    <a:pt x="3908" y="315"/>
                    <a:pt x="3281" y="650"/>
                  </a:cubicBezTo>
                  <a:cubicBezTo>
                    <a:pt x="2197" y="1214"/>
                    <a:pt x="352" y="2876"/>
                    <a:pt x="48" y="3867"/>
                  </a:cubicBezTo>
                  <a:cubicBezTo>
                    <a:pt x="-256" y="4949"/>
                    <a:pt x="980" y="7114"/>
                    <a:pt x="1265" y="8196"/>
                  </a:cubicBezTo>
                  <a:cubicBezTo>
                    <a:pt x="1550" y="9446"/>
                    <a:pt x="1455" y="12114"/>
                    <a:pt x="2273" y="13181"/>
                  </a:cubicBezTo>
                  <a:cubicBezTo>
                    <a:pt x="2824" y="13928"/>
                    <a:pt x="4669" y="15574"/>
                    <a:pt x="5676" y="15284"/>
                  </a:cubicBezTo>
                  <a:cubicBezTo>
                    <a:pt x="6513" y="15025"/>
                    <a:pt x="5695" y="12784"/>
                    <a:pt x="6494" y="12388"/>
                  </a:cubicBezTo>
                  <a:cubicBezTo>
                    <a:pt x="7331" y="11946"/>
                    <a:pt x="9859" y="12388"/>
                    <a:pt x="10487" y="13028"/>
                  </a:cubicBezTo>
                  <a:cubicBezTo>
                    <a:pt x="11248" y="13821"/>
                    <a:pt x="9879" y="16077"/>
                    <a:pt x="10278" y="17052"/>
                  </a:cubicBezTo>
                  <a:cubicBezTo>
                    <a:pt x="10772" y="18180"/>
                    <a:pt x="12845" y="20071"/>
                    <a:pt x="14100" y="2072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48" name="Shape 4630"/>
            <p:cNvSpPr/>
            <p:nvPr/>
          </p:nvSpPr>
          <p:spPr>
            <a:xfrm>
              <a:off x="9664929" y="2784420"/>
              <a:ext cx="15513" cy="34209"/>
            </a:xfrm>
            <a:custGeom>
              <a:avLst/>
              <a:gdLst/>
              <a:ahLst/>
              <a:cxnLst>
                <a:cxn ang="0">
                  <a:pos x="wd2" y="hd2"/>
                </a:cxn>
                <a:cxn ang="5400000">
                  <a:pos x="wd2" y="hd2"/>
                </a:cxn>
                <a:cxn ang="10800000">
                  <a:pos x="wd2" y="hd2"/>
                </a:cxn>
                <a:cxn ang="16200000">
                  <a:pos x="wd2" y="hd2"/>
                </a:cxn>
              </a:cxnLst>
              <a:rect l="0" t="0" r="r" b="b"/>
              <a:pathLst>
                <a:path w="21423" h="21406" extrusionOk="0">
                  <a:moveTo>
                    <a:pt x="19313" y="2388"/>
                  </a:moveTo>
                  <a:cubicBezTo>
                    <a:pt x="18320" y="1952"/>
                    <a:pt x="15278" y="1994"/>
                    <a:pt x="14068" y="1727"/>
                  </a:cubicBezTo>
                  <a:cubicBezTo>
                    <a:pt x="12733" y="1404"/>
                    <a:pt x="10964" y="110"/>
                    <a:pt x="9506" y="11"/>
                  </a:cubicBezTo>
                  <a:cubicBezTo>
                    <a:pt x="8171" y="-87"/>
                    <a:pt x="5409" y="475"/>
                    <a:pt x="4416" y="897"/>
                  </a:cubicBezTo>
                  <a:cubicBezTo>
                    <a:pt x="2585" y="1657"/>
                    <a:pt x="-177" y="3836"/>
                    <a:pt x="9" y="4961"/>
                  </a:cubicBezTo>
                  <a:cubicBezTo>
                    <a:pt x="133" y="5932"/>
                    <a:pt x="4571" y="7197"/>
                    <a:pt x="4913" y="8154"/>
                  </a:cubicBezTo>
                  <a:cubicBezTo>
                    <a:pt x="5285" y="9152"/>
                    <a:pt x="2337" y="11022"/>
                    <a:pt x="2616" y="12007"/>
                  </a:cubicBezTo>
                  <a:cubicBezTo>
                    <a:pt x="2895" y="12879"/>
                    <a:pt x="5285" y="14088"/>
                    <a:pt x="6744" y="15086"/>
                  </a:cubicBezTo>
                  <a:cubicBezTo>
                    <a:pt x="7147" y="15382"/>
                    <a:pt x="7489" y="15635"/>
                    <a:pt x="7706" y="15874"/>
                  </a:cubicBezTo>
                  <a:cubicBezTo>
                    <a:pt x="8389" y="16633"/>
                    <a:pt x="8264" y="18335"/>
                    <a:pt x="9164" y="19052"/>
                  </a:cubicBezTo>
                  <a:cubicBezTo>
                    <a:pt x="10095" y="19797"/>
                    <a:pt x="12826" y="21513"/>
                    <a:pt x="14720" y="21400"/>
                  </a:cubicBezTo>
                  <a:cubicBezTo>
                    <a:pt x="17171" y="21288"/>
                    <a:pt x="19313" y="18757"/>
                    <a:pt x="20089" y="17716"/>
                  </a:cubicBezTo>
                  <a:cubicBezTo>
                    <a:pt x="20895" y="16746"/>
                    <a:pt x="21330" y="14777"/>
                    <a:pt x="21330" y="13455"/>
                  </a:cubicBezTo>
                  <a:cubicBezTo>
                    <a:pt x="21330" y="13202"/>
                    <a:pt x="21299" y="12949"/>
                    <a:pt x="21299" y="12738"/>
                  </a:cubicBezTo>
                  <a:cubicBezTo>
                    <a:pt x="21020" y="11627"/>
                    <a:pt x="18413" y="9532"/>
                    <a:pt x="18444" y="8379"/>
                  </a:cubicBezTo>
                  <a:cubicBezTo>
                    <a:pt x="18568" y="7450"/>
                    <a:pt x="21423" y="5833"/>
                    <a:pt x="21423" y="4891"/>
                  </a:cubicBezTo>
                  <a:cubicBezTo>
                    <a:pt x="21423" y="4216"/>
                    <a:pt x="20399" y="2838"/>
                    <a:pt x="19313" y="238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49" name="Shape 4631"/>
            <p:cNvSpPr/>
            <p:nvPr/>
          </p:nvSpPr>
          <p:spPr>
            <a:xfrm>
              <a:off x="9664929" y="2784420"/>
              <a:ext cx="15513" cy="34209"/>
            </a:xfrm>
            <a:custGeom>
              <a:avLst/>
              <a:gdLst/>
              <a:ahLst/>
              <a:cxnLst>
                <a:cxn ang="0">
                  <a:pos x="wd2" y="hd2"/>
                </a:cxn>
                <a:cxn ang="5400000">
                  <a:pos x="wd2" y="hd2"/>
                </a:cxn>
                <a:cxn ang="10800000">
                  <a:pos x="wd2" y="hd2"/>
                </a:cxn>
                <a:cxn ang="16200000">
                  <a:pos x="wd2" y="hd2"/>
                </a:cxn>
              </a:cxnLst>
              <a:rect l="0" t="0" r="r" b="b"/>
              <a:pathLst>
                <a:path w="21423" h="21406" extrusionOk="0">
                  <a:moveTo>
                    <a:pt x="19313" y="2388"/>
                  </a:moveTo>
                  <a:cubicBezTo>
                    <a:pt x="18320" y="1952"/>
                    <a:pt x="15278" y="1994"/>
                    <a:pt x="14068" y="1713"/>
                  </a:cubicBezTo>
                  <a:cubicBezTo>
                    <a:pt x="12733" y="1404"/>
                    <a:pt x="10964" y="96"/>
                    <a:pt x="9506" y="11"/>
                  </a:cubicBezTo>
                  <a:cubicBezTo>
                    <a:pt x="8171" y="-87"/>
                    <a:pt x="5409" y="475"/>
                    <a:pt x="4416" y="897"/>
                  </a:cubicBezTo>
                  <a:cubicBezTo>
                    <a:pt x="2585" y="1657"/>
                    <a:pt x="-177" y="3836"/>
                    <a:pt x="9" y="4961"/>
                  </a:cubicBezTo>
                  <a:cubicBezTo>
                    <a:pt x="133" y="5932"/>
                    <a:pt x="4571" y="7197"/>
                    <a:pt x="4913" y="8154"/>
                  </a:cubicBezTo>
                  <a:cubicBezTo>
                    <a:pt x="5285" y="9138"/>
                    <a:pt x="2337" y="11022"/>
                    <a:pt x="2616" y="12007"/>
                  </a:cubicBezTo>
                  <a:cubicBezTo>
                    <a:pt x="2895" y="12879"/>
                    <a:pt x="5285" y="14088"/>
                    <a:pt x="6744" y="15086"/>
                  </a:cubicBezTo>
                  <a:cubicBezTo>
                    <a:pt x="7147" y="15382"/>
                    <a:pt x="7489" y="15635"/>
                    <a:pt x="7706" y="15874"/>
                  </a:cubicBezTo>
                  <a:cubicBezTo>
                    <a:pt x="8389" y="16633"/>
                    <a:pt x="8264" y="18335"/>
                    <a:pt x="9164" y="19052"/>
                  </a:cubicBezTo>
                  <a:cubicBezTo>
                    <a:pt x="10095" y="19797"/>
                    <a:pt x="12826" y="21513"/>
                    <a:pt x="14720" y="21400"/>
                  </a:cubicBezTo>
                  <a:cubicBezTo>
                    <a:pt x="17171" y="21288"/>
                    <a:pt x="19313" y="18757"/>
                    <a:pt x="20089" y="17716"/>
                  </a:cubicBezTo>
                  <a:cubicBezTo>
                    <a:pt x="20895" y="16746"/>
                    <a:pt x="21330" y="14777"/>
                    <a:pt x="21330" y="13455"/>
                  </a:cubicBezTo>
                  <a:cubicBezTo>
                    <a:pt x="21330" y="13202"/>
                    <a:pt x="21299" y="12949"/>
                    <a:pt x="21299" y="12738"/>
                  </a:cubicBezTo>
                  <a:cubicBezTo>
                    <a:pt x="21020" y="11613"/>
                    <a:pt x="18413" y="9518"/>
                    <a:pt x="18444" y="8379"/>
                  </a:cubicBezTo>
                  <a:cubicBezTo>
                    <a:pt x="18568" y="7450"/>
                    <a:pt x="21423" y="5833"/>
                    <a:pt x="21423" y="4891"/>
                  </a:cubicBezTo>
                  <a:cubicBezTo>
                    <a:pt x="21423" y="4216"/>
                    <a:pt x="20399" y="2838"/>
                    <a:pt x="19313" y="238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50" name="Shape 4632"/>
            <p:cNvSpPr/>
            <p:nvPr/>
          </p:nvSpPr>
          <p:spPr>
            <a:xfrm>
              <a:off x="9664929" y="2830443"/>
              <a:ext cx="9397" cy="15332"/>
            </a:xfrm>
            <a:custGeom>
              <a:avLst/>
              <a:gdLst/>
              <a:ahLst/>
              <a:cxnLst>
                <a:cxn ang="0">
                  <a:pos x="wd2" y="hd2"/>
                </a:cxn>
                <a:cxn ang="5400000">
                  <a:pos x="wd2" y="hd2"/>
                </a:cxn>
                <a:cxn ang="10800000">
                  <a:pos x="wd2" y="hd2"/>
                </a:cxn>
                <a:cxn ang="16200000">
                  <a:pos x="wd2" y="hd2"/>
                </a:cxn>
              </a:cxnLst>
              <a:rect l="0" t="0" r="r" b="b"/>
              <a:pathLst>
                <a:path w="20479" h="20523" extrusionOk="0">
                  <a:moveTo>
                    <a:pt x="209" y="6401"/>
                  </a:moveTo>
                  <a:cubicBezTo>
                    <a:pt x="258" y="8236"/>
                    <a:pt x="1286" y="12057"/>
                    <a:pt x="2756" y="13681"/>
                  </a:cubicBezTo>
                  <a:cubicBezTo>
                    <a:pt x="4666" y="15817"/>
                    <a:pt x="10152" y="20811"/>
                    <a:pt x="14119" y="20510"/>
                  </a:cubicBezTo>
                  <a:cubicBezTo>
                    <a:pt x="16078" y="20360"/>
                    <a:pt x="17547" y="17502"/>
                    <a:pt x="18233" y="16389"/>
                  </a:cubicBezTo>
                  <a:cubicBezTo>
                    <a:pt x="19458" y="14403"/>
                    <a:pt x="21025" y="10041"/>
                    <a:pt x="20290" y="7965"/>
                  </a:cubicBezTo>
                  <a:cubicBezTo>
                    <a:pt x="19752" y="6341"/>
                    <a:pt x="16617" y="3272"/>
                    <a:pt x="14364" y="2249"/>
                  </a:cubicBezTo>
                  <a:cubicBezTo>
                    <a:pt x="11670" y="1106"/>
                    <a:pt x="4176" y="-789"/>
                    <a:pt x="1482" y="354"/>
                  </a:cubicBezTo>
                  <a:cubicBezTo>
                    <a:pt x="-575" y="1227"/>
                    <a:pt x="62" y="4897"/>
                    <a:pt x="209" y="640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51" name="Shape 4633"/>
            <p:cNvSpPr/>
            <p:nvPr/>
          </p:nvSpPr>
          <p:spPr>
            <a:xfrm>
              <a:off x="9664929" y="2830443"/>
              <a:ext cx="9397" cy="15320"/>
            </a:xfrm>
            <a:custGeom>
              <a:avLst/>
              <a:gdLst/>
              <a:ahLst/>
              <a:cxnLst>
                <a:cxn ang="0">
                  <a:pos x="wd2" y="hd2"/>
                </a:cxn>
                <a:cxn ang="5400000">
                  <a:pos x="wd2" y="hd2"/>
                </a:cxn>
                <a:cxn ang="10800000">
                  <a:pos x="wd2" y="hd2"/>
                </a:cxn>
                <a:cxn ang="16200000">
                  <a:pos x="wd2" y="hd2"/>
                </a:cxn>
              </a:cxnLst>
              <a:rect l="0" t="0" r="r" b="b"/>
              <a:pathLst>
                <a:path w="20479" h="20508" extrusionOk="0">
                  <a:moveTo>
                    <a:pt x="209" y="6386"/>
                  </a:moveTo>
                  <a:cubicBezTo>
                    <a:pt x="258" y="8221"/>
                    <a:pt x="1286" y="12042"/>
                    <a:pt x="2756" y="13666"/>
                  </a:cubicBezTo>
                  <a:cubicBezTo>
                    <a:pt x="4666" y="15802"/>
                    <a:pt x="10152" y="20796"/>
                    <a:pt x="14119" y="20495"/>
                  </a:cubicBezTo>
                  <a:cubicBezTo>
                    <a:pt x="16078" y="20345"/>
                    <a:pt x="17547" y="17487"/>
                    <a:pt x="18233" y="16374"/>
                  </a:cubicBezTo>
                  <a:cubicBezTo>
                    <a:pt x="19458" y="14388"/>
                    <a:pt x="21025" y="10026"/>
                    <a:pt x="20290" y="7950"/>
                  </a:cubicBezTo>
                  <a:cubicBezTo>
                    <a:pt x="19752" y="6326"/>
                    <a:pt x="16617" y="3257"/>
                    <a:pt x="14364" y="2265"/>
                  </a:cubicBezTo>
                  <a:cubicBezTo>
                    <a:pt x="11670" y="1091"/>
                    <a:pt x="4225" y="-804"/>
                    <a:pt x="1482" y="369"/>
                  </a:cubicBezTo>
                  <a:cubicBezTo>
                    <a:pt x="-575" y="1242"/>
                    <a:pt x="62" y="4882"/>
                    <a:pt x="209" y="638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52" name="Shape 4634"/>
            <p:cNvSpPr/>
            <p:nvPr/>
          </p:nvSpPr>
          <p:spPr>
            <a:xfrm>
              <a:off x="7386767" y="1380704"/>
              <a:ext cx="11647" cy="13939"/>
            </a:xfrm>
            <a:custGeom>
              <a:avLst/>
              <a:gdLst/>
              <a:ahLst/>
              <a:cxnLst>
                <a:cxn ang="0">
                  <a:pos x="wd2" y="hd2"/>
                </a:cxn>
                <a:cxn ang="5400000">
                  <a:pos x="wd2" y="hd2"/>
                </a:cxn>
                <a:cxn ang="10800000">
                  <a:pos x="wd2" y="hd2"/>
                </a:cxn>
                <a:cxn ang="16200000">
                  <a:pos x="wd2" y="hd2"/>
                </a:cxn>
              </a:cxnLst>
              <a:rect l="0" t="0" r="r" b="b"/>
              <a:pathLst>
                <a:path w="20614" h="20997" extrusionOk="0">
                  <a:moveTo>
                    <a:pt x="11775" y="18"/>
                  </a:moveTo>
                  <a:cubicBezTo>
                    <a:pt x="9866" y="-185"/>
                    <a:pt x="6047" y="1372"/>
                    <a:pt x="4655" y="2523"/>
                  </a:cubicBezTo>
                  <a:cubicBezTo>
                    <a:pt x="2626" y="4250"/>
                    <a:pt x="-39" y="8990"/>
                    <a:pt x="1" y="11428"/>
                  </a:cubicBezTo>
                  <a:cubicBezTo>
                    <a:pt x="120" y="13831"/>
                    <a:pt x="2666" y="18740"/>
                    <a:pt x="5092" y="19993"/>
                  </a:cubicBezTo>
                  <a:cubicBezTo>
                    <a:pt x="7400" y="21246"/>
                    <a:pt x="13844" y="21415"/>
                    <a:pt x="15992" y="19993"/>
                  </a:cubicBezTo>
                  <a:cubicBezTo>
                    <a:pt x="19373" y="17725"/>
                    <a:pt x="21561" y="9227"/>
                    <a:pt x="20209" y="5706"/>
                  </a:cubicBezTo>
                  <a:cubicBezTo>
                    <a:pt x="19333" y="3539"/>
                    <a:pt x="14480" y="357"/>
                    <a:pt x="11775" y="1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53" name="Shape 4635"/>
            <p:cNvSpPr/>
            <p:nvPr/>
          </p:nvSpPr>
          <p:spPr>
            <a:xfrm>
              <a:off x="7386767" y="1380704"/>
              <a:ext cx="11647" cy="13928"/>
            </a:xfrm>
            <a:custGeom>
              <a:avLst/>
              <a:gdLst/>
              <a:ahLst/>
              <a:cxnLst>
                <a:cxn ang="0">
                  <a:pos x="wd2" y="hd2"/>
                </a:cxn>
                <a:cxn ang="5400000">
                  <a:pos x="wd2" y="hd2"/>
                </a:cxn>
                <a:cxn ang="10800000">
                  <a:pos x="wd2" y="hd2"/>
                </a:cxn>
                <a:cxn ang="16200000">
                  <a:pos x="wd2" y="hd2"/>
                </a:cxn>
              </a:cxnLst>
              <a:rect l="0" t="0" r="r" b="b"/>
              <a:pathLst>
                <a:path w="20614" h="20949" extrusionOk="0">
                  <a:moveTo>
                    <a:pt x="11775" y="24"/>
                  </a:moveTo>
                  <a:cubicBezTo>
                    <a:pt x="9866" y="-213"/>
                    <a:pt x="6047" y="1342"/>
                    <a:pt x="4655" y="2491"/>
                  </a:cubicBezTo>
                  <a:cubicBezTo>
                    <a:pt x="2626" y="4215"/>
                    <a:pt x="-39" y="8948"/>
                    <a:pt x="1" y="11381"/>
                  </a:cubicBezTo>
                  <a:cubicBezTo>
                    <a:pt x="120" y="13781"/>
                    <a:pt x="2666" y="18717"/>
                    <a:pt x="5092" y="19933"/>
                  </a:cubicBezTo>
                  <a:cubicBezTo>
                    <a:pt x="7400" y="21184"/>
                    <a:pt x="13844" y="21387"/>
                    <a:pt x="15992" y="19933"/>
                  </a:cubicBezTo>
                  <a:cubicBezTo>
                    <a:pt x="19373" y="17669"/>
                    <a:pt x="21561" y="9184"/>
                    <a:pt x="20209" y="5669"/>
                  </a:cubicBezTo>
                  <a:cubicBezTo>
                    <a:pt x="19333" y="3505"/>
                    <a:pt x="14480" y="328"/>
                    <a:pt x="11775" y="2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54" name="Shape 4636"/>
            <p:cNvSpPr/>
            <p:nvPr/>
          </p:nvSpPr>
          <p:spPr>
            <a:xfrm>
              <a:off x="7386767" y="1357692"/>
              <a:ext cx="21734" cy="29887"/>
            </a:xfrm>
            <a:custGeom>
              <a:avLst/>
              <a:gdLst/>
              <a:ahLst/>
              <a:cxnLst>
                <a:cxn ang="0">
                  <a:pos x="wd2" y="hd2"/>
                </a:cxn>
                <a:cxn ang="5400000">
                  <a:pos x="wd2" y="hd2"/>
                </a:cxn>
                <a:cxn ang="10800000">
                  <a:pos x="wd2" y="hd2"/>
                </a:cxn>
                <a:cxn ang="16200000">
                  <a:pos x="wd2" y="hd2"/>
                </a:cxn>
              </a:cxnLst>
              <a:rect l="0" t="0" r="r" b="b"/>
              <a:pathLst>
                <a:path w="21358" h="20831" extrusionOk="0">
                  <a:moveTo>
                    <a:pt x="10839" y="15150"/>
                  </a:moveTo>
                  <a:cubicBezTo>
                    <a:pt x="12495" y="16246"/>
                    <a:pt x="12937" y="20256"/>
                    <a:pt x="15013" y="20773"/>
                  </a:cubicBezTo>
                  <a:cubicBezTo>
                    <a:pt x="16404" y="21102"/>
                    <a:pt x="19496" y="19943"/>
                    <a:pt x="20380" y="19113"/>
                  </a:cubicBezTo>
                  <a:cubicBezTo>
                    <a:pt x="21374" y="18236"/>
                    <a:pt x="21462" y="15792"/>
                    <a:pt x="21285" y="14664"/>
                  </a:cubicBezTo>
                  <a:cubicBezTo>
                    <a:pt x="21175" y="13615"/>
                    <a:pt x="20049" y="11657"/>
                    <a:pt x="19474" y="10701"/>
                  </a:cubicBezTo>
                  <a:cubicBezTo>
                    <a:pt x="19033" y="9997"/>
                    <a:pt x="17597" y="8806"/>
                    <a:pt x="17354" y="8054"/>
                  </a:cubicBezTo>
                  <a:cubicBezTo>
                    <a:pt x="17089" y="7036"/>
                    <a:pt x="18149" y="4953"/>
                    <a:pt x="18061" y="3935"/>
                  </a:cubicBezTo>
                  <a:cubicBezTo>
                    <a:pt x="17995" y="3042"/>
                    <a:pt x="17906" y="1021"/>
                    <a:pt x="16890" y="457"/>
                  </a:cubicBezTo>
                  <a:cubicBezTo>
                    <a:pt x="15212" y="-498"/>
                    <a:pt x="10441" y="317"/>
                    <a:pt x="8299" y="457"/>
                  </a:cubicBezTo>
                  <a:cubicBezTo>
                    <a:pt x="6532" y="583"/>
                    <a:pt x="2512" y="536"/>
                    <a:pt x="1320" y="1444"/>
                  </a:cubicBezTo>
                  <a:cubicBezTo>
                    <a:pt x="-138" y="2541"/>
                    <a:pt x="-138" y="5908"/>
                    <a:pt x="149" y="7396"/>
                  </a:cubicBezTo>
                  <a:cubicBezTo>
                    <a:pt x="458" y="8869"/>
                    <a:pt x="2159" y="11782"/>
                    <a:pt x="3639" y="12832"/>
                  </a:cubicBezTo>
                  <a:cubicBezTo>
                    <a:pt x="5052" y="13818"/>
                    <a:pt x="9403" y="14194"/>
                    <a:pt x="10839" y="1515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55" name="Shape 4637"/>
            <p:cNvSpPr/>
            <p:nvPr/>
          </p:nvSpPr>
          <p:spPr>
            <a:xfrm>
              <a:off x="7386767" y="1357692"/>
              <a:ext cx="21749" cy="29887"/>
            </a:xfrm>
            <a:custGeom>
              <a:avLst/>
              <a:gdLst/>
              <a:ahLst/>
              <a:cxnLst>
                <a:cxn ang="0">
                  <a:pos x="wd2" y="hd2"/>
                </a:cxn>
                <a:cxn ang="5400000">
                  <a:pos x="wd2" y="hd2"/>
                </a:cxn>
                <a:cxn ang="10800000">
                  <a:pos x="wd2" y="hd2"/>
                </a:cxn>
                <a:cxn ang="16200000">
                  <a:pos x="wd2" y="hd2"/>
                </a:cxn>
              </a:cxnLst>
              <a:rect l="0" t="0" r="r" b="b"/>
              <a:pathLst>
                <a:path w="21351" h="20831" extrusionOk="0">
                  <a:moveTo>
                    <a:pt x="10843" y="15150"/>
                  </a:moveTo>
                  <a:cubicBezTo>
                    <a:pt x="12497" y="16246"/>
                    <a:pt x="12939" y="20256"/>
                    <a:pt x="15013" y="20773"/>
                  </a:cubicBezTo>
                  <a:cubicBezTo>
                    <a:pt x="16402" y="21102"/>
                    <a:pt x="19491" y="19943"/>
                    <a:pt x="20374" y="19113"/>
                  </a:cubicBezTo>
                  <a:cubicBezTo>
                    <a:pt x="21367" y="18236"/>
                    <a:pt x="21455" y="15792"/>
                    <a:pt x="21278" y="14664"/>
                  </a:cubicBezTo>
                  <a:cubicBezTo>
                    <a:pt x="21168" y="13615"/>
                    <a:pt x="20043" y="11657"/>
                    <a:pt x="19469" y="10701"/>
                  </a:cubicBezTo>
                  <a:cubicBezTo>
                    <a:pt x="19028" y="9997"/>
                    <a:pt x="17594" y="8806"/>
                    <a:pt x="17351" y="8054"/>
                  </a:cubicBezTo>
                  <a:cubicBezTo>
                    <a:pt x="17086" y="7036"/>
                    <a:pt x="18146" y="4953"/>
                    <a:pt x="18057" y="3935"/>
                  </a:cubicBezTo>
                  <a:cubicBezTo>
                    <a:pt x="17991" y="3042"/>
                    <a:pt x="17903" y="1021"/>
                    <a:pt x="16888" y="457"/>
                  </a:cubicBezTo>
                  <a:cubicBezTo>
                    <a:pt x="15211" y="-498"/>
                    <a:pt x="10445" y="317"/>
                    <a:pt x="8305" y="457"/>
                  </a:cubicBezTo>
                  <a:cubicBezTo>
                    <a:pt x="6540" y="583"/>
                    <a:pt x="2525" y="536"/>
                    <a:pt x="1333" y="1460"/>
                  </a:cubicBezTo>
                  <a:cubicBezTo>
                    <a:pt x="-145" y="2541"/>
                    <a:pt x="-145" y="5908"/>
                    <a:pt x="164" y="7396"/>
                  </a:cubicBezTo>
                  <a:cubicBezTo>
                    <a:pt x="473" y="8869"/>
                    <a:pt x="2150" y="11782"/>
                    <a:pt x="3650" y="12832"/>
                  </a:cubicBezTo>
                  <a:cubicBezTo>
                    <a:pt x="5062" y="13818"/>
                    <a:pt x="9408" y="14194"/>
                    <a:pt x="10843" y="1515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56" name="Shape 4638"/>
            <p:cNvSpPr/>
            <p:nvPr/>
          </p:nvSpPr>
          <p:spPr>
            <a:xfrm>
              <a:off x="7455803" y="1196610"/>
              <a:ext cx="25619" cy="47680"/>
            </a:xfrm>
            <a:custGeom>
              <a:avLst/>
              <a:gdLst/>
              <a:ahLst/>
              <a:cxnLst>
                <a:cxn ang="0">
                  <a:pos x="wd2" y="hd2"/>
                </a:cxn>
                <a:cxn ang="5400000">
                  <a:pos x="wd2" y="hd2"/>
                </a:cxn>
                <a:cxn ang="10800000">
                  <a:pos x="wd2" y="hd2"/>
                </a:cxn>
                <a:cxn ang="16200000">
                  <a:pos x="wd2" y="hd2"/>
                </a:cxn>
              </a:cxnLst>
              <a:rect l="0" t="0" r="r" b="b"/>
              <a:pathLst>
                <a:path w="21338" h="21455" extrusionOk="0">
                  <a:moveTo>
                    <a:pt x="790" y="20160"/>
                  </a:moveTo>
                  <a:cubicBezTo>
                    <a:pt x="1595" y="20757"/>
                    <a:pt x="4384" y="21162"/>
                    <a:pt x="5713" y="21333"/>
                  </a:cubicBezTo>
                  <a:cubicBezTo>
                    <a:pt x="6499" y="21445"/>
                    <a:pt x="8109" y="21475"/>
                    <a:pt x="8876" y="21445"/>
                  </a:cubicBezTo>
                  <a:cubicBezTo>
                    <a:pt x="10467" y="21394"/>
                    <a:pt x="14042" y="21414"/>
                    <a:pt x="15184" y="20808"/>
                  </a:cubicBezTo>
                  <a:cubicBezTo>
                    <a:pt x="15839" y="20464"/>
                    <a:pt x="15521" y="19301"/>
                    <a:pt x="15951" y="18896"/>
                  </a:cubicBezTo>
                  <a:cubicBezTo>
                    <a:pt x="16738" y="18209"/>
                    <a:pt x="19807" y="17562"/>
                    <a:pt x="20519" y="16864"/>
                  </a:cubicBezTo>
                  <a:cubicBezTo>
                    <a:pt x="21267" y="16166"/>
                    <a:pt x="21417" y="14477"/>
                    <a:pt x="21305" y="13668"/>
                  </a:cubicBezTo>
                  <a:cubicBezTo>
                    <a:pt x="21230" y="13082"/>
                    <a:pt x="20481" y="11969"/>
                    <a:pt x="20144" y="11423"/>
                  </a:cubicBezTo>
                  <a:cubicBezTo>
                    <a:pt x="19770" y="10908"/>
                    <a:pt x="18759" y="9937"/>
                    <a:pt x="18553" y="9411"/>
                  </a:cubicBezTo>
                  <a:cubicBezTo>
                    <a:pt x="18123" y="8299"/>
                    <a:pt x="18871" y="6013"/>
                    <a:pt x="18347" y="4921"/>
                  </a:cubicBezTo>
                  <a:cubicBezTo>
                    <a:pt x="18067" y="4314"/>
                    <a:pt x="16550" y="3283"/>
                    <a:pt x="16176" y="2686"/>
                  </a:cubicBezTo>
                  <a:cubicBezTo>
                    <a:pt x="15839" y="2150"/>
                    <a:pt x="16251" y="775"/>
                    <a:pt x="15390" y="441"/>
                  </a:cubicBezTo>
                  <a:cubicBezTo>
                    <a:pt x="14641" y="178"/>
                    <a:pt x="12751" y="836"/>
                    <a:pt x="11834" y="775"/>
                  </a:cubicBezTo>
                  <a:cubicBezTo>
                    <a:pt x="10973" y="704"/>
                    <a:pt x="9513" y="-125"/>
                    <a:pt x="8670" y="17"/>
                  </a:cubicBezTo>
                  <a:cubicBezTo>
                    <a:pt x="7416" y="239"/>
                    <a:pt x="6293" y="1786"/>
                    <a:pt x="5919" y="2474"/>
                  </a:cubicBezTo>
                  <a:cubicBezTo>
                    <a:pt x="5545" y="3212"/>
                    <a:pt x="6368" y="4840"/>
                    <a:pt x="5919" y="5568"/>
                  </a:cubicBezTo>
                  <a:cubicBezTo>
                    <a:pt x="5545" y="6195"/>
                    <a:pt x="3486" y="7095"/>
                    <a:pt x="2962" y="7702"/>
                  </a:cubicBezTo>
                  <a:cubicBezTo>
                    <a:pt x="2325" y="8440"/>
                    <a:pt x="1614" y="10078"/>
                    <a:pt x="1595" y="10897"/>
                  </a:cubicBezTo>
                  <a:cubicBezTo>
                    <a:pt x="1539" y="11706"/>
                    <a:pt x="2774" y="13294"/>
                    <a:pt x="2550" y="14093"/>
                  </a:cubicBezTo>
                  <a:cubicBezTo>
                    <a:pt x="2363" y="14791"/>
                    <a:pt x="453" y="15954"/>
                    <a:pt x="191" y="16651"/>
                  </a:cubicBezTo>
                  <a:cubicBezTo>
                    <a:pt x="-89" y="17521"/>
                    <a:pt x="-183" y="19453"/>
                    <a:pt x="790" y="2016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57" name="Shape 4639"/>
            <p:cNvSpPr/>
            <p:nvPr/>
          </p:nvSpPr>
          <p:spPr>
            <a:xfrm>
              <a:off x="7455803" y="1196610"/>
              <a:ext cx="25619" cy="47680"/>
            </a:xfrm>
            <a:custGeom>
              <a:avLst/>
              <a:gdLst/>
              <a:ahLst/>
              <a:cxnLst>
                <a:cxn ang="0">
                  <a:pos x="wd2" y="hd2"/>
                </a:cxn>
                <a:cxn ang="5400000">
                  <a:pos x="wd2" y="hd2"/>
                </a:cxn>
                <a:cxn ang="10800000">
                  <a:pos x="wd2" y="hd2"/>
                </a:cxn>
                <a:cxn ang="16200000">
                  <a:pos x="wd2" y="hd2"/>
                </a:cxn>
              </a:cxnLst>
              <a:rect l="0" t="0" r="r" b="b"/>
              <a:pathLst>
                <a:path w="21338" h="21455" extrusionOk="0">
                  <a:moveTo>
                    <a:pt x="790" y="20160"/>
                  </a:moveTo>
                  <a:cubicBezTo>
                    <a:pt x="1595" y="20757"/>
                    <a:pt x="4384" y="21172"/>
                    <a:pt x="5713" y="21333"/>
                  </a:cubicBezTo>
                  <a:cubicBezTo>
                    <a:pt x="6499" y="21445"/>
                    <a:pt x="8109" y="21475"/>
                    <a:pt x="8876" y="21445"/>
                  </a:cubicBezTo>
                  <a:cubicBezTo>
                    <a:pt x="10467" y="21394"/>
                    <a:pt x="14042" y="21414"/>
                    <a:pt x="15184" y="20808"/>
                  </a:cubicBezTo>
                  <a:cubicBezTo>
                    <a:pt x="15839" y="20464"/>
                    <a:pt x="15521" y="19301"/>
                    <a:pt x="15951" y="18896"/>
                  </a:cubicBezTo>
                  <a:cubicBezTo>
                    <a:pt x="16738" y="18209"/>
                    <a:pt x="19807" y="17562"/>
                    <a:pt x="20519" y="16864"/>
                  </a:cubicBezTo>
                  <a:cubicBezTo>
                    <a:pt x="21267" y="16166"/>
                    <a:pt x="21417" y="14477"/>
                    <a:pt x="21305" y="13668"/>
                  </a:cubicBezTo>
                  <a:cubicBezTo>
                    <a:pt x="21230" y="13082"/>
                    <a:pt x="20481" y="11969"/>
                    <a:pt x="20144" y="11423"/>
                  </a:cubicBezTo>
                  <a:cubicBezTo>
                    <a:pt x="19770" y="10908"/>
                    <a:pt x="18759" y="9937"/>
                    <a:pt x="18553" y="9411"/>
                  </a:cubicBezTo>
                  <a:cubicBezTo>
                    <a:pt x="18123" y="8299"/>
                    <a:pt x="18871" y="6013"/>
                    <a:pt x="18347" y="4921"/>
                  </a:cubicBezTo>
                  <a:cubicBezTo>
                    <a:pt x="18067" y="4314"/>
                    <a:pt x="16550" y="3283"/>
                    <a:pt x="16176" y="2686"/>
                  </a:cubicBezTo>
                  <a:cubicBezTo>
                    <a:pt x="15839" y="2150"/>
                    <a:pt x="16251" y="775"/>
                    <a:pt x="15390" y="441"/>
                  </a:cubicBezTo>
                  <a:cubicBezTo>
                    <a:pt x="14641" y="178"/>
                    <a:pt x="12751" y="836"/>
                    <a:pt x="11834" y="765"/>
                  </a:cubicBezTo>
                  <a:cubicBezTo>
                    <a:pt x="10973" y="704"/>
                    <a:pt x="9513" y="-125"/>
                    <a:pt x="8670" y="17"/>
                  </a:cubicBezTo>
                  <a:cubicBezTo>
                    <a:pt x="7416" y="239"/>
                    <a:pt x="6293" y="1786"/>
                    <a:pt x="5919" y="2474"/>
                  </a:cubicBezTo>
                  <a:cubicBezTo>
                    <a:pt x="5545" y="3212"/>
                    <a:pt x="6368" y="4840"/>
                    <a:pt x="5919" y="5568"/>
                  </a:cubicBezTo>
                  <a:cubicBezTo>
                    <a:pt x="5545" y="6195"/>
                    <a:pt x="3486" y="7095"/>
                    <a:pt x="2962" y="7702"/>
                  </a:cubicBezTo>
                  <a:cubicBezTo>
                    <a:pt x="2325" y="8440"/>
                    <a:pt x="1614" y="10078"/>
                    <a:pt x="1595" y="10897"/>
                  </a:cubicBezTo>
                  <a:cubicBezTo>
                    <a:pt x="1539" y="11706"/>
                    <a:pt x="2774" y="13294"/>
                    <a:pt x="2550" y="14093"/>
                  </a:cubicBezTo>
                  <a:cubicBezTo>
                    <a:pt x="2363" y="14791"/>
                    <a:pt x="453" y="15954"/>
                    <a:pt x="191" y="16651"/>
                  </a:cubicBezTo>
                  <a:cubicBezTo>
                    <a:pt x="-89" y="17521"/>
                    <a:pt x="-183" y="19453"/>
                    <a:pt x="790" y="2016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58" name="Shape 4640"/>
            <p:cNvSpPr/>
            <p:nvPr/>
          </p:nvSpPr>
          <p:spPr>
            <a:xfrm>
              <a:off x="7616884" y="1127575"/>
              <a:ext cx="56081" cy="37082"/>
            </a:xfrm>
            <a:custGeom>
              <a:avLst/>
              <a:gdLst/>
              <a:ahLst/>
              <a:cxnLst>
                <a:cxn ang="0">
                  <a:pos x="wd2" y="hd2"/>
                </a:cxn>
                <a:cxn ang="5400000">
                  <a:pos x="wd2" y="hd2"/>
                </a:cxn>
                <a:cxn ang="10800000">
                  <a:pos x="wd2" y="hd2"/>
                </a:cxn>
                <a:cxn ang="16200000">
                  <a:pos x="wd2" y="hd2"/>
                </a:cxn>
              </a:cxnLst>
              <a:rect l="0" t="0" r="r" b="b"/>
              <a:pathLst>
                <a:path w="21450" h="21406" extrusionOk="0">
                  <a:moveTo>
                    <a:pt x="17902" y="8757"/>
                  </a:moveTo>
                  <a:cubicBezTo>
                    <a:pt x="17550" y="8783"/>
                    <a:pt x="17481" y="10352"/>
                    <a:pt x="17180" y="10651"/>
                  </a:cubicBezTo>
                  <a:cubicBezTo>
                    <a:pt x="16647" y="11235"/>
                    <a:pt x="15237" y="11520"/>
                    <a:pt x="14610" y="11351"/>
                  </a:cubicBezTo>
                  <a:cubicBezTo>
                    <a:pt x="13914" y="11157"/>
                    <a:pt x="12848" y="9613"/>
                    <a:pt x="12203" y="9224"/>
                  </a:cubicBezTo>
                  <a:cubicBezTo>
                    <a:pt x="11834" y="9003"/>
                    <a:pt x="11060" y="8692"/>
                    <a:pt x="10665" y="8679"/>
                  </a:cubicBezTo>
                  <a:cubicBezTo>
                    <a:pt x="10097" y="8666"/>
                    <a:pt x="8980" y="9340"/>
                    <a:pt x="8404" y="9289"/>
                  </a:cubicBezTo>
                  <a:cubicBezTo>
                    <a:pt x="7760" y="9237"/>
                    <a:pt x="6505" y="8653"/>
                    <a:pt x="5954" y="8199"/>
                  </a:cubicBezTo>
                  <a:cubicBezTo>
                    <a:pt x="5525" y="7849"/>
                    <a:pt x="4786" y="6876"/>
                    <a:pt x="4450" y="6357"/>
                  </a:cubicBezTo>
                  <a:cubicBezTo>
                    <a:pt x="3926" y="5500"/>
                    <a:pt x="3152" y="3425"/>
                    <a:pt x="2654" y="2530"/>
                  </a:cubicBezTo>
                  <a:cubicBezTo>
                    <a:pt x="2259" y="1842"/>
                    <a:pt x="1571" y="-26"/>
                    <a:pt x="969" y="0"/>
                  </a:cubicBezTo>
                  <a:cubicBezTo>
                    <a:pt x="625" y="13"/>
                    <a:pt x="178" y="1025"/>
                    <a:pt x="67" y="1492"/>
                  </a:cubicBezTo>
                  <a:cubicBezTo>
                    <a:pt x="-88" y="2140"/>
                    <a:pt x="58" y="3542"/>
                    <a:pt x="196" y="4164"/>
                  </a:cubicBezTo>
                  <a:cubicBezTo>
                    <a:pt x="419" y="5176"/>
                    <a:pt x="1218" y="6966"/>
                    <a:pt x="1691" y="7719"/>
                  </a:cubicBezTo>
                  <a:cubicBezTo>
                    <a:pt x="2362" y="8783"/>
                    <a:pt x="4089" y="10313"/>
                    <a:pt x="4914" y="11131"/>
                  </a:cubicBezTo>
                  <a:cubicBezTo>
                    <a:pt x="5508" y="11740"/>
                    <a:pt x="6737" y="12817"/>
                    <a:pt x="7313" y="13466"/>
                  </a:cubicBezTo>
                  <a:cubicBezTo>
                    <a:pt x="8017" y="14257"/>
                    <a:pt x="9332" y="15983"/>
                    <a:pt x="9977" y="16891"/>
                  </a:cubicBezTo>
                  <a:cubicBezTo>
                    <a:pt x="10605" y="17760"/>
                    <a:pt x="11627" y="19913"/>
                    <a:pt x="12384" y="20510"/>
                  </a:cubicBezTo>
                  <a:cubicBezTo>
                    <a:pt x="13020" y="21016"/>
                    <a:pt x="14515" y="21172"/>
                    <a:pt x="15229" y="21263"/>
                  </a:cubicBezTo>
                  <a:cubicBezTo>
                    <a:pt x="15882" y="21340"/>
                    <a:pt x="17249" y="21574"/>
                    <a:pt x="17859" y="21198"/>
                  </a:cubicBezTo>
                  <a:cubicBezTo>
                    <a:pt x="18246" y="20938"/>
                    <a:pt x="18787" y="19900"/>
                    <a:pt x="19037" y="19408"/>
                  </a:cubicBezTo>
                  <a:cubicBezTo>
                    <a:pt x="19312" y="18876"/>
                    <a:pt x="19647" y="17630"/>
                    <a:pt x="19913" y="17098"/>
                  </a:cubicBezTo>
                  <a:cubicBezTo>
                    <a:pt x="20231" y="16385"/>
                    <a:pt x="21349" y="15347"/>
                    <a:pt x="21443" y="14491"/>
                  </a:cubicBezTo>
                  <a:cubicBezTo>
                    <a:pt x="21512" y="13816"/>
                    <a:pt x="21039" y="12454"/>
                    <a:pt x="20721" y="11974"/>
                  </a:cubicBezTo>
                  <a:cubicBezTo>
                    <a:pt x="20377" y="11455"/>
                    <a:pt x="19329" y="11299"/>
                    <a:pt x="18951" y="10858"/>
                  </a:cubicBezTo>
                  <a:cubicBezTo>
                    <a:pt x="18607" y="10456"/>
                    <a:pt x="18349" y="8692"/>
                    <a:pt x="17902" y="875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59" name="Shape 4641"/>
            <p:cNvSpPr/>
            <p:nvPr/>
          </p:nvSpPr>
          <p:spPr>
            <a:xfrm>
              <a:off x="7616884" y="1127575"/>
              <a:ext cx="56081" cy="37082"/>
            </a:xfrm>
            <a:custGeom>
              <a:avLst/>
              <a:gdLst/>
              <a:ahLst/>
              <a:cxnLst>
                <a:cxn ang="0">
                  <a:pos x="wd2" y="hd2"/>
                </a:cxn>
                <a:cxn ang="5400000">
                  <a:pos x="wd2" y="hd2"/>
                </a:cxn>
                <a:cxn ang="10800000">
                  <a:pos x="wd2" y="hd2"/>
                </a:cxn>
                <a:cxn ang="16200000">
                  <a:pos x="wd2" y="hd2"/>
                </a:cxn>
              </a:cxnLst>
              <a:rect l="0" t="0" r="r" b="b"/>
              <a:pathLst>
                <a:path w="21450" h="21406" extrusionOk="0">
                  <a:moveTo>
                    <a:pt x="17902" y="8757"/>
                  </a:moveTo>
                  <a:cubicBezTo>
                    <a:pt x="17550" y="8783"/>
                    <a:pt x="17481" y="10352"/>
                    <a:pt x="17180" y="10651"/>
                  </a:cubicBezTo>
                  <a:cubicBezTo>
                    <a:pt x="16647" y="11235"/>
                    <a:pt x="15237" y="11520"/>
                    <a:pt x="14610" y="11351"/>
                  </a:cubicBezTo>
                  <a:cubicBezTo>
                    <a:pt x="13914" y="11157"/>
                    <a:pt x="12848" y="9613"/>
                    <a:pt x="12203" y="9224"/>
                  </a:cubicBezTo>
                  <a:cubicBezTo>
                    <a:pt x="11834" y="9003"/>
                    <a:pt x="11060" y="8692"/>
                    <a:pt x="10665" y="8679"/>
                  </a:cubicBezTo>
                  <a:cubicBezTo>
                    <a:pt x="10097" y="8666"/>
                    <a:pt x="8980" y="9340"/>
                    <a:pt x="8404" y="9289"/>
                  </a:cubicBezTo>
                  <a:cubicBezTo>
                    <a:pt x="7760" y="9237"/>
                    <a:pt x="6505" y="8653"/>
                    <a:pt x="5954" y="8199"/>
                  </a:cubicBezTo>
                  <a:cubicBezTo>
                    <a:pt x="5525" y="7849"/>
                    <a:pt x="4786" y="6876"/>
                    <a:pt x="4450" y="6357"/>
                  </a:cubicBezTo>
                  <a:cubicBezTo>
                    <a:pt x="3926" y="5500"/>
                    <a:pt x="3152" y="3425"/>
                    <a:pt x="2654" y="2530"/>
                  </a:cubicBezTo>
                  <a:cubicBezTo>
                    <a:pt x="2259" y="1842"/>
                    <a:pt x="1571" y="-26"/>
                    <a:pt x="969" y="0"/>
                  </a:cubicBezTo>
                  <a:cubicBezTo>
                    <a:pt x="625" y="13"/>
                    <a:pt x="170" y="1025"/>
                    <a:pt x="67" y="1492"/>
                  </a:cubicBezTo>
                  <a:cubicBezTo>
                    <a:pt x="-88" y="2140"/>
                    <a:pt x="58" y="3542"/>
                    <a:pt x="196" y="4164"/>
                  </a:cubicBezTo>
                  <a:cubicBezTo>
                    <a:pt x="419" y="5176"/>
                    <a:pt x="1218" y="6966"/>
                    <a:pt x="1691" y="7719"/>
                  </a:cubicBezTo>
                  <a:cubicBezTo>
                    <a:pt x="2362" y="8783"/>
                    <a:pt x="4089" y="10313"/>
                    <a:pt x="4914" y="11131"/>
                  </a:cubicBezTo>
                  <a:cubicBezTo>
                    <a:pt x="5508" y="11740"/>
                    <a:pt x="6737" y="12817"/>
                    <a:pt x="7313" y="13466"/>
                  </a:cubicBezTo>
                  <a:cubicBezTo>
                    <a:pt x="8017" y="14257"/>
                    <a:pt x="9332" y="15983"/>
                    <a:pt x="9977" y="16891"/>
                  </a:cubicBezTo>
                  <a:cubicBezTo>
                    <a:pt x="10605" y="17760"/>
                    <a:pt x="11627" y="19913"/>
                    <a:pt x="12384" y="20510"/>
                  </a:cubicBezTo>
                  <a:cubicBezTo>
                    <a:pt x="13020" y="21016"/>
                    <a:pt x="14515" y="21172"/>
                    <a:pt x="15229" y="21263"/>
                  </a:cubicBezTo>
                  <a:cubicBezTo>
                    <a:pt x="15882" y="21340"/>
                    <a:pt x="17249" y="21574"/>
                    <a:pt x="17859" y="21198"/>
                  </a:cubicBezTo>
                  <a:cubicBezTo>
                    <a:pt x="18246" y="20938"/>
                    <a:pt x="18787" y="19900"/>
                    <a:pt x="19037" y="19408"/>
                  </a:cubicBezTo>
                  <a:cubicBezTo>
                    <a:pt x="19312" y="18876"/>
                    <a:pt x="19647" y="17630"/>
                    <a:pt x="19913" y="17098"/>
                  </a:cubicBezTo>
                  <a:cubicBezTo>
                    <a:pt x="20231" y="16385"/>
                    <a:pt x="21349" y="15347"/>
                    <a:pt x="21443" y="14491"/>
                  </a:cubicBezTo>
                  <a:cubicBezTo>
                    <a:pt x="21512" y="13816"/>
                    <a:pt x="21039" y="12454"/>
                    <a:pt x="20721" y="11974"/>
                  </a:cubicBezTo>
                  <a:cubicBezTo>
                    <a:pt x="20377" y="11455"/>
                    <a:pt x="19329" y="11299"/>
                    <a:pt x="18951" y="10858"/>
                  </a:cubicBezTo>
                  <a:cubicBezTo>
                    <a:pt x="18607" y="10456"/>
                    <a:pt x="18349" y="8692"/>
                    <a:pt x="17902" y="875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60" name="Shape 4642"/>
            <p:cNvSpPr/>
            <p:nvPr/>
          </p:nvSpPr>
          <p:spPr>
            <a:xfrm>
              <a:off x="10332270" y="1035528"/>
              <a:ext cx="6795" cy="13328"/>
            </a:xfrm>
            <a:custGeom>
              <a:avLst/>
              <a:gdLst/>
              <a:ahLst/>
              <a:cxnLst>
                <a:cxn ang="0">
                  <a:pos x="wd2" y="hd2"/>
                </a:cxn>
                <a:cxn ang="5400000">
                  <a:pos x="wd2" y="hd2"/>
                </a:cxn>
                <a:cxn ang="10800000">
                  <a:pos x="wd2" y="hd2"/>
                </a:cxn>
                <a:cxn ang="16200000">
                  <a:pos x="wd2" y="hd2"/>
                </a:cxn>
              </a:cxnLst>
              <a:rect l="0" t="0" r="r" b="b"/>
              <a:pathLst>
                <a:path w="20862" h="20695" extrusionOk="0">
                  <a:moveTo>
                    <a:pt x="12399" y="20648"/>
                  </a:moveTo>
                  <a:cubicBezTo>
                    <a:pt x="17229" y="20090"/>
                    <a:pt x="20473" y="14123"/>
                    <a:pt x="20818" y="11645"/>
                  </a:cubicBezTo>
                  <a:cubicBezTo>
                    <a:pt x="21232" y="8644"/>
                    <a:pt x="18748" y="1700"/>
                    <a:pt x="13572" y="235"/>
                  </a:cubicBezTo>
                  <a:cubicBezTo>
                    <a:pt x="11019" y="-498"/>
                    <a:pt x="4187" y="619"/>
                    <a:pt x="2323" y="1735"/>
                  </a:cubicBezTo>
                  <a:cubicBezTo>
                    <a:pt x="-23" y="2991"/>
                    <a:pt x="253" y="6795"/>
                    <a:pt x="115" y="8505"/>
                  </a:cubicBezTo>
                  <a:cubicBezTo>
                    <a:pt x="-23" y="10529"/>
                    <a:pt x="-368" y="14856"/>
                    <a:pt x="1564" y="16635"/>
                  </a:cubicBezTo>
                  <a:cubicBezTo>
                    <a:pt x="3220" y="18101"/>
                    <a:pt x="9155" y="21102"/>
                    <a:pt x="12399" y="2064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61" name="Shape 4643"/>
            <p:cNvSpPr/>
            <p:nvPr/>
          </p:nvSpPr>
          <p:spPr>
            <a:xfrm>
              <a:off x="10332270" y="1035528"/>
              <a:ext cx="6796" cy="13328"/>
            </a:xfrm>
            <a:custGeom>
              <a:avLst/>
              <a:gdLst/>
              <a:ahLst/>
              <a:cxnLst>
                <a:cxn ang="0">
                  <a:pos x="wd2" y="hd2"/>
                </a:cxn>
                <a:cxn ang="5400000">
                  <a:pos x="wd2" y="hd2"/>
                </a:cxn>
                <a:cxn ang="10800000">
                  <a:pos x="wd2" y="hd2"/>
                </a:cxn>
                <a:cxn ang="16200000">
                  <a:pos x="wd2" y="hd2"/>
                </a:cxn>
              </a:cxnLst>
              <a:rect l="0" t="0" r="r" b="b"/>
              <a:pathLst>
                <a:path w="20865" h="20695" extrusionOk="0">
                  <a:moveTo>
                    <a:pt x="12402" y="20648"/>
                  </a:moveTo>
                  <a:cubicBezTo>
                    <a:pt x="17232" y="20090"/>
                    <a:pt x="20476" y="14123"/>
                    <a:pt x="20821" y="11645"/>
                  </a:cubicBezTo>
                  <a:cubicBezTo>
                    <a:pt x="21235" y="8644"/>
                    <a:pt x="18751" y="1700"/>
                    <a:pt x="13575" y="235"/>
                  </a:cubicBezTo>
                  <a:cubicBezTo>
                    <a:pt x="11022" y="-498"/>
                    <a:pt x="4190" y="619"/>
                    <a:pt x="2257" y="1735"/>
                  </a:cubicBezTo>
                  <a:cubicBezTo>
                    <a:pt x="-20" y="2991"/>
                    <a:pt x="256" y="6795"/>
                    <a:pt x="118" y="8505"/>
                  </a:cubicBezTo>
                  <a:cubicBezTo>
                    <a:pt x="-20" y="10529"/>
                    <a:pt x="-365" y="14856"/>
                    <a:pt x="1498" y="16635"/>
                  </a:cubicBezTo>
                  <a:cubicBezTo>
                    <a:pt x="3223" y="18101"/>
                    <a:pt x="9158" y="21102"/>
                    <a:pt x="12402" y="2064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62" name="Shape 4644"/>
            <p:cNvSpPr/>
            <p:nvPr/>
          </p:nvSpPr>
          <p:spPr>
            <a:xfrm>
              <a:off x="10493351" y="805410"/>
              <a:ext cx="10814" cy="43039"/>
            </a:xfrm>
            <a:custGeom>
              <a:avLst/>
              <a:gdLst/>
              <a:ahLst/>
              <a:cxnLst>
                <a:cxn ang="0">
                  <a:pos x="wd2" y="hd2"/>
                </a:cxn>
                <a:cxn ang="5400000">
                  <a:pos x="wd2" y="hd2"/>
                </a:cxn>
                <a:cxn ang="10800000">
                  <a:pos x="wd2" y="hd2"/>
                </a:cxn>
                <a:cxn ang="16200000">
                  <a:pos x="wd2" y="hd2"/>
                </a:cxn>
              </a:cxnLst>
              <a:rect l="0" t="0" r="r" b="b"/>
              <a:pathLst>
                <a:path w="20826" h="21423" extrusionOk="0">
                  <a:moveTo>
                    <a:pt x="1972" y="18641"/>
                  </a:moveTo>
                  <a:cubicBezTo>
                    <a:pt x="3444" y="19468"/>
                    <a:pt x="8335" y="20956"/>
                    <a:pt x="11582" y="21303"/>
                  </a:cubicBezTo>
                  <a:cubicBezTo>
                    <a:pt x="13054" y="21459"/>
                    <a:pt x="16863" y="21493"/>
                    <a:pt x="18118" y="21213"/>
                  </a:cubicBezTo>
                  <a:cubicBezTo>
                    <a:pt x="21105" y="20509"/>
                    <a:pt x="20845" y="18115"/>
                    <a:pt x="20802" y="17063"/>
                  </a:cubicBezTo>
                  <a:cubicBezTo>
                    <a:pt x="20802" y="16269"/>
                    <a:pt x="18638" y="14748"/>
                    <a:pt x="18421" y="13954"/>
                  </a:cubicBezTo>
                  <a:cubicBezTo>
                    <a:pt x="18118" y="12880"/>
                    <a:pt x="20542" y="10676"/>
                    <a:pt x="19417" y="9625"/>
                  </a:cubicBezTo>
                  <a:cubicBezTo>
                    <a:pt x="18638" y="8909"/>
                    <a:pt x="13140" y="7902"/>
                    <a:pt x="12578" y="7164"/>
                  </a:cubicBezTo>
                  <a:cubicBezTo>
                    <a:pt x="11972" y="6258"/>
                    <a:pt x="15824" y="4524"/>
                    <a:pt x="15997" y="3618"/>
                  </a:cubicBezTo>
                  <a:cubicBezTo>
                    <a:pt x="16170" y="2801"/>
                    <a:pt x="16906" y="922"/>
                    <a:pt x="14612" y="352"/>
                  </a:cubicBezTo>
                  <a:cubicBezTo>
                    <a:pt x="13140" y="-40"/>
                    <a:pt x="7946" y="-107"/>
                    <a:pt x="6085" y="161"/>
                  </a:cubicBezTo>
                  <a:cubicBezTo>
                    <a:pt x="3271" y="575"/>
                    <a:pt x="630" y="2343"/>
                    <a:pt x="284" y="3170"/>
                  </a:cubicBezTo>
                  <a:cubicBezTo>
                    <a:pt x="-192" y="4244"/>
                    <a:pt x="3661" y="6269"/>
                    <a:pt x="4353" y="7320"/>
                  </a:cubicBezTo>
                  <a:cubicBezTo>
                    <a:pt x="5132" y="8495"/>
                    <a:pt x="7080" y="10866"/>
                    <a:pt x="6085" y="12019"/>
                  </a:cubicBezTo>
                  <a:cubicBezTo>
                    <a:pt x="5522" y="12779"/>
                    <a:pt x="890" y="13987"/>
                    <a:pt x="284" y="14770"/>
                  </a:cubicBezTo>
                  <a:cubicBezTo>
                    <a:pt x="-495" y="15710"/>
                    <a:pt x="414" y="17757"/>
                    <a:pt x="1972" y="1864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63" name="Shape 4645"/>
            <p:cNvSpPr/>
            <p:nvPr/>
          </p:nvSpPr>
          <p:spPr>
            <a:xfrm>
              <a:off x="10493351" y="805410"/>
              <a:ext cx="10814" cy="43039"/>
            </a:xfrm>
            <a:custGeom>
              <a:avLst/>
              <a:gdLst/>
              <a:ahLst/>
              <a:cxnLst>
                <a:cxn ang="0">
                  <a:pos x="wd2" y="hd2"/>
                </a:cxn>
                <a:cxn ang="5400000">
                  <a:pos x="wd2" y="hd2"/>
                </a:cxn>
                <a:cxn ang="10800000">
                  <a:pos x="wd2" y="hd2"/>
                </a:cxn>
                <a:cxn ang="16200000">
                  <a:pos x="wd2" y="hd2"/>
                </a:cxn>
              </a:cxnLst>
              <a:rect l="0" t="0" r="r" b="b"/>
              <a:pathLst>
                <a:path w="20826" h="21423" extrusionOk="0">
                  <a:moveTo>
                    <a:pt x="1972" y="18641"/>
                  </a:moveTo>
                  <a:cubicBezTo>
                    <a:pt x="3444" y="19468"/>
                    <a:pt x="8335" y="20956"/>
                    <a:pt x="11582" y="21303"/>
                  </a:cubicBezTo>
                  <a:cubicBezTo>
                    <a:pt x="13054" y="21459"/>
                    <a:pt x="16863" y="21493"/>
                    <a:pt x="18118" y="21213"/>
                  </a:cubicBezTo>
                  <a:cubicBezTo>
                    <a:pt x="21105" y="20509"/>
                    <a:pt x="20845" y="18115"/>
                    <a:pt x="20802" y="17063"/>
                  </a:cubicBezTo>
                  <a:cubicBezTo>
                    <a:pt x="20802" y="16269"/>
                    <a:pt x="18638" y="14748"/>
                    <a:pt x="18421" y="13965"/>
                  </a:cubicBezTo>
                  <a:cubicBezTo>
                    <a:pt x="18118" y="12880"/>
                    <a:pt x="20542" y="10676"/>
                    <a:pt x="19417" y="9625"/>
                  </a:cubicBezTo>
                  <a:cubicBezTo>
                    <a:pt x="18638" y="8909"/>
                    <a:pt x="13140" y="7902"/>
                    <a:pt x="12578" y="7164"/>
                  </a:cubicBezTo>
                  <a:cubicBezTo>
                    <a:pt x="11972" y="6258"/>
                    <a:pt x="15824" y="4524"/>
                    <a:pt x="15997" y="3618"/>
                  </a:cubicBezTo>
                  <a:cubicBezTo>
                    <a:pt x="16170" y="2801"/>
                    <a:pt x="16906" y="922"/>
                    <a:pt x="14612" y="352"/>
                  </a:cubicBezTo>
                  <a:cubicBezTo>
                    <a:pt x="13140" y="-40"/>
                    <a:pt x="7946" y="-107"/>
                    <a:pt x="6085" y="161"/>
                  </a:cubicBezTo>
                  <a:cubicBezTo>
                    <a:pt x="3271" y="575"/>
                    <a:pt x="630" y="2343"/>
                    <a:pt x="284" y="3170"/>
                  </a:cubicBezTo>
                  <a:cubicBezTo>
                    <a:pt x="-192" y="4244"/>
                    <a:pt x="3661" y="6269"/>
                    <a:pt x="4353" y="7320"/>
                  </a:cubicBezTo>
                  <a:cubicBezTo>
                    <a:pt x="5132" y="8495"/>
                    <a:pt x="7080" y="10866"/>
                    <a:pt x="6085" y="12019"/>
                  </a:cubicBezTo>
                  <a:cubicBezTo>
                    <a:pt x="5522" y="12779"/>
                    <a:pt x="890" y="13987"/>
                    <a:pt x="284" y="14770"/>
                  </a:cubicBezTo>
                  <a:cubicBezTo>
                    <a:pt x="-495" y="15710"/>
                    <a:pt x="414" y="17757"/>
                    <a:pt x="1972" y="1864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64" name="Shape 4646"/>
            <p:cNvSpPr/>
            <p:nvPr/>
          </p:nvSpPr>
          <p:spPr>
            <a:xfrm>
              <a:off x="10079140" y="1702868"/>
              <a:ext cx="26659" cy="24419"/>
            </a:xfrm>
            <a:custGeom>
              <a:avLst/>
              <a:gdLst/>
              <a:ahLst/>
              <a:cxnLst>
                <a:cxn ang="0">
                  <a:pos x="wd2" y="hd2"/>
                </a:cxn>
                <a:cxn ang="5400000">
                  <a:pos x="wd2" y="hd2"/>
                </a:cxn>
                <a:cxn ang="10800000">
                  <a:pos x="wd2" y="hd2"/>
                </a:cxn>
                <a:cxn ang="16200000">
                  <a:pos x="wd2" y="hd2"/>
                </a:cxn>
              </a:cxnLst>
              <a:rect l="0" t="0" r="r" b="b"/>
              <a:pathLst>
                <a:path w="21281" h="21201" extrusionOk="0">
                  <a:moveTo>
                    <a:pt x="21273" y="2912"/>
                  </a:moveTo>
                  <a:cubicBezTo>
                    <a:pt x="21452" y="4064"/>
                    <a:pt x="18600" y="5078"/>
                    <a:pt x="17882" y="5956"/>
                  </a:cubicBezTo>
                  <a:cubicBezTo>
                    <a:pt x="17110" y="6932"/>
                    <a:pt x="16142" y="9234"/>
                    <a:pt x="15496" y="10288"/>
                  </a:cubicBezTo>
                  <a:cubicBezTo>
                    <a:pt x="14599" y="11790"/>
                    <a:pt x="12733" y="14795"/>
                    <a:pt x="11639" y="16161"/>
                  </a:cubicBezTo>
                  <a:cubicBezTo>
                    <a:pt x="10562" y="17507"/>
                    <a:pt x="8499" y="20649"/>
                    <a:pt x="6902" y="21098"/>
                  </a:cubicBezTo>
                  <a:cubicBezTo>
                    <a:pt x="5270" y="21527"/>
                    <a:pt x="1520" y="20571"/>
                    <a:pt x="480" y="19127"/>
                  </a:cubicBezTo>
                  <a:cubicBezTo>
                    <a:pt x="-148" y="18268"/>
                    <a:pt x="-94" y="15732"/>
                    <a:pt x="265" y="14717"/>
                  </a:cubicBezTo>
                  <a:cubicBezTo>
                    <a:pt x="749" y="13488"/>
                    <a:pt x="3099" y="12122"/>
                    <a:pt x="3871" y="11107"/>
                  </a:cubicBezTo>
                  <a:cubicBezTo>
                    <a:pt x="4714" y="10015"/>
                    <a:pt x="5916" y="7361"/>
                    <a:pt x="6813" y="6288"/>
                  </a:cubicBezTo>
                  <a:cubicBezTo>
                    <a:pt x="7710" y="5195"/>
                    <a:pt x="9827" y="3439"/>
                    <a:pt x="10885" y="2581"/>
                  </a:cubicBezTo>
                  <a:cubicBezTo>
                    <a:pt x="11782" y="1859"/>
                    <a:pt x="13540" y="122"/>
                    <a:pt x="14671" y="5"/>
                  </a:cubicBezTo>
                  <a:cubicBezTo>
                    <a:pt x="15370" y="-73"/>
                    <a:pt x="16662" y="864"/>
                    <a:pt x="17308" y="1156"/>
                  </a:cubicBezTo>
                  <a:cubicBezTo>
                    <a:pt x="18330" y="1586"/>
                    <a:pt x="21111" y="1742"/>
                    <a:pt x="21273" y="291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65" name="Shape 4647"/>
            <p:cNvSpPr/>
            <p:nvPr/>
          </p:nvSpPr>
          <p:spPr>
            <a:xfrm>
              <a:off x="10079140" y="1702868"/>
              <a:ext cx="26659" cy="24419"/>
            </a:xfrm>
            <a:custGeom>
              <a:avLst/>
              <a:gdLst/>
              <a:ahLst/>
              <a:cxnLst>
                <a:cxn ang="0">
                  <a:pos x="wd2" y="hd2"/>
                </a:cxn>
                <a:cxn ang="5400000">
                  <a:pos x="wd2" y="hd2"/>
                </a:cxn>
                <a:cxn ang="10800000">
                  <a:pos x="wd2" y="hd2"/>
                </a:cxn>
                <a:cxn ang="16200000">
                  <a:pos x="wd2" y="hd2"/>
                </a:cxn>
              </a:cxnLst>
              <a:rect l="0" t="0" r="r" b="b"/>
              <a:pathLst>
                <a:path w="21281" h="21201" extrusionOk="0">
                  <a:moveTo>
                    <a:pt x="21273" y="2912"/>
                  </a:moveTo>
                  <a:cubicBezTo>
                    <a:pt x="21452" y="4064"/>
                    <a:pt x="18600" y="5078"/>
                    <a:pt x="17882" y="5956"/>
                  </a:cubicBezTo>
                  <a:cubicBezTo>
                    <a:pt x="17110" y="6932"/>
                    <a:pt x="16142" y="9234"/>
                    <a:pt x="15496" y="10288"/>
                  </a:cubicBezTo>
                  <a:cubicBezTo>
                    <a:pt x="14599" y="11790"/>
                    <a:pt x="12733" y="14795"/>
                    <a:pt x="11639" y="16161"/>
                  </a:cubicBezTo>
                  <a:cubicBezTo>
                    <a:pt x="10562" y="17507"/>
                    <a:pt x="8499" y="20649"/>
                    <a:pt x="6902" y="21098"/>
                  </a:cubicBezTo>
                  <a:cubicBezTo>
                    <a:pt x="5270" y="21527"/>
                    <a:pt x="1520" y="20571"/>
                    <a:pt x="480" y="19127"/>
                  </a:cubicBezTo>
                  <a:cubicBezTo>
                    <a:pt x="-148" y="18268"/>
                    <a:pt x="-94" y="15732"/>
                    <a:pt x="265" y="14717"/>
                  </a:cubicBezTo>
                  <a:cubicBezTo>
                    <a:pt x="749" y="13488"/>
                    <a:pt x="3099" y="12122"/>
                    <a:pt x="3871" y="11107"/>
                  </a:cubicBezTo>
                  <a:cubicBezTo>
                    <a:pt x="4732" y="10015"/>
                    <a:pt x="5916" y="7361"/>
                    <a:pt x="6813" y="6288"/>
                  </a:cubicBezTo>
                  <a:cubicBezTo>
                    <a:pt x="7710" y="5215"/>
                    <a:pt x="9827" y="3439"/>
                    <a:pt x="10885" y="2581"/>
                  </a:cubicBezTo>
                  <a:cubicBezTo>
                    <a:pt x="11782" y="1859"/>
                    <a:pt x="13540" y="122"/>
                    <a:pt x="14671" y="5"/>
                  </a:cubicBezTo>
                  <a:cubicBezTo>
                    <a:pt x="15370" y="-73"/>
                    <a:pt x="16662" y="864"/>
                    <a:pt x="17308" y="1156"/>
                  </a:cubicBezTo>
                  <a:cubicBezTo>
                    <a:pt x="18330" y="1586"/>
                    <a:pt x="21111" y="1742"/>
                    <a:pt x="21273" y="291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66" name="Shape 4648"/>
            <p:cNvSpPr/>
            <p:nvPr/>
          </p:nvSpPr>
          <p:spPr>
            <a:xfrm>
              <a:off x="8583377" y="874446"/>
              <a:ext cx="1550982" cy="1148889"/>
            </a:xfrm>
            <a:custGeom>
              <a:avLst/>
              <a:gdLst/>
              <a:ahLst/>
              <a:cxnLst>
                <a:cxn ang="0">
                  <a:pos x="wd2" y="hd2"/>
                </a:cxn>
                <a:cxn ang="5400000">
                  <a:pos x="wd2" y="hd2"/>
                </a:cxn>
                <a:cxn ang="10800000">
                  <a:pos x="wd2" y="hd2"/>
                </a:cxn>
                <a:cxn ang="16200000">
                  <a:pos x="wd2" y="hd2"/>
                </a:cxn>
              </a:cxnLst>
              <a:rect l="0" t="0" r="r" b="b"/>
              <a:pathLst>
                <a:path w="21595" h="21597" extrusionOk="0">
                  <a:moveTo>
                    <a:pt x="13964" y="18471"/>
                  </a:moveTo>
                  <a:lnTo>
                    <a:pt x="13919" y="18453"/>
                  </a:lnTo>
                  <a:cubicBezTo>
                    <a:pt x="13919" y="18453"/>
                    <a:pt x="13898" y="18368"/>
                    <a:pt x="13882" y="18350"/>
                  </a:cubicBezTo>
                  <a:cubicBezTo>
                    <a:pt x="13869" y="18335"/>
                    <a:pt x="13830" y="18338"/>
                    <a:pt x="13817" y="18323"/>
                  </a:cubicBezTo>
                  <a:cubicBezTo>
                    <a:pt x="13800" y="18302"/>
                    <a:pt x="13800" y="18225"/>
                    <a:pt x="13781" y="18210"/>
                  </a:cubicBezTo>
                  <a:cubicBezTo>
                    <a:pt x="13766" y="18199"/>
                    <a:pt x="13732" y="18213"/>
                    <a:pt x="13716" y="18219"/>
                  </a:cubicBezTo>
                  <a:cubicBezTo>
                    <a:pt x="13700" y="18226"/>
                    <a:pt x="13673" y="18264"/>
                    <a:pt x="13657" y="18263"/>
                  </a:cubicBezTo>
                  <a:cubicBezTo>
                    <a:pt x="13637" y="18262"/>
                    <a:pt x="13610" y="18204"/>
                    <a:pt x="13590" y="18203"/>
                  </a:cubicBezTo>
                  <a:cubicBezTo>
                    <a:pt x="13572" y="18201"/>
                    <a:pt x="13542" y="18244"/>
                    <a:pt x="13523" y="18246"/>
                  </a:cubicBezTo>
                  <a:cubicBezTo>
                    <a:pt x="13507" y="18248"/>
                    <a:pt x="13475" y="18223"/>
                    <a:pt x="13459" y="18226"/>
                  </a:cubicBezTo>
                  <a:cubicBezTo>
                    <a:pt x="13438" y="18230"/>
                    <a:pt x="13405" y="18275"/>
                    <a:pt x="13385" y="18276"/>
                  </a:cubicBezTo>
                  <a:cubicBezTo>
                    <a:pt x="13361" y="18278"/>
                    <a:pt x="13313" y="18252"/>
                    <a:pt x="13296" y="18230"/>
                  </a:cubicBezTo>
                  <a:cubicBezTo>
                    <a:pt x="13281" y="18210"/>
                    <a:pt x="13281" y="18141"/>
                    <a:pt x="13264" y="18126"/>
                  </a:cubicBezTo>
                  <a:cubicBezTo>
                    <a:pt x="13250" y="18114"/>
                    <a:pt x="13214" y="18122"/>
                    <a:pt x="13199" y="18129"/>
                  </a:cubicBezTo>
                  <a:cubicBezTo>
                    <a:pt x="13183" y="18136"/>
                    <a:pt x="13159" y="18176"/>
                    <a:pt x="13142" y="18179"/>
                  </a:cubicBezTo>
                  <a:cubicBezTo>
                    <a:pt x="13120" y="18185"/>
                    <a:pt x="13068" y="18173"/>
                    <a:pt x="13053" y="18149"/>
                  </a:cubicBezTo>
                  <a:cubicBezTo>
                    <a:pt x="13043" y="18132"/>
                    <a:pt x="13057" y="18081"/>
                    <a:pt x="13048" y="18062"/>
                  </a:cubicBezTo>
                  <a:cubicBezTo>
                    <a:pt x="13043" y="18049"/>
                    <a:pt x="13018" y="18039"/>
                    <a:pt x="13009" y="18029"/>
                  </a:cubicBezTo>
                  <a:cubicBezTo>
                    <a:pt x="12987" y="18004"/>
                    <a:pt x="12951" y="17942"/>
                    <a:pt x="12932" y="17912"/>
                  </a:cubicBezTo>
                  <a:cubicBezTo>
                    <a:pt x="12914" y="17884"/>
                    <a:pt x="12881" y="17823"/>
                    <a:pt x="12860" y="17798"/>
                  </a:cubicBezTo>
                  <a:cubicBezTo>
                    <a:pt x="12841" y="17776"/>
                    <a:pt x="12793" y="17748"/>
                    <a:pt x="12774" y="17725"/>
                  </a:cubicBezTo>
                  <a:cubicBezTo>
                    <a:pt x="12762" y="17712"/>
                    <a:pt x="12735" y="17683"/>
                    <a:pt x="12734" y="17661"/>
                  </a:cubicBezTo>
                  <a:cubicBezTo>
                    <a:pt x="12733" y="17626"/>
                    <a:pt x="12788" y="17580"/>
                    <a:pt x="12794" y="17545"/>
                  </a:cubicBezTo>
                  <a:cubicBezTo>
                    <a:pt x="12800" y="17498"/>
                    <a:pt x="12780" y="17399"/>
                    <a:pt x="12762" y="17358"/>
                  </a:cubicBezTo>
                  <a:cubicBezTo>
                    <a:pt x="12749" y="17329"/>
                    <a:pt x="12701" y="17294"/>
                    <a:pt x="12685" y="17268"/>
                  </a:cubicBezTo>
                  <a:cubicBezTo>
                    <a:pt x="12673" y="17249"/>
                    <a:pt x="12652" y="17205"/>
                    <a:pt x="12647" y="17181"/>
                  </a:cubicBezTo>
                  <a:cubicBezTo>
                    <a:pt x="12641" y="17145"/>
                    <a:pt x="12660" y="17070"/>
                    <a:pt x="12655" y="17034"/>
                  </a:cubicBezTo>
                  <a:cubicBezTo>
                    <a:pt x="12650" y="16998"/>
                    <a:pt x="12633" y="16915"/>
                    <a:pt x="12608" y="16900"/>
                  </a:cubicBezTo>
                  <a:cubicBezTo>
                    <a:pt x="12584" y="16887"/>
                    <a:pt x="12533" y="16963"/>
                    <a:pt x="12509" y="16947"/>
                  </a:cubicBezTo>
                  <a:cubicBezTo>
                    <a:pt x="12491" y="16934"/>
                    <a:pt x="12483" y="16868"/>
                    <a:pt x="12485" y="16840"/>
                  </a:cubicBezTo>
                  <a:cubicBezTo>
                    <a:pt x="12487" y="16798"/>
                    <a:pt x="12553" y="16728"/>
                    <a:pt x="12539" y="16690"/>
                  </a:cubicBezTo>
                  <a:cubicBezTo>
                    <a:pt x="12527" y="16659"/>
                    <a:pt x="12459" y="16682"/>
                    <a:pt x="12437" y="16663"/>
                  </a:cubicBezTo>
                  <a:cubicBezTo>
                    <a:pt x="12421" y="16648"/>
                    <a:pt x="12412" y="16583"/>
                    <a:pt x="12393" y="16574"/>
                  </a:cubicBezTo>
                  <a:cubicBezTo>
                    <a:pt x="12377" y="16565"/>
                    <a:pt x="12345" y="16600"/>
                    <a:pt x="12329" y="16596"/>
                  </a:cubicBezTo>
                  <a:cubicBezTo>
                    <a:pt x="12302" y="16591"/>
                    <a:pt x="12266" y="16526"/>
                    <a:pt x="12240" y="16516"/>
                  </a:cubicBezTo>
                  <a:cubicBezTo>
                    <a:pt x="12219" y="16509"/>
                    <a:pt x="12175" y="16513"/>
                    <a:pt x="12155" y="16523"/>
                  </a:cubicBezTo>
                  <a:cubicBezTo>
                    <a:pt x="12134" y="16533"/>
                    <a:pt x="12103" y="16587"/>
                    <a:pt x="12081" y="16596"/>
                  </a:cubicBezTo>
                  <a:cubicBezTo>
                    <a:pt x="12071" y="16601"/>
                    <a:pt x="12047" y="16603"/>
                    <a:pt x="12037" y="16596"/>
                  </a:cubicBezTo>
                  <a:cubicBezTo>
                    <a:pt x="12018" y="16585"/>
                    <a:pt x="11995" y="16536"/>
                    <a:pt x="11985" y="16513"/>
                  </a:cubicBezTo>
                  <a:cubicBezTo>
                    <a:pt x="11968" y="16475"/>
                    <a:pt x="11951" y="16387"/>
                    <a:pt x="11933" y="16349"/>
                  </a:cubicBezTo>
                  <a:cubicBezTo>
                    <a:pt x="11914" y="16310"/>
                    <a:pt x="11873" y="16227"/>
                    <a:pt x="11841" y="16209"/>
                  </a:cubicBezTo>
                  <a:cubicBezTo>
                    <a:pt x="11809" y="16191"/>
                    <a:pt x="11730" y="16249"/>
                    <a:pt x="11700" y="16222"/>
                  </a:cubicBezTo>
                  <a:cubicBezTo>
                    <a:pt x="11676" y="16202"/>
                    <a:pt x="11684" y="16101"/>
                    <a:pt x="11661" y="16079"/>
                  </a:cubicBezTo>
                  <a:cubicBezTo>
                    <a:pt x="11634" y="16053"/>
                    <a:pt x="11528" y="16076"/>
                    <a:pt x="11528" y="16076"/>
                  </a:cubicBezTo>
                  <a:lnTo>
                    <a:pt x="9612" y="16781"/>
                  </a:lnTo>
                  <a:lnTo>
                    <a:pt x="5786" y="18064"/>
                  </a:lnTo>
                  <a:lnTo>
                    <a:pt x="2376" y="19132"/>
                  </a:lnTo>
                  <a:lnTo>
                    <a:pt x="186" y="19756"/>
                  </a:lnTo>
                  <a:lnTo>
                    <a:pt x="0" y="18492"/>
                  </a:lnTo>
                  <a:cubicBezTo>
                    <a:pt x="24" y="18466"/>
                    <a:pt x="46" y="18440"/>
                    <a:pt x="63" y="18420"/>
                  </a:cubicBezTo>
                  <a:cubicBezTo>
                    <a:pt x="146" y="18319"/>
                    <a:pt x="303" y="18102"/>
                    <a:pt x="379" y="17993"/>
                  </a:cubicBezTo>
                  <a:cubicBezTo>
                    <a:pt x="442" y="17905"/>
                    <a:pt x="566" y="17729"/>
                    <a:pt x="620" y="17632"/>
                  </a:cubicBezTo>
                  <a:cubicBezTo>
                    <a:pt x="652" y="17575"/>
                    <a:pt x="703" y="17448"/>
                    <a:pt x="734" y="17388"/>
                  </a:cubicBezTo>
                  <a:cubicBezTo>
                    <a:pt x="758" y="17339"/>
                    <a:pt x="809" y="17242"/>
                    <a:pt x="837" y="17198"/>
                  </a:cubicBezTo>
                  <a:cubicBezTo>
                    <a:pt x="879" y="17133"/>
                    <a:pt x="977" y="17020"/>
                    <a:pt x="1020" y="16957"/>
                  </a:cubicBezTo>
                  <a:cubicBezTo>
                    <a:pt x="1050" y="16914"/>
                    <a:pt x="1100" y="16814"/>
                    <a:pt x="1134" y="16777"/>
                  </a:cubicBezTo>
                  <a:cubicBezTo>
                    <a:pt x="1171" y="16736"/>
                    <a:pt x="1262" y="16689"/>
                    <a:pt x="1303" y="16654"/>
                  </a:cubicBezTo>
                  <a:cubicBezTo>
                    <a:pt x="1318" y="16639"/>
                    <a:pt x="1351" y="16611"/>
                    <a:pt x="1362" y="16590"/>
                  </a:cubicBezTo>
                  <a:cubicBezTo>
                    <a:pt x="1373" y="16567"/>
                    <a:pt x="1385" y="16513"/>
                    <a:pt x="1386" y="16486"/>
                  </a:cubicBezTo>
                  <a:cubicBezTo>
                    <a:pt x="1387" y="16465"/>
                    <a:pt x="1374" y="16422"/>
                    <a:pt x="1374" y="16400"/>
                  </a:cubicBezTo>
                  <a:cubicBezTo>
                    <a:pt x="1374" y="16364"/>
                    <a:pt x="1383" y="16293"/>
                    <a:pt x="1396" y="16262"/>
                  </a:cubicBezTo>
                  <a:cubicBezTo>
                    <a:pt x="1409" y="16234"/>
                    <a:pt x="1459" y="16207"/>
                    <a:pt x="1473" y="16179"/>
                  </a:cubicBezTo>
                  <a:cubicBezTo>
                    <a:pt x="1488" y="16149"/>
                    <a:pt x="1498" y="16077"/>
                    <a:pt x="1503" y="16042"/>
                  </a:cubicBezTo>
                  <a:cubicBezTo>
                    <a:pt x="1508" y="16006"/>
                    <a:pt x="1501" y="15927"/>
                    <a:pt x="1515" y="15895"/>
                  </a:cubicBezTo>
                  <a:cubicBezTo>
                    <a:pt x="1528" y="15867"/>
                    <a:pt x="1576" y="15840"/>
                    <a:pt x="1594" y="15818"/>
                  </a:cubicBezTo>
                  <a:cubicBezTo>
                    <a:pt x="1615" y="15794"/>
                    <a:pt x="1647" y="15734"/>
                    <a:pt x="1668" y="15711"/>
                  </a:cubicBezTo>
                  <a:cubicBezTo>
                    <a:pt x="1691" y="15688"/>
                    <a:pt x="1743" y="15659"/>
                    <a:pt x="1765" y="15635"/>
                  </a:cubicBezTo>
                  <a:cubicBezTo>
                    <a:pt x="1802" y="15591"/>
                    <a:pt x="1868" y="15487"/>
                    <a:pt x="1891" y="15428"/>
                  </a:cubicBezTo>
                  <a:cubicBezTo>
                    <a:pt x="1907" y="15385"/>
                    <a:pt x="1933" y="15291"/>
                    <a:pt x="1929" y="15244"/>
                  </a:cubicBezTo>
                  <a:cubicBezTo>
                    <a:pt x="1924" y="15208"/>
                    <a:pt x="1883" y="15154"/>
                    <a:pt x="1874" y="15121"/>
                  </a:cubicBezTo>
                  <a:cubicBezTo>
                    <a:pt x="1862" y="15081"/>
                    <a:pt x="1867" y="14990"/>
                    <a:pt x="1849" y="14957"/>
                  </a:cubicBezTo>
                  <a:cubicBezTo>
                    <a:pt x="1833" y="14929"/>
                    <a:pt x="1776" y="14917"/>
                    <a:pt x="1757" y="14893"/>
                  </a:cubicBezTo>
                  <a:cubicBezTo>
                    <a:pt x="1737" y="14868"/>
                    <a:pt x="1713" y="14798"/>
                    <a:pt x="1703" y="14763"/>
                  </a:cubicBezTo>
                  <a:cubicBezTo>
                    <a:pt x="1694" y="14731"/>
                    <a:pt x="1693" y="14656"/>
                    <a:pt x="1678" y="14627"/>
                  </a:cubicBezTo>
                  <a:cubicBezTo>
                    <a:pt x="1665" y="14599"/>
                    <a:pt x="1622" y="14560"/>
                    <a:pt x="1600" y="14546"/>
                  </a:cubicBezTo>
                  <a:cubicBezTo>
                    <a:pt x="1566" y="14527"/>
                    <a:pt x="1490" y="14532"/>
                    <a:pt x="1456" y="14516"/>
                  </a:cubicBezTo>
                  <a:cubicBezTo>
                    <a:pt x="1423" y="14502"/>
                    <a:pt x="1358" y="14465"/>
                    <a:pt x="1337" y="14429"/>
                  </a:cubicBezTo>
                  <a:cubicBezTo>
                    <a:pt x="1319" y="14399"/>
                    <a:pt x="1306" y="14320"/>
                    <a:pt x="1305" y="14282"/>
                  </a:cubicBezTo>
                  <a:cubicBezTo>
                    <a:pt x="1304" y="14254"/>
                    <a:pt x="1319" y="14200"/>
                    <a:pt x="1322" y="14172"/>
                  </a:cubicBezTo>
                  <a:cubicBezTo>
                    <a:pt x="1325" y="14152"/>
                    <a:pt x="1338" y="14106"/>
                    <a:pt x="1327" y="14092"/>
                  </a:cubicBezTo>
                  <a:cubicBezTo>
                    <a:pt x="1306" y="14061"/>
                    <a:pt x="1233" y="14100"/>
                    <a:pt x="1201" y="14099"/>
                  </a:cubicBezTo>
                  <a:cubicBezTo>
                    <a:pt x="1182" y="14098"/>
                    <a:pt x="1137" y="14106"/>
                    <a:pt x="1127" y="14085"/>
                  </a:cubicBezTo>
                  <a:cubicBezTo>
                    <a:pt x="1110" y="14054"/>
                    <a:pt x="1153" y="13973"/>
                    <a:pt x="1152" y="13935"/>
                  </a:cubicBezTo>
                  <a:cubicBezTo>
                    <a:pt x="1150" y="13903"/>
                    <a:pt x="1116" y="13847"/>
                    <a:pt x="1120" y="13815"/>
                  </a:cubicBezTo>
                  <a:cubicBezTo>
                    <a:pt x="1123" y="13782"/>
                    <a:pt x="1175" y="13741"/>
                    <a:pt x="1176" y="13708"/>
                  </a:cubicBezTo>
                  <a:cubicBezTo>
                    <a:pt x="1177" y="13666"/>
                    <a:pt x="1120" y="13605"/>
                    <a:pt x="1110" y="13565"/>
                  </a:cubicBezTo>
                  <a:cubicBezTo>
                    <a:pt x="1103" y="13537"/>
                    <a:pt x="1108" y="13476"/>
                    <a:pt x="1102" y="13448"/>
                  </a:cubicBezTo>
                  <a:cubicBezTo>
                    <a:pt x="1091" y="13398"/>
                    <a:pt x="1040" y="13316"/>
                    <a:pt x="1028" y="13267"/>
                  </a:cubicBezTo>
                  <a:cubicBezTo>
                    <a:pt x="1022" y="13244"/>
                    <a:pt x="1011" y="13192"/>
                    <a:pt x="1019" y="13171"/>
                  </a:cubicBezTo>
                  <a:cubicBezTo>
                    <a:pt x="1033" y="13130"/>
                    <a:pt x="1103" y="13098"/>
                    <a:pt x="1131" y="13075"/>
                  </a:cubicBezTo>
                  <a:cubicBezTo>
                    <a:pt x="1166" y="13045"/>
                    <a:pt x="1238" y="12989"/>
                    <a:pt x="1273" y="12959"/>
                  </a:cubicBezTo>
                  <a:cubicBezTo>
                    <a:pt x="1311" y="12926"/>
                    <a:pt x="1383" y="12855"/>
                    <a:pt x="1421" y="12823"/>
                  </a:cubicBezTo>
                  <a:cubicBezTo>
                    <a:pt x="1476" y="12778"/>
                    <a:pt x="1587" y="12697"/>
                    <a:pt x="1643" y="12656"/>
                  </a:cubicBezTo>
                  <a:cubicBezTo>
                    <a:pt x="1714" y="12606"/>
                    <a:pt x="1856" y="12510"/>
                    <a:pt x="1927" y="12465"/>
                  </a:cubicBezTo>
                  <a:cubicBezTo>
                    <a:pt x="2003" y="12416"/>
                    <a:pt x="2155" y="12319"/>
                    <a:pt x="2234" y="12278"/>
                  </a:cubicBezTo>
                  <a:cubicBezTo>
                    <a:pt x="2274" y="12257"/>
                    <a:pt x="2357" y="12221"/>
                    <a:pt x="2399" y="12207"/>
                  </a:cubicBezTo>
                  <a:cubicBezTo>
                    <a:pt x="2494" y="12174"/>
                    <a:pt x="2685" y="12123"/>
                    <a:pt x="2781" y="12106"/>
                  </a:cubicBezTo>
                  <a:cubicBezTo>
                    <a:pt x="2833" y="12097"/>
                    <a:pt x="2940" y="12104"/>
                    <a:pt x="2991" y="12087"/>
                  </a:cubicBezTo>
                  <a:cubicBezTo>
                    <a:pt x="3049" y="12066"/>
                    <a:pt x="3153" y="11976"/>
                    <a:pt x="3210" y="11953"/>
                  </a:cubicBezTo>
                  <a:cubicBezTo>
                    <a:pt x="3281" y="11923"/>
                    <a:pt x="3428" y="11899"/>
                    <a:pt x="3500" y="11883"/>
                  </a:cubicBezTo>
                  <a:cubicBezTo>
                    <a:pt x="3559" y="11872"/>
                    <a:pt x="3676" y="11852"/>
                    <a:pt x="3735" y="11841"/>
                  </a:cubicBezTo>
                  <a:cubicBezTo>
                    <a:pt x="3814" y="11827"/>
                    <a:pt x="3974" y="11792"/>
                    <a:pt x="4054" y="11786"/>
                  </a:cubicBezTo>
                  <a:cubicBezTo>
                    <a:pt x="4117" y="11781"/>
                    <a:pt x="4243" y="11775"/>
                    <a:pt x="4305" y="11790"/>
                  </a:cubicBezTo>
                  <a:cubicBezTo>
                    <a:pt x="4341" y="11799"/>
                    <a:pt x="4411" y="11835"/>
                    <a:pt x="4443" y="11857"/>
                  </a:cubicBezTo>
                  <a:cubicBezTo>
                    <a:pt x="4474" y="11878"/>
                    <a:pt x="4526" y="11941"/>
                    <a:pt x="4558" y="11962"/>
                  </a:cubicBezTo>
                  <a:cubicBezTo>
                    <a:pt x="4583" y="11979"/>
                    <a:pt x="4638" y="11996"/>
                    <a:pt x="4665" y="12010"/>
                  </a:cubicBezTo>
                  <a:cubicBezTo>
                    <a:pt x="4695" y="12027"/>
                    <a:pt x="4751" y="12071"/>
                    <a:pt x="4782" y="12084"/>
                  </a:cubicBezTo>
                  <a:cubicBezTo>
                    <a:pt x="4808" y="12095"/>
                    <a:pt x="4862" y="12111"/>
                    <a:pt x="4889" y="12106"/>
                  </a:cubicBezTo>
                  <a:cubicBezTo>
                    <a:pt x="4915" y="12102"/>
                    <a:pt x="4965" y="12074"/>
                    <a:pt x="4986" y="12053"/>
                  </a:cubicBezTo>
                  <a:cubicBezTo>
                    <a:pt x="5004" y="12034"/>
                    <a:pt x="5026" y="11976"/>
                    <a:pt x="5044" y="11957"/>
                  </a:cubicBezTo>
                  <a:cubicBezTo>
                    <a:pt x="5077" y="11921"/>
                    <a:pt x="5160" y="11883"/>
                    <a:pt x="5199" y="11859"/>
                  </a:cubicBezTo>
                  <a:cubicBezTo>
                    <a:pt x="5232" y="11839"/>
                    <a:pt x="5298" y="11797"/>
                    <a:pt x="5331" y="11777"/>
                  </a:cubicBezTo>
                  <a:cubicBezTo>
                    <a:pt x="5358" y="11760"/>
                    <a:pt x="5411" y="11723"/>
                    <a:pt x="5439" y="11712"/>
                  </a:cubicBezTo>
                  <a:cubicBezTo>
                    <a:pt x="5478" y="11698"/>
                    <a:pt x="5558" y="11697"/>
                    <a:pt x="5596" y="11683"/>
                  </a:cubicBezTo>
                  <a:cubicBezTo>
                    <a:pt x="5642" y="11668"/>
                    <a:pt x="5730" y="11618"/>
                    <a:pt x="5774" y="11594"/>
                  </a:cubicBezTo>
                  <a:cubicBezTo>
                    <a:pt x="5803" y="11579"/>
                    <a:pt x="5858" y="11541"/>
                    <a:pt x="5888" y="11530"/>
                  </a:cubicBezTo>
                  <a:cubicBezTo>
                    <a:pt x="5911" y="11521"/>
                    <a:pt x="5957" y="11515"/>
                    <a:pt x="5981" y="11512"/>
                  </a:cubicBezTo>
                  <a:cubicBezTo>
                    <a:pt x="6013" y="11508"/>
                    <a:pt x="6079" y="11512"/>
                    <a:pt x="6112" y="11508"/>
                  </a:cubicBezTo>
                  <a:cubicBezTo>
                    <a:pt x="6149" y="11503"/>
                    <a:pt x="6221" y="11484"/>
                    <a:pt x="6258" y="11476"/>
                  </a:cubicBezTo>
                  <a:cubicBezTo>
                    <a:pt x="6293" y="11468"/>
                    <a:pt x="6368" y="11465"/>
                    <a:pt x="6401" y="11443"/>
                  </a:cubicBezTo>
                  <a:cubicBezTo>
                    <a:pt x="6425" y="11426"/>
                    <a:pt x="6459" y="11363"/>
                    <a:pt x="6481" y="11341"/>
                  </a:cubicBezTo>
                  <a:cubicBezTo>
                    <a:pt x="6508" y="11314"/>
                    <a:pt x="6569" y="11275"/>
                    <a:pt x="6595" y="11249"/>
                  </a:cubicBezTo>
                  <a:cubicBezTo>
                    <a:pt x="6621" y="11225"/>
                    <a:pt x="6662" y="11160"/>
                    <a:pt x="6689" y="11140"/>
                  </a:cubicBezTo>
                  <a:cubicBezTo>
                    <a:pt x="6712" y="11124"/>
                    <a:pt x="6768" y="11123"/>
                    <a:pt x="6790" y="11105"/>
                  </a:cubicBezTo>
                  <a:cubicBezTo>
                    <a:pt x="6824" y="11076"/>
                    <a:pt x="6866" y="10978"/>
                    <a:pt x="6895" y="10940"/>
                  </a:cubicBezTo>
                  <a:cubicBezTo>
                    <a:pt x="6917" y="10912"/>
                    <a:pt x="6973" y="10871"/>
                    <a:pt x="6990" y="10838"/>
                  </a:cubicBezTo>
                  <a:cubicBezTo>
                    <a:pt x="7013" y="10791"/>
                    <a:pt x="7025" y="10676"/>
                    <a:pt x="7039" y="10624"/>
                  </a:cubicBezTo>
                  <a:cubicBezTo>
                    <a:pt x="7051" y="10580"/>
                    <a:pt x="7072" y="10491"/>
                    <a:pt x="7091" y="10454"/>
                  </a:cubicBezTo>
                  <a:cubicBezTo>
                    <a:pt x="7109" y="10423"/>
                    <a:pt x="7160" y="10382"/>
                    <a:pt x="7181" y="10354"/>
                  </a:cubicBezTo>
                  <a:cubicBezTo>
                    <a:pt x="7212" y="10313"/>
                    <a:pt x="7262" y="10216"/>
                    <a:pt x="7293" y="10174"/>
                  </a:cubicBezTo>
                  <a:cubicBezTo>
                    <a:pt x="7318" y="10140"/>
                    <a:pt x="7377" y="10086"/>
                    <a:pt x="7400" y="10049"/>
                  </a:cubicBezTo>
                  <a:cubicBezTo>
                    <a:pt x="7418" y="10020"/>
                    <a:pt x="7442" y="9949"/>
                    <a:pt x="7460" y="9918"/>
                  </a:cubicBezTo>
                  <a:cubicBezTo>
                    <a:pt x="7480" y="9882"/>
                    <a:pt x="7524" y="9812"/>
                    <a:pt x="7552" y="9787"/>
                  </a:cubicBezTo>
                  <a:cubicBezTo>
                    <a:pt x="7574" y="9766"/>
                    <a:pt x="7624" y="9732"/>
                    <a:pt x="7650" y="9731"/>
                  </a:cubicBezTo>
                  <a:cubicBezTo>
                    <a:pt x="7669" y="9730"/>
                    <a:pt x="7703" y="9765"/>
                    <a:pt x="7721" y="9767"/>
                  </a:cubicBezTo>
                  <a:cubicBezTo>
                    <a:pt x="7747" y="9770"/>
                    <a:pt x="7798" y="9756"/>
                    <a:pt x="7821" y="9740"/>
                  </a:cubicBezTo>
                  <a:cubicBezTo>
                    <a:pt x="7851" y="9720"/>
                    <a:pt x="7896" y="9649"/>
                    <a:pt x="7921" y="9617"/>
                  </a:cubicBezTo>
                  <a:cubicBezTo>
                    <a:pt x="7943" y="9590"/>
                    <a:pt x="7994" y="9542"/>
                    <a:pt x="8007" y="9506"/>
                  </a:cubicBezTo>
                  <a:cubicBezTo>
                    <a:pt x="8028" y="9447"/>
                    <a:pt x="8028" y="9311"/>
                    <a:pt x="8023" y="9246"/>
                  </a:cubicBezTo>
                  <a:cubicBezTo>
                    <a:pt x="8020" y="9192"/>
                    <a:pt x="7996" y="9090"/>
                    <a:pt x="7986" y="9039"/>
                  </a:cubicBezTo>
                  <a:cubicBezTo>
                    <a:pt x="7973" y="8979"/>
                    <a:pt x="7945" y="8860"/>
                    <a:pt x="7927" y="8803"/>
                  </a:cubicBezTo>
                  <a:cubicBezTo>
                    <a:pt x="7916" y="8766"/>
                    <a:pt x="7890" y="8695"/>
                    <a:pt x="7875" y="8660"/>
                  </a:cubicBezTo>
                  <a:cubicBezTo>
                    <a:pt x="7858" y="8620"/>
                    <a:pt x="7814" y="8546"/>
                    <a:pt x="7801" y="8502"/>
                  </a:cubicBezTo>
                  <a:cubicBezTo>
                    <a:pt x="7788" y="8460"/>
                    <a:pt x="7791" y="8361"/>
                    <a:pt x="7771" y="8324"/>
                  </a:cubicBezTo>
                  <a:cubicBezTo>
                    <a:pt x="7745" y="8277"/>
                    <a:pt x="7653" y="8248"/>
                    <a:pt x="7621" y="8208"/>
                  </a:cubicBezTo>
                  <a:cubicBezTo>
                    <a:pt x="7604" y="8188"/>
                    <a:pt x="7573" y="8142"/>
                    <a:pt x="7570" y="8113"/>
                  </a:cubicBezTo>
                  <a:cubicBezTo>
                    <a:pt x="7567" y="8080"/>
                    <a:pt x="7587" y="8014"/>
                    <a:pt x="7604" y="7991"/>
                  </a:cubicBezTo>
                  <a:cubicBezTo>
                    <a:pt x="7620" y="7970"/>
                    <a:pt x="7666" y="7953"/>
                    <a:pt x="7689" y="7948"/>
                  </a:cubicBezTo>
                  <a:cubicBezTo>
                    <a:pt x="7707" y="7944"/>
                    <a:pt x="7745" y="7966"/>
                    <a:pt x="7762" y="7954"/>
                  </a:cubicBezTo>
                  <a:cubicBezTo>
                    <a:pt x="7778" y="7943"/>
                    <a:pt x="7787" y="7888"/>
                    <a:pt x="7799" y="7869"/>
                  </a:cubicBezTo>
                  <a:cubicBezTo>
                    <a:pt x="7814" y="7846"/>
                    <a:pt x="7862" y="7821"/>
                    <a:pt x="7873" y="7794"/>
                  </a:cubicBezTo>
                  <a:cubicBezTo>
                    <a:pt x="7887" y="7762"/>
                    <a:pt x="7893" y="7681"/>
                    <a:pt x="7887" y="7644"/>
                  </a:cubicBezTo>
                  <a:cubicBezTo>
                    <a:pt x="7879" y="7606"/>
                    <a:pt x="7842" y="7540"/>
                    <a:pt x="7819" y="7515"/>
                  </a:cubicBezTo>
                  <a:cubicBezTo>
                    <a:pt x="7798" y="7492"/>
                    <a:pt x="7745" y="7462"/>
                    <a:pt x="7717" y="7454"/>
                  </a:cubicBezTo>
                  <a:cubicBezTo>
                    <a:pt x="7687" y="7445"/>
                    <a:pt x="7626" y="7445"/>
                    <a:pt x="7596" y="7452"/>
                  </a:cubicBezTo>
                  <a:cubicBezTo>
                    <a:pt x="7571" y="7458"/>
                    <a:pt x="7524" y="7512"/>
                    <a:pt x="7501" y="7497"/>
                  </a:cubicBezTo>
                  <a:cubicBezTo>
                    <a:pt x="7481" y="7484"/>
                    <a:pt x="7486" y="7410"/>
                    <a:pt x="7471" y="7389"/>
                  </a:cubicBezTo>
                  <a:cubicBezTo>
                    <a:pt x="7452" y="7362"/>
                    <a:pt x="7387" y="7359"/>
                    <a:pt x="7371" y="7328"/>
                  </a:cubicBezTo>
                  <a:cubicBezTo>
                    <a:pt x="7359" y="7306"/>
                    <a:pt x="7374" y="7245"/>
                    <a:pt x="7366" y="7220"/>
                  </a:cubicBezTo>
                  <a:cubicBezTo>
                    <a:pt x="7361" y="7204"/>
                    <a:pt x="7342" y="7179"/>
                    <a:pt x="7331" y="7170"/>
                  </a:cubicBezTo>
                  <a:cubicBezTo>
                    <a:pt x="7308" y="7151"/>
                    <a:pt x="7250" y="7151"/>
                    <a:pt x="7226" y="7133"/>
                  </a:cubicBezTo>
                  <a:cubicBezTo>
                    <a:pt x="7212" y="7123"/>
                    <a:pt x="7192" y="7091"/>
                    <a:pt x="7182" y="7074"/>
                  </a:cubicBezTo>
                  <a:cubicBezTo>
                    <a:pt x="7166" y="7050"/>
                    <a:pt x="7134" y="6998"/>
                    <a:pt x="7127" y="6966"/>
                  </a:cubicBezTo>
                  <a:cubicBezTo>
                    <a:pt x="7121" y="6935"/>
                    <a:pt x="7129" y="6870"/>
                    <a:pt x="7135" y="6839"/>
                  </a:cubicBezTo>
                  <a:cubicBezTo>
                    <a:pt x="7140" y="6812"/>
                    <a:pt x="7162" y="6762"/>
                    <a:pt x="7169" y="6735"/>
                  </a:cubicBezTo>
                  <a:cubicBezTo>
                    <a:pt x="7178" y="6701"/>
                    <a:pt x="7192" y="6629"/>
                    <a:pt x="7196" y="6592"/>
                  </a:cubicBezTo>
                  <a:cubicBezTo>
                    <a:pt x="7200" y="6568"/>
                    <a:pt x="7196" y="6517"/>
                    <a:pt x="7204" y="6495"/>
                  </a:cubicBezTo>
                  <a:cubicBezTo>
                    <a:pt x="7211" y="6475"/>
                    <a:pt x="7238" y="6440"/>
                    <a:pt x="7253" y="6432"/>
                  </a:cubicBezTo>
                  <a:cubicBezTo>
                    <a:pt x="7271" y="6422"/>
                    <a:pt x="7314" y="6438"/>
                    <a:pt x="7333" y="6428"/>
                  </a:cubicBezTo>
                  <a:cubicBezTo>
                    <a:pt x="7357" y="6416"/>
                    <a:pt x="7396" y="6362"/>
                    <a:pt x="7417" y="6338"/>
                  </a:cubicBezTo>
                  <a:cubicBezTo>
                    <a:pt x="7440" y="6312"/>
                    <a:pt x="7493" y="6267"/>
                    <a:pt x="7508" y="6231"/>
                  </a:cubicBezTo>
                  <a:cubicBezTo>
                    <a:pt x="7520" y="6203"/>
                    <a:pt x="7532" y="6134"/>
                    <a:pt x="7528" y="6102"/>
                  </a:cubicBezTo>
                  <a:cubicBezTo>
                    <a:pt x="7525" y="6082"/>
                    <a:pt x="7501" y="6054"/>
                    <a:pt x="7498" y="6035"/>
                  </a:cubicBezTo>
                  <a:cubicBezTo>
                    <a:pt x="7494" y="6003"/>
                    <a:pt x="7499" y="5934"/>
                    <a:pt x="7513" y="5908"/>
                  </a:cubicBezTo>
                  <a:cubicBezTo>
                    <a:pt x="7527" y="5882"/>
                    <a:pt x="7579" y="5872"/>
                    <a:pt x="7597" y="5851"/>
                  </a:cubicBezTo>
                  <a:cubicBezTo>
                    <a:pt x="7615" y="5829"/>
                    <a:pt x="7636" y="5766"/>
                    <a:pt x="7652" y="5741"/>
                  </a:cubicBezTo>
                  <a:cubicBezTo>
                    <a:pt x="7677" y="5699"/>
                    <a:pt x="7734" y="5622"/>
                    <a:pt x="7765" y="5587"/>
                  </a:cubicBezTo>
                  <a:cubicBezTo>
                    <a:pt x="7783" y="5567"/>
                    <a:pt x="7819" y="5529"/>
                    <a:pt x="7839" y="5517"/>
                  </a:cubicBezTo>
                  <a:cubicBezTo>
                    <a:pt x="7857" y="5506"/>
                    <a:pt x="7898" y="5507"/>
                    <a:pt x="7916" y="5497"/>
                  </a:cubicBezTo>
                  <a:cubicBezTo>
                    <a:pt x="7940" y="5483"/>
                    <a:pt x="7982" y="5441"/>
                    <a:pt x="8000" y="5417"/>
                  </a:cubicBezTo>
                  <a:cubicBezTo>
                    <a:pt x="8033" y="5373"/>
                    <a:pt x="8082" y="5269"/>
                    <a:pt x="8107" y="5216"/>
                  </a:cubicBezTo>
                  <a:cubicBezTo>
                    <a:pt x="8124" y="5180"/>
                    <a:pt x="8160" y="5107"/>
                    <a:pt x="8171" y="5066"/>
                  </a:cubicBezTo>
                  <a:cubicBezTo>
                    <a:pt x="8183" y="5021"/>
                    <a:pt x="8190" y="4923"/>
                    <a:pt x="8195" y="4876"/>
                  </a:cubicBezTo>
                  <a:cubicBezTo>
                    <a:pt x="8202" y="4824"/>
                    <a:pt x="8212" y="4720"/>
                    <a:pt x="8221" y="4669"/>
                  </a:cubicBezTo>
                  <a:cubicBezTo>
                    <a:pt x="8226" y="4632"/>
                    <a:pt x="8236" y="4559"/>
                    <a:pt x="8247" y="4525"/>
                  </a:cubicBezTo>
                  <a:cubicBezTo>
                    <a:pt x="8266" y="4469"/>
                    <a:pt x="8323" y="4370"/>
                    <a:pt x="8349" y="4318"/>
                  </a:cubicBezTo>
                  <a:cubicBezTo>
                    <a:pt x="8371" y="4273"/>
                    <a:pt x="8418" y="4185"/>
                    <a:pt x="8438" y="4138"/>
                  </a:cubicBezTo>
                  <a:cubicBezTo>
                    <a:pt x="8457" y="4093"/>
                    <a:pt x="8487" y="3997"/>
                    <a:pt x="8505" y="3951"/>
                  </a:cubicBezTo>
                  <a:cubicBezTo>
                    <a:pt x="8526" y="3896"/>
                    <a:pt x="8575" y="3790"/>
                    <a:pt x="8594" y="3734"/>
                  </a:cubicBezTo>
                  <a:cubicBezTo>
                    <a:pt x="8607" y="3695"/>
                    <a:pt x="8621" y="3611"/>
                    <a:pt x="8636" y="3574"/>
                  </a:cubicBezTo>
                  <a:cubicBezTo>
                    <a:pt x="8661" y="3512"/>
                    <a:pt x="8730" y="3406"/>
                    <a:pt x="8762" y="3350"/>
                  </a:cubicBezTo>
                  <a:cubicBezTo>
                    <a:pt x="8787" y="3305"/>
                    <a:pt x="8842" y="3220"/>
                    <a:pt x="8861" y="3169"/>
                  </a:cubicBezTo>
                  <a:cubicBezTo>
                    <a:pt x="8875" y="3133"/>
                    <a:pt x="8880" y="3047"/>
                    <a:pt x="8896" y="3012"/>
                  </a:cubicBezTo>
                  <a:cubicBezTo>
                    <a:pt x="8908" y="2986"/>
                    <a:pt x="8948" y="2951"/>
                    <a:pt x="8965" y="2929"/>
                  </a:cubicBezTo>
                  <a:cubicBezTo>
                    <a:pt x="8988" y="2900"/>
                    <a:pt x="9033" y="2840"/>
                    <a:pt x="9052" y="2805"/>
                  </a:cubicBezTo>
                  <a:cubicBezTo>
                    <a:pt x="9067" y="2777"/>
                    <a:pt x="9093" y="2715"/>
                    <a:pt x="9103" y="2682"/>
                  </a:cubicBezTo>
                  <a:cubicBezTo>
                    <a:pt x="9113" y="2651"/>
                    <a:pt x="9121" y="2582"/>
                    <a:pt x="9133" y="2552"/>
                  </a:cubicBezTo>
                  <a:cubicBezTo>
                    <a:pt x="9144" y="2523"/>
                    <a:pt x="9176" y="2474"/>
                    <a:pt x="9192" y="2452"/>
                  </a:cubicBezTo>
                  <a:cubicBezTo>
                    <a:pt x="9214" y="2422"/>
                    <a:pt x="9267" y="2377"/>
                    <a:pt x="9292" y="2352"/>
                  </a:cubicBezTo>
                  <a:cubicBezTo>
                    <a:pt x="9315" y="2326"/>
                    <a:pt x="9361" y="2278"/>
                    <a:pt x="9383" y="2251"/>
                  </a:cubicBezTo>
                  <a:cubicBezTo>
                    <a:pt x="9398" y="2232"/>
                    <a:pt x="9428" y="2191"/>
                    <a:pt x="9440" y="2168"/>
                  </a:cubicBezTo>
                  <a:cubicBezTo>
                    <a:pt x="9452" y="2143"/>
                    <a:pt x="9464" y="2085"/>
                    <a:pt x="9477" y="2061"/>
                  </a:cubicBezTo>
                  <a:cubicBezTo>
                    <a:pt x="9484" y="2047"/>
                    <a:pt x="9504" y="2024"/>
                    <a:pt x="9514" y="2014"/>
                  </a:cubicBezTo>
                  <a:cubicBezTo>
                    <a:pt x="9540" y="1990"/>
                    <a:pt x="9599" y="1959"/>
                    <a:pt x="9625" y="1937"/>
                  </a:cubicBezTo>
                  <a:cubicBezTo>
                    <a:pt x="9644" y="1922"/>
                    <a:pt x="9682" y="1892"/>
                    <a:pt x="9697" y="1871"/>
                  </a:cubicBezTo>
                  <a:cubicBezTo>
                    <a:pt x="9712" y="1849"/>
                    <a:pt x="9733" y="1797"/>
                    <a:pt x="9742" y="1770"/>
                  </a:cubicBezTo>
                  <a:cubicBezTo>
                    <a:pt x="9749" y="1744"/>
                    <a:pt x="9751" y="1684"/>
                    <a:pt x="9762" y="1660"/>
                  </a:cubicBezTo>
                  <a:cubicBezTo>
                    <a:pt x="9770" y="1641"/>
                    <a:pt x="9795" y="1609"/>
                    <a:pt x="9811" y="1600"/>
                  </a:cubicBezTo>
                  <a:cubicBezTo>
                    <a:pt x="9828" y="1589"/>
                    <a:pt x="9869" y="1595"/>
                    <a:pt x="9887" y="1590"/>
                  </a:cubicBezTo>
                  <a:cubicBezTo>
                    <a:pt x="9903" y="1586"/>
                    <a:pt x="9937" y="1584"/>
                    <a:pt x="9949" y="1570"/>
                  </a:cubicBezTo>
                  <a:cubicBezTo>
                    <a:pt x="9963" y="1554"/>
                    <a:pt x="9964" y="1497"/>
                    <a:pt x="9976" y="1480"/>
                  </a:cubicBezTo>
                  <a:cubicBezTo>
                    <a:pt x="9990" y="1461"/>
                    <a:pt x="10030" y="1449"/>
                    <a:pt x="10046" y="1434"/>
                  </a:cubicBezTo>
                  <a:cubicBezTo>
                    <a:pt x="10068" y="1415"/>
                    <a:pt x="10100" y="1356"/>
                    <a:pt x="10122" y="1341"/>
                  </a:cubicBezTo>
                  <a:cubicBezTo>
                    <a:pt x="10147" y="1324"/>
                    <a:pt x="10203" y="1307"/>
                    <a:pt x="10231" y="1310"/>
                  </a:cubicBezTo>
                  <a:cubicBezTo>
                    <a:pt x="10258" y="1312"/>
                    <a:pt x="10307" y="1358"/>
                    <a:pt x="10333" y="1359"/>
                  </a:cubicBezTo>
                  <a:cubicBezTo>
                    <a:pt x="10353" y="1359"/>
                    <a:pt x="10388" y="1336"/>
                    <a:pt x="10406" y="1327"/>
                  </a:cubicBezTo>
                  <a:cubicBezTo>
                    <a:pt x="10441" y="1311"/>
                    <a:pt x="10512" y="1274"/>
                    <a:pt x="10548" y="1261"/>
                  </a:cubicBezTo>
                  <a:cubicBezTo>
                    <a:pt x="10708" y="1202"/>
                    <a:pt x="11201" y="1091"/>
                    <a:pt x="11201" y="1091"/>
                  </a:cubicBezTo>
                  <a:lnTo>
                    <a:pt x="12144" y="681"/>
                  </a:lnTo>
                  <a:lnTo>
                    <a:pt x="13773" y="0"/>
                  </a:lnTo>
                  <a:lnTo>
                    <a:pt x="13774" y="0"/>
                  </a:lnTo>
                  <a:cubicBezTo>
                    <a:pt x="13787" y="58"/>
                    <a:pt x="13804" y="128"/>
                    <a:pt x="13815" y="161"/>
                  </a:cubicBezTo>
                  <a:cubicBezTo>
                    <a:pt x="13823" y="184"/>
                    <a:pt x="13845" y="225"/>
                    <a:pt x="13853" y="248"/>
                  </a:cubicBezTo>
                  <a:cubicBezTo>
                    <a:pt x="13865" y="288"/>
                    <a:pt x="13892" y="371"/>
                    <a:pt x="13889" y="414"/>
                  </a:cubicBezTo>
                  <a:cubicBezTo>
                    <a:pt x="13888" y="445"/>
                    <a:pt x="13853" y="495"/>
                    <a:pt x="13847" y="525"/>
                  </a:cubicBezTo>
                  <a:cubicBezTo>
                    <a:pt x="13837" y="580"/>
                    <a:pt x="13840" y="695"/>
                    <a:pt x="13845" y="752"/>
                  </a:cubicBezTo>
                  <a:cubicBezTo>
                    <a:pt x="13848" y="785"/>
                    <a:pt x="13852" y="858"/>
                    <a:pt x="13870" y="882"/>
                  </a:cubicBezTo>
                  <a:cubicBezTo>
                    <a:pt x="13890" y="910"/>
                    <a:pt x="13960" y="898"/>
                    <a:pt x="13983" y="922"/>
                  </a:cubicBezTo>
                  <a:cubicBezTo>
                    <a:pt x="14001" y="940"/>
                    <a:pt x="14026" y="996"/>
                    <a:pt x="14028" y="1026"/>
                  </a:cubicBezTo>
                  <a:cubicBezTo>
                    <a:pt x="14030" y="1061"/>
                    <a:pt x="13995" y="1124"/>
                    <a:pt x="13993" y="1159"/>
                  </a:cubicBezTo>
                  <a:cubicBezTo>
                    <a:pt x="13991" y="1211"/>
                    <a:pt x="14013" y="1311"/>
                    <a:pt x="14026" y="1360"/>
                  </a:cubicBezTo>
                  <a:cubicBezTo>
                    <a:pt x="14037" y="1404"/>
                    <a:pt x="14084" y="1480"/>
                    <a:pt x="14090" y="1526"/>
                  </a:cubicBezTo>
                  <a:cubicBezTo>
                    <a:pt x="14101" y="1609"/>
                    <a:pt x="14047" y="1775"/>
                    <a:pt x="14058" y="1857"/>
                  </a:cubicBezTo>
                  <a:cubicBezTo>
                    <a:pt x="14062" y="1894"/>
                    <a:pt x="14091" y="1962"/>
                    <a:pt x="14110" y="1991"/>
                  </a:cubicBezTo>
                  <a:cubicBezTo>
                    <a:pt x="14128" y="2020"/>
                    <a:pt x="14175" y="2066"/>
                    <a:pt x="14199" y="2087"/>
                  </a:cubicBezTo>
                  <a:cubicBezTo>
                    <a:pt x="14223" y="2109"/>
                    <a:pt x="14279" y="2137"/>
                    <a:pt x="14300" y="2164"/>
                  </a:cubicBezTo>
                  <a:cubicBezTo>
                    <a:pt x="14317" y="2186"/>
                    <a:pt x="14340" y="2243"/>
                    <a:pt x="14352" y="2271"/>
                  </a:cubicBezTo>
                  <a:cubicBezTo>
                    <a:pt x="14368" y="2308"/>
                    <a:pt x="14392" y="2388"/>
                    <a:pt x="14408" y="2425"/>
                  </a:cubicBezTo>
                  <a:cubicBezTo>
                    <a:pt x="14424" y="2457"/>
                    <a:pt x="14466" y="2512"/>
                    <a:pt x="14476" y="2548"/>
                  </a:cubicBezTo>
                  <a:cubicBezTo>
                    <a:pt x="14496" y="2627"/>
                    <a:pt x="14498" y="2800"/>
                    <a:pt x="14488" y="2882"/>
                  </a:cubicBezTo>
                  <a:cubicBezTo>
                    <a:pt x="14483" y="2918"/>
                    <a:pt x="14444" y="2983"/>
                    <a:pt x="14448" y="3019"/>
                  </a:cubicBezTo>
                  <a:cubicBezTo>
                    <a:pt x="14451" y="3042"/>
                    <a:pt x="14487" y="3068"/>
                    <a:pt x="14493" y="3089"/>
                  </a:cubicBezTo>
                  <a:cubicBezTo>
                    <a:pt x="14503" y="3128"/>
                    <a:pt x="14479" y="3215"/>
                    <a:pt x="14490" y="3253"/>
                  </a:cubicBezTo>
                  <a:cubicBezTo>
                    <a:pt x="14505" y="3306"/>
                    <a:pt x="14592" y="3366"/>
                    <a:pt x="14604" y="3420"/>
                  </a:cubicBezTo>
                  <a:cubicBezTo>
                    <a:pt x="14614" y="3467"/>
                    <a:pt x="14597" y="3569"/>
                    <a:pt x="14582" y="3614"/>
                  </a:cubicBezTo>
                  <a:cubicBezTo>
                    <a:pt x="14568" y="3657"/>
                    <a:pt x="14504" y="3715"/>
                    <a:pt x="14493" y="3761"/>
                  </a:cubicBezTo>
                  <a:cubicBezTo>
                    <a:pt x="14479" y="3820"/>
                    <a:pt x="14507" y="3948"/>
                    <a:pt x="14503" y="4011"/>
                  </a:cubicBezTo>
                  <a:cubicBezTo>
                    <a:pt x="14499" y="4060"/>
                    <a:pt x="14463" y="4153"/>
                    <a:pt x="14468" y="4201"/>
                  </a:cubicBezTo>
                  <a:cubicBezTo>
                    <a:pt x="14472" y="4241"/>
                    <a:pt x="14520" y="4302"/>
                    <a:pt x="14525" y="4341"/>
                  </a:cubicBezTo>
                  <a:cubicBezTo>
                    <a:pt x="14529" y="4374"/>
                    <a:pt x="14509" y="4439"/>
                    <a:pt x="14508" y="4472"/>
                  </a:cubicBezTo>
                  <a:cubicBezTo>
                    <a:pt x="14507" y="4505"/>
                    <a:pt x="14507" y="4574"/>
                    <a:pt x="14520" y="4602"/>
                  </a:cubicBezTo>
                  <a:cubicBezTo>
                    <a:pt x="14529" y="4622"/>
                    <a:pt x="14564" y="4640"/>
                    <a:pt x="14577" y="4656"/>
                  </a:cubicBezTo>
                  <a:cubicBezTo>
                    <a:pt x="14592" y="4673"/>
                    <a:pt x="14624" y="4708"/>
                    <a:pt x="14634" y="4732"/>
                  </a:cubicBezTo>
                  <a:cubicBezTo>
                    <a:pt x="14656" y="4787"/>
                    <a:pt x="14667" y="4915"/>
                    <a:pt x="14676" y="4976"/>
                  </a:cubicBezTo>
                  <a:cubicBezTo>
                    <a:pt x="14681" y="5012"/>
                    <a:pt x="14684" y="5085"/>
                    <a:pt x="14693" y="5119"/>
                  </a:cubicBezTo>
                  <a:cubicBezTo>
                    <a:pt x="14699" y="5143"/>
                    <a:pt x="14718" y="5188"/>
                    <a:pt x="14731" y="5207"/>
                  </a:cubicBezTo>
                  <a:cubicBezTo>
                    <a:pt x="14750" y="5236"/>
                    <a:pt x="14808" y="5269"/>
                    <a:pt x="14827" y="5300"/>
                  </a:cubicBezTo>
                  <a:cubicBezTo>
                    <a:pt x="14845" y="5330"/>
                    <a:pt x="14874" y="5401"/>
                    <a:pt x="14876" y="5440"/>
                  </a:cubicBezTo>
                  <a:cubicBezTo>
                    <a:pt x="14878" y="5477"/>
                    <a:pt x="14838" y="5544"/>
                    <a:pt x="14842" y="5581"/>
                  </a:cubicBezTo>
                  <a:cubicBezTo>
                    <a:pt x="14844" y="5607"/>
                    <a:pt x="14871" y="5652"/>
                    <a:pt x="14886" y="5671"/>
                  </a:cubicBezTo>
                  <a:cubicBezTo>
                    <a:pt x="14905" y="5695"/>
                    <a:pt x="14959" y="5716"/>
                    <a:pt x="14978" y="5741"/>
                  </a:cubicBezTo>
                  <a:cubicBezTo>
                    <a:pt x="14992" y="5760"/>
                    <a:pt x="15014" y="5808"/>
                    <a:pt x="15020" y="5834"/>
                  </a:cubicBezTo>
                  <a:cubicBezTo>
                    <a:pt x="15030" y="5882"/>
                    <a:pt x="15033" y="5986"/>
                    <a:pt x="15022" y="6035"/>
                  </a:cubicBezTo>
                  <a:cubicBezTo>
                    <a:pt x="15014" y="6074"/>
                    <a:pt x="14964" y="6132"/>
                    <a:pt x="14955" y="6171"/>
                  </a:cubicBezTo>
                  <a:cubicBezTo>
                    <a:pt x="14937" y="6252"/>
                    <a:pt x="14946" y="6425"/>
                    <a:pt x="14950" y="6508"/>
                  </a:cubicBezTo>
                  <a:cubicBezTo>
                    <a:pt x="14953" y="6551"/>
                    <a:pt x="14962" y="6636"/>
                    <a:pt x="14974" y="6676"/>
                  </a:cubicBezTo>
                  <a:cubicBezTo>
                    <a:pt x="14985" y="6711"/>
                    <a:pt x="15010" y="6788"/>
                    <a:pt x="15035" y="6802"/>
                  </a:cubicBezTo>
                  <a:cubicBezTo>
                    <a:pt x="15057" y="6814"/>
                    <a:pt x="15110" y="6799"/>
                    <a:pt x="15125" y="6776"/>
                  </a:cubicBezTo>
                  <a:cubicBezTo>
                    <a:pt x="15139" y="6753"/>
                    <a:pt x="15133" y="6686"/>
                    <a:pt x="15133" y="6655"/>
                  </a:cubicBezTo>
                  <a:cubicBezTo>
                    <a:pt x="15133" y="6629"/>
                    <a:pt x="15119" y="6574"/>
                    <a:pt x="15126" y="6549"/>
                  </a:cubicBezTo>
                  <a:cubicBezTo>
                    <a:pt x="15132" y="6527"/>
                    <a:pt x="15158" y="6491"/>
                    <a:pt x="15173" y="6480"/>
                  </a:cubicBezTo>
                  <a:cubicBezTo>
                    <a:pt x="15192" y="6466"/>
                    <a:pt x="15238" y="6453"/>
                    <a:pt x="15258" y="6462"/>
                  </a:cubicBezTo>
                  <a:cubicBezTo>
                    <a:pt x="15275" y="6469"/>
                    <a:pt x="15298" y="6509"/>
                    <a:pt x="15308" y="6529"/>
                  </a:cubicBezTo>
                  <a:cubicBezTo>
                    <a:pt x="15319" y="6551"/>
                    <a:pt x="15325" y="6611"/>
                    <a:pt x="15340" y="6627"/>
                  </a:cubicBezTo>
                  <a:cubicBezTo>
                    <a:pt x="15358" y="6646"/>
                    <a:pt x="15410" y="6631"/>
                    <a:pt x="15430" y="6645"/>
                  </a:cubicBezTo>
                  <a:cubicBezTo>
                    <a:pt x="15457" y="6665"/>
                    <a:pt x="15514" y="6766"/>
                    <a:pt x="15514" y="6766"/>
                  </a:cubicBezTo>
                  <a:lnTo>
                    <a:pt x="16103" y="9931"/>
                  </a:lnTo>
                  <a:lnTo>
                    <a:pt x="16103" y="10265"/>
                  </a:lnTo>
                  <a:lnTo>
                    <a:pt x="16256" y="10552"/>
                  </a:lnTo>
                  <a:lnTo>
                    <a:pt x="16256" y="10554"/>
                  </a:lnTo>
                  <a:lnTo>
                    <a:pt x="16296" y="13892"/>
                  </a:lnTo>
                  <a:lnTo>
                    <a:pt x="16397" y="14074"/>
                  </a:lnTo>
                  <a:lnTo>
                    <a:pt x="16415" y="14106"/>
                  </a:lnTo>
                  <a:lnTo>
                    <a:pt x="16969" y="17611"/>
                  </a:lnTo>
                  <a:lnTo>
                    <a:pt x="17238" y="17968"/>
                  </a:lnTo>
                  <a:lnTo>
                    <a:pt x="16706" y="18754"/>
                  </a:lnTo>
                  <a:lnTo>
                    <a:pt x="16969" y="19059"/>
                  </a:lnTo>
                  <a:cubicBezTo>
                    <a:pt x="16969" y="19059"/>
                    <a:pt x="16947" y="19205"/>
                    <a:pt x="16969" y="19239"/>
                  </a:cubicBezTo>
                  <a:cubicBezTo>
                    <a:pt x="16977" y="19252"/>
                    <a:pt x="17004" y="19248"/>
                    <a:pt x="17026" y="19247"/>
                  </a:cubicBezTo>
                  <a:cubicBezTo>
                    <a:pt x="17026" y="19248"/>
                    <a:pt x="17026" y="19250"/>
                    <a:pt x="17026" y="19251"/>
                  </a:cubicBezTo>
                  <a:cubicBezTo>
                    <a:pt x="17022" y="19276"/>
                    <a:pt x="16997" y="19317"/>
                    <a:pt x="16991" y="19341"/>
                  </a:cubicBezTo>
                  <a:cubicBezTo>
                    <a:pt x="16984" y="19368"/>
                    <a:pt x="16984" y="19427"/>
                    <a:pt x="16974" y="19452"/>
                  </a:cubicBezTo>
                  <a:cubicBezTo>
                    <a:pt x="16959" y="19488"/>
                    <a:pt x="16903" y="19535"/>
                    <a:pt x="16885" y="19568"/>
                  </a:cubicBezTo>
                  <a:cubicBezTo>
                    <a:pt x="16862" y="19608"/>
                    <a:pt x="16824" y="19695"/>
                    <a:pt x="16813" y="19742"/>
                  </a:cubicBezTo>
                  <a:cubicBezTo>
                    <a:pt x="16808" y="19764"/>
                    <a:pt x="16804" y="19810"/>
                    <a:pt x="16805" y="19832"/>
                  </a:cubicBezTo>
                  <a:cubicBezTo>
                    <a:pt x="16807" y="19861"/>
                    <a:pt x="16830" y="19917"/>
                    <a:pt x="16828" y="19946"/>
                  </a:cubicBezTo>
                  <a:cubicBezTo>
                    <a:pt x="16827" y="19966"/>
                    <a:pt x="16810" y="20004"/>
                    <a:pt x="16801" y="20019"/>
                  </a:cubicBezTo>
                  <a:cubicBezTo>
                    <a:pt x="16791" y="20036"/>
                    <a:pt x="16755" y="20049"/>
                    <a:pt x="16751" y="20069"/>
                  </a:cubicBezTo>
                  <a:cubicBezTo>
                    <a:pt x="16745" y="20106"/>
                    <a:pt x="16785" y="20177"/>
                    <a:pt x="16805" y="20203"/>
                  </a:cubicBezTo>
                  <a:cubicBezTo>
                    <a:pt x="16823" y="20225"/>
                    <a:pt x="16869" y="20262"/>
                    <a:pt x="16892" y="20256"/>
                  </a:cubicBezTo>
                  <a:cubicBezTo>
                    <a:pt x="16908" y="20252"/>
                    <a:pt x="16931" y="20216"/>
                    <a:pt x="16937" y="20196"/>
                  </a:cubicBezTo>
                  <a:cubicBezTo>
                    <a:pt x="16945" y="20160"/>
                    <a:pt x="16910" y="20082"/>
                    <a:pt x="16919" y="20046"/>
                  </a:cubicBezTo>
                  <a:cubicBezTo>
                    <a:pt x="16923" y="20030"/>
                    <a:pt x="16952" y="20018"/>
                    <a:pt x="16956" y="20003"/>
                  </a:cubicBezTo>
                  <a:cubicBezTo>
                    <a:pt x="16966" y="19967"/>
                    <a:pt x="16938" y="19889"/>
                    <a:pt x="16944" y="19852"/>
                  </a:cubicBezTo>
                  <a:cubicBezTo>
                    <a:pt x="16947" y="19834"/>
                    <a:pt x="16958" y="19792"/>
                    <a:pt x="16971" y="19786"/>
                  </a:cubicBezTo>
                  <a:cubicBezTo>
                    <a:pt x="16990" y="19776"/>
                    <a:pt x="17027" y="19821"/>
                    <a:pt x="17048" y="19826"/>
                  </a:cubicBezTo>
                  <a:cubicBezTo>
                    <a:pt x="17064" y="19829"/>
                    <a:pt x="17099" y="19831"/>
                    <a:pt x="17112" y="19819"/>
                  </a:cubicBezTo>
                  <a:cubicBezTo>
                    <a:pt x="17130" y="19803"/>
                    <a:pt x="17142" y="19743"/>
                    <a:pt x="17147" y="19715"/>
                  </a:cubicBezTo>
                  <a:cubicBezTo>
                    <a:pt x="17151" y="19690"/>
                    <a:pt x="17140" y="19632"/>
                    <a:pt x="17149" y="19609"/>
                  </a:cubicBezTo>
                  <a:cubicBezTo>
                    <a:pt x="17159" y="19584"/>
                    <a:pt x="17199" y="19555"/>
                    <a:pt x="17216" y="19539"/>
                  </a:cubicBezTo>
                  <a:cubicBezTo>
                    <a:pt x="17236" y="19517"/>
                    <a:pt x="17275" y="19464"/>
                    <a:pt x="17300" y="19458"/>
                  </a:cubicBezTo>
                  <a:cubicBezTo>
                    <a:pt x="17322" y="19453"/>
                    <a:pt x="17364" y="19498"/>
                    <a:pt x="17386" y="19492"/>
                  </a:cubicBezTo>
                  <a:cubicBezTo>
                    <a:pt x="17422" y="19482"/>
                    <a:pt x="17485" y="19413"/>
                    <a:pt x="17500" y="19368"/>
                  </a:cubicBezTo>
                  <a:cubicBezTo>
                    <a:pt x="17509" y="19344"/>
                    <a:pt x="17486" y="19284"/>
                    <a:pt x="17498" y="19264"/>
                  </a:cubicBezTo>
                  <a:cubicBezTo>
                    <a:pt x="17512" y="19242"/>
                    <a:pt x="17565" y="19244"/>
                    <a:pt x="17587" y="19248"/>
                  </a:cubicBezTo>
                  <a:cubicBezTo>
                    <a:pt x="17601" y="19251"/>
                    <a:pt x="17625" y="19275"/>
                    <a:pt x="17639" y="19278"/>
                  </a:cubicBezTo>
                  <a:cubicBezTo>
                    <a:pt x="17654" y="19282"/>
                    <a:pt x="17688" y="19284"/>
                    <a:pt x="17701" y="19271"/>
                  </a:cubicBezTo>
                  <a:cubicBezTo>
                    <a:pt x="17712" y="19260"/>
                    <a:pt x="17725" y="19223"/>
                    <a:pt x="17723" y="19205"/>
                  </a:cubicBezTo>
                  <a:cubicBezTo>
                    <a:pt x="17721" y="19184"/>
                    <a:pt x="17693" y="19157"/>
                    <a:pt x="17689" y="19138"/>
                  </a:cubicBezTo>
                  <a:cubicBezTo>
                    <a:pt x="17685" y="19122"/>
                    <a:pt x="17681" y="19086"/>
                    <a:pt x="17689" y="19074"/>
                  </a:cubicBezTo>
                  <a:cubicBezTo>
                    <a:pt x="17701" y="19055"/>
                    <a:pt x="17747" y="19054"/>
                    <a:pt x="17765" y="19064"/>
                  </a:cubicBezTo>
                  <a:cubicBezTo>
                    <a:pt x="17788" y="19076"/>
                    <a:pt x="17810" y="19149"/>
                    <a:pt x="17832" y="19164"/>
                  </a:cubicBezTo>
                  <a:cubicBezTo>
                    <a:pt x="17853" y="19179"/>
                    <a:pt x="17902" y="19182"/>
                    <a:pt x="17926" y="19178"/>
                  </a:cubicBezTo>
                  <a:cubicBezTo>
                    <a:pt x="17949" y="19174"/>
                    <a:pt x="17989" y="19135"/>
                    <a:pt x="18012" y="19134"/>
                  </a:cubicBezTo>
                  <a:cubicBezTo>
                    <a:pt x="18037" y="19133"/>
                    <a:pt x="18082" y="19170"/>
                    <a:pt x="18107" y="19171"/>
                  </a:cubicBezTo>
                  <a:cubicBezTo>
                    <a:pt x="18133" y="19172"/>
                    <a:pt x="18185" y="19155"/>
                    <a:pt x="18208" y="19138"/>
                  </a:cubicBezTo>
                  <a:cubicBezTo>
                    <a:pt x="18228" y="19122"/>
                    <a:pt x="18255" y="19063"/>
                    <a:pt x="18274" y="19044"/>
                  </a:cubicBezTo>
                  <a:cubicBezTo>
                    <a:pt x="18297" y="19022"/>
                    <a:pt x="18364" y="19008"/>
                    <a:pt x="18376" y="18974"/>
                  </a:cubicBezTo>
                  <a:cubicBezTo>
                    <a:pt x="18385" y="18950"/>
                    <a:pt x="18360" y="18894"/>
                    <a:pt x="18361" y="18867"/>
                  </a:cubicBezTo>
                  <a:cubicBezTo>
                    <a:pt x="18362" y="18840"/>
                    <a:pt x="18368" y="18779"/>
                    <a:pt x="18383" y="18761"/>
                  </a:cubicBezTo>
                  <a:cubicBezTo>
                    <a:pt x="18400" y="18739"/>
                    <a:pt x="18451" y="18744"/>
                    <a:pt x="18472" y="18734"/>
                  </a:cubicBezTo>
                  <a:cubicBezTo>
                    <a:pt x="18500" y="18721"/>
                    <a:pt x="18547" y="18664"/>
                    <a:pt x="18576" y="18663"/>
                  </a:cubicBezTo>
                  <a:cubicBezTo>
                    <a:pt x="18595" y="18663"/>
                    <a:pt x="18625" y="18708"/>
                    <a:pt x="18643" y="18707"/>
                  </a:cubicBezTo>
                  <a:cubicBezTo>
                    <a:pt x="18669" y="18704"/>
                    <a:pt x="18706" y="18643"/>
                    <a:pt x="18730" y="18630"/>
                  </a:cubicBezTo>
                  <a:cubicBezTo>
                    <a:pt x="18770" y="18608"/>
                    <a:pt x="18858" y="18601"/>
                    <a:pt x="18900" y="18587"/>
                  </a:cubicBezTo>
                  <a:cubicBezTo>
                    <a:pt x="18941" y="18573"/>
                    <a:pt x="19022" y="18542"/>
                    <a:pt x="19059" y="18516"/>
                  </a:cubicBezTo>
                  <a:cubicBezTo>
                    <a:pt x="19082" y="18501"/>
                    <a:pt x="19119" y="18447"/>
                    <a:pt x="19143" y="18433"/>
                  </a:cubicBezTo>
                  <a:cubicBezTo>
                    <a:pt x="19168" y="18419"/>
                    <a:pt x="19223" y="18416"/>
                    <a:pt x="19249" y="18410"/>
                  </a:cubicBezTo>
                  <a:cubicBezTo>
                    <a:pt x="19273" y="18404"/>
                    <a:pt x="19322" y="18402"/>
                    <a:pt x="19343" y="18387"/>
                  </a:cubicBezTo>
                  <a:cubicBezTo>
                    <a:pt x="19364" y="18371"/>
                    <a:pt x="19388" y="18313"/>
                    <a:pt x="19405" y="18293"/>
                  </a:cubicBezTo>
                  <a:cubicBezTo>
                    <a:pt x="19422" y="18273"/>
                    <a:pt x="19458" y="18238"/>
                    <a:pt x="19479" y="18226"/>
                  </a:cubicBezTo>
                  <a:cubicBezTo>
                    <a:pt x="19507" y="18210"/>
                    <a:pt x="19569" y="18202"/>
                    <a:pt x="19598" y="18190"/>
                  </a:cubicBezTo>
                  <a:cubicBezTo>
                    <a:pt x="19631" y="18175"/>
                    <a:pt x="19697" y="18142"/>
                    <a:pt x="19724" y="18113"/>
                  </a:cubicBezTo>
                  <a:cubicBezTo>
                    <a:pt x="19742" y="18092"/>
                    <a:pt x="19764" y="18031"/>
                    <a:pt x="19778" y="18006"/>
                  </a:cubicBezTo>
                  <a:cubicBezTo>
                    <a:pt x="19798" y="17973"/>
                    <a:pt x="19839" y="17912"/>
                    <a:pt x="19860" y="17882"/>
                  </a:cubicBezTo>
                  <a:cubicBezTo>
                    <a:pt x="19880" y="17854"/>
                    <a:pt x="19922" y="17800"/>
                    <a:pt x="19942" y="17772"/>
                  </a:cubicBezTo>
                  <a:cubicBezTo>
                    <a:pt x="19962" y="17742"/>
                    <a:pt x="20007" y="17686"/>
                    <a:pt x="20023" y="17652"/>
                  </a:cubicBezTo>
                  <a:cubicBezTo>
                    <a:pt x="20037" y="17622"/>
                    <a:pt x="20048" y="17551"/>
                    <a:pt x="20063" y="17521"/>
                  </a:cubicBezTo>
                  <a:cubicBezTo>
                    <a:pt x="20076" y="17496"/>
                    <a:pt x="20111" y="17457"/>
                    <a:pt x="20130" y="17438"/>
                  </a:cubicBezTo>
                  <a:cubicBezTo>
                    <a:pt x="20144" y="17424"/>
                    <a:pt x="20180" y="17407"/>
                    <a:pt x="20189" y="17387"/>
                  </a:cubicBezTo>
                  <a:cubicBezTo>
                    <a:pt x="20204" y="17355"/>
                    <a:pt x="20204" y="17247"/>
                    <a:pt x="20206" y="17237"/>
                  </a:cubicBezTo>
                  <a:cubicBezTo>
                    <a:pt x="20207" y="17229"/>
                    <a:pt x="20230" y="17138"/>
                    <a:pt x="20245" y="17111"/>
                  </a:cubicBezTo>
                  <a:cubicBezTo>
                    <a:pt x="20259" y="17085"/>
                    <a:pt x="20298" y="17047"/>
                    <a:pt x="20317" y="17028"/>
                  </a:cubicBezTo>
                  <a:cubicBezTo>
                    <a:pt x="20336" y="17011"/>
                    <a:pt x="20376" y="16980"/>
                    <a:pt x="20397" y="16970"/>
                  </a:cubicBezTo>
                  <a:cubicBezTo>
                    <a:pt x="20420" y="16960"/>
                    <a:pt x="20470" y="16941"/>
                    <a:pt x="20494" y="16951"/>
                  </a:cubicBezTo>
                  <a:cubicBezTo>
                    <a:pt x="20512" y="16958"/>
                    <a:pt x="20545" y="16993"/>
                    <a:pt x="20550" y="17017"/>
                  </a:cubicBezTo>
                  <a:cubicBezTo>
                    <a:pt x="20555" y="17041"/>
                    <a:pt x="20538" y="17091"/>
                    <a:pt x="20529" y="17113"/>
                  </a:cubicBezTo>
                  <a:cubicBezTo>
                    <a:pt x="20516" y="17143"/>
                    <a:pt x="20483" y="17200"/>
                    <a:pt x="20461" y="17216"/>
                  </a:cubicBezTo>
                  <a:cubicBezTo>
                    <a:pt x="20446" y="17226"/>
                    <a:pt x="20410" y="17231"/>
                    <a:pt x="20394" y="17224"/>
                  </a:cubicBezTo>
                  <a:cubicBezTo>
                    <a:pt x="20376" y="17217"/>
                    <a:pt x="20354" y="17160"/>
                    <a:pt x="20336" y="17160"/>
                  </a:cubicBezTo>
                  <a:cubicBezTo>
                    <a:pt x="20326" y="17160"/>
                    <a:pt x="20310" y="17181"/>
                    <a:pt x="20306" y="17193"/>
                  </a:cubicBezTo>
                  <a:cubicBezTo>
                    <a:pt x="20299" y="17212"/>
                    <a:pt x="20300" y="17258"/>
                    <a:pt x="20306" y="17278"/>
                  </a:cubicBezTo>
                  <a:cubicBezTo>
                    <a:pt x="20314" y="17301"/>
                    <a:pt x="20343" y="17338"/>
                    <a:pt x="20360" y="17349"/>
                  </a:cubicBezTo>
                  <a:cubicBezTo>
                    <a:pt x="20381" y="17362"/>
                    <a:pt x="20431" y="17349"/>
                    <a:pt x="20451" y="17362"/>
                  </a:cubicBezTo>
                  <a:cubicBezTo>
                    <a:pt x="20470" y="17375"/>
                    <a:pt x="20493" y="17425"/>
                    <a:pt x="20509" y="17443"/>
                  </a:cubicBezTo>
                  <a:cubicBezTo>
                    <a:pt x="20526" y="17462"/>
                    <a:pt x="20565" y="17496"/>
                    <a:pt x="20586" y="17507"/>
                  </a:cubicBezTo>
                  <a:cubicBezTo>
                    <a:pt x="20600" y="17514"/>
                    <a:pt x="20628" y="17526"/>
                    <a:pt x="20641" y="17521"/>
                  </a:cubicBezTo>
                  <a:cubicBezTo>
                    <a:pt x="20655" y="17514"/>
                    <a:pt x="20667" y="17462"/>
                    <a:pt x="20682" y="17460"/>
                  </a:cubicBezTo>
                  <a:cubicBezTo>
                    <a:pt x="20699" y="17458"/>
                    <a:pt x="20718" y="17511"/>
                    <a:pt x="20735" y="17514"/>
                  </a:cubicBezTo>
                  <a:cubicBezTo>
                    <a:pt x="20748" y="17515"/>
                    <a:pt x="20776" y="17497"/>
                    <a:pt x="20784" y="17483"/>
                  </a:cubicBezTo>
                  <a:cubicBezTo>
                    <a:pt x="20797" y="17460"/>
                    <a:pt x="20786" y="17393"/>
                    <a:pt x="20799" y="17371"/>
                  </a:cubicBezTo>
                  <a:cubicBezTo>
                    <a:pt x="20808" y="17355"/>
                    <a:pt x="20840" y="17336"/>
                    <a:pt x="20855" y="17340"/>
                  </a:cubicBezTo>
                  <a:cubicBezTo>
                    <a:pt x="20875" y="17345"/>
                    <a:pt x="20903" y="17393"/>
                    <a:pt x="20916" y="17413"/>
                  </a:cubicBezTo>
                  <a:cubicBezTo>
                    <a:pt x="20931" y="17435"/>
                    <a:pt x="20960" y="17498"/>
                    <a:pt x="20964" y="17507"/>
                  </a:cubicBezTo>
                  <a:cubicBezTo>
                    <a:pt x="20967" y="17516"/>
                    <a:pt x="21019" y="17559"/>
                    <a:pt x="21040" y="17558"/>
                  </a:cubicBezTo>
                  <a:cubicBezTo>
                    <a:pt x="21053" y="17558"/>
                    <a:pt x="21078" y="17538"/>
                    <a:pt x="21086" y="17525"/>
                  </a:cubicBezTo>
                  <a:cubicBezTo>
                    <a:pt x="21103" y="17498"/>
                    <a:pt x="21108" y="17425"/>
                    <a:pt x="21122" y="17396"/>
                  </a:cubicBezTo>
                  <a:cubicBezTo>
                    <a:pt x="21135" y="17369"/>
                    <a:pt x="21173" y="17329"/>
                    <a:pt x="21189" y="17306"/>
                  </a:cubicBezTo>
                  <a:cubicBezTo>
                    <a:pt x="21210" y="17281"/>
                    <a:pt x="21251" y="17232"/>
                    <a:pt x="21269" y="17204"/>
                  </a:cubicBezTo>
                  <a:cubicBezTo>
                    <a:pt x="21283" y="17183"/>
                    <a:pt x="21308" y="17137"/>
                    <a:pt x="21320" y="17113"/>
                  </a:cubicBezTo>
                  <a:cubicBezTo>
                    <a:pt x="21332" y="17088"/>
                    <a:pt x="21351" y="17035"/>
                    <a:pt x="21363" y="17011"/>
                  </a:cubicBezTo>
                  <a:cubicBezTo>
                    <a:pt x="21372" y="16992"/>
                    <a:pt x="21391" y="16951"/>
                    <a:pt x="21406" y="16939"/>
                  </a:cubicBezTo>
                  <a:cubicBezTo>
                    <a:pt x="21430" y="16921"/>
                    <a:pt x="21486" y="16912"/>
                    <a:pt x="21513" y="16917"/>
                  </a:cubicBezTo>
                  <a:cubicBezTo>
                    <a:pt x="21534" y="16921"/>
                    <a:pt x="21578" y="16940"/>
                    <a:pt x="21589" y="16964"/>
                  </a:cubicBezTo>
                  <a:cubicBezTo>
                    <a:pt x="21600" y="16987"/>
                    <a:pt x="21594" y="17049"/>
                    <a:pt x="21586" y="17075"/>
                  </a:cubicBezTo>
                  <a:cubicBezTo>
                    <a:pt x="21576" y="17105"/>
                    <a:pt x="21535" y="17144"/>
                    <a:pt x="21516" y="17166"/>
                  </a:cubicBezTo>
                  <a:cubicBezTo>
                    <a:pt x="21481" y="17210"/>
                    <a:pt x="21405" y="17290"/>
                    <a:pt x="21370" y="17333"/>
                  </a:cubicBezTo>
                  <a:cubicBezTo>
                    <a:pt x="21321" y="17394"/>
                    <a:pt x="21232" y="17527"/>
                    <a:pt x="21182" y="17585"/>
                  </a:cubicBezTo>
                  <a:cubicBezTo>
                    <a:pt x="21127" y="17648"/>
                    <a:pt x="21003" y="17750"/>
                    <a:pt x="20947" y="17812"/>
                  </a:cubicBezTo>
                  <a:cubicBezTo>
                    <a:pt x="20870" y="17899"/>
                    <a:pt x="20732" y="18096"/>
                    <a:pt x="20659" y="18188"/>
                  </a:cubicBezTo>
                  <a:cubicBezTo>
                    <a:pt x="20541" y="18338"/>
                    <a:pt x="20304" y="18636"/>
                    <a:pt x="20180" y="18776"/>
                  </a:cubicBezTo>
                  <a:cubicBezTo>
                    <a:pt x="20115" y="18850"/>
                    <a:pt x="19979" y="18989"/>
                    <a:pt x="19910" y="19059"/>
                  </a:cubicBezTo>
                  <a:cubicBezTo>
                    <a:pt x="19812" y="19159"/>
                    <a:pt x="19614" y="19355"/>
                    <a:pt x="19514" y="19453"/>
                  </a:cubicBezTo>
                  <a:cubicBezTo>
                    <a:pt x="19446" y="19520"/>
                    <a:pt x="19306" y="19646"/>
                    <a:pt x="19239" y="19718"/>
                  </a:cubicBezTo>
                  <a:cubicBezTo>
                    <a:pt x="19176" y="19786"/>
                    <a:pt x="19059" y="19937"/>
                    <a:pt x="18997" y="20007"/>
                  </a:cubicBezTo>
                  <a:cubicBezTo>
                    <a:pt x="18937" y="20074"/>
                    <a:pt x="18813" y="20201"/>
                    <a:pt x="18751" y="20265"/>
                  </a:cubicBezTo>
                  <a:cubicBezTo>
                    <a:pt x="18699" y="20319"/>
                    <a:pt x="18600" y="20435"/>
                    <a:pt x="18543" y="20481"/>
                  </a:cubicBezTo>
                  <a:cubicBezTo>
                    <a:pt x="18500" y="20516"/>
                    <a:pt x="18407" y="20569"/>
                    <a:pt x="18360" y="20592"/>
                  </a:cubicBezTo>
                  <a:cubicBezTo>
                    <a:pt x="18342" y="20602"/>
                    <a:pt x="18302" y="20636"/>
                    <a:pt x="18285" y="20624"/>
                  </a:cubicBezTo>
                  <a:cubicBezTo>
                    <a:pt x="18276" y="20617"/>
                    <a:pt x="18280" y="20585"/>
                    <a:pt x="18274" y="20575"/>
                  </a:cubicBezTo>
                  <a:cubicBezTo>
                    <a:pt x="18266" y="20557"/>
                    <a:pt x="18240" y="20521"/>
                    <a:pt x="18224" y="20521"/>
                  </a:cubicBezTo>
                  <a:cubicBezTo>
                    <a:pt x="18191" y="20521"/>
                    <a:pt x="18141" y="20597"/>
                    <a:pt x="18116" y="20626"/>
                  </a:cubicBezTo>
                  <a:cubicBezTo>
                    <a:pt x="18087" y="20661"/>
                    <a:pt x="18038" y="20745"/>
                    <a:pt x="18007" y="20777"/>
                  </a:cubicBezTo>
                  <a:cubicBezTo>
                    <a:pt x="17945" y="20842"/>
                    <a:pt x="17806" y="20942"/>
                    <a:pt x="17734" y="20984"/>
                  </a:cubicBezTo>
                  <a:cubicBezTo>
                    <a:pt x="17660" y="21027"/>
                    <a:pt x="17506" y="21087"/>
                    <a:pt x="17429" y="21116"/>
                  </a:cubicBezTo>
                  <a:cubicBezTo>
                    <a:pt x="17359" y="21141"/>
                    <a:pt x="17217" y="21169"/>
                    <a:pt x="17148" y="21198"/>
                  </a:cubicBezTo>
                  <a:cubicBezTo>
                    <a:pt x="17107" y="21215"/>
                    <a:pt x="17026" y="21257"/>
                    <a:pt x="16988" y="21287"/>
                  </a:cubicBezTo>
                  <a:cubicBezTo>
                    <a:pt x="16958" y="21311"/>
                    <a:pt x="16903" y="21374"/>
                    <a:pt x="16879" y="21408"/>
                  </a:cubicBezTo>
                  <a:cubicBezTo>
                    <a:pt x="16862" y="21432"/>
                    <a:pt x="16834" y="21488"/>
                    <a:pt x="16818" y="21512"/>
                  </a:cubicBezTo>
                  <a:cubicBezTo>
                    <a:pt x="16803" y="21535"/>
                    <a:pt x="16775" y="21593"/>
                    <a:pt x="16752" y="21597"/>
                  </a:cubicBezTo>
                  <a:cubicBezTo>
                    <a:pt x="16734" y="21600"/>
                    <a:pt x="16699" y="21565"/>
                    <a:pt x="16686" y="21545"/>
                  </a:cubicBezTo>
                  <a:cubicBezTo>
                    <a:pt x="16676" y="21528"/>
                    <a:pt x="16676" y="21474"/>
                    <a:pt x="16662" y="21462"/>
                  </a:cubicBezTo>
                  <a:cubicBezTo>
                    <a:pt x="16653" y="21453"/>
                    <a:pt x="16627" y="21456"/>
                    <a:pt x="16616" y="21462"/>
                  </a:cubicBezTo>
                  <a:cubicBezTo>
                    <a:pt x="16601" y="21471"/>
                    <a:pt x="16585" y="21519"/>
                    <a:pt x="16570" y="21530"/>
                  </a:cubicBezTo>
                  <a:cubicBezTo>
                    <a:pt x="16559" y="21539"/>
                    <a:pt x="16528" y="21553"/>
                    <a:pt x="16517" y="21542"/>
                  </a:cubicBezTo>
                  <a:cubicBezTo>
                    <a:pt x="16509" y="21533"/>
                    <a:pt x="16515" y="21498"/>
                    <a:pt x="16512" y="21484"/>
                  </a:cubicBezTo>
                  <a:cubicBezTo>
                    <a:pt x="16508" y="21458"/>
                    <a:pt x="16500" y="21400"/>
                    <a:pt x="16485" y="21383"/>
                  </a:cubicBezTo>
                  <a:cubicBezTo>
                    <a:pt x="16472" y="21369"/>
                    <a:pt x="16435" y="21380"/>
                    <a:pt x="16420" y="21372"/>
                  </a:cubicBezTo>
                  <a:cubicBezTo>
                    <a:pt x="16404" y="21364"/>
                    <a:pt x="16372" y="21342"/>
                    <a:pt x="16364" y="21323"/>
                  </a:cubicBezTo>
                  <a:cubicBezTo>
                    <a:pt x="16353" y="21298"/>
                    <a:pt x="16360" y="21234"/>
                    <a:pt x="16360" y="21205"/>
                  </a:cubicBezTo>
                  <a:cubicBezTo>
                    <a:pt x="16360" y="21183"/>
                    <a:pt x="16369" y="21139"/>
                    <a:pt x="16365" y="21117"/>
                  </a:cubicBezTo>
                  <a:cubicBezTo>
                    <a:pt x="16362" y="21098"/>
                    <a:pt x="16343" y="21063"/>
                    <a:pt x="16334" y="21046"/>
                  </a:cubicBezTo>
                  <a:cubicBezTo>
                    <a:pt x="16327" y="21031"/>
                    <a:pt x="16315" y="20995"/>
                    <a:pt x="16302" y="20986"/>
                  </a:cubicBezTo>
                  <a:lnTo>
                    <a:pt x="16350" y="20243"/>
                  </a:lnTo>
                  <a:lnTo>
                    <a:pt x="16402" y="19796"/>
                  </a:lnTo>
                  <a:lnTo>
                    <a:pt x="16370" y="19405"/>
                  </a:lnTo>
                  <a:cubicBezTo>
                    <a:pt x="16370" y="19405"/>
                    <a:pt x="13964" y="18471"/>
                    <a:pt x="13964" y="1847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67" name="Shape 4649"/>
            <p:cNvSpPr/>
            <p:nvPr/>
          </p:nvSpPr>
          <p:spPr>
            <a:xfrm>
              <a:off x="8583377" y="874446"/>
              <a:ext cx="1550982" cy="1148889"/>
            </a:xfrm>
            <a:custGeom>
              <a:avLst/>
              <a:gdLst/>
              <a:ahLst/>
              <a:cxnLst>
                <a:cxn ang="0">
                  <a:pos x="wd2" y="hd2"/>
                </a:cxn>
                <a:cxn ang="5400000">
                  <a:pos x="wd2" y="hd2"/>
                </a:cxn>
                <a:cxn ang="10800000">
                  <a:pos x="wd2" y="hd2"/>
                </a:cxn>
                <a:cxn ang="16200000">
                  <a:pos x="wd2" y="hd2"/>
                </a:cxn>
              </a:cxnLst>
              <a:rect l="0" t="0" r="r" b="b"/>
              <a:pathLst>
                <a:path w="21595" h="21597" extrusionOk="0">
                  <a:moveTo>
                    <a:pt x="13964" y="18471"/>
                  </a:moveTo>
                  <a:lnTo>
                    <a:pt x="13919" y="18453"/>
                  </a:lnTo>
                  <a:cubicBezTo>
                    <a:pt x="13919" y="18453"/>
                    <a:pt x="13898" y="18368"/>
                    <a:pt x="13882" y="18350"/>
                  </a:cubicBezTo>
                  <a:cubicBezTo>
                    <a:pt x="13869" y="18335"/>
                    <a:pt x="13830" y="18338"/>
                    <a:pt x="13817" y="18323"/>
                  </a:cubicBezTo>
                  <a:cubicBezTo>
                    <a:pt x="13800" y="18302"/>
                    <a:pt x="13800" y="18225"/>
                    <a:pt x="13781" y="18210"/>
                  </a:cubicBezTo>
                  <a:cubicBezTo>
                    <a:pt x="13766" y="18199"/>
                    <a:pt x="13732" y="18213"/>
                    <a:pt x="13716" y="18219"/>
                  </a:cubicBezTo>
                  <a:cubicBezTo>
                    <a:pt x="13700" y="18226"/>
                    <a:pt x="13673" y="18264"/>
                    <a:pt x="13657" y="18263"/>
                  </a:cubicBezTo>
                  <a:cubicBezTo>
                    <a:pt x="13637" y="18262"/>
                    <a:pt x="13610" y="18204"/>
                    <a:pt x="13590" y="18203"/>
                  </a:cubicBezTo>
                  <a:cubicBezTo>
                    <a:pt x="13572" y="18201"/>
                    <a:pt x="13542" y="18244"/>
                    <a:pt x="13523" y="18246"/>
                  </a:cubicBezTo>
                  <a:cubicBezTo>
                    <a:pt x="13507" y="18248"/>
                    <a:pt x="13475" y="18223"/>
                    <a:pt x="13459" y="18226"/>
                  </a:cubicBezTo>
                  <a:cubicBezTo>
                    <a:pt x="13438" y="18230"/>
                    <a:pt x="13405" y="18275"/>
                    <a:pt x="13385" y="18276"/>
                  </a:cubicBezTo>
                  <a:cubicBezTo>
                    <a:pt x="13361" y="18278"/>
                    <a:pt x="13313" y="18252"/>
                    <a:pt x="13296" y="18230"/>
                  </a:cubicBezTo>
                  <a:cubicBezTo>
                    <a:pt x="13281" y="18210"/>
                    <a:pt x="13281" y="18141"/>
                    <a:pt x="13264" y="18126"/>
                  </a:cubicBezTo>
                  <a:cubicBezTo>
                    <a:pt x="13250" y="18114"/>
                    <a:pt x="13214" y="18122"/>
                    <a:pt x="13199" y="18129"/>
                  </a:cubicBezTo>
                  <a:cubicBezTo>
                    <a:pt x="13183" y="18136"/>
                    <a:pt x="13159" y="18176"/>
                    <a:pt x="13142" y="18179"/>
                  </a:cubicBezTo>
                  <a:cubicBezTo>
                    <a:pt x="13120" y="18185"/>
                    <a:pt x="13068" y="18173"/>
                    <a:pt x="13053" y="18149"/>
                  </a:cubicBezTo>
                  <a:cubicBezTo>
                    <a:pt x="13043" y="18132"/>
                    <a:pt x="13057" y="18081"/>
                    <a:pt x="13048" y="18062"/>
                  </a:cubicBezTo>
                  <a:cubicBezTo>
                    <a:pt x="13043" y="18049"/>
                    <a:pt x="13018" y="18039"/>
                    <a:pt x="13009" y="18029"/>
                  </a:cubicBezTo>
                  <a:cubicBezTo>
                    <a:pt x="12987" y="18004"/>
                    <a:pt x="12951" y="17942"/>
                    <a:pt x="12932" y="17912"/>
                  </a:cubicBezTo>
                  <a:cubicBezTo>
                    <a:pt x="12914" y="17884"/>
                    <a:pt x="12881" y="17823"/>
                    <a:pt x="12860" y="17798"/>
                  </a:cubicBezTo>
                  <a:cubicBezTo>
                    <a:pt x="12841" y="17776"/>
                    <a:pt x="12793" y="17748"/>
                    <a:pt x="12774" y="17725"/>
                  </a:cubicBezTo>
                  <a:cubicBezTo>
                    <a:pt x="12762" y="17712"/>
                    <a:pt x="12735" y="17683"/>
                    <a:pt x="12734" y="17661"/>
                  </a:cubicBezTo>
                  <a:cubicBezTo>
                    <a:pt x="12733" y="17626"/>
                    <a:pt x="12788" y="17580"/>
                    <a:pt x="12794" y="17545"/>
                  </a:cubicBezTo>
                  <a:cubicBezTo>
                    <a:pt x="12800" y="17498"/>
                    <a:pt x="12780" y="17399"/>
                    <a:pt x="12762" y="17358"/>
                  </a:cubicBezTo>
                  <a:cubicBezTo>
                    <a:pt x="12749" y="17329"/>
                    <a:pt x="12701" y="17294"/>
                    <a:pt x="12685" y="17268"/>
                  </a:cubicBezTo>
                  <a:cubicBezTo>
                    <a:pt x="12673" y="17249"/>
                    <a:pt x="12652" y="17205"/>
                    <a:pt x="12647" y="17181"/>
                  </a:cubicBezTo>
                  <a:cubicBezTo>
                    <a:pt x="12641" y="17145"/>
                    <a:pt x="12660" y="17070"/>
                    <a:pt x="12655" y="17034"/>
                  </a:cubicBezTo>
                  <a:cubicBezTo>
                    <a:pt x="12650" y="16998"/>
                    <a:pt x="12633" y="16915"/>
                    <a:pt x="12608" y="16900"/>
                  </a:cubicBezTo>
                  <a:cubicBezTo>
                    <a:pt x="12584" y="16887"/>
                    <a:pt x="12533" y="16963"/>
                    <a:pt x="12509" y="16947"/>
                  </a:cubicBezTo>
                  <a:cubicBezTo>
                    <a:pt x="12491" y="16934"/>
                    <a:pt x="12483" y="16868"/>
                    <a:pt x="12485" y="16840"/>
                  </a:cubicBezTo>
                  <a:cubicBezTo>
                    <a:pt x="12487" y="16798"/>
                    <a:pt x="12553" y="16728"/>
                    <a:pt x="12539" y="16690"/>
                  </a:cubicBezTo>
                  <a:cubicBezTo>
                    <a:pt x="12527" y="16659"/>
                    <a:pt x="12459" y="16682"/>
                    <a:pt x="12437" y="16663"/>
                  </a:cubicBezTo>
                  <a:cubicBezTo>
                    <a:pt x="12421" y="16648"/>
                    <a:pt x="12412" y="16583"/>
                    <a:pt x="12393" y="16574"/>
                  </a:cubicBezTo>
                  <a:cubicBezTo>
                    <a:pt x="12377" y="16565"/>
                    <a:pt x="12345" y="16600"/>
                    <a:pt x="12329" y="16596"/>
                  </a:cubicBezTo>
                  <a:cubicBezTo>
                    <a:pt x="12302" y="16591"/>
                    <a:pt x="12266" y="16526"/>
                    <a:pt x="12240" y="16516"/>
                  </a:cubicBezTo>
                  <a:cubicBezTo>
                    <a:pt x="12219" y="16509"/>
                    <a:pt x="12175" y="16513"/>
                    <a:pt x="12155" y="16523"/>
                  </a:cubicBezTo>
                  <a:cubicBezTo>
                    <a:pt x="12134" y="16533"/>
                    <a:pt x="12103" y="16587"/>
                    <a:pt x="12081" y="16596"/>
                  </a:cubicBezTo>
                  <a:cubicBezTo>
                    <a:pt x="12071" y="16601"/>
                    <a:pt x="12047" y="16603"/>
                    <a:pt x="12037" y="16596"/>
                  </a:cubicBezTo>
                  <a:cubicBezTo>
                    <a:pt x="12018" y="16585"/>
                    <a:pt x="11995" y="16536"/>
                    <a:pt x="11985" y="16513"/>
                  </a:cubicBezTo>
                  <a:cubicBezTo>
                    <a:pt x="11968" y="16475"/>
                    <a:pt x="11951" y="16387"/>
                    <a:pt x="11933" y="16349"/>
                  </a:cubicBezTo>
                  <a:cubicBezTo>
                    <a:pt x="11914" y="16310"/>
                    <a:pt x="11873" y="16227"/>
                    <a:pt x="11841" y="16209"/>
                  </a:cubicBezTo>
                  <a:cubicBezTo>
                    <a:pt x="11809" y="16191"/>
                    <a:pt x="11730" y="16249"/>
                    <a:pt x="11700" y="16222"/>
                  </a:cubicBezTo>
                  <a:cubicBezTo>
                    <a:pt x="11676" y="16202"/>
                    <a:pt x="11684" y="16101"/>
                    <a:pt x="11661" y="16079"/>
                  </a:cubicBezTo>
                  <a:cubicBezTo>
                    <a:pt x="11634" y="16053"/>
                    <a:pt x="11528" y="16076"/>
                    <a:pt x="11528" y="16076"/>
                  </a:cubicBezTo>
                  <a:lnTo>
                    <a:pt x="9612" y="16781"/>
                  </a:lnTo>
                  <a:lnTo>
                    <a:pt x="5786" y="18064"/>
                  </a:lnTo>
                  <a:lnTo>
                    <a:pt x="2376" y="19132"/>
                  </a:lnTo>
                  <a:lnTo>
                    <a:pt x="186" y="19756"/>
                  </a:lnTo>
                  <a:lnTo>
                    <a:pt x="0" y="18492"/>
                  </a:lnTo>
                  <a:cubicBezTo>
                    <a:pt x="24" y="18466"/>
                    <a:pt x="46" y="18440"/>
                    <a:pt x="63" y="18420"/>
                  </a:cubicBezTo>
                  <a:cubicBezTo>
                    <a:pt x="146" y="18319"/>
                    <a:pt x="303" y="18102"/>
                    <a:pt x="379" y="17993"/>
                  </a:cubicBezTo>
                  <a:cubicBezTo>
                    <a:pt x="442" y="17905"/>
                    <a:pt x="566" y="17729"/>
                    <a:pt x="620" y="17632"/>
                  </a:cubicBezTo>
                  <a:cubicBezTo>
                    <a:pt x="652" y="17575"/>
                    <a:pt x="703" y="17448"/>
                    <a:pt x="734" y="17388"/>
                  </a:cubicBezTo>
                  <a:cubicBezTo>
                    <a:pt x="758" y="17339"/>
                    <a:pt x="809" y="17242"/>
                    <a:pt x="837" y="17198"/>
                  </a:cubicBezTo>
                  <a:cubicBezTo>
                    <a:pt x="879" y="17133"/>
                    <a:pt x="977" y="17020"/>
                    <a:pt x="1020" y="16957"/>
                  </a:cubicBezTo>
                  <a:cubicBezTo>
                    <a:pt x="1050" y="16914"/>
                    <a:pt x="1100" y="16814"/>
                    <a:pt x="1134" y="16777"/>
                  </a:cubicBezTo>
                  <a:cubicBezTo>
                    <a:pt x="1171" y="16736"/>
                    <a:pt x="1262" y="16689"/>
                    <a:pt x="1303" y="16654"/>
                  </a:cubicBezTo>
                  <a:cubicBezTo>
                    <a:pt x="1318" y="16639"/>
                    <a:pt x="1351" y="16611"/>
                    <a:pt x="1362" y="16590"/>
                  </a:cubicBezTo>
                  <a:cubicBezTo>
                    <a:pt x="1373" y="16567"/>
                    <a:pt x="1385" y="16513"/>
                    <a:pt x="1386" y="16486"/>
                  </a:cubicBezTo>
                  <a:cubicBezTo>
                    <a:pt x="1387" y="16465"/>
                    <a:pt x="1374" y="16422"/>
                    <a:pt x="1374" y="16400"/>
                  </a:cubicBezTo>
                  <a:cubicBezTo>
                    <a:pt x="1374" y="16364"/>
                    <a:pt x="1383" y="16293"/>
                    <a:pt x="1396" y="16262"/>
                  </a:cubicBezTo>
                  <a:cubicBezTo>
                    <a:pt x="1409" y="16234"/>
                    <a:pt x="1459" y="16207"/>
                    <a:pt x="1473" y="16179"/>
                  </a:cubicBezTo>
                  <a:cubicBezTo>
                    <a:pt x="1488" y="16149"/>
                    <a:pt x="1498" y="16077"/>
                    <a:pt x="1503" y="16042"/>
                  </a:cubicBezTo>
                  <a:cubicBezTo>
                    <a:pt x="1508" y="16006"/>
                    <a:pt x="1501" y="15927"/>
                    <a:pt x="1515" y="15895"/>
                  </a:cubicBezTo>
                  <a:cubicBezTo>
                    <a:pt x="1528" y="15867"/>
                    <a:pt x="1576" y="15840"/>
                    <a:pt x="1594" y="15818"/>
                  </a:cubicBezTo>
                  <a:cubicBezTo>
                    <a:pt x="1615" y="15794"/>
                    <a:pt x="1647" y="15734"/>
                    <a:pt x="1668" y="15711"/>
                  </a:cubicBezTo>
                  <a:cubicBezTo>
                    <a:pt x="1691" y="15688"/>
                    <a:pt x="1743" y="15659"/>
                    <a:pt x="1765" y="15635"/>
                  </a:cubicBezTo>
                  <a:cubicBezTo>
                    <a:pt x="1802" y="15591"/>
                    <a:pt x="1868" y="15487"/>
                    <a:pt x="1891" y="15428"/>
                  </a:cubicBezTo>
                  <a:cubicBezTo>
                    <a:pt x="1907" y="15385"/>
                    <a:pt x="1933" y="15291"/>
                    <a:pt x="1929" y="15244"/>
                  </a:cubicBezTo>
                  <a:cubicBezTo>
                    <a:pt x="1924" y="15208"/>
                    <a:pt x="1883" y="15154"/>
                    <a:pt x="1874" y="15121"/>
                  </a:cubicBezTo>
                  <a:cubicBezTo>
                    <a:pt x="1862" y="15081"/>
                    <a:pt x="1867" y="14990"/>
                    <a:pt x="1849" y="14957"/>
                  </a:cubicBezTo>
                  <a:cubicBezTo>
                    <a:pt x="1833" y="14929"/>
                    <a:pt x="1776" y="14917"/>
                    <a:pt x="1757" y="14893"/>
                  </a:cubicBezTo>
                  <a:cubicBezTo>
                    <a:pt x="1737" y="14868"/>
                    <a:pt x="1713" y="14798"/>
                    <a:pt x="1703" y="14763"/>
                  </a:cubicBezTo>
                  <a:cubicBezTo>
                    <a:pt x="1694" y="14731"/>
                    <a:pt x="1693" y="14656"/>
                    <a:pt x="1678" y="14627"/>
                  </a:cubicBezTo>
                  <a:cubicBezTo>
                    <a:pt x="1665" y="14599"/>
                    <a:pt x="1622" y="14560"/>
                    <a:pt x="1600" y="14546"/>
                  </a:cubicBezTo>
                  <a:cubicBezTo>
                    <a:pt x="1566" y="14527"/>
                    <a:pt x="1490" y="14532"/>
                    <a:pt x="1456" y="14516"/>
                  </a:cubicBezTo>
                  <a:cubicBezTo>
                    <a:pt x="1423" y="14502"/>
                    <a:pt x="1358" y="14465"/>
                    <a:pt x="1337" y="14429"/>
                  </a:cubicBezTo>
                  <a:cubicBezTo>
                    <a:pt x="1319" y="14399"/>
                    <a:pt x="1306" y="14320"/>
                    <a:pt x="1305" y="14282"/>
                  </a:cubicBezTo>
                  <a:cubicBezTo>
                    <a:pt x="1304" y="14254"/>
                    <a:pt x="1319" y="14200"/>
                    <a:pt x="1322" y="14172"/>
                  </a:cubicBezTo>
                  <a:cubicBezTo>
                    <a:pt x="1325" y="14152"/>
                    <a:pt x="1338" y="14106"/>
                    <a:pt x="1327" y="14092"/>
                  </a:cubicBezTo>
                  <a:cubicBezTo>
                    <a:pt x="1306" y="14061"/>
                    <a:pt x="1233" y="14100"/>
                    <a:pt x="1201" y="14099"/>
                  </a:cubicBezTo>
                  <a:cubicBezTo>
                    <a:pt x="1182" y="14098"/>
                    <a:pt x="1137" y="14106"/>
                    <a:pt x="1127" y="14085"/>
                  </a:cubicBezTo>
                  <a:cubicBezTo>
                    <a:pt x="1110" y="14054"/>
                    <a:pt x="1153" y="13973"/>
                    <a:pt x="1152" y="13935"/>
                  </a:cubicBezTo>
                  <a:cubicBezTo>
                    <a:pt x="1150" y="13903"/>
                    <a:pt x="1116" y="13847"/>
                    <a:pt x="1120" y="13815"/>
                  </a:cubicBezTo>
                  <a:cubicBezTo>
                    <a:pt x="1123" y="13782"/>
                    <a:pt x="1175" y="13741"/>
                    <a:pt x="1176" y="13708"/>
                  </a:cubicBezTo>
                  <a:cubicBezTo>
                    <a:pt x="1177" y="13666"/>
                    <a:pt x="1120" y="13605"/>
                    <a:pt x="1110" y="13565"/>
                  </a:cubicBezTo>
                  <a:cubicBezTo>
                    <a:pt x="1103" y="13537"/>
                    <a:pt x="1108" y="13476"/>
                    <a:pt x="1102" y="13448"/>
                  </a:cubicBezTo>
                  <a:cubicBezTo>
                    <a:pt x="1091" y="13398"/>
                    <a:pt x="1040" y="13316"/>
                    <a:pt x="1028" y="13267"/>
                  </a:cubicBezTo>
                  <a:cubicBezTo>
                    <a:pt x="1022" y="13244"/>
                    <a:pt x="1011" y="13192"/>
                    <a:pt x="1019" y="13171"/>
                  </a:cubicBezTo>
                  <a:cubicBezTo>
                    <a:pt x="1033" y="13130"/>
                    <a:pt x="1103" y="13098"/>
                    <a:pt x="1131" y="13075"/>
                  </a:cubicBezTo>
                  <a:cubicBezTo>
                    <a:pt x="1166" y="13045"/>
                    <a:pt x="1238" y="12989"/>
                    <a:pt x="1273" y="12959"/>
                  </a:cubicBezTo>
                  <a:cubicBezTo>
                    <a:pt x="1311" y="12926"/>
                    <a:pt x="1383" y="12855"/>
                    <a:pt x="1421" y="12823"/>
                  </a:cubicBezTo>
                  <a:cubicBezTo>
                    <a:pt x="1476" y="12778"/>
                    <a:pt x="1587" y="12697"/>
                    <a:pt x="1643" y="12656"/>
                  </a:cubicBezTo>
                  <a:cubicBezTo>
                    <a:pt x="1714" y="12606"/>
                    <a:pt x="1856" y="12510"/>
                    <a:pt x="1927" y="12465"/>
                  </a:cubicBezTo>
                  <a:cubicBezTo>
                    <a:pt x="2003" y="12416"/>
                    <a:pt x="2155" y="12319"/>
                    <a:pt x="2234" y="12278"/>
                  </a:cubicBezTo>
                  <a:cubicBezTo>
                    <a:pt x="2274" y="12257"/>
                    <a:pt x="2357" y="12221"/>
                    <a:pt x="2399" y="12207"/>
                  </a:cubicBezTo>
                  <a:cubicBezTo>
                    <a:pt x="2494" y="12174"/>
                    <a:pt x="2685" y="12123"/>
                    <a:pt x="2781" y="12106"/>
                  </a:cubicBezTo>
                  <a:cubicBezTo>
                    <a:pt x="2833" y="12097"/>
                    <a:pt x="2940" y="12104"/>
                    <a:pt x="2991" y="12087"/>
                  </a:cubicBezTo>
                  <a:cubicBezTo>
                    <a:pt x="3049" y="12066"/>
                    <a:pt x="3153" y="11976"/>
                    <a:pt x="3210" y="11953"/>
                  </a:cubicBezTo>
                  <a:cubicBezTo>
                    <a:pt x="3281" y="11923"/>
                    <a:pt x="3428" y="11899"/>
                    <a:pt x="3500" y="11883"/>
                  </a:cubicBezTo>
                  <a:cubicBezTo>
                    <a:pt x="3559" y="11872"/>
                    <a:pt x="3676" y="11852"/>
                    <a:pt x="3735" y="11841"/>
                  </a:cubicBezTo>
                  <a:cubicBezTo>
                    <a:pt x="3814" y="11827"/>
                    <a:pt x="3974" y="11792"/>
                    <a:pt x="4054" y="11786"/>
                  </a:cubicBezTo>
                  <a:cubicBezTo>
                    <a:pt x="4117" y="11781"/>
                    <a:pt x="4243" y="11775"/>
                    <a:pt x="4305" y="11790"/>
                  </a:cubicBezTo>
                  <a:cubicBezTo>
                    <a:pt x="4341" y="11799"/>
                    <a:pt x="4411" y="11835"/>
                    <a:pt x="4443" y="11857"/>
                  </a:cubicBezTo>
                  <a:cubicBezTo>
                    <a:pt x="4474" y="11878"/>
                    <a:pt x="4526" y="11941"/>
                    <a:pt x="4558" y="11962"/>
                  </a:cubicBezTo>
                  <a:cubicBezTo>
                    <a:pt x="4583" y="11979"/>
                    <a:pt x="4638" y="11996"/>
                    <a:pt x="4665" y="12010"/>
                  </a:cubicBezTo>
                  <a:cubicBezTo>
                    <a:pt x="4695" y="12027"/>
                    <a:pt x="4751" y="12071"/>
                    <a:pt x="4782" y="12084"/>
                  </a:cubicBezTo>
                  <a:cubicBezTo>
                    <a:pt x="4808" y="12095"/>
                    <a:pt x="4862" y="12111"/>
                    <a:pt x="4889" y="12106"/>
                  </a:cubicBezTo>
                  <a:cubicBezTo>
                    <a:pt x="4915" y="12102"/>
                    <a:pt x="4965" y="12074"/>
                    <a:pt x="4986" y="12053"/>
                  </a:cubicBezTo>
                  <a:cubicBezTo>
                    <a:pt x="5004" y="12034"/>
                    <a:pt x="5026" y="11976"/>
                    <a:pt x="5044" y="11957"/>
                  </a:cubicBezTo>
                  <a:cubicBezTo>
                    <a:pt x="5077" y="11921"/>
                    <a:pt x="5160" y="11883"/>
                    <a:pt x="5199" y="11859"/>
                  </a:cubicBezTo>
                  <a:cubicBezTo>
                    <a:pt x="5232" y="11839"/>
                    <a:pt x="5298" y="11797"/>
                    <a:pt x="5331" y="11777"/>
                  </a:cubicBezTo>
                  <a:cubicBezTo>
                    <a:pt x="5358" y="11760"/>
                    <a:pt x="5411" y="11723"/>
                    <a:pt x="5439" y="11712"/>
                  </a:cubicBezTo>
                  <a:cubicBezTo>
                    <a:pt x="5478" y="11698"/>
                    <a:pt x="5558" y="11697"/>
                    <a:pt x="5596" y="11683"/>
                  </a:cubicBezTo>
                  <a:cubicBezTo>
                    <a:pt x="5642" y="11668"/>
                    <a:pt x="5730" y="11618"/>
                    <a:pt x="5774" y="11594"/>
                  </a:cubicBezTo>
                  <a:cubicBezTo>
                    <a:pt x="5803" y="11579"/>
                    <a:pt x="5858" y="11541"/>
                    <a:pt x="5888" y="11530"/>
                  </a:cubicBezTo>
                  <a:cubicBezTo>
                    <a:pt x="5911" y="11521"/>
                    <a:pt x="5957" y="11515"/>
                    <a:pt x="5981" y="11512"/>
                  </a:cubicBezTo>
                  <a:cubicBezTo>
                    <a:pt x="6013" y="11508"/>
                    <a:pt x="6079" y="11512"/>
                    <a:pt x="6112" y="11508"/>
                  </a:cubicBezTo>
                  <a:cubicBezTo>
                    <a:pt x="6149" y="11503"/>
                    <a:pt x="6221" y="11484"/>
                    <a:pt x="6258" y="11476"/>
                  </a:cubicBezTo>
                  <a:cubicBezTo>
                    <a:pt x="6293" y="11468"/>
                    <a:pt x="6368" y="11465"/>
                    <a:pt x="6401" y="11443"/>
                  </a:cubicBezTo>
                  <a:cubicBezTo>
                    <a:pt x="6425" y="11426"/>
                    <a:pt x="6459" y="11363"/>
                    <a:pt x="6481" y="11341"/>
                  </a:cubicBezTo>
                  <a:cubicBezTo>
                    <a:pt x="6508" y="11314"/>
                    <a:pt x="6569" y="11275"/>
                    <a:pt x="6595" y="11249"/>
                  </a:cubicBezTo>
                  <a:cubicBezTo>
                    <a:pt x="6621" y="11225"/>
                    <a:pt x="6662" y="11160"/>
                    <a:pt x="6689" y="11140"/>
                  </a:cubicBezTo>
                  <a:cubicBezTo>
                    <a:pt x="6712" y="11124"/>
                    <a:pt x="6768" y="11123"/>
                    <a:pt x="6790" y="11105"/>
                  </a:cubicBezTo>
                  <a:cubicBezTo>
                    <a:pt x="6824" y="11076"/>
                    <a:pt x="6866" y="10978"/>
                    <a:pt x="6895" y="10940"/>
                  </a:cubicBezTo>
                  <a:cubicBezTo>
                    <a:pt x="6917" y="10912"/>
                    <a:pt x="6973" y="10871"/>
                    <a:pt x="6990" y="10838"/>
                  </a:cubicBezTo>
                  <a:cubicBezTo>
                    <a:pt x="7013" y="10791"/>
                    <a:pt x="7025" y="10676"/>
                    <a:pt x="7039" y="10624"/>
                  </a:cubicBezTo>
                  <a:cubicBezTo>
                    <a:pt x="7051" y="10580"/>
                    <a:pt x="7072" y="10491"/>
                    <a:pt x="7091" y="10454"/>
                  </a:cubicBezTo>
                  <a:cubicBezTo>
                    <a:pt x="7109" y="10423"/>
                    <a:pt x="7160" y="10382"/>
                    <a:pt x="7181" y="10354"/>
                  </a:cubicBezTo>
                  <a:cubicBezTo>
                    <a:pt x="7212" y="10313"/>
                    <a:pt x="7262" y="10216"/>
                    <a:pt x="7293" y="10174"/>
                  </a:cubicBezTo>
                  <a:cubicBezTo>
                    <a:pt x="7318" y="10140"/>
                    <a:pt x="7377" y="10086"/>
                    <a:pt x="7400" y="10049"/>
                  </a:cubicBezTo>
                  <a:cubicBezTo>
                    <a:pt x="7418" y="10020"/>
                    <a:pt x="7442" y="9949"/>
                    <a:pt x="7460" y="9918"/>
                  </a:cubicBezTo>
                  <a:cubicBezTo>
                    <a:pt x="7480" y="9882"/>
                    <a:pt x="7524" y="9812"/>
                    <a:pt x="7552" y="9787"/>
                  </a:cubicBezTo>
                  <a:cubicBezTo>
                    <a:pt x="7574" y="9766"/>
                    <a:pt x="7624" y="9732"/>
                    <a:pt x="7650" y="9731"/>
                  </a:cubicBezTo>
                  <a:cubicBezTo>
                    <a:pt x="7669" y="9730"/>
                    <a:pt x="7703" y="9765"/>
                    <a:pt x="7721" y="9767"/>
                  </a:cubicBezTo>
                  <a:cubicBezTo>
                    <a:pt x="7747" y="9770"/>
                    <a:pt x="7798" y="9756"/>
                    <a:pt x="7821" y="9740"/>
                  </a:cubicBezTo>
                  <a:cubicBezTo>
                    <a:pt x="7851" y="9720"/>
                    <a:pt x="7896" y="9649"/>
                    <a:pt x="7921" y="9617"/>
                  </a:cubicBezTo>
                  <a:cubicBezTo>
                    <a:pt x="7943" y="9590"/>
                    <a:pt x="7994" y="9542"/>
                    <a:pt x="8007" y="9506"/>
                  </a:cubicBezTo>
                  <a:cubicBezTo>
                    <a:pt x="8028" y="9447"/>
                    <a:pt x="8028" y="9311"/>
                    <a:pt x="8023" y="9246"/>
                  </a:cubicBezTo>
                  <a:cubicBezTo>
                    <a:pt x="8020" y="9192"/>
                    <a:pt x="7996" y="9090"/>
                    <a:pt x="7986" y="9039"/>
                  </a:cubicBezTo>
                  <a:cubicBezTo>
                    <a:pt x="7973" y="8979"/>
                    <a:pt x="7945" y="8860"/>
                    <a:pt x="7927" y="8803"/>
                  </a:cubicBezTo>
                  <a:cubicBezTo>
                    <a:pt x="7916" y="8766"/>
                    <a:pt x="7890" y="8695"/>
                    <a:pt x="7875" y="8660"/>
                  </a:cubicBezTo>
                  <a:cubicBezTo>
                    <a:pt x="7858" y="8620"/>
                    <a:pt x="7814" y="8546"/>
                    <a:pt x="7801" y="8502"/>
                  </a:cubicBezTo>
                  <a:cubicBezTo>
                    <a:pt x="7788" y="8460"/>
                    <a:pt x="7791" y="8361"/>
                    <a:pt x="7771" y="8324"/>
                  </a:cubicBezTo>
                  <a:cubicBezTo>
                    <a:pt x="7745" y="8277"/>
                    <a:pt x="7653" y="8248"/>
                    <a:pt x="7621" y="8208"/>
                  </a:cubicBezTo>
                  <a:cubicBezTo>
                    <a:pt x="7604" y="8188"/>
                    <a:pt x="7573" y="8142"/>
                    <a:pt x="7570" y="8113"/>
                  </a:cubicBezTo>
                  <a:cubicBezTo>
                    <a:pt x="7567" y="8080"/>
                    <a:pt x="7587" y="8014"/>
                    <a:pt x="7604" y="7991"/>
                  </a:cubicBezTo>
                  <a:cubicBezTo>
                    <a:pt x="7620" y="7970"/>
                    <a:pt x="7666" y="7953"/>
                    <a:pt x="7689" y="7948"/>
                  </a:cubicBezTo>
                  <a:cubicBezTo>
                    <a:pt x="7707" y="7944"/>
                    <a:pt x="7745" y="7966"/>
                    <a:pt x="7762" y="7954"/>
                  </a:cubicBezTo>
                  <a:cubicBezTo>
                    <a:pt x="7778" y="7943"/>
                    <a:pt x="7787" y="7888"/>
                    <a:pt x="7799" y="7869"/>
                  </a:cubicBezTo>
                  <a:cubicBezTo>
                    <a:pt x="7814" y="7846"/>
                    <a:pt x="7862" y="7821"/>
                    <a:pt x="7873" y="7794"/>
                  </a:cubicBezTo>
                  <a:cubicBezTo>
                    <a:pt x="7887" y="7762"/>
                    <a:pt x="7893" y="7681"/>
                    <a:pt x="7887" y="7644"/>
                  </a:cubicBezTo>
                  <a:cubicBezTo>
                    <a:pt x="7879" y="7606"/>
                    <a:pt x="7842" y="7540"/>
                    <a:pt x="7819" y="7515"/>
                  </a:cubicBezTo>
                  <a:cubicBezTo>
                    <a:pt x="7798" y="7492"/>
                    <a:pt x="7745" y="7462"/>
                    <a:pt x="7717" y="7454"/>
                  </a:cubicBezTo>
                  <a:cubicBezTo>
                    <a:pt x="7687" y="7445"/>
                    <a:pt x="7626" y="7445"/>
                    <a:pt x="7596" y="7452"/>
                  </a:cubicBezTo>
                  <a:cubicBezTo>
                    <a:pt x="7571" y="7458"/>
                    <a:pt x="7524" y="7512"/>
                    <a:pt x="7501" y="7497"/>
                  </a:cubicBezTo>
                  <a:cubicBezTo>
                    <a:pt x="7481" y="7484"/>
                    <a:pt x="7486" y="7410"/>
                    <a:pt x="7471" y="7389"/>
                  </a:cubicBezTo>
                  <a:cubicBezTo>
                    <a:pt x="7452" y="7362"/>
                    <a:pt x="7387" y="7359"/>
                    <a:pt x="7371" y="7328"/>
                  </a:cubicBezTo>
                  <a:cubicBezTo>
                    <a:pt x="7359" y="7306"/>
                    <a:pt x="7374" y="7245"/>
                    <a:pt x="7366" y="7220"/>
                  </a:cubicBezTo>
                  <a:cubicBezTo>
                    <a:pt x="7361" y="7204"/>
                    <a:pt x="7342" y="7179"/>
                    <a:pt x="7331" y="7170"/>
                  </a:cubicBezTo>
                  <a:cubicBezTo>
                    <a:pt x="7308" y="7151"/>
                    <a:pt x="7250" y="7151"/>
                    <a:pt x="7226" y="7133"/>
                  </a:cubicBezTo>
                  <a:cubicBezTo>
                    <a:pt x="7212" y="7123"/>
                    <a:pt x="7192" y="7091"/>
                    <a:pt x="7182" y="7074"/>
                  </a:cubicBezTo>
                  <a:cubicBezTo>
                    <a:pt x="7166" y="7050"/>
                    <a:pt x="7134" y="6998"/>
                    <a:pt x="7127" y="6966"/>
                  </a:cubicBezTo>
                  <a:cubicBezTo>
                    <a:pt x="7121" y="6935"/>
                    <a:pt x="7129" y="6870"/>
                    <a:pt x="7135" y="6839"/>
                  </a:cubicBezTo>
                  <a:cubicBezTo>
                    <a:pt x="7140" y="6812"/>
                    <a:pt x="7162" y="6762"/>
                    <a:pt x="7169" y="6735"/>
                  </a:cubicBezTo>
                  <a:cubicBezTo>
                    <a:pt x="7178" y="6701"/>
                    <a:pt x="7192" y="6629"/>
                    <a:pt x="7196" y="6592"/>
                  </a:cubicBezTo>
                  <a:cubicBezTo>
                    <a:pt x="7200" y="6568"/>
                    <a:pt x="7196" y="6517"/>
                    <a:pt x="7204" y="6495"/>
                  </a:cubicBezTo>
                  <a:cubicBezTo>
                    <a:pt x="7211" y="6475"/>
                    <a:pt x="7238" y="6440"/>
                    <a:pt x="7253" y="6432"/>
                  </a:cubicBezTo>
                  <a:cubicBezTo>
                    <a:pt x="7271" y="6422"/>
                    <a:pt x="7314" y="6438"/>
                    <a:pt x="7333" y="6428"/>
                  </a:cubicBezTo>
                  <a:cubicBezTo>
                    <a:pt x="7357" y="6416"/>
                    <a:pt x="7396" y="6362"/>
                    <a:pt x="7417" y="6338"/>
                  </a:cubicBezTo>
                  <a:cubicBezTo>
                    <a:pt x="7440" y="6312"/>
                    <a:pt x="7493" y="6267"/>
                    <a:pt x="7508" y="6231"/>
                  </a:cubicBezTo>
                  <a:cubicBezTo>
                    <a:pt x="7520" y="6203"/>
                    <a:pt x="7532" y="6134"/>
                    <a:pt x="7528" y="6102"/>
                  </a:cubicBezTo>
                  <a:cubicBezTo>
                    <a:pt x="7525" y="6082"/>
                    <a:pt x="7501" y="6054"/>
                    <a:pt x="7498" y="6035"/>
                  </a:cubicBezTo>
                  <a:cubicBezTo>
                    <a:pt x="7494" y="6003"/>
                    <a:pt x="7499" y="5934"/>
                    <a:pt x="7513" y="5908"/>
                  </a:cubicBezTo>
                  <a:cubicBezTo>
                    <a:pt x="7527" y="5882"/>
                    <a:pt x="7579" y="5872"/>
                    <a:pt x="7597" y="5851"/>
                  </a:cubicBezTo>
                  <a:cubicBezTo>
                    <a:pt x="7615" y="5829"/>
                    <a:pt x="7636" y="5766"/>
                    <a:pt x="7652" y="5741"/>
                  </a:cubicBezTo>
                  <a:cubicBezTo>
                    <a:pt x="7677" y="5699"/>
                    <a:pt x="7734" y="5622"/>
                    <a:pt x="7765" y="5587"/>
                  </a:cubicBezTo>
                  <a:cubicBezTo>
                    <a:pt x="7783" y="5567"/>
                    <a:pt x="7819" y="5529"/>
                    <a:pt x="7839" y="5517"/>
                  </a:cubicBezTo>
                  <a:cubicBezTo>
                    <a:pt x="7857" y="5506"/>
                    <a:pt x="7898" y="5507"/>
                    <a:pt x="7916" y="5497"/>
                  </a:cubicBezTo>
                  <a:cubicBezTo>
                    <a:pt x="7940" y="5483"/>
                    <a:pt x="7982" y="5441"/>
                    <a:pt x="8000" y="5417"/>
                  </a:cubicBezTo>
                  <a:cubicBezTo>
                    <a:pt x="8033" y="5373"/>
                    <a:pt x="8082" y="5269"/>
                    <a:pt x="8107" y="5216"/>
                  </a:cubicBezTo>
                  <a:cubicBezTo>
                    <a:pt x="8124" y="5180"/>
                    <a:pt x="8160" y="5107"/>
                    <a:pt x="8171" y="5066"/>
                  </a:cubicBezTo>
                  <a:cubicBezTo>
                    <a:pt x="8183" y="5021"/>
                    <a:pt x="8190" y="4923"/>
                    <a:pt x="8195" y="4876"/>
                  </a:cubicBezTo>
                  <a:cubicBezTo>
                    <a:pt x="8202" y="4824"/>
                    <a:pt x="8212" y="4720"/>
                    <a:pt x="8221" y="4669"/>
                  </a:cubicBezTo>
                  <a:cubicBezTo>
                    <a:pt x="8226" y="4632"/>
                    <a:pt x="8236" y="4559"/>
                    <a:pt x="8247" y="4525"/>
                  </a:cubicBezTo>
                  <a:cubicBezTo>
                    <a:pt x="8266" y="4469"/>
                    <a:pt x="8323" y="4370"/>
                    <a:pt x="8349" y="4318"/>
                  </a:cubicBezTo>
                  <a:cubicBezTo>
                    <a:pt x="8371" y="4273"/>
                    <a:pt x="8418" y="4185"/>
                    <a:pt x="8438" y="4138"/>
                  </a:cubicBezTo>
                  <a:cubicBezTo>
                    <a:pt x="8457" y="4093"/>
                    <a:pt x="8487" y="3997"/>
                    <a:pt x="8505" y="3951"/>
                  </a:cubicBezTo>
                  <a:cubicBezTo>
                    <a:pt x="8526" y="3896"/>
                    <a:pt x="8575" y="3790"/>
                    <a:pt x="8594" y="3734"/>
                  </a:cubicBezTo>
                  <a:cubicBezTo>
                    <a:pt x="8607" y="3695"/>
                    <a:pt x="8621" y="3611"/>
                    <a:pt x="8636" y="3574"/>
                  </a:cubicBezTo>
                  <a:cubicBezTo>
                    <a:pt x="8661" y="3512"/>
                    <a:pt x="8730" y="3406"/>
                    <a:pt x="8762" y="3350"/>
                  </a:cubicBezTo>
                  <a:cubicBezTo>
                    <a:pt x="8787" y="3305"/>
                    <a:pt x="8842" y="3220"/>
                    <a:pt x="8861" y="3169"/>
                  </a:cubicBezTo>
                  <a:cubicBezTo>
                    <a:pt x="8875" y="3133"/>
                    <a:pt x="8880" y="3047"/>
                    <a:pt x="8896" y="3012"/>
                  </a:cubicBezTo>
                  <a:cubicBezTo>
                    <a:pt x="8908" y="2986"/>
                    <a:pt x="8948" y="2951"/>
                    <a:pt x="8965" y="2929"/>
                  </a:cubicBezTo>
                  <a:cubicBezTo>
                    <a:pt x="8988" y="2900"/>
                    <a:pt x="9033" y="2840"/>
                    <a:pt x="9052" y="2805"/>
                  </a:cubicBezTo>
                  <a:cubicBezTo>
                    <a:pt x="9067" y="2777"/>
                    <a:pt x="9093" y="2715"/>
                    <a:pt x="9103" y="2682"/>
                  </a:cubicBezTo>
                  <a:cubicBezTo>
                    <a:pt x="9113" y="2651"/>
                    <a:pt x="9121" y="2582"/>
                    <a:pt x="9133" y="2552"/>
                  </a:cubicBezTo>
                  <a:cubicBezTo>
                    <a:pt x="9144" y="2523"/>
                    <a:pt x="9176" y="2474"/>
                    <a:pt x="9192" y="2452"/>
                  </a:cubicBezTo>
                  <a:cubicBezTo>
                    <a:pt x="9214" y="2422"/>
                    <a:pt x="9267" y="2377"/>
                    <a:pt x="9292" y="2352"/>
                  </a:cubicBezTo>
                  <a:cubicBezTo>
                    <a:pt x="9315" y="2326"/>
                    <a:pt x="9361" y="2278"/>
                    <a:pt x="9383" y="2251"/>
                  </a:cubicBezTo>
                  <a:cubicBezTo>
                    <a:pt x="9398" y="2232"/>
                    <a:pt x="9428" y="2191"/>
                    <a:pt x="9440" y="2168"/>
                  </a:cubicBezTo>
                  <a:cubicBezTo>
                    <a:pt x="9452" y="2143"/>
                    <a:pt x="9464" y="2085"/>
                    <a:pt x="9477" y="2061"/>
                  </a:cubicBezTo>
                  <a:cubicBezTo>
                    <a:pt x="9484" y="2047"/>
                    <a:pt x="9504" y="2024"/>
                    <a:pt x="9514" y="2014"/>
                  </a:cubicBezTo>
                  <a:cubicBezTo>
                    <a:pt x="9540" y="1990"/>
                    <a:pt x="9599" y="1959"/>
                    <a:pt x="9625" y="1937"/>
                  </a:cubicBezTo>
                  <a:cubicBezTo>
                    <a:pt x="9644" y="1922"/>
                    <a:pt x="9682" y="1892"/>
                    <a:pt x="9697" y="1871"/>
                  </a:cubicBezTo>
                  <a:cubicBezTo>
                    <a:pt x="9712" y="1849"/>
                    <a:pt x="9733" y="1797"/>
                    <a:pt x="9742" y="1770"/>
                  </a:cubicBezTo>
                  <a:cubicBezTo>
                    <a:pt x="9749" y="1744"/>
                    <a:pt x="9751" y="1684"/>
                    <a:pt x="9762" y="1660"/>
                  </a:cubicBezTo>
                  <a:cubicBezTo>
                    <a:pt x="9770" y="1641"/>
                    <a:pt x="9795" y="1609"/>
                    <a:pt x="9811" y="1600"/>
                  </a:cubicBezTo>
                  <a:cubicBezTo>
                    <a:pt x="9828" y="1589"/>
                    <a:pt x="9869" y="1595"/>
                    <a:pt x="9887" y="1590"/>
                  </a:cubicBezTo>
                  <a:cubicBezTo>
                    <a:pt x="9903" y="1586"/>
                    <a:pt x="9937" y="1584"/>
                    <a:pt x="9949" y="1570"/>
                  </a:cubicBezTo>
                  <a:cubicBezTo>
                    <a:pt x="9963" y="1554"/>
                    <a:pt x="9964" y="1497"/>
                    <a:pt x="9976" y="1480"/>
                  </a:cubicBezTo>
                  <a:cubicBezTo>
                    <a:pt x="9990" y="1461"/>
                    <a:pt x="10030" y="1449"/>
                    <a:pt x="10046" y="1434"/>
                  </a:cubicBezTo>
                  <a:cubicBezTo>
                    <a:pt x="10068" y="1415"/>
                    <a:pt x="10100" y="1356"/>
                    <a:pt x="10122" y="1341"/>
                  </a:cubicBezTo>
                  <a:cubicBezTo>
                    <a:pt x="10147" y="1324"/>
                    <a:pt x="10203" y="1307"/>
                    <a:pt x="10231" y="1310"/>
                  </a:cubicBezTo>
                  <a:cubicBezTo>
                    <a:pt x="10258" y="1312"/>
                    <a:pt x="10307" y="1358"/>
                    <a:pt x="10333" y="1359"/>
                  </a:cubicBezTo>
                  <a:cubicBezTo>
                    <a:pt x="10353" y="1359"/>
                    <a:pt x="10388" y="1336"/>
                    <a:pt x="10406" y="1327"/>
                  </a:cubicBezTo>
                  <a:cubicBezTo>
                    <a:pt x="10441" y="1311"/>
                    <a:pt x="10512" y="1274"/>
                    <a:pt x="10548" y="1261"/>
                  </a:cubicBezTo>
                  <a:cubicBezTo>
                    <a:pt x="10708" y="1202"/>
                    <a:pt x="11201" y="1091"/>
                    <a:pt x="11201" y="1091"/>
                  </a:cubicBezTo>
                  <a:lnTo>
                    <a:pt x="12144" y="681"/>
                  </a:lnTo>
                  <a:lnTo>
                    <a:pt x="13773" y="0"/>
                  </a:lnTo>
                  <a:lnTo>
                    <a:pt x="13774" y="0"/>
                  </a:lnTo>
                  <a:cubicBezTo>
                    <a:pt x="13787" y="58"/>
                    <a:pt x="13804" y="128"/>
                    <a:pt x="13815" y="161"/>
                  </a:cubicBezTo>
                  <a:cubicBezTo>
                    <a:pt x="13823" y="184"/>
                    <a:pt x="13845" y="225"/>
                    <a:pt x="13853" y="248"/>
                  </a:cubicBezTo>
                  <a:cubicBezTo>
                    <a:pt x="13865" y="288"/>
                    <a:pt x="13892" y="371"/>
                    <a:pt x="13889" y="414"/>
                  </a:cubicBezTo>
                  <a:cubicBezTo>
                    <a:pt x="13888" y="445"/>
                    <a:pt x="13853" y="495"/>
                    <a:pt x="13847" y="525"/>
                  </a:cubicBezTo>
                  <a:cubicBezTo>
                    <a:pt x="13837" y="580"/>
                    <a:pt x="13840" y="695"/>
                    <a:pt x="13845" y="752"/>
                  </a:cubicBezTo>
                  <a:cubicBezTo>
                    <a:pt x="13848" y="785"/>
                    <a:pt x="13852" y="858"/>
                    <a:pt x="13870" y="882"/>
                  </a:cubicBezTo>
                  <a:cubicBezTo>
                    <a:pt x="13890" y="910"/>
                    <a:pt x="13960" y="898"/>
                    <a:pt x="13983" y="922"/>
                  </a:cubicBezTo>
                  <a:cubicBezTo>
                    <a:pt x="14001" y="940"/>
                    <a:pt x="14026" y="996"/>
                    <a:pt x="14028" y="1026"/>
                  </a:cubicBezTo>
                  <a:cubicBezTo>
                    <a:pt x="14030" y="1061"/>
                    <a:pt x="13995" y="1124"/>
                    <a:pt x="13993" y="1159"/>
                  </a:cubicBezTo>
                  <a:cubicBezTo>
                    <a:pt x="13991" y="1211"/>
                    <a:pt x="14013" y="1311"/>
                    <a:pt x="14026" y="1360"/>
                  </a:cubicBezTo>
                  <a:cubicBezTo>
                    <a:pt x="14037" y="1404"/>
                    <a:pt x="14084" y="1480"/>
                    <a:pt x="14090" y="1526"/>
                  </a:cubicBezTo>
                  <a:cubicBezTo>
                    <a:pt x="14101" y="1609"/>
                    <a:pt x="14047" y="1775"/>
                    <a:pt x="14058" y="1857"/>
                  </a:cubicBezTo>
                  <a:cubicBezTo>
                    <a:pt x="14062" y="1894"/>
                    <a:pt x="14091" y="1962"/>
                    <a:pt x="14110" y="1991"/>
                  </a:cubicBezTo>
                  <a:cubicBezTo>
                    <a:pt x="14128" y="2020"/>
                    <a:pt x="14175" y="2066"/>
                    <a:pt x="14199" y="2087"/>
                  </a:cubicBezTo>
                  <a:cubicBezTo>
                    <a:pt x="14223" y="2109"/>
                    <a:pt x="14279" y="2137"/>
                    <a:pt x="14300" y="2164"/>
                  </a:cubicBezTo>
                  <a:cubicBezTo>
                    <a:pt x="14317" y="2186"/>
                    <a:pt x="14340" y="2243"/>
                    <a:pt x="14352" y="2271"/>
                  </a:cubicBezTo>
                  <a:cubicBezTo>
                    <a:pt x="14368" y="2308"/>
                    <a:pt x="14392" y="2388"/>
                    <a:pt x="14408" y="2425"/>
                  </a:cubicBezTo>
                  <a:cubicBezTo>
                    <a:pt x="14424" y="2457"/>
                    <a:pt x="14466" y="2512"/>
                    <a:pt x="14476" y="2548"/>
                  </a:cubicBezTo>
                  <a:cubicBezTo>
                    <a:pt x="14496" y="2627"/>
                    <a:pt x="14498" y="2800"/>
                    <a:pt x="14488" y="2882"/>
                  </a:cubicBezTo>
                  <a:cubicBezTo>
                    <a:pt x="14483" y="2918"/>
                    <a:pt x="14444" y="2983"/>
                    <a:pt x="14448" y="3019"/>
                  </a:cubicBezTo>
                  <a:cubicBezTo>
                    <a:pt x="14451" y="3042"/>
                    <a:pt x="14487" y="3068"/>
                    <a:pt x="14493" y="3089"/>
                  </a:cubicBezTo>
                  <a:cubicBezTo>
                    <a:pt x="14503" y="3128"/>
                    <a:pt x="14479" y="3215"/>
                    <a:pt x="14490" y="3253"/>
                  </a:cubicBezTo>
                  <a:cubicBezTo>
                    <a:pt x="14505" y="3306"/>
                    <a:pt x="14592" y="3366"/>
                    <a:pt x="14604" y="3420"/>
                  </a:cubicBezTo>
                  <a:cubicBezTo>
                    <a:pt x="14614" y="3467"/>
                    <a:pt x="14597" y="3569"/>
                    <a:pt x="14582" y="3614"/>
                  </a:cubicBezTo>
                  <a:cubicBezTo>
                    <a:pt x="14568" y="3657"/>
                    <a:pt x="14504" y="3715"/>
                    <a:pt x="14493" y="3761"/>
                  </a:cubicBezTo>
                  <a:cubicBezTo>
                    <a:pt x="14479" y="3820"/>
                    <a:pt x="14507" y="3948"/>
                    <a:pt x="14503" y="4011"/>
                  </a:cubicBezTo>
                  <a:cubicBezTo>
                    <a:pt x="14499" y="4060"/>
                    <a:pt x="14463" y="4153"/>
                    <a:pt x="14468" y="4201"/>
                  </a:cubicBezTo>
                  <a:cubicBezTo>
                    <a:pt x="14472" y="4241"/>
                    <a:pt x="14520" y="4302"/>
                    <a:pt x="14525" y="4341"/>
                  </a:cubicBezTo>
                  <a:cubicBezTo>
                    <a:pt x="14529" y="4374"/>
                    <a:pt x="14509" y="4439"/>
                    <a:pt x="14508" y="4472"/>
                  </a:cubicBezTo>
                  <a:cubicBezTo>
                    <a:pt x="14507" y="4505"/>
                    <a:pt x="14507" y="4574"/>
                    <a:pt x="14520" y="4602"/>
                  </a:cubicBezTo>
                  <a:cubicBezTo>
                    <a:pt x="14529" y="4622"/>
                    <a:pt x="14564" y="4640"/>
                    <a:pt x="14577" y="4656"/>
                  </a:cubicBezTo>
                  <a:cubicBezTo>
                    <a:pt x="14592" y="4673"/>
                    <a:pt x="14624" y="4708"/>
                    <a:pt x="14634" y="4732"/>
                  </a:cubicBezTo>
                  <a:cubicBezTo>
                    <a:pt x="14656" y="4787"/>
                    <a:pt x="14667" y="4915"/>
                    <a:pt x="14676" y="4976"/>
                  </a:cubicBezTo>
                  <a:cubicBezTo>
                    <a:pt x="14681" y="5012"/>
                    <a:pt x="14684" y="5085"/>
                    <a:pt x="14693" y="5119"/>
                  </a:cubicBezTo>
                  <a:cubicBezTo>
                    <a:pt x="14699" y="5143"/>
                    <a:pt x="14718" y="5188"/>
                    <a:pt x="14731" y="5207"/>
                  </a:cubicBezTo>
                  <a:cubicBezTo>
                    <a:pt x="14750" y="5236"/>
                    <a:pt x="14808" y="5269"/>
                    <a:pt x="14827" y="5300"/>
                  </a:cubicBezTo>
                  <a:cubicBezTo>
                    <a:pt x="14845" y="5330"/>
                    <a:pt x="14874" y="5401"/>
                    <a:pt x="14876" y="5440"/>
                  </a:cubicBezTo>
                  <a:cubicBezTo>
                    <a:pt x="14878" y="5477"/>
                    <a:pt x="14838" y="5544"/>
                    <a:pt x="14842" y="5581"/>
                  </a:cubicBezTo>
                  <a:cubicBezTo>
                    <a:pt x="14844" y="5607"/>
                    <a:pt x="14871" y="5652"/>
                    <a:pt x="14886" y="5671"/>
                  </a:cubicBezTo>
                  <a:cubicBezTo>
                    <a:pt x="14905" y="5695"/>
                    <a:pt x="14959" y="5716"/>
                    <a:pt x="14978" y="5741"/>
                  </a:cubicBezTo>
                  <a:cubicBezTo>
                    <a:pt x="14992" y="5760"/>
                    <a:pt x="15014" y="5808"/>
                    <a:pt x="15020" y="5834"/>
                  </a:cubicBezTo>
                  <a:cubicBezTo>
                    <a:pt x="15030" y="5882"/>
                    <a:pt x="15033" y="5986"/>
                    <a:pt x="15022" y="6035"/>
                  </a:cubicBezTo>
                  <a:cubicBezTo>
                    <a:pt x="15014" y="6074"/>
                    <a:pt x="14964" y="6132"/>
                    <a:pt x="14955" y="6171"/>
                  </a:cubicBezTo>
                  <a:cubicBezTo>
                    <a:pt x="14937" y="6252"/>
                    <a:pt x="14946" y="6425"/>
                    <a:pt x="14950" y="6508"/>
                  </a:cubicBezTo>
                  <a:cubicBezTo>
                    <a:pt x="14953" y="6551"/>
                    <a:pt x="14962" y="6636"/>
                    <a:pt x="14974" y="6676"/>
                  </a:cubicBezTo>
                  <a:cubicBezTo>
                    <a:pt x="14985" y="6711"/>
                    <a:pt x="15010" y="6788"/>
                    <a:pt x="15035" y="6802"/>
                  </a:cubicBezTo>
                  <a:cubicBezTo>
                    <a:pt x="15057" y="6814"/>
                    <a:pt x="15110" y="6799"/>
                    <a:pt x="15125" y="6776"/>
                  </a:cubicBezTo>
                  <a:cubicBezTo>
                    <a:pt x="15139" y="6753"/>
                    <a:pt x="15133" y="6686"/>
                    <a:pt x="15133" y="6655"/>
                  </a:cubicBezTo>
                  <a:cubicBezTo>
                    <a:pt x="15133" y="6629"/>
                    <a:pt x="15119" y="6574"/>
                    <a:pt x="15126" y="6549"/>
                  </a:cubicBezTo>
                  <a:cubicBezTo>
                    <a:pt x="15132" y="6527"/>
                    <a:pt x="15158" y="6491"/>
                    <a:pt x="15173" y="6480"/>
                  </a:cubicBezTo>
                  <a:cubicBezTo>
                    <a:pt x="15192" y="6466"/>
                    <a:pt x="15238" y="6453"/>
                    <a:pt x="15258" y="6462"/>
                  </a:cubicBezTo>
                  <a:cubicBezTo>
                    <a:pt x="15275" y="6469"/>
                    <a:pt x="15298" y="6509"/>
                    <a:pt x="15308" y="6529"/>
                  </a:cubicBezTo>
                  <a:cubicBezTo>
                    <a:pt x="15319" y="6551"/>
                    <a:pt x="15325" y="6611"/>
                    <a:pt x="15340" y="6627"/>
                  </a:cubicBezTo>
                  <a:cubicBezTo>
                    <a:pt x="15358" y="6646"/>
                    <a:pt x="15410" y="6631"/>
                    <a:pt x="15430" y="6645"/>
                  </a:cubicBezTo>
                  <a:cubicBezTo>
                    <a:pt x="15457" y="6665"/>
                    <a:pt x="15514" y="6766"/>
                    <a:pt x="15514" y="6766"/>
                  </a:cubicBezTo>
                  <a:lnTo>
                    <a:pt x="16103" y="9931"/>
                  </a:lnTo>
                  <a:lnTo>
                    <a:pt x="16103" y="10265"/>
                  </a:lnTo>
                  <a:lnTo>
                    <a:pt x="16256" y="10552"/>
                  </a:lnTo>
                  <a:lnTo>
                    <a:pt x="16256" y="10554"/>
                  </a:lnTo>
                  <a:lnTo>
                    <a:pt x="16296" y="13892"/>
                  </a:lnTo>
                  <a:lnTo>
                    <a:pt x="16397" y="14074"/>
                  </a:lnTo>
                  <a:lnTo>
                    <a:pt x="16415" y="14106"/>
                  </a:lnTo>
                  <a:lnTo>
                    <a:pt x="16969" y="17611"/>
                  </a:lnTo>
                  <a:lnTo>
                    <a:pt x="17238" y="17968"/>
                  </a:lnTo>
                  <a:lnTo>
                    <a:pt x="16706" y="18754"/>
                  </a:lnTo>
                  <a:lnTo>
                    <a:pt x="16969" y="19059"/>
                  </a:lnTo>
                  <a:cubicBezTo>
                    <a:pt x="16969" y="19059"/>
                    <a:pt x="16947" y="19205"/>
                    <a:pt x="16969" y="19239"/>
                  </a:cubicBezTo>
                  <a:cubicBezTo>
                    <a:pt x="16977" y="19252"/>
                    <a:pt x="17004" y="19248"/>
                    <a:pt x="17026" y="19247"/>
                  </a:cubicBezTo>
                  <a:cubicBezTo>
                    <a:pt x="17026" y="19248"/>
                    <a:pt x="17026" y="19250"/>
                    <a:pt x="17026" y="19251"/>
                  </a:cubicBezTo>
                  <a:cubicBezTo>
                    <a:pt x="17022" y="19276"/>
                    <a:pt x="16997" y="19317"/>
                    <a:pt x="16991" y="19341"/>
                  </a:cubicBezTo>
                  <a:cubicBezTo>
                    <a:pt x="16984" y="19368"/>
                    <a:pt x="16984" y="19427"/>
                    <a:pt x="16974" y="19452"/>
                  </a:cubicBezTo>
                  <a:cubicBezTo>
                    <a:pt x="16959" y="19488"/>
                    <a:pt x="16903" y="19535"/>
                    <a:pt x="16885" y="19568"/>
                  </a:cubicBezTo>
                  <a:cubicBezTo>
                    <a:pt x="16862" y="19608"/>
                    <a:pt x="16824" y="19695"/>
                    <a:pt x="16813" y="19742"/>
                  </a:cubicBezTo>
                  <a:cubicBezTo>
                    <a:pt x="16808" y="19764"/>
                    <a:pt x="16804" y="19810"/>
                    <a:pt x="16805" y="19832"/>
                  </a:cubicBezTo>
                  <a:cubicBezTo>
                    <a:pt x="16807" y="19861"/>
                    <a:pt x="16830" y="19917"/>
                    <a:pt x="16828" y="19946"/>
                  </a:cubicBezTo>
                  <a:cubicBezTo>
                    <a:pt x="16827" y="19966"/>
                    <a:pt x="16810" y="20004"/>
                    <a:pt x="16801" y="20019"/>
                  </a:cubicBezTo>
                  <a:cubicBezTo>
                    <a:pt x="16791" y="20036"/>
                    <a:pt x="16755" y="20049"/>
                    <a:pt x="16751" y="20069"/>
                  </a:cubicBezTo>
                  <a:cubicBezTo>
                    <a:pt x="16745" y="20106"/>
                    <a:pt x="16785" y="20177"/>
                    <a:pt x="16805" y="20203"/>
                  </a:cubicBezTo>
                  <a:cubicBezTo>
                    <a:pt x="16823" y="20225"/>
                    <a:pt x="16869" y="20262"/>
                    <a:pt x="16892" y="20256"/>
                  </a:cubicBezTo>
                  <a:cubicBezTo>
                    <a:pt x="16908" y="20252"/>
                    <a:pt x="16931" y="20216"/>
                    <a:pt x="16937" y="20196"/>
                  </a:cubicBezTo>
                  <a:cubicBezTo>
                    <a:pt x="16945" y="20160"/>
                    <a:pt x="16910" y="20082"/>
                    <a:pt x="16919" y="20046"/>
                  </a:cubicBezTo>
                  <a:cubicBezTo>
                    <a:pt x="16923" y="20030"/>
                    <a:pt x="16952" y="20018"/>
                    <a:pt x="16956" y="20003"/>
                  </a:cubicBezTo>
                  <a:cubicBezTo>
                    <a:pt x="16966" y="19967"/>
                    <a:pt x="16938" y="19889"/>
                    <a:pt x="16944" y="19852"/>
                  </a:cubicBezTo>
                  <a:cubicBezTo>
                    <a:pt x="16947" y="19834"/>
                    <a:pt x="16958" y="19792"/>
                    <a:pt x="16971" y="19786"/>
                  </a:cubicBezTo>
                  <a:cubicBezTo>
                    <a:pt x="16990" y="19776"/>
                    <a:pt x="17027" y="19821"/>
                    <a:pt x="17048" y="19826"/>
                  </a:cubicBezTo>
                  <a:cubicBezTo>
                    <a:pt x="17064" y="19829"/>
                    <a:pt x="17099" y="19831"/>
                    <a:pt x="17112" y="19819"/>
                  </a:cubicBezTo>
                  <a:cubicBezTo>
                    <a:pt x="17130" y="19803"/>
                    <a:pt x="17142" y="19743"/>
                    <a:pt x="17147" y="19715"/>
                  </a:cubicBezTo>
                  <a:cubicBezTo>
                    <a:pt x="17151" y="19690"/>
                    <a:pt x="17140" y="19632"/>
                    <a:pt x="17149" y="19609"/>
                  </a:cubicBezTo>
                  <a:cubicBezTo>
                    <a:pt x="17159" y="19584"/>
                    <a:pt x="17199" y="19555"/>
                    <a:pt x="17216" y="19539"/>
                  </a:cubicBezTo>
                  <a:cubicBezTo>
                    <a:pt x="17236" y="19517"/>
                    <a:pt x="17275" y="19464"/>
                    <a:pt x="17300" y="19458"/>
                  </a:cubicBezTo>
                  <a:cubicBezTo>
                    <a:pt x="17322" y="19453"/>
                    <a:pt x="17364" y="19498"/>
                    <a:pt x="17386" y="19492"/>
                  </a:cubicBezTo>
                  <a:cubicBezTo>
                    <a:pt x="17422" y="19482"/>
                    <a:pt x="17485" y="19413"/>
                    <a:pt x="17500" y="19368"/>
                  </a:cubicBezTo>
                  <a:cubicBezTo>
                    <a:pt x="17509" y="19344"/>
                    <a:pt x="17486" y="19284"/>
                    <a:pt x="17498" y="19264"/>
                  </a:cubicBezTo>
                  <a:cubicBezTo>
                    <a:pt x="17512" y="19242"/>
                    <a:pt x="17565" y="19244"/>
                    <a:pt x="17587" y="19248"/>
                  </a:cubicBezTo>
                  <a:cubicBezTo>
                    <a:pt x="17601" y="19251"/>
                    <a:pt x="17625" y="19275"/>
                    <a:pt x="17639" y="19278"/>
                  </a:cubicBezTo>
                  <a:cubicBezTo>
                    <a:pt x="17654" y="19282"/>
                    <a:pt x="17688" y="19284"/>
                    <a:pt x="17701" y="19271"/>
                  </a:cubicBezTo>
                  <a:cubicBezTo>
                    <a:pt x="17712" y="19260"/>
                    <a:pt x="17725" y="19223"/>
                    <a:pt x="17723" y="19205"/>
                  </a:cubicBezTo>
                  <a:cubicBezTo>
                    <a:pt x="17721" y="19184"/>
                    <a:pt x="17693" y="19157"/>
                    <a:pt x="17689" y="19138"/>
                  </a:cubicBezTo>
                  <a:cubicBezTo>
                    <a:pt x="17685" y="19122"/>
                    <a:pt x="17681" y="19086"/>
                    <a:pt x="17689" y="19074"/>
                  </a:cubicBezTo>
                  <a:cubicBezTo>
                    <a:pt x="17701" y="19055"/>
                    <a:pt x="17747" y="19054"/>
                    <a:pt x="17765" y="19064"/>
                  </a:cubicBezTo>
                  <a:cubicBezTo>
                    <a:pt x="17788" y="19076"/>
                    <a:pt x="17810" y="19149"/>
                    <a:pt x="17832" y="19164"/>
                  </a:cubicBezTo>
                  <a:cubicBezTo>
                    <a:pt x="17853" y="19179"/>
                    <a:pt x="17902" y="19182"/>
                    <a:pt x="17926" y="19178"/>
                  </a:cubicBezTo>
                  <a:cubicBezTo>
                    <a:pt x="17949" y="19174"/>
                    <a:pt x="17989" y="19135"/>
                    <a:pt x="18012" y="19134"/>
                  </a:cubicBezTo>
                  <a:cubicBezTo>
                    <a:pt x="18037" y="19133"/>
                    <a:pt x="18082" y="19170"/>
                    <a:pt x="18107" y="19171"/>
                  </a:cubicBezTo>
                  <a:cubicBezTo>
                    <a:pt x="18133" y="19172"/>
                    <a:pt x="18185" y="19155"/>
                    <a:pt x="18208" y="19138"/>
                  </a:cubicBezTo>
                  <a:cubicBezTo>
                    <a:pt x="18228" y="19122"/>
                    <a:pt x="18255" y="19063"/>
                    <a:pt x="18274" y="19044"/>
                  </a:cubicBezTo>
                  <a:cubicBezTo>
                    <a:pt x="18297" y="19022"/>
                    <a:pt x="18364" y="19008"/>
                    <a:pt x="18376" y="18974"/>
                  </a:cubicBezTo>
                  <a:cubicBezTo>
                    <a:pt x="18385" y="18950"/>
                    <a:pt x="18360" y="18894"/>
                    <a:pt x="18361" y="18867"/>
                  </a:cubicBezTo>
                  <a:cubicBezTo>
                    <a:pt x="18362" y="18840"/>
                    <a:pt x="18368" y="18779"/>
                    <a:pt x="18383" y="18761"/>
                  </a:cubicBezTo>
                  <a:cubicBezTo>
                    <a:pt x="18400" y="18739"/>
                    <a:pt x="18451" y="18744"/>
                    <a:pt x="18472" y="18734"/>
                  </a:cubicBezTo>
                  <a:cubicBezTo>
                    <a:pt x="18500" y="18721"/>
                    <a:pt x="18547" y="18664"/>
                    <a:pt x="18576" y="18663"/>
                  </a:cubicBezTo>
                  <a:cubicBezTo>
                    <a:pt x="18595" y="18663"/>
                    <a:pt x="18625" y="18708"/>
                    <a:pt x="18643" y="18707"/>
                  </a:cubicBezTo>
                  <a:cubicBezTo>
                    <a:pt x="18669" y="18704"/>
                    <a:pt x="18706" y="18643"/>
                    <a:pt x="18730" y="18630"/>
                  </a:cubicBezTo>
                  <a:cubicBezTo>
                    <a:pt x="18770" y="18608"/>
                    <a:pt x="18858" y="18601"/>
                    <a:pt x="18900" y="18587"/>
                  </a:cubicBezTo>
                  <a:cubicBezTo>
                    <a:pt x="18941" y="18573"/>
                    <a:pt x="19022" y="18542"/>
                    <a:pt x="19059" y="18516"/>
                  </a:cubicBezTo>
                  <a:cubicBezTo>
                    <a:pt x="19082" y="18501"/>
                    <a:pt x="19119" y="18447"/>
                    <a:pt x="19143" y="18433"/>
                  </a:cubicBezTo>
                  <a:cubicBezTo>
                    <a:pt x="19168" y="18419"/>
                    <a:pt x="19223" y="18416"/>
                    <a:pt x="19249" y="18410"/>
                  </a:cubicBezTo>
                  <a:cubicBezTo>
                    <a:pt x="19273" y="18404"/>
                    <a:pt x="19322" y="18402"/>
                    <a:pt x="19343" y="18387"/>
                  </a:cubicBezTo>
                  <a:cubicBezTo>
                    <a:pt x="19364" y="18371"/>
                    <a:pt x="19388" y="18313"/>
                    <a:pt x="19405" y="18293"/>
                  </a:cubicBezTo>
                  <a:cubicBezTo>
                    <a:pt x="19422" y="18273"/>
                    <a:pt x="19458" y="18238"/>
                    <a:pt x="19479" y="18226"/>
                  </a:cubicBezTo>
                  <a:cubicBezTo>
                    <a:pt x="19507" y="18210"/>
                    <a:pt x="19569" y="18202"/>
                    <a:pt x="19598" y="18190"/>
                  </a:cubicBezTo>
                  <a:cubicBezTo>
                    <a:pt x="19631" y="18175"/>
                    <a:pt x="19697" y="18142"/>
                    <a:pt x="19724" y="18113"/>
                  </a:cubicBezTo>
                  <a:cubicBezTo>
                    <a:pt x="19742" y="18092"/>
                    <a:pt x="19764" y="18031"/>
                    <a:pt x="19778" y="18006"/>
                  </a:cubicBezTo>
                  <a:cubicBezTo>
                    <a:pt x="19798" y="17973"/>
                    <a:pt x="19839" y="17912"/>
                    <a:pt x="19860" y="17882"/>
                  </a:cubicBezTo>
                  <a:cubicBezTo>
                    <a:pt x="19880" y="17854"/>
                    <a:pt x="19922" y="17800"/>
                    <a:pt x="19942" y="17772"/>
                  </a:cubicBezTo>
                  <a:cubicBezTo>
                    <a:pt x="19962" y="17742"/>
                    <a:pt x="20007" y="17686"/>
                    <a:pt x="20023" y="17652"/>
                  </a:cubicBezTo>
                  <a:cubicBezTo>
                    <a:pt x="20037" y="17622"/>
                    <a:pt x="20048" y="17551"/>
                    <a:pt x="20063" y="17521"/>
                  </a:cubicBezTo>
                  <a:cubicBezTo>
                    <a:pt x="20076" y="17496"/>
                    <a:pt x="20111" y="17457"/>
                    <a:pt x="20130" y="17438"/>
                  </a:cubicBezTo>
                  <a:cubicBezTo>
                    <a:pt x="20144" y="17424"/>
                    <a:pt x="20180" y="17407"/>
                    <a:pt x="20189" y="17387"/>
                  </a:cubicBezTo>
                  <a:cubicBezTo>
                    <a:pt x="20204" y="17355"/>
                    <a:pt x="20204" y="17247"/>
                    <a:pt x="20206" y="17237"/>
                  </a:cubicBezTo>
                  <a:cubicBezTo>
                    <a:pt x="20207" y="17229"/>
                    <a:pt x="20230" y="17138"/>
                    <a:pt x="20245" y="17111"/>
                  </a:cubicBezTo>
                  <a:cubicBezTo>
                    <a:pt x="20259" y="17085"/>
                    <a:pt x="20298" y="17047"/>
                    <a:pt x="20317" y="17028"/>
                  </a:cubicBezTo>
                  <a:cubicBezTo>
                    <a:pt x="20336" y="17011"/>
                    <a:pt x="20376" y="16980"/>
                    <a:pt x="20397" y="16970"/>
                  </a:cubicBezTo>
                  <a:cubicBezTo>
                    <a:pt x="20420" y="16960"/>
                    <a:pt x="20470" y="16941"/>
                    <a:pt x="20494" y="16951"/>
                  </a:cubicBezTo>
                  <a:cubicBezTo>
                    <a:pt x="20512" y="16958"/>
                    <a:pt x="20545" y="16993"/>
                    <a:pt x="20550" y="17017"/>
                  </a:cubicBezTo>
                  <a:cubicBezTo>
                    <a:pt x="20555" y="17041"/>
                    <a:pt x="20538" y="17091"/>
                    <a:pt x="20529" y="17113"/>
                  </a:cubicBezTo>
                  <a:cubicBezTo>
                    <a:pt x="20516" y="17143"/>
                    <a:pt x="20483" y="17200"/>
                    <a:pt x="20461" y="17216"/>
                  </a:cubicBezTo>
                  <a:cubicBezTo>
                    <a:pt x="20446" y="17226"/>
                    <a:pt x="20410" y="17231"/>
                    <a:pt x="20394" y="17224"/>
                  </a:cubicBezTo>
                  <a:cubicBezTo>
                    <a:pt x="20376" y="17217"/>
                    <a:pt x="20354" y="17160"/>
                    <a:pt x="20336" y="17160"/>
                  </a:cubicBezTo>
                  <a:cubicBezTo>
                    <a:pt x="20326" y="17160"/>
                    <a:pt x="20310" y="17181"/>
                    <a:pt x="20306" y="17193"/>
                  </a:cubicBezTo>
                  <a:cubicBezTo>
                    <a:pt x="20299" y="17212"/>
                    <a:pt x="20300" y="17258"/>
                    <a:pt x="20306" y="17278"/>
                  </a:cubicBezTo>
                  <a:cubicBezTo>
                    <a:pt x="20314" y="17301"/>
                    <a:pt x="20343" y="17338"/>
                    <a:pt x="20360" y="17349"/>
                  </a:cubicBezTo>
                  <a:cubicBezTo>
                    <a:pt x="20381" y="17362"/>
                    <a:pt x="20431" y="17349"/>
                    <a:pt x="20451" y="17362"/>
                  </a:cubicBezTo>
                  <a:cubicBezTo>
                    <a:pt x="20470" y="17375"/>
                    <a:pt x="20493" y="17425"/>
                    <a:pt x="20509" y="17443"/>
                  </a:cubicBezTo>
                  <a:cubicBezTo>
                    <a:pt x="20526" y="17462"/>
                    <a:pt x="20565" y="17496"/>
                    <a:pt x="20586" y="17507"/>
                  </a:cubicBezTo>
                  <a:cubicBezTo>
                    <a:pt x="20600" y="17514"/>
                    <a:pt x="20628" y="17526"/>
                    <a:pt x="20641" y="17521"/>
                  </a:cubicBezTo>
                  <a:cubicBezTo>
                    <a:pt x="20655" y="17514"/>
                    <a:pt x="20667" y="17462"/>
                    <a:pt x="20682" y="17460"/>
                  </a:cubicBezTo>
                  <a:cubicBezTo>
                    <a:pt x="20699" y="17458"/>
                    <a:pt x="20718" y="17511"/>
                    <a:pt x="20735" y="17514"/>
                  </a:cubicBezTo>
                  <a:cubicBezTo>
                    <a:pt x="20748" y="17515"/>
                    <a:pt x="20776" y="17497"/>
                    <a:pt x="20784" y="17483"/>
                  </a:cubicBezTo>
                  <a:cubicBezTo>
                    <a:pt x="20797" y="17460"/>
                    <a:pt x="20786" y="17393"/>
                    <a:pt x="20799" y="17371"/>
                  </a:cubicBezTo>
                  <a:cubicBezTo>
                    <a:pt x="20808" y="17355"/>
                    <a:pt x="20840" y="17336"/>
                    <a:pt x="20855" y="17340"/>
                  </a:cubicBezTo>
                  <a:cubicBezTo>
                    <a:pt x="20875" y="17345"/>
                    <a:pt x="20903" y="17393"/>
                    <a:pt x="20916" y="17413"/>
                  </a:cubicBezTo>
                  <a:cubicBezTo>
                    <a:pt x="20931" y="17435"/>
                    <a:pt x="20960" y="17498"/>
                    <a:pt x="20964" y="17507"/>
                  </a:cubicBezTo>
                  <a:cubicBezTo>
                    <a:pt x="20967" y="17516"/>
                    <a:pt x="21019" y="17559"/>
                    <a:pt x="21040" y="17558"/>
                  </a:cubicBezTo>
                  <a:cubicBezTo>
                    <a:pt x="21053" y="17558"/>
                    <a:pt x="21078" y="17538"/>
                    <a:pt x="21086" y="17525"/>
                  </a:cubicBezTo>
                  <a:cubicBezTo>
                    <a:pt x="21103" y="17498"/>
                    <a:pt x="21108" y="17425"/>
                    <a:pt x="21122" y="17396"/>
                  </a:cubicBezTo>
                  <a:cubicBezTo>
                    <a:pt x="21135" y="17369"/>
                    <a:pt x="21173" y="17329"/>
                    <a:pt x="21189" y="17306"/>
                  </a:cubicBezTo>
                  <a:cubicBezTo>
                    <a:pt x="21210" y="17281"/>
                    <a:pt x="21251" y="17232"/>
                    <a:pt x="21269" y="17204"/>
                  </a:cubicBezTo>
                  <a:cubicBezTo>
                    <a:pt x="21283" y="17183"/>
                    <a:pt x="21308" y="17137"/>
                    <a:pt x="21320" y="17113"/>
                  </a:cubicBezTo>
                  <a:cubicBezTo>
                    <a:pt x="21332" y="17088"/>
                    <a:pt x="21351" y="17035"/>
                    <a:pt x="21363" y="17011"/>
                  </a:cubicBezTo>
                  <a:cubicBezTo>
                    <a:pt x="21372" y="16992"/>
                    <a:pt x="21391" y="16951"/>
                    <a:pt x="21406" y="16939"/>
                  </a:cubicBezTo>
                  <a:cubicBezTo>
                    <a:pt x="21430" y="16921"/>
                    <a:pt x="21486" y="16912"/>
                    <a:pt x="21513" y="16917"/>
                  </a:cubicBezTo>
                  <a:cubicBezTo>
                    <a:pt x="21534" y="16921"/>
                    <a:pt x="21578" y="16940"/>
                    <a:pt x="21589" y="16964"/>
                  </a:cubicBezTo>
                  <a:cubicBezTo>
                    <a:pt x="21600" y="16987"/>
                    <a:pt x="21594" y="17049"/>
                    <a:pt x="21586" y="17075"/>
                  </a:cubicBezTo>
                  <a:cubicBezTo>
                    <a:pt x="21576" y="17105"/>
                    <a:pt x="21535" y="17144"/>
                    <a:pt x="21516" y="17166"/>
                  </a:cubicBezTo>
                  <a:cubicBezTo>
                    <a:pt x="21481" y="17210"/>
                    <a:pt x="21405" y="17290"/>
                    <a:pt x="21370" y="17333"/>
                  </a:cubicBezTo>
                  <a:cubicBezTo>
                    <a:pt x="21321" y="17394"/>
                    <a:pt x="21232" y="17527"/>
                    <a:pt x="21182" y="17585"/>
                  </a:cubicBezTo>
                  <a:cubicBezTo>
                    <a:pt x="21127" y="17648"/>
                    <a:pt x="21003" y="17750"/>
                    <a:pt x="20947" y="17812"/>
                  </a:cubicBezTo>
                  <a:cubicBezTo>
                    <a:pt x="20870" y="17899"/>
                    <a:pt x="20732" y="18096"/>
                    <a:pt x="20659" y="18188"/>
                  </a:cubicBezTo>
                  <a:cubicBezTo>
                    <a:pt x="20541" y="18338"/>
                    <a:pt x="20304" y="18636"/>
                    <a:pt x="20180" y="18776"/>
                  </a:cubicBezTo>
                  <a:cubicBezTo>
                    <a:pt x="20115" y="18850"/>
                    <a:pt x="19979" y="18989"/>
                    <a:pt x="19910" y="19059"/>
                  </a:cubicBezTo>
                  <a:cubicBezTo>
                    <a:pt x="19812" y="19159"/>
                    <a:pt x="19614" y="19355"/>
                    <a:pt x="19514" y="19453"/>
                  </a:cubicBezTo>
                  <a:cubicBezTo>
                    <a:pt x="19446" y="19520"/>
                    <a:pt x="19306" y="19646"/>
                    <a:pt x="19239" y="19718"/>
                  </a:cubicBezTo>
                  <a:cubicBezTo>
                    <a:pt x="19176" y="19786"/>
                    <a:pt x="19059" y="19937"/>
                    <a:pt x="18997" y="20007"/>
                  </a:cubicBezTo>
                  <a:cubicBezTo>
                    <a:pt x="18937" y="20074"/>
                    <a:pt x="18813" y="20201"/>
                    <a:pt x="18751" y="20265"/>
                  </a:cubicBezTo>
                  <a:cubicBezTo>
                    <a:pt x="18699" y="20319"/>
                    <a:pt x="18600" y="20435"/>
                    <a:pt x="18543" y="20481"/>
                  </a:cubicBezTo>
                  <a:cubicBezTo>
                    <a:pt x="18500" y="20516"/>
                    <a:pt x="18407" y="20569"/>
                    <a:pt x="18360" y="20592"/>
                  </a:cubicBezTo>
                  <a:cubicBezTo>
                    <a:pt x="18342" y="20602"/>
                    <a:pt x="18302" y="20636"/>
                    <a:pt x="18285" y="20624"/>
                  </a:cubicBezTo>
                  <a:cubicBezTo>
                    <a:pt x="18276" y="20617"/>
                    <a:pt x="18280" y="20585"/>
                    <a:pt x="18274" y="20575"/>
                  </a:cubicBezTo>
                  <a:cubicBezTo>
                    <a:pt x="18266" y="20557"/>
                    <a:pt x="18240" y="20521"/>
                    <a:pt x="18224" y="20521"/>
                  </a:cubicBezTo>
                  <a:cubicBezTo>
                    <a:pt x="18191" y="20521"/>
                    <a:pt x="18141" y="20597"/>
                    <a:pt x="18116" y="20626"/>
                  </a:cubicBezTo>
                  <a:cubicBezTo>
                    <a:pt x="18087" y="20661"/>
                    <a:pt x="18038" y="20745"/>
                    <a:pt x="18007" y="20777"/>
                  </a:cubicBezTo>
                  <a:cubicBezTo>
                    <a:pt x="17945" y="20842"/>
                    <a:pt x="17806" y="20942"/>
                    <a:pt x="17734" y="20984"/>
                  </a:cubicBezTo>
                  <a:cubicBezTo>
                    <a:pt x="17660" y="21027"/>
                    <a:pt x="17506" y="21087"/>
                    <a:pt x="17429" y="21116"/>
                  </a:cubicBezTo>
                  <a:cubicBezTo>
                    <a:pt x="17359" y="21141"/>
                    <a:pt x="17217" y="21169"/>
                    <a:pt x="17148" y="21198"/>
                  </a:cubicBezTo>
                  <a:cubicBezTo>
                    <a:pt x="17107" y="21215"/>
                    <a:pt x="17026" y="21257"/>
                    <a:pt x="16988" y="21287"/>
                  </a:cubicBezTo>
                  <a:cubicBezTo>
                    <a:pt x="16958" y="21311"/>
                    <a:pt x="16903" y="21374"/>
                    <a:pt x="16879" y="21408"/>
                  </a:cubicBezTo>
                  <a:cubicBezTo>
                    <a:pt x="16862" y="21432"/>
                    <a:pt x="16834" y="21488"/>
                    <a:pt x="16818" y="21512"/>
                  </a:cubicBezTo>
                  <a:cubicBezTo>
                    <a:pt x="16803" y="21535"/>
                    <a:pt x="16775" y="21593"/>
                    <a:pt x="16752" y="21597"/>
                  </a:cubicBezTo>
                  <a:cubicBezTo>
                    <a:pt x="16734" y="21600"/>
                    <a:pt x="16699" y="21565"/>
                    <a:pt x="16686" y="21545"/>
                  </a:cubicBezTo>
                  <a:cubicBezTo>
                    <a:pt x="16676" y="21528"/>
                    <a:pt x="16676" y="21474"/>
                    <a:pt x="16662" y="21462"/>
                  </a:cubicBezTo>
                  <a:cubicBezTo>
                    <a:pt x="16653" y="21453"/>
                    <a:pt x="16627" y="21456"/>
                    <a:pt x="16616" y="21462"/>
                  </a:cubicBezTo>
                  <a:cubicBezTo>
                    <a:pt x="16601" y="21471"/>
                    <a:pt x="16585" y="21519"/>
                    <a:pt x="16570" y="21530"/>
                  </a:cubicBezTo>
                  <a:cubicBezTo>
                    <a:pt x="16559" y="21539"/>
                    <a:pt x="16528" y="21553"/>
                    <a:pt x="16517" y="21542"/>
                  </a:cubicBezTo>
                  <a:cubicBezTo>
                    <a:pt x="16509" y="21533"/>
                    <a:pt x="16515" y="21498"/>
                    <a:pt x="16512" y="21484"/>
                  </a:cubicBezTo>
                  <a:cubicBezTo>
                    <a:pt x="16508" y="21458"/>
                    <a:pt x="16500" y="21400"/>
                    <a:pt x="16485" y="21383"/>
                  </a:cubicBezTo>
                  <a:cubicBezTo>
                    <a:pt x="16472" y="21369"/>
                    <a:pt x="16435" y="21380"/>
                    <a:pt x="16420" y="21372"/>
                  </a:cubicBezTo>
                  <a:cubicBezTo>
                    <a:pt x="16404" y="21364"/>
                    <a:pt x="16372" y="21342"/>
                    <a:pt x="16364" y="21323"/>
                  </a:cubicBezTo>
                  <a:cubicBezTo>
                    <a:pt x="16353" y="21298"/>
                    <a:pt x="16360" y="21234"/>
                    <a:pt x="16360" y="21205"/>
                  </a:cubicBezTo>
                  <a:cubicBezTo>
                    <a:pt x="16360" y="21183"/>
                    <a:pt x="16369" y="21139"/>
                    <a:pt x="16365" y="21117"/>
                  </a:cubicBezTo>
                  <a:cubicBezTo>
                    <a:pt x="16362" y="21098"/>
                    <a:pt x="16343" y="21063"/>
                    <a:pt x="16334" y="21046"/>
                  </a:cubicBezTo>
                  <a:cubicBezTo>
                    <a:pt x="16327" y="21031"/>
                    <a:pt x="16315" y="20995"/>
                    <a:pt x="16302" y="20986"/>
                  </a:cubicBezTo>
                  <a:lnTo>
                    <a:pt x="16350" y="20243"/>
                  </a:lnTo>
                  <a:lnTo>
                    <a:pt x="16402" y="19796"/>
                  </a:lnTo>
                  <a:lnTo>
                    <a:pt x="16370" y="19405"/>
                  </a:lnTo>
                  <a:cubicBezTo>
                    <a:pt x="16370" y="19405"/>
                    <a:pt x="13964" y="18471"/>
                    <a:pt x="13964" y="18471"/>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68" name="Shape 4650"/>
            <p:cNvSpPr/>
            <p:nvPr/>
          </p:nvSpPr>
          <p:spPr>
            <a:xfrm>
              <a:off x="10079140" y="1771903"/>
              <a:ext cx="16283" cy="14744"/>
            </a:xfrm>
            <a:custGeom>
              <a:avLst/>
              <a:gdLst/>
              <a:ahLst/>
              <a:cxnLst>
                <a:cxn ang="0">
                  <a:pos x="wd2" y="hd2"/>
                </a:cxn>
                <a:cxn ang="5400000">
                  <a:pos x="wd2" y="hd2"/>
                </a:cxn>
                <a:cxn ang="10800000">
                  <a:pos x="wd2" y="hd2"/>
                </a:cxn>
                <a:cxn ang="16200000">
                  <a:pos x="wd2" y="hd2"/>
                </a:cxn>
              </a:cxnLst>
              <a:rect l="0" t="0" r="r" b="b"/>
              <a:pathLst>
                <a:path w="20754" h="20961" extrusionOk="0">
                  <a:moveTo>
                    <a:pt x="15182" y="20897"/>
                  </a:moveTo>
                  <a:cubicBezTo>
                    <a:pt x="13119" y="20162"/>
                    <a:pt x="16012" y="12749"/>
                    <a:pt x="14265" y="11311"/>
                  </a:cubicBezTo>
                  <a:cubicBezTo>
                    <a:pt x="12861" y="10161"/>
                    <a:pt x="9338" y="13005"/>
                    <a:pt x="7590" y="12813"/>
                  </a:cubicBezTo>
                  <a:cubicBezTo>
                    <a:pt x="5642" y="12621"/>
                    <a:pt x="1316" y="11375"/>
                    <a:pt x="371" y="9458"/>
                  </a:cubicBezTo>
                  <a:cubicBezTo>
                    <a:pt x="-517" y="7701"/>
                    <a:pt x="314" y="2940"/>
                    <a:pt x="1546" y="1534"/>
                  </a:cubicBezTo>
                  <a:cubicBezTo>
                    <a:pt x="2892" y="32"/>
                    <a:pt x="7075" y="0"/>
                    <a:pt x="8965" y="0"/>
                  </a:cubicBezTo>
                  <a:cubicBezTo>
                    <a:pt x="11028" y="0"/>
                    <a:pt x="15439" y="351"/>
                    <a:pt x="17101" y="1725"/>
                  </a:cubicBezTo>
                  <a:cubicBezTo>
                    <a:pt x="18218" y="2588"/>
                    <a:pt x="19421" y="5496"/>
                    <a:pt x="19823" y="6934"/>
                  </a:cubicBezTo>
                  <a:cubicBezTo>
                    <a:pt x="20338" y="8627"/>
                    <a:pt x="21083" y="12430"/>
                    <a:pt x="20596" y="14155"/>
                  </a:cubicBezTo>
                  <a:cubicBezTo>
                    <a:pt x="19966" y="16328"/>
                    <a:pt x="17072" y="21600"/>
                    <a:pt x="15182" y="2089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69" name="Shape 4651"/>
            <p:cNvSpPr/>
            <p:nvPr/>
          </p:nvSpPr>
          <p:spPr>
            <a:xfrm>
              <a:off x="10079140" y="1771903"/>
              <a:ext cx="16292" cy="14744"/>
            </a:xfrm>
            <a:custGeom>
              <a:avLst/>
              <a:gdLst/>
              <a:ahLst/>
              <a:cxnLst>
                <a:cxn ang="0">
                  <a:pos x="wd2" y="hd2"/>
                </a:cxn>
                <a:cxn ang="5400000">
                  <a:pos x="wd2" y="hd2"/>
                </a:cxn>
                <a:cxn ang="10800000">
                  <a:pos x="wd2" y="hd2"/>
                </a:cxn>
                <a:cxn ang="16200000">
                  <a:pos x="wd2" y="hd2"/>
                </a:cxn>
              </a:cxnLst>
              <a:rect l="0" t="0" r="r" b="b"/>
              <a:pathLst>
                <a:path w="20768" h="20961" extrusionOk="0">
                  <a:moveTo>
                    <a:pt x="15182" y="20897"/>
                  </a:moveTo>
                  <a:cubicBezTo>
                    <a:pt x="13119" y="20162"/>
                    <a:pt x="16012" y="12749"/>
                    <a:pt x="14265" y="11311"/>
                  </a:cubicBezTo>
                  <a:cubicBezTo>
                    <a:pt x="12861" y="10161"/>
                    <a:pt x="9338" y="13005"/>
                    <a:pt x="7590" y="12813"/>
                  </a:cubicBezTo>
                  <a:cubicBezTo>
                    <a:pt x="5642" y="12589"/>
                    <a:pt x="1316" y="11375"/>
                    <a:pt x="371" y="9458"/>
                  </a:cubicBezTo>
                  <a:cubicBezTo>
                    <a:pt x="-517" y="7701"/>
                    <a:pt x="314" y="2940"/>
                    <a:pt x="1546" y="1534"/>
                  </a:cubicBezTo>
                  <a:cubicBezTo>
                    <a:pt x="2892" y="32"/>
                    <a:pt x="7075" y="0"/>
                    <a:pt x="8965" y="0"/>
                  </a:cubicBezTo>
                  <a:cubicBezTo>
                    <a:pt x="11056" y="0"/>
                    <a:pt x="15439" y="351"/>
                    <a:pt x="17130" y="1725"/>
                  </a:cubicBezTo>
                  <a:cubicBezTo>
                    <a:pt x="18218" y="2588"/>
                    <a:pt x="19421" y="5496"/>
                    <a:pt x="19823" y="6934"/>
                  </a:cubicBezTo>
                  <a:cubicBezTo>
                    <a:pt x="20338" y="8627"/>
                    <a:pt x="21083" y="12430"/>
                    <a:pt x="20625" y="14155"/>
                  </a:cubicBezTo>
                  <a:cubicBezTo>
                    <a:pt x="19966" y="16328"/>
                    <a:pt x="17072" y="21600"/>
                    <a:pt x="15182" y="2089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70" name="Shape 4652"/>
            <p:cNvSpPr/>
            <p:nvPr/>
          </p:nvSpPr>
          <p:spPr>
            <a:xfrm>
              <a:off x="9733964" y="2002021"/>
              <a:ext cx="31336" cy="46070"/>
            </a:xfrm>
            <a:custGeom>
              <a:avLst/>
              <a:gdLst/>
              <a:ahLst/>
              <a:cxnLst>
                <a:cxn ang="0">
                  <a:pos x="wd2" y="hd2"/>
                </a:cxn>
                <a:cxn ang="5400000">
                  <a:pos x="wd2" y="hd2"/>
                </a:cxn>
                <a:cxn ang="10800000">
                  <a:pos x="wd2" y="hd2"/>
                </a:cxn>
                <a:cxn ang="16200000">
                  <a:pos x="wd2" y="hd2"/>
                </a:cxn>
              </a:cxnLst>
              <a:rect l="0" t="0" r="r" b="b"/>
              <a:pathLst>
                <a:path w="21390" h="21600" extrusionOk="0">
                  <a:moveTo>
                    <a:pt x="19979" y="4331"/>
                  </a:moveTo>
                  <a:cubicBezTo>
                    <a:pt x="20486" y="5068"/>
                    <a:pt x="21406" y="6649"/>
                    <a:pt x="21391" y="7481"/>
                  </a:cubicBezTo>
                  <a:cubicBezTo>
                    <a:pt x="21345" y="8366"/>
                    <a:pt x="20209" y="10041"/>
                    <a:pt x="19626" y="10842"/>
                  </a:cubicBezTo>
                  <a:cubicBezTo>
                    <a:pt x="18921" y="11790"/>
                    <a:pt x="17126" y="13550"/>
                    <a:pt x="16129" y="14372"/>
                  </a:cubicBezTo>
                  <a:cubicBezTo>
                    <a:pt x="15285" y="15057"/>
                    <a:pt x="13214" y="16226"/>
                    <a:pt x="12278" y="16890"/>
                  </a:cubicBezTo>
                  <a:cubicBezTo>
                    <a:pt x="11450" y="17512"/>
                    <a:pt x="10115" y="18987"/>
                    <a:pt x="9103" y="19472"/>
                  </a:cubicBezTo>
                  <a:cubicBezTo>
                    <a:pt x="7921" y="20051"/>
                    <a:pt x="5037" y="20567"/>
                    <a:pt x="3703" y="20915"/>
                  </a:cubicBezTo>
                  <a:cubicBezTo>
                    <a:pt x="2997" y="21115"/>
                    <a:pt x="696" y="21600"/>
                    <a:pt x="696" y="21600"/>
                  </a:cubicBezTo>
                  <a:cubicBezTo>
                    <a:pt x="696" y="21600"/>
                    <a:pt x="82" y="21136"/>
                    <a:pt x="36" y="20936"/>
                  </a:cubicBezTo>
                  <a:cubicBezTo>
                    <a:pt x="-194" y="20188"/>
                    <a:pt x="757" y="18724"/>
                    <a:pt x="926" y="17975"/>
                  </a:cubicBezTo>
                  <a:cubicBezTo>
                    <a:pt x="1125" y="17206"/>
                    <a:pt x="1125" y="15594"/>
                    <a:pt x="1493" y="14846"/>
                  </a:cubicBezTo>
                  <a:cubicBezTo>
                    <a:pt x="1800" y="14235"/>
                    <a:pt x="3319" y="13287"/>
                    <a:pt x="3488" y="12644"/>
                  </a:cubicBezTo>
                  <a:cubicBezTo>
                    <a:pt x="3764" y="11569"/>
                    <a:pt x="2353" y="9451"/>
                    <a:pt x="2138" y="8356"/>
                  </a:cubicBezTo>
                  <a:cubicBezTo>
                    <a:pt x="2000" y="7565"/>
                    <a:pt x="1509" y="5932"/>
                    <a:pt x="1908" y="5195"/>
                  </a:cubicBezTo>
                  <a:cubicBezTo>
                    <a:pt x="2353" y="4373"/>
                    <a:pt x="4362" y="3056"/>
                    <a:pt x="5497" y="2655"/>
                  </a:cubicBezTo>
                  <a:cubicBezTo>
                    <a:pt x="6510" y="2308"/>
                    <a:pt x="8842" y="2423"/>
                    <a:pt x="9931" y="2234"/>
                  </a:cubicBezTo>
                  <a:cubicBezTo>
                    <a:pt x="10990" y="2044"/>
                    <a:pt x="13015" y="1465"/>
                    <a:pt x="13981" y="1106"/>
                  </a:cubicBezTo>
                  <a:cubicBezTo>
                    <a:pt x="14595" y="875"/>
                    <a:pt x="16282" y="0"/>
                    <a:pt x="16282" y="0"/>
                  </a:cubicBezTo>
                  <a:cubicBezTo>
                    <a:pt x="16282" y="0"/>
                    <a:pt x="17402" y="1507"/>
                    <a:pt x="17786" y="1981"/>
                  </a:cubicBezTo>
                  <a:cubicBezTo>
                    <a:pt x="18307" y="2581"/>
                    <a:pt x="19550" y="3677"/>
                    <a:pt x="19979" y="433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71" name="Shape 4653"/>
            <p:cNvSpPr/>
            <p:nvPr/>
          </p:nvSpPr>
          <p:spPr>
            <a:xfrm>
              <a:off x="9733964" y="2002021"/>
              <a:ext cx="31336" cy="46070"/>
            </a:xfrm>
            <a:custGeom>
              <a:avLst/>
              <a:gdLst/>
              <a:ahLst/>
              <a:cxnLst>
                <a:cxn ang="0">
                  <a:pos x="wd2" y="hd2"/>
                </a:cxn>
                <a:cxn ang="5400000">
                  <a:pos x="wd2" y="hd2"/>
                </a:cxn>
                <a:cxn ang="10800000">
                  <a:pos x="wd2" y="hd2"/>
                </a:cxn>
                <a:cxn ang="16200000">
                  <a:pos x="wd2" y="hd2"/>
                </a:cxn>
              </a:cxnLst>
              <a:rect l="0" t="0" r="r" b="b"/>
              <a:pathLst>
                <a:path w="21390" h="21600" extrusionOk="0">
                  <a:moveTo>
                    <a:pt x="19979" y="4320"/>
                  </a:moveTo>
                  <a:cubicBezTo>
                    <a:pt x="20486" y="5068"/>
                    <a:pt x="21406" y="6649"/>
                    <a:pt x="21391" y="7481"/>
                  </a:cubicBezTo>
                  <a:cubicBezTo>
                    <a:pt x="21345" y="8366"/>
                    <a:pt x="20209" y="10041"/>
                    <a:pt x="19611" y="10842"/>
                  </a:cubicBezTo>
                  <a:cubicBezTo>
                    <a:pt x="18921" y="11790"/>
                    <a:pt x="17126" y="13550"/>
                    <a:pt x="16129" y="14372"/>
                  </a:cubicBezTo>
                  <a:cubicBezTo>
                    <a:pt x="15285" y="15057"/>
                    <a:pt x="13214" y="16226"/>
                    <a:pt x="12278" y="16890"/>
                  </a:cubicBezTo>
                  <a:cubicBezTo>
                    <a:pt x="11450" y="17512"/>
                    <a:pt x="10115" y="18987"/>
                    <a:pt x="9103" y="19472"/>
                  </a:cubicBezTo>
                  <a:cubicBezTo>
                    <a:pt x="7921" y="20051"/>
                    <a:pt x="5037" y="20557"/>
                    <a:pt x="3703" y="20915"/>
                  </a:cubicBezTo>
                  <a:cubicBezTo>
                    <a:pt x="2997" y="21115"/>
                    <a:pt x="696" y="21600"/>
                    <a:pt x="696" y="21600"/>
                  </a:cubicBezTo>
                  <a:cubicBezTo>
                    <a:pt x="696" y="21600"/>
                    <a:pt x="82" y="21136"/>
                    <a:pt x="36" y="20936"/>
                  </a:cubicBezTo>
                  <a:cubicBezTo>
                    <a:pt x="-194" y="20188"/>
                    <a:pt x="757" y="18724"/>
                    <a:pt x="926" y="17975"/>
                  </a:cubicBezTo>
                  <a:cubicBezTo>
                    <a:pt x="1125" y="17206"/>
                    <a:pt x="1125" y="15594"/>
                    <a:pt x="1478" y="14846"/>
                  </a:cubicBezTo>
                  <a:cubicBezTo>
                    <a:pt x="1800" y="14235"/>
                    <a:pt x="3319" y="13287"/>
                    <a:pt x="3488" y="12644"/>
                  </a:cubicBezTo>
                  <a:cubicBezTo>
                    <a:pt x="3764" y="11569"/>
                    <a:pt x="2353" y="9451"/>
                    <a:pt x="2138" y="8356"/>
                  </a:cubicBezTo>
                  <a:cubicBezTo>
                    <a:pt x="2000" y="7565"/>
                    <a:pt x="1509" y="5932"/>
                    <a:pt x="1908" y="5195"/>
                  </a:cubicBezTo>
                  <a:cubicBezTo>
                    <a:pt x="2353" y="4373"/>
                    <a:pt x="4362" y="3056"/>
                    <a:pt x="5497" y="2655"/>
                  </a:cubicBezTo>
                  <a:cubicBezTo>
                    <a:pt x="6510" y="2308"/>
                    <a:pt x="8842" y="2423"/>
                    <a:pt x="9931" y="2234"/>
                  </a:cubicBezTo>
                  <a:cubicBezTo>
                    <a:pt x="10990" y="2044"/>
                    <a:pt x="13015" y="1465"/>
                    <a:pt x="13981" y="1106"/>
                  </a:cubicBezTo>
                  <a:cubicBezTo>
                    <a:pt x="14595" y="875"/>
                    <a:pt x="16282" y="0"/>
                    <a:pt x="16282" y="0"/>
                  </a:cubicBezTo>
                  <a:cubicBezTo>
                    <a:pt x="16282" y="0"/>
                    <a:pt x="17402" y="1507"/>
                    <a:pt x="17786" y="1981"/>
                  </a:cubicBezTo>
                  <a:cubicBezTo>
                    <a:pt x="18307" y="2581"/>
                    <a:pt x="19550" y="3677"/>
                    <a:pt x="19979" y="432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72" name="Shape 4654"/>
            <p:cNvSpPr/>
            <p:nvPr/>
          </p:nvSpPr>
          <p:spPr>
            <a:xfrm>
              <a:off x="4119100" y="3612842"/>
              <a:ext cx="1804389" cy="880469"/>
            </a:xfrm>
            <a:custGeom>
              <a:avLst/>
              <a:gdLst/>
              <a:ahLst/>
              <a:cxnLst>
                <a:cxn ang="0">
                  <a:pos x="wd2" y="hd2"/>
                </a:cxn>
                <a:cxn ang="5400000">
                  <a:pos x="wd2" y="hd2"/>
                </a:cxn>
                <a:cxn ang="10800000">
                  <a:pos x="wd2" y="hd2"/>
                </a:cxn>
                <a:cxn ang="16200000">
                  <a:pos x="wd2" y="hd2"/>
                </a:cxn>
              </a:cxnLst>
              <a:rect l="0" t="0" r="r" b="b"/>
              <a:pathLst>
                <a:path w="21600" h="21595" extrusionOk="0">
                  <a:moveTo>
                    <a:pt x="2407" y="701"/>
                  </a:moveTo>
                  <a:lnTo>
                    <a:pt x="2461" y="704"/>
                  </a:lnTo>
                  <a:lnTo>
                    <a:pt x="7224" y="757"/>
                  </a:lnTo>
                  <a:lnTo>
                    <a:pt x="11495" y="722"/>
                  </a:lnTo>
                  <a:lnTo>
                    <a:pt x="14454" y="583"/>
                  </a:lnTo>
                  <a:lnTo>
                    <a:pt x="17397" y="356"/>
                  </a:lnTo>
                  <a:lnTo>
                    <a:pt x="20686" y="0"/>
                  </a:lnTo>
                  <a:lnTo>
                    <a:pt x="20769" y="3193"/>
                  </a:lnTo>
                  <a:lnTo>
                    <a:pt x="20770" y="3215"/>
                  </a:lnTo>
                  <a:lnTo>
                    <a:pt x="21429" y="10162"/>
                  </a:lnTo>
                  <a:lnTo>
                    <a:pt x="21600" y="21515"/>
                  </a:lnTo>
                  <a:cubicBezTo>
                    <a:pt x="21589" y="21544"/>
                    <a:pt x="21574" y="21590"/>
                    <a:pt x="21561" y="21594"/>
                  </a:cubicBezTo>
                  <a:cubicBezTo>
                    <a:pt x="21544" y="21600"/>
                    <a:pt x="21512" y="21556"/>
                    <a:pt x="21500" y="21530"/>
                  </a:cubicBezTo>
                  <a:cubicBezTo>
                    <a:pt x="21490" y="21509"/>
                    <a:pt x="21488" y="21445"/>
                    <a:pt x="21479" y="21424"/>
                  </a:cubicBezTo>
                  <a:cubicBezTo>
                    <a:pt x="21462" y="21385"/>
                    <a:pt x="21409" y="21359"/>
                    <a:pt x="21389" y="21324"/>
                  </a:cubicBezTo>
                  <a:cubicBezTo>
                    <a:pt x="21378" y="21304"/>
                    <a:pt x="21369" y="21233"/>
                    <a:pt x="21354" y="21226"/>
                  </a:cubicBezTo>
                  <a:cubicBezTo>
                    <a:pt x="21342" y="21220"/>
                    <a:pt x="21323" y="21269"/>
                    <a:pt x="21312" y="21269"/>
                  </a:cubicBezTo>
                  <a:cubicBezTo>
                    <a:pt x="21297" y="21269"/>
                    <a:pt x="21273" y="21205"/>
                    <a:pt x="21258" y="21210"/>
                  </a:cubicBezTo>
                  <a:cubicBezTo>
                    <a:pt x="21250" y="21214"/>
                    <a:pt x="21245" y="21263"/>
                    <a:pt x="21237" y="21263"/>
                  </a:cubicBezTo>
                  <a:cubicBezTo>
                    <a:pt x="21215" y="21264"/>
                    <a:pt x="21199" y="21149"/>
                    <a:pt x="21180" y="21130"/>
                  </a:cubicBezTo>
                  <a:cubicBezTo>
                    <a:pt x="21164" y="21116"/>
                    <a:pt x="21126" y="21116"/>
                    <a:pt x="21110" y="21130"/>
                  </a:cubicBezTo>
                  <a:cubicBezTo>
                    <a:pt x="21100" y="21139"/>
                    <a:pt x="21092" y="21194"/>
                    <a:pt x="21081" y="21197"/>
                  </a:cubicBezTo>
                  <a:cubicBezTo>
                    <a:pt x="21067" y="21201"/>
                    <a:pt x="21045" y="21156"/>
                    <a:pt x="21035" y="21139"/>
                  </a:cubicBezTo>
                  <a:cubicBezTo>
                    <a:pt x="21026" y="21122"/>
                    <a:pt x="21014" y="21073"/>
                    <a:pt x="21002" y="21060"/>
                  </a:cubicBezTo>
                  <a:cubicBezTo>
                    <a:pt x="20993" y="21049"/>
                    <a:pt x="20967" y="21057"/>
                    <a:pt x="20959" y="21043"/>
                  </a:cubicBezTo>
                  <a:cubicBezTo>
                    <a:pt x="20947" y="21024"/>
                    <a:pt x="20943" y="20959"/>
                    <a:pt x="20935" y="20936"/>
                  </a:cubicBezTo>
                  <a:cubicBezTo>
                    <a:pt x="20927" y="20914"/>
                    <a:pt x="20908" y="20881"/>
                    <a:pt x="20899" y="20862"/>
                  </a:cubicBezTo>
                  <a:cubicBezTo>
                    <a:pt x="20887" y="20837"/>
                    <a:pt x="20869" y="20766"/>
                    <a:pt x="20852" y="20758"/>
                  </a:cubicBezTo>
                  <a:cubicBezTo>
                    <a:pt x="20836" y="20750"/>
                    <a:pt x="20807" y="20805"/>
                    <a:pt x="20790" y="20807"/>
                  </a:cubicBezTo>
                  <a:cubicBezTo>
                    <a:pt x="20776" y="20809"/>
                    <a:pt x="20748" y="20768"/>
                    <a:pt x="20736" y="20781"/>
                  </a:cubicBezTo>
                  <a:cubicBezTo>
                    <a:pt x="20727" y="20791"/>
                    <a:pt x="20729" y="20849"/>
                    <a:pt x="20721" y="20862"/>
                  </a:cubicBezTo>
                  <a:cubicBezTo>
                    <a:pt x="20706" y="20886"/>
                    <a:pt x="20665" y="20888"/>
                    <a:pt x="20646" y="20880"/>
                  </a:cubicBezTo>
                  <a:cubicBezTo>
                    <a:pt x="20627" y="20871"/>
                    <a:pt x="20592" y="20822"/>
                    <a:pt x="20577" y="20793"/>
                  </a:cubicBezTo>
                  <a:cubicBezTo>
                    <a:pt x="20565" y="20768"/>
                    <a:pt x="20554" y="20696"/>
                    <a:pt x="20540" y="20674"/>
                  </a:cubicBezTo>
                  <a:cubicBezTo>
                    <a:pt x="20528" y="20653"/>
                    <a:pt x="20492" y="20648"/>
                    <a:pt x="20481" y="20625"/>
                  </a:cubicBezTo>
                  <a:cubicBezTo>
                    <a:pt x="20466" y="20593"/>
                    <a:pt x="20463" y="20493"/>
                    <a:pt x="20450" y="20457"/>
                  </a:cubicBezTo>
                  <a:cubicBezTo>
                    <a:pt x="20440" y="20431"/>
                    <a:pt x="20412" y="20399"/>
                    <a:pt x="20400" y="20378"/>
                  </a:cubicBezTo>
                  <a:cubicBezTo>
                    <a:pt x="20390" y="20359"/>
                    <a:pt x="20372" y="20316"/>
                    <a:pt x="20365" y="20293"/>
                  </a:cubicBezTo>
                  <a:cubicBezTo>
                    <a:pt x="20352" y="20258"/>
                    <a:pt x="20340" y="20167"/>
                    <a:pt x="20322" y="20145"/>
                  </a:cubicBezTo>
                  <a:cubicBezTo>
                    <a:pt x="20306" y="20125"/>
                    <a:pt x="20266" y="20132"/>
                    <a:pt x="20247" y="20137"/>
                  </a:cubicBezTo>
                  <a:cubicBezTo>
                    <a:pt x="20232" y="20140"/>
                    <a:pt x="20203" y="20176"/>
                    <a:pt x="20188" y="20174"/>
                  </a:cubicBezTo>
                  <a:cubicBezTo>
                    <a:pt x="20174" y="20173"/>
                    <a:pt x="20148" y="20153"/>
                    <a:pt x="20139" y="20134"/>
                  </a:cubicBezTo>
                  <a:cubicBezTo>
                    <a:pt x="20124" y="20101"/>
                    <a:pt x="20125" y="19995"/>
                    <a:pt x="20108" y="19968"/>
                  </a:cubicBezTo>
                  <a:cubicBezTo>
                    <a:pt x="20095" y="19949"/>
                    <a:pt x="20058" y="19973"/>
                    <a:pt x="20043" y="19959"/>
                  </a:cubicBezTo>
                  <a:cubicBezTo>
                    <a:pt x="20029" y="19946"/>
                    <a:pt x="20013" y="19891"/>
                    <a:pt x="20002" y="19869"/>
                  </a:cubicBezTo>
                  <a:cubicBezTo>
                    <a:pt x="19985" y="19836"/>
                    <a:pt x="19951" y="19772"/>
                    <a:pt x="19931" y="19750"/>
                  </a:cubicBezTo>
                  <a:cubicBezTo>
                    <a:pt x="19915" y="19733"/>
                    <a:pt x="19880" y="19715"/>
                    <a:pt x="19863" y="19710"/>
                  </a:cubicBezTo>
                  <a:cubicBezTo>
                    <a:pt x="19851" y="19707"/>
                    <a:pt x="19826" y="19717"/>
                    <a:pt x="19815" y="19710"/>
                  </a:cubicBezTo>
                  <a:cubicBezTo>
                    <a:pt x="19794" y="19695"/>
                    <a:pt x="19763" y="19626"/>
                    <a:pt x="19744" y="19602"/>
                  </a:cubicBezTo>
                  <a:cubicBezTo>
                    <a:pt x="19732" y="19587"/>
                    <a:pt x="19708" y="19553"/>
                    <a:pt x="19694" y="19550"/>
                  </a:cubicBezTo>
                  <a:cubicBezTo>
                    <a:pt x="19679" y="19546"/>
                    <a:pt x="19647" y="19558"/>
                    <a:pt x="19636" y="19579"/>
                  </a:cubicBezTo>
                  <a:cubicBezTo>
                    <a:pt x="19623" y="19603"/>
                    <a:pt x="19614" y="19679"/>
                    <a:pt x="19612" y="19715"/>
                  </a:cubicBezTo>
                  <a:cubicBezTo>
                    <a:pt x="19609" y="19749"/>
                    <a:pt x="19621" y="19818"/>
                    <a:pt x="19615" y="19849"/>
                  </a:cubicBezTo>
                  <a:cubicBezTo>
                    <a:pt x="19609" y="19878"/>
                    <a:pt x="19584" y="19923"/>
                    <a:pt x="19571" y="19939"/>
                  </a:cubicBezTo>
                  <a:cubicBezTo>
                    <a:pt x="19560" y="19952"/>
                    <a:pt x="19531" y="19950"/>
                    <a:pt x="19524" y="19971"/>
                  </a:cubicBezTo>
                  <a:cubicBezTo>
                    <a:pt x="19512" y="20007"/>
                    <a:pt x="19543" y="20123"/>
                    <a:pt x="19525" y="20148"/>
                  </a:cubicBezTo>
                  <a:cubicBezTo>
                    <a:pt x="19509" y="20172"/>
                    <a:pt x="19470" y="20093"/>
                    <a:pt x="19450" y="20087"/>
                  </a:cubicBezTo>
                  <a:cubicBezTo>
                    <a:pt x="19440" y="20084"/>
                    <a:pt x="19419" y="20085"/>
                    <a:pt x="19411" y="20096"/>
                  </a:cubicBezTo>
                  <a:cubicBezTo>
                    <a:pt x="19398" y="20111"/>
                    <a:pt x="19387" y="20177"/>
                    <a:pt x="19374" y="20192"/>
                  </a:cubicBezTo>
                  <a:cubicBezTo>
                    <a:pt x="19360" y="20208"/>
                    <a:pt x="19327" y="20201"/>
                    <a:pt x="19311" y="20206"/>
                  </a:cubicBezTo>
                  <a:cubicBezTo>
                    <a:pt x="19285" y="20213"/>
                    <a:pt x="19234" y="20235"/>
                    <a:pt x="19208" y="20235"/>
                  </a:cubicBezTo>
                  <a:cubicBezTo>
                    <a:pt x="19180" y="20234"/>
                    <a:pt x="19122" y="20227"/>
                    <a:pt x="19097" y="20200"/>
                  </a:cubicBezTo>
                  <a:cubicBezTo>
                    <a:pt x="19086" y="20188"/>
                    <a:pt x="19075" y="20130"/>
                    <a:pt x="19063" y="20121"/>
                  </a:cubicBezTo>
                  <a:cubicBezTo>
                    <a:pt x="19053" y="20114"/>
                    <a:pt x="19030" y="20127"/>
                    <a:pt x="19021" y="20137"/>
                  </a:cubicBezTo>
                  <a:cubicBezTo>
                    <a:pt x="19010" y="20148"/>
                    <a:pt x="18997" y="20206"/>
                    <a:pt x="18985" y="20206"/>
                  </a:cubicBezTo>
                  <a:cubicBezTo>
                    <a:pt x="18971" y="20206"/>
                    <a:pt x="18957" y="20131"/>
                    <a:pt x="18942" y="20125"/>
                  </a:cubicBezTo>
                  <a:cubicBezTo>
                    <a:pt x="18929" y="20119"/>
                    <a:pt x="18904" y="20165"/>
                    <a:pt x="18890" y="20159"/>
                  </a:cubicBezTo>
                  <a:cubicBezTo>
                    <a:pt x="18874" y="20153"/>
                    <a:pt x="18847" y="20108"/>
                    <a:pt x="18840" y="20079"/>
                  </a:cubicBezTo>
                  <a:cubicBezTo>
                    <a:pt x="18831" y="20044"/>
                    <a:pt x="18844" y="19959"/>
                    <a:pt x="18835" y="19924"/>
                  </a:cubicBezTo>
                  <a:cubicBezTo>
                    <a:pt x="18828" y="19895"/>
                    <a:pt x="18799" y="19859"/>
                    <a:pt x="18784" y="19846"/>
                  </a:cubicBezTo>
                  <a:cubicBezTo>
                    <a:pt x="18767" y="19830"/>
                    <a:pt x="18729" y="19804"/>
                    <a:pt x="18710" y="19811"/>
                  </a:cubicBezTo>
                  <a:cubicBezTo>
                    <a:pt x="18697" y="19816"/>
                    <a:pt x="18674" y="19851"/>
                    <a:pt x="18666" y="19872"/>
                  </a:cubicBezTo>
                  <a:cubicBezTo>
                    <a:pt x="18657" y="19895"/>
                    <a:pt x="18656" y="19963"/>
                    <a:pt x="18646" y="19985"/>
                  </a:cubicBezTo>
                  <a:cubicBezTo>
                    <a:pt x="18639" y="20003"/>
                    <a:pt x="18615" y="20019"/>
                    <a:pt x="18604" y="20023"/>
                  </a:cubicBezTo>
                  <a:cubicBezTo>
                    <a:pt x="18588" y="20029"/>
                    <a:pt x="18554" y="20004"/>
                    <a:pt x="18539" y="20017"/>
                  </a:cubicBezTo>
                  <a:cubicBezTo>
                    <a:pt x="18530" y="20024"/>
                    <a:pt x="18519" y="20057"/>
                    <a:pt x="18513" y="20072"/>
                  </a:cubicBezTo>
                  <a:cubicBezTo>
                    <a:pt x="18507" y="20088"/>
                    <a:pt x="18501" y="20130"/>
                    <a:pt x="18493" y="20143"/>
                  </a:cubicBezTo>
                  <a:cubicBezTo>
                    <a:pt x="18484" y="20159"/>
                    <a:pt x="18457" y="20179"/>
                    <a:pt x="18444" y="20177"/>
                  </a:cubicBezTo>
                  <a:cubicBezTo>
                    <a:pt x="18433" y="20176"/>
                    <a:pt x="18414" y="20148"/>
                    <a:pt x="18404" y="20137"/>
                  </a:cubicBezTo>
                  <a:cubicBezTo>
                    <a:pt x="18392" y="20122"/>
                    <a:pt x="18371" y="20075"/>
                    <a:pt x="18358" y="20075"/>
                  </a:cubicBezTo>
                  <a:cubicBezTo>
                    <a:pt x="18339" y="20075"/>
                    <a:pt x="18305" y="20120"/>
                    <a:pt x="18295" y="20151"/>
                  </a:cubicBezTo>
                  <a:cubicBezTo>
                    <a:pt x="18287" y="20175"/>
                    <a:pt x="18282" y="20237"/>
                    <a:pt x="18289" y="20261"/>
                  </a:cubicBezTo>
                  <a:cubicBezTo>
                    <a:pt x="18296" y="20284"/>
                    <a:pt x="18331" y="20279"/>
                    <a:pt x="18337" y="20302"/>
                  </a:cubicBezTo>
                  <a:cubicBezTo>
                    <a:pt x="18344" y="20325"/>
                    <a:pt x="18337" y="20386"/>
                    <a:pt x="18329" y="20406"/>
                  </a:cubicBezTo>
                  <a:cubicBezTo>
                    <a:pt x="18322" y="20426"/>
                    <a:pt x="18298" y="20453"/>
                    <a:pt x="18287" y="20450"/>
                  </a:cubicBezTo>
                  <a:cubicBezTo>
                    <a:pt x="18273" y="20447"/>
                    <a:pt x="18255" y="20392"/>
                    <a:pt x="18242" y="20380"/>
                  </a:cubicBezTo>
                  <a:cubicBezTo>
                    <a:pt x="18229" y="20367"/>
                    <a:pt x="18199" y="20342"/>
                    <a:pt x="18185" y="20352"/>
                  </a:cubicBezTo>
                  <a:cubicBezTo>
                    <a:pt x="18175" y="20357"/>
                    <a:pt x="18165" y="20393"/>
                    <a:pt x="18160" y="20409"/>
                  </a:cubicBezTo>
                  <a:cubicBezTo>
                    <a:pt x="18156" y="20425"/>
                    <a:pt x="18154" y="20463"/>
                    <a:pt x="18147" y="20473"/>
                  </a:cubicBezTo>
                  <a:cubicBezTo>
                    <a:pt x="18137" y="20489"/>
                    <a:pt x="18108" y="20493"/>
                    <a:pt x="18095" y="20488"/>
                  </a:cubicBezTo>
                  <a:cubicBezTo>
                    <a:pt x="18075" y="20480"/>
                    <a:pt x="18041" y="20425"/>
                    <a:pt x="18022" y="20404"/>
                  </a:cubicBezTo>
                  <a:cubicBezTo>
                    <a:pt x="18010" y="20389"/>
                    <a:pt x="17984" y="20367"/>
                    <a:pt x="17973" y="20348"/>
                  </a:cubicBezTo>
                  <a:cubicBezTo>
                    <a:pt x="17962" y="20330"/>
                    <a:pt x="17949" y="20270"/>
                    <a:pt x="17936" y="20256"/>
                  </a:cubicBezTo>
                  <a:cubicBezTo>
                    <a:pt x="17925" y="20243"/>
                    <a:pt x="17898" y="20234"/>
                    <a:pt x="17887" y="20244"/>
                  </a:cubicBezTo>
                  <a:cubicBezTo>
                    <a:pt x="17873" y="20255"/>
                    <a:pt x="17861" y="20315"/>
                    <a:pt x="17851" y="20337"/>
                  </a:cubicBezTo>
                  <a:cubicBezTo>
                    <a:pt x="17839" y="20366"/>
                    <a:pt x="17819" y="20443"/>
                    <a:pt x="17800" y="20447"/>
                  </a:cubicBezTo>
                  <a:cubicBezTo>
                    <a:pt x="17783" y="20451"/>
                    <a:pt x="17759" y="20363"/>
                    <a:pt x="17742" y="20369"/>
                  </a:cubicBezTo>
                  <a:cubicBezTo>
                    <a:pt x="17726" y="20375"/>
                    <a:pt x="17716" y="20457"/>
                    <a:pt x="17702" y="20476"/>
                  </a:cubicBezTo>
                  <a:cubicBezTo>
                    <a:pt x="17686" y="20499"/>
                    <a:pt x="17647" y="20511"/>
                    <a:pt x="17627" y="20517"/>
                  </a:cubicBezTo>
                  <a:cubicBezTo>
                    <a:pt x="17611" y="20522"/>
                    <a:pt x="17579" y="20528"/>
                    <a:pt x="17563" y="20522"/>
                  </a:cubicBezTo>
                  <a:cubicBezTo>
                    <a:pt x="17542" y="20515"/>
                    <a:pt x="17502" y="20448"/>
                    <a:pt x="17481" y="20459"/>
                  </a:cubicBezTo>
                  <a:cubicBezTo>
                    <a:pt x="17467" y="20467"/>
                    <a:pt x="17455" y="20540"/>
                    <a:pt x="17441" y="20552"/>
                  </a:cubicBezTo>
                  <a:cubicBezTo>
                    <a:pt x="17427" y="20564"/>
                    <a:pt x="17395" y="20535"/>
                    <a:pt x="17379" y="20540"/>
                  </a:cubicBezTo>
                  <a:cubicBezTo>
                    <a:pt x="17366" y="20545"/>
                    <a:pt x="17341" y="20571"/>
                    <a:pt x="17331" y="20590"/>
                  </a:cubicBezTo>
                  <a:cubicBezTo>
                    <a:pt x="17322" y="20606"/>
                    <a:pt x="17315" y="20656"/>
                    <a:pt x="17307" y="20674"/>
                  </a:cubicBezTo>
                  <a:cubicBezTo>
                    <a:pt x="17295" y="20699"/>
                    <a:pt x="17248" y="20714"/>
                    <a:pt x="17249" y="20749"/>
                  </a:cubicBezTo>
                  <a:cubicBezTo>
                    <a:pt x="17249" y="20774"/>
                    <a:pt x="17285" y="20777"/>
                    <a:pt x="17292" y="20798"/>
                  </a:cubicBezTo>
                  <a:cubicBezTo>
                    <a:pt x="17303" y="20829"/>
                    <a:pt x="17309" y="20912"/>
                    <a:pt x="17303" y="20947"/>
                  </a:cubicBezTo>
                  <a:cubicBezTo>
                    <a:pt x="17298" y="20972"/>
                    <a:pt x="17272" y="21000"/>
                    <a:pt x="17263" y="21020"/>
                  </a:cubicBezTo>
                  <a:cubicBezTo>
                    <a:pt x="17252" y="21043"/>
                    <a:pt x="17235" y="21102"/>
                    <a:pt x="17222" y="21121"/>
                  </a:cubicBezTo>
                  <a:cubicBezTo>
                    <a:pt x="17211" y="21136"/>
                    <a:pt x="17185" y="21152"/>
                    <a:pt x="17172" y="21155"/>
                  </a:cubicBezTo>
                  <a:cubicBezTo>
                    <a:pt x="17155" y="21162"/>
                    <a:pt x="17117" y="21172"/>
                    <a:pt x="17101" y="21155"/>
                  </a:cubicBezTo>
                  <a:cubicBezTo>
                    <a:pt x="17089" y="21143"/>
                    <a:pt x="17077" y="21084"/>
                    <a:pt x="17066" y="21066"/>
                  </a:cubicBezTo>
                  <a:cubicBezTo>
                    <a:pt x="17056" y="21049"/>
                    <a:pt x="17033" y="21024"/>
                    <a:pt x="17021" y="21023"/>
                  </a:cubicBezTo>
                  <a:cubicBezTo>
                    <a:pt x="17011" y="21021"/>
                    <a:pt x="16993" y="21036"/>
                    <a:pt x="16985" y="21045"/>
                  </a:cubicBezTo>
                  <a:cubicBezTo>
                    <a:pt x="16971" y="21063"/>
                    <a:pt x="16949" y="21113"/>
                    <a:pt x="16941" y="21142"/>
                  </a:cubicBezTo>
                  <a:cubicBezTo>
                    <a:pt x="16933" y="21171"/>
                    <a:pt x="16924" y="21239"/>
                    <a:pt x="16923" y="21272"/>
                  </a:cubicBezTo>
                  <a:cubicBezTo>
                    <a:pt x="16922" y="21309"/>
                    <a:pt x="16937" y="21382"/>
                    <a:pt x="16932" y="21417"/>
                  </a:cubicBezTo>
                  <a:cubicBezTo>
                    <a:pt x="16929" y="21443"/>
                    <a:pt x="16911" y="21484"/>
                    <a:pt x="16901" y="21501"/>
                  </a:cubicBezTo>
                  <a:cubicBezTo>
                    <a:pt x="16886" y="21529"/>
                    <a:pt x="16851" y="21582"/>
                    <a:pt x="16830" y="21583"/>
                  </a:cubicBezTo>
                  <a:cubicBezTo>
                    <a:pt x="16817" y="21583"/>
                    <a:pt x="16793" y="21551"/>
                    <a:pt x="16784" y="21530"/>
                  </a:cubicBezTo>
                  <a:cubicBezTo>
                    <a:pt x="16771" y="21499"/>
                    <a:pt x="16767" y="21411"/>
                    <a:pt x="16755" y="21377"/>
                  </a:cubicBezTo>
                  <a:cubicBezTo>
                    <a:pt x="16746" y="21349"/>
                    <a:pt x="16718" y="21313"/>
                    <a:pt x="16706" y="21289"/>
                  </a:cubicBezTo>
                  <a:cubicBezTo>
                    <a:pt x="16691" y="21260"/>
                    <a:pt x="16661" y="21200"/>
                    <a:pt x="16649" y="21165"/>
                  </a:cubicBezTo>
                  <a:cubicBezTo>
                    <a:pt x="16639" y="21136"/>
                    <a:pt x="16634" y="21056"/>
                    <a:pt x="16619" y="21037"/>
                  </a:cubicBezTo>
                  <a:cubicBezTo>
                    <a:pt x="16602" y="21014"/>
                    <a:pt x="16558" y="21023"/>
                    <a:pt x="16538" y="21031"/>
                  </a:cubicBezTo>
                  <a:cubicBezTo>
                    <a:pt x="16525" y="21037"/>
                    <a:pt x="16500" y="21075"/>
                    <a:pt x="16486" y="21080"/>
                  </a:cubicBezTo>
                  <a:cubicBezTo>
                    <a:pt x="16473" y="21085"/>
                    <a:pt x="16444" y="21086"/>
                    <a:pt x="16432" y="21071"/>
                  </a:cubicBezTo>
                  <a:cubicBezTo>
                    <a:pt x="16418" y="21055"/>
                    <a:pt x="16402" y="20991"/>
                    <a:pt x="16395" y="20961"/>
                  </a:cubicBezTo>
                  <a:cubicBezTo>
                    <a:pt x="16388" y="20928"/>
                    <a:pt x="16387" y="20851"/>
                    <a:pt x="16378" y="20819"/>
                  </a:cubicBezTo>
                  <a:cubicBezTo>
                    <a:pt x="16372" y="20798"/>
                    <a:pt x="16356" y="20758"/>
                    <a:pt x="16344" y="20752"/>
                  </a:cubicBezTo>
                  <a:cubicBezTo>
                    <a:pt x="16325" y="20741"/>
                    <a:pt x="16287" y="20790"/>
                    <a:pt x="16267" y="20790"/>
                  </a:cubicBezTo>
                  <a:cubicBezTo>
                    <a:pt x="16253" y="20790"/>
                    <a:pt x="16223" y="20777"/>
                    <a:pt x="16211" y="20761"/>
                  </a:cubicBezTo>
                  <a:cubicBezTo>
                    <a:pt x="16201" y="20748"/>
                    <a:pt x="16189" y="20699"/>
                    <a:pt x="16179" y="20689"/>
                  </a:cubicBezTo>
                  <a:cubicBezTo>
                    <a:pt x="16164" y="20674"/>
                    <a:pt x="16130" y="20698"/>
                    <a:pt x="16117" y="20680"/>
                  </a:cubicBezTo>
                  <a:cubicBezTo>
                    <a:pt x="16107" y="20664"/>
                    <a:pt x="16097" y="20609"/>
                    <a:pt x="16099" y="20584"/>
                  </a:cubicBezTo>
                  <a:cubicBezTo>
                    <a:pt x="16101" y="20555"/>
                    <a:pt x="16125" y="20514"/>
                    <a:pt x="16136" y="20496"/>
                  </a:cubicBezTo>
                  <a:cubicBezTo>
                    <a:pt x="16145" y="20482"/>
                    <a:pt x="16170" y="20471"/>
                    <a:pt x="16177" y="20453"/>
                  </a:cubicBezTo>
                  <a:cubicBezTo>
                    <a:pt x="16186" y="20431"/>
                    <a:pt x="16199" y="20368"/>
                    <a:pt x="16192" y="20343"/>
                  </a:cubicBezTo>
                  <a:cubicBezTo>
                    <a:pt x="16183" y="20309"/>
                    <a:pt x="16138" y="20307"/>
                    <a:pt x="16119" y="20302"/>
                  </a:cubicBezTo>
                  <a:cubicBezTo>
                    <a:pt x="16105" y="20298"/>
                    <a:pt x="16076" y="20314"/>
                    <a:pt x="16063" y="20302"/>
                  </a:cubicBezTo>
                  <a:cubicBezTo>
                    <a:pt x="16053" y="20292"/>
                    <a:pt x="16044" y="20245"/>
                    <a:pt x="16035" y="20232"/>
                  </a:cubicBezTo>
                  <a:cubicBezTo>
                    <a:pt x="16022" y="20214"/>
                    <a:pt x="15991" y="20182"/>
                    <a:pt x="15976" y="20189"/>
                  </a:cubicBezTo>
                  <a:cubicBezTo>
                    <a:pt x="15962" y="20195"/>
                    <a:pt x="15941" y="20238"/>
                    <a:pt x="15936" y="20264"/>
                  </a:cubicBezTo>
                  <a:cubicBezTo>
                    <a:pt x="15931" y="20290"/>
                    <a:pt x="15939" y="20347"/>
                    <a:pt x="15939" y="20375"/>
                  </a:cubicBezTo>
                  <a:cubicBezTo>
                    <a:pt x="15938" y="20408"/>
                    <a:pt x="15933" y="20473"/>
                    <a:pt x="15930" y="20505"/>
                  </a:cubicBezTo>
                  <a:cubicBezTo>
                    <a:pt x="15928" y="20538"/>
                    <a:pt x="15927" y="20608"/>
                    <a:pt x="15919" y="20635"/>
                  </a:cubicBezTo>
                  <a:cubicBezTo>
                    <a:pt x="15908" y="20673"/>
                    <a:pt x="15873" y="20722"/>
                    <a:pt x="15854" y="20740"/>
                  </a:cubicBezTo>
                  <a:cubicBezTo>
                    <a:pt x="15833" y="20761"/>
                    <a:pt x="15786" y="20793"/>
                    <a:pt x="15764" y="20781"/>
                  </a:cubicBezTo>
                  <a:cubicBezTo>
                    <a:pt x="15750" y="20774"/>
                    <a:pt x="15729" y="20730"/>
                    <a:pt x="15720" y="20706"/>
                  </a:cubicBezTo>
                  <a:cubicBezTo>
                    <a:pt x="15709" y="20672"/>
                    <a:pt x="15707" y="20586"/>
                    <a:pt x="15696" y="20552"/>
                  </a:cubicBezTo>
                  <a:cubicBezTo>
                    <a:pt x="15687" y="20523"/>
                    <a:pt x="15660" y="20476"/>
                    <a:pt x="15645" y="20461"/>
                  </a:cubicBezTo>
                  <a:cubicBezTo>
                    <a:pt x="15632" y="20449"/>
                    <a:pt x="15603" y="20439"/>
                    <a:pt x="15589" y="20441"/>
                  </a:cubicBezTo>
                  <a:cubicBezTo>
                    <a:pt x="15578" y="20443"/>
                    <a:pt x="15556" y="20454"/>
                    <a:pt x="15549" y="20470"/>
                  </a:cubicBezTo>
                  <a:cubicBezTo>
                    <a:pt x="15540" y="20493"/>
                    <a:pt x="15548" y="20564"/>
                    <a:pt x="15540" y="20590"/>
                  </a:cubicBezTo>
                  <a:cubicBezTo>
                    <a:pt x="15536" y="20606"/>
                    <a:pt x="15520" y="20634"/>
                    <a:pt x="15511" y="20635"/>
                  </a:cubicBezTo>
                  <a:cubicBezTo>
                    <a:pt x="15496" y="20638"/>
                    <a:pt x="15469" y="20604"/>
                    <a:pt x="15458" y="20584"/>
                  </a:cubicBezTo>
                  <a:cubicBezTo>
                    <a:pt x="15447" y="20562"/>
                    <a:pt x="15433" y="20502"/>
                    <a:pt x="15426" y="20473"/>
                  </a:cubicBezTo>
                  <a:cubicBezTo>
                    <a:pt x="15416" y="20436"/>
                    <a:pt x="15396" y="20360"/>
                    <a:pt x="15393" y="20320"/>
                  </a:cubicBezTo>
                  <a:cubicBezTo>
                    <a:pt x="15389" y="20271"/>
                    <a:pt x="15402" y="20170"/>
                    <a:pt x="15398" y="20121"/>
                  </a:cubicBezTo>
                  <a:cubicBezTo>
                    <a:pt x="15396" y="20084"/>
                    <a:pt x="15385" y="20001"/>
                    <a:pt x="15370" y="19976"/>
                  </a:cubicBezTo>
                  <a:cubicBezTo>
                    <a:pt x="15357" y="19955"/>
                    <a:pt x="15321" y="19937"/>
                    <a:pt x="15305" y="19947"/>
                  </a:cubicBezTo>
                  <a:cubicBezTo>
                    <a:pt x="15291" y="19957"/>
                    <a:pt x="15276" y="20019"/>
                    <a:pt x="15264" y="20038"/>
                  </a:cubicBezTo>
                  <a:cubicBezTo>
                    <a:pt x="15256" y="20050"/>
                    <a:pt x="15238" y="20079"/>
                    <a:pt x="15228" y="20075"/>
                  </a:cubicBezTo>
                  <a:cubicBezTo>
                    <a:pt x="15216" y="20071"/>
                    <a:pt x="15206" y="20000"/>
                    <a:pt x="15193" y="20000"/>
                  </a:cubicBezTo>
                  <a:cubicBezTo>
                    <a:pt x="15181" y="19999"/>
                    <a:pt x="15165" y="20046"/>
                    <a:pt x="15159" y="20066"/>
                  </a:cubicBezTo>
                  <a:cubicBezTo>
                    <a:pt x="15153" y="20089"/>
                    <a:pt x="15149" y="20143"/>
                    <a:pt x="15151" y="20169"/>
                  </a:cubicBezTo>
                  <a:cubicBezTo>
                    <a:pt x="15153" y="20201"/>
                    <a:pt x="15176" y="20257"/>
                    <a:pt x="15179" y="20290"/>
                  </a:cubicBezTo>
                  <a:cubicBezTo>
                    <a:pt x="15181" y="20317"/>
                    <a:pt x="15180" y="20373"/>
                    <a:pt x="15174" y="20398"/>
                  </a:cubicBezTo>
                  <a:cubicBezTo>
                    <a:pt x="15167" y="20438"/>
                    <a:pt x="15137" y="20499"/>
                    <a:pt x="15125" y="20535"/>
                  </a:cubicBezTo>
                  <a:cubicBezTo>
                    <a:pt x="15112" y="20571"/>
                    <a:pt x="15092" y="20658"/>
                    <a:pt x="15073" y="20683"/>
                  </a:cubicBezTo>
                  <a:cubicBezTo>
                    <a:pt x="15059" y="20699"/>
                    <a:pt x="15023" y="20680"/>
                    <a:pt x="15013" y="20703"/>
                  </a:cubicBezTo>
                  <a:cubicBezTo>
                    <a:pt x="14997" y="20737"/>
                    <a:pt x="15018" y="20851"/>
                    <a:pt x="15004" y="20888"/>
                  </a:cubicBezTo>
                  <a:cubicBezTo>
                    <a:pt x="14994" y="20916"/>
                    <a:pt x="14957" y="20931"/>
                    <a:pt x="14941" y="20941"/>
                  </a:cubicBezTo>
                  <a:cubicBezTo>
                    <a:pt x="14929" y="20948"/>
                    <a:pt x="14903" y="20942"/>
                    <a:pt x="14895" y="20958"/>
                  </a:cubicBezTo>
                  <a:cubicBezTo>
                    <a:pt x="14886" y="20978"/>
                    <a:pt x="14884" y="21039"/>
                    <a:pt x="14887" y="21066"/>
                  </a:cubicBezTo>
                  <a:cubicBezTo>
                    <a:pt x="14890" y="21092"/>
                    <a:pt x="14916" y="21125"/>
                    <a:pt x="14921" y="21150"/>
                  </a:cubicBezTo>
                  <a:cubicBezTo>
                    <a:pt x="14925" y="21173"/>
                    <a:pt x="14923" y="21224"/>
                    <a:pt x="14924" y="21249"/>
                  </a:cubicBezTo>
                  <a:cubicBezTo>
                    <a:pt x="14925" y="21277"/>
                    <a:pt x="14931" y="21333"/>
                    <a:pt x="14927" y="21359"/>
                  </a:cubicBezTo>
                  <a:cubicBezTo>
                    <a:pt x="14920" y="21406"/>
                    <a:pt x="14890" y="21489"/>
                    <a:pt x="14870" y="21514"/>
                  </a:cubicBezTo>
                  <a:cubicBezTo>
                    <a:pt x="14852" y="21534"/>
                    <a:pt x="14808" y="21543"/>
                    <a:pt x="14787" y="21534"/>
                  </a:cubicBezTo>
                  <a:cubicBezTo>
                    <a:pt x="14770" y="21525"/>
                    <a:pt x="14737" y="21483"/>
                    <a:pt x="14725" y="21455"/>
                  </a:cubicBezTo>
                  <a:cubicBezTo>
                    <a:pt x="14708" y="21414"/>
                    <a:pt x="14698" y="21304"/>
                    <a:pt x="14686" y="21258"/>
                  </a:cubicBezTo>
                  <a:cubicBezTo>
                    <a:pt x="14676" y="21223"/>
                    <a:pt x="14650" y="21162"/>
                    <a:pt x="14640" y="21127"/>
                  </a:cubicBezTo>
                  <a:cubicBezTo>
                    <a:pt x="14630" y="21092"/>
                    <a:pt x="14611" y="21020"/>
                    <a:pt x="14609" y="20979"/>
                  </a:cubicBezTo>
                  <a:cubicBezTo>
                    <a:pt x="14608" y="20942"/>
                    <a:pt x="14612" y="20864"/>
                    <a:pt x="14624" y="20839"/>
                  </a:cubicBezTo>
                  <a:cubicBezTo>
                    <a:pt x="14635" y="20820"/>
                    <a:pt x="14668" y="20837"/>
                    <a:pt x="14680" y="20822"/>
                  </a:cubicBezTo>
                  <a:cubicBezTo>
                    <a:pt x="14690" y="20810"/>
                    <a:pt x="14703" y="20769"/>
                    <a:pt x="14707" y="20746"/>
                  </a:cubicBezTo>
                  <a:cubicBezTo>
                    <a:pt x="14713" y="20708"/>
                    <a:pt x="14713" y="20622"/>
                    <a:pt x="14707" y="20584"/>
                  </a:cubicBezTo>
                  <a:cubicBezTo>
                    <a:pt x="14702" y="20552"/>
                    <a:pt x="14677" y="20506"/>
                    <a:pt x="14670" y="20476"/>
                  </a:cubicBezTo>
                  <a:cubicBezTo>
                    <a:pt x="14664" y="20450"/>
                    <a:pt x="14661" y="20386"/>
                    <a:pt x="14653" y="20363"/>
                  </a:cubicBezTo>
                  <a:cubicBezTo>
                    <a:pt x="14642" y="20332"/>
                    <a:pt x="14611" y="20285"/>
                    <a:pt x="14594" y="20276"/>
                  </a:cubicBezTo>
                  <a:cubicBezTo>
                    <a:pt x="14576" y="20267"/>
                    <a:pt x="14539" y="20279"/>
                    <a:pt x="14524" y="20296"/>
                  </a:cubicBezTo>
                  <a:cubicBezTo>
                    <a:pt x="14513" y="20307"/>
                    <a:pt x="14495" y="20345"/>
                    <a:pt x="14491" y="20369"/>
                  </a:cubicBezTo>
                  <a:cubicBezTo>
                    <a:pt x="14488" y="20392"/>
                    <a:pt x="14498" y="20444"/>
                    <a:pt x="14497" y="20470"/>
                  </a:cubicBezTo>
                  <a:cubicBezTo>
                    <a:pt x="14495" y="20503"/>
                    <a:pt x="14489" y="20576"/>
                    <a:pt x="14476" y="20596"/>
                  </a:cubicBezTo>
                  <a:cubicBezTo>
                    <a:pt x="14461" y="20619"/>
                    <a:pt x="14418" y="20612"/>
                    <a:pt x="14401" y="20601"/>
                  </a:cubicBezTo>
                  <a:cubicBezTo>
                    <a:pt x="14384" y="20592"/>
                    <a:pt x="14359" y="20526"/>
                    <a:pt x="14343" y="20520"/>
                  </a:cubicBezTo>
                  <a:cubicBezTo>
                    <a:pt x="14326" y="20513"/>
                    <a:pt x="14291" y="20532"/>
                    <a:pt x="14277" y="20552"/>
                  </a:cubicBezTo>
                  <a:cubicBezTo>
                    <a:pt x="14262" y="20572"/>
                    <a:pt x="14244" y="20638"/>
                    <a:pt x="14236" y="20670"/>
                  </a:cubicBezTo>
                  <a:cubicBezTo>
                    <a:pt x="14223" y="20722"/>
                    <a:pt x="14216" y="20843"/>
                    <a:pt x="14198" y="20886"/>
                  </a:cubicBezTo>
                  <a:cubicBezTo>
                    <a:pt x="14186" y="20916"/>
                    <a:pt x="14150" y="20952"/>
                    <a:pt x="14131" y="20958"/>
                  </a:cubicBezTo>
                  <a:cubicBezTo>
                    <a:pt x="14106" y="20968"/>
                    <a:pt x="14051" y="20956"/>
                    <a:pt x="14029" y="20929"/>
                  </a:cubicBezTo>
                  <a:cubicBezTo>
                    <a:pt x="14020" y="20918"/>
                    <a:pt x="14012" y="20872"/>
                    <a:pt x="14004" y="20857"/>
                  </a:cubicBezTo>
                  <a:cubicBezTo>
                    <a:pt x="13994" y="20839"/>
                    <a:pt x="13965" y="20825"/>
                    <a:pt x="13958" y="20801"/>
                  </a:cubicBezTo>
                  <a:cubicBezTo>
                    <a:pt x="13951" y="20774"/>
                    <a:pt x="13957" y="20706"/>
                    <a:pt x="13961" y="20674"/>
                  </a:cubicBezTo>
                  <a:cubicBezTo>
                    <a:pt x="13965" y="20642"/>
                    <a:pt x="13987" y="20587"/>
                    <a:pt x="13990" y="20554"/>
                  </a:cubicBezTo>
                  <a:cubicBezTo>
                    <a:pt x="13992" y="20516"/>
                    <a:pt x="13987" y="20434"/>
                    <a:pt x="13977" y="20401"/>
                  </a:cubicBezTo>
                  <a:cubicBezTo>
                    <a:pt x="13966" y="20368"/>
                    <a:pt x="13931" y="20328"/>
                    <a:pt x="13913" y="20314"/>
                  </a:cubicBezTo>
                  <a:cubicBezTo>
                    <a:pt x="13887" y="20293"/>
                    <a:pt x="13831" y="20262"/>
                    <a:pt x="13805" y="20279"/>
                  </a:cubicBezTo>
                  <a:cubicBezTo>
                    <a:pt x="13786" y="20291"/>
                    <a:pt x="13760" y="20367"/>
                    <a:pt x="13745" y="20398"/>
                  </a:cubicBezTo>
                  <a:cubicBezTo>
                    <a:pt x="13737" y="20415"/>
                    <a:pt x="13725" y="20464"/>
                    <a:pt x="13713" y="20470"/>
                  </a:cubicBezTo>
                  <a:cubicBezTo>
                    <a:pt x="13700" y="20477"/>
                    <a:pt x="13674" y="20449"/>
                    <a:pt x="13662" y="20438"/>
                  </a:cubicBezTo>
                  <a:cubicBezTo>
                    <a:pt x="13646" y="20425"/>
                    <a:pt x="13607" y="20402"/>
                    <a:pt x="13600" y="20369"/>
                  </a:cubicBezTo>
                  <a:cubicBezTo>
                    <a:pt x="13591" y="20333"/>
                    <a:pt x="13614" y="20251"/>
                    <a:pt x="13612" y="20212"/>
                  </a:cubicBezTo>
                  <a:cubicBezTo>
                    <a:pt x="13611" y="20169"/>
                    <a:pt x="13598" y="20083"/>
                    <a:pt x="13587" y="20046"/>
                  </a:cubicBezTo>
                  <a:cubicBezTo>
                    <a:pt x="13578" y="20019"/>
                    <a:pt x="13555" y="19975"/>
                    <a:pt x="13542" y="19959"/>
                  </a:cubicBezTo>
                  <a:cubicBezTo>
                    <a:pt x="13525" y="19941"/>
                    <a:pt x="13487" y="19934"/>
                    <a:pt x="13471" y="19918"/>
                  </a:cubicBezTo>
                  <a:cubicBezTo>
                    <a:pt x="13458" y="19907"/>
                    <a:pt x="13439" y="19859"/>
                    <a:pt x="13425" y="19858"/>
                  </a:cubicBezTo>
                  <a:cubicBezTo>
                    <a:pt x="13405" y="19856"/>
                    <a:pt x="13369" y="19907"/>
                    <a:pt x="13354" y="19936"/>
                  </a:cubicBezTo>
                  <a:cubicBezTo>
                    <a:pt x="13341" y="19963"/>
                    <a:pt x="13329" y="20038"/>
                    <a:pt x="13319" y="20069"/>
                  </a:cubicBezTo>
                  <a:cubicBezTo>
                    <a:pt x="13309" y="20098"/>
                    <a:pt x="13290" y="20159"/>
                    <a:pt x="13275" y="20177"/>
                  </a:cubicBezTo>
                  <a:cubicBezTo>
                    <a:pt x="13263" y="20192"/>
                    <a:pt x="13233" y="20183"/>
                    <a:pt x="13221" y="20198"/>
                  </a:cubicBezTo>
                  <a:cubicBezTo>
                    <a:pt x="13206" y="20215"/>
                    <a:pt x="13185" y="20278"/>
                    <a:pt x="13174" y="20308"/>
                  </a:cubicBezTo>
                  <a:cubicBezTo>
                    <a:pt x="13165" y="20335"/>
                    <a:pt x="13148" y="20394"/>
                    <a:pt x="13140" y="20424"/>
                  </a:cubicBezTo>
                  <a:cubicBezTo>
                    <a:pt x="13133" y="20451"/>
                    <a:pt x="13124" y="20515"/>
                    <a:pt x="13114" y="20537"/>
                  </a:cubicBezTo>
                  <a:cubicBezTo>
                    <a:pt x="13105" y="20555"/>
                    <a:pt x="13080" y="20567"/>
                    <a:pt x="13069" y="20581"/>
                  </a:cubicBezTo>
                  <a:cubicBezTo>
                    <a:pt x="13055" y="20601"/>
                    <a:pt x="13032" y="20654"/>
                    <a:pt x="13018" y="20677"/>
                  </a:cubicBezTo>
                  <a:cubicBezTo>
                    <a:pt x="13003" y="20703"/>
                    <a:pt x="12974" y="20765"/>
                    <a:pt x="12954" y="20775"/>
                  </a:cubicBezTo>
                  <a:cubicBezTo>
                    <a:pt x="12935" y="20786"/>
                    <a:pt x="12893" y="20771"/>
                    <a:pt x="12875" y="20752"/>
                  </a:cubicBezTo>
                  <a:cubicBezTo>
                    <a:pt x="12856" y="20732"/>
                    <a:pt x="12832" y="20650"/>
                    <a:pt x="12816" y="20622"/>
                  </a:cubicBezTo>
                  <a:cubicBezTo>
                    <a:pt x="12804" y="20602"/>
                    <a:pt x="12778" y="20559"/>
                    <a:pt x="12763" y="20557"/>
                  </a:cubicBezTo>
                  <a:cubicBezTo>
                    <a:pt x="12744" y="20556"/>
                    <a:pt x="12715" y="20625"/>
                    <a:pt x="12696" y="20627"/>
                  </a:cubicBezTo>
                  <a:cubicBezTo>
                    <a:pt x="12682" y="20628"/>
                    <a:pt x="12653" y="20608"/>
                    <a:pt x="12643" y="20587"/>
                  </a:cubicBezTo>
                  <a:cubicBezTo>
                    <a:pt x="12632" y="20565"/>
                    <a:pt x="12617" y="20499"/>
                    <a:pt x="12623" y="20470"/>
                  </a:cubicBezTo>
                  <a:cubicBezTo>
                    <a:pt x="12629" y="20439"/>
                    <a:pt x="12670" y="20434"/>
                    <a:pt x="12681" y="20409"/>
                  </a:cubicBezTo>
                  <a:cubicBezTo>
                    <a:pt x="12692" y="20383"/>
                    <a:pt x="12707" y="20311"/>
                    <a:pt x="12702" y="20279"/>
                  </a:cubicBezTo>
                  <a:cubicBezTo>
                    <a:pt x="12698" y="20253"/>
                    <a:pt x="12664" y="20235"/>
                    <a:pt x="12661" y="20209"/>
                  </a:cubicBezTo>
                  <a:cubicBezTo>
                    <a:pt x="12658" y="20176"/>
                    <a:pt x="12687" y="20120"/>
                    <a:pt x="12691" y="20087"/>
                  </a:cubicBezTo>
                  <a:cubicBezTo>
                    <a:pt x="12695" y="20049"/>
                    <a:pt x="12699" y="19967"/>
                    <a:pt x="12692" y="19930"/>
                  </a:cubicBezTo>
                  <a:cubicBezTo>
                    <a:pt x="12686" y="19896"/>
                    <a:pt x="12662" y="19836"/>
                    <a:pt x="12645" y="19823"/>
                  </a:cubicBezTo>
                  <a:cubicBezTo>
                    <a:pt x="12627" y="19807"/>
                    <a:pt x="12585" y="19815"/>
                    <a:pt x="12566" y="19829"/>
                  </a:cubicBezTo>
                  <a:cubicBezTo>
                    <a:pt x="12552" y="19838"/>
                    <a:pt x="12532" y="19889"/>
                    <a:pt x="12518" y="19898"/>
                  </a:cubicBezTo>
                  <a:cubicBezTo>
                    <a:pt x="12496" y="19912"/>
                    <a:pt x="12449" y="19904"/>
                    <a:pt x="12427" y="19895"/>
                  </a:cubicBezTo>
                  <a:cubicBezTo>
                    <a:pt x="12409" y="19888"/>
                    <a:pt x="12373" y="19865"/>
                    <a:pt x="12358" y="19843"/>
                  </a:cubicBezTo>
                  <a:cubicBezTo>
                    <a:pt x="12339" y="19816"/>
                    <a:pt x="12307" y="19741"/>
                    <a:pt x="12297" y="19698"/>
                  </a:cubicBezTo>
                  <a:cubicBezTo>
                    <a:pt x="12286" y="19649"/>
                    <a:pt x="12288" y="19537"/>
                    <a:pt x="12280" y="19485"/>
                  </a:cubicBezTo>
                  <a:cubicBezTo>
                    <a:pt x="12276" y="19461"/>
                    <a:pt x="12258" y="19419"/>
                    <a:pt x="12257" y="19393"/>
                  </a:cubicBezTo>
                  <a:cubicBezTo>
                    <a:pt x="12256" y="19358"/>
                    <a:pt x="12274" y="19294"/>
                    <a:pt x="12281" y="19262"/>
                  </a:cubicBezTo>
                  <a:cubicBezTo>
                    <a:pt x="12289" y="19230"/>
                    <a:pt x="12312" y="19174"/>
                    <a:pt x="12317" y="19141"/>
                  </a:cubicBezTo>
                  <a:cubicBezTo>
                    <a:pt x="12322" y="19103"/>
                    <a:pt x="12325" y="19021"/>
                    <a:pt x="12318" y="18986"/>
                  </a:cubicBezTo>
                  <a:cubicBezTo>
                    <a:pt x="12310" y="18949"/>
                    <a:pt x="12276" y="18890"/>
                    <a:pt x="12257" y="18879"/>
                  </a:cubicBezTo>
                  <a:cubicBezTo>
                    <a:pt x="12245" y="18871"/>
                    <a:pt x="12215" y="18876"/>
                    <a:pt x="12206" y="18893"/>
                  </a:cubicBezTo>
                  <a:cubicBezTo>
                    <a:pt x="12195" y="18916"/>
                    <a:pt x="12202" y="18992"/>
                    <a:pt x="12195" y="19021"/>
                  </a:cubicBezTo>
                  <a:cubicBezTo>
                    <a:pt x="12186" y="19053"/>
                    <a:pt x="12161" y="19105"/>
                    <a:pt x="12145" y="19119"/>
                  </a:cubicBezTo>
                  <a:cubicBezTo>
                    <a:pt x="12131" y="19134"/>
                    <a:pt x="12098" y="19139"/>
                    <a:pt x="12083" y="19138"/>
                  </a:cubicBezTo>
                  <a:cubicBezTo>
                    <a:pt x="12068" y="19135"/>
                    <a:pt x="12039" y="19120"/>
                    <a:pt x="12026" y="19105"/>
                  </a:cubicBezTo>
                  <a:cubicBezTo>
                    <a:pt x="12012" y="19089"/>
                    <a:pt x="11996" y="19028"/>
                    <a:pt x="11980" y="19018"/>
                  </a:cubicBezTo>
                  <a:cubicBezTo>
                    <a:pt x="11957" y="19003"/>
                    <a:pt x="11906" y="19046"/>
                    <a:pt x="11881" y="19050"/>
                  </a:cubicBezTo>
                  <a:cubicBezTo>
                    <a:pt x="11858" y="19054"/>
                    <a:pt x="11809" y="19070"/>
                    <a:pt x="11788" y="19050"/>
                  </a:cubicBezTo>
                  <a:cubicBezTo>
                    <a:pt x="11769" y="19032"/>
                    <a:pt x="11751" y="18944"/>
                    <a:pt x="11734" y="18922"/>
                  </a:cubicBezTo>
                  <a:cubicBezTo>
                    <a:pt x="11717" y="18902"/>
                    <a:pt x="11679" y="18882"/>
                    <a:pt x="11660" y="18882"/>
                  </a:cubicBezTo>
                  <a:cubicBezTo>
                    <a:pt x="11642" y="18882"/>
                    <a:pt x="11606" y="18902"/>
                    <a:pt x="11591" y="18919"/>
                  </a:cubicBezTo>
                  <a:cubicBezTo>
                    <a:pt x="11580" y="18932"/>
                    <a:pt x="11559" y="18968"/>
                    <a:pt x="11554" y="18992"/>
                  </a:cubicBezTo>
                  <a:cubicBezTo>
                    <a:pt x="11548" y="19021"/>
                    <a:pt x="11555" y="19086"/>
                    <a:pt x="11553" y="19117"/>
                  </a:cubicBezTo>
                  <a:cubicBezTo>
                    <a:pt x="11548" y="19164"/>
                    <a:pt x="11538" y="19266"/>
                    <a:pt x="11520" y="19297"/>
                  </a:cubicBezTo>
                  <a:cubicBezTo>
                    <a:pt x="11505" y="19321"/>
                    <a:pt x="11462" y="19303"/>
                    <a:pt x="11446" y="19320"/>
                  </a:cubicBezTo>
                  <a:cubicBezTo>
                    <a:pt x="11430" y="19337"/>
                    <a:pt x="11410" y="19402"/>
                    <a:pt x="11397" y="19425"/>
                  </a:cubicBezTo>
                  <a:cubicBezTo>
                    <a:pt x="11388" y="19440"/>
                    <a:pt x="11370" y="19471"/>
                    <a:pt x="11360" y="19477"/>
                  </a:cubicBezTo>
                  <a:cubicBezTo>
                    <a:pt x="11344" y="19487"/>
                    <a:pt x="11310" y="19486"/>
                    <a:pt x="11294" y="19474"/>
                  </a:cubicBezTo>
                  <a:cubicBezTo>
                    <a:pt x="11270" y="19455"/>
                    <a:pt x="11234" y="19373"/>
                    <a:pt x="11218" y="19332"/>
                  </a:cubicBezTo>
                  <a:cubicBezTo>
                    <a:pt x="11200" y="19289"/>
                    <a:pt x="11174" y="19191"/>
                    <a:pt x="11161" y="19143"/>
                  </a:cubicBezTo>
                  <a:cubicBezTo>
                    <a:pt x="11148" y="19094"/>
                    <a:pt x="11128" y="18986"/>
                    <a:pt x="11110" y="18943"/>
                  </a:cubicBezTo>
                  <a:cubicBezTo>
                    <a:pt x="11098" y="18912"/>
                    <a:pt x="11068" y="18855"/>
                    <a:pt x="11049" y="18844"/>
                  </a:cubicBezTo>
                  <a:cubicBezTo>
                    <a:pt x="11032" y="18833"/>
                    <a:pt x="10994" y="18860"/>
                    <a:pt x="10975" y="18859"/>
                  </a:cubicBezTo>
                  <a:cubicBezTo>
                    <a:pt x="10959" y="18856"/>
                    <a:pt x="10926" y="18823"/>
                    <a:pt x="10910" y="18830"/>
                  </a:cubicBezTo>
                  <a:cubicBezTo>
                    <a:pt x="10894" y="18836"/>
                    <a:pt x="10866" y="18882"/>
                    <a:pt x="10855" y="18908"/>
                  </a:cubicBezTo>
                  <a:cubicBezTo>
                    <a:pt x="10844" y="18931"/>
                    <a:pt x="10835" y="19000"/>
                    <a:pt x="10822" y="19018"/>
                  </a:cubicBezTo>
                  <a:cubicBezTo>
                    <a:pt x="10800" y="19049"/>
                    <a:pt x="10743" y="19035"/>
                    <a:pt x="10717" y="19054"/>
                  </a:cubicBezTo>
                  <a:cubicBezTo>
                    <a:pt x="10701" y="19065"/>
                    <a:pt x="10673" y="19123"/>
                    <a:pt x="10655" y="19122"/>
                  </a:cubicBezTo>
                  <a:cubicBezTo>
                    <a:pt x="10636" y="19121"/>
                    <a:pt x="10605" y="19068"/>
                    <a:pt x="10590" y="19045"/>
                  </a:cubicBezTo>
                  <a:cubicBezTo>
                    <a:pt x="10565" y="19006"/>
                    <a:pt x="10529" y="18895"/>
                    <a:pt x="10500" y="18867"/>
                  </a:cubicBezTo>
                  <a:cubicBezTo>
                    <a:pt x="10482" y="18849"/>
                    <a:pt x="10440" y="18831"/>
                    <a:pt x="10420" y="18840"/>
                  </a:cubicBezTo>
                  <a:cubicBezTo>
                    <a:pt x="10405" y="18848"/>
                    <a:pt x="10384" y="18915"/>
                    <a:pt x="10369" y="18913"/>
                  </a:cubicBezTo>
                  <a:cubicBezTo>
                    <a:pt x="10358" y="18912"/>
                    <a:pt x="10344" y="18869"/>
                    <a:pt x="10334" y="18856"/>
                  </a:cubicBezTo>
                  <a:cubicBezTo>
                    <a:pt x="10318" y="18831"/>
                    <a:pt x="10284" y="18788"/>
                    <a:pt x="10267" y="18768"/>
                  </a:cubicBezTo>
                  <a:cubicBezTo>
                    <a:pt x="10250" y="18750"/>
                    <a:pt x="10215" y="18722"/>
                    <a:pt x="10199" y="18701"/>
                  </a:cubicBezTo>
                  <a:cubicBezTo>
                    <a:pt x="10175" y="18672"/>
                    <a:pt x="10137" y="18589"/>
                    <a:pt x="10112" y="18565"/>
                  </a:cubicBezTo>
                  <a:cubicBezTo>
                    <a:pt x="10089" y="18543"/>
                    <a:pt x="10038" y="18506"/>
                    <a:pt x="10013" y="18516"/>
                  </a:cubicBezTo>
                  <a:cubicBezTo>
                    <a:pt x="9998" y="18521"/>
                    <a:pt x="9976" y="18570"/>
                    <a:pt x="9963" y="18585"/>
                  </a:cubicBezTo>
                  <a:cubicBezTo>
                    <a:pt x="9941" y="18612"/>
                    <a:pt x="9896" y="18681"/>
                    <a:pt x="9870" y="18679"/>
                  </a:cubicBezTo>
                  <a:cubicBezTo>
                    <a:pt x="9844" y="18675"/>
                    <a:pt x="9808" y="18568"/>
                    <a:pt x="9782" y="18565"/>
                  </a:cubicBezTo>
                  <a:cubicBezTo>
                    <a:pt x="9758" y="18562"/>
                    <a:pt x="9721" y="18662"/>
                    <a:pt x="9698" y="18649"/>
                  </a:cubicBezTo>
                  <a:cubicBezTo>
                    <a:pt x="9683" y="18641"/>
                    <a:pt x="9677" y="18558"/>
                    <a:pt x="9662" y="18545"/>
                  </a:cubicBezTo>
                  <a:cubicBezTo>
                    <a:pt x="9644" y="18528"/>
                    <a:pt x="9603" y="18575"/>
                    <a:pt x="9583" y="18565"/>
                  </a:cubicBezTo>
                  <a:cubicBezTo>
                    <a:pt x="9557" y="18552"/>
                    <a:pt x="9505" y="18488"/>
                    <a:pt x="9494" y="18437"/>
                  </a:cubicBezTo>
                  <a:cubicBezTo>
                    <a:pt x="9483" y="18389"/>
                    <a:pt x="9512" y="18279"/>
                    <a:pt x="9505" y="18228"/>
                  </a:cubicBezTo>
                  <a:cubicBezTo>
                    <a:pt x="9501" y="18194"/>
                    <a:pt x="9473" y="18146"/>
                    <a:pt x="9466" y="18115"/>
                  </a:cubicBezTo>
                  <a:cubicBezTo>
                    <a:pt x="9459" y="18083"/>
                    <a:pt x="9452" y="18013"/>
                    <a:pt x="9450" y="17978"/>
                  </a:cubicBezTo>
                  <a:cubicBezTo>
                    <a:pt x="9448" y="17933"/>
                    <a:pt x="9465" y="17835"/>
                    <a:pt x="9453" y="17796"/>
                  </a:cubicBezTo>
                  <a:cubicBezTo>
                    <a:pt x="9445" y="17767"/>
                    <a:pt x="9406" y="17762"/>
                    <a:pt x="9395" y="17737"/>
                  </a:cubicBezTo>
                  <a:cubicBezTo>
                    <a:pt x="9381" y="17706"/>
                    <a:pt x="9377" y="17612"/>
                    <a:pt x="9365" y="17577"/>
                  </a:cubicBezTo>
                  <a:cubicBezTo>
                    <a:pt x="9358" y="17558"/>
                    <a:pt x="9335" y="17537"/>
                    <a:pt x="9329" y="17517"/>
                  </a:cubicBezTo>
                  <a:cubicBezTo>
                    <a:pt x="9320" y="17479"/>
                    <a:pt x="9328" y="17387"/>
                    <a:pt x="9320" y="17348"/>
                  </a:cubicBezTo>
                  <a:cubicBezTo>
                    <a:pt x="9315" y="17327"/>
                    <a:pt x="9300" y="17290"/>
                    <a:pt x="9290" y="17282"/>
                  </a:cubicBezTo>
                  <a:cubicBezTo>
                    <a:pt x="9279" y="17272"/>
                    <a:pt x="9253" y="17284"/>
                    <a:pt x="9241" y="17290"/>
                  </a:cubicBezTo>
                  <a:cubicBezTo>
                    <a:pt x="9227" y="17298"/>
                    <a:pt x="9202" y="17344"/>
                    <a:pt x="9188" y="17340"/>
                  </a:cubicBezTo>
                  <a:cubicBezTo>
                    <a:pt x="9172" y="17333"/>
                    <a:pt x="9149" y="17275"/>
                    <a:pt x="9139" y="17246"/>
                  </a:cubicBezTo>
                  <a:cubicBezTo>
                    <a:pt x="9128" y="17213"/>
                    <a:pt x="9121" y="17130"/>
                    <a:pt x="9111" y="17095"/>
                  </a:cubicBezTo>
                  <a:cubicBezTo>
                    <a:pt x="9102" y="17065"/>
                    <a:pt x="9084" y="16993"/>
                    <a:pt x="9067" y="16984"/>
                  </a:cubicBezTo>
                  <a:cubicBezTo>
                    <a:pt x="9047" y="16976"/>
                    <a:pt x="9008" y="17027"/>
                    <a:pt x="8994" y="17058"/>
                  </a:cubicBezTo>
                  <a:cubicBezTo>
                    <a:pt x="8981" y="17084"/>
                    <a:pt x="8967" y="17155"/>
                    <a:pt x="8965" y="17191"/>
                  </a:cubicBezTo>
                  <a:cubicBezTo>
                    <a:pt x="8964" y="17230"/>
                    <a:pt x="8983" y="17305"/>
                    <a:pt x="8983" y="17345"/>
                  </a:cubicBezTo>
                  <a:cubicBezTo>
                    <a:pt x="8984" y="17381"/>
                    <a:pt x="8980" y="17457"/>
                    <a:pt x="8970" y="17485"/>
                  </a:cubicBezTo>
                  <a:cubicBezTo>
                    <a:pt x="8959" y="17510"/>
                    <a:pt x="8926" y="17537"/>
                    <a:pt x="8910" y="17537"/>
                  </a:cubicBezTo>
                  <a:cubicBezTo>
                    <a:pt x="8897" y="17537"/>
                    <a:pt x="8874" y="17502"/>
                    <a:pt x="8862" y="17490"/>
                  </a:cubicBezTo>
                  <a:cubicBezTo>
                    <a:pt x="8845" y="17474"/>
                    <a:pt x="8814" y="17433"/>
                    <a:pt x="8797" y="17421"/>
                  </a:cubicBezTo>
                  <a:cubicBezTo>
                    <a:pt x="8784" y="17412"/>
                    <a:pt x="8756" y="17417"/>
                    <a:pt x="8745" y="17401"/>
                  </a:cubicBezTo>
                  <a:cubicBezTo>
                    <a:pt x="8734" y="17385"/>
                    <a:pt x="8728" y="17317"/>
                    <a:pt x="8716" y="17303"/>
                  </a:cubicBezTo>
                  <a:cubicBezTo>
                    <a:pt x="8704" y="17288"/>
                    <a:pt x="8674" y="17290"/>
                    <a:pt x="8661" y="17298"/>
                  </a:cubicBezTo>
                  <a:cubicBezTo>
                    <a:pt x="8651" y="17305"/>
                    <a:pt x="8638" y="17350"/>
                    <a:pt x="8627" y="17351"/>
                  </a:cubicBezTo>
                  <a:cubicBezTo>
                    <a:pt x="8615" y="17352"/>
                    <a:pt x="8599" y="17301"/>
                    <a:pt x="8588" y="17295"/>
                  </a:cubicBezTo>
                  <a:cubicBezTo>
                    <a:pt x="8570" y="17283"/>
                    <a:pt x="8530" y="17272"/>
                    <a:pt x="8515" y="17295"/>
                  </a:cubicBezTo>
                  <a:cubicBezTo>
                    <a:pt x="8503" y="17312"/>
                    <a:pt x="8503" y="17379"/>
                    <a:pt x="8498" y="17407"/>
                  </a:cubicBezTo>
                  <a:cubicBezTo>
                    <a:pt x="8493" y="17433"/>
                    <a:pt x="8485" y="17489"/>
                    <a:pt x="8476" y="17509"/>
                  </a:cubicBezTo>
                  <a:cubicBezTo>
                    <a:pt x="8465" y="17532"/>
                    <a:pt x="8434" y="17560"/>
                    <a:pt x="8418" y="17563"/>
                  </a:cubicBezTo>
                  <a:cubicBezTo>
                    <a:pt x="8398" y="17569"/>
                    <a:pt x="8357" y="17537"/>
                    <a:pt x="8337" y="17537"/>
                  </a:cubicBezTo>
                  <a:cubicBezTo>
                    <a:pt x="8321" y="17538"/>
                    <a:pt x="8291" y="17560"/>
                    <a:pt x="8276" y="17560"/>
                  </a:cubicBezTo>
                  <a:cubicBezTo>
                    <a:pt x="8261" y="17560"/>
                    <a:pt x="8230" y="17556"/>
                    <a:pt x="8218" y="17540"/>
                  </a:cubicBezTo>
                  <a:cubicBezTo>
                    <a:pt x="8203" y="17520"/>
                    <a:pt x="8191" y="17445"/>
                    <a:pt x="8180" y="17418"/>
                  </a:cubicBezTo>
                  <a:cubicBezTo>
                    <a:pt x="8167" y="17384"/>
                    <a:pt x="8135" y="17324"/>
                    <a:pt x="8119" y="17295"/>
                  </a:cubicBezTo>
                  <a:cubicBezTo>
                    <a:pt x="8097" y="17258"/>
                    <a:pt x="8050" y="17193"/>
                    <a:pt x="8028" y="17156"/>
                  </a:cubicBezTo>
                  <a:cubicBezTo>
                    <a:pt x="8011" y="17128"/>
                    <a:pt x="7977" y="17072"/>
                    <a:pt x="7962" y="17039"/>
                  </a:cubicBezTo>
                  <a:cubicBezTo>
                    <a:pt x="7946" y="17001"/>
                    <a:pt x="7925" y="16911"/>
                    <a:pt x="7909" y="16873"/>
                  </a:cubicBezTo>
                  <a:cubicBezTo>
                    <a:pt x="7896" y="16839"/>
                    <a:pt x="7863" y="16780"/>
                    <a:pt x="7847" y="16751"/>
                  </a:cubicBezTo>
                  <a:cubicBezTo>
                    <a:pt x="7830" y="16719"/>
                    <a:pt x="7791" y="16666"/>
                    <a:pt x="7777" y="16629"/>
                  </a:cubicBezTo>
                  <a:cubicBezTo>
                    <a:pt x="7765" y="16597"/>
                    <a:pt x="7753" y="16519"/>
                    <a:pt x="7743" y="16486"/>
                  </a:cubicBezTo>
                  <a:cubicBezTo>
                    <a:pt x="7735" y="16459"/>
                    <a:pt x="7719" y="16405"/>
                    <a:pt x="7707" y="16386"/>
                  </a:cubicBezTo>
                  <a:cubicBezTo>
                    <a:pt x="7695" y="16363"/>
                    <a:pt x="7664" y="16334"/>
                    <a:pt x="7650" y="16320"/>
                  </a:cubicBezTo>
                  <a:cubicBezTo>
                    <a:pt x="7634" y="16303"/>
                    <a:pt x="7602" y="16253"/>
                    <a:pt x="7584" y="16259"/>
                  </a:cubicBezTo>
                  <a:cubicBezTo>
                    <a:pt x="7573" y="16261"/>
                    <a:pt x="7559" y="16305"/>
                    <a:pt x="7550" y="16315"/>
                  </a:cubicBezTo>
                  <a:cubicBezTo>
                    <a:pt x="7536" y="16331"/>
                    <a:pt x="7507" y="16357"/>
                    <a:pt x="7492" y="16363"/>
                  </a:cubicBezTo>
                  <a:cubicBezTo>
                    <a:pt x="7477" y="16370"/>
                    <a:pt x="7430" y="16368"/>
                    <a:pt x="7430" y="16368"/>
                  </a:cubicBezTo>
                  <a:lnTo>
                    <a:pt x="7430" y="3963"/>
                  </a:lnTo>
                  <a:lnTo>
                    <a:pt x="0" y="3697"/>
                  </a:lnTo>
                  <a:lnTo>
                    <a:pt x="56" y="532"/>
                  </a:lnTo>
                  <a:cubicBezTo>
                    <a:pt x="56" y="532"/>
                    <a:pt x="2407" y="701"/>
                    <a:pt x="2407" y="70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73" name="Shape 4655"/>
            <p:cNvSpPr/>
            <p:nvPr/>
          </p:nvSpPr>
          <p:spPr>
            <a:xfrm>
              <a:off x="4119100" y="3612842"/>
              <a:ext cx="1804389" cy="880469"/>
            </a:xfrm>
            <a:custGeom>
              <a:avLst/>
              <a:gdLst/>
              <a:ahLst/>
              <a:cxnLst>
                <a:cxn ang="0">
                  <a:pos x="wd2" y="hd2"/>
                </a:cxn>
                <a:cxn ang="5400000">
                  <a:pos x="wd2" y="hd2"/>
                </a:cxn>
                <a:cxn ang="10800000">
                  <a:pos x="wd2" y="hd2"/>
                </a:cxn>
                <a:cxn ang="16200000">
                  <a:pos x="wd2" y="hd2"/>
                </a:cxn>
              </a:cxnLst>
              <a:rect l="0" t="0" r="r" b="b"/>
              <a:pathLst>
                <a:path w="21600" h="21595" extrusionOk="0">
                  <a:moveTo>
                    <a:pt x="2407" y="701"/>
                  </a:moveTo>
                  <a:lnTo>
                    <a:pt x="2461" y="704"/>
                  </a:lnTo>
                  <a:lnTo>
                    <a:pt x="7224" y="757"/>
                  </a:lnTo>
                  <a:lnTo>
                    <a:pt x="11495" y="722"/>
                  </a:lnTo>
                  <a:lnTo>
                    <a:pt x="14454" y="583"/>
                  </a:lnTo>
                  <a:lnTo>
                    <a:pt x="17397" y="356"/>
                  </a:lnTo>
                  <a:lnTo>
                    <a:pt x="20686" y="0"/>
                  </a:lnTo>
                  <a:lnTo>
                    <a:pt x="20769" y="3193"/>
                  </a:lnTo>
                  <a:lnTo>
                    <a:pt x="20770" y="3215"/>
                  </a:lnTo>
                  <a:lnTo>
                    <a:pt x="21429" y="10162"/>
                  </a:lnTo>
                  <a:lnTo>
                    <a:pt x="21600" y="21515"/>
                  </a:lnTo>
                  <a:cubicBezTo>
                    <a:pt x="21589" y="21544"/>
                    <a:pt x="21574" y="21590"/>
                    <a:pt x="21561" y="21594"/>
                  </a:cubicBezTo>
                  <a:cubicBezTo>
                    <a:pt x="21544" y="21600"/>
                    <a:pt x="21512" y="21556"/>
                    <a:pt x="21500" y="21530"/>
                  </a:cubicBezTo>
                  <a:cubicBezTo>
                    <a:pt x="21490" y="21509"/>
                    <a:pt x="21488" y="21445"/>
                    <a:pt x="21479" y="21424"/>
                  </a:cubicBezTo>
                  <a:cubicBezTo>
                    <a:pt x="21462" y="21385"/>
                    <a:pt x="21409" y="21359"/>
                    <a:pt x="21389" y="21324"/>
                  </a:cubicBezTo>
                  <a:cubicBezTo>
                    <a:pt x="21378" y="21304"/>
                    <a:pt x="21369" y="21233"/>
                    <a:pt x="21354" y="21226"/>
                  </a:cubicBezTo>
                  <a:cubicBezTo>
                    <a:pt x="21342" y="21220"/>
                    <a:pt x="21323" y="21269"/>
                    <a:pt x="21312" y="21269"/>
                  </a:cubicBezTo>
                  <a:cubicBezTo>
                    <a:pt x="21297" y="21269"/>
                    <a:pt x="21273" y="21205"/>
                    <a:pt x="21258" y="21210"/>
                  </a:cubicBezTo>
                  <a:cubicBezTo>
                    <a:pt x="21250" y="21214"/>
                    <a:pt x="21245" y="21263"/>
                    <a:pt x="21237" y="21263"/>
                  </a:cubicBezTo>
                  <a:cubicBezTo>
                    <a:pt x="21215" y="21264"/>
                    <a:pt x="21199" y="21149"/>
                    <a:pt x="21180" y="21130"/>
                  </a:cubicBezTo>
                  <a:cubicBezTo>
                    <a:pt x="21164" y="21116"/>
                    <a:pt x="21126" y="21116"/>
                    <a:pt x="21110" y="21130"/>
                  </a:cubicBezTo>
                  <a:cubicBezTo>
                    <a:pt x="21100" y="21139"/>
                    <a:pt x="21092" y="21194"/>
                    <a:pt x="21081" y="21197"/>
                  </a:cubicBezTo>
                  <a:cubicBezTo>
                    <a:pt x="21067" y="21201"/>
                    <a:pt x="21045" y="21156"/>
                    <a:pt x="21035" y="21139"/>
                  </a:cubicBezTo>
                  <a:cubicBezTo>
                    <a:pt x="21026" y="21122"/>
                    <a:pt x="21014" y="21073"/>
                    <a:pt x="21002" y="21060"/>
                  </a:cubicBezTo>
                  <a:cubicBezTo>
                    <a:pt x="20993" y="21049"/>
                    <a:pt x="20967" y="21057"/>
                    <a:pt x="20959" y="21043"/>
                  </a:cubicBezTo>
                  <a:cubicBezTo>
                    <a:pt x="20947" y="21024"/>
                    <a:pt x="20943" y="20959"/>
                    <a:pt x="20935" y="20936"/>
                  </a:cubicBezTo>
                  <a:cubicBezTo>
                    <a:pt x="20927" y="20914"/>
                    <a:pt x="20908" y="20881"/>
                    <a:pt x="20899" y="20862"/>
                  </a:cubicBezTo>
                  <a:cubicBezTo>
                    <a:pt x="20887" y="20837"/>
                    <a:pt x="20869" y="20766"/>
                    <a:pt x="20852" y="20758"/>
                  </a:cubicBezTo>
                  <a:cubicBezTo>
                    <a:pt x="20836" y="20750"/>
                    <a:pt x="20807" y="20805"/>
                    <a:pt x="20790" y="20807"/>
                  </a:cubicBezTo>
                  <a:cubicBezTo>
                    <a:pt x="20776" y="20809"/>
                    <a:pt x="20748" y="20768"/>
                    <a:pt x="20736" y="20781"/>
                  </a:cubicBezTo>
                  <a:cubicBezTo>
                    <a:pt x="20727" y="20791"/>
                    <a:pt x="20729" y="20849"/>
                    <a:pt x="20721" y="20862"/>
                  </a:cubicBezTo>
                  <a:cubicBezTo>
                    <a:pt x="20706" y="20886"/>
                    <a:pt x="20665" y="20888"/>
                    <a:pt x="20646" y="20880"/>
                  </a:cubicBezTo>
                  <a:cubicBezTo>
                    <a:pt x="20627" y="20871"/>
                    <a:pt x="20592" y="20822"/>
                    <a:pt x="20577" y="20793"/>
                  </a:cubicBezTo>
                  <a:cubicBezTo>
                    <a:pt x="20565" y="20768"/>
                    <a:pt x="20554" y="20696"/>
                    <a:pt x="20540" y="20674"/>
                  </a:cubicBezTo>
                  <a:cubicBezTo>
                    <a:pt x="20528" y="20653"/>
                    <a:pt x="20492" y="20648"/>
                    <a:pt x="20481" y="20625"/>
                  </a:cubicBezTo>
                  <a:cubicBezTo>
                    <a:pt x="20466" y="20593"/>
                    <a:pt x="20463" y="20493"/>
                    <a:pt x="20450" y="20457"/>
                  </a:cubicBezTo>
                  <a:cubicBezTo>
                    <a:pt x="20440" y="20431"/>
                    <a:pt x="20412" y="20399"/>
                    <a:pt x="20400" y="20378"/>
                  </a:cubicBezTo>
                  <a:cubicBezTo>
                    <a:pt x="20390" y="20359"/>
                    <a:pt x="20372" y="20316"/>
                    <a:pt x="20365" y="20293"/>
                  </a:cubicBezTo>
                  <a:cubicBezTo>
                    <a:pt x="20352" y="20258"/>
                    <a:pt x="20340" y="20167"/>
                    <a:pt x="20322" y="20145"/>
                  </a:cubicBezTo>
                  <a:cubicBezTo>
                    <a:pt x="20306" y="20125"/>
                    <a:pt x="20266" y="20132"/>
                    <a:pt x="20247" y="20137"/>
                  </a:cubicBezTo>
                  <a:cubicBezTo>
                    <a:pt x="20232" y="20140"/>
                    <a:pt x="20203" y="20176"/>
                    <a:pt x="20188" y="20174"/>
                  </a:cubicBezTo>
                  <a:cubicBezTo>
                    <a:pt x="20174" y="20173"/>
                    <a:pt x="20148" y="20153"/>
                    <a:pt x="20139" y="20134"/>
                  </a:cubicBezTo>
                  <a:cubicBezTo>
                    <a:pt x="20124" y="20101"/>
                    <a:pt x="20125" y="19995"/>
                    <a:pt x="20108" y="19968"/>
                  </a:cubicBezTo>
                  <a:cubicBezTo>
                    <a:pt x="20095" y="19949"/>
                    <a:pt x="20058" y="19973"/>
                    <a:pt x="20043" y="19959"/>
                  </a:cubicBezTo>
                  <a:cubicBezTo>
                    <a:pt x="20029" y="19946"/>
                    <a:pt x="20013" y="19891"/>
                    <a:pt x="20002" y="19869"/>
                  </a:cubicBezTo>
                  <a:cubicBezTo>
                    <a:pt x="19985" y="19836"/>
                    <a:pt x="19951" y="19772"/>
                    <a:pt x="19931" y="19750"/>
                  </a:cubicBezTo>
                  <a:cubicBezTo>
                    <a:pt x="19915" y="19733"/>
                    <a:pt x="19880" y="19715"/>
                    <a:pt x="19863" y="19710"/>
                  </a:cubicBezTo>
                  <a:cubicBezTo>
                    <a:pt x="19851" y="19707"/>
                    <a:pt x="19826" y="19717"/>
                    <a:pt x="19815" y="19710"/>
                  </a:cubicBezTo>
                  <a:cubicBezTo>
                    <a:pt x="19794" y="19695"/>
                    <a:pt x="19763" y="19626"/>
                    <a:pt x="19744" y="19602"/>
                  </a:cubicBezTo>
                  <a:cubicBezTo>
                    <a:pt x="19732" y="19587"/>
                    <a:pt x="19708" y="19553"/>
                    <a:pt x="19694" y="19550"/>
                  </a:cubicBezTo>
                  <a:cubicBezTo>
                    <a:pt x="19679" y="19546"/>
                    <a:pt x="19647" y="19558"/>
                    <a:pt x="19636" y="19579"/>
                  </a:cubicBezTo>
                  <a:cubicBezTo>
                    <a:pt x="19623" y="19603"/>
                    <a:pt x="19614" y="19679"/>
                    <a:pt x="19612" y="19715"/>
                  </a:cubicBezTo>
                  <a:cubicBezTo>
                    <a:pt x="19609" y="19749"/>
                    <a:pt x="19621" y="19818"/>
                    <a:pt x="19615" y="19849"/>
                  </a:cubicBezTo>
                  <a:cubicBezTo>
                    <a:pt x="19609" y="19878"/>
                    <a:pt x="19584" y="19923"/>
                    <a:pt x="19571" y="19939"/>
                  </a:cubicBezTo>
                  <a:cubicBezTo>
                    <a:pt x="19560" y="19952"/>
                    <a:pt x="19531" y="19950"/>
                    <a:pt x="19524" y="19971"/>
                  </a:cubicBezTo>
                  <a:cubicBezTo>
                    <a:pt x="19512" y="20007"/>
                    <a:pt x="19543" y="20123"/>
                    <a:pt x="19525" y="20148"/>
                  </a:cubicBezTo>
                  <a:cubicBezTo>
                    <a:pt x="19509" y="20172"/>
                    <a:pt x="19470" y="20093"/>
                    <a:pt x="19450" y="20087"/>
                  </a:cubicBezTo>
                  <a:cubicBezTo>
                    <a:pt x="19440" y="20084"/>
                    <a:pt x="19419" y="20085"/>
                    <a:pt x="19411" y="20096"/>
                  </a:cubicBezTo>
                  <a:cubicBezTo>
                    <a:pt x="19398" y="20111"/>
                    <a:pt x="19387" y="20177"/>
                    <a:pt x="19374" y="20192"/>
                  </a:cubicBezTo>
                  <a:cubicBezTo>
                    <a:pt x="19360" y="20208"/>
                    <a:pt x="19327" y="20201"/>
                    <a:pt x="19311" y="20206"/>
                  </a:cubicBezTo>
                  <a:cubicBezTo>
                    <a:pt x="19285" y="20213"/>
                    <a:pt x="19234" y="20235"/>
                    <a:pt x="19208" y="20235"/>
                  </a:cubicBezTo>
                  <a:cubicBezTo>
                    <a:pt x="19180" y="20234"/>
                    <a:pt x="19122" y="20227"/>
                    <a:pt x="19097" y="20200"/>
                  </a:cubicBezTo>
                  <a:cubicBezTo>
                    <a:pt x="19086" y="20188"/>
                    <a:pt x="19075" y="20130"/>
                    <a:pt x="19063" y="20121"/>
                  </a:cubicBezTo>
                  <a:cubicBezTo>
                    <a:pt x="19053" y="20114"/>
                    <a:pt x="19030" y="20127"/>
                    <a:pt x="19021" y="20137"/>
                  </a:cubicBezTo>
                  <a:cubicBezTo>
                    <a:pt x="19010" y="20148"/>
                    <a:pt x="18997" y="20206"/>
                    <a:pt x="18985" y="20206"/>
                  </a:cubicBezTo>
                  <a:cubicBezTo>
                    <a:pt x="18971" y="20206"/>
                    <a:pt x="18957" y="20131"/>
                    <a:pt x="18942" y="20125"/>
                  </a:cubicBezTo>
                  <a:cubicBezTo>
                    <a:pt x="18929" y="20119"/>
                    <a:pt x="18904" y="20165"/>
                    <a:pt x="18890" y="20159"/>
                  </a:cubicBezTo>
                  <a:cubicBezTo>
                    <a:pt x="18874" y="20153"/>
                    <a:pt x="18847" y="20108"/>
                    <a:pt x="18840" y="20079"/>
                  </a:cubicBezTo>
                  <a:cubicBezTo>
                    <a:pt x="18831" y="20044"/>
                    <a:pt x="18844" y="19959"/>
                    <a:pt x="18835" y="19924"/>
                  </a:cubicBezTo>
                  <a:cubicBezTo>
                    <a:pt x="18828" y="19895"/>
                    <a:pt x="18799" y="19859"/>
                    <a:pt x="18784" y="19846"/>
                  </a:cubicBezTo>
                  <a:cubicBezTo>
                    <a:pt x="18767" y="19830"/>
                    <a:pt x="18729" y="19804"/>
                    <a:pt x="18710" y="19811"/>
                  </a:cubicBezTo>
                  <a:cubicBezTo>
                    <a:pt x="18697" y="19816"/>
                    <a:pt x="18674" y="19851"/>
                    <a:pt x="18666" y="19872"/>
                  </a:cubicBezTo>
                  <a:cubicBezTo>
                    <a:pt x="18657" y="19895"/>
                    <a:pt x="18656" y="19963"/>
                    <a:pt x="18646" y="19985"/>
                  </a:cubicBezTo>
                  <a:cubicBezTo>
                    <a:pt x="18639" y="20003"/>
                    <a:pt x="18615" y="20019"/>
                    <a:pt x="18604" y="20023"/>
                  </a:cubicBezTo>
                  <a:cubicBezTo>
                    <a:pt x="18588" y="20029"/>
                    <a:pt x="18554" y="20004"/>
                    <a:pt x="18539" y="20017"/>
                  </a:cubicBezTo>
                  <a:cubicBezTo>
                    <a:pt x="18530" y="20024"/>
                    <a:pt x="18519" y="20057"/>
                    <a:pt x="18513" y="20072"/>
                  </a:cubicBezTo>
                  <a:cubicBezTo>
                    <a:pt x="18507" y="20088"/>
                    <a:pt x="18501" y="20130"/>
                    <a:pt x="18493" y="20143"/>
                  </a:cubicBezTo>
                  <a:cubicBezTo>
                    <a:pt x="18484" y="20159"/>
                    <a:pt x="18457" y="20179"/>
                    <a:pt x="18444" y="20177"/>
                  </a:cubicBezTo>
                  <a:cubicBezTo>
                    <a:pt x="18433" y="20176"/>
                    <a:pt x="18414" y="20148"/>
                    <a:pt x="18404" y="20137"/>
                  </a:cubicBezTo>
                  <a:cubicBezTo>
                    <a:pt x="18392" y="20122"/>
                    <a:pt x="18371" y="20075"/>
                    <a:pt x="18358" y="20075"/>
                  </a:cubicBezTo>
                  <a:cubicBezTo>
                    <a:pt x="18339" y="20075"/>
                    <a:pt x="18305" y="20120"/>
                    <a:pt x="18295" y="20151"/>
                  </a:cubicBezTo>
                  <a:cubicBezTo>
                    <a:pt x="18287" y="20175"/>
                    <a:pt x="18282" y="20237"/>
                    <a:pt x="18289" y="20261"/>
                  </a:cubicBezTo>
                  <a:cubicBezTo>
                    <a:pt x="18296" y="20284"/>
                    <a:pt x="18331" y="20279"/>
                    <a:pt x="18337" y="20302"/>
                  </a:cubicBezTo>
                  <a:cubicBezTo>
                    <a:pt x="18344" y="20325"/>
                    <a:pt x="18337" y="20386"/>
                    <a:pt x="18329" y="20406"/>
                  </a:cubicBezTo>
                  <a:cubicBezTo>
                    <a:pt x="18322" y="20426"/>
                    <a:pt x="18298" y="20453"/>
                    <a:pt x="18287" y="20450"/>
                  </a:cubicBezTo>
                  <a:cubicBezTo>
                    <a:pt x="18273" y="20447"/>
                    <a:pt x="18255" y="20392"/>
                    <a:pt x="18242" y="20380"/>
                  </a:cubicBezTo>
                  <a:cubicBezTo>
                    <a:pt x="18229" y="20367"/>
                    <a:pt x="18199" y="20342"/>
                    <a:pt x="18185" y="20352"/>
                  </a:cubicBezTo>
                  <a:cubicBezTo>
                    <a:pt x="18175" y="20357"/>
                    <a:pt x="18165" y="20393"/>
                    <a:pt x="18160" y="20409"/>
                  </a:cubicBezTo>
                  <a:cubicBezTo>
                    <a:pt x="18156" y="20425"/>
                    <a:pt x="18154" y="20463"/>
                    <a:pt x="18147" y="20473"/>
                  </a:cubicBezTo>
                  <a:cubicBezTo>
                    <a:pt x="18137" y="20489"/>
                    <a:pt x="18108" y="20493"/>
                    <a:pt x="18095" y="20488"/>
                  </a:cubicBezTo>
                  <a:cubicBezTo>
                    <a:pt x="18075" y="20480"/>
                    <a:pt x="18041" y="20425"/>
                    <a:pt x="18022" y="20404"/>
                  </a:cubicBezTo>
                  <a:cubicBezTo>
                    <a:pt x="18010" y="20389"/>
                    <a:pt x="17984" y="20367"/>
                    <a:pt x="17973" y="20348"/>
                  </a:cubicBezTo>
                  <a:cubicBezTo>
                    <a:pt x="17962" y="20330"/>
                    <a:pt x="17949" y="20270"/>
                    <a:pt x="17936" y="20256"/>
                  </a:cubicBezTo>
                  <a:cubicBezTo>
                    <a:pt x="17925" y="20243"/>
                    <a:pt x="17898" y="20234"/>
                    <a:pt x="17887" y="20244"/>
                  </a:cubicBezTo>
                  <a:cubicBezTo>
                    <a:pt x="17873" y="20255"/>
                    <a:pt x="17861" y="20315"/>
                    <a:pt x="17851" y="20337"/>
                  </a:cubicBezTo>
                  <a:cubicBezTo>
                    <a:pt x="17839" y="20366"/>
                    <a:pt x="17819" y="20443"/>
                    <a:pt x="17800" y="20447"/>
                  </a:cubicBezTo>
                  <a:cubicBezTo>
                    <a:pt x="17783" y="20451"/>
                    <a:pt x="17759" y="20363"/>
                    <a:pt x="17742" y="20369"/>
                  </a:cubicBezTo>
                  <a:cubicBezTo>
                    <a:pt x="17726" y="20375"/>
                    <a:pt x="17716" y="20457"/>
                    <a:pt x="17702" y="20476"/>
                  </a:cubicBezTo>
                  <a:cubicBezTo>
                    <a:pt x="17686" y="20499"/>
                    <a:pt x="17647" y="20511"/>
                    <a:pt x="17627" y="20517"/>
                  </a:cubicBezTo>
                  <a:cubicBezTo>
                    <a:pt x="17611" y="20522"/>
                    <a:pt x="17579" y="20528"/>
                    <a:pt x="17563" y="20522"/>
                  </a:cubicBezTo>
                  <a:cubicBezTo>
                    <a:pt x="17542" y="20515"/>
                    <a:pt x="17502" y="20448"/>
                    <a:pt x="17481" y="20459"/>
                  </a:cubicBezTo>
                  <a:cubicBezTo>
                    <a:pt x="17467" y="20467"/>
                    <a:pt x="17455" y="20540"/>
                    <a:pt x="17441" y="20552"/>
                  </a:cubicBezTo>
                  <a:cubicBezTo>
                    <a:pt x="17427" y="20564"/>
                    <a:pt x="17395" y="20535"/>
                    <a:pt x="17379" y="20540"/>
                  </a:cubicBezTo>
                  <a:cubicBezTo>
                    <a:pt x="17366" y="20545"/>
                    <a:pt x="17341" y="20571"/>
                    <a:pt x="17331" y="20590"/>
                  </a:cubicBezTo>
                  <a:cubicBezTo>
                    <a:pt x="17322" y="20606"/>
                    <a:pt x="17315" y="20656"/>
                    <a:pt x="17307" y="20674"/>
                  </a:cubicBezTo>
                  <a:cubicBezTo>
                    <a:pt x="17295" y="20699"/>
                    <a:pt x="17248" y="20714"/>
                    <a:pt x="17249" y="20749"/>
                  </a:cubicBezTo>
                  <a:cubicBezTo>
                    <a:pt x="17249" y="20774"/>
                    <a:pt x="17285" y="20777"/>
                    <a:pt x="17292" y="20798"/>
                  </a:cubicBezTo>
                  <a:cubicBezTo>
                    <a:pt x="17303" y="20829"/>
                    <a:pt x="17309" y="20912"/>
                    <a:pt x="17303" y="20947"/>
                  </a:cubicBezTo>
                  <a:cubicBezTo>
                    <a:pt x="17298" y="20972"/>
                    <a:pt x="17272" y="21000"/>
                    <a:pt x="17263" y="21020"/>
                  </a:cubicBezTo>
                  <a:cubicBezTo>
                    <a:pt x="17252" y="21043"/>
                    <a:pt x="17235" y="21102"/>
                    <a:pt x="17222" y="21121"/>
                  </a:cubicBezTo>
                  <a:cubicBezTo>
                    <a:pt x="17211" y="21136"/>
                    <a:pt x="17185" y="21152"/>
                    <a:pt x="17172" y="21155"/>
                  </a:cubicBezTo>
                  <a:cubicBezTo>
                    <a:pt x="17155" y="21162"/>
                    <a:pt x="17117" y="21172"/>
                    <a:pt x="17101" y="21155"/>
                  </a:cubicBezTo>
                  <a:cubicBezTo>
                    <a:pt x="17089" y="21143"/>
                    <a:pt x="17077" y="21084"/>
                    <a:pt x="17066" y="21066"/>
                  </a:cubicBezTo>
                  <a:cubicBezTo>
                    <a:pt x="17056" y="21049"/>
                    <a:pt x="17033" y="21024"/>
                    <a:pt x="17021" y="21023"/>
                  </a:cubicBezTo>
                  <a:cubicBezTo>
                    <a:pt x="17011" y="21021"/>
                    <a:pt x="16993" y="21036"/>
                    <a:pt x="16985" y="21045"/>
                  </a:cubicBezTo>
                  <a:cubicBezTo>
                    <a:pt x="16971" y="21063"/>
                    <a:pt x="16949" y="21113"/>
                    <a:pt x="16941" y="21142"/>
                  </a:cubicBezTo>
                  <a:cubicBezTo>
                    <a:pt x="16933" y="21171"/>
                    <a:pt x="16924" y="21239"/>
                    <a:pt x="16923" y="21272"/>
                  </a:cubicBezTo>
                  <a:cubicBezTo>
                    <a:pt x="16922" y="21309"/>
                    <a:pt x="16937" y="21382"/>
                    <a:pt x="16932" y="21417"/>
                  </a:cubicBezTo>
                  <a:cubicBezTo>
                    <a:pt x="16929" y="21443"/>
                    <a:pt x="16911" y="21484"/>
                    <a:pt x="16901" y="21501"/>
                  </a:cubicBezTo>
                  <a:cubicBezTo>
                    <a:pt x="16886" y="21529"/>
                    <a:pt x="16851" y="21582"/>
                    <a:pt x="16830" y="21583"/>
                  </a:cubicBezTo>
                  <a:cubicBezTo>
                    <a:pt x="16817" y="21583"/>
                    <a:pt x="16793" y="21551"/>
                    <a:pt x="16784" y="21530"/>
                  </a:cubicBezTo>
                  <a:cubicBezTo>
                    <a:pt x="16771" y="21499"/>
                    <a:pt x="16767" y="21411"/>
                    <a:pt x="16755" y="21377"/>
                  </a:cubicBezTo>
                  <a:cubicBezTo>
                    <a:pt x="16746" y="21349"/>
                    <a:pt x="16718" y="21313"/>
                    <a:pt x="16706" y="21289"/>
                  </a:cubicBezTo>
                  <a:cubicBezTo>
                    <a:pt x="16691" y="21260"/>
                    <a:pt x="16661" y="21200"/>
                    <a:pt x="16649" y="21165"/>
                  </a:cubicBezTo>
                  <a:cubicBezTo>
                    <a:pt x="16639" y="21136"/>
                    <a:pt x="16634" y="21056"/>
                    <a:pt x="16619" y="21037"/>
                  </a:cubicBezTo>
                  <a:cubicBezTo>
                    <a:pt x="16602" y="21014"/>
                    <a:pt x="16558" y="21023"/>
                    <a:pt x="16538" y="21031"/>
                  </a:cubicBezTo>
                  <a:cubicBezTo>
                    <a:pt x="16525" y="21037"/>
                    <a:pt x="16500" y="21075"/>
                    <a:pt x="16486" y="21080"/>
                  </a:cubicBezTo>
                  <a:cubicBezTo>
                    <a:pt x="16473" y="21085"/>
                    <a:pt x="16444" y="21086"/>
                    <a:pt x="16432" y="21071"/>
                  </a:cubicBezTo>
                  <a:cubicBezTo>
                    <a:pt x="16418" y="21055"/>
                    <a:pt x="16402" y="20991"/>
                    <a:pt x="16395" y="20961"/>
                  </a:cubicBezTo>
                  <a:cubicBezTo>
                    <a:pt x="16388" y="20928"/>
                    <a:pt x="16387" y="20851"/>
                    <a:pt x="16378" y="20819"/>
                  </a:cubicBezTo>
                  <a:cubicBezTo>
                    <a:pt x="16372" y="20798"/>
                    <a:pt x="16356" y="20758"/>
                    <a:pt x="16344" y="20752"/>
                  </a:cubicBezTo>
                  <a:cubicBezTo>
                    <a:pt x="16325" y="20741"/>
                    <a:pt x="16287" y="20790"/>
                    <a:pt x="16267" y="20790"/>
                  </a:cubicBezTo>
                  <a:cubicBezTo>
                    <a:pt x="16253" y="20790"/>
                    <a:pt x="16223" y="20777"/>
                    <a:pt x="16211" y="20761"/>
                  </a:cubicBezTo>
                  <a:cubicBezTo>
                    <a:pt x="16201" y="20748"/>
                    <a:pt x="16189" y="20699"/>
                    <a:pt x="16179" y="20689"/>
                  </a:cubicBezTo>
                  <a:cubicBezTo>
                    <a:pt x="16164" y="20674"/>
                    <a:pt x="16130" y="20698"/>
                    <a:pt x="16117" y="20680"/>
                  </a:cubicBezTo>
                  <a:cubicBezTo>
                    <a:pt x="16107" y="20664"/>
                    <a:pt x="16097" y="20609"/>
                    <a:pt x="16099" y="20584"/>
                  </a:cubicBezTo>
                  <a:cubicBezTo>
                    <a:pt x="16101" y="20555"/>
                    <a:pt x="16125" y="20514"/>
                    <a:pt x="16136" y="20496"/>
                  </a:cubicBezTo>
                  <a:cubicBezTo>
                    <a:pt x="16145" y="20482"/>
                    <a:pt x="16170" y="20471"/>
                    <a:pt x="16177" y="20453"/>
                  </a:cubicBezTo>
                  <a:cubicBezTo>
                    <a:pt x="16186" y="20431"/>
                    <a:pt x="16199" y="20368"/>
                    <a:pt x="16192" y="20343"/>
                  </a:cubicBezTo>
                  <a:cubicBezTo>
                    <a:pt x="16183" y="20309"/>
                    <a:pt x="16138" y="20307"/>
                    <a:pt x="16119" y="20302"/>
                  </a:cubicBezTo>
                  <a:cubicBezTo>
                    <a:pt x="16105" y="20298"/>
                    <a:pt x="16076" y="20314"/>
                    <a:pt x="16063" y="20302"/>
                  </a:cubicBezTo>
                  <a:cubicBezTo>
                    <a:pt x="16053" y="20292"/>
                    <a:pt x="16044" y="20245"/>
                    <a:pt x="16035" y="20232"/>
                  </a:cubicBezTo>
                  <a:cubicBezTo>
                    <a:pt x="16022" y="20214"/>
                    <a:pt x="15991" y="20182"/>
                    <a:pt x="15976" y="20189"/>
                  </a:cubicBezTo>
                  <a:cubicBezTo>
                    <a:pt x="15962" y="20195"/>
                    <a:pt x="15941" y="20238"/>
                    <a:pt x="15936" y="20264"/>
                  </a:cubicBezTo>
                  <a:cubicBezTo>
                    <a:pt x="15931" y="20290"/>
                    <a:pt x="15939" y="20347"/>
                    <a:pt x="15939" y="20375"/>
                  </a:cubicBezTo>
                  <a:cubicBezTo>
                    <a:pt x="15938" y="20408"/>
                    <a:pt x="15933" y="20473"/>
                    <a:pt x="15930" y="20505"/>
                  </a:cubicBezTo>
                  <a:cubicBezTo>
                    <a:pt x="15928" y="20538"/>
                    <a:pt x="15927" y="20608"/>
                    <a:pt x="15919" y="20635"/>
                  </a:cubicBezTo>
                  <a:cubicBezTo>
                    <a:pt x="15908" y="20673"/>
                    <a:pt x="15873" y="20722"/>
                    <a:pt x="15854" y="20740"/>
                  </a:cubicBezTo>
                  <a:cubicBezTo>
                    <a:pt x="15833" y="20761"/>
                    <a:pt x="15786" y="20793"/>
                    <a:pt x="15764" y="20781"/>
                  </a:cubicBezTo>
                  <a:cubicBezTo>
                    <a:pt x="15750" y="20774"/>
                    <a:pt x="15729" y="20730"/>
                    <a:pt x="15720" y="20706"/>
                  </a:cubicBezTo>
                  <a:cubicBezTo>
                    <a:pt x="15709" y="20672"/>
                    <a:pt x="15707" y="20586"/>
                    <a:pt x="15696" y="20552"/>
                  </a:cubicBezTo>
                  <a:cubicBezTo>
                    <a:pt x="15687" y="20523"/>
                    <a:pt x="15660" y="20476"/>
                    <a:pt x="15645" y="20461"/>
                  </a:cubicBezTo>
                  <a:cubicBezTo>
                    <a:pt x="15632" y="20449"/>
                    <a:pt x="15603" y="20439"/>
                    <a:pt x="15589" y="20441"/>
                  </a:cubicBezTo>
                  <a:cubicBezTo>
                    <a:pt x="15578" y="20443"/>
                    <a:pt x="15556" y="20454"/>
                    <a:pt x="15549" y="20470"/>
                  </a:cubicBezTo>
                  <a:cubicBezTo>
                    <a:pt x="15540" y="20493"/>
                    <a:pt x="15548" y="20564"/>
                    <a:pt x="15540" y="20590"/>
                  </a:cubicBezTo>
                  <a:cubicBezTo>
                    <a:pt x="15536" y="20606"/>
                    <a:pt x="15520" y="20634"/>
                    <a:pt x="15511" y="20635"/>
                  </a:cubicBezTo>
                  <a:cubicBezTo>
                    <a:pt x="15496" y="20638"/>
                    <a:pt x="15469" y="20604"/>
                    <a:pt x="15458" y="20584"/>
                  </a:cubicBezTo>
                  <a:cubicBezTo>
                    <a:pt x="15447" y="20562"/>
                    <a:pt x="15433" y="20502"/>
                    <a:pt x="15426" y="20473"/>
                  </a:cubicBezTo>
                  <a:cubicBezTo>
                    <a:pt x="15416" y="20436"/>
                    <a:pt x="15396" y="20360"/>
                    <a:pt x="15393" y="20320"/>
                  </a:cubicBezTo>
                  <a:cubicBezTo>
                    <a:pt x="15389" y="20271"/>
                    <a:pt x="15402" y="20170"/>
                    <a:pt x="15398" y="20121"/>
                  </a:cubicBezTo>
                  <a:cubicBezTo>
                    <a:pt x="15396" y="20084"/>
                    <a:pt x="15385" y="20001"/>
                    <a:pt x="15370" y="19976"/>
                  </a:cubicBezTo>
                  <a:cubicBezTo>
                    <a:pt x="15357" y="19955"/>
                    <a:pt x="15321" y="19937"/>
                    <a:pt x="15305" y="19947"/>
                  </a:cubicBezTo>
                  <a:cubicBezTo>
                    <a:pt x="15291" y="19957"/>
                    <a:pt x="15276" y="20019"/>
                    <a:pt x="15264" y="20038"/>
                  </a:cubicBezTo>
                  <a:cubicBezTo>
                    <a:pt x="15256" y="20050"/>
                    <a:pt x="15238" y="20079"/>
                    <a:pt x="15228" y="20075"/>
                  </a:cubicBezTo>
                  <a:cubicBezTo>
                    <a:pt x="15216" y="20071"/>
                    <a:pt x="15206" y="20000"/>
                    <a:pt x="15193" y="20000"/>
                  </a:cubicBezTo>
                  <a:cubicBezTo>
                    <a:pt x="15181" y="19999"/>
                    <a:pt x="15165" y="20046"/>
                    <a:pt x="15159" y="20066"/>
                  </a:cubicBezTo>
                  <a:cubicBezTo>
                    <a:pt x="15153" y="20089"/>
                    <a:pt x="15149" y="20143"/>
                    <a:pt x="15151" y="20169"/>
                  </a:cubicBezTo>
                  <a:cubicBezTo>
                    <a:pt x="15153" y="20201"/>
                    <a:pt x="15176" y="20257"/>
                    <a:pt x="15179" y="20290"/>
                  </a:cubicBezTo>
                  <a:cubicBezTo>
                    <a:pt x="15181" y="20317"/>
                    <a:pt x="15180" y="20373"/>
                    <a:pt x="15174" y="20398"/>
                  </a:cubicBezTo>
                  <a:cubicBezTo>
                    <a:pt x="15167" y="20438"/>
                    <a:pt x="15137" y="20499"/>
                    <a:pt x="15125" y="20535"/>
                  </a:cubicBezTo>
                  <a:cubicBezTo>
                    <a:pt x="15112" y="20571"/>
                    <a:pt x="15092" y="20658"/>
                    <a:pt x="15073" y="20683"/>
                  </a:cubicBezTo>
                  <a:cubicBezTo>
                    <a:pt x="15059" y="20699"/>
                    <a:pt x="15023" y="20680"/>
                    <a:pt x="15013" y="20703"/>
                  </a:cubicBezTo>
                  <a:cubicBezTo>
                    <a:pt x="14997" y="20737"/>
                    <a:pt x="15018" y="20851"/>
                    <a:pt x="15004" y="20888"/>
                  </a:cubicBezTo>
                  <a:cubicBezTo>
                    <a:pt x="14994" y="20916"/>
                    <a:pt x="14957" y="20931"/>
                    <a:pt x="14941" y="20941"/>
                  </a:cubicBezTo>
                  <a:cubicBezTo>
                    <a:pt x="14929" y="20948"/>
                    <a:pt x="14903" y="20942"/>
                    <a:pt x="14895" y="20958"/>
                  </a:cubicBezTo>
                  <a:cubicBezTo>
                    <a:pt x="14886" y="20978"/>
                    <a:pt x="14884" y="21039"/>
                    <a:pt x="14887" y="21066"/>
                  </a:cubicBezTo>
                  <a:cubicBezTo>
                    <a:pt x="14890" y="21092"/>
                    <a:pt x="14916" y="21125"/>
                    <a:pt x="14921" y="21150"/>
                  </a:cubicBezTo>
                  <a:cubicBezTo>
                    <a:pt x="14925" y="21173"/>
                    <a:pt x="14923" y="21224"/>
                    <a:pt x="14924" y="21249"/>
                  </a:cubicBezTo>
                  <a:cubicBezTo>
                    <a:pt x="14925" y="21277"/>
                    <a:pt x="14931" y="21333"/>
                    <a:pt x="14927" y="21359"/>
                  </a:cubicBezTo>
                  <a:cubicBezTo>
                    <a:pt x="14920" y="21406"/>
                    <a:pt x="14890" y="21489"/>
                    <a:pt x="14870" y="21514"/>
                  </a:cubicBezTo>
                  <a:cubicBezTo>
                    <a:pt x="14852" y="21534"/>
                    <a:pt x="14808" y="21543"/>
                    <a:pt x="14787" y="21534"/>
                  </a:cubicBezTo>
                  <a:cubicBezTo>
                    <a:pt x="14770" y="21525"/>
                    <a:pt x="14737" y="21483"/>
                    <a:pt x="14725" y="21455"/>
                  </a:cubicBezTo>
                  <a:cubicBezTo>
                    <a:pt x="14708" y="21414"/>
                    <a:pt x="14698" y="21304"/>
                    <a:pt x="14686" y="21258"/>
                  </a:cubicBezTo>
                  <a:cubicBezTo>
                    <a:pt x="14676" y="21223"/>
                    <a:pt x="14650" y="21162"/>
                    <a:pt x="14640" y="21127"/>
                  </a:cubicBezTo>
                  <a:cubicBezTo>
                    <a:pt x="14630" y="21092"/>
                    <a:pt x="14611" y="21020"/>
                    <a:pt x="14609" y="20979"/>
                  </a:cubicBezTo>
                  <a:cubicBezTo>
                    <a:pt x="14608" y="20942"/>
                    <a:pt x="14612" y="20864"/>
                    <a:pt x="14624" y="20839"/>
                  </a:cubicBezTo>
                  <a:cubicBezTo>
                    <a:pt x="14635" y="20820"/>
                    <a:pt x="14668" y="20837"/>
                    <a:pt x="14680" y="20822"/>
                  </a:cubicBezTo>
                  <a:cubicBezTo>
                    <a:pt x="14690" y="20810"/>
                    <a:pt x="14703" y="20769"/>
                    <a:pt x="14707" y="20746"/>
                  </a:cubicBezTo>
                  <a:cubicBezTo>
                    <a:pt x="14713" y="20708"/>
                    <a:pt x="14713" y="20622"/>
                    <a:pt x="14707" y="20584"/>
                  </a:cubicBezTo>
                  <a:cubicBezTo>
                    <a:pt x="14702" y="20552"/>
                    <a:pt x="14677" y="20506"/>
                    <a:pt x="14670" y="20476"/>
                  </a:cubicBezTo>
                  <a:cubicBezTo>
                    <a:pt x="14664" y="20450"/>
                    <a:pt x="14661" y="20386"/>
                    <a:pt x="14653" y="20363"/>
                  </a:cubicBezTo>
                  <a:cubicBezTo>
                    <a:pt x="14642" y="20332"/>
                    <a:pt x="14611" y="20285"/>
                    <a:pt x="14594" y="20276"/>
                  </a:cubicBezTo>
                  <a:cubicBezTo>
                    <a:pt x="14576" y="20267"/>
                    <a:pt x="14539" y="20279"/>
                    <a:pt x="14524" y="20296"/>
                  </a:cubicBezTo>
                  <a:cubicBezTo>
                    <a:pt x="14513" y="20307"/>
                    <a:pt x="14495" y="20345"/>
                    <a:pt x="14491" y="20369"/>
                  </a:cubicBezTo>
                  <a:cubicBezTo>
                    <a:pt x="14488" y="20392"/>
                    <a:pt x="14498" y="20444"/>
                    <a:pt x="14497" y="20470"/>
                  </a:cubicBezTo>
                  <a:cubicBezTo>
                    <a:pt x="14495" y="20503"/>
                    <a:pt x="14489" y="20576"/>
                    <a:pt x="14476" y="20596"/>
                  </a:cubicBezTo>
                  <a:cubicBezTo>
                    <a:pt x="14461" y="20619"/>
                    <a:pt x="14418" y="20612"/>
                    <a:pt x="14401" y="20601"/>
                  </a:cubicBezTo>
                  <a:cubicBezTo>
                    <a:pt x="14384" y="20592"/>
                    <a:pt x="14359" y="20526"/>
                    <a:pt x="14343" y="20520"/>
                  </a:cubicBezTo>
                  <a:cubicBezTo>
                    <a:pt x="14326" y="20513"/>
                    <a:pt x="14291" y="20532"/>
                    <a:pt x="14277" y="20552"/>
                  </a:cubicBezTo>
                  <a:cubicBezTo>
                    <a:pt x="14262" y="20572"/>
                    <a:pt x="14244" y="20638"/>
                    <a:pt x="14236" y="20670"/>
                  </a:cubicBezTo>
                  <a:cubicBezTo>
                    <a:pt x="14223" y="20722"/>
                    <a:pt x="14216" y="20843"/>
                    <a:pt x="14198" y="20886"/>
                  </a:cubicBezTo>
                  <a:cubicBezTo>
                    <a:pt x="14186" y="20916"/>
                    <a:pt x="14150" y="20952"/>
                    <a:pt x="14131" y="20958"/>
                  </a:cubicBezTo>
                  <a:cubicBezTo>
                    <a:pt x="14106" y="20968"/>
                    <a:pt x="14051" y="20956"/>
                    <a:pt x="14029" y="20929"/>
                  </a:cubicBezTo>
                  <a:cubicBezTo>
                    <a:pt x="14020" y="20918"/>
                    <a:pt x="14012" y="20872"/>
                    <a:pt x="14004" y="20857"/>
                  </a:cubicBezTo>
                  <a:cubicBezTo>
                    <a:pt x="13994" y="20839"/>
                    <a:pt x="13965" y="20825"/>
                    <a:pt x="13958" y="20801"/>
                  </a:cubicBezTo>
                  <a:cubicBezTo>
                    <a:pt x="13951" y="20774"/>
                    <a:pt x="13957" y="20706"/>
                    <a:pt x="13961" y="20674"/>
                  </a:cubicBezTo>
                  <a:cubicBezTo>
                    <a:pt x="13965" y="20642"/>
                    <a:pt x="13987" y="20587"/>
                    <a:pt x="13990" y="20554"/>
                  </a:cubicBezTo>
                  <a:cubicBezTo>
                    <a:pt x="13992" y="20516"/>
                    <a:pt x="13987" y="20434"/>
                    <a:pt x="13977" y="20401"/>
                  </a:cubicBezTo>
                  <a:cubicBezTo>
                    <a:pt x="13966" y="20368"/>
                    <a:pt x="13931" y="20328"/>
                    <a:pt x="13913" y="20314"/>
                  </a:cubicBezTo>
                  <a:cubicBezTo>
                    <a:pt x="13887" y="20293"/>
                    <a:pt x="13831" y="20262"/>
                    <a:pt x="13805" y="20279"/>
                  </a:cubicBezTo>
                  <a:cubicBezTo>
                    <a:pt x="13786" y="20291"/>
                    <a:pt x="13760" y="20367"/>
                    <a:pt x="13745" y="20398"/>
                  </a:cubicBezTo>
                  <a:cubicBezTo>
                    <a:pt x="13737" y="20415"/>
                    <a:pt x="13725" y="20464"/>
                    <a:pt x="13713" y="20470"/>
                  </a:cubicBezTo>
                  <a:cubicBezTo>
                    <a:pt x="13700" y="20477"/>
                    <a:pt x="13674" y="20449"/>
                    <a:pt x="13662" y="20438"/>
                  </a:cubicBezTo>
                  <a:cubicBezTo>
                    <a:pt x="13646" y="20425"/>
                    <a:pt x="13607" y="20402"/>
                    <a:pt x="13600" y="20369"/>
                  </a:cubicBezTo>
                  <a:cubicBezTo>
                    <a:pt x="13591" y="20333"/>
                    <a:pt x="13614" y="20251"/>
                    <a:pt x="13612" y="20212"/>
                  </a:cubicBezTo>
                  <a:cubicBezTo>
                    <a:pt x="13611" y="20169"/>
                    <a:pt x="13598" y="20083"/>
                    <a:pt x="13587" y="20046"/>
                  </a:cubicBezTo>
                  <a:cubicBezTo>
                    <a:pt x="13578" y="20019"/>
                    <a:pt x="13555" y="19975"/>
                    <a:pt x="13542" y="19959"/>
                  </a:cubicBezTo>
                  <a:cubicBezTo>
                    <a:pt x="13525" y="19941"/>
                    <a:pt x="13487" y="19934"/>
                    <a:pt x="13471" y="19918"/>
                  </a:cubicBezTo>
                  <a:cubicBezTo>
                    <a:pt x="13458" y="19907"/>
                    <a:pt x="13439" y="19859"/>
                    <a:pt x="13425" y="19858"/>
                  </a:cubicBezTo>
                  <a:cubicBezTo>
                    <a:pt x="13405" y="19856"/>
                    <a:pt x="13369" y="19907"/>
                    <a:pt x="13354" y="19936"/>
                  </a:cubicBezTo>
                  <a:cubicBezTo>
                    <a:pt x="13341" y="19963"/>
                    <a:pt x="13329" y="20038"/>
                    <a:pt x="13319" y="20069"/>
                  </a:cubicBezTo>
                  <a:cubicBezTo>
                    <a:pt x="13309" y="20098"/>
                    <a:pt x="13290" y="20159"/>
                    <a:pt x="13275" y="20177"/>
                  </a:cubicBezTo>
                  <a:cubicBezTo>
                    <a:pt x="13263" y="20192"/>
                    <a:pt x="13233" y="20183"/>
                    <a:pt x="13221" y="20198"/>
                  </a:cubicBezTo>
                  <a:cubicBezTo>
                    <a:pt x="13206" y="20215"/>
                    <a:pt x="13185" y="20278"/>
                    <a:pt x="13174" y="20308"/>
                  </a:cubicBezTo>
                  <a:cubicBezTo>
                    <a:pt x="13165" y="20335"/>
                    <a:pt x="13148" y="20394"/>
                    <a:pt x="13140" y="20424"/>
                  </a:cubicBezTo>
                  <a:cubicBezTo>
                    <a:pt x="13133" y="20451"/>
                    <a:pt x="13124" y="20515"/>
                    <a:pt x="13114" y="20537"/>
                  </a:cubicBezTo>
                  <a:cubicBezTo>
                    <a:pt x="13105" y="20555"/>
                    <a:pt x="13080" y="20567"/>
                    <a:pt x="13069" y="20581"/>
                  </a:cubicBezTo>
                  <a:cubicBezTo>
                    <a:pt x="13055" y="20601"/>
                    <a:pt x="13032" y="20654"/>
                    <a:pt x="13018" y="20677"/>
                  </a:cubicBezTo>
                  <a:cubicBezTo>
                    <a:pt x="13003" y="20703"/>
                    <a:pt x="12974" y="20765"/>
                    <a:pt x="12954" y="20775"/>
                  </a:cubicBezTo>
                  <a:cubicBezTo>
                    <a:pt x="12935" y="20786"/>
                    <a:pt x="12893" y="20771"/>
                    <a:pt x="12875" y="20752"/>
                  </a:cubicBezTo>
                  <a:cubicBezTo>
                    <a:pt x="12856" y="20732"/>
                    <a:pt x="12832" y="20650"/>
                    <a:pt x="12816" y="20622"/>
                  </a:cubicBezTo>
                  <a:cubicBezTo>
                    <a:pt x="12804" y="20602"/>
                    <a:pt x="12778" y="20559"/>
                    <a:pt x="12763" y="20557"/>
                  </a:cubicBezTo>
                  <a:cubicBezTo>
                    <a:pt x="12744" y="20556"/>
                    <a:pt x="12715" y="20625"/>
                    <a:pt x="12696" y="20627"/>
                  </a:cubicBezTo>
                  <a:cubicBezTo>
                    <a:pt x="12682" y="20628"/>
                    <a:pt x="12653" y="20608"/>
                    <a:pt x="12643" y="20587"/>
                  </a:cubicBezTo>
                  <a:cubicBezTo>
                    <a:pt x="12632" y="20565"/>
                    <a:pt x="12617" y="20499"/>
                    <a:pt x="12623" y="20470"/>
                  </a:cubicBezTo>
                  <a:cubicBezTo>
                    <a:pt x="12629" y="20439"/>
                    <a:pt x="12670" y="20434"/>
                    <a:pt x="12681" y="20409"/>
                  </a:cubicBezTo>
                  <a:cubicBezTo>
                    <a:pt x="12692" y="20383"/>
                    <a:pt x="12707" y="20311"/>
                    <a:pt x="12702" y="20279"/>
                  </a:cubicBezTo>
                  <a:cubicBezTo>
                    <a:pt x="12698" y="20253"/>
                    <a:pt x="12664" y="20235"/>
                    <a:pt x="12661" y="20209"/>
                  </a:cubicBezTo>
                  <a:cubicBezTo>
                    <a:pt x="12658" y="20176"/>
                    <a:pt x="12687" y="20120"/>
                    <a:pt x="12691" y="20087"/>
                  </a:cubicBezTo>
                  <a:cubicBezTo>
                    <a:pt x="12695" y="20049"/>
                    <a:pt x="12699" y="19967"/>
                    <a:pt x="12692" y="19930"/>
                  </a:cubicBezTo>
                  <a:cubicBezTo>
                    <a:pt x="12686" y="19896"/>
                    <a:pt x="12662" y="19836"/>
                    <a:pt x="12645" y="19823"/>
                  </a:cubicBezTo>
                  <a:cubicBezTo>
                    <a:pt x="12627" y="19807"/>
                    <a:pt x="12585" y="19815"/>
                    <a:pt x="12566" y="19829"/>
                  </a:cubicBezTo>
                  <a:cubicBezTo>
                    <a:pt x="12552" y="19838"/>
                    <a:pt x="12532" y="19889"/>
                    <a:pt x="12518" y="19898"/>
                  </a:cubicBezTo>
                  <a:cubicBezTo>
                    <a:pt x="12496" y="19912"/>
                    <a:pt x="12449" y="19904"/>
                    <a:pt x="12427" y="19895"/>
                  </a:cubicBezTo>
                  <a:cubicBezTo>
                    <a:pt x="12409" y="19888"/>
                    <a:pt x="12373" y="19865"/>
                    <a:pt x="12358" y="19843"/>
                  </a:cubicBezTo>
                  <a:cubicBezTo>
                    <a:pt x="12339" y="19816"/>
                    <a:pt x="12307" y="19741"/>
                    <a:pt x="12297" y="19698"/>
                  </a:cubicBezTo>
                  <a:cubicBezTo>
                    <a:pt x="12286" y="19649"/>
                    <a:pt x="12288" y="19537"/>
                    <a:pt x="12280" y="19485"/>
                  </a:cubicBezTo>
                  <a:cubicBezTo>
                    <a:pt x="12276" y="19461"/>
                    <a:pt x="12258" y="19419"/>
                    <a:pt x="12257" y="19393"/>
                  </a:cubicBezTo>
                  <a:cubicBezTo>
                    <a:pt x="12256" y="19358"/>
                    <a:pt x="12274" y="19294"/>
                    <a:pt x="12281" y="19262"/>
                  </a:cubicBezTo>
                  <a:cubicBezTo>
                    <a:pt x="12289" y="19230"/>
                    <a:pt x="12312" y="19174"/>
                    <a:pt x="12317" y="19141"/>
                  </a:cubicBezTo>
                  <a:cubicBezTo>
                    <a:pt x="12322" y="19103"/>
                    <a:pt x="12325" y="19021"/>
                    <a:pt x="12318" y="18986"/>
                  </a:cubicBezTo>
                  <a:cubicBezTo>
                    <a:pt x="12310" y="18949"/>
                    <a:pt x="12276" y="18890"/>
                    <a:pt x="12257" y="18879"/>
                  </a:cubicBezTo>
                  <a:cubicBezTo>
                    <a:pt x="12245" y="18871"/>
                    <a:pt x="12215" y="18876"/>
                    <a:pt x="12206" y="18893"/>
                  </a:cubicBezTo>
                  <a:cubicBezTo>
                    <a:pt x="12195" y="18916"/>
                    <a:pt x="12202" y="18992"/>
                    <a:pt x="12195" y="19021"/>
                  </a:cubicBezTo>
                  <a:cubicBezTo>
                    <a:pt x="12186" y="19053"/>
                    <a:pt x="12161" y="19105"/>
                    <a:pt x="12145" y="19119"/>
                  </a:cubicBezTo>
                  <a:cubicBezTo>
                    <a:pt x="12131" y="19134"/>
                    <a:pt x="12098" y="19139"/>
                    <a:pt x="12083" y="19138"/>
                  </a:cubicBezTo>
                  <a:cubicBezTo>
                    <a:pt x="12068" y="19135"/>
                    <a:pt x="12039" y="19120"/>
                    <a:pt x="12026" y="19105"/>
                  </a:cubicBezTo>
                  <a:cubicBezTo>
                    <a:pt x="12012" y="19089"/>
                    <a:pt x="11996" y="19028"/>
                    <a:pt x="11980" y="19018"/>
                  </a:cubicBezTo>
                  <a:cubicBezTo>
                    <a:pt x="11957" y="19003"/>
                    <a:pt x="11906" y="19046"/>
                    <a:pt x="11881" y="19050"/>
                  </a:cubicBezTo>
                  <a:cubicBezTo>
                    <a:pt x="11858" y="19054"/>
                    <a:pt x="11809" y="19070"/>
                    <a:pt x="11788" y="19050"/>
                  </a:cubicBezTo>
                  <a:cubicBezTo>
                    <a:pt x="11769" y="19032"/>
                    <a:pt x="11751" y="18944"/>
                    <a:pt x="11734" y="18922"/>
                  </a:cubicBezTo>
                  <a:cubicBezTo>
                    <a:pt x="11717" y="18902"/>
                    <a:pt x="11679" y="18882"/>
                    <a:pt x="11660" y="18882"/>
                  </a:cubicBezTo>
                  <a:cubicBezTo>
                    <a:pt x="11642" y="18882"/>
                    <a:pt x="11606" y="18902"/>
                    <a:pt x="11591" y="18919"/>
                  </a:cubicBezTo>
                  <a:cubicBezTo>
                    <a:pt x="11580" y="18932"/>
                    <a:pt x="11559" y="18968"/>
                    <a:pt x="11554" y="18992"/>
                  </a:cubicBezTo>
                  <a:cubicBezTo>
                    <a:pt x="11548" y="19021"/>
                    <a:pt x="11555" y="19086"/>
                    <a:pt x="11553" y="19117"/>
                  </a:cubicBezTo>
                  <a:cubicBezTo>
                    <a:pt x="11548" y="19164"/>
                    <a:pt x="11538" y="19266"/>
                    <a:pt x="11520" y="19297"/>
                  </a:cubicBezTo>
                  <a:cubicBezTo>
                    <a:pt x="11505" y="19321"/>
                    <a:pt x="11462" y="19303"/>
                    <a:pt x="11446" y="19320"/>
                  </a:cubicBezTo>
                  <a:cubicBezTo>
                    <a:pt x="11430" y="19337"/>
                    <a:pt x="11410" y="19402"/>
                    <a:pt x="11397" y="19425"/>
                  </a:cubicBezTo>
                  <a:cubicBezTo>
                    <a:pt x="11388" y="19440"/>
                    <a:pt x="11370" y="19471"/>
                    <a:pt x="11360" y="19477"/>
                  </a:cubicBezTo>
                  <a:cubicBezTo>
                    <a:pt x="11344" y="19487"/>
                    <a:pt x="11310" y="19486"/>
                    <a:pt x="11294" y="19474"/>
                  </a:cubicBezTo>
                  <a:cubicBezTo>
                    <a:pt x="11270" y="19455"/>
                    <a:pt x="11234" y="19373"/>
                    <a:pt x="11218" y="19332"/>
                  </a:cubicBezTo>
                  <a:cubicBezTo>
                    <a:pt x="11200" y="19289"/>
                    <a:pt x="11174" y="19191"/>
                    <a:pt x="11161" y="19143"/>
                  </a:cubicBezTo>
                  <a:cubicBezTo>
                    <a:pt x="11148" y="19094"/>
                    <a:pt x="11128" y="18986"/>
                    <a:pt x="11110" y="18943"/>
                  </a:cubicBezTo>
                  <a:cubicBezTo>
                    <a:pt x="11098" y="18912"/>
                    <a:pt x="11068" y="18855"/>
                    <a:pt x="11049" y="18844"/>
                  </a:cubicBezTo>
                  <a:cubicBezTo>
                    <a:pt x="11032" y="18833"/>
                    <a:pt x="10994" y="18860"/>
                    <a:pt x="10975" y="18859"/>
                  </a:cubicBezTo>
                  <a:cubicBezTo>
                    <a:pt x="10959" y="18856"/>
                    <a:pt x="10926" y="18823"/>
                    <a:pt x="10910" y="18830"/>
                  </a:cubicBezTo>
                  <a:cubicBezTo>
                    <a:pt x="10894" y="18836"/>
                    <a:pt x="10866" y="18882"/>
                    <a:pt x="10855" y="18908"/>
                  </a:cubicBezTo>
                  <a:cubicBezTo>
                    <a:pt x="10844" y="18931"/>
                    <a:pt x="10835" y="19000"/>
                    <a:pt x="10822" y="19018"/>
                  </a:cubicBezTo>
                  <a:cubicBezTo>
                    <a:pt x="10800" y="19049"/>
                    <a:pt x="10743" y="19035"/>
                    <a:pt x="10717" y="19054"/>
                  </a:cubicBezTo>
                  <a:cubicBezTo>
                    <a:pt x="10701" y="19065"/>
                    <a:pt x="10673" y="19123"/>
                    <a:pt x="10655" y="19122"/>
                  </a:cubicBezTo>
                  <a:cubicBezTo>
                    <a:pt x="10636" y="19121"/>
                    <a:pt x="10605" y="19068"/>
                    <a:pt x="10590" y="19045"/>
                  </a:cubicBezTo>
                  <a:cubicBezTo>
                    <a:pt x="10565" y="19006"/>
                    <a:pt x="10529" y="18895"/>
                    <a:pt x="10500" y="18867"/>
                  </a:cubicBezTo>
                  <a:cubicBezTo>
                    <a:pt x="10482" y="18849"/>
                    <a:pt x="10440" y="18831"/>
                    <a:pt x="10420" y="18840"/>
                  </a:cubicBezTo>
                  <a:cubicBezTo>
                    <a:pt x="10405" y="18848"/>
                    <a:pt x="10384" y="18915"/>
                    <a:pt x="10369" y="18913"/>
                  </a:cubicBezTo>
                  <a:cubicBezTo>
                    <a:pt x="10358" y="18912"/>
                    <a:pt x="10344" y="18869"/>
                    <a:pt x="10334" y="18856"/>
                  </a:cubicBezTo>
                  <a:cubicBezTo>
                    <a:pt x="10318" y="18831"/>
                    <a:pt x="10284" y="18788"/>
                    <a:pt x="10267" y="18768"/>
                  </a:cubicBezTo>
                  <a:cubicBezTo>
                    <a:pt x="10250" y="18750"/>
                    <a:pt x="10215" y="18722"/>
                    <a:pt x="10199" y="18701"/>
                  </a:cubicBezTo>
                  <a:cubicBezTo>
                    <a:pt x="10175" y="18672"/>
                    <a:pt x="10137" y="18589"/>
                    <a:pt x="10112" y="18565"/>
                  </a:cubicBezTo>
                  <a:cubicBezTo>
                    <a:pt x="10089" y="18543"/>
                    <a:pt x="10038" y="18506"/>
                    <a:pt x="10013" y="18516"/>
                  </a:cubicBezTo>
                  <a:cubicBezTo>
                    <a:pt x="9998" y="18521"/>
                    <a:pt x="9976" y="18570"/>
                    <a:pt x="9963" y="18585"/>
                  </a:cubicBezTo>
                  <a:cubicBezTo>
                    <a:pt x="9941" y="18612"/>
                    <a:pt x="9896" y="18681"/>
                    <a:pt x="9870" y="18679"/>
                  </a:cubicBezTo>
                  <a:cubicBezTo>
                    <a:pt x="9844" y="18675"/>
                    <a:pt x="9808" y="18568"/>
                    <a:pt x="9782" y="18565"/>
                  </a:cubicBezTo>
                  <a:cubicBezTo>
                    <a:pt x="9758" y="18562"/>
                    <a:pt x="9721" y="18662"/>
                    <a:pt x="9698" y="18649"/>
                  </a:cubicBezTo>
                  <a:cubicBezTo>
                    <a:pt x="9683" y="18641"/>
                    <a:pt x="9677" y="18558"/>
                    <a:pt x="9662" y="18545"/>
                  </a:cubicBezTo>
                  <a:cubicBezTo>
                    <a:pt x="9644" y="18528"/>
                    <a:pt x="9603" y="18575"/>
                    <a:pt x="9583" y="18565"/>
                  </a:cubicBezTo>
                  <a:cubicBezTo>
                    <a:pt x="9557" y="18552"/>
                    <a:pt x="9505" y="18488"/>
                    <a:pt x="9494" y="18437"/>
                  </a:cubicBezTo>
                  <a:cubicBezTo>
                    <a:pt x="9483" y="18389"/>
                    <a:pt x="9512" y="18279"/>
                    <a:pt x="9505" y="18228"/>
                  </a:cubicBezTo>
                  <a:cubicBezTo>
                    <a:pt x="9501" y="18194"/>
                    <a:pt x="9473" y="18146"/>
                    <a:pt x="9466" y="18115"/>
                  </a:cubicBezTo>
                  <a:cubicBezTo>
                    <a:pt x="9459" y="18083"/>
                    <a:pt x="9452" y="18013"/>
                    <a:pt x="9450" y="17978"/>
                  </a:cubicBezTo>
                  <a:cubicBezTo>
                    <a:pt x="9448" y="17933"/>
                    <a:pt x="9465" y="17835"/>
                    <a:pt x="9453" y="17796"/>
                  </a:cubicBezTo>
                  <a:cubicBezTo>
                    <a:pt x="9445" y="17767"/>
                    <a:pt x="9406" y="17762"/>
                    <a:pt x="9395" y="17737"/>
                  </a:cubicBezTo>
                  <a:cubicBezTo>
                    <a:pt x="9381" y="17706"/>
                    <a:pt x="9377" y="17612"/>
                    <a:pt x="9365" y="17577"/>
                  </a:cubicBezTo>
                  <a:cubicBezTo>
                    <a:pt x="9358" y="17558"/>
                    <a:pt x="9335" y="17537"/>
                    <a:pt x="9329" y="17517"/>
                  </a:cubicBezTo>
                  <a:cubicBezTo>
                    <a:pt x="9320" y="17479"/>
                    <a:pt x="9328" y="17387"/>
                    <a:pt x="9320" y="17348"/>
                  </a:cubicBezTo>
                  <a:cubicBezTo>
                    <a:pt x="9315" y="17327"/>
                    <a:pt x="9300" y="17290"/>
                    <a:pt x="9290" y="17282"/>
                  </a:cubicBezTo>
                  <a:cubicBezTo>
                    <a:pt x="9279" y="17272"/>
                    <a:pt x="9253" y="17284"/>
                    <a:pt x="9241" y="17290"/>
                  </a:cubicBezTo>
                  <a:cubicBezTo>
                    <a:pt x="9227" y="17298"/>
                    <a:pt x="9202" y="17344"/>
                    <a:pt x="9188" y="17340"/>
                  </a:cubicBezTo>
                  <a:cubicBezTo>
                    <a:pt x="9172" y="17333"/>
                    <a:pt x="9149" y="17275"/>
                    <a:pt x="9139" y="17246"/>
                  </a:cubicBezTo>
                  <a:cubicBezTo>
                    <a:pt x="9128" y="17213"/>
                    <a:pt x="9121" y="17130"/>
                    <a:pt x="9111" y="17095"/>
                  </a:cubicBezTo>
                  <a:cubicBezTo>
                    <a:pt x="9102" y="17065"/>
                    <a:pt x="9084" y="16993"/>
                    <a:pt x="9067" y="16984"/>
                  </a:cubicBezTo>
                  <a:cubicBezTo>
                    <a:pt x="9047" y="16976"/>
                    <a:pt x="9008" y="17027"/>
                    <a:pt x="8994" y="17058"/>
                  </a:cubicBezTo>
                  <a:cubicBezTo>
                    <a:pt x="8981" y="17084"/>
                    <a:pt x="8967" y="17155"/>
                    <a:pt x="8965" y="17191"/>
                  </a:cubicBezTo>
                  <a:cubicBezTo>
                    <a:pt x="8964" y="17230"/>
                    <a:pt x="8983" y="17305"/>
                    <a:pt x="8983" y="17345"/>
                  </a:cubicBezTo>
                  <a:cubicBezTo>
                    <a:pt x="8984" y="17381"/>
                    <a:pt x="8980" y="17457"/>
                    <a:pt x="8970" y="17485"/>
                  </a:cubicBezTo>
                  <a:cubicBezTo>
                    <a:pt x="8959" y="17510"/>
                    <a:pt x="8926" y="17537"/>
                    <a:pt x="8910" y="17537"/>
                  </a:cubicBezTo>
                  <a:cubicBezTo>
                    <a:pt x="8897" y="17537"/>
                    <a:pt x="8874" y="17502"/>
                    <a:pt x="8862" y="17490"/>
                  </a:cubicBezTo>
                  <a:cubicBezTo>
                    <a:pt x="8845" y="17474"/>
                    <a:pt x="8814" y="17433"/>
                    <a:pt x="8797" y="17421"/>
                  </a:cubicBezTo>
                  <a:cubicBezTo>
                    <a:pt x="8784" y="17412"/>
                    <a:pt x="8756" y="17417"/>
                    <a:pt x="8745" y="17401"/>
                  </a:cubicBezTo>
                  <a:cubicBezTo>
                    <a:pt x="8734" y="17385"/>
                    <a:pt x="8728" y="17317"/>
                    <a:pt x="8716" y="17303"/>
                  </a:cubicBezTo>
                  <a:cubicBezTo>
                    <a:pt x="8704" y="17288"/>
                    <a:pt x="8674" y="17290"/>
                    <a:pt x="8661" y="17298"/>
                  </a:cubicBezTo>
                  <a:cubicBezTo>
                    <a:pt x="8651" y="17305"/>
                    <a:pt x="8638" y="17350"/>
                    <a:pt x="8627" y="17351"/>
                  </a:cubicBezTo>
                  <a:cubicBezTo>
                    <a:pt x="8615" y="17352"/>
                    <a:pt x="8599" y="17301"/>
                    <a:pt x="8588" y="17295"/>
                  </a:cubicBezTo>
                  <a:cubicBezTo>
                    <a:pt x="8570" y="17283"/>
                    <a:pt x="8530" y="17272"/>
                    <a:pt x="8515" y="17295"/>
                  </a:cubicBezTo>
                  <a:cubicBezTo>
                    <a:pt x="8503" y="17312"/>
                    <a:pt x="8503" y="17379"/>
                    <a:pt x="8498" y="17407"/>
                  </a:cubicBezTo>
                  <a:cubicBezTo>
                    <a:pt x="8493" y="17433"/>
                    <a:pt x="8485" y="17489"/>
                    <a:pt x="8476" y="17509"/>
                  </a:cubicBezTo>
                  <a:cubicBezTo>
                    <a:pt x="8465" y="17532"/>
                    <a:pt x="8434" y="17560"/>
                    <a:pt x="8418" y="17563"/>
                  </a:cubicBezTo>
                  <a:cubicBezTo>
                    <a:pt x="8398" y="17569"/>
                    <a:pt x="8357" y="17537"/>
                    <a:pt x="8337" y="17537"/>
                  </a:cubicBezTo>
                  <a:cubicBezTo>
                    <a:pt x="8321" y="17538"/>
                    <a:pt x="8291" y="17560"/>
                    <a:pt x="8276" y="17560"/>
                  </a:cubicBezTo>
                  <a:cubicBezTo>
                    <a:pt x="8261" y="17560"/>
                    <a:pt x="8230" y="17556"/>
                    <a:pt x="8218" y="17540"/>
                  </a:cubicBezTo>
                  <a:cubicBezTo>
                    <a:pt x="8203" y="17520"/>
                    <a:pt x="8191" y="17445"/>
                    <a:pt x="8180" y="17418"/>
                  </a:cubicBezTo>
                  <a:cubicBezTo>
                    <a:pt x="8167" y="17384"/>
                    <a:pt x="8135" y="17324"/>
                    <a:pt x="8119" y="17295"/>
                  </a:cubicBezTo>
                  <a:cubicBezTo>
                    <a:pt x="8097" y="17258"/>
                    <a:pt x="8050" y="17193"/>
                    <a:pt x="8028" y="17156"/>
                  </a:cubicBezTo>
                  <a:cubicBezTo>
                    <a:pt x="8011" y="17128"/>
                    <a:pt x="7977" y="17072"/>
                    <a:pt x="7962" y="17039"/>
                  </a:cubicBezTo>
                  <a:cubicBezTo>
                    <a:pt x="7946" y="17001"/>
                    <a:pt x="7925" y="16911"/>
                    <a:pt x="7909" y="16873"/>
                  </a:cubicBezTo>
                  <a:cubicBezTo>
                    <a:pt x="7896" y="16839"/>
                    <a:pt x="7863" y="16780"/>
                    <a:pt x="7847" y="16751"/>
                  </a:cubicBezTo>
                  <a:cubicBezTo>
                    <a:pt x="7830" y="16719"/>
                    <a:pt x="7791" y="16666"/>
                    <a:pt x="7777" y="16629"/>
                  </a:cubicBezTo>
                  <a:cubicBezTo>
                    <a:pt x="7765" y="16597"/>
                    <a:pt x="7753" y="16519"/>
                    <a:pt x="7743" y="16486"/>
                  </a:cubicBezTo>
                  <a:cubicBezTo>
                    <a:pt x="7735" y="16459"/>
                    <a:pt x="7719" y="16405"/>
                    <a:pt x="7707" y="16386"/>
                  </a:cubicBezTo>
                  <a:cubicBezTo>
                    <a:pt x="7695" y="16363"/>
                    <a:pt x="7664" y="16334"/>
                    <a:pt x="7650" y="16320"/>
                  </a:cubicBezTo>
                  <a:cubicBezTo>
                    <a:pt x="7634" y="16303"/>
                    <a:pt x="7602" y="16253"/>
                    <a:pt x="7584" y="16259"/>
                  </a:cubicBezTo>
                  <a:cubicBezTo>
                    <a:pt x="7573" y="16261"/>
                    <a:pt x="7559" y="16305"/>
                    <a:pt x="7550" y="16315"/>
                  </a:cubicBezTo>
                  <a:cubicBezTo>
                    <a:pt x="7536" y="16331"/>
                    <a:pt x="7507" y="16357"/>
                    <a:pt x="7492" y="16363"/>
                  </a:cubicBezTo>
                  <a:cubicBezTo>
                    <a:pt x="7477" y="16370"/>
                    <a:pt x="7430" y="16368"/>
                    <a:pt x="7430" y="16368"/>
                  </a:cubicBezTo>
                  <a:lnTo>
                    <a:pt x="7430" y="3963"/>
                  </a:lnTo>
                  <a:lnTo>
                    <a:pt x="0" y="3697"/>
                  </a:lnTo>
                  <a:lnTo>
                    <a:pt x="56" y="532"/>
                  </a:lnTo>
                  <a:cubicBezTo>
                    <a:pt x="56" y="532"/>
                    <a:pt x="2407" y="701"/>
                    <a:pt x="2407" y="701"/>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74" name="Shape 4656"/>
            <p:cNvSpPr/>
            <p:nvPr/>
          </p:nvSpPr>
          <p:spPr>
            <a:xfrm>
              <a:off x="2761408" y="3543807"/>
              <a:ext cx="1380852" cy="1484594"/>
            </a:xfrm>
            <a:custGeom>
              <a:avLst/>
              <a:gdLst/>
              <a:ahLst/>
              <a:cxnLst>
                <a:cxn ang="0">
                  <a:pos x="wd2" y="hd2"/>
                </a:cxn>
                <a:cxn ang="5400000">
                  <a:pos x="wd2" y="hd2"/>
                </a:cxn>
                <a:cxn ang="10800000">
                  <a:pos x="wd2" y="hd2"/>
                </a:cxn>
                <a:cxn ang="16200000">
                  <a:pos x="wd2" y="hd2"/>
                </a:cxn>
              </a:cxnLst>
              <a:rect l="0" t="0" r="r" b="b"/>
              <a:pathLst>
                <a:path w="21600" h="21600" extrusionOk="0">
                  <a:moveTo>
                    <a:pt x="21600" y="1136"/>
                  </a:moveTo>
                  <a:lnTo>
                    <a:pt x="21527" y="3014"/>
                  </a:lnTo>
                  <a:lnTo>
                    <a:pt x="21414" y="3012"/>
                  </a:lnTo>
                  <a:lnTo>
                    <a:pt x="20736" y="20051"/>
                  </a:lnTo>
                  <a:lnTo>
                    <a:pt x="8708" y="19496"/>
                  </a:lnTo>
                  <a:cubicBezTo>
                    <a:pt x="8708" y="19496"/>
                    <a:pt x="8610" y="19500"/>
                    <a:pt x="8579" y="19509"/>
                  </a:cubicBezTo>
                  <a:cubicBezTo>
                    <a:pt x="8560" y="19515"/>
                    <a:pt x="8516" y="19528"/>
                    <a:pt x="8510" y="19545"/>
                  </a:cubicBezTo>
                  <a:cubicBezTo>
                    <a:pt x="8502" y="19567"/>
                    <a:pt x="8549" y="19606"/>
                    <a:pt x="8549" y="19628"/>
                  </a:cubicBezTo>
                  <a:cubicBezTo>
                    <a:pt x="8549" y="19644"/>
                    <a:pt x="8521" y="19671"/>
                    <a:pt x="8521" y="19688"/>
                  </a:cubicBezTo>
                  <a:cubicBezTo>
                    <a:pt x="8521" y="19702"/>
                    <a:pt x="8544" y="19729"/>
                    <a:pt x="8546" y="19745"/>
                  </a:cubicBezTo>
                  <a:cubicBezTo>
                    <a:pt x="8547" y="19760"/>
                    <a:pt x="8540" y="19794"/>
                    <a:pt x="8529" y="19807"/>
                  </a:cubicBezTo>
                  <a:cubicBezTo>
                    <a:pt x="8516" y="19821"/>
                    <a:pt x="8470" y="19824"/>
                    <a:pt x="8454" y="19837"/>
                  </a:cubicBezTo>
                  <a:cubicBezTo>
                    <a:pt x="8443" y="19846"/>
                    <a:pt x="8419" y="19871"/>
                    <a:pt x="8423" y="19884"/>
                  </a:cubicBezTo>
                  <a:cubicBezTo>
                    <a:pt x="8429" y="19900"/>
                    <a:pt x="8481" y="19893"/>
                    <a:pt x="8490" y="19907"/>
                  </a:cubicBezTo>
                  <a:cubicBezTo>
                    <a:pt x="8501" y="19924"/>
                    <a:pt x="8474" y="19965"/>
                    <a:pt x="8476" y="19984"/>
                  </a:cubicBezTo>
                  <a:cubicBezTo>
                    <a:pt x="8478" y="20001"/>
                    <a:pt x="8493" y="20034"/>
                    <a:pt x="8504" y="20046"/>
                  </a:cubicBezTo>
                  <a:cubicBezTo>
                    <a:pt x="8516" y="20060"/>
                    <a:pt x="8555" y="20069"/>
                    <a:pt x="8565" y="20083"/>
                  </a:cubicBezTo>
                  <a:cubicBezTo>
                    <a:pt x="8574" y="20096"/>
                    <a:pt x="8564" y="20134"/>
                    <a:pt x="8576" y="20145"/>
                  </a:cubicBezTo>
                  <a:cubicBezTo>
                    <a:pt x="8589" y="20157"/>
                    <a:pt x="8633" y="20146"/>
                    <a:pt x="8649" y="20156"/>
                  </a:cubicBezTo>
                  <a:cubicBezTo>
                    <a:pt x="8658" y="20161"/>
                    <a:pt x="8662" y="20185"/>
                    <a:pt x="8671" y="20191"/>
                  </a:cubicBezTo>
                  <a:cubicBezTo>
                    <a:pt x="8684" y="20201"/>
                    <a:pt x="8723" y="20201"/>
                    <a:pt x="8738" y="20209"/>
                  </a:cubicBezTo>
                  <a:cubicBezTo>
                    <a:pt x="8748" y="20215"/>
                    <a:pt x="8766" y="20234"/>
                    <a:pt x="8773" y="20243"/>
                  </a:cubicBezTo>
                  <a:cubicBezTo>
                    <a:pt x="8785" y="20257"/>
                    <a:pt x="8802" y="20288"/>
                    <a:pt x="8813" y="20305"/>
                  </a:cubicBezTo>
                  <a:lnTo>
                    <a:pt x="6196" y="20147"/>
                  </a:lnTo>
                  <a:lnTo>
                    <a:pt x="3063" y="19910"/>
                  </a:lnTo>
                  <a:lnTo>
                    <a:pt x="2908" y="21600"/>
                  </a:lnTo>
                  <a:lnTo>
                    <a:pt x="13" y="21367"/>
                  </a:lnTo>
                  <a:lnTo>
                    <a:pt x="0" y="21366"/>
                  </a:lnTo>
                  <a:lnTo>
                    <a:pt x="935" y="12601"/>
                  </a:lnTo>
                  <a:lnTo>
                    <a:pt x="1839" y="3744"/>
                  </a:lnTo>
                  <a:lnTo>
                    <a:pt x="2227" y="0"/>
                  </a:lnTo>
                  <a:lnTo>
                    <a:pt x="6329" y="333"/>
                  </a:lnTo>
                  <a:lnTo>
                    <a:pt x="10457" y="636"/>
                  </a:lnTo>
                  <a:lnTo>
                    <a:pt x="14688" y="877"/>
                  </a:lnTo>
                  <a:lnTo>
                    <a:pt x="18369" y="1032"/>
                  </a:lnTo>
                  <a:lnTo>
                    <a:pt x="21264" y="1125"/>
                  </a:lnTo>
                  <a:cubicBezTo>
                    <a:pt x="21264" y="1125"/>
                    <a:pt x="21600" y="1136"/>
                    <a:pt x="21600" y="113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75" name="Shape 4657"/>
            <p:cNvSpPr/>
            <p:nvPr/>
          </p:nvSpPr>
          <p:spPr>
            <a:xfrm>
              <a:off x="2761408" y="3543807"/>
              <a:ext cx="1380852" cy="1484594"/>
            </a:xfrm>
            <a:custGeom>
              <a:avLst/>
              <a:gdLst/>
              <a:ahLst/>
              <a:cxnLst>
                <a:cxn ang="0">
                  <a:pos x="wd2" y="hd2"/>
                </a:cxn>
                <a:cxn ang="5400000">
                  <a:pos x="wd2" y="hd2"/>
                </a:cxn>
                <a:cxn ang="10800000">
                  <a:pos x="wd2" y="hd2"/>
                </a:cxn>
                <a:cxn ang="16200000">
                  <a:pos x="wd2" y="hd2"/>
                </a:cxn>
              </a:cxnLst>
              <a:rect l="0" t="0" r="r" b="b"/>
              <a:pathLst>
                <a:path w="21600" h="21600" extrusionOk="0">
                  <a:moveTo>
                    <a:pt x="21600" y="1136"/>
                  </a:moveTo>
                  <a:lnTo>
                    <a:pt x="21527" y="3014"/>
                  </a:lnTo>
                  <a:lnTo>
                    <a:pt x="21414" y="3012"/>
                  </a:lnTo>
                  <a:lnTo>
                    <a:pt x="20736" y="20051"/>
                  </a:lnTo>
                  <a:lnTo>
                    <a:pt x="8708" y="19496"/>
                  </a:lnTo>
                  <a:cubicBezTo>
                    <a:pt x="8708" y="19496"/>
                    <a:pt x="8610" y="19500"/>
                    <a:pt x="8579" y="19509"/>
                  </a:cubicBezTo>
                  <a:cubicBezTo>
                    <a:pt x="8560" y="19515"/>
                    <a:pt x="8516" y="19528"/>
                    <a:pt x="8510" y="19545"/>
                  </a:cubicBezTo>
                  <a:cubicBezTo>
                    <a:pt x="8502" y="19567"/>
                    <a:pt x="8549" y="19606"/>
                    <a:pt x="8549" y="19628"/>
                  </a:cubicBezTo>
                  <a:cubicBezTo>
                    <a:pt x="8549" y="19644"/>
                    <a:pt x="8521" y="19671"/>
                    <a:pt x="8521" y="19688"/>
                  </a:cubicBezTo>
                  <a:cubicBezTo>
                    <a:pt x="8521" y="19702"/>
                    <a:pt x="8544" y="19729"/>
                    <a:pt x="8546" y="19745"/>
                  </a:cubicBezTo>
                  <a:cubicBezTo>
                    <a:pt x="8547" y="19760"/>
                    <a:pt x="8540" y="19794"/>
                    <a:pt x="8529" y="19807"/>
                  </a:cubicBezTo>
                  <a:cubicBezTo>
                    <a:pt x="8516" y="19821"/>
                    <a:pt x="8470" y="19824"/>
                    <a:pt x="8454" y="19837"/>
                  </a:cubicBezTo>
                  <a:cubicBezTo>
                    <a:pt x="8443" y="19846"/>
                    <a:pt x="8419" y="19871"/>
                    <a:pt x="8423" y="19884"/>
                  </a:cubicBezTo>
                  <a:cubicBezTo>
                    <a:pt x="8429" y="19900"/>
                    <a:pt x="8481" y="19893"/>
                    <a:pt x="8490" y="19907"/>
                  </a:cubicBezTo>
                  <a:cubicBezTo>
                    <a:pt x="8501" y="19924"/>
                    <a:pt x="8474" y="19965"/>
                    <a:pt x="8476" y="19984"/>
                  </a:cubicBezTo>
                  <a:cubicBezTo>
                    <a:pt x="8478" y="20001"/>
                    <a:pt x="8493" y="20034"/>
                    <a:pt x="8504" y="20046"/>
                  </a:cubicBezTo>
                  <a:cubicBezTo>
                    <a:pt x="8516" y="20060"/>
                    <a:pt x="8555" y="20069"/>
                    <a:pt x="8565" y="20083"/>
                  </a:cubicBezTo>
                  <a:cubicBezTo>
                    <a:pt x="8574" y="20096"/>
                    <a:pt x="8564" y="20134"/>
                    <a:pt x="8576" y="20145"/>
                  </a:cubicBezTo>
                  <a:cubicBezTo>
                    <a:pt x="8589" y="20157"/>
                    <a:pt x="8633" y="20146"/>
                    <a:pt x="8649" y="20156"/>
                  </a:cubicBezTo>
                  <a:cubicBezTo>
                    <a:pt x="8658" y="20161"/>
                    <a:pt x="8662" y="20185"/>
                    <a:pt x="8671" y="20191"/>
                  </a:cubicBezTo>
                  <a:cubicBezTo>
                    <a:pt x="8684" y="20201"/>
                    <a:pt x="8723" y="20201"/>
                    <a:pt x="8738" y="20209"/>
                  </a:cubicBezTo>
                  <a:cubicBezTo>
                    <a:pt x="8748" y="20215"/>
                    <a:pt x="8766" y="20234"/>
                    <a:pt x="8773" y="20243"/>
                  </a:cubicBezTo>
                  <a:cubicBezTo>
                    <a:pt x="8785" y="20257"/>
                    <a:pt x="8802" y="20288"/>
                    <a:pt x="8813" y="20305"/>
                  </a:cubicBezTo>
                  <a:lnTo>
                    <a:pt x="6196" y="20147"/>
                  </a:lnTo>
                  <a:lnTo>
                    <a:pt x="3063" y="19910"/>
                  </a:lnTo>
                  <a:lnTo>
                    <a:pt x="2908" y="21600"/>
                  </a:lnTo>
                  <a:lnTo>
                    <a:pt x="13" y="21367"/>
                  </a:lnTo>
                  <a:lnTo>
                    <a:pt x="0" y="21366"/>
                  </a:lnTo>
                  <a:lnTo>
                    <a:pt x="935" y="12601"/>
                  </a:lnTo>
                  <a:lnTo>
                    <a:pt x="1839" y="3744"/>
                  </a:lnTo>
                  <a:lnTo>
                    <a:pt x="2227" y="0"/>
                  </a:lnTo>
                  <a:lnTo>
                    <a:pt x="6329" y="333"/>
                  </a:lnTo>
                  <a:lnTo>
                    <a:pt x="10457" y="636"/>
                  </a:lnTo>
                  <a:lnTo>
                    <a:pt x="14688" y="877"/>
                  </a:lnTo>
                  <a:lnTo>
                    <a:pt x="18369" y="1032"/>
                  </a:lnTo>
                  <a:lnTo>
                    <a:pt x="21264" y="1125"/>
                  </a:lnTo>
                  <a:cubicBezTo>
                    <a:pt x="21264" y="1125"/>
                    <a:pt x="21600" y="1136"/>
                    <a:pt x="21600" y="1136"/>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76" name="Shape 4658"/>
            <p:cNvSpPr/>
            <p:nvPr/>
          </p:nvSpPr>
          <p:spPr>
            <a:xfrm>
              <a:off x="2899478" y="2508279"/>
              <a:ext cx="1456460" cy="1126992"/>
            </a:xfrm>
            <a:custGeom>
              <a:avLst/>
              <a:gdLst/>
              <a:ahLst/>
              <a:cxnLst>
                <a:cxn ang="0">
                  <a:pos x="wd2" y="hd2"/>
                </a:cxn>
                <a:cxn ang="5400000">
                  <a:pos x="wd2" y="hd2"/>
                </a:cxn>
                <a:cxn ang="10800000">
                  <a:pos x="wd2" y="hd2"/>
                </a:cxn>
                <a:cxn ang="16200000">
                  <a:pos x="wd2" y="hd2"/>
                </a:cxn>
              </a:cxnLst>
              <a:rect l="0" t="0" r="r" b="b"/>
              <a:pathLst>
                <a:path w="21600" h="21600" extrusionOk="0">
                  <a:moveTo>
                    <a:pt x="18367" y="21467"/>
                  </a:moveTo>
                  <a:lnTo>
                    <a:pt x="18049" y="21453"/>
                  </a:lnTo>
                  <a:lnTo>
                    <a:pt x="15304" y="21330"/>
                  </a:lnTo>
                  <a:lnTo>
                    <a:pt x="11814" y="21126"/>
                  </a:lnTo>
                  <a:lnTo>
                    <a:pt x="7802" y="20809"/>
                  </a:lnTo>
                  <a:lnTo>
                    <a:pt x="3889" y="20409"/>
                  </a:lnTo>
                  <a:lnTo>
                    <a:pt x="0" y="19971"/>
                  </a:lnTo>
                  <a:lnTo>
                    <a:pt x="349" y="15297"/>
                  </a:lnTo>
                  <a:lnTo>
                    <a:pt x="419" y="14194"/>
                  </a:lnTo>
                  <a:lnTo>
                    <a:pt x="403" y="13500"/>
                  </a:lnTo>
                  <a:lnTo>
                    <a:pt x="519" y="12451"/>
                  </a:lnTo>
                  <a:lnTo>
                    <a:pt x="714" y="9755"/>
                  </a:lnTo>
                  <a:lnTo>
                    <a:pt x="1009" y="6064"/>
                  </a:lnTo>
                  <a:lnTo>
                    <a:pt x="1447" y="0"/>
                  </a:lnTo>
                  <a:lnTo>
                    <a:pt x="4704" y="381"/>
                  </a:lnTo>
                  <a:lnTo>
                    <a:pt x="12284" y="1080"/>
                  </a:lnTo>
                  <a:lnTo>
                    <a:pt x="15824" y="1250"/>
                  </a:lnTo>
                  <a:lnTo>
                    <a:pt x="21600" y="1529"/>
                  </a:lnTo>
                  <a:lnTo>
                    <a:pt x="21521" y="6501"/>
                  </a:lnTo>
                  <a:lnTo>
                    <a:pt x="21280" y="21600"/>
                  </a:lnTo>
                  <a:cubicBezTo>
                    <a:pt x="21280" y="21600"/>
                    <a:pt x="18367" y="21467"/>
                    <a:pt x="18367" y="2146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77" name="Shape 4659"/>
            <p:cNvSpPr/>
            <p:nvPr/>
          </p:nvSpPr>
          <p:spPr>
            <a:xfrm>
              <a:off x="2899478" y="2508279"/>
              <a:ext cx="1456460" cy="1126992"/>
            </a:xfrm>
            <a:custGeom>
              <a:avLst/>
              <a:gdLst/>
              <a:ahLst/>
              <a:cxnLst>
                <a:cxn ang="0">
                  <a:pos x="wd2" y="hd2"/>
                </a:cxn>
                <a:cxn ang="5400000">
                  <a:pos x="wd2" y="hd2"/>
                </a:cxn>
                <a:cxn ang="10800000">
                  <a:pos x="wd2" y="hd2"/>
                </a:cxn>
                <a:cxn ang="16200000">
                  <a:pos x="wd2" y="hd2"/>
                </a:cxn>
              </a:cxnLst>
              <a:rect l="0" t="0" r="r" b="b"/>
              <a:pathLst>
                <a:path w="21600" h="21600" extrusionOk="0">
                  <a:moveTo>
                    <a:pt x="18367" y="21467"/>
                  </a:moveTo>
                  <a:lnTo>
                    <a:pt x="18049" y="21453"/>
                  </a:lnTo>
                  <a:lnTo>
                    <a:pt x="15304" y="21330"/>
                  </a:lnTo>
                  <a:lnTo>
                    <a:pt x="11814" y="21126"/>
                  </a:lnTo>
                  <a:lnTo>
                    <a:pt x="7802" y="20809"/>
                  </a:lnTo>
                  <a:lnTo>
                    <a:pt x="3889" y="20409"/>
                  </a:lnTo>
                  <a:lnTo>
                    <a:pt x="0" y="19971"/>
                  </a:lnTo>
                  <a:lnTo>
                    <a:pt x="349" y="15297"/>
                  </a:lnTo>
                  <a:lnTo>
                    <a:pt x="419" y="14194"/>
                  </a:lnTo>
                  <a:lnTo>
                    <a:pt x="403" y="13500"/>
                  </a:lnTo>
                  <a:lnTo>
                    <a:pt x="519" y="12451"/>
                  </a:lnTo>
                  <a:lnTo>
                    <a:pt x="714" y="9755"/>
                  </a:lnTo>
                  <a:lnTo>
                    <a:pt x="1009" y="6064"/>
                  </a:lnTo>
                  <a:lnTo>
                    <a:pt x="1447" y="0"/>
                  </a:lnTo>
                  <a:lnTo>
                    <a:pt x="4704" y="381"/>
                  </a:lnTo>
                  <a:lnTo>
                    <a:pt x="12284" y="1080"/>
                  </a:lnTo>
                  <a:lnTo>
                    <a:pt x="15824" y="1250"/>
                  </a:lnTo>
                  <a:lnTo>
                    <a:pt x="21600" y="1529"/>
                  </a:lnTo>
                  <a:lnTo>
                    <a:pt x="21521" y="6501"/>
                  </a:lnTo>
                  <a:lnTo>
                    <a:pt x="21280" y="21600"/>
                  </a:lnTo>
                  <a:cubicBezTo>
                    <a:pt x="21280" y="21600"/>
                    <a:pt x="18367" y="21467"/>
                    <a:pt x="18367" y="21467"/>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78" name="Shape 4660"/>
            <p:cNvSpPr/>
            <p:nvPr/>
          </p:nvSpPr>
          <p:spPr>
            <a:xfrm>
              <a:off x="5361734" y="6006063"/>
              <a:ext cx="77457" cy="467339"/>
            </a:xfrm>
            <a:custGeom>
              <a:avLst/>
              <a:gdLst/>
              <a:ahLst/>
              <a:cxnLst>
                <a:cxn ang="0">
                  <a:pos x="wd2" y="hd2"/>
                </a:cxn>
                <a:cxn ang="5400000">
                  <a:pos x="wd2" y="hd2"/>
                </a:cxn>
                <a:cxn ang="10800000">
                  <a:pos x="wd2" y="hd2"/>
                </a:cxn>
                <a:cxn ang="16200000">
                  <a:pos x="wd2" y="hd2"/>
                </a:cxn>
              </a:cxnLst>
              <a:rect l="0" t="0" r="r" b="b"/>
              <a:pathLst>
                <a:path w="21523" h="21552" extrusionOk="0">
                  <a:moveTo>
                    <a:pt x="18200" y="21546"/>
                  </a:moveTo>
                  <a:cubicBezTo>
                    <a:pt x="18656" y="21488"/>
                    <a:pt x="18094" y="21257"/>
                    <a:pt x="18057" y="21161"/>
                  </a:cubicBezTo>
                  <a:cubicBezTo>
                    <a:pt x="17969" y="20981"/>
                    <a:pt x="17832" y="20625"/>
                    <a:pt x="17707" y="20446"/>
                  </a:cubicBezTo>
                  <a:cubicBezTo>
                    <a:pt x="17463" y="20076"/>
                    <a:pt x="16945" y="19337"/>
                    <a:pt x="16470" y="18974"/>
                  </a:cubicBezTo>
                  <a:cubicBezTo>
                    <a:pt x="16133" y="18708"/>
                    <a:pt x="15097" y="18199"/>
                    <a:pt x="14647" y="17938"/>
                  </a:cubicBezTo>
                  <a:cubicBezTo>
                    <a:pt x="14279" y="17733"/>
                    <a:pt x="13598" y="17311"/>
                    <a:pt x="13205" y="17104"/>
                  </a:cubicBezTo>
                  <a:cubicBezTo>
                    <a:pt x="12661" y="16812"/>
                    <a:pt x="11450" y="16232"/>
                    <a:pt x="10838" y="15942"/>
                  </a:cubicBezTo>
                  <a:cubicBezTo>
                    <a:pt x="10426" y="15745"/>
                    <a:pt x="9601" y="15357"/>
                    <a:pt x="9164" y="15163"/>
                  </a:cubicBezTo>
                  <a:cubicBezTo>
                    <a:pt x="8612" y="14921"/>
                    <a:pt x="7410" y="14442"/>
                    <a:pt x="6888" y="14197"/>
                  </a:cubicBezTo>
                  <a:cubicBezTo>
                    <a:pt x="6429" y="13978"/>
                    <a:pt x="5602" y="13535"/>
                    <a:pt x="5211" y="13312"/>
                  </a:cubicBezTo>
                  <a:cubicBezTo>
                    <a:pt x="4743" y="13039"/>
                    <a:pt x="3825" y="12486"/>
                    <a:pt x="3488" y="12206"/>
                  </a:cubicBezTo>
                  <a:cubicBezTo>
                    <a:pt x="3029" y="11827"/>
                    <a:pt x="2348" y="11060"/>
                    <a:pt x="2149" y="10675"/>
                  </a:cubicBezTo>
                  <a:cubicBezTo>
                    <a:pt x="1992" y="10348"/>
                    <a:pt x="1949" y="9692"/>
                    <a:pt x="1958" y="9365"/>
                  </a:cubicBezTo>
                  <a:cubicBezTo>
                    <a:pt x="1964" y="9111"/>
                    <a:pt x="2008" y="8607"/>
                    <a:pt x="2149" y="8356"/>
                  </a:cubicBezTo>
                  <a:cubicBezTo>
                    <a:pt x="2355" y="8016"/>
                    <a:pt x="3101" y="7342"/>
                    <a:pt x="3488" y="7004"/>
                  </a:cubicBezTo>
                  <a:cubicBezTo>
                    <a:pt x="3947" y="6603"/>
                    <a:pt x="4890" y="5798"/>
                    <a:pt x="5608" y="5407"/>
                  </a:cubicBezTo>
                  <a:cubicBezTo>
                    <a:pt x="6223" y="5079"/>
                    <a:pt x="7875" y="4445"/>
                    <a:pt x="8671" y="4129"/>
                  </a:cubicBezTo>
                  <a:cubicBezTo>
                    <a:pt x="9539" y="3783"/>
                    <a:pt x="11325" y="3095"/>
                    <a:pt x="12274" y="2753"/>
                  </a:cubicBezTo>
                  <a:cubicBezTo>
                    <a:pt x="12936" y="2512"/>
                    <a:pt x="14235" y="2031"/>
                    <a:pt x="15034" y="1803"/>
                  </a:cubicBezTo>
                  <a:cubicBezTo>
                    <a:pt x="15759" y="1596"/>
                    <a:pt x="17495" y="1215"/>
                    <a:pt x="18294" y="1017"/>
                  </a:cubicBezTo>
                  <a:cubicBezTo>
                    <a:pt x="18875" y="873"/>
                    <a:pt x="19917" y="570"/>
                    <a:pt x="20567" y="434"/>
                  </a:cubicBezTo>
                  <a:cubicBezTo>
                    <a:pt x="20779" y="390"/>
                    <a:pt x="21429" y="325"/>
                    <a:pt x="21504" y="269"/>
                  </a:cubicBezTo>
                  <a:cubicBezTo>
                    <a:pt x="21591" y="201"/>
                    <a:pt x="21379" y="33"/>
                    <a:pt x="20992" y="5"/>
                  </a:cubicBezTo>
                  <a:cubicBezTo>
                    <a:pt x="20554" y="-27"/>
                    <a:pt x="19680" y="111"/>
                    <a:pt x="19218" y="138"/>
                  </a:cubicBezTo>
                  <a:cubicBezTo>
                    <a:pt x="18818" y="157"/>
                    <a:pt x="17982" y="177"/>
                    <a:pt x="17576" y="191"/>
                  </a:cubicBezTo>
                  <a:cubicBezTo>
                    <a:pt x="17039" y="207"/>
                    <a:pt x="15852" y="196"/>
                    <a:pt x="15465" y="257"/>
                  </a:cubicBezTo>
                  <a:cubicBezTo>
                    <a:pt x="15265" y="288"/>
                    <a:pt x="15047" y="395"/>
                    <a:pt x="15209" y="431"/>
                  </a:cubicBezTo>
                  <a:cubicBezTo>
                    <a:pt x="15384" y="475"/>
                    <a:pt x="16139" y="449"/>
                    <a:pt x="16452" y="453"/>
                  </a:cubicBezTo>
                  <a:cubicBezTo>
                    <a:pt x="16720" y="457"/>
                    <a:pt x="17345" y="430"/>
                    <a:pt x="17507" y="463"/>
                  </a:cubicBezTo>
                  <a:cubicBezTo>
                    <a:pt x="17794" y="522"/>
                    <a:pt x="17438" y="693"/>
                    <a:pt x="17239" y="760"/>
                  </a:cubicBezTo>
                  <a:cubicBezTo>
                    <a:pt x="16933" y="863"/>
                    <a:pt x="15771" y="1007"/>
                    <a:pt x="15334" y="1098"/>
                  </a:cubicBezTo>
                  <a:cubicBezTo>
                    <a:pt x="14909" y="1186"/>
                    <a:pt x="14185" y="1373"/>
                    <a:pt x="13823" y="1470"/>
                  </a:cubicBezTo>
                  <a:cubicBezTo>
                    <a:pt x="13579" y="1532"/>
                    <a:pt x="13155" y="1661"/>
                    <a:pt x="12899" y="1721"/>
                  </a:cubicBezTo>
                  <a:cubicBezTo>
                    <a:pt x="12586" y="1796"/>
                    <a:pt x="11743" y="1920"/>
                    <a:pt x="11518" y="2004"/>
                  </a:cubicBezTo>
                  <a:cubicBezTo>
                    <a:pt x="11312" y="2077"/>
                    <a:pt x="11269" y="2243"/>
                    <a:pt x="11181" y="2321"/>
                  </a:cubicBezTo>
                  <a:cubicBezTo>
                    <a:pt x="11138" y="2374"/>
                    <a:pt x="11200" y="2497"/>
                    <a:pt x="10988" y="2538"/>
                  </a:cubicBezTo>
                  <a:cubicBezTo>
                    <a:pt x="10825" y="2574"/>
                    <a:pt x="10195" y="2574"/>
                    <a:pt x="10001" y="2606"/>
                  </a:cubicBezTo>
                  <a:cubicBezTo>
                    <a:pt x="9776" y="2641"/>
                    <a:pt x="9576" y="2743"/>
                    <a:pt x="9477" y="2791"/>
                  </a:cubicBezTo>
                  <a:cubicBezTo>
                    <a:pt x="9252" y="2906"/>
                    <a:pt x="9270" y="3167"/>
                    <a:pt x="8890" y="3271"/>
                  </a:cubicBezTo>
                  <a:cubicBezTo>
                    <a:pt x="8715" y="3315"/>
                    <a:pt x="8084" y="3359"/>
                    <a:pt x="7894" y="3403"/>
                  </a:cubicBezTo>
                  <a:cubicBezTo>
                    <a:pt x="7538" y="3483"/>
                    <a:pt x="7253" y="3681"/>
                    <a:pt x="7044" y="3773"/>
                  </a:cubicBezTo>
                  <a:cubicBezTo>
                    <a:pt x="6716" y="3915"/>
                    <a:pt x="6179" y="4211"/>
                    <a:pt x="5720" y="4342"/>
                  </a:cubicBezTo>
                  <a:cubicBezTo>
                    <a:pt x="5402" y="4438"/>
                    <a:pt x="4381" y="4583"/>
                    <a:pt x="4078" y="4679"/>
                  </a:cubicBezTo>
                  <a:cubicBezTo>
                    <a:pt x="3756" y="4788"/>
                    <a:pt x="3513" y="5032"/>
                    <a:pt x="3357" y="5150"/>
                  </a:cubicBezTo>
                  <a:cubicBezTo>
                    <a:pt x="3204" y="5255"/>
                    <a:pt x="3023" y="5472"/>
                    <a:pt x="2829" y="5578"/>
                  </a:cubicBezTo>
                  <a:cubicBezTo>
                    <a:pt x="2667" y="5663"/>
                    <a:pt x="2105" y="5825"/>
                    <a:pt x="1974" y="5915"/>
                  </a:cubicBezTo>
                  <a:cubicBezTo>
                    <a:pt x="1846" y="6005"/>
                    <a:pt x="1846" y="6193"/>
                    <a:pt x="1777" y="6286"/>
                  </a:cubicBezTo>
                  <a:cubicBezTo>
                    <a:pt x="1690" y="6423"/>
                    <a:pt x="1368" y="6694"/>
                    <a:pt x="1318" y="6832"/>
                  </a:cubicBezTo>
                  <a:cubicBezTo>
                    <a:pt x="1265" y="6972"/>
                    <a:pt x="1621" y="7257"/>
                    <a:pt x="1377" y="7389"/>
                  </a:cubicBezTo>
                  <a:cubicBezTo>
                    <a:pt x="1221" y="7478"/>
                    <a:pt x="235" y="7603"/>
                    <a:pt x="132" y="7695"/>
                  </a:cubicBezTo>
                  <a:cubicBezTo>
                    <a:pt x="53" y="7764"/>
                    <a:pt x="522" y="7898"/>
                    <a:pt x="528" y="7969"/>
                  </a:cubicBezTo>
                  <a:cubicBezTo>
                    <a:pt x="528" y="8060"/>
                    <a:pt x="103" y="8237"/>
                    <a:pt x="63" y="8329"/>
                  </a:cubicBezTo>
                  <a:cubicBezTo>
                    <a:pt x="28" y="8435"/>
                    <a:pt x="269" y="8647"/>
                    <a:pt x="260" y="8754"/>
                  </a:cubicBezTo>
                  <a:cubicBezTo>
                    <a:pt x="260" y="8886"/>
                    <a:pt x="10" y="9147"/>
                    <a:pt x="0" y="9279"/>
                  </a:cubicBezTo>
                  <a:cubicBezTo>
                    <a:pt x="-9" y="9429"/>
                    <a:pt x="166" y="9729"/>
                    <a:pt x="191" y="9880"/>
                  </a:cubicBezTo>
                  <a:cubicBezTo>
                    <a:pt x="244" y="10095"/>
                    <a:pt x="235" y="10526"/>
                    <a:pt x="260" y="10743"/>
                  </a:cubicBezTo>
                  <a:cubicBezTo>
                    <a:pt x="288" y="10917"/>
                    <a:pt x="366" y="11267"/>
                    <a:pt x="391" y="11441"/>
                  </a:cubicBezTo>
                  <a:cubicBezTo>
                    <a:pt x="425" y="11610"/>
                    <a:pt x="347" y="11951"/>
                    <a:pt x="528" y="12119"/>
                  </a:cubicBezTo>
                  <a:cubicBezTo>
                    <a:pt x="590" y="12180"/>
                    <a:pt x="797" y="12304"/>
                    <a:pt x="987" y="12360"/>
                  </a:cubicBezTo>
                  <a:cubicBezTo>
                    <a:pt x="1221" y="12429"/>
                    <a:pt x="2086" y="12524"/>
                    <a:pt x="2233" y="12600"/>
                  </a:cubicBezTo>
                  <a:cubicBezTo>
                    <a:pt x="2458" y="12708"/>
                    <a:pt x="2017" y="12944"/>
                    <a:pt x="2036" y="13058"/>
                  </a:cubicBezTo>
                  <a:cubicBezTo>
                    <a:pt x="2070" y="13204"/>
                    <a:pt x="1930" y="13525"/>
                    <a:pt x="2501" y="13636"/>
                  </a:cubicBezTo>
                  <a:cubicBezTo>
                    <a:pt x="2682" y="13673"/>
                    <a:pt x="3332" y="13664"/>
                    <a:pt x="3557" y="13691"/>
                  </a:cubicBezTo>
                  <a:cubicBezTo>
                    <a:pt x="3913" y="13737"/>
                    <a:pt x="4406" y="13871"/>
                    <a:pt x="4543" y="13944"/>
                  </a:cubicBezTo>
                  <a:cubicBezTo>
                    <a:pt x="4777" y="14070"/>
                    <a:pt x="4372" y="14351"/>
                    <a:pt x="4606" y="14478"/>
                  </a:cubicBezTo>
                  <a:cubicBezTo>
                    <a:pt x="4699" y="14530"/>
                    <a:pt x="5168" y="14616"/>
                    <a:pt x="5333" y="14664"/>
                  </a:cubicBezTo>
                  <a:cubicBezTo>
                    <a:pt x="5574" y="14735"/>
                    <a:pt x="6067" y="14879"/>
                    <a:pt x="6189" y="14959"/>
                  </a:cubicBezTo>
                  <a:cubicBezTo>
                    <a:pt x="6360" y="15082"/>
                    <a:pt x="5980" y="15343"/>
                    <a:pt x="6248" y="15462"/>
                  </a:cubicBezTo>
                  <a:cubicBezTo>
                    <a:pt x="6517" y="15580"/>
                    <a:pt x="7840" y="15735"/>
                    <a:pt x="8231" y="15844"/>
                  </a:cubicBezTo>
                  <a:cubicBezTo>
                    <a:pt x="8543" y="15932"/>
                    <a:pt x="8783" y="16136"/>
                    <a:pt x="9080" y="16226"/>
                  </a:cubicBezTo>
                  <a:cubicBezTo>
                    <a:pt x="9433" y="16331"/>
                    <a:pt x="10638" y="16493"/>
                    <a:pt x="10863" y="16608"/>
                  </a:cubicBezTo>
                  <a:cubicBezTo>
                    <a:pt x="11069" y="16713"/>
                    <a:pt x="10594" y="16947"/>
                    <a:pt x="10732" y="17054"/>
                  </a:cubicBezTo>
                  <a:cubicBezTo>
                    <a:pt x="10925" y="17207"/>
                    <a:pt x="11999" y="17471"/>
                    <a:pt x="12374" y="17613"/>
                  </a:cubicBezTo>
                  <a:cubicBezTo>
                    <a:pt x="12680" y="17728"/>
                    <a:pt x="13273" y="17962"/>
                    <a:pt x="13492" y="18083"/>
                  </a:cubicBezTo>
                  <a:cubicBezTo>
                    <a:pt x="13804" y="18257"/>
                    <a:pt x="14116" y="18616"/>
                    <a:pt x="14347" y="18793"/>
                  </a:cubicBezTo>
                  <a:cubicBezTo>
                    <a:pt x="14572" y="18965"/>
                    <a:pt x="15147" y="19306"/>
                    <a:pt x="15334" y="19480"/>
                  </a:cubicBezTo>
                  <a:cubicBezTo>
                    <a:pt x="15496" y="19641"/>
                    <a:pt x="15777" y="19962"/>
                    <a:pt x="15796" y="20125"/>
                  </a:cubicBezTo>
                  <a:cubicBezTo>
                    <a:pt x="15802" y="20190"/>
                    <a:pt x="15602" y="20322"/>
                    <a:pt x="15665" y="20387"/>
                  </a:cubicBezTo>
                  <a:cubicBezTo>
                    <a:pt x="15721" y="20460"/>
                    <a:pt x="16196" y="20588"/>
                    <a:pt x="16283" y="20661"/>
                  </a:cubicBezTo>
                  <a:cubicBezTo>
                    <a:pt x="16371" y="20718"/>
                    <a:pt x="16358" y="20840"/>
                    <a:pt x="16383" y="20900"/>
                  </a:cubicBezTo>
                  <a:cubicBezTo>
                    <a:pt x="16433" y="20999"/>
                    <a:pt x="16427" y="21198"/>
                    <a:pt x="16583" y="21294"/>
                  </a:cubicBezTo>
                  <a:cubicBezTo>
                    <a:pt x="16658" y="21343"/>
                    <a:pt x="16876" y="21444"/>
                    <a:pt x="17120" y="21480"/>
                  </a:cubicBezTo>
                  <a:cubicBezTo>
                    <a:pt x="17326" y="21511"/>
                    <a:pt x="17969" y="21573"/>
                    <a:pt x="18200" y="2154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79" name="Shape 4661"/>
            <p:cNvSpPr/>
            <p:nvPr/>
          </p:nvSpPr>
          <p:spPr>
            <a:xfrm>
              <a:off x="5361734" y="6006063"/>
              <a:ext cx="77457" cy="467339"/>
            </a:xfrm>
            <a:custGeom>
              <a:avLst/>
              <a:gdLst/>
              <a:ahLst/>
              <a:cxnLst>
                <a:cxn ang="0">
                  <a:pos x="wd2" y="hd2"/>
                </a:cxn>
                <a:cxn ang="5400000">
                  <a:pos x="wd2" y="hd2"/>
                </a:cxn>
                <a:cxn ang="10800000">
                  <a:pos x="wd2" y="hd2"/>
                </a:cxn>
                <a:cxn ang="16200000">
                  <a:pos x="wd2" y="hd2"/>
                </a:cxn>
              </a:cxnLst>
              <a:rect l="0" t="0" r="r" b="b"/>
              <a:pathLst>
                <a:path w="21523" h="21552" extrusionOk="0">
                  <a:moveTo>
                    <a:pt x="18200" y="21546"/>
                  </a:moveTo>
                  <a:cubicBezTo>
                    <a:pt x="18656" y="21488"/>
                    <a:pt x="18094" y="21257"/>
                    <a:pt x="18057" y="21161"/>
                  </a:cubicBezTo>
                  <a:cubicBezTo>
                    <a:pt x="17969" y="20981"/>
                    <a:pt x="17832" y="20625"/>
                    <a:pt x="17707" y="20446"/>
                  </a:cubicBezTo>
                  <a:cubicBezTo>
                    <a:pt x="17463" y="20076"/>
                    <a:pt x="16945" y="19337"/>
                    <a:pt x="16470" y="18974"/>
                  </a:cubicBezTo>
                  <a:cubicBezTo>
                    <a:pt x="16133" y="18708"/>
                    <a:pt x="15097" y="18199"/>
                    <a:pt x="14647" y="17938"/>
                  </a:cubicBezTo>
                  <a:cubicBezTo>
                    <a:pt x="14279" y="17733"/>
                    <a:pt x="13598" y="17311"/>
                    <a:pt x="13205" y="17104"/>
                  </a:cubicBezTo>
                  <a:cubicBezTo>
                    <a:pt x="12661" y="16812"/>
                    <a:pt x="11450" y="16232"/>
                    <a:pt x="10838" y="15942"/>
                  </a:cubicBezTo>
                  <a:cubicBezTo>
                    <a:pt x="10426" y="15745"/>
                    <a:pt x="9601" y="15357"/>
                    <a:pt x="9164" y="15163"/>
                  </a:cubicBezTo>
                  <a:cubicBezTo>
                    <a:pt x="8612" y="14921"/>
                    <a:pt x="7410" y="14442"/>
                    <a:pt x="6888" y="14197"/>
                  </a:cubicBezTo>
                  <a:cubicBezTo>
                    <a:pt x="6429" y="13978"/>
                    <a:pt x="5602" y="13535"/>
                    <a:pt x="5211" y="13312"/>
                  </a:cubicBezTo>
                  <a:cubicBezTo>
                    <a:pt x="4743" y="13039"/>
                    <a:pt x="3825" y="12486"/>
                    <a:pt x="3488" y="12206"/>
                  </a:cubicBezTo>
                  <a:cubicBezTo>
                    <a:pt x="3029" y="11827"/>
                    <a:pt x="2345" y="11060"/>
                    <a:pt x="2149" y="10675"/>
                  </a:cubicBezTo>
                  <a:cubicBezTo>
                    <a:pt x="1992" y="10348"/>
                    <a:pt x="1949" y="9692"/>
                    <a:pt x="1958" y="9365"/>
                  </a:cubicBezTo>
                  <a:cubicBezTo>
                    <a:pt x="1964" y="9111"/>
                    <a:pt x="2008" y="8607"/>
                    <a:pt x="2149" y="8356"/>
                  </a:cubicBezTo>
                  <a:cubicBezTo>
                    <a:pt x="2355" y="8016"/>
                    <a:pt x="3101" y="7342"/>
                    <a:pt x="3488" y="7004"/>
                  </a:cubicBezTo>
                  <a:cubicBezTo>
                    <a:pt x="3947" y="6603"/>
                    <a:pt x="4890" y="5798"/>
                    <a:pt x="5608" y="5407"/>
                  </a:cubicBezTo>
                  <a:cubicBezTo>
                    <a:pt x="6223" y="5079"/>
                    <a:pt x="7875" y="4445"/>
                    <a:pt x="8671" y="4129"/>
                  </a:cubicBezTo>
                  <a:cubicBezTo>
                    <a:pt x="9539" y="3783"/>
                    <a:pt x="11325" y="3095"/>
                    <a:pt x="12274" y="2753"/>
                  </a:cubicBezTo>
                  <a:cubicBezTo>
                    <a:pt x="12936" y="2512"/>
                    <a:pt x="14235" y="2031"/>
                    <a:pt x="15034" y="1803"/>
                  </a:cubicBezTo>
                  <a:cubicBezTo>
                    <a:pt x="15759" y="1596"/>
                    <a:pt x="17495" y="1215"/>
                    <a:pt x="18294" y="1017"/>
                  </a:cubicBezTo>
                  <a:cubicBezTo>
                    <a:pt x="18875" y="873"/>
                    <a:pt x="19917" y="570"/>
                    <a:pt x="20567" y="434"/>
                  </a:cubicBezTo>
                  <a:cubicBezTo>
                    <a:pt x="20779" y="390"/>
                    <a:pt x="21429" y="325"/>
                    <a:pt x="21504" y="269"/>
                  </a:cubicBezTo>
                  <a:cubicBezTo>
                    <a:pt x="21591" y="201"/>
                    <a:pt x="21379" y="33"/>
                    <a:pt x="20992" y="5"/>
                  </a:cubicBezTo>
                  <a:cubicBezTo>
                    <a:pt x="20554" y="-27"/>
                    <a:pt x="19680" y="111"/>
                    <a:pt x="19218" y="138"/>
                  </a:cubicBezTo>
                  <a:cubicBezTo>
                    <a:pt x="18818" y="157"/>
                    <a:pt x="17982" y="177"/>
                    <a:pt x="17576" y="191"/>
                  </a:cubicBezTo>
                  <a:cubicBezTo>
                    <a:pt x="17039" y="207"/>
                    <a:pt x="15858" y="196"/>
                    <a:pt x="15465" y="257"/>
                  </a:cubicBezTo>
                  <a:cubicBezTo>
                    <a:pt x="15265" y="288"/>
                    <a:pt x="15047" y="395"/>
                    <a:pt x="15209" y="431"/>
                  </a:cubicBezTo>
                  <a:cubicBezTo>
                    <a:pt x="15384" y="475"/>
                    <a:pt x="16139" y="449"/>
                    <a:pt x="16452" y="453"/>
                  </a:cubicBezTo>
                  <a:cubicBezTo>
                    <a:pt x="16720" y="457"/>
                    <a:pt x="17345" y="430"/>
                    <a:pt x="17507" y="463"/>
                  </a:cubicBezTo>
                  <a:cubicBezTo>
                    <a:pt x="17794" y="522"/>
                    <a:pt x="17438" y="693"/>
                    <a:pt x="17239" y="760"/>
                  </a:cubicBezTo>
                  <a:cubicBezTo>
                    <a:pt x="16933" y="863"/>
                    <a:pt x="15771" y="1007"/>
                    <a:pt x="15334" y="1098"/>
                  </a:cubicBezTo>
                  <a:cubicBezTo>
                    <a:pt x="14909" y="1186"/>
                    <a:pt x="14185" y="1373"/>
                    <a:pt x="13823" y="1470"/>
                  </a:cubicBezTo>
                  <a:cubicBezTo>
                    <a:pt x="13579" y="1532"/>
                    <a:pt x="13155" y="1661"/>
                    <a:pt x="12899" y="1721"/>
                  </a:cubicBezTo>
                  <a:cubicBezTo>
                    <a:pt x="12586" y="1796"/>
                    <a:pt x="11743" y="1920"/>
                    <a:pt x="11518" y="2004"/>
                  </a:cubicBezTo>
                  <a:cubicBezTo>
                    <a:pt x="11312" y="2077"/>
                    <a:pt x="11269" y="2243"/>
                    <a:pt x="11181" y="2321"/>
                  </a:cubicBezTo>
                  <a:cubicBezTo>
                    <a:pt x="11138" y="2374"/>
                    <a:pt x="11200" y="2497"/>
                    <a:pt x="10988" y="2538"/>
                  </a:cubicBezTo>
                  <a:cubicBezTo>
                    <a:pt x="10825" y="2574"/>
                    <a:pt x="10195" y="2574"/>
                    <a:pt x="10001" y="2606"/>
                  </a:cubicBezTo>
                  <a:cubicBezTo>
                    <a:pt x="9776" y="2641"/>
                    <a:pt x="9576" y="2743"/>
                    <a:pt x="9477" y="2791"/>
                  </a:cubicBezTo>
                  <a:cubicBezTo>
                    <a:pt x="9252" y="2906"/>
                    <a:pt x="9270" y="3167"/>
                    <a:pt x="8890" y="3271"/>
                  </a:cubicBezTo>
                  <a:cubicBezTo>
                    <a:pt x="8715" y="3315"/>
                    <a:pt x="8084" y="3359"/>
                    <a:pt x="7894" y="3403"/>
                  </a:cubicBezTo>
                  <a:cubicBezTo>
                    <a:pt x="7538" y="3483"/>
                    <a:pt x="7253" y="3681"/>
                    <a:pt x="7044" y="3773"/>
                  </a:cubicBezTo>
                  <a:cubicBezTo>
                    <a:pt x="6716" y="3915"/>
                    <a:pt x="6179" y="4211"/>
                    <a:pt x="5720" y="4342"/>
                  </a:cubicBezTo>
                  <a:cubicBezTo>
                    <a:pt x="5402" y="4438"/>
                    <a:pt x="4381" y="4583"/>
                    <a:pt x="4078" y="4679"/>
                  </a:cubicBezTo>
                  <a:cubicBezTo>
                    <a:pt x="3756" y="4788"/>
                    <a:pt x="3513" y="5032"/>
                    <a:pt x="3357" y="5150"/>
                  </a:cubicBezTo>
                  <a:cubicBezTo>
                    <a:pt x="3204" y="5255"/>
                    <a:pt x="3023" y="5472"/>
                    <a:pt x="2829" y="5578"/>
                  </a:cubicBezTo>
                  <a:cubicBezTo>
                    <a:pt x="2667" y="5663"/>
                    <a:pt x="2105" y="5825"/>
                    <a:pt x="1974" y="5915"/>
                  </a:cubicBezTo>
                  <a:cubicBezTo>
                    <a:pt x="1846" y="6005"/>
                    <a:pt x="1846" y="6193"/>
                    <a:pt x="1777" y="6286"/>
                  </a:cubicBezTo>
                  <a:cubicBezTo>
                    <a:pt x="1690" y="6423"/>
                    <a:pt x="1368" y="6694"/>
                    <a:pt x="1318" y="6832"/>
                  </a:cubicBezTo>
                  <a:cubicBezTo>
                    <a:pt x="1265" y="6972"/>
                    <a:pt x="1621" y="7257"/>
                    <a:pt x="1377" y="7389"/>
                  </a:cubicBezTo>
                  <a:cubicBezTo>
                    <a:pt x="1221" y="7478"/>
                    <a:pt x="235" y="7603"/>
                    <a:pt x="132" y="7695"/>
                  </a:cubicBezTo>
                  <a:cubicBezTo>
                    <a:pt x="53" y="7764"/>
                    <a:pt x="522" y="7898"/>
                    <a:pt x="528" y="7969"/>
                  </a:cubicBezTo>
                  <a:cubicBezTo>
                    <a:pt x="528" y="8060"/>
                    <a:pt x="103" y="8237"/>
                    <a:pt x="63" y="8329"/>
                  </a:cubicBezTo>
                  <a:cubicBezTo>
                    <a:pt x="28" y="8435"/>
                    <a:pt x="269" y="8647"/>
                    <a:pt x="260" y="8754"/>
                  </a:cubicBezTo>
                  <a:cubicBezTo>
                    <a:pt x="260" y="8886"/>
                    <a:pt x="10" y="9147"/>
                    <a:pt x="0" y="9279"/>
                  </a:cubicBezTo>
                  <a:cubicBezTo>
                    <a:pt x="-9" y="9429"/>
                    <a:pt x="166" y="9729"/>
                    <a:pt x="191" y="9880"/>
                  </a:cubicBezTo>
                  <a:cubicBezTo>
                    <a:pt x="244" y="10095"/>
                    <a:pt x="235" y="10526"/>
                    <a:pt x="260" y="10743"/>
                  </a:cubicBezTo>
                  <a:cubicBezTo>
                    <a:pt x="288" y="10917"/>
                    <a:pt x="366" y="11267"/>
                    <a:pt x="391" y="11441"/>
                  </a:cubicBezTo>
                  <a:cubicBezTo>
                    <a:pt x="425" y="11610"/>
                    <a:pt x="347" y="11951"/>
                    <a:pt x="528" y="12119"/>
                  </a:cubicBezTo>
                  <a:cubicBezTo>
                    <a:pt x="590" y="12180"/>
                    <a:pt x="797" y="12304"/>
                    <a:pt x="987" y="12360"/>
                  </a:cubicBezTo>
                  <a:cubicBezTo>
                    <a:pt x="1221" y="12429"/>
                    <a:pt x="2086" y="12524"/>
                    <a:pt x="2233" y="12600"/>
                  </a:cubicBezTo>
                  <a:cubicBezTo>
                    <a:pt x="2458" y="12708"/>
                    <a:pt x="2017" y="12944"/>
                    <a:pt x="2033" y="13058"/>
                  </a:cubicBezTo>
                  <a:cubicBezTo>
                    <a:pt x="2070" y="13204"/>
                    <a:pt x="1930" y="13525"/>
                    <a:pt x="2501" y="13636"/>
                  </a:cubicBezTo>
                  <a:cubicBezTo>
                    <a:pt x="2682" y="13673"/>
                    <a:pt x="3332" y="13664"/>
                    <a:pt x="3557" y="13691"/>
                  </a:cubicBezTo>
                  <a:cubicBezTo>
                    <a:pt x="3913" y="13737"/>
                    <a:pt x="4406" y="13871"/>
                    <a:pt x="4543" y="13944"/>
                  </a:cubicBezTo>
                  <a:cubicBezTo>
                    <a:pt x="4777" y="14070"/>
                    <a:pt x="4372" y="14351"/>
                    <a:pt x="4606" y="14478"/>
                  </a:cubicBezTo>
                  <a:cubicBezTo>
                    <a:pt x="4699" y="14530"/>
                    <a:pt x="5168" y="14616"/>
                    <a:pt x="5330" y="14664"/>
                  </a:cubicBezTo>
                  <a:cubicBezTo>
                    <a:pt x="5574" y="14735"/>
                    <a:pt x="6067" y="14879"/>
                    <a:pt x="6189" y="14959"/>
                  </a:cubicBezTo>
                  <a:cubicBezTo>
                    <a:pt x="6360" y="15082"/>
                    <a:pt x="5980" y="15343"/>
                    <a:pt x="6248" y="15462"/>
                  </a:cubicBezTo>
                  <a:cubicBezTo>
                    <a:pt x="6517" y="15580"/>
                    <a:pt x="7840" y="15735"/>
                    <a:pt x="8231" y="15844"/>
                  </a:cubicBezTo>
                  <a:cubicBezTo>
                    <a:pt x="8543" y="15932"/>
                    <a:pt x="8783" y="16136"/>
                    <a:pt x="9080" y="16226"/>
                  </a:cubicBezTo>
                  <a:cubicBezTo>
                    <a:pt x="9433" y="16331"/>
                    <a:pt x="10638" y="16493"/>
                    <a:pt x="10863" y="16608"/>
                  </a:cubicBezTo>
                  <a:cubicBezTo>
                    <a:pt x="11069" y="16713"/>
                    <a:pt x="10594" y="16947"/>
                    <a:pt x="10732" y="17054"/>
                  </a:cubicBezTo>
                  <a:cubicBezTo>
                    <a:pt x="10925" y="17207"/>
                    <a:pt x="11999" y="17471"/>
                    <a:pt x="12374" y="17613"/>
                  </a:cubicBezTo>
                  <a:cubicBezTo>
                    <a:pt x="12680" y="17728"/>
                    <a:pt x="13273" y="17962"/>
                    <a:pt x="13492" y="18083"/>
                  </a:cubicBezTo>
                  <a:cubicBezTo>
                    <a:pt x="13804" y="18257"/>
                    <a:pt x="14116" y="18616"/>
                    <a:pt x="14347" y="18793"/>
                  </a:cubicBezTo>
                  <a:cubicBezTo>
                    <a:pt x="14572" y="18965"/>
                    <a:pt x="15147" y="19306"/>
                    <a:pt x="15334" y="19480"/>
                  </a:cubicBezTo>
                  <a:cubicBezTo>
                    <a:pt x="15496" y="19641"/>
                    <a:pt x="15777" y="19962"/>
                    <a:pt x="15796" y="20125"/>
                  </a:cubicBezTo>
                  <a:cubicBezTo>
                    <a:pt x="15802" y="20190"/>
                    <a:pt x="15602" y="20322"/>
                    <a:pt x="15665" y="20387"/>
                  </a:cubicBezTo>
                  <a:cubicBezTo>
                    <a:pt x="15721" y="20460"/>
                    <a:pt x="16196" y="20588"/>
                    <a:pt x="16283" y="20661"/>
                  </a:cubicBezTo>
                  <a:cubicBezTo>
                    <a:pt x="16371" y="20718"/>
                    <a:pt x="16358" y="20840"/>
                    <a:pt x="16383" y="20900"/>
                  </a:cubicBezTo>
                  <a:cubicBezTo>
                    <a:pt x="16433" y="20999"/>
                    <a:pt x="16427" y="21198"/>
                    <a:pt x="16583" y="21294"/>
                  </a:cubicBezTo>
                  <a:cubicBezTo>
                    <a:pt x="16658" y="21343"/>
                    <a:pt x="16876" y="21444"/>
                    <a:pt x="17120" y="21480"/>
                  </a:cubicBezTo>
                  <a:cubicBezTo>
                    <a:pt x="17326" y="21511"/>
                    <a:pt x="17969" y="21573"/>
                    <a:pt x="18200" y="2154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80" name="Shape 4662"/>
            <p:cNvSpPr/>
            <p:nvPr/>
          </p:nvSpPr>
          <p:spPr>
            <a:xfrm>
              <a:off x="5430770" y="5844981"/>
              <a:ext cx="140544" cy="129825"/>
            </a:xfrm>
            <a:custGeom>
              <a:avLst/>
              <a:gdLst/>
              <a:ahLst/>
              <a:cxnLst>
                <a:cxn ang="0">
                  <a:pos x="wd2" y="hd2"/>
                </a:cxn>
                <a:cxn ang="5400000">
                  <a:pos x="wd2" y="hd2"/>
                </a:cxn>
                <a:cxn ang="10800000">
                  <a:pos x="wd2" y="hd2"/>
                </a:cxn>
                <a:cxn ang="16200000">
                  <a:pos x="wd2" y="hd2"/>
                </a:cxn>
              </a:cxnLst>
              <a:rect l="0" t="0" r="r" b="b"/>
              <a:pathLst>
                <a:path w="21470" h="21500" extrusionOk="0">
                  <a:moveTo>
                    <a:pt x="21469" y="839"/>
                  </a:moveTo>
                  <a:cubicBezTo>
                    <a:pt x="21456" y="1271"/>
                    <a:pt x="20851" y="1948"/>
                    <a:pt x="20549" y="2223"/>
                  </a:cubicBezTo>
                  <a:cubicBezTo>
                    <a:pt x="19691" y="3009"/>
                    <a:pt x="17470" y="3738"/>
                    <a:pt x="16509" y="4367"/>
                  </a:cubicBezTo>
                  <a:cubicBezTo>
                    <a:pt x="15723" y="4881"/>
                    <a:pt x="14274" y="6090"/>
                    <a:pt x="13549" y="6700"/>
                  </a:cubicBezTo>
                  <a:cubicBezTo>
                    <a:pt x="12516" y="7545"/>
                    <a:pt x="10463" y="9257"/>
                    <a:pt x="9509" y="10195"/>
                  </a:cubicBezTo>
                  <a:cubicBezTo>
                    <a:pt x="8843" y="10842"/>
                    <a:pt x="7635" y="12272"/>
                    <a:pt x="7010" y="12960"/>
                  </a:cubicBezTo>
                  <a:cubicBezTo>
                    <a:pt x="6509" y="13515"/>
                    <a:pt x="5510" y="14624"/>
                    <a:pt x="5001" y="15167"/>
                  </a:cubicBezTo>
                  <a:cubicBezTo>
                    <a:pt x="4610" y="15587"/>
                    <a:pt x="3790" y="16369"/>
                    <a:pt x="3426" y="16812"/>
                  </a:cubicBezTo>
                  <a:cubicBezTo>
                    <a:pt x="3137" y="17165"/>
                    <a:pt x="2629" y="17921"/>
                    <a:pt x="2396" y="18315"/>
                  </a:cubicBezTo>
                  <a:cubicBezTo>
                    <a:pt x="2128" y="18766"/>
                    <a:pt x="1702" y="19741"/>
                    <a:pt x="1442" y="20195"/>
                  </a:cubicBezTo>
                  <a:cubicBezTo>
                    <a:pt x="1256" y="20530"/>
                    <a:pt x="975" y="21378"/>
                    <a:pt x="631" y="21490"/>
                  </a:cubicBezTo>
                  <a:cubicBezTo>
                    <a:pt x="477" y="21542"/>
                    <a:pt x="103" y="21382"/>
                    <a:pt x="34" y="21226"/>
                  </a:cubicBezTo>
                  <a:cubicBezTo>
                    <a:pt x="-117" y="20891"/>
                    <a:pt x="278" y="20128"/>
                    <a:pt x="415" y="19789"/>
                  </a:cubicBezTo>
                  <a:cubicBezTo>
                    <a:pt x="501" y="19566"/>
                    <a:pt x="714" y="19149"/>
                    <a:pt x="848" y="18959"/>
                  </a:cubicBezTo>
                  <a:cubicBezTo>
                    <a:pt x="988" y="18762"/>
                    <a:pt x="1404" y="18483"/>
                    <a:pt x="1500" y="18256"/>
                  </a:cubicBezTo>
                  <a:cubicBezTo>
                    <a:pt x="1661" y="17876"/>
                    <a:pt x="1572" y="16998"/>
                    <a:pt x="1610" y="16581"/>
                  </a:cubicBezTo>
                  <a:cubicBezTo>
                    <a:pt x="1623" y="16391"/>
                    <a:pt x="1575" y="15963"/>
                    <a:pt x="1689" y="15815"/>
                  </a:cubicBezTo>
                  <a:cubicBezTo>
                    <a:pt x="1854" y="15614"/>
                    <a:pt x="2427" y="15658"/>
                    <a:pt x="2643" y="15520"/>
                  </a:cubicBezTo>
                  <a:cubicBezTo>
                    <a:pt x="2846" y="15390"/>
                    <a:pt x="3213" y="15018"/>
                    <a:pt x="3316" y="14780"/>
                  </a:cubicBezTo>
                  <a:cubicBezTo>
                    <a:pt x="3398" y="14598"/>
                    <a:pt x="3302" y="14136"/>
                    <a:pt x="3398" y="13961"/>
                  </a:cubicBezTo>
                  <a:cubicBezTo>
                    <a:pt x="3536" y="13704"/>
                    <a:pt x="4092" y="13481"/>
                    <a:pt x="4291" y="13288"/>
                  </a:cubicBezTo>
                  <a:cubicBezTo>
                    <a:pt x="4445" y="13135"/>
                    <a:pt x="4771" y="12822"/>
                    <a:pt x="4833" y="12607"/>
                  </a:cubicBezTo>
                  <a:cubicBezTo>
                    <a:pt x="4943" y="12275"/>
                    <a:pt x="4672" y="11527"/>
                    <a:pt x="4782" y="11192"/>
                  </a:cubicBezTo>
                  <a:cubicBezTo>
                    <a:pt x="4833" y="11043"/>
                    <a:pt x="5046" y="10753"/>
                    <a:pt x="5190" y="10727"/>
                  </a:cubicBezTo>
                  <a:cubicBezTo>
                    <a:pt x="5376" y="10686"/>
                    <a:pt x="5716" y="10965"/>
                    <a:pt x="5867" y="11077"/>
                  </a:cubicBezTo>
                  <a:cubicBezTo>
                    <a:pt x="6007" y="11181"/>
                    <a:pt x="6189" y="11542"/>
                    <a:pt x="6358" y="11572"/>
                  </a:cubicBezTo>
                  <a:cubicBezTo>
                    <a:pt x="6557" y="11620"/>
                    <a:pt x="6982" y="11412"/>
                    <a:pt x="7120" y="11256"/>
                  </a:cubicBezTo>
                  <a:cubicBezTo>
                    <a:pt x="7278" y="11077"/>
                    <a:pt x="7442" y="10563"/>
                    <a:pt x="7415" y="10310"/>
                  </a:cubicBezTo>
                  <a:cubicBezTo>
                    <a:pt x="7394" y="10109"/>
                    <a:pt x="7003" y="9815"/>
                    <a:pt x="7010" y="9607"/>
                  </a:cubicBezTo>
                  <a:cubicBezTo>
                    <a:pt x="7013" y="9268"/>
                    <a:pt x="7459" y="8691"/>
                    <a:pt x="7710" y="8490"/>
                  </a:cubicBezTo>
                  <a:cubicBezTo>
                    <a:pt x="7882" y="8349"/>
                    <a:pt x="8318" y="8237"/>
                    <a:pt x="8527" y="8196"/>
                  </a:cubicBezTo>
                  <a:cubicBezTo>
                    <a:pt x="8812" y="8137"/>
                    <a:pt x="9392" y="8204"/>
                    <a:pt x="9663" y="8137"/>
                  </a:cubicBezTo>
                  <a:cubicBezTo>
                    <a:pt x="9921" y="8070"/>
                    <a:pt x="10408" y="7865"/>
                    <a:pt x="10614" y="7694"/>
                  </a:cubicBezTo>
                  <a:cubicBezTo>
                    <a:pt x="10848" y="7501"/>
                    <a:pt x="11105" y="6901"/>
                    <a:pt x="11322" y="6700"/>
                  </a:cubicBezTo>
                  <a:cubicBezTo>
                    <a:pt x="11479" y="6544"/>
                    <a:pt x="11905" y="6406"/>
                    <a:pt x="12056" y="6250"/>
                  </a:cubicBezTo>
                  <a:cubicBezTo>
                    <a:pt x="12248" y="6057"/>
                    <a:pt x="12465" y="5495"/>
                    <a:pt x="12654" y="5286"/>
                  </a:cubicBezTo>
                  <a:cubicBezTo>
                    <a:pt x="12897" y="5007"/>
                    <a:pt x="13525" y="4646"/>
                    <a:pt x="13793" y="4400"/>
                  </a:cubicBezTo>
                  <a:cubicBezTo>
                    <a:pt x="14020" y="4188"/>
                    <a:pt x="14373" y="3638"/>
                    <a:pt x="14634" y="3492"/>
                  </a:cubicBezTo>
                  <a:cubicBezTo>
                    <a:pt x="14809" y="3384"/>
                    <a:pt x="15235" y="3384"/>
                    <a:pt x="15420" y="3310"/>
                  </a:cubicBezTo>
                  <a:cubicBezTo>
                    <a:pt x="15839" y="3150"/>
                    <a:pt x="16615" y="2677"/>
                    <a:pt x="16993" y="2428"/>
                  </a:cubicBezTo>
                  <a:cubicBezTo>
                    <a:pt x="17254" y="2264"/>
                    <a:pt x="17683" y="1780"/>
                    <a:pt x="17968" y="1691"/>
                  </a:cubicBezTo>
                  <a:cubicBezTo>
                    <a:pt x="18187" y="1624"/>
                    <a:pt x="18647" y="1807"/>
                    <a:pt x="18867" y="1754"/>
                  </a:cubicBezTo>
                  <a:cubicBezTo>
                    <a:pt x="19128" y="1687"/>
                    <a:pt x="19626" y="1397"/>
                    <a:pt x="19815" y="1192"/>
                  </a:cubicBezTo>
                  <a:cubicBezTo>
                    <a:pt x="19986" y="1006"/>
                    <a:pt x="20096" y="448"/>
                    <a:pt x="20281" y="277"/>
                  </a:cubicBezTo>
                  <a:cubicBezTo>
                    <a:pt x="20429" y="143"/>
                    <a:pt x="20831" y="-58"/>
                    <a:pt x="21009" y="16"/>
                  </a:cubicBezTo>
                  <a:cubicBezTo>
                    <a:pt x="21219" y="98"/>
                    <a:pt x="21483" y="604"/>
                    <a:pt x="21469" y="839"/>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81" name="Shape 4663"/>
            <p:cNvSpPr/>
            <p:nvPr/>
          </p:nvSpPr>
          <p:spPr>
            <a:xfrm>
              <a:off x="5430770" y="5844981"/>
              <a:ext cx="140544" cy="129825"/>
            </a:xfrm>
            <a:custGeom>
              <a:avLst/>
              <a:gdLst/>
              <a:ahLst/>
              <a:cxnLst>
                <a:cxn ang="0">
                  <a:pos x="wd2" y="hd2"/>
                </a:cxn>
                <a:cxn ang="5400000">
                  <a:pos x="wd2" y="hd2"/>
                </a:cxn>
                <a:cxn ang="10800000">
                  <a:pos x="wd2" y="hd2"/>
                </a:cxn>
                <a:cxn ang="16200000">
                  <a:pos x="wd2" y="hd2"/>
                </a:cxn>
              </a:cxnLst>
              <a:rect l="0" t="0" r="r" b="b"/>
              <a:pathLst>
                <a:path w="21470" h="21500" extrusionOk="0">
                  <a:moveTo>
                    <a:pt x="21469" y="839"/>
                  </a:moveTo>
                  <a:cubicBezTo>
                    <a:pt x="21456" y="1271"/>
                    <a:pt x="20851" y="1948"/>
                    <a:pt x="20549" y="2223"/>
                  </a:cubicBezTo>
                  <a:cubicBezTo>
                    <a:pt x="19691" y="3009"/>
                    <a:pt x="17470" y="3738"/>
                    <a:pt x="16509" y="4367"/>
                  </a:cubicBezTo>
                  <a:cubicBezTo>
                    <a:pt x="15723" y="4881"/>
                    <a:pt x="14274" y="6090"/>
                    <a:pt x="13549" y="6700"/>
                  </a:cubicBezTo>
                  <a:cubicBezTo>
                    <a:pt x="12516" y="7545"/>
                    <a:pt x="10463" y="9257"/>
                    <a:pt x="9509" y="10195"/>
                  </a:cubicBezTo>
                  <a:cubicBezTo>
                    <a:pt x="8843" y="10842"/>
                    <a:pt x="7635" y="12272"/>
                    <a:pt x="7010" y="12960"/>
                  </a:cubicBezTo>
                  <a:cubicBezTo>
                    <a:pt x="6509" y="13515"/>
                    <a:pt x="5510" y="14624"/>
                    <a:pt x="5001" y="15167"/>
                  </a:cubicBezTo>
                  <a:cubicBezTo>
                    <a:pt x="4610" y="15587"/>
                    <a:pt x="3790" y="16369"/>
                    <a:pt x="3426" y="16812"/>
                  </a:cubicBezTo>
                  <a:cubicBezTo>
                    <a:pt x="3137" y="17165"/>
                    <a:pt x="2629" y="17921"/>
                    <a:pt x="2396" y="18315"/>
                  </a:cubicBezTo>
                  <a:cubicBezTo>
                    <a:pt x="2128" y="18769"/>
                    <a:pt x="1702" y="19741"/>
                    <a:pt x="1442" y="20195"/>
                  </a:cubicBezTo>
                  <a:cubicBezTo>
                    <a:pt x="1256" y="20530"/>
                    <a:pt x="975" y="21378"/>
                    <a:pt x="631" y="21490"/>
                  </a:cubicBezTo>
                  <a:cubicBezTo>
                    <a:pt x="477" y="21542"/>
                    <a:pt x="103" y="21382"/>
                    <a:pt x="34" y="21226"/>
                  </a:cubicBezTo>
                  <a:cubicBezTo>
                    <a:pt x="-117" y="20891"/>
                    <a:pt x="278" y="20128"/>
                    <a:pt x="415" y="19789"/>
                  </a:cubicBezTo>
                  <a:cubicBezTo>
                    <a:pt x="501" y="19566"/>
                    <a:pt x="714" y="19149"/>
                    <a:pt x="848" y="18959"/>
                  </a:cubicBezTo>
                  <a:cubicBezTo>
                    <a:pt x="988" y="18762"/>
                    <a:pt x="1404" y="18483"/>
                    <a:pt x="1500" y="18256"/>
                  </a:cubicBezTo>
                  <a:cubicBezTo>
                    <a:pt x="1661" y="17876"/>
                    <a:pt x="1572" y="16998"/>
                    <a:pt x="1610" y="16581"/>
                  </a:cubicBezTo>
                  <a:cubicBezTo>
                    <a:pt x="1623" y="16391"/>
                    <a:pt x="1575" y="15963"/>
                    <a:pt x="1689" y="15815"/>
                  </a:cubicBezTo>
                  <a:cubicBezTo>
                    <a:pt x="1854" y="15614"/>
                    <a:pt x="2427" y="15658"/>
                    <a:pt x="2643" y="15520"/>
                  </a:cubicBezTo>
                  <a:cubicBezTo>
                    <a:pt x="2846" y="15390"/>
                    <a:pt x="3213" y="15018"/>
                    <a:pt x="3316" y="14780"/>
                  </a:cubicBezTo>
                  <a:cubicBezTo>
                    <a:pt x="3398" y="14598"/>
                    <a:pt x="3302" y="14136"/>
                    <a:pt x="3398" y="13961"/>
                  </a:cubicBezTo>
                  <a:cubicBezTo>
                    <a:pt x="3536" y="13704"/>
                    <a:pt x="4092" y="13481"/>
                    <a:pt x="4291" y="13288"/>
                  </a:cubicBezTo>
                  <a:cubicBezTo>
                    <a:pt x="4445" y="13135"/>
                    <a:pt x="4771" y="12822"/>
                    <a:pt x="4833" y="12607"/>
                  </a:cubicBezTo>
                  <a:cubicBezTo>
                    <a:pt x="4943" y="12275"/>
                    <a:pt x="4672" y="11527"/>
                    <a:pt x="4782" y="11192"/>
                  </a:cubicBezTo>
                  <a:cubicBezTo>
                    <a:pt x="4833" y="11043"/>
                    <a:pt x="5046" y="10753"/>
                    <a:pt x="5190" y="10727"/>
                  </a:cubicBezTo>
                  <a:cubicBezTo>
                    <a:pt x="5376" y="10686"/>
                    <a:pt x="5716" y="10965"/>
                    <a:pt x="5867" y="11077"/>
                  </a:cubicBezTo>
                  <a:cubicBezTo>
                    <a:pt x="6007" y="11181"/>
                    <a:pt x="6189" y="11542"/>
                    <a:pt x="6358" y="11572"/>
                  </a:cubicBezTo>
                  <a:cubicBezTo>
                    <a:pt x="6557" y="11620"/>
                    <a:pt x="6982" y="11412"/>
                    <a:pt x="7120" y="11256"/>
                  </a:cubicBezTo>
                  <a:cubicBezTo>
                    <a:pt x="7278" y="11077"/>
                    <a:pt x="7442" y="10563"/>
                    <a:pt x="7415" y="10310"/>
                  </a:cubicBezTo>
                  <a:cubicBezTo>
                    <a:pt x="7394" y="10109"/>
                    <a:pt x="7003" y="9815"/>
                    <a:pt x="7010" y="9607"/>
                  </a:cubicBezTo>
                  <a:cubicBezTo>
                    <a:pt x="7013" y="9268"/>
                    <a:pt x="7459" y="8691"/>
                    <a:pt x="7710" y="8490"/>
                  </a:cubicBezTo>
                  <a:cubicBezTo>
                    <a:pt x="7882" y="8349"/>
                    <a:pt x="8318" y="8237"/>
                    <a:pt x="8527" y="8196"/>
                  </a:cubicBezTo>
                  <a:cubicBezTo>
                    <a:pt x="8812" y="8137"/>
                    <a:pt x="9392" y="8204"/>
                    <a:pt x="9663" y="8137"/>
                  </a:cubicBezTo>
                  <a:cubicBezTo>
                    <a:pt x="9921" y="8070"/>
                    <a:pt x="10408" y="7865"/>
                    <a:pt x="10614" y="7694"/>
                  </a:cubicBezTo>
                  <a:cubicBezTo>
                    <a:pt x="10848" y="7501"/>
                    <a:pt x="11105" y="6901"/>
                    <a:pt x="11322" y="6700"/>
                  </a:cubicBezTo>
                  <a:cubicBezTo>
                    <a:pt x="11479" y="6544"/>
                    <a:pt x="11905" y="6406"/>
                    <a:pt x="12056" y="6250"/>
                  </a:cubicBezTo>
                  <a:cubicBezTo>
                    <a:pt x="12248" y="6057"/>
                    <a:pt x="12465" y="5495"/>
                    <a:pt x="12650" y="5286"/>
                  </a:cubicBezTo>
                  <a:cubicBezTo>
                    <a:pt x="12897" y="5007"/>
                    <a:pt x="13525" y="4646"/>
                    <a:pt x="13793" y="4400"/>
                  </a:cubicBezTo>
                  <a:cubicBezTo>
                    <a:pt x="14020" y="4188"/>
                    <a:pt x="14373" y="3638"/>
                    <a:pt x="14634" y="3492"/>
                  </a:cubicBezTo>
                  <a:cubicBezTo>
                    <a:pt x="14809" y="3384"/>
                    <a:pt x="15235" y="3384"/>
                    <a:pt x="15420" y="3310"/>
                  </a:cubicBezTo>
                  <a:cubicBezTo>
                    <a:pt x="15839" y="3150"/>
                    <a:pt x="16615" y="2677"/>
                    <a:pt x="16993" y="2428"/>
                  </a:cubicBezTo>
                  <a:cubicBezTo>
                    <a:pt x="17254" y="2264"/>
                    <a:pt x="17683" y="1780"/>
                    <a:pt x="17968" y="1691"/>
                  </a:cubicBezTo>
                  <a:cubicBezTo>
                    <a:pt x="18187" y="1624"/>
                    <a:pt x="18647" y="1807"/>
                    <a:pt x="18867" y="1754"/>
                  </a:cubicBezTo>
                  <a:cubicBezTo>
                    <a:pt x="19128" y="1687"/>
                    <a:pt x="19626" y="1397"/>
                    <a:pt x="19815" y="1192"/>
                  </a:cubicBezTo>
                  <a:cubicBezTo>
                    <a:pt x="19986" y="1006"/>
                    <a:pt x="20096" y="448"/>
                    <a:pt x="20281" y="277"/>
                  </a:cubicBezTo>
                  <a:cubicBezTo>
                    <a:pt x="20429" y="143"/>
                    <a:pt x="20831" y="-58"/>
                    <a:pt x="21009" y="16"/>
                  </a:cubicBezTo>
                  <a:cubicBezTo>
                    <a:pt x="21219" y="98"/>
                    <a:pt x="21483" y="604"/>
                    <a:pt x="21469" y="839"/>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82" name="Shape 4664"/>
            <p:cNvSpPr/>
            <p:nvPr/>
          </p:nvSpPr>
          <p:spPr>
            <a:xfrm>
              <a:off x="3290678" y="3750913"/>
              <a:ext cx="2897908" cy="2765344"/>
            </a:xfrm>
            <a:custGeom>
              <a:avLst/>
              <a:gdLst/>
              <a:ahLst/>
              <a:cxnLst>
                <a:cxn ang="0">
                  <a:pos x="wd2" y="hd2"/>
                </a:cxn>
                <a:cxn ang="5400000">
                  <a:pos x="wd2" y="hd2"/>
                </a:cxn>
                <a:cxn ang="10800000">
                  <a:pos x="wd2" y="hd2"/>
                </a:cxn>
                <a:cxn ang="16200000">
                  <a:pos x="wd2" y="hd2"/>
                </a:cxn>
              </a:cxnLst>
              <a:rect l="0" t="0" r="r" b="b"/>
              <a:pathLst>
                <a:path w="21596" h="21599" extrusionOk="0">
                  <a:moveTo>
                    <a:pt x="6243" y="1"/>
                  </a:moveTo>
                  <a:lnTo>
                    <a:pt x="10869" y="86"/>
                  </a:lnTo>
                  <a:lnTo>
                    <a:pt x="10869" y="4036"/>
                  </a:lnTo>
                  <a:cubicBezTo>
                    <a:pt x="10869" y="4036"/>
                    <a:pt x="10898" y="4037"/>
                    <a:pt x="10907" y="4035"/>
                  </a:cubicBezTo>
                  <a:cubicBezTo>
                    <a:pt x="10917" y="4032"/>
                    <a:pt x="10935" y="4024"/>
                    <a:pt x="10943" y="4019"/>
                  </a:cubicBezTo>
                  <a:cubicBezTo>
                    <a:pt x="10949" y="4016"/>
                    <a:pt x="10957" y="4002"/>
                    <a:pt x="10964" y="4001"/>
                  </a:cubicBezTo>
                  <a:cubicBezTo>
                    <a:pt x="10975" y="4000"/>
                    <a:pt x="10995" y="4015"/>
                    <a:pt x="11005" y="4021"/>
                  </a:cubicBezTo>
                  <a:cubicBezTo>
                    <a:pt x="11014" y="4025"/>
                    <a:pt x="11033" y="4035"/>
                    <a:pt x="11041" y="4042"/>
                  </a:cubicBezTo>
                  <a:cubicBezTo>
                    <a:pt x="11048" y="4048"/>
                    <a:pt x="11058" y="4065"/>
                    <a:pt x="11063" y="4074"/>
                  </a:cubicBezTo>
                  <a:cubicBezTo>
                    <a:pt x="11070" y="4084"/>
                    <a:pt x="11077" y="4109"/>
                    <a:pt x="11084" y="4119"/>
                  </a:cubicBezTo>
                  <a:cubicBezTo>
                    <a:pt x="11093" y="4131"/>
                    <a:pt x="11118" y="4148"/>
                    <a:pt x="11128" y="4158"/>
                  </a:cubicBezTo>
                  <a:cubicBezTo>
                    <a:pt x="11138" y="4167"/>
                    <a:pt x="11158" y="4186"/>
                    <a:pt x="11167" y="4197"/>
                  </a:cubicBezTo>
                  <a:cubicBezTo>
                    <a:pt x="11176" y="4209"/>
                    <a:pt x="11190" y="4238"/>
                    <a:pt x="11200" y="4250"/>
                  </a:cubicBezTo>
                  <a:cubicBezTo>
                    <a:pt x="11209" y="4260"/>
                    <a:pt x="11230" y="4278"/>
                    <a:pt x="11241" y="4287"/>
                  </a:cubicBezTo>
                  <a:cubicBezTo>
                    <a:pt x="11254" y="4299"/>
                    <a:pt x="11284" y="4319"/>
                    <a:pt x="11297" y="4331"/>
                  </a:cubicBezTo>
                  <a:cubicBezTo>
                    <a:pt x="11307" y="4341"/>
                    <a:pt x="11327" y="4360"/>
                    <a:pt x="11335" y="4371"/>
                  </a:cubicBezTo>
                  <a:cubicBezTo>
                    <a:pt x="11342" y="4379"/>
                    <a:pt x="11349" y="4403"/>
                    <a:pt x="11359" y="4409"/>
                  </a:cubicBezTo>
                  <a:cubicBezTo>
                    <a:pt x="11366" y="4415"/>
                    <a:pt x="11386" y="4416"/>
                    <a:pt x="11395" y="4416"/>
                  </a:cubicBezTo>
                  <a:cubicBezTo>
                    <a:pt x="11404" y="4416"/>
                    <a:pt x="11423" y="4409"/>
                    <a:pt x="11433" y="4408"/>
                  </a:cubicBezTo>
                  <a:cubicBezTo>
                    <a:pt x="11446" y="4408"/>
                    <a:pt x="11471" y="4419"/>
                    <a:pt x="11484" y="4417"/>
                  </a:cubicBezTo>
                  <a:cubicBezTo>
                    <a:pt x="11493" y="4416"/>
                    <a:pt x="11512" y="4407"/>
                    <a:pt x="11519" y="4399"/>
                  </a:cubicBezTo>
                  <a:cubicBezTo>
                    <a:pt x="11525" y="4393"/>
                    <a:pt x="11530" y="4375"/>
                    <a:pt x="11533" y="4367"/>
                  </a:cubicBezTo>
                  <a:cubicBezTo>
                    <a:pt x="11536" y="4358"/>
                    <a:pt x="11537" y="4337"/>
                    <a:pt x="11544" y="4331"/>
                  </a:cubicBezTo>
                  <a:cubicBezTo>
                    <a:pt x="11553" y="4324"/>
                    <a:pt x="11578" y="4327"/>
                    <a:pt x="11589" y="4331"/>
                  </a:cubicBezTo>
                  <a:cubicBezTo>
                    <a:pt x="11596" y="4333"/>
                    <a:pt x="11606" y="4349"/>
                    <a:pt x="11614" y="4349"/>
                  </a:cubicBezTo>
                  <a:cubicBezTo>
                    <a:pt x="11620" y="4349"/>
                    <a:pt x="11628" y="4335"/>
                    <a:pt x="11635" y="4332"/>
                  </a:cubicBezTo>
                  <a:cubicBezTo>
                    <a:pt x="11643" y="4330"/>
                    <a:pt x="11662" y="4329"/>
                    <a:pt x="11669" y="4334"/>
                  </a:cubicBezTo>
                  <a:cubicBezTo>
                    <a:pt x="11677" y="4338"/>
                    <a:pt x="11680" y="4360"/>
                    <a:pt x="11687" y="4365"/>
                  </a:cubicBezTo>
                  <a:cubicBezTo>
                    <a:pt x="11694" y="4370"/>
                    <a:pt x="11711" y="4369"/>
                    <a:pt x="11719" y="4371"/>
                  </a:cubicBezTo>
                  <a:cubicBezTo>
                    <a:pt x="11730" y="4375"/>
                    <a:pt x="11749" y="4388"/>
                    <a:pt x="11760" y="4393"/>
                  </a:cubicBezTo>
                  <a:cubicBezTo>
                    <a:pt x="11767" y="4397"/>
                    <a:pt x="11781" y="4408"/>
                    <a:pt x="11790" y="4408"/>
                  </a:cubicBezTo>
                  <a:cubicBezTo>
                    <a:pt x="11800" y="4408"/>
                    <a:pt x="11820" y="4400"/>
                    <a:pt x="11827" y="4392"/>
                  </a:cubicBezTo>
                  <a:cubicBezTo>
                    <a:pt x="11834" y="4383"/>
                    <a:pt x="11836" y="4359"/>
                    <a:pt x="11835" y="4347"/>
                  </a:cubicBezTo>
                  <a:cubicBezTo>
                    <a:pt x="11835" y="4335"/>
                    <a:pt x="11823" y="4311"/>
                    <a:pt x="11824" y="4298"/>
                  </a:cubicBezTo>
                  <a:cubicBezTo>
                    <a:pt x="11825" y="4287"/>
                    <a:pt x="11834" y="4264"/>
                    <a:pt x="11842" y="4256"/>
                  </a:cubicBezTo>
                  <a:cubicBezTo>
                    <a:pt x="11851" y="4246"/>
                    <a:pt x="11875" y="4230"/>
                    <a:pt x="11888" y="4232"/>
                  </a:cubicBezTo>
                  <a:cubicBezTo>
                    <a:pt x="11898" y="4235"/>
                    <a:pt x="11909" y="4258"/>
                    <a:pt x="11915" y="4268"/>
                  </a:cubicBezTo>
                  <a:cubicBezTo>
                    <a:pt x="11921" y="4279"/>
                    <a:pt x="11926" y="4305"/>
                    <a:pt x="11933" y="4316"/>
                  </a:cubicBezTo>
                  <a:cubicBezTo>
                    <a:pt x="11938" y="4325"/>
                    <a:pt x="11953" y="4344"/>
                    <a:pt x="11963" y="4345"/>
                  </a:cubicBezTo>
                  <a:cubicBezTo>
                    <a:pt x="11972" y="4347"/>
                    <a:pt x="11987" y="4332"/>
                    <a:pt x="11996" y="4330"/>
                  </a:cubicBezTo>
                  <a:cubicBezTo>
                    <a:pt x="12003" y="4328"/>
                    <a:pt x="12019" y="4324"/>
                    <a:pt x="12026" y="4327"/>
                  </a:cubicBezTo>
                  <a:cubicBezTo>
                    <a:pt x="12032" y="4330"/>
                    <a:pt x="12042" y="4342"/>
                    <a:pt x="12045" y="4348"/>
                  </a:cubicBezTo>
                  <a:cubicBezTo>
                    <a:pt x="12050" y="4361"/>
                    <a:pt x="12045" y="4390"/>
                    <a:pt x="12051" y="4402"/>
                  </a:cubicBezTo>
                  <a:cubicBezTo>
                    <a:pt x="12054" y="4408"/>
                    <a:pt x="12069" y="4415"/>
                    <a:pt x="12073" y="4421"/>
                  </a:cubicBezTo>
                  <a:cubicBezTo>
                    <a:pt x="12080" y="4432"/>
                    <a:pt x="12083" y="4462"/>
                    <a:pt x="12091" y="4472"/>
                  </a:cubicBezTo>
                  <a:cubicBezTo>
                    <a:pt x="12098" y="4480"/>
                    <a:pt x="12122" y="4481"/>
                    <a:pt x="12128" y="4491"/>
                  </a:cubicBezTo>
                  <a:cubicBezTo>
                    <a:pt x="12135" y="4503"/>
                    <a:pt x="12124" y="4534"/>
                    <a:pt x="12126" y="4549"/>
                  </a:cubicBezTo>
                  <a:cubicBezTo>
                    <a:pt x="12127" y="4560"/>
                    <a:pt x="12131" y="4582"/>
                    <a:pt x="12136" y="4592"/>
                  </a:cubicBezTo>
                  <a:cubicBezTo>
                    <a:pt x="12140" y="4602"/>
                    <a:pt x="12158" y="4618"/>
                    <a:pt x="12160" y="4628"/>
                  </a:cubicBezTo>
                  <a:cubicBezTo>
                    <a:pt x="12164" y="4645"/>
                    <a:pt x="12147" y="4680"/>
                    <a:pt x="12153" y="4695"/>
                  </a:cubicBezTo>
                  <a:cubicBezTo>
                    <a:pt x="12160" y="4711"/>
                    <a:pt x="12192" y="4731"/>
                    <a:pt x="12209" y="4736"/>
                  </a:cubicBezTo>
                  <a:cubicBezTo>
                    <a:pt x="12221" y="4739"/>
                    <a:pt x="12247" y="4724"/>
                    <a:pt x="12258" y="4729"/>
                  </a:cubicBezTo>
                  <a:cubicBezTo>
                    <a:pt x="12267" y="4733"/>
                    <a:pt x="12271" y="4760"/>
                    <a:pt x="12280" y="4763"/>
                  </a:cubicBezTo>
                  <a:cubicBezTo>
                    <a:pt x="12294" y="4767"/>
                    <a:pt x="12318" y="4735"/>
                    <a:pt x="12332" y="4736"/>
                  </a:cubicBezTo>
                  <a:cubicBezTo>
                    <a:pt x="12349" y="4737"/>
                    <a:pt x="12371" y="4771"/>
                    <a:pt x="12387" y="4772"/>
                  </a:cubicBezTo>
                  <a:cubicBezTo>
                    <a:pt x="12403" y="4773"/>
                    <a:pt x="12431" y="4751"/>
                    <a:pt x="12445" y="4742"/>
                  </a:cubicBezTo>
                  <a:cubicBezTo>
                    <a:pt x="12453" y="4737"/>
                    <a:pt x="12467" y="4722"/>
                    <a:pt x="12476" y="4720"/>
                  </a:cubicBezTo>
                  <a:cubicBezTo>
                    <a:pt x="12492" y="4717"/>
                    <a:pt x="12524" y="4729"/>
                    <a:pt x="12538" y="4736"/>
                  </a:cubicBezTo>
                  <a:cubicBezTo>
                    <a:pt x="12553" y="4743"/>
                    <a:pt x="12577" y="4770"/>
                    <a:pt x="12592" y="4779"/>
                  </a:cubicBezTo>
                  <a:cubicBezTo>
                    <a:pt x="12602" y="4786"/>
                    <a:pt x="12624" y="4795"/>
                    <a:pt x="12634" y="4800"/>
                  </a:cubicBezTo>
                  <a:cubicBezTo>
                    <a:pt x="12645" y="4807"/>
                    <a:pt x="12666" y="4821"/>
                    <a:pt x="12676" y="4828"/>
                  </a:cubicBezTo>
                  <a:cubicBezTo>
                    <a:pt x="12682" y="4832"/>
                    <a:pt x="12691" y="4846"/>
                    <a:pt x="12698" y="4847"/>
                  </a:cubicBezTo>
                  <a:cubicBezTo>
                    <a:pt x="12707" y="4847"/>
                    <a:pt x="12720" y="4826"/>
                    <a:pt x="12730" y="4823"/>
                  </a:cubicBezTo>
                  <a:cubicBezTo>
                    <a:pt x="12742" y="4821"/>
                    <a:pt x="12768" y="4826"/>
                    <a:pt x="12780" y="4832"/>
                  </a:cubicBezTo>
                  <a:cubicBezTo>
                    <a:pt x="12797" y="4841"/>
                    <a:pt x="12820" y="4876"/>
                    <a:pt x="12835" y="4889"/>
                  </a:cubicBezTo>
                  <a:cubicBezTo>
                    <a:pt x="12845" y="4896"/>
                    <a:pt x="12864" y="4913"/>
                    <a:pt x="12876" y="4913"/>
                  </a:cubicBezTo>
                  <a:cubicBezTo>
                    <a:pt x="12887" y="4913"/>
                    <a:pt x="12904" y="4895"/>
                    <a:pt x="12915" y="4891"/>
                  </a:cubicBezTo>
                  <a:cubicBezTo>
                    <a:pt x="12931" y="4885"/>
                    <a:pt x="12967" y="4890"/>
                    <a:pt x="12980" y="4880"/>
                  </a:cubicBezTo>
                  <a:cubicBezTo>
                    <a:pt x="12988" y="4874"/>
                    <a:pt x="12994" y="4852"/>
                    <a:pt x="13000" y="4845"/>
                  </a:cubicBezTo>
                  <a:cubicBezTo>
                    <a:pt x="13008" y="4837"/>
                    <a:pt x="13025" y="4822"/>
                    <a:pt x="13035" y="4820"/>
                  </a:cubicBezTo>
                  <a:cubicBezTo>
                    <a:pt x="13045" y="4818"/>
                    <a:pt x="13065" y="4829"/>
                    <a:pt x="13075" y="4829"/>
                  </a:cubicBezTo>
                  <a:cubicBezTo>
                    <a:pt x="13087" y="4830"/>
                    <a:pt x="13110" y="4821"/>
                    <a:pt x="13121" y="4825"/>
                  </a:cubicBezTo>
                  <a:cubicBezTo>
                    <a:pt x="13133" y="4828"/>
                    <a:pt x="13152" y="4846"/>
                    <a:pt x="13159" y="4856"/>
                  </a:cubicBezTo>
                  <a:cubicBezTo>
                    <a:pt x="13170" y="4870"/>
                    <a:pt x="13183" y="4904"/>
                    <a:pt x="13191" y="4920"/>
                  </a:cubicBezTo>
                  <a:cubicBezTo>
                    <a:pt x="13199" y="4935"/>
                    <a:pt x="13216" y="4966"/>
                    <a:pt x="13226" y="4980"/>
                  </a:cubicBezTo>
                  <a:cubicBezTo>
                    <a:pt x="13237" y="4993"/>
                    <a:pt x="13259" y="5019"/>
                    <a:pt x="13274" y="5025"/>
                  </a:cubicBezTo>
                  <a:cubicBezTo>
                    <a:pt x="13284" y="5029"/>
                    <a:pt x="13305" y="5029"/>
                    <a:pt x="13315" y="5026"/>
                  </a:cubicBezTo>
                  <a:cubicBezTo>
                    <a:pt x="13321" y="5024"/>
                    <a:pt x="13332" y="5014"/>
                    <a:pt x="13338" y="5009"/>
                  </a:cubicBezTo>
                  <a:cubicBezTo>
                    <a:pt x="13346" y="5002"/>
                    <a:pt x="13359" y="4982"/>
                    <a:pt x="13368" y="4976"/>
                  </a:cubicBezTo>
                  <a:cubicBezTo>
                    <a:pt x="13379" y="4971"/>
                    <a:pt x="13405" y="4976"/>
                    <a:pt x="13414" y="4969"/>
                  </a:cubicBezTo>
                  <a:cubicBezTo>
                    <a:pt x="13426" y="4959"/>
                    <a:pt x="13432" y="4926"/>
                    <a:pt x="13435" y="4911"/>
                  </a:cubicBezTo>
                  <a:cubicBezTo>
                    <a:pt x="13436" y="4902"/>
                    <a:pt x="13432" y="4881"/>
                    <a:pt x="13436" y="4872"/>
                  </a:cubicBezTo>
                  <a:cubicBezTo>
                    <a:pt x="13439" y="4864"/>
                    <a:pt x="13452" y="4853"/>
                    <a:pt x="13459" y="4848"/>
                  </a:cubicBezTo>
                  <a:cubicBezTo>
                    <a:pt x="13468" y="4843"/>
                    <a:pt x="13491" y="4837"/>
                    <a:pt x="13502" y="4837"/>
                  </a:cubicBezTo>
                  <a:cubicBezTo>
                    <a:pt x="13514" y="4837"/>
                    <a:pt x="13537" y="4843"/>
                    <a:pt x="13548" y="4849"/>
                  </a:cubicBezTo>
                  <a:cubicBezTo>
                    <a:pt x="13558" y="4857"/>
                    <a:pt x="13570" y="4884"/>
                    <a:pt x="13581" y="4890"/>
                  </a:cubicBezTo>
                  <a:cubicBezTo>
                    <a:pt x="13594" y="4897"/>
                    <a:pt x="13625" y="4891"/>
                    <a:pt x="13639" y="4890"/>
                  </a:cubicBezTo>
                  <a:cubicBezTo>
                    <a:pt x="13655" y="4889"/>
                    <a:pt x="13686" y="4875"/>
                    <a:pt x="13701" y="4880"/>
                  </a:cubicBezTo>
                  <a:cubicBezTo>
                    <a:pt x="13711" y="4883"/>
                    <a:pt x="13721" y="4903"/>
                    <a:pt x="13729" y="4908"/>
                  </a:cubicBezTo>
                  <a:cubicBezTo>
                    <a:pt x="13737" y="4912"/>
                    <a:pt x="13756" y="4917"/>
                    <a:pt x="13765" y="4918"/>
                  </a:cubicBezTo>
                  <a:cubicBezTo>
                    <a:pt x="13775" y="4919"/>
                    <a:pt x="13795" y="4917"/>
                    <a:pt x="13804" y="4912"/>
                  </a:cubicBezTo>
                  <a:cubicBezTo>
                    <a:pt x="13813" y="4908"/>
                    <a:pt x="13829" y="4891"/>
                    <a:pt x="13834" y="4881"/>
                  </a:cubicBezTo>
                  <a:cubicBezTo>
                    <a:pt x="13839" y="4872"/>
                    <a:pt x="13834" y="4848"/>
                    <a:pt x="13841" y="4840"/>
                  </a:cubicBezTo>
                  <a:cubicBezTo>
                    <a:pt x="13847" y="4835"/>
                    <a:pt x="13866" y="4833"/>
                    <a:pt x="13873" y="4836"/>
                  </a:cubicBezTo>
                  <a:cubicBezTo>
                    <a:pt x="13885" y="4839"/>
                    <a:pt x="13906" y="4858"/>
                    <a:pt x="13911" y="4870"/>
                  </a:cubicBezTo>
                  <a:cubicBezTo>
                    <a:pt x="13916" y="4881"/>
                    <a:pt x="13914" y="4907"/>
                    <a:pt x="13910" y="4919"/>
                  </a:cubicBezTo>
                  <a:cubicBezTo>
                    <a:pt x="13907" y="4930"/>
                    <a:pt x="13893" y="4947"/>
                    <a:pt x="13888" y="4958"/>
                  </a:cubicBezTo>
                  <a:cubicBezTo>
                    <a:pt x="13884" y="4968"/>
                    <a:pt x="13873" y="4988"/>
                    <a:pt x="13873" y="4999"/>
                  </a:cubicBezTo>
                  <a:cubicBezTo>
                    <a:pt x="13874" y="5008"/>
                    <a:pt x="13885" y="5021"/>
                    <a:pt x="13887" y="5029"/>
                  </a:cubicBezTo>
                  <a:cubicBezTo>
                    <a:pt x="13893" y="5045"/>
                    <a:pt x="13891" y="5081"/>
                    <a:pt x="13898" y="5097"/>
                  </a:cubicBezTo>
                  <a:cubicBezTo>
                    <a:pt x="13904" y="5110"/>
                    <a:pt x="13924" y="5134"/>
                    <a:pt x="13936" y="5143"/>
                  </a:cubicBezTo>
                  <a:cubicBezTo>
                    <a:pt x="13945" y="5150"/>
                    <a:pt x="13968" y="5157"/>
                    <a:pt x="13979" y="5159"/>
                  </a:cubicBezTo>
                  <a:cubicBezTo>
                    <a:pt x="13993" y="5162"/>
                    <a:pt x="14022" y="5165"/>
                    <a:pt x="14036" y="5160"/>
                  </a:cubicBezTo>
                  <a:cubicBezTo>
                    <a:pt x="14044" y="5157"/>
                    <a:pt x="14057" y="5141"/>
                    <a:pt x="14066" y="5138"/>
                  </a:cubicBezTo>
                  <a:cubicBezTo>
                    <a:pt x="14077" y="5134"/>
                    <a:pt x="14104" y="5131"/>
                    <a:pt x="14115" y="5136"/>
                  </a:cubicBezTo>
                  <a:cubicBezTo>
                    <a:pt x="14125" y="5141"/>
                    <a:pt x="14140" y="5160"/>
                    <a:pt x="14144" y="5171"/>
                  </a:cubicBezTo>
                  <a:cubicBezTo>
                    <a:pt x="14148" y="5182"/>
                    <a:pt x="14146" y="5208"/>
                    <a:pt x="14143" y="5220"/>
                  </a:cubicBezTo>
                  <a:cubicBezTo>
                    <a:pt x="14141" y="5231"/>
                    <a:pt x="14123" y="5249"/>
                    <a:pt x="14125" y="5259"/>
                  </a:cubicBezTo>
                  <a:cubicBezTo>
                    <a:pt x="14126" y="5268"/>
                    <a:pt x="14148" y="5273"/>
                    <a:pt x="14150" y="5281"/>
                  </a:cubicBezTo>
                  <a:cubicBezTo>
                    <a:pt x="14153" y="5292"/>
                    <a:pt x="14144" y="5315"/>
                    <a:pt x="14137" y="5323"/>
                  </a:cubicBezTo>
                  <a:cubicBezTo>
                    <a:pt x="14130" y="5331"/>
                    <a:pt x="14105" y="5333"/>
                    <a:pt x="14101" y="5342"/>
                  </a:cubicBezTo>
                  <a:cubicBezTo>
                    <a:pt x="14098" y="5351"/>
                    <a:pt x="14107" y="5373"/>
                    <a:pt x="14113" y="5380"/>
                  </a:cubicBezTo>
                  <a:cubicBezTo>
                    <a:pt x="14120" y="5386"/>
                    <a:pt x="14138" y="5393"/>
                    <a:pt x="14147" y="5392"/>
                  </a:cubicBezTo>
                  <a:cubicBezTo>
                    <a:pt x="14159" y="5392"/>
                    <a:pt x="14177" y="5370"/>
                    <a:pt x="14188" y="5370"/>
                  </a:cubicBezTo>
                  <a:cubicBezTo>
                    <a:pt x="14198" y="5371"/>
                    <a:pt x="14214" y="5384"/>
                    <a:pt x="14221" y="5391"/>
                  </a:cubicBezTo>
                  <a:cubicBezTo>
                    <a:pt x="14231" y="5400"/>
                    <a:pt x="14246" y="5426"/>
                    <a:pt x="14258" y="5432"/>
                  </a:cubicBezTo>
                  <a:cubicBezTo>
                    <a:pt x="14269" y="5438"/>
                    <a:pt x="14295" y="5443"/>
                    <a:pt x="14307" y="5440"/>
                  </a:cubicBezTo>
                  <a:cubicBezTo>
                    <a:pt x="14320" y="5436"/>
                    <a:pt x="14338" y="5416"/>
                    <a:pt x="14347" y="5408"/>
                  </a:cubicBezTo>
                  <a:cubicBezTo>
                    <a:pt x="14355" y="5401"/>
                    <a:pt x="14370" y="5384"/>
                    <a:pt x="14379" y="5378"/>
                  </a:cubicBezTo>
                  <a:cubicBezTo>
                    <a:pt x="14385" y="5373"/>
                    <a:pt x="14401" y="5369"/>
                    <a:pt x="14407" y="5364"/>
                  </a:cubicBezTo>
                  <a:cubicBezTo>
                    <a:pt x="14413" y="5357"/>
                    <a:pt x="14419" y="5336"/>
                    <a:pt x="14423" y="5328"/>
                  </a:cubicBezTo>
                  <a:cubicBezTo>
                    <a:pt x="14428" y="5318"/>
                    <a:pt x="14438" y="5299"/>
                    <a:pt x="14444" y="5291"/>
                  </a:cubicBezTo>
                  <a:cubicBezTo>
                    <a:pt x="14451" y="5281"/>
                    <a:pt x="14464" y="5261"/>
                    <a:pt x="14474" y="5256"/>
                  </a:cubicBezTo>
                  <a:cubicBezTo>
                    <a:pt x="14481" y="5251"/>
                    <a:pt x="14500" y="5254"/>
                    <a:pt x="14507" y="5249"/>
                  </a:cubicBezTo>
                  <a:cubicBezTo>
                    <a:pt x="14516" y="5243"/>
                    <a:pt x="14528" y="5224"/>
                    <a:pt x="14534" y="5215"/>
                  </a:cubicBezTo>
                  <a:cubicBezTo>
                    <a:pt x="14541" y="5205"/>
                    <a:pt x="14548" y="5181"/>
                    <a:pt x="14556" y="5172"/>
                  </a:cubicBezTo>
                  <a:cubicBezTo>
                    <a:pt x="14565" y="5163"/>
                    <a:pt x="14588" y="5147"/>
                    <a:pt x="14601" y="5147"/>
                  </a:cubicBezTo>
                  <a:cubicBezTo>
                    <a:pt x="14609" y="5148"/>
                    <a:pt x="14621" y="5163"/>
                    <a:pt x="14629" y="5167"/>
                  </a:cubicBezTo>
                  <a:cubicBezTo>
                    <a:pt x="14639" y="5172"/>
                    <a:pt x="14663" y="5174"/>
                    <a:pt x="14673" y="5180"/>
                  </a:cubicBezTo>
                  <a:cubicBezTo>
                    <a:pt x="14681" y="5185"/>
                    <a:pt x="14696" y="5199"/>
                    <a:pt x="14701" y="5207"/>
                  </a:cubicBezTo>
                  <a:cubicBezTo>
                    <a:pt x="14708" y="5219"/>
                    <a:pt x="14716" y="5246"/>
                    <a:pt x="14717" y="5260"/>
                  </a:cubicBezTo>
                  <a:cubicBezTo>
                    <a:pt x="14718" y="5273"/>
                    <a:pt x="14704" y="5299"/>
                    <a:pt x="14709" y="5310"/>
                  </a:cubicBezTo>
                  <a:cubicBezTo>
                    <a:pt x="14714" y="5321"/>
                    <a:pt x="14738" y="5328"/>
                    <a:pt x="14748" y="5332"/>
                  </a:cubicBezTo>
                  <a:cubicBezTo>
                    <a:pt x="14756" y="5336"/>
                    <a:pt x="14772" y="5345"/>
                    <a:pt x="14780" y="5342"/>
                  </a:cubicBezTo>
                  <a:cubicBezTo>
                    <a:pt x="14787" y="5341"/>
                    <a:pt x="14795" y="5325"/>
                    <a:pt x="14800" y="5319"/>
                  </a:cubicBezTo>
                  <a:cubicBezTo>
                    <a:pt x="14809" y="5310"/>
                    <a:pt x="14825" y="5285"/>
                    <a:pt x="14837" y="5281"/>
                  </a:cubicBezTo>
                  <a:cubicBezTo>
                    <a:pt x="14853" y="5276"/>
                    <a:pt x="14888" y="5286"/>
                    <a:pt x="14904" y="5293"/>
                  </a:cubicBezTo>
                  <a:cubicBezTo>
                    <a:pt x="14915" y="5297"/>
                    <a:pt x="14937" y="5310"/>
                    <a:pt x="14944" y="5320"/>
                  </a:cubicBezTo>
                  <a:cubicBezTo>
                    <a:pt x="14950" y="5331"/>
                    <a:pt x="14954" y="5357"/>
                    <a:pt x="14952" y="5369"/>
                  </a:cubicBezTo>
                  <a:cubicBezTo>
                    <a:pt x="14950" y="5380"/>
                    <a:pt x="14937" y="5397"/>
                    <a:pt x="14934" y="5407"/>
                  </a:cubicBezTo>
                  <a:cubicBezTo>
                    <a:pt x="14932" y="5417"/>
                    <a:pt x="14928" y="5439"/>
                    <a:pt x="14932" y="5448"/>
                  </a:cubicBezTo>
                  <a:cubicBezTo>
                    <a:pt x="14936" y="5455"/>
                    <a:pt x="14955" y="5460"/>
                    <a:pt x="14961" y="5466"/>
                  </a:cubicBezTo>
                  <a:cubicBezTo>
                    <a:pt x="14966" y="5470"/>
                    <a:pt x="14971" y="5485"/>
                    <a:pt x="14977" y="5489"/>
                  </a:cubicBezTo>
                  <a:cubicBezTo>
                    <a:pt x="14990" y="5497"/>
                    <a:pt x="15024" y="5501"/>
                    <a:pt x="15040" y="5498"/>
                  </a:cubicBezTo>
                  <a:cubicBezTo>
                    <a:pt x="15052" y="5496"/>
                    <a:pt x="15074" y="5484"/>
                    <a:pt x="15082" y="5475"/>
                  </a:cubicBezTo>
                  <a:cubicBezTo>
                    <a:pt x="15093" y="5461"/>
                    <a:pt x="15097" y="5422"/>
                    <a:pt x="15106" y="5406"/>
                  </a:cubicBezTo>
                  <a:cubicBezTo>
                    <a:pt x="15110" y="5396"/>
                    <a:pt x="15122" y="5375"/>
                    <a:pt x="15131" y="5369"/>
                  </a:cubicBezTo>
                  <a:cubicBezTo>
                    <a:pt x="15140" y="5362"/>
                    <a:pt x="15161" y="5356"/>
                    <a:pt x="15172" y="5358"/>
                  </a:cubicBezTo>
                  <a:cubicBezTo>
                    <a:pt x="15182" y="5360"/>
                    <a:pt x="15197" y="5381"/>
                    <a:pt x="15208" y="5384"/>
                  </a:cubicBezTo>
                  <a:cubicBezTo>
                    <a:pt x="15219" y="5387"/>
                    <a:pt x="15245" y="5390"/>
                    <a:pt x="15255" y="5382"/>
                  </a:cubicBezTo>
                  <a:cubicBezTo>
                    <a:pt x="15263" y="5376"/>
                    <a:pt x="15267" y="5353"/>
                    <a:pt x="15268" y="5342"/>
                  </a:cubicBezTo>
                  <a:cubicBezTo>
                    <a:pt x="15269" y="5334"/>
                    <a:pt x="15262" y="5318"/>
                    <a:pt x="15264" y="5310"/>
                  </a:cubicBezTo>
                  <a:cubicBezTo>
                    <a:pt x="15267" y="5303"/>
                    <a:pt x="15278" y="5290"/>
                    <a:pt x="15284" y="5287"/>
                  </a:cubicBezTo>
                  <a:cubicBezTo>
                    <a:pt x="15294" y="5282"/>
                    <a:pt x="15317" y="5278"/>
                    <a:pt x="15328" y="5280"/>
                  </a:cubicBezTo>
                  <a:cubicBezTo>
                    <a:pt x="15339" y="5283"/>
                    <a:pt x="15358" y="5298"/>
                    <a:pt x="15365" y="5308"/>
                  </a:cubicBezTo>
                  <a:cubicBezTo>
                    <a:pt x="15370" y="5316"/>
                    <a:pt x="15372" y="5336"/>
                    <a:pt x="15375" y="5344"/>
                  </a:cubicBezTo>
                  <a:cubicBezTo>
                    <a:pt x="15380" y="5354"/>
                    <a:pt x="15395" y="5369"/>
                    <a:pt x="15398" y="5379"/>
                  </a:cubicBezTo>
                  <a:cubicBezTo>
                    <a:pt x="15402" y="5391"/>
                    <a:pt x="15402" y="5418"/>
                    <a:pt x="15398" y="5430"/>
                  </a:cubicBezTo>
                  <a:cubicBezTo>
                    <a:pt x="15396" y="5438"/>
                    <a:pt x="15388" y="5451"/>
                    <a:pt x="15381" y="5454"/>
                  </a:cubicBezTo>
                  <a:cubicBezTo>
                    <a:pt x="15374" y="5459"/>
                    <a:pt x="15354" y="5454"/>
                    <a:pt x="15347" y="5460"/>
                  </a:cubicBezTo>
                  <a:cubicBezTo>
                    <a:pt x="15339" y="5468"/>
                    <a:pt x="15337" y="5493"/>
                    <a:pt x="15337" y="5504"/>
                  </a:cubicBezTo>
                  <a:cubicBezTo>
                    <a:pt x="15339" y="5517"/>
                    <a:pt x="15351" y="5540"/>
                    <a:pt x="15357" y="5552"/>
                  </a:cubicBezTo>
                  <a:cubicBezTo>
                    <a:pt x="15363" y="5563"/>
                    <a:pt x="15379" y="5582"/>
                    <a:pt x="15385" y="5593"/>
                  </a:cubicBezTo>
                  <a:cubicBezTo>
                    <a:pt x="15393" y="5608"/>
                    <a:pt x="15399" y="5643"/>
                    <a:pt x="15410" y="5656"/>
                  </a:cubicBezTo>
                  <a:cubicBezTo>
                    <a:pt x="15417" y="5665"/>
                    <a:pt x="15438" y="5678"/>
                    <a:pt x="15449" y="5681"/>
                  </a:cubicBezTo>
                  <a:cubicBezTo>
                    <a:pt x="15461" y="5684"/>
                    <a:pt x="15489" y="5681"/>
                    <a:pt x="15500" y="5675"/>
                  </a:cubicBezTo>
                  <a:cubicBezTo>
                    <a:pt x="15513" y="5667"/>
                    <a:pt x="15531" y="5640"/>
                    <a:pt x="15535" y="5626"/>
                  </a:cubicBezTo>
                  <a:cubicBezTo>
                    <a:pt x="15538" y="5617"/>
                    <a:pt x="15534" y="5599"/>
                    <a:pt x="15533" y="5590"/>
                  </a:cubicBezTo>
                  <a:cubicBezTo>
                    <a:pt x="15533" y="5583"/>
                    <a:pt x="15534" y="5566"/>
                    <a:pt x="15532" y="5559"/>
                  </a:cubicBezTo>
                  <a:cubicBezTo>
                    <a:pt x="15529" y="5551"/>
                    <a:pt x="15513" y="5540"/>
                    <a:pt x="15511" y="5532"/>
                  </a:cubicBezTo>
                  <a:cubicBezTo>
                    <a:pt x="15508" y="5524"/>
                    <a:pt x="15510" y="5504"/>
                    <a:pt x="15516" y="5498"/>
                  </a:cubicBezTo>
                  <a:cubicBezTo>
                    <a:pt x="15521" y="5493"/>
                    <a:pt x="15537" y="5494"/>
                    <a:pt x="15544" y="5492"/>
                  </a:cubicBezTo>
                  <a:cubicBezTo>
                    <a:pt x="15554" y="5489"/>
                    <a:pt x="15577" y="5485"/>
                    <a:pt x="15584" y="5476"/>
                  </a:cubicBezTo>
                  <a:cubicBezTo>
                    <a:pt x="15592" y="5464"/>
                    <a:pt x="15579" y="5427"/>
                    <a:pt x="15589" y="5416"/>
                  </a:cubicBezTo>
                  <a:cubicBezTo>
                    <a:pt x="15595" y="5409"/>
                    <a:pt x="15618" y="5415"/>
                    <a:pt x="15626" y="5410"/>
                  </a:cubicBezTo>
                  <a:cubicBezTo>
                    <a:pt x="15638" y="5402"/>
                    <a:pt x="15650" y="5375"/>
                    <a:pt x="15659" y="5363"/>
                  </a:cubicBezTo>
                  <a:cubicBezTo>
                    <a:pt x="15666" y="5352"/>
                    <a:pt x="15685" y="5332"/>
                    <a:pt x="15689" y="5319"/>
                  </a:cubicBezTo>
                  <a:cubicBezTo>
                    <a:pt x="15693" y="5311"/>
                    <a:pt x="15694" y="5294"/>
                    <a:pt x="15692" y="5285"/>
                  </a:cubicBezTo>
                  <a:cubicBezTo>
                    <a:pt x="15690" y="5275"/>
                    <a:pt x="15676" y="5257"/>
                    <a:pt x="15675" y="5246"/>
                  </a:cubicBezTo>
                  <a:cubicBezTo>
                    <a:pt x="15673" y="5238"/>
                    <a:pt x="15676" y="5221"/>
                    <a:pt x="15680" y="5214"/>
                  </a:cubicBezTo>
                  <a:cubicBezTo>
                    <a:pt x="15683" y="5207"/>
                    <a:pt x="15694" y="5192"/>
                    <a:pt x="15701" y="5193"/>
                  </a:cubicBezTo>
                  <a:cubicBezTo>
                    <a:pt x="15709" y="5193"/>
                    <a:pt x="15715" y="5215"/>
                    <a:pt x="15723" y="5217"/>
                  </a:cubicBezTo>
                  <a:cubicBezTo>
                    <a:pt x="15729" y="5218"/>
                    <a:pt x="15740" y="5209"/>
                    <a:pt x="15745" y="5205"/>
                  </a:cubicBezTo>
                  <a:cubicBezTo>
                    <a:pt x="15753" y="5199"/>
                    <a:pt x="15762" y="5179"/>
                    <a:pt x="15771" y="5176"/>
                  </a:cubicBezTo>
                  <a:cubicBezTo>
                    <a:pt x="15781" y="5173"/>
                    <a:pt x="15803" y="5178"/>
                    <a:pt x="15812" y="5185"/>
                  </a:cubicBezTo>
                  <a:cubicBezTo>
                    <a:pt x="15821" y="5193"/>
                    <a:pt x="15827" y="5219"/>
                    <a:pt x="15829" y="5231"/>
                  </a:cubicBezTo>
                  <a:cubicBezTo>
                    <a:pt x="15831" y="5247"/>
                    <a:pt x="15823" y="5279"/>
                    <a:pt x="15826" y="5295"/>
                  </a:cubicBezTo>
                  <a:cubicBezTo>
                    <a:pt x="15828" y="5307"/>
                    <a:pt x="15840" y="5332"/>
                    <a:pt x="15846" y="5343"/>
                  </a:cubicBezTo>
                  <a:cubicBezTo>
                    <a:pt x="15850" y="5353"/>
                    <a:pt x="15859" y="5372"/>
                    <a:pt x="15866" y="5379"/>
                  </a:cubicBezTo>
                  <a:cubicBezTo>
                    <a:pt x="15873" y="5385"/>
                    <a:pt x="15890" y="5396"/>
                    <a:pt x="15899" y="5395"/>
                  </a:cubicBezTo>
                  <a:cubicBezTo>
                    <a:pt x="15905" y="5395"/>
                    <a:pt x="15914" y="5386"/>
                    <a:pt x="15917" y="5380"/>
                  </a:cubicBezTo>
                  <a:cubicBezTo>
                    <a:pt x="15922" y="5372"/>
                    <a:pt x="15917" y="5350"/>
                    <a:pt x="15923" y="5342"/>
                  </a:cubicBezTo>
                  <a:cubicBezTo>
                    <a:pt x="15927" y="5337"/>
                    <a:pt x="15941" y="5334"/>
                    <a:pt x="15948" y="5333"/>
                  </a:cubicBezTo>
                  <a:cubicBezTo>
                    <a:pt x="15956" y="5333"/>
                    <a:pt x="15974" y="5336"/>
                    <a:pt x="15983" y="5340"/>
                  </a:cubicBezTo>
                  <a:cubicBezTo>
                    <a:pt x="15992" y="5344"/>
                    <a:pt x="16009" y="5359"/>
                    <a:pt x="16014" y="5369"/>
                  </a:cubicBezTo>
                  <a:cubicBezTo>
                    <a:pt x="16021" y="5379"/>
                    <a:pt x="16022" y="5407"/>
                    <a:pt x="16029" y="5417"/>
                  </a:cubicBezTo>
                  <a:cubicBezTo>
                    <a:pt x="16035" y="5425"/>
                    <a:pt x="16048" y="5439"/>
                    <a:pt x="16057" y="5441"/>
                  </a:cubicBezTo>
                  <a:cubicBezTo>
                    <a:pt x="16071" y="5445"/>
                    <a:pt x="16100" y="5435"/>
                    <a:pt x="16112" y="5428"/>
                  </a:cubicBezTo>
                  <a:cubicBezTo>
                    <a:pt x="16124" y="5423"/>
                    <a:pt x="16146" y="5407"/>
                    <a:pt x="16153" y="5395"/>
                  </a:cubicBezTo>
                  <a:cubicBezTo>
                    <a:pt x="16158" y="5386"/>
                    <a:pt x="16158" y="5364"/>
                    <a:pt x="16160" y="5354"/>
                  </a:cubicBezTo>
                  <a:cubicBezTo>
                    <a:pt x="16161" y="5343"/>
                    <a:pt x="16165" y="5323"/>
                    <a:pt x="16165" y="5312"/>
                  </a:cubicBezTo>
                  <a:cubicBezTo>
                    <a:pt x="16166" y="5303"/>
                    <a:pt x="16160" y="5285"/>
                    <a:pt x="16164" y="5277"/>
                  </a:cubicBezTo>
                  <a:cubicBezTo>
                    <a:pt x="16167" y="5269"/>
                    <a:pt x="16180" y="5255"/>
                    <a:pt x="16188" y="5253"/>
                  </a:cubicBezTo>
                  <a:cubicBezTo>
                    <a:pt x="16198" y="5251"/>
                    <a:pt x="16217" y="5261"/>
                    <a:pt x="16225" y="5267"/>
                  </a:cubicBezTo>
                  <a:cubicBezTo>
                    <a:pt x="16231" y="5271"/>
                    <a:pt x="16237" y="5286"/>
                    <a:pt x="16243" y="5289"/>
                  </a:cubicBezTo>
                  <a:cubicBezTo>
                    <a:pt x="16251" y="5293"/>
                    <a:pt x="16269" y="5288"/>
                    <a:pt x="16277" y="5289"/>
                  </a:cubicBezTo>
                  <a:cubicBezTo>
                    <a:pt x="16289" y="5290"/>
                    <a:pt x="16317" y="5291"/>
                    <a:pt x="16323" y="5302"/>
                  </a:cubicBezTo>
                  <a:cubicBezTo>
                    <a:pt x="16327" y="5310"/>
                    <a:pt x="16319" y="5330"/>
                    <a:pt x="16313" y="5337"/>
                  </a:cubicBezTo>
                  <a:cubicBezTo>
                    <a:pt x="16309" y="5343"/>
                    <a:pt x="16294" y="5346"/>
                    <a:pt x="16288" y="5351"/>
                  </a:cubicBezTo>
                  <a:cubicBezTo>
                    <a:pt x="16281" y="5356"/>
                    <a:pt x="16267" y="5369"/>
                    <a:pt x="16265" y="5379"/>
                  </a:cubicBezTo>
                  <a:cubicBezTo>
                    <a:pt x="16264" y="5387"/>
                    <a:pt x="16270" y="5404"/>
                    <a:pt x="16277" y="5409"/>
                  </a:cubicBezTo>
                  <a:cubicBezTo>
                    <a:pt x="16284" y="5415"/>
                    <a:pt x="16306" y="5407"/>
                    <a:pt x="16315" y="5412"/>
                  </a:cubicBezTo>
                  <a:cubicBezTo>
                    <a:pt x="16321" y="5415"/>
                    <a:pt x="16328" y="5431"/>
                    <a:pt x="16335" y="5435"/>
                  </a:cubicBezTo>
                  <a:cubicBezTo>
                    <a:pt x="16342" y="5440"/>
                    <a:pt x="16361" y="5444"/>
                    <a:pt x="16370" y="5444"/>
                  </a:cubicBezTo>
                  <a:cubicBezTo>
                    <a:pt x="16382" y="5444"/>
                    <a:pt x="16406" y="5429"/>
                    <a:pt x="16418" y="5432"/>
                  </a:cubicBezTo>
                  <a:cubicBezTo>
                    <a:pt x="16425" y="5434"/>
                    <a:pt x="16435" y="5447"/>
                    <a:pt x="16439" y="5453"/>
                  </a:cubicBezTo>
                  <a:cubicBezTo>
                    <a:pt x="16445" y="5464"/>
                    <a:pt x="16445" y="5488"/>
                    <a:pt x="16449" y="5499"/>
                  </a:cubicBezTo>
                  <a:cubicBezTo>
                    <a:pt x="16453" y="5508"/>
                    <a:pt x="16464" y="5529"/>
                    <a:pt x="16472" y="5534"/>
                  </a:cubicBezTo>
                  <a:cubicBezTo>
                    <a:pt x="16480" y="5539"/>
                    <a:pt x="16498" y="5538"/>
                    <a:pt x="16506" y="5537"/>
                  </a:cubicBezTo>
                  <a:cubicBezTo>
                    <a:pt x="16515" y="5535"/>
                    <a:pt x="16530" y="5523"/>
                    <a:pt x="16539" y="5521"/>
                  </a:cubicBezTo>
                  <a:cubicBezTo>
                    <a:pt x="16551" y="5518"/>
                    <a:pt x="16578" y="5516"/>
                    <a:pt x="16589" y="5523"/>
                  </a:cubicBezTo>
                  <a:cubicBezTo>
                    <a:pt x="16598" y="5529"/>
                    <a:pt x="16601" y="5554"/>
                    <a:pt x="16608" y="5564"/>
                  </a:cubicBezTo>
                  <a:cubicBezTo>
                    <a:pt x="16615" y="5575"/>
                    <a:pt x="16634" y="5594"/>
                    <a:pt x="16643" y="5603"/>
                  </a:cubicBezTo>
                  <a:cubicBezTo>
                    <a:pt x="16650" y="5611"/>
                    <a:pt x="16668" y="5622"/>
                    <a:pt x="16674" y="5631"/>
                  </a:cubicBezTo>
                  <a:cubicBezTo>
                    <a:pt x="16681" y="5642"/>
                    <a:pt x="16683" y="5670"/>
                    <a:pt x="16691" y="5680"/>
                  </a:cubicBezTo>
                  <a:cubicBezTo>
                    <a:pt x="16697" y="5687"/>
                    <a:pt x="16712" y="5697"/>
                    <a:pt x="16720" y="5697"/>
                  </a:cubicBezTo>
                  <a:cubicBezTo>
                    <a:pt x="16733" y="5697"/>
                    <a:pt x="16755" y="5680"/>
                    <a:pt x="16765" y="5671"/>
                  </a:cubicBezTo>
                  <a:cubicBezTo>
                    <a:pt x="16771" y="5665"/>
                    <a:pt x="16782" y="5652"/>
                    <a:pt x="16784" y="5644"/>
                  </a:cubicBezTo>
                  <a:cubicBezTo>
                    <a:pt x="16787" y="5633"/>
                    <a:pt x="16777" y="5610"/>
                    <a:pt x="16778" y="5598"/>
                  </a:cubicBezTo>
                  <a:cubicBezTo>
                    <a:pt x="16779" y="5587"/>
                    <a:pt x="16784" y="5566"/>
                    <a:pt x="16789" y="5556"/>
                  </a:cubicBezTo>
                  <a:cubicBezTo>
                    <a:pt x="16794" y="5547"/>
                    <a:pt x="16808" y="5531"/>
                    <a:pt x="16817" y="5526"/>
                  </a:cubicBezTo>
                  <a:cubicBezTo>
                    <a:pt x="16821" y="5522"/>
                    <a:pt x="16833" y="5518"/>
                    <a:pt x="16839" y="5518"/>
                  </a:cubicBezTo>
                  <a:cubicBezTo>
                    <a:pt x="16847" y="5519"/>
                    <a:pt x="16861" y="5527"/>
                    <a:pt x="16867" y="5532"/>
                  </a:cubicBezTo>
                  <a:cubicBezTo>
                    <a:pt x="16874" y="5538"/>
                    <a:pt x="16881" y="5557"/>
                    <a:pt x="16889" y="5561"/>
                  </a:cubicBezTo>
                  <a:cubicBezTo>
                    <a:pt x="16899" y="5566"/>
                    <a:pt x="16922" y="5563"/>
                    <a:pt x="16933" y="5561"/>
                  </a:cubicBezTo>
                  <a:cubicBezTo>
                    <a:pt x="16941" y="5559"/>
                    <a:pt x="16957" y="5555"/>
                    <a:pt x="16964" y="5550"/>
                  </a:cubicBezTo>
                  <a:cubicBezTo>
                    <a:pt x="16972" y="5544"/>
                    <a:pt x="16983" y="5525"/>
                    <a:pt x="16990" y="5517"/>
                  </a:cubicBezTo>
                  <a:cubicBezTo>
                    <a:pt x="16995" y="5511"/>
                    <a:pt x="17012" y="5502"/>
                    <a:pt x="17014" y="5494"/>
                  </a:cubicBezTo>
                  <a:cubicBezTo>
                    <a:pt x="17018" y="5483"/>
                    <a:pt x="17015" y="5457"/>
                    <a:pt x="17008" y="5447"/>
                  </a:cubicBezTo>
                  <a:cubicBezTo>
                    <a:pt x="17004" y="5440"/>
                    <a:pt x="16981" y="5439"/>
                    <a:pt x="16981" y="5431"/>
                  </a:cubicBezTo>
                  <a:cubicBezTo>
                    <a:pt x="16980" y="5420"/>
                    <a:pt x="17009" y="5415"/>
                    <a:pt x="17017" y="5407"/>
                  </a:cubicBezTo>
                  <a:cubicBezTo>
                    <a:pt x="17022" y="5402"/>
                    <a:pt x="17026" y="5386"/>
                    <a:pt x="17032" y="5380"/>
                  </a:cubicBezTo>
                  <a:cubicBezTo>
                    <a:pt x="17038" y="5375"/>
                    <a:pt x="17054" y="5366"/>
                    <a:pt x="17062" y="5365"/>
                  </a:cubicBezTo>
                  <a:cubicBezTo>
                    <a:pt x="17072" y="5363"/>
                    <a:pt x="17092" y="5372"/>
                    <a:pt x="17101" y="5369"/>
                  </a:cubicBezTo>
                  <a:cubicBezTo>
                    <a:pt x="17109" y="5365"/>
                    <a:pt x="17116" y="5341"/>
                    <a:pt x="17126" y="5339"/>
                  </a:cubicBezTo>
                  <a:cubicBezTo>
                    <a:pt x="17139" y="5335"/>
                    <a:pt x="17163" y="5357"/>
                    <a:pt x="17177" y="5359"/>
                  </a:cubicBezTo>
                  <a:cubicBezTo>
                    <a:pt x="17187" y="5361"/>
                    <a:pt x="17207" y="5359"/>
                    <a:pt x="17216" y="5357"/>
                  </a:cubicBezTo>
                  <a:cubicBezTo>
                    <a:pt x="17229" y="5355"/>
                    <a:pt x="17253" y="5351"/>
                    <a:pt x="17263" y="5344"/>
                  </a:cubicBezTo>
                  <a:cubicBezTo>
                    <a:pt x="17272" y="5338"/>
                    <a:pt x="17278" y="5312"/>
                    <a:pt x="17288" y="5310"/>
                  </a:cubicBezTo>
                  <a:cubicBezTo>
                    <a:pt x="17299" y="5308"/>
                    <a:pt x="17313" y="5336"/>
                    <a:pt x="17324" y="5335"/>
                  </a:cubicBezTo>
                  <a:cubicBezTo>
                    <a:pt x="17336" y="5334"/>
                    <a:pt x="17349" y="5309"/>
                    <a:pt x="17356" y="5300"/>
                  </a:cubicBezTo>
                  <a:cubicBezTo>
                    <a:pt x="17362" y="5293"/>
                    <a:pt x="17370" y="5274"/>
                    <a:pt x="17378" y="5270"/>
                  </a:cubicBezTo>
                  <a:cubicBezTo>
                    <a:pt x="17385" y="5267"/>
                    <a:pt x="17402" y="5270"/>
                    <a:pt x="17409" y="5274"/>
                  </a:cubicBezTo>
                  <a:cubicBezTo>
                    <a:pt x="17417" y="5279"/>
                    <a:pt x="17425" y="5298"/>
                    <a:pt x="17432" y="5304"/>
                  </a:cubicBezTo>
                  <a:cubicBezTo>
                    <a:pt x="17439" y="5310"/>
                    <a:pt x="17455" y="5317"/>
                    <a:pt x="17462" y="5321"/>
                  </a:cubicBezTo>
                  <a:cubicBezTo>
                    <a:pt x="17474" y="5328"/>
                    <a:pt x="17495" y="5345"/>
                    <a:pt x="17508" y="5348"/>
                  </a:cubicBezTo>
                  <a:cubicBezTo>
                    <a:pt x="17516" y="5350"/>
                    <a:pt x="17534" y="5349"/>
                    <a:pt x="17540" y="5343"/>
                  </a:cubicBezTo>
                  <a:cubicBezTo>
                    <a:pt x="17545" y="5340"/>
                    <a:pt x="17546" y="5328"/>
                    <a:pt x="17548" y="5323"/>
                  </a:cubicBezTo>
                  <a:cubicBezTo>
                    <a:pt x="17551" y="5318"/>
                    <a:pt x="17558" y="5306"/>
                    <a:pt x="17563" y="5305"/>
                  </a:cubicBezTo>
                  <a:cubicBezTo>
                    <a:pt x="17572" y="5302"/>
                    <a:pt x="17591" y="5310"/>
                    <a:pt x="17599" y="5314"/>
                  </a:cubicBezTo>
                  <a:cubicBezTo>
                    <a:pt x="17607" y="5318"/>
                    <a:pt x="17618" y="5335"/>
                    <a:pt x="17627" y="5336"/>
                  </a:cubicBezTo>
                  <a:cubicBezTo>
                    <a:pt x="17634" y="5337"/>
                    <a:pt x="17649" y="5328"/>
                    <a:pt x="17653" y="5322"/>
                  </a:cubicBezTo>
                  <a:cubicBezTo>
                    <a:pt x="17658" y="5315"/>
                    <a:pt x="17663" y="5296"/>
                    <a:pt x="17659" y="5289"/>
                  </a:cubicBezTo>
                  <a:cubicBezTo>
                    <a:pt x="17655" y="5281"/>
                    <a:pt x="17633" y="5283"/>
                    <a:pt x="17629" y="5276"/>
                  </a:cubicBezTo>
                  <a:cubicBezTo>
                    <a:pt x="17624" y="5268"/>
                    <a:pt x="17627" y="5248"/>
                    <a:pt x="17632" y="5241"/>
                  </a:cubicBezTo>
                  <a:cubicBezTo>
                    <a:pt x="17638" y="5231"/>
                    <a:pt x="17660" y="5216"/>
                    <a:pt x="17671" y="5217"/>
                  </a:cubicBezTo>
                  <a:cubicBezTo>
                    <a:pt x="17680" y="5217"/>
                    <a:pt x="17693" y="5232"/>
                    <a:pt x="17700" y="5236"/>
                  </a:cubicBezTo>
                  <a:cubicBezTo>
                    <a:pt x="17706" y="5240"/>
                    <a:pt x="17718" y="5249"/>
                    <a:pt x="17725" y="5249"/>
                  </a:cubicBezTo>
                  <a:cubicBezTo>
                    <a:pt x="17733" y="5250"/>
                    <a:pt x="17750" y="5243"/>
                    <a:pt x="17756" y="5238"/>
                  </a:cubicBezTo>
                  <a:cubicBezTo>
                    <a:pt x="17760" y="5234"/>
                    <a:pt x="17764" y="5221"/>
                    <a:pt x="17768" y="5216"/>
                  </a:cubicBezTo>
                  <a:cubicBezTo>
                    <a:pt x="17772" y="5211"/>
                    <a:pt x="17779" y="5200"/>
                    <a:pt x="17784" y="5198"/>
                  </a:cubicBezTo>
                  <a:cubicBezTo>
                    <a:pt x="17793" y="5194"/>
                    <a:pt x="17815" y="5202"/>
                    <a:pt x="17825" y="5200"/>
                  </a:cubicBezTo>
                  <a:cubicBezTo>
                    <a:pt x="17832" y="5199"/>
                    <a:pt x="17846" y="5194"/>
                    <a:pt x="17851" y="5188"/>
                  </a:cubicBezTo>
                  <a:cubicBezTo>
                    <a:pt x="17857" y="5181"/>
                    <a:pt x="17858" y="5159"/>
                    <a:pt x="17863" y="5152"/>
                  </a:cubicBezTo>
                  <a:cubicBezTo>
                    <a:pt x="17868" y="5145"/>
                    <a:pt x="17883" y="5134"/>
                    <a:pt x="17891" y="5133"/>
                  </a:cubicBezTo>
                  <a:cubicBezTo>
                    <a:pt x="17902" y="5130"/>
                    <a:pt x="17926" y="5138"/>
                    <a:pt x="17937" y="5144"/>
                  </a:cubicBezTo>
                  <a:cubicBezTo>
                    <a:pt x="17946" y="5148"/>
                    <a:pt x="17964" y="5159"/>
                    <a:pt x="17968" y="5169"/>
                  </a:cubicBezTo>
                  <a:cubicBezTo>
                    <a:pt x="17974" y="5180"/>
                    <a:pt x="17966" y="5207"/>
                    <a:pt x="17971" y="5218"/>
                  </a:cubicBezTo>
                  <a:cubicBezTo>
                    <a:pt x="17976" y="5227"/>
                    <a:pt x="17993" y="5242"/>
                    <a:pt x="18003" y="5243"/>
                  </a:cubicBezTo>
                  <a:cubicBezTo>
                    <a:pt x="18011" y="5245"/>
                    <a:pt x="18027" y="5231"/>
                    <a:pt x="18035" y="5233"/>
                  </a:cubicBezTo>
                  <a:cubicBezTo>
                    <a:pt x="18044" y="5234"/>
                    <a:pt x="18053" y="5258"/>
                    <a:pt x="18062" y="5258"/>
                  </a:cubicBezTo>
                  <a:cubicBezTo>
                    <a:pt x="18069" y="5258"/>
                    <a:pt x="18077" y="5240"/>
                    <a:pt x="18084" y="5236"/>
                  </a:cubicBezTo>
                  <a:cubicBezTo>
                    <a:pt x="18090" y="5233"/>
                    <a:pt x="18104" y="5229"/>
                    <a:pt x="18110" y="5231"/>
                  </a:cubicBezTo>
                  <a:cubicBezTo>
                    <a:pt x="18118" y="5234"/>
                    <a:pt x="18125" y="5252"/>
                    <a:pt x="18132" y="5256"/>
                  </a:cubicBezTo>
                  <a:cubicBezTo>
                    <a:pt x="18147" y="5265"/>
                    <a:pt x="18183" y="5267"/>
                    <a:pt x="18200" y="5268"/>
                  </a:cubicBezTo>
                  <a:cubicBezTo>
                    <a:pt x="18217" y="5268"/>
                    <a:pt x="18249" y="5261"/>
                    <a:pt x="18265" y="5258"/>
                  </a:cubicBezTo>
                  <a:cubicBezTo>
                    <a:pt x="18275" y="5257"/>
                    <a:pt x="18295" y="5259"/>
                    <a:pt x="18304" y="5254"/>
                  </a:cubicBezTo>
                  <a:cubicBezTo>
                    <a:pt x="18312" y="5249"/>
                    <a:pt x="18319" y="5228"/>
                    <a:pt x="18327" y="5223"/>
                  </a:cubicBezTo>
                  <a:cubicBezTo>
                    <a:pt x="18332" y="5220"/>
                    <a:pt x="18345" y="5219"/>
                    <a:pt x="18351" y="5220"/>
                  </a:cubicBezTo>
                  <a:cubicBezTo>
                    <a:pt x="18364" y="5222"/>
                    <a:pt x="18388" y="5247"/>
                    <a:pt x="18398" y="5240"/>
                  </a:cubicBezTo>
                  <a:cubicBezTo>
                    <a:pt x="18409" y="5232"/>
                    <a:pt x="18390" y="5195"/>
                    <a:pt x="18397" y="5183"/>
                  </a:cubicBezTo>
                  <a:cubicBezTo>
                    <a:pt x="18402" y="5177"/>
                    <a:pt x="18420" y="5177"/>
                    <a:pt x="18426" y="5173"/>
                  </a:cubicBezTo>
                  <a:cubicBezTo>
                    <a:pt x="18435" y="5168"/>
                    <a:pt x="18450" y="5154"/>
                    <a:pt x="18454" y="5144"/>
                  </a:cubicBezTo>
                  <a:cubicBezTo>
                    <a:pt x="18457" y="5135"/>
                    <a:pt x="18450" y="5113"/>
                    <a:pt x="18452" y="5102"/>
                  </a:cubicBezTo>
                  <a:cubicBezTo>
                    <a:pt x="18453" y="5090"/>
                    <a:pt x="18459" y="5066"/>
                    <a:pt x="18467" y="5059"/>
                  </a:cubicBezTo>
                  <a:cubicBezTo>
                    <a:pt x="18474" y="5052"/>
                    <a:pt x="18494" y="5048"/>
                    <a:pt x="18503" y="5049"/>
                  </a:cubicBezTo>
                  <a:cubicBezTo>
                    <a:pt x="18512" y="5050"/>
                    <a:pt x="18527" y="5061"/>
                    <a:pt x="18534" y="5066"/>
                  </a:cubicBezTo>
                  <a:cubicBezTo>
                    <a:pt x="18546" y="5073"/>
                    <a:pt x="18565" y="5096"/>
                    <a:pt x="18578" y="5100"/>
                  </a:cubicBezTo>
                  <a:cubicBezTo>
                    <a:pt x="18585" y="5103"/>
                    <a:pt x="18601" y="5099"/>
                    <a:pt x="18608" y="5100"/>
                  </a:cubicBezTo>
                  <a:cubicBezTo>
                    <a:pt x="18619" y="5102"/>
                    <a:pt x="18641" y="5108"/>
                    <a:pt x="18651" y="5113"/>
                  </a:cubicBezTo>
                  <a:cubicBezTo>
                    <a:pt x="18663" y="5120"/>
                    <a:pt x="18684" y="5141"/>
                    <a:pt x="18695" y="5151"/>
                  </a:cubicBezTo>
                  <a:cubicBezTo>
                    <a:pt x="18702" y="5158"/>
                    <a:pt x="18712" y="5176"/>
                    <a:pt x="18720" y="5180"/>
                  </a:cubicBezTo>
                  <a:cubicBezTo>
                    <a:pt x="18730" y="5184"/>
                    <a:pt x="18753" y="5176"/>
                    <a:pt x="18761" y="5182"/>
                  </a:cubicBezTo>
                  <a:cubicBezTo>
                    <a:pt x="18772" y="5191"/>
                    <a:pt x="18771" y="5225"/>
                    <a:pt x="18780" y="5235"/>
                  </a:cubicBezTo>
                  <a:cubicBezTo>
                    <a:pt x="18786" y="5241"/>
                    <a:pt x="18802" y="5248"/>
                    <a:pt x="18810" y="5248"/>
                  </a:cubicBezTo>
                  <a:cubicBezTo>
                    <a:pt x="18820" y="5249"/>
                    <a:pt x="18838" y="5237"/>
                    <a:pt x="18847" y="5236"/>
                  </a:cubicBezTo>
                  <a:cubicBezTo>
                    <a:pt x="18859" y="5235"/>
                    <a:pt x="18884" y="5233"/>
                    <a:pt x="18894" y="5239"/>
                  </a:cubicBezTo>
                  <a:cubicBezTo>
                    <a:pt x="18905" y="5246"/>
                    <a:pt x="18913" y="5275"/>
                    <a:pt x="18921" y="5286"/>
                  </a:cubicBezTo>
                  <a:cubicBezTo>
                    <a:pt x="18925" y="5293"/>
                    <a:pt x="18937" y="5307"/>
                    <a:pt x="18943" y="5313"/>
                  </a:cubicBezTo>
                  <a:cubicBezTo>
                    <a:pt x="18950" y="5320"/>
                    <a:pt x="18968" y="5330"/>
                    <a:pt x="18973" y="5338"/>
                  </a:cubicBezTo>
                  <a:cubicBezTo>
                    <a:pt x="18982" y="5350"/>
                    <a:pt x="18983" y="5381"/>
                    <a:pt x="18993" y="5392"/>
                  </a:cubicBezTo>
                  <a:cubicBezTo>
                    <a:pt x="19000" y="5399"/>
                    <a:pt x="19022" y="5401"/>
                    <a:pt x="19030" y="5407"/>
                  </a:cubicBezTo>
                  <a:cubicBezTo>
                    <a:pt x="19038" y="5414"/>
                    <a:pt x="19045" y="5437"/>
                    <a:pt x="19053" y="5445"/>
                  </a:cubicBezTo>
                  <a:cubicBezTo>
                    <a:pt x="19062" y="5454"/>
                    <a:pt x="19084" y="5470"/>
                    <a:pt x="19096" y="5473"/>
                  </a:cubicBezTo>
                  <a:cubicBezTo>
                    <a:pt x="19107" y="5476"/>
                    <a:pt x="19133" y="5475"/>
                    <a:pt x="19142" y="5467"/>
                  </a:cubicBezTo>
                  <a:cubicBezTo>
                    <a:pt x="19147" y="5463"/>
                    <a:pt x="19146" y="5445"/>
                    <a:pt x="19152" y="5441"/>
                  </a:cubicBezTo>
                  <a:cubicBezTo>
                    <a:pt x="19159" y="5437"/>
                    <a:pt x="19177" y="5450"/>
                    <a:pt x="19185" y="5450"/>
                  </a:cubicBezTo>
                  <a:cubicBezTo>
                    <a:pt x="19196" y="5449"/>
                    <a:pt x="19214" y="5431"/>
                    <a:pt x="19224" y="5434"/>
                  </a:cubicBezTo>
                  <a:cubicBezTo>
                    <a:pt x="19235" y="5437"/>
                    <a:pt x="19246" y="5459"/>
                    <a:pt x="19253" y="5467"/>
                  </a:cubicBezTo>
                  <a:cubicBezTo>
                    <a:pt x="19259" y="5473"/>
                    <a:pt x="19271" y="5484"/>
                    <a:pt x="19276" y="5491"/>
                  </a:cubicBezTo>
                  <a:cubicBezTo>
                    <a:pt x="19281" y="5498"/>
                    <a:pt x="19283" y="5519"/>
                    <a:pt x="19291" y="5525"/>
                  </a:cubicBezTo>
                  <a:cubicBezTo>
                    <a:pt x="19296" y="5529"/>
                    <a:pt x="19312" y="5527"/>
                    <a:pt x="19318" y="5530"/>
                  </a:cubicBezTo>
                  <a:cubicBezTo>
                    <a:pt x="19325" y="5534"/>
                    <a:pt x="19332" y="5550"/>
                    <a:pt x="19338" y="5555"/>
                  </a:cubicBezTo>
                  <a:cubicBezTo>
                    <a:pt x="19344" y="5561"/>
                    <a:pt x="19358" y="5575"/>
                    <a:pt x="19366" y="5574"/>
                  </a:cubicBezTo>
                  <a:cubicBezTo>
                    <a:pt x="19373" y="5573"/>
                    <a:pt x="19378" y="5555"/>
                    <a:pt x="19385" y="5552"/>
                  </a:cubicBezTo>
                  <a:cubicBezTo>
                    <a:pt x="19395" y="5548"/>
                    <a:pt x="19418" y="5548"/>
                    <a:pt x="19428" y="5552"/>
                  </a:cubicBezTo>
                  <a:cubicBezTo>
                    <a:pt x="19440" y="5558"/>
                    <a:pt x="19450" y="5595"/>
                    <a:pt x="19464" y="5595"/>
                  </a:cubicBezTo>
                  <a:cubicBezTo>
                    <a:pt x="19469" y="5595"/>
                    <a:pt x="19472" y="5579"/>
                    <a:pt x="19477" y="5578"/>
                  </a:cubicBezTo>
                  <a:cubicBezTo>
                    <a:pt x="19486" y="5576"/>
                    <a:pt x="19501" y="5597"/>
                    <a:pt x="19510" y="5597"/>
                  </a:cubicBezTo>
                  <a:cubicBezTo>
                    <a:pt x="19517" y="5597"/>
                    <a:pt x="19529" y="5581"/>
                    <a:pt x="19537" y="5583"/>
                  </a:cubicBezTo>
                  <a:cubicBezTo>
                    <a:pt x="19546" y="5585"/>
                    <a:pt x="19552" y="5608"/>
                    <a:pt x="19559" y="5614"/>
                  </a:cubicBezTo>
                  <a:cubicBezTo>
                    <a:pt x="19571" y="5625"/>
                    <a:pt x="19604" y="5634"/>
                    <a:pt x="19614" y="5646"/>
                  </a:cubicBezTo>
                  <a:cubicBezTo>
                    <a:pt x="19620" y="5653"/>
                    <a:pt x="19621" y="5673"/>
                    <a:pt x="19628" y="5680"/>
                  </a:cubicBezTo>
                  <a:cubicBezTo>
                    <a:pt x="19635" y="5688"/>
                    <a:pt x="19655" y="5702"/>
                    <a:pt x="19666" y="5700"/>
                  </a:cubicBezTo>
                  <a:cubicBezTo>
                    <a:pt x="19674" y="5699"/>
                    <a:pt x="19683" y="5684"/>
                    <a:pt x="19690" y="5675"/>
                  </a:cubicBezTo>
                  <a:cubicBezTo>
                    <a:pt x="19691" y="5674"/>
                    <a:pt x="19692" y="5672"/>
                    <a:pt x="19693" y="5671"/>
                  </a:cubicBezTo>
                  <a:cubicBezTo>
                    <a:pt x="19699" y="5663"/>
                    <a:pt x="19708" y="5644"/>
                    <a:pt x="19716" y="5638"/>
                  </a:cubicBezTo>
                  <a:cubicBezTo>
                    <a:pt x="19724" y="5634"/>
                    <a:pt x="19746" y="5628"/>
                    <a:pt x="19753" y="5634"/>
                  </a:cubicBezTo>
                  <a:cubicBezTo>
                    <a:pt x="19757" y="5638"/>
                    <a:pt x="19756" y="5653"/>
                    <a:pt x="19756" y="5659"/>
                  </a:cubicBezTo>
                  <a:cubicBezTo>
                    <a:pt x="19755" y="5667"/>
                    <a:pt x="19746" y="5682"/>
                    <a:pt x="19747" y="5690"/>
                  </a:cubicBezTo>
                  <a:cubicBezTo>
                    <a:pt x="19747" y="5701"/>
                    <a:pt x="19756" y="5721"/>
                    <a:pt x="19763" y="5727"/>
                  </a:cubicBezTo>
                  <a:cubicBezTo>
                    <a:pt x="19770" y="5733"/>
                    <a:pt x="19791" y="5732"/>
                    <a:pt x="19798" y="5737"/>
                  </a:cubicBezTo>
                  <a:cubicBezTo>
                    <a:pt x="19804" y="5742"/>
                    <a:pt x="19808" y="5758"/>
                    <a:pt x="19813" y="5764"/>
                  </a:cubicBezTo>
                  <a:cubicBezTo>
                    <a:pt x="19820" y="5773"/>
                    <a:pt x="19835" y="5791"/>
                    <a:pt x="19846" y="5791"/>
                  </a:cubicBezTo>
                  <a:cubicBezTo>
                    <a:pt x="19855" y="5791"/>
                    <a:pt x="19866" y="5762"/>
                    <a:pt x="19875" y="5765"/>
                  </a:cubicBezTo>
                  <a:cubicBezTo>
                    <a:pt x="19886" y="5769"/>
                    <a:pt x="19878" y="5805"/>
                    <a:pt x="19887" y="5811"/>
                  </a:cubicBezTo>
                  <a:cubicBezTo>
                    <a:pt x="19894" y="5817"/>
                    <a:pt x="19914" y="5813"/>
                    <a:pt x="19921" y="5808"/>
                  </a:cubicBezTo>
                  <a:cubicBezTo>
                    <a:pt x="19930" y="5804"/>
                    <a:pt x="19937" y="5776"/>
                    <a:pt x="19947" y="5777"/>
                  </a:cubicBezTo>
                  <a:cubicBezTo>
                    <a:pt x="19955" y="5779"/>
                    <a:pt x="19953" y="5806"/>
                    <a:pt x="19960" y="5810"/>
                  </a:cubicBezTo>
                  <a:cubicBezTo>
                    <a:pt x="19969" y="5814"/>
                    <a:pt x="19990" y="5805"/>
                    <a:pt x="19997" y="5799"/>
                  </a:cubicBezTo>
                  <a:cubicBezTo>
                    <a:pt x="20003" y="5794"/>
                    <a:pt x="20006" y="5777"/>
                    <a:pt x="20011" y="5772"/>
                  </a:cubicBezTo>
                  <a:cubicBezTo>
                    <a:pt x="20016" y="5766"/>
                    <a:pt x="20029" y="5756"/>
                    <a:pt x="20036" y="5754"/>
                  </a:cubicBezTo>
                  <a:cubicBezTo>
                    <a:pt x="20047" y="5751"/>
                    <a:pt x="20070" y="5751"/>
                    <a:pt x="20080" y="5756"/>
                  </a:cubicBezTo>
                  <a:cubicBezTo>
                    <a:pt x="20090" y="5761"/>
                    <a:pt x="20100" y="5788"/>
                    <a:pt x="20110" y="5790"/>
                  </a:cubicBezTo>
                  <a:cubicBezTo>
                    <a:pt x="20123" y="5793"/>
                    <a:pt x="20151" y="5781"/>
                    <a:pt x="20159" y="5771"/>
                  </a:cubicBezTo>
                  <a:cubicBezTo>
                    <a:pt x="20164" y="5763"/>
                    <a:pt x="20160" y="5741"/>
                    <a:pt x="20164" y="5733"/>
                  </a:cubicBezTo>
                  <a:cubicBezTo>
                    <a:pt x="20169" y="5723"/>
                    <a:pt x="20187" y="5707"/>
                    <a:pt x="20197" y="5705"/>
                  </a:cubicBezTo>
                  <a:cubicBezTo>
                    <a:pt x="20206" y="5703"/>
                    <a:pt x="20224" y="5710"/>
                    <a:pt x="20231" y="5715"/>
                  </a:cubicBezTo>
                  <a:cubicBezTo>
                    <a:pt x="20241" y="5722"/>
                    <a:pt x="20250" y="5747"/>
                    <a:pt x="20258" y="5756"/>
                  </a:cubicBezTo>
                  <a:cubicBezTo>
                    <a:pt x="20263" y="5762"/>
                    <a:pt x="20274" y="5776"/>
                    <a:pt x="20282" y="5776"/>
                  </a:cubicBezTo>
                  <a:cubicBezTo>
                    <a:pt x="20291" y="5777"/>
                    <a:pt x="20305" y="5765"/>
                    <a:pt x="20312" y="5759"/>
                  </a:cubicBezTo>
                  <a:cubicBezTo>
                    <a:pt x="20318" y="5752"/>
                    <a:pt x="20325" y="5733"/>
                    <a:pt x="20333" y="5728"/>
                  </a:cubicBezTo>
                  <a:cubicBezTo>
                    <a:pt x="20340" y="5725"/>
                    <a:pt x="20358" y="5723"/>
                    <a:pt x="20364" y="5728"/>
                  </a:cubicBezTo>
                  <a:cubicBezTo>
                    <a:pt x="20373" y="5735"/>
                    <a:pt x="20370" y="5764"/>
                    <a:pt x="20378" y="5771"/>
                  </a:cubicBezTo>
                  <a:cubicBezTo>
                    <a:pt x="20385" y="5776"/>
                    <a:pt x="20412" y="5772"/>
                    <a:pt x="20412" y="5772"/>
                  </a:cubicBezTo>
                  <a:lnTo>
                    <a:pt x="20478" y="6865"/>
                  </a:lnTo>
                  <a:lnTo>
                    <a:pt x="20601" y="8900"/>
                  </a:lnTo>
                  <a:cubicBezTo>
                    <a:pt x="20601" y="8900"/>
                    <a:pt x="20611" y="8925"/>
                    <a:pt x="20618" y="8930"/>
                  </a:cubicBezTo>
                  <a:cubicBezTo>
                    <a:pt x="20626" y="8937"/>
                    <a:pt x="20647" y="8938"/>
                    <a:pt x="20655" y="8944"/>
                  </a:cubicBezTo>
                  <a:cubicBezTo>
                    <a:pt x="20663" y="8951"/>
                    <a:pt x="20672" y="8971"/>
                    <a:pt x="20677" y="8981"/>
                  </a:cubicBezTo>
                  <a:cubicBezTo>
                    <a:pt x="20687" y="8997"/>
                    <a:pt x="20703" y="9030"/>
                    <a:pt x="20713" y="9046"/>
                  </a:cubicBezTo>
                  <a:cubicBezTo>
                    <a:pt x="20719" y="9057"/>
                    <a:pt x="20731" y="9079"/>
                    <a:pt x="20742" y="9085"/>
                  </a:cubicBezTo>
                  <a:cubicBezTo>
                    <a:pt x="20752" y="9092"/>
                    <a:pt x="20779" y="9090"/>
                    <a:pt x="20789" y="9096"/>
                  </a:cubicBezTo>
                  <a:cubicBezTo>
                    <a:pt x="20799" y="9101"/>
                    <a:pt x="20812" y="9121"/>
                    <a:pt x="20821" y="9128"/>
                  </a:cubicBezTo>
                  <a:cubicBezTo>
                    <a:pt x="20828" y="9133"/>
                    <a:pt x="20846" y="9135"/>
                    <a:pt x="20852" y="9141"/>
                  </a:cubicBezTo>
                  <a:cubicBezTo>
                    <a:pt x="20860" y="9150"/>
                    <a:pt x="20864" y="9176"/>
                    <a:pt x="20871" y="9187"/>
                  </a:cubicBezTo>
                  <a:cubicBezTo>
                    <a:pt x="20876" y="9195"/>
                    <a:pt x="20893" y="9207"/>
                    <a:pt x="20895" y="9217"/>
                  </a:cubicBezTo>
                  <a:cubicBezTo>
                    <a:pt x="20898" y="9226"/>
                    <a:pt x="20886" y="9246"/>
                    <a:pt x="20887" y="9256"/>
                  </a:cubicBezTo>
                  <a:cubicBezTo>
                    <a:pt x="20889" y="9264"/>
                    <a:pt x="20897" y="9278"/>
                    <a:pt x="20902" y="9283"/>
                  </a:cubicBezTo>
                  <a:cubicBezTo>
                    <a:pt x="20911" y="9290"/>
                    <a:pt x="20933" y="9290"/>
                    <a:pt x="20941" y="9295"/>
                  </a:cubicBezTo>
                  <a:cubicBezTo>
                    <a:pt x="20951" y="9301"/>
                    <a:pt x="20966" y="9317"/>
                    <a:pt x="20971" y="9326"/>
                  </a:cubicBezTo>
                  <a:cubicBezTo>
                    <a:pt x="20977" y="9337"/>
                    <a:pt x="20983" y="9361"/>
                    <a:pt x="20984" y="9373"/>
                  </a:cubicBezTo>
                  <a:cubicBezTo>
                    <a:pt x="20985" y="9383"/>
                    <a:pt x="20978" y="9406"/>
                    <a:pt x="20983" y="9415"/>
                  </a:cubicBezTo>
                  <a:cubicBezTo>
                    <a:pt x="20986" y="9422"/>
                    <a:pt x="21004" y="9428"/>
                    <a:pt x="21009" y="9435"/>
                  </a:cubicBezTo>
                  <a:cubicBezTo>
                    <a:pt x="21016" y="9445"/>
                    <a:pt x="21019" y="9474"/>
                    <a:pt x="21024" y="9487"/>
                  </a:cubicBezTo>
                  <a:cubicBezTo>
                    <a:pt x="21028" y="9494"/>
                    <a:pt x="21042" y="9506"/>
                    <a:pt x="21044" y="9514"/>
                  </a:cubicBezTo>
                  <a:cubicBezTo>
                    <a:pt x="21045" y="9524"/>
                    <a:pt x="21037" y="9544"/>
                    <a:pt x="21031" y="9551"/>
                  </a:cubicBezTo>
                  <a:cubicBezTo>
                    <a:pt x="21026" y="9556"/>
                    <a:pt x="21010" y="9557"/>
                    <a:pt x="21005" y="9562"/>
                  </a:cubicBezTo>
                  <a:cubicBezTo>
                    <a:pt x="21002" y="9567"/>
                    <a:pt x="20999" y="9580"/>
                    <a:pt x="21001" y="9587"/>
                  </a:cubicBezTo>
                  <a:cubicBezTo>
                    <a:pt x="21003" y="9596"/>
                    <a:pt x="21019" y="9608"/>
                    <a:pt x="21022" y="9616"/>
                  </a:cubicBezTo>
                  <a:cubicBezTo>
                    <a:pt x="21027" y="9627"/>
                    <a:pt x="21032" y="9651"/>
                    <a:pt x="21028" y="9661"/>
                  </a:cubicBezTo>
                  <a:cubicBezTo>
                    <a:pt x="21025" y="9670"/>
                    <a:pt x="21006" y="9678"/>
                    <a:pt x="21001" y="9686"/>
                  </a:cubicBezTo>
                  <a:cubicBezTo>
                    <a:pt x="20996" y="9693"/>
                    <a:pt x="20992" y="9710"/>
                    <a:pt x="20993" y="9719"/>
                  </a:cubicBezTo>
                  <a:cubicBezTo>
                    <a:pt x="20994" y="9727"/>
                    <a:pt x="21005" y="9740"/>
                    <a:pt x="21008" y="9748"/>
                  </a:cubicBezTo>
                  <a:cubicBezTo>
                    <a:pt x="21012" y="9759"/>
                    <a:pt x="21012" y="9784"/>
                    <a:pt x="21019" y="9795"/>
                  </a:cubicBezTo>
                  <a:cubicBezTo>
                    <a:pt x="21024" y="9803"/>
                    <a:pt x="21041" y="9813"/>
                    <a:pt x="21048" y="9820"/>
                  </a:cubicBezTo>
                  <a:cubicBezTo>
                    <a:pt x="21056" y="9829"/>
                    <a:pt x="21065" y="9853"/>
                    <a:pt x="21075" y="9858"/>
                  </a:cubicBezTo>
                  <a:cubicBezTo>
                    <a:pt x="21085" y="9862"/>
                    <a:pt x="21108" y="9854"/>
                    <a:pt x="21118" y="9853"/>
                  </a:cubicBezTo>
                  <a:cubicBezTo>
                    <a:pt x="21126" y="9853"/>
                    <a:pt x="21142" y="9851"/>
                    <a:pt x="21149" y="9854"/>
                  </a:cubicBezTo>
                  <a:cubicBezTo>
                    <a:pt x="21159" y="9859"/>
                    <a:pt x="21180" y="9885"/>
                    <a:pt x="21181" y="9888"/>
                  </a:cubicBezTo>
                  <a:cubicBezTo>
                    <a:pt x="21183" y="9891"/>
                    <a:pt x="21180" y="9928"/>
                    <a:pt x="21174" y="9940"/>
                  </a:cubicBezTo>
                  <a:cubicBezTo>
                    <a:pt x="21170" y="9947"/>
                    <a:pt x="21151" y="9955"/>
                    <a:pt x="21151" y="9963"/>
                  </a:cubicBezTo>
                  <a:cubicBezTo>
                    <a:pt x="21151" y="9973"/>
                    <a:pt x="21168" y="9985"/>
                    <a:pt x="21176" y="9990"/>
                  </a:cubicBezTo>
                  <a:cubicBezTo>
                    <a:pt x="21183" y="9995"/>
                    <a:pt x="21202" y="9996"/>
                    <a:pt x="21209" y="10001"/>
                  </a:cubicBezTo>
                  <a:cubicBezTo>
                    <a:pt x="21216" y="10006"/>
                    <a:pt x="21226" y="10021"/>
                    <a:pt x="21230" y="10029"/>
                  </a:cubicBezTo>
                  <a:cubicBezTo>
                    <a:pt x="21233" y="10038"/>
                    <a:pt x="21226" y="10061"/>
                    <a:pt x="21232" y="10069"/>
                  </a:cubicBezTo>
                  <a:cubicBezTo>
                    <a:pt x="21236" y="10075"/>
                    <a:pt x="21255" y="10075"/>
                    <a:pt x="21261" y="10080"/>
                  </a:cubicBezTo>
                  <a:cubicBezTo>
                    <a:pt x="21270" y="10085"/>
                    <a:pt x="21286" y="10100"/>
                    <a:pt x="21290" y="10109"/>
                  </a:cubicBezTo>
                  <a:cubicBezTo>
                    <a:pt x="21292" y="10115"/>
                    <a:pt x="21287" y="10127"/>
                    <a:pt x="21288" y="10132"/>
                  </a:cubicBezTo>
                  <a:cubicBezTo>
                    <a:pt x="21291" y="10142"/>
                    <a:pt x="21305" y="10158"/>
                    <a:pt x="21306" y="10168"/>
                  </a:cubicBezTo>
                  <a:cubicBezTo>
                    <a:pt x="21307" y="10181"/>
                    <a:pt x="21298" y="10206"/>
                    <a:pt x="21293" y="10218"/>
                  </a:cubicBezTo>
                  <a:cubicBezTo>
                    <a:pt x="21290" y="10225"/>
                    <a:pt x="21279" y="10235"/>
                    <a:pt x="21277" y="10243"/>
                  </a:cubicBezTo>
                  <a:cubicBezTo>
                    <a:pt x="21273" y="10253"/>
                    <a:pt x="21268" y="10278"/>
                    <a:pt x="21274" y="10288"/>
                  </a:cubicBezTo>
                  <a:cubicBezTo>
                    <a:pt x="21278" y="10295"/>
                    <a:pt x="21296" y="10296"/>
                    <a:pt x="21302" y="10300"/>
                  </a:cubicBezTo>
                  <a:cubicBezTo>
                    <a:pt x="21308" y="10305"/>
                    <a:pt x="21316" y="10318"/>
                    <a:pt x="21321" y="10324"/>
                  </a:cubicBezTo>
                  <a:cubicBezTo>
                    <a:pt x="21327" y="10331"/>
                    <a:pt x="21338" y="10349"/>
                    <a:pt x="21347" y="10353"/>
                  </a:cubicBezTo>
                  <a:cubicBezTo>
                    <a:pt x="21358" y="10358"/>
                    <a:pt x="21385" y="10340"/>
                    <a:pt x="21394" y="10348"/>
                  </a:cubicBezTo>
                  <a:cubicBezTo>
                    <a:pt x="21404" y="10357"/>
                    <a:pt x="21396" y="10389"/>
                    <a:pt x="21400" y="10402"/>
                  </a:cubicBezTo>
                  <a:cubicBezTo>
                    <a:pt x="21404" y="10413"/>
                    <a:pt x="21422" y="10431"/>
                    <a:pt x="21426" y="10443"/>
                  </a:cubicBezTo>
                  <a:cubicBezTo>
                    <a:pt x="21429" y="10458"/>
                    <a:pt x="21423" y="10489"/>
                    <a:pt x="21425" y="10504"/>
                  </a:cubicBezTo>
                  <a:cubicBezTo>
                    <a:pt x="21426" y="10514"/>
                    <a:pt x="21431" y="10536"/>
                    <a:pt x="21438" y="10544"/>
                  </a:cubicBezTo>
                  <a:cubicBezTo>
                    <a:pt x="21445" y="10552"/>
                    <a:pt x="21465" y="10566"/>
                    <a:pt x="21475" y="10563"/>
                  </a:cubicBezTo>
                  <a:cubicBezTo>
                    <a:pt x="21483" y="10561"/>
                    <a:pt x="21491" y="10542"/>
                    <a:pt x="21496" y="10534"/>
                  </a:cubicBezTo>
                  <a:cubicBezTo>
                    <a:pt x="21501" y="10526"/>
                    <a:pt x="21505" y="10506"/>
                    <a:pt x="21513" y="10501"/>
                  </a:cubicBezTo>
                  <a:cubicBezTo>
                    <a:pt x="21518" y="10497"/>
                    <a:pt x="21532" y="10493"/>
                    <a:pt x="21537" y="10497"/>
                  </a:cubicBezTo>
                  <a:cubicBezTo>
                    <a:pt x="21551" y="10507"/>
                    <a:pt x="21553" y="10548"/>
                    <a:pt x="21551" y="10565"/>
                  </a:cubicBezTo>
                  <a:cubicBezTo>
                    <a:pt x="21549" y="10577"/>
                    <a:pt x="21528" y="10595"/>
                    <a:pt x="21529" y="10607"/>
                  </a:cubicBezTo>
                  <a:cubicBezTo>
                    <a:pt x="21529" y="10617"/>
                    <a:pt x="21550" y="10631"/>
                    <a:pt x="21549" y="10641"/>
                  </a:cubicBezTo>
                  <a:cubicBezTo>
                    <a:pt x="21549" y="10653"/>
                    <a:pt x="21524" y="10667"/>
                    <a:pt x="21522" y="10679"/>
                  </a:cubicBezTo>
                  <a:cubicBezTo>
                    <a:pt x="21520" y="10689"/>
                    <a:pt x="21528" y="10708"/>
                    <a:pt x="21533" y="10717"/>
                  </a:cubicBezTo>
                  <a:cubicBezTo>
                    <a:pt x="21537" y="10726"/>
                    <a:pt x="21553" y="10738"/>
                    <a:pt x="21559" y="10746"/>
                  </a:cubicBezTo>
                  <a:cubicBezTo>
                    <a:pt x="21566" y="10757"/>
                    <a:pt x="21579" y="10780"/>
                    <a:pt x="21582" y="10792"/>
                  </a:cubicBezTo>
                  <a:cubicBezTo>
                    <a:pt x="21585" y="10803"/>
                    <a:pt x="21589" y="10827"/>
                    <a:pt x="21585" y="10838"/>
                  </a:cubicBezTo>
                  <a:cubicBezTo>
                    <a:pt x="21577" y="10856"/>
                    <a:pt x="21540" y="10875"/>
                    <a:pt x="21527" y="10889"/>
                  </a:cubicBezTo>
                  <a:cubicBezTo>
                    <a:pt x="21521" y="10895"/>
                    <a:pt x="21509" y="10907"/>
                    <a:pt x="21508" y="10915"/>
                  </a:cubicBezTo>
                  <a:cubicBezTo>
                    <a:pt x="21507" y="10925"/>
                    <a:pt x="21514" y="10945"/>
                    <a:pt x="21521" y="10952"/>
                  </a:cubicBezTo>
                  <a:cubicBezTo>
                    <a:pt x="21528" y="10959"/>
                    <a:pt x="21550" y="10957"/>
                    <a:pt x="21558" y="10962"/>
                  </a:cubicBezTo>
                  <a:cubicBezTo>
                    <a:pt x="21569" y="10969"/>
                    <a:pt x="21588" y="10988"/>
                    <a:pt x="21592" y="11000"/>
                  </a:cubicBezTo>
                  <a:cubicBezTo>
                    <a:pt x="21596" y="11011"/>
                    <a:pt x="21598" y="11037"/>
                    <a:pt x="21592" y="11046"/>
                  </a:cubicBezTo>
                  <a:cubicBezTo>
                    <a:pt x="21586" y="11054"/>
                    <a:pt x="21563" y="11054"/>
                    <a:pt x="21555" y="11060"/>
                  </a:cubicBezTo>
                  <a:cubicBezTo>
                    <a:pt x="21547" y="11065"/>
                    <a:pt x="21532" y="11079"/>
                    <a:pt x="21528" y="11088"/>
                  </a:cubicBezTo>
                  <a:cubicBezTo>
                    <a:pt x="21523" y="11101"/>
                    <a:pt x="21527" y="11131"/>
                    <a:pt x="21529" y="11145"/>
                  </a:cubicBezTo>
                  <a:cubicBezTo>
                    <a:pt x="21531" y="11159"/>
                    <a:pt x="21542" y="11184"/>
                    <a:pt x="21544" y="11197"/>
                  </a:cubicBezTo>
                  <a:cubicBezTo>
                    <a:pt x="21546" y="11209"/>
                    <a:pt x="21547" y="11232"/>
                    <a:pt x="21545" y="11243"/>
                  </a:cubicBezTo>
                  <a:cubicBezTo>
                    <a:pt x="21543" y="11254"/>
                    <a:pt x="21534" y="11276"/>
                    <a:pt x="21528" y="11285"/>
                  </a:cubicBezTo>
                  <a:cubicBezTo>
                    <a:pt x="21523" y="11293"/>
                    <a:pt x="21505" y="11302"/>
                    <a:pt x="21501" y="11311"/>
                  </a:cubicBezTo>
                  <a:cubicBezTo>
                    <a:pt x="21496" y="11321"/>
                    <a:pt x="21504" y="11348"/>
                    <a:pt x="21500" y="11359"/>
                  </a:cubicBezTo>
                  <a:cubicBezTo>
                    <a:pt x="21497" y="11366"/>
                    <a:pt x="21485" y="11376"/>
                    <a:pt x="21480" y="11383"/>
                  </a:cubicBezTo>
                  <a:cubicBezTo>
                    <a:pt x="21474" y="11390"/>
                    <a:pt x="21458" y="11404"/>
                    <a:pt x="21456" y="11414"/>
                  </a:cubicBezTo>
                  <a:cubicBezTo>
                    <a:pt x="21455" y="11423"/>
                    <a:pt x="21466" y="11440"/>
                    <a:pt x="21469" y="11449"/>
                  </a:cubicBezTo>
                  <a:cubicBezTo>
                    <a:pt x="21470" y="11457"/>
                    <a:pt x="21472" y="11474"/>
                    <a:pt x="21471" y="11482"/>
                  </a:cubicBezTo>
                  <a:cubicBezTo>
                    <a:pt x="21471" y="11494"/>
                    <a:pt x="21468" y="11518"/>
                    <a:pt x="21462" y="11529"/>
                  </a:cubicBezTo>
                  <a:cubicBezTo>
                    <a:pt x="21457" y="11540"/>
                    <a:pt x="21440" y="11559"/>
                    <a:pt x="21431" y="11565"/>
                  </a:cubicBezTo>
                  <a:cubicBezTo>
                    <a:pt x="21422" y="11572"/>
                    <a:pt x="21399" y="11576"/>
                    <a:pt x="21391" y="11584"/>
                  </a:cubicBezTo>
                  <a:cubicBezTo>
                    <a:pt x="21382" y="11591"/>
                    <a:pt x="21370" y="11613"/>
                    <a:pt x="21367" y="11625"/>
                  </a:cubicBezTo>
                  <a:cubicBezTo>
                    <a:pt x="21365" y="11634"/>
                    <a:pt x="21369" y="11655"/>
                    <a:pt x="21369" y="11665"/>
                  </a:cubicBezTo>
                  <a:cubicBezTo>
                    <a:pt x="21370" y="11676"/>
                    <a:pt x="21378" y="11700"/>
                    <a:pt x="21373" y="11710"/>
                  </a:cubicBezTo>
                  <a:cubicBezTo>
                    <a:pt x="21368" y="11720"/>
                    <a:pt x="21345" y="11727"/>
                    <a:pt x="21336" y="11734"/>
                  </a:cubicBezTo>
                  <a:cubicBezTo>
                    <a:pt x="21329" y="11738"/>
                    <a:pt x="21313" y="11745"/>
                    <a:pt x="21308" y="11752"/>
                  </a:cubicBezTo>
                  <a:cubicBezTo>
                    <a:pt x="21300" y="11765"/>
                    <a:pt x="21297" y="11796"/>
                    <a:pt x="21296" y="11810"/>
                  </a:cubicBezTo>
                  <a:cubicBezTo>
                    <a:pt x="21295" y="11821"/>
                    <a:pt x="21293" y="11843"/>
                    <a:pt x="21297" y="11853"/>
                  </a:cubicBezTo>
                  <a:cubicBezTo>
                    <a:pt x="21301" y="11863"/>
                    <a:pt x="21323" y="11873"/>
                    <a:pt x="21327" y="11883"/>
                  </a:cubicBezTo>
                  <a:cubicBezTo>
                    <a:pt x="21333" y="11898"/>
                    <a:pt x="21323" y="11935"/>
                    <a:pt x="21328" y="11951"/>
                  </a:cubicBezTo>
                  <a:cubicBezTo>
                    <a:pt x="21331" y="11963"/>
                    <a:pt x="21346" y="11984"/>
                    <a:pt x="21351" y="11995"/>
                  </a:cubicBezTo>
                  <a:cubicBezTo>
                    <a:pt x="21356" y="12003"/>
                    <a:pt x="21366" y="12018"/>
                    <a:pt x="21368" y="12027"/>
                  </a:cubicBezTo>
                  <a:cubicBezTo>
                    <a:pt x="21370" y="12035"/>
                    <a:pt x="21372" y="12053"/>
                    <a:pt x="21368" y="12060"/>
                  </a:cubicBezTo>
                  <a:cubicBezTo>
                    <a:pt x="21362" y="12071"/>
                    <a:pt x="21336" y="12078"/>
                    <a:pt x="21327" y="12086"/>
                  </a:cubicBezTo>
                  <a:cubicBezTo>
                    <a:pt x="21311" y="12102"/>
                    <a:pt x="21281" y="12138"/>
                    <a:pt x="21274" y="12160"/>
                  </a:cubicBezTo>
                  <a:cubicBezTo>
                    <a:pt x="21271" y="12173"/>
                    <a:pt x="21279" y="12198"/>
                    <a:pt x="21278" y="12210"/>
                  </a:cubicBezTo>
                  <a:cubicBezTo>
                    <a:pt x="21277" y="12224"/>
                    <a:pt x="21263" y="12251"/>
                    <a:pt x="21267" y="12264"/>
                  </a:cubicBezTo>
                  <a:cubicBezTo>
                    <a:pt x="21271" y="12275"/>
                    <a:pt x="21293" y="12287"/>
                    <a:pt x="21301" y="12295"/>
                  </a:cubicBezTo>
                  <a:cubicBezTo>
                    <a:pt x="21311" y="12306"/>
                    <a:pt x="21333" y="12327"/>
                    <a:pt x="21341" y="12340"/>
                  </a:cubicBezTo>
                  <a:cubicBezTo>
                    <a:pt x="21349" y="12351"/>
                    <a:pt x="21358" y="12376"/>
                    <a:pt x="21363" y="12388"/>
                  </a:cubicBezTo>
                  <a:cubicBezTo>
                    <a:pt x="21368" y="12402"/>
                    <a:pt x="21383" y="12432"/>
                    <a:pt x="21382" y="12447"/>
                  </a:cubicBezTo>
                  <a:cubicBezTo>
                    <a:pt x="21381" y="12468"/>
                    <a:pt x="21350" y="12503"/>
                    <a:pt x="21352" y="12523"/>
                  </a:cubicBezTo>
                  <a:cubicBezTo>
                    <a:pt x="21353" y="12535"/>
                    <a:pt x="21370" y="12552"/>
                    <a:pt x="21377" y="12562"/>
                  </a:cubicBezTo>
                  <a:cubicBezTo>
                    <a:pt x="21386" y="12576"/>
                    <a:pt x="21411" y="12601"/>
                    <a:pt x="21416" y="12617"/>
                  </a:cubicBezTo>
                  <a:cubicBezTo>
                    <a:pt x="21421" y="12637"/>
                    <a:pt x="21418" y="12680"/>
                    <a:pt x="21408" y="12697"/>
                  </a:cubicBezTo>
                  <a:cubicBezTo>
                    <a:pt x="21403" y="12706"/>
                    <a:pt x="21379" y="12712"/>
                    <a:pt x="21373" y="12721"/>
                  </a:cubicBezTo>
                  <a:cubicBezTo>
                    <a:pt x="21368" y="12728"/>
                    <a:pt x="21363" y="12748"/>
                    <a:pt x="21366" y="12756"/>
                  </a:cubicBezTo>
                  <a:cubicBezTo>
                    <a:pt x="21369" y="12766"/>
                    <a:pt x="21391" y="12773"/>
                    <a:pt x="21394" y="12782"/>
                  </a:cubicBezTo>
                  <a:cubicBezTo>
                    <a:pt x="21397" y="12789"/>
                    <a:pt x="21397" y="12805"/>
                    <a:pt x="21394" y="12811"/>
                  </a:cubicBezTo>
                  <a:cubicBezTo>
                    <a:pt x="21390" y="12822"/>
                    <a:pt x="21370" y="12835"/>
                    <a:pt x="21363" y="12843"/>
                  </a:cubicBezTo>
                  <a:cubicBezTo>
                    <a:pt x="21352" y="12856"/>
                    <a:pt x="21334" y="12884"/>
                    <a:pt x="21324" y="12897"/>
                  </a:cubicBezTo>
                  <a:cubicBezTo>
                    <a:pt x="21315" y="12908"/>
                    <a:pt x="21295" y="12928"/>
                    <a:pt x="21287" y="12939"/>
                  </a:cubicBezTo>
                  <a:cubicBezTo>
                    <a:pt x="21275" y="12957"/>
                    <a:pt x="21254" y="12994"/>
                    <a:pt x="21248" y="13015"/>
                  </a:cubicBezTo>
                  <a:cubicBezTo>
                    <a:pt x="21242" y="13034"/>
                    <a:pt x="21244" y="13074"/>
                    <a:pt x="21241" y="13093"/>
                  </a:cubicBezTo>
                  <a:cubicBezTo>
                    <a:pt x="21237" y="13112"/>
                    <a:pt x="21229" y="13152"/>
                    <a:pt x="21220" y="13169"/>
                  </a:cubicBezTo>
                  <a:cubicBezTo>
                    <a:pt x="21208" y="13189"/>
                    <a:pt x="21169" y="13218"/>
                    <a:pt x="21152" y="13235"/>
                  </a:cubicBezTo>
                  <a:cubicBezTo>
                    <a:pt x="21142" y="13247"/>
                    <a:pt x="21125" y="13273"/>
                    <a:pt x="21114" y="13283"/>
                  </a:cubicBezTo>
                  <a:cubicBezTo>
                    <a:pt x="21103" y="13293"/>
                    <a:pt x="21073" y="13304"/>
                    <a:pt x="21066" y="13316"/>
                  </a:cubicBezTo>
                  <a:cubicBezTo>
                    <a:pt x="21058" y="13331"/>
                    <a:pt x="21054" y="13369"/>
                    <a:pt x="21063" y="13383"/>
                  </a:cubicBezTo>
                  <a:cubicBezTo>
                    <a:pt x="21069" y="13394"/>
                    <a:pt x="21098" y="13394"/>
                    <a:pt x="21108" y="13402"/>
                  </a:cubicBezTo>
                  <a:cubicBezTo>
                    <a:pt x="21119" y="13409"/>
                    <a:pt x="21132" y="13433"/>
                    <a:pt x="21140" y="13442"/>
                  </a:cubicBezTo>
                  <a:cubicBezTo>
                    <a:pt x="21155" y="13458"/>
                    <a:pt x="21190" y="13484"/>
                    <a:pt x="21204" y="13502"/>
                  </a:cubicBezTo>
                  <a:cubicBezTo>
                    <a:pt x="21210" y="13511"/>
                    <a:pt x="21221" y="13532"/>
                    <a:pt x="21229" y="13549"/>
                  </a:cubicBezTo>
                  <a:cubicBezTo>
                    <a:pt x="21220" y="13557"/>
                    <a:pt x="21211" y="13565"/>
                    <a:pt x="21204" y="13569"/>
                  </a:cubicBezTo>
                  <a:cubicBezTo>
                    <a:pt x="21188" y="13579"/>
                    <a:pt x="21153" y="13596"/>
                    <a:pt x="21135" y="13600"/>
                  </a:cubicBezTo>
                  <a:cubicBezTo>
                    <a:pt x="21117" y="13603"/>
                    <a:pt x="21081" y="13598"/>
                    <a:pt x="21064" y="13597"/>
                  </a:cubicBezTo>
                  <a:cubicBezTo>
                    <a:pt x="21041" y="13596"/>
                    <a:pt x="20996" y="13589"/>
                    <a:pt x="20973" y="13591"/>
                  </a:cubicBezTo>
                  <a:cubicBezTo>
                    <a:pt x="20947" y="13594"/>
                    <a:pt x="20895" y="13609"/>
                    <a:pt x="20870" y="13619"/>
                  </a:cubicBezTo>
                  <a:cubicBezTo>
                    <a:pt x="20840" y="13631"/>
                    <a:pt x="20783" y="13665"/>
                    <a:pt x="20754" y="13680"/>
                  </a:cubicBezTo>
                  <a:cubicBezTo>
                    <a:pt x="20711" y="13703"/>
                    <a:pt x="20624" y="13748"/>
                    <a:pt x="20582" y="13772"/>
                  </a:cubicBezTo>
                  <a:cubicBezTo>
                    <a:pt x="20545" y="13792"/>
                    <a:pt x="20473" y="13837"/>
                    <a:pt x="20436" y="13856"/>
                  </a:cubicBezTo>
                  <a:cubicBezTo>
                    <a:pt x="20402" y="13874"/>
                    <a:pt x="20332" y="13904"/>
                    <a:pt x="20298" y="13922"/>
                  </a:cubicBezTo>
                  <a:cubicBezTo>
                    <a:pt x="20270" y="13936"/>
                    <a:pt x="20215" y="13969"/>
                    <a:pt x="20187" y="13984"/>
                  </a:cubicBezTo>
                  <a:cubicBezTo>
                    <a:pt x="20155" y="14001"/>
                    <a:pt x="20088" y="14029"/>
                    <a:pt x="20056" y="14046"/>
                  </a:cubicBezTo>
                  <a:cubicBezTo>
                    <a:pt x="20034" y="14059"/>
                    <a:pt x="19991" y="14086"/>
                    <a:pt x="19970" y="14101"/>
                  </a:cubicBezTo>
                  <a:cubicBezTo>
                    <a:pt x="19950" y="14115"/>
                    <a:pt x="19912" y="14147"/>
                    <a:pt x="19893" y="14163"/>
                  </a:cubicBezTo>
                  <a:cubicBezTo>
                    <a:pt x="19880" y="14174"/>
                    <a:pt x="19852" y="14197"/>
                    <a:pt x="19839" y="14209"/>
                  </a:cubicBezTo>
                  <a:cubicBezTo>
                    <a:pt x="19828" y="14218"/>
                    <a:pt x="19805" y="14235"/>
                    <a:pt x="19796" y="14246"/>
                  </a:cubicBezTo>
                  <a:cubicBezTo>
                    <a:pt x="19789" y="14256"/>
                    <a:pt x="19780" y="14282"/>
                    <a:pt x="19773" y="14292"/>
                  </a:cubicBezTo>
                  <a:cubicBezTo>
                    <a:pt x="19767" y="14300"/>
                    <a:pt x="19753" y="14314"/>
                    <a:pt x="19745" y="14318"/>
                  </a:cubicBezTo>
                  <a:cubicBezTo>
                    <a:pt x="19736" y="14322"/>
                    <a:pt x="19717" y="14322"/>
                    <a:pt x="19708" y="14321"/>
                  </a:cubicBezTo>
                  <a:cubicBezTo>
                    <a:pt x="19700" y="14320"/>
                    <a:pt x="19683" y="14315"/>
                    <a:pt x="19678" y="14309"/>
                  </a:cubicBezTo>
                  <a:cubicBezTo>
                    <a:pt x="19672" y="14302"/>
                    <a:pt x="19669" y="14284"/>
                    <a:pt x="19671" y="14277"/>
                  </a:cubicBezTo>
                  <a:cubicBezTo>
                    <a:pt x="19673" y="14267"/>
                    <a:pt x="19688" y="14254"/>
                    <a:pt x="19695" y="14246"/>
                  </a:cubicBezTo>
                  <a:cubicBezTo>
                    <a:pt x="19702" y="14237"/>
                    <a:pt x="19719" y="14220"/>
                    <a:pt x="19728" y="14211"/>
                  </a:cubicBezTo>
                  <a:cubicBezTo>
                    <a:pt x="19737" y="14203"/>
                    <a:pt x="19758" y="14189"/>
                    <a:pt x="19767" y="14180"/>
                  </a:cubicBezTo>
                  <a:cubicBezTo>
                    <a:pt x="19781" y="14165"/>
                    <a:pt x="19803" y="14131"/>
                    <a:pt x="19816" y="14116"/>
                  </a:cubicBezTo>
                  <a:cubicBezTo>
                    <a:pt x="19824" y="14107"/>
                    <a:pt x="19838" y="14086"/>
                    <a:pt x="19848" y="14081"/>
                  </a:cubicBezTo>
                  <a:cubicBezTo>
                    <a:pt x="19860" y="14075"/>
                    <a:pt x="19888" y="14078"/>
                    <a:pt x="19901" y="14074"/>
                  </a:cubicBezTo>
                  <a:cubicBezTo>
                    <a:pt x="19912" y="14071"/>
                    <a:pt x="19935" y="14064"/>
                    <a:pt x="19945" y="14056"/>
                  </a:cubicBezTo>
                  <a:cubicBezTo>
                    <a:pt x="19953" y="14049"/>
                    <a:pt x="19964" y="14030"/>
                    <a:pt x="19970" y="14020"/>
                  </a:cubicBezTo>
                  <a:cubicBezTo>
                    <a:pt x="19976" y="14009"/>
                    <a:pt x="19982" y="13983"/>
                    <a:pt x="19991" y="13974"/>
                  </a:cubicBezTo>
                  <a:cubicBezTo>
                    <a:pt x="19998" y="13967"/>
                    <a:pt x="20017" y="13960"/>
                    <a:pt x="20027" y="13959"/>
                  </a:cubicBezTo>
                  <a:cubicBezTo>
                    <a:pt x="20041" y="13957"/>
                    <a:pt x="20068" y="13970"/>
                    <a:pt x="20082" y="13970"/>
                  </a:cubicBezTo>
                  <a:cubicBezTo>
                    <a:pt x="20094" y="13970"/>
                    <a:pt x="20118" y="13968"/>
                    <a:pt x="20126" y="13960"/>
                  </a:cubicBezTo>
                  <a:cubicBezTo>
                    <a:pt x="20134" y="13954"/>
                    <a:pt x="20145" y="13931"/>
                    <a:pt x="20141" y="13922"/>
                  </a:cubicBezTo>
                  <a:cubicBezTo>
                    <a:pt x="20135" y="13909"/>
                    <a:pt x="20102" y="13915"/>
                    <a:pt x="20090" y="13909"/>
                  </a:cubicBezTo>
                  <a:cubicBezTo>
                    <a:pt x="20084" y="13906"/>
                    <a:pt x="20075" y="13894"/>
                    <a:pt x="20069" y="13889"/>
                  </a:cubicBezTo>
                  <a:cubicBezTo>
                    <a:pt x="20061" y="13884"/>
                    <a:pt x="20045" y="13873"/>
                    <a:pt x="20035" y="13872"/>
                  </a:cubicBezTo>
                  <a:cubicBezTo>
                    <a:pt x="20028" y="13870"/>
                    <a:pt x="20013" y="13876"/>
                    <a:pt x="20006" y="13878"/>
                  </a:cubicBezTo>
                  <a:cubicBezTo>
                    <a:pt x="19988" y="13886"/>
                    <a:pt x="19958" y="13910"/>
                    <a:pt x="19942" y="13920"/>
                  </a:cubicBezTo>
                  <a:cubicBezTo>
                    <a:pt x="19931" y="13927"/>
                    <a:pt x="19909" y="13941"/>
                    <a:pt x="19897" y="13945"/>
                  </a:cubicBezTo>
                  <a:cubicBezTo>
                    <a:pt x="19876" y="13952"/>
                    <a:pt x="19832" y="13955"/>
                    <a:pt x="19811" y="13960"/>
                  </a:cubicBezTo>
                  <a:cubicBezTo>
                    <a:pt x="19787" y="13967"/>
                    <a:pt x="19743" y="13994"/>
                    <a:pt x="19718" y="13994"/>
                  </a:cubicBezTo>
                  <a:cubicBezTo>
                    <a:pt x="19701" y="13993"/>
                    <a:pt x="19663" y="13983"/>
                    <a:pt x="19653" y="13967"/>
                  </a:cubicBezTo>
                  <a:cubicBezTo>
                    <a:pt x="19647" y="13956"/>
                    <a:pt x="19654" y="13927"/>
                    <a:pt x="19660" y="13916"/>
                  </a:cubicBezTo>
                  <a:cubicBezTo>
                    <a:pt x="19670" y="13899"/>
                    <a:pt x="19707" y="13884"/>
                    <a:pt x="19720" y="13870"/>
                  </a:cubicBezTo>
                  <a:cubicBezTo>
                    <a:pt x="19731" y="13858"/>
                    <a:pt x="19749" y="13828"/>
                    <a:pt x="19757" y="13813"/>
                  </a:cubicBezTo>
                  <a:cubicBezTo>
                    <a:pt x="19764" y="13800"/>
                    <a:pt x="19779" y="13772"/>
                    <a:pt x="19782" y="13756"/>
                  </a:cubicBezTo>
                  <a:cubicBezTo>
                    <a:pt x="19786" y="13733"/>
                    <a:pt x="19777" y="13686"/>
                    <a:pt x="19778" y="13662"/>
                  </a:cubicBezTo>
                  <a:cubicBezTo>
                    <a:pt x="19779" y="13644"/>
                    <a:pt x="19789" y="13609"/>
                    <a:pt x="19786" y="13591"/>
                  </a:cubicBezTo>
                  <a:cubicBezTo>
                    <a:pt x="19780" y="13562"/>
                    <a:pt x="19746" y="13513"/>
                    <a:pt x="19728" y="13490"/>
                  </a:cubicBezTo>
                  <a:cubicBezTo>
                    <a:pt x="19721" y="13482"/>
                    <a:pt x="19707" y="13461"/>
                    <a:pt x="19696" y="13461"/>
                  </a:cubicBezTo>
                  <a:cubicBezTo>
                    <a:pt x="19685" y="13460"/>
                    <a:pt x="19669" y="13483"/>
                    <a:pt x="19659" y="13489"/>
                  </a:cubicBezTo>
                  <a:cubicBezTo>
                    <a:pt x="19649" y="13494"/>
                    <a:pt x="19626" y="13500"/>
                    <a:pt x="19616" y="13507"/>
                  </a:cubicBezTo>
                  <a:cubicBezTo>
                    <a:pt x="19598" y="13519"/>
                    <a:pt x="19569" y="13552"/>
                    <a:pt x="19554" y="13569"/>
                  </a:cubicBezTo>
                  <a:cubicBezTo>
                    <a:pt x="19544" y="13581"/>
                    <a:pt x="19522" y="13605"/>
                    <a:pt x="19517" y="13620"/>
                  </a:cubicBezTo>
                  <a:cubicBezTo>
                    <a:pt x="19512" y="13637"/>
                    <a:pt x="19523" y="13676"/>
                    <a:pt x="19516" y="13692"/>
                  </a:cubicBezTo>
                  <a:cubicBezTo>
                    <a:pt x="19511" y="13706"/>
                    <a:pt x="19488" y="13725"/>
                    <a:pt x="19478" y="13733"/>
                  </a:cubicBezTo>
                  <a:cubicBezTo>
                    <a:pt x="19467" y="13741"/>
                    <a:pt x="19444" y="13757"/>
                    <a:pt x="19431" y="13756"/>
                  </a:cubicBezTo>
                  <a:cubicBezTo>
                    <a:pt x="19421" y="13756"/>
                    <a:pt x="19400" y="13743"/>
                    <a:pt x="19394" y="13734"/>
                  </a:cubicBezTo>
                  <a:cubicBezTo>
                    <a:pt x="19389" y="13727"/>
                    <a:pt x="19385" y="13706"/>
                    <a:pt x="19387" y="13697"/>
                  </a:cubicBezTo>
                  <a:cubicBezTo>
                    <a:pt x="19389" y="13689"/>
                    <a:pt x="19407" y="13679"/>
                    <a:pt x="19407" y="13670"/>
                  </a:cubicBezTo>
                  <a:cubicBezTo>
                    <a:pt x="19408" y="13664"/>
                    <a:pt x="19401" y="13651"/>
                    <a:pt x="19395" y="13647"/>
                  </a:cubicBezTo>
                  <a:cubicBezTo>
                    <a:pt x="19387" y="13640"/>
                    <a:pt x="19363" y="13637"/>
                    <a:pt x="19353" y="13641"/>
                  </a:cubicBezTo>
                  <a:cubicBezTo>
                    <a:pt x="19345" y="13644"/>
                    <a:pt x="19334" y="13660"/>
                    <a:pt x="19329" y="13667"/>
                  </a:cubicBezTo>
                  <a:cubicBezTo>
                    <a:pt x="19318" y="13684"/>
                    <a:pt x="19305" y="13722"/>
                    <a:pt x="19295" y="13738"/>
                  </a:cubicBezTo>
                  <a:cubicBezTo>
                    <a:pt x="19288" y="13750"/>
                    <a:pt x="19264" y="13767"/>
                    <a:pt x="19262" y="13780"/>
                  </a:cubicBezTo>
                  <a:cubicBezTo>
                    <a:pt x="19261" y="13788"/>
                    <a:pt x="19268" y="13805"/>
                    <a:pt x="19274" y="13811"/>
                  </a:cubicBezTo>
                  <a:cubicBezTo>
                    <a:pt x="19281" y="13819"/>
                    <a:pt x="19308" y="13821"/>
                    <a:pt x="19313" y="13831"/>
                  </a:cubicBezTo>
                  <a:cubicBezTo>
                    <a:pt x="19320" y="13843"/>
                    <a:pt x="19318" y="13873"/>
                    <a:pt x="19313" y="13885"/>
                  </a:cubicBezTo>
                  <a:cubicBezTo>
                    <a:pt x="19308" y="13899"/>
                    <a:pt x="19282" y="13914"/>
                    <a:pt x="19275" y="13927"/>
                  </a:cubicBezTo>
                  <a:cubicBezTo>
                    <a:pt x="19270" y="13937"/>
                    <a:pt x="19263" y="13959"/>
                    <a:pt x="19265" y="13970"/>
                  </a:cubicBezTo>
                  <a:cubicBezTo>
                    <a:pt x="19266" y="13980"/>
                    <a:pt x="19279" y="13997"/>
                    <a:pt x="19286" y="14005"/>
                  </a:cubicBezTo>
                  <a:cubicBezTo>
                    <a:pt x="19294" y="14014"/>
                    <a:pt x="19311" y="14034"/>
                    <a:pt x="19323" y="14039"/>
                  </a:cubicBezTo>
                  <a:cubicBezTo>
                    <a:pt x="19335" y="14046"/>
                    <a:pt x="19363" y="14047"/>
                    <a:pt x="19377" y="14049"/>
                  </a:cubicBezTo>
                  <a:cubicBezTo>
                    <a:pt x="19394" y="14053"/>
                    <a:pt x="19436" y="14049"/>
                    <a:pt x="19446" y="14065"/>
                  </a:cubicBezTo>
                  <a:cubicBezTo>
                    <a:pt x="19452" y="14074"/>
                    <a:pt x="19442" y="14100"/>
                    <a:pt x="19439" y="14112"/>
                  </a:cubicBezTo>
                  <a:cubicBezTo>
                    <a:pt x="19436" y="14121"/>
                    <a:pt x="19422" y="14138"/>
                    <a:pt x="19423" y="14148"/>
                  </a:cubicBezTo>
                  <a:cubicBezTo>
                    <a:pt x="19425" y="14159"/>
                    <a:pt x="19445" y="14175"/>
                    <a:pt x="19454" y="14182"/>
                  </a:cubicBezTo>
                  <a:cubicBezTo>
                    <a:pt x="19462" y="14189"/>
                    <a:pt x="19482" y="14196"/>
                    <a:pt x="19488" y="14204"/>
                  </a:cubicBezTo>
                  <a:cubicBezTo>
                    <a:pt x="19499" y="14222"/>
                    <a:pt x="19501" y="14265"/>
                    <a:pt x="19501" y="14286"/>
                  </a:cubicBezTo>
                  <a:cubicBezTo>
                    <a:pt x="19502" y="14301"/>
                    <a:pt x="19499" y="14331"/>
                    <a:pt x="19496" y="14346"/>
                  </a:cubicBezTo>
                  <a:cubicBezTo>
                    <a:pt x="19494" y="14359"/>
                    <a:pt x="19482" y="14383"/>
                    <a:pt x="19483" y="14396"/>
                  </a:cubicBezTo>
                  <a:cubicBezTo>
                    <a:pt x="19483" y="14411"/>
                    <a:pt x="19492" y="14440"/>
                    <a:pt x="19501" y="14452"/>
                  </a:cubicBezTo>
                  <a:cubicBezTo>
                    <a:pt x="19507" y="14459"/>
                    <a:pt x="19524" y="14470"/>
                    <a:pt x="19533" y="14471"/>
                  </a:cubicBezTo>
                  <a:cubicBezTo>
                    <a:pt x="19541" y="14471"/>
                    <a:pt x="19554" y="14461"/>
                    <a:pt x="19561" y="14458"/>
                  </a:cubicBezTo>
                  <a:cubicBezTo>
                    <a:pt x="19569" y="14455"/>
                    <a:pt x="19588" y="14456"/>
                    <a:pt x="19594" y="14450"/>
                  </a:cubicBezTo>
                  <a:cubicBezTo>
                    <a:pt x="19602" y="14442"/>
                    <a:pt x="19609" y="14418"/>
                    <a:pt x="19610" y="14406"/>
                  </a:cubicBezTo>
                  <a:cubicBezTo>
                    <a:pt x="19611" y="14394"/>
                    <a:pt x="19596" y="14372"/>
                    <a:pt x="19598" y="14360"/>
                  </a:cubicBezTo>
                  <a:cubicBezTo>
                    <a:pt x="19600" y="14349"/>
                    <a:pt x="19610" y="14325"/>
                    <a:pt x="19621" y="14324"/>
                  </a:cubicBezTo>
                  <a:cubicBezTo>
                    <a:pt x="19629" y="14323"/>
                    <a:pt x="19636" y="14345"/>
                    <a:pt x="19643" y="14350"/>
                  </a:cubicBezTo>
                  <a:cubicBezTo>
                    <a:pt x="19653" y="14358"/>
                    <a:pt x="19674" y="14370"/>
                    <a:pt x="19685" y="14372"/>
                  </a:cubicBezTo>
                  <a:cubicBezTo>
                    <a:pt x="19698" y="14375"/>
                    <a:pt x="19724" y="14367"/>
                    <a:pt x="19737" y="14367"/>
                  </a:cubicBezTo>
                  <a:cubicBezTo>
                    <a:pt x="19747" y="14367"/>
                    <a:pt x="19770" y="14364"/>
                    <a:pt x="19775" y="14372"/>
                  </a:cubicBezTo>
                  <a:cubicBezTo>
                    <a:pt x="19782" y="14382"/>
                    <a:pt x="19773" y="14408"/>
                    <a:pt x="19767" y="14417"/>
                  </a:cubicBezTo>
                  <a:cubicBezTo>
                    <a:pt x="19758" y="14431"/>
                    <a:pt x="19723" y="14443"/>
                    <a:pt x="19709" y="14453"/>
                  </a:cubicBezTo>
                  <a:cubicBezTo>
                    <a:pt x="19691" y="14467"/>
                    <a:pt x="19658" y="14499"/>
                    <a:pt x="19640" y="14514"/>
                  </a:cubicBezTo>
                  <a:cubicBezTo>
                    <a:pt x="19623" y="14529"/>
                    <a:pt x="19586" y="14558"/>
                    <a:pt x="19568" y="14572"/>
                  </a:cubicBezTo>
                  <a:cubicBezTo>
                    <a:pt x="19541" y="14593"/>
                    <a:pt x="19486" y="14632"/>
                    <a:pt x="19460" y="14653"/>
                  </a:cubicBezTo>
                  <a:cubicBezTo>
                    <a:pt x="19436" y="14673"/>
                    <a:pt x="19390" y="14716"/>
                    <a:pt x="19365" y="14736"/>
                  </a:cubicBezTo>
                  <a:cubicBezTo>
                    <a:pt x="19339" y="14757"/>
                    <a:pt x="19281" y="14793"/>
                    <a:pt x="19256" y="14816"/>
                  </a:cubicBezTo>
                  <a:cubicBezTo>
                    <a:pt x="19235" y="14836"/>
                    <a:pt x="19198" y="14880"/>
                    <a:pt x="19180" y="14903"/>
                  </a:cubicBezTo>
                  <a:cubicBezTo>
                    <a:pt x="19158" y="14928"/>
                    <a:pt x="19120" y="14983"/>
                    <a:pt x="19097" y="15007"/>
                  </a:cubicBezTo>
                  <a:cubicBezTo>
                    <a:pt x="19072" y="15034"/>
                    <a:pt x="19012" y="15079"/>
                    <a:pt x="18985" y="15105"/>
                  </a:cubicBezTo>
                  <a:cubicBezTo>
                    <a:pt x="18951" y="15137"/>
                    <a:pt x="18885" y="15205"/>
                    <a:pt x="18851" y="15238"/>
                  </a:cubicBezTo>
                  <a:cubicBezTo>
                    <a:pt x="18833" y="15256"/>
                    <a:pt x="18795" y="15289"/>
                    <a:pt x="18777" y="15307"/>
                  </a:cubicBezTo>
                  <a:cubicBezTo>
                    <a:pt x="18765" y="15321"/>
                    <a:pt x="18743" y="15350"/>
                    <a:pt x="18731" y="15363"/>
                  </a:cubicBezTo>
                  <a:cubicBezTo>
                    <a:pt x="18723" y="15371"/>
                    <a:pt x="18708" y="15389"/>
                    <a:pt x="18698" y="15395"/>
                  </a:cubicBezTo>
                  <a:cubicBezTo>
                    <a:pt x="18687" y="15402"/>
                    <a:pt x="18661" y="15408"/>
                    <a:pt x="18649" y="15412"/>
                  </a:cubicBezTo>
                  <a:cubicBezTo>
                    <a:pt x="18637" y="15415"/>
                    <a:pt x="18612" y="15416"/>
                    <a:pt x="18601" y="15421"/>
                  </a:cubicBezTo>
                  <a:cubicBezTo>
                    <a:pt x="18578" y="15432"/>
                    <a:pt x="18541" y="15466"/>
                    <a:pt x="18520" y="15481"/>
                  </a:cubicBezTo>
                  <a:cubicBezTo>
                    <a:pt x="18498" y="15497"/>
                    <a:pt x="18453" y="15528"/>
                    <a:pt x="18430" y="15543"/>
                  </a:cubicBezTo>
                  <a:cubicBezTo>
                    <a:pt x="18390" y="15572"/>
                    <a:pt x="18312" y="15633"/>
                    <a:pt x="18270" y="15660"/>
                  </a:cubicBezTo>
                  <a:cubicBezTo>
                    <a:pt x="18239" y="15681"/>
                    <a:pt x="18172" y="15714"/>
                    <a:pt x="18140" y="15735"/>
                  </a:cubicBezTo>
                  <a:cubicBezTo>
                    <a:pt x="18098" y="15763"/>
                    <a:pt x="18021" y="15829"/>
                    <a:pt x="17978" y="15856"/>
                  </a:cubicBezTo>
                  <a:cubicBezTo>
                    <a:pt x="17939" y="15880"/>
                    <a:pt x="17855" y="15916"/>
                    <a:pt x="17815" y="15937"/>
                  </a:cubicBezTo>
                  <a:cubicBezTo>
                    <a:pt x="17777" y="15957"/>
                    <a:pt x="17704" y="15999"/>
                    <a:pt x="17667" y="16020"/>
                  </a:cubicBezTo>
                  <a:cubicBezTo>
                    <a:pt x="17646" y="16033"/>
                    <a:pt x="17605" y="16060"/>
                    <a:pt x="17583" y="16072"/>
                  </a:cubicBezTo>
                  <a:cubicBezTo>
                    <a:pt x="17560" y="16084"/>
                    <a:pt x="17513" y="16105"/>
                    <a:pt x="17490" y="16116"/>
                  </a:cubicBezTo>
                  <a:cubicBezTo>
                    <a:pt x="17464" y="16130"/>
                    <a:pt x="17413" y="16157"/>
                    <a:pt x="17388" y="16173"/>
                  </a:cubicBezTo>
                  <a:cubicBezTo>
                    <a:pt x="17358" y="16193"/>
                    <a:pt x="17303" y="16241"/>
                    <a:pt x="17273" y="16262"/>
                  </a:cubicBezTo>
                  <a:cubicBezTo>
                    <a:pt x="17261" y="16270"/>
                    <a:pt x="17235" y="16284"/>
                    <a:pt x="17224" y="16294"/>
                  </a:cubicBezTo>
                  <a:cubicBezTo>
                    <a:pt x="17208" y="16307"/>
                    <a:pt x="17181" y="16340"/>
                    <a:pt x="17166" y="16354"/>
                  </a:cubicBezTo>
                  <a:cubicBezTo>
                    <a:pt x="17153" y="16367"/>
                    <a:pt x="17126" y="16392"/>
                    <a:pt x="17110" y="16401"/>
                  </a:cubicBezTo>
                  <a:cubicBezTo>
                    <a:pt x="17102" y="16406"/>
                    <a:pt x="17084" y="16413"/>
                    <a:pt x="17074" y="16415"/>
                  </a:cubicBezTo>
                  <a:cubicBezTo>
                    <a:pt x="17070" y="16416"/>
                    <a:pt x="17061" y="16418"/>
                    <a:pt x="17057" y="16416"/>
                  </a:cubicBezTo>
                  <a:cubicBezTo>
                    <a:pt x="17052" y="16414"/>
                    <a:pt x="17046" y="16406"/>
                    <a:pt x="17045" y="16401"/>
                  </a:cubicBezTo>
                  <a:cubicBezTo>
                    <a:pt x="17045" y="16392"/>
                    <a:pt x="17056" y="16376"/>
                    <a:pt x="17062" y="16369"/>
                  </a:cubicBezTo>
                  <a:cubicBezTo>
                    <a:pt x="17071" y="16357"/>
                    <a:pt x="17096" y="16339"/>
                    <a:pt x="17107" y="16329"/>
                  </a:cubicBezTo>
                  <a:cubicBezTo>
                    <a:pt x="17127" y="16310"/>
                    <a:pt x="17164" y="16266"/>
                    <a:pt x="17185" y="16247"/>
                  </a:cubicBezTo>
                  <a:cubicBezTo>
                    <a:pt x="17213" y="16221"/>
                    <a:pt x="17276" y="16177"/>
                    <a:pt x="17308" y="16155"/>
                  </a:cubicBezTo>
                  <a:cubicBezTo>
                    <a:pt x="17351" y="16126"/>
                    <a:pt x="17440" y="16074"/>
                    <a:pt x="17484" y="16048"/>
                  </a:cubicBezTo>
                  <a:cubicBezTo>
                    <a:pt x="17507" y="16034"/>
                    <a:pt x="17553" y="16007"/>
                    <a:pt x="17577" y="15995"/>
                  </a:cubicBezTo>
                  <a:cubicBezTo>
                    <a:pt x="17598" y="15985"/>
                    <a:pt x="17641" y="15966"/>
                    <a:pt x="17662" y="15957"/>
                  </a:cubicBezTo>
                  <a:cubicBezTo>
                    <a:pt x="17672" y="15953"/>
                    <a:pt x="17694" y="15951"/>
                    <a:pt x="17700" y="15942"/>
                  </a:cubicBezTo>
                  <a:cubicBezTo>
                    <a:pt x="17706" y="15933"/>
                    <a:pt x="17701" y="15910"/>
                    <a:pt x="17700" y="15899"/>
                  </a:cubicBezTo>
                  <a:cubicBezTo>
                    <a:pt x="17699" y="15888"/>
                    <a:pt x="17703" y="15862"/>
                    <a:pt x="17695" y="15854"/>
                  </a:cubicBezTo>
                  <a:cubicBezTo>
                    <a:pt x="17686" y="15845"/>
                    <a:pt x="17658" y="15847"/>
                    <a:pt x="17646" y="15848"/>
                  </a:cubicBezTo>
                  <a:cubicBezTo>
                    <a:pt x="17635" y="15849"/>
                    <a:pt x="17613" y="15857"/>
                    <a:pt x="17603" y="15862"/>
                  </a:cubicBezTo>
                  <a:cubicBezTo>
                    <a:pt x="17591" y="15868"/>
                    <a:pt x="17571" y="15885"/>
                    <a:pt x="17560" y="15892"/>
                  </a:cubicBezTo>
                  <a:cubicBezTo>
                    <a:pt x="17547" y="15901"/>
                    <a:pt x="17521" y="15918"/>
                    <a:pt x="17507" y="15925"/>
                  </a:cubicBezTo>
                  <a:cubicBezTo>
                    <a:pt x="17487" y="15934"/>
                    <a:pt x="17442" y="15941"/>
                    <a:pt x="17423" y="15952"/>
                  </a:cubicBezTo>
                  <a:cubicBezTo>
                    <a:pt x="17399" y="15965"/>
                    <a:pt x="17363" y="16013"/>
                    <a:pt x="17337" y="16023"/>
                  </a:cubicBezTo>
                  <a:cubicBezTo>
                    <a:pt x="17329" y="16026"/>
                    <a:pt x="17310" y="16028"/>
                    <a:pt x="17303" y="16024"/>
                  </a:cubicBezTo>
                  <a:cubicBezTo>
                    <a:pt x="17295" y="16019"/>
                    <a:pt x="17284" y="16000"/>
                    <a:pt x="17283" y="15990"/>
                  </a:cubicBezTo>
                  <a:cubicBezTo>
                    <a:pt x="17281" y="15982"/>
                    <a:pt x="17286" y="15963"/>
                    <a:pt x="17291" y="15956"/>
                  </a:cubicBezTo>
                  <a:cubicBezTo>
                    <a:pt x="17296" y="15952"/>
                    <a:pt x="17312" y="15953"/>
                    <a:pt x="17315" y="15948"/>
                  </a:cubicBezTo>
                  <a:cubicBezTo>
                    <a:pt x="17320" y="15942"/>
                    <a:pt x="17317" y="15924"/>
                    <a:pt x="17314" y="15917"/>
                  </a:cubicBezTo>
                  <a:cubicBezTo>
                    <a:pt x="17311" y="15908"/>
                    <a:pt x="17293" y="15899"/>
                    <a:pt x="17291" y="15891"/>
                  </a:cubicBezTo>
                  <a:cubicBezTo>
                    <a:pt x="17290" y="15882"/>
                    <a:pt x="17300" y="15865"/>
                    <a:pt x="17306" y="15858"/>
                  </a:cubicBezTo>
                  <a:cubicBezTo>
                    <a:pt x="17311" y="15849"/>
                    <a:pt x="17328" y="15839"/>
                    <a:pt x="17333" y="15831"/>
                  </a:cubicBezTo>
                  <a:cubicBezTo>
                    <a:pt x="17339" y="15820"/>
                    <a:pt x="17351" y="15794"/>
                    <a:pt x="17344" y="15784"/>
                  </a:cubicBezTo>
                  <a:cubicBezTo>
                    <a:pt x="17336" y="15774"/>
                    <a:pt x="17308" y="15782"/>
                    <a:pt x="17296" y="15783"/>
                  </a:cubicBezTo>
                  <a:cubicBezTo>
                    <a:pt x="17284" y="15785"/>
                    <a:pt x="17261" y="15792"/>
                    <a:pt x="17249" y="15794"/>
                  </a:cubicBezTo>
                  <a:cubicBezTo>
                    <a:pt x="17238" y="15797"/>
                    <a:pt x="17214" y="15801"/>
                    <a:pt x="17203" y="15807"/>
                  </a:cubicBezTo>
                  <a:cubicBezTo>
                    <a:pt x="17194" y="15812"/>
                    <a:pt x="17179" y="15828"/>
                    <a:pt x="17173" y="15837"/>
                  </a:cubicBezTo>
                  <a:cubicBezTo>
                    <a:pt x="17166" y="15848"/>
                    <a:pt x="17161" y="15877"/>
                    <a:pt x="17153" y="15887"/>
                  </a:cubicBezTo>
                  <a:cubicBezTo>
                    <a:pt x="17144" y="15898"/>
                    <a:pt x="17120" y="15913"/>
                    <a:pt x="17108" y="15918"/>
                  </a:cubicBezTo>
                  <a:cubicBezTo>
                    <a:pt x="17092" y="15925"/>
                    <a:pt x="17058" y="15925"/>
                    <a:pt x="17042" y="15933"/>
                  </a:cubicBezTo>
                  <a:cubicBezTo>
                    <a:pt x="17018" y="15946"/>
                    <a:pt x="16984" y="15993"/>
                    <a:pt x="16961" y="16010"/>
                  </a:cubicBezTo>
                  <a:cubicBezTo>
                    <a:pt x="16946" y="16022"/>
                    <a:pt x="16912" y="16041"/>
                    <a:pt x="16894" y="16049"/>
                  </a:cubicBezTo>
                  <a:cubicBezTo>
                    <a:pt x="16885" y="16053"/>
                    <a:pt x="16865" y="16070"/>
                    <a:pt x="16857" y="16063"/>
                  </a:cubicBezTo>
                  <a:cubicBezTo>
                    <a:pt x="16851" y="16057"/>
                    <a:pt x="16864" y="16036"/>
                    <a:pt x="16865" y="16028"/>
                  </a:cubicBezTo>
                  <a:cubicBezTo>
                    <a:pt x="16866" y="16018"/>
                    <a:pt x="16868" y="15999"/>
                    <a:pt x="16864" y="15990"/>
                  </a:cubicBezTo>
                  <a:cubicBezTo>
                    <a:pt x="16861" y="15984"/>
                    <a:pt x="16848" y="15978"/>
                    <a:pt x="16844" y="15972"/>
                  </a:cubicBezTo>
                  <a:cubicBezTo>
                    <a:pt x="16839" y="15966"/>
                    <a:pt x="16833" y="15951"/>
                    <a:pt x="16832" y="15943"/>
                  </a:cubicBezTo>
                  <a:cubicBezTo>
                    <a:pt x="16831" y="15935"/>
                    <a:pt x="16840" y="15916"/>
                    <a:pt x="16835" y="15910"/>
                  </a:cubicBezTo>
                  <a:cubicBezTo>
                    <a:pt x="16822" y="15895"/>
                    <a:pt x="16775" y="15917"/>
                    <a:pt x="16756" y="15913"/>
                  </a:cubicBezTo>
                  <a:cubicBezTo>
                    <a:pt x="16743" y="15910"/>
                    <a:pt x="16715" y="15902"/>
                    <a:pt x="16708" y="15891"/>
                  </a:cubicBezTo>
                  <a:cubicBezTo>
                    <a:pt x="16702" y="15882"/>
                    <a:pt x="16703" y="15857"/>
                    <a:pt x="16707" y="15847"/>
                  </a:cubicBezTo>
                  <a:cubicBezTo>
                    <a:pt x="16709" y="15843"/>
                    <a:pt x="16718" y="15839"/>
                    <a:pt x="16720" y="15835"/>
                  </a:cubicBezTo>
                  <a:cubicBezTo>
                    <a:pt x="16725" y="15829"/>
                    <a:pt x="16734" y="15814"/>
                    <a:pt x="16732" y="15807"/>
                  </a:cubicBezTo>
                  <a:cubicBezTo>
                    <a:pt x="16729" y="15798"/>
                    <a:pt x="16709" y="15795"/>
                    <a:pt x="16702" y="15790"/>
                  </a:cubicBezTo>
                  <a:cubicBezTo>
                    <a:pt x="16693" y="15782"/>
                    <a:pt x="16682" y="15755"/>
                    <a:pt x="16670" y="15753"/>
                  </a:cubicBezTo>
                  <a:cubicBezTo>
                    <a:pt x="16659" y="15751"/>
                    <a:pt x="16640" y="15769"/>
                    <a:pt x="16630" y="15773"/>
                  </a:cubicBezTo>
                  <a:cubicBezTo>
                    <a:pt x="16621" y="15778"/>
                    <a:pt x="16598" y="15783"/>
                    <a:pt x="16590" y="15790"/>
                  </a:cubicBezTo>
                  <a:cubicBezTo>
                    <a:pt x="16582" y="15797"/>
                    <a:pt x="16571" y="15816"/>
                    <a:pt x="16570" y="15826"/>
                  </a:cubicBezTo>
                  <a:cubicBezTo>
                    <a:pt x="16570" y="15840"/>
                    <a:pt x="16582" y="15865"/>
                    <a:pt x="16590" y="15877"/>
                  </a:cubicBezTo>
                  <a:cubicBezTo>
                    <a:pt x="16600" y="15892"/>
                    <a:pt x="16634" y="15910"/>
                    <a:pt x="16640" y="15927"/>
                  </a:cubicBezTo>
                  <a:cubicBezTo>
                    <a:pt x="16644" y="15938"/>
                    <a:pt x="16633" y="15963"/>
                    <a:pt x="16634" y="15975"/>
                  </a:cubicBezTo>
                  <a:cubicBezTo>
                    <a:pt x="16635" y="15985"/>
                    <a:pt x="16642" y="16005"/>
                    <a:pt x="16647" y="16013"/>
                  </a:cubicBezTo>
                  <a:cubicBezTo>
                    <a:pt x="16653" y="16022"/>
                    <a:pt x="16669" y="16036"/>
                    <a:pt x="16679" y="16041"/>
                  </a:cubicBezTo>
                  <a:cubicBezTo>
                    <a:pt x="16691" y="16046"/>
                    <a:pt x="16718" y="16041"/>
                    <a:pt x="16729" y="16047"/>
                  </a:cubicBezTo>
                  <a:cubicBezTo>
                    <a:pt x="16742" y="16053"/>
                    <a:pt x="16757" y="16079"/>
                    <a:pt x="16767" y="16089"/>
                  </a:cubicBezTo>
                  <a:cubicBezTo>
                    <a:pt x="16780" y="16101"/>
                    <a:pt x="16808" y="16124"/>
                    <a:pt x="16822" y="16135"/>
                  </a:cubicBezTo>
                  <a:cubicBezTo>
                    <a:pt x="16839" y="16149"/>
                    <a:pt x="16873" y="16177"/>
                    <a:pt x="16892" y="16189"/>
                  </a:cubicBezTo>
                  <a:cubicBezTo>
                    <a:pt x="16908" y="16200"/>
                    <a:pt x="16944" y="16215"/>
                    <a:pt x="16960" y="16228"/>
                  </a:cubicBezTo>
                  <a:cubicBezTo>
                    <a:pt x="16973" y="16239"/>
                    <a:pt x="17000" y="16266"/>
                    <a:pt x="17006" y="16284"/>
                  </a:cubicBezTo>
                  <a:cubicBezTo>
                    <a:pt x="17008" y="16291"/>
                    <a:pt x="17007" y="16308"/>
                    <a:pt x="17004" y="16314"/>
                  </a:cubicBezTo>
                  <a:cubicBezTo>
                    <a:pt x="16997" y="16327"/>
                    <a:pt x="16969" y="16340"/>
                    <a:pt x="16956" y="16347"/>
                  </a:cubicBezTo>
                  <a:cubicBezTo>
                    <a:pt x="16939" y="16356"/>
                    <a:pt x="16902" y="16369"/>
                    <a:pt x="16884" y="16377"/>
                  </a:cubicBezTo>
                  <a:cubicBezTo>
                    <a:pt x="16859" y="16388"/>
                    <a:pt x="16809" y="16410"/>
                    <a:pt x="16786" y="16424"/>
                  </a:cubicBezTo>
                  <a:cubicBezTo>
                    <a:pt x="16771" y="16434"/>
                    <a:pt x="16743" y="16456"/>
                    <a:pt x="16729" y="16467"/>
                  </a:cubicBezTo>
                  <a:cubicBezTo>
                    <a:pt x="16719" y="16475"/>
                    <a:pt x="16702" y="16497"/>
                    <a:pt x="16690" y="16503"/>
                  </a:cubicBezTo>
                  <a:cubicBezTo>
                    <a:pt x="16676" y="16510"/>
                    <a:pt x="16643" y="16506"/>
                    <a:pt x="16628" y="16510"/>
                  </a:cubicBezTo>
                  <a:cubicBezTo>
                    <a:pt x="16609" y="16516"/>
                    <a:pt x="16575" y="16547"/>
                    <a:pt x="16555" y="16546"/>
                  </a:cubicBezTo>
                  <a:cubicBezTo>
                    <a:pt x="16542" y="16546"/>
                    <a:pt x="16514" y="16531"/>
                    <a:pt x="16507" y="16519"/>
                  </a:cubicBezTo>
                  <a:cubicBezTo>
                    <a:pt x="16501" y="16510"/>
                    <a:pt x="16504" y="16485"/>
                    <a:pt x="16503" y="16474"/>
                  </a:cubicBezTo>
                  <a:cubicBezTo>
                    <a:pt x="16503" y="16464"/>
                    <a:pt x="16507" y="16441"/>
                    <a:pt x="16503" y="16431"/>
                  </a:cubicBezTo>
                  <a:cubicBezTo>
                    <a:pt x="16501" y="16423"/>
                    <a:pt x="16490" y="16410"/>
                    <a:pt x="16483" y="16406"/>
                  </a:cubicBezTo>
                  <a:cubicBezTo>
                    <a:pt x="16478" y="16403"/>
                    <a:pt x="16467" y="16403"/>
                    <a:pt x="16461" y="16403"/>
                  </a:cubicBezTo>
                  <a:cubicBezTo>
                    <a:pt x="16443" y="16403"/>
                    <a:pt x="16407" y="16404"/>
                    <a:pt x="16390" y="16411"/>
                  </a:cubicBezTo>
                  <a:cubicBezTo>
                    <a:pt x="16379" y="16416"/>
                    <a:pt x="16357" y="16432"/>
                    <a:pt x="16352" y="16443"/>
                  </a:cubicBezTo>
                  <a:cubicBezTo>
                    <a:pt x="16345" y="16456"/>
                    <a:pt x="16345" y="16490"/>
                    <a:pt x="16346" y="16505"/>
                  </a:cubicBezTo>
                  <a:cubicBezTo>
                    <a:pt x="16347" y="16515"/>
                    <a:pt x="16357" y="16534"/>
                    <a:pt x="16358" y="16544"/>
                  </a:cubicBezTo>
                  <a:cubicBezTo>
                    <a:pt x="16359" y="16558"/>
                    <a:pt x="16356" y="16587"/>
                    <a:pt x="16351" y="16599"/>
                  </a:cubicBezTo>
                  <a:cubicBezTo>
                    <a:pt x="16346" y="16609"/>
                    <a:pt x="16326" y="16621"/>
                    <a:pt x="16324" y="16632"/>
                  </a:cubicBezTo>
                  <a:cubicBezTo>
                    <a:pt x="16322" y="16642"/>
                    <a:pt x="16332" y="16664"/>
                    <a:pt x="16338" y="16672"/>
                  </a:cubicBezTo>
                  <a:cubicBezTo>
                    <a:pt x="16346" y="16684"/>
                    <a:pt x="16376" y="16695"/>
                    <a:pt x="16380" y="16708"/>
                  </a:cubicBezTo>
                  <a:cubicBezTo>
                    <a:pt x="16384" y="16724"/>
                    <a:pt x="16365" y="16754"/>
                    <a:pt x="16358" y="16769"/>
                  </a:cubicBezTo>
                  <a:cubicBezTo>
                    <a:pt x="16352" y="16779"/>
                    <a:pt x="16341" y="16798"/>
                    <a:pt x="16333" y="16806"/>
                  </a:cubicBezTo>
                  <a:cubicBezTo>
                    <a:pt x="16320" y="16820"/>
                    <a:pt x="16285" y="16837"/>
                    <a:pt x="16269" y="16847"/>
                  </a:cubicBezTo>
                  <a:cubicBezTo>
                    <a:pt x="16251" y="16858"/>
                    <a:pt x="16212" y="16875"/>
                    <a:pt x="16196" y="16890"/>
                  </a:cubicBezTo>
                  <a:cubicBezTo>
                    <a:pt x="16181" y="16904"/>
                    <a:pt x="16165" y="16945"/>
                    <a:pt x="16151" y="16960"/>
                  </a:cubicBezTo>
                  <a:cubicBezTo>
                    <a:pt x="16142" y="16969"/>
                    <a:pt x="16122" y="16984"/>
                    <a:pt x="16111" y="16988"/>
                  </a:cubicBezTo>
                  <a:cubicBezTo>
                    <a:pt x="16098" y="16992"/>
                    <a:pt x="16070" y="16997"/>
                    <a:pt x="16057" y="16993"/>
                  </a:cubicBezTo>
                  <a:cubicBezTo>
                    <a:pt x="16048" y="16990"/>
                    <a:pt x="16035" y="16972"/>
                    <a:pt x="16027" y="16968"/>
                  </a:cubicBezTo>
                  <a:cubicBezTo>
                    <a:pt x="16019" y="16965"/>
                    <a:pt x="16001" y="16959"/>
                    <a:pt x="15993" y="16962"/>
                  </a:cubicBezTo>
                  <a:cubicBezTo>
                    <a:pt x="15981" y="16966"/>
                    <a:pt x="15959" y="16987"/>
                    <a:pt x="15958" y="17001"/>
                  </a:cubicBezTo>
                  <a:cubicBezTo>
                    <a:pt x="15957" y="17012"/>
                    <a:pt x="15980" y="17027"/>
                    <a:pt x="15980" y="17039"/>
                  </a:cubicBezTo>
                  <a:cubicBezTo>
                    <a:pt x="15980" y="17053"/>
                    <a:pt x="15954" y="17074"/>
                    <a:pt x="15953" y="17088"/>
                  </a:cubicBezTo>
                  <a:cubicBezTo>
                    <a:pt x="15952" y="17099"/>
                    <a:pt x="15966" y="17119"/>
                    <a:pt x="15967" y="17129"/>
                  </a:cubicBezTo>
                  <a:cubicBezTo>
                    <a:pt x="15968" y="17142"/>
                    <a:pt x="15964" y="17167"/>
                    <a:pt x="15960" y="17178"/>
                  </a:cubicBezTo>
                  <a:cubicBezTo>
                    <a:pt x="15954" y="17193"/>
                    <a:pt x="15933" y="17219"/>
                    <a:pt x="15924" y="17232"/>
                  </a:cubicBezTo>
                  <a:cubicBezTo>
                    <a:pt x="15903" y="17262"/>
                    <a:pt x="15861" y="17321"/>
                    <a:pt x="15841" y="17351"/>
                  </a:cubicBezTo>
                  <a:cubicBezTo>
                    <a:pt x="15826" y="17376"/>
                    <a:pt x="15800" y="17427"/>
                    <a:pt x="15785" y="17451"/>
                  </a:cubicBezTo>
                  <a:cubicBezTo>
                    <a:pt x="15778" y="17462"/>
                    <a:pt x="15760" y="17483"/>
                    <a:pt x="15755" y="17496"/>
                  </a:cubicBezTo>
                  <a:cubicBezTo>
                    <a:pt x="15749" y="17510"/>
                    <a:pt x="15748" y="17544"/>
                    <a:pt x="15741" y="17559"/>
                  </a:cubicBezTo>
                  <a:cubicBezTo>
                    <a:pt x="15733" y="17576"/>
                    <a:pt x="15712" y="17615"/>
                    <a:pt x="15694" y="17619"/>
                  </a:cubicBezTo>
                  <a:cubicBezTo>
                    <a:pt x="15677" y="17622"/>
                    <a:pt x="15643" y="17599"/>
                    <a:pt x="15632" y="17584"/>
                  </a:cubicBezTo>
                  <a:cubicBezTo>
                    <a:pt x="15625" y="17574"/>
                    <a:pt x="15626" y="17547"/>
                    <a:pt x="15621" y="17535"/>
                  </a:cubicBezTo>
                  <a:cubicBezTo>
                    <a:pt x="15616" y="17523"/>
                    <a:pt x="15604" y="17496"/>
                    <a:pt x="15592" y="17491"/>
                  </a:cubicBezTo>
                  <a:cubicBezTo>
                    <a:pt x="15577" y="17485"/>
                    <a:pt x="15544" y="17503"/>
                    <a:pt x="15528" y="17506"/>
                  </a:cubicBezTo>
                  <a:cubicBezTo>
                    <a:pt x="15514" y="17508"/>
                    <a:pt x="15483" y="17506"/>
                    <a:pt x="15470" y="17512"/>
                  </a:cubicBezTo>
                  <a:cubicBezTo>
                    <a:pt x="15449" y="17521"/>
                    <a:pt x="15412" y="17553"/>
                    <a:pt x="15397" y="17571"/>
                  </a:cubicBezTo>
                  <a:cubicBezTo>
                    <a:pt x="15381" y="17591"/>
                    <a:pt x="15352" y="17636"/>
                    <a:pt x="15349" y="17661"/>
                  </a:cubicBezTo>
                  <a:cubicBezTo>
                    <a:pt x="15347" y="17677"/>
                    <a:pt x="15355" y="17712"/>
                    <a:pt x="15363" y="17726"/>
                  </a:cubicBezTo>
                  <a:cubicBezTo>
                    <a:pt x="15376" y="17749"/>
                    <a:pt x="15419" y="17783"/>
                    <a:pt x="15439" y="17799"/>
                  </a:cubicBezTo>
                  <a:cubicBezTo>
                    <a:pt x="15455" y="17812"/>
                    <a:pt x="15487" y="17838"/>
                    <a:pt x="15506" y="17844"/>
                  </a:cubicBezTo>
                  <a:cubicBezTo>
                    <a:pt x="15521" y="17849"/>
                    <a:pt x="15556" y="17838"/>
                    <a:pt x="15571" y="17845"/>
                  </a:cubicBezTo>
                  <a:cubicBezTo>
                    <a:pt x="15580" y="17850"/>
                    <a:pt x="15596" y="17867"/>
                    <a:pt x="15598" y="17878"/>
                  </a:cubicBezTo>
                  <a:cubicBezTo>
                    <a:pt x="15601" y="17897"/>
                    <a:pt x="15579" y="17932"/>
                    <a:pt x="15572" y="17950"/>
                  </a:cubicBezTo>
                  <a:cubicBezTo>
                    <a:pt x="15560" y="17977"/>
                    <a:pt x="15533" y="18030"/>
                    <a:pt x="15522" y="18057"/>
                  </a:cubicBezTo>
                  <a:cubicBezTo>
                    <a:pt x="15506" y="18094"/>
                    <a:pt x="15477" y="18171"/>
                    <a:pt x="15463" y="18209"/>
                  </a:cubicBezTo>
                  <a:cubicBezTo>
                    <a:pt x="15453" y="18235"/>
                    <a:pt x="15434" y="18287"/>
                    <a:pt x="15428" y="18314"/>
                  </a:cubicBezTo>
                  <a:cubicBezTo>
                    <a:pt x="15419" y="18348"/>
                    <a:pt x="15412" y="18416"/>
                    <a:pt x="15405" y="18450"/>
                  </a:cubicBezTo>
                  <a:cubicBezTo>
                    <a:pt x="15399" y="18476"/>
                    <a:pt x="15388" y="18527"/>
                    <a:pt x="15379" y="18552"/>
                  </a:cubicBezTo>
                  <a:cubicBezTo>
                    <a:pt x="15373" y="18566"/>
                    <a:pt x="15359" y="18593"/>
                    <a:pt x="15350" y="18605"/>
                  </a:cubicBezTo>
                  <a:cubicBezTo>
                    <a:pt x="15343" y="18615"/>
                    <a:pt x="15328" y="18632"/>
                    <a:pt x="15318" y="18638"/>
                  </a:cubicBezTo>
                  <a:cubicBezTo>
                    <a:pt x="15305" y="18646"/>
                    <a:pt x="15274" y="18645"/>
                    <a:pt x="15261" y="18653"/>
                  </a:cubicBezTo>
                  <a:cubicBezTo>
                    <a:pt x="15248" y="18660"/>
                    <a:pt x="15233" y="18689"/>
                    <a:pt x="15220" y="18696"/>
                  </a:cubicBezTo>
                  <a:cubicBezTo>
                    <a:pt x="15210" y="18702"/>
                    <a:pt x="15185" y="18707"/>
                    <a:pt x="15173" y="18708"/>
                  </a:cubicBezTo>
                  <a:cubicBezTo>
                    <a:pt x="15163" y="18709"/>
                    <a:pt x="15143" y="18709"/>
                    <a:pt x="15133" y="18706"/>
                  </a:cubicBezTo>
                  <a:cubicBezTo>
                    <a:pt x="15126" y="18704"/>
                    <a:pt x="15109" y="18700"/>
                    <a:pt x="15109" y="18693"/>
                  </a:cubicBezTo>
                  <a:cubicBezTo>
                    <a:pt x="15108" y="18683"/>
                    <a:pt x="15133" y="18673"/>
                    <a:pt x="15141" y="18666"/>
                  </a:cubicBezTo>
                  <a:cubicBezTo>
                    <a:pt x="15152" y="18657"/>
                    <a:pt x="15174" y="18638"/>
                    <a:pt x="15186" y="18629"/>
                  </a:cubicBezTo>
                  <a:cubicBezTo>
                    <a:pt x="15192" y="18625"/>
                    <a:pt x="15208" y="18617"/>
                    <a:pt x="15213" y="18610"/>
                  </a:cubicBezTo>
                  <a:cubicBezTo>
                    <a:pt x="15218" y="18603"/>
                    <a:pt x="15225" y="18586"/>
                    <a:pt x="15226" y="18578"/>
                  </a:cubicBezTo>
                  <a:cubicBezTo>
                    <a:pt x="15226" y="18569"/>
                    <a:pt x="15225" y="18549"/>
                    <a:pt x="15218" y="18544"/>
                  </a:cubicBezTo>
                  <a:cubicBezTo>
                    <a:pt x="15210" y="18536"/>
                    <a:pt x="15185" y="18535"/>
                    <a:pt x="15176" y="18541"/>
                  </a:cubicBezTo>
                  <a:cubicBezTo>
                    <a:pt x="15167" y="18546"/>
                    <a:pt x="15166" y="18572"/>
                    <a:pt x="15159" y="18580"/>
                  </a:cubicBezTo>
                  <a:cubicBezTo>
                    <a:pt x="15150" y="18590"/>
                    <a:pt x="15122" y="18597"/>
                    <a:pt x="15112" y="18605"/>
                  </a:cubicBezTo>
                  <a:cubicBezTo>
                    <a:pt x="15100" y="18614"/>
                    <a:pt x="15084" y="18639"/>
                    <a:pt x="15073" y="18648"/>
                  </a:cubicBezTo>
                  <a:cubicBezTo>
                    <a:pt x="15060" y="18659"/>
                    <a:pt x="15031" y="18680"/>
                    <a:pt x="15016" y="18686"/>
                  </a:cubicBezTo>
                  <a:cubicBezTo>
                    <a:pt x="15007" y="18689"/>
                    <a:pt x="14986" y="18684"/>
                    <a:pt x="14978" y="18691"/>
                  </a:cubicBezTo>
                  <a:cubicBezTo>
                    <a:pt x="14967" y="18701"/>
                    <a:pt x="14956" y="18735"/>
                    <a:pt x="14959" y="18751"/>
                  </a:cubicBezTo>
                  <a:cubicBezTo>
                    <a:pt x="14961" y="18764"/>
                    <a:pt x="14982" y="18786"/>
                    <a:pt x="14993" y="18793"/>
                  </a:cubicBezTo>
                  <a:cubicBezTo>
                    <a:pt x="15004" y="18800"/>
                    <a:pt x="15029" y="18806"/>
                    <a:pt x="15041" y="18806"/>
                  </a:cubicBezTo>
                  <a:cubicBezTo>
                    <a:pt x="15056" y="18807"/>
                    <a:pt x="15084" y="18794"/>
                    <a:pt x="15099" y="18795"/>
                  </a:cubicBezTo>
                  <a:cubicBezTo>
                    <a:pt x="15114" y="18796"/>
                    <a:pt x="15140" y="18813"/>
                    <a:pt x="15155" y="18815"/>
                  </a:cubicBezTo>
                  <a:cubicBezTo>
                    <a:pt x="15168" y="18816"/>
                    <a:pt x="15197" y="18813"/>
                    <a:pt x="15209" y="18805"/>
                  </a:cubicBezTo>
                  <a:cubicBezTo>
                    <a:pt x="15217" y="18799"/>
                    <a:pt x="15225" y="18777"/>
                    <a:pt x="15232" y="18769"/>
                  </a:cubicBezTo>
                  <a:cubicBezTo>
                    <a:pt x="15243" y="18759"/>
                    <a:pt x="15268" y="18743"/>
                    <a:pt x="15282" y="18739"/>
                  </a:cubicBezTo>
                  <a:cubicBezTo>
                    <a:pt x="15296" y="18734"/>
                    <a:pt x="15332" y="18724"/>
                    <a:pt x="15342" y="18735"/>
                  </a:cubicBezTo>
                  <a:cubicBezTo>
                    <a:pt x="15350" y="18744"/>
                    <a:pt x="15339" y="18771"/>
                    <a:pt x="15337" y="18783"/>
                  </a:cubicBezTo>
                  <a:cubicBezTo>
                    <a:pt x="15333" y="18802"/>
                    <a:pt x="15315" y="18838"/>
                    <a:pt x="15313" y="18858"/>
                  </a:cubicBezTo>
                  <a:cubicBezTo>
                    <a:pt x="15310" y="18881"/>
                    <a:pt x="15319" y="18927"/>
                    <a:pt x="15318" y="18951"/>
                  </a:cubicBezTo>
                  <a:cubicBezTo>
                    <a:pt x="15318" y="18969"/>
                    <a:pt x="15318" y="19008"/>
                    <a:pt x="15310" y="19024"/>
                  </a:cubicBezTo>
                  <a:cubicBezTo>
                    <a:pt x="15304" y="19039"/>
                    <a:pt x="15281" y="19064"/>
                    <a:pt x="15267" y="19072"/>
                  </a:cubicBezTo>
                  <a:cubicBezTo>
                    <a:pt x="15256" y="19077"/>
                    <a:pt x="15228" y="19069"/>
                    <a:pt x="15219" y="19078"/>
                  </a:cubicBezTo>
                  <a:cubicBezTo>
                    <a:pt x="15213" y="19084"/>
                    <a:pt x="15213" y="19104"/>
                    <a:pt x="15216" y="19112"/>
                  </a:cubicBezTo>
                  <a:cubicBezTo>
                    <a:pt x="15219" y="19122"/>
                    <a:pt x="15246" y="19130"/>
                    <a:pt x="15247" y="19140"/>
                  </a:cubicBezTo>
                  <a:cubicBezTo>
                    <a:pt x="15247" y="19149"/>
                    <a:pt x="15223" y="19155"/>
                    <a:pt x="15223" y="19163"/>
                  </a:cubicBezTo>
                  <a:cubicBezTo>
                    <a:pt x="15222" y="19170"/>
                    <a:pt x="15236" y="19180"/>
                    <a:pt x="15239" y="19185"/>
                  </a:cubicBezTo>
                  <a:cubicBezTo>
                    <a:pt x="15243" y="19190"/>
                    <a:pt x="15249" y="19199"/>
                    <a:pt x="15251" y="19204"/>
                  </a:cubicBezTo>
                  <a:cubicBezTo>
                    <a:pt x="15255" y="19213"/>
                    <a:pt x="15264" y="19231"/>
                    <a:pt x="15262" y="19241"/>
                  </a:cubicBezTo>
                  <a:cubicBezTo>
                    <a:pt x="15261" y="19251"/>
                    <a:pt x="15250" y="19269"/>
                    <a:pt x="15241" y="19272"/>
                  </a:cubicBezTo>
                  <a:cubicBezTo>
                    <a:pt x="15229" y="19278"/>
                    <a:pt x="15200" y="19261"/>
                    <a:pt x="15187" y="19262"/>
                  </a:cubicBezTo>
                  <a:cubicBezTo>
                    <a:pt x="15174" y="19263"/>
                    <a:pt x="15146" y="19269"/>
                    <a:pt x="15136" y="19279"/>
                  </a:cubicBezTo>
                  <a:cubicBezTo>
                    <a:pt x="15126" y="19290"/>
                    <a:pt x="15122" y="19323"/>
                    <a:pt x="15119" y="19338"/>
                  </a:cubicBezTo>
                  <a:cubicBezTo>
                    <a:pt x="15118" y="19350"/>
                    <a:pt x="15115" y="19374"/>
                    <a:pt x="15117" y="19385"/>
                  </a:cubicBezTo>
                  <a:cubicBezTo>
                    <a:pt x="15120" y="19403"/>
                    <a:pt x="15141" y="19434"/>
                    <a:pt x="15143" y="19452"/>
                  </a:cubicBezTo>
                  <a:cubicBezTo>
                    <a:pt x="15147" y="19474"/>
                    <a:pt x="15139" y="19520"/>
                    <a:pt x="15136" y="19543"/>
                  </a:cubicBezTo>
                  <a:cubicBezTo>
                    <a:pt x="15134" y="19559"/>
                    <a:pt x="15118" y="19593"/>
                    <a:pt x="15125" y="19608"/>
                  </a:cubicBezTo>
                  <a:cubicBezTo>
                    <a:pt x="15129" y="19618"/>
                    <a:pt x="15151" y="19625"/>
                    <a:pt x="15159" y="19631"/>
                  </a:cubicBezTo>
                  <a:cubicBezTo>
                    <a:pt x="15170" y="19640"/>
                    <a:pt x="15189" y="19659"/>
                    <a:pt x="15197" y="19669"/>
                  </a:cubicBezTo>
                  <a:cubicBezTo>
                    <a:pt x="15213" y="19688"/>
                    <a:pt x="15241" y="19729"/>
                    <a:pt x="15252" y="19751"/>
                  </a:cubicBezTo>
                  <a:cubicBezTo>
                    <a:pt x="15262" y="19770"/>
                    <a:pt x="15275" y="19811"/>
                    <a:pt x="15282" y="19831"/>
                  </a:cubicBezTo>
                  <a:cubicBezTo>
                    <a:pt x="15289" y="19851"/>
                    <a:pt x="15302" y="19891"/>
                    <a:pt x="15307" y="19912"/>
                  </a:cubicBezTo>
                  <a:cubicBezTo>
                    <a:pt x="15312" y="19927"/>
                    <a:pt x="15321" y="19959"/>
                    <a:pt x="15323" y="19975"/>
                  </a:cubicBezTo>
                  <a:cubicBezTo>
                    <a:pt x="15325" y="19998"/>
                    <a:pt x="15317" y="20044"/>
                    <a:pt x="15323" y="20066"/>
                  </a:cubicBezTo>
                  <a:cubicBezTo>
                    <a:pt x="15329" y="20089"/>
                    <a:pt x="15363" y="20125"/>
                    <a:pt x="15370" y="20147"/>
                  </a:cubicBezTo>
                  <a:cubicBezTo>
                    <a:pt x="15375" y="20161"/>
                    <a:pt x="15377" y="20190"/>
                    <a:pt x="15377" y="20205"/>
                  </a:cubicBezTo>
                  <a:cubicBezTo>
                    <a:pt x="15378" y="20221"/>
                    <a:pt x="15378" y="20253"/>
                    <a:pt x="15375" y="20269"/>
                  </a:cubicBezTo>
                  <a:cubicBezTo>
                    <a:pt x="15372" y="20281"/>
                    <a:pt x="15356" y="20304"/>
                    <a:pt x="15354" y="20317"/>
                  </a:cubicBezTo>
                  <a:cubicBezTo>
                    <a:pt x="15353" y="20328"/>
                    <a:pt x="15355" y="20352"/>
                    <a:pt x="15361" y="20361"/>
                  </a:cubicBezTo>
                  <a:cubicBezTo>
                    <a:pt x="15368" y="20369"/>
                    <a:pt x="15393" y="20369"/>
                    <a:pt x="15397" y="20378"/>
                  </a:cubicBezTo>
                  <a:cubicBezTo>
                    <a:pt x="15404" y="20389"/>
                    <a:pt x="15388" y="20418"/>
                    <a:pt x="15391" y="20432"/>
                  </a:cubicBezTo>
                  <a:cubicBezTo>
                    <a:pt x="15394" y="20439"/>
                    <a:pt x="15403" y="20455"/>
                    <a:pt x="15411" y="20456"/>
                  </a:cubicBezTo>
                  <a:cubicBezTo>
                    <a:pt x="15421" y="20459"/>
                    <a:pt x="15439" y="20435"/>
                    <a:pt x="15449" y="20439"/>
                  </a:cubicBezTo>
                  <a:cubicBezTo>
                    <a:pt x="15458" y="20442"/>
                    <a:pt x="15467" y="20465"/>
                    <a:pt x="15467" y="20476"/>
                  </a:cubicBezTo>
                  <a:cubicBezTo>
                    <a:pt x="15468" y="20491"/>
                    <a:pt x="15453" y="20520"/>
                    <a:pt x="15448" y="20535"/>
                  </a:cubicBezTo>
                  <a:cubicBezTo>
                    <a:pt x="15444" y="20547"/>
                    <a:pt x="15430" y="20571"/>
                    <a:pt x="15433" y="20583"/>
                  </a:cubicBezTo>
                  <a:cubicBezTo>
                    <a:pt x="15435" y="20593"/>
                    <a:pt x="15450" y="20612"/>
                    <a:pt x="15460" y="20612"/>
                  </a:cubicBezTo>
                  <a:cubicBezTo>
                    <a:pt x="15468" y="20613"/>
                    <a:pt x="15480" y="20599"/>
                    <a:pt x="15485" y="20592"/>
                  </a:cubicBezTo>
                  <a:cubicBezTo>
                    <a:pt x="15491" y="20585"/>
                    <a:pt x="15494" y="20563"/>
                    <a:pt x="15501" y="20557"/>
                  </a:cubicBezTo>
                  <a:cubicBezTo>
                    <a:pt x="15508" y="20551"/>
                    <a:pt x="15529" y="20544"/>
                    <a:pt x="15538" y="20548"/>
                  </a:cubicBezTo>
                  <a:cubicBezTo>
                    <a:pt x="15547" y="20552"/>
                    <a:pt x="15561" y="20573"/>
                    <a:pt x="15560" y="20583"/>
                  </a:cubicBezTo>
                  <a:cubicBezTo>
                    <a:pt x="15559" y="20598"/>
                    <a:pt x="15526" y="20613"/>
                    <a:pt x="15520" y="20628"/>
                  </a:cubicBezTo>
                  <a:cubicBezTo>
                    <a:pt x="15515" y="20640"/>
                    <a:pt x="15515" y="20670"/>
                    <a:pt x="15517" y="20684"/>
                  </a:cubicBezTo>
                  <a:cubicBezTo>
                    <a:pt x="15519" y="20696"/>
                    <a:pt x="15524" y="20726"/>
                    <a:pt x="15534" y="20731"/>
                  </a:cubicBezTo>
                  <a:cubicBezTo>
                    <a:pt x="15544" y="20736"/>
                    <a:pt x="15567" y="20712"/>
                    <a:pt x="15577" y="20717"/>
                  </a:cubicBezTo>
                  <a:cubicBezTo>
                    <a:pt x="15587" y="20723"/>
                    <a:pt x="15593" y="20753"/>
                    <a:pt x="15591" y="20765"/>
                  </a:cubicBezTo>
                  <a:cubicBezTo>
                    <a:pt x="15589" y="20776"/>
                    <a:pt x="15566" y="20787"/>
                    <a:pt x="15564" y="20798"/>
                  </a:cubicBezTo>
                  <a:cubicBezTo>
                    <a:pt x="15562" y="20810"/>
                    <a:pt x="15577" y="20835"/>
                    <a:pt x="15584" y="20846"/>
                  </a:cubicBezTo>
                  <a:cubicBezTo>
                    <a:pt x="15588" y="20853"/>
                    <a:pt x="15604" y="20860"/>
                    <a:pt x="15608" y="20868"/>
                  </a:cubicBezTo>
                  <a:cubicBezTo>
                    <a:pt x="15612" y="20878"/>
                    <a:pt x="15611" y="20903"/>
                    <a:pt x="15608" y="20914"/>
                  </a:cubicBezTo>
                  <a:cubicBezTo>
                    <a:pt x="15607" y="20922"/>
                    <a:pt x="15595" y="20936"/>
                    <a:pt x="15595" y="20945"/>
                  </a:cubicBezTo>
                  <a:cubicBezTo>
                    <a:pt x="15595" y="20954"/>
                    <a:pt x="15605" y="20969"/>
                    <a:pt x="15608" y="20977"/>
                  </a:cubicBezTo>
                  <a:cubicBezTo>
                    <a:pt x="15612" y="20986"/>
                    <a:pt x="15619" y="21003"/>
                    <a:pt x="15622" y="21012"/>
                  </a:cubicBezTo>
                  <a:cubicBezTo>
                    <a:pt x="15626" y="21025"/>
                    <a:pt x="15627" y="21055"/>
                    <a:pt x="15635" y="21066"/>
                  </a:cubicBezTo>
                  <a:cubicBezTo>
                    <a:pt x="15643" y="21077"/>
                    <a:pt x="15667" y="21089"/>
                    <a:pt x="15679" y="21094"/>
                  </a:cubicBezTo>
                  <a:cubicBezTo>
                    <a:pt x="15689" y="21097"/>
                    <a:pt x="15709" y="21100"/>
                    <a:pt x="15719" y="21100"/>
                  </a:cubicBezTo>
                  <a:cubicBezTo>
                    <a:pt x="15726" y="21100"/>
                    <a:pt x="15741" y="21094"/>
                    <a:pt x="15748" y="21094"/>
                  </a:cubicBezTo>
                  <a:cubicBezTo>
                    <a:pt x="15757" y="21093"/>
                    <a:pt x="15779" y="21093"/>
                    <a:pt x="15786" y="21100"/>
                  </a:cubicBezTo>
                  <a:cubicBezTo>
                    <a:pt x="15798" y="21113"/>
                    <a:pt x="15802" y="21152"/>
                    <a:pt x="15797" y="21169"/>
                  </a:cubicBezTo>
                  <a:cubicBezTo>
                    <a:pt x="15796" y="21178"/>
                    <a:pt x="15783" y="21190"/>
                    <a:pt x="15777" y="21196"/>
                  </a:cubicBezTo>
                  <a:cubicBezTo>
                    <a:pt x="15771" y="21204"/>
                    <a:pt x="15753" y="21216"/>
                    <a:pt x="15750" y="21226"/>
                  </a:cubicBezTo>
                  <a:cubicBezTo>
                    <a:pt x="15748" y="21238"/>
                    <a:pt x="15755" y="21264"/>
                    <a:pt x="15765" y="21271"/>
                  </a:cubicBezTo>
                  <a:cubicBezTo>
                    <a:pt x="15773" y="21278"/>
                    <a:pt x="15797" y="21274"/>
                    <a:pt x="15807" y="21270"/>
                  </a:cubicBezTo>
                  <a:cubicBezTo>
                    <a:pt x="15818" y="21266"/>
                    <a:pt x="15831" y="21242"/>
                    <a:pt x="15842" y="21240"/>
                  </a:cubicBezTo>
                  <a:cubicBezTo>
                    <a:pt x="15855" y="21237"/>
                    <a:pt x="15883" y="21245"/>
                    <a:pt x="15893" y="21255"/>
                  </a:cubicBezTo>
                  <a:cubicBezTo>
                    <a:pt x="15901" y="21263"/>
                    <a:pt x="15905" y="21290"/>
                    <a:pt x="15904" y="21302"/>
                  </a:cubicBezTo>
                  <a:cubicBezTo>
                    <a:pt x="15904" y="21313"/>
                    <a:pt x="15898" y="21336"/>
                    <a:pt x="15890" y="21342"/>
                  </a:cubicBezTo>
                  <a:cubicBezTo>
                    <a:pt x="15882" y="21349"/>
                    <a:pt x="15861" y="21349"/>
                    <a:pt x="15851" y="21349"/>
                  </a:cubicBezTo>
                  <a:cubicBezTo>
                    <a:pt x="15832" y="21348"/>
                    <a:pt x="15795" y="21329"/>
                    <a:pt x="15776" y="21331"/>
                  </a:cubicBezTo>
                  <a:cubicBezTo>
                    <a:pt x="15764" y="21333"/>
                    <a:pt x="15744" y="21353"/>
                    <a:pt x="15732" y="21355"/>
                  </a:cubicBezTo>
                  <a:cubicBezTo>
                    <a:pt x="15724" y="21356"/>
                    <a:pt x="15708" y="21349"/>
                    <a:pt x="15700" y="21348"/>
                  </a:cubicBezTo>
                  <a:cubicBezTo>
                    <a:pt x="15690" y="21347"/>
                    <a:pt x="15670" y="21345"/>
                    <a:pt x="15661" y="21348"/>
                  </a:cubicBezTo>
                  <a:cubicBezTo>
                    <a:pt x="15649" y="21352"/>
                    <a:pt x="15634" y="21373"/>
                    <a:pt x="15623" y="21377"/>
                  </a:cubicBezTo>
                  <a:cubicBezTo>
                    <a:pt x="15614" y="21381"/>
                    <a:pt x="15595" y="21380"/>
                    <a:pt x="15587" y="21384"/>
                  </a:cubicBezTo>
                  <a:cubicBezTo>
                    <a:pt x="15577" y="21389"/>
                    <a:pt x="15563" y="21407"/>
                    <a:pt x="15553" y="21412"/>
                  </a:cubicBezTo>
                  <a:cubicBezTo>
                    <a:pt x="15544" y="21416"/>
                    <a:pt x="15522" y="21414"/>
                    <a:pt x="15514" y="21420"/>
                  </a:cubicBezTo>
                  <a:cubicBezTo>
                    <a:pt x="15506" y="21426"/>
                    <a:pt x="15493" y="21447"/>
                    <a:pt x="15493" y="21457"/>
                  </a:cubicBezTo>
                  <a:cubicBezTo>
                    <a:pt x="15492" y="21469"/>
                    <a:pt x="15510" y="21487"/>
                    <a:pt x="15512" y="21498"/>
                  </a:cubicBezTo>
                  <a:cubicBezTo>
                    <a:pt x="15514" y="21511"/>
                    <a:pt x="15511" y="21538"/>
                    <a:pt x="15506" y="21550"/>
                  </a:cubicBezTo>
                  <a:cubicBezTo>
                    <a:pt x="15500" y="21564"/>
                    <a:pt x="15480" y="21588"/>
                    <a:pt x="15466" y="21594"/>
                  </a:cubicBezTo>
                  <a:cubicBezTo>
                    <a:pt x="15455" y="21600"/>
                    <a:pt x="15427" y="21600"/>
                    <a:pt x="15415" y="21596"/>
                  </a:cubicBezTo>
                  <a:cubicBezTo>
                    <a:pt x="15399" y="21590"/>
                    <a:pt x="15369" y="21567"/>
                    <a:pt x="15361" y="21552"/>
                  </a:cubicBezTo>
                  <a:cubicBezTo>
                    <a:pt x="15356" y="21544"/>
                    <a:pt x="15363" y="21522"/>
                    <a:pt x="15358" y="21515"/>
                  </a:cubicBezTo>
                  <a:cubicBezTo>
                    <a:pt x="15351" y="21507"/>
                    <a:pt x="15328" y="21506"/>
                    <a:pt x="15318" y="21504"/>
                  </a:cubicBezTo>
                  <a:cubicBezTo>
                    <a:pt x="15307" y="21503"/>
                    <a:pt x="15284" y="21509"/>
                    <a:pt x="15273" y="21506"/>
                  </a:cubicBezTo>
                  <a:cubicBezTo>
                    <a:pt x="15258" y="21503"/>
                    <a:pt x="15228" y="21491"/>
                    <a:pt x="15218" y="21478"/>
                  </a:cubicBezTo>
                  <a:cubicBezTo>
                    <a:pt x="15212" y="21470"/>
                    <a:pt x="15213" y="21446"/>
                    <a:pt x="15208" y="21437"/>
                  </a:cubicBezTo>
                  <a:cubicBezTo>
                    <a:pt x="15202" y="21428"/>
                    <a:pt x="15186" y="21413"/>
                    <a:pt x="15177" y="21408"/>
                  </a:cubicBezTo>
                  <a:cubicBezTo>
                    <a:pt x="15161" y="21399"/>
                    <a:pt x="15122" y="21400"/>
                    <a:pt x="15107" y="21389"/>
                  </a:cubicBezTo>
                  <a:cubicBezTo>
                    <a:pt x="15088" y="21375"/>
                    <a:pt x="15069" y="21327"/>
                    <a:pt x="15055" y="21307"/>
                  </a:cubicBezTo>
                  <a:cubicBezTo>
                    <a:pt x="15045" y="21293"/>
                    <a:pt x="15025" y="21264"/>
                    <a:pt x="15013" y="21252"/>
                  </a:cubicBezTo>
                  <a:cubicBezTo>
                    <a:pt x="15003" y="21242"/>
                    <a:pt x="14980" y="21226"/>
                    <a:pt x="14967" y="21222"/>
                  </a:cubicBezTo>
                  <a:cubicBezTo>
                    <a:pt x="14946" y="21215"/>
                    <a:pt x="14901" y="21219"/>
                    <a:pt x="14879" y="21218"/>
                  </a:cubicBezTo>
                  <a:cubicBezTo>
                    <a:pt x="14863" y="21218"/>
                    <a:pt x="14831" y="21222"/>
                    <a:pt x="14816" y="21220"/>
                  </a:cubicBezTo>
                  <a:cubicBezTo>
                    <a:pt x="14802" y="21219"/>
                    <a:pt x="14772" y="21214"/>
                    <a:pt x="14760" y="21205"/>
                  </a:cubicBezTo>
                  <a:cubicBezTo>
                    <a:pt x="14752" y="21199"/>
                    <a:pt x="14746" y="21177"/>
                    <a:pt x="14739" y="21169"/>
                  </a:cubicBezTo>
                  <a:cubicBezTo>
                    <a:pt x="14735" y="21164"/>
                    <a:pt x="14727" y="21155"/>
                    <a:pt x="14721" y="21155"/>
                  </a:cubicBezTo>
                  <a:cubicBezTo>
                    <a:pt x="14709" y="21154"/>
                    <a:pt x="14690" y="21174"/>
                    <a:pt x="14678" y="21178"/>
                  </a:cubicBezTo>
                  <a:cubicBezTo>
                    <a:pt x="14665" y="21182"/>
                    <a:pt x="14637" y="21192"/>
                    <a:pt x="14624" y="21188"/>
                  </a:cubicBezTo>
                  <a:cubicBezTo>
                    <a:pt x="14612" y="21185"/>
                    <a:pt x="14599" y="21161"/>
                    <a:pt x="14588" y="21156"/>
                  </a:cubicBezTo>
                  <a:cubicBezTo>
                    <a:pt x="14581" y="21152"/>
                    <a:pt x="14563" y="21149"/>
                    <a:pt x="14556" y="21152"/>
                  </a:cubicBezTo>
                  <a:cubicBezTo>
                    <a:pt x="14549" y="21155"/>
                    <a:pt x="14543" y="21174"/>
                    <a:pt x="14535" y="21176"/>
                  </a:cubicBezTo>
                  <a:cubicBezTo>
                    <a:pt x="14521" y="21179"/>
                    <a:pt x="14495" y="21148"/>
                    <a:pt x="14480" y="21152"/>
                  </a:cubicBezTo>
                  <a:cubicBezTo>
                    <a:pt x="14471" y="21154"/>
                    <a:pt x="14464" y="21176"/>
                    <a:pt x="14456" y="21180"/>
                  </a:cubicBezTo>
                  <a:cubicBezTo>
                    <a:pt x="14447" y="21183"/>
                    <a:pt x="14427" y="21178"/>
                    <a:pt x="14418" y="21176"/>
                  </a:cubicBezTo>
                  <a:cubicBezTo>
                    <a:pt x="14402" y="21173"/>
                    <a:pt x="14372" y="21163"/>
                    <a:pt x="14356" y="21161"/>
                  </a:cubicBezTo>
                  <a:cubicBezTo>
                    <a:pt x="14348" y="21160"/>
                    <a:pt x="14331" y="21158"/>
                    <a:pt x="14324" y="21161"/>
                  </a:cubicBezTo>
                  <a:cubicBezTo>
                    <a:pt x="14314" y="21166"/>
                    <a:pt x="14305" y="21196"/>
                    <a:pt x="14293" y="21198"/>
                  </a:cubicBezTo>
                  <a:cubicBezTo>
                    <a:pt x="14282" y="21201"/>
                    <a:pt x="14261" y="21184"/>
                    <a:pt x="14251" y="21178"/>
                  </a:cubicBezTo>
                  <a:cubicBezTo>
                    <a:pt x="14244" y="21173"/>
                    <a:pt x="14232" y="21160"/>
                    <a:pt x="14224" y="21156"/>
                  </a:cubicBezTo>
                  <a:cubicBezTo>
                    <a:pt x="14214" y="21152"/>
                    <a:pt x="14191" y="21149"/>
                    <a:pt x="14180" y="21152"/>
                  </a:cubicBezTo>
                  <a:cubicBezTo>
                    <a:pt x="14171" y="21154"/>
                    <a:pt x="14156" y="21170"/>
                    <a:pt x="14147" y="21174"/>
                  </a:cubicBezTo>
                  <a:cubicBezTo>
                    <a:pt x="14138" y="21178"/>
                    <a:pt x="14118" y="21187"/>
                    <a:pt x="14108" y="21184"/>
                  </a:cubicBezTo>
                  <a:cubicBezTo>
                    <a:pt x="14098" y="21181"/>
                    <a:pt x="14091" y="21151"/>
                    <a:pt x="14080" y="21148"/>
                  </a:cubicBezTo>
                  <a:cubicBezTo>
                    <a:pt x="14074" y="21147"/>
                    <a:pt x="14064" y="21156"/>
                    <a:pt x="14060" y="21159"/>
                  </a:cubicBezTo>
                  <a:cubicBezTo>
                    <a:pt x="14052" y="21164"/>
                    <a:pt x="14042" y="21183"/>
                    <a:pt x="14033" y="21182"/>
                  </a:cubicBezTo>
                  <a:cubicBezTo>
                    <a:pt x="14025" y="21182"/>
                    <a:pt x="14017" y="21162"/>
                    <a:pt x="14010" y="21156"/>
                  </a:cubicBezTo>
                  <a:cubicBezTo>
                    <a:pt x="14004" y="21151"/>
                    <a:pt x="13990" y="21143"/>
                    <a:pt x="13983" y="21142"/>
                  </a:cubicBezTo>
                  <a:cubicBezTo>
                    <a:pt x="13971" y="21140"/>
                    <a:pt x="13946" y="21155"/>
                    <a:pt x="13934" y="21150"/>
                  </a:cubicBezTo>
                  <a:cubicBezTo>
                    <a:pt x="13924" y="21145"/>
                    <a:pt x="13911" y="21123"/>
                    <a:pt x="13908" y="21111"/>
                  </a:cubicBezTo>
                  <a:cubicBezTo>
                    <a:pt x="13906" y="21103"/>
                    <a:pt x="13914" y="21085"/>
                    <a:pt x="13910" y="21077"/>
                  </a:cubicBezTo>
                  <a:cubicBezTo>
                    <a:pt x="13908" y="21071"/>
                    <a:pt x="13898" y="21063"/>
                    <a:pt x="13893" y="21062"/>
                  </a:cubicBezTo>
                  <a:cubicBezTo>
                    <a:pt x="13884" y="21061"/>
                    <a:pt x="13867" y="21075"/>
                    <a:pt x="13858" y="21075"/>
                  </a:cubicBezTo>
                  <a:cubicBezTo>
                    <a:pt x="13847" y="21076"/>
                    <a:pt x="13825" y="21070"/>
                    <a:pt x="13815" y="21064"/>
                  </a:cubicBezTo>
                  <a:cubicBezTo>
                    <a:pt x="13807" y="21058"/>
                    <a:pt x="13794" y="21040"/>
                    <a:pt x="13790" y="21030"/>
                  </a:cubicBezTo>
                  <a:cubicBezTo>
                    <a:pt x="13787" y="21020"/>
                    <a:pt x="13794" y="20996"/>
                    <a:pt x="13789" y="20987"/>
                  </a:cubicBezTo>
                  <a:cubicBezTo>
                    <a:pt x="13785" y="20981"/>
                    <a:pt x="13771" y="20973"/>
                    <a:pt x="13765" y="20974"/>
                  </a:cubicBezTo>
                  <a:cubicBezTo>
                    <a:pt x="13757" y="20975"/>
                    <a:pt x="13749" y="20994"/>
                    <a:pt x="13741" y="20997"/>
                  </a:cubicBezTo>
                  <a:cubicBezTo>
                    <a:pt x="13734" y="20999"/>
                    <a:pt x="13720" y="20998"/>
                    <a:pt x="13714" y="20995"/>
                  </a:cubicBezTo>
                  <a:cubicBezTo>
                    <a:pt x="13702" y="20988"/>
                    <a:pt x="13689" y="20961"/>
                    <a:pt x="13678" y="20951"/>
                  </a:cubicBezTo>
                  <a:cubicBezTo>
                    <a:pt x="13669" y="20943"/>
                    <a:pt x="13645" y="20931"/>
                    <a:pt x="13634" y="20923"/>
                  </a:cubicBezTo>
                  <a:cubicBezTo>
                    <a:pt x="13624" y="20916"/>
                    <a:pt x="13602" y="20902"/>
                    <a:pt x="13594" y="20891"/>
                  </a:cubicBezTo>
                  <a:cubicBezTo>
                    <a:pt x="13590" y="20884"/>
                    <a:pt x="13590" y="20864"/>
                    <a:pt x="13584" y="20859"/>
                  </a:cubicBezTo>
                  <a:cubicBezTo>
                    <a:pt x="13579" y="20854"/>
                    <a:pt x="13565" y="20854"/>
                    <a:pt x="13558" y="20855"/>
                  </a:cubicBezTo>
                  <a:cubicBezTo>
                    <a:pt x="13548" y="20856"/>
                    <a:pt x="13530" y="20871"/>
                    <a:pt x="13520" y="20873"/>
                  </a:cubicBezTo>
                  <a:cubicBezTo>
                    <a:pt x="13509" y="20874"/>
                    <a:pt x="13489" y="20868"/>
                    <a:pt x="13479" y="20865"/>
                  </a:cubicBezTo>
                  <a:cubicBezTo>
                    <a:pt x="13467" y="20862"/>
                    <a:pt x="13444" y="20847"/>
                    <a:pt x="13431" y="20846"/>
                  </a:cubicBezTo>
                  <a:cubicBezTo>
                    <a:pt x="13422" y="20845"/>
                    <a:pt x="13403" y="20855"/>
                    <a:pt x="13394" y="20851"/>
                  </a:cubicBezTo>
                  <a:cubicBezTo>
                    <a:pt x="13383" y="20847"/>
                    <a:pt x="13372" y="20824"/>
                    <a:pt x="13362" y="20817"/>
                  </a:cubicBezTo>
                  <a:cubicBezTo>
                    <a:pt x="13352" y="20810"/>
                    <a:pt x="13330" y="20799"/>
                    <a:pt x="13318" y="20796"/>
                  </a:cubicBezTo>
                  <a:cubicBezTo>
                    <a:pt x="13308" y="20794"/>
                    <a:pt x="13287" y="20792"/>
                    <a:pt x="13278" y="20796"/>
                  </a:cubicBezTo>
                  <a:cubicBezTo>
                    <a:pt x="13269" y="20800"/>
                    <a:pt x="13259" y="20818"/>
                    <a:pt x="13252" y="20824"/>
                  </a:cubicBezTo>
                  <a:cubicBezTo>
                    <a:pt x="13245" y="20829"/>
                    <a:pt x="13231" y="20839"/>
                    <a:pt x="13223" y="20840"/>
                  </a:cubicBezTo>
                  <a:cubicBezTo>
                    <a:pt x="13216" y="20841"/>
                    <a:pt x="13201" y="20842"/>
                    <a:pt x="13197" y="20837"/>
                  </a:cubicBezTo>
                  <a:cubicBezTo>
                    <a:pt x="13189" y="20828"/>
                    <a:pt x="13199" y="20802"/>
                    <a:pt x="13194" y="20792"/>
                  </a:cubicBezTo>
                  <a:cubicBezTo>
                    <a:pt x="13189" y="20783"/>
                    <a:pt x="13170" y="20774"/>
                    <a:pt x="13161" y="20771"/>
                  </a:cubicBezTo>
                  <a:cubicBezTo>
                    <a:pt x="13153" y="20768"/>
                    <a:pt x="13134" y="20776"/>
                    <a:pt x="13127" y="20771"/>
                  </a:cubicBezTo>
                  <a:cubicBezTo>
                    <a:pt x="13119" y="20765"/>
                    <a:pt x="13119" y="20743"/>
                    <a:pt x="13114" y="20734"/>
                  </a:cubicBezTo>
                  <a:cubicBezTo>
                    <a:pt x="13112" y="20728"/>
                    <a:pt x="13107" y="20714"/>
                    <a:pt x="13101" y="20712"/>
                  </a:cubicBezTo>
                  <a:cubicBezTo>
                    <a:pt x="13092" y="20707"/>
                    <a:pt x="13070" y="20722"/>
                    <a:pt x="13062" y="20715"/>
                  </a:cubicBezTo>
                  <a:cubicBezTo>
                    <a:pt x="13056" y="20710"/>
                    <a:pt x="13062" y="20689"/>
                    <a:pt x="13059" y="20681"/>
                  </a:cubicBezTo>
                  <a:cubicBezTo>
                    <a:pt x="13057" y="20675"/>
                    <a:pt x="13050" y="20665"/>
                    <a:pt x="13045" y="20662"/>
                  </a:cubicBezTo>
                  <a:cubicBezTo>
                    <a:pt x="13034" y="20655"/>
                    <a:pt x="13005" y="20662"/>
                    <a:pt x="12995" y="20654"/>
                  </a:cubicBezTo>
                  <a:cubicBezTo>
                    <a:pt x="12987" y="20648"/>
                    <a:pt x="12981" y="20626"/>
                    <a:pt x="12978" y="20615"/>
                  </a:cubicBezTo>
                  <a:cubicBezTo>
                    <a:pt x="12976" y="20607"/>
                    <a:pt x="12982" y="20586"/>
                    <a:pt x="12976" y="20579"/>
                  </a:cubicBezTo>
                  <a:cubicBezTo>
                    <a:pt x="12967" y="20569"/>
                    <a:pt x="12937" y="20567"/>
                    <a:pt x="12925" y="20569"/>
                  </a:cubicBezTo>
                  <a:cubicBezTo>
                    <a:pt x="12913" y="20571"/>
                    <a:pt x="12897" y="20593"/>
                    <a:pt x="12886" y="20594"/>
                  </a:cubicBezTo>
                  <a:cubicBezTo>
                    <a:pt x="12877" y="20595"/>
                    <a:pt x="12862" y="20582"/>
                    <a:pt x="12853" y="20581"/>
                  </a:cubicBezTo>
                  <a:cubicBezTo>
                    <a:pt x="12842" y="20580"/>
                    <a:pt x="12820" y="20594"/>
                    <a:pt x="12809" y="20592"/>
                  </a:cubicBezTo>
                  <a:cubicBezTo>
                    <a:pt x="12801" y="20592"/>
                    <a:pt x="12787" y="20584"/>
                    <a:pt x="12781" y="20579"/>
                  </a:cubicBezTo>
                  <a:cubicBezTo>
                    <a:pt x="12773" y="20574"/>
                    <a:pt x="12766" y="20554"/>
                    <a:pt x="12757" y="20551"/>
                  </a:cubicBezTo>
                  <a:cubicBezTo>
                    <a:pt x="12746" y="20549"/>
                    <a:pt x="12725" y="20573"/>
                    <a:pt x="12715" y="20568"/>
                  </a:cubicBezTo>
                  <a:cubicBezTo>
                    <a:pt x="12707" y="20565"/>
                    <a:pt x="12704" y="20545"/>
                    <a:pt x="12700" y="20538"/>
                  </a:cubicBezTo>
                  <a:cubicBezTo>
                    <a:pt x="12697" y="20533"/>
                    <a:pt x="12690" y="20524"/>
                    <a:pt x="12685" y="20522"/>
                  </a:cubicBezTo>
                  <a:cubicBezTo>
                    <a:pt x="12677" y="20519"/>
                    <a:pt x="12658" y="20529"/>
                    <a:pt x="12649" y="20530"/>
                  </a:cubicBezTo>
                  <a:cubicBezTo>
                    <a:pt x="12639" y="20530"/>
                    <a:pt x="12617" y="20529"/>
                    <a:pt x="12608" y="20524"/>
                  </a:cubicBezTo>
                  <a:cubicBezTo>
                    <a:pt x="12600" y="20520"/>
                    <a:pt x="12592" y="20504"/>
                    <a:pt x="12585" y="20500"/>
                  </a:cubicBezTo>
                  <a:cubicBezTo>
                    <a:pt x="12576" y="20495"/>
                    <a:pt x="12554" y="20489"/>
                    <a:pt x="12545" y="20493"/>
                  </a:cubicBezTo>
                  <a:cubicBezTo>
                    <a:pt x="12536" y="20497"/>
                    <a:pt x="12530" y="20522"/>
                    <a:pt x="12522" y="20528"/>
                  </a:cubicBezTo>
                  <a:cubicBezTo>
                    <a:pt x="12514" y="20533"/>
                    <a:pt x="12494" y="20540"/>
                    <a:pt x="12485" y="20536"/>
                  </a:cubicBezTo>
                  <a:cubicBezTo>
                    <a:pt x="12475" y="20532"/>
                    <a:pt x="12470" y="20507"/>
                    <a:pt x="12462" y="20500"/>
                  </a:cubicBezTo>
                  <a:cubicBezTo>
                    <a:pt x="12455" y="20493"/>
                    <a:pt x="12434" y="20491"/>
                    <a:pt x="12429" y="20483"/>
                  </a:cubicBezTo>
                  <a:cubicBezTo>
                    <a:pt x="12421" y="20474"/>
                    <a:pt x="12414" y="20448"/>
                    <a:pt x="12417" y="20436"/>
                  </a:cubicBezTo>
                  <a:cubicBezTo>
                    <a:pt x="12420" y="20425"/>
                    <a:pt x="12440" y="20413"/>
                    <a:pt x="12445" y="20404"/>
                  </a:cubicBezTo>
                  <a:cubicBezTo>
                    <a:pt x="12452" y="20393"/>
                    <a:pt x="12465" y="20368"/>
                    <a:pt x="12463" y="20356"/>
                  </a:cubicBezTo>
                  <a:cubicBezTo>
                    <a:pt x="12461" y="20337"/>
                    <a:pt x="12433" y="20311"/>
                    <a:pt x="12421" y="20298"/>
                  </a:cubicBezTo>
                  <a:cubicBezTo>
                    <a:pt x="12413" y="20290"/>
                    <a:pt x="12396" y="20278"/>
                    <a:pt x="12387" y="20272"/>
                  </a:cubicBezTo>
                  <a:cubicBezTo>
                    <a:pt x="12378" y="20267"/>
                    <a:pt x="12356" y="20262"/>
                    <a:pt x="12347" y="20257"/>
                  </a:cubicBezTo>
                  <a:cubicBezTo>
                    <a:pt x="12340" y="20253"/>
                    <a:pt x="12325" y="20245"/>
                    <a:pt x="12321" y="20238"/>
                  </a:cubicBezTo>
                  <a:cubicBezTo>
                    <a:pt x="12310" y="20222"/>
                    <a:pt x="12306" y="20182"/>
                    <a:pt x="12305" y="20162"/>
                  </a:cubicBezTo>
                  <a:cubicBezTo>
                    <a:pt x="12304" y="20151"/>
                    <a:pt x="12309" y="20130"/>
                    <a:pt x="12310" y="20119"/>
                  </a:cubicBezTo>
                  <a:cubicBezTo>
                    <a:pt x="12310" y="20108"/>
                    <a:pt x="12311" y="20085"/>
                    <a:pt x="12308" y="20074"/>
                  </a:cubicBezTo>
                  <a:cubicBezTo>
                    <a:pt x="12303" y="20061"/>
                    <a:pt x="12281" y="20043"/>
                    <a:pt x="12276" y="20031"/>
                  </a:cubicBezTo>
                  <a:cubicBezTo>
                    <a:pt x="12272" y="20022"/>
                    <a:pt x="12271" y="20002"/>
                    <a:pt x="12268" y="19993"/>
                  </a:cubicBezTo>
                  <a:cubicBezTo>
                    <a:pt x="12263" y="19979"/>
                    <a:pt x="12242" y="19955"/>
                    <a:pt x="12241" y="19939"/>
                  </a:cubicBezTo>
                  <a:cubicBezTo>
                    <a:pt x="12240" y="19930"/>
                    <a:pt x="12251" y="19914"/>
                    <a:pt x="12251" y="19905"/>
                  </a:cubicBezTo>
                  <a:cubicBezTo>
                    <a:pt x="12252" y="19893"/>
                    <a:pt x="12249" y="19866"/>
                    <a:pt x="12241" y="19857"/>
                  </a:cubicBezTo>
                  <a:cubicBezTo>
                    <a:pt x="12234" y="19849"/>
                    <a:pt x="12211" y="19849"/>
                    <a:pt x="12204" y="19842"/>
                  </a:cubicBezTo>
                  <a:cubicBezTo>
                    <a:pt x="12199" y="19838"/>
                    <a:pt x="12193" y="19826"/>
                    <a:pt x="12192" y="19820"/>
                  </a:cubicBezTo>
                  <a:cubicBezTo>
                    <a:pt x="12190" y="19807"/>
                    <a:pt x="12200" y="19781"/>
                    <a:pt x="12200" y="19768"/>
                  </a:cubicBezTo>
                  <a:cubicBezTo>
                    <a:pt x="12200" y="19760"/>
                    <a:pt x="12200" y="19744"/>
                    <a:pt x="12197" y="19737"/>
                  </a:cubicBezTo>
                  <a:cubicBezTo>
                    <a:pt x="12191" y="19721"/>
                    <a:pt x="12163" y="19698"/>
                    <a:pt x="12157" y="19682"/>
                  </a:cubicBezTo>
                  <a:cubicBezTo>
                    <a:pt x="12153" y="19672"/>
                    <a:pt x="12158" y="19648"/>
                    <a:pt x="12154" y="19638"/>
                  </a:cubicBezTo>
                  <a:cubicBezTo>
                    <a:pt x="12149" y="19625"/>
                    <a:pt x="12129" y="19605"/>
                    <a:pt x="12118" y="19598"/>
                  </a:cubicBezTo>
                  <a:cubicBezTo>
                    <a:pt x="12110" y="19594"/>
                    <a:pt x="12092" y="19593"/>
                    <a:pt x="12084" y="19590"/>
                  </a:cubicBezTo>
                  <a:cubicBezTo>
                    <a:pt x="12071" y="19587"/>
                    <a:pt x="12044" y="19581"/>
                    <a:pt x="12035" y="19571"/>
                  </a:cubicBezTo>
                  <a:cubicBezTo>
                    <a:pt x="12030" y="19565"/>
                    <a:pt x="12027" y="19549"/>
                    <a:pt x="12028" y="19542"/>
                  </a:cubicBezTo>
                  <a:cubicBezTo>
                    <a:pt x="12029" y="19528"/>
                    <a:pt x="12052" y="19506"/>
                    <a:pt x="12052" y="19491"/>
                  </a:cubicBezTo>
                  <a:cubicBezTo>
                    <a:pt x="12051" y="19483"/>
                    <a:pt x="12042" y="19467"/>
                    <a:pt x="12035" y="19464"/>
                  </a:cubicBezTo>
                  <a:cubicBezTo>
                    <a:pt x="12027" y="19460"/>
                    <a:pt x="12007" y="19468"/>
                    <a:pt x="11998" y="19468"/>
                  </a:cubicBezTo>
                  <a:cubicBezTo>
                    <a:pt x="11985" y="19467"/>
                    <a:pt x="11956" y="19465"/>
                    <a:pt x="11947" y="19455"/>
                  </a:cubicBezTo>
                  <a:cubicBezTo>
                    <a:pt x="11939" y="19447"/>
                    <a:pt x="11938" y="19421"/>
                    <a:pt x="11938" y="19409"/>
                  </a:cubicBezTo>
                  <a:cubicBezTo>
                    <a:pt x="11938" y="19397"/>
                    <a:pt x="11954" y="19370"/>
                    <a:pt x="11947" y="19360"/>
                  </a:cubicBezTo>
                  <a:cubicBezTo>
                    <a:pt x="11942" y="19354"/>
                    <a:pt x="11922" y="19363"/>
                    <a:pt x="11916" y="19358"/>
                  </a:cubicBezTo>
                  <a:cubicBezTo>
                    <a:pt x="11907" y="19351"/>
                    <a:pt x="11908" y="19322"/>
                    <a:pt x="11900" y="19313"/>
                  </a:cubicBezTo>
                  <a:cubicBezTo>
                    <a:pt x="11894" y="19306"/>
                    <a:pt x="11876" y="19300"/>
                    <a:pt x="11867" y="19296"/>
                  </a:cubicBezTo>
                  <a:cubicBezTo>
                    <a:pt x="11861" y="19294"/>
                    <a:pt x="11846" y="19293"/>
                    <a:pt x="11841" y="19287"/>
                  </a:cubicBezTo>
                  <a:cubicBezTo>
                    <a:pt x="11832" y="19277"/>
                    <a:pt x="11831" y="19246"/>
                    <a:pt x="11828" y="19232"/>
                  </a:cubicBezTo>
                  <a:cubicBezTo>
                    <a:pt x="11827" y="19222"/>
                    <a:pt x="11824" y="19202"/>
                    <a:pt x="11826" y="19192"/>
                  </a:cubicBezTo>
                  <a:cubicBezTo>
                    <a:pt x="11828" y="19184"/>
                    <a:pt x="11838" y="19169"/>
                    <a:pt x="11840" y="19161"/>
                  </a:cubicBezTo>
                  <a:cubicBezTo>
                    <a:pt x="11842" y="19154"/>
                    <a:pt x="11844" y="19138"/>
                    <a:pt x="11844" y="19130"/>
                  </a:cubicBezTo>
                  <a:cubicBezTo>
                    <a:pt x="11845" y="19122"/>
                    <a:pt x="11839" y="19107"/>
                    <a:pt x="11841" y="19099"/>
                  </a:cubicBezTo>
                  <a:cubicBezTo>
                    <a:pt x="11843" y="19090"/>
                    <a:pt x="11860" y="19075"/>
                    <a:pt x="11861" y="19065"/>
                  </a:cubicBezTo>
                  <a:cubicBezTo>
                    <a:pt x="11862" y="19054"/>
                    <a:pt x="11846" y="19034"/>
                    <a:pt x="11848" y="19023"/>
                  </a:cubicBezTo>
                  <a:cubicBezTo>
                    <a:pt x="11849" y="19018"/>
                    <a:pt x="11862" y="19013"/>
                    <a:pt x="11864" y="19007"/>
                  </a:cubicBezTo>
                  <a:cubicBezTo>
                    <a:pt x="11870" y="18989"/>
                    <a:pt x="11867" y="18947"/>
                    <a:pt x="11861" y="18929"/>
                  </a:cubicBezTo>
                  <a:cubicBezTo>
                    <a:pt x="11858" y="18920"/>
                    <a:pt x="11841" y="18907"/>
                    <a:pt x="11838" y="18897"/>
                  </a:cubicBezTo>
                  <a:cubicBezTo>
                    <a:pt x="11834" y="18885"/>
                    <a:pt x="11841" y="18859"/>
                    <a:pt x="11839" y="18846"/>
                  </a:cubicBezTo>
                  <a:cubicBezTo>
                    <a:pt x="11838" y="18836"/>
                    <a:pt x="11832" y="18817"/>
                    <a:pt x="11826" y="18809"/>
                  </a:cubicBezTo>
                  <a:cubicBezTo>
                    <a:pt x="11819" y="18800"/>
                    <a:pt x="11800" y="18782"/>
                    <a:pt x="11790" y="18784"/>
                  </a:cubicBezTo>
                  <a:cubicBezTo>
                    <a:pt x="11780" y="18786"/>
                    <a:pt x="11774" y="18818"/>
                    <a:pt x="11764" y="18817"/>
                  </a:cubicBezTo>
                  <a:cubicBezTo>
                    <a:pt x="11755" y="18817"/>
                    <a:pt x="11746" y="18793"/>
                    <a:pt x="11746" y="18783"/>
                  </a:cubicBezTo>
                  <a:cubicBezTo>
                    <a:pt x="11746" y="18774"/>
                    <a:pt x="11763" y="18759"/>
                    <a:pt x="11763" y="18750"/>
                  </a:cubicBezTo>
                  <a:cubicBezTo>
                    <a:pt x="11763" y="18742"/>
                    <a:pt x="11757" y="18724"/>
                    <a:pt x="11750" y="18719"/>
                  </a:cubicBezTo>
                  <a:cubicBezTo>
                    <a:pt x="11743" y="18714"/>
                    <a:pt x="11724" y="18720"/>
                    <a:pt x="11715" y="18718"/>
                  </a:cubicBezTo>
                  <a:cubicBezTo>
                    <a:pt x="11705" y="18715"/>
                    <a:pt x="11680" y="18709"/>
                    <a:pt x="11676" y="18698"/>
                  </a:cubicBezTo>
                  <a:cubicBezTo>
                    <a:pt x="11673" y="18689"/>
                    <a:pt x="11683" y="18669"/>
                    <a:pt x="11689" y="18662"/>
                  </a:cubicBezTo>
                  <a:cubicBezTo>
                    <a:pt x="11697" y="18651"/>
                    <a:pt x="11725" y="18644"/>
                    <a:pt x="11731" y="18632"/>
                  </a:cubicBezTo>
                  <a:cubicBezTo>
                    <a:pt x="11737" y="18622"/>
                    <a:pt x="11734" y="18596"/>
                    <a:pt x="11738" y="18585"/>
                  </a:cubicBezTo>
                  <a:cubicBezTo>
                    <a:pt x="11741" y="18578"/>
                    <a:pt x="11752" y="18566"/>
                    <a:pt x="11755" y="18559"/>
                  </a:cubicBezTo>
                  <a:cubicBezTo>
                    <a:pt x="11760" y="18549"/>
                    <a:pt x="11771" y="18530"/>
                    <a:pt x="11771" y="18519"/>
                  </a:cubicBezTo>
                  <a:cubicBezTo>
                    <a:pt x="11772" y="18503"/>
                    <a:pt x="11756" y="18474"/>
                    <a:pt x="11752" y="18459"/>
                  </a:cubicBezTo>
                  <a:cubicBezTo>
                    <a:pt x="11749" y="18451"/>
                    <a:pt x="11743" y="18435"/>
                    <a:pt x="11743" y="18427"/>
                  </a:cubicBezTo>
                  <a:cubicBezTo>
                    <a:pt x="11743" y="18416"/>
                    <a:pt x="11749" y="18395"/>
                    <a:pt x="11754" y="18385"/>
                  </a:cubicBezTo>
                  <a:cubicBezTo>
                    <a:pt x="11758" y="18376"/>
                    <a:pt x="11776" y="18363"/>
                    <a:pt x="11779" y="18353"/>
                  </a:cubicBezTo>
                  <a:cubicBezTo>
                    <a:pt x="11781" y="18345"/>
                    <a:pt x="11781" y="18325"/>
                    <a:pt x="11775" y="18319"/>
                  </a:cubicBezTo>
                  <a:cubicBezTo>
                    <a:pt x="11765" y="18310"/>
                    <a:pt x="11735" y="18320"/>
                    <a:pt x="11723" y="18315"/>
                  </a:cubicBezTo>
                  <a:cubicBezTo>
                    <a:pt x="11714" y="18311"/>
                    <a:pt x="11695" y="18299"/>
                    <a:pt x="11691" y="18289"/>
                  </a:cubicBezTo>
                  <a:cubicBezTo>
                    <a:pt x="11687" y="18280"/>
                    <a:pt x="11693" y="18259"/>
                    <a:pt x="11695" y="18249"/>
                  </a:cubicBezTo>
                  <a:cubicBezTo>
                    <a:pt x="11697" y="18241"/>
                    <a:pt x="11706" y="18227"/>
                    <a:pt x="11708" y="18219"/>
                  </a:cubicBezTo>
                  <a:cubicBezTo>
                    <a:pt x="11711" y="18210"/>
                    <a:pt x="11719" y="18191"/>
                    <a:pt x="11715" y="18182"/>
                  </a:cubicBezTo>
                  <a:cubicBezTo>
                    <a:pt x="11713" y="18174"/>
                    <a:pt x="11694" y="18170"/>
                    <a:pt x="11690" y="18163"/>
                  </a:cubicBezTo>
                  <a:cubicBezTo>
                    <a:pt x="11683" y="18154"/>
                    <a:pt x="11685" y="18126"/>
                    <a:pt x="11678" y="18117"/>
                  </a:cubicBezTo>
                  <a:cubicBezTo>
                    <a:pt x="11668" y="18105"/>
                    <a:pt x="11638" y="18088"/>
                    <a:pt x="11623" y="18089"/>
                  </a:cubicBezTo>
                  <a:cubicBezTo>
                    <a:pt x="11615" y="18089"/>
                    <a:pt x="11603" y="18110"/>
                    <a:pt x="11595" y="18107"/>
                  </a:cubicBezTo>
                  <a:cubicBezTo>
                    <a:pt x="11585" y="18104"/>
                    <a:pt x="11585" y="18075"/>
                    <a:pt x="11580" y="18065"/>
                  </a:cubicBezTo>
                  <a:cubicBezTo>
                    <a:pt x="11576" y="18057"/>
                    <a:pt x="11568" y="18039"/>
                    <a:pt x="11559" y="18036"/>
                  </a:cubicBezTo>
                  <a:cubicBezTo>
                    <a:pt x="11553" y="18034"/>
                    <a:pt x="11540" y="18042"/>
                    <a:pt x="11534" y="18045"/>
                  </a:cubicBezTo>
                  <a:cubicBezTo>
                    <a:pt x="11523" y="18051"/>
                    <a:pt x="11507" y="18075"/>
                    <a:pt x="11495" y="18075"/>
                  </a:cubicBezTo>
                  <a:cubicBezTo>
                    <a:pt x="11482" y="18075"/>
                    <a:pt x="11458" y="18054"/>
                    <a:pt x="11452" y="18042"/>
                  </a:cubicBezTo>
                  <a:cubicBezTo>
                    <a:pt x="11449" y="18035"/>
                    <a:pt x="11457" y="18018"/>
                    <a:pt x="11453" y="18011"/>
                  </a:cubicBezTo>
                  <a:cubicBezTo>
                    <a:pt x="11449" y="18001"/>
                    <a:pt x="11431" y="17987"/>
                    <a:pt x="11421" y="17986"/>
                  </a:cubicBezTo>
                  <a:cubicBezTo>
                    <a:pt x="11413" y="17985"/>
                    <a:pt x="11401" y="17998"/>
                    <a:pt x="11393" y="18000"/>
                  </a:cubicBezTo>
                  <a:cubicBezTo>
                    <a:pt x="11387" y="18002"/>
                    <a:pt x="11373" y="18007"/>
                    <a:pt x="11367" y="18003"/>
                  </a:cubicBezTo>
                  <a:cubicBezTo>
                    <a:pt x="11357" y="17998"/>
                    <a:pt x="11350" y="17973"/>
                    <a:pt x="11344" y="17964"/>
                  </a:cubicBezTo>
                  <a:cubicBezTo>
                    <a:pt x="11334" y="17949"/>
                    <a:pt x="11309" y="17925"/>
                    <a:pt x="11300" y="17910"/>
                  </a:cubicBezTo>
                  <a:cubicBezTo>
                    <a:pt x="11294" y="17900"/>
                    <a:pt x="11289" y="17873"/>
                    <a:pt x="11280" y="17865"/>
                  </a:cubicBezTo>
                  <a:cubicBezTo>
                    <a:pt x="11270" y="17858"/>
                    <a:pt x="11242" y="17865"/>
                    <a:pt x="11234" y="17857"/>
                  </a:cubicBezTo>
                  <a:cubicBezTo>
                    <a:pt x="11227" y="17850"/>
                    <a:pt x="11227" y="17828"/>
                    <a:pt x="11223" y="17818"/>
                  </a:cubicBezTo>
                  <a:cubicBezTo>
                    <a:pt x="11219" y="17807"/>
                    <a:pt x="11214" y="17779"/>
                    <a:pt x="11203" y="17776"/>
                  </a:cubicBezTo>
                  <a:cubicBezTo>
                    <a:pt x="11197" y="17774"/>
                    <a:pt x="11188" y="17789"/>
                    <a:pt x="11182" y="17790"/>
                  </a:cubicBezTo>
                  <a:cubicBezTo>
                    <a:pt x="11173" y="17791"/>
                    <a:pt x="11155" y="17788"/>
                    <a:pt x="11149" y="17782"/>
                  </a:cubicBezTo>
                  <a:cubicBezTo>
                    <a:pt x="11141" y="17775"/>
                    <a:pt x="11143" y="17747"/>
                    <a:pt x="11135" y="17740"/>
                  </a:cubicBezTo>
                  <a:cubicBezTo>
                    <a:pt x="11129" y="17735"/>
                    <a:pt x="11112" y="17737"/>
                    <a:pt x="11106" y="17732"/>
                  </a:cubicBezTo>
                  <a:cubicBezTo>
                    <a:pt x="11096" y="17726"/>
                    <a:pt x="11079" y="17708"/>
                    <a:pt x="11077" y="17696"/>
                  </a:cubicBezTo>
                  <a:cubicBezTo>
                    <a:pt x="11076" y="17685"/>
                    <a:pt x="11093" y="17665"/>
                    <a:pt x="11093" y="17654"/>
                  </a:cubicBezTo>
                  <a:cubicBezTo>
                    <a:pt x="11094" y="17642"/>
                    <a:pt x="11087" y="17618"/>
                    <a:pt x="11080" y="17609"/>
                  </a:cubicBezTo>
                  <a:cubicBezTo>
                    <a:pt x="11074" y="17602"/>
                    <a:pt x="11053" y="17602"/>
                    <a:pt x="11047" y="17595"/>
                  </a:cubicBezTo>
                  <a:cubicBezTo>
                    <a:pt x="11042" y="17587"/>
                    <a:pt x="11041" y="17565"/>
                    <a:pt x="11044" y="17556"/>
                  </a:cubicBezTo>
                  <a:cubicBezTo>
                    <a:pt x="11046" y="17549"/>
                    <a:pt x="11060" y="17543"/>
                    <a:pt x="11061" y="17536"/>
                  </a:cubicBezTo>
                  <a:cubicBezTo>
                    <a:pt x="11064" y="17525"/>
                    <a:pt x="11055" y="17503"/>
                    <a:pt x="11048" y="17495"/>
                  </a:cubicBezTo>
                  <a:cubicBezTo>
                    <a:pt x="11043" y="17489"/>
                    <a:pt x="11026" y="17486"/>
                    <a:pt x="11020" y="17482"/>
                  </a:cubicBezTo>
                  <a:cubicBezTo>
                    <a:pt x="11011" y="17475"/>
                    <a:pt x="10994" y="17459"/>
                    <a:pt x="10991" y="17448"/>
                  </a:cubicBezTo>
                  <a:cubicBezTo>
                    <a:pt x="10988" y="17439"/>
                    <a:pt x="10996" y="17418"/>
                    <a:pt x="10995" y="17407"/>
                  </a:cubicBezTo>
                  <a:cubicBezTo>
                    <a:pt x="10992" y="17391"/>
                    <a:pt x="10982" y="17358"/>
                    <a:pt x="10971" y="17346"/>
                  </a:cubicBezTo>
                  <a:cubicBezTo>
                    <a:pt x="10966" y="17340"/>
                    <a:pt x="10951" y="17335"/>
                    <a:pt x="10944" y="17333"/>
                  </a:cubicBezTo>
                  <a:cubicBezTo>
                    <a:pt x="10934" y="17330"/>
                    <a:pt x="10910" y="17335"/>
                    <a:pt x="10901" y="17329"/>
                  </a:cubicBezTo>
                  <a:cubicBezTo>
                    <a:pt x="10891" y="17324"/>
                    <a:pt x="10880" y="17302"/>
                    <a:pt x="10874" y="17292"/>
                  </a:cubicBezTo>
                  <a:cubicBezTo>
                    <a:pt x="10868" y="17280"/>
                    <a:pt x="10857" y="17255"/>
                    <a:pt x="10854" y="17242"/>
                  </a:cubicBezTo>
                  <a:cubicBezTo>
                    <a:pt x="10851" y="17231"/>
                    <a:pt x="10852" y="17207"/>
                    <a:pt x="10849" y="17196"/>
                  </a:cubicBezTo>
                  <a:cubicBezTo>
                    <a:pt x="10846" y="17186"/>
                    <a:pt x="10836" y="17167"/>
                    <a:pt x="10828" y="17161"/>
                  </a:cubicBezTo>
                  <a:cubicBezTo>
                    <a:pt x="10820" y="17154"/>
                    <a:pt x="10795" y="17155"/>
                    <a:pt x="10786" y="17149"/>
                  </a:cubicBezTo>
                  <a:cubicBezTo>
                    <a:pt x="10777" y="17142"/>
                    <a:pt x="10766" y="17122"/>
                    <a:pt x="10761" y="17112"/>
                  </a:cubicBezTo>
                  <a:cubicBezTo>
                    <a:pt x="10754" y="17099"/>
                    <a:pt x="10748" y="17069"/>
                    <a:pt x="10742" y="17056"/>
                  </a:cubicBezTo>
                  <a:cubicBezTo>
                    <a:pt x="10738" y="17047"/>
                    <a:pt x="10729" y="17030"/>
                    <a:pt x="10722" y="17023"/>
                  </a:cubicBezTo>
                  <a:cubicBezTo>
                    <a:pt x="10712" y="17014"/>
                    <a:pt x="10687" y="17005"/>
                    <a:pt x="10675" y="16999"/>
                  </a:cubicBezTo>
                  <a:cubicBezTo>
                    <a:pt x="10664" y="16993"/>
                    <a:pt x="10643" y="16981"/>
                    <a:pt x="10632" y="16977"/>
                  </a:cubicBezTo>
                  <a:cubicBezTo>
                    <a:pt x="10621" y="16974"/>
                    <a:pt x="10598" y="16974"/>
                    <a:pt x="10588" y="16969"/>
                  </a:cubicBezTo>
                  <a:cubicBezTo>
                    <a:pt x="10574" y="16962"/>
                    <a:pt x="10555" y="16932"/>
                    <a:pt x="10540" y="16928"/>
                  </a:cubicBezTo>
                  <a:cubicBezTo>
                    <a:pt x="10534" y="16926"/>
                    <a:pt x="10522" y="16935"/>
                    <a:pt x="10516" y="16933"/>
                  </a:cubicBezTo>
                  <a:cubicBezTo>
                    <a:pt x="10509" y="16931"/>
                    <a:pt x="10498" y="16916"/>
                    <a:pt x="10496" y="16908"/>
                  </a:cubicBezTo>
                  <a:cubicBezTo>
                    <a:pt x="10492" y="16894"/>
                    <a:pt x="10508" y="16866"/>
                    <a:pt x="10505" y="16852"/>
                  </a:cubicBezTo>
                  <a:cubicBezTo>
                    <a:pt x="10503" y="16843"/>
                    <a:pt x="10492" y="16828"/>
                    <a:pt x="10484" y="16825"/>
                  </a:cubicBezTo>
                  <a:cubicBezTo>
                    <a:pt x="10470" y="16819"/>
                    <a:pt x="10438" y="16839"/>
                    <a:pt x="10424" y="16832"/>
                  </a:cubicBezTo>
                  <a:cubicBezTo>
                    <a:pt x="10414" y="16827"/>
                    <a:pt x="10405" y="16803"/>
                    <a:pt x="10399" y="16793"/>
                  </a:cubicBezTo>
                  <a:cubicBezTo>
                    <a:pt x="10391" y="16780"/>
                    <a:pt x="10370" y="16759"/>
                    <a:pt x="10366" y="16744"/>
                  </a:cubicBezTo>
                  <a:cubicBezTo>
                    <a:pt x="10361" y="16727"/>
                    <a:pt x="10373" y="16691"/>
                    <a:pt x="10370" y="16673"/>
                  </a:cubicBezTo>
                  <a:cubicBezTo>
                    <a:pt x="10368" y="16663"/>
                    <a:pt x="10357" y="16646"/>
                    <a:pt x="10351" y="16637"/>
                  </a:cubicBezTo>
                  <a:cubicBezTo>
                    <a:pt x="10346" y="16629"/>
                    <a:pt x="10332" y="16614"/>
                    <a:pt x="10327" y="16606"/>
                  </a:cubicBezTo>
                  <a:cubicBezTo>
                    <a:pt x="10321" y="16594"/>
                    <a:pt x="10315" y="16567"/>
                    <a:pt x="10308" y="16555"/>
                  </a:cubicBezTo>
                  <a:cubicBezTo>
                    <a:pt x="10302" y="16544"/>
                    <a:pt x="10281" y="16528"/>
                    <a:pt x="10278" y="16517"/>
                  </a:cubicBezTo>
                  <a:cubicBezTo>
                    <a:pt x="10275" y="16507"/>
                    <a:pt x="10277" y="16483"/>
                    <a:pt x="10281" y="16473"/>
                  </a:cubicBezTo>
                  <a:cubicBezTo>
                    <a:pt x="10285" y="16465"/>
                    <a:pt x="10302" y="16456"/>
                    <a:pt x="10305" y="16447"/>
                  </a:cubicBezTo>
                  <a:cubicBezTo>
                    <a:pt x="10308" y="16439"/>
                    <a:pt x="10310" y="16418"/>
                    <a:pt x="10304" y="16411"/>
                  </a:cubicBezTo>
                  <a:cubicBezTo>
                    <a:pt x="10297" y="16401"/>
                    <a:pt x="10269" y="16407"/>
                    <a:pt x="10261" y="16399"/>
                  </a:cubicBezTo>
                  <a:cubicBezTo>
                    <a:pt x="10253" y="16392"/>
                    <a:pt x="10244" y="16369"/>
                    <a:pt x="10247" y="16358"/>
                  </a:cubicBezTo>
                  <a:cubicBezTo>
                    <a:pt x="10251" y="16344"/>
                    <a:pt x="10285" y="16336"/>
                    <a:pt x="10289" y="16323"/>
                  </a:cubicBezTo>
                  <a:cubicBezTo>
                    <a:pt x="10292" y="16316"/>
                    <a:pt x="10288" y="16300"/>
                    <a:pt x="10283" y="16295"/>
                  </a:cubicBezTo>
                  <a:cubicBezTo>
                    <a:pt x="10278" y="16290"/>
                    <a:pt x="10263" y="16288"/>
                    <a:pt x="10257" y="16285"/>
                  </a:cubicBezTo>
                  <a:cubicBezTo>
                    <a:pt x="10246" y="16283"/>
                    <a:pt x="10223" y="16282"/>
                    <a:pt x="10214" y="16276"/>
                  </a:cubicBezTo>
                  <a:cubicBezTo>
                    <a:pt x="10204" y="16268"/>
                    <a:pt x="10188" y="16245"/>
                    <a:pt x="10184" y="16233"/>
                  </a:cubicBezTo>
                  <a:cubicBezTo>
                    <a:pt x="10179" y="16223"/>
                    <a:pt x="10178" y="16201"/>
                    <a:pt x="10178" y="16190"/>
                  </a:cubicBezTo>
                  <a:cubicBezTo>
                    <a:pt x="10179" y="16178"/>
                    <a:pt x="10193" y="16153"/>
                    <a:pt x="10189" y="16141"/>
                  </a:cubicBezTo>
                  <a:cubicBezTo>
                    <a:pt x="10186" y="16132"/>
                    <a:pt x="10169" y="16122"/>
                    <a:pt x="10162" y="16117"/>
                  </a:cubicBezTo>
                  <a:cubicBezTo>
                    <a:pt x="10154" y="16112"/>
                    <a:pt x="10133" y="16107"/>
                    <a:pt x="10127" y="16099"/>
                  </a:cubicBezTo>
                  <a:cubicBezTo>
                    <a:pt x="10120" y="16090"/>
                    <a:pt x="10116" y="16068"/>
                    <a:pt x="10115" y="16057"/>
                  </a:cubicBezTo>
                  <a:cubicBezTo>
                    <a:pt x="10113" y="16048"/>
                    <a:pt x="10118" y="16027"/>
                    <a:pt x="10112" y="16019"/>
                  </a:cubicBezTo>
                  <a:cubicBezTo>
                    <a:pt x="10103" y="16007"/>
                    <a:pt x="10069" y="16007"/>
                    <a:pt x="10055" y="16001"/>
                  </a:cubicBezTo>
                  <a:cubicBezTo>
                    <a:pt x="10045" y="15997"/>
                    <a:pt x="10024" y="15989"/>
                    <a:pt x="10017" y="15980"/>
                  </a:cubicBezTo>
                  <a:cubicBezTo>
                    <a:pt x="10004" y="15963"/>
                    <a:pt x="9994" y="15915"/>
                    <a:pt x="9994" y="15892"/>
                  </a:cubicBezTo>
                  <a:cubicBezTo>
                    <a:pt x="9994" y="15881"/>
                    <a:pt x="10005" y="15859"/>
                    <a:pt x="10006" y="15847"/>
                  </a:cubicBezTo>
                  <a:cubicBezTo>
                    <a:pt x="10007" y="15839"/>
                    <a:pt x="10006" y="15822"/>
                    <a:pt x="10003" y="15815"/>
                  </a:cubicBezTo>
                  <a:cubicBezTo>
                    <a:pt x="9998" y="15805"/>
                    <a:pt x="9978" y="15794"/>
                    <a:pt x="9973" y="15785"/>
                  </a:cubicBezTo>
                  <a:cubicBezTo>
                    <a:pt x="9968" y="15776"/>
                    <a:pt x="9965" y="15755"/>
                    <a:pt x="9964" y="15745"/>
                  </a:cubicBezTo>
                  <a:cubicBezTo>
                    <a:pt x="9963" y="15732"/>
                    <a:pt x="9972" y="15706"/>
                    <a:pt x="9967" y="15695"/>
                  </a:cubicBezTo>
                  <a:cubicBezTo>
                    <a:pt x="9963" y="15684"/>
                    <a:pt x="9943" y="15670"/>
                    <a:pt x="9934" y="15663"/>
                  </a:cubicBezTo>
                  <a:cubicBezTo>
                    <a:pt x="9924" y="15655"/>
                    <a:pt x="9896" y="15647"/>
                    <a:pt x="9891" y="15635"/>
                  </a:cubicBezTo>
                  <a:cubicBezTo>
                    <a:pt x="9889" y="15628"/>
                    <a:pt x="9900" y="15613"/>
                    <a:pt x="9898" y="15606"/>
                  </a:cubicBezTo>
                  <a:cubicBezTo>
                    <a:pt x="9894" y="15596"/>
                    <a:pt x="9871" y="15589"/>
                    <a:pt x="9866" y="15581"/>
                  </a:cubicBezTo>
                  <a:cubicBezTo>
                    <a:pt x="9857" y="15567"/>
                    <a:pt x="9856" y="15530"/>
                    <a:pt x="9848" y="15515"/>
                  </a:cubicBezTo>
                  <a:cubicBezTo>
                    <a:pt x="9844" y="15508"/>
                    <a:pt x="9835" y="15496"/>
                    <a:pt x="9829" y="15491"/>
                  </a:cubicBezTo>
                  <a:cubicBezTo>
                    <a:pt x="9818" y="15482"/>
                    <a:pt x="9786" y="15480"/>
                    <a:pt x="9778" y="15468"/>
                  </a:cubicBezTo>
                  <a:cubicBezTo>
                    <a:pt x="9773" y="15461"/>
                    <a:pt x="9776" y="15442"/>
                    <a:pt x="9775" y="15434"/>
                  </a:cubicBezTo>
                  <a:cubicBezTo>
                    <a:pt x="9773" y="15425"/>
                    <a:pt x="9766" y="15409"/>
                    <a:pt x="9766" y="15400"/>
                  </a:cubicBezTo>
                  <a:cubicBezTo>
                    <a:pt x="9766" y="15391"/>
                    <a:pt x="9775" y="15372"/>
                    <a:pt x="9776" y="15363"/>
                  </a:cubicBezTo>
                  <a:cubicBezTo>
                    <a:pt x="9777" y="15348"/>
                    <a:pt x="9775" y="15319"/>
                    <a:pt x="9773" y="15305"/>
                  </a:cubicBezTo>
                  <a:cubicBezTo>
                    <a:pt x="9771" y="15292"/>
                    <a:pt x="9763" y="15267"/>
                    <a:pt x="9760" y="15254"/>
                  </a:cubicBezTo>
                  <a:cubicBezTo>
                    <a:pt x="9757" y="15240"/>
                    <a:pt x="9750" y="15212"/>
                    <a:pt x="9749" y="15198"/>
                  </a:cubicBezTo>
                  <a:cubicBezTo>
                    <a:pt x="9749" y="15187"/>
                    <a:pt x="9754" y="15166"/>
                    <a:pt x="9753" y="15155"/>
                  </a:cubicBezTo>
                  <a:cubicBezTo>
                    <a:pt x="9752" y="15146"/>
                    <a:pt x="9747" y="15128"/>
                    <a:pt x="9745" y="15119"/>
                  </a:cubicBezTo>
                  <a:cubicBezTo>
                    <a:pt x="9741" y="15108"/>
                    <a:pt x="9735" y="15084"/>
                    <a:pt x="9727" y="15076"/>
                  </a:cubicBezTo>
                  <a:cubicBezTo>
                    <a:pt x="9716" y="15064"/>
                    <a:pt x="9683" y="15059"/>
                    <a:pt x="9669" y="15052"/>
                  </a:cubicBezTo>
                  <a:cubicBezTo>
                    <a:pt x="9660" y="15047"/>
                    <a:pt x="9643" y="15039"/>
                    <a:pt x="9636" y="15032"/>
                  </a:cubicBezTo>
                  <a:cubicBezTo>
                    <a:pt x="9628" y="15023"/>
                    <a:pt x="9624" y="14994"/>
                    <a:pt x="9614" y="14987"/>
                  </a:cubicBezTo>
                  <a:cubicBezTo>
                    <a:pt x="9608" y="14983"/>
                    <a:pt x="9592" y="14990"/>
                    <a:pt x="9586" y="14986"/>
                  </a:cubicBezTo>
                  <a:cubicBezTo>
                    <a:pt x="9578" y="14981"/>
                    <a:pt x="9570" y="14961"/>
                    <a:pt x="9568" y="14951"/>
                  </a:cubicBezTo>
                  <a:cubicBezTo>
                    <a:pt x="9566" y="14936"/>
                    <a:pt x="9581" y="14907"/>
                    <a:pt x="9579" y="14893"/>
                  </a:cubicBezTo>
                  <a:cubicBezTo>
                    <a:pt x="9577" y="14883"/>
                    <a:pt x="9567" y="14866"/>
                    <a:pt x="9562" y="14858"/>
                  </a:cubicBezTo>
                  <a:cubicBezTo>
                    <a:pt x="9553" y="14840"/>
                    <a:pt x="9535" y="14802"/>
                    <a:pt x="9521" y="14789"/>
                  </a:cubicBezTo>
                  <a:cubicBezTo>
                    <a:pt x="9509" y="14779"/>
                    <a:pt x="9479" y="14771"/>
                    <a:pt x="9465" y="14765"/>
                  </a:cubicBezTo>
                  <a:cubicBezTo>
                    <a:pt x="9450" y="14759"/>
                    <a:pt x="9418" y="14751"/>
                    <a:pt x="9405" y="14741"/>
                  </a:cubicBezTo>
                  <a:cubicBezTo>
                    <a:pt x="9398" y="14735"/>
                    <a:pt x="9388" y="14718"/>
                    <a:pt x="9384" y="14710"/>
                  </a:cubicBezTo>
                  <a:cubicBezTo>
                    <a:pt x="9380" y="14702"/>
                    <a:pt x="9382" y="14683"/>
                    <a:pt x="9377" y="14677"/>
                  </a:cubicBezTo>
                  <a:cubicBezTo>
                    <a:pt x="9368" y="14666"/>
                    <a:pt x="9337" y="14665"/>
                    <a:pt x="9326" y="14656"/>
                  </a:cubicBezTo>
                  <a:cubicBezTo>
                    <a:pt x="9319" y="14650"/>
                    <a:pt x="9309" y="14631"/>
                    <a:pt x="9302" y="14624"/>
                  </a:cubicBezTo>
                  <a:cubicBezTo>
                    <a:pt x="9295" y="14617"/>
                    <a:pt x="9279" y="14607"/>
                    <a:pt x="9271" y="14602"/>
                  </a:cubicBezTo>
                  <a:cubicBezTo>
                    <a:pt x="9263" y="14598"/>
                    <a:pt x="9247" y="14592"/>
                    <a:pt x="9240" y="14587"/>
                  </a:cubicBezTo>
                  <a:cubicBezTo>
                    <a:pt x="9232" y="14581"/>
                    <a:pt x="9219" y="14565"/>
                    <a:pt x="9211" y="14560"/>
                  </a:cubicBezTo>
                  <a:cubicBezTo>
                    <a:pt x="9204" y="14555"/>
                    <a:pt x="9187" y="14552"/>
                    <a:pt x="9179" y="14548"/>
                  </a:cubicBezTo>
                  <a:cubicBezTo>
                    <a:pt x="9167" y="14541"/>
                    <a:pt x="9141" y="14527"/>
                    <a:pt x="9133" y="14516"/>
                  </a:cubicBezTo>
                  <a:cubicBezTo>
                    <a:pt x="9122" y="14500"/>
                    <a:pt x="9114" y="14460"/>
                    <a:pt x="9109" y="14441"/>
                  </a:cubicBezTo>
                  <a:cubicBezTo>
                    <a:pt x="9106" y="14428"/>
                    <a:pt x="9109" y="14399"/>
                    <a:pt x="9102" y="14388"/>
                  </a:cubicBezTo>
                  <a:cubicBezTo>
                    <a:pt x="9093" y="14372"/>
                    <a:pt x="9061" y="14351"/>
                    <a:pt x="9045" y="14343"/>
                  </a:cubicBezTo>
                  <a:cubicBezTo>
                    <a:pt x="9035" y="14339"/>
                    <a:pt x="9013" y="14335"/>
                    <a:pt x="9003" y="14334"/>
                  </a:cubicBezTo>
                  <a:cubicBezTo>
                    <a:pt x="8989" y="14332"/>
                    <a:pt x="8961" y="14335"/>
                    <a:pt x="8948" y="14330"/>
                  </a:cubicBezTo>
                  <a:cubicBezTo>
                    <a:pt x="8938" y="14326"/>
                    <a:pt x="8920" y="14312"/>
                    <a:pt x="8914" y="14302"/>
                  </a:cubicBezTo>
                  <a:cubicBezTo>
                    <a:pt x="8908" y="14293"/>
                    <a:pt x="8908" y="14265"/>
                    <a:pt x="8899" y="14257"/>
                  </a:cubicBezTo>
                  <a:cubicBezTo>
                    <a:pt x="8888" y="14247"/>
                    <a:pt x="8854" y="14250"/>
                    <a:pt x="8839" y="14249"/>
                  </a:cubicBezTo>
                  <a:cubicBezTo>
                    <a:pt x="8828" y="14248"/>
                    <a:pt x="8806" y="14254"/>
                    <a:pt x="8796" y="14251"/>
                  </a:cubicBezTo>
                  <a:cubicBezTo>
                    <a:pt x="8783" y="14247"/>
                    <a:pt x="8760" y="14229"/>
                    <a:pt x="8755" y="14216"/>
                  </a:cubicBezTo>
                  <a:cubicBezTo>
                    <a:pt x="8751" y="14208"/>
                    <a:pt x="8754" y="14188"/>
                    <a:pt x="8758" y="14180"/>
                  </a:cubicBezTo>
                  <a:cubicBezTo>
                    <a:pt x="8762" y="14173"/>
                    <a:pt x="8782" y="14169"/>
                    <a:pt x="8785" y="14161"/>
                  </a:cubicBezTo>
                  <a:cubicBezTo>
                    <a:pt x="8790" y="14152"/>
                    <a:pt x="8783" y="14129"/>
                    <a:pt x="8782" y="14119"/>
                  </a:cubicBezTo>
                  <a:cubicBezTo>
                    <a:pt x="8781" y="14109"/>
                    <a:pt x="8783" y="14089"/>
                    <a:pt x="8778" y="14082"/>
                  </a:cubicBezTo>
                  <a:cubicBezTo>
                    <a:pt x="8770" y="14073"/>
                    <a:pt x="8743" y="14066"/>
                    <a:pt x="8732" y="14069"/>
                  </a:cubicBezTo>
                  <a:cubicBezTo>
                    <a:pt x="8721" y="14072"/>
                    <a:pt x="8711" y="14096"/>
                    <a:pt x="8702" y="14102"/>
                  </a:cubicBezTo>
                  <a:cubicBezTo>
                    <a:pt x="8696" y="14105"/>
                    <a:pt x="8681" y="14111"/>
                    <a:pt x="8674" y="14107"/>
                  </a:cubicBezTo>
                  <a:cubicBezTo>
                    <a:pt x="8664" y="14102"/>
                    <a:pt x="8652" y="14075"/>
                    <a:pt x="8653" y="14063"/>
                  </a:cubicBezTo>
                  <a:cubicBezTo>
                    <a:pt x="8654" y="14051"/>
                    <a:pt x="8679" y="14037"/>
                    <a:pt x="8681" y="14025"/>
                  </a:cubicBezTo>
                  <a:cubicBezTo>
                    <a:pt x="8684" y="14014"/>
                    <a:pt x="8676" y="13990"/>
                    <a:pt x="8671" y="13980"/>
                  </a:cubicBezTo>
                  <a:cubicBezTo>
                    <a:pt x="8667" y="13973"/>
                    <a:pt x="8657" y="13960"/>
                    <a:pt x="8650" y="13959"/>
                  </a:cubicBezTo>
                  <a:cubicBezTo>
                    <a:pt x="8642" y="13956"/>
                    <a:pt x="8626" y="13968"/>
                    <a:pt x="8617" y="13968"/>
                  </a:cubicBezTo>
                  <a:cubicBezTo>
                    <a:pt x="8605" y="13967"/>
                    <a:pt x="8581" y="13959"/>
                    <a:pt x="8574" y="13949"/>
                  </a:cubicBezTo>
                  <a:cubicBezTo>
                    <a:pt x="8565" y="13938"/>
                    <a:pt x="8569" y="13905"/>
                    <a:pt x="8563" y="13891"/>
                  </a:cubicBezTo>
                  <a:cubicBezTo>
                    <a:pt x="8559" y="13883"/>
                    <a:pt x="8547" y="13869"/>
                    <a:pt x="8542" y="13861"/>
                  </a:cubicBezTo>
                  <a:cubicBezTo>
                    <a:pt x="8536" y="13852"/>
                    <a:pt x="8523" y="13832"/>
                    <a:pt x="8520" y="13821"/>
                  </a:cubicBezTo>
                  <a:cubicBezTo>
                    <a:pt x="8518" y="13814"/>
                    <a:pt x="8521" y="13800"/>
                    <a:pt x="8518" y="13794"/>
                  </a:cubicBezTo>
                  <a:cubicBezTo>
                    <a:pt x="8513" y="13783"/>
                    <a:pt x="8494" y="13765"/>
                    <a:pt x="8483" y="13760"/>
                  </a:cubicBezTo>
                  <a:cubicBezTo>
                    <a:pt x="8472" y="13754"/>
                    <a:pt x="8446" y="13761"/>
                    <a:pt x="8437" y="13753"/>
                  </a:cubicBezTo>
                  <a:cubicBezTo>
                    <a:pt x="8432" y="13749"/>
                    <a:pt x="8432" y="13736"/>
                    <a:pt x="8430" y="13731"/>
                  </a:cubicBezTo>
                  <a:cubicBezTo>
                    <a:pt x="8427" y="13724"/>
                    <a:pt x="8422" y="13709"/>
                    <a:pt x="8416" y="13705"/>
                  </a:cubicBezTo>
                  <a:cubicBezTo>
                    <a:pt x="8410" y="13702"/>
                    <a:pt x="8396" y="13702"/>
                    <a:pt x="8390" y="13704"/>
                  </a:cubicBezTo>
                  <a:cubicBezTo>
                    <a:pt x="8381" y="13708"/>
                    <a:pt x="8370" y="13729"/>
                    <a:pt x="8362" y="13736"/>
                  </a:cubicBezTo>
                  <a:cubicBezTo>
                    <a:pt x="8356" y="13740"/>
                    <a:pt x="8344" y="13749"/>
                    <a:pt x="8337" y="13749"/>
                  </a:cubicBezTo>
                  <a:cubicBezTo>
                    <a:pt x="8327" y="13751"/>
                    <a:pt x="8304" y="13747"/>
                    <a:pt x="8297" y="13738"/>
                  </a:cubicBezTo>
                  <a:cubicBezTo>
                    <a:pt x="8292" y="13731"/>
                    <a:pt x="8299" y="13709"/>
                    <a:pt x="8297" y="13700"/>
                  </a:cubicBezTo>
                  <a:cubicBezTo>
                    <a:pt x="8296" y="13691"/>
                    <a:pt x="8294" y="13669"/>
                    <a:pt x="8286" y="13666"/>
                  </a:cubicBezTo>
                  <a:cubicBezTo>
                    <a:pt x="8277" y="13663"/>
                    <a:pt x="8263" y="13683"/>
                    <a:pt x="8255" y="13688"/>
                  </a:cubicBezTo>
                  <a:cubicBezTo>
                    <a:pt x="8246" y="13695"/>
                    <a:pt x="8228" y="13711"/>
                    <a:pt x="8217" y="13714"/>
                  </a:cubicBezTo>
                  <a:cubicBezTo>
                    <a:pt x="8204" y="13718"/>
                    <a:pt x="8176" y="13712"/>
                    <a:pt x="8163" y="13716"/>
                  </a:cubicBezTo>
                  <a:cubicBezTo>
                    <a:pt x="8150" y="13720"/>
                    <a:pt x="8132" y="13746"/>
                    <a:pt x="8118" y="13747"/>
                  </a:cubicBezTo>
                  <a:cubicBezTo>
                    <a:pt x="8107" y="13749"/>
                    <a:pt x="8087" y="13732"/>
                    <a:pt x="8076" y="13730"/>
                  </a:cubicBezTo>
                  <a:cubicBezTo>
                    <a:pt x="8065" y="13729"/>
                    <a:pt x="8043" y="13737"/>
                    <a:pt x="8032" y="13736"/>
                  </a:cubicBezTo>
                  <a:cubicBezTo>
                    <a:pt x="8015" y="13736"/>
                    <a:pt x="7981" y="13734"/>
                    <a:pt x="7966" y="13725"/>
                  </a:cubicBezTo>
                  <a:cubicBezTo>
                    <a:pt x="7956" y="13720"/>
                    <a:pt x="7944" y="13698"/>
                    <a:pt x="7935" y="13692"/>
                  </a:cubicBezTo>
                  <a:cubicBezTo>
                    <a:pt x="7925" y="13686"/>
                    <a:pt x="7903" y="13675"/>
                    <a:pt x="7891" y="13676"/>
                  </a:cubicBezTo>
                  <a:cubicBezTo>
                    <a:pt x="7885" y="13677"/>
                    <a:pt x="7876" y="13691"/>
                    <a:pt x="7869" y="13692"/>
                  </a:cubicBezTo>
                  <a:cubicBezTo>
                    <a:pt x="7858" y="13693"/>
                    <a:pt x="7838" y="13674"/>
                    <a:pt x="7826" y="13672"/>
                  </a:cubicBezTo>
                  <a:cubicBezTo>
                    <a:pt x="7817" y="13670"/>
                    <a:pt x="7799" y="13674"/>
                    <a:pt x="7791" y="13671"/>
                  </a:cubicBezTo>
                  <a:cubicBezTo>
                    <a:pt x="7786" y="13669"/>
                    <a:pt x="7780" y="13661"/>
                    <a:pt x="7775" y="13659"/>
                  </a:cubicBezTo>
                  <a:cubicBezTo>
                    <a:pt x="7767" y="13656"/>
                    <a:pt x="7750" y="13654"/>
                    <a:pt x="7742" y="13655"/>
                  </a:cubicBezTo>
                  <a:cubicBezTo>
                    <a:pt x="7733" y="13656"/>
                    <a:pt x="7717" y="13670"/>
                    <a:pt x="7708" y="13670"/>
                  </a:cubicBezTo>
                  <a:cubicBezTo>
                    <a:pt x="7701" y="13670"/>
                    <a:pt x="7689" y="13657"/>
                    <a:pt x="7681" y="13658"/>
                  </a:cubicBezTo>
                  <a:cubicBezTo>
                    <a:pt x="7669" y="13659"/>
                    <a:pt x="7653" y="13690"/>
                    <a:pt x="7641" y="13688"/>
                  </a:cubicBezTo>
                  <a:cubicBezTo>
                    <a:pt x="7632" y="13687"/>
                    <a:pt x="7625" y="13666"/>
                    <a:pt x="7618" y="13661"/>
                  </a:cubicBezTo>
                  <a:cubicBezTo>
                    <a:pt x="7606" y="13652"/>
                    <a:pt x="7580" y="13638"/>
                    <a:pt x="7566" y="13636"/>
                  </a:cubicBezTo>
                  <a:cubicBezTo>
                    <a:pt x="7554" y="13634"/>
                    <a:pt x="7531" y="13644"/>
                    <a:pt x="7519" y="13645"/>
                  </a:cubicBezTo>
                  <a:cubicBezTo>
                    <a:pt x="7511" y="13646"/>
                    <a:pt x="7495" y="13642"/>
                    <a:pt x="7487" y="13643"/>
                  </a:cubicBezTo>
                  <a:cubicBezTo>
                    <a:pt x="7474" y="13646"/>
                    <a:pt x="7450" y="13663"/>
                    <a:pt x="7436" y="13666"/>
                  </a:cubicBezTo>
                  <a:cubicBezTo>
                    <a:pt x="7426" y="13669"/>
                    <a:pt x="7405" y="13673"/>
                    <a:pt x="7396" y="13669"/>
                  </a:cubicBezTo>
                  <a:cubicBezTo>
                    <a:pt x="7388" y="13666"/>
                    <a:pt x="7380" y="13649"/>
                    <a:pt x="7373" y="13647"/>
                  </a:cubicBezTo>
                  <a:cubicBezTo>
                    <a:pt x="7357" y="13640"/>
                    <a:pt x="7321" y="13656"/>
                    <a:pt x="7304" y="13651"/>
                  </a:cubicBezTo>
                  <a:cubicBezTo>
                    <a:pt x="7291" y="13648"/>
                    <a:pt x="7267" y="13632"/>
                    <a:pt x="7258" y="13621"/>
                  </a:cubicBezTo>
                  <a:cubicBezTo>
                    <a:pt x="7253" y="13615"/>
                    <a:pt x="7251" y="13600"/>
                    <a:pt x="7247" y="13593"/>
                  </a:cubicBezTo>
                  <a:cubicBezTo>
                    <a:pt x="7241" y="13582"/>
                    <a:pt x="7227" y="13554"/>
                    <a:pt x="7215" y="13552"/>
                  </a:cubicBezTo>
                  <a:cubicBezTo>
                    <a:pt x="7205" y="13550"/>
                    <a:pt x="7193" y="13571"/>
                    <a:pt x="7184" y="13572"/>
                  </a:cubicBezTo>
                  <a:cubicBezTo>
                    <a:pt x="7162" y="13575"/>
                    <a:pt x="7120" y="13554"/>
                    <a:pt x="7101" y="13544"/>
                  </a:cubicBezTo>
                  <a:cubicBezTo>
                    <a:pt x="7091" y="13539"/>
                    <a:pt x="7073" y="13525"/>
                    <a:pt x="7065" y="13517"/>
                  </a:cubicBezTo>
                  <a:cubicBezTo>
                    <a:pt x="7055" y="13509"/>
                    <a:pt x="7041" y="13485"/>
                    <a:pt x="7030" y="13480"/>
                  </a:cubicBezTo>
                  <a:cubicBezTo>
                    <a:pt x="7017" y="13475"/>
                    <a:pt x="6988" y="13475"/>
                    <a:pt x="6974" y="13480"/>
                  </a:cubicBezTo>
                  <a:cubicBezTo>
                    <a:pt x="6959" y="13487"/>
                    <a:pt x="6934" y="13513"/>
                    <a:pt x="6923" y="13528"/>
                  </a:cubicBezTo>
                  <a:cubicBezTo>
                    <a:pt x="6915" y="13539"/>
                    <a:pt x="6903" y="13565"/>
                    <a:pt x="6899" y="13578"/>
                  </a:cubicBezTo>
                  <a:cubicBezTo>
                    <a:pt x="6894" y="13592"/>
                    <a:pt x="6894" y="13622"/>
                    <a:pt x="6890" y="13636"/>
                  </a:cubicBezTo>
                  <a:cubicBezTo>
                    <a:pt x="6886" y="13650"/>
                    <a:pt x="6876" y="13680"/>
                    <a:pt x="6866" y="13691"/>
                  </a:cubicBezTo>
                  <a:cubicBezTo>
                    <a:pt x="6859" y="13699"/>
                    <a:pt x="6839" y="13711"/>
                    <a:pt x="6828" y="13711"/>
                  </a:cubicBezTo>
                  <a:cubicBezTo>
                    <a:pt x="6815" y="13710"/>
                    <a:pt x="6798" y="13685"/>
                    <a:pt x="6787" y="13680"/>
                  </a:cubicBezTo>
                  <a:cubicBezTo>
                    <a:pt x="6774" y="13675"/>
                    <a:pt x="6747" y="13674"/>
                    <a:pt x="6734" y="13672"/>
                  </a:cubicBezTo>
                  <a:cubicBezTo>
                    <a:pt x="6728" y="13670"/>
                    <a:pt x="6716" y="13667"/>
                    <a:pt x="6710" y="13666"/>
                  </a:cubicBezTo>
                  <a:cubicBezTo>
                    <a:pt x="6699" y="13665"/>
                    <a:pt x="6677" y="13665"/>
                    <a:pt x="6668" y="13670"/>
                  </a:cubicBezTo>
                  <a:cubicBezTo>
                    <a:pt x="6657" y="13677"/>
                    <a:pt x="6648" y="13705"/>
                    <a:pt x="6637" y="13713"/>
                  </a:cubicBezTo>
                  <a:cubicBezTo>
                    <a:pt x="6629" y="13720"/>
                    <a:pt x="6610" y="13731"/>
                    <a:pt x="6600" y="13729"/>
                  </a:cubicBezTo>
                  <a:cubicBezTo>
                    <a:pt x="6589" y="13727"/>
                    <a:pt x="6578" y="13699"/>
                    <a:pt x="6567" y="13698"/>
                  </a:cubicBezTo>
                  <a:cubicBezTo>
                    <a:pt x="6556" y="13697"/>
                    <a:pt x="6540" y="13715"/>
                    <a:pt x="6530" y="13719"/>
                  </a:cubicBezTo>
                  <a:cubicBezTo>
                    <a:pt x="6520" y="13723"/>
                    <a:pt x="6496" y="13724"/>
                    <a:pt x="6487" y="13731"/>
                  </a:cubicBezTo>
                  <a:cubicBezTo>
                    <a:pt x="6481" y="13735"/>
                    <a:pt x="6475" y="13751"/>
                    <a:pt x="6470" y="13756"/>
                  </a:cubicBezTo>
                  <a:cubicBezTo>
                    <a:pt x="6464" y="13761"/>
                    <a:pt x="6452" y="13773"/>
                    <a:pt x="6444" y="13774"/>
                  </a:cubicBezTo>
                  <a:cubicBezTo>
                    <a:pt x="6431" y="13774"/>
                    <a:pt x="6409" y="13747"/>
                    <a:pt x="6396" y="13749"/>
                  </a:cubicBezTo>
                  <a:cubicBezTo>
                    <a:pt x="6383" y="13750"/>
                    <a:pt x="6364" y="13774"/>
                    <a:pt x="6356" y="13785"/>
                  </a:cubicBezTo>
                  <a:cubicBezTo>
                    <a:pt x="6348" y="13795"/>
                    <a:pt x="6339" y="13821"/>
                    <a:pt x="6336" y="13834"/>
                  </a:cubicBezTo>
                  <a:cubicBezTo>
                    <a:pt x="6332" y="13848"/>
                    <a:pt x="6338" y="13879"/>
                    <a:pt x="6333" y="13893"/>
                  </a:cubicBezTo>
                  <a:cubicBezTo>
                    <a:pt x="6329" y="13904"/>
                    <a:pt x="6313" y="13920"/>
                    <a:pt x="6305" y="13928"/>
                  </a:cubicBezTo>
                  <a:cubicBezTo>
                    <a:pt x="6296" y="13936"/>
                    <a:pt x="6270" y="13946"/>
                    <a:pt x="6265" y="13958"/>
                  </a:cubicBezTo>
                  <a:cubicBezTo>
                    <a:pt x="6259" y="13973"/>
                    <a:pt x="6284" y="14010"/>
                    <a:pt x="6277" y="14025"/>
                  </a:cubicBezTo>
                  <a:cubicBezTo>
                    <a:pt x="6271" y="14038"/>
                    <a:pt x="6237" y="14041"/>
                    <a:pt x="6227" y="14052"/>
                  </a:cubicBezTo>
                  <a:cubicBezTo>
                    <a:pt x="6221" y="14058"/>
                    <a:pt x="6214" y="14074"/>
                    <a:pt x="6212" y="14082"/>
                  </a:cubicBezTo>
                  <a:cubicBezTo>
                    <a:pt x="6209" y="14091"/>
                    <a:pt x="6211" y="14109"/>
                    <a:pt x="6208" y="14118"/>
                  </a:cubicBezTo>
                  <a:cubicBezTo>
                    <a:pt x="6204" y="14127"/>
                    <a:pt x="6190" y="14143"/>
                    <a:pt x="6183" y="14151"/>
                  </a:cubicBezTo>
                  <a:cubicBezTo>
                    <a:pt x="6177" y="14158"/>
                    <a:pt x="6160" y="14167"/>
                    <a:pt x="6155" y="14175"/>
                  </a:cubicBezTo>
                  <a:cubicBezTo>
                    <a:pt x="6150" y="14185"/>
                    <a:pt x="6151" y="14211"/>
                    <a:pt x="6149" y="14223"/>
                  </a:cubicBezTo>
                  <a:cubicBezTo>
                    <a:pt x="6145" y="14236"/>
                    <a:pt x="6137" y="14262"/>
                    <a:pt x="6132" y="14275"/>
                  </a:cubicBezTo>
                  <a:cubicBezTo>
                    <a:pt x="6125" y="14298"/>
                    <a:pt x="6106" y="14342"/>
                    <a:pt x="6104" y="14365"/>
                  </a:cubicBezTo>
                  <a:cubicBezTo>
                    <a:pt x="6103" y="14380"/>
                    <a:pt x="6113" y="14407"/>
                    <a:pt x="6111" y="14421"/>
                  </a:cubicBezTo>
                  <a:cubicBezTo>
                    <a:pt x="6110" y="14434"/>
                    <a:pt x="6101" y="14459"/>
                    <a:pt x="6095" y="14470"/>
                  </a:cubicBezTo>
                  <a:cubicBezTo>
                    <a:pt x="6087" y="14484"/>
                    <a:pt x="6067" y="14512"/>
                    <a:pt x="6054" y="14521"/>
                  </a:cubicBezTo>
                  <a:cubicBezTo>
                    <a:pt x="6045" y="14527"/>
                    <a:pt x="6021" y="14525"/>
                    <a:pt x="6014" y="14533"/>
                  </a:cubicBezTo>
                  <a:cubicBezTo>
                    <a:pt x="6004" y="14545"/>
                    <a:pt x="6012" y="14581"/>
                    <a:pt x="6008" y="14597"/>
                  </a:cubicBezTo>
                  <a:cubicBezTo>
                    <a:pt x="6005" y="14608"/>
                    <a:pt x="5998" y="14631"/>
                    <a:pt x="5991" y="14641"/>
                  </a:cubicBezTo>
                  <a:cubicBezTo>
                    <a:pt x="5984" y="14652"/>
                    <a:pt x="5957" y="14665"/>
                    <a:pt x="5954" y="14678"/>
                  </a:cubicBezTo>
                  <a:cubicBezTo>
                    <a:pt x="5952" y="14687"/>
                    <a:pt x="5960" y="14706"/>
                    <a:pt x="5966" y="14712"/>
                  </a:cubicBezTo>
                  <a:cubicBezTo>
                    <a:pt x="5973" y="14720"/>
                    <a:pt x="5994" y="14723"/>
                    <a:pt x="6002" y="14728"/>
                  </a:cubicBezTo>
                  <a:cubicBezTo>
                    <a:pt x="6008" y="14732"/>
                    <a:pt x="6022" y="14742"/>
                    <a:pt x="6024" y="14749"/>
                  </a:cubicBezTo>
                  <a:cubicBezTo>
                    <a:pt x="6026" y="14760"/>
                    <a:pt x="6017" y="14782"/>
                    <a:pt x="6010" y="14790"/>
                  </a:cubicBezTo>
                  <a:cubicBezTo>
                    <a:pt x="6005" y="14796"/>
                    <a:pt x="5991" y="14804"/>
                    <a:pt x="5983" y="14806"/>
                  </a:cubicBezTo>
                  <a:cubicBezTo>
                    <a:pt x="5974" y="14808"/>
                    <a:pt x="5954" y="14796"/>
                    <a:pt x="5946" y="14801"/>
                  </a:cubicBezTo>
                  <a:cubicBezTo>
                    <a:pt x="5938" y="14806"/>
                    <a:pt x="5939" y="14831"/>
                    <a:pt x="5931" y="14836"/>
                  </a:cubicBezTo>
                  <a:cubicBezTo>
                    <a:pt x="5927" y="14840"/>
                    <a:pt x="5914" y="14834"/>
                    <a:pt x="5908" y="14836"/>
                  </a:cubicBezTo>
                  <a:cubicBezTo>
                    <a:pt x="5898" y="14840"/>
                    <a:pt x="5883" y="14863"/>
                    <a:pt x="5872" y="14865"/>
                  </a:cubicBezTo>
                  <a:cubicBezTo>
                    <a:pt x="5860" y="14867"/>
                    <a:pt x="5839" y="14845"/>
                    <a:pt x="5827" y="14847"/>
                  </a:cubicBezTo>
                  <a:cubicBezTo>
                    <a:pt x="5819" y="14849"/>
                    <a:pt x="5808" y="14865"/>
                    <a:pt x="5804" y="14872"/>
                  </a:cubicBezTo>
                  <a:cubicBezTo>
                    <a:pt x="5798" y="14885"/>
                    <a:pt x="5800" y="14916"/>
                    <a:pt x="5795" y="14930"/>
                  </a:cubicBezTo>
                  <a:cubicBezTo>
                    <a:pt x="5789" y="14941"/>
                    <a:pt x="5769" y="14958"/>
                    <a:pt x="5763" y="14970"/>
                  </a:cubicBezTo>
                  <a:cubicBezTo>
                    <a:pt x="5757" y="14980"/>
                    <a:pt x="5752" y="15005"/>
                    <a:pt x="5744" y="15014"/>
                  </a:cubicBezTo>
                  <a:cubicBezTo>
                    <a:pt x="5737" y="15021"/>
                    <a:pt x="5718" y="15029"/>
                    <a:pt x="5709" y="15032"/>
                  </a:cubicBezTo>
                  <a:cubicBezTo>
                    <a:pt x="5702" y="15035"/>
                    <a:pt x="5685" y="15033"/>
                    <a:pt x="5679" y="15037"/>
                  </a:cubicBezTo>
                  <a:cubicBezTo>
                    <a:pt x="5670" y="15043"/>
                    <a:pt x="5663" y="15065"/>
                    <a:pt x="5656" y="15073"/>
                  </a:cubicBezTo>
                  <a:cubicBezTo>
                    <a:pt x="5652" y="15078"/>
                    <a:pt x="5639" y="15085"/>
                    <a:pt x="5636" y="15091"/>
                  </a:cubicBezTo>
                  <a:cubicBezTo>
                    <a:pt x="5631" y="15099"/>
                    <a:pt x="5631" y="15118"/>
                    <a:pt x="5629" y="15127"/>
                  </a:cubicBezTo>
                  <a:cubicBezTo>
                    <a:pt x="5626" y="15138"/>
                    <a:pt x="5621" y="15162"/>
                    <a:pt x="5615" y="15172"/>
                  </a:cubicBezTo>
                  <a:cubicBezTo>
                    <a:pt x="5611" y="15180"/>
                    <a:pt x="5596" y="15189"/>
                    <a:pt x="5592" y="15197"/>
                  </a:cubicBezTo>
                  <a:cubicBezTo>
                    <a:pt x="5585" y="15208"/>
                    <a:pt x="5586" y="15238"/>
                    <a:pt x="5577" y="15248"/>
                  </a:cubicBezTo>
                  <a:cubicBezTo>
                    <a:pt x="5570" y="15256"/>
                    <a:pt x="5549" y="15265"/>
                    <a:pt x="5538" y="15265"/>
                  </a:cubicBezTo>
                  <a:cubicBezTo>
                    <a:pt x="5525" y="15266"/>
                    <a:pt x="5501" y="15255"/>
                    <a:pt x="5489" y="15250"/>
                  </a:cubicBezTo>
                  <a:cubicBezTo>
                    <a:pt x="5482" y="15246"/>
                    <a:pt x="5472" y="15235"/>
                    <a:pt x="5464" y="15232"/>
                  </a:cubicBezTo>
                  <a:cubicBezTo>
                    <a:pt x="5450" y="15227"/>
                    <a:pt x="5418" y="15226"/>
                    <a:pt x="5402" y="15227"/>
                  </a:cubicBezTo>
                  <a:cubicBezTo>
                    <a:pt x="5389" y="15227"/>
                    <a:pt x="5363" y="15237"/>
                    <a:pt x="5350" y="15237"/>
                  </a:cubicBezTo>
                  <a:cubicBezTo>
                    <a:pt x="5337" y="15236"/>
                    <a:pt x="5312" y="15231"/>
                    <a:pt x="5302" y="15224"/>
                  </a:cubicBezTo>
                  <a:cubicBezTo>
                    <a:pt x="5295" y="15219"/>
                    <a:pt x="5288" y="15200"/>
                    <a:pt x="5281" y="15194"/>
                  </a:cubicBezTo>
                  <a:cubicBezTo>
                    <a:pt x="5274" y="15188"/>
                    <a:pt x="5253" y="15187"/>
                    <a:pt x="5247" y="15179"/>
                  </a:cubicBezTo>
                  <a:cubicBezTo>
                    <a:pt x="5242" y="15172"/>
                    <a:pt x="5248" y="15153"/>
                    <a:pt x="5244" y="15145"/>
                  </a:cubicBezTo>
                  <a:cubicBezTo>
                    <a:pt x="5239" y="15135"/>
                    <a:pt x="5221" y="15115"/>
                    <a:pt x="5210" y="15116"/>
                  </a:cubicBezTo>
                  <a:cubicBezTo>
                    <a:pt x="5199" y="15116"/>
                    <a:pt x="5190" y="15148"/>
                    <a:pt x="5179" y="15151"/>
                  </a:cubicBezTo>
                  <a:cubicBezTo>
                    <a:pt x="5168" y="15154"/>
                    <a:pt x="5146" y="15140"/>
                    <a:pt x="5135" y="15137"/>
                  </a:cubicBezTo>
                  <a:cubicBezTo>
                    <a:pt x="5121" y="15133"/>
                    <a:pt x="5091" y="15133"/>
                    <a:pt x="5079" y="15124"/>
                  </a:cubicBezTo>
                  <a:cubicBezTo>
                    <a:pt x="5071" y="15118"/>
                    <a:pt x="5064" y="15099"/>
                    <a:pt x="5058" y="15091"/>
                  </a:cubicBezTo>
                  <a:cubicBezTo>
                    <a:pt x="5054" y="15085"/>
                    <a:pt x="5043" y="15071"/>
                    <a:pt x="5037" y="15066"/>
                  </a:cubicBezTo>
                  <a:cubicBezTo>
                    <a:pt x="5028" y="15057"/>
                    <a:pt x="5004" y="15047"/>
                    <a:pt x="4996" y="15037"/>
                  </a:cubicBezTo>
                  <a:cubicBezTo>
                    <a:pt x="4986" y="15025"/>
                    <a:pt x="4980" y="14991"/>
                    <a:pt x="4970" y="14979"/>
                  </a:cubicBezTo>
                  <a:cubicBezTo>
                    <a:pt x="4959" y="14964"/>
                    <a:pt x="4926" y="14945"/>
                    <a:pt x="4913" y="14932"/>
                  </a:cubicBezTo>
                  <a:cubicBezTo>
                    <a:pt x="4905" y="14923"/>
                    <a:pt x="4894" y="14901"/>
                    <a:pt x="4885" y="14894"/>
                  </a:cubicBezTo>
                  <a:cubicBezTo>
                    <a:pt x="4875" y="14885"/>
                    <a:pt x="4851" y="14873"/>
                    <a:pt x="4839" y="14873"/>
                  </a:cubicBezTo>
                  <a:cubicBezTo>
                    <a:pt x="4827" y="14872"/>
                    <a:pt x="4806" y="14891"/>
                    <a:pt x="4794" y="14888"/>
                  </a:cubicBezTo>
                  <a:cubicBezTo>
                    <a:pt x="4783" y="14887"/>
                    <a:pt x="4768" y="14863"/>
                    <a:pt x="4757" y="14859"/>
                  </a:cubicBezTo>
                  <a:cubicBezTo>
                    <a:pt x="4744" y="14855"/>
                    <a:pt x="4715" y="14865"/>
                    <a:pt x="4702" y="14859"/>
                  </a:cubicBezTo>
                  <a:cubicBezTo>
                    <a:pt x="4692" y="14854"/>
                    <a:pt x="4682" y="14829"/>
                    <a:pt x="4672" y="14823"/>
                  </a:cubicBezTo>
                  <a:cubicBezTo>
                    <a:pt x="4661" y="14816"/>
                    <a:pt x="4636" y="14815"/>
                    <a:pt x="4624" y="14810"/>
                  </a:cubicBezTo>
                  <a:cubicBezTo>
                    <a:pt x="4610" y="14804"/>
                    <a:pt x="4585" y="14789"/>
                    <a:pt x="4572" y="14781"/>
                  </a:cubicBezTo>
                  <a:cubicBezTo>
                    <a:pt x="4559" y="14772"/>
                    <a:pt x="4531" y="14756"/>
                    <a:pt x="4521" y="14743"/>
                  </a:cubicBezTo>
                  <a:cubicBezTo>
                    <a:pt x="4511" y="14731"/>
                    <a:pt x="4500" y="14699"/>
                    <a:pt x="4492" y="14685"/>
                  </a:cubicBezTo>
                  <a:cubicBezTo>
                    <a:pt x="4487" y="14676"/>
                    <a:pt x="4476" y="14657"/>
                    <a:pt x="4469" y="14648"/>
                  </a:cubicBezTo>
                  <a:cubicBezTo>
                    <a:pt x="4460" y="14638"/>
                    <a:pt x="4439" y="14618"/>
                    <a:pt x="4426" y="14613"/>
                  </a:cubicBezTo>
                  <a:cubicBezTo>
                    <a:pt x="4409" y="14606"/>
                    <a:pt x="4370" y="14613"/>
                    <a:pt x="4352" y="14608"/>
                  </a:cubicBezTo>
                  <a:cubicBezTo>
                    <a:pt x="4338" y="14605"/>
                    <a:pt x="4314" y="14590"/>
                    <a:pt x="4301" y="14585"/>
                  </a:cubicBezTo>
                  <a:cubicBezTo>
                    <a:pt x="4287" y="14580"/>
                    <a:pt x="4261" y="14572"/>
                    <a:pt x="4247" y="14568"/>
                  </a:cubicBezTo>
                  <a:cubicBezTo>
                    <a:pt x="4233" y="14564"/>
                    <a:pt x="4204" y="14557"/>
                    <a:pt x="4189" y="14555"/>
                  </a:cubicBezTo>
                  <a:cubicBezTo>
                    <a:pt x="4176" y="14554"/>
                    <a:pt x="4150" y="14562"/>
                    <a:pt x="4137" y="14558"/>
                  </a:cubicBezTo>
                  <a:cubicBezTo>
                    <a:pt x="4124" y="14553"/>
                    <a:pt x="4103" y="14533"/>
                    <a:pt x="4091" y="14524"/>
                  </a:cubicBezTo>
                  <a:cubicBezTo>
                    <a:pt x="4076" y="14513"/>
                    <a:pt x="4046" y="14489"/>
                    <a:pt x="4030" y="14479"/>
                  </a:cubicBezTo>
                  <a:cubicBezTo>
                    <a:pt x="4020" y="14473"/>
                    <a:pt x="3998" y="14466"/>
                    <a:pt x="3989" y="14458"/>
                  </a:cubicBezTo>
                  <a:cubicBezTo>
                    <a:pt x="3981" y="14452"/>
                    <a:pt x="3969" y="14434"/>
                    <a:pt x="3962" y="14426"/>
                  </a:cubicBezTo>
                  <a:cubicBezTo>
                    <a:pt x="3955" y="14416"/>
                    <a:pt x="3944" y="14391"/>
                    <a:pt x="3934" y="14385"/>
                  </a:cubicBezTo>
                  <a:cubicBezTo>
                    <a:pt x="3924" y="14379"/>
                    <a:pt x="3898" y="14385"/>
                    <a:pt x="3888" y="14379"/>
                  </a:cubicBezTo>
                  <a:cubicBezTo>
                    <a:pt x="3876" y="14372"/>
                    <a:pt x="3864" y="14346"/>
                    <a:pt x="3855" y="14336"/>
                  </a:cubicBezTo>
                  <a:cubicBezTo>
                    <a:pt x="3850" y="14331"/>
                    <a:pt x="3839" y="14326"/>
                    <a:pt x="3836" y="14320"/>
                  </a:cubicBezTo>
                  <a:cubicBezTo>
                    <a:pt x="3831" y="14312"/>
                    <a:pt x="3832" y="14291"/>
                    <a:pt x="3829" y="14282"/>
                  </a:cubicBezTo>
                  <a:cubicBezTo>
                    <a:pt x="3826" y="14275"/>
                    <a:pt x="3819" y="14260"/>
                    <a:pt x="3814" y="14255"/>
                  </a:cubicBezTo>
                  <a:cubicBezTo>
                    <a:pt x="3807" y="14247"/>
                    <a:pt x="3787" y="14243"/>
                    <a:pt x="3781" y="14236"/>
                  </a:cubicBezTo>
                  <a:cubicBezTo>
                    <a:pt x="3773" y="14226"/>
                    <a:pt x="3770" y="14198"/>
                    <a:pt x="3764" y="14186"/>
                  </a:cubicBezTo>
                  <a:cubicBezTo>
                    <a:pt x="3757" y="14170"/>
                    <a:pt x="3741" y="14141"/>
                    <a:pt x="3729" y="14128"/>
                  </a:cubicBezTo>
                  <a:cubicBezTo>
                    <a:pt x="3718" y="14116"/>
                    <a:pt x="3690" y="14096"/>
                    <a:pt x="3676" y="14088"/>
                  </a:cubicBezTo>
                  <a:cubicBezTo>
                    <a:pt x="3665" y="14082"/>
                    <a:pt x="3641" y="14072"/>
                    <a:pt x="3629" y="14071"/>
                  </a:cubicBezTo>
                  <a:cubicBezTo>
                    <a:pt x="3618" y="14070"/>
                    <a:pt x="3596" y="14081"/>
                    <a:pt x="3585" y="14079"/>
                  </a:cubicBezTo>
                  <a:cubicBezTo>
                    <a:pt x="3574" y="14077"/>
                    <a:pt x="3559" y="14058"/>
                    <a:pt x="3549" y="14053"/>
                  </a:cubicBezTo>
                  <a:cubicBezTo>
                    <a:pt x="3540" y="14048"/>
                    <a:pt x="3518" y="14045"/>
                    <a:pt x="3510" y="14038"/>
                  </a:cubicBezTo>
                  <a:cubicBezTo>
                    <a:pt x="3501" y="14030"/>
                    <a:pt x="3489" y="14007"/>
                    <a:pt x="3483" y="13996"/>
                  </a:cubicBezTo>
                  <a:cubicBezTo>
                    <a:pt x="3475" y="13985"/>
                    <a:pt x="3462" y="13960"/>
                    <a:pt x="3451" y="13951"/>
                  </a:cubicBezTo>
                  <a:cubicBezTo>
                    <a:pt x="3438" y="13938"/>
                    <a:pt x="3401" y="13928"/>
                    <a:pt x="3388" y="13916"/>
                  </a:cubicBezTo>
                  <a:cubicBezTo>
                    <a:pt x="3374" y="13903"/>
                    <a:pt x="3357" y="13866"/>
                    <a:pt x="3344" y="13852"/>
                  </a:cubicBezTo>
                  <a:cubicBezTo>
                    <a:pt x="3330" y="13837"/>
                    <a:pt x="3295" y="13816"/>
                    <a:pt x="3282" y="13801"/>
                  </a:cubicBezTo>
                  <a:cubicBezTo>
                    <a:pt x="3273" y="13789"/>
                    <a:pt x="3259" y="13762"/>
                    <a:pt x="3254" y="13748"/>
                  </a:cubicBezTo>
                  <a:cubicBezTo>
                    <a:pt x="3249" y="13736"/>
                    <a:pt x="3247" y="13710"/>
                    <a:pt x="3242" y="13698"/>
                  </a:cubicBezTo>
                  <a:cubicBezTo>
                    <a:pt x="3238" y="13687"/>
                    <a:pt x="3222" y="13666"/>
                    <a:pt x="3218" y="13655"/>
                  </a:cubicBezTo>
                  <a:cubicBezTo>
                    <a:pt x="3213" y="13634"/>
                    <a:pt x="3220" y="13591"/>
                    <a:pt x="3216" y="13570"/>
                  </a:cubicBezTo>
                  <a:cubicBezTo>
                    <a:pt x="3212" y="13546"/>
                    <a:pt x="3198" y="13497"/>
                    <a:pt x="3184" y="13477"/>
                  </a:cubicBezTo>
                  <a:cubicBezTo>
                    <a:pt x="3173" y="13459"/>
                    <a:pt x="3134" y="13440"/>
                    <a:pt x="3123" y="13423"/>
                  </a:cubicBezTo>
                  <a:cubicBezTo>
                    <a:pt x="3118" y="13415"/>
                    <a:pt x="3116" y="13394"/>
                    <a:pt x="3112" y="13385"/>
                  </a:cubicBezTo>
                  <a:cubicBezTo>
                    <a:pt x="3108" y="13373"/>
                    <a:pt x="3095" y="13351"/>
                    <a:pt x="3088" y="13341"/>
                  </a:cubicBezTo>
                  <a:cubicBezTo>
                    <a:pt x="3083" y="13334"/>
                    <a:pt x="3069" y="13325"/>
                    <a:pt x="3065" y="13317"/>
                  </a:cubicBezTo>
                  <a:cubicBezTo>
                    <a:pt x="3060" y="13308"/>
                    <a:pt x="3058" y="13285"/>
                    <a:pt x="3055" y="13274"/>
                  </a:cubicBezTo>
                  <a:cubicBezTo>
                    <a:pt x="3051" y="13258"/>
                    <a:pt x="3043" y="13225"/>
                    <a:pt x="3038" y="13208"/>
                  </a:cubicBezTo>
                  <a:cubicBezTo>
                    <a:pt x="3034" y="13195"/>
                    <a:pt x="3020" y="13168"/>
                    <a:pt x="3021" y="13154"/>
                  </a:cubicBezTo>
                  <a:cubicBezTo>
                    <a:pt x="3021" y="13140"/>
                    <a:pt x="3043" y="13117"/>
                    <a:pt x="3043" y="13103"/>
                  </a:cubicBezTo>
                  <a:cubicBezTo>
                    <a:pt x="3043" y="13095"/>
                    <a:pt x="3033" y="13081"/>
                    <a:pt x="3029" y="13074"/>
                  </a:cubicBezTo>
                  <a:cubicBezTo>
                    <a:pt x="3023" y="13064"/>
                    <a:pt x="3005" y="13046"/>
                    <a:pt x="3001" y="13035"/>
                  </a:cubicBezTo>
                  <a:cubicBezTo>
                    <a:pt x="2997" y="13021"/>
                    <a:pt x="2995" y="12991"/>
                    <a:pt x="2998" y="12976"/>
                  </a:cubicBezTo>
                  <a:cubicBezTo>
                    <a:pt x="2999" y="12967"/>
                    <a:pt x="3007" y="12950"/>
                    <a:pt x="3013" y="12943"/>
                  </a:cubicBezTo>
                  <a:cubicBezTo>
                    <a:pt x="3018" y="12936"/>
                    <a:pt x="3037" y="12932"/>
                    <a:pt x="3042" y="12925"/>
                  </a:cubicBezTo>
                  <a:cubicBezTo>
                    <a:pt x="3047" y="12917"/>
                    <a:pt x="3049" y="12897"/>
                    <a:pt x="3048" y="12887"/>
                  </a:cubicBezTo>
                  <a:cubicBezTo>
                    <a:pt x="3046" y="12869"/>
                    <a:pt x="3020" y="12838"/>
                    <a:pt x="3019" y="12820"/>
                  </a:cubicBezTo>
                  <a:cubicBezTo>
                    <a:pt x="3018" y="12810"/>
                    <a:pt x="3027" y="12790"/>
                    <a:pt x="3030" y="12781"/>
                  </a:cubicBezTo>
                  <a:cubicBezTo>
                    <a:pt x="3034" y="12773"/>
                    <a:pt x="3044" y="12759"/>
                    <a:pt x="3046" y="12750"/>
                  </a:cubicBezTo>
                  <a:cubicBezTo>
                    <a:pt x="3049" y="12738"/>
                    <a:pt x="3050" y="12712"/>
                    <a:pt x="3046" y="12701"/>
                  </a:cubicBezTo>
                  <a:cubicBezTo>
                    <a:pt x="3041" y="12685"/>
                    <a:pt x="3013" y="12666"/>
                    <a:pt x="3007" y="12650"/>
                  </a:cubicBezTo>
                  <a:cubicBezTo>
                    <a:pt x="3002" y="12640"/>
                    <a:pt x="3005" y="12615"/>
                    <a:pt x="3001" y="12604"/>
                  </a:cubicBezTo>
                  <a:cubicBezTo>
                    <a:pt x="2998" y="12592"/>
                    <a:pt x="2987" y="12569"/>
                    <a:pt x="2978" y="12561"/>
                  </a:cubicBezTo>
                  <a:cubicBezTo>
                    <a:pt x="2969" y="12554"/>
                    <a:pt x="2941" y="12557"/>
                    <a:pt x="2936" y="12547"/>
                  </a:cubicBezTo>
                  <a:cubicBezTo>
                    <a:pt x="2930" y="12536"/>
                    <a:pt x="2947" y="12510"/>
                    <a:pt x="2946" y="12497"/>
                  </a:cubicBezTo>
                  <a:cubicBezTo>
                    <a:pt x="2944" y="12484"/>
                    <a:pt x="2929" y="12461"/>
                    <a:pt x="2922" y="12450"/>
                  </a:cubicBezTo>
                  <a:cubicBezTo>
                    <a:pt x="2915" y="12440"/>
                    <a:pt x="2899" y="12421"/>
                    <a:pt x="2889" y="12413"/>
                  </a:cubicBezTo>
                  <a:cubicBezTo>
                    <a:pt x="2881" y="12406"/>
                    <a:pt x="2860" y="12401"/>
                    <a:pt x="2855" y="12392"/>
                  </a:cubicBezTo>
                  <a:cubicBezTo>
                    <a:pt x="2849" y="12381"/>
                    <a:pt x="2858" y="12355"/>
                    <a:pt x="2855" y="12344"/>
                  </a:cubicBezTo>
                  <a:cubicBezTo>
                    <a:pt x="2852" y="12335"/>
                    <a:pt x="2842" y="12319"/>
                    <a:pt x="2835" y="12314"/>
                  </a:cubicBezTo>
                  <a:cubicBezTo>
                    <a:pt x="2826" y="12307"/>
                    <a:pt x="2801" y="12306"/>
                    <a:pt x="2792" y="12298"/>
                  </a:cubicBezTo>
                  <a:cubicBezTo>
                    <a:pt x="2784" y="12291"/>
                    <a:pt x="2773" y="12271"/>
                    <a:pt x="2772" y="12260"/>
                  </a:cubicBezTo>
                  <a:cubicBezTo>
                    <a:pt x="2770" y="12247"/>
                    <a:pt x="2786" y="12222"/>
                    <a:pt x="2787" y="12209"/>
                  </a:cubicBezTo>
                  <a:cubicBezTo>
                    <a:pt x="2787" y="12194"/>
                    <a:pt x="2776" y="12166"/>
                    <a:pt x="2775" y="12151"/>
                  </a:cubicBezTo>
                  <a:cubicBezTo>
                    <a:pt x="2775" y="12140"/>
                    <a:pt x="2781" y="12117"/>
                    <a:pt x="2780" y="12106"/>
                  </a:cubicBezTo>
                  <a:cubicBezTo>
                    <a:pt x="2777" y="12085"/>
                    <a:pt x="2754" y="12050"/>
                    <a:pt x="2749" y="12030"/>
                  </a:cubicBezTo>
                  <a:cubicBezTo>
                    <a:pt x="2743" y="12010"/>
                    <a:pt x="2743" y="11967"/>
                    <a:pt x="2737" y="11947"/>
                  </a:cubicBezTo>
                  <a:cubicBezTo>
                    <a:pt x="2733" y="11931"/>
                    <a:pt x="2721" y="11902"/>
                    <a:pt x="2714" y="11887"/>
                  </a:cubicBezTo>
                  <a:cubicBezTo>
                    <a:pt x="2707" y="11876"/>
                    <a:pt x="2696" y="11850"/>
                    <a:pt x="2684" y="11843"/>
                  </a:cubicBezTo>
                  <a:cubicBezTo>
                    <a:pt x="2678" y="11840"/>
                    <a:pt x="2663" y="11844"/>
                    <a:pt x="2656" y="11843"/>
                  </a:cubicBezTo>
                  <a:cubicBezTo>
                    <a:pt x="2647" y="11842"/>
                    <a:pt x="2628" y="11840"/>
                    <a:pt x="2620" y="11835"/>
                  </a:cubicBezTo>
                  <a:cubicBezTo>
                    <a:pt x="2609" y="11826"/>
                    <a:pt x="2594" y="11800"/>
                    <a:pt x="2590" y="11786"/>
                  </a:cubicBezTo>
                  <a:cubicBezTo>
                    <a:pt x="2588" y="11777"/>
                    <a:pt x="2590" y="11757"/>
                    <a:pt x="2590" y="11748"/>
                  </a:cubicBezTo>
                  <a:cubicBezTo>
                    <a:pt x="2590" y="11736"/>
                    <a:pt x="2592" y="11713"/>
                    <a:pt x="2588" y="11703"/>
                  </a:cubicBezTo>
                  <a:cubicBezTo>
                    <a:pt x="2582" y="11690"/>
                    <a:pt x="2560" y="11673"/>
                    <a:pt x="2548" y="11667"/>
                  </a:cubicBezTo>
                  <a:cubicBezTo>
                    <a:pt x="2536" y="11662"/>
                    <a:pt x="2508" y="11667"/>
                    <a:pt x="2496" y="11663"/>
                  </a:cubicBezTo>
                  <a:cubicBezTo>
                    <a:pt x="2484" y="11659"/>
                    <a:pt x="2463" y="11642"/>
                    <a:pt x="2453" y="11634"/>
                  </a:cubicBezTo>
                  <a:cubicBezTo>
                    <a:pt x="2443" y="11626"/>
                    <a:pt x="2422" y="11608"/>
                    <a:pt x="2414" y="11596"/>
                  </a:cubicBezTo>
                  <a:cubicBezTo>
                    <a:pt x="2406" y="11583"/>
                    <a:pt x="2404" y="11546"/>
                    <a:pt x="2392" y="11535"/>
                  </a:cubicBezTo>
                  <a:cubicBezTo>
                    <a:pt x="2379" y="11522"/>
                    <a:pt x="2337" y="11527"/>
                    <a:pt x="2321" y="11518"/>
                  </a:cubicBezTo>
                  <a:cubicBezTo>
                    <a:pt x="2307" y="11509"/>
                    <a:pt x="2290" y="11477"/>
                    <a:pt x="2277" y="11467"/>
                  </a:cubicBezTo>
                  <a:cubicBezTo>
                    <a:pt x="2265" y="11458"/>
                    <a:pt x="2237" y="11449"/>
                    <a:pt x="2226" y="11440"/>
                  </a:cubicBezTo>
                  <a:cubicBezTo>
                    <a:pt x="2219" y="11434"/>
                    <a:pt x="2212" y="11413"/>
                    <a:pt x="2204" y="11411"/>
                  </a:cubicBezTo>
                  <a:cubicBezTo>
                    <a:pt x="2193" y="11409"/>
                    <a:pt x="2174" y="11431"/>
                    <a:pt x="2164" y="11430"/>
                  </a:cubicBezTo>
                  <a:cubicBezTo>
                    <a:pt x="2155" y="11428"/>
                    <a:pt x="2143" y="11414"/>
                    <a:pt x="2137" y="11408"/>
                  </a:cubicBezTo>
                  <a:cubicBezTo>
                    <a:pt x="2129" y="11399"/>
                    <a:pt x="2120" y="11373"/>
                    <a:pt x="2109" y="11368"/>
                  </a:cubicBezTo>
                  <a:cubicBezTo>
                    <a:pt x="2097" y="11362"/>
                    <a:pt x="2068" y="11376"/>
                    <a:pt x="2056" y="11370"/>
                  </a:cubicBezTo>
                  <a:cubicBezTo>
                    <a:pt x="2049" y="11367"/>
                    <a:pt x="2041" y="11352"/>
                    <a:pt x="2036" y="11346"/>
                  </a:cubicBezTo>
                  <a:cubicBezTo>
                    <a:pt x="2029" y="11337"/>
                    <a:pt x="2020" y="11314"/>
                    <a:pt x="2010" y="11309"/>
                  </a:cubicBezTo>
                  <a:cubicBezTo>
                    <a:pt x="1998" y="11301"/>
                    <a:pt x="1962" y="11310"/>
                    <a:pt x="1953" y="11298"/>
                  </a:cubicBezTo>
                  <a:cubicBezTo>
                    <a:pt x="1945" y="11289"/>
                    <a:pt x="1954" y="11260"/>
                    <a:pt x="1951" y="11249"/>
                  </a:cubicBezTo>
                  <a:cubicBezTo>
                    <a:pt x="1948" y="11237"/>
                    <a:pt x="1937" y="11216"/>
                    <a:pt x="1928" y="11208"/>
                  </a:cubicBezTo>
                  <a:cubicBezTo>
                    <a:pt x="1916" y="11196"/>
                    <a:pt x="1884" y="11190"/>
                    <a:pt x="1871" y="11180"/>
                  </a:cubicBezTo>
                  <a:cubicBezTo>
                    <a:pt x="1855" y="11168"/>
                    <a:pt x="1828" y="11137"/>
                    <a:pt x="1815" y="11121"/>
                  </a:cubicBezTo>
                  <a:cubicBezTo>
                    <a:pt x="1806" y="11110"/>
                    <a:pt x="1790" y="11086"/>
                    <a:pt x="1782" y="11074"/>
                  </a:cubicBezTo>
                  <a:cubicBezTo>
                    <a:pt x="1772" y="11059"/>
                    <a:pt x="1757" y="11026"/>
                    <a:pt x="1744" y="11015"/>
                  </a:cubicBezTo>
                  <a:cubicBezTo>
                    <a:pt x="1731" y="11005"/>
                    <a:pt x="1695" y="11004"/>
                    <a:pt x="1682" y="10993"/>
                  </a:cubicBezTo>
                  <a:cubicBezTo>
                    <a:pt x="1669" y="10982"/>
                    <a:pt x="1651" y="10952"/>
                    <a:pt x="1647" y="10936"/>
                  </a:cubicBezTo>
                  <a:cubicBezTo>
                    <a:pt x="1643" y="10921"/>
                    <a:pt x="1651" y="10890"/>
                    <a:pt x="1649" y="10876"/>
                  </a:cubicBezTo>
                  <a:cubicBezTo>
                    <a:pt x="1648" y="10866"/>
                    <a:pt x="1641" y="10847"/>
                    <a:pt x="1637" y="10839"/>
                  </a:cubicBezTo>
                  <a:cubicBezTo>
                    <a:pt x="1630" y="10824"/>
                    <a:pt x="1614" y="10796"/>
                    <a:pt x="1602" y="10786"/>
                  </a:cubicBezTo>
                  <a:cubicBezTo>
                    <a:pt x="1591" y="10778"/>
                    <a:pt x="1562" y="10776"/>
                    <a:pt x="1552" y="10767"/>
                  </a:cubicBezTo>
                  <a:cubicBezTo>
                    <a:pt x="1545" y="10761"/>
                    <a:pt x="1539" y="10739"/>
                    <a:pt x="1532" y="10733"/>
                  </a:cubicBezTo>
                  <a:cubicBezTo>
                    <a:pt x="1525" y="10728"/>
                    <a:pt x="1508" y="10724"/>
                    <a:pt x="1500" y="10720"/>
                  </a:cubicBezTo>
                  <a:cubicBezTo>
                    <a:pt x="1485" y="10713"/>
                    <a:pt x="1455" y="10701"/>
                    <a:pt x="1443" y="10690"/>
                  </a:cubicBezTo>
                  <a:cubicBezTo>
                    <a:pt x="1435" y="10683"/>
                    <a:pt x="1425" y="10661"/>
                    <a:pt x="1417" y="10655"/>
                  </a:cubicBezTo>
                  <a:cubicBezTo>
                    <a:pt x="1410" y="10649"/>
                    <a:pt x="1393" y="10643"/>
                    <a:pt x="1386" y="10639"/>
                  </a:cubicBezTo>
                  <a:cubicBezTo>
                    <a:pt x="1375" y="10633"/>
                    <a:pt x="1354" y="10622"/>
                    <a:pt x="1347" y="10613"/>
                  </a:cubicBezTo>
                  <a:cubicBezTo>
                    <a:pt x="1337" y="10600"/>
                    <a:pt x="1335" y="10565"/>
                    <a:pt x="1326" y="10551"/>
                  </a:cubicBezTo>
                  <a:cubicBezTo>
                    <a:pt x="1317" y="10536"/>
                    <a:pt x="1289" y="10515"/>
                    <a:pt x="1279" y="10501"/>
                  </a:cubicBezTo>
                  <a:cubicBezTo>
                    <a:pt x="1269" y="10486"/>
                    <a:pt x="1257" y="10450"/>
                    <a:pt x="1250" y="10433"/>
                  </a:cubicBezTo>
                  <a:cubicBezTo>
                    <a:pt x="1244" y="10417"/>
                    <a:pt x="1240" y="10380"/>
                    <a:pt x="1227" y="10369"/>
                  </a:cubicBezTo>
                  <a:cubicBezTo>
                    <a:pt x="1217" y="10360"/>
                    <a:pt x="1184" y="10366"/>
                    <a:pt x="1172" y="10359"/>
                  </a:cubicBezTo>
                  <a:cubicBezTo>
                    <a:pt x="1163" y="10353"/>
                    <a:pt x="1152" y="10334"/>
                    <a:pt x="1145" y="10327"/>
                  </a:cubicBezTo>
                  <a:cubicBezTo>
                    <a:pt x="1135" y="10318"/>
                    <a:pt x="1108" y="10308"/>
                    <a:pt x="1102" y="10296"/>
                  </a:cubicBezTo>
                  <a:cubicBezTo>
                    <a:pt x="1097" y="10285"/>
                    <a:pt x="1104" y="10260"/>
                    <a:pt x="1101" y="10248"/>
                  </a:cubicBezTo>
                  <a:cubicBezTo>
                    <a:pt x="1098" y="10236"/>
                    <a:pt x="1087" y="10212"/>
                    <a:pt x="1076" y="10205"/>
                  </a:cubicBezTo>
                  <a:cubicBezTo>
                    <a:pt x="1067" y="10199"/>
                    <a:pt x="1043" y="10208"/>
                    <a:pt x="1033" y="10202"/>
                  </a:cubicBezTo>
                  <a:cubicBezTo>
                    <a:pt x="1020" y="10194"/>
                    <a:pt x="1009" y="10160"/>
                    <a:pt x="997" y="10150"/>
                  </a:cubicBezTo>
                  <a:cubicBezTo>
                    <a:pt x="988" y="10143"/>
                    <a:pt x="966" y="10135"/>
                    <a:pt x="955" y="10133"/>
                  </a:cubicBezTo>
                  <a:cubicBezTo>
                    <a:pt x="941" y="10131"/>
                    <a:pt x="913" y="10142"/>
                    <a:pt x="900" y="10137"/>
                  </a:cubicBezTo>
                  <a:cubicBezTo>
                    <a:pt x="887" y="10133"/>
                    <a:pt x="868" y="10110"/>
                    <a:pt x="857" y="10100"/>
                  </a:cubicBezTo>
                  <a:cubicBezTo>
                    <a:pt x="850" y="10093"/>
                    <a:pt x="837" y="10075"/>
                    <a:pt x="828" y="10071"/>
                  </a:cubicBezTo>
                  <a:cubicBezTo>
                    <a:pt x="820" y="10067"/>
                    <a:pt x="801" y="10071"/>
                    <a:pt x="792" y="10067"/>
                  </a:cubicBezTo>
                  <a:cubicBezTo>
                    <a:pt x="782" y="10063"/>
                    <a:pt x="765" y="10047"/>
                    <a:pt x="759" y="10037"/>
                  </a:cubicBezTo>
                  <a:cubicBezTo>
                    <a:pt x="753" y="10029"/>
                    <a:pt x="750" y="10006"/>
                    <a:pt x="743" y="10000"/>
                  </a:cubicBezTo>
                  <a:cubicBezTo>
                    <a:pt x="732" y="9991"/>
                    <a:pt x="701" y="9995"/>
                    <a:pt x="689" y="9988"/>
                  </a:cubicBezTo>
                  <a:cubicBezTo>
                    <a:pt x="678" y="9981"/>
                    <a:pt x="660" y="9959"/>
                    <a:pt x="656" y="9947"/>
                  </a:cubicBezTo>
                  <a:cubicBezTo>
                    <a:pt x="651" y="9935"/>
                    <a:pt x="656" y="9908"/>
                    <a:pt x="653" y="9896"/>
                  </a:cubicBezTo>
                  <a:cubicBezTo>
                    <a:pt x="649" y="9881"/>
                    <a:pt x="630" y="9855"/>
                    <a:pt x="626" y="9840"/>
                  </a:cubicBezTo>
                  <a:cubicBezTo>
                    <a:pt x="622" y="9830"/>
                    <a:pt x="624" y="9806"/>
                    <a:pt x="618" y="9797"/>
                  </a:cubicBezTo>
                  <a:cubicBezTo>
                    <a:pt x="610" y="9785"/>
                    <a:pt x="576" y="9780"/>
                    <a:pt x="567" y="9768"/>
                  </a:cubicBezTo>
                  <a:cubicBezTo>
                    <a:pt x="559" y="9758"/>
                    <a:pt x="557" y="9730"/>
                    <a:pt x="554" y="9717"/>
                  </a:cubicBezTo>
                  <a:cubicBezTo>
                    <a:pt x="551" y="9704"/>
                    <a:pt x="547" y="9677"/>
                    <a:pt x="542" y="9664"/>
                  </a:cubicBezTo>
                  <a:cubicBezTo>
                    <a:pt x="535" y="9647"/>
                    <a:pt x="512" y="9619"/>
                    <a:pt x="505" y="9602"/>
                  </a:cubicBezTo>
                  <a:cubicBezTo>
                    <a:pt x="499" y="9588"/>
                    <a:pt x="492" y="9559"/>
                    <a:pt x="488" y="9545"/>
                  </a:cubicBezTo>
                  <a:cubicBezTo>
                    <a:pt x="485" y="9534"/>
                    <a:pt x="480" y="9512"/>
                    <a:pt x="475" y="9502"/>
                  </a:cubicBezTo>
                  <a:cubicBezTo>
                    <a:pt x="469" y="9488"/>
                    <a:pt x="448" y="9465"/>
                    <a:pt x="441" y="9451"/>
                  </a:cubicBezTo>
                  <a:cubicBezTo>
                    <a:pt x="434" y="9438"/>
                    <a:pt x="431" y="9405"/>
                    <a:pt x="421" y="9395"/>
                  </a:cubicBezTo>
                  <a:cubicBezTo>
                    <a:pt x="411" y="9385"/>
                    <a:pt x="380" y="9386"/>
                    <a:pt x="368" y="9379"/>
                  </a:cubicBezTo>
                  <a:cubicBezTo>
                    <a:pt x="357" y="9373"/>
                    <a:pt x="341" y="9350"/>
                    <a:pt x="330" y="9345"/>
                  </a:cubicBezTo>
                  <a:cubicBezTo>
                    <a:pt x="321" y="9341"/>
                    <a:pt x="301" y="9339"/>
                    <a:pt x="292" y="9342"/>
                  </a:cubicBezTo>
                  <a:cubicBezTo>
                    <a:pt x="280" y="9346"/>
                    <a:pt x="266" y="9375"/>
                    <a:pt x="254" y="9375"/>
                  </a:cubicBezTo>
                  <a:cubicBezTo>
                    <a:pt x="240" y="9376"/>
                    <a:pt x="218" y="9352"/>
                    <a:pt x="210" y="9340"/>
                  </a:cubicBezTo>
                  <a:cubicBezTo>
                    <a:pt x="201" y="9328"/>
                    <a:pt x="186" y="9283"/>
                    <a:pt x="186" y="9283"/>
                  </a:cubicBezTo>
                  <a:cubicBezTo>
                    <a:pt x="181" y="9274"/>
                    <a:pt x="173" y="9257"/>
                    <a:pt x="167" y="9250"/>
                  </a:cubicBezTo>
                  <a:cubicBezTo>
                    <a:pt x="163" y="9245"/>
                    <a:pt x="155" y="9235"/>
                    <a:pt x="150" y="9232"/>
                  </a:cubicBezTo>
                  <a:cubicBezTo>
                    <a:pt x="143" y="9228"/>
                    <a:pt x="124" y="9228"/>
                    <a:pt x="118" y="9222"/>
                  </a:cubicBezTo>
                  <a:cubicBezTo>
                    <a:pt x="114" y="9219"/>
                    <a:pt x="112" y="9206"/>
                    <a:pt x="107" y="9203"/>
                  </a:cubicBezTo>
                  <a:cubicBezTo>
                    <a:pt x="100" y="9198"/>
                    <a:pt x="79" y="9204"/>
                    <a:pt x="73" y="9197"/>
                  </a:cubicBezTo>
                  <a:cubicBezTo>
                    <a:pt x="67" y="9191"/>
                    <a:pt x="72" y="9171"/>
                    <a:pt x="68" y="9164"/>
                  </a:cubicBezTo>
                  <a:cubicBezTo>
                    <a:pt x="63" y="9157"/>
                    <a:pt x="44" y="9151"/>
                    <a:pt x="39" y="9144"/>
                  </a:cubicBezTo>
                  <a:cubicBezTo>
                    <a:pt x="33" y="9138"/>
                    <a:pt x="26" y="9120"/>
                    <a:pt x="25" y="9111"/>
                  </a:cubicBezTo>
                  <a:cubicBezTo>
                    <a:pt x="24" y="9101"/>
                    <a:pt x="37" y="9079"/>
                    <a:pt x="32" y="9070"/>
                  </a:cubicBezTo>
                  <a:cubicBezTo>
                    <a:pt x="28" y="9062"/>
                    <a:pt x="3" y="9066"/>
                    <a:pt x="0" y="9057"/>
                  </a:cubicBezTo>
                  <a:cubicBezTo>
                    <a:pt x="-2" y="9050"/>
                    <a:pt x="10" y="9037"/>
                    <a:pt x="15" y="9032"/>
                  </a:cubicBezTo>
                  <a:cubicBezTo>
                    <a:pt x="22" y="9025"/>
                    <a:pt x="44" y="9023"/>
                    <a:pt x="50" y="9016"/>
                  </a:cubicBezTo>
                  <a:cubicBezTo>
                    <a:pt x="56" y="9009"/>
                    <a:pt x="59" y="8991"/>
                    <a:pt x="59" y="8982"/>
                  </a:cubicBezTo>
                  <a:cubicBezTo>
                    <a:pt x="58" y="8974"/>
                    <a:pt x="46" y="8960"/>
                    <a:pt x="47" y="8952"/>
                  </a:cubicBezTo>
                  <a:cubicBezTo>
                    <a:pt x="47" y="8943"/>
                    <a:pt x="60" y="8928"/>
                    <a:pt x="60" y="8920"/>
                  </a:cubicBezTo>
                  <a:cubicBezTo>
                    <a:pt x="60" y="8908"/>
                    <a:pt x="38" y="8887"/>
                    <a:pt x="41" y="8875"/>
                  </a:cubicBezTo>
                  <a:cubicBezTo>
                    <a:pt x="44" y="8866"/>
                    <a:pt x="65" y="8859"/>
                    <a:pt x="74" y="8856"/>
                  </a:cubicBezTo>
                  <a:cubicBezTo>
                    <a:pt x="89" y="8851"/>
                    <a:pt x="136" y="8849"/>
                    <a:pt x="136" y="8849"/>
                  </a:cubicBezTo>
                  <a:lnTo>
                    <a:pt x="5866" y="9147"/>
                  </a:lnTo>
                  <a:lnTo>
                    <a:pt x="6189" y="0"/>
                  </a:lnTo>
                  <a:cubicBezTo>
                    <a:pt x="6189" y="0"/>
                    <a:pt x="6243" y="1"/>
                    <a:pt x="6243" y="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83" name="Shape 4665"/>
            <p:cNvSpPr/>
            <p:nvPr/>
          </p:nvSpPr>
          <p:spPr>
            <a:xfrm>
              <a:off x="3290678" y="3750913"/>
              <a:ext cx="2897908" cy="2765344"/>
            </a:xfrm>
            <a:custGeom>
              <a:avLst/>
              <a:gdLst/>
              <a:ahLst/>
              <a:cxnLst>
                <a:cxn ang="0">
                  <a:pos x="wd2" y="hd2"/>
                </a:cxn>
                <a:cxn ang="5400000">
                  <a:pos x="wd2" y="hd2"/>
                </a:cxn>
                <a:cxn ang="10800000">
                  <a:pos x="wd2" y="hd2"/>
                </a:cxn>
                <a:cxn ang="16200000">
                  <a:pos x="wd2" y="hd2"/>
                </a:cxn>
              </a:cxnLst>
              <a:rect l="0" t="0" r="r" b="b"/>
              <a:pathLst>
                <a:path w="21596" h="21599" extrusionOk="0">
                  <a:moveTo>
                    <a:pt x="6243" y="1"/>
                  </a:moveTo>
                  <a:lnTo>
                    <a:pt x="10869" y="86"/>
                  </a:lnTo>
                  <a:lnTo>
                    <a:pt x="10869" y="4036"/>
                  </a:lnTo>
                  <a:cubicBezTo>
                    <a:pt x="10869" y="4036"/>
                    <a:pt x="10898" y="4037"/>
                    <a:pt x="10907" y="4035"/>
                  </a:cubicBezTo>
                  <a:cubicBezTo>
                    <a:pt x="10917" y="4032"/>
                    <a:pt x="10935" y="4024"/>
                    <a:pt x="10943" y="4019"/>
                  </a:cubicBezTo>
                  <a:cubicBezTo>
                    <a:pt x="10949" y="4016"/>
                    <a:pt x="10957" y="4002"/>
                    <a:pt x="10964" y="4001"/>
                  </a:cubicBezTo>
                  <a:cubicBezTo>
                    <a:pt x="10975" y="4000"/>
                    <a:pt x="10995" y="4015"/>
                    <a:pt x="11005" y="4021"/>
                  </a:cubicBezTo>
                  <a:cubicBezTo>
                    <a:pt x="11014" y="4025"/>
                    <a:pt x="11033" y="4035"/>
                    <a:pt x="11041" y="4042"/>
                  </a:cubicBezTo>
                  <a:cubicBezTo>
                    <a:pt x="11048" y="4048"/>
                    <a:pt x="11058" y="4065"/>
                    <a:pt x="11063" y="4074"/>
                  </a:cubicBezTo>
                  <a:cubicBezTo>
                    <a:pt x="11070" y="4084"/>
                    <a:pt x="11077" y="4109"/>
                    <a:pt x="11084" y="4119"/>
                  </a:cubicBezTo>
                  <a:cubicBezTo>
                    <a:pt x="11093" y="4131"/>
                    <a:pt x="11118" y="4148"/>
                    <a:pt x="11128" y="4158"/>
                  </a:cubicBezTo>
                  <a:cubicBezTo>
                    <a:pt x="11138" y="4167"/>
                    <a:pt x="11158" y="4186"/>
                    <a:pt x="11167" y="4197"/>
                  </a:cubicBezTo>
                  <a:cubicBezTo>
                    <a:pt x="11176" y="4209"/>
                    <a:pt x="11190" y="4238"/>
                    <a:pt x="11200" y="4250"/>
                  </a:cubicBezTo>
                  <a:cubicBezTo>
                    <a:pt x="11209" y="4260"/>
                    <a:pt x="11230" y="4278"/>
                    <a:pt x="11241" y="4287"/>
                  </a:cubicBezTo>
                  <a:cubicBezTo>
                    <a:pt x="11254" y="4299"/>
                    <a:pt x="11284" y="4319"/>
                    <a:pt x="11297" y="4331"/>
                  </a:cubicBezTo>
                  <a:cubicBezTo>
                    <a:pt x="11307" y="4341"/>
                    <a:pt x="11327" y="4360"/>
                    <a:pt x="11335" y="4371"/>
                  </a:cubicBezTo>
                  <a:cubicBezTo>
                    <a:pt x="11342" y="4379"/>
                    <a:pt x="11349" y="4403"/>
                    <a:pt x="11359" y="4409"/>
                  </a:cubicBezTo>
                  <a:cubicBezTo>
                    <a:pt x="11366" y="4415"/>
                    <a:pt x="11386" y="4416"/>
                    <a:pt x="11395" y="4416"/>
                  </a:cubicBezTo>
                  <a:cubicBezTo>
                    <a:pt x="11404" y="4416"/>
                    <a:pt x="11423" y="4409"/>
                    <a:pt x="11433" y="4408"/>
                  </a:cubicBezTo>
                  <a:cubicBezTo>
                    <a:pt x="11446" y="4408"/>
                    <a:pt x="11471" y="4419"/>
                    <a:pt x="11484" y="4417"/>
                  </a:cubicBezTo>
                  <a:cubicBezTo>
                    <a:pt x="11493" y="4416"/>
                    <a:pt x="11512" y="4407"/>
                    <a:pt x="11519" y="4399"/>
                  </a:cubicBezTo>
                  <a:cubicBezTo>
                    <a:pt x="11525" y="4393"/>
                    <a:pt x="11530" y="4375"/>
                    <a:pt x="11533" y="4367"/>
                  </a:cubicBezTo>
                  <a:cubicBezTo>
                    <a:pt x="11536" y="4358"/>
                    <a:pt x="11537" y="4337"/>
                    <a:pt x="11544" y="4331"/>
                  </a:cubicBezTo>
                  <a:cubicBezTo>
                    <a:pt x="11553" y="4324"/>
                    <a:pt x="11578" y="4327"/>
                    <a:pt x="11589" y="4331"/>
                  </a:cubicBezTo>
                  <a:cubicBezTo>
                    <a:pt x="11596" y="4333"/>
                    <a:pt x="11606" y="4349"/>
                    <a:pt x="11614" y="4349"/>
                  </a:cubicBezTo>
                  <a:cubicBezTo>
                    <a:pt x="11620" y="4349"/>
                    <a:pt x="11628" y="4335"/>
                    <a:pt x="11635" y="4332"/>
                  </a:cubicBezTo>
                  <a:cubicBezTo>
                    <a:pt x="11643" y="4330"/>
                    <a:pt x="11662" y="4329"/>
                    <a:pt x="11669" y="4334"/>
                  </a:cubicBezTo>
                  <a:cubicBezTo>
                    <a:pt x="11677" y="4338"/>
                    <a:pt x="11680" y="4360"/>
                    <a:pt x="11687" y="4365"/>
                  </a:cubicBezTo>
                  <a:cubicBezTo>
                    <a:pt x="11694" y="4370"/>
                    <a:pt x="11711" y="4369"/>
                    <a:pt x="11719" y="4371"/>
                  </a:cubicBezTo>
                  <a:cubicBezTo>
                    <a:pt x="11730" y="4375"/>
                    <a:pt x="11749" y="4388"/>
                    <a:pt x="11760" y="4393"/>
                  </a:cubicBezTo>
                  <a:cubicBezTo>
                    <a:pt x="11767" y="4397"/>
                    <a:pt x="11781" y="4408"/>
                    <a:pt x="11790" y="4408"/>
                  </a:cubicBezTo>
                  <a:cubicBezTo>
                    <a:pt x="11800" y="4408"/>
                    <a:pt x="11820" y="4400"/>
                    <a:pt x="11827" y="4392"/>
                  </a:cubicBezTo>
                  <a:cubicBezTo>
                    <a:pt x="11834" y="4383"/>
                    <a:pt x="11836" y="4359"/>
                    <a:pt x="11835" y="4347"/>
                  </a:cubicBezTo>
                  <a:cubicBezTo>
                    <a:pt x="11835" y="4335"/>
                    <a:pt x="11823" y="4311"/>
                    <a:pt x="11824" y="4298"/>
                  </a:cubicBezTo>
                  <a:cubicBezTo>
                    <a:pt x="11825" y="4287"/>
                    <a:pt x="11834" y="4264"/>
                    <a:pt x="11842" y="4256"/>
                  </a:cubicBezTo>
                  <a:cubicBezTo>
                    <a:pt x="11851" y="4246"/>
                    <a:pt x="11875" y="4230"/>
                    <a:pt x="11888" y="4232"/>
                  </a:cubicBezTo>
                  <a:cubicBezTo>
                    <a:pt x="11898" y="4235"/>
                    <a:pt x="11909" y="4258"/>
                    <a:pt x="11915" y="4268"/>
                  </a:cubicBezTo>
                  <a:cubicBezTo>
                    <a:pt x="11921" y="4279"/>
                    <a:pt x="11926" y="4305"/>
                    <a:pt x="11933" y="4316"/>
                  </a:cubicBezTo>
                  <a:cubicBezTo>
                    <a:pt x="11938" y="4325"/>
                    <a:pt x="11953" y="4344"/>
                    <a:pt x="11963" y="4345"/>
                  </a:cubicBezTo>
                  <a:cubicBezTo>
                    <a:pt x="11972" y="4347"/>
                    <a:pt x="11987" y="4332"/>
                    <a:pt x="11996" y="4330"/>
                  </a:cubicBezTo>
                  <a:cubicBezTo>
                    <a:pt x="12003" y="4328"/>
                    <a:pt x="12019" y="4324"/>
                    <a:pt x="12026" y="4327"/>
                  </a:cubicBezTo>
                  <a:cubicBezTo>
                    <a:pt x="12032" y="4330"/>
                    <a:pt x="12042" y="4342"/>
                    <a:pt x="12045" y="4348"/>
                  </a:cubicBezTo>
                  <a:cubicBezTo>
                    <a:pt x="12050" y="4361"/>
                    <a:pt x="12045" y="4390"/>
                    <a:pt x="12051" y="4402"/>
                  </a:cubicBezTo>
                  <a:cubicBezTo>
                    <a:pt x="12054" y="4408"/>
                    <a:pt x="12069" y="4415"/>
                    <a:pt x="12073" y="4421"/>
                  </a:cubicBezTo>
                  <a:cubicBezTo>
                    <a:pt x="12080" y="4432"/>
                    <a:pt x="12083" y="4462"/>
                    <a:pt x="12091" y="4472"/>
                  </a:cubicBezTo>
                  <a:cubicBezTo>
                    <a:pt x="12098" y="4480"/>
                    <a:pt x="12122" y="4481"/>
                    <a:pt x="12128" y="4491"/>
                  </a:cubicBezTo>
                  <a:cubicBezTo>
                    <a:pt x="12135" y="4503"/>
                    <a:pt x="12124" y="4534"/>
                    <a:pt x="12126" y="4549"/>
                  </a:cubicBezTo>
                  <a:cubicBezTo>
                    <a:pt x="12127" y="4560"/>
                    <a:pt x="12131" y="4582"/>
                    <a:pt x="12136" y="4592"/>
                  </a:cubicBezTo>
                  <a:cubicBezTo>
                    <a:pt x="12140" y="4602"/>
                    <a:pt x="12158" y="4618"/>
                    <a:pt x="12160" y="4628"/>
                  </a:cubicBezTo>
                  <a:cubicBezTo>
                    <a:pt x="12164" y="4645"/>
                    <a:pt x="12147" y="4680"/>
                    <a:pt x="12153" y="4695"/>
                  </a:cubicBezTo>
                  <a:cubicBezTo>
                    <a:pt x="12160" y="4711"/>
                    <a:pt x="12192" y="4731"/>
                    <a:pt x="12209" y="4736"/>
                  </a:cubicBezTo>
                  <a:cubicBezTo>
                    <a:pt x="12221" y="4739"/>
                    <a:pt x="12247" y="4724"/>
                    <a:pt x="12258" y="4729"/>
                  </a:cubicBezTo>
                  <a:cubicBezTo>
                    <a:pt x="12267" y="4733"/>
                    <a:pt x="12271" y="4760"/>
                    <a:pt x="12280" y="4763"/>
                  </a:cubicBezTo>
                  <a:cubicBezTo>
                    <a:pt x="12294" y="4767"/>
                    <a:pt x="12318" y="4735"/>
                    <a:pt x="12332" y="4736"/>
                  </a:cubicBezTo>
                  <a:cubicBezTo>
                    <a:pt x="12349" y="4737"/>
                    <a:pt x="12371" y="4771"/>
                    <a:pt x="12387" y="4772"/>
                  </a:cubicBezTo>
                  <a:cubicBezTo>
                    <a:pt x="12403" y="4773"/>
                    <a:pt x="12431" y="4751"/>
                    <a:pt x="12445" y="4742"/>
                  </a:cubicBezTo>
                  <a:cubicBezTo>
                    <a:pt x="12453" y="4737"/>
                    <a:pt x="12467" y="4722"/>
                    <a:pt x="12476" y="4720"/>
                  </a:cubicBezTo>
                  <a:cubicBezTo>
                    <a:pt x="12492" y="4717"/>
                    <a:pt x="12524" y="4729"/>
                    <a:pt x="12538" y="4736"/>
                  </a:cubicBezTo>
                  <a:cubicBezTo>
                    <a:pt x="12553" y="4743"/>
                    <a:pt x="12577" y="4770"/>
                    <a:pt x="12592" y="4779"/>
                  </a:cubicBezTo>
                  <a:cubicBezTo>
                    <a:pt x="12602" y="4786"/>
                    <a:pt x="12624" y="4795"/>
                    <a:pt x="12634" y="4800"/>
                  </a:cubicBezTo>
                  <a:cubicBezTo>
                    <a:pt x="12645" y="4807"/>
                    <a:pt x="12666" y="4821"/>
                    <a:pt x="12676" y="4828"/>
                  </a:cubicBezTo>
                  <a:cubicBezTo>
                    <a:pt x="12682" y="4832"/>
                    <a:pt x="12691" y="4846"/>
                    <a:pt x="12698" y="4847"/>
                  </a:cubicBezTo>
                  <a:cubicBezTo>
                    <a:pt x="12707" y="4847"/>
                    <a:pt x="12720" y="4826"/>
                    <a:pt x="12730" y="4823"/>
                  </a:cubicBezTo>
                  <a:cubicBezTo>
                    <a:pt x="12742" y="4821"/>
                    <a:pt x="12768" y="4826"/>
                    <a:pt x="12780" y="4832"/>
                  </a:cubicBezTo>
                  <a:cubicBezTo>
                    <a:pt x="12797" y="4841"/>
                    <a:pt x="12820" y="4876"/>
                    <a:pt x="12835" y="4889"/>
                  </a:cubicBezTo>
                  <a:cubicBezTo>
                    <a:pt x="12845" y="4896"/>
                    <a:pt x="12864" y="4913"/>
                    <a:pt x="12876" y="4913"/>
                  </a:cubicBezTo>
                  <a:cubicBezTo>
                    <a:pt x="12887" y="4913"/>
                    <a:pt x="12904" y="4895"/>
                    <a:pt x="12915" y="4891"/>
                  </a:cubicBezTo>
                  <a:cubicBezTo>
                    <a:pt x="12931" y="4885"/>
                    <a:pt x="12967" y="4890"/>
                    <a:pt x="12980" y="4880"/>
                  </a:cubicBezTo>
                  <a:cubicBezTo>
                    <a:pt x="12988" y="4874"/>
                    <a:pt x="12994" y="4852"/>
                    <a:pt x="13000" y="4845"/>
                  </a:cubicBezTo>
                  <a:cubicBezTo>
                    <a:pt x="13008" y="4837"/>
                    <a:pt x="13025" y="4822"/>
                    <a:pt x="13035" y="4820"/>
                  </a:cubicBezTo>
                  <a:cubicBezTo>
                    <a:pt x="13045" y="4818"/>
                    <a:pt x="13065" y="4829"/>
                    <a:pt x="13075" y="4829"/>
                  </a:cubicBezTo>
                  <a:cubicBezTo>
                    <a:pt x="13087" y="4830"/>
                    <a:pt x="13110" y="4821"/>
                    <a:pt x="13121" y="4825"/>
                  </a:cubicBezTo>
                  <a:cubicBezTo>
                    <a:pt x="13133" y="4828"/>
                    <a:pt x="13152" y="4846"/>
                    <a:pt x="13159" y="4856"/>
                  </a:cubicBezTo>
                  <a:cubicBezTo>
                    <a:pt x="13170" y="4870"/>
                    <a:pt x="13183" y="4904"/>
                    <a:pt x="13191" y="4920"/>
                  </a:cubicBezTo>
                  <a:cubicBezTo>
                    <a:pt x="13199" y="4935"/>
                    <a:pt x="13216" y="4966"/>
                    <a:pt x="13226" y="4980"/>
                  </a:cubicBezTo>
                  <a:cubicBezTo>
                    <a:pt x="13237" y="4993"/>
                    <a:pt x="13259" y="5019"/>
                    <a:pt x="13274" y="5025"/>
                  </a:cubicBezTo>
                  <a:cubicBezTo>
                    <a:pt x="13284" y="5029"/>
                    <a:pt x="13305" y="5029"/>
                    <a:pt x="13315" y="5026"/>
                  </a:cubicBezTo>
                  <a:cubicBezTo>
                    <a:pt x="13321" y="5024"/>
                    <a:pt x="13332" y="5014"/>
                    <a:pt x="13338" y="5009"/>
                  </a:cubicBezTo>
                  <a:cubicBezTo>
                    <a:pt x="13346" y="5002"/>
                    <a:pt x="13359" y="4982"/>
                    <a:pt x="13368" y="4976"/>
                  </a:cubicBezTo>
                  <a:cubicBezTo>
                    <a:pt x="13379" y="4971"/>
                    <a:pt x="13405" y="4976"/>
                    <a:pt x="13414" y="4969"/>
                  </a:cubicBezTo>
                  <a:cubicBezTo>
                    <a:pt x="13426" y="4959"/>
                    <a:pt x="13432" y="4926"/>
                    <a:pt x="13435" y="4911"/>
                  </a:cubicBezTo>
                  <a:cubicBezTo>
                    <a:pt x="13436" y="4902"/>
                    <a:pt x="13432" y="4881"/>
                    <a:pt x="13436" y="4872"/>
                  </a:cubicBezTo>
                  <a:cubicBezTo>
                    <a:pt x="13439" y="4864"/>
                    <a:pt x="13452" y="4853"/>
                    <a:pt x="13459" y="4848"/>
                  </a:cubicBezTo>
                  <a:cubicBezTo>
                    <a:pt x="13468" y="4843"/>
                    <a:pt x="13491" y="4837"/>
                    <a:pt x="13502" y="4837"/>
                  </a:cubicBezTo>
                  <a:cubicBezTo>
                    <a:pt x="13514" y="4837"/>
                    <a:pt x="13537" y="4843"/>
                    <a:pt x="13548" y="4849"/>
                  </a:cubicBezTo>
                  <a:cubicBezTo>
                    <a:pt x="13558" y="4857"/>
                    <a:pt x="13570" y="4884"/>
                    <a:pt x="13581" y="4890"/>
                  </a:cubicBezTo>
                  <a:cubicBezTo>
                    <a:pt x="13594" y="4897"/>
                    <a:pt x="13625" y="4891"/>
                    <a:pt x="13639" y="4890"/>
                  </a:cubicBezTo>
                  <a:cubicBezTo>
                    <a:pt x="13655" y="4889"/>
                    <a:pt x="13686" y="4875"/>
                    <a:pt x="13701" y="4880"/>
                  </a:cubicBezTo>
                  <a:cubicBezTo>
                    <a:pt x="13711" y="4883"/>
                    <a:pt x="13721" y="4903"/>
                    <a:pt x="13729" y="4908"/>
                  </a:cubicBezTo>
                  <a:cubicBezTo>
                    <a:pt x="13737" y="4912"/>
                    <a:pt x="13756" y="4917"/>
                    <a:pt x="13765" y="4918"/>
                  </a:cubicBezTo>
                  <a:cubicBezTo>
                    <a:pt x="13775" y="4919"/>
                    <a:pt x="13795" y="4917"/>
                    <a:pt x="13804" y="4912"/>
                  </a:cubicBezTo>
                  <a:cubicBezTo>
                    <a:pt x="13813" y="4908"/>
                    <a:pt x="13829" y="4891"/>
                    <a:pt x="13834" y="4881"/>
                  </a:cubicBezTo>
                  <a:cubicBezTo>
                    <a:pt x="13839" y="4872"/>
                    <a:pt x="13834" y="4848"/>
                    <a:pt x="13841" y="4840"/>
                  </a:cubicBezTo>
                  <a:cubicBezTo>
                    <a:pt x="13847" y="4835"/>
                    <a:pt x="13866" y="4833"/>
                    <a:pt x="13873" y="4836"/>
                  </a:cubicBezTo>
                  <a:cubicBezTo>
                    <a:pt x="13885" y="4839"/>
                    <a:pt x="13906" y="4858"/>
                    <a:pt x="13911" y="4870"/>
                  </a:cubicBezTo>
                  <a:cubicBezTo>
                    <a:pt x="13916" y="4881"/>
                    <a:pt x="13914" y="4907"/>
                    <a:pt x="13910" y="4919"/>
                  </a:cubicBezTo>
                  <a:cubicBezTo>
                    <a:pt x="13907" y="4930"/>
                    <a:pt x="13893" y="4947"/>
                    <a:pt x="13888" y="4958"/>
                  </a:cubicBezTo>
                  <a:cubicBezTo>
                    <a:pt x="13884" y="4968"/>
                    <a:pt x="13873" y="4988"/>
                    <a:pt x="13873" y="4999"/>
                  </a:cubicBezTo>
                  <a:cubicBezTo>
                    <a:pt x="13874" y="5008"/>
                    <a:pt x="13885" y="5021"/>
                    <a:pt x="13887" y="5029"/>
                  </a:cubicBezTo>
                  <a:cubicBezTo>
                    <a:pt x="13893" y="5045"/>
                    <a:pt x="13891" y="5081"/>
                    <a:pt x="13898" y="5097"/>
                  </a:cubicBezTo>
                  <a:cubicBezTo>
                    <a:pt x="13904" y="5110"/>
                    <a:pt x="13924" y="5134"/>
                    <a:pt x="13936" y="5143"/>
                  </a:cubicBezTo>
                  <a:cubicBezTo>
                    <a:pt x="13945" y="5150"/>
                    <a:pt x="13968" y="5157"/>
                    <a:pt x="13979" y="5159"/>
                  </a:cubicBezTo>
                  <a:cubicBezTo>
                    <a:pt x="13993" y="5162"/>
                    <a:pt x="14022" y="5165"/>
                    <a:pt x="14036" y="5160"/>
                  </a:cubicBezTo>
                  <a:cubicBezTo>
                    <a:pt x="14044" y="5157"/>
                    <a:pt x="14057" y="5141"/>
                    <a:pt x="14066" y="5138"/>
                  </a:cubicBezTo>
                  <a:cubicBezTo>
                    <a:pt x="14077" y="5134"/>
                    <a:pt x="14104" y="5131"/>
                    <a:pt x="14115" y="5136"/>
                  </a:cubicBezTo>
                  <a:cubicBezTo>
                    <a:pt x="14125" y="5141"/>
                    <a:pt x="14140" y="5160"/>
                    <a:pt x="14144" y="5171"/>
                  </a:cubicBezTo>
                  <a:cubicBezTo>
                    <a:pt x="14148" y="5182"/>
                    <a:pt x="14146" y="5208"/>
                    <a:pt x="14143" y="5220"/>
                  </a:cubicBezTo>
                  <a:cubicBezTo>
                    <a:pt x="14141" y="5231"/>
                    <a:pt x="14123" y="5249"/>
                    <a:pt x="14125" y="5259"/>
                  </a:cubicBezTo>
                  <a:cubicBezTo>
                    <a:pt x="14126" y="5268"/>
                    <a:pt x="14148" y="5273"/>
                    <a:pt x="14150" y="5281"/>
                  </a:cubicBezTo>
                  <a:cubicBezTo>
                    <a:pt x="14153" y="5292"/>
                    <a:pt x="14144" y="5315"/>
                    <a:pt x="14137" y="5323"/>
                  </a:cubicBezTo>
                  <a:cubicBezTo>
                    <a:pt x="14130" y="5331"/>
                    <a:pt x="14105" y="5333"/>
                    <a:pt x="14101" y="5342"/>
                  </a:cubicBezTo>
                  <a:cubicBezTo>
                    <a:pt x="14098" y="5351"/>
                    <a:pt x="14107" y="5373"/>
                    <a:pt x="14113" y="5380"/>
                  </a:cubicBezTo>
                  <a:cubicBezTo>
                    <a:pt x="14120" y="5386"/>
                    <a:pt x="14138" y="5393"/>
                    <a:pt x="14147" y="5392"/>
                  </a:cubicBezTo>
                  <a:cubicBezTo>
                    <a:pt x="14159" y="5392"/>
                    <a:pt x="14177" y="5370"/>
                    <a:pt x="14188" y="5370"/>
                  </a:cubicBezTo>
                  <a:cubicBezTo>
                    <a:pt x="14198" y="5371"/>
                    <a:pt x="14214" y="5384"/>
                    <a:pt x="14221" y="5391"/>
                  </a:cubicBezTo>
                  <a:cubicBezTo>
                    <a:pt x="14231" y="5400"/>
                    <a:pt x="14246" y="5426"/>
                    <a:pt x="14258" y="5432"/>
                  </a:cubicBezTo>
                  <a:cubicBezTo>
                    <a:pt x="14269" y="5438"/>
                    <a:pt x="14295" y="5443"/>
                    <a:pt x="14307" y="5440"/>
                  </a:cubicBezTo>
                  <a:cubicBezTo>
                    <a:pt x="14320" y="5436"/>
                    <a:pt x="14338" y="5416"/>
                    <a:pt x="14347" y="5408"/>
                  </a:cubicBezTo>
                  <a:cubicBezTo>
                    <a:pt x="14355" y="5401"/>
                    <a:pt x="14370" y="5384"/>
                    <a:pt x="14379" y="5378"/>
                  </a:cubicBezTo>
                  <a:cubicBezTo>
                    <a:pt x="14385" y="5373"/>
                    <a:pt x="14401" y="5369"/>
                    <a:pt x="14407" y="5364"/>
                  </a:cubicBezTo>
                  <a:cubicBezTo>
                    <a:pt x="14413" y="5357"/>
                    <a:pt x="14419" y="5336"/>
                    <a:pt x="14423" y="5328"/>
                  </a:cubicBezTo>
                  <a:cubicBezTo>
                    <a:pt x="14428" y="5318"/>
                    <a:pt x="14438" y="5299"/>
                    <a:pt x="14444" y="5291"/>
                  </a:cubicBezTo>
                  <a:cubicBezTo>
                    <a:pt x="14451" y="5281"/>
                    <a:pt x="14464" y="5261"/>
                    <a:pt x="14474" y="5256"/>
                  </a:cubicBezTo>
                  <a:cubicBezTo>
                    <a:pt x="14481" y="5251"/>
                    <a:pt x="14500" y="5254"/>
                    <a:pt x="14507" y="5249"/>
                  </a:cubicBezTo>
                  <a:cubicBezTo>
                    <a:pt x="14516" y="5243"/>
                    <a:pt x="14528" y="5224"/>
                    <a:pt x="14534" y="5215"/>
                  </a:cubicBezTo>
                  <a:cubicBezTo>
                    <a:pt x="14541" y="5205"/>
                    <a:pt x="14548" y="5181"/>
                    <a:pt x="14556" y="5172"/>
                  </a:cubicBezTo>
                  <a:cubicBezTo>
                    <a:pt x="14565" y="5163"/>
                    <a:pt x="14588" y="5147"/>
                    <a:pt x="14601" y="5147"/>
                  </a:cubicBezTo>
                  <a:cubicBezTo>
                    <a:pt x="14609" y="5148"/>
                    <a:pt x="14621" y="5163"/>
                    <a:pt x="14629" y="5167"/>
                  </a:cubicBezTo>
                  <a:cubicBezTo>
                    <a:pt x="14639" y="5172"/>
                    <a:pt x="14663" y="5174"/>
                    <a:pt x="14673" y="5180"/>
                  </a:cubicBezTo>
                  <a:cubicBezTo>
                    <a:pt x="14681" y="5185"/>
                    <a:pt x="14696" y="5199"/>
                    <a:pt x="14701" y="5207"/>
                  </a:cubicBezTo>
                  <a:cubicBezTo>
                    <a:pt x="14708" y="5219"/>
                    <a:pt x="14716" y="5246"/>
                    <a:pt x="14717" y="5260"/>
                  </a:cubicBezTo>
                  <a:cubicBezTo>
                    <a:pt x="14718" y="5273"/>
                    <a:pt x="14704" y="5299"/>
                    <a:pt x="14709" y="5310"/>
                  </a:cubicBezTo>
                  <a:cubicBezTo>
                    <a:pt x="14714" y="5321"/>
                    <a:pt x="14738" y="5328"/>
                    <a:pt x="14748" y="5332"/>
                  </a:cubicBezTo>
                  <a:cubicBezTo>
                    <a:pt x="14756" y="5336"/>
                    <a:pt x="14772" y="5345"/>
                    <a:pt x="14780" y="5342"/>
                  </a:cubicBezTo>
                  <a:cubicBezTo>
                    <a:pt x="14787" y="5341"/>
                    <a:pt x="14795" y="5325"/>
                    <a:pt x="14800" y="5319"/>
                  </a:cubicBezTo>
                  <a:cubicBezTo>
                    <a:pt x="14809" y="5310"/>
                    <a:pt x="14825" y="5285"/>
                    <a:pt x="14837" y="5281"/>
                  </a:cubicBezTo>
                  <a:cubicBezTo>
                    <a:pt x="14853" y="5276"/>
                    <a:pt x="14888" y="5286"/>
                    <a:pt x="14904" y="5293"/>
                  </a:cubicBezTo>
                  <a:cubicBezTo>
                    <a:pt x="14915" y="5297"/>
                    <a:pt x="14937" y="5310"/>
                    <a:pt x="14944" y="5320"/>
                  </a:cubicBezTo>
                  <a:cubicBezTo>
                    <a:pt x="14950" y="5331"/>
                    <a:pt x="14954" y="5357"/>
                    <a:pt x="14952" y="5369"/>
                  </a:cubicBezTo>
                  <a:cubicBezTo>
                    <a:pt x="14950" y="5380"/>
                    <a:pt x="14937" y="5397"/>
                    <a:pt x="14934" y="5407"/>
                  </a:cubicBezTo>
                  <a:cubicBezTo>
                    <a:pt x="14932" y="5417"/>
                    <a:pt x="14928" y="5439"/>
                    <a:pt x="14932" y="5448"/>
                  </a:cubicBezTo>
                  <a:cubicBezTo>
                    <a:pt x="14936" y="5455"/>
                    <a:pt x="14955" y="5460"/>
                    <a:pt x="14961" y="5466"/>
                  </a:cubicBezTo>
                  <a:cubicBezTo>
                    <a:pt x="14966" y="5470"/>
                    <a:pt x="14971" y="5485"/>
                    <a:pt x="14977" y="5489"/>
                  </a:cubicBezTo>
                  <a:cubicBezTo>
                    <a:pt x="14990" y="5497"/>
                    <a:pt x="15024" y="5501"/>
                    <a:pt x="15040" y="5498"/>
                  </a:cubicBezTo>
                  <a:cubicBezTo>
                    <a:pt x="15052" y="5496"/>
                    <a:pt x="15074" y="5484"/>
                    <a:pt x="15082" y="5475"/>
                  </a:cubicBezTo>
                  <a:cubicBezTo>
                    <a:pt x="15093" y="5461"/>
                    <a:pt x="15097" y="5422"/>
                    <a:pt x="15106" y="5406"/>
                  </a:cubicBezTo>
                  <a:cubicBezTo>
                    <a:pt x="15110" y="5396"/>
                    <a:pt x="15122" y="5375"/>
                    <a:pt x="15131" y="5369"/>
                  </a:cubicBezTo>
                  <a:cubicBezTo>
                    <a:pt x="15140" y="5362"/>
                    <a:pt x="15161" y="5356"/>
                    <a:pt x="15172" y="5358"/>
                  </a:cubicBezTo>
                  <a:cubicBezTo>
                    <a:pt x="15182" y="5360"/>
                    <a:pt x="15197" y="5381"/>
                    <a:pt x="15208" y="5384"/>
                  </a:cubicBezTo>
                  <a:cubicBezTo>
                    <a:pt x="15219" y="5387"/>
                    <a:pt x="15245" y="5390"/>
                    <a:pt x="15255" y="5382"/>
                  </a:cubicBezTo>
                  <a:cubicBezTo>
                    <a:pt x="15263" y="5376"/>
                    <a:pt x="15267" y="5353"/>
                    <a:pt x="15268" y="5342"/>
                  </a:cubicBezTo>
                  <a:cubicBezTo>
                    <a:pt x="15269" y="5334"/>
                    <a:pt x="15262" y="5318"/>
                    <a:pt x="15264" y="5310"/>
                  </a:cubicBezTo>
                  <a:cubicBezTo>
                    <a:pt x="15267" y="5303"/>
                    <a:pt x="15278" y="5290"/>
                    <a:pt x="15284" y="5287"/>
                  </a:cubicBezTo>
                  <a:cubicBezTo>
                    <a:pt x="15294" y="5282"/>
                    <a:pt x="15317" y="5278"/>
                    <a:pt x="15328" y="5280"/>
                  </a:cubicBezTo>
                  <a:cubicBezTo>
                    <a:pt x="15339" y="5283"/>
                    <a:pt x="15358" y="5298"/>
                    <a:pt x="15365" y="5308"/>
                  </a:cubicBezTo>
                  <a:cubicBezTo>
                    <a:pt x="15370" y="5316"/>
                    <a:pt x="15372" y="5336"/>
                    <a:pt x="15375" y="5344"/>
                  </a:cubicBezTo>
                  <a:cubicBezTo>
                    <a:pt x="15380" y="5354"/>
                    <a:pt x="15395" y="5369"/>
                    <a:pt x="15398" y="5379"/>
                  </a:cubicBezTo>
                  <a:cubicBezTo>
                    <a:pt x="15402" y="5391"/>
                    <a:pt x="15402" y="5418"/>
                    <a:pt x="15398" y="5430"/>
                  </a:cubicBezTo>
                  <a:cubicBezTo>
                    <a:pt x="15396" y="5438"/>
                    <a:pt x="15388" y="5451"/>
                    <a:pt x="15381" y="5454"/>
                  </a:cubicBezTo>
                  <a:cubicBezTo>
                    <a:pt x="15374" y="5459"/>
                    <a:pt x="15354" y="5454"/>
                    <a:pt x="15347" y="5460"/>
                  </a:cubicBezTo>
                  <a:cubicBezTo>
                    <a:pt x="15339" y="5468"/>
                    <a:pt x="15337" y="5493"/>
                    <a:pt x="15337" y="5504"/>
                  </a:cubicBezTo>
                  <a:cubicBezTo>
                    <a:pt x="15339" y="5517"/>
                    <a:pt x="15351" y="5540"/>
                    <a:pt x="15357" y="5552"/>
                  </a:cubicBezTo>
                  <a:cubicBezTo>
                    <a:pt x="15363" y="5563"/>
                    <a:pt x="15379" y="5582"/>
                    <a:pt x="15385" y="5593"/>
                  </a:cubicBezTo>
                  <a:cubicBezTo>
                    <a:pt x="15393" y="5608"/>
                    <a:pt x="15399" y="5643"/>
                    <a:pt x="15410" y="5656"/>
                  </a:cubicBezTo>
                  <a:cubicBezTo>
                    <a:pt x="15417" y="5665"/>
                    <a:pt x="15438" y="5678"/>
                    <a:pt x="15449" y="5681"/>
                  </a:cubicBezTo>
                  <a:cubicBezTo>
                    <a:pt x="15461" y="5684"/>
                    <a:pt x="15489" y="5681"/>
                    <a:pt x="15500" y="5675"/>
                  </a:cubicBezTo>
                  <a:cubicBezTo>
                    <a:pt x="15513" y="5667"/>
                    <a:pt x="15531" y="5640"/>
                    <a:pt x="15535" y="5626"/>
                  </a:cubicBezTo>
                  <a:cubicBezTo>
                    <a:pt x="15538" y="5617"/>
                    <a:pt x="15534" y="5599"/>
                    <a:pt x="15533" y="5590"/>
                  </a:cubicBezTo>
                  <a:cubicBezTo>
                    <a:pt x="15533" y="5583"/>
                    <a:pt x="15534" y="5566"/>
                    <a:pt x="15532" y="5559"/>
                  </a:cubicBezTo>
                  <a:cubicBezTo>
                    <a:pt x="15529" y="5551"/>
                    <a:pt x="15513" y="5540"/>
                    <a:pt x="15511" y="5532"/>
                  </a:cubicBezTo>
                  <a:cubicBezTo>
                    <a:pt x="15508" y="5524"/>
                    <a:pt x="15510" y="5504"/>
                    <a:pt x="15516" y="5498"/>
                  </a:cubicBezTo>
                  <a:cubicBezTo>
                    <a:pt x="15521" y="5493"/>
                    <a:pt x="15537" y="5494"/>
                    <a:pt x="15544" y="5492"/>
                  </a:cubicBezTo>
                  <a:cubicBezTo>
                    <a:pt x="15554" y="5489"/>
                    <a:pt x="15577" y="5485"/>
                    <a:pt x="15584" y="5476"/>
                  </a:cubicBezTo>
                  <a:cubicBezTo>
                    <a:pt x="15592" y="5464"/>
                    <a:pt x="15579" y="5427"/>
                    <a:pt x="15589" y="5416"/>
                  </a:cubicBezTo>
                  <a:cubicBezTo>
                    <a:pt x="15595" y="5409"/>
                    <a:pt x="15618" y="5415"/>
                    <a:pt x="15626" y="5410"/>
                  </a:cubicBezTo>
                  <a:cubicBezTo>
                    <a:pt x="15638" y="5402"/>
                    <a:pt x="15650" y="5375"/>
                    <a:pt x="15659" y="5363"/>
                  </a:cubicBezTo>
                  <a:cubicBezTo>
                    <a:pt x="15666" y="5352"/>
                    <a:pt x="15685" y="5332"/>
                    <a:pt x="15689" y="5319"/>
                  </a:cubicBezTo>
                  <a:cubicBezTo>
                    <a:pt x="15693" y="5311"/>
                    <a:pt x="15694" y="5294"/>
                    <a:pt x="15692" y="5285"/>
                  </a:cubicBezTo>
                  <a:cubicBezTo>
                    <a:pt x="15690" y="5275"/>
                    <a:pt x="15676" y="5257"/>
                    <a:pt x="15675" y="5246"/>
                  </a:cubicBezTo>
                  <a:cubicBezTo>
                    <a:pt x="15673" y="5238"/>
                    <a:pt x="15676" y="5221"/>
                    <a:pt x="15680" y="5214"/>
                  </a:cubicBezTo>
                  <a:cubicBezTo>
                    <a:pt x="15683" y="5207"/>
                    <a:pt x="15694" y="5192"/>
                    <a:pt x="15701" y="5193"/>
                  </a:cubicBezTo>
                  <a:cubicBezTo>
                    <a:pt x="15709" y="5193"/>
                    <a:pt x="15715" y="5215"/>
                    <a:pt x="15723" y="5217"/>
                  </a:cubicBezTo>
                  <a:cubicBezTo>
                    <a:pt x="15729" y="5218"/>
                    <a:pt x="15740" y="5209"/>
                    <a:pt x="15745" y="5205"/>
                  </a:cubicBezTo>
                  <a:cubicBezTo>
                    <a:pt x="15753" y="5199"/>
                    <a:pt x="15762" y="5179"/>
                    <a:pt x="15771" y="5176"/>
                  </a:cubicBezTo>
                  <a:cubicBezTo>
                    <a:pt x="15781" y="5173"/>
                    <a:pt x="15803" y="5178"/>
                    <a:pt x="15812" y="5185"/>
                  </a:cubicBezTo>
                  <a:cubicBezTo>
                    <a:pt x="15821" y="5193"/>
                    <a:pt x="15827" y="5219"/>
                    <a:pt x="15829" y="5231"/>
                  </a:cubicBezTo>
                  <a:cubicBezTo>
                    <a:pt x="15831" y="5247"/>
                    <a:pt x="15823" y="5279"/>
                    <a:pt x="15826" y="5295"/>
                  </a:cubicBezTo>
                  <a:cubicBezTo>
                    <a:pt x="15828" y="5307"/>
                    <a:pt x="15840" y="5332"/>
                    <a:pt x="15846" y="5343"/>
                  </a:cubicBezTo>
                  <a:cubicBezTo>
                    <a:pt x="15850" y="5353"/>
                    <a:pt x="15859" y="5372"/>
                    <a:pt x="15866" y="5379"/>
                  </a:cubicBezTo>
                  <a:cubicBezTo>
                    <a:pt x="15873" y="5385"/>
                    <a:pt x="15890" y="5396"/>
                    <a:pt x="15899" y="5395"/>
                  </a:cubicBezTo>
                  <a:cubicBezTo>
                    <a:pt x="15905" y="5395"/>
                    <a:pt x="15914" y="5386"/>
                    <a:pt x="15917" y="5380"/>
                  </a:cubicBezTo>
                  <a:cubicBezTo>
                    <a:pt x="15922" y="5372"/>
                    <a:pt x="15917" y="5350"/>
                    <a:pt x="15923" y="5342"/>
                  </a:cubicBezTo>
                  <a:cubicBezTo>
                    <a:pt x="15927" y="5337"/>
                    <a:pt x="15941" y="5334"/>
                    <a:pt x="15948" y="5333"/>
                  </a:cubicBezTo>
                  <a:cubicBezTo>
                    <a:pt x="15956" y="5333"/>
                    <a:pt x="15974" y="5336"/>
                    <a:pt x="15983" y="5340"/>
                  </a:cubicBezTo>
                  <a:cubicBezTo>
                    <a:pt x="15992" y="5344"/>
                    <a:pt x="16009" y="5359"/>
                    <a:pt x="16014" y="5369"/>
                  </a:cubicBezTo>
                  <a:cubicBezTo>
                    <a:pt x="16021" y="5379"/>
                    <a:pt x="16022" y="5407"/>
                    <a:pt x="16029" y="5417"/>
                  </a:cubicBezTo>
                  <a:cubicBezTo>
                    <a:pt x="16035" y="5425"/>
                    <a:pt x="16048" y="5439"/>
                    <a:pt x="16057" y="5441"/>
                  </a:cubicBezTo>
                  <a:cubicBezTo>
                    <a:pt x="16071" y="5445"/>
                    <a:pt x="16100" y="5435"/>
                    <a:pt x="16112" y="5428"/>
                  </a:cubicBezTo>
                  <a:cubicBezTo>
                    <a:pt x="16124" y="5423"/>
                    <a:pt x="16146" y="5407"/>
                    <a:pt x="16153" y="5395"/>
                  </a:cubicBezTo>
                  <a:cubicBezTo>
                    <a:pt x="16158" y="5386"/>
                    <a:pt x="16158" y="5364"/>
                    <a:pt x="16160" y="5354"/>
                  </a:cubicBezTo>
                  <a:cubicBezTo>
                    <a:pt x="16161" y="5343"/>
                    <a:pt x="16165" y="5323"/>
                    <a:pt x="16165" y="5312"/>
                  </a:cubicBezTo>
                  <a:cubicBezTo>
                    <a:pt x="16166" y="5303"/>
                    <a:pt x="16160" y="5285"/>
                    <a:pt x="16164" y="5277"/>
                  </a:cubicBezTo>
                  <a:cubicBezTo>
                    <a:pt x="16167" y="5269"/>
                    <a:pt x="16180" y="5255"/>
                    <a:pt x="16188" y="5253"/>
                  </a:cubicBezTo>
                  <a:cubicBezTo>
                    <a:pt x="16198" y="5251"/>
                    <a:pt x="16217" y="5261"/>
                    <a:pt x="16225" y="5267"/>
                  </a:cubicBezTo>
                  <a:cubicBezTo>
                    <a:pt x="16231" y="5271"/>
                    <a:pt x="16237" y="5286"/>
                    <a:pt x="16243" y="5289"/>
                  </a:cubicBezTo>
                  <a:cubicBezTo>
                    <a:pt x="16251" y="5293"/>
                    <a:pt x="16269" y="5288"/>
                    <a:pt x="16277" y="5289"/>
                  </a:cubicBezTo>
                  <a:cubicBezTo>
                    <a:pt x="16289" y="5290"/>
                    <a:pt x="16317" y="5291"/>
                    <a:pt x="16323" y="5302"/>
                  </a:cubicBezTo>
                  <a:cubicBezTo>
                    <a:pt x="16327" y="5310"/>
                    <a:pt x="16319" y="5330"/>
                    <a:pt x="16313" y="5337"/>
                  </a:cubicBezTo>
                  <a:cubicBezTo>
                    <a:pt x="16309" y="5343"/>
                    <a:pt x="16294" y="5346"/>
                    <a:pt x="16288" y="5351"/>
                  </a:cubicBezTo>
                  <a:cubicBezTo>
                    <a:pt x="16281" y="5356"/>
                    <a:pt x="16267" y="5369"/>
                    <a:pt x="16265" y="5379"/>
                  </a:cubicBezTo>
                  <a:cubicBezTo>
                    <a:pt x="16264" y="5387"/>
                    <a:pt x="16270" y="5404"/>
                    <a:pt x="16277" y="5409"/>
                  </a:cubicBezTo>
                  <a:cubicBezTo>
                    <a:pt x="16284" y="5415"/>
                    <a:pt x="16306" y="5407"/>
                    <a:pt x="16315" y="5412"/>
                  </a:cubicBezTo>
                  <a:cubicBezTo>
                    <a:pt x="16321" y="5415"/>
                    <a:pt x="16328" y="5431"/>
                    <a:pt x="16335" y="5435"/>
                  </a:cubicBezTo>
                  <a:cubicBezTo>
                    <a:pt x="16342" y="5440"/>
                    <a:pt x="16361" y="5444"/>
                    <a:pt x="16370" y="5444"/>
                  </a:cubicBezTo>
                  <a:cubicBezTo>
                    <a:pt x="16382" y="5444"/>
                    <a:pt x="16406" y="5429"/>
                    <a:pt x="16418" y="5432"/>
                  </a:cubicBezTo>
                  <a:cubicBezTo>
                    <a:pt x="16425" y="5434"/>
                    <a:pt x="16435" y="5447"/>
                    <a:pt x="16439" y="5453"/>
                  </a:cubicBezTo>
                  <a:cubicBezTo>
                    <a:pt x="16445" y="5464"/>
                    <a:pt x="16445" y="5488"/>
                    <a:pt x="16449" y="5499"/>
                  </a:cubicBezTo>
                  <a:cubicBezTo>
                    <a:pt x="16453" y="5508"/>
                    <a:pt x="16464" y="5529"/>
                    <a:pt x="16472" y="5534"/>
                  </a:cubicBezTo>
                  <a:cubicBezTo>
                    <a:pt x="16480" y="5539"/>
                    <a:pt x="16498" y="5538"/>
                    <a:pt x="16506" y="5537"/>
                  </a:cubicBezTo>
                  <a:cubicBezTo>
                    <a:pt x="16515" y="5535"/>
                    <a:pt x="16530" y="5523"/>
                    <a:pt x="16539" y="5521"/>
                  </a:cubicBezTo>
                  <a:cubicBezTo>
                    <a:pt x="16551" y="5518"/>
                    <a:pt x="16578" y="5516"/>
                    <a:pt x="16589" y="5523"/>
                  </a:cubicBezTo>
                  <a:cubicBezTo>
                    <a:pt x="16598" y="5529"/>
                    <a:pt x="16601" y="5554"/>
                    <a:pt x="16608" y="5564"/>
                  </a:cubicBezTo>
                  <a:cubicBezTo>
                    <a:pt x="16615" y="5575"/>
                    <a:pt x="16634" y="5594"/>
                    <a:pt x="16643" y="5603"/>
                  </a:cubicBezTo>
                  <a:cubicBezTo>
                    <a:pt x="16650" y="5611"/>
                    <a:pt x="16668" y="5622"/>
                    <a:pt x="16674" y="5631"/>
                  </a:cubicBezTo>
                  <a:cubicBezTo>
                    <a:pt x="16681" y="5642"/>
                    <a:pt x="16683" y="5670"/>
                    <a:pt x="16691" y="5680"/>
                  </a:cubicBezTo>
                  <a:cubicBezTo>
                    <a:pt x="16697" y="5687"/>
                    <a:pt x="16712" y="5697"/>
                    <a:pt x="16720" y="5697"/>
                  </a:cubicBezTo>
                  <a:cubicBezTo>
                    <a:pt x="16733" y="5697"/>
                    <a:pt x="16755" y="5680"/>
                    <a:pt x="16765" y="5671"/>
                  </a:cubicBezTo>
                  <a:cubicBezTo>
                    <a:pt x="16771" y="5665"/>
                    <a:pt x="16782" y="5652"/>
                    <a:pt x="16784" y="5644"/>
                  </a:cubicBezTo>
                  <a:cubicBezTo>
                    <a:pt x="16787" y="5633"/>
                    <a:pt x="16777" y="5610"/>
                    <a:pt x="16778" y="5598"/>
                  </a:cubicBezTo>
                  <a:cubicBezTo>
                    <a:pt x="16779" y="5587"/>
                    <a:pt x="16784" y="5566"/>
                    <a:pt x="16789" y="5556"/>
                  </a:cubicBezTo>
                  <a:cubicBezTo>
                    <a:pt x="16794" y="5547"/>
                    <a:pt x="16808" y="5531"/>
                    <a:pt x="16817" y="5526"/>
                  </a:cubicBezTo>
                  <a:cubicBezTo>
                    <a:pt x="16821" y="5522"/>
                    <a:pt x="16833" y="5518"/>
                    <a:pt x="16839" y="5518"/>
                  </a:cubicBezTo>
                  <a:cubicBezTo>
                    <a:pt x="16847" y="5519"/>
                    <a:pt x="16861" y="5527"/>
                    <a:pt x="16867" y="5532"/>
                  </a:cubicBezTo>
                  <a:cubicBezTo>
                    <a:pt x="16874" y="5538"/>
                    <a:pt x="16881" y="5557"/>
                    <a:pt x="16889" y="5561"/>
                  </a:cubicBezTo>
                  <a:cubicBezTo>
                    <a:pt x="16899" y="5566"/>
                    <a:pt x="16922" y="5563"/>
                    <a:pt x="16933" y="5561"/>
                  </a:cubicBezTo>
                  <a:cubicBezTo>
                    <a:pt x="16941" y="5559"/>
                    <a:pt x="16957" y="5555"/>
                    <a:pt x="16964" y="5550"/>
                  </a:cubicBezTo>
                  <a:cubicBezTo>
                    <a:pt x="16972" y="5544"/>
                    <a:pt x="16983" y="5525"/>
                    <a:pt x="16990" y="5517"/>
                  </a:cubicBezTo>
                  <a:cubicBezTo>
                    <a:pt x="16995" y="5511"/>
                    <a:pt x="17012" y="5502"/>
                    <a:pt x="17014" y="5494"/>
                  </a:cubicBezTo>
                  <a:cubicBezTo>
                    <a:pt x="17018" y="5483"/>
                    <a:pt x="17015" y="5457"/>
                    <a:pt x="17008" y="5447"/>
                  </a:cubicBezTo>
                  <a:cubicBezTo>
                    <a:pt x="17004" y="5440"/>
                    <a:pt x="16981" y="5439"/>
                    <a:pt x="16981" y="5431"/>
                  </a:cubicBezTo>
                  <a:cubicBezTo>
                    <a:pt x="16980" y="5420"/>
                    <a:pt x="17009" y="5415"/>
                    <a:pt x="17017" y="5407"/>
                  </a:cubicBezTo>
                  <a:cubicBezTo>
                    <a:pt x="17022" y="5402"/>
                    <a:pt x="17026" y="5386"/>
                    <a:pt x="17032" y="5380"/>
                  </a:cubicBezTo>
                  <a:cubicBezTo>
                    <a:pt x="17038" y="5375"/>
                    <a:pt x="17054" y="5366"/>
                    <a:pt x="17062" y="5365"/>
                  </a:cubicBezTo>
                  <a:cubicBezTo>
                    <a:pt x="17072" y="5363"/>
                    <a:pt x="17092" y="5372"/>
                    <a:pt x="17101" y="5369"/>
                  </a:cubicBezTo>
                  <a:cubicBezTo>
                    <a:pt x="17109" y="5365"/>
                    <a:pt x="17116" y="5341"/>
                    <a:pt x="17126" y="5339"/>
                  </a:cubicBezTo>
                  <a:cubicBezTo>
                    <a:pt x="17139" y="5335"/>
                    <a:pt x="17163" y="5357"/>
                    <a:pt x="17177" y="5359"/>
                  </a:cubicBezTo>
                  <a:cubicBezTo>
                    <a:pt x="17187" y="5361"/>
                    <a:pt x="17207" y="5359"/>
                    <a:pt x="17216" y="5357"/>
                  </a:cubicBezTo>
                  <a:cubicBezTo>
                    <a:pt x="17229" y="5355"/>
                    <a:pt x="17253" y="5351"/>
                    <a:pt x="17263" y="5344"/>
                  </a:cubicBezTo>
                  <a:cubicBezTo>
                    <a:pt x="17272" y="5338"/>
                    <a:pt x="17278" y="5312"/>
                    <a:pt x="17288" y="5310"/>
                  </a:cubicBezTo>
                  <a:cubicBezTo>
                    <a:pt x="17299" y="5308"/>
                    <a:pt x="17313" y="5336"/>
                    <a:pt x="17324" y="5335"/>
                  </a:cubicBezTo>
                  <a:cubicBezTo>
                    <a:pt x="17336" y="5334"/>
                    <a:pt x="17349" y="5309"/>
                    <a:pt x="17356" y="5300"/>
                  </a:cubicBezTo>
                  <a:cubicBezTo>
                    <a:pt x="17362" y="5293"/>
                    <a:pt x="17370" y="5274"/>
                    <a:pt x="17378" y="5270"/>
                  </a:cubicBezTo>
                  <a:cubicBezTo>
                    <a:pt x="17385" y="5267"/>
                    <a:pt x="17402" y="5270"/>
                    <a:pt x="17409" y="5274"/>
                  </a:cubicBezTo>
                  <a:cubicBezTo>
                    <a:pt x="17417" y="5279"/>
                    <a:pt x="17425" y="5298"/>
                    <a:pt x="17432" y="5304"/>
                  </a:cubicBezTo>
                  <a:cubicBezTo>
                    <a:pt x="17439" y="5310"/>
                    <a:pt x="17455" y="5317"/>
                    <a:pt x="17462" y="5321"/>
                  </a:cubicBezTo>
                  <a:cubicBezTo>
                    <a:pt x="17474" y="5328"/>
                    <a:pt x="17495" y="5345"/>
                    <a:pt x="17508" y="5348"/>
                  </a:cubicBezTo>
                  <a:cubicBezTo>
                    <a:pt x="17516" y="5350"/>
                    <a:pt x="17534" y="5349"/>
                    <a:pt x="17540" y="5343"/>
                  </a:cubicBezTo>
                  <a:cubicBezTo>
                    <a:pt x="17545" y="5340"/>
                    <a:pt x="17546" y="5328"/>
                    <a:pt x="17548" y="5323"/>
                  </a:cubicBezTo>
                  <a:cubicBezTo>
                    <a:pt x="17551" y="5318"/>
                    <a:pt x="17558" y="5306"/>
                    <a:pt x="17563" y="5305"/>
                  </a:cubicBezTo>
                  <a:cubicBezTo>
                    <a:pt x="17572" y="5302"/>
                    <a:pt x="17591" y="5310"/>
                    <a:pt x="17599" y="5314"/>
                  </a:cubicBezTo>
                  <a:cubicBezTo>
                    <a:pt x="17607" y="5318"/>
                    <a:pt x="17618" y="5335"/>
                    <a:pt x="17627" y="5336"/>
                  </a:cubicBezTo>
                  <a:cubicBezTo>
                    <a:pt x="17634" y="5337"/>
                    <a:pt x="17649" y="5328"/>
                    <a:pt x="17653" y="5322"/>
                  </a:cubicBezTo>
                  <a:cubicBezTo>
                    <a:pt x="17658" y="5315"/>
                    <a:pt x="17663" y="5296"/>
                    <a:pt x="17659" y="5289"/>
                  </a:cubicBezTo>
                  <a:cubicBezTo>
                    <a:pt x="17655" y="5281"/>
                    <a:pt x="17633" y="5283"/>
                    <a:pt x="17629" y="5276"/>
                  </a:cubicBezTo>
                  <a:cubicBezTo>
                    <a:pt x="17624" y="5268"/>
                    <a:pt x="17627" y="5248"/>
                    <a:pt x="17632" y="5241"/>
                  </a:cubicBezTo>
                  <a:cubicBezTo>
                    <a:pt x="17638" y="5231"/>
                    <a:pt x="17660" y="5216"/>
                    <a:pt x="17671" y="5217"/>
                  </a:cubicBezTo>
                  <a:cubicBezTo>
                    <a:pt x="17680" y="5217"/>
                    <a:pt x="17693" y="5232"/>
                    <a:pt x="17700" y="5236"/>
                  </a:cubicBezTo>
                  <a:cubicBezTo>
                    <a:pt x="17706" y="5240"/>
                    <a:pt x="17718" y="5249"/>
                    <a:pt x="17725" y="5249"/>
                  </a:cubicBezTo>
                  <a:cubicBezTo>
                    <a:pt x="17733" y="5250"/>
                    <a:pt x="17750" y="5243"/>
                    <a:pt x="17756" y="5238"/>
                  </a:cubicBezTo>
                  <a:cubicBezTo>
                    <a:pt x="17760" y="5234"/>
                    <a:pt x="17764" y="5221"/>
                    <a:pt x="17768" y="5216"/>
                  </a:cubicBezTo>
                  <a:cubicBezTo>
                    <a:pt x="17772" y="5211"/>
                    <a:pt x="17779" y="5200"/>
                    <a:pt x="17784" y="5198"/>
                  </a:cubicBezTo>
                  <a:cubicBezTo>
                    <a:pt x="17793" y="5194"/>
                    <a:pt x="17815" y="5202"/>
                    <a:pt x="17825" y="5200"/>
                  </a:cubicBezTo>
                  <a:cubicBezTo>
                    <a:pt x="17832" y="5199"/>
                    <a:pt x="17846" y="5194"/>
                    <a:pt x="17851" y="5188"/>
                  </a:cubicBezTo>
                  <a:cubicBezTo>
                    <a:pt x="17857" y="5181"/>
                    <a:pt x="17858" y="5159"/>
                    <a:pt x="17863" y="5152"/>
                  </a:cubicBezTo>
                  <a:cubicBezTo>
                    <a:pt x="17868" y="5145"/>
                    <a:pt x="17883" y="5134"/>
                    <a:pt x="17891" y="5133"/>
                  </a:cubicBezTo>
                  <a:cubicBezTo>
                    <a:pt x="17902" y="5130"/>
                    <a:pt x="17926" y="5138"/>
                    <a:pt x="17937" y="5144"/>
                  </a:cubicBezTo>
                  <a:cubicBezTo>
                    <a:pt x="17946" y="5148"/>
                    <a:pt x="17964" y="5159"/>
                    <a:pt x="17968" y="5169"/>
                  </a:cubicBezTo>
                  <a:cubicBezTo>
                    <a:pt x="17974" y="5180"/>
                    <a:pt x="17966" y="5207"/>
                    <a:pt x="17971" y="5218"/>
                  </a:cubicBezTo>
                  <a:cubicBezTo>
                    <a:pt x="17976" y="5227"/>
                    <a:pt x="17993" y="5242"/>
                    <a:pt x="18003" y="5243"/>
                  </a:cubicBezTo>
                  <a:cubicBezTo>
                    <a:pt x="18011" y="5245"/>
                    <a:pt x="18027" y="5231"/>
                    <a:pt x="18035" y="5233"/>
                  </a:cubicBezTo>
                  <a:cubicBezTo>
                    <a:pt x="18044" y="5234"/>
                    <a:pt x="18053" y="5258"/>
                    <a:pt x="18062" y="5258"/>
                  </a:cubicBezTo>
                  <a:cubicBezTo>
                    <a:pt x="18069" y="5258"/>
                    <a:pt x="18077" y="5240"/>
                    <a:pt x="18084" y="5236"/>
                  </a:cubicBezTo>
                  <a:cubicBezTo>
                    <a:pt x="18090" y="5233"/>
                    <a:pt x="18104" y="5229"/>
                    <a:pt x="18110" y="5231"/>
                  </a:cubicBezTo>
                  <a:cubicBezTo>
                    <a:pt x="18118" y="5234"/>
                    <a:pt x="18125" y="5252"/>
                    <a:pt x="18132" y="5256"/>
                  </a:cubicBezTo>
                  <a:cubicBezTo>
                    <a:pt x="18147" y="5265"/>
                    <a:pt x="18183" y="5267"/>
                    <a:pt x="18200" y="5268"/>
                  </a:cubicBezTo>
                  <a:cubicBezTo>
                    <a:pt x="18217" y="5268"/>
                    <a:pt x="18249" y="5261"/>
                    <a:pt x="18265" y="5258"/>
                  </a:cubicBezTo>
                  <a:cubicBezTo>
                    <a:pt x="18275" y="5257"/>
                    <a:pt x="18295" y="5259"/>
                    <a:pt x="18304" y="5254"/>
                  </a:cubicBezTo>
                  <a:cubicBezTo>
                    <a:pt x="18312" y="5249"/>
                    <a:pt x="18319" y="5228"/>
                    <a:pt x="18327" y="5223"/>
                  </a:cubicBezTo>
                  <a:cubicBezTo>
                    <a:pt x="18332" y="5220"/>
                    <a:pt x="18345" y="5219"/>
                    <a:pt x="18351" y="5220"/>
                  </a:cubicBezTo>
                  <a:cubicBezTo>
                    <a:pt x="18364" y="5222"/>
                    <a:pt x="18388" y="5247"/>
                    <a:pt x="18398" y="5240"/>
                  </a:cubicBezTo>
                  <a:cubicBezTo>
                    <a:pt x="18409" y="5232"/>
                    <a:pt x="18390" y="5195"/>
                    <a:pt x="18397" y="5183"/>
                  </a:cubicBezTo>
                  <a:cubicBezTo>
                    <a:pt x="18402" y="5177"/>
                    <a:pt x="18420" y="5177"/>
                    <a:pt x="18426" y="5173"/>
                  </a:cubicBezTo>
                  <a:cubicBezTo>
                    <a:pt x="18435" y="5168"/>
                    <a:pt x="18450" y="5154"/>
                    <a:pt x="18454" y="5144"/>
                  </a:cubicBezTo>
                  <a:cubicBezTo>
                    <a:pt x="18457" y="5135"/>
                    <a:pt x="18450" y="5113"/>
                    <a:pt x="18452" y="5102"/>
                  </a:cubicBezTo>
                  <a:cubicBezTo>
                    <a:pt x="18453" y="5090"/>
                    <a:pt x="18459" y="5066"/>
                    <a:pt x="18467" y="5059"/>
                  </a:cubicBezTo>
                  <a:cubicBezTo>
                    <a:pt x="18474" y="5052"/>
                    <a:pt x="18494" y="5048"/>
                    <a:pt x="18503" y="5049"/>
                  </a:cubicBezTo>
                  <a:cubicBezTo>
                    <a:pt x="18512" y="5050"/>
                    <a:pt x="18527" y="5061"/>
                    <a:pt x="18534" y="5066"/>
                  </a:cubicBezTo>
                  <a:cubicBezTo>
                    <a:pt x="18546" y="5073"/>
                    <a:pt x="18565" y="5096"/>
                    <a:pt x="18578" y="5100"/>
                  </a:cubicBezTo>
                  <a:cubicBezTo>
                    <a:pt x="18585" y="5103"/>
                    <a:pt x="18601" y="5099"/>
                    <a:pt x="18608" y="5100"/>
                  </a:cubicBezTo>
                  <a:cubicBezTo>
                    <a:pt x="18619" y="5102"/>
                    <a:pt x="18641" y="5108"/>
                    <a:pt x="18651" y="5113"/>
                  </a:cubicBezTo>
                  <a:cubicBezTo>
                    <a:pt x="18663" y="5120"/>
                    <a:pt x="18684" y="5141"/>
                    <a:pt x="18695" y="5151"/>
                  </a:cubicBezTo>
                  <a:cubicBezTo>
                    <a:pt x="18702" y="5158"/>
                    <a:pt x="18712" y="5176"/>
                    <a:pt x="18720" y="5180"/>
                  </a:cubicBezTo>
                  <a:cubicBezTo>
                    <a:pt x="18730" y="5184"/>
                    <a:pt x="18753" y="5176"/>
                    <a:pt x="18761" y="5182"/>
                  </a:cubicBezTo>
                  <a:cubicBezTo>
                    <a:pt x="18772" y="5191"/>
                    <a:pt x="18771" y="5225"/>
                    <a:pt x="18780" y="5235"/>
                  </a:cubicBezTo>
                  <a:cubicBezTo>
                    <a:pt x="18786" y="5241"/>
                    <a:pt x="18802" y="5248"/>
                    <a:pt x="18810" y="5248"/>
                  </a:cubicBezTo>
                  <a:cubicBezTo>
                    <a:pt x="18820" y="5249"/>
                    <a:pt x="18838" y="5237"/>
                    <a:pt x="18847" y="5236"/>
                  </a:cubicBezTo>
                  <a:cubicBezTo>
                    <a:pt x="18859" y="5235"/>
                    <a:pt x="18884" y="5233"/>
                    <a:pt x="18894" y="5239"/>
                  </a:cubicBezTo>
                  <a:cubicBezTo>
                    <a:pt x="18905" y="5246"/>
                    <a:pt x="18913" y="5275"/>
                    <a:pt x="18921" y="5286"/>
                  </a:cubicBezTo>
                  <a:cubicBezTo>
                    <a:pt x="18925" y="5293"/>
                    <a:pt x="18937" y="5307"/>
                    <a:pt x="18943" y="5313"/>
                  </a:cubicBezTo>
                  <a:cubicBezTo>
                    <a:pt x="18950" y="5320"/>
                    <a:pt x="18968" y="5330"/>
                    <a:pt x="18973" y="5338"/>
                  </a:cubicBezTo>
                  <a:cubicBezTo>
                    <a:pt x="18982" y="5350"/>
                    <a:pt x="18983" y="5381"/>
                    <a:pt x="18993" y="5392"/>
                  </a:cubicBezTo>
                  <a:cubicBezTo>
                    <a:pt x="19000" y="5399"/>
                    <a:pt x="19022" y="5401"/>
                    <a:pt x="19030" y="5407"/>
                  </a:cubicBezTo>
                  <a:cubicBezTo>
                    <a:pt x="19038" y="5414"/>
                    <a:pt x="19045" y="5437"/>
                    <a:pt x="19053" y="5445"/>
                  </a:cubicBezTo>
                  <a:cubicBezTo>
                    <a:pt x="19062" y="5454"/>
                    <a:pt x="19084" y="5470"/>
                    <a:pt x="19096" y="5473"/>
                  </a:cubicBezTo>
                  <a:cubicBezTo>
                    <a:pt x="19107" y="5476"/>
                    <a:pt x="19133" y="5475"/>
                    <a:pt x="19142" y="5467"/>
                  </a:cubicBezTo>
                  <a:cubicBezTo>
                    <a:pt x="19147" y="5463"/>
                    <a:pt x="19146" y="5445"/>
                    <a:pt x="19152" y="5441"/>
                  </a:cubicBezTo>
                  <a:cubicBezTo>
                    <a:pt x="19159" y="5437"/>
                    <a:pt x="19177" y="5450"/>
                    <a:pt x="19185" y="5450"/>
                  </a:cubicBezTo>
                  <a:cubicBezTo>
                    <a:pt x="19196" y="5449"/>
                    <a:pt x="19214" y="5431"/>
                    <a:pt x="19224" y="5434"/>
                  </a:cubicBezTo>
                  <a:cubicBezTo>
                    <a:pt x="19235" y="5437"/>
                    <a:pt x="19246" y="5459"/>
                    <a:pt x="19253" y="5467"/>
                  </a:cubicBezTo>
                  <a:cubicBezTo>
                    <a:pt x="19259" y="5473"/>
                    <a:pt x="19271" y="5484"/>
                    <a:pt x="19276" y="5491"/>
                  </a:cubicBezTo>
                  <a:cubicBezTo>
                    <a:pt x="19281" y="5498"/>
                    <a:pt x="19283" y="5519"/>
                    <a:pt x="19291" y="5525"/>
                  </a:cubicBezTo>
                  <a:cubicBezTo>
                    <a:pt x="19296" y="5529"/>
                    <a:pt x="19312" y="5527"/>
                    <a:pt x="19318" y="5530"/>
                  </a:cubicBezTo>
                  <a:cubicBezTo>
                    <a:pt x="19325" y="5534"/>
                    <a:pt x="19332" y="5550"/>
                    <a:pt x="19338" y="5555"/>
                  </a:cubicBezTo>
                  <a:cubicBezTo>
                    <a:pt x="19344" y="5561"/>
                    <a:pt x="19358" y="5575"/>
                    <a:pt x="19366" y="5574"/>
                  </a:cubicBezTo>
                  <a:cubicBezTo>
                    <a:pt x="19373" y="5573"/>
                    <a:pt x="19378" y="5555"/>
                    <a:pt x="19385" y="5552"/>
                  </a:cubicBezTo>
                  <a:cubicBezTo>
                    <a:pt x="19395" y="5548"/>
                    <a:pt x="19418" y="5548"/>
                    <a:pt x="19428" y="5552"/>
                  </a:cubicBezTo>
                  <a:cubicBezTo>
                    <a:pt x="19440" y="5558"/>
                    <a:pt x="19450" y="5595"/>
                    <a:pt x="19464" y="5595"/>
                  </a:cubicBezTo>
                  <a:cubicBezTo>
                    <a:pt x="19469" y="5595"/>
                    <a:pt x="19472" y="5579"/>
                    <a:pt x="19477" y="5578"/>
                  </a:cubicBezTo>
                  <a:cubicBezTo>
                    <a:pt x="19486" y="5576"/>
                    <a:pt x="19501" y="5597"/>
                    <a:pt x="19510" y="5597"/>
                  </a:cubicBezTo>
                  <a:cubicBezTo>
                    <a:pt x="19517" y="5597"/>
                    <a:pt x="19529" y="5581"/>
                    <a:pt x="19537" y="5583"/>
                  </a:cubicBezTo>
                  <a:cubicBezTo>
                    <a:pt x="19546" y="5585"/>
                    <a:pt x="19552" y="5608"/>
                    <a:pt x="19559" y="5614"/>
                  </a:cubicBezTo>
                  <a:cubicBezTo>
                    <a:pt x="19571" y="5625"/>
                    <a:pt x="19604" y="5634"/>
                    <a:pt x="19614" y="5646"/>
                  </a:cubicBezTo>
                  <a:cubicBezTo>
                    <a:pt x="19620" y="5653"/>
                    <a:pt x="19621" y="5673"/>
                    <a:pt x="19628" y="5680"/>
                  </a:cubicBezTo>
                  <a:cubicBezTo>
                    <a:pt x="19635" y="5688"/>
                    <a:pt x="19655" y="5702"/>
                    <a:pt x="19666" y="5700"/>
                  </a:cubicBezTo>
                  <a:cubicBezTo>
                    <a:pt x="19674" y="5699"/>
                    <a:pt x="19683" y="5684"/>
                    <a:pt x="19690" y="5675"/>
                  </a:cubicBezTo>
                  <a:cubicBezTo>
                    <a:pt x="19691" y="5674"/>
                    <a:pt x="19692" y="5672"/>
                    <a:pt x="19693" y="5671"/>
                  </a:cubicBezTo>
                  <a:cubicBezTo>
                    <a:pt x="19699" y="5663"/>
                    <a:pt x="19708" y="5644"/>
                    <a:pt x="19716" y="5638"/>
                  </a:cubicBezTo>
                  <a:cubicBezTo>
                    <a:pt x="19724" y="5634"/>
                    <a:pt x="19746" y="5628"/>
                    <a:pt x="19753" y="5634"/>
                  </a:cubicBezTo>
                  <a:cubicBezTo>
                    <a:pt x="19757" y="5638"/>
                    <a:pt x="19756" y="5653"/>
                    <a:pt x="19756" y="5659"/>
                  </a:cubicBezTo>
                  <a:cubicBezTo>
                    <a:pt x="19755" y="5667"/>
                    <a:pt x="19746" y="5682"/>
                    <a:pt x="19747" y="5690"/>
                  </a:cubicBezTo>
                  <a:cubicBezTo>
                    <a:pt x="19747" y="5701"/>
                    <a:pt x="19756" y="5721"/>
                    <a:pt x="19763" y="5727"/>
                  </a:cubicBezTo>
                  <a:cubicBezTo>
                    <a:pt x="19770" y="5733"/>
                    <a:pt x="19791" y="5732"/>
                    <a:pt x="19798" y="5737"/>
                  </a:cubicBezTo>
                  <a:cubicBezTo>
                    <a:pt x="19804" y="5742"/>
                    <a:pt x="19808" y="5758"/>
                    <a:pt x="19813" y="5764"/>
                  </a:cubicBezTo>
                  <a:cubicBezTo>
                    <a:pt x="19820" y="5773"/>
                    <a:pt x="19835" y="5791"/>
                    <a:pt x="19846" y="5791"/>
                  </a:cubicBezTo>
                  <a:cubicBezTo>
                    <a:pt x="19855" y="5791"/>
                    <a:pt x="19866" y="5762"/>
                    <a:pt x="19875" y="5765"/>
                  </a:cubicBezTo>
                  <a:cubicBezTo>
                    <a:pt x="19886" y="5769"/>
                    <a:pt x="19878" y="5805"/>
                    <a:pt x="19887" y="5811"/>
                  </a:cubicBezTo>
                  <a:cubicBezTo>
                    <a:pt x="19894" y="5817"/>
                    <a:pt x="19914" y="5813"/>
                    <a:pt x="19921" y="5808"/>
                  </a:cubicBezTo>
                  <a:cubicBezTo>
                    <a:pt x="19930" y="5804"/>
                    <a:pt x="19937" y="5776"/>
                    <a:pt x="19947" y="5777"/>
                  </a:cubicBezTo>
                  <a:cubicBezTo>
                    <a:pt x="19955" y="5779"/>
                    <a:pt x="19953" y="5806"/>
                    <a:pt x="19960" y="5810"/>
                  </a:cubicBezTo>
                  <a:cubicBezTo>
                    <a:pt x="19969" y="5814"/>
                    <a:pt x="19990" y="5805"/>
                    <a:pt x="19997" y="5799"/>
                  </a:cubicBezTo>
                  <a:cubicBezTo>
                    <a:pt x="20003" y="5794"/>
                    <a:pt x="20006" y="5777"/>
                    <a:pt x="20011" y="5772"/>
                  </a:cubicBezTo>
                  <a:cubicBezTo>
                    <a:pt x="20016" y="5766"/>
                    <a:pt x="20029" y="5756"/>
                    <a:pt x="20036" y="5754"/>
                  </a:cubicBezTo>
                  <a:cubicBezTo>
                    <a:pt x="20047" y="5751"/>
                    <a:pt x="20070" y="5751"/>
                    <a:pt x="20080" y="5756"/>
                  </a:cubicBezTo>
                  <a:cubicBezTo>
                    <a:pt x="20090" y="5761"/>
                    <a:pt x="20100" y="5788"/>
                    <a:pt x="20110" y="5790"/>
                  </a:cubicBezTo>
                  <a:cubicBezTo>
                    <a:pt x="20123" y="5793"/>
                    <a:pt x="20151" y="5781"/>
                    <a:pt x="20159" y="5771"/>
                  </a:cubicBezTo>
                  <a:cubicBezTo>
                    <a:pt x="20164" y="5763"/>
                    <a:pt x="20160" y="5741"/>
                    <a:pt x="20164" y="5733"/>
                  </a:cubicBezTo>
                  <a:cubicBezTo>
                    <a:pt x="20169" y="5723"/>
                    <a:pt x="20187" y="5707"/>
                    <a:pt x="20197" y="5705"/>
                  </a:cubicBezTo>
                  <a:cubicBezTo>
                    <a:pt x="20206" y="5703"/>
                    <a:pt x="20224" y="5710"/>
                    <a:pt x="20231" y="5715"/>
                  </a:cubicBezTo>
                  <a:cubicBezTo>
                    <a:pt x="20241" y="5722"/>
                    <a:pt x="20250" y="5747"/>
                    <a:pt x="20258" y="5756"/>
                  </a:cubicBezTo>
                  <a:cubicBezTo>
                    <a:pt x="20263" y="5762"/>
                    <a:pt x="20274" y="5776"/>
                    <a:pt x="20282" y="5776"/>
                  </a:cubicBezTo>
                  <a:cubicBezTo>
                    <a:pt x="20291" y="5777"/>
                    <a:pt x="20305" y="5765"/>
                    <a:pt x="20312" y="5759"/>
                  </a:cubicBezTo>
                  <a:cubicBezTo>
                    <a:pt x="20318" y="5752"/>
                    <a:pt x="20325" y="5733"/>
                    <a:pt x="20333" y="5728"/>
                  </a:cubicBezTo>
                  <a:cubicBezTo>
                    <a:pt x="20340" y="5725"/>
                    <a:pt x="20358" y="5723"/>
                    <a:pt x="20364" y="5728"/>
                  </a:cubicBezTo>
                  <a:cubicBezTo>
                    <a:pt x="20373" y="5735"/>
                    <a:pt x="20370" y="5764"/>
                    <a:pt x="20378" y="5771"/>
                  </a:cubicBezTo>
                  <a:cubicBezTo>
                    <a:pt x="20385" y="5776"/>
                    <a:pt x="20412" y="5772"/>
                    <a:pt x="20412" y="5772"/>
                  </a:cubicBezTo>
                  <a:lnTo>
                    <a:pt x="20478" y="6865"/>
                  </a:lnTo>
                  <a:lnTo>
                    <a:pt x="20601" y="8900"/>
                  </a:lnTo>
                  <a:cubicBezTo>
                    <a:pt x="20601" y="8900"/>
                    <a:pt x="20611" y="8925"/>
                    <a:pt x="20618" y="8930"/>
                  </a:cubicBezTo>
                  <a:cubicBezTo>
                    <a:pt x="20626" y="8937"/>
                    <a:pt x="20647" y="8938"/>
                    <a:pt x="20655" y="8944"/>
                  </a:cubicBezTo>
                  <a:cubicBezTo>
                    <a:pt x="20663" y="8951"/>
                    <a:pt x="20672" y="8971"/>
                    <a:pt x="20677" y="8981"/>
                  </a:cubicBezTo>
                  <a:cubicBezTo>
                    <a:pt x="20687" y="8997"/>
                    <a:pt x="20703" y="9030"/>
                    <a:pt x="20713" y="9046"/>
                  </a:cubicBezTo>
                  <a:cubicBezTo>
                    <a:pt x="20719" y="9057"/>
                    <a:pt x="20731" y="9079"/>
                    <a:pt x="20742" y="9085"/>
                  </a:cubicBezTo>
                  <a:cubicBezTo>
                    <a:pt x="20752" y="9092"/>
                    <a:pt x="20779" y="9090"/>
                    <a:pt x="20789" y="9096"/>
                  </a:cubicBezTo>
                  <a:cubicBezTo>
                    <a:pt x="20799" y="9101"/>
                    <a:pt x="20812" y="9121"/>
                    <a:pt x="20821" y="9128"/>
                  </a:cubicBezTo>
                  <a:cubicBezTo>
                    <a:pt x="20828" y="9133"/>
                    <a:pt x="20846" y="9135"/>
                    <a:pt x="20852" y="9141"/>
                  </a:cubicBezTo>
                  <a:cubicBezTo>
                    <a:pt x="20860" y="9150"/>
                    <a:pt x="20864" y="9176"/>
                    <a:pt x="20871" y="9187"/>
                  </a:cubicBezTo>
                  <a:cubicBezTo>
                    <a:pt x="20876" y="9195"/>
                    <a:pt x="20893" y="9207"/>
                    <a:pt x="20895" y="9217"/>
                  </a:cubicBezTo>
                  <a:cubicBezTo>
                    <a:pt x="20898" y="9226"/>
                    <a:pt x="20886" y="9246"/>
                    <a:pt x="20887" y="9256"/>
                  </a:cubicBezTo>
                  <a:cubicBezTo>
                    <a:pt x="20889" y="9264"/>
                    <a:pt x="20897" y="9278"/>
                    <a:pt x="20902" y="9283"/>
                  </a:cubicBezTo>
                  <a:cubicBezTo>
                    <a:pt x="20911" y="9290"/>
                    <a:pt x="20933" y="9290"/>
                    <a:pt x="20941" y="9295"/>
                  </a:cubicBezTo>
                  <a:cubicBezTo>
                    <a:pt x="20951" y="9301"/>
                    <a:pt x="20966" y="9317"/>
                    <a:pt x="20971" y="9326"/>
                  </a:cubicBezTo>
                  <a:cubicBezTo>
                    <a:pt x="20977" y="9337"/>
                    <a:pt x="20983" y="9361"/>
                    <a:pt x="20984" y="9373"/>
                  </a:cubicBezTo>
                  <a:cubicBezTo>
                    <a:pt x="20985" y="9383"/>
                    <a:pt x="20978" y="9406"/>
                    <a:pt x="20983" y="9415"/>
                  </a:cubicBezTo>
                  <a:cubicBezTo>
                    <a:pt x="20986" y="9422"/>
                    <a:pt x="21004" y="9428"/>
                    <a:pt x="21009" y="9435"/>
                  </a:cubicBezTo>
                  <a:cubicBezTo>
                    <a:pt x="21016" y="9445"/>
                    <a:pt x="21019" y="9474"/>
                    <a:pt x="21024" y="9487"/>
                  </a:cubicBezTo>
                  <a:cubicBezTo>
                    <a:pt x="21028" y="9494"/>
                    <a:pt x="21042" y="9506"/>
                    <a:pt x="21044" y="9514"/>
                  </a:cubicBezTo>
                  <a:cubicBezTo>
                    <a:pt x="21045" y="9524"/>
                    <a:pt x="21037" y="9544"/>
                    <a:pt x="21031" y="9551"/>
                  </a:cubicBezTo>
                  <a:cubicBezTo>
                    <a:pt x="21026" y="9556"/>
                    <a:pt x="21010" y="9557"/>
                    <a:pt x="21005" y="9562"/>
                  </a:cubicBezTo>
                  <a:cubicBezTo>
                    <a:pt x="21002" y="9567"/>
                    <a:pt x="20999" y="9580"/>
                    <a:pt x="21001" y="9587"/>
                  </a:cubicBezTo>
                  <a:cubicBezTo>
                    <a:pt x="21003" y="9596"/>
                    <a:pt x="21019" y="9608"/>
                    <a:pt x="21022" y="9616"/>
                  </a:cubicBezTo>
                  <a:cubicBezTo>
                    <a:pt x="21027" y="9627"/>
                    <a:pt x="21032" y="9651"/>
                    <a:pt x="21028" y="9661"/>
                  </a:cubicBezTo>
                  <a:cubicBezTo>
                    <a:pt x="21025" y="9670"/>
                    <a:pt x="21006" y="9678"/>
                    <a:pt x="21001" y="9686"/>
                  </a:cubicBezTo>
                  <a:cubicBezTo>
                    <a:pt x="20996" y="9693"/>
                    <a:pt x="20992" y="9710"/>
                    <a:pt x="20993" y="9719"/>
                  </a:cubicBezTo>
                  <a:cubicBezTo>
                    <a:pt x="20994" y="9727"/>
                    <a:pt x="21005" y="9740"/>
                    <a:pt x="21008" y="9748"/>
                  </a:cubicBezTo>
                  <a:cubicBezTo>
                    <a:pt x="21012" y="9759"/>
                    <a:pt x="21012" y="9784"/>
                    <a:pt x="21019" y="9795"/>
                  </a:cubicBezTo>
                  <a:cubicBezTo>
                    <a:pt x="21024" y="9803"/>
                    <a:pt x="21041" y="9813"/>
                    <a:pt x="21048" y="9820"/>
                  </a:cubicBezTo>
                  <a:cubicBezTo>
                    <a:pt x="21056" y="9829"/>
                    <a:pt x="21065" y="9853"/>
                    <a:pt x="21075" y="9858"/>
                  </a:cubicBezTo>
                  <a:cubicBezTo>
                    <a:pt x="21085" y="9862"/>
                    <a:pt x="21108" y="9854"/>
                    <a:pt x="21118" y="9853"/>
                  </a:cubicBezTo>
                  <a:cubicBezTo>
                    <a:pt x="21126" y="9853"/>
                    <a:pt x="21142" y="9851"/>
                    <a:pt x="21149" y="9854"/>
                  </a:cubicBezTo>
                  <a:cubicBezTo>
                    <a:pt x="21159" y="9859"/>
                    <a:pt x="21180" y="9885"/>
                    <a:pt x="21181" y="9888"/>
                  </a:cubicBezTo>
                  <a:cubicBezTo>
                    <a:pt x="21183" y="9891"/>
                    <a:pt x="21180" y="9928"/>
                    <a:pt x="21174" y="9940"/>
                  </a:cubicBezTo>
                  <a:cubicBezTo>
                    <a:pt x="21170" y="9947"/>
                    <a:pt x="21151" y="9955"/>
                    <a:pt x="21151" y="9963"/>
                  </a:cubicBezTo>
                  <a:cubicBezTo>
                    <a:pt x="21151" y="9973"/>
                    <a:pt x="21168" y="9985"/>
                    <a:pt x="21176" y="9990"/>
                  </a:cubicBezTo>
                  <a:cubicBezTo>
                    <a:pt x="21183" y="9995"/>
                    <a:pt x="21202" y="9996"/>
                    <a:pt x="21209" y="10001"/>
                  </a:cubicBezTo>
                  <a:cubicBezTo>
                    <a:pt x="21216" y="10006"/>
                    <a:pt x="21226" y="10021"/>
                    <a:pt x="21230" y="10029"/>
                  </a:cubicBezTo>
                  <a:cubicBezTo>
                    <a:pt x="21233" y="10038"/>
                    <a:pt x="21226" y="10061"/>
                    <a:pt x="21232" y="10069"/>
                  </a:cubicBezTo>
                  <a:cubicBezTo>
                    <a:pt x="21236" y="10075"/>
                    <a:pt x="21255" y="10075"/>
                    <a:pt x="21261" y="10080"/>
                  </a:cubicBezTo>
                  <a:cubicBezTo>
                    <a:pt x="21270" y="10085"/>
                    <a:pt x="21286" y="10100"/>
                    <a:pt x="21290" y="10109"/>
                  </a:cubicBezTo>
                  <a:cubicBezTo>
                    <a:pt x="21292" y="10115"/>
                    <a:pt x="21287" y="10127"/>
                    <a:pt x="21288" y="10132"/>
                  </a:cubicBezTo>
                  <a:cubicBezTo>
                    <a:pt x="21291" y="10142"/>
                    <a:pt x="21305" y="10158"/>
                    <a:pt x="21306" y="10168"/>
                  </a:cubicBezTo>
                  <a:cubicBezTo>
                    <a:pt x="21307" y="10181"/>
                    <a:pt x="21298" y="10206"/>
                    <a:pt x="21293" y="10218"/>
                  </a:cubicBezTo>
                  <a:cubicBezTo>
                    <a:pt x="21290" y="10225"/>
                    <a:pt x="21279" y="10235"/>
                    <a:pt x="21277" y="10243"/>
                  </a:cubicBezTo>
                  <a:cubicBezTo>
                    <a:pt x="21273" y="10253"/>
                    <a:pt x="21268" y="10278"/>
                    <a:pt x="21274" y="10288"/>
                  </a:cubicBezTo>
                  <a:cubicBezTo>
                    <a:pt x="21278" y="10295"/>
                    <a:pt x="21296" y="10296"/>
                    <a:pt x="21302" y="10300"/>
                  </a:cubicBezTo>
                  <a:cubicBezTo>
                    <a:pt x="21308" y="10305"/>
                    <a:pt x="21316" y="10318"/>
                    <a:pt x="21321" y="10324"/>
                  </a:cubicBezTo>
                  <a:cubicBezTo>
                    <a:pt x="21327" y="10331"/>
                    <a:pt x="21338" y="10349"/>
                    <a:pt x="21347" y="10353"/>
                  </a:cubicBezTo>
                  <a:cubicBezTo>
                    <a:pt x="21358" y="10358"/>
                    <a:pt x="21385" y="10340"/>
                    <a:pt x="21394" y="10348"/>
                  </a:cubicBezTo>
                  <a:cubicBezTo>
                    <a:pt x="21404" y="10357"/>
                    <a:pt x="21396" y="10389"/>
                    <a:pt x="21400" y="10402"/>
                  </a:cubicBezTo>
                  <a:cubicBezTo>
                    <a:pt x="21404" y="10413"/>
                    <a:pt x="21422" y="10431"/>
                    <a:pt x="21426" y="10443"/>
                  </a:cubicBezTo>
                  <a:cubicBezTo>
                    <a:pt x="21429" y="10458"/>
                    <a:pt x="21423" y="10489"/>
                    <a:pt x="21425" y="10504"/>
                  </a:cubicBezTo>
                  <a:cubicBezTo>
                    <a:pt x="21426" y="10514"/>
                    <a:pt x="21431" y="10536"/>
                    <a:pt x="21438" y="10544"/>
                  </a:cubicBezTo>
                  <a:cubicBezTo>
                    <a:pt x="21445" y="10552"/>
                    <a:pt x="21465" y="10566"/>
                    <a:pt x="21475" y="10563"/>
                  </a:cubicBezTo>
                  <a:cubicBezTo>
                    <a:pt x="21483" y="10561"/>
                    <a:pt x="21491" y="10542"/>
                    <a:pt x="21496" y="10534"/>
                  </a:cubicBezTo>
                  <a:cubicBezTo>
                    <a:pt x="21501" y="10526"/>
                    <a:pt x="21505" y="10506"/>
                    <a:pt x="21513" y="10501"/>
                  </a:cubicBezTo>
                  <a:cubicBezTo>
                    <a:pt x="21518" y="10497"/>
                    <a:pt x="21532" y="10493"/>
                    <a:pt x="21537" y="10497"/>
                  </a:cubicBezTo>
                  <a:cubicBezTo>
                    <a:pt x="21551" y="10507"/>
                    <a:pt x="21553" y="10548"/>
                    <a:pt x="21551" y="10565"/>
                  </a:cubicBezTo>
                  <a:cubicBezTo>
                    <a:pt x="21549" y="10577"/>
                    <a:pt x="21528" y="10595"/>
                    <a:pt x="21529" y="10607"/>
                  </a:cubicBezTo>
                  <a:cubicBezTo>
                    <a:pt x="21529" y="10617"/>
                    <a:pt x="21550" y="10631"/>
                    <a:pt x="21549" y="10641"/>
                  </a:cubicBezTo>
                  <a:cubicBezTo>
                    <a:pt x="21549" y="10653"/>
                    <a:pt x="21524" y="10667"/>
                    <a:pt x="21522" y="10679"/>
                  </a:cubicBezTo>
                  <a:cubicBezTo>
                    <a:pt x="21520" y="10689"/>
                    <a:pt x="21528" y="10708"/>
                    <a:pt x="21533" y="10717"/>
                  </a:cubicBezTo>
                  <a:cubicBezTo>
                    <a:pt x="21537" y="10726"/>
                    <a:pt x="21553" y="10738"/>
                    <a:pt x="21559" y="10746"/>
                  </a:cubicBezTo>
                  <a:cubicBezTo>
                    <a:pt x="21566" y="10757"/>
                    <a:pt x="21579" y="10780"/>
                    <a:pt x="21582" y="10792"/>
                  </a:cubicBezTo>
                  <a:cubicBezTo>
                    <a:pt x="21585" y="10803"/>
                    <a:pt x="21589" y="10827"/>
                    <a:pt x="21585" y="10838"/>
                  </a:cubicBezTo>
                  <a:cubicBezTo>
                    <a:pt x="21577" y="10856"/>
                    <a:pt x="21540" y="10875"/>
                    <a:pt x="21527" y="10889"/>
                  </a:cubicBezTo>
                  <a:cubicBezTo>
                    <a:pt x="21521" y="10895"/>
                    <a:pt x="21509" y="10907"/>
                    <a:pt x="21508" y="10915"/>
                  </a:cubicBezTo>
                  <a:cubicBezTo>
                    <a:pt x="21507" y="10925"/>
                    <a:pt x="21514" y="10945"/>
                    <a:pt x="21521" y="10952"/>
                  </a:cubicBezTo>
                  <a:cubicBezTo>
                    <a:pt x="21528" y="10959"/>
                    <a:pt x="21550" y="10957"/>
                    <a:pt x="21558" y="10962"/>
                  </a:cubicBezTo>
                  <a:cubicBezTo>
                    <a:pt x="21569" y="10969"/>
                    <a:pt x="21588" y="10988"/>
                    <a:pt x="21592" y="11000"/>
                  </a:cubicBezTo>
                  <a:cubicBezTo>
                    <a:pt x="21596" y="11011"/>
                    <a:pt x="21598" y="11037"/>
                    <a:pt x="21592" y="11046"/>
                  </a:cubicBezTo>
                  <a:cubicBezTo>
                    <a:pt x="21586" y="11054"/>
                    <a:pt x="21563" y="11054"/>
                    <a:pt x="21555" y="11060"/>
                  </a:cubicBezTo>
                  <a:cubicBezTo>
                    <a:pt x="21547" y="11065"/>
                    <a:pt x="21532" y="11079"/>
                    <a:pt x="21528" y="11088"/>
                  </a:cubicBezTo>
                  <a:cubicBezTo>
                    <a:pt x="21523" y="11101"/>
                    <a:pt x="21527" y="11131"/>
                    <a:pt x="21529" y="11145"/>
                  </a:cubicBezTo>
                  <a:cubicBezTo>
                    <a:pt x="21531" y="11159"/>
                    <a:pt x="21542" y="11184"/>
                    <a:pt x="21544" y="11197"/>
                  </a:cubicBezTo>
                  <a:cubicBezTo>
                    <a:pt x="21546" y="11209"/>
                    <a:pt x="21547" y="11232"/>
                    <a:pt x="21545" y="11243"/>
                  </a:cubicBezTo>
                  <a:cubicBezTo>
                    <a:pt x="21543" y="11254"/>
                    <a:pt x="21534" y="11276"/>
                    <a:pt x="21528" y="11285"/>
                  </a:cubicBezTo>
                  <a:cubicBezTo>
                    <a:pt x="21523" y="11293"/>
                    <a:pt x="21505" y="11302"/>
                    <a:pt x="21501" y="11311"/>
                  </a:cubicBezTo>
                  <a:cubicBezTo>
                    <a:pt x="21496" y="11321"/>
                    <a:pt x="21504" y="11348"/>
                    <a:pt x="21500" y="11359"/>
                  </a:cubicBezTo>
                  <a:cubicBezTo>
                    <a:pt x="21497" y="11366"/>
                    <a:pt x="21485" y="11376"/>
                    <a:pt x="21480" y="11383"/>
                  </a:cubicBezTo>
                  <a:cubicBezTo>
                    <a:pt x="21474" y="11390"/>
                    <a:pt x="21458" y="11404"/>
                    <a:pt x="21456" y="11414"/>
                  </a:cubicBezTo>
                  <a:cubicBezTo>
                    <a:pt x="21455" y="11423"/>
                    <a:pt x="21466" y="11440"/>
                    <a:pt x="21469" y="11449"/>
                  </a:cubicBezTo>
                  <a:cubicBezTo>
                    <a:pt x="21470" y="11457"/>
                    <a:pt x="21472" y="11474"/>
                    <a:pt x="21471" y="11482"/>
                  </a:cubicBezTo>
                  <a:cubicBezTo>
                    <a:pt x="21471" y="11494"/>
                    <a:pt x="21468" y="11518"/>
                    <a:pt x="21462" y="11529"/>
                  </a:cubicBezTo>
                  <a:cubicBezTo>
                    <a:pt x="21457" y="11540"/>
                    <a:pt x="21440" y="11559"/>
                    <a:pt x="21431" y="11565"/>
                  </a:cubicBezTo>
                  <a:cubicBezTo>
                    <a:pt x="21422" y="11572"/>
                    <a:pt x="21399" y="11576"/>
                    <a:pt x="21391" y="11584"/>
                  </a:cubicBezTo>
                  <a:cubicBezTo>
                    <a:pt x="21382" y="11591"/>
                    <a:pt x="21370" y="11613"/>
                    <a:pt x="21367" y="11625"/>
                  </a:cubicBezTo>
                  <a:cubicBezTo>
                    <a:pt x="21365" y="11634"/>
                    <a:pt x="21369" y="11655"/>
                    <a:pt x="21369" y="11665"/>
                  </a:cubicBezTo>
                  <a:cubicBezTo>
                    <a:pt x="21370" y="11676"/>
                    <a:pt x="21378" y="11700"/>
                    <a:pt x="21373" y="11710"/>
                  </a:cubicBezTo>
                  <a:cubicBezTo>
                    <a:pt x="21368" y="11720"/>
                    <a:pt x="21345" y="11727"/>
                    <a:pt x="21336" y="11734"/>
                  </a:cubicBezTo>
                  <a:cubicBezTo>
                    <a:pt x="21329" y="11738"/>
                    <a:pt x="21313" y="11745"/>
                    <a:pt x="21308" y="11752"/>
                  </a:cubicBezTo>
                  <a:cubicBezTo>
                    <a:pt x="21300" y="11765"/>
                    <a:pt x="21297" y="11796"/>
                    <a:pt x="21296" y="11810"/>
                  </a:cubicBezTo>
                  <a:cubicBezTo>
                    <a:pt x="21295" y="11821"/>
                    <a:pt x="21293" y="11843"/>
                    <a:pt x="21297" y="11853"/>
                  </a:cubicBezTo>
                  <a:cubicBezTo>
                    <a:pt x="21301" y="11863"/>
                    <a:pt x="21323" y="11873"/>
                    <a:pt x="21327" y="11883"/>
                  </a:cubicBezTo>
                  <a:cubicBezTo>
                    <a:pt x="21333" y="11898"/>
                    <a:pt x="21323" y="11935"/>
                    <a:pt x="21328" y="11951"/>
                  </a:cubicBezTo>
                  <a:cubicBezTo>
                    <a:pt x="21331" y="11963"/>
                    <a:pt x="21346" y="11984"/>
                    <a:pt x="21351" y="11995"/>
                  </a:cubicBezTo>
                  <a:cubicBezTo>
                    <a:pt x="21356" y="12003"/>
                    <a:pt x="21366" y="12018"/>
                    <a:pt x="21368" y="12027"/>
                  </a:cubicBezTo>
                  <a:cubicBezTo>
                    <a:pt x="21370" y="12035"/>
                    <a:pt x="21372" y="12053"/>
                    <a:pt x="21368" y="12060"/>
                  </a:cubicBezTo>
                  <a:cubicBezTo>
                    <a:pt x="21362" y="12071"/>
                    <a:pt x="21336" y="12078"/>
                    <a:pt x="21327" y="12086"/>
                  </a:cubicBezTo>
                  <a:cubicBezTo>
                    <a:pt x="21311" y="12102"/>
                    <a:pt x="21281" y="12138"/>
                    <a:pt x="21274" y="12160"/>
                  </a:cubicBezTo>
                  <a:cubicBezTo>
                    <a:pt x="21271" y="12173"/>
                    <a:pt x="21279" y="12198"/>
                    <a:pt x="21278" y="12210"/>
                  </a:cubicBezTo>
                  <a:cubicBezTo>
                    <a:pt x="21277" y="12224"/>
                    <a:pt x="21263" y="12251"/>
                    <a:pt x="21267" y="12264"/>
                  </a:cubicBezTo>
                  <a:cubicBezTo>
                    <a:pt x="21271" y="12275"/>
                    <a:pt x="21293" y="12287"/>
                    <a:pt x="21301" y="12295"/>
                  </a:cubicBezTo>
                  <a:cubicBezTo>
                    <a:pt x="21311" y="12306"/>
                    <a:pt x="21333" y="12327"/>
                    <a:pt x="21341" y="12340"/>
                  </a:cubicBezTo>
                  <a:cubicBezTo>
                    <a:pt x="21349" y="12351"/>
                    <a:pt x="21358" y="12376"/>
                    <a:pt x="21363" y="12388"/>
                  </a:cubicBezTo>
                  <a:cubicBezTo>
                    <a:pt x="21368" y="12402"/>
                    <a:pt x="21383" y="12432"/>
                    <a:pt x="21382" y="12447"/>
                  </a:cubicBezTo>
                  <a:cubicBezTo>
                    <a:pt x="21381" y="12468"/>
                    <a:pt x="21350" y="12503"/>
                    <a:pt x="21352" y="12523"/>
                  </a:cubicBezTo>
                  <a:cubicBezTo>
                    <a:pt x="21353" y="12535"/>
                    <a:pt x="21370" y="12552"/>
                    <a:pt x="21377" y="12562"/>
                  </a:cubicBezTo>
                  <a:cubicBezTo>
                    <a:pt x="21386" y="12576"/>
                    <a:pt x="21411" y="12601"/>
                    <a:pt x="21416" y="12617"/>
                  </a:cubicBezTo>
                  <a:cubicBezTo>
                    <a:pt x="21421" y="12637"/>
                    <a:pt x="21418" y="12680"/>
                    <a:pt x="21408" y="12697"/>
                  </a:cubicBezTo>
                  <a:cubicBezTo>
                    <a:pt x="21403" y="12706"/>
                    <a:pt x="21379" y="12712"/>
                    <a:pt x="21373" y="12721"/>
                  </a:cubicBezTo>
                  <a:cubicBezTo>
                    <a:pt x="21368" y="12728"/>
                    <a:pt x="21363" y="12748"/>
                    <a:pt x="21366" y="12756"/>
                  </a:cubicBezTo>
                  <a:cubicBezTo>
                    <a:pt x="21369" y="12766"/>
                    <a:pt x="21391" y="12773"/>
                    <a:pt x="21394" y="12782"/>
                  </a:cubicBezTo>
                  <a:cubicBezTo>
                    <a:pt x="21397" y="12789"/>
                    <a:pt x="21397" y="12805"/>
                    <a:pt x="21394" y="12811"/>
                  </a:cubicBezTo>
                  <a:cubicBezTo>
                    <a:pt x="21390" y="12822"/>
                    <a:pt x="21370" y="12835"/>
                    <a:pt x="21363" y="12843"/>
                  </a:cubicBezTo>
                  <a:cubicBezTo>
                    <a:pt x="21352" y="12856"/>
                    <a:pt x="21334" y="12884"/>
                    <a:pt x="21324" y="12897"/>
                  </a:cubicBezTo>
                  <a:cubicBezTo>
                    <a:pt x="21315" y="12908"/>
                    <a:pt x="21295" y="12928"/>
                    <a:pt x="21287" y="12939"/>
                  </a:cubicBezTo>
                  <a:cubicBezTo>
                    <a:pt x="21275" y="12957"/>
                    <a:pt x="21254" y="12994"/>
                    <a:pt x="21248" y="13015"/>
                  </a:cubicBezTo>
                  <a:cubicBezTo>
                    <a:pt x="21242" y="13034"/>
                    <a:pt x="21244" y="13074"/>
                    <a:pt x="21241" y="13093"/>
                  </a:cubicBezTo>
                  <a:cubicBezTo>
                    <a:pt x="21237" y="13112"/>
                    <a:pt x="21229" y="13152"/>
                    <a:pt x="21220" y="13169"/>
                  </a:cubicBezTo>
                  <a:cubicBezTo>
                    <a:pt x="21208" y="13189"/>
                    <a:pt x="21169" y="13218"/>
                    <a:pt x="21152" y="13235"/>
                  </a:cubicBezTo>
                  <a:cubicBezTo>
                    <a:pt x="21142" y="13247"/>
                    <a:pt x="21125" y="13273"/>
                    <a:pt x="21114" y="13283"/>
                  </a:cubicBezTo>
                  <a:cubicBezTo>
                    <a:pt x="21103" y="13293"/>
                    <a:pt x="21073" y="13304"/>
                    <a:pt x="21066" y="13316"/>
                  </a:cubicBezTo>
                  <a:cubicBezTo>
                    <a:pt x="21058" y="13331"/>
                    <a:pt x="21054" y="13369"/>
                    <a:pt x="21063" y="13383"/>
                  </a:cubicBezTo>
                  <a:cubicBezTo>
                    <a:pt x="21069" y="13394"/>
                    <a:pt x="21098" y="13394"/>
                    <a:pt x="21108" y="13402"/>
                  </a:cubicBezTo>
                  <a:cubicBezTo>
                    <a:pt x="21119" y="13409"/>
                    <a:pt x="21132" y="13433"/>
                    <a:pt x="21140" y="13442"/>
                  </a:cubicBezTo>
                  <a:cubicBezTo>
                    <a:pt x="21155" y="13458"/>
                    <a:pt x="21190" y="13484"/>
                    <a:pt x="21204" y="13502"/>
                  </a:cubicBezTo>
                  <a:cubicBezTo>
                    <a:pt x="21210" y="13511"/>
                    <a:pt x="21221" y="13532"/>
                    <a:pt x="21229" y="13549"/>
                  </a:cubicBezTo>
                  <a:cubicBezTo>
                    <a:pt x="21220" y="13557"/>
                    <a:pt x="21211" y="13565"/>
                    <a:pt x="21204" y="13569"/>
                  </a:cubicBezTo>
                  <a:cubicBezTo>
                    <a:pt x="21188" y="13579"/>
                    <a:pt x="21153" y="13596"/>
                    <a:pt x="21135" y="13600"/>
                  </a:cubicBezTo>
                  <a:cubicBezTo>
                    <a:pt x="21117" y="13603"/>
                    <a:pt x="21081" y="13598"/>
                    <a:pt x="21064" y="13597"/>
                  </a:cubicBezTo>
                  <a:cubicBezTo>
                    <a:pt x="21041" y="13596"/>
                    <a:pt x="20996" y="13589"/>
                    <a:pt x="20973" y="13591"/>
                  </a:cubicBezTo>
                  <a:cubicBezTo>
                    <a:pt x="20947" y="13594"/>
                    <a:pt x="20895" y="13609"/>
                    <a:pt x="20870" y="13619"/>
                  </a:cubicBezTo>
                  <a:cubicBezTo>
                    <a:pt x="20840" y="13631"/>
                    <a:pt x="20783" y="13665"/>
                    <a:pt x="20754" y="13680"/>
                  </a:cubicBezTo>
                  <a:cubicBezTo>
                    <a:pt x="20711" y="13703"/>
                    <a:pt x="20624" y="13748"/>
                    <a:pt x="20582" y="13772"/>
                  </a:cubicBezTo>
                  <a:cubicBezTo>
                    <a:pt x="20545" y="13792"/>
                    <a:pt x="20473" y="13837"/>
                    <a:pt x="20436" y="13856"/>
                  </a:cubicBezTo>
                  <a:cubicBezTo>
                    <a:pt x="20402" y="13874"/>
                    <a:pt x="20332" y="13904"/>
                    <a:pt x="20298" y="13922"/>
                  </a:cubicBezTo>
                  <a:cubicBezTo>
                    <a:pt x="20270" y="13936"/>
                    <a:pt x="20215" y="13969"/>
                    <a:pt x="20187" y="13984"/>
                  </a:cubicBezTo>
                  <a:cubicBezTo>
                    <a:pt x="20155" y="14001"/>
                    <a:pt x="20088" y="14029"/>
                    <a:pt x="20056" y="14046"/>
                  </a:cubicBezTo>
                  <a:cubicBezTo>
                    <a:pt x="20034" y="14059"/>
                    <a:pt x="19991" y="14086"/>
                    <a:pt x="19970" y="14101"/>
                  </a:cubicBezTo>
                  <a:cubicBezTo>
                    <a:pt x="19950" y="14115"/>
                    <a:pt x="19912" y="14147"/>
                    <a:pt x="19893" y="14163"/>
                  </a:cubicBezTo>
                  <a:cubicBezTo>
                    <a:pt x="19880" y="14174"/>
                    <a:pt x="19852" y="14197"/>
                    <a:pt x="19839" y="14209"/>
                  </a:cubicBezTo>
                  <a:cubicBezTo>
                    <a:pt x="19828" y="14218"/>
                    <a:pt x="19805" y="14235"/>
                    <a:pt x="19796" y="14246"/>
                  </a:cubicBezTo>
                  <a:cubicBezTo>
                    <a:pt x="19789" y="14256"/>
                    <a:pt x="19780" y="14282"/>
                    <a:pt x="19773" y="14292"/>
                  </a:cubicBezTo>
                  <a:cubicBezTo>
                    <a:pt x="19767" y="14300"/>
                    <a:pt x="19753" y="14314"/>
                    <a:pt x="19745" y="14318"/>
                  </a:cubicBezTo>
                  <a:cubicBezTo>
                    <a:pt x="19736" y="14322"/>
                    <a:pt x="19717" y="14322"/>
                    <a:pt x="19708" y="14321"/>
                  </a:cubicBezTo>
                  <a:cubicBezTo>
                    <a:pt x="19700" y="14320"/>
                    <a:pt x="19683" y="14315"/>
                    <a:pt x="19678" y="14309"/>
                  </a:cubicBezTo>
                  <a:cubicBezTo>
                    <a:pt x="19672" y="14302"/>
                    <a:pt x="19669" y="14284"/>
                    <a:pt x="19671" y="14277"/>
                  </a:cubicBezTo>
                  <a:cubicBezTo>
                    <a:pt x="19673" y="14267"/>
                    <a:pt x="19688" y="14254"/>
                    <a:pt x="19695" y="14246"/>
                  </a:cubicBezTo>
                  <a:cubicBezTo>
                    <a:pt x="19702" y="14237"/>
                    <a:pt x="19719" y="14220"/>
                    <a:pt x="19728" y="14211"/>
                  </a:cubicBezTo>
                  <a:cubicBezTo>
                    <a:pt x="19737" y="14203"/>
                    <a:pt x="19758" y="14189"/>
                    <a:pt x="19767" y="14180"/>
                  </a:cubicBezTo>
                  <a:cubicBezTo>
                    <a:pt x="19781" y="14165"/>
                    <a:pt x="19803" y="14131"/>
                    <a:pt x="19816" y="14116"/>
                  </a:cubicBezTo>
                  <a:cubicBezTo>
                    <a:pt x="19824" y="14107"/>
                    <a:pt x="19838" y="14086"/>
                    <a:pt x="19848" y="14081"/>
                  </a:cubicBezTo>
                  <a:cubicBezTo>
                    <a:pt x="19860" y="14075"/>
                    <a:pt x="19888" y="14078"/>
                    <a:pt x="19901" y="14074"/>
                  </a:cubicBezTo>
                  <a:cubicBezTo>
                    <a:pt x="19912" y="14071"/>
                    <a:pt x="19935" y="14064"/>
                    <a:pt x="19945" y="14056"/>
                  </a:cubicBezTo>
                  <a:cubicBezTo>
                    <a:pt x="19953" y="14049"/>
                    <a:pt x="19964" y="14030"/>
                    <a:pt x="19970" y="14020"/>
                  </a:cubicBezTo>
                  <a:cubicBezTo>
                    <a:pt x="19976" y="14009"/>
                    <a:pt x="19982" y="13983"/>
                    <a:pt x="19991" y="13974"/>
                  </a:cubicBezTo>
                  <a:cubicBezTo>
                    <a:pt x="19998" y="13967"/>
                    <a:pt x="20017" y="13960"/>
                    <a:pt x="20027" y="13959"/>
                  </a:cubicBezTo>
                  <a:cubicBezTo>
                    <a:pt x="20041" y="13957"/>
                    <a:pt x="20068" y="13970"/>
                    <a:pt x="20082" y="13970"/>
                  </a:cubicBezTo>
                  <a:cubicBezTo>
                    <a:pt x="20094" y="13970"/>
                    <a:pt x="20118" y="13968"/>
                    <a:pt x="20126" y="13960"/>
                  </a:cubicBezTo>
                  <a:cubicBezTo>
                    <a:pt x="20134" y="13954"/>
                    <a:pt x="20145" y="13931"/>
                    <a:pt x="20141" y="13922"/>
                  </a:cubicBezTo>
                  <a:cubicBezTo>
                    <a:pt x="20135" y="13909"/>
                    <a:pt x="20102" y="13915"/>
                    <a:pt x="20090" y="13909"/>
                  </a:cubicBezTo>
                  <a:cubicBezTo>
                    <a:pt x="20084" y="13906"/>
                    <a:pt x="20075" y="13894"/>
                    <a:pt x="20069" y="13889"/>
                  </a:cubicBezTo>
                  <a:cubicBezTo>
                    <a:pt x="20061" y="13884"/>
                    <a:pt x="20045" y="13873"/>
                    <a:pt x="20035" y="13872"/>
                  </a:cubicBezTo>
                  <a:cubicBezTo>
                    <a:pt x="20028" y="13870"/>
                    <a:pt x="20013" y="13876"/>
                    <a:pt x="20006" y="13878"/>
                  </a:cubicBezTo>
                  <a:cubicBezTo>
                    <a:pt x="19988" y="13886"/>
                    <a:pt x="19958" y="13910"/>
                    <a:pt x="19942" y="13920"/>
                  </a:cubicBezTo>
                  <a:cubicBezTo>
                    <a:pt x="19931" y="13927"/>
                    <a:pt x="19909" y="13941"/>
                    <a:pt x="19897" y="13945"/>
                  </a:cubicBezTo>
                  <a:cubicBezTo>
                    <a:pt x="19876" y="13952"/>
                    <a:pt x="19832" y="13955"/>
                    <a:pt x="19811" y="13960"/>
                  </a:cubicBezTo>
                  <a:cubicBezTo>
                    <a:pt x="19787" y="13967"/>
                    <a:pt x="19743" y="13994"/>
                    <a:pt x="19718" y="13994"/>
                  </a:cubicBezTo>
                  <a:cubicBezTo>
                    <a:pt x="19701" y="13993"/>
                    <a:pt x="19663" y="13983"/>
                    <a:pt x="19653" y="13967"/>
                  </a:cubicBezTo>
                  <a:cubicBezTo>
                    <a:pt x="19647" y="13956"/>
                    <a:pt x="19654" y="13927"/>
                    <a:pt x="19660" y="13916"/>
                  </a:cubicBezTo>
                  <a:cubicBezTo>
                    <a:pt x="19670" y="13899"/>
                    <a:pt x="19707" y="13884"/>
                    <a:pt x="19720" y="13870"/>
                  </a:cubicBezTo>
                  <a:cubicBezTo>
                    <a:pt x="19731" y="13858"/>
                    <a:pt x="19749" y="13828"/>
                    <a:pt x="19757" y="13813"/>
                  </a:cubicBezTo>
                  <a:cubicBezTo>
                    <a:pt x="19764" y="13800"/>
                    <a:pt x="19779" y="13772"/>
                    <a:pt x="19782" y="13756"/>
                  </a:cubicBezTo>
                  <a:cubicBezTo>
                    <a:pt x="19786" y="13733"/>
                    <a:pt x="19777" y="13686"/>
                    <a:pt x="19778" y="13662"/>
                  </a:cubicBezTo>
                  <a:cubicBezTo>
                    <a:pt x="19779" y="13644"/>
                    <a:pt x="19789" y="13609"/>
                    <a:pt x="19786" y="13591"/>
                  </a:cubicBezTo>
                  <a:cubicBezTo>
                    <a:pt x="19780" y="13562"/>
                    <a:pt x="19746" y="13513"/>
                    <a:pt x="19728" y="13490"/>
                  </a:cubicBezTo>
                  <a:cubicBezTo>
                    <a:pt x="19721" y="13482"/>
                    <a:pt x="19707" y="13461"/>
                    <a:pt x="19696" y="13461"/>
                  </a:cubicBezTo>
                  <a:cubicBezTo>
                    <a:pt x="19685" y="13460"/>
                    <a:pt x="19669" y="13483"/>
                    <a:pt x="19659" y="13489"/>
                  </a:cubicBezTo>
                  <a:cubicBezTo>
                    <a:pt x="19649" y="13494"/>
                    <a:pt x="19626" y="13500"/>
                    <a:pt x="19616" y="13507"/>
                  </a:cubicBezTo>
                  <a:cubicBezTo>
                    <a:pt x="19598" y="13519"/>
                    <a:pt x="19569" y="13552"/>
                    <a:pt x="19554" y="13569"/>
                  </a:cubicBezTo>
                  <a:cubicBezTo>
                    <a:pt x="19544" y="13581"/>
                    <a:pt x="19522" y="13605"/>
                    <a:pt x="19517" y="13620"/>
                  </a:cubicBezTo>
                  <a:cubicBezTo>
                    <a:pt x="19512" y="13637"/>
                    <a:pt x="19523" y="13676"/>
                    <a:pt x="19516" y="13692"/>
                  </a:cubicBezTo>
                  <a:cubicBezTo>
                    <a:pt x="19511" y="13706"/>
                    <a:pt x="19488" y="13725"/>
                    <a:pt x="19478" y="13733"/>
                  </a:cubicBezTo>
                  <a:cubicBezTo>
                    <a:pt x="19467" y="13741"/>
                    <a:pt x="19444" y="13757"/>
                    <a:pt x="19431" y="13756"/>
                  </a:cubicBezTo>
                  <a:cubicBezTo>
                    <a:pt x="19421" y="13756"/>
                    <a:pt x="19400" y="13743"/>
                    <a:pt x="19394" y="13734"/>
                  </a:cubicBezTo>
                  <a:cubicBezTo>
                    <a:pt x="19389" y="13727"/>
                    <a:pt x="19385" y="13706"/>
                    <a:pt x="19387" y="13697"/>
                  </a:cubicBezTo>
                  <a:cubicBezTo>
                    <a:pt x="19389" y="13689"/>
                    <a:pt x="19407" y="13679"/>
                    <a:pt x="19407" y="13670"/>
                  </a:cubicBezTo>
                  <a:cubicBezTo>
                    <a:pt x="19408" y="13664"/>
                    <a:pt x="19401" y="13651"/>
                    <a:pt x="19395" y="13647"/>
                  </a:cubicBezTo>
                  <a:cubicBezTo>
                    <a:pt x="19387" y="13640"/>
                    <a:pt x="19363" y="13637"/>
                    <a:pt x="19353" y="13641"/>
                  </a:cubicBezTo>
                  <a:cubicBezTo>
                    <a:pt x="19345" y="13644"/>
                    <a:pt x="19334" y="13660"/>
                    <a:pt x="19329" y="13667"/>
                  </a:cubicBezTo>
                  <a:cubicBezTo>
                    <a:pt x="19318" y="13684"/>
                    <a:pt x="19305" y="13722"/>
                    <a:pt x="19295" y="13738"/>
                  </a:cubicBezTo>
                  <a:cubicBezTo>
                    <a:pt x="19288" y="13750"/>
                    <a:pt x="19264" y="13767"/>
                    <a:pt x="19262" y="13780"/>
                  </a:cubicBezTo>
                  <a:cubicBezTo>
                    <a:pt x="19261" y="13788"/>
                    <a:pt x="19268" y="13805"/>
                    <a:pt x="19274" y="13811"/>
                  </a:cubicBezTo>
                  <a:cubicBezTo>
                    <a:pt x="19281" y="13819"/>
                    <a:pt x="19308" y="13821"/>
                    <a:pt x="19313" y="13831"/>
                  </a:cubicBezTo>
                  <a:cubicBezTo>
                    <a:pt x="19320" y="13843"/>
                    <a:pt x="19318" y="13873"/>
                    <a:pt x="19313" y="13885"/>
                  </a:cubicBezTo>
                  <a:cubicBezTo>
                    <a:pt x="19308" y="13899"/>
                    <a:pt x="19282" y="13914"/>
                    <a:pt x="19275" y="13927"/>
                  </a:cubicBezTo>
                  <a:cubicBezTo>
                    <a:pt x="19270" y="13937"/>
                    <a:pt x="19263" y="13959"/>
                    <a:pt x="19265" y="13970"/>
                  </a:cubicBezTo>
                  <a:cubicBezTo>
                    <a:pt x="19266" y="13980"/>
                    <a:pt x="19279" y="13997"/>
                    <a:pt x="19286" y="14005"/>
                  </a:cubicBezTo>
                  <a:cubicBezTo>
                    <a:pt x="19294" y="14014"/>
                    <a:pt x="19311" y="14034"/>
                    <a:pt x="19323" y="14039"/>
                  </a:cubicBezTo>
                  <a:cubicBezTo>
                    <a:pt x="19335" y="14046"/>
                    <a:pt x="19363" y="14047"/>
                    <a:pt x="19377" y="14049"/>
                  </a:cubicBezTo>
                  <a:cubicBezTo>
                    <a:pt x="19394" y="14053"/>
                    <a:pt x="19436" y="14049"/>
                    <a:pt x="19446" y="14065"/>
                  </a:cubicBezTo>
                  <a:cubicBezTo>
                    <a:pt x="19452" y="14074"/>
                    <a:pt x="19442" y="14100"/>
                    <a:pt x="19439" y="14112"/>
                  </a:cubicBezTo>
                  <a:cubicBezTo>
                    <a:pt x="19436" y="14121"/>
                    <a:pt x="19422" y="14138"/>
                    <a:pt x="19423" y="14148"/>
                  </a:cubicBezTo>
                  <a:cubicBezTo>
                    <a:pt x="19425" y="14159"/>
                    <a:pt x="19445" y="14175"/>
                    <a:pt x="19454" y="14182"/>
                  </a:cubicBezTo>
                  <a:cubicBezTo>
                    <a:pt x="19462" y="14189"/>
                    <a:pt x="19482" y="14196"/>
                    <a:pt x="19488" y="14204"/>
                  </a:cubicBezTo>
                  <a:cubicBezTo>
                    <a:pt x="19499" y="14222"/>
                    <a:pt x="19501" y="14265"/>
                    <a:pt x="19501" y="14286"/>
                  </a:cubicBezTo>
                  <a:cubicBezTo>
                    <a:pt x="19502" y="14301"/>
                    <a:pt x="19499" y="14331"/>
                    <a:pt x="19496" y="14346"/>
                  </a:cubicBezTo>
                  <a:cubicBezTo>
                    <a:pt x="19494" y="14359"/>
                    <a:pt x="19482" y="14383"/>
                    <a:pt x="19483" y="14396"/>
                  </a:cubicBezTo>
                  <a:cubicBezTo>
                    <a:pt x="19483" y="14411"/>
                    <a:pt x="19492" y="14440"/>
                    <a:pt x="19501" y="14452"/>
                  </a:cubicBezTo>
                  <a:cubicBezTo>
                    <a:pt x="19507" y="14459"/>
                    <a:pt x="19524" y="14470"/>
                    <a:pt x="19533" y="14471"/>
                  </a:cubicBezTo>
                  <a:cubicBezTo>
                    <a:pt x="19541" y="14471"/>
                    <a:pt x="19554" y="14461"/>
                    <a:pt x="19561" y="14458"/>
                  </a:cubicBezTo>
                  <a:cubicBezTo>
                    <a:pt x="19569" y="14455"/>
                    <a:pt x="19588" y="14456"/>
                    <a:pt x="19594" y="14450"/>
                  </a:cubicBezTo>
                  <a:cubicBezTo>
                    <a:pt x="19602" y="14442"/>
                    <a:pt x="19609" y="14418"/>
                    <a:pt x="19610" y="14406"/>
                  </a:cubicBezTo>
                  <a:cubicBezTo>
                    <a:pt x="19611" y="14394"/>
                    <a:pt x="19596" y="14372"/>
                    <a:pt x="19598" y="14360"/>
                  </a:cubicBezTo>
                  <a:cubicBezTo>
                    <a:pt x="19600" y="14349"/>
                    <a:pt x="19610" y="14325"/>
                    <a:pt x="19621" y="14324"/>
                  </a:cubicBezTo>
                  <a:cubicBezTo>
                    <a:pt x="19629" y="14323"/>
                    <a:pt x="19636" y="14345"/>
                    <a:pt x="19643" y="14350"/>
                  </a:cubicBezTo>
                  <a:cubicBezTo>
                    <a:pt x="19653" y="14358"/>
                    <a:pt x="19674" y="14370"/>
                    <a:pt x="19685" y="14372"/>
                  </a:cubicBezTo>
                  <a:cubicBezTo>
                    <a:pt x="19698" y="14375"/>
                    <a:pt x="19724" y="14367"/>
                    <a:pt x="19737" y="14367"/>
                  </a:cubicBezTo>
                  <a:cubicBezTo>
                    <a:pt x="19747" y="14367"/>
                    <a:pt x="19770" y="14364"/>
                    <a:pt x="19775" y="14372"/>
                  </a:cubicBezTo>
                  <a:cubicBezTo>
                    <a:pt x="19782" y="14382"/>
                    <a:pt x="19773" y="14408"/>
                    <a:pt x="19767" y="14417"/>
                  </a:cubicBezTo>
                  <a:cubicBezTo>
                    <a:pt x="19758" y="14431"/>
                    <a:pt x="19723" y="14443"/>
                    <a:pt x="19709" y="14453"/>
                  </a:cubicBezTo>
                  <a:cubicBezTo>
                    <a:pt x="19691" y="14467"/>
                    <a:pt x="19658" y="14499"/>
                    <a:pt x="19640" y="14514"/>
                  </a:cubicBezTo>
                  <a:cubicBezTo>
                    <a:pt x="19623" y="14529"/>
                    <a:pt x="19586" y="14558"/>
                    <a:pt x="19568" y="14572"/>
                  </a:cubicBezTo>
                  <a:cubicBezTo>
                    <a:pt x="19541" y="14593"/>
                    <a:pt x="19486" y="14632"/>
                    <a:pt x="19460" y="14653"/>
                  </a:cubicBezTo>
                  <a:cubicBezTo>
                    <a:pt x="19436" y="14673"/>
                    <a:pt x="19390" y="14716"/>
                    <a:pt x="19365" y="14736"/>
                  </a:cubicBezTo>
                  <a:cubicBezTo>
                    <a:pt x="19339" y="14757"/>
                    <a:pt x="19281" y="14793"/>
                    <a:pt x="19256" y="14816"/>
                  </a:cubicBezTo>
                  <a:cubicBezTo>
                    <a:pt x="19235" y="14836"/>
                    <a:pt x="19198" y="14880"/>
                    <a:pt x="19180" y="14903"/>
                  </a:cubicBezTo>
                  <a:cubicBezTo>
                    <a:pt x="19158" y="14928"/>
                    <a:pt x="19120" y="14983"/>
                    <a:pt x="19097" y="15007"/>
                  </a:cubicBezTo>
                  <a:cubicBezTo>
                    <a:pt x="19072" y="15034"/>
                    <a:pt x="19012" y="15079"/>
                    <a:pt x="18985" y="15105"/>
                  </a:cubicBezTo>
                  <a:cubicBezTo>
                    <a:pt x="18951" y="15137"/>
                    <a:pt x="18885" y="15205"/>
                    <a:pt x="18851" y="15238"/>
                  </a:cubicBezTo>
                  <a:cubicBezTo>
                    <a:pt x="18833" y="15256"/>
                    <a:pt x="18795" y="15289"/>
                    <a:pt x="18777" y="15307"/>
                  </a:cubicBezTo>
                  <a:cubicBezTo>
                    <a:pt x="18765" y="15321"/>
                    <a:pt x="18743" y="15350"/>
                    <a:pt x="18731" y="15363"/>
                  </a:cubicBezTo>
                  <a:cubicBezTo>
                    <a:pt x="18723" y="15371"/>
                    <a:pt x="18708" y="15389"/>
                    <a:pt x="18698" y="15395"/>
                  </a:cubicBezTo>
                  <a:cubicBezTo>
                    <a:pt x="18687" y="15402"/>
                    <a:pt x="18661" y="15408"/>
                    <a:pt x="18649" y="15412"/>
                  </a:cubicBezTo>
                  <a:cubicBezTo>
                    <a:pt x="18637" y="15415"/>
                    <a:pt x="18612" y="15416"/>
                    <a:pt x="18601" y="15421"/>
                  </a:cubicBezTo>
                  <a:cubicBezTo>
                    <a:pt x="18578" y="15432"/>
                    <a:pt x="18541" y="15466"/>
                    <a:pt x="18520" y="15481"/>
                  </a:cubicBezTo>
                  <a:cubicBezTo>
                    <a:pt x="18498" y="15497"/>
                    <a:pt x="18453" y="15528"/>
                    <a:pt x="18430" y="15543"/>
                  </a:cubicBezTo>
                  <a:cubicBezTo>
                    <a:pt x="18390" y="15572"/>
                    <a:pt x="18312" y="15633"/>
                    <a:pt x="18270" y="15660"/>
                  </a:cubicBezTo>
                  <a:cubicBezTo>
                    <a:pt x="18239" y="15681"/>
                    <a:pt x="18172" y="15714"/>
                    <a:pt x="18140" y="15735"/>
                  </a:cubicBezTo>
                  <a:cubicBezTo>
                    <a:pt x="18098" y="15763"/>
                    <a:pt x="18021" y="15829"/>
                    <a:pt x="17978" y="15856"/>
                  </a:cubicBezTo>
                  <a:cubicBezTo>
                    <a:pt x="17939" y="15880"/>
                    <a:pt x="17855" y="15916"/>
                    <a:pt x="17815" y="15937"/>
                  </a:cubicBezTo>
                  <a:cubicBezTo>
                    <a:pt x="17777" y="15957"/>
                    <a:pt x="17704" y="15999"/>
                    <a:pt x="17667" y="16020"/>
                  </a:cubicBezTo>
                  <a:cubicBezTo>
                    <a:pt x="17646" y="16033"/>
                    <a:pt x="17605" y="16060"/>
                    <a:pt x="17583" y="16072"/>
                  </a:cubicBezTo>
                  <a:cubicBezTo>
                    <a:pt x="17560" y="16084"/>
                    <a:pt x="17513" y="16105"/>
                    <a:pt x="17490" y="16116"/>
                  </a:cubicBezTo>
                  <a:cubicBezTo>
                    <a:pt x="17464" y="16130"/>
                    <a:pt x="17413" y="16157"/>
                    <a:pt x="17388" y="16173"/>
                  </a:cubicBezTo>
                  <a:cubicBezTo>
                    <a:pt x="17358" y="16193"/>
                    <a:pt x="17303" y="16241"/>
                    <a:pt x="17273" y="16262"/>
                  </a:cubicBezTo>
                  <a:cubicBezTo>
                    <a:pt x="17261" y="16270"/>
                    <a:pt x="17235" y="16284"/>
                    <a:pt x="17224" y="16294"/>
                  </a:cubicBezTo>
                  <a:cubicBezTo>
                    <a:pt x="17208" y="16307"/>
                    <a:pt x="17181" y="16340"/>
                    <a:pt x="17166" y="16354"/>
                  </a:cubicBezTo>
                  <a:cubicBezTo>
                    <a:pt x="17153" y="16367"/>
                    <a:pt x="17126" y="16392"/>
                    <a:pt x="17110" y="16401"/>
                  </a:cubicBezTo>
                  <a:cubicBezTo>
                    <a:pt x="17102" y="16406"/>
                    <a:pt x="17084" y="16413"/>
                    <a:pt x="17074" y="16415"/>
                  </a:cubicBezTo>
                  <a:cubicBezTo>
                    <a:pt x="17070" y="16416"/>
                    <a:pt x="17061" y="16418"/>
                    <a:pt x="17057" y="16416"/>
                  </a:cubicBezTo>
                  <a:cubicBezTo>
                    <a:pt x="17052" y="16414"/>
                    <a:pt x="17046" y="16406"/>
                    <a:pt x="17045" y="16401"/>
                  </a:cubicBezTo>
                  <a:cubicBezTo>
                    <a:pt x="17045" y="16392"/>
                    <a:pt x="17056" y="16376"/>
                    <a:pt x="17062" y="16369"/>
                  </a:cubicBezTo>
                  <a:cubicBezTo>
                    <a:pt x="17071" y="16357"/>
                    <a:pt x="17096" y="16339"/>
                    <a:pt x="17107" y="16329"/>
                  </a:cubicBezTo>
                  <a:cubicBezTo>
                    <a:pt x="17127" y="16310"/>
                    <a:pt x="17164" y="16266"/>
                    <a:pt x="17185" y="16247"/>
                  </a:cubicBezTo>
                  <a:cubicBezTo>
                    <a:pt x="17213" y="16221"/>
                    <a:pt x="17276" y="16177"/>
                    <a:pt x="17308" y="16155"/>
                  </a:cubicBezTo>
                  <a:cubicBezTo>
                    <a:pt x="17351" y="16126"/>
                    <a:pt x="17440" y="16074"/>
                    <a:pt x="17484" y="16048"/>
                  </a:cubicBezTo>
                  <a:cubicBezTo>
                    <a:pt x="17507" y="16034"/>
                    <a:pt x="17553" y="16007"/>
                    <a:pt x="17577" y="15995"/>
                  </a:cubicBezTo>
                  <a:cubicBezTo>
                    <a:pt x="17598" y="15985"/>
                    <a:pt x="17641" y="15966"/>
                    <a:pt x="17662" y="15957"/>
                  </a:cubicBezTo>
                  <a:cubicBezTo>
                    <a:pt x="17672" y="15953"/>
                    <a:pt x="17694" y="15951"/>
                    <a:pt x="17700" y="15942"/>
                  </a:cubicBezTo>
                  <a:cubicBezTo>
                    <a:pt x="17706" y="15933"/>
                    <a:pt x="17701" y="15910"/>
                    <a:pt x="17700" y="15899"/>
                  </a:cubicBezTo>
                  <a:cubicBezTo>
                    <a:pt x="17699" y="15888"/>
                    <a:pt x="17703" y="15862"/>
                    <a:pt x="17695" y="15854"/>
                  </a:cubicBezTo>
                  <a:cubicBezTo>
                    <a:pt x="17686" y="15845"/>
                    <a:pt x="17658" y="15847"/>
                    <a:pt x="17646" y="15848"/>
                  </a:cubicBezTo>
                  <a:cubicBezTo>
                    <a:pt x="17635" y="15849"/>
                    <a:pt x="17613" y="15857"/>
                    <a:pt x="17603" y="15862"/>
                  </a:cubicBezTo>
                  <a:cubicBezTo>
                    <a:pt x="17591" y="15868"/>
                    <a:pt x="17571" y="15885"/>
                    <a:pt x="17560" y="15892"/>
                  </a:cubicBezTo>
                  <a:cubicBezTo>
                    <a:pt x="17547" y="15901"/>
                    <a:pt x="17521" y="15918"/>
                    <a:pt x="17507" y="15925"/>
                  </a:cubicBezTo>
                  <a:cubicBezTo>
                    <a:pt x="17487" y="15934"/>
                    <a:pt x="17442" y="15941"/>
                    <a:pt x="17423" y="15952"/>
                  </a:cubicBezTo>
                  <a:cubicBezTo>
                    <a:pt x="17399" y="15965"/>
                    <a:pt x="17363" y="16013"/>
                    <a:pt x="17337" y="16023"/>
                  </a:cubicBezTo>
                  <a:cubicBezTo>
                    <a:pt x="17329" y="16026"/>
                    <a:pt x="17310" y="16028"/>
                    <a:pt x="17303" y="16024"/>
                  </a:cubicBezTo>
                  <a:cubicBezTo>
                    <a:pt x="17295" y="16019"/>
                    <a:pt x="17284" y="16000"/>
                    <a:pt x="17283" y="15990"/>
                  </a:cubicBezTo>
                  <a:cubicBezTo>
                    <a:pt x="17281" y="15982"/>
                    <a:pt x="17286" y="15963"/>
                    <a:pt x="17291" y="15956"/>
                  </a:cubicBezTo>
                  <a:cubicBezTo>
                    <a:pt x="17296" y="15952"/>
                    <a:pt x="17312" y="15953"/>
                    <a:pt x="17315" y="15948"/>
                  </a:cubicBezTo>
                  <a:cubicBezTo>
                    <a:pt x="17320" y="15942"/>
                    <a:pt x="17317" y="15924"/>
                    <a:pt x="17314" y="15917"/>
                  </a:cubicBezTo>
                  <a:cubicBezTo>
                    <a:pt x="17311" y="15908"/>
                    <a:pt x="17293" y="15899"/>
                    <a:pt x="17291" y="15891"/>
                  </a:cubicBezTo>
                  <a:cubicBezTo>
                    <a:pt x="17290" y="15882"/>
                    <a:pt x="17300" y="15865"/>
                    <a:pt x="17306" y="15858"/>
                  </a:cubicBezTo>
                  <a:cubicBezTo>
                    <a:pt x="17311" y="15849"/>
                    <a:pt x="17328" y="15839"/>
                    <a:pt x="17333" y="15831"/>
                  </a:cubicBezTo>
                  <a:cubicBezTo>
                    <a:pt x="17339" y="15820"/>
                    <a:pt x="17351" y="15794"/>
                    <a:pt x="17344" y="15784"/>
                  </a:cubicBezTo>
                  <a:cubicBezTo>
                    <a:pt x="17336" y="15774"/>
                    <a:pt x="17308" y="15782"/>
                    <a:pt x="17296" y="15783"/>
                  </a:cubicBezTo>
                  <a:cubicBezTo>
                    <a:pt x="17284" y="15785"/>
                    <a:pt x="17261" y="15792"/>
                    <a:pt x="17249" y="15794"/>
                  </a:cubicBezTo>
                  <a:cubicBezTo>
                    <a:pt x="17238" y="15797"/>
                    <a:pt x="17214" y="15801"/>
                    <a:pt x="17203" y="15807"/>
                  </a:cubicBezTo>
                  <a:cubicBezTo>
                    <a:pt x="17194" y="15812"/>
                    <a:pt x="17179" y="15828"/>
                    <a:pt x="17173" y="15837"/>
                  </a:cubicBezTo>
                  <a:cubicBezTo>
                    <a:pt x="17166" y="15848"/>
                    <a:pt x="17161" y="15877"/>
                    <a:pt x="17153" y="15887"/>
                  </a:cubicBezTo>
                  <a:cubicBezTo>
                    <a:pt x="17144" y="15898"/>
                    <a:pt x="17120" y="15913"/>
                    <a:pt x="17108" y="15918"/>
                  </a:cubicBezTo>
                  <a:cubicBezTo>
                    <a:pt x="17092" y="15925"/>
                    <a:pt x="17058" y="15925"/>
                    <a:pt x="17042" y="15933"/>
                  </a:cubicBezTo>
                  <a:cubicBezTo>
                    <a:pt x="17018" y="15946"/>
                    <a:pt x="16984" y="15993"/>
                    <a:pt x="16961" y="16010"/>
                  </a:cubicBezTo>
                  <a:cubicBezTo>
                    <a:pt x="16946" y="16022"/>
                    <a:pt x="16912" y="16041"/>
                    <a:pt x="16894" y="16049"/>
                  </a:cubicBezTo>
                  <a:cubicBezTo>
                    <a:pt x="16885" y="16053"/>
                    <a:pt x="16865" y="16070"/>
                    <a:pt x="16857" y="16063"/>
                  </a:cubicBezTo>
                  <a:cubicBezTo>
                    <a:pt x="16851" y="16057"/>
                    <a:pt x="16864" y="16036"/>
                    <a:pt x="16865" y="16028"/>
                  </a:cubicBezTo>
                  <a:cubicBezTo>
                    <a:pt x="16866" y="16018"/>
                    <a:pt x="16868" y="15999"/>
                    <a:pt x="16864" y="15990"/>
                  </a:cubicBezTo>
                  <a:cubicBezTo>
                    <a:pt x="16861" y="15984"/>
                    <a:pt x="16848" y="15978"/>
                    <a:pt x="16844" y="15972"/>
                  </a:cubicBezTo>
                  <a:cubicBezTo>
                    <a:pt x="16839" y="15966"/>
                    <a:pt x="16833" y="15951"/>
                    <a:pt x="16832" y="15943"/>
                  </a:cubicBezTo>
                  <a:cubicBezTo>
                    <a:pt x="16831" y="15935"/>
                    <a:pt x="16840" y="15916"/>
                    <a:pt x="16835" y="15910"/>
                  </a:cubicBezTo>
                  <a:cubicBezTo>
                    <a:pt x="16822" y="15895"/>
                    <a:pt x="16775" y="15917"/>
                    <a:pt x="16756" y="15913"/>
                  </a:cubicBezTo>
                  <a:cubicBezTo>
                    <a:pt x="16743" y="15910"/>
                    <a:pt x="16715" y="15902"/>
                    <a:pt x="16708" y="15891"/>
                  </a:cubicBezTo>
                  <a:cubicBezTo>
                    <a:pt x="16702" y="15882"/>
                    <a:pt x="16703" y="15857"/>
                    <a:pt x="16707" y="15847"/>
                  </a:cubicBezTo>
                  <a:cubicBezTo>
                    <a:pt x="16709" y="15843"/>
                    <a:pt x="16718" y="15839"/>
                    <a:pt x="16720" y="15835"/>
                  </a:cubicBezTo>
                  <a:cubicBezTo>
                    <a:pt x="16725" y="15829"/>
                    <a:pt x="16734" y="15814"/>
                    <a:pt x="16732" y="15807"/>
                  </a:cubicBezTo>
                  <a:cubicBezTo>
                    <a:pt x="16729" y="15798"/>
                    <a:pt x="16709" y="15795"/>
                    <a:pt x="16702" y="15790"/>
                  </a:cubicBezTo>
                  <a:cubicBezTo>
                    <a:pt x="16693" y="15782"/>
                    <a:pt x="16682" y="15755"/>
                    <a:pt x="16670" y="15753"/>
                  </a:cubicBezTo>
                  <a:cubicBezTo>
                    <a:pt x="16659" y="15751"/>
                    <a:pt x="16640" y="15769"/>
                    <a:pt x="16630" y="15773"/>
                  </a:cubicBezTo>
                  <a:cubicBezTo>
                    <a:pt x="16621" y="15778"/>
                    <a:pt x="16598" y="15783"/>
                    <a:pt x="16590" y="15790"/>
                  </a:cubicBezTo>
                  <a:cubicBezTo>
                    <a:pt x="16582" y="15797"/>
                    <a:pt x="16571" y="15816"/>
                    <a:pt x="16570" y="15826"/>
                  </a:cubicBezTo>
                  <a:cubicBezTo>
                    <a:pt x="16570" y="15840"/>
                    <a:pt x="16582" y="15865"/>
                    <a:pt x="16590" y="15877"/>
                  </a:cubicBezTo>
                  <a:cubicBezTo>
                    <a:pt x="16600" y="15892"/>
                    <a:pt x="16634" y="15910"/>
                    <a:pt x="16640" y="15927"/>
                  </a:cubicBezTo>
                  <a:cubicBezTo>
                    <a:pt x="16644" y="15938"/>
                    <a:pt x="16633" y="15963"/>
                    <a:pt x="16634" y="15975"/>
                  </a:cubicBezTo>
                  <a:cubicBezTo>
                    <a:pt x="16635" y="15985"/>
                    <a:pt x="16642" y="16005"/>
                    <a:pt x="16647" y="16013"/>
                  </a:cubicBezTo>
                  <a:cubicBezTo>
                    <a:pt x="16653" y="16022"/>
                    <a:pt x="16669" y="16036"/>
                    <a:pt x="16679" y="16041"/>
                  </a:cubicBezTo>
                  <a:cubicBezTo>
                    <a:pt x="16691" y="16046"/>
                    <a:pt x="16718" y="16041"/>
                    <a:pt x="16729" y="16047"/>
                  </a:cubicBezTo>
                  <a:cubicBezTo>
                    <a:pt x="16742" y="16053"/>
                    <a:pt x="16757" y="16079"/>
                    <a:pt x="16767" y="16089"/>
                  </a:cubicBezTo>
                  <a:cubicBezTo>
                    <a:pt x="16780" y="16101"/>
                    <a:pt x="16808" y="16124"/>
                    <a:pt x="16822" y="16135"/>
                  </a:cubicBezTo>
                  <a:cubicBezTo>
                    <a:pt x="16839" y="16149"/>
                    <a:pt x="16873" y="16177"/>
                    <a:pt x="16892" y="16189"/>
                  </a:cubicBezTo>
                  <a:cubicBezTo>
                    <a:pt x="16908" y="16200"/>
                    <a:pt x="16944" y="16215"/>
                    <a:pt x="16960" y="16228"/>
                  </a:cubicBezTo>
                  <a:cubicBezTo>
                    <a:pt x="16973" y="16239"/>
                    <a:pt x="17000" y="16266"/>
                    <a:pt x="17006" y="16284"/>
                  </a:cubicBezTo>
                  <a:cubicBezTo>
                    <a:pt x="17008" y="16291"/>
                    <a:pt x="17007" y="16308"/>
                    <a:pt x="17004" y="16314"/>
                  </a:cubicBezTo>
                  <a:cubicBezTo>
                    <a:pt x="16997" y="16327"/>
                    <a:pt x="16969" y="16340"/>
                    <a:pt x="16956" y="16347"/>
                  </a:cubicBezTo>
                  <a:cubicBezTo>
                    <a:pt x="16939" y="16356"/>
                    <a:pt x="16902" y="16369"/>
                    <a:pt x="16884" y="16377"/>
                  </a:cubicBezTo>
                  <a:cubicBezTo>
                    <a:pt x="16859" y="16388"/>
                    <a:pt x="16809" y="16410"/>
                    <a:pt x="16786" y="16424"/>
                  </a:cubicBezTo>
                  <a:cubicBezTo>
                    <a:pt x="16771" y="16434"/>
                    <a:pt x="16743" y="16456"/>
                    <a:pt x="16729" y="16467"/>
                  </a:cubicBezTo>
                  <a:cubicBezTo>
                    <a:pt x="16719" y="16475"/>
                    <a:pt x="16702" y="16497"/>
                    <a:pt x="16690" y="16503"/>
                  </a:cubicBezTo>
                  <a:cubicBezTo>
                    <a:pt x="16676" y="16510"/>
                    <a:pt x="16643" y="16506"/>
                    <a:pt x="16628" y="16510"/>
                  </a:cubicBezTo>
                  <a:cubicBezTo>
                    <a:pt x="16609" y="16516"/>
                    <a:pt x="16575" y="16547"/>
                    <a:pt x="16555" y="16546"/>
                  </a:cubicBezTo>
                  <a:cubicBezTo>
                    <a:pt x="16542" y="16546"/>
                    <a:pt x="16514" y="16531"/>
                    <a:pt x="16507" y="16519"/>
                  </a:cubicBezTo>
                  <a:cubicBezTo>
                    <a:pt x="16501" y="16510"/>
                    <a:pt x="16504" y="16485"/>
                    <a:pt x="16503" y="16474"/>
                  </a:cubicBezTo>
                  <a:cubicBezTo>
                    <a:pt x="16503" y="16464"/>
                    <a:pt x="16507" y="16441"/>
                    <a:pt x="16503" y="16431"/>
                  </a:cubicBezTo>
                  <a:cubicBezTo>
                    <a:pt x="16501" y="16423"/>
                    <a:pt x="16490" y="16410"/>
                    <a:pt x="16483" y="16406"/>
                  </a:cubicBezTo>
                  <a:cubicBezTo>
                    <a:pt x="16478" y="16403"/>
                    <a:pt x="16467" y="16403"/>
                    <a:pt x="16461" y="16403"/>
                  </a:cubicBezTo>
                  <a:cubicBezTo>
                    <a:pt x="16443" y="16403"/>
                    <a:pt x="16407" y="16404"/>
                    <a:pt x="16390" y="16411"/>
                  </a:cubicBezTo>
                  <a:cubicBezTo>
                    <a:pt x="16379" y="16416"/>
                    <a:pt x="16357" y="16432"/>
                    <a:pt x="16352" y="16443"/>
                  </a:cubicBezTo>
                  <a:cubicBezTo>
                    <a:pt x="16345" y="16456"/>
                    <a:pt x="16345" y="16490"/>
                    <a:pt x="16346" y="16505"/>
                  </a:cubicBezTo>
                  <a:cubicBezTo>
                    <a:pt x="16347" y="16515"/>
                    <a:pt x="16357" y="16534"/>
                    <a:pt x="16358" y="16544"/>
                  </a:cubicBezTo>
                  <a:cubicBezTo>
                    <a:pt x="16359" y="16558"/>
                    <a:pt x="16356" y="16587"/>
                    <a:pt x="16351" y="16599"/>
                  </a:cubicBezTo>
                  <a:cubicBezTo>
                    <a:pt x="16346" y="16609"/>
                    <a:pt x="16326" y="16621"/>
                    <a:pt x="16324" y="16632"/>
                  </a:cubicBezTo>
                  <a:cubicBezTo>
                    <a:pt x="16322" y="16642"/>
                    <a:pt x="16332" y="16664"/>
                    <a:pt x="16338" y="16672"/>
                  </a:cubicBezTo>
                  <a:cubicBezTo>
                    <a:pt x="16346" y="16684"/>
                    <a:pt x="16376" y="16695"/>
                    <a:pt x="16380" y="16708"/>
                  </a:cubicBezTo>
                  <a:cubicBezTo>
                    <a:pt x="16384" y="16724"/>
                    <a:pt x="16365" y="16754"/>
                    <a:pt x="16358" y="16769"/>
                  </a:cubicBezTo>
                  <a:cubicBezTo>
                    <a:pt x="16352" y="16779"/>
                    <a:pt x="16341" y="16798"/>
                    <a:pt x="16333" y="16806"/>
                  </a:cubicBezTo>
                  <a:cubicBezTo>
                    <a:pt x="16320" y="16820"/>
                    <a:pt x="16285" y="16837"/>
                    <a:pt x="16269" y="16847"/>
                  </a:cubicBezTo>
                  <a:cubicBezTo>
                    <a:pt x="16251" y="16858"/>
                    <a:pt x="16212" y="16875"/>
                    <a:pt x="16196" y="16890"/>
                  </a:cubicBezTo>
                  <a:cubicBezTo>
                    <a:pt x="16181" y="16904"/>
                    <a:pt x="16165" y="16945"/>
                    <a:pt x="16151" y="16960"/>
                  </a:cubicBezTo>
                  <a:cubicBezTo>
                    <a:pt x="16142" y="16969"/>
                    <a:pt x="16122" y="16984"/>
                    <a:pt x="16111" y="16988"/>
                  </a:cubicBezTo>
                  <a:cubicBezTo>
                    <a:pt x="16098" y="16992"/>
                    <a:pt x="16070" y="16997"/>
                    <a:pt x="16057" y="16993"/>
                  </a:cubicBezTo>
                  <a:cubicBezTo>
                    <a:pt x="16048" y="16990"/>
                    <a:pt x="16035" y="16972"/>
                    <a:pt x="16027" y="16968"/>
                  </a:cubicBezTo>
                  <a:cubicBezTo>
                    <a:pt x="16019" y="16965"/>
                    <a:pt x="16001" y="16959"/>
                    <a:pt x="15993" y="16962"/>
                  </a:cubicBezTo>
                  <a:cubicBezTo>
                    <a:pt x="15981" y="16966"/>
                    <a:pt x="15959" y="16987"/>
                    <a:pt x="15958" y="17001"/>
                  </a:cubicBezTo>
                  <a:cubicBezTo>
                    <a:pt x="15957" y="17012"/>
                    <a:pt x="15980" y="17027"/>
                    <a:pt x="15980" y="17039"/>
                  </a:cubicBezTo>
                  <a:cubicBezTo>
                    <a:pt x="15980" y="17053"/>
                    <a:pt x="15954" y="17074"/>
                    <a:pt x="15953" y="17088"/>
                  </a:cubicBezTo>
                  <a:cubicBezTo>
                    <a:pt x="15952" y="17099"/>
                    <a:pt x="15966" y="17119"/>
                    <a:pt x="15967" y="17129"/>
                  </a:cubicBezTo>
                  <a:cubicBezTo>
                    <a:pt x="15968" y="17142"/>
                    <a:pt x="15964" y="17167"/>
                    <a:pt x="15960" y="17178"/>
                  </a:cubicBezTo>
                  <a:cubicBezTo>
                    <a:pt x="15954" y="17193"/>
                    <a:pt x="15933" y="17219"/>
                    <a:pt x="15924" y="17232"/>
                  </a:cubicBezTo>
                  <a:cubicBezTo>
                    <a:pt x="15903" y="17262"/>
                    <a:pt x="15861" y="17321"/>
                    <a:pt x="15841" y="17351"/>
                  </a:cubicBezTo>
                  <a:cubicBezTo>
                    <a:pt x="15826" y="17376"/>
                    <a:pt x="15800" y="17427"/>
                    <a:pt x="15785" y="17451"/>
                  </a:cubicBezTo>
                  <a:cubicBezTo>
                    <a:pt x="15778" y="17462"/>
                    <a:pt x="15760" y="17483"/>
                    <a:pt x="15755" y="17496"/>
                  </a:cubicBezTo>
                  <a:cubicBezTo>
                    <a:pt x="15749" y="17510"/>
                    <a:pt x="15748" y="17544"/>
                    <a:pt x="15741" y="17559"/>
                  </a:cubicBezTo>
                  <a:cubicBezTo>
                    <a:pt x="15733" y="17576"/>
                    <a:pt x="15712" y="17615"/>
                    <a:pt x="15694" y="17619"/>
                  </a:cubicBezTo>
                  <a:cubicBezTo>
                    <a:pt x="15677" y="17622"/>
                    <a:pt x="15643" y="17599"/>
                    <a:pt x="15632" y="17584"/>
                  </a:cubicBezTo>
                  <a:cubicBezTo>
                    <a:pt x="15625" y="17574"/>
                    <a:pt x="15626" y="17547"/>
                    <a:pt x="15621" y="17535"/>
                  </a:cubicBezTo>
                  <a:cubicBezTo>
                    <a:pt x="15616" y="17523"/>
                    <a:pt x="15604" y="17496"/>
                    <a:pt x="15592" y="17491"/>
                  </a:cubicBezTo>
                  <a:cubicBezTo>
                    <a:pt x="15577" y="17485"/>
                    <a:pt x="15544" y="17503"/>
                    <a:pt x="15528" y="17506"/>
                  </a:cubicBezTo>
                  <a:cubicBezTo>
                    <a:pt x="15514" y="17508"/>
                    <a:pt x="15483" y="17506"/>
                    <a:pt x="15470" y="17512"/>
                  </a:cubicBezTo>
                  <a:cubicBezTo>
                    <a:pt x="15449" y="17521"/>
                    <a:pt x="15412" y="17553"/>
                    <a:pt x="15397" y="17571"/>
                  </a:cubicBezTo>
                  <a:cubicBezTo>
                    <a:pt x="15381" y="17591"/>
                    <a:pt x="15352" y="17636"/>
                    <a:pt x="15349" y="17661"/>
                  </a:cubicBezTo>
                  <a:cubicBezTo>
                    <a:pt x="15347" y="17677"/>
                    <a:pt x="15355" y="17712"/>
                    <a:pt x="15363" y="17726"/>
                  </a:cubicBezTo>
                  <a:cubicBezTo>
                    <a:pt x="15376" y="17749"/>
                    <a:pt x="15419" y="17783"/>
                    <a:pt x="15439" y="17799"/>
                  </a:cubicBezTo>
                  <a:cubicBezTo>
                    <a:pt x="15455" y="17812"/>
                    <a:pt x="15487" y="17838"/>
                    <a:pt x="15506" y="17844"/>
                  </a:cubicBezTo>
                  <a:cubicBezTo>
                    <a:pt x="15521" y="17849"/>
                    <a:pt x="15556" y="17838"/>
                    <a:pt x="15571" y="17845"/>
                  </a:cubicBezTo>
                  <a:cubicBezTo>
                    <a:pt x="15580" y="17850"/>
                    <a:pt x="15596" y="17867"/>
                    <a:pt x="15598" y="17878"/>
                  </a:cubicBezTo>
                  <a:cubicBezTo>
                    <a:pt x="15601" y="17897"/>
                    <a:pt x="15579" y="17932"/>
                    <a:pt x="15572" y="17950"/>
                  </a:cubicBezTo>
                  <a:cubicBezTo>
                    <a:pt x="15560" y="17977"/>
                    <a:pt x="15533" y="18030"/>
                    <a:pt x="15522" y="18057"/>
                  </a:cubicBezTo>
                  <a:cubicBezTo>
                    <a:pt x="15506" y="18094"/>
                    <a:pt x="15477" y="18171"/>
                    <a:pt x="15463" y="18209"/>
                  </a:cubicBezTo>
                  <a:cubicBezTo>
                    <a:pt x="15453" y="18235"/>
                    <a:pt x="15434" y="18287"/>
                    <a:pt x="15428" y="18314"/>
                  </a:cubicBezTo>
                  <a:cubicBezTo>
                    <a:pt x="15419" y="18348"/>
                    <a:pt x="15412" y="18416"/>
                    <a:pt x="15405" y="18450"/>
                  </a:cubicBezTo>
                  <a:cubicBezTo>
                    <a:pt x="15399" y="18476"/>
                    <a:pt x="15388" y="18527"/>
                    <a:pt x="15379" y="18552"/>
                  </a:cubicBezTo>
                  <a:cubicBezTo>
                    <a:pt x="15373" y="18566"/>
                    <a:pt x="15359" y="18593"/>
                    <a:pt x="15350" y="18605"/>
                  </a:cubicBezTo>
                  <a:cubicBezTo>
                    <a:pt x="15343" y="18615"/>
                    <a:pt x="15328" y="18632"/>
                    <a:pt x="15318" y="18638"/>
                  </a:cubicBezTo>
                  <a:cubicBezTo>
                    <a:pt x="15305" y="18646"/>
                    <a:pt x="15274" y="18645"/>
                    <a:pt x="15261" y="18653"/>
                  </a:cubicBezTo>
                  <a:cubicBezTo>
                    <a:pt x="15248" y="18660"/>
                    <a:pt x="15233" y="18689"/>
                    <a:pt x="15220" y="18696"/>
                  </a:cubicBezTo>
                  <a:cubicBezTo>
                    <a:pt x="15210" y="18702"/>
                    <a:pt x="15185" y="18707"/>
                    <a:pt x="15173" y="18708"/>
                  </a:cubicBezTo>
                  <a:cubicBezTo>
                    <a:pt x="15163" y="18709"/>
                    <a:pt x="15143" y="18709"/>
                    <a:pt x="15133" y="18706"/>
                  </a:cubicBezTo>
                  <a:cubicBezTo>
                    <a:pt x="15126" y="18704"/>
                    <a:pt x="15109" y="18700"/>
                    <a:pt x="15109" y="18693"/>
                  </a:cubicBezTo>
                  <a:cubicBezTo>
                    <a:pt x="15108" y="18683"/>
                    <a:pt x="15133" y="18673"/>
                    <a:pt x="15141" y="18666"/>
                  </a:cubicBezTo>
                  <a:cubicBezTo>
                    <a:pt x="15152" y="18657"/>
                    <a:pt x="15174" y="18638"/>
                    <a:pt x="15186" y="18629"/>
                  </a:cubicBezTo>
                  <a:cubicBezTo>
                    <a:pt x="15192" y="18625"/>
                    <a:pt x="15208" y="18617"/>
                    <a:pt x="15213" y="18610"/>
                  </a:cubicBezTo>
                  <a:cubicBezTo>
                    <a:pt x="15218" y="18603"/>
                    <a:pt x="15225" y="18586"/>
                    <a:pt x="15226" y="18578"/>
                  </a:cubicBezTo>
                  <a:cubicBezTo>
                    <a:pt x="15226" y="18569"/>
                    <a:pt x="15225" y="18549"/>
                    <a:pt x="15218" y="18544"/>
                  </a:cubicBezTo>
                  <a:cubicBezTo>
                    <a:pt x="15210" y="18536"/>
                    <a:pt x="15185" y="18535"/>
                    <a:pt x="15176" y="18541"/>
                  </a:cubicBezTo>
                  <a:cubicBezTo>
                    <a:pt x="15167" y="18546"/>
                    <a:pt x="15166" y="18572"/>
                    <a:pt x="15159" y="18580"/>
                  </a:cubicBezTo>
                  <a:cubicBezTo>
                    <a:pt x="15150" y="18590"/>
                    <a:pt x="15122" y="18597"/>
                    <a:pt x="15112" y="18605"/>
                  </a:cubicBezTo>
                  <a:cubicBezTo>
                    <a:pt x="15100" y="18614"/>
                    <a:pt x="15084" y="18639"/>
                    <a:pt x="15073" y="18648"/>
                  </a:cubicBezTo>
                  <a:cubicBezTo>
                    <a:pt x="15060" y="18659"/>
                    <a:pt x="15031" y="18680"/>
                    <a:pt x="15016" y="18686"/>
                  </a:cubicBezTo>
                  <a:cubicBezTo>
                    <a:pt x="15007" y="18689"/>
                    <a:pt x="14986" y="18684"/>
                    <a:pt x="14978" y="18691"/>
                  </a:cubicBezTo>
                  <a:cubicBezTo>
                    <a:pt x="14967" y="18701"/>
                    <a:pt x="14956" y="18735"/>
                    <a:pt x="14959" y="18751"/>
                  </a:cubicBezTo>
                  <a:cubicBezTo>
                    <a:pt x="14961" y="18764"/>
                    <a:pt x="14982" y="18786"/>
                    <a:pt x="14993" y="18793"/>
                  </a:cubicBezTo>
                  <a:cubicBezTo>
                    <a:pt x="15004" y="18800"/>
                    <a:pt x="15029" y="18806"/>
                    <a:pt x="15041" y="18806"/>
                  </a:cubicBezTo>
                  <a:cubicBezTo>
                    <a:pt x="15056" y="18807"/>
                    <a:pt x="15084" y="18794"/>
                    <a:pt x="15099" y="18795"/>
                  </a:cubicBezTo>
                  <a:cubicBezTo>
                    <a:pt x="15114" y="18796"/>
                    <a:pt x="15140" y="18813"/>
                    <a:pt x="15155" y="18815"/>
                  </a:cubicBezTo>
                  <a:cubicBezTo>
                    <a:pt x="15168" y="18816"/>
                    <a:pt x="15197" y="18813"/>
                    <a:pt x="15209" y="18805"/>
                  </a:cubicBezTo>
                  <a:cubicBezTo>
                    <a:pt x="15217" y="18799"/>
                    <a:pt x="15225" y="18777"/>
                    <a:pt x="15232" y="18769"/>
                  </a:cubicBezTo>
                  <a:cubicBezTo>
                    <a:pt x="15243" y="18759"/>
                    <a:pt x="15268" y="18743"/>
                    <a:pt x="15282" y="18739"/>
                  </a:cubicBezTo>
                  <a:cubicBezTo>
                    <a:pt x="15296" y="18734"/>
                    <a:pt x="15332" y="18724"/>
                    <a:pt x="15342" y="18735"/>
                  </a:cubicBezTo>
                  <a:cubicBezTo>
                    <a:pt x="15350" y="18744"/>
                    <a:pt x="15339" y="18771"/>
                    <a:pt x="15337" y="18783"/>
                  </a:cubicBezTo>
                  <a:cubicBezTo>
                    <a:pt x="15333" y="18802"/>
                    <a:pt x="15315" y="18838"/>
                    <a:pt x="15313" y="18858"/>
                  </a:cubicBezTo>
                  <a:cubicBezTo>
                    <a:pt x="15310" y="18881"/>
                    <a:pt x="15319" y="18927"/>
                    <a:pt x="15318" y="18951"/>
                  </a:cubicBezTo>
                  <a:cubicBezTo>
                    <a:pt x="15318" y="18969"/>
                    <a:pt x="15318" y="19008"/>
                    <a:pt x="15310" y="19024"/>
                  </a:cubicBezTo>
                  <a:cubicBezTo>
                    <a:pt x="15304" y="19039"/>
                    <a:pt x="15281" y="19064"/>
                    <a:pt x="15267" y="19072"/>
                  </a:cubicBezTo>
                  <a:cubicBezTo>
                    <a:pt x="15256" y="19077"/>
                    <a:pt x="15228" y="19069"/>
                    <a:pt x="15219" y="19078"/>
                  </a:cubicBezTo>
                  <a:cubicBezTo>
                    <a:pt x="15213" y="19084"/>
                    <a:pt x="15213" y="19104"/>
                    <a:pt x="15216" y="19112"/>
                  </a:cubicBezTo>
                  <a:cubicBezTo>
                    <a:pt x="15219" y="19122"/>
                    <a:pt x="15246" y="19130"/>
                    <a:pt x="15247" y="19140"/>
                  </a:cubicBezTo>
                  <a:cubicBezTo>
                    <a:pt x="15247" y="19149"/>
                    <a:pt x="15223" y="19155"/>
                    <a:pt x="15223" y="19163"/>
                  </a:cubicBezTo>
                  <a:cubicBezTo>
                    <a:pt x="15222" y="19170"/>
                    <a:pt x="15236" y="19180"/>
                    <a:pt x="15239" y="19185"/>
                  </a:cubicBezTo>
                  <a:cubicBezTo>
                    <a:pt x="15243" y="19190"/>
                    <a:pt x="15249" y="19199"/>
                    <a:pt x="15251" y="19204"/>
                  </a:cubicBezTo>
                  <a:cubicBezTo>
                    <a:pt x="15255" y="19213"/>
                    <a:pt x="15264" y="19231"/>
                    <a:pt x="15262" y="19241"/>
                  </a:cubicBezTo>
                  <a:cubicBezTo>
                    <a:pt x="15261" y="19251"/>
                    <a:pt x="15250" y="19269"/>
                    <a:pt x="15241" y="19272"/>
                  </a:cubicBezTo>
                  <a:cubicBezTo>
                    <a:pt x="15229" y="19278"/>
                    <a:pt x="15200" y="19261"/>
                    <a:pt x="15187" y="19262"/>
                  </a:cubicBezTo>
                  <a:cubicBezTo>
                    <a:pt x="15174" y="19263"/>
                    <a:pt x="15146" y="19269"/>
                    <a:pt x="15136" y="19279"/>
                  </a:cubicBezTo>
                  <a:cubicBezTo>
                    <a:pt x="15126" y="19290"/>
                    <a:pt x="15122" y="19323"/>
                    <a:pt x="15119" y="19338"/>
                  </a:cubicBezTo>
                  <a:cubicBezTo>
                    <a:pt x="15118" y="19350"/>
                    <a:pt x="15115" y="19374"/>
                    <a:pt x="15117" y="19385"/>
                  </a:cubicBezTo>
                  <a:cubicBezTo>
                    <a:pt x="15120" y="19403"/>
                    <a:pt x="15141" y="19434"/>
                    <a:pt x="15143" y="19452"/>
                  </a:cubicBezTo>
                  <a:cubicBezTo>
                    <a:pt x="15147" y="19474"/>
                    <a:pt x="15139" y="19520"/>
                    <a:pt x="15136" y="19543"/>
                  </a:cubicBezTo>
                  <a:cubicBezTo>
                    <a:pt x="15134" y="19559"/>
                    <a:pt x="15118" y="19593"/>
                    <a:pt x="15125" y="19608"/>
                  </a:cubicBezTo>
                  <a:cubicBezTo>
                    <a:pt x="15129" y="19618"/>
                    <a:pt x="15151" y="19625"/>
                    <a:pt x="15159" y="19631"/>
                  </a:cubicBezTo>
                  <a:cubicBezTo>
                    <a:pt x="15170" y="19640"/>
                    <a:pt x="15189" y="19659"/>
                    <a:pt x="15197" y="19669"/>
                  </a:cubicBezTo>
                  <a:cubicBezTo>
                    <a:pt x="15213" y="19688"/>
                    <a:pt x="15241" y="19729"/>
                    <a:pt x="15252" y="19751"/>
                  </a:cubicBezTo>
                  <a:cubicBezTo>
                    <a:pt x="15262" y="19770"/>
                    <a:pt x="15275" y="19811"/>
                    <a:pt x="15282" y="19831"/>
                  </a:cubicBezTo>
                  <a:cubicBezTo>
                    <a:pt x="15289" y="19851"/>
                    <a:pt x="15302" y="19891"/>
                    <a:pt x="15307" y="19912"/>
                  </a:cubicBezTo>
                  <a:cubicBezTo>
                    <a:pt x="15312" y="19927"/>
                    <a:pt x="15321" y="19959"/>
                    <a:pt x="15323" y="19975"/>
                  </a:cubicBezTo>
                  <a:cubicBezTo>
                    <a:pt x="15325" y="19998"/>
                    <a:pt x="15317" y="20044"/>
                    <a:pt x="15323" y="20066"/>
                  </a:cubicBezTo>
                  <a:cubicBezTo>
                    <a:pt x="15329" y="20089"/>
                    <a:pt x="15363" y="20125"/>
                    <a:pt x="15370" y="20147"/>
                  </a:cubicBezTo>
                  <a:cubicBezTo>
                    <a:pt x="15375" y="20161"/>
                    <a:pt x="15377" y="20190"/>
                    <a:pt x="15377" y="20205"/>
                  </a:cubicBezTo>
                  <a:cubicBezTo>
                    <a:pt x="15378" y="20221"/>
                    <a:pt x="15378" y="20253"/>
                    <a:pt x="15375" y="20269"/>
                  </a:cubicBezTo>
                  <a:cubicBezTo>
                    <a:pt x="15372" y="20281"/>
                    <a:pt x="15356" y="20304"/>
                    <a:pt x="15354" y="20317"/>
                  </a:cubicBezTo>
                  <a:cubicBezTo>
                    <a:pt x="15353" y="20328"/>
                    <a:pt x="15355" y="20352"/>
                    <a:pt x="15361" y="20361"/>
                  </a:cubicBezTo>
                  <a:cubicBezTo>
                    <a:pt x="15368" y="20369"/>
                    <a:pt x="15393" y="20369"/>
                    <a:pt x="15397" y="20378"/>
                  </a:cubicBezTo>
                  <a:cubicBezTo>
                    <a:pt x="15404" y="20389"/>
                    <a:pt x="15388" y="20418"/>
                    <a:pt x="15391" y="20432"/>
                  </a:cubicBezTo>
                  <a:cubicBezTo>
                    <a:pt x="15394" y="20439"/>
                    <a:pt x="15403" y="20455"/>
                    <a:pt x="15411" y="20456"/>
                  </a:cubicBezTo>
                  <a:cubicBezTo>
                    <a:pt x="15421" y="20459"/>
                    <a:pt x="15439" y="20435"/>
                    <a:pt x="15449" y="20439"/>
                  </a:cubicBezTo>
                  <a:cubicBezTo>
                    <a:pt x="15458" y="20442"/>
                    <a:pt x="15467" y="20465"/>
                    <a:pt x="15467" y="20476"/>
                  </a:cubicBezTo>
                  <a:cubicBezTo>
                    <a:pt x="15468" y="20491"/>
                    <a:pt x="15453" y="20520"/>
                    <a:pt x="15448" y="20535"/>
                  </a:cubicBezTo>
                  <a:cubicBezTo>
                    <a:pt x="15444" y="20547"/>
                    <a:pt x="15430" y="20571"/>
                    <a:pt x="15433" y="20583"/>
                  </a:cubicBezTo>
                  <a:cubicBezTo>
                    <a:pt x="15435" y="20593"/>
                    <a:pt x="15450" y="20612"/>
                    <a:pt x="15460" y="20612"/>
                  </a:cubicBezTo>
                  <a:cubicBezTo>
                    <a:pt x="15468" y="20613"/>
                    <a:pt x="15480" y="20599"/>
                    <a:pt x="15485" y="20592"/>
                  </a:cubicBezTo>
                  <a:cubicBezTo>
                    <a:pt x="15491" y="20585"/>
                    <a:pt x="15494" y="20563"/>
                    <a:pt x="15501" y="20557"/>
                  </a:cubicBezTo>
                  <a:cubicBezTo>
                    <a:pt x="15508" y="20551"/>
                    <a:pt x="15529" y="20544"/>
                    <a:pt x="15538" y="20548"/>
                  </a:cubicBezTo>
                  <a:cubicBezTo>
                    <a:pt x="15547" y="20552"/>
                    <a:pt x="15561" y="20573"/>
                    <a:pt x="15560" y="20583"/>
                  </a:cubicBezTo>
                  <a:cubicBezTo>
                    <a:pt x="15559" y="20598"/>
                    <a:pt x="15526" y="20613"/>
                    <a:pt x="15520" y="20628"/>
                  </a:cubicBezTo>
                  <a:cubicBezTo>
                    <a:pt x="15515" y="20640"/>
                    <a:pt x="15515" y="20670"/>
                    <a:pt x="15517" y="20684"/>
                  </a:cubicBezTo>
                  <a:cubicBezTo>
                    <a:pt x="15519" y="20696"/>
                    <a:pt x="15524" y="20726"/>
                    <a:pt x="15534" y="20731"/>
                  </a:cubicBezTo>
                  <a:cubicBezTo>
                    <a:pt x="15544" y="20736"/>
                    <a:pt x="15567" y="20712"/>
                    <a:pt x="15577" y="20717"/>
                  </a:cubicBezTo>
                  <a:cubicBezTo>
                    <a:pt x="15587" y="20723"/>
                    <a:pt x="15593" y="20753"/>
                    <a:pt x="15591" y="20765"/>
                  </a:cubicBezTo>
                  <a:cubicBezTo>
                    <a:pt x="15589" y="20776"/>
                    <a:pt x="15566" y="20787"/>
                    <a:pt x="15564" y="20798"/>
                  </a:cubicBezTo>
                  <a:cubicBezTo>
                    <a:pt x="15562" y="20810"/>
                    <a:pt x="15577" y="20835"/>
                    <a:pt x="15584" y="20846"/>
                  </a:cubicBezTo>
                  <a:cubicBezTo>
                    <a:pt x="15588" y="20853"/>
                    <a:pt x="15604" y="20860"/>
                    <a:pt x="15608" y="20868"/>
                  </a:cubicBezTo>
                  <a:cubicBezTo>
                    <a:pt x="15612" y="20878"/>
                    <a:pt x="15611" y="20903"/>
                    <a:pt x="15608" y="20914"/>
                  </a:cubicBezTo>
                  <a:cubicBezTo>
                    <a:pt x="15607" y="20922"/>
                    <a:pt x="15595" y="20936"/>
                    <a:pt x="15595" y="20945"/>
                  </a:cubicBezTo>
                  <a:cubicBezTo>
                    <a:pt x="15595" y="20954"/>
                    <a:pt x="15605" y="20969"/>
                    <a:pt x="15608" y="20977"/>
                  </a:cubicBezTo>
                  <a:cubicBezTo>
                    <a:pt x="15612" y="20986"/>
                    <a:pt x="15619" y="21003"/>
                    <a:pt x="15622" y="21012"/>
                  </a:cubicBezTo>
                  <a:cubicBezTo>
                    <a:pt x="15626" y="21025"/>
                    <a:pt x="15627" y="21055"/>
                    <a:pt x="15635" y="21066"/>
                  </a:cubicBezTo>
                  <a:cubicBezTo>
                    <a:pt x="15643" y="21077"/>
                    <a:pt x="15667" y="21089"/>
                    <a:pt x="15679" y="21094"/>
                  </a:cubicBezTo>
                  <a:cubicBezTo>
                    <a:pt x="15689" y="21097"/>
                    <a:pt x="15709" y="21100"/>
                    <a:pt x="15719" y="21100"/>
                  </a:cubicBezTo>
                  <a:cubicBezTo>
                    <a:pt x="15726" y="21100"/>
                    <a:pt x="15741" y="21094"/>
                    <a:pt x="15748" y="21094"/>
                  </a:cubicBezTo>
                  <a:cubicBezTo>
                    <a:pt x="15757" y="21093"/>
                    <a:pt x="15779" y="21093"/>
                    <a:pt x="15786" y="21100"/>
                  </a:cubicBezTo>
                  <a:cubicBezTo>
                    <a:pt x="15798" y="21113"/>
                    <a:pt x="15802" y="21152"/>
                    <a:pt x="15797" y="21169"/>
                  </a:cubicBezTo>
                  <a:cubicBezTo>
                    <a:pt x="15796" y="21178"/>
                    <a:pt x="15783" y="21190"/>
                    <a:pt x="15777" y="21196"/>
                  </a:cubicBezTo>
                  <a:cubicBezTo>
                    <a:pt x="15771" y="21204"/>
                    <a:pt x="15753" y="21216"/>
                    <a:pt x="15750" y="21226"/>
                  </a:cubicBezTo>
                  <a:cubicBezTo>
                    <a:pt x="15748" y="21238"/>
                    <a:pt x="15755" y="21264"/>
                    <a:pt x="15765" y="21271"/>
                  </a:cubicBezTo>
                  <a:cubicBezTo>
                    <a:pt x="15773" y="21278"/>
                    <a:pt x="15797" y="21274"/>
                    <a:pt x="15807" y="21270"/>
                  </a:cubicBezTo>
                  <a:cubicBezTo>
                    <a:pt x="15818" y="21266"/>
                    <a:pt x="15831" y="21242"/>
                    <a:pt x="15842" y="21240"/>
                  </a:cubicBezTo>
                  <a:cubicBezTo>
                    <a:pt x="15855" y="21237"/>
                    <a:pt x="15883" y="21245"/>
                    <a:pt x="15893" y="21255"/>
                  </a:cubicBezTo>
                  <a:cubicBezTo>
                    <a:pt x="15901" y="21263"/>
                    <a:pt x="15905" y="21290"/>
                    <a:pt x="15904" y="21302"/>
                  </a:cubicBezTo>
                  <a:cubicBezTo>
                    <a:pt x="15904" y="21313"/>
                    <a:pt x="15898" y="21336"/>
                    <a:pt x="15890" y="21342"/>
                  </a:cubicBezTo>
                  <a:cubicBezTo>
                    <a:pt x="15882" y="21349"/>
                    <a:pt x="15861" y="21349"/>
                    <a:pt x="15851" y="21349"/>
                  </a:cubicBezTo>
                  <a:cubicBezTo>
                    <a:pt x="15832" y="21348"/>
                    <a:pt x="15795" y="21329"/>
                    <a:pt x="15776" y="21331"/>
                  </a:cubicBezTo>
                  <a:cubicBezTo>
                    <a:pt x="15764" y="21333"/>
                    <a:pt x="15744" y="21353"/>
                    <a:pt x="15732" y="21355"/>
                  </a:cubicBezTo>
                  <a:cubicBezTo>
                    <a:pt x="15724" y="21356"/>
                    <a:pt x="15708" y="21349"/>
                    <a:pt x="15700" y="21348"/>
                  </a:cubicBezTo>
                  <a:cubicBezTo>
                    <a:pt x="15690" y="21347"/>
                    <a:pt x="15670" y="21345"/>
                    <a:pt x="15661" y="21348"/>
                  </a:cubicBezTo>
                  <a:cubicBezTo>
                    <a:pt x="15649" y="21352"/>
                    <a:pt x="15634" y="21373"/>
                    <a:pt x="15623" y="21377"/>
                  </a:cubicBezTo>
                  <a:cubicBezTo>
                    <a:pt x="15614" y="21381"/>
                    <a:pt x="15595" y="21380"/>
                    <a:pt x="15587" y="21384"/>
                  </a:cubicBezTo>
                  <a:cubicBezTo>
                    <a:pt x="15577" y="21389"/>
                    <a:pt x="15563" y="21407"/>
                    <a:pt x="15553" y="21412"/>
                  </a:cubicBezTo>
                  <a:cubicBezTo>
                    <a:pt x="15544" y="21416"/>
                    <a:pt x="15522" y="21414"/>
                    <a:pt x="15514" y="21420"/>
                  </a:cubicBezTo>
                  <a:cubicBezTo>
                    <a:pt x="15506" y="21426"/>
                    <a:pt x="15493" y="21447"/>
                    <a:pt x="15493" y="21457"/>
                  </a:cubicBezTo>
                  <a:cubicBezTo>
                    <a:pt x="15492" y="21469"/>
                    <a:pt x="15510" y="21487"/>
                    <a:pt x="15512" y="21498"/>
                  </a:cubicBezTo>
                  <a:cubicBezTo>
                    <a:pt x="15514" y="21511"/>
                    <a:pt x="15511" y="21538"/>
                    <a:pt x="15506" y="21550"/>
                  </a:cubicBezTo>
                  <a:cubicBezTo>
                    <a:pt x="15500" y="21564"/>
                    <a:pt x="15480" y="21588"/>
                    <a:pt x="15466" y="21594"/>
                  </a:cubicBezTo>
                  <a:cubicBezTo>
                    <a:pt x="15455" y="21600"/>
                    <a:pt x="15427" y="21600"/>
                    <a:pt x="15415" y="21596"/>
                  </a:cubicBezTo>
                  <a:cubicBezTo>
                    <a:pt x="15399" y="21590"/>
                    <a:pt x="15369" y="21567"/>
                    <a:pt x="15361" y="21552"/>
                  </a:cubicBezTo>
                  <a:cubicBezTo>
                    <a:pt x="15356" y="21544"/>
                    <a:pt x="15363" y="21522"/>
                    <a:pt x="15358" y="21515"/>
                  </a:cubicBezTo>
                  <a:cubicBezTo>
                    <a:pt x="15351" y="21507"/>
                    <a:pt x="15328" y="21506"/>
                    <a:pt x="15318" y="21504"/>
                  </a:cubicBezTo>
                  <a:cubicBezTo>
                    <a:pt x="15307" y="21503"/>
                    <a:pt x="15284" y="21509"/>
                    <a:pt x="15273" y="21506"/>
                  </a:cubicBezTo>
                  <a:cubicBezTo>
                    <a:pt x="15258" y="21503"/>
                    <a:pt x="15228" y="21491"/>
                    <a:pt x="15218" y="21478"/>
                  </a:cubicBezTo>
                  <a:cubicBezTo>
                    <a:pt x="15212" y="21470"/>
                    <a:pt x="15213" y="21446"/>
                    <a:pt x="15208" y="21437"/>
                  </a:cubicBezTo>
                  <a:cubicBezTo>
                    <a:pt x="15202" y="21428"/>
                    <a:pt x="15186" y="21413"/>
                    <a:pt x="15177" y="21408"/>
                  </a:cubicBezTo>
                  <a:cubicBezTo>
                    <a:pt x="15161" y="21399"/>
                    <a:pt x="15122" y="21400"/>
                    <a:pt x="15107" y="21389"/>
                  </a:cubicBezTo>
                  <a:cubicBezTo>
                    <a:pt x="15088" y="21375"/>
                    <a:pt x="15069" y="21327"/>
                    <a:pt x="15055" y="21307"/>
                  </a:cubicBezTo>
                  <a:cubicBezTo>
                    <a:pt x="15045" y="21293"/>
                    <a:pt x="15025" y="21264"/>
                    <a:pt x="15013" y="21252"/>
                  </a:cubicBezTo>
                  <a:cubicBezTo>
                    <a:pt x="15003" y="21242"/>
                    <a:pt x="14980" y="21226"/>
                    <a:pt x="14967" y="21222"/>
                  </a:cubicBezTo>
                  <a:cubicBezTo>
                    <a:pt x="14946" y="21215"/>
                    <a:pt x="14901" y="21219"/>
                    <a:pt x="14879" y="21218"/>
                  </a:cubicBezTo>
                  <a:cubicBezTo>
                    <a:pt x="14863" y="21218"/>
                    <a:pt x="14831" y="21222"/>
                    <a:pt x="14816" y="21220"/>
                  </a:cubicBezTo>
                  <a:cubicBezTo>
                    <a:pt x="14802" y="21219"/>
                    <a:pt x="14772" y="21214"/>
                    <a:pt x="14760" y="21205"/>
                  </a:cubicBezTo>
                  <a:cubicBezTo>
                    <a:pt x="14752" y="21199"/>
                    <a:pt x="14746" y="21177"/>
                    <a:pt x="14739" y="21169"/>
                  </a:cubicBezTo>
                  <a:cubicBezTo>
                    <a:pt x="14735" y="21164"/>
                    <a:pt x="14727" y="21155"/>
                    <a:pt x="14721" y="21155"/>
                  </a:cubicBezTo>
                  <a:cubicBezTo>
                    <a:pt x="14709" y="21154"/>
                    <a:pt x="14690" y="21174"/>
                    <a:pt x="14678" y="21178"/>
                  </a:cubicBezTo>
                  <a:cubicBezTo>
                    <a:pt x="14665" y="21182"/>
                    <a:pt x="14637" y="21192"/>
                    <a:pt x="14624" y="21188"/>
                  </a:cubicBezTo>
                  <a:cubicBezTo>
                    <a:pt x="14612" y="21185"/>
                    <a:pt x="14599" y="21161"/>
                    <a:pt x="14588" y="21156"/>
                  </a:cubicBezTo>
                  <a:cubicBezTo>
                    <a:pt x="14581" y="21152"/>
                    <a:pt x="14563" y="21149"/>
                    <a:pt x="14556" y="21152"/>
                  </a:cubicBezTo>
                  <a:cubicBezTo>
                    <a:pt x="14549" y="21155"/>
                    <a:pt x="14543" y="21174"/>
                    <a:pt x="14535" y="21176"/>
                  </a:cubicBezTo>
                  <a:cubicBezTo>
                    <a:pt x="14521" y="21179"/>
                    <a:pt x="14495" y="21148"/>
                    <a:pt x="14480" y="21152"/>
                  </a:cubicBezTo>
                  <a:cubicBezTo>
                    <a:pt x="14471" y="21154"/>
                    <a:pt x="14464" y="21176"/>
                    <a:pt x="14456" y="21180"/>
                  </a:cubicBezTo>
                  <a:cubicBezTo>
                    <a:pt x="14447" y="21183"/>
                    <a:pt x="14427" y="21178"/>
                    <a:pt x="14418" y="21176"/>
                  </a:cubicBezTo>
                  <a:cubicBezTo>
                    <a:pt x="14402" y="21173"/>
                    <a:pt x="14372" y="21163"/>
                    <a:pt x="14356" y="21161"/>
                  </a:cubicBezTo>
                  <a:cubicBezTo>
                    <a:pt x="14348" y="21160"/>
                    <a:pt x="14331" y="21158"/>
                    <a:pt x="14324" y="21161"/>
                  </a:cubicBezTo>
                  <a:cubicBezTo>
                    <a:pt x="14314" y="21166"/>
                    <a:pt x="14305" y="21196"/>
                    <a:pt x="14293" y="21198"/>
                  </a:cubicBezTo>
                  <a:cubicBezTo>
                    <a:pt x="14282" y="21201"/>
                    <a:pt x="14261" y="21184"/>
                    <a:pt x="14251" y="21178"/>
                  </a:cubicBezTo>
                  <a:cubicBezTo>
                    <a:pt x="14244" y="21173"/>
                    <a:pt x="14232" y="21160"/>
                    <a:pt x="14224" y="21156"/>
                  </a:cubicBezTo>
                  <a:cubicBezTo>
                    <a:pt x="14214" y="21152"/>
                    <a:pt x="14191" y="21149"/>
                    <a:pt x="14180" y="21152"/>
                  </a:cubicBezTo>
                  <a:cubicBezTo>
                    <a:pt x="14171" y="21154"/>
                    <a:pt x="14156" y="21170"/>
                    <a:pt x="14147" y="21174"/>
                  </a:cubicBezTo>
                  <a:cubicBezTo>
                    <a:pt x="14138" y="21178"/>
                    <a:pt x="14118" y="21187"/>
                    <a:pt x="14108" y="21184"/>
                  </a:cubicBezTo>
                  <a:cubicBezTo>
                    <a:pt x="14098" y="21181"/>
                    <a:pt x="14091" y="21151"/>
                    <a:pt x="14080" y="21148"/>
                  </a:cubicBezTo>
                  <a:cubicBezTo>
                    <a:pt x="14074" y="21147"/>
                    <a:pt x="14064" y="21156"/>
                    <a:pt x="14060" y="21159"/>
                  </a:cubicBezTo>
                  <a:cubicBezTo>
                    <a:pt x="14052" y="21164"/>
                    <a:pt x="14042" y="21183"/>
                    <a:pt x="14033" y="21182"/>
                  </a:cubicBezTo>
                  <a:cubicBezTo>
                    <a:pt x="14025" y="21182"/>
                    <a:pt x="14017" y="21162"/>
                    <a:pt x="14010" y="21156"/>
                  </a:cubicBezTo>
                  <a:cubicBezTo>
                    <a:pt x="14004" y="21151"/>
                    <a:pt x="13990" y="21143"/>
                    <a:pt x="13983" y="21142"/>
                  </a:cubicBezTo>
                  <a:cubicBezTo>
                    <a:pt x="13971" y="21140"/>
                    <a:pt x="13946" y="21155"/>
                    <a:pt x="13934" y="21150"/>
                  </a:cubicBezTo>
                  <a:cubicBezTo>
                    <a:pt x="13924" y="21145"/>
                    <a:pt x="13911" y="21123"/>
                    <a:pt x="13908" y="21111"/>
                  </a:cubicBezTo>
                  <a:cubicBezTo>
                    <a:pt x="13906" y="21103"/>
                    <a:pt x="13914" y="21085"/>
                    <a:pt x="13910" y="21077"/>
                  </a:cubicBezTo>
                  <a:cubicBezTo>
                    <a:pt x="13908" y="21071"/>
                    <a:pt x="13898" y="21063"/>
                    <a:pt x="13893" y="21062"/>
                  </a:cubicBezTo>
                  <a:cubicBezTo>
                    <a:pt x="13884" y="21061"/>
                    <a:pt x="13867" y="21075"/>
                    <a:pt x="13858" y="21075"/>
                  </a:cubicBezTo>
                  <a:cubicBezTo>
                    <a:pt x="13847" y="21076"/>
                    <a:pt x="13825" y="21070"/>
                    <a:pt x="13815" y="21064"/>
                  </a:cubicBezTo>
                  <a:cubicBezTo>
                    <a:pt x="13807" y="21058"/>
                    <a:pt x="13794" y="21040"/>
                    <a:pt x="13790" y="21030"/>
                  </a:cubicBezTo>
                  <a:cubicBezTo>
                    <a:pt x="13787" y="21020"/>
                    <a:pt x="13794" y="20996"/>
                    <a:pt x="13789" y="20987"/>
                  </a:cubicBezTo>
                  <a:cubicBezTo>
                    <a:pt x="13785" y="20981"/>
                    <a:pt x="13771" y="20973"/>
                    <a:pt x="13765" y="20974"/>
                  </a:cubicBezTo>
                  <a:cubicBezTo>
                    <a:pt x="13757" y="20975"/>
                    <a:pt x="13749" y="20994"/>
                    <a:pt x="13741" y="20997"/>
                  </a:cubicBezTo>
                  <a:cubicBezTo>
                    <a:pt x="13734" y="20999"/>
                    <a:pt x="13720" y="20998"/>
                    <a:pt x="13714" y="20995"/>
                  </a:cubicBezTo>
                  <a:cubicBezTo>
                    <a:pt x="13702" y="20988"/>
                    <a:pt x="13689" y="20961"/>
                    <a:pt x="13678" y="20951"/>
                  </a:cubicBezTo>
                  <a:cubicBezTo>
                    <a:pt x="13669" y="20943"/>
                    <a:pt x="13645" y="20931"/>
                    <a:pt x="13634" y="20923"/>
                  </a:cubicBezTo>
                  <a:cubicBezTo>
                    <a:pt x="13624" y="20916"/>
                    <a:pt x="13602" y="20902"/>
                    <a:pt x="13594" y="20891"/>
                  </a:cubicBezTo>
                  <a:cubicBezTo>
                    <a:pt x="13590" y="20884"/>
                    <a:pt x="13590" y="20864"/>
                    <a:pt x="13584" y="20859"/>
                  </a:cubicBezTo>
                  <a:cubicBezTo>
                    <a:pt x="13579" y="20854"/>
                    <a:pt x="13565" y="20854"/>
                    <a:pt x="13558" y="20855"/>
                  </a:cubicBezTo>
                  <a:cubicBezTo>
                    <a:pt x="13548" y="20856"/>
                    <a:pt x="13530" y="20871"/>
                    <a:pt x="13520" y="20873"/>
                  </a:cubicBezTo>
                  <a:cubicBezTo>
                    <a:pt x="13509" y="20874"/>
                    <a:pt x="13489" y="20868"/>
                    <a:pt x="13479" y="20865"/>
                  </a:cubicBezTo>
                  <a:cubicBezTo>
                    <a:pt x="13467" y="20862"/>
                    <a:pt x="13444" y="20847"/>
                    <a:pt x="13431" y="20846"/>
                  </a:cubicBezTo>
                  <a:cubicBezTo>
                    <a:pt x="13422" y="20845"/>
                    <a:pt x="13403" y="20855"/>
                    <a:pt x="13394" y="20851"/>
                  </a:cubicBezTo>
                  <a:cubicBezTo>
                    <a:pt x="13383" y="20847"/>
                    <a:pt x="13372" y="20824"/>
                    <a:pt x="13362" y="20817"/>
                  </a:cubicBezTo>
                  <a:cubicBezTo>
                    <a:pt x="13352" y="20810"/>
                    <a:pt x="13330" y="20799"/>
                    <a:pt x="13318" y="20796"/>
                  </a:cubicBezTo>
                  <a:cubicBezTo>
                    <a:pt x="13308" y="20794"/>
                    <a:pt x="13287" y="20792"/>
                    <a:pt x="13278" y="20796"/>
                  </a:cubicBezTo>
                  <a:cubicBezTo>
                    <a:pt x="13269" y="20800"/>
                    <a:pt x="13259" y="20818"/>
                    <a:pt x="13252" y="20824"/>
                  </a:cubicBezTo>
                  <a:cubicBezTo>
                    <a:pt x="13245" y="20829"/>
                    <a:pt x="13231" y="20839"/>
                    <a:pt x="13223" y="20840"/>
                  </a:cubicBezTo>
                  <a:cubicBezTo>
                    <a:pt x="13216" y="20841"/>
                    <a:pt x="13201" y="20842"/>
                    <a:pt x="13197" y="20837"/>
                  </a:cubicBezTo>
                  <a:cubicBezTo>
                    <a:pt x="13189" y="20828"/>
                    <a:pt x="13199" y="20802"/>
                    <a:pt x="13194" y="20792"/>
                  </a:cubicBezTo>
                  <a:cubicBezTo>
                    <a:pt x="13189" y="20783"/>
                    <a:pt x="13170" y="20774"/>
                    <a:pt x="13161" y="20771"/>
                  </a:cubicBezTo>
                  <a:cubicBezTo>
                    <a:pt x="13153" y="20768"/>
                    <a:pt x="13134" y="20776"/>
                    <a:pt x="13127" y="20771"/>
                  </a:cubicBezTo>
                  <a:cubicBezTo>
                    <a:pt x="13119" y="20765"/>
                    <a:pt x="13119" y="20743"/>
                    <a:pt x="13114" y="20734"/>
                  </a:cubicBezTo>
                  <a:cubicBezTo>
                    <a:pt x="13112" y="20728"/>
                    <a:pt x="13107" y="20714"/>
                    <a:pt x="13101" y="20712"/>
                  </a:cubicBezTo>
                  <a:cubicBezTo>
                    <a:pt x="13092" y="20707"/>
                    <a:pt x="13070" y="20722"/>
                    <a:pt x="13062" y="20715"/>
                  </a:cubicBezTo>
                  <a:cubicBezTo>
                    <a:pt x="13056" y="20710"/>
                    <a:pt x="13062" y="20689"/>
                    <a:pt x="13059" y="20681"/>
                  </a:cubicBezTo>
                  <a:cubicBezTo>
                    <a:pt x="13057" y="20675"/>
                    <a:pt x="13050" y="20665"/>
                    <a:pt x="13045" y="20662"/>
                  </a:cubicBezTo>
                  <a:cubicBezTo>
                    <a:pt x="13034" y="20655"/>
                    <a:pt x="13005" y="20662"/>
                    <a:pt x="12995" y="20654"/>
                  </a:cubicBezTo>
                  <a:cubicBezTo>
                    <a:pt x="12987" y="20648"/>
                    <a:pt x="12981" y="20626"/>
                    <a:pt x="12978" y="20615"/>
                  </a:cubicBezTo>
                  <a:cubicBezTo>
                    <a:pt x="12976" y="20607"/>
                    <a:pt x="12982" y="20586"/>
                    <a:pt x="12976" y="20579"/>
                  </a:cubicBezTo>
                  <a:cubicBezTo>
                    <a:pt x="12967" y="20569"/>
                    <a:pt x="12937" y="20567"/>
                    <a:pt x="12925" y="20569"/>
                  </a:cubicBezTo>
                  <a:cubicBezTo>
                    <a:pt x="12913" y="20571"/>
                    <a:pt x="12897" y="20593"/>
                    <a:pt x="12886" y="20594"/>
                  </a:cubicBezTo>
                  <a:cubicBezTo>
                    <a:pt x="12877" y="20595"/>
                    <a:pt x="12862" y="20582"/>
                    <a:pt x="12853" y="20581"/>
                  </a:cubicBezTo>
                  <a:cubicBezTo>
                    <a:pt x="12842" y="20580"/>
                    <a:pt x="12820" y="20594"/>
                    <a:pt x="12809" y="20592"/>
                  </a:cubicBezTo>
                  <a:cubicBezTo>
                    <a:pt x="12801" y="20592"/>
                    <a:pt x="12787" y="20584"/>
                    <a:pt x="12781" y="20579"/>
                  </a:cubicBezTo>
                  <a:cubicBezTo>
                    <a:pt x="12773" y="20574"/>
                    <a:pt x="12766" y="20554"/>
                    <a:pt x="12757" y="20551"/>
                  </a:cubicBezTo>
                  <a:cubicBezTo>
                    <a:pt x="12746" y="20549"/>
                    <a:pt x="12725" y="20573"/>
                    <a:pt x="12715" y="20568"/>
                  </a:cubicBezTo>
                  <a:cubicBezTo>
                    <a:pt x="12707" y="20565"/>
                    <a:pt x="12704" y="20545"/>
                    <a:pt x="12700" y="20538"/>
                  </a:cubicBezTo>
                  <a:cubicBezTo>
                    <a:pt x="12697" y="20533"/>
                    <a:pt x="12690" y="20524"/>
                    <a:pt x="12685" y="20522"/>
                  </a:cubicBezTo>
                  <a:cubicBezTo>
                    <a:pt x="12677" y="20519"/>
                    <a:pt x="12658" y="20529"/>
                    <a:pt x="12649" y="20530"/>
                  </a:cubicBezTo>
                  <a:cubicBezTo>
                    <a:pt x="12639" y="20530"/>
                    <a:pt x="12617" y="20529"/>
                    <a:pt x="12608" y="20524"/>
                  </a:cubicBezTo>
                  <a:cubicBezTo>
                    <a:pt x="12600" y="20520"/>
                    <a:pt x="12592" y="20504"/>
                    <a:pt x="12585" y="20500"/>
                  </a:cubicBezTo>
                  <a:cubicBezTo>
                    <a:pt x="12576" y="20495"/>
                    <a:pt x="12554" y="20489"/>
                    <a:pt x="12545" y="20493"/>
                  </a:cubicBezTo>
                  <a:cubicBezTo>
                    <a:pt x="12536" y="20497"/>
                    <a:pt x="12530" y="20522"/>
                    <a:pt x="12522" y="20528"/>
                  </a:cubicBezTo>
                  <a:cubicBezTo>
                    <a:pt x="12514" y="20533"/>
                    <a:pt x="12494" y="20540"/>
                    <a:pt x="12485" y="20536"/>
                  </a:cubicBezTo>
                  <a:cubicBezTo>
                    <a:pt x="12475" y="20532"/>
                    <a:pt x="12470" y="20507"/>
                    <a:pt x="12462" y="20500"/>
                  </a:cubicBezTo>
                  <a:cubicBezTo>
                    <a:pt x="12455" y="20493"/>
                    <a:pt x="12434" y="20491"/>
                    <a:pt x="12429" y="20483"/>
                  </a:cubicBezTo>
                  <a:cubicBezTo>
                    <a:pt x="12421" y="20474"/>
                    <a:pt x="12414" y="20448"/>
                    <a:pt x="12417" y="20436"/>
                  </a:cubicBezTo>
                  <a:cubicBezTo>
                    <a:pt x="12420" y="20425"/>
                    <a:pt x="12440" y="20413"/>
                    <a:pt x="12445" y="20404"/>
                  </a:cubicBezTo>
                  <a:cubicBezTo>
                    <a:pt x="12452" y="20393"/>
                    <a:pt x="12465" y="20368"/>
                    <a:pt x="12463" y="20356"/>
                  </a:cubicBezTo>
                  <a:cubicBezTo>
                    <a:pt x="12461" y="20337"/>
                    <a:pt x="12433" y="20311"/>
                    <a:pt x="12421" y="20298"/>
                  </a:cubicBezTo>
                  <a:cubicBezTo>
                    <a:pt x="12413" y="20290"/>
                    <a:pt x="12396" y="20278"/>
                    <a:pt x="12387" y="20272"/>
                  </a:cubicBezTo>
                  <a:cubicBezTo>
                    <a:pt x="12378" y="20267"/>
                    <a:pt x="12356" y="20262"/>
                    <a:pt x="12347" y="20257"/>
                  </a:cubicBezTo>
                  <a:cubicBezTo>
                    <a:pt x="12340" y="20253"/>
                    <a:pt x="12325" y="20245"/>
                    <a:pt x="12321" y="20238"/>
                  </a:cubicBezTo>
                  <a:cubicBezTo>
                    <a:pt x="12310" y="20222"/>
                    <a:pt x="12306" y="20182"/>
                    <a:pt x="12305" y="20162"/>
                  </a:cubicBezTo>
                  <a:cubicBezTo>
                    <a:pt x="12304" y="20151"/>
                    <a:pt x="12309" y="20130"/>
                    <a:pt x="12310" y="20119"/>
                  </a:cubicBezTo>
                  <a:cubicBezTo>
                    <a:pt x="12310" y="20108"/>
                    <a:pt x="12311" y="20085"/>
                    <a:pt x="12308" y="20074"/>
                  </a:cubicBezTo>
                  <a:cubicBezTo>
                    <a:pt x="12303" y="20061"/>
                    <a:pt x="12281" y="20043"/>
                    <a:pt x="12276" y="20031"/>
                  </a:cubicBezTo>
                  <a:cubicBezTo>
                    <a:pt x="12272" y="20022"/>
                    <a:pt x="12271" y="20002"/>
                    <a:pt x="12268" y="19993"/>
                  </a:cubicBezTo>
                  <a:cubicBezTo>
                    <a:pt x="12263" y="19979"/>
                    <a:pt x="12242" y="19955"/>
                    <a:pt x="12241" y="19939"/>
                  </a:cubicBezTo>
                  <a:cubicBezTo>
                    <a:pt x="12240" y="19930"/>
                    <a:pt x="12251" y="19914"/>
                    <a:pt x="12251" y="19905"/>
                  </a:cubicBezTo>
                  <a:cubicBezTo>
                    <a:pt x="12252" y="19893"/>
                    <a:pt x="12249" y="19866"/>
                    <a:pt x="12241" y="19857"/>
                  </a:cubicBezTo>
                  <a:cubicBezTo>
                    <a:pt x="12234" y="19849"/>
                    <a:pt x="12211" y="19849"/>
                    <a:pt x="12204" y="19842"/>
                  </a:cubicBezTo>
                  <a:cubicBezTo>
                    <a:pt x="12199" y="19838"/>
                    <a:pt x="12193" y="19826"/>
                    <a:pt x="12192" y="19820"/>
                  </a:cubicBezTo>
                  <a:cubicBezTo>
                    <a:pt x="12190" y="19807"/>
                    <a:pt x="12200" y="19781"/>
                    <a:pt x="12200" y="19768"/>
                  </a:cubicBezTo>
                  <a:cubicBezTo>
                    <a:pt x="12200" y="19760"/>
                    <a:pt x="12200" y="19744"/>
                    <a:pt x="12197" y="19737"/>
                  </a:cubicBezTo>
                  <a:cubicBezTo>
                    <a:pt x="12191" y="19721"/>
                    <a:pt x="12163" y="19698"/>
                    <a:pt x="12157" y="19682"/>
                  </a:cubicBezTo>
                  <a:cubicBezTo>
                    <a:pt x="12153" y="19672"/>
                    <a:pt x="12158" y="19648"/>
                    <a:pt x="12154" y="19638"/>
                  </a:cubicBezTo>
                  <a:cubicBezTo>
                    <a:pt x="12149" y="19625"/>
                    <a:pt x="12129" y="19605"/>
                    <a:pt x="12118" y="19598"/>
                  </a:cubicBezTo>
                  <a:cubicBezTo>
                    <a:pt x="12110" y="19594"/>
                    <a:pt x="12092" y="19593"/>
                    <a:pt x="12084" y="19590"/>
                  </a:cubicBezTo>
                  <a:cubicBezTo>
                    <a:pt x="12071" y="19587"/>
                    <a:pt x="12044" y="19581"/>
                    <a:pt x="12035" y="19571"/>
                  </a:cubicBezTo>
                  <a:cubicBezTo>
                    <a:pt x="12030" y="19565"/>
                    <a:pt x="12027" y="19549"/>
                    <a:pt x="12028" y="19542"/>
                  </a:cubicBezTo>
                  <a:cubicBezTo>
                    <a:pt x="12029" y="19528"/>
                    <a:pt x="12052" y="19506"/>
                    <a:pt x="12052" y="19491"/>
                  </a:cubicBezTo>
                  <a:cubicBezTo>
                    <a:pt x="12051" y="19483"/>
                    <a:pt x="12042" y="19467"/>
                    <a:pt x="12035" y="19464"/>
                  </a:cubicBezTo>
                  <a:cubicBezTo>
                    <a:pt x="12027" y="19460"/>
                    <a:pt x="12007" y="19468"/>
                    <a:pt x="11998" y="19468"/>
                  </a:cubicBezTo>
                  <a:cubicBezTo>
                    <a:pt x="11985" y="19467"/>
                    <a:pt x="11956" y="19465"/>
                    <a:pt x="11947" y="19455"/>
                  </a:cubicBezTo>
                  <a:cubicBezTo>
                    <a:pt x="11939" y="19447"/>
                    <a:pt x="11938" y="19421"/>
                    <a:pt x="11938" y="19409"/>
                  </a:cubicBezTo>
                  <a:cubicBezTo>
                    <a:pt x="11938" y="19397"/>
                    <a:pt x="11954" y="19370"/>
                    <a:pt x="11947" y="19360"/>
                  </a:cubicBezTo>
                  <a:cubicBezTo>
                    <a:pt x="11942" y="19354"/>
                    <a:pt x="11922" y="19363"/>
                    <a:pt x="11916" y="19358"/>
                  </a:cubicBezTo>
                  <a:cubicBezTo>
                    <a:pt x="11907" y="19351"/>
                    <a:pt x="11908" y="19322"/>
                    <a:pt x="11900" y="19313"/>
                  </a:cubicBezTo>
                  <a:cubicBezTo>
                    <a:pt x="11894" y="19306"/>
                    <a:pt x="11876" y="19300"/>
                    <a:pt x="11867" y="19296"/>
                  </a:cubicBezTo>
                  <a:cubicBezTo>
                    <a:pt x="11861" y="19294"/>
                    <a:pt x="11846" y="19293"/>
                    <a:pt x="11841" y="19287"/>
                  </a:cubicBezTo>
                  <a:cubicBezTo>
                    <a:pt x="11832" y="19277"/>
                    <a:pt x="11831" y="19246"/>
                    <a:pt x="11828" y="19232"/>
                  </a:cubicBezTo>
                  <a:cubicBezTo>
                    <a:pt x="11827" y="19222"/>
                    <a:pt x="11824" y="19202"/>
                    <a:pt x="11826" y="19192"/>
                  </a:cubicBezTo>
                  <a:cubicBezTo>
                    <a:pt x="11828" y="19184"/>
                    <a:pt x="11838" y="19169"/>
                    <a:pt x="11840" y="19161"/>
                  </a:cubicBezTo>
                  <a:cubicBezTo>
                    <a:pt x="11842" y="19154"/>
                    <a:pt x="11844" y="19138"/>
                    <a:pt x="11844" y="19130"/>
                  </a:cubicBezTo>
                  <a:cubicBezTo>
                    <a:pt x="11845" y="19122"/>
                    <a:pt x="11839" y="19107"/>
                    <a:pt x="11841" y="19099"/>
                  </a:cubicBezTo>
                  <a:cubicBezTo>
                    <a:pt x="11843" y="19090"/>
                    <a:pt x="11860" y="19075"/>
                    <a:pt x="11861" y="19065"/>
                  </a:cubicBezTo>
                  <a:cubicBezTo>
                    <a:pt x="11862" y="19054"/>
                    <a:pt x="11846" y="19034"/>
                    <a:pt x="11848" y="19023"/>
                  </a:cubicBezTo>
                  <a:cubicBezTo>
                    <a:pt x="11849" y="19018"/>
                    <a:pt x="11862" y="19013"/>
                    <a:pt x="11864" y="19007"/>
                  </a:cubicBezTo>
                  <a:cubicBezTo>
                    <a:pt x="11870" y="18989"/>
                    <a:pt x="11867" y="18947"/>
                    <a:pt x="11861" y="18929"/>
                  </a:cubicBezTo>
                  <a:cubicBezTo>
                    <a:pt x="11858" y="18920"/>
                    <a:pt x="11841" y="18907"/>
                    <a:pt x="11838" y="18897"/>
                  </a:cubicBezTo>
                  <a:cubicBezTo>
                    <a:pt x="11834" y="18885"/>
                    <a:pt x="11841" y="18859"/>
                    <a:pt x="11839" y="18846"/>
                  </a:cubicBezTo>
                  <a:cubicBezTo>
                    <a:pt x="11838" y="18836"/>
                    <a:pt x="11832" y="18817"/>
                    <a:pt x="11826" y="18809"/>
                  </a:cubicBezTo>
                  <a:cubicBezTo>
                    <a:pt x="11819" y="18800"/>
                    <a:pt x="11800" y="18782"/>
                    <a:pt x="11790" y="18784"/>
                  </a:cubicBezTo>
                  <a:cubicBezTo>
                    <a:pt x="11780" y="18786"/>
                    <a:pt x="11774" y="18818"/>
                    <a:pt x="11764" y="18817"/>
                  </a:cubicBezTo>
                  <a:cubicBezTo>
                    <a:pt x="11755" y="18817"/>
                    <a:pt x="11746" y="18793"/>
                    <a:pt x="11746" y="18783"/>
                  </a:cubicBezTo>
                  <a:cubicBezTo>
                    <a:pt x="11746" y="18774"/>
                    <a:pt x="11763" y="18759"/>
                    <a:pt x="11763" y="18750"/>
                  </a:cubicBezTo>
                  <a:cubicBezTo>
                    <a:pt x="11763" y="18742"/>
                    <a:pt x="11757" y="18724"/>
                    <a:pt x="11750" y="18719"/>
                  </a:cubicBezTo>
                  <a:cubicBezTo>
                    <a:pt x="11743" y="18714"/>
                    <a:pt x="11724" y="18720"/>
                    <a:pt x="11715" y="18718"/>
                  </a:cubicBezTo>
                  <a:cubicBezTo>
                    <a:pt x="11705" y="18715"/>
                    <a:pt x="11680" y="18709"/>
                    <a:pt x="11676" y="18698"/>
                  </a:cubicBezTo>
                  <a:cubicBezTo>
                    <a:pt x="11673" y="18689"/>
                    <a:pt x="11683" y="18669"/>
                    <a:pt x="11689" y="18662"/>
                  </a:cubicBezTo>
                  <a:cubicBezTo>
                    <a:pt x="11697" y="18651"/>
                    <a:pt x="11725" y="18644"/>
                    <a:pt x="11731" y="18632"/>
                  </a:cubicBezTo>
                  <a:cubicBezTo>
                    <a:pt x="11737" y="18622"/>
                    <a:pt x="11734" y="18596"/>
                    <a:pt x="11738" y="18585"/>
                  </a:cubicBezTo>
                  <a:cubicBezTo>
                    <a:pt x="11741" y="18578"/>
                    <a:pt x="11752" y="18566"/>
                    <a:pt x="11755" y="18559"/>
                  </a:cubicBezTo>
                  <a:cubicBezTo>
                    <a:pt x="11760" y="18549"/>
                    <a:pt x="11771" y="18530"/>
                    <a:pt x="11771" y="18519"/>
                  </a:cubicBezTo>
                  <a:cubicBezTo>
                    <a:pt x="11772" y="18503"/>
                    <a:pt x="11756" y="18474"/>
                    <a:pt x="11752" y="18459"/>
                  </a:cubicBezTo>
                  <a:cubicBezTo>
                    <a:pt x="11749" y="18451"/>
                    <a:pt x="11743" y="18435"/>
                    <a:pt x="11743" y="18427"/>
                  </a:cubicBezTo>
                  <a:cubicBezTo>
                    <a:pt x="11743" y="18416"/>
                    <a:pt x="11749" y="18395"/>
                    <a:pt x="11754" y="18385"/>
                  </a:cubicBezTo>
                  <a:cubicBezTo>
                    <a:pt x="11758" y="18376"/>
                    <a:pt x="11776" y="18363"/>
                    <a:pt x="11779" y="18353"/>
                  </a:cubicBezTo>
                  <a:cubicBezTo>
                    <a:pt x="11781" y="18345"/>
                    <a:pt x="11781" y="18325"/>
                    <a:pt x="11775" y="18319"/>
                  </a:cubicBezTo>
                  <a:cubicBezTo>
                    <a:pt x="11765" y="18310"/>
                    <a:pt x="11735" y="18320"/>
                    <a:pt x="11723" y="18315"/>
                  </a:cubicBezTo>
                  <a:cubicBezTo>
                    <a:pt x="11714" y="18311"/>
                    <a:pt x="11695" y="18299"/>
                    <a:pt x="11691" y="18289"/>
                  </a:cubicBezTo>
                  <a:cubicBezTo>
                    <a:pt x="11687" y="18280"/>
                    <a:pt x="11693" y="18259"/>
                    <a:pt x="11695" y="18249"/>
                  </a:cubicBezTo>
                  <a:cubicBezTo>
                    <a:pt x="11697" y="18241"/>
                    <a:pt x="11706" y="18227"/>
                    <a:pt x="11708" y="18219"/>
                  </a:cubicBezTo>
                  <a:cubicBezTo>
                    <a:pt x="11711" y="18210"/>
                    <a:pt x="11719" y="18191"/>
                    <a:pt x="11715" y="18182"/>
                  </a:cubicBezTo>
                  <a:cubicBezTo>
                    <a:pt x="11713" y="18174"/>
                    <a:pt x="11694" y="18170"/>
                    <a:pt x="11690" y="18163"/>
                  </a:cubicBezTo>
                  <a:cubicBezTo>
                    <a:pt x="11683" y="18154"/>
                    <a:pt x="11685" y="18126"/>
                    <a:pt x="11678" y="18117"/>
                  </a:cubicBezTo>
                  <a:cubicBezTo>
                    <a:pt x="11668" y="18105"/>
                    <a:pt x="11638" y="18088"/>
                    <a:pt x="11623" y="18089"/>
                  </a:cubicBezTo>
                  <a:cubicBezTo>
                    <a:pt x="11615" y="18089"/>
                    <a:pt x="11603" y="18110"/>
                    <a:pt x="11595" y="18107"/>
                  </a:cubicBezTo>
                  <a:cubicBezTo>
                    <a:pt x="11585" y="18104"/>
                    <a:pt x="11585" y="18075"/>
                    <a:pt x="11580" y="18065"/>
                  </a:cubicBezTo>
                  <a:cubicBezTo>
                    <a:pt x="11576" y="18057"/>
                    <a:pt x="11568" y="18039"/>
                    <a:pt x="11559" y="18036"/>
                  </a:cubicBezTo>
                  <a:cubicBezTo>
                    <a:pt x="11553" y="18034"/>
                    <a:pt x="11540" y="18042"/>
                    <a:pt x="11534" y="18045"/>
                  </a:cubicBezTo>
                  <a:cubicBezTo>
                    <a:pt x="11523" y="18051"/>
                    <a:pt x="11507" y="18075"/>
                    <a:pt x="11495" y="18075"/>
                  </a:cubicBezTo>
                  <a:cubicBezTo>
                    <a:pt x="11482" y="18075"/>
                    <a:pt x="11458" y="18054"/>
                    <a:pt x="11452" y="18042"/>
                  </a:cubicBezTo>
                  <a:cubicBezTo>
                    <a:pt x="11449" y="18035"/>
                    <a:pt x="11457" y="18018"/>
                    <a:pt x="11453" y="18011"/>
                  </a:cubicBezTo>
                  <a:cubicBezTo>
                    <a:pt x="11449" y="18001"/>
                    <a:pt x="11431" y="17987"/>
                    <a:pt x="11421" y="17986"/>
                  </a:cubicBezTo>
                  <a:cubicBezTo>
                    <a:pt x="11413" y="17985"/>
                    <a:pt x="11401" y="17998"/>
                    <a:pt x="11393" y="18000"/>
                  </a:cubicBezTo>
                  <a:cubicBezTo>
                    <a:pt x="11387" y="18002"/>
                    <a:pt x="11373" y="18007"/>
                    <a:pt x="11367" y="18003"/>
                  </a:cubicBezTo>
                  <a:cubicBezTo>
                    <a:pt x="11357" y="17998"/>
                    <a:pt x="11350" y="17973"/>
                    <a:pt x="11344" y="17964"/>
                  </a:cubicBezTo>
                  <a:cubicBezTo>
                    <a:pt x="11334" y="17949"/>
                    <a:pt x="11309" y="17925"/>
                    <a:pt x="11300" y="17910"/>
                  </a:cubicBezTo>
                  <a:cubicBezTo>
                    <a:pt x="11294" y="17900"/>
                    <a:pt x="11289" y="17873"/>
                    <a:pt x="11280" y="17865"/>
                  </a:cubicBezTo>
                  <a:cubicBezTo>
                    <a:pt x="11270" y="17858"/>
                    <a:pt x="11242" y="17865"/>
                    <a:pt x="11234" y="17857"/>
                  </a:cubicBezTo>
                  <a:cubicBezTo>
                    <a:pt x="11227" y="17850"/>
                    <a:pt x="11227" y="17828"/>
                    <a:pt x="11223" y="17818"/>
                  </a:cubicBezTo>
                  <a:cubicBezTo>
                    <a:pt x="11219" y="17807"/>
                    <a:pt x="11214" y="17779"/>
                    <a:pt x="11203" y="17776"/>
                  </a:cubicBezTo>
                  <a:cubicBezTo>
                    <a:pt x="11197" y="17774"/>
                    <a:pt x="11188" y="17789"/>
                    <a:pt x="11182" y="17790"/>
                  </a:cubicBezTo>
                  <a:cubicBezTo>
                    <a:pt x="11173" y="17791"/>
                    <a:pt x="11155" y="17788"/>
                    <a:pt x="11149" y="17782"/>
                  </a:cubicBezTo>
                  <a:cubicBezTo>
                    <a:pt x="11141" y="17775"/>
                    <a:pt x="11143" y="17747"/>
                    <a:pt x="11135" y="17740"/>
                  </a:cubicBezTo>
                  <a:cubicBezTo>
                    <a:pt x="11129" y="17735"/>
                    <a:pt x="11112" y="17737"/>
                    <a:pt x="11106" y="17732"/>
                  </a:cubicBezTo>
                  <a:cubicBezTo>
                    <a:pt x="11096" y="17726"/>
                    <a:pt x="11079" y="17708"/>
                    <a:pt x="11077" y="17696"/>
                  </a:cubicBezTo>
                  <a:cubicBezTo>
                    <a:pt x="11076" y="17685"/>
                    <a:pt x="11093" y="17665"/>
                    <a:pt x="11093" y="17654"/>
                  </a:cubicBezTo>
                  <a:cubicBezTo>
                    <a:pt x="11094" y="17642"/>
                    <a:pt x="11087" y="17618"/>
                    <a:pt x="11080" y="17609"/>
                  </a:cubicBezTo>
                  <a:cubicBezTo>
                    <a:pt x="11074" y="17602"/>
                    <a:pt x="11053" y="17602"/>
                    <a:pt x="11047" y="17595"/>
                  </a:cubicBezTo>
                  <a:cubicBezTo>
                    <a:pt x="11042" y="17587"/>
                    <a:pt x="11041" y="17565"/>
                    <a:pt x="11044" y="17556"/>
                  </a:cubicBezTo>
                  <a:cubicBezTo>
                    <a:pt x="11046" y="17549"/>
                    <a:pt x="11060" y="17543"/>
                    <a:pt x="11061" y="17536"/>
                  </a:cubicBezTo>
                  <a:cubicBezTo>
                    <a:pt x="11064" y="17525"/>
                    <a:pt x="11055" y="17503"/>
                    <a:pt x="11048" y="17495"/>
                  </a:cubicBezTo>
                  <a:cubicBezTo>
                    <a:pt x="11043" y="17489"/>
                    <a:pt x="11026" y="17486"/>
                    <a:pt x="11020" y="17482"/>
                  </a:cubicBezTo>
                  <a:cubicBezTo>
                    <a:pt x="11011" y="17475"/>
                    <a:pt x="10994" y="17459"/>
                    <a:pt x="10991" y="17448"/>
                  </a:cubicBezTo>
                  <a:cubicBezTo>
                    <a:pt x="10988" y="17439"/>
                    <a:pt x="10996" y="17418"/>
                    <a:pt x="10995" y="17407"/>
                  </a:cubicBezTo>
                  <a:cubicBezTo>
                    <a:pt x="10992" y="17391"/>
                    <a:pt x="10982" y="17358"/>
                    <a:pt x="10971" y="17346"/>
                  </a:cubicBezTo>
                  <a:cubicBezTo>
                    <a:pt x="10966" y="17340"/>
                    <a:pt x="10951" y="17335"/>
                    <a:pt x="10944" y="17333"/>
                  </a:cubicBezTo>
                  <a:cubicBezTo>
                    <a:pt x="10934" y="17330"/>
                    <a:pt x="10910" y="17335"/>
                    <a:pt x="10901" y="17329"/>
                  </a:cubicBezTo>
                  <a:cubicBezTo>
                    <a:pt x="10891" y="17324"/>
                    <a:pt x="10880" y="17302"/>
                    <a:pt x="10874" y="17292"/>
                  </a:cubicBezTo>
                  <a:cubicBezTo>
                    <a:pt x="10868" y="17280"/>
                    <a:pt x="10857" y="17255"/>
                    <a:pt x="10854" y="17242"/>
                  </a:cubicBezTo>
                  <a:cubicBezTo>
                    <a:pt x="10851" y="17231"/>
                    <a:pt x="10852" y="17207"/>
                    <a:pt x="10849" y="17196"/>
                  </a:cubicBezTo>
                  <a:cubicBezTo>
                    <a:pt x="10846" y="17186"/>
                    <a:pt x="10836" y="17167"/>
                    <a:pt x="10828" y="17161"/>
                  </a:cubicBezTo>
                  <a:cubicBezTo>
                    <a:pt x="10820" y="17154"/>
                    <a:pt x="10795" y="17155"/>
                    <a:pt x="10786" y="17149"/>
                  </a:cubicBezTo>
                  <a:cubicBezTo>
                    <a:pt x="10777" y="17142"/>
                    <a:pt x="10766" y="17122"/>
                    <a:pt x="10761" y="17112"/>
                  </a:cubicBezTo>
                  <a:cubicBezTo>
                    <a:pt x="10754" y="17099"/>
                    <a:pt x="10748" y="17069"/>
                    <a:pt x="10742" y="17056"/>
                  </a:cubicBezTo>
                  <a:cubicBezTo>
                    <a:pt x="10738" y="17047"/>
                    <a:pt x="10729" y="17030"/>
                    <a:pt x="10722" y="17023"/>
                  </a:cubicBezTo>
                  <a:cubicBezTo>
                    <a:pt x="10712" y="17014"/>
                    <a:pt x="10687" y="17005"/>
                    <a:pt x="10675" y="16999"/>
                  </a:cubicBezTo>
                  <a:cubicBezTo>
                    <a:pt x="10664" y="16993"/>
                    <a:pt x="10643" y="16981"/>
                    <a:pt x="10632" y="16977"/>
                  </a:cubicBezTo>
                  <a:cubicBezTo>
                    <a:pt x="10621" y="16974"/>
                    <a:pt x="10598" y="16974"/>
                    <a:pt x="10588" y="16969"/>
                  </a:cubicBezTo>
                  <a:cubicBezTo>
                    <a:pt x="10574" y="16962"/>
                    <a:pt x="10555" y="16932"/>
                    <a:pt x="10540" y="16928"/>
                  </a:cubicBezTo>
                  <a:cubicBezTo>
                    <a:pt x="10534" y="16926"/>
                    <a:pt x="10522" y="16935"/>
                    <a:pt x="10516" y="16933"/>
                  </a:cubicBezTo>
                  <a:cubicBezTo>
                    <a:pt x="10509" y="16931"/>
                    <a:pt x="10498" y="16916"/>
                    <a:pt x="10496" y="16908"/>
                  </a:cubicBezTo>
                  <a:cubicBezTo>
                    <a:pt x="10492" y="16894"/>
                    <a:pt x="10508" y="16866"/>
                    <a:pt x="10505" y="16852"/>
                  </a:cubicBezTo>
                  <a:cubicBezTo>
                    <a:pt x="10503" y="16843"/>
                    <a:pt x="10492" y="16828"/>
                    <a:pt x="10484" y="16825"/>
                  </a:cubicBezTo>
                  <a:cubicBezTo>
                    <a:pt x="10470" y="16819"/>
                    <a:pt x="10438" y="16839"/>
                    <a:pt x="10424" y="16832"/>
                  </a:cubicBezTo>
                  <a:cubicBezTo>
                    <a:pt x="10414" y="16827"/>
                    <a:pt x="10405" y="16803"/>
                    <a:pt x="10399" y="16793"/>
                  </a:cubicBezTo>
                  <a:cubicBezTo>
                    <a:pt x="10391" y="16780"/>
                    <a:pt x="10370" y="16759"/>
                    <a:pt x="10366" y="16744"/>
                  </a:cubicBezTo>
                  <a:cubicBezTo>
                    <a:pt x="10361" y="16727"/>
                    <a:pt x="10373" y="16691"/>
                    <a:pt x="10370" y="16673"/>
                  </a:cubicBezTo>
                  <a:cubicBezTo>
                    <a:pt x="10368" y="16663"/>
                    <a:pt x="10357" y="16646"/>
                    <a:pt x="10351" y="16637"/>
                  </a:cubicBezTo>
                  <a:cubicBezTo>
                    <a:pt x="10346" y="16629"/>
                    <a:pt x="10332" y="16614"/>
                    <a:pt x="10327" y="16606"/>
                  </a:cubicBezTo>
                  <a:cubicBezTo>
                    <a:pt x="10321" y="16594"/>
                    <a:pt x="10315" y="16567"/>
                    <a:pt x="10308" y="16555"/>
                  </a:cubicBezTo>
                  <a:cubicBezTo>
                    <a:pt x="10302" y="16544"/>
                    <a:pt x="10281" y="16528"/>
                    <a:pt x="10278" y="16517"/>
                  </a:cubicBezTo>
                  <a:cubicBezTo>
                    <a:pt x="10275" y="16507"/>
                    <a:pt x="10277" y="16483"/>
                    <a:pt x="10281" y="16473"/>
                  </a:cubicBezTo>
                  <a:cubicBezTo>
                    <a:pt x="10285" y="16465"/>
                    <a:pt x="10302" y="16456"/>
                    <a:pt x="10305" y="16447"/>
                  </a:cubicBezTo>
                  <a:cubicBezTo>
                    <a:pt x="10308" y="16439"/>
                    <a:pt x="10310" y="16418"/>
                    <a:pt x="10304" y="16411"/>
                  </a:cubicBezTo>
                  <a:cubicBezTo>
                    <a:pt x="10297" y="16401"/>
                    <a:pt x="10269" y="16407"/>
                    <a:pt x="10261" y="16399"/>
                  </a:cubicBezTo>
                  <a:cubicBezTo>
                    <a:pt x="10253" y="16392"/>
                    <a:pt x="10244" y="16369"/>
                    <a:pt x="10247" y="16358"/>
                  </a:cubicBezTo>
                  <a:cubicBezTo>
                    <a:pt x="10251" y="16344"/>
                    <a:pt x="10285" y="16336"/>
                    <a:pt x="10289" y="16323"/>
                  </a:cubicBezTo>
                  <a:cubicBezTo>
                    <a:pt x="10292" y="16316"/>
                    <a:pt x="10288" y="16300"/>
                    <a:pt x="10283" y="16295"/>
                  </a:cubicBezTo>
                  <a:cubicBezTo>
                    <a:pt x="10278" y="16290"/>
                    <a:pt x="10263" y="16288"/>
                    <a:pt x="10257" y="16285"/>
                  </a:cubicBezTo>
                  <a:cubicBezTo>
                    <a:pt x="10246" y="16283"/>
                    <a:pt x="10223" y="16282"/>
                    <a:pt x="10214" y="16276"/>
                  </a:cubicBezTo>
                  <a:cubicBezTo>
                    <a:pt x="10204" y="16268"/>
                    <a:pt x="10188" y="16245"/>
                    <a:pt x="10184" y="16233"/>
                  </a:cubicBezTo>
                  <a:cubicBezTo>
                    <a:pt x="10179" y="16223"/>
                    <a:pt x="10178" y="16201"/>
                    <a:pt x="10178" y="16190"/>
                  </a:cubicBezTo>
                  <a:cubicBezTo>
                    <a:pt x="10179" y="16178"/>
                    <a:pt x="10193" y="16153"/>
                    <a:pt x="10189" y="16141"/>
                  </a:cubicBezTo>
                  <a:cubicBezTo>
                    <a:pt x="10186" y="16132"/>
                    <a:pt x="10169" y="16122"/>
                    <a:pt x="10162" y="16117"/>
                  </a:cubicBezTo>
                  <a:cubicBezTo>
                    <a:pt x="10154" y="16112"/>
                    <a:pt x="10133" y="16107"/>
                    <a:pt x="10127" y="16099"/>
                  </a:cubicBezTo>
                  <a:cubicBezTo>
                    <a:pt x="10120" y="16090"/>
                    <a:pt x="10116" y="16068"/>
                    <a:pt x="10115" y="16057"/>
                  </a:cubicBezTo>
                  <a:cubicBezTo>
                    <a:pt x="10113" y="16048"/>
                    <a:pt x="10118" y="16027"/>
                    <a:pt x="10112" y="16019"/>
                  </a:cubicBezTo>
                  <a:cubicBezTo>
                    <a:pt x="10103" y="16007"/>
                    <a:pt x="10069" y="16007"/>
                    <a:pt x="10055" y="16001"/>
                  </a:cubicBezTo>
                  <a:cubicBezTo>
                    <a:pt x="10045" y="15997"/>
                    <a:pt x="10024" y="15989"/>
                    <a:pt x="10017" y="15980"/>
                  </a:cubicBezTo>
                  <a:cubicBezTo>
                    <a:pt x="10004" y="15963"/>
                    <a:pt x="9994" y="15915"/>
                    <a:pt x="9994" y="15892"/>
                  </a:cubicBezTo>
                  <a:cubicBezTo>
                    <a:pt x="9994" y="15881"/>
                    <a:pt x="10005" y="15859"/>
                    <a:pt x="10006" y="15847"/>
                  </a:cubicBezTo>
                  <a:cubicBezTo>
                    <a:pt x="10007" y="15839"/>
                    <a:pt x="10006" y="15822"/>
                    <a:pt x="10003" y="15815"/>
                  </a:cubicBezTo>
                  <a:cubicBezTo>
                    <a:pt x="9998" y="15805"/>
                    <a:pt x="9978" y="15794"/>
                    <a:pt x="9973" y="15785"/>
                  </a:cubicBezTo>
                  <a:cubicBezTo>
                    <a:pt x="9968" y="15776"/>
                    <a:pt x="9965" y="15755"/>
                    <a:pt x="9964" y="15745"/>
                  </a:cubicBezTo>
                  <a:cubicBezTo>
                    <a:pt x="9963" y="15732"/>
                    <a:pt x="9972" y="15706"/>
                    <a:pt x="9967" y="15695"/>
                  </a:cubicBezTo>
                  <a:cubicBezTo>
                    <a:pt x="9963" y="15684"/>
                    <a:pt x="9943" y="15670"/>
                    <a:pt x="9934" y="15663"/>
                  </a:cubicBezTo>
                  <a:cubicBezTo>
                    <a:pt x="9924" y="15655"/>
                    <a:pt x="9896" y="15647"/>
                    <a:pt x="9891" y="15635"/>
                  </a:cubicBezTo>
                  <a:cubicBezTo>
                    <a:pt x="9889" y="15628"/>
                    <a:pt x="9900" y="15613"/>
                    <a:pt x="9898" y="15606"/>
                  </a:cubicBezTo>
                  <a:cubicBezTo>
                    <a:pt x="9894" y="15596"/>
                    <a:pt x="9871" y="15589"/>
                    <a:pt x="9866" y="15581"/>
                  </a:cubicBezTo>
                  <a:cubicBezTo>
                    <a:pt x="9857" y="15567"/>
                    <a:pt x="9856" y="15530"/>
                    <a:pt x="9848" y="15515"/>
                  </a:cubicBezTo>
                  <a:cubicBezTo>
                    <a:pt x="9844" y="15508"/>
                    <a:pt x="9835" y="15496"/>
                    <a:pt x="9829" y="15491"/>
                  </a:cubicBezTo>
                  <a:cubicBezTo>
                    <a:pt x="9818" y="15482"/>
                    <a:pt x="9786" y="15480"/>
                    <a:pt x="9778" y="15468"/>
                  </a:cubicBezTo>
                  <a:cubicBezTo>
                    <a:pt x="9773" y="15461"/>
                    <a:pt x="9776" y="15442"/>
                    <a:pt x="9775" y="15434"/>
                  </a:cubicBezTo>
                  <a:cubicBezTo>
                    <a:pt x="9773" y="15425"/>
                    <a:pt x="9766" y="15409"/>
                    <a:pt x="9766" y="15400"/>
                  </a:cubicBezTo>
                  <a:cubicBezTo>
                    <a:pt x="9766" y="15391"/>
                    <a:pt x="9775" y="15372"/>
                    <a:pt x="9776" y="15363"/>
                  </a:cubicBezTo>
                  <a:cubicBezTo>
                    <a:pt x="9777" y="15348"/>
                    <a:pt x="9775" y="15319"/>
                    <a:pt x="9773" y="15305"/>
                  </a:cubicBezTo>
                  <a:cubicBezTo>
                    <a:pt x="9771" y="15292"/>
                    <a:pt x="9763" y="15267"/>
                    <a:pt x="9760" y="15254"/>
                  </a:cubicBezTo>
                  <a:cubicBezTo>
                    <a:pt x="9757" y="15240"/>
                    <a:pt x="9750" y="15212"/>
                    <a:pt x="9749" y="15198"/>
                  </a:cubicBezTo>
                  <a:cubicBezTo>
                    <a:pt x="9749" y="15187"/>
                    <a:pt x="9754" y="15166"/>
                    <a:pt x="9753" y="15155"/>
                  </a:cubicBezTo>
                  <a:cubicBezTo>
                    <a:pt x="9752" y="15146"/>
                    <a:pt x="9747" y="15128"/>
                    <a:pt x="9745" y="15119"/>
                  </a:cubicBezTo>
                  <a:cubicBezTo>
                    <a:pt x="9741" y="15108"/>
                    <a:pt x="9735" y="15084"/>
                    <a:pt x="9727" y="15076"/>
                  </a:cubicBezTo>
                  <a:cubicBezTo>
                    <a:pt x="9716" y="15064"/>
                    <a:pt x="9683" y="15059"/>
                    <a:pt x="9669" y="15052"/>
                  </a:cubicBezTo>
                  <a:cubicBezTo>
                    <a:pt x="9660" y="15047"/>
                    <a:pt x="9643" y="15039"/>
                    <a:pt x="9636" y="15032"/>
                  </a:cubicBezTo>
                  <a:cubicBezTo>
                    <a:pt x="9628" y="15023"/>
                    <a:pt x="9624" y="14994"/>
                    <a:pt x="9614" y="14987"/>
                  </a:cubicBezTo>
                  <a:cubicBezTo>
                    <a:pt x="9608" y="14983"/>
                    <a:pt x="9592" y="14990"/>
                    <a:pt x="9586" y="14986"/>
                  </a:cubicBezTo>
                  <a:cubicBezTo>
                    <a:pt x="9578" y="14981"/>
                    <a:pt x="9570" y="14961"/>
                    <a:pt x="9568" y="14951"/>
                  </a:cubicBezTo>
                  <a:cubicBezTo>
                    <a:pt x="9566" y="14936"/>
                    <a:pt x="9581" y="14907"/>
                    <a:pt x="9579" y="14893"/>
                  </a:cubicBezTo>
                  <a:cubicBezTo>
                    <a:pt x="9577" y="14883"/>
                    <a:pt x="9567" y="14866"/>
                    <a:pt x="9562" y="14858"/>
                  </a:cubicBezTo>
                  <a:cubicBezTo>
                    <a:pt x="9553" y="14840"/>
                    <a:pt x="9535" y="14802"/>
                    <a:pt x="9521" y="14789"/>
                  </a:cubicBezTo>
                  <a:cubicBezTo>
                    <a:pt x="9509" y="14779"/>
                    <a:pt x="9479" y="14771"/>
                    <a:pt x="9465" y="14765"/>
                  </a:cubicBezTo>
                  <a:cubicBezTo>
                    <a:pt x="9450" y="14759"/>
                    <a:pt x="9418" y="14751"/>
                    <a:pt x="9405" y="14741"/>
                  </a:cubicBezTo>
                  <a:cubicBezTo>
                    <a:pt x="9398" y="14735"/>
                    <a:pt x="9388" y="14718"/>
                    <a:pt x="9384" y="14710"/>
                  </a:cubicBezTo>
                  <a:cubicBezTo>
                    <a:pt x="9380" y="14702"/>
                    <a:pt x="9382" y="14683"/>
                    <a:pt x="9377" y="14677"/>
                  </a:cubicBezTo>
                  <a:cubicBezTo>
                    <a:pt x="9368" y="14666"/>
                    <a:pt x="9337" y="14665"/>
                    <a:pt x="9326" y="14656"/>
                  </a:cubicBezTo>
                  <a:cubicBezTo>
                    <a:pt x="9319" y="14650"/>
                    <a:pt x="9309" y="14631"/>
                    <a:pt x="9302" y="14624"/>
                  </a:cubicBezTo>
                  <a:cubicBezTo>
                    <a:pt x="9295" y="14617"/>
                    <a:pt x="9279" y="14607"/>
                    <a:pt x="9271" y="14602"/>
                  </a:cubicBezTo>
                  <a:cubicBezTo>
                    <a:pt x="9263" y="14598"/>
                    <a:pt x="9247" y="14592"/>
                    <a:pt x="9240" y="14587"/>
                  </a:cubicBezTo>
                  <a:cubicBezTo>
                    <a:pt x="9232" y="14581"/>
                    <a:pt x="9219" y="14565"/>
                    <a:pt x="9211" y="14560"/>
                  </a:cubicBezTo>
                  <a:cubicBezTo>
                    <a:pt x="9204" y="14555"/>
                    <a:pt x="9187" y="14552"/>
                    <a:pt x="9179" y="14548"/>
                  </a:cubicBezTo>
                  <a:cubicBezTo>
                    <a:pt x="9167" y="14541"/>
                    <a:pt x="9141" y="14527"/>
                    <a:pt x="9133" y="14516"/>
                  </a:cubicBezTo>
                  <a:cubicBezTo>
                    <a:pt x="9122" y="14500"/>
                    <a:pt x="9114" y="14460"/>
                    <a:pt x="9109" y="14441"/>
                  </a:cubicBezTo>
                  <a:cubicBezTo>
                    <a:pt x="9106" y="14428"/>
                    <a:pt x="9109" y="14399"/>
                    <a:pt x="9102" y="14388"/>
                  </a:cubicBezTo>
                  <a:cubicBezTo>
                    <a:pt x="9093" y="14372"/>
                    <a:pt x="9061" y="14351"/>
                    <a:pt x="9045" y="14343"/>
                  </a:cubicBezTo>
                  <a:cubicBezTo>
                    <a:pt x="9035" y="14339"/>
                    <a:pt x="9013" y="14335"/>
                    <a:pt x="9003" y="14334"/>
                  </a:cubicBezTo>
                  <a:cubicBezTo>
                    <a:pt x="8989" y="14332"/>
                    <a:pt x="8961" y="14335"/>
                    <a:pt x="8948" y="14330"/>
                  </a:cubicBezTo>
                  <a:cubicBezTo>
                    <a:pt x="8938" y="14326"/>
                    <a:pt x="8920" y="14312"/>
                    <a:pt x="8914" y="14302"/>
                  </a:cubicBezTo>
                  <a:cubicBezTo>
                    <a:pt x="8908" y="14293"/>
                    <a:pt x="8908" y="14265"/>
                    <a:pt x="8899" y="14257"/>
                  </a:cubicBezTo>
                  <a:cubicBezTo>
                    <a:pt x="8888" y="14247"/>
                    <a:pt x="8854" y="14250"/>
                    <a:pt x="8839" y="14249"/>
                  </a:cubicBezTo>
                  <a:cubicBezTo>
                    <a:pt x="8828" y="14248"/>
                    <a:pt x="8806" y="14254"/>
                    <a:pt x="8796" y="14251"/>
                  </a:cubicBezTo>
                  <a:cubicBezTo>
                    <a:pt x="8783" y="14247"/>
                    <a:pt x="8760" y="14229"/>
                    <a:pt x="8755" y="14216"/>
                  </a:cubicBezTo>
                  <a:cubicBezTo>
                    <a:pt x="8751" y="14208"/>
                    <a:pt x="8754" y="14188"/>
                    <a:pt x="8758" y="14180"/>
                  </a:cubicBezTo>
                  <a:cubicBezTo>
                    <a:pt x="8762" y="14173"/>
                    <a:pt x="8782" y="14169"/>
                    <a:pt x="8785" y="14161"/>
                  </a:cubicBezTo>
                  <a:cubicBezTo>
                    <a:pt x="8790" y="14152"/>
                    <a:pt x="8783" y="14129"/>
                    <a:pt x="8782" y="14119"/>
                  </a:cubicBezTo>
                  <a:cubicBezTo>
                    <a:pt x="8781" y="14109"/>
                    <a:pt x="8783" y="14089"/>
                    <a:pt x="8778" y="14082"/>
                  </a:cubicBezTo>
                  <a:cubicBezTo>
                    <a:pt x="8770" y="14073"/>
                    <a:pt x="8743" y="14066"/>
                    <a:pt x="8732" y="14069"/>
                  </a:cubicBezTo>
                  <a:cubicBezTo>
                    <a:pt x="8721" y="14072"/>
                    <a:pt x="8711" y="14096"/>
                    <a:pt x="8702" y="14102"/>
                  </a:cubicBezTo>
                  <a:cubicBezTo>
                    <a:pt x="8696" y="14105"/>
                    <a:pt x="8681" y="14111"/>
                    <a:pt x="8674" y="14107"/>
                  </a:cubicBezTo>
                  <a:cubicBezTo>
                    <a:pt x="8664" y="14102"/>
                    <a:pt x="8652" y="14075"/>
                    <a:pt x="8653" y="14063"/>
                  </a:cubicBezTo>
                  <a:cubicBezTo>
                    <a:pt x="8654" y="14051"/>
                    <a:pt x="8679" y="14037"/>
                    <a:pt x="8681" y="14025"/>
                  </a:cubicBezTo>
                  <a:cubicBezTo>
                    <a:pt x="8684" y="14014"/>
                    <a:pt x="8676" y="13990"/>
                    <a:pt x="8671" y="13980"/>
                  </a:cubicBezTo>
                  <a:cubicBezTo>
                    <a:pt x="8667" y="13973"/>
                    <a:pt x="8657" y="13960"/>
                    <a:pt x="8650" y="13959"/>
                  </a:cubicBezTo>
                  <a:cubicBezTo>
                    <a:pt x="8642" y="13956"/>
                    <a:pt x="8626" y="13968"/>
                    <a:pt x="8617" y="13968"/>
                  </a:cubicBezTo>
                  <a:cubicBezTo>
                    <a:pt x="8605" y="13967"/>
                    <a:pt x="8581" y="13959"/>
                    <a:pt x="8574" y="13949"/>
                  </a:cubicBezTo>
                  <a:cubicBezTo>
                    <a:pt x="8565" y="13938"/>
                    <a:pt x="8569" y="13905"/>
                    <a:pt x="8563" y="13891"/>
                  </a:cubicBezTo>
                  <a:cubicBezTo>
                    <a:pt x="8559" y="13883"/>
                    <a:pt x="8547" y="13869"/>
                    <a:pt x="8542" y="13861"/>
                  </a:cubicBezTo>
                  <a:cubicBezTo>
                    <a:pt x="8536" y="13852"/>
                    <a:pt x="8523" y="13832"/>
                    <a:pt x="8520" y="13821"/>
                  </a:cubicBezTo>
                  <a:cubicBezTo>
                    <a:pt x="8518" y="13814"/>
                    <a:pt x="8521" y="13800"/>
                    <a:pt x="8518" y="13794"/>
                  </a:cubicBezTo>
                  <a:cubicBezTo>
                    <a:pt x="8513" y="13783"/>
                    <a:pt x="8494" y="13765"/>
                    <a:pt x="8483" y="13760"/>
                  </a:cubicBezTo>
                  <a:cubicBezTo>
                    <a:pt x="8472" y="13754"/>
                    <a:pt x="8446" y="13761"/>
                    <a:pt x="8437" y="13753"/>
                  </a:cubicBezTo>
                  <a:cubicBezTo>
                    <a:pt x="8432" y="13749"/>
                    <a:pt x="8432" y="13736"/>
                    <a:pt x="8430" y="13731"/>
                  </a:cubicBezTo>
                  <a:cubicBezTo>
                    <a:pt x="8427" y="13724"/>
                    <a:pt x="8422" y="13709"/>
                    <a:pt x="8416" y="13705"/>
                  </a:cubicBezTo>
                  <a:cubicBezTo>
                    <a:pt x="8410" y="13702"/>
                    <a:pt x="8396" y="13702"/>
                    <a:pt x="8390" y="13704"/>
                  </a:cubicBezTo>
                  <a:cubicBezTo>
                    <a:pt x="8381" y="13708"/>
                    <a:pt x="8370" y="13729"/>
                    <a:pt x="8362" y="13736"/>
                  </a:cubicBezTo>
                  <a:cubicBezTo>
                    <a:pt x="8356" y="13740"/>
                    <a:pt x="8344" y="13749"/>
                    <a:pt x="8337" y="13749"/>
                  </a:cubicBezTo>
                  <a:cubicBezTo>
                    <a:pt x="8327" y="13751"/>
                    <a:pt x="8304" y="13747"/>
                    <a:pt x="8297" y="13738"/>
                  </a:cubicBezTo>
                  <a:cubicBezTo>
                    <a:pt x="8292" y="13731"/>
                    <a:pt x="8299" y="13709"/>
                    <a:pt x="8297" y="13700"/>
                  </a:cubicBezTo>
                  <a:cubicBezTo>
                    <a:pt x="8296" y="13691"/>
                    <a:pt x="8294" y="13669"/>
                    <a:pt x="8286" y="13666"/>
                  </a:cubicBezTo>
                  <a:cubicBezTo>
                    <a:pt x="8277" y="13663"/>
                    <a:pt x="8263" y="13683"/>
                    <a:pt x="8255" y="13688"/>
                  </a:cubicBezTo>
                  <a:cubicBezTo>
                    <a:pt x="8246" y="13695"/>
                    <a:pt x="8228" y="13711"/>
                    <a:pt x="8217" y="13714"/>
                  </a:cubicBezTo>
                  <a:cubicBezTo>
                    <a:pt x="8204" y="13718"/>
                    <a:pt x="8176" y="13712"/>
                    <a:pt x="8163" y="13716"/>
                  </a:cubicBezTo>
                  <a:cubicBezTo>
                    <a:pt x="8150" y="13720"/>
                    <a:pt x="8132" y="13746"/>
                    <a:pt x="8118" y="13747"/>
                  </a:cubicBezTo>
                  <a:cubicBezTo>
                    <a:pt x="8107" y="13749"/>
                    <a:pt x="8087" y="13732"/>
                    <a:pt x="8076" y="13730"/>
                  </a:cubicBezTo>
                  <a:cubicBezTo>
                    <a:pt x="8065" y="13729"/>
                    <a:pt x="8043" y="13737"/>
                    <a:pt x="8032" y="13736"/>
                  </a:cubicBezTo>
                  <a:cubicBezTo>
                    <a:pt x="8015" y="13736"/>
                    <a:pt x="7981" y="13734"/>
                    <a:pt x="7966" y="13725"/>
                  </a:cubicBezTo>
                  <a:cubicBezTo>
                    <a:pt x="7956" y="13720"/>
                    <a:pt x="7944" y="13698"/>
                    <a:pt x="7935" y="13692"/>
                  </a:cubicBezTo>
                  <a:cubicBezTo>
                    <a:pt x="7925" y="13686"/>
                    <a:pt x="7903" y="13675"/>
                    <a:pt x="7891" y="13676"/>
                  </a:cubicBezTo>
                  <a:cubicBezTo>
                    <a:pt x="7885" y="13677"/>
                    <a:pt x="7876" y="13691"/>
                    <a:pt x="7869" y="13692"/>
                  </a:cubicBezTo>
                  <a:cubicBezTo>
                    <a:pt x="7858" y="13693"/>
                    <a:pt x="7838" y="13674"/>
                    <a:pt x="7826" y="13672"/>
                  </a:cubicBezTo>
                  <a:cubicBezTo>
                    <a:pt x="7817" y="13670"/>
                    <a:pt x="7799" y="13674"/>
                    <a:pt x="7791" y="13671"/>
                  </a:cubicBezTo>
                  <a:cubicBezTo>
                    <a:pt x="7786" y="13669"/>
                    <a:pt x="7780" y="13661"/>
                    <a:pt x="7775" y="13659"/>
                  </a:cubicBezTo>
                  <a:cubicBezTo>
                    <a:pt x="7767" y="13656"/>
                    <a:pt x="7750" y="13654"/>
                    <a:pt x="7742" y="13655"/>
                  </a:cubicBezTo>
                  <a:cubicBezTo>
                    <a:pt x="7733" y="13656"/>
                    <a:pt x="7717" y="13670"/>
                    <a:pt x="7708" y="13670"/>
                  </a:cubicBezTo>
                  <a:cubicBezTo>
                    <a:pt x="7701" y="13670"/>
                    <a:pt x="7689" y="13657"/>
                    <a:pt x="7681" y="13658"/>
                  </a:cubicBezTo>
                  <a:cubicBezTo>
                    <a:pt x="7669" y="13659"/>
                    <a:pt x="7653" y="13690"/>
                    <a:pt x="7641" y="13688"/>
                  </a:cubicBezTo>
                  <a:cubicBezTo>
                    <a:pt x="7632" y="13687"/>
                    <a:pt x="7625" y="13666"/>
                    <a:pt x="7618" y="13661"/>
                  </a:cubicBezTo>
                  <a:cubicBezTo>
                    <a:pt x="7606" y="13652"/>
                    <a:pt x="7580" y="13638"/>
                    <a:pt x="7566" y="13636"/>
                  </a:cubicBezTo>
                  <a:cubicBezTo>
                    <a:pt x="7554" y="13634"/>
                    <a:pt x="7531" y="13644"/>
                    <a:pt x="7519" y="13645"/>
                  </a:cubicBezTo>
                  <a:cubicBezTo>
                    <a:pt x="7511" y="13646"/>
                    <a:pt x="7495" y="13642"/>
                    <a:pt x="7487" y="13643"/>
                  </a:cubicBezTo>
                  <a:cubicBezTo>
                    <a:pt x="7474" y="13646"/>
                    <a:pt x="7450" y="13663"/>
                    <a:pt x="7436" y="13666"/>
                  </a:cubicBezTo>
                  <a:cubicBezTo>
                    <a:pt x="7426" y="13669"/>
                    <a:pt x="7405" y="13673"/>
                    <a:pt x="7396" y="13669"/>
                  </a:cubicBezTo>
                  <a:cubicBezTo>
                    <a:pt x="7388" y="13666"/>
                    <a:pt x="7380" y="13649"/>
                    <a:pt x="7373" y="13647"/>
                  </a:cubicBezTo>
                  <a:cubicBezTo>
                    <a:pt x="7357" y="13640"/>
                    <a:pt x="7321" y="13656"/>
                    <a:pt x="7304" y="13651"/>
                  </a:cubicBezTo>
                  <a:cubicBezTo>
                    <a:pt x="7291" y="13648"/>
                    <a:pt x="7267" y="13632"/>
                    <a:pt x="7258" y="13621"/>
                  </a:cubicBezTo>
                  <a:cubicBezTo>
                    <a:pt x="7253" y="13615"/>
                    <a:pt x="7251" y="13600"/>
                    <a:pt x="7247" y="13593"/>
                  </a:cubicBezTo>
                  <a:cubicBezTo>
                    <a:pt x="7241" y="13582"/>
                    <a:pt x="7227" y="13554"/>
                    <a:pt x="7215" y="13552"/>
                  </a:cubicBezTo>
                  <a:cubicBezTo>
                    <a:pt x="7205" y="13550"/>
                    <a:pt x="7193" y="13571"/>
                    <a:pt x="7184" y="13572"/>
                  </a:cubicBezTo>
                  <a:cubicBezTo>
                    <a:pt x="7162" y="13575"/>
                    <a:pt x="7120" y="13554"/>
                    <a:pt x="7101" y="13544"/>
                  </a:cubicBezTo>
                  <a:cubicBezTo>
                    <a:pt x="7091" y="13539"/>
                    <a:pt x="7073" y="13525"/>
                    <a:pt x="7065" y="13517"/>
                  </a:cubicBezTo>
                  <a:cubicBezTo>
                    <a:pt x="7055" y="13509"/>
                    <a:pt x="7041" y="13485"/>
                    <a:pt x="7030" y="13480"/>
                  </a:cubicBezTo>
                  <a:cubicBezTo>
                    <a:pt x="7017" y="13475"/>
                    <a:pt x="6988" y="13475"/>
                    <a:pt x="6974" y="13480"/>
                  </a:cubicBezTo>
                  <a:cubicBezTo>
                    <a:pt x="6959" y="13487"/>
                    <a:pt x="6934" y="13513"/>
                    <a:pt x="6923" y="13528"/>
                  </a:cubicBezTo>
                  <a:cubicBezTo>
                    <a:pt x="6915" y="13539"/>
                    <a:pt x="6903" y="13565"/>
                    <a:pt x="6899" y="13578"/>
                  </a:cubicBezTo>
                  <a:cubicBezTo>
                    <a:pt x="6894" y="13592"/>
                    <a:pt x="6894" y="13622"/>
                    <a:pt x="6890" y="13636"/>
                  </a:cubicBezTo>
                  <a:cubicBezTo>
                    <a:pt x="6886" y="13650"/>
                    <a:pt x="6876" y="13680"/>
                    <a:pt x="6866" y="13691"/>
                  </a:cubicBezTo>
                  <a:cubicBezTo>
                    <a:pt x="6859" y="13699"/>
                    <a:pt x="6839" y="13711"/>
                    <a:pt x="6828" y="13711"/>
                  </a:cubicBezTo>
                  <a:cubicBezTo>
                    <a:pt x="6815" y="13710"/>
                    <a:pt x="6798" y="13685"/>
                    <a:pt x="6787" y="13680"/>
                  </a:cubicBezTo>
                  <a:cubicBezTo>
                    <a:pt x="6774" y="13675"/>
                    <a:pt x="6747" y="13674"/>
                    <a:pt x="6734" y="13672"/>
                  </a:cubicBezTo>
                  <a:cubicBezTo>
                    <a:pt x="6728" y="13670"/>
                    <a:pt x="6716" y="13667"/>
                    <a:pt x="6710" y="13666"/>
                  </a:cubicBezTo>
                  <a:cubicBezTo>
                    <a:pt x="6699" y="13665"/>
                    <a:pt x="6677" y="13665"/>
                    <a:pt x="6668" y="13670"/>
                  </a:cubicBezTo>
                  <a:cubicBezTo>
                    <a:pt x="6657" y="13677"/>
                    <a:pt x="6648" y="13705"/>
                    <a:pt x="6637" y="13713"/>
                  </a:cubicBezTo>
                  <a:cubicBezTo>
                    <a:pt x="6629" y="13720"/>
                    <a:pt x="6610" y="13731"/>
                    <a:pt x="6600" y="13729"/>
                  </a:cubicBezTo>
                  <a:cubicBezTo>
                    <a:pt x="6589" y="13727"/>
                    <a:pt x="6578" y="13699"/>
                    <a:pt x="6567" y="13698"/>
                  </a:cubicBezTo>
                  <a:cubicBezTo>
                    <a:pt x="6556" y="13697"/>
                    <a:pt x="6540" y="13715"/>
                    <a:pt x="6530" y="13719"/>
                  </a:cubicBezTo>
                  <a:cubicBezTo>
                    <a:pt x="6520" y="13723"/>
                    <a:pt x="6496" y="13724"/>
                    <a:pt x="6487" y="13731"/>
                  </a:cubicBezTo>
                  <a:cubicBezTo>
                    <a:pt x="6481" y="13735"/>
                    <a:pt x="6475" y="13751"/>
                    <a:pt x="6470" y="13756"/>
                  </a:cubicBezTo>
                  <a:cubicBezTo>
                    <a:pt x="6464" y="13761"/>
                    <a:pt x="6452" y="13773"/>
                    <a:pt x="6444" y="13774"/>
                  </a:cubicBezTo>
                  <a:cubicBezTo>
                    <a:pt x="6431" y="13774"/>
                    <a:pt x="6409" y="13747"/>
                    <a:pt x="6396" y="13749"/>
                  </a:cubicBezTo>
                  <a:cubicBezTo>
                    <a:pt x="6383" y="13750"/>
                    <a:pt x="6364" y="13774"/>
                    <a:pt x="6356" y="13785"/>
                  </a:cubicBezTo>
                  <a:cubicBezTo>
                    <a:pt x="6348" y="13795"/>
                    <a:pt x="6339" y="13821"/>
                    <a:pt x="6336" y="13834"/>
                  </a:cubicBezTo>
                  <a:cubicBezTo>
                    <a:pt x="6332" y="13848"/>
                    <a:pt x="6338" y="13879"/>
                    <a:pt x="6333" y="13893"/>
                  </a:cubicBezTo>
                  <a:cubicBezTo>
                    <a:pt x="6329" y="13904"/>
                    <a:pt x="6313" y="13920"/>
                    <a:pt x="6305" y="13928"/>
                  </a:cubicBezTo>
                  <a:cubicBezTo>
                    <a:pt x="6296" y="13936"/>
                    <a:pt x="6270" y="13946"/>
                    <a:pt x="6265" y="13958"/>
                  </a:cubicBezTo>
                  <a:cubicBezTo>
                    <a:pt x="6259" y="13973"/>
                    <a:pt x="6284" y="14010"/>
                    <a:pt x="6277" y="14025"/>
                  </a:cubicBezTo>
                  <a:cubicBezTo>
                    <a:pt x="6271" y="14038"/>
                    <a:pt x="6237" y="14041"/>
                    <a:pt x="6227" y="14052"/>
                  </a:cubicBezTo>
                  <a:cubicBezTo>
                    <a:pt x="6221" y="14058"/>
                    <a:pt x="6214" y="14074"/>
                    <a:pt x="6212" y="14082"/>
                  </a:cubicBezTo>
                  <a:cubicBezTo>
                    <a:pt x="6209" y="14091"/>
                    <a:pt x="6211" y="14109"/>
                    <a:pt x="6208" y="14118"/>
                  </a:cubicBezTo>
                  <a:cubicBezTo>
                    <a:pt x="6204" y="14127"/>
                    <a:pt x="6190" y="14143"/>
                    <a:pt x="6183" y="14151"/>
                  </a:cubicBezTo>
                  <a:cubicBezTo>
                    <a:pt x="6177" y="14158"/>
                    <a:pt x="6160" y="14167"/>
                    <a:pt x="6155" y="14175"/>
                  </a:cubicBezTo>
                  <a:cubicBezTo>
                    <a:pt x="6150" y="14185"/>
                    <a:pt x="6151" y="14211"/>
                    <a:pt x="6149" y="14223"/>
                  </a:cubicBezTo>
                  <a:cubicBezTo>
                    <a:pt x="6145" y="14236"/>
                    <a:pt x="6137" y="14262"/>
                    <a:pt x="6132" y="14275"/>
                  </a:cubicBezTo>
                  <a:cubicBezTo>
                    <a:pt x="6125" y="14298"/>
                    <a:pt x="6106" y="14342"/>
                    <a:pt x="6104" y="14365"/>
                  </a:cubicBezTo>
                  <a:cubicBezTo>
                    <a:pt x="6103" y="14380"/>
                    <a:pt x="6113" y="14407"/>
                    <a:pt x="6111" y="14421"/>
                  </a:cubicBezTo>
                  <a:cubicBezTo>
                    <a:pt x="6110" y="14434"/>
                    <a:pt x="6101" y="14459"/>
                    <a:pt x="6095" y="14470"/>
                  </a:cubicBezTo>
                  <a:cubicBezTo>
                    <a:pt x="6087" y="14484"/>
                    <a:pt x="6067" y="14512"/>
                    <a:pt x="6054" y="14521"/>
                  </a:cubicBezTo>
                  <a:cubicBezTo>
                    <a:pt x="6045" y="14527"/>
                    <a:pt x="6021" y="14525"/>
                    <a:pt x="6014" y="14533"/>
                  </a:cubicBezTo>
                  <a:cubicBezTo>
                    <a:pt x="6004" y="14545"/>
                    <a:pt x="6012" y="14581"/>
                    <a:pt x="6008" y="14597"/>
                  </a:cubicBezTo>
                  <a:cubicBezTo>
                    <a:pt x="6005" y="14608"/>
                    <a:pt x="5998" y="14631"/>
                    <a:pt x="5991" y="14641"/>
                  </a:cubicBezTo>
                  <a:cubicBezTo>
                    <a:pt x="5984" y="14652"/>
                    <a:pt x="5957" y="14665"/>
                    <a:pt x="5954" y="14678"/>
                  </a:cubicBezTo>
                  <a:cubicBezTo>
                    <a:pt x="5952" y="14687"/>
                    <a:pt x="5960" y="14706"/>
                    <a:pt x="5966" y="14712"/>
                  </a:cubicBezTo>
                  <a:cubicBezTo>
                    <a:pt x="5973" y="14720"/>
                    <a:pt x="5994" y="14723"/>
                    <a:pt x="6002" y="14728"/>
                  </a:cubicBezTo>
                  <a:cubicBezTo>
                    <a:pt x="6008" y="14732"/>
                    <a:pt x="6022" y="14742"/>
                    <a:pt x="6024" y="14749"/>
                  </a:cubicBezTo>
                  <a:cubicBezTo>
                    <a:pt x="6026" y="14760"/>
                    <a:pt x="6017" y="14782"/>
                    <a:pt x="6010" y="14790"/>
                  </a:cubicBezTo>
                  <a:cubicBezTo>
                    <a:pt x="6005" y="14796"/>
                    <a:pt x="5991" y="14804"/>
                    <a:pt x="5983" y="14806"/>
                  </a:cubicBezTo>
                  <a:cubicBezTo>
                    <a:pt x="5974" y="14808"/>
                    <a:pt x="5954" y="14796"/>
                    <a:pt x="5946" y="14801"/>
                  </a:cubicBezTo>
                  <a:cubicBezTo>
                    <a:pt x="5938" y="14806"/>
                    <a:pt x="5939" y="14831"/>
                    <a:pt x="5931" y="14836"/>
                  </a:cubicBezTo>
                  <a:cubicBezTo>
                    <a:pt x="5927" y="14840"/>
                    <a:pt x="5914" y="14834"/>
                    <a:pt x="5908" y="14836"/>
                  </a:cubicBezTo>
                  <a:cubicBezTo>
                    <a:pt x="5898" y="14840"/>
                    <a:pt x="5883" y="14863"/>
                    <a:pt x="5872" y="14865"/>
                  </a:cubicBezTo>
                  <a:cubicBezTo>
                    <a:pt x="5860" y="14867"/>
                    <a:pt x="5839" y="14845"/>
                    <a:pt x="5827" y="14847"/>
                  </a:cubicBezTo>
                  <a:cubicBezTo>
                    <a:pt x="5819" y="14849"/>
                    <a:pt x="5808" y="14865"/>
                    <a:pt x="5804" y="14872"/>
                  </a:cubicBezTo>
                  <a:cubicBezTo>
                    <a:pt x="5798" y="14885"/>
                    <a:pt x="5800" y="14916"/>
                    <a:pt x="5795" y="14930"/>
                  </a:cubicBezTo>
                  <a:cubicBezTo>
                    <a:pt x="5789" y="14941"/>
                    <a:pt x="5769" y="14958"/>
                    <a:pt x="5763" y="14970"/>
                  </a:cubicBezTo>
                  <a:cubicBezTo>
                    <a:pt x="5757" y="14980"/>
                    <a:pt x="5752" y="15005"/>
                    <a:pt x="5744" y="15014"/>
                  </a:cubicBezTo>
                  <a:cubicBezTo>
                    <a:pt x="5737" y="15021"/>
                    <a:pt x="5718" y="15029"/>
                    <a:pt x="5709" y="15032"/>
                  </a:cubicBezTo>
                  <a:cubicBezTo>
                    <a:pt x="5702" y="15035"/>
                    <a:pt x="5685" y="15033"/>
                    <a:pt x="5679" y="15037"/>
                  </a:cubicBezTo>
                  <a:cubicBezTo>
                    <a:pt x="5670" y="15043"/>
                    <a:pt x="5663" y="15065"/>
                    <a:pt x="5656" y="15073"/>
                  </a:cubicBezTo>
                  <a:cubicBezTo>
                    <a:pt x="5652" y="15078"/>
                    <a:pt x="5639" y="15085"/>
                    <a:pt x="5636" y="15091"/>
                  </a:cubicBezTo>
                  <a:cubicBezTo>
                    <a:pt x="5631" y="15099"/>
                    <a:pt x="5631" y="15118"/>
                    <a:pt x="5629" y="15127"/>
                  </a:cubicBezTo>
                  <a:cubicBezTo>
                    <a:pt x="5626" y="15138"/>
                    <a:pt x="5621" y="15162"/>
                    <a:pt x="5615" y="15172"/>
                  </a:cubicBezTo>
                  <a:cubicBezTo>
                    <a:pt x="5611" y="15180"/>
                    <a:pt x="5596" y="15189"/>
                    <a:pt x="5592" y="15197"/>
                  </a:cubicBezTo>
                  <a:cubicBezTo>
                    <a:pt x="5585" y="15208"/>
                    <a:pt x="5586" y="15238"/>
                    <a:pt x="5577" y="15248"/>
                  </a:cubicBezTo>
                  <a:cubicBezTo>
                    <a:pt x="5570" y="15256"/>
                    <a:pt x="5549" y="15265"/>
                    <a:pt x="5538" y="15265"/>
                  </a:cubicBezTo>
                  <a:cubicBezTo>
                    <a:pt x="5525" y="15266"/>
                    <a:pt x="5501" y="15255"/>
                    <a:pt x="5489" y="15250"/>
                  </a:cubicBezTo>
                  <a:cubicBezTo>
                    <a:pt x="5482" y="15246"/>
                    <a:pt x="5472" y="15235"/>
                    <a:pt x="5464" y="15232"/>
                  </a:cubicBezTo>
                  <a:cubicBezTo>
                    <a:pt x="5450" y="15227"/>
                    <a:pt x="5418" y="15226"/>
                    <a:pt x="5402" y="15227"/>
                  </a:cubicBezTo>
                  <a:cubicBezTo>
                    <a:pt x="5389" y="15227"/>
                    <a:pt x="5363" y="15237"/>
                    <a:pt x="5350" y="15237"/>
                  </a:cubicBezTo>
                  <a:cubicBezTo>
                    <a:pt x="5337" y="15236"/>
                    <a:pt x="5312" y="15231"/>
                    <a:pt x="5302" y="15224"/>
                  </a:cubicBezTo>
                  <a:cubicBezTo>
                    <a:pt x="5295" y="15219"/>
                    <a:pt x="5288" y="15200"/>
                    <a:pt x="5281" y="15194"/>
                  </a:cubicBezTo>
                  <a:cubicBezTo>
                    <a:pt x="5274" y="15188"/>
                    <a:pt x="5253" y="15187"/>
                    <a:pt x="5247" y="15179"/>
                  </a:cubicBezTo>
                  <a:cubicBezTo>
                    <a:pt x="5242" y="15172"/>
                    <a:pt x="5248" y="15153"/>
                    <a:pt x="5244" y="15145"/>
                  </a:cubicBezTo>
                  <a:cubicBezTo>
                    <a:pt x="5239" y="15135"/>
                    <a:pt x="5221" y="15115"/>
                    <a:pt x="5210" y="15116"/>
                  </a:cubicBezTo>
                  <a:cubicBezTo>
                    <a:pt x="5199" y="15116"/>
                    <a:pt x="5190" y="15148"/>
                    <a:pt x="5179" y="15151"/>
                  </a:cubicBezTo>
                  <a:cubicBezTo>
                    <a:pt x="5168" y="15154"/>
                    <a:pt x="5146" y="15140"/>
                    <a:pt x="5135" y="15137"/>
                  </a:cubicBezTo>
                  <a:cubicBezTo>
                    <a:pt x="5121" y="15133"/>
                    <a:pt x="5091" y="15133"/>
                    <a:pt x="5079" y="15124"/>
                  </a:cubicBezTo>
                  <a:cubicBezTo>
                    <a:pt x="5071" y="15118"/>
                    <a:pt x="5064" y="15099"/>
                    <a:pt x="5058" y="15091"/>
                  </a:cubicBezTo>
                  <a:cubicBezTo>
                    <a:pt x="5054" y="15085"/>
                    <a:pt x="5043" y="15071"/>
                    <a:pt x="5037" y="15066"/>
                  </a:cubicBezTo>
                  <a:cubicBezTo>
                    <a:pt x="5028" y="15057"/>
                    <a:pt x="5004" y="15047"/>
                    <a:pt x="4996" y="15037"/>
                  </a:cubicBezTo>
                  <a:cubicBezTo>
                    <a:pt x="4986" y="15025"/>
                    <a:pt x="4980" y="14991"/>
                    <a:pt x="4970" y="14979"/>
                  </a:cubicBezTo>
                  <a:cubicBezTo>
                    <a:pt x="4959" y="14964"/>
                    <a:pt x="4926" y="14945"/>
                    <a:pt x="4913" y="14932"/>
                  </a:cubicBezTo>
                  <a:cubicBezTo>
                    <a:pt x="4905" y="14923"/>
                    <a:pt x="4894" y="14901"/>
                    <a:pt x="4885" y="14894"/>
                  </a:cubicBezTo>
                  <a:cubicBezTo>
                    <a:pt x="4875" y="14885"/>
                    <a:pt x="4851" y="14873"/>
                    <a:pt x="4839" y="14873"/>
                  </a:cubicBezTo>
                  <a:cubicBezTo>
                    <a:pt x="4827" y="14872"/>
                    <a:pt x="4806" y="14891"/>
                    <a:pt x="4794" y="14888"/>
                  </a:cubicBezTo>
                  <a:cubicBezTo>
                    <a:pt x="4783" y="14887"/>
                    <a:pt x="4768" y="14863"/>
                    <a:pt x="4757" y="14859"/>
                  </a:cubicBezTo>
                  <a:cubicBezTo>
                    <a:pt x="4744" y="14855"/>
                    <a:pt x="4715" y="14865"/>
                    <a:pt x="4702" y="14859"/>
                  </a:cubicBezTo>
                  <a:cubicBezTo>
                    <a:pt x="4692" y="14854"/>
                    <a:pt x="4682" y="14829"/>
                    <a:pt x="4672" y="14823"/>
                  </a:cubicBezTo>
                  <a:cubicBezTo>
                    <a:pt x="4661" y="14816"/>
                    <a:pt x="4636" y="14815"/>
                    <a:pt x="4624" y="14810"/>
                  </a:cubicBezTo>
                  <a:cubicBezTo>
                    <a:pt x="4610" y="14804"/>
                    <a:pt x="4585" y="14789"/>
                    <a:pt x="4572" y="14781"/>
                  </a:cubicBezTo>
                  <a:cubicBezTo>
                    <a:pt x="4559" y="14772"/>
                    <a:pt x="4531" y="14756"/>
                    <a:pt x="4521" y="14743"/>
                  </a:cubicBezTo>
                  <a:cubicBezTo>
                    <a:pt x="4511" y="14731"/>
                    <a:pt x="4500" y="14699"/>
                    <a:pt x="4492" y="14685"/>
                  </a:cubicBezTo>
                  <a:cubicBezTo>
                    <a:pt x="4487" y="14676"/>
                    <a:pt x="4476" y="14657"/>
                    <a:pt x="4469" y="14648"/>
                  </a:cubicBezTo>
                  <a:cubicBezTo>
                    <a:pt x="4460" y="14638"/>
                    <a:pt x="4439" y="14618"/>
                    <a:pt x="4426" y="14613"/>
                  </a:cubicBezTo>
                  <a:cubicBezTo>
                    <a:pt x="4409" y="14606"/>
                    <a:pt x="4370" y="14613"/>
                    <a:pt x="4352" y="14608"/>
                  </a:cubicBezTo>
                  <a:cubicBezTo>
                    <a:pt x="4338" y="14605"/>
                    <a:pt x="4314" y="14590"/>
                    <a:pt x="4301" y="14585"/>
                  </a:cubicBezTo>
                  <a:cubicBezTo>
                    <a:pt x="4287" y="14580"/>
                    <a:pt x="4261" y="14572"/>
                    <a:pt x="4247" y="14568"/>
                  </a:cubicBezTo>
                  <a:cubicBezTo>
                    <a:pt x="4233" y="14564"/>
                    <a:pt x="4204" y="14557"/>
                    <a:pt x="4189" y="14555"/>
                  </a:cubicBezTo>
                  <a:cubicBezTo>
                    <a:pt x="4176" y="14554"/>
                    <a:pt x="4150" y="14562"/>
                    <a:pt x="4137" y="14558"/>
                  </a:cubicBezTo>
                  <a:cubicBezTo>
                    <a:pt x="4124" y="14553"/>
                    <a:pt x="4103" y="14533"/>
                    <a:pt x="4091" y="14524"/>
                  </a:cubicBezTo>
                  <a:cubicBezTo>
                    <a:pt x="4076" y="14513"/>
                    <a:pt x="4046" y="14489"/>
                    <a:pt x="4030" y="14479"/>
                  </a:cubicBezTo>
                  <a:cubicBezTo>
                    <a:pt x="4020" y="14473"/>
                    <a:pt x="3998" y="14466"/>
                    <a:pt x="3989" y="14458"/>
                  </a:cubicBezTo>
                  <a:cubicBezTo>
                    <a:pt x="3981" y="14452"/>
                    <a:pt x="3969" y="14434"/>
                    <a:pt x="3962" y="14426"/>
                  </a:cubicBezTo>
                  <a:cubicBezTo>
                    <a:pt x="3955" y="14416"/>
                    <a:pt x="3944" y="14391"/>
                    <a:pt x="3934" y="14385"/>
                  </a:cubicBezTo>
                  <a:cubicBezTo>
                    <a:pt x="3924" y="14379"/>
                    <a:pt x="3898" y="14385"/>
                    <a:pt x="3888" y="14379"/>
                  </a:cubicBezTo>
                  <a:cubicBezTo>
                    <a:pt x="3876" y="14372"/>
                    <a:pt x="3864" y="14346"/>
                    <a:pt x="3855" y="14336"/>
                  </a:cubicBezTo>
                  <a:cubicBezTo>
                    <a:pt x="3850" y="14331"/>
                    <a:pt x="3839" y="14326"/>
                    <a:pt x="3836" y="14320"/>
                  </a:cubicBezTo>
                  <a:cubicBezTo>
                    <a:pt x="3831" y="14312"/>
                    <a:pt x="3832" y="14291"/>
                    <a:pt x="3829" y="14282"/>
                  </a:cubicBezTo>
                  <a:cubicBezTo>
                    <a:pt x="3826" y="14275"/>
                    <a:pt x="3819" y="14260"/>
                    <a:pt x="3814" y="14255"/>
                  </a:cubicBezTo>
                  <a:cubicBezTo>
                    <a:pt x="3807" y="14247"/>
                    <a:pt x="3787" y="14243"/>
                    <a:pt x="3781" y="14236"/>
                  </a:cubicBezTo>
                  <a:cubicBezTo>
                    <a:pt x="3773" y="14226"/>
                    <a:pt x="3770" y="14198"/>
                    <a:pt x="3764" y="14186"/>
                  </a:cubicBezTo>
                  <a:cubicBezTo>
                    <a:pt x="3757" y="14170"/>
                    <a:pt x="3741" y="14141"/>
                    <a:pt x="3729" y="14128"/>
                  </a:cubicBezTo>
                  <a:cubicBezTo>
                    <a:pt x="3718" y="14116"/>
                    <a:pt x="3690" y="14096"/>
                    <a:pt x="3676" y="14088"/>
                  </a:cubicBezTo>
                  <a:cubicBezTo>
                    <a:pt x="3665" y="14082"/>
                    <a:pt x="3641" y="14072"/>
                    <a:pt x="3629" y="14071"/>
                  </a:cubicBezTo>
                  <a:cubicBezTo>
                    <a:pt x="3618" y="14070"/>
                    <a:pt x="3596" y="14081"/>
                    <a:pt x="3585" y="14079"/>
                  </a:cubicBezTo>
                  <a:cubicBezTo>
                    <a:pt x="3574" y="14077"/>
                    <a:pt x="3559" y="14058"/>
                    <a:pt x="3549" y="14053"/>
                  </a:cubicBezTo>
                  <a:cubicBezTo>
                    <a:pt x="3540" y="14048"/>
                    <a:pt x="3518" y="14045"/>
                    <a:pt x="3510" y="14038"/>
                  </a:cubicBezTo>
                  <a:cubicBezTo>
                    <a:pt x="3501" y="14030"/>
                    <a:pt x="3489" y="14007"/>
                    <a:pt x="3483" y="13996"/>
                  </a:cubicBezTo>
                  <a:cubicBezTo>
                    <a:pt x="3475" y="13985"/>
                    <a:pt x="3462" y="13960"/>
                    <a:pt x="3451" y="13951"/>
                  </a:cubicBezTo>
                  <a:cubicBezTo>
                    <a:pt x="3438" y="13938"/>
                    <a:pt x="3401" y="13928"/>
                    <a:pt x="3388" y="13916"/>
                  </a:cubicBezTo>
                  <a:cubicBezTo>
                    <a:pt x="3374" y="13903"/>
                    <a:pt x="3357" y="13866"/>
                    <a:pt x="3344" y="13852"/>
                  </a:cubicBezTo>
                  <a:cubicBezTo>
                    <a:pt x="3330" y="13837"/>
                    <a:pt x="3295" y="13816"/>
                    <a:pt x="3282" y="13801"/>
                  </a:cubicBezTo>
                  <a:cubicBezTo>
                    <a:pt x="3273" y="13789"/>
                    <a:pt x="3259" y="13762"/>
                    <a:pt x="3254" y="13748"/>
                  </a:cubicBezTo>
                  <a:cubicBezTo>
                    <a:pt x="3249" y="13736"/>
                    <a:pt x="3247" y="13710"/>
                    <a:pt x="3242" y="13698"/>
                  </a:cubicBezTo>
                  <a:cubicBezTo>
                    <a:pt x="3238" y="13687"/>
                    <a:pt x="3222" y="13666"/>
                    <a:pt x="3218" y="13655"/>
                  </a:cubicBezTo>
                  <a:cubicBezTo>
                    <a:pt x="3213" y="13634"/>
                    <a:pt x="3220" y="13591"/>
                    <a:pt x="3216" y="13570"/>
                  </a:cubicBezTo>
                  <a:cubicBezTo>
                    <a:pt x="3212" y="13546"/>
                    <a:pt x="3198" y="13497"/>
                    <a:pt x="3184" y="13477"/>
                  </a:cubicBezTo>
                  <a:cubicBezTo>
                    <a:pt x="3173" y="13459"/>
                    <a:pt x="3134" y="13440"/>
                    <a:pt x="3123" y="13423"/>
                  </a:cubicBezTo>
                  <a:cubicBezTo>
                    <a:pt x="3118" y="13415"/>
                    <a:pt x="3116" y="13394"/>
                    <a:pt x="3112" y="13385"/>
                  </a:cubicBezTo>
                  <a:cubicBezTo>
                    <a:pt x="3108" y="13373"/>
                    <a:pt x="3095" y="13351"/>
                    <a:pt x="3088" y="13341"/>
                  </a:cubicBezTo>
                  <a:cubicBezTo>
                    <a:pt x="3083" y="13334"/>
                    <a:pt x="3069" y="13325"/>
                    <a:pt x="3065" y="13317"/>
                  </a:cubicBezTo>
                  <a:cubicBezTo>
                    <a:pt x="3060" y="13308"/>
                    <a:pt x="3058" y="13285"/>
                    <a:pt x="3055" y="13274"/>
                  </a:cubicBezTo>
                  <a:cubicBezTo>
                    <a:pt x="3051" y="13258"/>
                    <a:pt x="3043" y="13225"/>
                    <a:pt x="3038" y="13208"/>
                  </a:cubicBezTo>
                  <a:cubicBezTo>
                    <a:pt x="3034" y="13195"/>
                    <a:pt x="3020" y="13168"/>
                    <a:pt x="3021" y="13154"/>
                  </a:cubicBezTo>
                  <a:cubicBezTo>
                    <a:pt x="3021" y="13140"/>
                    <a:pt x="3043" y="13117"/>
                    <a:pt x="3043" y="13103"/>
                  </a:cubicBezTo>
                  <a:cubicBezTo>
                    <a:pt x="3043" y="13095"/>
                    <a:pt x="3033" y="13081"/>
                    <a:pt x="3029" y="13074"/>
                  </a:cubicBezTo>
                  <a:cubicBezTo>
                    <a:pt x="3023" y="13064"/>
                    <a:pt x="3005" y="13046"/>
                    <a:pt x="3001" y="13035"/>
                  </a:cubicBezTo>
                  <a:cubicBezTo>
                    <a:pt x="2997" y="13021"/>
                    <a:pt x="2995" y="12991"/>
                    <a:pt x="2998" y="12976"/>
                  </a:cubicBezTo>
                  <a:cubicBezTo>
                    <a:pt x="2999" y="12967"/>
                    <a:pt x="3007" y="12950"/>
                    <a:pt x="3013" y="12943"/>
                  </a:cubicBezTo>
                  <a:cubicBezTo>
                    <a:pt x="3018" y="12936"/>
                    <a:pt x="3037" y="12932"/>
                    <a:pt x="3042" y="12925"/>
                  </a:cubicBezTo>
                  <a:cubicBezTo>
                    <a:pt x="3047" y="12917"/>
                    <a:pt x="3049" y="12897"/>
                    <a:pt x="3048" y="12887"/>
                  </a:cubicBezTo>
                  <a:cubicBezTo>
                    <a:pt x="3046" y="12869"/>
                    <a:pt x="3020" y="12838"/>
                    <a:pt x="3019" y="12820"/>
                  </a:cubicBezTo>
                  <a:cubicBezTo>
                    <a:pt x="3018" y="12810"/>
                    <a:pt x="3027" y="12790"/>
                    <a:pt x="3030" y="12781"/>
                  </a:cubicBezTo>
                  <a:cubicBezTo>
                    <a:pt x="3034" y="12773"/>
                    <a:pt x="3044" y="12759"/>
                    <a:pt x="3046" y="12750"/>
                  </a:cubicBezTo>
                  <a:cubicBezTo>
                    <a:pt x="3049" y="12738"/>
                    <a:pt x="3050" y="12712"/>
                    <a:pt x="3046" y="12701"/>
                  </a:cubicBezTo>
                  <a:cubicBezTo>
                    <a:pt x="3041" y="12685"/>
                    <a:pt x="3013" y="12666"/>
                    <a:pt x="3007" y="12650"/>
                  </a:cubicBezTo>
                  <a:cubicBezTo>
                    <a:pt x="3002" y="12640"/>
                    <a:pt x="3005" y="12615"/>
                    <a:pt x="3001" y="12604"/>
                  </a:cubicBezTo>
                  <a:cubicBezTo>
                    <a:pt x="2998" y="12592"/>
                    <a:pt x="2987" y="12569"/>
                    <a:pt x="2978" y="12561"/>
                  </a:cubicBezTo>
                  <a:cubicBezTo>
                    <a:pt x="2969" y="12554"/>
                    <a:pt x="2941" y="12557"/>
                    <a:pt x="2936" y="12547"/>
                  </a:cubicBezTo>
                  <a:cubicBezTo>
                    <a:pt x="2930" y="12536"/>
                    <a:pt x="2947" y="12510"/>
                    <a:pt x="2946" y="12497"/>
                  </a:cubicBezTo>
                  <a:cubicBezTo>
                    <a:pt x="2944" y="12484"/>
                    <a:pt x="2929" y="12461"/>
                    <a:pt x="2922" y="12450"/>
                  </a:cubicBezTo>
                  <a:cubicBezTo>
                    <a:pt x="2915" y="12440"/>
                    <a:pt x="2899" y="12421"/>
                    <a:pt x="2889" y="12413"/>
                  </a:cubicBezTo>
                  <a:cubicBezTo>
                    <a:pt x="2881" y="12406"/>
                    <a:pt x="2860" y="12401"/>
                    <a:pt x="2855" y="12392"/>
                  </a:cubicBezTo>
                  <a:cubicBezTo>
                    <a:pt x="2849" y="12381"/>
                    <a:pt x="2858" y="12355"/>
                    <a:pt x="2855" y="12344"/>
                  </a:cubicBezTo>
                  <a:cubicBezTo>
                    <a:pt x="2852" y="12335"/>
                    <a:pt x="2842" y="12319"/>
                    <a:pt x="2835" y="12314"/>
                  </a:cubicBezTo>
                  <a:cubicBezTo>
                    <a:pt x="2826" y="12307"/>
                    <a:pt x="2801" y="12306"/>
                    <a:pt x="2792" y="12298"/>
                  </a:cubicBezTo>
                  <a:cubicBezTo>
                    <a:pt x="2784" y="12291"/>
                    <a:pt x="2773" y="12271"/>
                    <a:pt x="2772" y="12260"/>
                  </a:cubicBezTo>
                  <a:cubicBezTo>
                    <a:pt x="2770" y="12247"/>
                    <a:pt x="2786" y="12222"/>
                    <a:pt x="2787" y="12209"/>
                  </a:cubicBezTo>
                  <a:cubicBezTo>
                    <a:pt x="2787" y="12194"/>
                    <a:pt x="2776" y="12166"/>
                    <a:pt x="2775" y="12151"/>
                  </a:cubicBezTo>
                  <a:cubicBezTo>
                    <a:pt x="2775" y="12140"/>
                    <a:pt x="2781" y="12117"/>
                    <a:pt x="2780" y="12106"/>
                  </a:cubicBezTo>
                  <a:cubicBezTo>
                    <a:pt x="2777" y="12085"/>
                    <a:pt x="2754" y="12050"/>
                    <a:pt x="2749" y="12030"/>
                  </a:cubicBezTo>
                  <a:cubicBezTo>
                    <a:pt x="2743" y="12010"/>
                    <a:pt x="2743" y="11967"/>
                    <a:pt x="2737" y="11947"/>
                  </a:cubicBezTo>
                  <a:cubicBezTo>
                    <a:pt x="2733" y="11931"/>
                    <a:pt x="2721" y="11902"/>
                    <a:pt x="2714" y="11887"/>
                  </a:cubicBezTo>
                  <a:cubicBezTo>
                    <a:pt x="2707" y="11876"/>
                    <a:pt x="2696" y="11850"/>
                    <a:pt x="2684" y="11843"/>
                  </a:cubicBezTo>
                  <a:cubicBezTo>
                    <a:pt x="2678" y="11840"/>
                    <a:pt x="2663" y="11844"/>
                    <a:pt x="2656" y="11843"/>
                  </a:cubicBezTo>
                  <a:cubicBezTo>
                    <a:pt x="2647" y="11842"/>
                    <a:pt x="2628" y="11840"/>
                    <a:pt x="2620" y="11835"/>
                  </a:cubicBezTo>
                  <a:cubicBezTo>
                    <a:pt x="2609" y="11826"/>
                    <a:pt x="2594" y="11800"/>
                    <a:pt x="2590" y="11786"/>
                  </a:cubicBezTo>
                  <a:cubicBezTo>
                    <a:pt x="2588" y="11777"/>
                    <a:pt x="2590" y="11757"/>
                    <a:pt x="2590" y="11748"/>
                  </a:cubicBezTo>
                  <a:cubicBezTo>
                    <a:pt x="2590" y="11736"/>
                    <a:pt x="2592" y="11713"/>
                    <a:pt x="2588" y="11703"/>
                  </a:cubicBezTo>
                  <a:cubicBezTo>
                    <a:pt x="2582" y="11690"/>
                    <a:pt x="2560" y="11673"/>
                    <a:pt x="2548" y="11667"/>
                  </a:cubicBezTo>
                  <a:cubicBezTo>
                    <a:pt x="2536" y="11662"/>
                    <a:pt x="2508" y="11667"/>
                    <a:pt x="2496" y="11663"/>
                  </a:cubicBezTo>
                  <a:cubicBezTo>
                    <a:pt x="2484" y="11659"/>
                    <a:pt x="2463" y="11642"/>
                    <a:pt x="2453" y="11634"/>
                  </a:cubicBezTo>
                  <a:cubicBezTo>
                    <a:pt x="2443" y="11626"/>
                    <a:pt x="2422" y="11608"/>
                    <a:pt x="2414" y="11596"/>
                  </a:cubicBezTo>
                  <a:cubicBezTo>
                    <a:pt x="2406" y="11583"/>
                    <a:pt x="2404" y="11546"/>
                    <a:pt x="2392" y="11535"/>
                  </a:cubicBezTo>
                  <a:cubicBezTo>
                    <a:pt x="2379" y="11522"/>
                    <a:pt x="2337" y="11527"/>
                    <a:pt x="2321" y="11518"/>
                  </a:cubicBezTo>
                  <a:cubicBezTo>
                    <a:pt x="2307" y="11509"/>
                    <a:pt x="2290" y="11477"/>
                    <a:pt x="2277" y="11467"/>
                  </a:cubicBezTo>
                  <a:cubicBezTo>
                    <a:pt x="2265" y="11458"/>
                    <a:pt x="2237" y="11449"/>
                    <a:pt x="2226" y="11440"/>
                  </a:cubicBezTo>
                  <a:cubicBezTo>
                    <a:pt x="2219" y="11434"/>
                    <a:pt x="2212" y="11413"/>
                    <a:pt x="2204" y="11411"/>
                  </a:cubicBezTo>
                  <a:cubicBezTo>
                    <a:pt x="2193" y="11409"/>
                    <a:pt x="2174" y="11431"/>
                    <a:pt x="2164" y="11430"/>
                  </a:cubicBezTo>
                  <a:cubicBezTo>
                    <a:pt x="2155" y="11428"/>
                    <a:pt x="2143" y="11414"/>
                    <a:pt x="2137" y="11408"/>
                  </a:cubicBezTo>
                  <a:cubicBezTo>
                    <a:pt x="2129" y="11399"/>
                    <a:pt x="2120" y="11373"/>
                    <a:pt x="2109" y="11368"/>
                  </a:cubicBezTo>
                  <a:cubicBezTo>
                    <a:pt x="2097" y="11362"/>
                    <a:pt x="2068" y="11376"/>
                    <a:pt x="2056" y="11370"/>
                  </a:cubicBezTo>
                  <a:cubicBezTo>
                    <a:pt x="2049" y="11367"/>
                    <a:pt x="2041" y="11352"/>
                    <a:pt x="2036" y="11346"/>
                  </a:cubicBezTo>
                  <a:cubicBezTo>
                    <a:pt x="2029" y="11337"/>
                    <a:pt x="2020" y="11314"/>
                    <a:pt x="2010" y="11309"/>
                  </a:cubicBezTo>
                  <a:cubicBezTo>
                    <a:pt x="1998" y="11301"/>
                    <a:pt x="1962" y="11310"/>
                    <a:pt x="1953" y="11298"/>
                  </a:cubicBezTo>
                  <a:cubicBezTo>
                    <a:pt x="1945" y="11289"/>
                    <a:pt x="1954" y="11260"/>
                    <a:pt x="1951" y="11249"/>
                  </a:cubicBezTo>
                  <a:cubicBezTo>
                    <a:pt x="1948" y="11237"/>
                    <a:pt x="1937" y="11216"/>
                    <a:pt x="1928" y="11208"/>
                  </a:cubicBezTo>
                  <a:cubicBezTo>
                    <a:pt x="1916" y="11196"/>
                    <a:pt x="1884" y="11190"/>
                    <a:pt x="1871" y="11180"/>
                  </a:cubicBezTo>
                  <a:cubicBezTo>
                    <a:pt x="1855" y="11168"/>
                    <a:pt x="1828" y="11137"/>
                    <a:pt x="1815" y="11121"/>
                  </a:cubicBezTo>
                  <a:cubicBezTo>
                    <a:pt x="1806" y="11110"/>
                    <a:pt x="1790" y="11086"/>
                    <a:pt x="1782" y="11074"/>
                  </a:cubicBezTo>
                  <a:cubicBezTo>
                    <a:pt x="1772" y="11059"/>
                    <a:pt x="1757" y="11026"/>
                    <a:pt x="1744" y="11015"/>
                  </a:cubicBezTo>
                  <a:cubicBezTo>
                    <a:pt x="1731" y="11005"/>
                    <a:pt x="1695" y="11004"/>
                    <a:pt x="1682" y="10993"/>
                  </a:cubicBezTo>
                  <a:cubicBezTo>
                    <a:pt x="1669" y="10982"/>
                    <a:pt x="1651" y="10952"/>
                    <a:pt x="1647" y="10936"/>
                  </a:cubicBezTo>
                  <a:cubicBezTo>
                    <a:pt x="1643" y="10921"/>
                    <a:pt x="1651" y="10890"/>
                    <a:pt x="1649" y="10876"/>
                  </a:cubicBezTo>
                  <a:cubicBezTo>
                    <a:pt x="1648" y="10866"/>
                    <a:pt x="1641" y="10847"/>
                    <a:pt x="1637" y="10839"/>
                  </a:cubicBezTo>
                  <a:cubicBezTo>
                    <a:pt x="1630" y="10824"/>
                    <a:pt x="1614" y="10796"/>
                    <a:pt x="1602" y="10786"/>
                  </a:cubicBezTo>
                  <a:cubicBezTo>
                    <a:pt x="1591" y="10778"/>
                    <a:pt x="1562" y="10776"/>
                    <a:pt x="1552" y="10767"/>
                  </a:cubicBezTo>
                  <a:cubicBezTo>
                    <a:pt x="1545" y="10761"/>
                    <a:pt x="1539" y="10739"/>
                    <a:pt x="1532" y="10733"/>
                  </a:cubicBezTo>
                  <a:cubicBezTo>
                    <a:pt x="1525" y="10728"/>
                    <a:pt x="1508" y="10724"/>
                    <a:pt x="1500" y="10720"/>
                  </a:cubicBezTo>
                  <a:cubicBezTo>
                    <a:pt x="1485" y="10713"/>
                    <a:pt x="1455" y="10701"/>
                    <a:pt x="1443" y="10690"/>
                  </a:cubicBezTo>
                  <a:cubicBezTo>
                    <a:pt x="1435" y="10683"/>
                    <a:pt x="1425" y="10661"/>
                    <a:pt x="1417" y="10655"/>
                  </a:cubicBezTo>
                  <a:cubicBezTo>
                    <a:pt x="1410" y="10649"/>
                    <a:pt x="1393" y="10643"/>
                    <a:pt x="1386" y="10639"/>
                  </a:cubicBezTo>
                  <a:cubicBezTo>
                    <a:pt x="1375" y="10633"/>
                    <a:pt x="1354" y="10622"/>
                    <a:pt x="1347" y="10613"/>
                  </a:cubicBezTo>
                  <a:cubicBezTo>
                    <a:pt x="1337" y="10600"/>
                    <a:pt x="1335" y="10565"/>
                    <a:pt x="1326" y="10551"/>
                  </a:cubicBezTo>
                  <a:cubicBezTo>
                    <a:pt x="1317" y="10536"/>
                    <a:pt x="1289" y="10515"/>
                    <a:pt x="1279" y="10501"/>
                  </a:cubicBezTo>
                  <a:cubicBezTo>
                    <a:pt x="1269" y="10486"/>
                    <a:pt x="1257" y="10450"/>
                    <a:pt x="1250" y="10433"/>
                  </a:cubicBezTo>
                  <a:cubicBezTo>
                    <a:pt x="1244" y="10417"/>
                    <a:pt x="1240" y="10380"/>
                    <a:pt x="1227" y="10369"/>
                  </a:cubicBezTo>
                  <a:cubicBezTo>
                    <a:pt x="1217" y="10360"/>
                    <a:pt x="1184" y="10366"/>
                    <a:pt x="1172" y="10359"/>
                  </a:cubicBezTo>
                  <a:cubicBezTo>
                    <a:pt x="1163" y="10353"/>
                    <a:pt x="1152" y="10334"/>
                    <a:pt x="1145" y="10327"/>
                  </a:cubicBezTo>
                  <a:cubicBezTo>
                    <a:pt x="1135" y="10318"/>
                    <a:pt x="1108" y="10308"/>
                    <a:pt x="1102" y="10296"/>
                  </a:cubicBezTo>
                  <a:cubicBezTo>
                    <a:pt x="1097" y="10285"/>
                    <a:pt x="1104" y="10260"/>
                    <a:pt x="1101" y="10248"/>
                  </a:cubicBezTo>
                  <a:cubicBezTo>
                    <a:pt x="1098" y="10236"/>
                    <a:pt x="1087" y="10212"/>
                    <a:pt x="1076" y="10205"/>
                  </a:cubicBezTo>
                  <a:cubicBezTo>
                    <a:pt x="1067" y="10199"/>
                    <a:pt x="1043" y="10208"/>
                    <a:pt x="1033" y="10202"/>
                  </a:cubicBezTo>
                  <a:cubicBezTo>
                    <a:pt x="1020" y="10194"/>
                    <a:pt x="1009" y="10160"/>
                    <a:pt x="997" y="10150"/>
                  </a:cubicBezTo>
                  <a:cubicBezTo>
                    <a:pt x="988" y="10143"/>
                    <a:pt x="966" y="10135"/>
                    <a:pt x="955" y="10133"/>
                  </a:cubicBezTo>
                  <a:cubicBezTo>
                    <a:pt x="941" y="10131"/>
                    <a:pt x="913" y="10142"/>
                    <a:pt x="900" y="10137"/>
                  </a:cubicBezTo>
                  <a:cubicBezTo>
                    <a:pt x="887" y="10133"/>
                    <a:pt x="868" y="10110"/>
                    <a:pt x="857" y="10100"/>
                  </a:cubicBezTo>
                  <a:cubicBezTo>
                    <a:pt x="850" y="10093"/>
                    <a:pt x="837" y="10075"/>
                    <a:pt x="828" y="10071"/>
                  </a:cubicBezTo>
                  <a:cubicBezTo>
                    <a:pt x="820" y="10067"/>
                    <a:pt x="801" y="10071"/>
                    <a:pt x="792" y="10067"/>
                  </a:cubicBezTo>
                  <a:cubicBezTo>
                    <a:pt x="782" y="10063"/>
                    <a:pt x="765" y="10047"/>
                    <a:pt x="759" y="10037"/>
                  </a:cubicBezTo>
                  <a:cubicBezTo>
                    <a:pt x="753" y="10029"/>
                    <a:pt x="750" y="10006"/>
                    <a:pt x="743" y="10000"/>
                  </a:cubicBezTo>
                  <a:cubicBezTo>
                    <a:pt x="732" y="9991"/>
                    <a:pt x="701" y="9995"/>
                    <a:pt x="689" y="9988"/>
                  </a:cubicBezTo>
                  <a:cubicBezTo>
                    <a:pt x="678" y="9981"/>
                    <a:pt x="660" y="9959"/>
                    <a:pt x="656" y="9947"/>
                  </a:cubicBezTo>
                  <a:cubicBezTo>
                    <a:pt x="651" y="9935"/>
                    <a:pt x="656" y="9908"/>
                    <a:pt x="653" y="9896"/>
                  </a:cubicBezTo>
                  <a:cubicBezTo>
                    <a:pt x="649" y="9881"/>
                    <a:pt x="630" y="9855"/>
                    <a:pt x="626" y="9840"/>
                  </a:cubicBezTo>
                  <a:cubicBezTo>
                    <a:pt x="622" y="9830"/>
                    <a:pt x="624" y="9806"/>
                    <a:pt x="618" y="9797"/>
                  </a:cubicBezTo>
                  <a:cubicBezTo>
                    <a:pt x="610" y="9785"/>
                    <a:pt x="576" y="9780"/>
                    <a:pt x="567" y="9768"/>
                  </a:cubicBezTo>
                  <a:cubicBezTo>
                    <a:pt x="559" y="9758"/>
                    <a:pt x="557" y="9730"/>
                    <a:pt x="554" y="9717"/>
                  </a:cubicBezTo>
                  <a:cubicBezTo>
                    <a:pt x="551" y="9704"/>
                    <a:pt x="547" y="9677"/>
                    <a:pt x="542" y="9664"/>
                  </a:cubicBezTo>
                  <a:cubicBezTo>
                    <a:pt x="535" y="9647"/>
                    <a:pt x="512" y="9619"/>
                    <a:pt x="505" y="9602"/>
                  </a:cubicBezTo>
                  <a:cubicBezTo>
                    <a:pt x="499" y="9588"/>
                    <a:pt x="492" y="9559"/>
                    <a:pt x="488" y="9545"/>
                  </a:cubicBezTo>
                  <a:cubicBezTo>
                    <a:pt x="485" y="9534"/>
                    <a:pt x="480" y="9512"/>
                    <a:pt x="475" y="9502"/>
                  </a:cubicBezTo>
                  <a:cubicBezTo>
                    <a:pt x="469" y="9488"/>
                    <a:pt x="448" y="9465"/>
                    <a:pt x="441" y="9451"/>
                  </a:cubicBezTo>
                  <a:cubicBezTo>
                    <a:pt x="434" y="9438"/>
                    <a:pt x="431" y="9405"/>
                    <a:pt x="421" y="9395"/>
                  </a:cubicBezTo>
                  <a:cubicBezTo>
                    <a:pt x="411" y="9385"/>
                    <a:pt x="380" y="9386"/>
                    <a:pt x="368" y="9379"/>
                  </a:cubicBezTo>
                  <a:cubicBezTo>
                    <a:pt x="357" y="9373"/>
                    <a:pt x="341" y="9350"/>
                    <a:pt x="330" y="9345"/>
                  </a:cubicBezTo>
                  <a:cubicBezTo>
                    <a:pt x="321" y="9341"/>
                    <a:pt x="301" y="9339"/>
                    <a:pt x="292" y="9342"/>
                  </a:cubicBezTo>
                  <a:cubicBezTo>
                    <a:pt x="280" y="9346"/>
                    <a:pt x="266" y="9375"/>
                    <a:pt x="254" y="9375"/>
                  </a:cubicBezTo>
                  <a:cubicBezTo>
                    <a:pt x="240" y="9376"/>
                    <a:pt x="218" y="9352"/>
                    <a:pt x="210" y="9340"/>
                  </a:cubicBezTo>
                  <a:cubicBezTo>
                    <a:pt x="201" y="9328"/>
                    <a:pt x="186" y="9283"/>
                    <a:pt x="186" y="9283"/>
                  </a:cubicBezTo>
                  <a:cubicBezTo>
                    <a:pt x="181" y="9274"/>
                    <a:pt x="173" y="9257"/>
                    <a:pt x="167" y="9250"/>
                  </a:cubicBezTo>
                  <a:cubicBezTo>
                    <a:pt x="163" y="9245"/>
                    <a:pt x="155" y="9235"/>
                    <a:pt x="150" y="9232"/>
                  </a:cubicBezTo>
                  <a:cubicBezTo>
                    <a:pt x="143" y="9228"/>
                    <a:pt x="124" y="9228"/>
                    <a:pt x="118" y="9222"/>
                  </a:cubicBezTo>
                  <a:cubicBezTo>
                    <a:pt x="114" y="9219"/>
                    <a:pt x="112" y="9206"/>
                    <a:pt x="107" y="9203"/>
                  </a:cubicBezTo>
                  <a:cubicBezTo>
                    <a:pt x="100" y="9198"/>
                    <a:pt x="79" y="9204"/>
                    <a:pt x="73" y="9197"/>
                  </a:cubicBezTo>
                  <a:cubicBezTo>
                    <a:pt x="67" y="9191"/>
                    <a:pt x="72" y="9171"/>
                    <a:pt x="68" y="9164"/>
                  </a:cubicBezTo>
                  <a:cubicBezTo>
                    <a:pt x="63" y="9157"/>
                    <a:pt x="44" y="9151"/>
                    <a:pt x="39" y="9144"/>
                  </a:cubicBezTo>
                  <a:cubicBezTo>
                    <a:pt x="33" y="9138"/>
                    <a:pt x="26" y="9120"/>
                    <a:pt x="25" y="9111"/>
                  </a:cubicBezTo>
                  <a:cubicBezTo>
                    <a:pt x="24" y="9101"/>
                    <a:pt x="37" y="9079"/>
                    <a:pt x="32" y="9070"/>
                  </a:cubicBezTo>
                  <a:cubicBezTo>
                    <a:pt x="28" y="9062"/>
                    <a:pt x="3" y="9066"/>
                    <a:pt x="0" y="9057"/>
                  </a:cubicBezTo>
                  <a:cubicBezTo>
                    <a:pt x="-2" y="9050"/>
                    <a:pt x="10" y="9037"/>
                    <a:pt x="15" y="9032"/>
                  </a:cubicBezTo>
                  <a:cubicBezTo>
                    <a:pt x="22" y="9025"/>
                    <a:pt x="44" y="9023"/>
                    <a:pt x="50" y="9016"/>
                  </a:cubicBezTo>
                  <a:cubicBezTo>
                    <a:pt x="56" y="9009"/>
                    <a:pt x="59" y="8991"/>
                    <a:pt x="59" y="8982"/>
                  </a:cubicBezTo>
                  <a:cubicBezTo>
                    <a:pt x="58" y="8974"/>
                    <a:pt x="46" y="8960"/>
                    <a:pt x="47" y="8952"/>
                  </a:cubicBezTo>
                  <a:cubicBezTo>
                    <a:pt x="47" y="8943"/>
                    <a:pt x="60" y="8928"/>
                    <a:pt x="60" y="8920"/>
                  </a:cubicBezTo>
                  <a:cubicBezTo>
                    <a:pt x="60" y="8908"/>
                    <a:pt x="38" y="8887"/>
                    <a:pt x="41" y="8875"/>
                  </a:cubicBezTo>
                  <a:cubicBezTo>
                    <a:pt x="44" y="8866"/>
                    <a:pt x="65" y="8859"/>
                    <a:pt x="74" y="8856"/>
                  </a:cubicBezTo>
                  <a:cubicBezTo>
                    <a:pt x="89" y="8851"/>
                    <a:pt x="136" y="8849"/>
                    <a:pt x="136" y="8849"/>
                  </a:cubicBezTo>
                  <a:lnTo>
                    <a:pt x="5866" y="9147"/>
                  </a:lnTo>
                  <a:lnTo>
                    <a:pt x="6189" y="0"/>
                  </a:lnTo>
                  <a:cubicBezTo>
                    <a:pt x="6189" y="0"/>
                    <a:pt x="6243" y="1"/>
                    <a:pt x="6243" y="1"/>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84" name="Shape 4666"/>
            <p:cNvSpPr/>
            <p:nvPr/>
          </p:nvSpPr>
          <p:spPr>
            <a:xfrm>
              <a:off x="9572882" y="759387"/>
              <a:ext cx="350193" cy="659340"/>
            </a:xfrm>
            <a:custGeom>
              <a:avLst/>
              <a:gdLst/>
              <a:ahLst/>
              <a:cxnLst>
                <a:cxn ang="0">
                  <a:pos x="wd2" y="hd2"/>
                </a:cxn>
                <a:cxn ang="5400000">
                  <a:pos x="wd2" y="hd2"/>
                </a:cxn>
                <a:cxn ang="10800000">
                  <a:pos x="wd2" y="hd2"/>
                </a:cxn>
                <a:cxn ang="16200000">
                  <a:pos x="wd2" y="hd2"/>
                </a:cxn>
              </a:cxnLst>
              <a:rect l="0" t="0" r="r" b="b"/>
              <a:pathLst>
                <a:path w="21567" h="21600" extrusionOk="0">
                  <a:moveTo>
                    <a:pt x="21547" y="4070"/>
                  </a:moveTo>
                  <a:cubicBezTo>
                    <a:pt x="21600" y="4138"/>
                    <a:pt x="21536" y="4293"/>
                    <a:pt x="21482" y="4360"/>
                  </a:cubicBezTo>
                  <a:cubicBezTo>
                    <a:pt x="21452" y="4399"/>
                    <a:pt x="21338" y="4459"/>
                    <a:pt x="21284" y="4489"/>
                  </a:cubicBezTo>
                  <a:cubicBezTo>
                    <a:pt x="21243" y="4512"/>
                    <a:pt x="21128" y="4547"/>
                    <a:pt x="21099" y="4576"/>
                  </a:cubicBezTo>
                  <a:cubicBezTo>
                    <a:pt x="21045" y="4633"/>
                    <a:pt x="21078" y="4770"/>
                    <a:pt x="21045" y="4833"/>
                  </a:cubicBezTo>
                  <a:cubicBezTo>
                    <a:pt x="21010" y="4896"/>
                    <a:pt x="20896" y="5015"/>
                    <a:pt x="20826" y="5070"/>
                  </a:cubicBezTo>
                  <a:cubicBezTo>
                    <a:pt x="20771" y="5114"/>
                    <a:pt x="20634" y="5191"/>
                    <a:pt x="20563" y="5227"/>
                  </a:cubicBezTo>
                  <a:cubicBezTo>
                    <a:pt x="20490" y="5264"/>
                    <a:pt x="20346" y="5336"/>
                    <a:pt x="20259" y="5362"/>
                  </a:cubicBezTo>
                  <a:cubicBezTo>
                    <a:pt x="20169" y="5388"/>
                    <a:pt x="19957" y="5396"/>
                    <a:pt x="19876" y="5425"/>
                  </a:cubicBezTo>
                  <a:cubicBezTo>
                    <a:pt x="19810" y="5449"/>
                    <a:pt x="19703" y="5514"/>
                    <a:pt x="19678" y="5554"/>
                  </a:cubicBezTo>
                  <a:cubicBezTo>
                    <a:pt x="19639" y="5607"/>
                    <a:pt x="19693" y="5725"/>
                    <a:pt x="19668" y="5780"/>
                  </a:cubicBezTo>
                  <a:cubicBezTo>
                    <a:pt x="19637" y="5839"/>
                    <a:pt x="19523" y="5946"/>
                    <a:pt x="19459" y="5996"/>
                  </a:cubicBezTo>
                  <a:cubicBezTo>
                    <a:pt x="19395" y="6046"/>
                    <a:pt x="19268" y="6155"/>
                    <a:pt x="19164" y="6176"/>
                  </a:cubicBezTo>
                  <a:cubicBezTo>
                    <a:pt x="19042" y="6202"/>
                    <a:pt x="18771" y="6123"/>
                    <a:pt x="18648" y="6147"/>
                  </a:cubicBezTo>
                  <a:cubicBezTo>
                    <a:pt x="18575" y="6163"/>
                    <a:pt x="18497" y="6251"/>
                    <a:pt x="18429" y="6275"/>
                  </a:cubicBezTo>
                  <a:cubicBezTo>
                    <a:pt x="18341" y="6308"/>
                    <a:pt x="18121" y="6330"/>
                    <a:pt x="18025" y="6357"/>
                  </a:cubicBezTo>
                  <a:cubicBezTo>
                    <a:pt x="17937" y="6382"/>
                    <a:pt x="17752" y="6439"/>
                    <a:pt x="17697" y="6485"/>
                  </a:cubicBezTo>
                  <a:cubicBezTo>
                    <a:pt x="17624" y="6546"/>
                    <a:pt x="17658" y="6708"/>
                    <a:pt x="17589" y="6770"/>
                  </a:cubicBezTo>
                  <a:cubicBezTo>
                    <a:pt x="17531" y="6820"/>
                    <a:pt x="17275" y="6864"/>
                    <a:pt x="17247" y="6921"/>
                  </a:cubicBezTo>
                  <a:cubicBezTo>
                    <a:pt x="17227" y="6967"/>
                    <a:pt x="17333" y="7057"/>
                    <a:pt x="17379" y="7096"/>
                  </a:cubicBezTo>
                  <a:cubicBezTo>
                    <a:pt x="17440" y="7142"/>
                    <a:pt x="17649" y="7200"/>
                    <a:pt x="17686" y="7253"/>
                  </a:cubicBezTo>
                  <a:cubicBezTo>
                    <a:pt x="17737" y="7321"/>
                    <a:pt x="17633" y="7472"/>
                    <a:pt x="17654" y="7544"/>
                  </a:cubicBezTo>
                  <a:cubicBezTo>
                    <a:pt x="17669" y="7597"/>
                    <a:pt x="17747" y="7700"/>
                    <a:pt x="17797" y="7747"/>
                  </a:cubicBezTo>
                  <a:cubicBezTo>
                    <a:pt x="17878" y="7828"/>
                    <a:pt x="18166" y="7951"/>
                    <a:pt x="18222" y="8039"/>
                  </a:cubicBezTo>
                  <a:cubicBezTo>
                    <a:pt x="18259" y="8095"/>
                    <a:pt x="18176" y="8223"/>
                    <a:pt x="18222" y="8278"/>
                  </a:cubicBezTo>
                  <a:cubicBezTo>
                    <a:pt x="18259" y="8321"/>
                    <a:pt x="18444" y="8363"/>
                    <a:pt x="18485" y="8405"/>
                  </a:cubicBezTo>
                  <a:cubicBezTo>
                    <a:pt x="18529" y="8455"/>
                    <a:pt x="18540" y="8572"/>
                    <a:pt x="18518" y="8627"/>
                  </a:cubicBezTo>
                  <a:cubicBezTo>
                    <a:pt x="18489" y="8690"/>
                    <a:pt x="18299" y="8790"/>
                    <a:pt x="18266" y="8853"/>
                  </a:cubicBezTo>
                  <a:cubicBezTo>
                    <a:pt x="18222" y="8936"/>
                    <a:pt x="18269" y="9111"/>
                    <a:pt x="18255" y="9196"/>
                  </a:cubicBezTo>
                  <a:cubicBezTo>
                    <a:pt x="18247" y="9247"/>
                    <a:pt x="18176" y="9346"/>
                    <a:pt x="18201" y="9394"/>
                  </a:cubicBezTo>
                  <a:cubicBezTo>
                    <a:pt x="18230" y="9451"/>
                    <a:pt x="18456" y="9518"/>
                    <a:pt x="18475" y="9574"/>
                  </a:cubicBezTo>
                  <a:cubicBezTo>
                    <a:pt x="18489" y="9630"/>
                    <a:pt x="18328" y="9728"/>
                    <a:pt x="18321" y="9785"/>
                  </a:cubicBezTo>
                  <a:cubicBezTo>
                    <a:pt x="18316" y="9842"/>
                    <a:pt x="18464" y="9951"/>
                    <a:pt x="18429" y="10006"/>
                  </a:cubicBezTo>
                  <a:cubicBezTo>
                    <a:pt x="18404" y="10049"/>
                    <a:pt x="18212" y="10084"/>
                    <a:pt x="18166" y="10122"/>
                  </a:cubicBezTo>
                  <a:cubicBezTo>
                    <a:pt x="18107" y="10172"/>
                    <a:pt x="18082" y="10296"/>
                    <a:pt x="18058" y="10354"/>
                  </a:cubicBezTo>
                  <a:cubicBezTo>
                    <a:pt x="18027" y="10430"/>
                    <a:pt x="17931" y="10581"/>
                    <a:pt x="17949" y="10657"/>
                  </a:cubicBezTo>
                  <a:cubicBezTo>
                    <a:pt x="17967" y="10732"/>
                    <a:pt x="18175" y="10856"/>
                    <a:pt x="18191" y="10931"/>
                  </a:cubicBezTo>
                  <a:cubicBezTo>
                    <a:pt x="18206" y="11006"/>
                    <a:pt x="18104" y="11153"/>
                    <a:pt x="18081" y="11228"/>
                  </a:cubicBezTo>
                  <a:cubicBezTo>
                    <a:pt x="18054" y="11311"/>
                    <a:pt x="18051" y="11484"/>
                    <a:pt x="17982" y="11560"/>
                  </a:cubicBezTo>
                  <a:cubicBezTo>
                    <a:pt x="17920" y="11626"/>
                    <a:pt x="17694" y="11718"/>
                    <a:pt x="17611" y="11775"/>
                  </a:cubicBezTo>
                  <a:cubicBezTo>
                    <a:pt x="17550" y="11814"/>
                    <a:pt x="17430" y="11891"/>
                    <a:pt x="17404" y="11938"/>
                  </a:cubicBezTo>
                  <a:cubicBezTo>
                    <a:pt x="17358" y="12010"/>
                    <a:pt x="17371" y="12166"/>
                    <a:pt x="17391" y="12240"/>
                  </a:cubicBezTo>
                  <a:cubicBezTo>
                    <a:pt x="17412" y="12322"/>
                    <a:pt x="17575" y="12472"/>
                    <a:pt x="17575" y="12554"/>
                  </a:cubicBezTo>
                  <a:cubicBezTo>
                    <a:pt x="17575" y="12611"/>
                    <a:pt x="17476" y="12715"/>
                    <a:pt x="17456" y="12770"/>
                  </a:cubicBezTo>
                  <a:cubicBezTo>
                    <a:pt x="17431" y="12836"/>
                    <a:pt x="17445" y="12975"/>
                    <a:pt x="17404" y="13037"/>
                  </a:cubicBezTo>
                  <a:cubicBezTo>
                    <a:pt x="17346" y="13118"/>
                    <a:pt x="17048" y="13232"/>
                    <a:pt x="17041" y="13317"/>
                  </a:cubicBezTo>
                  <a:cubicBezTo>
                    <a:pt x="17033" y="13380"/>
                    <a:pt x="17239" y="13478"/>
                    <a:pt x="17271" y="13538"/>
                  </a:cubicBezTo>
                  <a:cubicBezTo>
                    <a:pt x="17308" y="13605"/>
                    <a:pt x="17247" y="13751"/>
                    <a:pt x="17292" y="13817"/>
                  </a:cubicBezTo>
                  <a:cubicBezTo>
                    <a:pt x="17317" y="13853"/>
                    <a:pt x="17434" y="13905"/>
                    <a:pt x="17466" y="13940"/>
                  </a:cubicBezTo>
                  <a:cubicBezTo>
                    <a:pt x="17530" y="14005"/>
                    <a:pt x="17614" y="14146"/>
                    <a:pt x="17620" y="14219"/>
                  </a:cubicBezTo>
                  <a:cubicBezTo>
                    <a:pt x="17628" y="14311"/>
                    <a:pt x="17440" y="14490"/>
                    <a:pt x="17477" y="14580"/>
                  </a:cubicBezTo>
                  <a:cubicBezTo>
                    <a:pt x="17501" y="14633"/>
                    <a:pt x="17704" y="14701"/>
                    <a:pt x="17729" y="14755"/>
                  </a:cubicBezTo>
                  <a:cubicBezTo>
                    <a:pt x="17755" y="14810"/>
                    <a:pt x="17628" y="14927"/>
                    <a:pt x="17665" y="14982"/>
                  </a:cubicBezTo>
                  <a:cubicBezTo>
                    <a:pt x="17690" y="15021"/>
                    <a:pt x="17870" y="15054"/>
                    <a:pt x="17903" y="15092"/>
                  </a:cubicBezTo>
                  <a:cubicBezTo>
                    <a:pt x="17953" y="15143"/>
                    <a:pt x="17909" y="15264"/>
                    <a:pt x="17938" y="15318"/>
                  </a:cubicBezTo>
                  <a:cubicBezTo>
                    <a:pt x="17964" y="15371"/>
                    <a:pt x="18104" y="15458"/>
                    <a:pt x="18122" y="15511"/>
                  </a:cubicBezTo>
                  <a:cubicBezTo>
                    <a:pt x="18151" y="15586"/>
                    <a:pt x="18115" y="15746"/>
                    <a:pt x="18068" y="15819"/>
                  </a:cubicBezTo>
                  <a:cubicBezTo>
                    <a:pt x="18043" y="15859"/>
                    <a:pt x="17912" y="15922"/>
                    <a:pt x="17903" y="15964"/>
                  </a:cubicBezTo>
                  <a:cubicBezTo>
                    <a:pt x="17898" y="16017"/>
                    <a:pt x="18032" y="16107"/>
                    <a:pt x="18058" y="16157"/>
                  </a:cubicBezTo>
                  <a:cubicBezTo>
                    <a:pt x="18118" y="16271"/>
                    <a:pt x="18175" y="16510"/>
                    <a:pt x="18201" y="16628"/>
                  </a:cubicBezTo>
                  <a:cubicBezTo>
                    <a:pt x="18212" y="16680"/>
                    <a:pt x="18198" y="16789"/>
                    <a:pt x="18234" y="16837"/>
                  </a:cubicBezTo>
                  <a:cubicBezTo>
                    <a:pt x="18270" y="16886"/>
                    <a:pt x="18429" y="16957"/>
                    <a:pt x="18485" y="17000"/>
                  </a:cubicBezTo>
                  <a:cubicBezTo>
                    <a:pt x="18566" y="17063"/>
                    <a:pt x="18732" y="17189"/>
                    <a:pt x="18771" y="17263"/>
                  </a:cubicBezTo>
                  <a:cubicBezTo>
                    <a:pt x="18796" y="17313"/>
                    <a:pt x="18797" y="17422"/>
                    <a:pt x="18771" y="17472"/>
                  </a:cubicBezTo>
                  <a:cubicBezTo>
                    <a:pt x="18735" y="17530"/>
                    <a:pt x="18526" y="17614"/>
                    <a:pt x="18518" y="17675"/>
                  </a:cubicBezTo>
                  <a:cubicBezTo>
                    <a:pt x="18511" y="17721"/>
                    <a:pt x="18620" y="17801"/>
                    <a:pt x="18670" y="17839"/>
                  </a:cubicBezTo>
                  <a:cubicBezTo>
                    <a:pt x="18732" y="17884"/>
                    <a:pt x="18932" y="17943"/>
                    <a:pt x="18966" y="17995"/>
                  </a:cubicBezTo>
                  <a:cubicBezTo>
                    <a:pt x="19015" y="18070"/>
                    <a:pt x="18980" y="18243"/>
                    <a:pt x="18901" y="18310"/>
                  </a:cubicBezTo>
                  <a:cubicBezTo>
                    <a:pt x="18826" y="18372"/>
                    <a:pt x="18515" y="18409"/>
                    <a:pt x="18429" y="18468"/>
                  </a:cubicBezTo>
                  <a:cubicBezTo>
                    <a:pt x="18370" y="18508"/>
                    <a:pt x="18295" y="18613"/>
                    <a:pt x="18310" y="18665"/>
                  </a:cubicBezTo>
                  <a:cubicBezTo>
                    <a:pt x="18325" y="18715"/>
                    <a:pt x="18510" y="18780"/>
                    <a:pt x="18540" y="18828"/>
                  </a:cubicBezTo>
                  <a:cubicBezTo>
                    <a:pt x="18569" y="18876"/>
                    <a:pt x="18559" y="18982"/>
                    <a:pt x="18540" y="19032"/>
                  </a:cubicBezTo>
                  <a:cubicBezTo>
                    <a:pt x="18511" y="19105"/>
                    <a:pt x="18320" y="19235"/>
                    <a:pt x="18321" y="19311"/>
                  </a:cubicBezTo>
                  <a:cubicBezTo>
                    <a:pt x="18321" y="19363"/>
                    <a:pt x="18425" y="19461"/>
                    <a:pt x="18485" y="19503"/>
                  </a:cubicBezTo>
                  <a:cubicBezTo>
                    <a:pt x="18526" y="19534"/>
                    <a:pt x="18662" y="19570"/>
                    <a:pt x="18703" y="19602"/>
                  </a:cubicBezTo>
                  <a:cubicBezTo>
                    <a:pt x="18760" y="19644"/>
                    <a:pt x="18767" y="19757"/>
                    <a:pt x="18833" y="19794"/>
                  </a:cubicBezTo>
                  <a:cubicBezTo>
                    <a:pt x="18904" y="19831"/>
                    <a:pt x="19130" y="19837"/>
                    <a:pt x="19207" y="19869"/>
                  </a:cubicBezTo>
                  <a:cubicBezTo>
                    <a:pt x="19289" y="19903"/>
                    <a:pt x="19355" y="20017"/>
                    <a:pt x="19437" y="20050"/>
                  </a:cubicBezTo>
                  <a:cubicBezTo>
                    <a:pt x="19518" y="20083"/>
                    <a:pt x="19761" y="20078"/>
                    <a:pt x="19831" y="20120"/>
                  </a:cubicBezTo>
                  <a:cubicBezTo>
                    <a:pt x="19885" y="20153"/>
                    <a:pt x="19921" y="20241"/>
                    <a:pt x="19945" y="20318"/>
                  </a:cubicBezTo>
                  <a:lnTo>
                    <a:pt x="10979" y="21600"/>
                  </a:lnTo>
                  <a:lnTo>
                    <a:pt x="10979" y="21597"/>
                  </a:lnTo>
                  <a:lnTo>
                    <a:pt x="10302" y="21097"/>
                  </a:lnTo>
                  <a:lnTo>
                    <a:pt x="10302" y="20516"/>
                  </a:lnTo>
                  <a:lnTo>
                    <a:pt x="7699" y="14998"/>
                  </a:lnTo>
                  <a:cubicBezTo>
                    <a:pt x="7699" y="14998"/>
                    <a:pt x="7445" y="14823"/>
                    <a:pt x="7324" y="14789"/>
                  </a:cubicBezTo>
                  <a:cubicBezTo>
                    <a:pt x="7236" y="14764"/>
                    <a:pt x="7006" y="14790"/>
                    <a:pt x="6928" y="14757"/>
                  </a:cubicBezTo>
                  <a:cubicBezTo>
                    <a:pt x="6859" y="14729"/>
                    <a:pt x="6834" y="14624"/>
                    <a:pt x="6784" y="14586"/>
                  </a:cubicBezTo>
                  <a:cubicBezTo>
                    <a:pt x="6740" y="14551"/>
                    <a:pt x="6638" y="14482"/>
                    <a:pt x="6564" y="14469"/>
                  </a:cubicBezTo>
                  <a:cubicBezTo>
                    <a:pt x="6474" y="14454"/>
                    <a:pt x="6272" y="14477"/>
                    <a:pt x="6186" y="14501"/>
                  </a:cubicBezTo>
                  <a:cubicBezTo>
                    <a:pt x="6120" y="14520"/>
                    <a:pt x="6005" y="14582"/>
                    <a:pt x="5980" y="14620"/>
                  </a:cubicBezTo>
                  <a:cubicBezTo>
                    <a:pt x="5951" y="14664"/>
                    <a:pt x="6012" y="14760"/>
                    <a:pt x="6012" y="14806"/>
                  </a:cubicBezTo>
                  <a:cubicBezTo>
                    <a:pt x="6012" y="14860"/>
                    <a:pt x="6040" y="14976"/>
                    <a:pt x="5973" y="15016"/>
                  </a:cubicBezTo>
                  <a:cubicBezTo>
                    <a:pt x="5908" y="15056"/>
                    <a:pt x="5674" y="15083"/>
                    <a:pt x="5579" y="15062"/>
                  </a:cubicBezTo>
                  <a:cubicBezTo>
                    <a:pt x="5465" y="15038"/>
                    <a:pt x="5355" y="14903"/>
                    <a:pt x="5306" y="14842"/>
                  </a:cubicBezTo>
                  <a:cubicBezTo>
                    <a:pt x="5255" y="14772"/>
                    <a:pt x="5215" y="14624"/>
                    <a:pt x="5202" y="14550"/>
                  </a:cubicBezTo>
                  <a:cubicBezTo>
                    <a:pt x="5182" y="14404"/>
                    <a:pt x="5142" y="14103"/>
                    <a:pt x="5225" y="13962"/>
                  </a:cubicBezTo>
                  <a:cubicBezTo>
                    <a:pt x="5265" y="13894"/>
                    <a:pt x="5485" y="13793"/>
                    <a:pt x="5519" y="13725"/>
                  </a:cubicBezTo>
                  <a:cubicBezTo>
                    <a:pt x="5568" y="13640"/>
                    <a:pt x="5554" y="13459"/>
                    <a:pt x="5510" y="13375"/>
                  </a:cubicBezTo>
                  <a:cubicBezTo>
                    <a:pt x="5485" y="13330"/>
                    <a:pt x="5388" y="13245"/>
                    <a:pt x="5324" y="13212"/>
                  </a:cubicBezTo>
                  <a:cubicBezTo>
                    <a:pt x="5240" y="13170"/>
                    <a:pt x="5003" y="13132"/>
                    <a:pt x="4920" y="13090"/>
                  </a:cubicBezTo>
                  <a:cubicBezTo>
                    <a:pt x="4854" y="13057"/>
                    <a:pt x="4733" y="12979"/>
                    <a:pt x="4722" y="12933"/>
                  </a:cubicBezTo>
                  <a:cubicBezTo>
                    <a:pt x="4707" y="12869"/>
                    <a:pt x="4881" y="12753"/>
                    <a:pt x="4874" y="12688"/>
                  </a:cubicBezTo>
                  <a:cubicBezTo>
                    <a:pt x="4866" y="12621"/>
                    <a:pt x="4737" y="12496"/>
                    <a:pt x="4657" y="12444"/>
                  </a:cubicBezTo>
                  <a:cubicBezTo>
                    <a:pt x="4571" y="12390"/>
                    <a:pt x="4317" y="12333"/>
                    <a:pt x="4231" y="12282"/>
                  </a:cubicBezTo>
                  <a:cubicBezTo>
                    <a:pt x="4174" y="12248"/>
                    <a:pt x="4092" y="12171"/>
                    <a:pt x="4066" y="12129"/>
                  </a:cubicBezTo>
                  <a:cubicBezTo>
                    <a:pt x="4026" y="12070"/>
                    <a:pt x="4012" y="11942"/>
                    <a:pt x="3989" y="11879"/>
                  </a:cubicBezTo>
                  <a:cubicBezTo>
                    <a:pt x="3949" y="11772"/>
                    <a:pt x="3903" y="11550"/>
                    <a:pt x="3803" y="11454"/>
                  </a:cubicBezTo>
                  <a:cubicBezTo>
                    <a:pt x="3760" y="11413"/>
                    <a:pt x="3619" y="11351"/>
                    <a:pt x="3551" y="11321"/>
                  </a:cubicBezTo>
                  <a:cubicBezTo>
                    <a:pt x="3493" y="11295"/>
                    <a:pt x="3338" y="11262"/>
                    <a:pt x="3301" y="11228"/>
                  </a:cubicBezTo>
                  <a:cubicBezTo>
                    <a:pt x="3243" y="11179"/>
                    <a:pt x="3243" y="11058"/>
                    <a:pt x="3244" y="11001"/>
                  </a:cubicBezTo>
                  <a:cubicBezTo>
                    <a:pt x="3248" y="10944"/>
                    <a:pt x="3338" y="10830"/>
                    <a:pt x="3322" y="10773"/>
                  </a:cubicBezTo>
                  <a:cubicBezTo>
                    <a:pt x="3301" y="10705"/>
                    <a:pt x="3086" y="10599"/>
                    <a:pt x="3068" y="10529"/>
                  </a:cubicBezTo>
                  <a:cubicBezTo>
                    <a:pt x="3048" y="10445"/>
                    <a:pt x="3208" y="10283"/>
                    <a:pt x="3223" y="10197"/>
                  </a:cubicBezTo>
                  <a:cubicBezTo>
                    <a:pt x="3243" y="10089"/>
                    <a:pt x="3117" y="9865"/>
                    <a:pt x="3180" y="9761"/>
                  </a:cubicBezTo>
                  <a:cubicBezTo>
                    <a:pt x="3227" y="9683"/>
                    <a:pt x="3510" y="9581"/>
                    <a:pt x="3572" y="9505"/>
                  </a:cubicBezTo>
                  <a:cubicBezTo>
                    <a:pt x="3637" y="9427"/>
                    <a:pt x="3717" y="9249"/>
                    <a:pt x="3670" y="9167"/>
                  </a:cubicBezTo>
                  <a:cubicBezTo>
                    <a:pt x="3619" y="9073"/>
                    <a:pt x="3234" y="8970"/>
                    <a:pt x="3168" y="8877"/>
                  </a:cubicBezTo>
                  <a:cubicBezTo>
                    <a:pt x="3121" y="8810"/>
                    <a:pt x="3223" y="8659"/>
                    <a:pt x="3180" y="8591"/>
                  </a:cubicBezTo>
                  <a:cubicBezTo>
                    <a:pt x="3153" y="8554"/>
                    <a:pt x="2996" y="8508"/>
                    <a:pt x="2981" y="8469"/>
                  </a:cubicBezTo>
                  <a:cubicBezTo>
                    <a:pt x="2963" y="8406"/>
                    <a:pt x="3138" y="8293"/>
                    <a:pt x="3157" y="8231"/>
                  </a:cubicBezTo>
                  <a:cubicBezTo>
                    <a:pt x="3201" y="8087"/>
                    <a:pt x="3193" y="7786"/>
                    <a:pt x="3103" y="7649"/>
                  </a:cubicBezTo>
                  <a:cubicBezTo>
                    <a:pt x="3060" y="7586"/>
                    <a:pt x="2873" y="7490"/>
                    <a:pt x="2805" y="7434"/>
                  </a:cubicBezTo>
                  <a:cubicBezTo>
                    <a:pt x="2735" y="7369"/>
                    <a:pt x="2625" y="7230"/>
                    <a:pt x="2555" y="7166"/>
                  </a:cubicBezTo>
                  <a:cubicBezTo>
                    <a:pt x="2502" y="7117"/>
                    <a:pt x="2403" y="7018"/>
                    <a:pt x="2325" y="6980"/>
                  </a:cubicBezTo>
                  <a:cubicBezTo>
                    <a:pt x="2232" y="6932"/>
                    <a:pt x="1985" y="6884"/>
                    <a:pt x="1878" y="6845"/>
                  </a:cubicBezTo>
                  <a:cubicBezTo>
                    <a:pt x="1772" y="6808"/>
                    <a:pt x="1565" y="6729"/>
                    <a:pt x="1484" y="6677"/>
                  </a:cubicBezTo>
                  <a:cubicBezTo>
                    <a:pt x="1403" y="6626"/>
                    <a:pt x="1275" y="6509"/>
                    <a:pt x="1254" y="6444"/>
                  </a:cubicBezTo>
                  <a:cubicBezTo>
                    <a:pt x="1205" y="6301"/>
                    <a:pt x="1444" y="6011"/>
                    <a:pt x="1395" y="5867"/>
                  </a:cubicBezTo>
                  <a:cubicBezTo>
                    <a:pt x="1369" y="5788"/>
                    <a:pt x="1164" y="5654"/>
                    <a:pt x="1111" y="5577"/>
                  </a:cubicBezTo>
                  <a:cubicBezTo>
                    <a:pt x="1055" y="5493"/>
                    <a:pt x="959" y="5317"/>
                    <a:pt x="969" y="5227"/>
                  </a:cubicBezTo>
                  <a:cubicBezTo>
                    <a:pt x="976" y="5166"/>
                    <a:pt x="1133" y="5056"/>
                    <a:pt x="1121" y="4995"/>
                  </a:cubicBezTo>
                  <a:cubicBezTo>
                    <a:pt x="1114" y="4943"/>
                    <a:pt x="1003" y="4846"/>
                    <a:pt x="923" y="4814"/>
                  </a:cubicBezTo>
                  <a:cubicBezTo>
                    <a:pt x="823" y="4772"/>
                    <a:pt x="513" y="4793"/>
                    <a:pt x="424" y="4744"/>
                  </a:cubicBezTo>
                  <a:cubicBezTo>
                    <a:pt x="345" y="4703"/>
                    <a:pt x="325" y="4576"/>
                    <a:pt x="313" y="4517"/>
                  </a:cubicBezTo>
                  <a:cubicBezTo>
                    <a:pt x="292" y="4419"/>
                    <a:pt x="278" y="4218"/>
                    <a:pt x="324" y="4122"/>
                  </a:cubicBezTo>
                  <a:cubicBezTo>
                    <a:pt x="349" y="4070"/>
                    <a:pt x="502" y="3984"/>
                    <a:pt x="509" y="3930"/>
                  </a:cubicBezTo>
                  <a:cubicBezTo>
                    <a:pt x="523" y="3855"/>
                    <a:pt x="403" y="3709"/>
                    <a:pt x="347" y="3639"/>
                  </a:cubicBezTo>
                  <a:cubicBezTo>
                    <a:pt x="313" y="3599"/>
                    <a:pt x="215" y="3528"/>
                    <a:pt x="181" y="3488"/>
                  </a:cubicBezTo>
                  <a:cubicBezTo>
                    <a:pt x="134" y="3431"/>
                    <a:pt x="58" y="3308"/>
                    <a:pt x="0" y="3207"/>
                  </a:cubicBezTo>
                  <a:lnTo>
                    <a:pt x="7872" y="1881"/>
                  </a:lnTo>
                  <a:lnTo>
                    <a:pt x="8748" y="1847"/>
                  </a:lnTo>
                  <a:lnTo>
                    <a:pt x="18566" y="144"/>
                  </a:lnTo>
                  <a:lnTo>
                    <a:pt x="19769" y="0"/>
                  </a:lnTo>
                  <a:cubicBezTo>
                    <a:pt x="19769" y="0"/>
                    <a:pt x="19668" y="173"/>
                    <a:pt x="19722" y="246"/>
                  </a:cubicBezTo>
                  <a:cubicBezTo>
                    <a:pt x="19765" y="306"/>
                    <a:pt x="20015" y="362"/>
                    <a:pt x="20083" y="415"/>
                  </a:cubicBezTo>
                  <a:cubicBezTo>
                    <a:pt x="20137" y="457"/>
                    <a:pt x="20150" y="565"/>
                    <a:pt x="20204" y="607"/>
                  </a:cubicBezTo>
                  <a:cubicBezTo>
                    <a:pt x="20259" y="650"/>
                    <a:pt x="20458" y="694"/>
                    <a:pt x="20498" y="741"/>
                  </a:cubicBezTo>
                  <a:cubicBezTo>
                    <a:pt x="20547" y="798"/>
                    <a:pt x="20515" y="930"/>
                    <a:pt x="20486" y="991"/>
                  </a:cubicBezTo>
                  <a:cubicBezTo>
                    <a:pt x="20458" y="1049"/>
                    <a:pt x="20309" y="1144"/>
                    <a:pt x="20280" y="1201"/>
                  </a:cubicBezTo>
                  <a:cubicBezTo>
                    <a:pt x="20219" y="1323"/>
                    <a:pt x="20219" y="1581"/>
                    <a:pt x="20235" y="1707"/>
                  </a:cubicBezTo>
                  <a:cubicBezTo>
                    <a:pt x="20245" y="1777"/>
                    <a:pt x="20375" y="1915"/>
                    <a:pt x="20335" y="1980"/>
                  </a:cubicBezTo>
                  <a:cubicBezTo>
                    <a:pt x="20295" y="2042"/>
                    <a:pt x="20029" y="2098"/>
                    <a:pt x="19974" y="2156"/>
                  </a:cubicBezTo>
                  <a:cubicBezTo>
                    <a:pt x="19921" y="2207"/>
                    <a:pt x="19895" y="2331"/>
                    <a:pt x="19917" y="2388"/>
                  </a:cubicBezTo>
                  <a:cubicBezTo>
                    <a:pt x="19939" y="2437"/>
                    <a:pt x="20050" y="2520"/>
                    <a:pt x="20115" y="2557"/>
                  </a:cubicBezTo>
                  <a:cubicBezTo>
                    <a:pt x="20187" y="2598"/>
                    <a:pt x="20399" y="2645"/>
                    <a:pt x="20465" y="2691"/>
                  </a:cubicBezTo>
                  <a:cubicBezTo>
                    <a:pt x="20543" y="2742"/>
                    <a:pt x="20568" y="2886"/>
                    <a:pt x="20651" y="2935"/>
                  </a:cubicBezTo>
                  <a:cubicBezTo>
                    <a:pt x="20771" y="3004"/>
                    <a:pt x="21167" y="3040"/>
                    <a:pt x="21284" y="3110"/>
                  </a:cubicBezTo>
                  <a:cubicBezTo>
                    <a:pt x="21379" y="3164"/>
                    <a:pt x="21466" y="3311"/>
                    <a:pt x="21495" y="3383"/>
                  </a:cubicBezTo>
                  <a:cubicBezTo>
                    <a:pt x="21521" y="3454"/>
                    <a:pt x="21564" y="3608"/>
                    <a:pt x="21503" y="3674"/>
                  </a:cubicBezTo>
                  <a:cubicBezTo>
                    <a:pt x="21457" y="3726"/>
                    <a:pt x="21190" y="3758"/>
                    <a:pt x="21167" y="3813"/>
                  </a:cubicBezTo>
                  <a:cubicBezTo>
                    <a:pt x="21149" y="3851"/>
                    <a:pt x="21240" y="3923"/>
                    <a:pt x="21284" y="3953"/>
                  </a:cubicBezTo>
                  <a:cubicBezTo>
                    <a:pt x="21337" y="3990"/>
                    <a:pt x="21517" y="4027"/>
                    <a:pt x="21547" y="407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85" name="Shape 4667"/>
            <p:cNvSpPr/>
            <p:nvPr/>
          </p:nvSpPr>
          <p:spPr>
            <a:xfrm>
              <a:off x="9572882" y="759387"/>
              <a:ext cx="350193" cy="659340"/>
            </a:xfrm>
            <a:custGeom>
              <a:avLst/>
              <a:gdLst/>
              <a:ahLst/>
              <a:cxnLst>
                <a:cxn ang="0">
                  <a:pos x="wd2" y="hd2"/>
                </a:cxn>
                <a:cxn ang="5400000">
                  <a:pos x="wd2" y="hd2"/>
                </a:cxn>
                <a:cxn ang="10800000">
                  <a:pos x="wd2" y="hd2"/>
                </a:cxn>
                <a:cxn ang="16200000">
                  <a:pos x="wd2" y="hd2"/>
                </a:cxn>
              </a:cxnLst>
              <a:rect l="0" t="0" r="r" b="b"/>
              <a:pathLst>
                <a:path w="21567" h="21600" extrusionOk="0">
                  <a:moveTo>
                    <a:pt x="21547" y="4070"/>
                  </a:moveTo>
                  <a:cubicBezTo>
                    <a:pt x="21600" y="4138"/>
                    <a:pt x="21536" y="4293"/>
                    <a:pt x="21482" y="4360"/>
                  </a:cubicBezTo>
                  <a:cubicBezTo>
                    <a:pt x="21452" y="4399"/>
                    <a:pt x="21338" y="4459"/>
                    <a:pt x="21284" y="4489"/>
                  </a:cubicBezTo>
                  <a:cubicBezTo>
                    <a:pt x="21243" y="4512"/>
                    <a:pt x="21128" y="4547"/>
                    <a:pt x="21099" y="4576"/>
                  </a:cubicBezTo>
                  <a:cubicBezTo>
                    <a:pt x="21045" y="4633"/>
                    <a:pt x="21077" y="4770"/>
                    <a:pt x="21045" y="4833"/>
                  </a:cubicBezTo>
                  <a:cubicBezTo>
                    <a:pt x="21010" y="4896"/>
                    <a:pt x="20896" y="5015"/>
                    <a:pt x="20826" y="5070"/>
                  </a:cubicBezTo>
                  <a:cubicBezTo>
                    <a:pt x="20771" y="5114"/>
                    <a:pt x="20634" y="5191"/>
                    <a:pt x="20563" y="5227"/>
                  </a:cubicBezTo>
                  <a:cubicBezTo>
                    <a:pt x="20490" y="5264"/>
                    <a:pt x="20346" y="5336"/>
                    <a:pt x="20259" y="5362"/>
                  </a:cubicBezTo>
                  <a:cubicBezTo>
                    <a:pt x="20169" y="5388"/>
                    <a:pt x="19957" y="5396"/>
                    <a:pt x="19876" y="5425"/>
                  </a:cubicBezTo>
                  <a:cubicBezTo>
                    <a:pt x="19810" y="5449"/>
                    <a:pt x="19703" y="5514"/>
                    <a:pt x="19678" y="5554"/>
                  </a:cubicBezTo>
                  <a:cubicBezTo>
                    <a:pt x="19639" y="5607"/>
                    <a:pt x="19693" y="5725"/>
                    <a:pt x="19668" y="5780"/>
                  </a:cubicBezTo>
                  <a:cubicBezTo>
                    <a:pt x="19637" y="5839"/>
                    <a:pt x="19523" y="5946"/>
                    <a:pt x="19459" y="5996"/>
                  </a:cubicBezTo>
                  <a:cubicBezTo>
                    <a:pt x="19395" y="6046"/>
                    <a:pt x="19268" y="6155"/>
                    <a:pt x="19164" y="6176"/>
                  </a:cubicBezTo>
                  <a:cubicBezTo>
                    <a:pt x="19042" y="6202"/>
                    <a:pt x="18771" y="6123"/>
                    <a:pt x="18648" y="6147"/>
                  </a:cubicBezTo>
                  <a:cubicBezTo>
                    <a:pt x="18575" y="6163"/>
                    <a:pt x="18497" y="6251"/>
                    <a:pt x="18429" y="6275"/>
                  </a:cubicBezTo>
                  <a:cubicBezTo>
                    <a:pt x="18341" y="6308"/>
                    <a:pt x="18121" y="6330"/>
                    <a:pt x="18025" y="6357"/>
                  </a:cubicBezTo>
                  <a:cubicBezTo>
                    <a:pt x="17937" y="6382"/>
                    <a:pt x="17752" y="6439"/>
                    <a:pt x="17697" y="6485"/>
                  </a:cubicBezTo>
                  <a:cubicBezTo>
                    <a:pt x="17624" y="6546"/>
                    <a:pt x="17658" y="6708"/>
                    <a:pt x="17589" y="6770"/>
                  </a:cubicBezTo>
                  <a:cubicBezTo>
                    <a:pt x="17531" y="6820"/>
                    <a:pt x="17275" y="6864"/>
                    <a:pt x="17247" y="6921"/>
                  </a:cubicBezTo>
                  <a:cubicBezTo>
                    <a:pt x="17227" y="6967"/>
                    <a:pt x="17333" y="7057"/>
                    <a:pt x="17379" y="7096"/>
                  </a:cubicBezTo>
                  <a:cubicBezTo>
                    <a:pt x="17440" y="7142"/>
                    <a:pt x="17649" y="7200"/>
                    <a:pt x="17686" y="7253"/>
                  </a:cubicBezTo>
                  <a:cubicBezTo>
                    <a:pt x="17736" y="7321"/>
                    <a:pt x="17633" y="7472"/>
                    <a:pt x="17654" y="7544"/>
                  </a:cubicBezTo>
                  <a:cubicBezTo>
                    <a:pt x="17669" y="7597"/>
                    <a:pt x="17747" y="7700"/>
                    <a:pt x="17797" y="7747"/>
                  </a:cubicBezTo>
                  <a:cubicBezTo>
                    <a:pt x="17878" y="7828"/>
                    <a:pt x="18166" y="7951"/>
                    <a:pt x="18222" y="8039"/>
                  </a:cubicBezTo>
                  <a:cubicBezTo>
                    <a:pt x="18259" y="8095"/>
                    <a:pt x="18176" y="8223"/>
                    <a:pt x="18222" y="8278"/>
                  </a:cubicBezTo>
                  <a:cubicBezTo>
                    <a:pt x="18259" y="8321"/>
                    <a:pt x="18444" y="8363"/>
                    <a:pt x="18485" y="8405"/>
                  </a:cubicBezTo>
                  <a:cubicBezTo>
                    <a:pt x="18529" y="8455"/>
                    <a:pt x="18540" y="8572"/>
                    <a:pt x="18518" y="8627"/>
                  </a:cubicBezTo>
                  <a:cubicBezTo>
                    <a:pt x="18489" y="8690"/>
                    <a:pt x="18298" y="8790"/>
                    <a:pt x="18266" y="8853"/>
                  </a:cubicBezTo>
                  <a:cubicBezTo>
                    <a:pt x="18222" y="8936"/>
                    <a:pt x="18269" y="9111"/>
                    <a:pt x="18255" y="9196"/>
                  </a:cubicBezTo>
                  <a:cubicBezTo>
                    <a:pt x="18247" y="9247"/>
                    <a:pt x="18176" y="9346"/>
                    <a:pt x="18201" y="9394"/>
                  </a:cubicBezTo>
                  <a:cubicBezTo>
                    <a:pt x="18230" y="9451"/>
                    <a:pt x="18456" y="9518"/>
                    <a:pt x="18475" y="9574"/>
                  </a:cubicBezTo>
                  <a:cubicBezTo>
                    <a:pt x="18489" y="9630"/>
                    <a:pt x="18327" y="9728"/>
                    <a:pt x="18321" y="9785"/>
                  </a:cubicBezTo>
                  <a:cubicBezTo>
                    <a:pt x="18316" y="9842"/>
                    <a:pt x="18464" y="9951"/>
                    <a:pt x="18429" y="10006"/>
                  </a:cubicBezTo>
                  <a:cubicBezTo>
                    <a:pt x="18404" y="10049"/>
                    <a:pt x="18212" y="10084"/>
                    <a:pt x="18166" y="10122"/>
                  </a:cubicBezTo>
                  <a:cubicBezTo>
                    <a:pt x="18107" y="10172"/>
                    <a:pt x="18082" y="10296"/>
                    <a:pt x="18058" y="10354"/>
                  </a:cubicBezTo>
                  <a:cubicBezTo>
                    <a:pt x="18027" y="10430"/>
                    <a:pt x="17931" y="10581"/>
                    <a:pt x="17949" y="10657"/>
                  </a:cubicBezTo>
                  <a:cubicBezTo>
                    <a:pt x="17967" y="10732"/>
                    <a:pt x="18175" y="10856"/>
                    <a:pt x="18191" y="10931"/>
                  </a:cubicBezTo>
                  <a:cubicBezTo>
                    <a:pt x="18206" y="11006"/>
                    <a:pt x="18104" y="11153"/>
                    <a:pt x="18081" y="11228"/>
                  </a:cubicBezTo>
                  <a:cubicBezTo>
                    <a:pt x="18054" y="11311"/>
                    <a:pt x="18051" y="11484"/>
                    <a:pt x="17982" y="11560"/>
                  </a:cubicBezTo>
                  <a:cubicBezTo>
                    <a:pt x="17920" y="11626"/>
                    <a:pt x="17694" y="11718"/>
                    <a:pt x="17610" y="11775"/>
                  </a:cubicBezTo>
                  <a:cubicBezTo>
                    <a:pt x="17550" y="11814"/>
                    <a:pt x="17430" y="11891"/>
                    <a:pt x="17404" y="11938"/>
                  </a:cubicBezTo>
                  <a:cubicBezTo>
                    <a:pt x="17358" y="12010"/>
                    <a:pt x="17371" y="12166"/>
                    <a:pt x="17391" y="12240"/>
                  </a:cubicBezTo>
                  <a:cubicBezTo>
                    <a:pt x="17412" y="12322"/>
                    <a:pt x="17575" y="12472"/>
                    <a:pt x="17575" y="12554"/>
                  </a:cubicBezTo>
                  <a:cubicBezTo>
                    <a:pt x="17575" y="12611"/>
                    <a:pt x="17476" y="12715"/>
                    <a:pt x="17456" y="12770"/>
                  </a:cubicBezTo>
                  <a:cubicBezTo>
                    <a:pt x="17431" y="12836"/>
                    <a:pt x="17445" y="12975"/>
                    <a:pt x="17404" y="13037"/>
                  </a:cubicBezTo>
                  <a:cubicBezTo>
                    <a:pt x="17346" y="13118"/>
                    <a:pt x="17048" y="13232"/>
                    <a:pt x="17041" y="13317"/>
                  </a:cubicBezTo>
                  <a:cubicBezTo>
                    <a:pt x="17033" y="13380"/>
                    <a:pt x="17239" y="13478"/>
                    <a:pt x="17271" y="13538"/>
                  </a:cubicBezTo>
                  <a:cubicBezTo>
                    <a:pt x="17307" y="13605"/>
                    <a:pt x="17247" y="13751"/>
                    <a:pt x="17292" y="13817"/>
                  </a:cubicBezTo>
                  <a:cubicBezTo>
                    <a:pt x="17317" y="13853"/>
                    <a:pt x="17434" y="13905"/>
                    <a:pt x="17466" y="13940"/>
                  </a:cubicBezTo>
                  <a:cubicBezTo>
                    <a:pt x="17530" y="14005"/>
                    <a:pt x="17614" y="14146"/>
                    <a:pt x="17620" y="14219"/>
                  </a:cubicBezTo>
                  <a:cubicBezTo>
                    <a:pt x="17628" y="14311"/>
                    <a:pt x="17440" y="14490"/>
                    <a:pt x="17477" y="14580"/>
                  </a:cubicBezTo>
                  <a:cubicBezTo>
                    <a:pt x="17501" y="14633"/>
                    <a:pt x="17704" y="14701"/>
                    <a:pt x="17729" y="14755"/>
                  </a:cubicBezTo>
                  <a:cubicBezTo>
                    <a:pt x="17755" y="14810"/>
                    <a:pt x="17628" y="14927"/>
                    <a:pt x="17665" y="14982"/>
                  </a:cubicBezTo>
                  <a:cubicBezTo>
                    <a:pt x="17690" y="15021"/>
                    <a:pt x="17870" y="15054"/>
                    <a:pt x="17903" y="15092"/>
                  </a:cubicBezTo>
                  <a:cubicBezTo>
                    <a:pt x="17953" y="15143"/>
                    <a:pt x="17909" y="15264"/>
                    <a:pt x="17938" y="15318"/>
                  </a:cubicBezTo>
                  <a:cubicBezTo>
                    <a:pt x="17964" y="15371"/>
                    <a:pt x="18104" y="15458"/>
                    <a:pt x="18122" y="15511"/>
                  </a:cubicBezTo>
                  <a:cubicBezTo>
                    <a:pt x="18151" y="15586"/>
                    <a:pt x="18115" y="15746"/>
                    <a:pt x="18068" y="15819"/>
                  </a:cubicBezTo>
                  <a:cubicBezTo>
                    <a:pt x="18043" y="15859"/>
                    <a:pt x="17912" y="15922"/>
                    <a:pt x="17903" y="15964"/>
                  </a:cubicBezTo>
                  <a:cubicBezTo>
                    <a:pt x="17898" y="16017"/>
                    <a:pt x="18032" y="16107"/>
                    <a:pt x="18058" y="16157"/>
                  </a:cubicBezTo>
                  <a:cubicBezTo>
                    <a:pt x="18118" y="16271"/>
                    <a:pt x="18175" y="16510"/>
                    <a:pt x="18201" y="16628"/>
                  </a:cubicBezTo>
                  <a:cubicBezTo>
                    <a:pt x="18212" y="16680"/>
                    <a:pt x="18198" y="16789"/>
                    <a:pt x="18234" y="16837"/>
                  </a:cubicBezTo>
                  <a:cubicBezTo>
                    <a:pt x="18270" y="16886"/>
                    <a:pt x="18429" y="16957"/>
                    <a:pt x="18485" y="17000"/>
                  </a:cubicBezTo>
                  <a:cubicBezTo>
                    <a:pt x="18565" y="17063"/>
                    <a:pt x="18732" y="17189"/>
                    <a:pt x="18771" y="17263"/>
                  </a:cubicBezTo>
                  <a:cubicBezTo>
                    <a:pt x="18796" y="17313"/>
                    <a:pt x="18797" y="17422"/>
                    <a:pt x="18771" y="17472"/>
                  </a:cubicBezTo>
                  <a:cubicBezTo>
                    <a:pt x="18735" y="17530"/>
                    <a:pt x="18526" y="17614"/>
                    <a:pt x="18518" y="17675"/>
                  </a:cubicBezTo>
                  <a:cubicBezTo>
                    <a:pt x="18511" y="17721"/>
                    <a:pt x="18620" y="17801"/>
                    <a:pt x="18670" y="17839"/>
                  </a:cubicBezTo>
                  <a:cubicBezTo>
                    <a:pt x="18732" y="17884"/>
                    <a:pt x="18932" y="17943"/>
                    <a:pt x="18966" y="17995"/>
                  </a:cubicBezTo>
                  <a:cubicBezTo>
                    <a:pt x="19015" y="18070"/>
                    <a:pt x="18980" y="18243"/>
                    <a:pt x="18900" y="18310"/>
                  </a:cubicBezTo>
                  <a:cubicBezTo>
                    <a:pt x="18826" y="18372"/>
                    <a:pt x="18515" y="18409"/>
                    <a:pt x="18429" y="18468"/>
                  </a:cubicBezTo>
                  <a:cubicBezTo>
                    <a:pt x="18370" y="18508"/>
                    <a:pt x="18295" y="18613"/>
                    <a:pt x="18310" y="18665"/>
                  </a:cubicBezTo>
                  <a:cubicBezTo>
                    <a:pt x="18325" y="18715"/>
                    <a:pt x="18510" y="18780"/>
                    <a:pt x="18540" y="18828"/>
                  </a:cubicBezTo>
                  <a:cubicBezTo>
                    <a:pt x="18569" y="18876"/>
                    <a:pt x="18559" y="18982"/>
                    <a:pt x="18540" y="19032"/>
                  </a:cubicBezTo>
                  <a:cubicBezTo>
                    <a:pt x="18511" y="19105"/>
                    <a:pt x="18320" y="19235"/>
                    <a:pt x="18321" y="19311"/>
                  </a:cubicBezTo>
                  <a:cubicBezTo>
                    <a:pt x="18321" y="19363"/>
                    <a:pt x="18425" y="19461"/>
                    <a:pt x="18485" y="19503"/>
                  </a:cubicBezTo>
                  <a:cubicBezTo>
                    <a:pt x="18526" y="19534"/>
                    <a:pt x="18662" y="19570"/>
                    <a:pt x="18703" y="19602"/>
                  </a:cubicBezTo>
                  <a:cubicBezTo>
                    <a:pt x="18760" y="19644"/>
                    <a:pt x="18767" y="19757"/>
                    <a:pt x="18833" y="19794"/>
                  </a:cubicBezTo>
                  <a:cubicBezTo>
                    <a:pt x="18904" y="19831"/>
                    <a:pt x="19130" y="19837"/>
                    <a:pt x="19207" y="19869"/>
                  </a:cubicBezTo>
                  <a:cubicBezTo>
                    <a:pt x="19289" y="19903"/>
                    <a:pt x="19355" y="20017"/>
                    <a:pt x="19437" y="20050"/>
                  </a:cubicBezTo>
                  <a:cubicBezTo>
                    <a:pt x="19518" y="20083"/>
                    <a:pt x="19761" y="20078"/>
                    <a:pt x="19831" y="20120"/>
                  </a:cubicBezTo>
                  <a:cubicBezTo>
                    <a:pt x="19884" y="20153"/>
                    <a:pt x="19921" y="20241"/>
                    <a:pt x="19945" y="20318"/>
                  </a:cubicBezTo>
                  <a:lnTo>
                    <a:pt x="10979" y="21600"/>
                  </a:lnTo>
                  <a:lnTo>
                    <a:pt x="10979" y="21597"/>
                  </a:lnTo>
                  <a:lnTo>
                    <a:pt x="10302" y="21097"/>
                  </a:lnTo>
                  <a:lnTo>
                    <a:pt x="10302" y="20516"/>
                  </a:lnTo>
                  <a:lnTo>
                    <a:pt x="7699" y="14998"/>
                  </a:lnTo>
                  <a:cubicBezTo>
                    <a:pt x="7699" y="14998"/>
                    <a:pt x="7445" y="14823"/>
                    <a:pt x="7324" y="14789"/>
                  </a:cubicBezTo>
                  <a:cubicBezTo>
                    <a:pt x="7236" y="14764"/>
                    <a:pt x="7006" y="14790"/>
                    <a:pt x="6927" y="14757"/>
                  </a:cubicBezTo>
                  <a:cubicBezTo>
                    <a:pt x="6859" y="14729"/>
                    <a:pt x="6834" y="14624"/>
                    <a:pt x="6783" y="14586"/>
                  </a:cubicBezTo>
                  <a:cubicBezTo>
                    <a:pt x="6740" y="14551"/>
                    <a:pt x="6638" y="14482"/>
                    <a:pt x="6564" y="14469"/>
                  </a:cubicBezTo>
                  <a:cubicBezTo>
                    <a:pt x="6474" y="14454"/>
                    <a:pt x="6272" y="14477"/>
                    <a:pt x="6186" y="14501"/>
                  </a:cubicBezTo>
                  <a:cubicBezTo>
                    <a:pt x="6120" y="14520"/>
                    <a:pt x="6005" y="14582"/>
                    <a:pt x="5980" y="14620"/>
                  </a:cubicBezTo>
                  <a:cubicBezTo>
                    <a:pt x="5951" y="14664"/>
                    <a:pt x="6012" y="14760"/>
                    <a:pt x="6012" y="14806"/>
                  </a:cubicBezTo>
                  <a:cubicBezTo>
                    <a:pt x="6012" y="14860"/>
                    <a:pt x="6040" y="14976"/>
                    <a:pt x="5973" y="15016"/>
                  </a:cubicBezTo>
                  <a:cubicBezTo>
                    <a:pt x="5908" y="15056"/>
                    <a:pt x="5674" y="15083"/>
                    <a:pt x="5579" y="15062"/>
                  </a:cubicBezTo>
                  <a:cubicBezTo>
                    <a:pt x="5465" y="15038"/>
                    <a:pt x="5355" y="14903"/>
                    <a:pt x="5306" y="14842"/>
                  </a:cubicBezTo>
                  <a:cubicBezTo>
                    <a:pt x="5255" y="14772"/>
                    <a:pt x="5215" y="14624"/>
                    <a:pt x="5202" y="14550"/>
                  </a:cubicBezTo>
                  <a:cubicBezTo>
                    <a:pt x="5182" y="14404"/>
                    <a:pt x="5142" y="14103"/>
                    <a:pt x="5225" y="13962"/>
                  </a:cubicBezTo>
                  <a:cubicBezTo>
                    <a:pt x="5265" y="13894"/>
                    <a:pt x="5485" y="13793"/>
                    <a:pt x="5519" y="13725"/>
                  </a:cubicBezTo>
                  <a:cubicBezTo>
                    <a:pt x="5568" y="13640"/>
                    <a:pt x="5554" y="13459"/>
                    <a:pt x="5510" y="13375"/>
                  </a:cubicBezTo>
                  <a:cubicBezTo>
                    <a:pt x="5485" y="13330"/>
                    <a:pt x="5388" y="13245"/>
                    <a:pt x="5324" y="13212"/>
                  </a:cubicBezTo>
                  <a:cubicBezTo>
                    <a:pt x="5240" y="13170"/>
                    <a:pt x="5003" y="13132"/>
                    <a:pt x="4920" y="13090"/>
                  </a:cubicBezTo>
                  <a:cubicBezTo>
                    <a:pt x="4854" y="13057"/>
                    <a:pt x="4733" y="12979"/>
                    <a:pt x="4722" y="12933"/>
                  </a:cubicBezTo>
                  <a:cubicBezTo>
                    <a:pt x="4707" y="12869"/>
                    <a:pt x="4880" y="12753"/>
                    <a:pt x="4874" y="12688"/>
                  </a:cubicBezTo>
                  <a:cubicBezTo>
                    <a:pt x="4866" y="12621"/>
                    <a:pt x="4736" y="12496"/>
                    <a:pt x="4657" y="12444"/>
                  </a:cubicBezTo>
                  <a:cubicBezTo>
                    <a:pt x="4571" y="12390"/>
                    <a:pt x="4317" y="12333"/>
                    <a:pt x="4231" y="12282"/>
                  </a:cubicBezTo>
                  <a:cubicBezTo>
                    <a:pt x="4174" y="12248"/>
                    <a:pt x="4092" y="12171"/>
                    <a:pt x="4066" y="12129"/>
                  </a:cubicBezTo>
                  <a:cubicBezTo>
                    <a:pt x="4026" y="12070"/>
                    <a:pt x="4012" y="11942"/>
                    <a:pt x="3989" y="11879"/>
                  </a:cubicBezTo>
                  <a:cubicBezTo>
                    <a:pt x="3949" y="11772"/>
                    <a:pt x="3903" y="11550"/>
                    <a:pt x="3803" y="11454"/>
                  </a:cubicBezTo>
                  <a:cubicBezTo>
                    <a:pt x="3760" y="11413"/>
                    <a:pt x="3619" y="11351"/>
                    <a:pt x="3551" y="11321"/>
                  </a:cubicBezTo>
                  <a:cubicBezTo>
                    <a:pt x="3493" y="11295"/>
                    <a:pt x="3338" y="11262"/>
                    <a:pt x="3301" y="11228"/>
                  </a:cubicBezTo>
                  <a:cubicBezTo>
                    <a:pt x="3243" y="11179"/>
                    <a:pt x="3243" y="11058"/>
                    <a:pt x="3244" y="11001"/>
                  </a:cubicBezTo>
                  <a:cubicBezTo>
                    <a:pt x="3248" y="10944"/>
                    <a:pt x="3338" y="10830"/>
                    <a:pt x="3322" y="10773"/>
                  </a:cubicBezTo>
                  <a:cubicBezTo>
                    <a:pt x="3301" y="10705"/>
                    <a:pt x="3085" y="10599"/>
                    <a:pt x="3068" y="10529"/>
                  </a:cubicBezTo>
                  <a:cubicBezTo>
                    <a:pt x="3048" y="10445"/>
                    <a:pt x="3208" y="10283"/>
                    <a:pt x="3223" y="10197"/>
                  </a:cubicBezTo>
                  <a:cubicBezTo>
                    <a:pt x="3243" y="10089"/>
                    <a:pt x="3117" y="9865"/>
                    <a:pt x="3179" y="9761"/>
                  </a:cubicBezTo>
                  <a:cubicBezTo>
                    <a:pt x="3227" y="9683"/>
                    <a:pt x="3510" y="9581"/>
                    <a:pt x="3572" y="9505"/>
                  </a:cubicBezTo>
                  <a:cubicBezTo>
                    <a:pt x="3637" y="9427"/>
                    <a:pt x="3716" y="9249"/>
                    <a:pt x="3670" y="9167"/>
                  </a:cubicBezTo>
                  <a:cubicBezTo>
                    <a:pt x="3619" y="9073"/>
                    <a:pt x="3233" y="8970"/>
                    <a:pt x="3168" y="8877"/>
                  </a:cubicBezTo>
                  <a:cubicBezTo>
                    <a:pt x="3121" y="8810"/>
                    <a:pt x="3223" y="8659"/>
                    <a:pt x="3179" y="8591"/>
                  </a:cubicBezTo>
                  <a:cubicBezTo>
                    <a:pt x="3153" y="8554"/>
                    <a:pt x="2995" y="8508"/>
                    <a:pt x="2981" y="8469"/>
                  </a:cubicBezTo>
                  <a:cubicBezTo>
                    <a:pt x="2963" y="8406"/>
                    <a:pt x="3138" y="8293"/>
                    <a:pt x="3157" y="8231"/>
                  </a:cubicBezTo>
                  <a:cubicBezTo>
                    <a:pt x="3201" y="8087"/>
                    <a:pt x="3193" y="7786"/>
                    <a:pt x="3103" y="7649"/>
                  </a:cubicBezTo>
                  <a:cubicBezTo>
                    <a:pt x="3060" y="7586"/>
                    <a:pt x="2873" y="7490"/>
                    <a:pt x="2805" y="7434"/>
                  </a:cubicBezTo>
                  <a:cubicBezTo>
                    <a:pt x="2735" y="7369"/>
                    <a:pt x="2625" y="7230"/>
                    <a:pt x="2555" y="7166"/>
                  </a:cubicBezTo>
                  <a:cubicBezTo>
                    <a:pt x="2502" y="7117"/>
                    <a:pt x="2403" y="7018"/>
                    <a:pt x="2325" y="6980"/>
                  </a:cubicBezTo>
                  <a:cubicBezTo>
                    <a:pt x="2231" y="6932"/>
                    <a:pt x="1985" y="6884"/>
                    <a:pt x="1878" y="6845"/>
                  </a:cubicBezTo>
                  <a:cubicBezTo>
                    <a:pt x="1772" y="6808"/>
                    <a:pt x="1565" y="6729"/>
                    <a:pt x="1484" y="6677"/>
                  </a:cubicBezTo>
                  <a:cubicBezTo>
                    <a:pt x="1403" y="6626"/>
                    <a:pt x="1275" y="6509"/>
                    <a:pt x="1254" y="6444"/>
                  </a:cubicBezTo>
                  <a:cubicBezTo>
                    <a:pt x="1205" y="6301"/>
                    <a:pt x="1444" y="6011"/>
                    <a:pt x="1395" y="5867"/>
                  </a:cubicBezTo>
                  <a:cubicBezTo>
                    <a:pt x="1369" y="5788"/>
                    <a:pt x="1164" y="5654"/>
                    <a:pt x="1111" y="5577"/>
                  </a:cubicBezTo>
                  <a:cubicBezTo>
                    <a:pt x="1055" y="5493"/>
                    <a:pt x="959" y="5317"/>
                    <a:pt x="969" y="5227"/>
                  </a:cubicBezTo>
                  <a:cubicBezTo>
                    <a:pt x="976" y="5166"/>
                    <a:pt x="1133" y="5056"/>
                    <a:pt x="1121" y="4995"/>
                  </a:cubicBezTo>
                  <a:cubicBezTo>
                    <a:pt x="1114" y="4943"/>
                    <a:pt x="1002" y="4846"/>
                    <a:pt x="923" y="4814"/>
                  </a:cubicBezTo>
                  <a:cubicBezTo>
                    <a:pt x="822" y="4772"/>
                    <a:pt x="513" y="4793"/>
                    <a:pt x="424" y="4744"/>
                  </a:cubicBezTo>
                  <a:cubicBezTo>
                    <a:pt x="345" y="4703"/>
                    <a:pt x="325" y="4576"/>
                    <a:pt x="313" y="4517"/>
                  </a:cubicBezTo>
                  <a:cubicBezTo>
                    <a:pt x="292" y="4419"/>
                    <a:pt x="278" y="4218"/>
                    <a:pt x="324" y="4122"/>
                  </a:cubicBezTo>
                  <a:cubicBezTo>
                    <a:pt x="349" y="4070"/>
                    <a:pt x="502" y="3984"/>
                    <a:pt x="509" y="3930"/>
                  </a:cubicBezTo>
                  <a:cubicBezTo>
                    <a:pt x="523" y="3855"/>
                    <a:pt x="403" y="3709"/>
                    <a:pt x="346" y="3639"/>
                  </a:cubicBezTo>
                  <a:cubicBezTo>
                    <a:pt x="313" y="3599"/>
                    <a:pt x="215" y="3528"/>
                    <a:pt x="181" y="3488"/>
                  </a:cubicBezTo>
                  <a:cubicBezTo>
                    <a:pt x="134" y="3431"/>
                    <a:pt x="58" y="3308"/>
                    <a:pt x="0" y="3207"/>
                  </a:cubicBezTo>
                  <a:lnTo>
                    <a:pt x="7872" y="1881"/>
                  </a:lnTo>
                  <a:lnTo>
                    <a:pt x="8748" y="1847"/>
                  </a:lnTo>
                  <a:lnTo>
                    <a:pt x="18565" y="144"/>
                  </a:lnTo>
                  <a:lnTo>
                    <a:pt x="19769" y="0"/>
                  </a:lnTo>
                  <a:cubicBezTo>
                    <a:pt x="19769" y="0"/>
                    <a:pt x="19668" y="173"/>
                    <a:pt x="19722" y="246"/>
                  </a:cubicBezTo>
                  <a:cubicBezTo>
                    <a:pt x="19765" y="306"/>
                    <a:pt x="20015" y="362"/>
                    <a:pt x="20083" y="415"/>
                  </a:cubicBezTo>
                  <a:cubicBezTo>
                    <a:pt x="20137" y="457"/>
                    <a:pt x="20150" y="565"/>
                    <a:pt x="20204" y="607"/>
                  </a:cubicBezTo>
                  <a:cubicBezTo>
                    <a:pt x="20259" y="650"/>
                    <a:pt x="20458" y="694"/>
                    <a:pt x="20498" y="741"/>
                  </a:cubicBezTo>
                  <a:cubicBezTo>
                    <a:pt x="20547" y="798"/>
                    <a:pt x="20515" y="930"/>
                    <a:pt x="20486" y="991"/>
                  </a:cubicBezTo>
                  <a:cubicBezTo>
                    <a:pt x="20458" y="1049"/>
                    <a:pt x="20309" y="1144"/>
                    <a:pt x="20280" y="1201"/>
                  </a:cubicBezTo>
                  <a:cubicBezTo>
                    <a:pt x="20219" y="1323"/>
                    <a:pt x="20219" y="1581"/>
                    <a:pt x="20235" y="1707"/>
                  </a:cubicBezTo>
                  <a:cubicBezTo>
                    <a:pt x="20245" y="1777"/>
                    <a:pt x="20375" y="1915"/>
                    <a:pt x="20335" y="1980"/>
                  </a:cubicBezTo>
                  <a:cubicBezTo>
                    <a:pt x="20295" y="2042"/>
                    <a:pt x="20028" y="2098"/>
                    <a:pt x="19974" y="2156"/>
                  </a:cubicBezTo>
                  <a:cubicBezTo>
                    <a:pt x="19921" y="2207"/>
                    <a:pt x="19895" y="2331"/>
                    <a:pt x="19917" y="2388"/>
                  </a:cubicBezTo>
                  <a:cubicBezTo>
                    <a:pt x="19938" y="2437"/>
                    <a:pt x="20050" y="2520"/>
                    <a:pt x="20115" y="2557"/>
                  </a:cubicBezTo>
                  <a:cubicBezTo>
                    <a:pt x="20187" y="2598"/>
                    <a:pt x="20399" y="2645"/>
                    <a:pt x="20465" y="2691"/>
                  </a:cubicBezTo>
                  <a:cubicBezTo>
                    <a:pt x="20543" y="2742"/>
                    <a:pt x="20568" y="2886"/>
                    <a:pt x="20651" y="2935"/>
                  </a:cubicBezTo>
                  <a:cubicBezTo>
                    <a:pt x="20771" y="3004"/>
                    <a:pt x="21167" y="3040"/>
                    <a:pt x="21284" y="3110"/>
                  </a:cubicBezTo>
                  <a:cubicBezTo>
                    <a:pt x="21379" y="3164"/>
                    <a:pt x="21466" y="3311"/>
                    <a:pt x="21495" y="3383"/>
                  </a:cubicBezTo>
                  <a:cubicBezTo>
                    <a:pt x="21521" y="3454"/>
                    <a:pt x="21564" y="3608"/>
                    <a:pt x="21503" y="3674"/>
                  </a:cubicBezTo>
                  <a:cubicBezTo>
                    <a:pt x="21457" y="3726"/>
                    <a:pt x="21190" y="3758"/>
                    <a:pt x="21167" y="3813"/>
                  </a:cubicBezTo>
                  <a:cubicBezTo>
                    <a:pt x="21149" y="3851"/>
                    <a:pt x="21240" y="3923"/>
                    <a:pt x="21284" y="3953"/>
                  </a:cubicBezTo>
                  <a:cubicBezTo>
                    <a:pt x="21337" y="3990"/>
                    <a:pt x="21517" y="4027"/>
                    <a:pt x="21547" y="4070"/>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86" name="Shape 4668"/>
            <p:cNvSpPr/>
            <p:nvPr/>
          </p:nvSpPr>
          <p:spPr>
            <a:xfrm>
              <a:off x="9872035" y="667340"/>
              <a:ext cx="341069" cy="711140"/>
            </a:xfrm>
            <a:custGeom>
              <a:avLst/>
              <a:gdLst/>
              <a:ahLst/>
              <a:cxnLst>
                <a:cxn ang="0">
                  <a:pos x="wd2" y="hd2"/>
                </a:cxn>
                <a:cxn ang="5400000">
                  <a:pos x="wd2" y="hd2"/>
                </a:cxn>
                <a:cxn ang="10800000">
                  <a:pos x="wd2" y="hd2"/>
                </a:cxn>
                <a:cxn ang="16200000">
                  <a:pos x="wd2" y="hd2"/>
                </a:cxn>
              </a:cxnLst>
              <a:rect l="0" t="0" r="r" b="b"/>
              <a:pathLst>
                <a:path w="21592" h="21600" extrusionOk="0">
                  <a:moveTo>
                    <a:pt x="21592" y="16027"/>
                  </a:moveTo>
                  <a:lnTo>
                    <a:pt x="21592" y="16351"/>
                  </a:lnTo>
                  <a:cubicBezTo>
                    <a:pt x="21549" y="16382"/>
                    <a:pt x="21501" y="16414"/>
                    <a:pt x="21488" y="16438"/>
                  </a:cubicBezTo>
                  <a:cubicBezTo>
                    <a:pt x="21433" y="16522"/>
                    <a:pt x="21448" y="16703"/>
                    <a:pt x="21434" y="16791"/>
                  </a:cubicBezTo>
                  <a:cubicBezTo>
                    <a:pt x="21424" y="16859"/>
                    <a:pt x="21433" y="16996"/>
                    <a:pt x="21391" y="17060"/>
                  </a:cubicBezTo>
                  <a:cubicBezTo>
                    <a:pt x="21337" y="17141"/>
                    <a:pt x="21060" y="17270"/>
                    <a:pt x="21031" y="17354"/>
                  </a:cubicBezTo>
                  <a:cubicBezTo>
                    <a:pt x="20999" y="17445"/>
                    <a:pt x="21110" y="17625"/>
                    <a:pt x="21172" y="17711"/>
                  </a:cubicBezTo>
                  <a:cubicBezTo>
                    <a:pt x="21182" y="17724"/>
                    <a:pt x="21194" y="17737"/>
                    <a:pt x="21211" y="17752"/>
                  </a:cubicBezTo>
                  <a:cubicBezTo>
                    <a:pt x="21162" y="17782"/>
                    <a:pt x="21113" y="17812"/>
                    <a:pt x="21076" y="17823"/>
                  </a:cubicBezTo>
                  <a:cubicBezTo>
                    <a:pt x="21010" y="17840"/>
                    <a:pt x="20849" y="17848"/>
                    <a:pt x="20773" y="17844"/>
                  </a:cubicBezTo>
                  <a:cubicBezTo>
                    <a:pt x="20659" y="17840"/>
                    <a:pt x="20455" y="17784"/>
                    <a:pt x="20344" y="17780"/>
                  </a:cubicBezTo>
                  <a:cubicBezTo>
                    <a:pt x="20233" y="17776"/>
                    <a:pt x="19989" y="17776"/>
                    <a:pt x="19906" y="17812"/>
                  </a:cubicBezTo>
                  <a:cubicBezTo>
                    <a:pt x="19846" y="17838"/>
                    <a:pt x="19873" y="17926"/>
                    <a:pt x="19826" y="17958"/>
                  </a:cubicBezTo>
                  <a:cubicBezTo>
                    <a:pt x="19727" y="18027"/>
                    <a:pt x="19400" y="18105"/>
                    <a:pt x="19255" y="18152"/>
                  </a:cubicBezTo>
                  <a:cubicBezTo>
                    <a:pt x="19146" y="18186"/>
                    <a:pt x="18879" y="18227"/>
                    <a:pt x="18814" y="18281"/>
                  </a:cubicBezTo>
                  <a:cubicBezTo>
                    <a:pt x="18742" y="18341"/>
                    <a:pt x="18856" y="18495"/>
                    <a:pt x="18792" y="18556"/>
                  </a:cubicBezTo>
                  <a:cubicBezTo>
                    <a:pt x="18751" y="18597"/>
                    <a:pt x="18587" y="18657"/>
                    <a:pt x="18501" y="18676"/>
                  </a:cubicBezTo>
                  <a:cubicBezTo>
                    <a:pt x="18357" y="18706"/>
                    <a:pt x="18020" y="18683"/>
                    <a:pt x="17882" y="18719"/>
                  </a:cubicBezTo>
                  <a:cubicBezTo>
                    <a:pt x="17769" y="18748"/>
                    <a:pt x="17592" y="18846"/>
                    <a:pt x="17545" y="18902"/>
                  </a:cubicBezTo>
                  <a:cubicBezTo>
                    <a:pt x="17510" y="18941"/>
                    <a:pt x="17495" y="19029"/>
                    <a:pt x="17522" y="19070"/>
                  </a:cubicBezTo>
                  <a:cubicBezTo>
                    <a:pt x="17545" y="19104"/>
                    <a:pt x="17690" y="19148"/>
                    <a:pt x="17712" y="19183"/>
                  </a:cubicBezTo>
                  <a:cubicBezTo>
                    <a:pt x="17744" y="19231"/>
                    <a:pt x="17738" y="19345"/>
                    <a:pt x="17670" y="19382"/>
                  </a:cubicBezTo>
                  <a:cubicBezTo>
                    <a:pt x="17557" y="19442"/>
                    <a:pt x="17121" y="19390"/>
                    <a:pt x="17017" y="19452"/>
                  </a:cubicBezTo>
                  <a:cubicBezTo>
                    <a:pt x="16956" y="19487"/>
                    <a:pt x="17049" y="19593"/>
                    <a:pt x="17017" y="19636"/>
                  </a:cubicBezTo>
                  <a:cubicBezTo>
                    <a:pt x="16958" y="19704"/>
                    <a:pt x="16600" y="19852"/>
                    <a:pt x="16600" y="19852"/>
                  </a:cubicBezTo>
                  <a:lnTo>
                    <a:pt x="3149" y="21577"/>
                  </a:lnTo>
                  <a:lnTo>
                    <a:pt x="2985" y="21600"/>
                  </a:lnTo>
                  <a:cubicBezTo>
                    <a:pt x="2961" y="21528"/>
                    <a:pt x="2924" y="21446"/>
                    <a:pt x="2869" y="21416"/>
                  </a:cubicBezTo>
                  <a:cubicBezTo>
                    <a:pt x="2796" y="21377"/>
                    <a:pt x="2547" y="21383"/>
                    <a:pt x="2462" y="21352"/>
                  </a:cubicBezTo>
                  <a:cubicBezTo>
                    <a:pt x="2381" y="21321"/>
                    <a:pt x="2311" y="21215"/>
                    <a:pt x="2228" y="21184"/>
                  </a:cubicBezTo>
                  <a:cubicBezTo>
                    <a:pt x="2147" y="21154"/>
                    <a:pt x="1917" y="21149"/>
                    <a:pt x="1843" y="21114"/>
                  </a:cubicBezTo>
                  <a:cubicBezTo>
                    <a:pt x="1775" y="21080"/>
                    <a:pt x="1766" y="20975"/>
                    <a:pt x="1709" y="20936"/>
                  </a:cubicBezTo>
                  <a:cubicBezTo>
                    <a:pt x="1666" y="20907"/>
                    <a:pt x="1528" y="20872"/>
                    <a:pt x="1484" y="20844"/>
                  </a:cubicBezTo>
                  <a:cubicBezTo>
                    <a:pt x="1423" y="20805"/>
                    <a:pt x="1318" y="20715"/>
                    <a:pt x="1318" y="20667"/>
                  </a:cubicBezTo>
                  <a:cubicBezTo>
                    <a:pt x="1315" y="20596"/>
                    <a:pt x="1513" y="20476"/>
                    <a:pt x="1543" y="20408"/>
                  </a:cubicBezTo>
                  <a:cubicBezTo>
                    <a:pt x="1561" y="20360"/>
                    <a:pt x="1571" y="20263"/>
                    <a:pt x="1543" y="20218"/>
                  </a:cubicBezTo>
                  <a:cubicBezTo>
                    <a:pt x="1510" y="20173"/>
                    <a:pt x="1321" y="20114"/>
                    <a:pt x="1305" y="20068"/>
                  </a:cubicBezTo>
                  <a:cubicBezTo>
                    <a:pt x="1289" y="20020"/>
                    <a:pt x="1366" y="19922"/>
                    <a:pt x="1427" y="19885"/>
                  </a:cubicBezTo>
                  <a:cubicBezTo>
                    <a:pt x="1517" y="19829"/>
                    <a:pt x="1836" y="19796"/>
                    <a:pt x="1913" y="19739"/>
                  </a:cubicBezTo>
                  <a:cubicBezTo>
                    <a:pt x="1994" y="19677"/>
                    <a:pt x="2029" y="19515"/>
                    <a:pt x="1979" y="19446"/>
                  </a:cubicBezTo>
                  <a:cubicBezTo>
                    <a:pt x="1944" y="19398"/>
                    <a:pt x="1739" y="19343"/>
                    <a:pt x="1676" y="19302"/>
                  </a:cubicBezTo>
                  <a:cubicBezTo>
                    <a:pt x="1624" y="19267"/>
                    <a:pt x="1513" y="19192"/>
                    <a:pt x="1518" y="19150"/>
                  </a:cubicBezTo>
                  <a:cubicBezTo>
                    <a:pt x="1527" y="19093"/>
                    <a:pt x="1743" y="19014"/>
                    <a:pt x="1779" y="18960"/>
                  </a:cubicBezTo>
                  <a:cubicBezTo>
                    <a:pt x="1806" y="18915"/>
                    <a:pt x="1804" y="18814"/>
                    <a:pt x="1779" y="18768"/>
                  </a:cubicBezTo>
                  <a:cubicBezTo>
                    <a:pt x="1739" y="18698"/>
                    <a:pt x="1567" y="18582"/>
                    <a:pt x="1484" y="18524"/>
                  </a:cubicBezTo>
                  <a:cubicBezTo>
                    <a:pt x="1427" y="18483"/>
                    <a:pt x="1264" y="18418"/>
                    <a:pt x="1227" y="18373"/>
                  </a:cubicBezTo>
                  <a:cubicBezTo>
                    <a:pt x="1190" y="18328"/>
                    <a:pt x="1204" y="18227"/>
                    <a:pt x="1194" y="18179"/>
                  </a:cubicBezTo>
                  <a:cubicBezTo>
                    <a:pt x="1166" y="18069"/>
                    <a:pt x="1109" y="17848"/>
                    <a:pt x="1048" y="17741"/>
                  </a:cubicBezTo>
                  <a:cubicBezTo>
                    <a:pt x="1019" y="17696"/>
                    <a:pt x="881" y="17612"/>
                    <a:pt x="887" y="17564"/>
                  </a:cubicBezTo>
                  <a:cubicBezTo>
                    <a:pt x="895" y="17525"/>
                    <a:pt x="1032" y="17466"/>
                    <a:pt x="1058" y="17429"/>
                  </a:cubicBezTo>
                  <a:cubicBezTo>
                    <a:pt x="1105" y="17361"/>
                    <a:pt x="1141" y="17212"/>
                    <a:pt x="1113" y="17143"/>
                  </a:cubicBezTo>
                  <a:cubicBezTo>
                    <a:pt x="1095" y="17094"/>
                    <a:pt x="951" y="17012"/>
                    <a:pt x="924" y="16965"/>
                  </a:cubicBezTo>
                  <a:cubicBezTo>
                    <a:pt x="894" y="16915"/>
                    <a:pt x="938" y="16802"/>
                    <a:pt x="887" y="16754"/>
                  </a:cubicBezTo>
                  <a:cubicBezTo>
                    <a:pt x="853" y="16720"/>
                    <a:pt x="669" y="16689"/>
                    <a:pt x="644" y="16652"/>
                  </a:cubicBezTo>
                  <a:cubicBezTo>
                    <a:pt x="604" y="16602"/>
                    <a:pt x="736" y="16494"/>
                    <a:pt x="709" y="16442"/>
                  </a:cubicBezTo>
                  <a:cubicBezTo>
                    <a:pt x="682" y="16392"/>
                    <a:pt x="473" y="16328"/>
                    <a:pt x="450" y="16280"/>
                  </a:cubicBezTo>
                  <a:cubicBezTo>
                    <a:pt x="410" y="16197"/>
                    <a:pt x="604" y="16031"/>
                    <a:pt x="595" y="15946"/>
                  </a:cubicBezTo>
                  <a:cubicBezTo>
                    <a:pt x="590" y="15878"/>
                    <a:pt x="504" y="15747"/>
                    <a:pt x="439" y="15687"/>
                  </a:cubicBezTo>
                  <a:cubicBezTo>
                    <a:pt x="405" y="15655"/>
                    <a:pt x="285" y="15606"/>
                    <a:pt x="258" y="15573"/>
                  </a:cubicBezTo>
                  <a:cubicBezTo>
                    <a:pt x="214" y="15511"/>
                    <a:pt x="274" y="15376"/>
                    <a:pt x="237" y="15314"/>
                  </a:cubicBezTo>
                  <a:cubicBezTo>
                    <a:pt x="204" y="15258"/>
                    <a:pt x="-8" y="15167"/>
                    <a:pt x="1" y="15109"/>
                  </a:cubicBezTo>
                  <a:cubicBezTo>
                    <a:pt x="9" y="15030"/>
                    <a:pt x="314" y="14924"/>
                    <a:pt x="373" y="14850"/>
                  </a:cubicBezTo>
                  <a:cubicBezTo>
                    <a:pt x="416" y="14792"/>
                    <a:pt x="403" y="14663"/>
                    <a:pt x="429" y="14602"/>
                  </a:cubicBezTo>
                  <a:cubicBezTo>
                    <a:pt x="447" y="14551"/>
                    <a:pt x="551" y="14453"/>
                    <a:pt x="551" y="14402"/>
                  </a:cubicBezTo>
                  <a:cubicBezTo>
                    <a:pt x="551" y="14326"/>
                    <a:pt x="382" y="14187"/>
                    <a:pt x="362" y="14111"/>
                  </a:cubicBezTo>
                  <a:cubicBezTo>
                    <a:pt x="339" y="14042"/>
                    <a:pt x="328" y="13896"/>
                    <a:pt x="373" y="13831"/>
                  </a:cubicBezTo>
                  <a:cubicBezTo>
                    <a:pt x="400" y="13787"/>
                    <a:pt x="524" y="13715"/>
                    <a:pt x="585" y="13679"/>
                  </a:cubicBezTo>
                  <a:cubicBezTo>
                    <a:pt x="672" y="13627"/>
                    <a:pt x="905" y="13541"/>
                    <a:pt x="968" y="13480"/>
                  </a:cubicBezTo>
                  <a:cubicBezTo>
                    <a:pt x="1039" y="13408"/>
                    <a:pt x="1042" y="13249"/>
                    <a:pt x="1069" y="13172"/>
                  </a:cubicBezTo>
                  <a:cubicBezTo>
                    <a:pt x="1095" y="13103"/>
                    <a:pt x="1200" y="12965"/>
                    <a:pt x="1184" y="12897"/>
                  </a:cubicBezTo>
                  <a:cubicBezTo>
                    <a:pt x="1166" y="12827"/>
                    <a:pt x="952" y="12713"/>
                    <a:pt x="934" y="12643"/>
                  </a:cubicBezTo>
                  <a:cubicBezTo>
                    <a:pt x="915" y="12572"/>
                    <a:pt x="1013" y="12433"/>
                    <a:pt x="1048" y="12362"/>
                  </a:cubicBezTo>
                  <a:cubicBezTo>
                    <a:pt x="1070" y="12307"/>
                    <a:pt x="1096" y="12193"/>
                    <a:pt x="1157" y="12147"/>
                  </a:cubicBezTo>
                  <a:cubicBezTo>
                    <a:pt x="1204" y="12111"/>
                    <a:pt x="1402" y="12079"/>
                    <a:pt x="1427" y="12039"/>
                  </a:cubicBezTo>
                  <a:cubicBezTo>
                    <a:pt x="1463" y="11988"/>
                    <a:pt x="1312" y="11887"/>
                    <a:pt x="1318" y="11834"/>
                  </a:cubicBezTo>
                  <a:cubicBezTo>
                    <a:pt x="1324" y="11781"/>
                    <a:pt x="1489" y="11691"/>
                    <a:pt x="1476" y="11639"/>
                  </a:cubicBezTo>
                  <a:cubicBezTo>
                    <a:pt x="1456" y="11587"/>
                    <a:pt x="1223" y="11525"/>
                    <a:pt x="1194" y="11472"/>
                  </a:cubicBezTo>
                  <a:cubicBezTo>
                    <a:pt x="1167" y="11427"/>
                    <a:pt x="1241" y="11335"/>
                    <a:pt x="1248" y="11288"/>
                  </a:cubicBezTo>
                  <a:cubicBezTo>
                    <a:pt x="1262" y="11210"/>
                    <a:pt x="1214" y="11047"/>
                    <a:pt x="1261" y="10970"/>
                  </a:cubicBezTo>
                  <a:cubicBezTo>
                    <a:pt x="1294" y="10912"/>
                    <a:pt x="1489" y="10819"/>
                    <a:pt x="1518" y="10761"/>
                  </a:cubicBezTo>
                  <a:cubicBezTo>
                    <a:pt x="1543" y="10709"/>
                    <a:pt x="1530" y="10602"/>
                    <a:pt x="1484" y="10555"/>
                  </a:cubicBezTo>
                  <a:cubicBezTo>
                    <a:pt x="1443" y="10516"/>
                    <a:pt x="1252" y="10477"/>
                    <a:pt x="1214" y="10437"/>
                  </a:cubicBezTo>
                  <a:cubicBezTo>
                    <a:pt x="1167" y="10386"/>
                    <a:pt x="1252" y="10268"/>
                    <a:pt x="1214" y="10215"/>
                  </a:cubicBezTo>
                  <a:cubicBezTo>
                    <a:pt x="1157" y="10134"/>
                    <a:pt x="861" y="10020"/>
                    <a:pt x="777" y="9945"/>
                  </a:cubicBezTo>
                  <a:cubicBezTo>
                    <a:pt x="726" y="9902"/>
                    <a:pt x="648" y="9806"/>
                    <a:pt x="632" y="9757"/>
                  </a:cubicBezTo>
                  <a:cubicBezTo>
                    <a:pt x="609" y="9690"/>
                    <a:pt x="716" y="9550"/>
                    <a:pt x="665" y="9486"/>
                  </a:cubicBezTo>
                  <a:cubicBezTo>
                    <a:pt x="625" y="9438"/>
                    <a:pt x="410" y="9384"/>
                    <a:pt x="348" y="9341"/>
                  </a:cubicBezTo>
                  <a:cubicBezTo>
                    <a:pt x="301" y="9305"/>
                    <a:pt x="191" y="9222"/>
                    <a:pt x="214" y="9179"/>
                  </a:cubicBezTo>
                  <a:cubicBezTo>
                    <a:pt x="241" y="9126"/>
                    <a:pt x="506" y="9085"/>
                    <a:pt x="564" y="9039"/>
                  </a:cubicBezTo>
                  <a:cubicBezTo>
                    <a:pt x="635" y="8981"/>
                    <a:pt x="599" y="8831"/>
                    <a:pt x="675" y="8775"/>
                  </a:cubicBezTo>
                  <a:cubicBezTo>
                    <a:pt x="732" y="8733"/>
                    <a:pt x="921" y="8680"/>
                    <a:pt x="1012" y="8656"/>
                  </a:cubicBezTo>
                  <a:cubicBezTo>
                    <a:pt x="1110" y="8631"/>
                    <a:pt x="1338" y="8610"/>
                    <a:pt x="1427" y="8580"/>
                  </a:cubicBezTo>
                  <a:cubicBezTo>
                    <a:pt x="1497" y="8558"/>
                    <a:pt x="1577" y="8476"/>
                    <a:pt x="1652" y="8460"/>
                  </a:cubicBezTo>
                  <a:cubicBezTo>
                    <a:pt x="1779" y="8439"/>
                    <a:pt x="2058" y="8512"/>
                    <a:pt x="2183" y="8488"/>
                  </a:cubicBezTo>
                  <a:cubicBezTo>
                    <a:pt x="2290" y="8469"/>
                    <a:pt x="2422" y="8367"/>
                    <a:pt x="2486" y="8321"/>
                  </a:cubicBezTo>
                  <a:cubicBezTo>
                    <a:pt x="2551" y="8275"/>
                    <a:pt x="2669" y="8176"/>
                    <a:pt x="2701" y="8121"/>
                  </a:cubicBezTo>
                  <a:cubicBezTo>
                    <a:pt x="2728" y="8070"/>
                    <a:pt x="2671" y="7961"/>
                    <a:pt x="2712" y="7911"/>
                  </a:cubicBezTo>
                  <a:cubicBezTo>
                    <a:pt x="2736" y="7875"/>
                    <a:pt x="2847" y="7814"/>
                    <a:pt x="2914" y="7792"/>
                  </a:cubicBezTo>
                  <a:cubicBezTo>
                    <a:pt x="2999" y="7765"/>
                    <a:pt x="3216" y="7757"/>
                    <a:pt x="3308" y="7734"/>
                  </a:cubicBezTo>
                  <a:cubicBezTo>
                    <a:pt x="3398" y="7710"/>
                    <a:pt x="3547" y="7643"/>
                    <a:pt x="3623" y="7609"/>
                  </a:cubicBezTo>
                  <a:cubicBezTo>
                    <a:pt x="3695" y="7575"/>
                    <a:pt x="3835" y="7504"/>
                    <a:pt x="3893" y="7463"/>
                  </a:cubicBezTo>
                  <a:cubicBezTo>
                    <a:pt x="3964" y="7412"/>
                    <a:pt x="4082" y="7301"/>
                    <a:pt x="4116" y="7243"/>
                  </a:cubicBezTo>
                  <a:cubicBezTo>
                    <a:pt x="4150" y="7185"/>
                    <a:pt x="4116" y="7057"/>
                    <a:pt x="4172" y="7005"/>
                  </a:cubicBezTo>
                  <a:cubicBezTo>
                    <a:pt x="4202" y="6978"/>
                    <a:pt x="4320" y="6946"/>
                    <a:pt x="4364" y="6924"/>
                  </a:cubicBezTo>
                  <a:cubicBezTo>
                    <a:pt x="4418" y="6896"/>
                    <a:pt x="4535" y="6840"/>
                    <a:pt x="4566" y="6805"/>
                  </a:cubicBezTo>
                  <a:cubicBezTo>
                    <a:pt x="4621" y="6742"/>
                    <a:pt x="4687" y="6599"/>
                    <a:pt x="4634" y="6535"/>
                  </a:cubicBezTo>
                  <a:cubicBezTo>
                    <a:pt x="4601" y="6495"/>
                    <a:pt x="4416" y="6461"/>
                    <a:pt x="4364" y="6427"/>
                  </a:cubicBezTo>
                  <a:cubicBezTo>
                    <a:pt x="4318" y="6399"/>
                    <a:pt x="4223" y="6333"/>
                    <a:pt x="4241" y="6298"/>
                  </a:cubicBezTo>
                  <a:cubicBezTo>
                    <a:pt x="4267" y="6247"/>
                    <a:pt x="4540" y="6216"/>
                    <a:pt x="4589" y="6168"/>
                  </a:cubicBezTo>
                  <a:cubicBezTo>
                    <a:pt x="4650" y="6108"/>
                    <a:pt x="4606" y="5965"/>
                    <a:pt x="4579" y="5899"/>
                  </a:cubicBezTo>
                  <a:cubicBezTo>
                    <a:pt x="4549" y="5831"/>
                    <a:pt x="4459" y="5696"/>
                    <a:pt x="4364" y="5645"/>
                  </a:cubicBezTo>
                  <a:cubicBezTo>
                    <a:pt x="4241" y="5580"/>
                    <a:pt x="3835" y="5548"/>
                    <a:pt x="3711" y="5483"/>
                  </a:cubicBezTo>
                  <a:cubicBezTo>
                    <a:pt x="3627" y="5438"/>
                    <a:pt x="3600" y="5305"/>
                    <a:pt x="3522" y="5257"/>
                  </a:cubicBezTo>
                  <a:cubicBezTo>
                    <a:pt x="3452" y="5215"/>
                    <a:pt x="3236" y="5171"/>
                    <a:pt x="3160" y="5132"/>
                  </a:cubicBezTo>
                  <a:cubicBezTo>
                    <a:pt x="3093" y="5099"/>
                    <a:pt x="2980" y="5021"/>
                    <a:pt x="2957" y="4976"/>
                  </a:cubicBezTo>
                  <a:cubicBezTo>
                    <a:pt x="2934" y="4923"/>
                    <a:pt x="2961" y="4808"/>
                    <a:pt x="3014" y="4761"/>
                  </a:cubicBezTo>
                  <a:cubicBezTo>
                    <a:pt x="3072" y="4707"/>
                    <a:pt x="3347" y="4656"/>
                    <a:pt x="3388" y="4598"/>
                  </a:cubicBezTo>
                  <a:cubicBezTo>
                    <a:pt x="3428" y="4537"/>
                    <a:pt x="3294" y="4409"/>
                    <a:pt x="3284" y="4344"/>
                  </a:cubicBezTo>
                  <a:cubicBezTo>
                    <a:pt x="3267" y="4228"/>
                    <a:pt x="3267" y="3988"/>
                    <a:pt x="3331" y="3875"/>
                  </a:cubicBezTo>
                  <a:cubicBezTo>
                    <a:pt x="3359" y="3822"/>
                    <a:pt x="3513" y="3734"/>
                    <a:pt x="3541" y="3681"/>
                  </a:cubicBezTo>
                  <a:cubicBezTo>
                    <a:pt x="3573" y="3625"/>
                    <a:pt x="3604" y="3502"/>
                    <a:pt x="3556" y="3449"/>
                  </a:cubicBezTo>
                  <a:cubicBezTo>
                    <a:pt x="3513" y="3406"/>
                    <a:pt x="3308" y="3365"/>
                    <a:pt x="3251" y="3325"/>
                  </a:cubicBezTo>
                  <a:cubicBezTo>
                    <a:pt x="3196" y="3286"/>
                    <a:pt x="3183" y="3186"/>
                    <a:pt x="3128" y="3147"/>
                  </a:cubicBezTo>
                  <a:cubicBezTo>
                    <a:pt x="3058" y="3098"/>
                    <a:pt x="2802" y="3046"/>
                    <a:pt x="2756" y="2990"/>
                  </a:cubicBezTo>
                  <a:cubicBezTo>
                    <a:pt x="2701" y="2922"/>
                    <a:pt x="2806" y="2762"/>
                    <a:pt x="2806" y="2762"/>
                  </a:cubicBezTo>
                  <a:cubicBezTo>
                    <a:pt x="2806" y="2762"/>
                    <a:pt x="3031" y="2640"/>
                    <a:pt x="3022" y="2589"/>
                  </a:cubicBezTo>
                  <a:cubicBezTo>
                    <a:pt x="3017" y="2559"/>
                    <a:pt x="2889" y="2525"/>
                    <a:pt x="2857" y="2499"/>
                  </a:cubicBezTo>
                  <a:cubicBezTo>
                    <a:pt x="2809" y="2460"/>
                    <a:pt x="2735" y="2372"/>
                    <a:pt x="2732" y="2327"/>
                  </a:cubicBezTo>
                  <a:cubicBezTo>
                    <a:pt x="2731" y="2265"/>
                    <a:pt x="2829" y="2148"/>
                    <a:pt x="2890" y="2095"/>
                  </a:cubicBezTo>
                  <a:cubicBezTo>
                    <a:pt x="2950" y="2043"/>
                    <a:pt x="3150" y="1968"/>
                    <a:pt x="3206" y="1916"/>
                  </a:cubicBezTo>
                  <a:cubicBezTo>
                    <a:pt x="3264" y="1862"/>
                    <a:pt x="3308" y="1696"/>
                    <a:pt x="3308" y="1679"/>
                  </a:cubicBezTo>
                  <a:cubicBezTo>
                    <a:pt x="3308" y="1663"/>
                    <a:pt x="3174" y="1540"/>
                    <a:pt x="3160" y="1490"/>
                  </a:cubicBezTo>
                  <a:cubicBezTo>
                    <a:pt x="3145" y="1434"/>
                    <a:pt x="3230" y="1320"/>
                    <a:pt x="3227" y="1264"/>
                  </a:cubicBezTo>
                  <a:cubicBezTo>
                    <a:pt x="3227" y="1218"/>
                    <a:pt x="3226" y="1118"/>
                    <a:pt x="3160" y="1085"/>
                  </a:cubicBezTo>
                  <a:cubicBezTo>
                    <a:pt x="3078" y="1045"/>
                    <a:pt x="2795" y="1071"/>
                    <a:pt x="2701" y="1037"/>
                  </a:cubicBezTo>
                  <a:cubicBezTo>
                    <a:pt x="2648" y="1019"/>
                    <a:pt x="2594" y="959"/>
                    <a:pt x="2577" y="929"/>
                  </a:cubicBezTo>
                  <a:cubicBezTo>
                    <a:pt x="2560" y="903"/>
                    <a:pt x="2519" y="842"/>
                    <a:pt x="2551" y="821"/>
                  </a:cubicBezTo>
                  <a:cubicBezTo>
                    <a:pt x="2618" y="784"/>
                    <a:pt x="2863" y="823"/>
                    <a:pt x="2957" y="805"/>
                  </a:cubicBezTo>
                  <a:cubicBezTo>
                    <a:pt x="3065" y="785"/>
                    <a:pt x="3236" y="708"/>
                    <a:pt x="3318" y="670"/>
                  </a:cubicBezTo>
                  <a:cubicBezTo>
                    <a:pt x="3385" y="638"/>
                    <a:pt x="3513" y="570"/>
                    <a:pt x="3556" y="531"/>
                  </a:cubicBezTo>
                  <a:cubicBezTo>
                    <a:pt x="3597" y="490"/>
                    <a:pt x="3600" y="396"/>
                    <a:pt x="3644" y="358"/>
                  </a:cubicBezTo>
                  <a:cubicBezTo>
                    <a:pt x="3679" y="326"/>
                    <a:pt x="3798" y="282"/>
                    <a:pt x="3846" y="255"/>
                  </a:cubicBezTo>
                  <a:cubicBezTo>
                    <a:pt x="3896" y="227"/>
                    <a:pt x="3964" y="146"/>
                    <a:pt x="4038" y="142"/>
                  </a:cubicBezTo>
                  <a:cubicBezTo>
                    <a:pt x="4146" y="134"/>
                    <a:pt x="4314" y="227"/>
                    <a:pt x="4388" y="266"/>
                  </a:cubicBezTo>
                  <a:cubicBezTo>
                    <a:pt x="4463" y="306"/>
                    <a:pt x="4539" y="417"/>
                    <a:pt x="4621" y="454"/>
                  </a:cubicBezTo>
                  <a:cubicBezTo>
                    <a:pt x="4698" y="489"/>
                    <a:pt x="4889" y="543"/>
                    <a:pt x="4994" y="546"/>
                  </a:cubicBezTo>
                  <a:cubicBezTo>
                    <a:pt x="5128" y="550"/>
                    <a:pt x="5364" y="458"/>
                    <a:pt x="5500" y="454"/>
                  </a:cubicBezTo>
                  <a:cubicBezTo>
                    <a:pt x="5576" y="452"/>
                    <a:pt x="5720" y="502"/>
                    <a:pt x="5791" y="492"/>
                  </a:cubicBezTo>
                  <a:cubicBezTo>
                    <a:pt x="5873" y="481"/>
                    <a:pt x="5993" y="411"/>
                    <a:pt x="6027" y="373"/>
                  </a:cubicBezTo>
                  <a:cubicBezTo>
                    <a:pt x="6087" y="307"/>
                    <a:pt x="6006" y="154"/>
                    <a:pt x="6061" y="87"/>
                  </a:cubicBezTo>
                  <a:cubicBezTo>
                    <a:pt x="6084" y="61"/>
                    <a:pt x="6183" y="28"/>
                    <a:pt x="6235" y="0"/>
                  </a:cubicBezTo>
                  <a:lnTo>
                    <a:pt x="9336" y="3762"/>
                  </a:lnTo>
                  <a:lnTo>
                    <a:pt x="15071" y="11511"/>
                  </a:lnTo>
                  <a:lnTo>
                    <a:pt x="16015" y="12686"/>
                  </a:lnTo>
                  <a:cubicBezTo>
                    <a:pt x="16015" y="12686"/>
                    <a:pt x="16276" y="12760"/>
                    <a:pt x="16330" y="12799"/>
                  </a:cubicBezTo>
                  <a:cubicBezTo>
                    <a:pt x="16409" y="12858"/>
                    <a:pt x="16429" y="13002"/>
                    <a:pt x="16465" y="13069"/>
                  </a:cubicBezTo>
                  <a:cubicBezTo>
                    <a:pt x="16505" y="13146"/>
                    <a:pt x="16610" y="13294"/>
                    <a:pt x="16633" y="13372"/>
                  </a:cubicBezTo>
                  <a:cubicBezTo>
                    <a:pt x="16655" y="13445"/>
                    <a:pt x="16634" y="13594"/>
                    <a:pt x="16645" y="13668"/>
                  </a:cubicBezTo>
                  <a:cubicBezTo>
                    <a:pt x="16655" y="13746"/>
                    <a:pt x="16677" y="13902"/>
                    <a:pt x="16722" y="13976"/>
                  </a:cubicBezTo>
                  <a:cubicBezTo>
                    <a:pt x="16772" y="14058"/>
                    <a:pt x="16912" y="14219"/>
                    <a:pt x="17027" y="14284"/>
                  </a:cubicBezTo>
                  <a:cubicBezTo>
                    <a:pt x="17099" y="14322"/>
                    <a:pt x="17283" y="14387"/>
                    <a:pt x="17385" y="14402"/>
                  </a:cubicBezTo>
                  <a:cubicBezTo>
                    <a:pt x="17483" y="14416"/>
                    <a:pt x="17702" y="14380"/>
                    <a:pt x="17791" y="14402"/>
                  </a:cubicBezTo>
                  <a:cubicBezTo>
                    <a:pt x="17943" y="14440"/>
                    <a:pt x="18057" y="14618"/>
                    <a:pt x="18185" y="14672"/>
                  </a:cubicBezTo>
                  <a:cubicBezTo>
                    <a:pt x="18300" y="14720"/>
                    <a:pt x="18583" y="14780"/>
                    <a:pt x="18725" y="14806"/>
                  </a:cubicBezTo>
                  <a:cubicBezTo>
                    <a:pt x="18919" y="14843"/>
                    <a:pt x="19523" y="14914"/>
                    <a:pt x="19523" y="14914"/>
                  </a:cubicBezTo>
                  <a:lnTo>
                    <a:pt x="19735" y="15746"/>
                  </a:lnTo>
                  <a:lnTo>
                    <a:pt x="20872" y="16027"/>
                  </a:lnTo>
                  <a:cubicBezTo>
                    <a:pt x="20872" y="16027"/>
                    <a:pt x="21592" y="16027"/>
                    <a:pt x="21592" y="1602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87" name="Shape 4669"/>
            <p:cNvSpPr/>
            <p:nvPr/>
          </p:nvSpPr>
          <p:spPr>
            <a:xfrm>
              <a:off x="9872035" y="667340"/>
              <a:ext cx="341069" cy="711140"/>
            </a:xfrm>
            <a:custGeom>
              <a:avLst/>
              <a:gdLst/>
              <a:ahLst/>
              <a:cxnLst>
                <a:cxn ang="0">
                  <a:pos x="wd2" y="hd2"/>
                </a:cxn>
                <a:cxn ang="5400000">
                  <a:pos x="wd2" y="hd2"/>
                </a:cxn>
                <a:cxn ang="10800000">
                  <a:pos x="wd2" y="hd2"/>
                </a:cxn>
                <a:cxn ang="16200000">
                  <a:pos x="wd2" y="hd2"/>
                </a:cxn>
              </a:cxnLst>
              <a:rect l="0" t="0" r="r" b="b"/>
              <a:pathLst>
                <a:path w="21592" h="21600" extrusionOk="0">
                  <a:moveTo>
                    <a:pt x="21592" y="16027"/>
                  </a:moveTo>
                  <a:lnTo>
                    <a:pt x="21592" y="16351"/>
                  </a:lnTo>
                  <a:cubicBezTo>
                    <a:pt x="21549" y="16382"/>
                    <a:pt x="21501" y="16414"/>
                    <a:pt x="21488" y="16438"/>
                  </a:cubicBezTo>
                  <a:cubicBezTo>
                    <a:pt x="21433" y="16522"/>
                    <a:pt x="21448" y="16703"/>
                    <a:pt x="21434" y="16791"/>
                  </a:cubicBezTo>
                  <a:cubicBezTo>
                    <a:pt x="21424" y="16859"/>
                    <a:pt x="21433" y="16996"/>
                    <a:pt x="21391" y="17060"/>
                  </a:cubicBezTo>
                  <a:cubicBezTo>
                    <a:pt x="21337" y="17141"/>
                    <a:pt x="21060" y="17270"/>
                    <a:pt x="21031" y="17355"/>
                  </a:cubicBezTo>
                  <a:cubicBezTo>
                    <a:pt x="20999" y="17445"/>
                    <a:pt x="21110" y="17626"/>
                    <a:pt x="21172" y="17711"/>
                  </a:cubicBezTo>
                  <a:cubicBezTo>
                    <a:pt x="21182" y="17724"/>
                    <a:pt x="21194" y="17737"/>
                    <a:pt x="21211" y="17752"/>
                  </a:cubicBezTo>
                  <a:cubicBezTo>
                    <a:pt x="21162" y="17782"/>
                    <a:pt x="21113" y="17812"/>
                    <a:pt x="21076" y="17823"/>
                  </a:cubicBezTo>
                  <a:cubicBezTo>
                    <a:pt x="21010" y="17841"/>
                    <a:pt x="20849" y="17848"/>
                    <a:pt x="20773" y="17844"/>
                  </a:cubicBezTo>
                  <a:cubicBezTo>
                    <a:pt x="20659" y="17841"/>
                    <a:pt x="20457" y="17784"/>
                    <a:pt x="20344" y="17780"/>
                  </a:cubicBezTo>
                  <a:cubicBezTo>
                    <a:pt x="20233" y="17776"/>
                    <a:pt x="19989" y="17776"/>
                    <a:pt x="19906" y="17812"/>
                  </a:cubicBezTo>
                  <a:cubicBezTo>
                    <a:pt x="19846" y="17838"/>
                    <a:pt x="19873" y="17927"/>
                    <a:pt x="19826" y="17958"/>
                  </a:cubicBezTo>
                  <a:cubicBezTo>
                    <a:pt x="19727" y="18027"/>
                    <a:pt x="19400" y="18105"/>
                    <a:pt x="19255" y="18152"/>
                  </a:cubicBezTo>
                  <a:cubicBezTo>
                    <a:pt x="19146" y="18186"/>
                    <a:pt x="18879" y="18227"/>
                    <a:pt x="18814" y="18281"/>
                  </a:cubicBezTo>
                  <a:cubicBezTo>
                    <a:pt x="18742" y="18341"/>
                    <a:pt x="18856" y="18495"/>
                    <a:pt x="18792" y="18556"/>
                  </a:cubicBezTo>
                  <a:cubicBezTo>
                    <a:pt x="18751" y="18598"/>
                    <a:pt x="18587" y="18657"/>
                    <a:pt x="18501" y="18676"/>
                  </a:cubicBezTo>
                  <a:cubicBezTo>
                    <a:pt x="18357" y="18706"/>
                    <a:pt x="18020" y="18683"/>
                    <a:pt x="17882" y="18719"/>
                  </a:cubicBezTo>
                  <a:cubicBezTo>
                    <a:pt x="17769" y="18748"/>
                    <a:pt x="17592" y="18846"/>
                    <a:pt x="17545" y="18902"/>
                  </a:cubicBezTo>
                  <a:cubicBezTo>
                    <a:pt x="17510" y="18941"/>
                    <a:pt x="17495" y="19029"/>
                    <a:pt x="17522" y="19070"/>
                  </a:cubicBezTo>
                  <a:cubicBezTo>
                    <a:pt x="17545" y="19104"/>
                    <a:pt x="17690" y="19148"/>
                    <a:pt x="17712" y="19183"/>
                  </a:cubicBezTo>
                  <a:cubicBezTo>
                    <a:pt x="17744" y="19231"/>
                    <a:pt x="17738" y="19345"/>
                    <a:pt x="17670" y="19382"/>
                  </a:cubicBezTo>
                  <a:cubicBezTo>
                    <a:pt x="17559" y="19442"/>
                    <a:pt x="17121" y="19390"/>
                    <a:pt x="17017" y="19452"/>
                  </a:cubicBezTo>
                  <a:cubicBezTo>
                    <a:pt x="16956" y="19487"/>
                    <a:pt x="17049" y="19593"/>
                    <a:pt x="17017" y="19636"/>
                  </a:cubicBezTo>
                  <a:cubicBezTo>
                    <a:pt x="16958" y="19704"/>
                    <a:pt x="16600" y="19852"/>
                    <a:pt x="16600" y="19852"/>
                  </a:cubicBezTo>
                  <a:lnTo>
                    <a:pt x="3149" y="21577"/>
                  </a:lnTo>
                  <a:lnTo>
                    <a:pt x="2985" y="21600"/>
                  </a:lnTo>
                  <a:cubicBezTo>
                    <a:pt x="2961" y="21529"/>
                    <a:pt x="2924" y="21446"/>
                    <a:pt x="2869" y="21416"/>
                  </a:cubicBezTo>
                  <a:cubicBezTo>
                    <a:pt x="2796" y="21377"/>
                    <a:pt x="2547" y="21383"/>
                    <a:pt x="2463" y="21352"/>
                  </a:cubicBezTo>
                  <a:cubicBezTo>
                    <a:pt x="2381" y="21321"/>
                    <a:pt x="2311" y="21215"/>
                    <a:pt x="2228" y="21184"/>
                  </a:cubicBezTo>
                  <a:cubicBezTo>
                    <a:pt x="2147" y="21154"/>
                    <a:pt x="1917" y="21149"/>
                    <a:pt x="1843" y="21114"/>
                  </a:cubicBezTo>
                  <a:cubicBezTo>
                    <a:pt x="1775" y="21080"/>
                    <a:pt x="1766" y="20975"/>
                    <a:pt x="1709" y="20936"/>
                  </a:cubicBezTo>
                  <a:cubicBezTo>
                    <a:pt x="1666" y="20907"/>
                    <a:pt x="1528" y="20872"/>
                    <a:pt x="1484" y="20844"/>
                  </a:cubicBezTo>
                  <a:cubicBezTo>
                    <a:pt x="1423" y="20805"/>
                    <a:pt x="1318" y="20715"/>
                    <a:pt x="1318" y="20667"/>
                  </a:cubicBezTo>
                  <a:cubicBezTo>
                    <a:pt x="1315" y="20596"/>
                    <a:pt x="1513" y="20476"/>
                    <a:pt x="1543" y="20408"/>
                  </a:cubicBezTo>
                  <a:cubicBezTo>
                    <a:pt x="1561" y="20360"/>
                    <a:pt x="1571" y="20263"/>
                    <a:pt x="1543" y="20218"/>
                  </a:cubicBezTo>
                  <a:cubicBezTo>
                    <a:pt x="1510" y="20173"/>
                    <a:pt x="1322" y="20114"/>
                    <a:pt x="1305" y="20068"/>
                  </a:cubicBezTo>
                  <a:cubicBezTo>
                    <a:pt x="1289" y="20020"/>
                    <a:pt x="1366" y="19922"/>
                    <a:pt x="1427" y="19885"/>
                  </a:cubicBezTo>
                  <a:cubicBezTo>
                    <a:pt x="1517" y="19829"/>
                    <a:pt x="1836" y="19796"/>
                    <a:pt x="1913" y="19739"/>
                  </a:cubicBezTo>
                  <a:cubicBezTo>
                    <a:pt x="1994" y="19677"/>
                    <a:pt x="2029" y="19515"/>
                    <a:pt x="1979" y="19446"/>
                  </a:cubicBezTo>
                  <a:cubicBezTo>
                    <a:pt x="1944" y="19398"/>
                    <a:pt x="1739" y="19343"/>
                    <a:pt x="1676" y="19302"/>
                  </a:cubicBezTo>
                  <a:cubicBezTo>
                    <a:pt x="1625" y="19267"/>
                    <a:pt x="1513" y="19192"/>
                    <a:pt x="1518" y="19150"/>
                  </a:cubicBezTo>
                  <a:cubicBezTo>
                    <a:pt x="1527" y="19093"/>
                    <a:pt x="1743" y="19014"/>
                    <a:pt x="1779" y="18960"/>
                  </a:cubicBezTo>
                  <a:cubicBezTo>
                    <a:pt x="1806" y="18915"/>
                    <a:pt x="1804" y="18814"/>
                    <a:pt x="1779" y="18768"/>
                  </a:cubicBezTo>
                  <a:cubicBezTo>
                    <a:pt x="1739" y="18699"/>
                    <a:pt x="1567" y="18582"/>
                    <a:pt x="1484" y="18524"/>
                  </a:cubicBezTo>
                  <a:cubicBezTo>
                    <a:pt x="1427" y="18484"/>
                    <a:pt x="1264" y="18418"/>
                    <a:pt x="1227" y="18373"/>
                  </a:cubicBezTo>
                  <a:cubicBezTo>
                    <a:pt x="1190" y="18328"/>
                    <a:pt x="1204" y="18227"/>
                    <a:pt x="1194" y="18179"/>
                  </a:cubicBezTo>
                  <a:cubicBezTo>
                    <a:pt x="1166" y="18069"/>
                    <a:pt x="1109" y="17848"/>
                    <a:pt x="1048" y="17741"/>
                  </a:cubicBezTo>
                  <a:cubicBezTo>
                    <a:pt x="1019" y="17696"/>
                    <a:pt x="881" y="17612"/>
                    <a:pt x="887" y="17564"/>
                  </a:cubicBezTo>
                  <a:cubicBezTo>
                    <a:pt x="895" y="17525"/>
                    <a:pt x="1032" y="17466"/>
                    <a:pt x="1058" y="17429"/>
                  </a:cubicBezTo>
                  <a:cubicBezTo>
                    <a:pt x="1105" y="17361"/>
                    <a:pt x="1141" y="17212"/>
                    <a:pt x="1113" y="17143"/>
                  </a:cubicBezTo>
                  <a:cubicBezTo>
                    <a:pt x="1095" y="17094"/>
                    <a:pt x="951" y="17012"/>
                    <a:pt x="924" y="16965"/>
                  </a:cubicBezTo>
                  <a:cubicBezTo>
                    <a:pt x="894" y="16915"/>
                    <a:pt x="938" y="16802"/>
                    <a:pt x="887" y="16754"/>
                  </a:cubicBezTo>
                  <a:cubicBezTo>
                    <a:pt x="853" y="16720"/>
                    <a:pt x="669" y="16689"/>
                    <a:pt x="644" y="16652"/>
                  </a:cubicBezTo>
                  <a:cubicBezTo>
                    <a:pt x="604" y="16602"/>
                    <a:pt x="736" y="16494"/>
                    <a:pt x="709" y="16442"/>
                  </a:cubicBezTo>
                  <a:cubicBezTo>
                    <a:pt x="682" y="16392"/>
                    <a:pt x="473" y="16328"/>
                    <a:pt x="450" y="16280"/>
                  </a:cubicBezTo>
                  <a:cubicBezTo>
                    <a:pt x="410" y="16197"/>
                    <a:pt x="604" y="16031"/>
                    <a:pt x="595" y="15946"/>
                  </a:cubicBezTo>
                  <a:cubicBezTo>
                    <a:pt x="590" y="15878"/>
                    <a:pt x="504" y="15747"/>
                    <a:pt x="439" y="15687"/>
                  </a:cubicBezTo>
                  <a:cubicBezTo>
                    <a:pt x="405" y="15655"/>
                    <a:pt x="285" y="15606"/>
                    <a:pt x="258" y="15573"/>
                  </a:cubicBezTo>
                  <a:cubicBezTo>
                    <a:pt x="214" y="15511"/>
                    <a:pt x="275" y="15376"/>
                    <a:pt x="237" y="15314"/>
                  </a:cubicBezTo>
                  <a:cubicBezTo>
                    <a:pt x="204" y="15258"/>
                    <a:pt x="-8" y="15167"/>
                    <a:pt x="1" y="15109"/>
                  </a:cubicBezTo>
                  <a:cubicBezTo>
                    <a:pt x="9" y="15030"/>
                    <a:pt x="314" y="14924"/>
                    <a:pt x="373" y="14850"/>
                  </a:cubicBezTo>
                  <a:cubicBezTo>
                    <a:pt x="416" y="14792"/>
                    <a:pt x="403" y="14663"/>
                    <a:pt x="429" y="14602"/>
                  </a:cubicBezTo>
                  <a:cubicBezTo>
                    <a:pt x="447" y="14551"/>
                    <a:pt x="551" y="14453"/>
                    <a:pt x="551" y="14402"/>
                  </a:cubicBezTo>
                  <a:cubicBezTo>
                    <a:pt x="551" y="14326"/>
                    <a:pt x="382" y="14187"/>
                    <a:pt x="362" y="14111"/>
                  </a:cubicBezTo>
                  <a:cubicBezTo>
                    <a:pt x="339" y="14042"/>
                    <a:pt x="328" y="13896"/>
                    <a:pt x="373" y="13831"/>
                  </a:cubicBezTo>
                  <a:cubicBezTo>
                    <a:pt x="400" y="13787"/>
                    <a:pt x="524" y="13715"/>
                    <a:pt x="585" y="13680"/>
                  </a:cubicBezTo>
                  <a:cubicBezTo>
                    <a:pt x="672" y="13627"/>
                    <a:pt x="905" y="13541"/>
                    <a:pt x="968" y="13480"/>
                  </a:cubicBezTo>
                  <a:cubicBezTo>
                    <a:pt x="1039" y="13408"/>
                    <a:pt x="1042" y="13249"/>
                    <a:pt x="1069" y="13172"/>
                  </a:cubicBezTo>
                  <a:cubicBezTo>
                    <a:pt x="1095" y="13103"/>
                    <a:pt x="1200" y="12966"/>
                    <a:pt x="1184" y="12897"/>
                  </a:cubicBezTo>
                  <a:cubicBezTo>
                    <a:pt x="1166" y="12827"/>
                    <a:pt x="952" y="12713"/>
                    <a:pt x="934" y="12643"/>
                  </a:cubicBezTo>
                  <a:cubicBezTo>
                    <a:pt x="915" y="12572"/>
                    <a:pt x="1013" y="12433"/>
                    <a:pt x="1048" y="12362"/>
                  </a:cubicBezTo>
                  <a:cubicBezTo>
                    <a:pt x="1070" y="12308"/>
                    <a:pt x="1096" y="12194"/>
                    <a:pt x="1157" y="12147"/>
                  </a:cubicBezTo>
                  <a:cubicBezTo>
                    <a:pt x="1204" y="12111"/>
                    <a:pt x="1402" y="12079"/>
                    <a:pt x="1427" y="12039"/>
                  </a:cubicBezTo>
                  <a:cubicBezTo>
                    <a:pt x="1463" y="11988"/>
                    <a:pt x="1312" y="11887"/>
                    <a:pt x="1318" y="11834"/>
                  </a:cubicBezTo>
                  <a:cubicBezTo>
                    <a:pt x="1324" y="11781"/>
                    <a:pt x="1489" y="11691"/>
                    <a:pt x="1476" y="11639"/>
                  </a:cubicBezTo>
                  <a:cubicBezTo>
                    <a:pt x="1456" y="11587"/>
                    <a:pt x="1223" y="11525"/>
                    <a:pt x="1194" y="11472"/>
                  </a:cubicBezTo>
                  <a:cubicBezTo>
                    <a:pt x="1167" y="11427"/>
                    <a:pt x="1241" y="11335"/>
                    <a:pt x="1248" y="11288"/>
                  </a:cubicBezTo>
                  <a:cubicBezTo>
                    <a:pt x="1262" y="11210"/>
                    <a:pt x="1214" y="11047"/>
                    <a:pt x="1261" y="10970"/>
                  </a:cubicBezTo>
                  <a:cubicBezTo>
                    <a:pt x="1294" y="10912"/>
                    <a:pt x="1489" y="10819"/>
                    <a:pt x="1518" y="10761"/>
                  </a:cubicBezTo>
                  <a:cubicBezTo>
                    <a:pt x="1543" y="10709"/>
                    <a:pt x="1530" y="10602"/>
                    <a:pt x="1484" y="10555"/>
                  </a:cubicBezTo>
                  <a:cubicBezTo>
                    <a:pt x="1443" y="10516"/>
                    <a:pt x="1252" y="10477"/>
                    <a:pt x="1214" y="10437"/>
                  </a:cubicBezTo>
                  <a:cubicBezTo>
                    <a:pt x="1167" y="10386"/>
                    <a:pt x="1252" y="10268"/>
                    <a:pt x="1214" y="10215"/>
                  </a:cubicBezTo>
                  <a:cubicBezTo>
                    <a:pt x="1157" y="10134"/>
                    <a:pt x="861" y="10020"/>
                    <a:pt x="777" y="9945"/>
                  </a:cubicBezTo>
                  <a:cubicBezTo>
                    <a:pt x="726" y="9902"/>
                    <a:pt x="648" y="9806"/>
                    <a:pt x="632" y="9757"/>
                  </a:cubicBezTo>
                  <a:cubicBezTo>
                    <a:pt x="609" y="9690"/>
                    <a:pt x="716" y="9550"/>
                    <a:pt x="665" y="9486"/>
                  </a:cubicBezTo>
                  <a:cubicBezTo>
                    <a:pt x="625" y="9438"/>
                    <a:pt x="410" y="9384"/>
                    <a:pt x="348" y="9341"/>
                  </a:cubicBezTo>
                  <a:cubicBezTo>
                    <a:pt x="301" y="9305"/>
                    <a:pt x="191" y="9222"/>
                    <a:pt x="214" y="9179"/>
                  </a:cubicBezTo>
                  <a:cubicBezTo>
                    <a:pt x="241" y="9126"/>
                    <a:pt x="506" y="9085"/>
                    <a:pt x="564" y="9039"/>
                  </a:cubicBezTo>
                  <a:cubicBezTo>
                    <a:pt x="635" y="8981"/>
                    <a:pt x="599" y="8831"/>
                    <a:pt x="675" y="8775"/>
                  </a:cubicBezTo>
                  <a:cubicBezTo>
                    <a:pt x="732" y="8733"/>
                    <a:pt x="921" y="8680"/>
                    <a:pt x="1012" y="8656"/>
                  </a:cubicBezTo>
                  <a:cubicBezTo>
                    <a:pt x="1110" y="8631"/>
                    <a:pt x="1338" y="8610"/>
                    <a:pt x="1427" y="8580"/>
                  </a:cubicBezTo>
                  <a:cubicBezTo>
                    <a:pt x="1497" y="8558"/>
                    <a:pt x="1577" y="8476"/>
                    <a:pt x="1652" y="8461"/>
                  </a:cubicBezTo>
                  <a:cubicBezTo>
                    <a:pt x="1779" y="8439"/>
                    <a:pt x="2059" y="8512"/>
                    <a:pt x="2183" y="8488"/>
                  </a:cubicBezTo>
                  <a:cubicBezTo>
                    <a:pt x="2290" y="8469"/>
                    <a:pt x="2422" y="8367"/>
                    <a:pt x="2486" y="8321"/>
                  </a:cubicBezTo>
                  <a:cubicBezTo>
                    <a:pt x="2551" y="8275"/>
                    <a:pt x="2669" y="8176"/>
                    <a:pt x="2702" y="8121"/>
                  </a:cubicBezTo>
                  <a:cubicBezTo>
                    <a:pt x="2728" y="8070"/>
                    <a:pt x="2671" y="7961"/>
                    <a:pt x="2712" y="7911"/>
                  </a:cubicBezTo>
                  <a:cubicBezTo>
                    <a:pt x="2736" y="7875"/>
                    <a:pt x="2847" y="7814"/>
                    <a:pt x="2914" y="7792"/>
                  </a:cubicBezTo>
                  <a:cubicBezTo>
                    <a:pt x="2999" y="7765"/>
                    <a:pt x="3216" y="7757"/>
                    <a:pt x="3308" y="7734"/>
                  </a:cubicBezTo>
                  <a:cubicBezTo>
                    <a:pt x="3398" y="7710"/>
                    <a:pt x="3547" y="7643"/>
                    <a:pt x="3623" y="7609"/>
                  </a:cubicBezTo>
                  <a:cubicBezTo>
                    <a:pt x="3695" y="7575"/>
                    <a:pt x="3835" y="7504"/>
                    <a:pt x="3893" y="7463"/>
                  </a:cubicBezTo>
                  <a:cubicBezTo>
                    <a:pt x="3964" y="7412"/>
                    <a:pt x="4082" y="7301"/>
                    <a:pt x="4116" y="7243"/>
                  </a:cubicBezTo>
                  <a:cubicBezTo>
                    <a:pt x="4150" y="7185"/>
                    <a:pt x="4116" y="7057"/>
                    <a:pt x="4172" y="7005"/>
                  </a:cubicBezTo>
                  <a:cubicBezTo>
                    <a:pt x="4202" y="6978"/>
                    <a:pt x="4320" y="6946"/>
                    <a:pt x="4364" y="6924"/>
                  </a:cubicBezTo>
                  <a:cubicBezTo>
                    <a:pt x="4418" y="6896"/>
                    <a:pt x="4535" y="6840"/>
                    <a:pt x="4566" y="6805"/>
                  </a:cubicBezTo>
                  <a:cubicBezTo>
                    <a:pt x="4621" y="6742"/>
                    <a:pt x="4687" y="6599"/>
                    <a:pt x="4634" y="6535"/>
                  </a:cubicBezTo>
                  <a:cubicBezTo>
                    <a:pt x="4601" y="6495"/>
                    <a:pt x="4416" y="6461"/>
                    <a:pt x="4364" y="6427"/>
                  </a:cubicBezTo>
                  <a:cubicBezTo>
                    <a:pt x="4318" y="6399"/>
                    <a:pt x="4223" y="6333"/>
                    <a:pt x="4241" y="6298"/>
                  </a:cubicBezTo>
                  <a:cubicBezTo>
                    <a:pt x="4267" y="6247"/>
                    <a:pt x="4540" y="6216"/>
                    <a:pt x="4589" y="6168"/>
                  </a:cubicBezTo>
                  <a:cubicBezTo>
                    <a:pt x="4650" y="6108"/>
                    <a:pt x="4606" y="5965"/>
                    <a:pt x="4579" y="5899"/>
                  </a:cubicBezTo>
                  <a:cubicBezTo>
                    <a:pt x="4549" y="5831"/>
                    <a:pt x="4459" y="5696"/>
                    <a:pt x="4364" y="5645"/>
                  </a:cubicBezTo>
                  <a:cubicBezTo>
                    <a:pt x="4241" y="5580"/>
                    <a:pt x="3835" y="5548"/>
                    <a:pt x="3711" y="5483"/>
                  </a:cubicBezTo>
                  <a:cubicBezTo>
                    <a:pt x="3627" y="5438"/>
                    <a:pt x="3600" y="5305"/>
                    <a:pt x="3522" y="5257"/>
                  </a:cubicBezTo>
                  <a:cubicBezTo>
                    <a:pt x="3452" y="5215"/>
                    <a:pt x="3236" y="5171"/>
                    <a:pt x="3160" y="5132"/>
                  </a:cubicBezTo>
                  <a:cubicBezTo>
                    <a:pt x="3093" y="5099"/>
                    <a:pt x="2980" y="5021"/>
                    <a:pt x="2957" y="4976"/>
                  </a:cubicBezTo>
                  <a:cubicBezTo>
                    <a:pt x="2934" y="4923"/>
                    <a:pt x="2961" y="4808"/>
                    <a:pt x="3015" y="4761"/>
                  </a:cubicBezTo>
                  <a:cubicBezTo>
                    <a:pt x="3072" y="4707"/>
                    <a:pt x="3347" y="4656"/>
                    <a:pt x="3388" y="4598"/>
                  </a:cubicBezTo>
                  <a:cubicBezTo>
                    <a:pt x="3429" y="4537"/>
                    <a:pt x="3294" y="4409"/>
                    <a:pt x="3284" y="4344"/>
                  </a:cubicBezTo>
                  <a:cubicBezTo>
                    <a:pt x="3267" y="4228"/>
                    <a:pt x="3267" y="3988"/>
                    <a:pt x="3331" y="3875"/>
                  </a:cubicBezTo>
                  <a:cubicBezTo>
                    <a:pt x="3359" y="3822"/>
                    <a:pt x="3513" y="3734"/>
                    <a:pt x="3541" y="3681"/>
                  </a:cubicBezTo>
                  <a:cubicBezTo>
                    <a:pt x="3573" y="3625"/>
                    <a:pt x="3604" y="3502"/>
                    <a:pt x="3556" y="3449"/>
                  </a:cubicBezTo>
                  <a:cubicBezTo>
                    <a:pt x="3513" y="3406"/>
                    <a:pt x="3308" y="3365"/>
                    <a:pt x="3251" y="3325"/>
                  </a:cubicBezTo>
                  <a:cubicBezTo>
                    <a:pt x="3196" y="3286"/>
                    <a:pt x="3183" y="3186"/>
                    <a:pt x="3128" y="3147"/>
                  </a:cubicBezTo>
                  <a:cubicBezTo>
                    <a:pt x="3058" y="3098"/>
                    <a:pt x="2802" y="3046"/>
                    <a:pt x="2756" y="2990"/>
                  </a:cubicBezTo>
                  <a:cubicBezTo>
                    <a:pt x="2702" y="2922"/>
                    <a:pt x="2806" y="2762"/>
                    <a:pt x="2806" y="2762"/>
                  </a:cubicBezTo>
                  <a:cubicBezTo>
                    <a:pt x="2806" y="2762"/>
                    <a:pt x="3031" y="2640"/>
                    <a:pt x="3022" y="2589"/>
                  </a:cubicBezTo>
                  <a:cubicBezTo>
                    <a:pt x="3017" y="2559"/>
                    <a:pt x="2889" y="2525"/>
                    <a:pt x="2857" y="2499"/>
                  </a:cubicBezTo>
                  <a:cubicBezTo>
                    <a:pt x="2809" y="2460"/>
                    <a:pt x="2735" y="2372"/>
                    <a:pt x="2732" y="2327"/>
                  </a:cubicBezTo>
                  <a:cubicBezTo>
                    <a:pt x="2731" y="2265"/>
                    <a:pt x="2829" y="2148"/>
                    <a:pt x="2890" y="2095"/>
                  </a:cubicBezTo>
                  <a:cubicBezTo>
                    <a:pt x="2950" y="2043"/>
                    <a:pt x="3150" y="1968"/>
                    <a:pt x="3207" y="1916"/>
                  </a:cubicBezTo>
                  <a:cubicBezTo>
                    <a:pt x="3264" y="1862"/>
                    <a:pt x="3308" y="1696"/>
                    <a:pt x="3308" y="1679"/>
                  </a:cubicBezTo>
                  <a:cubicBezTo>
                    <a:pt x="3308" y="1663"/>
                    <a:pt x="3174" y="1540"/>
                    <a:pt x="3160" y="1490"/>
                  </a:cubicBezTo>
                  <a:cubicBezTo>
                    <a:pt x="3145" y="1434"/>
                    <a:pt x="3230" y="1320"/>
                    <a:pt x="3227" y="1264"/>
                  </a:cubicBezTo>
                  <a:cubicBezTo>
                    <a:pt x="3227" y="1218"/>
                    <a:pt x="3226" y="1118"/>
                    <a:pt x="3160" y="1085"/>
                  </a:cubicBezTo>
                  <a:cubicBezTo>
                    <a:pt x="3078" y="1045"/>
                    <a:pt x="2795" y="1071"/>
                    <a:pt x="2702" y="1037"/>
                  </a:cubicBezTo>
                  <a:cubicBezTo>
                    <a:pt x="2648" y="1019"/>
                    <a:pt x="2594" y="959"/>
                    <a:pt x="2577" y="929"/>
                  </a:cubicBezTo>
                  <a:cubicBezTo>
                    <a:pt x="2560" y="903"/>
                    <a:pt x="2519" y="842"/>
                    <a:pt x="2551" y="821"/>
                  </a:cubicBezTo>
                  <a:cubicBezTo>
                    <a:pt x="2618" y="784"/>
                    <a:pt x="2863" y="823"/>
                    <a:pt x="2957" y="805"/>
                  </a:cubicBezTo>
                  <a:cubicBezTo>
                    <a:pt x="3065" y="785"/>
                    <a:pt x="3236" y="708"/>
                    <a:pt x="3318" y="670"/>
                  </a:cubicBezTo>
                  <a:cubicBezTo>
                    <a:pt x="3385" y="638"/>
                    <a:pt x="3513" y="570"/>
                    <a:pt x="3556" y="531"/>
                  </a:cubicBezTo>
                  <a:cubicBezTo>
                    <a:pt x="3597" y="490"/>
                    <a:pt x="3600" y="396"/>
                    <a:pt x="3644" y="358"/>
                  </a:cubicBezTo>
                  <a:cubicBezTo>
                    <a:pt x="3679" y="326"/>
                    <a:pt x="3798" y="282"/>
                    <a:pt x="3846" y="255"/>
                  </a:cubicBezTo>
                  <a:cubicBezTo>
                    <a:pt x="3896" y="227"/>
                    <a:pt x="3964" y="146"/>
                    <a:pt x="4038" y="142"/>
                  </a:cubicBezTo>
                  <a:cubicBezTo>
                    <a:pt x="4146" y="134"/>
                    <a:pt x="4314" y="227"/>
                    <a:pt x="4388" y="266"/>
                  </a:cubicBezTo>
                  <a:cubicBezTo>
                    <a:pt x="4463" y="306"/>
                    <a:pt x="4539" y="417"/>
                    <a:pt x="4621" y="454"/>
                  </a:cubicBezTo>
                  <a:cubicBezTo>
                    <a:pt x="4698" y="489"/>
                    <a:pt x="4889" y="543"/>
                    <a:pt x="4994" y="546"/>
                  </a:cubicBezTo>
                  <a:cubicBezTo>
                    <a:pt x="5128" y="550"/>
                    <a:pt x="5364" y="458"/>
                    <a:pt x="5500" y="454"/>
                  </a:cubicBezTo>
                  <a:cubicBezTo>
                    <a:pt x="5576" y="452"/>
                    <a:pt x="5720" y="502"/>
                    <a:pt x="5791" y="492"/>
                  </a:cubicBezTo>
                  <a:cubicBezTo>
                    <a:pt x="5873" y="481"/>
                    <a:pt x="5993" y="411"/>
                    <a:pt x="6027" y="373"/>
                  </a:cubicBezTo>
                  <a:cubicBezTo>
                    <a:pt x="6087" y="307"/>
                    <a:pt x="6006" y="154"/>
                    <a:pt x="6061" y="87"/>
                  </a:cubicBezTo>
                  <a:cubicBezTo>
                    <a:pt x="6084" y="61"/>
                    <a:pt x="6183" y="28"/>
                    <a:pt x="6235" y="0"/>
                  </a:cubicBezTo>
                  <a:lnTo>
                    <a:pt x="9336" y="3762"/>
                  </a:lnTo>
                  <a:lnTo>
                    <a:pt x="15071" y="11511"/>
                  </a:lnTo>
                  <a:lnTo>
                    <a:pt x="16015" y="12686"/>
                  </a:lnTo>
                  <a:cubicBezTo>
                    <a:pt x="16015" y="12686"/>
                    <a:pt x="16276" y="12760"/>
                    <a:pt x="16330" y="12799"/>
                  </a:cubicBezTo>
                  <a:cubicBezTo>
                    <a:pt x="16409" y="12858"/>
                    <a:pt x="16429" y="13002"/>
                    <a:pt x="16465" y="13069"/>
                  </a:cubicBezTo>
                  <a:cubicBezTo>
                    <a:pt x="16505" y="13146"/>
                    <a:pt x="16610" y="13294"/>
                    <a:pt x="16633" y="13372"/>
                  </a:cubicBezTo>
                  <a:cubicBezTo>
                    <a:pt x="16655" y="13445"/>
                    <a:pt x="16634" y="13594"/>
                    <a:pt x="16645" y="13668"/>
                  </a:cubicBezTo>
                  <a:cubicBezTo>
                    <a:pt x="16655" y="13746"/>
                    <a:pt x="16677" y="13902"/>
                    <a:pt x="16722" y="13976"/>
                  </a:cubicBezTo>
                  <a:cubicBezTo>
                    <a:pt x="16772" y="14058"/>
                    <a:pt x="16912" y="14219"/>
                    <a:pt x="17027" y="14284"/>
                  </a:cubicBezTo>
                  <a:cubicBezTo>
                    <a:pt x="17099" y="14323"/>
                    <a:pt x="17283" y="14387"/>
                    <a:pt x="17385" y="14402"/>
                  </a:cubicBezTo>
                  <a:cubicBezTo>
                    <a:pt x="17483" y="14416"/>
                    <a:pt x="17702" y="14380"/>
                    <a:pt x="17791" y="14402"/>
                  </a:cubicBezTo>
                  <a:cubicBezTo>
                    <a:pt x="17943" y="14440"/>
                    <a:pt x="18057" y="14618"/>
                    <a:pt x="18185" y="14672"/>
                  </a:cubicBezTo>
                  <a:cubicBezTo>
                    <a:pt x="18300" y="14720"/>
                    <a:pt x="18583" y="14780"/>
                    <a:pt x="18725" y="14806"/>
                  </a:cubicBezTo>
                  <a:cubicBezTo>
                    <a:pt x="18919" y="14843"/>
                    <a:pt x="19523" y="14914"/>
                    <a:pt x="19523" y="14914"/>
                  </a:cubicBezTo>
                  <a:lnTo>
                    <a:pt x="19735" y="15746"/>
                  </a:lnTo>
                  <a:lnTo>
                    <a:pt x="20872" y="16027"/>
                  </a:lnTo>
                  <a:cubicBezTo>
                    <a:pt x="20872" y="16027"/>
                    <a:pt x="21592" y="16027"/>
                    <a:pt x="21592" y="16027"/>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88" name="Shape 4670"/>
            <p:cNvSpPr/>
            <p:nvPr/>
          </p:nvSpPr>
          <p:spPr>
            <a:xfrm>
              <a:off x="10194199" y="1587809"/>
              <a:ext cx="14675" cy="19849"/>
            </a:xfrm>
            <a:custGeom>
              <a:avLst/>
              <a:gdLst/>
              <a:ahLst/>
              <a:cxnLst>
                <a:cxn ang="0">
                  <a:pos x="wd2" y="hd2"/>
                </a:cxn>
                <a:cxn ang="5400000">
                  <a:pos x="wd2" y="hd2"/>
                </a:cxn>
                <a:cxn ang="10800000">
                  <a:pos x="wd2" y="hd2"/>
                </a:cxn>
                <a:cxn ang="16200000">
                  <a:pos x="wd2" y="hd2"/>
                </a:cxn>
              </a:cxnLst>
              <a:rect l="0" t="0" r="r" b="b"/>
              <a:pathLst>
                <a:path w="21021" h="21173" extrusionOk="0">
                  <a:moveTo>
                    <a:pt x="17728" y="21165"/>
                  </a:moveTo>
                  <a:cubicBezTo>
                    <a:pt x="16183" y="21333"/>
                    <a:pt x="14251" y="18816"/>
                    <a:pt x="13672" y="17761"/>
                  </a:cubicBezTo>
                  <a:cubicBezTo>
                    <a:pt x="12867" y="16323"/>
                    <a:pt x="14155" y="12894"/>
                    <a:pt x="13125" y="11552"/>
                  </a:cubicBezTo>
                  <a:cubicBezTo>
                    <a:pt x="12223" y="10449"/>
                    <a:pt x="8618" y="9538"/>
                    <a:pt x="7201" y="8771"/>
                  </a:cubicBezTo>
                  <a:cubicBezTo>
                    <a:pt x="5302" y="7788"/>
                    <a:pt x="635" y="6158"/>
                    <a:pt x="55" y="4504"/>
                  </a:cubicBezTo>
                  <a:cubicBezTo>
                    <a:pt x="-299" y="3329"/>
                    <a:pt x="1117" y="548"/>
                    <a:pt x="2630" y="69"/>
                  </a:cubicBezTo>
                  <a:cubicBezTo>
                    <a:pt x="3628" y="-267"/>
                    <a:pt x="5849" y="716"/>
                    <a:pt x="6654" y="1195"/>
                  </a:cubicBezTo>
                  <a:cubicBezTo>
                    <a:pt x="8264" y="2106"/>
                    <a:pt x="9551" y="5223"/>
                    <a:pt x="11257" y="6014"/>
                  </a:cubicBezTo>
                  <a:cubicBezTo>
                    <a:pt x="12642" y="6613"/>
                    <a:pt x="16183" y="5990"/>
                    <a:pt x="17535" y="6613"/>
                  </a:cubicBezTo>
                  <a:cubicBezTo>
                    <a:pt x="18822" y="7261"/>
                    <a:pt x="20335" y="9442"/>
                    <a:pt x="20754" y="10569"/>
                  </a:cubicBezTo>
                  <a:cubicBezTo>
                    <a:pt x="21301" y="12031"/>
                    <a:pt x="20915" y="15124"/>
                    <a:pt x="20432" y="16610"/>
                  </a:cubicBezTo>
                  <a:cubicBezTo>
                    <a:pt x="20046" y="17833"/>
                    <a:pt x="19370" y="20973"/>
                    <a:pt x="17728" y="2116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89" name="Shape 4671"/>
            <p:cNvSpPr/>
            <p:nvPr/>
          </p:nvSpPr>
          <p:spPr>
            <a:xfrm>
              <a:off x="10194199" y="1587809"/>
              <a:ext cx="14675" cy="19849"/>
            </a:xfrm>
            <a:custGeom>
              <a:avLst/>
              <a:gdLst/>
              <a:ahLst/>
              <a:cxnLst>
                <a:cxn ang="0">
                  <a:pos x="wd2" y="hd2"/>
                </a:cxn>
                <a:cxn ang="5400000">
                  <a:pos x="wd2" y="hd2"/>
                </a:cxn>
                <a:cxn ang="10800000">
                  <a:pos x="wd2" y="hd2"/>
                </a:cxn>
                <a:cxn ang="16200000">
                  <a:pos x="wd2" y="hd2"/>
                </a:cxn>
              </a:cxnLst>
              <a:rect l="0" t="0" r="r" b="b"/>
              <a:pathLst>
                <a:path w="21021" h="21173" extrusionOk="0">
                  <a:moveTo>
                    <a:pt x="17728" y="21165"/>
                  </a:moveTo>
                  <a:cubicBezTo>
                    <a:pt x="16215" y="21333"/>
                    <a:pt x="14251" y="18816"/>
                    <a:pt x="13672" y="17761"/>
                  </a:cubicBezTo>
                  <a:cubicBezTo>
                    <a:pt x="12867" y="16323"/>
                    <a:pt x="14155" y="12894"/>
                    <a:pt x="13125" y="11552"/>
                  </a:cubicBezTo>
                  <a:cubicBezTo>
                    <a:pt x="12223" y="10449"/>
                    <a:pt x="8618" y="9538"/>
                    <a:pt x="7201" y="8771"/>
                  </a:cubicBezTo>
                  <a:cubicBezTo>
                    <a:pt x="5302" y="7788"/>
                    <a:pt x="635" y="6158"/>
                    <a:pt x="55" y="4504"/>
                  </a:cubicBezTo>
                  <a:cubicBezTo>
                    <a:pt x="-299" y="3329"/>
                    <a:pt x="1117" y="548"/>
                    <a:pt x="2630" y="69"/>
                  </a:cubicBezTo>
                  <a:cubicBezTo>
                    <a:pt x="3628" y="-267"/>
                    <a:pt x="5849" y="716"/>
                    <a:pt x="6654" y="1195"/>
                  </a:cubicBezTo>
                  <a:cubicBezTo>
                    <a:pt x="8264" y="2106"/>
                    <a:pt x="9551" y="5223"/>
                    <a:pt x="11257" y="6014"/>
                  </a:cubicBezTo>
                  <a:cubicBezTo>
                    <a:pt x="12642" y="6613"/>
                    <a:pt x="16215" y="5990"/>
                    <a:pt x="17535" y="6613"/>
                  </a:cubicBezTo>
                  <a:cubicBezTo>
                    <a:pt x="18822" y="7261"/>
                    <a:pt x="20335" y="9442"/>
                    <a:pt x="20754" y="10569"/>
                  </a:cubicBezTo>
                  <a:cubicBezTo>
                    <a:pt x="21301" y="12031"/>
                    <a:pt x="20915" y="15124"/>
                    <a:pt x="20432" y="16610"/>
                  </a:cubicBezTo>
                  <a:cubicBezTo>
                    <a:pt x="20046" y="17833"/>
                    <a:pt x="19370" y="20973"/>
                    <a:pt x="17728" y="2116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90" name="Shape 4672"/>
            <p:cNvSpPr/>
            <p:nvPr/>
          </p:nvSpPr>
          <p:spPr>
            <a:xfrm>
              <a:off x="10194199" y="1610821"/>
              <a:ext cx="9415" cy="29085"/>
            </a:xfrm>
            <a:custGeom>
              <a:avLst/>
              <a:gdLst/>
              <a:ahLst/>
              <a:cxnLst>
                <a:cxn ang="0">
                  <a:pos x="wd2" y="hd2"/>
                </a:cxn>
                <a:cxn ang="5400000">
                  <a:pos x="wd2" y="hd2"/>
                </a:cxn>
                <a:cxn ang="10800000">
                  <a:pos x="wd2" y="hd2"/>
                </a:cxn>
                <a:cxn ang="16200000">
                  <a:pos x="wd2" y="hd2"/>
                </a:cxn>
              </a:cxnLst>
              <a:rect l="0" t="0" r="r" b="b"/>
              <a:pathLst>
                <a:path w="21193" h="21290" extrusionOk="0">
                  <a:moveTo>
                    <a:pt x="19475" y="12272"/>
                  </a:moveTo>
                  <a:cubicBezTo>
                    <a:pt x="19071" y="11186"/>
                    <a:pt x="17857" y="8998"/>
                    <a:pt x="17098" y="7945"/>
                  </a:cubicBezTo>
                  <a:cubicBezTo>
                    <a:pt x="16339" y="6926"/>
                    <a:pt x="14063" y="5034"/>
                    <a:pt x="13355" y="4030"/>
                  </a:cubicBezTo>
                  <a:cubicBezTo>
                    <a:pt x="12646" y="3158"/>
                    <a:pt x="13102" y="1135"/>
                    <a:pt x="11179" y="477"/>
                  </a:cubicBezTo>
                  <a:cubicBezTo>
                    <a:pt x="10421" y="197"/>
                    <a:pt x="7740" y="-99"/>
                    <a:pt x="6627" y="33"/>
                  </a:cubicBezTo>
                  <a:cubicBezTo>
                    <a:pt x="4350" y="378"/>
                    <a:pt x="2934" y="2286"/>
                    <a:pt x="2175" y="3060"/>
                  </a:cubicBezTo>
                  <a:cubicBezTo>
                    <a:pt x="1163" y="3997"/>
                    <a:pt x="0" y="6728"/>
                    <a:pt x="0" y="6991"/>
                  </a:cubicBezTo>
                  <a:cubicBezTo>
                    <a:pt x="0" y="7222"/>
                    <a:pt x="5716" y="9821"/>
                    <a:pt x="6930" y="10890"/>
                  </a:cubicBezTo>
                  <a:cubicBezTo>
                    <a:pt x="8043" y="11844"/>
                    <a:pt x="8751" y="13917"/>
                    <a:pt x="8802" y="14937"/>
                  </a:cubicBezTo>
                  <a:cubicBezTo>
                    <a:pt x="8802" y="15924"/>
                    <a:pt x="7082" y="17882"/>
                    <a:pt x="7183" y="18869"/>
                  </a:cubicBezTo>
                  <a:cubicBezTo>
                    <a:pt x="7335" y="19428"/>
                    <a:pt x="7335" y="20777"/>
                    <a:pt x="8802" y="21106"/>
                  </a:cubicBezTo>
                  <a:cubicBezTo>
                    <a:pt x="10623" y="21501"/>
                    <a:pt x="15884" y="21205"/>
                    <a:pt x="17654" y="20761"/>
                  </a:cubicBezTo>
                  <a:cubicBezTo>
                    <a:pt x="19627" y="20251"/>
                    <a:pt x="20740" y="18458"/>
                    <a:pt x="21094" y="17651"/>
                  </a:cubicBezTo>
                  <a:cubicBezTo>
                    <a:pt x="21600" y="16319"/>
                    <a:pt x="20032" y="13605"/>
                    <a:pt x="19475" y="1227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91" name="Shape 4673"/>
            <p:cNvSpPr/>
            <p:nvPr/>
          </p:nvSpPr>
          <p:spPr>
            <a:xfrm>
              <a:off x="10194199" y="1610821"/>
              <a:ext cx="9409" cy="29085"/>
            </a:xfrm>
            <a:custGeom>
              <a:avLst/>
              <a:gdLst/>
              <a:ahLst/>
              <a:cxnLst>
                <a:cxn ang="0">
                  <a:pos x="wd2" y="hd2"/>
                </a:cxn>
                <a:cxn ang="5400000">
                  <a:pos x="wd2" y="hd2"/>
                </a:cxn>
                <a:cxn ang="10800000">
                  <a:pos x="wd2" y="hd2"/>
                </a:cxn>
                <a:cxn ang="16200000">
                  <a:pos x="wd2" y="hd2"/>
                </a:cxn>
              </a:cxnLst>
              <a:rect l="0" t="0" r="r" b="b"/>
              <a:pathLst>
                <a:path w="21228" h="21290" extrusionOk="0">
                  <a:moveTo>
                    <a:pt x="19521" y="12272"/>
                  </a:moveTo>
                  <a:cubicBezTo>
                    <a:pt x="19115" y="11186"/>
                    <a:pt x="17899" y="8998"/>
                    <a:pt x="17138" y="7945"/>
                  </a:cubicBezTo>
                  <a:cubicBezTo>
                    <a:pt x="16327" y="6926"/>
                    <a:pt x="14096" y="5034"/>
                    <a:pt x="13386" y="4030"/>
                  </a:cubicBezTo>
                  <a:cubicBezTo>
                    <a:pt x="12676" y="3158"/>
                    <a:pt x="13132" y="1135"/>
                    <a:pt x="11206" y="477"/>
                  </a:cubicBezTo>
                  <a:cubicBezTo>
                    <a:pt x="10445" y="197"/>
                    <a:pt x="7758" y="-99"/>
                    <a:pt x="6642" y="33"/>
                  </a:cubicBezTo>
                  <a:cubicBezTo>
                    <a:pt x="4361" y="378"/>
                    <a:pt x="2941" y="2286"/>
                    <a:pt x="2180" y="3060"/>
                  </a:cubicBezTo>
                  <a:cubicBezTo>
                    <a:pt x="1166" y="3997"/>
                    <a:pt x="0" y="6728"/>
                    <a:pt x="0" y="6991"/>
                  </a:cubicBezTo>
                  <a:cubicBezTo>
                    <a:pt x="0" y="7222"/>
                    <a:pt x="5730" y="9821"/>
                    <a:pt x="6946" y="10890"/>
                  </a:cubicBezTo>
                  <a:cubicBezTo>
                    <a:pt x="8062" y="11844"/>
                    <a:pt x="8772" y="13917"/>
                    <a:pt x="8823" y="14937"/>
                  </a:cubicBezTo>
                  <a:cubicBezTo>
                    <a:pt x="8823" y="15924"/>
                    <a:pt x="7099" y="17882"/>
                    <a:pt x="7200" y="18869"/>
                  </a:cubicBezTo>
                  <a:cubicBezTo>
                    <a:pt x="7352" y="19428"/>
                    <a:pt x="7352" y="20777"/>
                    <a:pt x="8823" y="21106"/>
                  </a:cubicBezTo>
                  <a:cubicBezTo>
                    <a:pt x="10648" y="21501"/>
                    <a:pt x="15921" y="21205"/>
                    <a:pt x="17696" y="20761"/>
                  </a:cubicBezTo>
                  <a:cubicBezTo>
                    <a:pt x="19673" y="20251"/>
                    <a:pt x="20789" y="18458"/>
                    <a:pt x="21144" y="17651"/>
                  </a:cubicBezTo>
                  <a:cubicBezTo>
                    <a:pt x="21600" y="16319"/>
                    <a:pt x="20079" y="13605"/>
                    <a:pt x="19521" y="1227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92" name="Shape 4674"/>
            <p:cNvSpPr/>
            <p:nvPr/>
          </p:nvSpPr>
          <p:spPr>
            <a:xfrm>
              <a:off x="10079140" y="1495762"/>
              <a:ext cx="161442" cy="201962"/>
            </a:xfrm>
            <a:custGeom>
              <a:avLst/>
              <a:gdLst/>
              <a:ahLst/>
              <a:cxnLst>
                <a:cxn ang="0">
                  <a:pos x="wd2" y="hd2"/>
                </a:cxn>
                <a:cxn ang="5400000">
                  <a:pos x="wd2" y="hd2"/>
                </a:cxn>
                <a:cxn ang="10800000">
                  <a:pos x="wd2" y="hd2"/>
                </a:cxn>
                <a:cxn ang="16200000">
                  <a:pos x="wd2" y="hd2"/>
                </a:cxn>
              </a:cxnLst>
              <a:rect l="0" t="0" r="r" b="b"/>
              <a:pathLst>
                <a:path w="21600" h="21600" extrusionOk="0">
                  <a:moveTo>
                    <a:pt x="19868" y="9525"/>
                  </a:moveTo>
                  <a:lnTo>
                    <a:pt x="21600" y="12270"/>
                  </a:lnTo>
                  <a:cubicBezTo>
                    <a:pt x="21432" y="12392"/>
                    <a:pt x="21266" y="12553"/>
                    <a:pt x="21212" y="12666"/>
                  </a:cubicBezTo>
                  <a:cubicBezTo>
                    <a:pt x="21137" y="12839"/>
                    <a:pt x="21308" y="13219"/>
                    <a:pt x="21263" y="13402"/>
                  </a:cubicBezTo>
                  <a:cubicBezTo>
                    <a:pt x="21224" y="13546"/>
                    <a:pt x="21080" y="13832"/>
                    <a:pt x="20942" y="13933"/>
                  </a:cubicBezTo>
                  <a:cubicBezTo>
                    <a:pt x="20824" y="14029"/>
                    <a:pt x="20488" y="14202"/>
                    <a:pt x="20325" y="14147"/>
                  </a:cubicBezTo>
                  <a:cubicBezTo>
                    <a:pt x="20205" y="14108"/>
                    <a:pt x="20112" y="13861"/>
                    <a:pt x="20121" y="13757"/>
                  </a:cubicBezTo>
                  <a:cubicBezTo>
                    <a:pt x="20133" y="13625"/>
                    <a:pt x="20442" y="13428"/>
                    <a:pt x="20436" y="13301"/>
                  </a:cubicBezTo>
                  <a:cubicBezTo>
                    <a:pt x="20433" y="13113"/>
                    <a:pt x="20067" y="12818"/>
                    <a:pt x="19928" y="12666"/>
                  </a:cubicBezTo>
                  <a:cubicBezTo>
                    <a:pt x="19841" y="12563"/>
                    <a:pt x="19646" y="12363"/>
                    <a:pt x="19549" y="12263"/>
                  </a:cubicBezTo>
                  <a:cubicBezTo>
                    <a:pt x="19474" y="12183"/>
                    <a:pt x="19303" y="12032"/>
                    <a:pt x="19249" y="11948"/>
                  </a:cubicBezTo>
                  <a:cubicBezTo>
                    <a:pt x="19119" y="11739"/>
                    <a:pt x="18954" y="11287"/>
                    <a:pt x="18918" y="11056"/>
                  </a:cubicBezTo>
                  <a:cubicBezTo>
                    <a:pt x="18891" y="10883"/>
                    <a:pt x="19047" y="10525"/>
                    <a:pt x="18966" y="10361"/>
                  </a:cubicBezTo>
                  <a:cubicBezTo>
                    <a:pt x="18882" y="10205"/>
                    <a:pt x="18521" y="9986"/>
                    <a:pt x="18329" y="9917"/>
                  </a:cubicBezTo>
                  <a:cubicBezTo>
                    <a:pt x="18233" y="9881"/>
                    <a:pt x="17995" y="9825"/>
                    <a:pt x="17899" y="9869"/>
                  </a:cubicBezTo>
                  <a:cubicBezTo>
                    <a:pt x="17754" y="9934"/>
                    <a:pt x="17637" y="10234"/>
                    <a:pt x="17634" y="10376"/>
                  </a:cubicBezTo>
                  <a:cubicBezTo>
                    <a:pt x="17628" y="10482"/>
                    <a:pt x="17757" y="10683"/>
                    <a:pt x="17824" y="10780"/>
                  </a:cubicBezTo>
                  <a:cubicBezTo>
                    <a:pt x="17911" y="10905"/>
                    <a:pt x="18217" y="11090"/>
                    <a:pt x="18284" y="11224"/>
                  </a:cubicBezTo>
                  <a:cubicBezTo>
                    <a:pt x="18362" y="11385"/>
                    <a:pt x="18254" y="11753"/>
                    <a:pt x="18329" y="11919"/>
                  </a:cubicBezTo>
                  <a:cubicBezTo>
                    <a:pt x="18401" y="12070"/>
                    <a:pt x="18732" y="12282"/>
                    <a:pt x="18822" y="12426"/>
                  </a:cubicBezTo>
                  <a:cubicBezTo>
                    <a:pt x="18936" y="12616"/>
                    <a:pt x="19113" y="13032"/>
                    <a:pt x="19074" y="13236"/>
                  </a:cubicBezTo>
                  <a:cubicBezTo>
                    <a:pt x="19053" y="13356"/>
                    <a:pt x="18912" y="13601"/>
                    <a:pt x="18774" y="13654"/>
                  </a:cubicBezTo>
                  <a:cubicBezTo>
                    <a:pt x="18696" y="13685"/>
                    <a:pt x="18512" y="13589"/>
                    <a:pt x="18425" y="13601"/>
                  </a:cubicBezTo>
                  <a:cubicBezTo>
                    <a:pt x="18254" y="13628"/>
                    <a:pt x="17932" y="13779"/>
                    <a:pt x="17842" y="13894"/>
                  </a:cubicBezTo>
                  <a:cubicBezTo>
                    <a:pt x="17676" y="14101"/>
                    <a:pt x="17878" y="14661"/>
                    <a:pt x="17697" y="14858"/>
                  </a:cubicBezTo>
                  <a:cubicBezTo>
                    <a:pt x="17532" y="15039"/>
                    <a:pt x="16937" y="15317"/>
                    <a:pt x="16684" y="15224"/>
                  </a:cubicBezTo>
                  <a:cubicBezTo>
                    <a:pt x="16567" y="15183"/>
                    <a:pt x="16525" y="14933"/>
                    <a:pt x="16543" y="14834"/>
                  </a:cubicBezTo>
                  <a:cubicBezTo>
                    <a:pt x="16561" y="14707"/>
                    <a:pt x="16825" y="14522"/>
                    <a:pt x="16873" y="14402"/>
                  </a:cubicBezTo>
                  <a:cubicBezTo>
                    <a:pt x="16904" y="14325"/>
                    <a:pt x="16922" y="14154"/>
                    <a:pt x="16904" y="14072"/>
                  </a:cubicBezTo>
                  <a:cubicBezTo>
                    <a:pt x="16886" y="13979"/>
                    <a:pt x="16789" y="13806"/>
                    <a:pt x="16747" y="13719"/>
                  </a:cubicBezTo>
                  <a:cubicBezTo>
                    <a:pt x="16699" y="13608"/>
                    <a:pt x="16597" y="13387"/>
                    <a:pt x="16570" y="13274"/>
                  </a:cubicBezTo>
                  <a:cubicBezTo>
                    <a:pt x="16534" y="13080"/>
                    <a:pt x="16534" y="12686"/>
                    <a:pt x="16555" y="12488"/>
                  </a:cubicBezTo>
                  <a:cubicBezTo>
                    <a:pt x="16579" y="12323"/>
                    <a:pt x="16672" y="11993"/>
                    <a:pt x="16729" y="11832"/>
                  </a:cubicBezTo>
                  <a:cubicBezTo>
                    <a:pt x="16762" y="11739"/>
                    <a:pt x="16883" y="11570"/>
                    <a:pt x="16904" y="11474"/>
                  </a:cubicBezTo>
                  <a:cubicBezTo>
                    <a:pt x="16961" y="11193"/>
                    <a:pt x="16816" y="10621"/>
                    <a:pt x="16840" y="10335"/>
                  </a:cubicBezTo>
                  <a:cubicBezTo>
                    <a:pt x="16849" y="10181"/>
                    <a:pt x="17078" y="9854"/>
                    <a:pt x="16970" y="9727"/>
                  </a:cubicBezTo>
                  <a:cubicBezTo>
                    <a:pt x="16883" y="9626"/>
                    <a:pt x="16453" y="9736"/>
                    <a:pt x="16365" y="9638"/>
                  </a:cubicBezTo>
                  <a:cubicBezTo>
                    <a:pt x="16266" y="9532"/>
                    <a:pt x="16504" y="9234"/>
                    <a:pt x="16447" y="9107"/>
                  </a:cubicBezTo>
                  <a:cubicBezTo>
                    <a:pt x="16401" y="9011"/>
                    <a:pt x="16155" y="8902"/>
                    <a:pt x="16062" y="8828"/>
                  </a:cubicBezTo>
                  <a:cubicBezTo>
                    <a:pt x="15917" y="8713"/>
                    <a:pt x="15551" y="8506"/>
                    <a:pt x="15490" y="8347"/>
                  </a:cubicBezTo>
                  <a:cubicBezTo>
                    <a:pt x="15451" y="8225"/>
                    <a:pt x="15617" y="7980"/>
                    <a:pt x="15620" y="7852"/>
                  </a:cubicBezTo>
                  <a:cubicBezTo>
                    <a:pt x="15620" y="7742"/>
                    <a:pt x="15620" y="7499"/>
                    <a:pt x="15523" y="7424"/>
                  </a:cubicBezTo>
                  <a:cubicBezTo>
                    <a:pt x="15457" y="7369"/>
                    <a:pt x="15250" y="7364"/>
                    <a:pt x="15163" y="7383"/>
                  </a:cubicBezTo>
                  <a:cubicBezTo>
                    <a:pt x="14964" y="7432"/>
                    <a:pt x="14721" y="7746"/>
                    <a:pt x="14525" y="7802"/>
                  </a:cubicBezTo>
                  <a:cubicBezTo>
                    <a:pt x="14384" y="7847"/>
                    <a:pt x="14041" y="7737"/>
                    <a:pt x="13909" y="7802"/>
                  </a:cubicBezTo>
                  <a:cubicBezTo>
                    <a:pt x="13813" y="7852"/>
                    <a:pt x="13707" y="8040"/>
                    <a:pt x="13704" y="8133"/>
                  </a:cubicBezTo>
                  <a:cubicBezTo>
                    <a:pt x="13692" y="8261"/>
                    <a:pt x="13918" y="8487"/>
                    <a:pt x="13942" y="8612"/>
                  </a:cubicBezTo>
                  <a:cubicBezTo>
                    <a:pt x="13966" y="8739"/>
                    <a:pt x="13954" y="9008"/>
                    <a:pt x="13879" y="9119"/>
                  </a:cubicBezTo>
                  <a:cubicBezTo>
                    <a:pt x="13813" y="9213"/>
                    <a:pt x="13596" y="9376"/>
                    <a:pt x="13467" y="9386"/>
                  </a:cubicBezTo>
                  <a:cubicBezTo>
                    <a:pt x="13326" y="9395"/>
                    <a:pt x="13118" y="9176"/>
                    <a:pt x="12974" y="9160"/>
                  </a:cubicBezTo>
                  <a:cubicBezTo>
                    <a:pt x="12817" y="9140"/>
                    <a:pt x="12493" y="9208"/>
                    <a:pt x="12357" y="9273"/>
                  </a:cubicBezTo>
                  <a:cubicBezTo>
                    <a:pt x="12192" y="9345"/>
                    <a:pt x="11882" y="9556"/>
                    <a:pt x="11849" y="9700"/>
                  </a:cubicBezTo>
                  <a:cubicBezTo>
                    <a:pt x="11825" y="9797"/>
                    <a:pt x="11921" y="10015"/>
                    <a:pt x="12024" y="10068"/>
                  </a:cubicBezTo>
                  <a:cubicBezTo>
                    <a:pt x="12132" y="10131"/>
                    <a:pt x="12430" y="10051"/>
                    <a:pt x="12562" y="10068"/>
                  </a:cubicBezTo>
                  <a:cubicBezTo>
                    <a:pt x="12709" y="10092"/>
                    <a:pt x="13004" y="10159"/>
                    <a:pt x="13118" y="10234"/>
                  </a:cubicBezTo>
                  <a:cubicBezTo>
                    <a:pt x="13299" y="10349"/>
                    <a:pt x="13521" y="10695"/>
                    <a:pt x="13623" y="10868"/>
                  </a:cubicBezTo>
                  <a:cubicBezTo>
                    <a:pt x="13732" y="11054"/>
                    <a:pt x="13954" y="11445"/>
                    <a:pt x="13942" y="11654"/>
                  </a:cubicBezTo>
                  <a:cubicBezTo>
                    <a:pt x="13933" y="11787"/>
                    <a:pt x="13771" y="12029"/>
                    <a:pt x="13671" y="12133"/>
                  </a:cubicBezTo>
                  <a:cubicBezTo>
                    <a:pt x="13557" y="12258"/>
                    <a:pt x="13130" y="12390"/>
                    <a:pt x="13100" y="12539"/>
                  </a:cubicBezTo>
                  <a:cubicBezTo>
                    <a:pt x="13076" y="12674"/>
                    <a:pt x="13329" y="12902"/>
                    <a:pt x="13449" y="12996"/>
                  </a:cubicBezTo>
                  <a:cubicBezTo>
                    <a:pt x="13608" y="13118"/>
                    <a:pt x="14050" y="13231"/>
                    <a:pt x="14207" y="13351"/>
                  </a:cubicBezTo>
                  <a:cubicBezTo>
                    <a:pt x="14387" y="13486"/>
                    <a:pt x="14682" y="13818"/>
                    <a:pt x="14745" y="14007"/>
                  </a:cubicBezTo>
                  <a:cubicBezTo>
                    <a:pt x="14808" y="14171"/>
                    <a:pt x="14754" y="14515"/>
                    <a:pt x="14718" y="14680"/>
                  </a:cubicBezTo>
                  <a:cubicBezTo>
                    <a:pt x="14682" y="14834"/>
                    <a:pt x="14495" y="15120"/>
                    <a:pt x="14480" y="15276"/>
                  </a:cubicBezTo>
                  <a:cubicBezTo>
                    <a:pt x="14459" y="15457"/>
                    <a:pt x="14646" y="15817"/>
                    <a:pt x="14606" y="15998"/>
                  </a:cubicBezTo>
                  <a:cubicBezTo>
                    <a:pt x="14579" y="16120"/>
                    <a:pt x="14297" y="16317"/>
                    <a:pt x="14324" y="16442"/>
                  </a:cubicBezTo>
                  <a:cubicBezTo>
                    <a:pt x="14351" y="16574"/>
                    <a:pt x="14763" y="16680"/>
                    <a:pt x="14811" y="16810"/>
                  </a:cubicBezTo>
                  <a:cubicBezTo>
                    <a:pt x="14889" y="16995"/>
                    <a:pt x="14742" y="17408"/>
                    <a:pt x="14621" y="17581"/>
                  </a:cubicBezTo>
                  <a:cubicBezTo>
                    <a:pt x="14513" y="17738"/>
                    <a:pt x="14158" y="17980"/>
                    <a:pt x="13954" y="18064"/>
                  </a:cubicBezTo>
                  <a:cubicBezTo>
                    <a:pt x="13729" y="18151"/>
                    <a:pt x="13196" y="18139"/>
                    <a:pt x="12959" y="18214"/>
                  </a:cubicBezTo>
                  <a:cubicBezTo>
                    <a:pt x="12613" y="18326"/>
                    <a:pt x="12003" y="18694"/>
                    <a:pt x="11693" y="18860"/>
                  </a:cubicBezTo>
                  <a:cubicBezTo>
                    <a:pt x="11458" y="18985"/>
                    <a:pt x="11001" y="19235"/>
                    <a:pt x="10770" y="19367"/>
                  </a:cubicBezTo>
                  <a:cubicBezTo>
                    <a:pt x="10544" y="19499"/>
                    <a:pt x="10081" y="19769"/>
                    <a:pt x="9868" y="19910"/>
                  </a:cubicBezTo>
                  <a:cubicBezTo>
                    <a:pt x="9630" y="20069"/>
                    <a:pt x="9191" y="20439"/>
                    <a:pt x="8933" y="20583"/>
                  </a:cubicBezTo>
                  <a:cubicBezTo>
                    <a:pt x="8725" y="20699"/>
                    <a:pt x="8259" y="20867"/>
                    <a:pt x="8028" y="20963"/>
                  </a:cubicBezTo>
                  <a:cubicBezTo>
                    <a:pt x="7745" y="21081"/>
                    <a:pt x="7204" y="21374"/>
                    <a:pt x="6891" y="21432"/>
                  </a:cubicBezTo>
                  <a:cubicBezTo>
                    <a:pt x="6684" y="21468"/>
                    <a:pt x="6254" y="21384"/>
                    <a:pt x="6052" y="21417"/>
                  </a:cubicBezTo>
                  <a:cubicBezTo>
                    <a:pt x="5920" y="21439"/>
                    <a:pt x="5746" y="21523"/>
                    <a:pt x="5568" y="21600"/>
                  </a:cubicBezTo>
                  <a:lnTo>
                    <a:pt x="5812" y="21230"/>
                  </a:lnTo>
                  <a:lnTo>
                    <a:pt x="5812" y="20091"/>
                  </a:lnTo>
                  <a:lnTo>
                    <a:pt x="4742" y="19233"/>
                  </a:lnTo>
                  <a:lnTo>
                    <a:pt x="5797" y="18391"/>
                  </a:lnTo>
                  <a:lnTo>
                    <a:pt x="3133" y="10563"/>
                  </a:lnTo>
                  <a:lnTo>
                    <a:pt x="0" y="3723"/>
                  </a:lnTo>
                  <a:lnTo>
                    <a:pt x="45" y="2687"/>
                  </a:lnTo>
                  <a:lnTo>
                    <a:pt x="791" y="2687"/>
                  </a:lnTo>
                  <a:lnTo>
                    <a:pt x="10139" y="0"/>
                  </a:lnTo>
                  <a:lnTo>
                    <a:pt x="11059" y="3420"/>
                  </a:lnTo>
                  <a:lnTo>
                    <a:pt x="12613" y="3420"/>
                  </a:lnTo>
                  <a:lnTo>
                    <a:pt x="13022" y="5547"/>
                  </a:lnTo>
                  <a:lnTo>
                    <a:pt x="13753" y="6230"/>
                  </a:lnTo>
                  <a:lnTo>
                    <a:pt x="15620" y="6230"/>
                  </a:lnTo>
                  <a:lnTo>
                    <a:pt x="18124" y="8335"/>
                  </a:lnTo>
                  <a:lnTo>
                    <a:pt x="19868" y="8335"/>
                  </a:lnTo>
                  <a:cubicBezTo>
                    <a:pt x="19868" y="8335"/>
                    <a:pt x="19868" y="9525"/>
                    <a:pt x="19868" y="952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93" name="Shape 4675"/>
            <p:cNvSpPr/>
            <p:nvPr/>
          </p:nvSpPr>
          <p:spPr>
            <a:xfrm>
              <a:off x="10079140" y="1495762"/>
              <a:ext cx="161442" cy="201962"/>
            </a:xfrm>
            <a:custGeom>
              <a:avLst/>
              <a:gdLst/>
              <a:ahLst/>
              <a:cxnLst>
                <a:cxn ang="0">
                  <a:pos x="wd2" y="hd2"/>
                </a:cxn>
                <a:cxn ang="5400000">
                  <a:pos x="wd2" y="hd2"/>
                </a:cxn>
                <a:cxn ang="10800000">
                  <a:pos x="wd2" y="hd2"/>
                </a:cxn>
                <a:cxn ang="16200000">
                  <a:pos x="wd2" y="hd2"/>
                </a:cxn>
              </a:cxnLst>
              <a:rect l="0" t="0" r="r" b="b"/>
              <a:pathLst>
                <a:path w="21600" h="21600" extrusionOk="0">
                  <a:moveTo>
                    <a:pt x="19868" y="9525"/>
                  </a:moveTo>
                  <a:lnTo>
                    <a:pt x="21600" y="12270"/>
                  </a:lnTo>
                  <a:cubicBezTo>
                    <a:pt x="21432" y="12392"/>
                    <a:pt x="21266" y="12553"/>
                    <a:pt x="21212" y="12666"/>
                  </a:cubicBezTo>
                  <a:cubicBezTo>
                    <a:pt x="21137" y="12839"/>
                    <a:pt x="21308" y="13219"/>
                    <a:pt x="21263" y="13402"/>
                  </a:cubicBezTo>
                  <a:cubicBezTo>
                    <a:pt x="21224" y="13546"/>
                    <a:pt x="21080" y="13832"/>
                    <a:pt x="20942" y="13933"/>
                  </a:cubicBezTo>
                  <a:cubicBezTo>
                    <a:pt x="20824" y="14029"/>
                    <a:pt x="20488" y="14202"/>
                    <a:pt x="20325" y="14147"/>
                  </a:cubicBezTo>
                  <a:cubicBezTo>
                    <a:pt x="20205" y="14108"/>
                    <a:pt x="20112" y="13861"/>
                    <a:pt x="20121" y="13757"/>
                  </a:cubicBezTo>
                  <a:cubicBezTo>
                    <a:pt x="20133" y="13625"/>
                    <a:pt x="20442" y="13428"/>
                    <a:pt x="20436" y="13301"/>
                  </a:cubicBezTo>
                  <a:cubicBezTo>
                    <a:pt x="20433" y="13113"/>
                    <a:pt x="20067" y="12818"/>
                    <a:pt x="19928" y="12666"/>
                  </a:cubicBezTo>
                  <a:cubicBezTo>
                    <a:pt x="19841" y="12563"/>
                    <a:pt x="19646" y="12363"/>
                    <a:pt x="19549" y="12263"/>
                  </a:cubicBezTo>
                  <a:cubicBezTo>
                    <a:pt x="19474" y="12183"/>
                    <a:pt x="19303" y="12032"/>
                    <a:pt x="19249" y="11948"/>
                  </a:cubicBezTo>
                  <a:cubicBezTo>
                    <a:pt x="19122" y="11739"/>
                    <a:pt x="18954" y="11287"/>
                    <a:pt x="18918" y="11056"/>
                  </a:cubicBezTo>
                  <a:cubicBezTo>
                    <a:pt x="18891" y="10883"/>
                    <a:pt x="19047" y="10525"/>
                    <a:pt x="18966" y="10361"/>
                  </a:cubicBezTo>
                  <a:cubicBezTo>
                    <a:pt x="18882" y="10205"/>
                    <a:pt x="18521" y="9986"/>
                    <a:pt x="18329" y="9917"/>
                  </a:cubicBezTo>
                  <a:cubicBezTo>
                    <a:pt x="18233" y="9881"/>
                    <a:pt x="17995" y="9825"/>
                    <a:pt x="17899" y="9869"/>
                  </a:cubicBezTo>
                  <a:cubicBezTo>
                    <a:pt x="17754" y="9934"/>
                    <a:pt x="17637" y="10234"/>
                    <a:pt x="17634" y="10373"/>
                  </a:cubicBezTo>
                  <a:cubicBezTo>
                    <a:pt x="17628" y="10482"/>
                    <a:pt x="17757" y="10683"/>
                    <a:pt x="17827" y="10780"/>
                  </a:cubicBezTo>
                  <a:cubicBezTo>
                    <a:pt x="17911" y="10905"/>
                    <a:pt x="18217" y="11090"/>
                    <a:pt x="18284" y="11224"/>
                  </a:cubicBezTo>
                  <a:cubicBezTo>
                    <a:pt x="18362" y="11385"/>
                    <a:pt x="18254" y="11753"/>
                    <a:pt x="18329" y="11919"/>
                  </a:cubicBezTo>
                  <a:cubicBezTo>
                    <a:pt x="18401" y="12070"/>
                    <a:pt x="18732" y="12282"/>
                    <a:pt x="18822" y="12426"/>
                  </a:cubicBezTo>
                  <a:cubicBezTo>
                    <a:pt x="18936" y="12616"/>
                    <a:pt x="19113" y="13032"/>
                    <a:pt x="19074" y="13236"/>
                  </a:cubicBezTo>
                  <a:cubicBezTo>
                    <a:pt x="19053" y="13356"/>
                    <a:pt x="18912" y="13601"/>
                    <a:pt x="18774" y="13654"/>
                  </a:cubicBezTo>
                  <a:cubicBezTo>
                    <a:pt x="18696" y="13685"/>
                    <a:pt x="18512" y="13589"/>
                    <a:pt x="18425" y="13601"/>
                  </a:cubicBezTo>
                  <a:cubicBezTo>
                    <a:pt x="18254" y="13628"/>
                    <a:pt x="17932" y="13779"/>
                    <a:pt x="17842" y="13894"/>
                  </a:cubicBezTo>
                  <a:cubicBezTo>
                    <a:pt x="17676" y="14101"/>
                    <a:pt x="17878" y="14661"/>
                    <a:pt x="17697" y="14858"/>
                  </a:cubicBezTo>
                  <a:cubicBezTo>
                    <a:pt x="17532" y="15039"/>
                    <a:pt x="16937" y="15317"/>
                    <a:pt x="16684" y="15224"/>
                  </a:cubicBezTo>
                  <a:cubicBezTo>
                    <a:pt x="16567" y="15183"/>
                    <a:pt x="16525" y="14933"/>
                    <a:pt x="16543" y="14834"/>
                  </a:cubicBezTo>
                  <a:cubicBezTo>
                    <a:pt x="16561" y="14707"/>
                    <a:pt x="16825" y="14522"/>
                    <a:pt x="16877" y="14402"/>
                  </a:cubicBezTo>
                  <a:cubicBezTo>
                    <a:pt x="16904" y="14325"/>
                    <a:pt x="16922" y="14154"/>
                    <a:pt x="16904" y="14072"/>
                  </a:cubicBezTo>
                  <a:cubicBezTo>
                    <a:pt x="16889" y="13979"/>
                    <a:pt x="16789" y="13806"/>
                    <a:pt x="16747" y="13719"/>
                  </a:cubicBezTo>
                  <a:cubicBezTo>
                    <a:pt x="16699" y="13608"/>
                    <a:pt x="16597" y="13387"/>
                    <a:pt x="16570" y="13274"/>
                  </a:cubicBezTo>
                  <a:cubicBezTo>
                    <a:pt x="16534" y="13080"/>
                    <a:pt x="16534" y="12686"/>
                    <a:pt x="16555" y="12488"/>
                  </a:cubicBezTo>
                  <a:cubicBezTo>
                    <a:pt x="16579" y="12323"/>
                    <a:pt x="16672" y="11993"/>
                    <a:pt x="16729" y="11832"/>
                  </a:cubicBezTo>
                  <a:cubicBezTo>
                    <a:pt x="16762" y="11739"/>
                    <a:pt x="16883" y="11570"/>
                    <a:pt x="16904" y="11474"/>
                  </a:cubicBezTo>
                  <a:cubicBezTo>
                    <a:pt x="16961" y="11193"/>
                    <a:pt x="16816" y="10621"/>
                    <a:pt x="16843" y="10335"/>
                  </a:cubicBezTo>
                  <a:cubicBezTo>
                    <a:pt x="16849" y="10181"/>
                    <a:pt x="17078" y="9854"/>
                    <a:pt x="16970" y="9727"/>
                  </a:cubicBezTo>
                  <a:cubicBezTo>
                    <a:pt x="16883" y="9626"/>
                    <a:pt x="16456" y="9736"/>
                    <a:pt x="16368" y="9638"/>
                  </a:cubicBezTo>
                  <a:cubicBezTo>
                    <a:pt x="16266" y="9532"/>
                    <a:pt x="16504" y="9234"/>
                    <a:pt x="16447" y="9107"/>
                  </a:cubicBezTo>
                  <a:cubicBezTo>
                    <a:pt x="16401" y="9011"/>
                    <a:pt x="16155" y="8902"/>
                    <a:pt x="16062" y="8828"/>
                  </a:cubicBezTo>
                  <a:cubicBezTo>
                    <a:pt x="15917" y="8713"/>
                    <a:pt x="15551" y="8506"/>
                    <a:pt x="15493" y="8347"/>
                  </a:cubicBezTo>
                  <a:cubicBezTo>
                    <a:pt x="15451" y="8225"/>
                    <a:pt x="15617" y="7980"/>
                    <a:pt x="15620" y="7852"/>
                  </a:cubicBezTo>
                  <a:cubicBezTo>
                    <a:pt x="15620" y="7742"/>
                    <a:pt x="15620" y="7499"/>
                    <a:pt x="15527" y="7424"/>
                  </a:cubicBezTo>
                  <a:cubicBezTo>
                    <a:pt x="15457" y="7369"/>
                    <a:pt x="15250" y="7364"/>
                    <a:pt x="15163" y="7383"/>
                  </a:cubicBezTo>
                  <a:cubicBezTo>
                    <a:pt x="14964" y="7432"/>
                    <a:pt x="14721" y="7746"/>
                    <a:pt x="14525" y="7802"/>
                  </a:cubicBezTo>
                  <a:cubicBezTo>
                    <a:pt x="14384" y="7847"/>
                    <a:pt x="14041" y="7737"/>
                    <a:pt x="13909" y="7802"/>
                  </a:cubicBezTo>
                  <a:cubicBezTo>
                    <a:pt x="13813" y="7852"/>
                    <a:pt x="13707" y="8040"/>
                    <a:pt x="13704" y="8133"/>
                  </a:cubicBezTo>
                  <a:cubicBezTo>
                    <a:pt x="13692" y="8261"/>
                    <a:pt x="13918" y="8487"/>
                    <a:pt x="13942" y="8612"/>
                  </a:cubicBezTo>
                  <a:cubicBezTo>
                    <a:pt x="13966" y="8739"/>
                    <a:pt x="13954" y="9008"/>
                    <a:pt x="13879" y="9119"/>
                  </a:cubicBezTo>
                  <a:cubicBezTo>
                    <a:pt x="13813" y="9213"/>
                    <a:pt x="13596" y="9376"/>
                    <a:pt x="13467" y="9386"/>
                  </a:cubicBezTo>
                  <a:cubicBezTo>
                    <a:pt x="13326" y="9395"/>
                    <a:pt x="13118" y="9176"/>
                    <a:pt x="12974" y="9160"/>
                  </a:cubicBezTo>
                  <a:cubicBezTo>
                    <a:pt x="12817" y="9140"/>
                    <a:pt x="12493" y="9208"/>
                    <a:pt x="12357" y="9273"/>
                  </a:cubicBezTo>
                  <a:cubicBezTo>
                    <a:pt x="12192" y="9345"/>
                    <a:pt x="11882" y="9556"/>
                    <a:pt x="11849" y="9700"/>
                  </a:cubicBezTo>
                  <a:cubicBezTo>
                    <a:pt x="11825" y="9797"/>
                    <a:pt x="11921" y="10015"/>
                    <a:pt x="12024" y="10068"/>
                  </a:cubicBezTo>
                  <a:cubicBezTo>
                    <a:pt x="12132" y="10131"/>
                    <a:pt x="12430" y="10051"/>
                    <a:pt x="12562" y="10068"/>
                  </a:cubicBezTo>
                  <a:cubicBezTo>
                    <a:pt x="12709" y="10092"/>
                    <a:pt x="13004" y="10159"/>
                    <a:pt x="13118" y="10234"/>
                  </a:cubicBezTo>
                  <a:cubicBezTo>
                    <a:pt x="13302" y="10349"/>
                    <a:pt x="13521" y="10695"/>
                    <a:pt x="13626" y="10868"/>
                  </a:cubicBezTo>
                  <a:cubicBezTo>
                    <a:pt x="13735" y="11054"/>
                    <a:pt x="13954" y="11445"/>
                    <a:pt x="13942" y="11654"/>
                  </a:cubicBezTo>
                  <a:cubicBezTo>
                    <a:pt x="13933" y="11787"/>
                    <a:pt x="13771" y="12029"/>
                    <a:pt x="13671" y="12133"/>
                  </a:cubicBezTo>
                  <a:cubicBezTo>
                    <a:pt x="13557" y="12258"/>
                    <a:pt x="13130" y="12390"/>
                    <a:pt x="13100" y="12539"/>
                  </a:cubicBezTo>
                  <a:cubicBezTo>
                    <a:pt x="13076" y="12674"/>
                    <a:pt x="13329" y="12902"/>
                    <a:pt x="13449" y="12996"/>
                  </a:cubicBezTo>
                  <a:cubicBezTo>
                    <a:pt x="13608" y="13118"/>
                    <a:pt x="14050" y="13231"/>
                    <a:pt x="14210" y="13351"/>
                  </a:cubicBezTo>
                  <a:cubicBezTo>
                    <a:pt x="14387" y="13486"/>
                    <a:pt x="14682" y="13818"/>
                    <a:pt x="14745" y="14007"/>
                  </a:cubicBezTo>
                  <a:cubicBezTo>
                    <a:pt x="14808" y="14171"/>
                    <a:pt x="14754" y="14515"/>
                    <a:pt x="14718" y="14680"/>
                  </a:cubicBezTo>
                  <a:cubicBezTo>
                    <a:pt x="14682" y="14834"/>
                    <a:pt x="14495" y="15120"/>
                    <a:pt x="14480" y="15276"/>
                  </a:cubicBezTo>
                  <a:cubicBezTo>
                    <a:pt x="14459" y="15457"/>
                    <a:pt x="14646" y="15817"/>
                    <a:pt x="14609" y="15998"/>
                  </a:cubicBezTo>
                  <a:cubicBezTo>
                    <a:pt x="14579" y="16120"/>
                    <a:pt x="14297" y="16317"/>
                    <a:pt x="14324" y="16442"/>
                  </a:cubicBezTo>
                  <a:cubicBezTo>
                    <a:pt x="14351" y="16574"/>
                    <a:pt x="14763" y="16680"/>
                    <a:pt x="14811" y="16810"/>
                  </a:cubicBezTo>
                  <a:cubicBezTo>
                    <a:pt x="14889" y="16995"/>
                    <a:pt x="14742" y="17408"/>
                    <a:pt x="14621" y="17581"/>
                  </a:cubicBezTo>
                  <a:cubicBezTo>
                    <a:pt x="14513" y="17738"/>
                    <a:pt x="14158" y="17980"/>
                    <a:pt x="13954" y="18064"/>
                  </a:cubicBezTo>
                  <a:cubicBezTo>
                    <a:pt x="13729" y="18151"/>
                    <a:pt x="13196" y="18139"/>
                    <a:pt x="12959" y="18214"/>
                  </a:cubicBezTo>
                  <a:cubicBezTo>
                    <a:pt x="12613" y="18326"/>
                    <a:pt x="12006" y="18694"/>
                    <a:pt x="11693" y="18860"/>
                  </a:cubicBezTo>
                  <a:cubicBezTo>
                    <a:pt x="11458" y="18985"/>
                    <a:pt x="11001" y="19235"/>
                    <a:pt x="10770" y="19367"/>
                  </a:cubicBezTo>
                  <a:cubicBezTo>
                    <a:pt x="10547" y="19499"/>
                    <a:pt x="10084" y="19769"/>
                    <a:pt x="9868" y="19910"/>
                  </a:cubicBezTo>
                  <a:cubicBezTo>
                    <a:pt x="9630" y="20069"/>
                    <a:pt x="9191" y="20439"/>
                    <a:pt x="8933" y="20583"/>
                  </a:cubicBezTo>
                  <a:cubicBezTo>
                    <a:pt x="8725" y="20699"/>
                    <a:pt x="8259" y="20867"/>
                    <a:pt x="8028" y="20963"/>
                  </a:cubicBezTo>
                  <a:cubicBezTo>
                    <a:pt x="7745" y="21081"/>
                    <a:pt x="7204" y="21374"/>
                    <a:pt x="6891" y="21432"/>
                  </a:cubicBezTo>
                  <a:cubicBezTo>
                    <a:pt x="6684" y="21468"/>
                    <a:pt x="6254" y="21384"/>
                    <a:pt x="6055" y="21417"/>
                  </a:cubicBezTo>
                  <a:cubicBezTo>
                    <a:pt x="5920" y="21439"/>
                    <a:pt x="5746" y="21523"/>
                    <a:pt x="5568" y="21600"/>
                  </a:cubicBezTo>
                  <a:lnTo>
                    <a:pt x="5812" y="21230"/>
                  </a:lnTo>
                  <a:lnTo>
                    <a:pt x="5812" y="20091"/>
                  </a:lnTo>
                  <a:lnTo>
                    <a:pt x="4742" y="19233"/>
                  </a:lnTo>
                  <a:lnTo>
                    <a:pt x="5797" y="18391"/>
                  </a:lnTo>
                  <a:lnTo>
                    <a:pt x="3133" y="10563"/>
                  </a:lnTo>
                  <a:lnTo>
                    <a:pt x="0" y="3723"/>
                  </a:lnTo>
                  <a:lnTo>
                    <a:pt x="45" y="2687"/>
                  </a:lnTo>
                  <a:lnTo>
                    <a:pt x="794" y="2687"/>
                  </a:lnTo>
                  <a:lnTo>
                    <a:pt x="10139" y="0"/>
                  </a:lnTo>
                  <a:lnTo>
                    <a:pt x="11059" y="3420"/>
                  </a:lnTo>
                  <a:lnTo>
                    <a:pt x="12613" y="3420"/>
                  </a:lnTo>
                  <a:lnTo>
                    <a:pt x="13022" y="5547"/>
                  </a:lnTo>
                  <a:lnTo>
                    <a:pt x="13756" y="6230"/>
                  </a:lnTo>
                  <a:lnTo>
                    <a:pt x="15620" y="6230"/>
                  </a:lnTo>
                  <a:lnTo>
                    <a:pt x="18124" y="8335"/>
                  </a:lnTo>
                  <a:lnTo>
                    <a:pt x="19868" y="8335"/>
                  </a:lnTo>
                  <a:cubicBezTo>
                    <a:pt x="19868" y="8335"/>
                    <a:pt x="19868" y="9525"/>
                    <a:pt x="19868" y="952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94" name="Shape 4676"/>
            <p:cNvSpPr/>
            <p:nvPr/>
          </p:nvSpPr>
          <p:spPr>
            <a:xfrm>
              <a:off x="9756976" y="1541786"/>
              <a:ext cx="356908" cy="361717"/>
            </a:xfrm>
            <a:custGeom>
              <a:avLst/>
              <a:gdLst/>
              <a:ahLst/>
              <a:cxnLst>
                <a:cxn ang="0">
                  <a:pos x="wd2" y="hd2"/>
                </a:cxn>
                <a:cxn ang="5400000">
                  <a:pos x="wd2" y="hd2"/>
                </a:cxn>
                <a:cxn ang="10800000">
                  <a:pos x="wd2" y="hd2"/>
                </a:cxn>
                <a:cxn ang="16200000">
                  <a:pos x="wd2" y="hd2"/>
                </a:cxn>
              </a:cxnLst>
              <a:rect l="0" t="0" r="r" b="b"/>
              <a:pathLst>
                <a:path w="21600" h="21588" extrusionOk="0">
                  <a:moveTo>
                    <a:pt x="21600" y="9712"/>
                  </a:moveTo>
                  <a:lnTo>
                    <a:pt x="21600" y="10347"/>
                  </a:lnTo>
                  <a:lnTo>
                    <a:pt x="21490" y="10555"/>
                  </a:lnTo>
                  <a:cubicBezTo>
                    <a:pt x="21414" y="10595"/>
                    <a:pt x="21340" y="10634"/>
                    <a:pt x="21283" y="10645"/>
                  </a:cubicBezTo>
                  <a:cubicBezTo>
                    <a:pt x="21212" y="10656"/>
                    <a:pt x="21066" y="10624"/>
                    <a:pt x="20991" y="10616"/>
                  </a:cubicBezTo>
                  <a:cubicBezTo>
                    <a:pt x="20923" y="10608"/>
                    <a:pt x="20794" y="10569"/>
                    <a:pt x="20726" y="10574"/>
                  </a:cubicBezTo>
                  <a:cubicBezTo>
                    <a:pt x="20629" y="10581"/>
                    <a:pt x="20447" y="10634"/>
                    <a:pt x="20360" y="10672"/>
                  </a:cubicBezTo>
                  <a:cubicBezTo>
                    <a:pt x="20228" y="10730"/>
                    <a:pt x="19998" y="10900"/>
                    <a:pt x="19880" y="10984"/>
                  </a:cubicBezTo>
                  <a:cubicBezTo>
                    <a:pt x="19813" y="11030"/>
                    <a:pt x="19700" y="11157"/>
                    <a:pt x="19621" y="11182"/>
                  </a:cubicBezTo>
                  <a:cubicBezTo>
                    <a:pt x="19527" y="11211"/>
                    <a:pt x="19318" y="11135"/>
                    <a:pt x="19220" y="11160"/>
                  </a:cubicBezTo>
                  <a:cubicBezTo>
                    <a:pt x="19103" y="11191"/>
                    <a:pt x="18891" y="11322"/>
                    <a:pt x="18813" y="11414"/>
                  </a:cubicBezTo>
                  <a:cubicBezTo>
                    <a:pt x="18752" y="11483"/>
                    <a:pt x="18728" y="11678"/>
                    <a:pt x="18669" y="11748"/>
                  </a:cubicBezTo>
                  <a:cubicBezTo>
                    <a:pt x="18634" y="11786"/>
                    <a:pt x="18541" y="11847"/>
                    <a:pt x="18488" y="11860"/>
                  </a:cubicBezTo>
                  <a:cubicBezTo>
                    <a:pt x="18392" y="11886"/>
                    <a:pt x="18170" y="11896"/>
                    <a:pt x="18082" y="11847"/>
                  </a:cubicBezTo>
                  <a:cubicBezTo>
                    <a:pt x="18033" y="11817"/>
                    <a:pt x="18012" y="11689"/>
                    <a:pt x="17965" y="11656"/>
                  </a:cubicBezTo>
                  <a:cubicBezTo>
                    <a:pt x="17921" y="11623"/>
                    <a:pt x="17801" y="11585"/>
                    <a:pt x="17752" y="11605"/>
                  </a:cubicBezTo>
                  <a:cubicBezTo>
                    <a:pt x="17686" y="11631"/>
                    <a:pt x="17618" y="11772"/>
                    <a:pt x="17602" y="11839"/>
                  </a:cubicBezTo>
                  <a:cubicBezTo>
                    <a:pt x="17584" y="11907"/>
                    <a:pt x="17670" y="12056"/>
                    <a:pt x="17629" y="12115"/>
                  </a:cubicBezTo>
                  <a:cubicBezTo>
                    <a:pt x="17589" y="12174"/>
                    <a:pt x="17421" y="12171"/>
                    <a:pt x="17349" y="12191"/>
                  </a:cubicBezTo>
                  <a:cubicBezTo>
                    <a:pt x="17285" y="12212"/>
                    <a:pt x="17145" y="12240"/>
                    <a:pt x="17092" y="12283"/>
                  </a:cubicBezTo>
                  <a:cubicBezTo>
                    <a:pt x="17013" y="12350"/>
                    <a:pt x="16969" y="12572"/>
                    <a:pt x="16890" y="12637"/>
                  </a:cubicBezTo>
                  <a:cubicBezTo>
                    <a:pt x="16809" y="12707"/>
                    <a:pt x="16594" y="12766"/>
                    <a:pt x="16492" y="12780"/>
                  </a:cubicBezTo>
                  <a:cubicBezTo>
                    <a:pt x="16428" y="12786"/>
                    <a:pt x="16290" y="12729"/>
                    <a:pt x="16233" y="12757"/>
                  </a:cubicBezTo>
                  <a:cubicBezTo>
                    <a:pt x="16153" y="12795"/>
                    <a:pt x="16095" y="12976"/>
                    <a:pt x="16046" y="13047"/>
                  </a:cubicBezTo>
                  <a:cubicBezTo>
                    <a:pt x="16001" y="13114"/>
                    <a:pt x="15925" y="13263"/>
                    <a:pt x="15859" y="13307"/>
                  </a:cubicBezTo>
                  <a:cubicBezTo>
                    <a:pt x="15814" y="13340"/>
                    <a:pt x="15695" y="13396"/>
                    <a:pt x="15650" y="13366"/>
                  </a:cubicBezTo>
                  <a:cubicBezTo>
                    <a:pt x="15605" y="13334"/>
                    <a:pt x="15658" y="13185"/>
                    <a:pt x="15623" y="13138"/>
                  </a:cubicBezTo>
                  <a:cubicBezTo>
                    <a:pt x="15586" y="13089"/>
                    <a:pt x="15457" y="13044"/>
                    <a:pt x="15394" y="13039"/>
                  </a:cubicBezTo>
                  <a:cubicBezTo>
                    <a:pt x="15292" y="13031"/>
                    <a:pt x="15081" y="13079"/>
                    <a:pt x="14998" y="13138"/>
                  </a:cubicBezTo>
                  <a:cubicBezTo>
                    <a:pt x="14936" y="13185"/>
                    <a:pt x="14891" y="13346"/>
                    <a:pt x="14834" y="13401"/>
                  </a:cubicBezTo>
                  <a:cubicBezTo>
                    <a:pt x="14754" y="13480"/>
                    <a:pt x="14548" y="13596"/>
                    <a:pt x="14439" y="13633"/>
                  </a:cubicBezTo>
                  <a:cubicBezTo>
                    <a:pt x="14382" y="13656"/>
                    <a:pt x="14235" y="13625"/>
                    <a:pt x="14188" y="13669"/>
                  </a:cubicBezTo>
                  <a:cubicBezTo>
                    <a:pt x="14142" y="13715"/>
                    <a:pt x="14188" y="13879"/>
                    <a:pt x="14144" y="13931"/>
                  </a:cubicBezTo>
                  <a:cubicBezTo>
                    <a:pt x="14104" y="13987"/>
                    <a:pt x="13954" y="14057"/>
                    <a:pt x="13880" y="14052"/>
                  </a:cubicBezTo>
                  <a:cubicBezTo>
                    <a:pt x="13778" y="14041"/>
                    <a:pt x="13641" y="13845"/>
                    <a:pt x="13543" y="13810"/>
                  </a:cubicBezTo>
                  <a:cubicBezTo>
                    <a:pt x="13464" y="13782"/>
                    <a:pt x="13292" y="13767"/>
                    <a:pt x="13209" y="13790"/>
                  </a:cubicBezTo>
                  <a:cubicBezTo>
                    <a:pt x="13093" y="13818"/>
                    <a:pt x="12907" y="13974"/>
                    <a:pt x="12811" y="14042"/>
                  </a:cubicBezTo>
                  <a:cubicBezTo>
                    <a:pt x="12735" y="14104"/>
                    <a:pt x="12569" y="14223"/>
                    <a:pt x="12512" y="14305"/>
                  </a:cubicBezTo>
                  <a:cubicBezTo>
                    <a:pt x="12457" y="14390"/>
                    <a:pt x="12458" y="14626"/>
                    <a:pt x="12375" y="14686"/>
                  </a:cubicBezTo>
                  <a:cubicBezTo>
                    <a:pt x="12337" y="14717"/>
                    <a:pt x="12220" y="14722"/>
                    <a:pt x="12175" y="14701"/>
                  </a:cubicBezTo>
                  <a:cubicBezTo>
                    <a:pt x="12136" y="14682"/>
                    <a:pt x="12107" y="14583"/>
                    <a:pt x="12076" y="14553"/>
                  </a:cubicBezTo>
                  <a:cubicBezTo>
                    <a:pt x="12010" y="14494"/>
                    <a:pt x="11859" y="14388"/>
                    <a:pt x="11772" y="14376"/>
                  </a:cubicBezTo>
                  <a:cubicBezTo>
                    <a:pt x="11683" y="14362"/>
                    <a:pt x="11500" y="14423"/>
                    <a:pt x="11415" y="14461"/>
                  </a:cubicBezTo>
                  <a:cubicBezTo>
                    <a:pt x="11317" y="14505"/>
                    <a:pt x="11159" y="14658"/>
                    <a:pt x="11065" y="14710"/>
                  </a:cubicBezTo>
                  <a:cubicBezTo>
                    <a:pt x="10984" y="14751"/>
                    <a:pt x="10803" y="14788"/>
                    <a:pt x="10727" y="14836"/>
                  </a:cubicBezTo>
                  <a:cubicBezTo>
                    <a:pt x="10637" y="14895"/>
                    <a:pt x="10520" y="15093"/>
                    <a:pt x="10426" y="15147"/>
                  </a:cubicBezTo>
                  <a:cubicBezTo>
                    <a:pt x="10376" y="15177"/>
                    <a:pt x="10241" y="15233"/>
                    <a:pt x="10189" y="15201"/>
                  </a:cubicBezTo>
                  <a:cubicBezTo>
                    <a:pt x="10117" y="15161"/>
                    <a:pt x="10139" y="14950"/>
                    <a:pt x="10096" y="14879"/>
                  </a:cubicBezTo>
                  <a:cubicBezTo>
                    <a:pt x="10042" y="14784"/>
                    <a:pt x="9911" y="14561"/>
                    <a:pt x="9802" y="14560"/>
                  </a:cubicBezTo>
                  <a:cubicBezTo>
                    <a:pt x="9712" y="14559"/>
                    <a:pt x="9591" y="14740"/>
                    <a:pt x="9551" y="14820"/>
                  </a:cubicBezTo>
                  <a:cubicBezTo>
                    <a:pt x="9508" y="14910"/>
                    <a:pt x="9542" y="15127"/>
                    <a:pt x="9494" y="15217"/>
                  </a:cubicBezTo>
                  <a:cubicBezTo>
                    <a:pt x="9445" y="15314"/>
                    <a:pt x="9235" y="15425"/>
                    <a:pt x="9188" y="15520"/>
                  </a:cubicBezTo>
                  <a:cubicBezTo>
                    <a:pt x="9135" y="15625"/>
                    <a:pt x="9184" y="15878"/>
                    <a:pt x="9129" y="15980"/>
                  </a:cubicBezTo>
                  <a:cubicBezTo>
                    <a:pt x="9084" y="16066"/>
                    <a:pt x="8929" y="16200"/>
                    <a:pt x="8835" y="16235"/>
                  </a:cubicBezTo>
                  <a:cubicBezTo>
                    <a:pt x="8744" y="16270"/>
                    <a:pt x="8519" y="16182"/>
                    <a:pt x="8434" y="16235"/>
                  </a:cubicBezTo>
                  <a:cubicBezTo>
                    <a:pt x="8332" y="16301"/>
                    <a:pt x="8283" y="16564"/>
                    <a:pt x="8234" y="16674"/>
                  </a:cubicBezTo>
                  <a:cubicBezTo>
                    <a:pt x="8187" y="16774"/>
                    <a:pt x="8074" y="16970"/>
                    <a:pt x="8053" y="17080"/>
                  </a:cubicBezTo>
                  <a:cubicBezTo>
                    <a:pt x="8042" y="17139"/>
                    <a:pt x="8098" y="17273"/>
                    <a:pt x="8066" y="17324"/>
                  </a:cubicBezTo>
                  <a:cubicBezTo>
                    <a:pt x="8027" y="17383"/>
                    <a:pt x="7868" y="17426"/>
                    <a:pt x="7797" y="17429"/>
                  </a:cubicBezTo>
                  <a:cubicBezTo>
                    <a:pt x="7703" y="17434"/>
                    <a:pt x="7525" y="17331"/>
                    <a:pt x="7431" y="17334"/>
                  </a:cubicBezTo>
                  <a:cubicBezTo>
                    <a:pt x="7328" y="17338"/>
                    <a:pt x="7127" y="17402"/>
                    <a:pt x="7045" y="17461"/>
                  </a:cubicBezTo>
                  <a:cubicBezTo>
                    <a:pt x="6952" y="17525"/>
                    <a:pt x="6840" y="17721"/>
                    <a:pt x="6774" y="17811"/>
                  </a:cubicBezTo>
                  <a:cubicBezTo>
                    <a:pt x="6710" y="17898"/>
                    <a:pt x="6638" y="18130"/>
                    <a:pt x="6538" y="18173"/>
                  </a:cubicBezTo>
                  <a:cubicBezTo>
                    <a:pt x="6476" y="18197"/>
                    <a:pt x="6336" y="18102"/>
                    <a:pt x="6270" y="18118"/>
                  </a:cubicBezTo>
                  <a:cubicBezTo>
                    <a:pt x="6121" y="18158"/>
                    <a:pt x="5935" y="18436"/>
                    <a:pt x="5807" y="18522"/>
                  </a:cubicBezTo>
                  <a:cubicBezTo>
                    <a:pt x="5747" y="18561"/>
                    <a:pt x="5603" y="18601"/>
                    <a:pt x="5548" y="18648"/>
                  </a:cubicBezTo>
                  <a:cubicBezTo>
                    <a:pt x="5465" y="18723"/>
                    <a:pt x="5373" y="18932"/>
                    <a:pt x="5301" y="19020"/>
                  </a:cubicBezTo>
                  <a:cubicBezTo>
                    <a:pt x="5262" y="19071"/>
                    <a:pt x="5150" y="19151"/>
                    <a:pt x="5119" y="19210"/>
                  </a:cubicBezTo>
                  <a:cubicBezTo>
                    <a:pt x="5078" y="19289"/>
                    <a:pt x="5101" y="19477"/>
                    <a:pt x="5055" y="19549"/>
                  </a:cubicBezTo>
                  <a:cubicBezTo>
                    <a:pt x="5010" y="19619"/>
                    <a:pt x="4863" y="19713"/>
                    <a:pt x="4785" y="19741"/>
                  </a:cubicBezTo>
                  <a:cubicBezTo>
                    <a:pt x="4745" y="19755"/>
                    <a:pt x="4649" y="19725"/>
                    <a:pt x="4613" y="19752"/>
                  </a:cubicBezTo>
                  <a:cubicBezTo>
                    <a:pt x="4548" y="19800"/>
                    <a:pt x="4566" y="20012"/>
                    <a:pt x="4496" y="20059"/>
                  </a:cubicBezTo>
                  <a:cubicBezTo>
                    <a:pt x="4442" y="20095"/>
                    <a:pt x="4294" y="20025"/>
                    <a:pt x="4236" y="20059"/>
                  </a:cubicBezTo>
                  <a:cubicBezTo>
                    <a:pt x="4163" y="20106"/>
                    <a:pt x="4122" y="20287"/>
                    <a:pt x="4086" y="20366"/>
                  </a:cubicBezTo>
                  <a:cubicBezTo>
                    <a:pt x="4060" y="20429"/>
                    <a:pt x="4043" y="20581"/>
                    <a:pt x="3992" y="20620"/>
                  </a:cubicBezTo>
                  <a:cubicBezTo>
                    <a:pt x="3930" y="20665"/>
                    <a:pt x="3754" y="20602"/>
                    <a:pt x="3688" y="20644"/>
                  </a:cubicBezTo>
                  <a:cubicBezTo>
                    <a:pt x="3624" y="20681"/>
                    <a:pt x="3597" y="20857"/>
                    <a:pt x="3539" y="20908"/>
                  </a:cubicBezTo>
                  <a:cubicBezTo>
                    <a:pt x="3499" y="20941"/>
                    <a:pt x="3396" y="20983"/>
                    <a:pt x="3344" y="20983"/>
                  </a:cubicBezTo>
                  <a:cubicBezTo>
                    <a:pt x="3294" y="20979"/>
                    <a:pt x="3212" y="20897"/>
                    <a:pt x="3162" y="20897"/>
                  </a:cubicBezTo>
                  <a:cubicBezTo>
                    <a:pt x="3064" y="20897"/>
                    <a:pt x="2876" y="20995"/>
                    <a:pt x="2808" y="21066"/>
                  </a:cubicBezTo>
                  <a:cubicBezTo>
                    <a:pt x="2762" y="21114"/>
                    <a:pt x="2721" y="21246"/>
                    <a:pt x="2711" y="21309"/>
                  </a:cubicBezTo>
                  <a:cubicBezTo>
                    <a:pt x="2701" y="21376"/>
                    <a:pt x="2742" y="21510"/>
                    <a:pt x="2732" y="21584"/>
                  </a:cubicBezTo>
                  <a:cubicBezTo>
                    <a:pt x="2638" y="21587"/>
                    <a:pt x="2521" y="21600"/>
                    <a:pt x="2486" y="21557"/>
                  </a:cubicBezTo>
                  <a:cubicBezTo>
                    <a:pt x="2392" y="21448"/>
                    <a:pt x="2486" y="20987"/>
                    <a:pt x="2486" y="20987"/>
                  </a:cubicBezTo>
                  <a:lnTo>
                    <a:pt x="1346" y="20016"/>
                  </a:lnTo>
                  <a:lnTo>
                    <a:pt x="3654" y="17521"/>
                  </a:lnTo>
                  <a:lnTo>
                    <a:pt x="2486" y="16389"/>
                  </a:lnTo>
                  <a:lnTo>
                    <a:pt x="76" y="5259"/>
                  </a:lnTo>
                  <a:lnTo>
                    <a:pt x="0" y="5158"/>
                  </a:lnTo>
                  <a:lnTo>
                    <a:pt x="7373" y="3039"/>
                  </a:lnTo>
                  <a:lnTo>
                    <a:pt x="7589" y="3703"/>
                  </a:lnTo>
                  <a:lnTo>
                    <a:pt x="8177" y="3420"/>
                  </a:lnTo>
                  <a:lnTo>
                    <a:pt x="8177" y="2841"/>
                  </a:lnTo>
                  <a:lnTo>
                    <a:pt x="10110" y="2517"/>
                  </a:lnTo>
                  <a:lnTo>
                    <a:pt x="18639" y="0"/>
                  </a:lnTo>
                  <a:lnTo>
                    <a:pt x="18993" y="0"/>
                  </a:lnTo>
                  <a:lnTo>
                    <a:pt x="18971" y="578"/>
                  </a:lnTo>
                  <a:lnTo>
                    <a:pt x="20388" y="4395"/>
                  </a:lnTo>
                  <a:lnTo>
                    <a:pt x="21592" y="8765"/>
                  </a:lnTo>
                  <a:lnTo>
                    <a:pt x="21116" y="9234"/>
                  </a:lnTo>
                  <a:cubicBezTo>
                    <a:pt x="21116" y="9234"/>
                    <a:pt x="21600" y="9712"/>
                    <a:pt x="21600" y="971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95" name="Shape 4677"/>
            <p:cNvSpPr/>
            <p:nvPr/>
          </p:nvSpPr>
          <p:spPr>
            <a:xfrm>
              <a:off x="9756976" y="1541786"/>
              <a:ext cx="356908" cy="361717"/>
            </a:xfrm>
            <a:custGeom>
              <a:avLst/>
              <a:gdLst/>
              <a:ahLst/>
              <a:cxnLst>
                <a:cxn ang="0">
                  <a:pos x="wd2" y="hd2"/>
                </a:cxn>
                <a:cxn ang="5400000">
                  <a:pos x="wd2" y="hd2"/>
                </a:cxn>
                <a:cxn ang="10800000">
                  <a:pos x="wd2" y="hd2"/>
                </a:cxn>
                <a:cxn ang="16200000">
                  <a:pos x="wd2" y="hd2"/>
                </a:cxn>
              </a:cxnLst>
              <a:rect l="0" t="0" r="r" b="b"/>
              <a:pathLst>
                <a:path w="21600" h="21588" extrusionOk="0">
                  <a:moveTo>
                    <a:pt x="21600" y="9712"/>
                  </a:moveTo>
                  <a:lnTo>
                    <a:pt x="21600" y="10347"/>
                  </a:lnTo>
                  <a:lnTo>
                    <a:pt x="21488" y="10555"/>
                  </a:lnTo>
                  <a:cubicBezTo>
                    <a:pt x="21414" y="10595"/>
                    <a:pt x="21340" y="10636"/>
                    <a:pt x="21283" y="10645"/>
                  </a:cubicBezTo>
                  <a:cubicBezTo>
                    <a:pt x="21212" y="10656"/>
                    <a:pt x="21066" y="10624"/>
                    <a:pt x="20991" y="10616"/>
                  </a:cubicBezTo>
                  <a:cubicBezTo>
                    <a:pt x="20923" y="10608"/>
                    <a:pt x="20794" y="10569"/>
                    <a:pt x="20726" y="10574"/>
                  </a:cubicBezTo>
                  <a:cubicBezTo>
                    <a:pt x="20629" y="10581"/>
                    <a:pt x="20447" y="10634"/>
                    <a:pt x="20360" y="10672"/>
                  </a:cubicBezTo>
                  <a:cubicBezTo>
                    <a:pt x="20228" y="10730"/>
                    <a:pt x="19998" y="10900"/>
                    <a:pt x="19880" y="10984"/>
                  </a:cubicBezTo>
                  <a:cubicBezTo>
                    <a:pt x="19813" y="11030"/>
                    <a:pt x="19700" y="11157"/>
                    <a:pt x="19621" y="11182"/>
                  </a:cubicBezTo>
                  <a:cubicBezTo>
                    <a:pt x="19527" y="11211"/>
                    <a:pt x="19318" y="11135"/>
                    <a:pt x="19220" y="11160"/>
                  </a:cubicBezTo>
                  <a:cubicBezTo>
                    <a:pt x="19103" y="11191"/>
                    <a:pt x="18889" y="11322"/>
                    <a:pt x="18813" y="11414"/>
                  </a:cubicBezTo>
                  <a:cubicBezTo>
                    <a:pt x="18752" y="11483"/>
                    <a:pt x="18728" y="11678"/>
                    <a:pt x="18669" y="11748"/>
                  </a:cubicBezTo>
                  <a:cubicBezTo>
                    <a:pt x="18634" y="11786"/>
                    <a:pt x="18541" y="11847"/>
                    <a:pt x="18488" y="11860"/>
                  </a:cubicBezTo>
                  <a:cubicBezTo>
                    <a:pt x="18392" y="11886"/>
                    <a:pt x="18170" y="11896"/>
                    <a:pt x="18082" y="11847"/>
                  </a:cubicBezTo>
                  <a:cubicBezTo>
                    <a:pt x="18033" y="11817"/>
                    <a:pt x="18012" y="11689"/>
                    <a:pt x="17965" y="11656"/>
                  </a:cubicBezTo>
                  <a:cubicBezTo>
                    <a:pt x="17921" y="11623"/>
                    <a:pt x="17801" y="11585"/>
                    <a:pt x="17752" y="11605"/>
                  </a:cubicBezTo>
                  <a:cubicBezTo>
                    <a:pt x="17686" y="11631"/>
                    <a:pt x="17618" y="11772"/>
                    <a:pt x="17602" y="11839"/>
                  </a:cubicBezTo>
                  <a:cubicBezTo>
                    <a:pt x="17584" y="11907"/>
                    <a:pt x="17670" y="12056"/>
                    <a:pt x="17629" y="12115"/>
                  </a:cubicBezTo>
                  <a:cubicBezTo>
                    <a:pt x="17589" y="12174"/>
                    <a:pt x="17421" y="12171"/>
                    <a:pt x="17349" y="12191"/>
                  </a:cubicBezTo>
                  <a:cubicBezTo>
                    <a:pt x="17285" y="12212"/>
                    <a:pt x="17145" y="12240"/>
                    <a:pt x="17092" y="12283"/>
                  </a:cubicBezTo>
                  <a:cubicBezTo>
                    <a:pt x="17013" y="12350"/>
                    <a:pt x="16969" y="12572"/>
                    <a:pt x="16890" y="12637"/>
                  </a:cubicBezTo>
                  <a:cubicBezTo>
                    <a:pt x="16809" y="12707"/>
                    <a:pt x="16594" y="12766"/>
                    <a:pt x="16490" y="12780"/>
                  </a:cubicBezTo>
                  <a:cubicBezTo>
                    <a:pt x="16426" y="12786"/>
                    <a:pt x="16290" y="12729"/>
                    <a:pt x="16233" y="12757"/>
                  </a:cubicBezTo>
                  <a:cubicBezTo>
                    <a:pt x="16153" y="12795"/>
                    <a:pt x="16095" y="12976"/>
                    <a:pt x="16046" y="13047"/>
                  </a:cubicBezTo>
                  <a:cubicBezTo>
                    <a:pt x="16001" y="13114"/>
                    <a:pt x="15925" y="13263"/>
                    <a:pt x="15859" y="13307"/>
                  </a:cubicBezTo>
                  <a:cubicBezTo>
                    <a:pt x="15814" y="13340"/>
                    <a:pt x="15695" y="13396"/>
                    <a:pt x="15650" y="13366"/>
                  </a:cubicBezTo>
                  <a:cubicBezTo>
                    <a:pt x="15605" y="13334"/>
                    <a:pt x="15658" y="13185"/>
                    <a:pt x="15623" y="13138"/>
                  </a:cubicBezTo>
                  <a:cubicBezTo>
                    <a:pt x="15586" y="13089"/>
                    <a:pt x="15455" y="13044"/>
                    <a:pt x="15394" y="13039"/>
                  </a:cubicBezTo>
                  <a:cubicBezTo>
                    <a:pt x="15292" y="13031"/>
                    <a:pt x="15081" y="13079"/>
                    <a:pt x="14998" y="13138"/>
                  </a:cubicBezTo>
                  <a:cubicBezTo>
                    <a:pt x="14936" y="13185"/>
                    <a:pt x="14891" y="13346"/>
                    <a:pt x="14834" y="13401"/>
                  </a:cubicBezTo>
                  <a:cubicBezTo>
                    <a:pt x="14754" y="13480"/>
                    <a:pt x="14548" y="13596"/>
                    <a:pt x="14439" y="13633"/>
                  </a:cubicBezTo>
                  <a:cubicBezTo>
                    <a:pt x="14382" y="13656"/>
                    <a:pt x="14235" y="13625"/>
                    <a:pt x="14188" y="13669"/>
                  </a:cubicBezTo>
                  <a:cubicBezTo>
                    <a:pt x="14142" y="13715"/>
                    <a:pt x="14188" y="13879"/>
                    <a:pt x="14144" y="13931"/>
                  </a:cubicBezTo>
                  <a:cubicBezTo>
                    <a:pt x="14104" y="13987"/>
                    <a:pt x="13954" y="14057"/>
                    <a:pt x="13880" y="14052"/>
                  </a:cubicBezTo>
                  <a:cubicBezTo>
                    <a:pt x="13778" y="14041"/>
                    <a:pt x="13641" y="13845"/>
                    <a:pt x="13543" y="13810"/>
                  </a:cubicBezTo>
                  <a:cubicBezTo>
                    <a:pt x="13464" y="13782"/>
                    <a:pt x="13292" y="13767"/>
                    <a:pt x="13209" y="13790"/>
                  </a:cubicBezTo>
                  <a:cubicBezTo>
                    <a:pt x="13093" y="13818"/>
                    <a:pt x="12905" y="13974"/>
                    <a:pt x="12811" y="14042"/>
                  </a:cubicBezTo>
                  <a:cubicBezTo>
                    <a:pt x="12735" y="14104"/>
                    <a:pt x="12569" y="14223"/>
                    <a:pt x="12512" y="14307"/>
                  </a:cubicBezTo>
                  <a:cubicBezTo>
                    <a:pt x="12457" y="14390"/>
                    <a:pt x="12458" y="14626"/>
                    <a:pt x="12375" y="14687"/>
                  </a:cubicBezTo>
                  <a:cubicBezTo>
                    <a:pt x="12337" y="14717"/>
                    <a:pt x="12220" y="14722"/>
                    <a:pt x="12175" y="14701"/>
                  </a:cubicBezTo>
                  <a:cubicBezTo>
                    <a:pt x="12136" y="14682"/>
                    <a:pt x="12107" y="14583"/>
                    <a:pt x="12074" y="14553"/>
                  </a:cubicBezTo>
                  <a:cubicBezTo>
                    <a:pt x="12010" y="14494"/>
                    <a:pt x="11859" y="14388"/>
                    <a:pt x="11772" y="14376"/>
                  </a:cubicBezTo>
                  <a:cubicBezTo>
                    <a:pt x="11683" y="14362"/>
                    <a:pt x="11500" y="14423"/>
                    <a:pt x="11415" y="14461"/>
                  </a:cubicBezTo>
                  <a:cubicBezTo>
                    <a:pt x="11317" y="14505"/>
                    <a:pt x="11159" y="14658"/>
                    <a:pt x="11065" y="14710"/>
                  </a:cubicBezTo>
                  <a:cubicBezTo>
                    <a:pt x="10984" y="14751"/>
                    <a:pt x="10803" y="14788"/>
                    <a:pt x="10727" y="14836"/>
                  </a:cubicBezTo>
                  <a:cubicBezTo>
                    <a:pt x="10637" y="14895"/>
                    <a:pt x="10520" y="15093"/>
                    <a:pt x="10426" y="15147"/>
                  </a:cubicBezTo>
                  <a:cubicBezTo>
                    <a:pt x="10374" y="15177"/>
                    <a:pt x="10241" y="15233"/>
                    <a:pt x="10189" y="15202"/>
                  </a:cubicBezTo>
                  <a:cubicBezTo>
                    <a:pt x="10117" y="15161"/>
                    <a:pt x="10139" y="14950"/>
                    <a:pt x="10096" y="14879"/>
                  </a:cubicBezTo>
                  <a:cubicBezTo>
                    <a:pt x="10042" y="14784"/>
                    <a:pt x="9911" y="14561"/>
                    <a:pt x="9802" y="14560"/>
                  </a:cubicBezTo>
                  <a:cubicBezTo>
                    <a:pt x="9712" y="14559"/>
                    <a:pt x="9591" y="14740"/>
                    <a:pt x="9551" y="14820"/>
                  </a:cubicBezTo>
                  <a:cubicBezTo>
                    <a:pt x="9508" y="14911"/>
                    <a:pt x="9542" y="15127"/>
                    <a:pt x="9494" y="15217"/>
                  </a:cubicBezTo>
                  <a:cubicBezTo>
                    <a:pt x="9445" y="15314"/>
                    <a:pt x="9235" y="15425"/>
                    <a:pt x="9188" y="15520"/>
                  </a:cubicBezTo>
                  <a:cubicBezTo>
                    <a:pt x="9135" y="15625"/>
                    <a:pt x="9184" y="15878"/>
                    <a:pt x="9129" y="15980"/>
                  </a:cubicBezTo>
                  <a:cubicBezTo>
                    <a:pt x="9084" y="16066"/>
                    <a:pt x="8927" y="16200"/>
                    <a:pt x="8835" y="16235"/>
                  </a:cubicBezTo>
                  <a:cubicBezTo>
                    <a:pt x="8742" y="16270"/>
                    <a:pt x="8519" y="16182"/>
                    <a:pt x="8434" y="16235"/>
                  </a:cubicBezTo>
                  <a:cubicBezTo>
                    <a:pt x="8332" y="16301"/>
                    <a:pt x="8283" y="16564"/>
                    <a:pt x="8234" y="16674"/>
                  </a:cubicBezTo>
                  <a:cubicBezTo>
                    <a:pt x="8187" y="16774"/>
                    <a:pt x="8074" y="16970"/>
                    <a:pt x="8053" y="17080"/>
                  </a:cubicBezTo>
                  <a:cubicBezTo>
                    <a:pt x="8042" y="17139"/>
                    <a:pt x="8098" y="17273"/>
                    <a:pt x="8066" y="17324"/>
                  </a:cubicBezTo>
                  <a:cubicBezTo>
                    <a:pt x="8027" y="17383"/>
                    <a:pt x="7868" y="17426"/>
                    <a:pt x="7797" y="17429"/>
                  </a:cubicBezTo>
                  <a:cubicBezTo>
                    <a:pt x="7703" y="17434"/>
                    <a:pt x="7525" y="17331"/>
                    <a:pt x="7431" y="17334"/>
                  </a:cubicBezTo>
                  <a:cubicBezTo>
                    <a:pt x="7328" y="17338"/>
                    <a:pt x="7125" y="17403"/>
                    <a:pt x="7045" y="17462"/>
                  </a:cubicBezTo>
                  <a:cubicBezTo>
                    <a:pt x="6952" y="17525"/>
                    <a:pt x="6838" y="17721"/>
                    <a:pt x="6774" y="17811"/>
                  </a:cubicBezTo>
                  <a:cubicBezTo>
                    <a:pt x="6710" y="17898"/>
                    <a:pt x="6638" y="18130"/>
                    <a:pt x="6538" y="18173"/>
                  </a:cubicBezTo>
                  <a:cubicBezTo>
                    <a:pt x="6476" y="18197"/>
                    <a:pt x="6336" y="18102"/>
                    <a:pt x="6270" y="18118"/>
                  </a:cubicBezTo>
                  <a:cubicBezTo>
                    <a:pt x="6121" y="18158"/>
                    <a:pt x="5935" y="18436"/>
                    <a:pt x="5807" y="18522"/>
                  </a:cubicBezTo>
                  <a:cubicBezTo>
                    <a:pt x="5747" y="18561"/>
                    <a:pt x="5603" y="18601"/>
                    <a:pt x="5548" y="18648"/>
                  </a:cubicBezTo>
                  <a:cubicBezTo>
                    <a:pt x="5465" y="18723"/>
                    <a:pt x="5373" y="18932"/>
                    <a:pt x="5301" y="19020"/>
                  </a:cubicBezTo>
                  <a:cubicBezTo>
                    <a:pt x="5262" y="19071"/>
                    <a:pt x="5150" y="19152"/>
                    <a:pt x="5119" y="19211"/>
                  </a:cubicBezTo>
                  <a:cubicBezTo>
                    <a:pt x="5078" y="19289"/>
                    <a:pt x="5101" y="19477"/>
                    <a:pt x="5055" y="19549"/>
                  </a:cubicBezTo>
                  <a:cubicBezTo>
                    <a:pt x="5010" y="19619"/>
                    <a:pt x="4863" y="19713"/>
                    <a:pt x="4785" y="19741"/>
                  </a:cubicBezTo>
                  <a:cubicBezTo>
                    <a:pt x="4745" y="19755"/>
                    <a:pt x="4649" y="19725"/>
                    <a:pt x="4613" y="19752"/>
                  </a:cubicBezTo>
                  <a:cubicBezTo>
                    <a:pt x="4548" y="19800"/>
                    <a:pt x="4564" y="20012"/>
                    <a:pt x="4496" y="20059"/>
                  </a:cubicBezTo>
                  <a:cubicBezTo>
                    <a:pt x="4442" y="20095"/>
                    <a:pt x="4292" y="20025"/>
                    <a:pt x="4236" y="20059"/>
                  </a:cubicBezTo>
                  <a:cubicBezTo>
                    <a:pt x="4163" y="20106"/>
                    <a:pt x="4122" y="20287"/>
                    <a:pt x="4086" y="20366"/>
                  </a:cubicBezTo>
                  <a:cubicBezTo>
                    <a:pt x="4060" y="20429"/>
                    <a:pt x="4043" y="20581"/>
                    <a:pt x="3992" y="20620"/>
                  </a:cubicBezTo>
                  <a:cubicBezTo>
                    <a:pt x="3930" y="20665"/>
                    <a:pt x="3754" y="20602"/>
                    <a:pt x="3688" y="20644"/>
                  </a:cubicBezTo>
                  <a:cubicBezTo>
                    <a:pt x="3623" y="20681"/>
                    <a:pt x="3597" y="20857"/>
                    <a:pt x="3539" y="20908"/>
                  </a:cubicBezTo>
                  <a:cubicBezTo>
                    <a:pt x="3499" y="20941"/>
                    <a:pt x="3396" y="20983"/>
                    <a:pt x="3344" y="20983"/>
                  </a:cubicBezTo>
                  <a:cubicBezTo>
                    <a:pt x="3294" y="20979"/>
                    <a:pt x="3212" y="20897"/>
                    <a:pt x="3162" y="20897"/>
                  </a:cubicBezTo>
                  <a:cubicBezTo>
                    <a:pt x="3064" y="20897"/>
                    <a:pt x="2875" y="20995"/>
                    <a:pt x="2807" y="21066"/>
                  </a:cubicBezTo>
                  <a:cubicBezTo>
                    <a:pt x="2762" y="21114"/>
                    <a:pt x="2721" y="21246"/>
                    <a:pt x="2709" y="21309"/>
                  </a:cubicBezTo>
                  <a:cubicBezTo>
                    <a:pt x="2701" y="21376"/>
                    <a:pt x="2742" y="21510"/>
                    <a:pt x="2732" y="21584"/>
                  </a:cubicBezTo>
                  <a:cubicBezTo>
                    <a:pt x="2638" y="21587"/>
                    <a:pt x="2521" y="21600"/>
                    <a:pt x="2486" y="21557"/>
                  </a:cubicBezTo>
                  <a:cubicBezTo>
                    <a:pt x="2392" y="21448"/>
                    <a:pt x="2486" y="20987"/>
                    <a:pt x="2486" y="20987"/>
                  </a:cubicBezTo>
                  <a:lnTo>
                    <a:pt x="1345" y="20016"/>
                  </a:lnTo>
                  <a:lnTo>
                    <a:pt x="3654" y="17521"/>
                  </a:lnTo>
                  <a:lnTo>
                    <a:pt x="2486" y="16389"/>
                  </a:lnTo>
                  <a:lnTo>
                    <a:pt x="76" y="5259"/>
                  </a:lnTo>
                  <a:lnTo>
                    <a:pt x="0" y="5158"/>
                  </a:lnTo>
                  <a:lnTo>
                    <a:pt x="7373" y="3039"/>
                  </a:lnTo>
                  <a:lnTo>
                    <a:pt x="7589" y="3703"/>
                  </a:lnTo>
                  <a:lnTo>
                    <a:pt x="8177" y="3420"/>
                  </a:lnTo>
                  <a:lnTo>
                    <a:pt x="8177" y="2841"/>
                  </a:lnTo>
                  <a:lnTo>
                    <a:pt x="10110" y="2517"/>
                  </a:lnTo>
                  <a:lnTo>
                    <a:pt x="18639" y="0"/>
                  </a:lnTo>
                  <a:lnTo>
                    <a:pt x="18991" y="0"/>
                  </a:lnTo>
                  <a:lnTo>
                    <a:pt x="18971" y="578"/>
                  </a:lnTo>
                  <a:lnTo>
                    <a:pt x="20388" y="4395"/>
                  </a:lnTo>
                  <a:lnTo>
                    <a:pt x="21592" y="8765"/>
                  </a:lnTo>
                  <a:lnTo>
                    <a:pt x="21116" y="9234"/>
                  </a:lnTo>
                  <a:cubicBezTo>
                    <a:pt x="21116" y="9234"/>
                    <a:pt x="21600" y="9712"/>
                    <a:pt x="21600" y="9712"/>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96" name="Shape 4678"/>
            <p:cNvSpPr/>
            <p:nvPr/>
          </p:nvSpPr>
          <p:spPr>
            <a:xfrm>
              <a:off x="10309258" y="1587809"/>
              <a:ext cx="73962" cy="57041"/>
            </a:xfrm>
            <a:custGeom>
              <a:avLst/>
              <a:gdLst/>
              <a:ahLst/>
              <a:cxnLst>
                <a:cxn ang="0">
                  <a:pos x="wd2" y="hd2"/>
                </a:cxn>
                <a:cxn ang="5400000">
                  <a:pos x="wd2" y="hd2"/>
                </a:cxn>
                <a:cxn ang="10800000">
                  <a:pos x="wd2" y="hd2"/>
                </a:cxn>
                <a:cxn ang="16200000">
                  <a:pos x="wd2" y="hd2"/>
                </a:cxn>
              </a:cxnLst>
              <a:rect l="0" t="0" r="r" b="b"/>
              <a:pathLst>
                <a:path w="21523" h="21325" extrusionOk="0">
                  <a:moveTo>
                    <a:pt x="21253" y="6581"/>
                  </a:moveTo>
                  <a:cubicBezTo>
                    <a:pt x="21110" y="5741"/>
                    <a:pt x="21025" y="3951"/>
                    <a:pt x="20639" y="3263"/>
                  </a:cubicBezTo>
                  <a:cubicBezTo>
                    <a:pt x="20403" y="2868"/>
                    <a:pt x="19677" y="2238"/>
                    <a:pt x="19285" y="2263"/>
                  </a:cubicBezTo>
                  <a:cubicBezTo>
                    <a:pt x="18958" y="2288"/>
                    <a:pt x="18370" y="2876"/>
                    <a:pt x="18252" y="3263"/>
                  </a:cubicBezTo>
                  <a:cubicBezTo>
                    <a:pt x="18115" y="3699"/>
                    <a:pt x="18592" y="4657"/>
                    <a:pt x="18507" y="5119"/>
                  </a:cubicBezTo>
                  <a:cubicBezTo>
                    <a:pt x="18441" y="5548"/>
                    <a:pt x="18075" y="6472"/>
                    <a:pt x="17735" y="6581"/>
                  </a:cubicBezTo>
                  <a:cubicBezTo>
                    <a:pt x="17349" y="6716"/>
                    <a:pt x="16689" y="5716"/>
                    <a:pt x="16290" y="5649"/>
                  </a:cubicBezTo>
                  <a:cubicBezTo>
                    <a:pt x="15858" y="5581"/>
                    <a:pt x="14989" y="6312"/>
                    <a:pt x="14583" y="6119"/>
                  </a:cubicBezTo>
                  <a:cubicBezTo>
                    <a:pt x="14178" y="5917"/>
                    <a:pt x="13733" y="4825"/>
                    <a:pt x="13550" y="4321"/>
                  </a:cubicBezTo>
                  <a:cubicBezTo>
                    <a:pt x="13367" y="3817"/>
                    <a:pt x="13393" y="2632"/>
                    <a:pt x="13131" y="2187"/>
                  </a:cubicBezTo>
                  <a:cubicBezTo>
                    <a:pt x="12804" y="1658"/>
                    <a:pt x="11745" y="1187"/>
                    <a:pt x="11274" y="877"/>
                  </a:cubicBezTo>
                  <a:cubicBezTo>
                    <a:pt x="10941" y="650"/>
                    <a:pt x="10306" y="-98"/>
                    <a:pt x="9934" y="11"/>
                  </a:cubicBezTo>
                  <a:cubicBezTo>
                    <a:pt x="9410" y="146"/>
                    <a:pt x="8920" y="1599"/>
                    <a:pt x="8593" y="2137"/>
                  </a:cubicBezTo>
                  <a:cubicBezTo>
                    <a:pt x="8331" y="2540"/>
                    <a:pt x="7821" y="3389"/>
                    <a:pt x="7553" y="3800"/>
                  </a:cubicBezTo>
                  <a:cubicBezTo>
                    <a:pt x="7226" y="4288"/>
                    <a:pt x="6520" y="5220"/>
                    <a:pt x="6206" y="5716"/>
                  </a:cubicBezTo>
                  <a:cubicBezTo>
                    <a:pt x="5846" y="6304"/>
                    <a:pt x="5140" y="7514"/>
                    <a:pt x="4872" y="8177"/>
                  </a:cubicBezTo>
                  <a:cubicBezTo>
                    <a:pt x="4669" y="8656"/>
                    <a:pt x="4368" y="9698"/>
                    <a:pt x="4297" y="10227"/>
                  </a:cubicBezTo>
                  <a:cubicBezTo>
                    <a:pt x="4192" y="11009"/>
                    <a:pt x="4395" y="12597"/>
                    <a:pt x="4244" y="13353"/>
                  </a:cubicBezTo>
                  <a:cubicBezTo>
                    <a:pt x="4100" y="14092"/>
                    <a:pt x="3682" y="15705"/>
                    <a:pt x="3165" y="16083"/>
                  </a:cubicBezTo>
                  <a:cubicBezTo>
                    <a:pt x="2655" y="16428"/>
                    <a:pt x="1406" y="15495"/>
                    <a:pt x="883" y="15814"/>
                  </a:cubicBezTo>
                  <a:cubicBezTo>
                    <a:pt x="530" y="16024"/>
                    <a:pt x="20" y="16974"/>
                    <a:pt x="0" y="17469"/>
                  </a:cubicBezTo>
                  <a:cubicBezTo>
                    <a:pt x="-13" y="18108"/>
                    <a:pt x="576" y="19318"/>
                    <a:pt x="988" y="19662"/>
                  </a:cubicBezTo>
                  <a:cubicBezTo>
                    <a:pt x="1190" y="19839"/>
                    <a:pt x="1753" y="19662"/>
                    <a:pt x="1968" y="19797"/>
                  </a:cubicBezTo>
                  <a:cubicBezTo>
                    <a:pt x="2197" y="19931"/>
                    <a:pt x="2433" y="20578"/>
                    <a:pt x="2649" y="20729"/>
                  </a:cubicBezTo>
                  <a:cubicBezTo>
                    <a:pt x="3034" y="21023"/>
                    <a:pt x="3989" y="21502"/>
                    <a:pt x="4395" y="21258"/>
                  </a:cubicBezTo>
                  <a:cubicBezTo>
                    <a:pt x="4741" y="21048"/>
                    <a:pt x="4931" y="19981"/>
                    <a:pt x="5068" y="19536"/>
                  </a:cubicBezTo>
                  <a:cubicBezTo>
                    <a:pt x="5251" y="18923"/>
                    <a:pt x="5585" y="17142"/>
                    <a:pt x="5748" y="17074"/>
                  </a:cubicBezTo>
                  <a:cubicBezTo>
                    <a:pt x="5899" y="17016"/>
                    <a:pt x="7370" y="15974"/>
                    <a:pt x="7913" y="15613"/>
                  </a:cubicBezTo>
                  <a:cubicBezTo>
                    <a:pt x="8704" y="15083"/>
                    <a:pt x="10241" y="13983"/>
                    <a:pt x="11065" y="13554"/>
                  </a:cubicBezTo>
                  <a:cubicBezTo>
                    <a:pt x="11791" y="13176"/>
                    <a:pt x="13308" y="12622"/>
                    <a:pt x="14067" y="12361"/>
                  </a:cubicBezTo>
                  <a:cubicBezTo>
                    <a:pt x="14845" y="12084"/>
                    <a:pt x="16447" y="11740"/>
                    <a:pt x="17219" y="11429"/>
                  </a:cubicBezTo>
                  <a:cubicBezTo>
                    <a:pt x="18010" y="11118"/>
                    <a:pt x="19638" y="10513"/>
                    <a:pt x="20318" y="9908"/>
                  </a:cubicBezTo>
                  <a:cubicBezTo>
                    <a:pt x="20691" y="9564"/>
                    <a:pt x="21397" y="8673"/>
                    <a:pt x="21509" y="8102"/>
                  </a:cubicBezTo>
                  <a:cubicBezTo>
                    <a:pt x="21587" y="7732"/>
                    <a:pt x="21319" y="6959"/>
                    <a:pt x="21253" y="658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97" name="Shape 4679"/>
            <p:cNvSpPr/>
            <p:nvPr/>
          </p:nvSpPr>
          <p:spPr>
            <a:xfrm>
              <a:off x="10309258" y="1587809"/>
              <a:ext cx="73962" cy="57041"/>
            </a:xfrm>
            <a:custGeom>
              <a:avLst/>
              <a:gdLst/>
              <a:ahLst/>
              <a:cxnLst>
                <a:cxn ang="0">
                  <a:pos x="wd2" y="hd2"/>
                </a:cxn>
                <a:cxn ang="5400000">
                  <a:pos x="wd2" y="hd2"/>
                </a:cxn>
                <a:cxn ang="10800000">
                  <a:pos x="wd2" y="hd2"/>
                </a:cxn>
                <a:cxn ang="16200000">
                  <a:pos x="wd2" y="hd2"/>
                </a:cxn>
              </a:cxnLst>
              <a:rect l="0" t="0" r="r" b="b"/>
              <a:pathLst>
                <a:path w="21523" h="21325" extrusionOk="0">
                  <a:moveTo>
                    <a:pt x="21253" y="6581"/>
                  </a:moveTo>
                  <a:cubicBezTo>
                    <a:pt x="21110" y="5741"/>
                    <a:pt x="21025" y="3951"/>
                    <a:pt x="20639" y="3263"/>
                  </a:cubicBezTo>
                  <a:cubicBezTo>
                    <a:pt x="20403" y="2868"/>
                    <a:pt x="19677" y="2238"/>
                    <a:pt x="19285" y="2263"/>
                  </a:cubicBezTo>
                  <a:cubicBezTo>
                    <a:pt x="18958" y="2288"/>
                    <a:pt x="18370" y="2876"/>
                    <a:pt x="18252" y="3263"/>
                  </a:cubicBezTo>
                  <a:cubicBezTo>
                    <a:pt x="18115" y="3699"/>
                    <a:pt x="18592" y="4657"/>
                    <a:pt x="18507" y="5119"/>
                  </a:cubicBezTo>
                  <a:cubicBezTo>
                    <a:pt x="18441" y="5548"/>
                    <a:pt x="18075" y="6472"/>
                    <a:pt x="17735" y="6581"/>
                  </a:cubicBezTo>
                  <a:cubicBezTo>
                    <a:pt x="17349" y="6716"/>
                    <a:pt x="16689" y="5716"/>
                    <a:pt x="16290" y="5649"/>
                  </a:cubicBezTo>
                  <a:cubicBezTo>
                    <a:pt x="15858" y="5581"/>
                    <a:pt x="14989" y="6312"/>
                    <a:pt x="14583" y="6119"/>
                  </a:cubicBezTo>
                  <a:cubicBezTo>
                    <a:pt x="14178" y="5917"/>
                    <a:pt x="13733" y="4825"/>
                    <a:pt x="13550" y="4321"/>
                  </a:cubicBezTo>
                  <a:cubicBezTo>
                    <a:pt x="13367" y="3817"/>
                    <a:pt x="13393" y="2632"/>
                    <a:pt x="13131" y="2187"/>
                  </a:cubicBezTo>
                  <a:cubicBezTo>
                    <a:pt x="12804" y="1658"/>
                    <a:pt x="11745" y="1187"/>
                    <a:pt x="11274" y="877"/>
                  </a:cubicBezTo>
                  <a:cubicBezTo>
                    <a:pt x="10941" y="650"/>
                    <a:pt x="10306" y="-98"/>
                    <a:pt x="9934" y="11"/>
                  </a:cubicBezTo>
                  <a:cubicBezTo>
                    <a:pt x="9410" y="146"/>
                    <a:pt x="8920" y="1599"/>
                    <a:pt x="8593" y="2128"/>
                  </a:cubicBezTo>
                  <a:cubicBezTo>
                    <a:pt x="8331" y="2540"/>
                    <a:pt x="7821" y="3389"/>
                    <a:pt x="7553" y="3800"/>
                  </a:cubicBezTo>
                  <a:cubicBezTo>
                    <a:pt x="7226" y="4288"/>
                    <a:pt x="6520" y="5220"/>
                    <a:pt x="6213" y="5716"/>
                  </a:cubicBezTo>
                  <a:cubicBezTo>
                    <a:pt x="5846" y="6304"/>
                    <a:pt x="5140" y="7514"/>
                    <a:pt x="4872" y="8177"/>
                  </a:cubicBezTo>
                  <a:cubicBezTo>
                    <a:pt x="4669" y="8656"/>
                    <a:pt x="4368" y="9698"/>
                    <a:pt x="4297" y="10227"/>
                  </a:cubicBezTo>
                  <a:cubicBezTo>
                    <a:pt x="4192" y="11000"/>
                    <a:pt x="4395" y="12597"/>
                    <a:pt x="4244" y="13353"/>
                  </a:cubicBezTo>
                  <a:cubicBezTo>
                    <a:pt x="4100" y="14092"/>
                    <a:pt x="3682" y="15705"/>
                    <a:pt x="3165" y="16083"/>
                  </a:cubicBezTo>
                  <a:cubicBezTo>
                    <a:pt x="2655" y="16428"/>
                    <a:pt x="1406" y="15495"/>
                    <a:pt x="883" y="15814"/>
                  </a:cubicBezTo>
                  <a:cubicBezTo>
                    <a:pt x="530" y="16024"/>
                    <a:pt x="20" y="16974"/>
                    <a:pt x="0" y="17469"/>
                  </a:cubicBezTo>
                  <a:cubicBezTo>
                    <a:pt x="-13" y="18108"/>
                    <a:pt x="576" y="19318"/>
                    <a:pt x="988" y="19662"/>
                  </a:cubicBezTo>
                  <a:cubicBezTo>
                    <a:pt x="1190" y="19839"/>
                    <a:pt x="1753" y="19662"/>
                    <a:pt x="1968" y="19797"/>
                  </a:cubicBezTo>
                  <a:cubicBezTo>
                    <a:pt x="2197" y="19931"/>
                    <a:pt x="2433" y="20578"/>
                    <a:pt x="2649" y="20729"/>
                  </a:cubicBezTo>
                  <a:cubicBezTo>
                    <a:pt x="3034" y="21023"/>
                    <a:pt x="3989" y="21502"/>
                    <a:pt x="4395" y="21258"/>
                  </a:cubicBezTo>
                  <a:cubicBezTo>
                    <a:pt x="4741" y="21048"/>
                    <a:pt x="4931" y="19981"/>
                    <a:pt x="5068" y="19536"/>
                  </a:cubicBezTo>
                  <a:cubicBezTo>
                    <a:pt x="5251" y="18923"/>
                    <a:pt x="5585" y="17142"/>
                    <a:pt x="5748" y="17074"/>
                  </a:cubicBezTo>
                  <a:cubicBezTo>
                    <a:pt x="5899" y="17016"/>
                    <a:pt x="7370" y="15974"/>
                    <a:pt x="7913" y="15613"/>
                  </a:cubicBezTo>
                  <a:cubicBezTo>
                    <a:pt x="8704" y="15075"/>
                    <a:pt x="10241" y="13983"/>
                    <a:pt x="11065" y="13554"/>
                  </a:cubicBezTo>
                  <a:cubicBezTo>
                    <a:pt x="11791" y="13176"/>
                    <a:pt x="13308" y="12622"/>
                    <a:pt x="14067" y="12361"/>
                  </a:cubicBezTo>
                  <a:cubicBezTo>
                    <a:pt x="14845" y="12084"/>
                    <a:pt x="16453" y="11740"/>
                    <a:pt x="17219" y="11429"/>
                  </a:cubicBezTo>
                  <a:cubicBezTo>
                    <a:pt x="18010" y="11118"/>
                    <a:pt x="19638" y="10513"/>
                    <a:pt x="20318" y="9908"/>
                  </a:cubicBezTo>
                  <a:cubicBezTo>
                    <a:pt x="20691" y="9564"/>
                    <a:pt x="21397" y="8673"/>
                    <a:pt x="21509" y="8102"/>
                  </a:cubicBezTo>
                  <a:cubicBezTo>
                    <a:pt x="21587" y="7732"/>
                    <a:pt x="21319" y="6959"/>
                    <a:pt x="21253" y="658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98" name="Shape 4680"/>
            <p:cNvSpPr/>
            <p:nvPr/>
          </p:nvSpPr>
          <p:spPr>
            <a:xfrm>
              <a:off x="10217211" y="1380704"/>
              <a:ext cx="10038" cy="11633"/>
            </a:xfrm>
            <a:custGeom>
              <a:avLst/>
              <a:gdLst/>
              <a:ahLst/>
              <a:cxnLst>
                <a:cxn ang="0">
                  <a:pos x="wd2" y="hd2"/>
                </a:cxn>
                <a:cxn ang="5400000">
                  <a:pos x="wd2" y="hd2"/>
                </a:cxn>
                <a:cxn ang="10800000">
                  <a:pos x="wd2" y="hd2"/>
                </a:cxn>
                <a:cxn ang="16200000">
                  <a:pos x="wd2" y="hd2"/>
                </a:cxn>
              </a:cxnLst>
              <a:rect l="0" t="0" r="r" b="b"/>
              <a:pathLst>
                <a:path w="20661" h="21134" extrusionOk="0">
                  <a:moveTo>
                    <a:pt x="17255" y="8208"/>
                  </a:moveTo>
                  <a:cubicBezTo>
                    <a:pt x="15127" y="5717"/>
                    <a:pt x="10132" y="246"/>
                    <a:pt x="6524" y="1"/>
                  </a:cubicBezTo>
                  <a:cubicBezTo>
                    <a:pt x="4628" y="-40"/>
                    <a:pt x="835" y="2328"/>
                    <a:pt x="188" y="3921"/>
                  </a:cubicBezTo>
                  <a:cubicBezTo>
                    <a:pt x="-645" y="6003"/>
                    <a:pt x="1483" y="10658"/>
                    <a:pt x="2916" y="12536"/>
                  </a:cubicBezTo>
                  <a:cubicBezTo>
                    <a:pt x="5090" y="15435"/>
                    <a:pt x="11427" y="21560"/>
                    <a:pt x="15312" y="21111"/>
                  </a:cubicBezTo>
                  <a:cubicBezTo>
                    <a:pt x="17486" y="20907"/>
                    <a:pt x="20400" y="17028"/>
                    <a:pt x="20631" y="15109"/>
                  </a:cubicBezTo>
                  <a:cubicBezTo>
                    <a:pt x="20955" y="13230"/>
                    <a:pt x="18550" y="9760"/>
                    <a:pt x="17255" y="820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199" name="Shape 4681"/>
            <p:cNvSpPr/>
            <p:nvPr/>
          </p:nvSpPr>
          <p:spPr>
            <a:xfrm>
              <a:off x="10217211" y="1380704"/>
              <a:ext cx="10038" cy="11633"/>
            </a:xfrm>
            <a:custGeom>
              <a:avLst/>
              <a:gdLst/>
              <a:ahLst/>
              <a:cxnLst>
                <a:cxn ang="0">
                  <a:pos x="wd2" y="hd2"/>
                </a:cxn>
                <a:cxn ang="5400000">
                  <a:pos x="wd2" y="hd2"/>
                </a:cxn>
                <a:cxn ang="10800000">
                  <a:pos x="wd2" y="hd2"/>
                </a:cxn>
                <a:cxn ang="16200000">
                  <a:pos x="wd2" y="hd2"/>
                </a:cxn>
              </a:cxnLst>
              <a:rect l="0" t="0" r="r" b="b"/>
              <a:pathLst>
                <a:path w="20661" h="21134" extrusionOk="0">
                  <a:moveTo>
                    <a:pt x="17255" y="8208"/>
                  </a:moveTo>
                  <a:cubicBezTo>
                    <a:pt x="15127" y="5717"/>
                    <a:pt x="10132" y="246"/>
                    <a:pt x="6524" y="1"/>
                  </a:cubicBezTo>
                  <a:cubicBezTo>
                    <a:pt x="4628" y="-40"/>
                    <a:pt x="835" y="2328"/>
                    <a:pt x="188" y="3921"/>
                  </a:cubicBezTo>
                  <a:cubicBezTo>
                    <a:pt x="-645" y="6003"/>
                    <a:pt x="1483" y="10658"/>
                    <a:pt x="2870" y="12536"/>
                  </a:cubicBezTo>
                  <a:cubicBezTo>
                    <a:pt x="5090" y="15435"/>
                    <a:pt x="11427" y="21560"/>
                    <a:pt x="15312" y="21111"/>
                  </a:cubicBezTo>
                  <a:cubicBezTo>
                    <a:pt x="17486" y="20907"/>
                    <a:pt x="20400" y="17028"/>
                    <a:pt x="20631" y="15109"/>
                  </a:cubicBezTo>
                  <a:cubicBezTo>
                    <a:pt x="20955" y="13230"/>
                    <a:pt x="18550" y="9760"/>
                    <a:pt x="17255" y="820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00" name="Shape 4682"/>
            <p:cNvSpPr/>
            <p:nvPr/>
          </p:nvSpPr>
          <p:spPr>
            <a:xfrm>
              <a:off x="9756976" y="1265645"/>
              <a:ext cx="691882" cy="370208"/>
            </a:xfrm>
            <a:custGeom>
              <a:avLst/>
              <a:gdLst/>
              <a:ahLst/>
              <a:cxnLst>
                <a:cxn ang="0">
                  <a:pos x="wd2" y="hd2"/>
                </a:cxn>
                <a:cxn ang="5400000">
                  <a:pos x="wd2" y="hd2"/>
                </a:cxn>
                <a:cxn ang="10800000">
                  <a:pos x="wd2" y="hd2"/>
                </a:cxn>
                <a:cxn ang="16200000">
                  <a:pos x="wd2" y="hd2"/>
                </a:cxn>
              </a:cxnLst>
              <a:rect l="0" t="0" r="r" b="b"/>
              <a:pathLst>
                <a:path w="21593" h="21588" extrusionOk="0">
                  <a:moveTo>
                    <a:pt x="4543" y="7388"/>
                  </a:moveTo>
                  <a:lnTo>
                    <a:pt x="4623" y="7346"/>
                  </a:lnTo>
                  <a:lnTo>
                    <a:pt x="11255" y="4031"/>
                  </a:lnTo>
                  <a:cubicBezTo>
                    <a:pt x="11255" y="4031"/>
                    <a:pt x="11432" y="3750"/>
                    <a:pt x="11460" y="3617"/>
                  </a:cubicBezTo>
                  <a:cubicBezTo>
                    <a:pt x="11476" y="3536"/>
                    <a:pt x="11430" y="3334"/>
                    <a:pt x="11460" y="3264"/>
                  </a:cubicBezTo>
                  <a:cubicBezTo>
                    <a:pt x="11511" y="3145"/>
                    <a:pt x="11727" y="3245"/>
                    <a:pt x="11782" y="3131"/>
                  </a:cubicBezTo>
                  <a:cubicBezTo>
                    <a:pt x="11816" y="3057"/>
                    <a:pt x="11819" y="2840"/>
                    <a:pt x="11803" y="2748"/>
                  </a:cubicBezTo>
                  <a:cubicBezTo>
                    <a:pt x="11792" y="2680"/>
                    <a:pt x="11720" y="2597"/>
                    <a:pt x="11709" y="2530"/>
                  </a:cubicBezTo>
                  <a:cubicBezTo>
                    <a:pt x="11696" y="2453"/>
                    <a:pt x="11704" y="2283"/>
                    <a:pt x="11720" y="2209"/>
                  </a:cubicBezTo>
                  <a:cubicBezTo>
                    <a:pt x="11744" y="2101"/>
                    <a:pt x="11831" y="1912"/>
                    <a:pt x="11887" y="1858"/>
                  </a:cubicBezTo>
                  <a:cubicBezTo>
                    <a:pt x="11955" y="1787"/>
                    <a:pt x="12121" y="1832"/>
                    <a:pt x="12192" y="1774"/>
                  </a:cubicBezTo>
                  <a:cubicBezTo>
                    <a:pt x="12235" y="1738"/>
                    <a:pt x="12315" y="1625"/>
                    <a:pt x="12336" y="1545"/>
                  </a:cubicBezTo>
                  <a:cubicBezTo>
                    <a:pt x="12367" y="1427"/>
                    <a:pt x="12311" y="1131"/>
                    <a:pt x="12346" y="1017"/>
                  </a:cubicBezTo>
                  <a:cubicBezTo>
                    <a:pt x="12378" y="913"/>
                    <a:pt x="12511" y="833"/>
                    <a:pt x="12563" y="769"/>
                  </a:cubicBezTo>
                  <a:cubicBezTo>
                    <a:pt x="12635" y="679"/>
                    <a:pt x="12796" y="528"/>
                    <a:pt x="12846" y="396"/>
                  </a:cubicBezTo>
                  <a:cubicBezTo>
                    <a:pt x="12868" y="337"/>
                    <a:pt x="12856" y="165"/>
                    <a:pt x="12885" y="115"/>
                  </a:cubicBezTo>
                  <a:cubicBezTo>
                    <a:pt x="12926" y="47"/>
                    <a:pt x="13046" y="47"/>
                    <a:pt x="13101" y="54"/>
                  </a:cubicBezTo>
                  <a:cubicBezTo>
                    <a:pt x="13156" y="64"/>
                    <a:pt x="13256" y="170"/>
                    <a:pt x="13311" y="178"/>
                  </a:cubicBezTo>
                  <a:cubicBezTo>
                    <a:pt x="13349" y="185"/>
                    <a:pt x="13429" y="173"/>
                    <a:pt x="13461" y="136"/>
                  </a:cubicBezTo>
                  <a:cubicBezTo>
                    <a:pt x="13480" y="115"/>
                    <a:pt x="13504" y="59"/>
                    <a:pt x="13527" y="0"/>
                  </a:cubicBezTo>
                  <a:cubicBezTo>
                    <a:pt x="13571" y="172"/>
                    <a:pt x="13658" y="413"/>
                    <a:pt x="13694" y="552"/>
                  </a:cubicBezTo>
                  <a:cubicBezTo>
                    <a:pt x="13728" y="688"/>
                    <a:pt x="13780" y="975"/>
                    <a:pt x="13816" y="1110"/>
                  </a:cubicBezTo>
                  <a:cubicBezTo>
                    <a:pt x="13845" y="1220"/>
                    <a:pt x="13911" y="1432"/>
                    <a:pt x="13949" y="1531"/>
                  </a:cubicBezTo>
                  <a:cubicBezTo>
                    <a:pt x="14001" y="1670"/>
                    <a:pt x="14128" y="1909"/>
                    <a:pt x="14178" y="2048"/>
                  </a:cubicBezTo>
                  <a:cubicBezTo>
                    <a:pt x="14204" y="2123"/>
                    <a:pt x="14232" y="2297"/>
                    <a:pt x="14267" y="2352"/>
                  </a:cubicBezTo>
                  <a:cubicBezTo>
                    <a:pt x="14289" y="2390"/>
                    <a:pt x="14351" y="2406"/>
                    <a:pt x="14378" y="2431"/>
                  </a:cubicBezTo>
                  <a:cubicBezTo>
                    <a:pt x="14428" y="2475"/>
                    <a:pt x="14519" y="2610"/>
                    <a:pt x="14570" y="2648"/>
                  </a:cubicBezTo>
                  <a:cubicBezTo>
                    <a:pt x="14612" y="2684"/>
                    <a:pt x="14702" y="2749"/>
                    <a:pt x="14747" y="2734"/>
                  </a:cubicBezTo>
                  <a:cubicBezTo>
                    <a:pt x="14784" y="2720"/>
                    <a:pt x="14852" y="2637"/>
                    <a:pt x="14869" y="2575"/>
                  </a:cubicBezTo>
                  <a:cubicBezTo>
                    <a:pt x="14895" y="2490"/>
                    <a:pt x="14865" y="2283"/>
                    <a:pt x="14877" y="2187"/>
                  </a:cubicBezTo>
                  <a:cubicBezTo>
                    <a:pt x="14884" y="2133"/>
                    <a:pt x="14907" y="2027"/>
                    <a:pt x="14929" y="1988"/>
                  </a:cubicBezTo>
                  <a:cubicBezTo>
                    <a:pt x="14961" y="1926"/>
                    <a:pt x="15049" y="1820"/>
                    <a:pt x="15095" y="1836"/>
                  </a:cubicBezTo>
                  <a:cubicBezTo>
                    <a:pt x="15128" y="1846"/>
                    <a:pt x="15171" y="1967"/>
                    <a:pt x="15187" y="2023"/>
                  </a:cubicBezTo>
                  <a:cubicBezTo>
                    <a:pt x="15208" y="2093"/>
                    <a:pt x="15201" y="2276"/>
                    <a:pt x="15232" y="2334"/>
                  </a:cubicBezTo>
                  <a:cubicBezTo>
                    <a:pt x="15257" y="2382"/>
                    <a:pt x="15352" y="2352"/>
                    <a:pt x="15376" y="2409"/>
                  </a:cubicBezTo>
                  <a:cubicBezTo>
                    <a:pt x="15402" y="2473"/>
                    <a:pt x="15394" y="2658"/>
                    <a:pt x="15380" y="2734"/>
                  </a:cubicBezTo>
                  <a:cubicBezTo>
                    <a:pt x="15361" y="2825"/>
                    <a:pt x="15249" y="2928"/>
                    <a:pt x="15239" y="3023"/>
                  </a:cubicBezTo>
                  <a:cubicBezTo>
                    <a:pt x="15228" y="3128"/>
                    <a:pt x="15323" y="3319"/>
                    <a:pt x="15313" y="3425"/>
                  </a:cubicBezTo>
                  <a:cubicBezTo>
                    <a:pt x="15303" y="3509"/>
                    <a:pt x="15230" y="3652"/>
                    <a:pt x="15187" y="3686"/>
                  </a:cubicBezTo>
                  <a:cubicBezTo>
                    <a:pt x="15157" y="3710"/>
                    <a:pt x="15087" y="3656"/>
                    <a:pt x="15058" y="3680"/>
                  </a:cubicBezTo>
                  <a:cubicBezTo>
                    <a:pt x="15008" y="3719"/>
                    <a:pt x="14961" y="3918"/>
                    <a:pt x="14917" y="3977"/>
                  </a:cubicBezTo>
                  <a:cubicBezTo>
                    <a:pt x="14888" y="4018"/>
                    <a:pt x="14816" y="4053"/>
                    <a:pt x="14784" y="4087"/>
                  </a:cubicBezTo>
                  <a:cubicBezTo>
                    <a:pt x="14737" y="4137"/>
                    <a:pt x="14654" y="4271"/>
                    <a:pt x="14606" y="4322"/>
                  </a:cubicBezTo>
                  <a:cubicBezTo>
                    <a:pt x="14546" y="4389"/>
                    <a:pt x="14417" y="4497"/>
                    <a:pt x="14352" y="4549"/>
                  </a:cubicBezTo>
                  <a:cubicBezTo>
                    <a:pt x="14308" y="4584"/>
                    <a:pt x="14214" y="4628"/>
                    <a:pt x="14175" y="4674"/>
                  </a:cubicBezTo>
                  <a:cubicBezTo>
                    <a:pt x="14140" y="4714"/>
                    <a:pt x="14062" y="4801"/>
                    <a:pt x="14052" y="4874"/>
                  </a:cubicBezTo>
                  <a:cubicBezTo>
                    <a:pt x="14041" y="4956"/>
                    <a:pt x="14082" y="5137"/>
                    <a:pt x="14119" y="5185"/>
                  </a:cubicBezTo>
                  <a:cubicBezTo>
                    <a:pt x="14160" y="5237"/>
                    <a:pt x="14277" y="5136"/>
                    <a:pt x="14315" y="5192"/>
                  </a:cubicBezTo>
                  <a:cubicBezTo>
                    <a:pt x="14358" y="5255"/>
                    <a:pt x="14400" y="5501"/>
                    <a:pt x="14374" y="5592"/>
                  </a:cubicBezTo>
                  <a:cubicBezTo>
                    <a:pt x="14354" y="5660"/>
                    <a:pt x="14248" y="5630"/>
                    <a:pt x="14219" y="5683"/>
                  </a:cubicBezTo>
                  <a:cubicBezTo>
                    <a:pt x="14195" y="5724"/>
                    <a:pt x="14189" y="5852"/>
                    <a:pt x="14175" y="5906"/>
                  </a:cubicBezTo>
                  <a:cubicBezTo>
                    <a:pt x="14160" y="5964"/>
                    <a:pt x="14126" y="6071"/>
                    <a:pt x="14101" y="6111"/>
                  </a:cubicBezTo>
                  <a:cubicBezTo>
                    <a:pt x="14067" y="6164"/>
                    <a:pt x="13966" y="6187"/>
                    <a:pt x="13937" y="6252"/>
                  </a:cubicBezTo>
                  <a:cubicBezTo>
                    <a:pt x="13914" y="6308"/>
                    <a:pt x="13929" y="6481"/>
                    <a:pt x="13904" y="6538"/>
                  </a:cubicBezTo>
                  <a:cubicBezTo>
                    <a:pt x="13887" y="6578"/>
                    <a:pt x="13827" y="6602"/>
                    <a:pt x="13804" y="6633"/>
                  </a:cubicBezTo>
                  <a:cubicBezTo>
                    <a:pt x="13770" y="6681"/>
                    <a:pt x="13700" y="6793"/>
                    <a:pt x="13688" y="6869"/>
                  </a:cubicBezTo>
                  <a:cubicBezTo>
                    <a:pt x="13674" y="6966"/>
                    <a:pt x="13699" y="7179"/>
                    <a:pt x="13727" y="7264"/>
                  </a:cubicBezTo>
                  <a:cubicBezTo>
                    <a:pt x="13754" y="7342"/>
                    <a:pt x="13856" y="7413"/>
                    <a:pt x="13888" y="7481"/>
                  </a:cubicBezTo>
                  <a:cubicBezTo>
                    <a:pt x="13923" y="7555"/>
                    <a:pt x="13976" y="7729"/>
                    <a:pt x="13988" y="7823"/>
                  </a:cubicBezTo>
                  <a:cubicBezTo>
                    <a:pt x="13995" y="7884"/>
                    <a:pt x="14003" y="8025"/>
                    <a:pt x="13982" y="8072"/>
                  </a:cubicBezTo>
                  <a:cubicBezTo>
                    <a:pt x="13961" y="8122"/>
                    <a:pt x="13883" y="8125"/>
                    <a:pt x="13849" y="8134"/>
                  </a:cubicBezTo>
                  <a:cubicBezTo>
                    <a:pt x="13812" y="8144"/>
                    <a:pt x="13721" y="8097"/>
                    <a:pt x="13699" y="8155"/>
                  </a:cubicBezTo>
                  <a:cubicBezTo>
                    <a:pt x="13655" y="8279"/>
                    <a:pt x="13754" y="8595"/>
                    <a:pt x="13794" y="8724"/>
                  </a:cubicBezTo>
                  <a:cubicBezTo>
                    <a:pt x="13829" y="8842"/>
                    <a:pt x="13927" y="9055"/>
                    <a:pt x="13988" y="9129"/>
                  </a:cubicBezTo>
                  <a:cubicBezTo>
                    <a:pt x="14029" y="9180"/>
                    <a:pt x="14128" y="9258"/>
                    <a:pt x="14176" y="9243"/>
                  </a:cubicBezTo>
                  <a:cubicBezTo>
                    <a:pt x="14219" y="9231"/>
                    <a:pt x="14275" y="9084"/>
                    <a:pt x="14315" y="9056"/>
                  </a:cubicBezTo>
                  <a:cubicBezTo>
                    <a:pt x="14348" y="9033"/>
                    <a:pt x="14425" y="9063"/>
                    <a:pt x="14453" y="9024"/>
                  </a:cubicBezTo>
                  <a:cubicBezTo>
                    <a:pt x="14478" y="8992"/>
                    <a:pt x="14498" y="8881"/>
                    <a:pt x="14503" y="8828"/>
                  </a:cubicBezTo>
                  <a:cubicBezTo>
                    <a:pt x="14510" y="8775"/>
                    <a:pt x="14512" y="8658"/>
                    <a:pt x="14498" y="8611"/>
                  </a:cubicBezTo>
                  <a:cubicBezTo>
                    <a:pt x="14487" y="8573"/>
                    <a:pt x="14436" y="8549"/>
                    <a:pt x="14419" y="8517"/>
                  </a:cubicBezTo>
                  <a:cubicBezTo>
                    <a:pt x="14396" y="8468"/>
                    <a:pt x="14348" y="8346"/>
                    <a:pt x="14353" y="8279"/>
                  </a:cubicBezTo>
                  <a:cubicBezTo>
                    <a:pt x="14357" y="8234"/>
                    <a:pt x="14402" y="8165"/>
                    <a:pt x="14425" y="8155"/>
                  </a:cubicBezTo>
                  <a:cubicBezTo>
                    <a:pt x="14485" y="8127"/>
                    <a:pt x="14612" y="8197"/>
                    <a:pt x="14659" y="8268"/>
                  </a:cubicBezTo>
                  <a:cubicBezTo>
                    <a:pt x="14695" y="8325"/>
                    <a:pt x="14708" y="8528"/>
                    <a:pt x="14742" y="8590"/>
                  </a:cubicBezTo>
                  <a:cubicBezTo>
                    <a:pt x="14769" y="8642"/>
                    <a:pt x="14846" y="8701"/>
                    <a:pt x="14886" y="8714"/>
                  </a:cubicBezTo>
                  <a:cubicBezTo>
                    <a:pt x="14944" y="8730"/>
                    <a:pt x="15060" y="8667"/>
                    <a:pt x="15119" y="8663"/>
                  </a:cubicBezTo>
                  <a:cubicBezTo>
                    <a:pt x="15185" y="8658"/>
                    <a:pt x="15322" y="8640"/>
                    <a:pt x="15386" y="8682"/>
                  </a:cubicBezTo>
                  <a:cubicBezTo>
                    <a:pt x="15442" y="8722"/>
                    <a:pt x="15532" y="8889"/>
                    <a:pt x="15579" y="8963"/>
                  </a:cubicBezTo>
                  <a:cubicBezTo>
                    <a:pt x="15656" y="9083"/>
                    <a:pt x="15801" y="9340"/>
                    <a:pt x="15873" y="9471"/>
                  </a:cubicBezTo>
                  <a:cubicBezTo>
                    <a:pt x="15972" y="9650"/>
                    <a:pt x="16159" y="10031"/>
                    <a:pt x="16261" y="10206"/>
                  </a:cubicBezTo>
                  <a:cubicBezTo>
                    <a:pt x="16315" y="10300"/>
                    <a:pt x="16445" y="10446"/>
                    <a:pt x="16488" y="10558"/>
                  </a:cubicBezTo>
                  <a:cubicBezTo>
                    <a:pt x="16513" y="10622"/>
                    <a:pt x="16543" y="10780"/>
                    <a:pt x="16549" y="10858"/>
                  </a:cubicBezTo>
                  <a:cubicBezTo>
                    <a:pt x="16559" y="10997"/>
                    <a:pt x="16535" y="11282"/>
                    <a:pt x="16516" y="11417"/>
                  </a:cubicBezTo>
                  <a:cubicBezTo>
                    <a:pt x="16510" y="11462"/>
                    <a:pt x="16480" y="11546"/>
                    <a:pt x="16477" y="11595"/>
                  </a:cubicBezTo>
                  <a:cubicBezTo>
                    <a:pt x="16472" y="11671"/>
                    <a:pt x="16516" y="11827"/>
                    <a:pt x="16504" y="11904"/>
                  </a:cubicBezTo>
                  <a:cubicBezTo>
                    <a:pt x="16497" y="11956"/>
                    <a:pt x="16460" y="12053"/>
                    <a:pt x="16433" y="12070"/>
                  </a:cubicBezTo>
                  <a:cubicBezTo>
                    <a:pt x="16395" y="12093"/>
                    <a:pt x="16315" y="11958"/>
                    <a:pt x="16283" y="11998"/>
                  </a:cubicBezTo>
                  <a:cubicBezTo>
                    <a:pt x="16263" y="12025"/>
                    <a:pt x="16261" y="12135"/>
                    <a:pt x="16272" y="12173"/>
                  </a:cubicBezTo>
                  <a:cubicBezTo>
                    <a:pt x="16298" y="12264"/>
                    <a:pt x="16425" y="12293"/>
                    <a:pt x="16471" y="12350"/>
                  </a:cubicBezTo>
                  <a:cubicBezTo>
                    <a:pt x="16504" y="12392"/>
                    <a:pt x="16553" y="12513"/>
                    <a:pt x="16588" y="12547"/>
                  </a:cubicBezTo>
                  <a:cubicBezTo>
                    <a:pt x="16651" y="12608"/>
                    <a:pt x="16795" y="12646"/>
                    <a:pt x="16866" y="12661"/>
                  </a:cubicBezTo>
                  <a:cubicBezTo>
                    <a:pt x="16899" y="12668"/>
                    <a:pt x="16967" y="12679"/>
                    <a:pt x="16998" y="12661"/>
                  </a:cubicBezTo>
                  <a:cubicBezTo>
                    <a:pt x="17032" y="12643"/>
                    <a:pt x="17085" y="12550"/>
                    <a:pt x="17115" y="12517"/>
                  </a:cubicBezTo>
                  <a:cubicBezTo>
                    <a:pt x="17138" y="12489"/>
                    <a:pt x="17182" y="12410"/>
                    <a:pt x="17209" y="12412"/>
                  </a:cubicBezTo>
                  <a:cubicBezTo>
                    <a:pt x="17285" y="12418"/>
                    <a:pt x="17403" y="12635"/>
                    <a:pt x="17459" y="12734"/>
                  </a:cubicBezTo>
                  <a:cubicBezTo>
                    <a:pt x="17501" y="12810"/>
                    <a:pt x="17571" y="12990"/>
                    <a:pt x="17603" y="13086"/>
                  </a:cubicBezTo>
                  <a:cubicBezTo>
                    <a:pt x="17635" y="13184"/>
                    <a:pt x="17697" y="13387"/>
                    <a:pt x="17707" y="13500"/>
                  </a:cubicBezTo>
                  <a:cubicBezTo>
                    <a:pt x="17720" y="13627"/>
                    <a:pt x="17670" y="13891"/>
                    <a:pt x="17686" y="14016"/>
                  </a:cubicBezTo>
                  <a:cubicBezTo>
                    <a:pt x="17698" y="14111"/>
                    <a:pt x="17752" y="14286"/>
                    <a:pt x="17791" y="14349"/>
                  </a:cubicBezTo>
                  <a:cubicBezTo>
                    <a:pt x="17863" y="14469"/>
                    <a:pt x="18055" y="14569"/>
                    <a:pt x="18146" y="14628"/>
                  </a:cubicBezTo>
                  <a:cubicBezTo>
                    <a:pt x="18233" y="14686"/>
                    <a:pt x="18408" y="14798"/>
                    <a:pt x="18501" y="14815"/>
                  </a:cubicBezTo>
                  <a:cubicBezTo>
                    <a:pt x="18559" y="14826"/>
                    <a:pt x="18676" y="14811"/>
                    <a:pt x="18734" y="14784"/>
                  </a:cubicBezTo>
                  <a:cubicBezTo>
                    <a:pt x="18816" y="14746"/>
                    <a:pt x="18966" y="14569"/>
                    <a:pt x="19050" y="14535"/>
                  </a:cubicBezTo>
                  <a:cubicBezTo>
                    <a:pt x="19127" y="14504"/>
                    <a:pt x="19293" y="14484"/>
                    <a:pt x="19371" y="14514"/>
                  </a:cubicBezTo>
                  <a:cubicBezTo>
                    <a:pt x="19424" y="14535"/>
                    <a:pt x="19512" y="14715"/>
                    <a:pt x="19565" y="14691"/>
                  </a:cubicBezTo>
                  <a:cubicBezTo>
                    <a:pt x="19599" y="14676"/>
                    <a:pt x="19628" y="14537"/>
                    <a:pt x="19648" y="14484"/>
                  </a:cubicBezTo>
                  <a:cubicBezTo>
                    <a:pt x="19678" y="14404"/>
                    <a:pt x="19725" y="14235"/>
                    <a:pt x="19759" y="14163"/>
                  </a:cubicBezTo>
                  <a:cubicBezTo>
                    <a:pt x="19796" y="14086"/>
                    <a:pt x="19885" y="13958"/>
                    <a:pt x="19931" y="13904"/>
                  </a:cubicBezTo>
                  <a:cubicBezTo>
                    <a:pt x="19989" y="13840"/>
                    <a:pt x="20122" y="13771"/>
                    <a:pt x="20181" y="13707"/>
                  </a:cubicBezTo>
                  <a:cubicBezTo>
                    <a:pt x="20270" y="13609"/>
                    <a:pt x="20435" y="13357"/>
                    <a:pt x="20512" y="13230"/>
                  </a:cubicBezTo>
                  <a:cubicBezTo>
                    <a:pt x="20561" y="13153"/>
                    <a:pt x="20665" y="13004"/>
                    <a:pt x="20695" y="12899"/>
                  </a:cubicBezTo>
                  <a:cubicBezTo>
                    <a:pt x="20732" y="12781"/>
                    <a:pt x="20771" y="12506"/>
                    <a:pt x="20762" y="12369"/>
                  </a:cubicBezTo>
                  <a:cubicBezTo>
                    <a:pt x="20753" y="12205"/>
                    <a:pt x="20637" y="11926"/>
                    <a:pt x="20608" y="11770"/>
                  </a:cubicBezTo>
                  <a:cubicBezTo>
                    <a:pt x="20593" y="11692"/>
                    <a:pt x="20599" y="11508"/>
                    <a:pt x="20569" y="11449"/>
                  </a:cubicBezTo>
                  <a:cubicBezTo>
                    <a:pt x="20544" y="11400"/>
                    <a:pt x="20455" y="11424"/>
                    <a:pt x="20430" y="11376"/>
                  </a:cubicBezTo>
                  <a:cubicBezTo>
                    <a:pt x="20408" y="11333"/>
                    <a:pt x="20418" y="11196"/>
                    <a:pt x="20403" y="11149"/>
                  </a:cubicBezTo>
                  <a:cubicBezTo>
                    <a:pt x="20388" y="11105"/>
                    <a:pt x="20346" y="11005"/>
                    <a:pt x="20319" y="11014"/>
                  </a:cubicBezTo>
                  <a:cubicBezTo>
                    <a:pt x="20280" y="11027"/>
                    <a:pt x="20242" y="11196"/>
                    <a:pt x="20241" y="11274"/>
                  </a:cubicBezTo>
                  <a:cubicBezTo>
                    <a:pt x="20241" y="11346"/>
                    <a:pt x="20304" y="11461"/>
                    <a:pt x="20314" y="11531"/>
                  </a:cubicBezTo>
                  <a:cubicBezTo>
                    <a:pt x="20321" y="11590"/>
                    <a:pt x="20325" y="11719"/>
                    <a:pt x="20308" y="11770"/>
                  </a:cubicBezTo>
                  <a:cubicBezTo>
                    <a:pt x="20294" y="11811"/>
                    <a:pt x="20239" y="11878"/>
                    <a:pt x="20214" y="11863"/>
                  </a:cubicBezTo>
                  <a:cubicBezTo>
                    <a:pt x="20156" y="11827"/>
                    <a:pt x="20129" y="11558"/>
                    <a:pt x="20108" y="11449"/>
                  </a:cubicBezTo>
                  <a:cubicBezTo>
                    <a:pt x="20089" y="11343"/>
                    <a:pt x="20067" y="11122"/>
                    <a:pt x="20053" y="11014"/>
                  </a:cubicBezTo>
                  <a:cubicBezTo>
                    <a:pt x="20026" y="10810"/>
                    <a:pt x="19974" y="10398"/>
                    <a:pt x="19942" y="10195"/>
                  </a:cubicBezTo>
                  <a:cubicBezTo>
                    <a:pt x="19923" y="10077"/>
                    <a:pt x="19902" y="9823"/>
                    <a:pt x="19859" y="9730"/>
                  </a:cubicBezTo>
                  <a:cubicBezTo>
                    <a:pt x="19809" y="9619"/>
                    <a:pt x="19656" y="9503"/>
                    <a:pt x="19582" y="9460"/>
                  </a:cubicBezTo>
                  <a:cubicBezTo>
                    <a:pt x="19514" y="9421"/>
                    <a:pt x="19367" y="9354"/>
                    <a:pt x="19298" y="9398"/>
                  </a:cubicBezTo>
                  <a:cubicBezTo>
                    <a:pt x="19257" y="9425"/>
                    <a:pt x="19187" y="9557"/>
                    <a:pt x="19171" y="9636"/>
                  </a:cubicBezTo>
                  <a:cubicBezTo>
                    <a:pt x="19157" y="9717"/>
                    <a:pt x="19189" y="9891"/>
                    <a:pt x="19189" y="9979"/>
                  </a:cubicBezTo>
                  <a:cubicBezTo>
                    <a:pt x="19189" y="10059"/>
                    <a:pt x="19209" y="10259"/>
                    <a:pt x="19171" y="10297"/>
                  </a:cubicBezTo>
                  <a:cubicBezTo>
                    <a:pt x="19120" y="10355"/>
                    <a:pt x="19000" y="10177"/>
                    <a:pt x="18956" y="10102"/>
                  </a:cubicBezTo>
                  <a:cubicBezTo>
                    <a:pt x="18921" y="10047"/>
                    <a:pt x="18884" y="9889"/>
                    <a:pt x="18855" y="9823"/>
                  </a:cubicBezTo>
                  <a:cubicBezTo>
                    <a:pt x="18825" y="9754"/>
                    <a:pt x="18728" y="9661"/>
                    <a:pt x="18722" y="9574"/>
                  </a:cubicBezTo>
                  <a:cubicBezTo>
                    <a:pt x="18716" y="9481"/>
                    <a:pt x="18790" y="9317"/>
                    <a:pt x="18828" y="9252"/>
                  </a:cubicBezTo>
                  <a:cubicBezTo>
                    <a:pt x="18883" y="9160"/>
                    <a:pt x="19021" y="9035"/>
                    <a:pt x="19094" y="9004"/>
                  </a:cubicBezTo>
                  <a:cubicBezTo>
                    <a:pt x="19211" y="8950"/>
                    <a:pt x="19457" y="8952"/>
                    <a:pt x="19576" y="8994"/>
                  </a:cubicBezTo>
                  <a:cubicBezTo>
                    <a:pt x="19662" y="9024"/>
                    <a:pt x="19826" y="9161"/>
                    <a:pt x="19903" y="9243"/>
                  </a:cubicBezTo>
                  <a:cubicBezTo>
                    <a:pt x="20033" y="9381"/>
                    <a:pt x="20272" y="9722"/>
                    <a:pt x="20380" y="9917"/>
                  </a:cubicBezTo>
                  <a:cubicBezTo>
                    <a:pt x="20464" y="10065"/>
                    <a:pt x="20599" y="10422"/>
                    <a:pt x="20674" y="10588"/>
                  </a:cubicBezTo>
                  <a:cubicBezTo>
                    <a:pt x="20752" y="10763"/>
                    <a:pt x="20928" y="11082"/>
                    <a:pt x="20995" y="11274"/>
                  </a:cubicBezTo>
                  <a:cubicBezTo>
                    <a:pt x="21085" y="11524"/>
                    <a:pt x="21206" y="12088"/>
                    <a:pt x="21272" y="12360"/>
                  </a:cubicBezTo>
                  <a:cubicBezTo>
                    <a:pt x="21325" y="12574"/>
                    <a:pt x="21438" y="12994"/>
                    <a:pt x="21473" y="13220"/>
                  </a:cubicBezTo>
                  <a:cubicBezTo>
                    <a:pt x="21504" y="13418"/>
                    <a:pt x="21539" y="13826"/>
                    <a:pt x="21545" y="14032"/>
                  </a:cubicBezTo>
                  <a:cubicBezTo>
                    <a:pt x="21548" y="14137"/>
                    <a:pt x="21535" y="14348"/>
                    <a:pt x="21530" y="14453"/>
                  </a:cubicBezTo>
                  <a:cubicBezTo>
                    <a:pt x="21524" y="14566"/>
                    <a:pt x="21495" y="14788"/>
                    <a:pt x="21504" y="14902"/>
                  </a:cubicBezTo>
                  <a:cubicBezTo>
                    <a:pt x="21511" y="14984"/>
                    <a:pt x="21567" y="15184"/>
                    <a:pt x="21571" y="15206"/>
                  </a:cubicBezTo>
                  <a:cubicBezTo>
                    <a:pt x="21574" y="15227"/>
                    <a:pt x="21594" y="15567"/>
                    <a:pt x="21593" y="15689"/>
                  </a:cubicBezTo>
                  <a:cubicBezTo>
                    <a:pt x="21590" y="15808"/>
                    <a:pt x="21570" y="16041"/>
                    <a:pt x="21563" y="16158"/>
                  </a:cubicBezTo>
                  <a:cubicBezTo>
                    <a:pt x="21556" y="16281"/>
                    <a:pt x="21600" y="16614"/>
                    <a:pt x="21537" y="16649"/>
                  </a:cubicBezTo>
                  <a:cubicBezTo>
                    <a:pt x="21490" y="16674"/>
                    <a:pt x="21441" y="16443"/>
                    <a:pt x="21414" y="16365"/>
                  </a:cubicBezTo>
                  <a:cubicBezTo>
                    <a:pt x="21384" y="16273"/>
                    <a:pt x="21329" y="16079"/>
                    <a:pt x="21319" y="15972"/>
                  </a:cubicBezTo>
                  <a:cubicBezTo>
                    <a:pt x="21307" y="15864"/>
                    <a:pt x="21328" y="15641"/>
                    <a:pt x="21334" y="15530"/>
                  </a:cubicBezTo>
                  <a:cubicBezTo>
                    <a:pt x="21340" y="15430"/>
                    <a:pt x="21363" y="15231"/>
                    <a:pt x="21367" y="15130"/>
                  </a:cubicBezTo>
                  <a:cubicBezTo>
                    <a:pt x="21370" y="15069"/>
                    <a:pt x="21377" y="14946"/>
                    <a:pt x="21367" y="14889"/>
                  </a:cubicBezTo>
                  <a:cubicBezTo>
                    <a:pt x="21352" y="14805"/>
                    <a:pt x="21300" y="14653"/>
                    <a:pt x="21260" y="14613"/>
                  </a:cubicBezTo>
                  <a:cubicBezTo>
                    <a:pt x="21213" y="14562"/>
                    <a:pt x="21098" y="14542"/>
                    <a:pt x="21045" y="14569"/>
                  </a:cubicBezTo>
                  <a:cubicBezTo>
                    <a:pt x="20987" y="14602"/>
                    <a:pt x="20899" y="14786"/>
                    <a:pt x="20850" y="14853"/>
                  </a:cubicBezTo>
                  <a:cubicBezTo>
                    <a:pt x="20771" y="14957"/>
                    <a:pt x="20606" y="15151"/>
                    <a:pt x="20524" y="15247"/>
                  </a:cubicBezTo>
                  <a:cubicBezTo>
                    <a:pt x="20446" y="15339"/>
                    <a:pt x="20286" y="15517"/>
                    <a:pt x="20210" y="15614"/>
                  </a:cubicBezTo>
                  <a:cubicBezTo>
                    <a:pt x="20140" y="15700"/>
                    <a:pt x="19988" y="15856"/>
                    <a:pt x="19940" y="15986"/>
                  </a:cubicBezTo>
                  <a:cubicBezTo>
                    <a:pt x="19911" y="16066"/>
                    <a:pt x="19914" y="16278"/>
                    <a:pt x="19885" y="16360"/>
                  </a:cubicBezTo>
                  <a:cubicBezTo>
                    <a:pt x="19871" y="16398"/>
                    <a:pt x="19829" y="16485"/>
                    <a:pt x="19803" y="16476"/>
                  </a:cubicBezTo>
                  <a:cubicBezTo>
                    <a:pt x="19775" y="16464"/>
                    <a:pt x="19760" y="16333"/>
                    <a:pt x="19748" y="16284"/>
                  </a:cubicBezTo>
                  <a:cubicBezTo>
                    <a:pt x="19739" y="16244"/>
                    <a:pt x="19734" y="16143"/>
                    <a:pt x="19715" y="16117"/>
                  </a:cubicBezTo>
                  <a:cubicBezTo>
                    <a:pt x="19691" y="16086"/>
                    <a:pt x="19628" y="16094"/>
                    <a:pt x="19600" y="16111"/>
                  </a:cubicBezTo>
                  <a:cubicBezTo>
                    <a:pt x="19570" y="16128"/>
                    <a:pt x="19527" y="16227"/>
                    <a:pt x="19496" y="16248"/>
                  </a:cubicBezTo>
                  <a:cubicBezTo>
                    <a:pt x="19445" y="16284"/>
                    <a:pt x="19323" y="16217"/>
                    <a:pt x="19279" y="16276"/>
                  </a:cubicBezTo>
                  <a:cubicBezTo>
                    <a:pt x="19228" y="16346"/>
                    <a:pt x="19229" y="16629"/>
                    <a:pt x="19186" y="16719"/>
                  </a:cubicBezTo>
                  <a:cubicBezTo>
                    <a:pt x="19156" y="16782"/>
                    <a:pt x="19065" y="16843"/>
                    <a:pt x="19023" y="16876"/>
                  </a:cubicBezTo>
                  <a:cubicBezTo>
                    <a:pt x="18985" y="16909"/>
                    <a:pt x="18894" y="16930"/>
                    <a:pt x="18865" y="16987"/>
                  </a:cubicBezTo>
                  <a:cubicBezTo>
                    <a:pt x="18833" y="17050"/>
                    <a:pt x="18822" y="17235"/>
                    <a:pt x="18809" y="17319"/>
                  </a:cubicBezTo>
                  <a:cubicBezTo>
                    <a:pt x="18792" y="17435"/>
                    <a:pt x="18780" y="17680"/>
                    <a:pt x="18746" y="17781"/>
                  </a:cubicBezTo>
                  <a:cubicBezTo>
                    <a:pt x="18718" y="17865"/>
                    <a:pt x="18591" y="18022"/>
                    <a:pt x="18580" y="18022"/>
                  </a:cubicBezTo>
                  <a:cubicBezTo>
                    <a:pt x="18570" y="18022"/>
                    <a:pt x="18387" y="18232"/>
                    <a:pt x="18317" y="18279"/>
                  </a:cubicBezTo>
                  <a:cubicBezTo>
                    <a:pt x="18253" y="18323"/>
                    <a:pt x="18101" y="18307"/>
                    <a:pt x="18045" y="18383"/>
                  </a:cubicBezTo>
                  <a:cubicBezTo>
                    <a:pt x="17967" y="18485"/>
                    <a:pt x="17904" y="18843"/>
                    <a:pt x="17852" y="18990"/>
                  </a:cubicBezTo>
                  <a:cubicBezTo>
                    <a:pt x="17792" y="19159"/>
                    <a:pt x="17660" y="19480"/>
                    <a:pt x="17594" y="19640"/>
                  </a:cubicBezTo>
                  <a:cubicBezTo>
                    <a:pt x="17528" y="19796"/>
                    <a:pt x="17392" y="20100"/>
                    <a:pt x="17324" y="20253"/>
                  </a:cubicBezTo>
                  <a:cubicBezTo>
                    <a:pt x="17275" y="20366"/>
                    <a:pt x="17180" y="20591"/>
                    <a:pt x="17127" y="20694"/>
                  </a:cubicBezTo>
                  <a:cubicBezTo>
                    <a:pt x="17069" y="20815"/>
                    <a:pt x="16944" y="21046"/>
                    <a:pt x="16876" y="21145"/>
                  </a:cubicBezTo>
                  <a:cubicBezTo>
                    <a:pt x="16816" y="21234"/>
                    <a:pt x="16686" y="21388"/>
                    <a:pt x="16618" y="21456"/>
                  </a:cubicBezTo>
                  <a:cubicBezTo>
                    <a:pt x="16579" y="21495"/>
                    <a:pt x="16498" y="21600"/>
                    <a:pt x="16455" y="21587"/>
                  </a:cubicBezTo>
                  <a:cubicBezTo>
                    <a:pt x="16424" y="21576"/>
                    <a:pt x="16366" y="21487"/>
                    <a:pt x="16358" y="21428"/>
                  </a:cubicBezTo>
                  <a:cubicBezTo>
                    <a:pt x="16350" y="21356"/>
                    <a:pt x="16390" y="21209"/>
                    <a:pt x="16418" y="21160"/>
                  </a:cubicBezTo>
                  <a:cubicBezTo>
                    <a:pt x="16467" y="21065"/>
                    <a:pt x="16619" y="21023"/>
                    <a:pt x="16676" y="20951"/>
                  </a:cubicBezTo>
                  <a:cubicBezTo>
                    <a:pt x="16736" y="20878"/>
                    <a:pt x="16835" y="20677"/>
                    <a:pt x="16884" y="20579"/>
                  </a:cubicBezTo>
                  <a:cubicBezTo>
                    <a:pt x="16961" y="20425"/>
                    <a:pt x="17104" y="20100"/>
                    <a:pt x="17176" y="19937"/>
                  </a:cubicBezTo>
                  <a:cubicBezTo>
                    <a:pt x="17240" y="19789"/>
                    <a:pt x="17362" y="19484"/>
                    <a:pt x="17428" y="19336"/>
                  </a:cubicBezTo>
                  <a:cubicBezTo>
                    <a:pt x="17475" y="19222"/>
                    <a:pt x="17577" y="19004"/>
                    <a:pt x="17623" y="18887"/>
                  </a:cubicBezTo>
                  <a:cubicBezTo>
                    <a:pt x="17651" y="18813"/>
                    <a:pt x="17706" y="18665"/>
                    <a:pt x="17727" y="18583"/>
                  </a:cubicBezTo>
                  <a:cubicBezTo>
                    <a:pt x="17749" y="18492"/>
                    <a:pt x="17794" y="18303"/>
                    <a:pt x="17793" y="18202"/>
                  </a:cubicBezTo>
                  <a:cubicBezTo>
                    <a:pt x="17792" y="18109"/>
                    <a:pt x="17754" y="17919"/>
                    <a:pt x="17722" y="17844"/>
                  </a:cubicBezTo>
                  <a:cubicBezTo>
                    <a:pt x="17697" y="17781"/>
                    <a:pt x="17604" y="17738"/>
                    <a:pt x="17582" y="17671"/>
                  </a:cubicBezTo>
                  <a:cubicBezTo>
                    <a:pt x="17553" y="17580"/>
                    <a:pt x="17554" y="17355"/>
                    <a:pt x="17560" y="17249"/>
                  </a:cubicBezTo>
                  <a:cubicBezTo>
                    <a:pt x="17565" y="17165"/>
                    <a:pt x="17621" y="17008"/>
                    <a:pt x="17612" y="16924"/>
                  </a:cubicBezTo>
                  <a:cubicBezTo>
                    <a:pt x="17602" y="16840"/>
                    <a:pt x="17520" y="16730"/>
                    <a:pt x="17490" y="16664"/>
                  </a:cubicBezTo>
                  <a:cubicBezTo>
                    <a:pt x="17474" y="16626"/>
                    <a:pt x="17429" y="16560"/>
                    <a:pt x="17428" y="16512"/>
                  </a:cubicBezTo>
                  <a:cubicBezTo>
                    <a:pt x="17425" y="16458"/>
                    <a:pt x="17475" y="16381"/>
                    <a:pt x="17486" y="16333"/>
                  </a:cubicBezTo>
                  <a:cubicBezTo>
                    <a:pt x="17499" y="16273"/>
                    <a:pt x="17537" y="16132"/>
                    <a:pt x="17516" y="16084"/>
                  </a:cubicBezTo>
                  <a:cubicBezTo>
                    <a:pt x="17483" y="16011"/>
                    <a:pt x="17365" y="16097"/>
                    <a:pt x="17317" y="16111"/>
                  </a:cubicBezTo>
                  <a:cubicBezTo>
                    <a:pt x="17268" y="16124"/>
                    <a:pt x="17176" y="16189"/>
                    <a:pt x="17127" y="16193"/>
                  </a:cubicBezTo>
                  <a:cubicBezTo>
                    <a:pt x="17082" y="16198"/>
                    <a:pt x="16987" y="16105"/>
                    <a:pt x="16946" y="16146"/>
                  </a:cubicBezTo>
                  <a:cubicBezTo>
                    <a:pt x="16915" y="16175"/>
                    <a:pt x="16880" y="16315"/>
                    <a:pt x="16884" y="16381"/>
                  </a:cubicBezTo>
                  <a:cubicBezTo>
                    <a:pt x="16888" y="16459"/>
                    <a:pt x="16977" y="16557"/>
                    <a:pt x="16987" y="16635"/>
                  </a:cubicBezTo>
                  <a:cubicBezTo>
                    <a:pt x="16994" y="16685"/>
                    <a:pt x="16989" y="16796"/>
                    <a:pt x="16973" y="16837"/>
                  </a:cubicBezTo>
                  <a:cubicBezTo>
                    <a:pt x="16956" y="16875"/>
                    <a:pt x="16894" y="16876"/>
                    <a:pt x="16876" y="16913"/>
                  </a:cubicBezTo>
                  <a:cubicBezTo>
                    <a:pt x="16857" y="16951"/>
                    <a:pt x="16836" y="17059"/>
                    <a:pt x="16840" y="17112"/>
                  </a:cubicBezTo>
                  <a:cubicBezTo>
                    <a:pt x="16843" y="17175"/>
                    <a:pt x="16916" y="17268"/>
                    <a:pt x="16912" y="17332"/>
                  </a:cubicBezTo>
                  <a:cubicBezTo>
                    <a:pt x="16910" y="17401"/>
                    <a:pt x="16848" y="17517"/>
                    <a:pt x="16813" y="17540"/>
                  </a:cubicBezTo>
                  <a:cubicBezTo>
                    <a:pt x="16769" y="17570"/>
                    <a:pt x="16664" y="17441"/>
                    <a:pt x="16625" y="17492"/>
                  </a:cubicBezTo>
                  <a:cubicBezTo>
                    <a:pt x="16603" y="17519"/>
                    <a:pt x="16591" y="17635"/>
                    <a:pt x="16602" y="17678"/>
                  </a:cubicBezTo>
                  <a:cubicBezTo>
                    <a:pt x="16618" y="17733"/>
                    <a:pt x="16713" y="17717"/>
                    <a:pt x="16725" y="17775"/>
                  </a:cubicBezTo>
                  <a:cubicBezTo>
                    <a:pt x="16738" y="17846"/>
                    <a:pt x="16685" y="17995"/>
                    <a:pt x="16654" y="18043"/>
                  </a:cubicBezTo>
                  <a:cubicBezTo>
                    <a:pt x="16623" y="18095"/>
                    <a:pt x="16506" y="18058"/>
                    <a:pt x="16492" y="18134"/>
                  </a:cubicBezTo>
                  <a:cubicBezTo>
                    <a:pt x="16480" y="18199"/>
                    <a:pt x="16548" y="18330"/>
                    <a:pt x="16581" y="18362"/>
                  </a:cubicBezTo>
                  <a:cubicBezTo>
                    <a:pt x="16608" y="18388"/>
                    <a:pt x="16686" y="18317"/>
                    <a:pt x="16706" y="18362"/>
                  </a:cubicBezTo>
                  <a:cubicBezTo>
                    <a:pt x="16728" y="18408"/>
                    <a:pt x="16711" y="18560"/>
                    <a:pt x="16692" y="18611"/>
                  </a:cubicBezTo>
                  <a:cubicBezTo>
                    <a:pt x="16674" y="18654"/>
                    <a:pt x="16613" y="18692"/>
                    <a:pt x="16585" y="18700"/>
                  </a:cubicBezTo>
                  <a:cubicBezTo>
                    <a:pt x="16550" y="18710"/>
                    <a:pt x="16477" y="18707"/>
                    <a:pt x="16448" y="18672"/>
                  </a:cubicBezTo>
                  <a:cubicBezTo>
                    <a:pt x="16411" y="18631"/>
                    <a:pt x="16374" y="18469"/>
                    <a:pt x="16355" y="18396"/>
                  </a:cubicBezTo>
                  <a:cubicBezTo>
                    <a:pt x="16343" y="18349"/>
                    <a:pt x="16341" y="18227"/>
                    <a:pt x="16319" y="18195"/>
                  </a:cubicBezTo>
                  <a:cubicBezTo>
                    <a:pt x="16287" y="18152"/>
                    <a:pt x="16200" y="18160"/>
                    <a:pt x="16163" y="18181"/>
                  </a:cubicBezTo>
                  <a:cubicBezTo>
                    <a:pt x="16134" y="18199"/>
                    <a:pt x="16073" y="18265"/>
                    <a:pt x="16067" y="18321"/>
                  </a:cubicBezTo>
                  <a:cubicBezTo>
                    <a:pt x="16060" y="18400"/>
                    <a:pt x="16148" y="18517"/>
                    <a:pt x="16159" y="18596"/>
                  </a:cubicBezTo>
                  <a:cubicBezTo>
                    <a:pt x="16166" y="18646"/>
                    <a:pt x="16167" y="18759"/>
                    <a:pt x="16152" y="18804"/>
                  </a:cubicBezTo>
                  <a:cubicBezTo>
                    <a:pt x="16136" y="18852"/>
                    <a:pt x="16063" y="18866"/>
                    <a:pt x="16048" y="18914"/>
                  </a:cubicBezTo>
                  <a:cubicBezTo>
                    <a:pt x="16031" y="18971"/>
                    <a:pt x="16037" y="19113"/>
                    <a:pt x="16048" y="19177"/>
                  </a:cubicBezTo>
                  <a:cubicBezTo>
                    <a:pt x="16057" y="19220"/>
                    <a:pt x="16099" y="19281"/>
                    <a:pt x="16112" y="19322"/>
                  </a:cubicBezTo>
                  <a:cubicBezTo>
                    <a:pt x="16131" y="19391"/>
                    <a:pt x="16171" y="19543"/>
                    <a:pt x="16159" y="19619"/>
                  </a:cubicBezTo>
                  <a:cubicBezTo>
                    <a:pt x="16149" y="19685"/>
                    <a:pt x="16079" y="19763"/>
                    <a:pt x="16048" y="19805"/>
                  </a:cubicBezTo>
                  <a:cubicBezTo>
                    <a:pt x="16023" y="19841"/>
                    <a:pt x="15960" y="19887"/>
                    <a:pt x="15938" y="19930"/>
                  </a:cubicBezTo>
                  <a:cubicBezTo>
                    <a:pt x="15890" y="20021"/>
                    <a:pt x="15845" y="20279"/>
                    <a:pt x="15801" y="20379"/>
                  </a:cubicBezTo>
                  <a:cubicBezTo>
                    <a:pt x="15769" y="20449"/>
                    <a:pt x="15696" y="20582"/>
                    <a:pt x="15649" y="20613"/>
                  </a:cubicBezTo>
                  <a:cubicBezTo>
                    <a:pt x="15579" y="20660"/>
                    <a:pt x="15424" y="20594"/>
                    <a:pt x="15350" y="20613"/>
                  </a:cubicBezTo>
                  <a:cubicBezTo>
                    <a:pt x="15309" y="20624"/>
                    <a:pt x="15226" y="20655"/>
                    <a:pt x="15190" y="20694"/>
                  </a:cubicBezTo>
                  <a:cubicBezTo>
                    <a:pt x="15176" y="20713"/>
                    <a:pt x="15156" y="20744"/>
                    <a:pt x="15137" y="20776"/>
                  </a:cubicBezTo>
                  <a:lnTo>
                    <a:pt x="14732" y="19281"/>
                  </a:lnTo>
                  <a:lnTo>
                    <a:pt x="14732" y="18632"/>
                  </a:lnTo>
                  <a:lnTo>
                    <a:pt x="14326" y="18632"/>
                  </a:lnTo>
                  <a:lnTo>
                    <a:pt x="13742" y="17484"/>
                  </a:lnTo>
                  <a:lnTo>
                    <a:pt x="13307" y="17484"/>
                  </a:lnTo>
                  <a:lnTo>
                    <a:pt x="13136" y="17112"/>
                  </a:lnTo>
                  <a:lnTo>
                    <a:pt x="13040" y="15951"/>
                  </a:lnTo>
                  <a:lnTo>
                    <a:pt x="12678" y="15951"/>
                  </a:lnTo>
                  <a:lnTo>
                    <a:pt x="12463" y="14087"/>
                  </a:lnTo>
                  <a:lnTo>
                    <a:pt x="10283" y="15552"/>
                  </a:lnTo>
                  <a:lnTo>
                    <a:pt x="10109" y="15552"/>
                  </a:lnTo>
                  <a:lnTo>
                    <a:pt x="9927" y="15552"/>
                  </a:lnTo>
                  <a:lnTo>
                    <a:pt x="5529" y="18011"/>
                  </a:lnTo>
                  <a:lnTo>
                    <a:pt x="4531" y="18327"/>
                  </a:lnTo>
                  <a:lnTo>
                    <a:pt x="4531" y="18893"/>
                  </a:lnTo>
                  <a:lnTo>
                    <a:pt x="4229" y="19170"/>
                  </a:lnTo>
                  <a:lnTo>
                    <a:pt x="4117" y="18520"/>
                  </a:lnTo>
                  <a:lnTo>
                    <a:pt x="316" y="20591"/>
                  </a:lnTo>
                  <a:lnTo>
                    <a:pt x="88" y="20026"/>
                  </a:lnTo>
                  <a:lnTo>
                    <a:pt x="0" y="9671"/>
                  </a:lnTo>
                  <a:cubicBezTo>
                    <a:pt x="0" y="9671"/>
                    <a:pt x="4543" y="7388"/>
                    <a:pt x="4543" y="738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01" name="Shape 4683"/>
            <p:cNvSpPr/>
            <p:nvPr/>
          </p:nvSpPr>
          <p:spPr>
            <a:xfrm>
              <a:off x="9756976" y="1265645"/>
              <a:ext cx="691882" cy="370208"/>
            </a:xfrm>
            <a:custGeom>
              <a:avLst/>
              <a:gdLst/>
              <a:ahLst/>
              <a:cxnLst>
                <a:cxn ang="0">
                  <a:pos x="wd2" y="hd2"/>
                </a:cxn>
                <a:cxn ang="5400000">
                  <a:pos x="wd2" y="hd2"/>
                </a:cxn>
                <a:cxn ang="10800000">
                  <a:pos x="wd2" y="hd2"/>
                </a:cxn>
                <a:cxn ang="16200000">
                  <a:pos x="wd2" y="hd2"/>
                </a:cxn>
              </a:cxnLst>
              <a:rect l="0" t="0" r="r" b="b"/>
              <a:pathLst>
                <a:path w="21593" h="21588" extrusionOk="0">
                  <a:moveTo>
                    <a:pt x="4543" y="7388"/>
                  </a:moveTo>
                  <a:lnTo>
                    <a:pt x="4623" y="7346"/>
                  </a:lnTo>
                  <a:lnTo>
                    <a:pt x="11255" y="4031"/>
                  </a:lnTo>
                  <a:cubicBezTo>
                    <a:pt x="11255" y="4031"/>
                    <a:pt x="11432" y="3750"/>
                    <a:pt x="11460" y="3617"/>
                  </a:cubicBezTo>
                  <a:cubicBezTo>
                    <a:pt x="11476" y="3536"/>
                    <a:pt x="11430" y="3334"/>
                    <a:pt x="11460" y="3264"/>
                  </a:cubicBezTo>
                  <a:cubicBezTo>
                    <a:pt x="11511" y="3145"/>
                    <a:pt x="11727" y="3245"/>
                    <a:pt x="11782" y="3131"/>
                  </a:cubicBezTo>
                  <a:cubicBezTo>
                    <a:pt x="11816" y="3057"/>
                    <a:pt x="11819" y="2840"/>
                    <a:pt x="11803" y="2748"/>
                  </a:cubicBezTo>
                  <a:cubicBezTo>
                    <a:pt x="11792" y="2680"/>
                    <a:pt x="11720" y="2597"/>
                    <a:pt x="11709" y="2530"/>
                  </a:cubicBezTo>
                  <a:cubicBezTo>
                    <a:pt x="11696" y="2453"/>
                    <a:pt x="11704" y="2283"/>
                    <a:pt x="11720" y="2209"/>
                  </a:cubicBezTo>
                  <a:cubicBezTo>
                    <a:pt x="11744" y="2101"/>
                    <a:pt x="11831" y="1912"/>
                    <a:pt x="11887" y="1858"/>
                  </a:cubicBezTo>
                  <a:cubicBezTo>
                    <a:pt x="11955" y="1787"/>
                    <a:pt x="12121" y="1832"/>
                    <a:pt x="12192" y="1774"/>
                  </a:cubicBezTo>
                  <a:cubicBezTo>
                    <a:pt x="12235" y="1738"/>
                    <a:pt x="12315" y="1625"/>
                    <a:pt x="12336" y="1545"/>
                  </a:cubicBezTo>
                  <a:cubicBezTo>
                    <a:pt x="12367" y="1427"/>
                    <a:pt x="12311" y="1131"/>
                    <a:pt x="12346" y="1017"/>
                  </a:cubicBezTo>
                  <a:cubicBezTo>
                    <a:pt x="12378" y="913"/>
                    <a:pt x="12511" y="833"/>
                    <a:pt x="12563" y="769"/>
                  </a:cubicBezTo>
                  <a:cubicBezTo>
                    <a:pt x="12635" y="679"/>
                    <a:pt x="12796" y="528"/>
                    <a:pt x="12846" y="396"/>
                  </a:cubicBezTo>
                  <a:cubicBezTo>
                    <a:pt x="12868" y="337"/>
                    <a:pt x="12856" y="165"/>
                    <a:pt x="12885" y="115"/>
                  </a:cubicBezTo>
                  <a:cubicBezTo>
                    <a:pt x="12926" y="47"/>
                    <a:pt x="13046" y="47"/>
                    <a:pt x="13101" y="54"/>
                  </a:cubicBezTo>
                  <a:cubicBezTo>
                    <a:pt x="13156" y="64"/>
                    <a:pt x="13256" y="170"/>
                    <a:pt x="13311" y="178"/>
                  </a:cubicBezTo>
                  <a:cubicBezTo>
                    <a:pt x="13349" y="185"/>
                    <a:pt x="13429" y="173"/>
                    <a:pt x="13461" y="136"/>
                  </a:cubicBezTo>
                  <a:cubicBezTo>
                    <a:pt x="13480" y="115"/>
                    <a:pt x="13504" y="59"/>
                    <a:pt x="13527" y="0"/>
                  </a:cubicBezTo>
                  <a:cubicBezTo>
                    <a:pt x="13571" y="172"/>
                    <a:pt x="13658" y="413"/>
                    <a:pt x="13694" y="552"/>
                  </a:cubicBezTo>
                  <a:cubicBezTo>
                    <a:pt x="13728" y="688"/>
                    <a:pt x="13780" y="975"/>
                    <a:pt x="13816" y="1110"/>
                  </a:cubicBezTo>
                  <a:cubicBezTo>
                    <a:pt x="13845" y="1220"/>
                    <a:pt x="13911" y="1432"/>
                    <a:pt x="13949" y="1531"/>
                  </a:cubicBezTo>
                  <a:cubicBezTo>
                    <a:pt x="14001" y="1670"/>
                    <a:pt x="14128" y="1909"/>
                    <a:pt x="14178" y="2048"/>
                  </a:cubicBezTo>
                  <a:cubicBezTo>
                    <a:pt x="14204" y="2123"/>
                    <a:pt x="14232" y="2297"/>
                    <a:pt x="14267" y="2352"/>
                  </a:cubicBezTo>
                  <a:cubicBezTo>
                    <a:pt x="14289" y="2390"/>
                    <a:pt x="14351" y="2406"/>
                    <a:pt x="14378" y="2431"/>
                  </a:cubicBezTo>
                  <a:cubicBezTo>
                    <a:pt x="14428" y="2475"/>
                    <a:pt x="14519" y="2610"/>
                    <a:pt x="14570" y="2648"/>
                  </a:cubicBezTo>
                  <a:cubicBezTo>
                    <a:pt x="14612" y="2684"/>
                    <a:pt x="14702" y="2749"/>
                    <a:pt x="14747" y="2734"/>
                  </a:cubicBezTo>
                  <a:cubicBezTo>
                    <a:pt x="14784" y="2720"/>
                    <a:pt x="14852" y="2637"/>
                    <a:pt x="14869" y="2575"/>
                  </a:cubicBezTo>
                  <a:cubicBezTo>
                    <a:pt x="14895" y="2490"/>
                    <a:pt x="14865" y="2283"/>
                    <a:pt x="14877" y="2188"/>
                  </a:cubicBezTo>
                  <a:cubicBezTo>
                    <a:pt x="14884" y="2133"/>
                    <a:pt x="14907" y="2027"/>
                    <a:pt x="14929" y="1988"/>
                  </a:cubicBezTo>
                  <a:cubicBezTo>
                    <a:pt x="14961" y="1926"/>
                    <a:pt x="15049" y="1820"/>
                    <a:pt x="15095" y="1836"/>
                  </a:cubicBezTo>
                  <a:cubicBezTo>
                    <a:pt x="15128" y="1846"/>
                    <a:pt x="15171" y="1967"/>
                    <a:pt x="15187" y="2023"/>
                  </a:cubicBezTo>
                  <a:cubicBezTo>
                    <a:pt x="15208" y="2093"/>
                    <a:pt x="15201" y="2276"/>
                    <a:pt x="15232" y="2334"/>
                  </a:cubicBezTo>
                  <a:cubicBezTo>
                    <a:pt x="15257" y="2382"/>
                    <a:pt x="15352" y="2352"/>
                    <a:pt x="15376" y="2409"/>
                  </a:cubicBezTo>
                  <a:cubicBezTo>
                    <a:pt x="15402" y="2473"/>
                    <a:pt x="15394" y="2658"/>
                    <a:pt x="15380" y="2734"/>
                  </a:cubicBezTo>
                  <a:cubicBezTo>
                    <a:pt x="15361" y="2825"/>
                    <a:pt x="15249" y="2928"/>
                    <a:pt x="15239" y="3024"/>
                  </a:cubicBezTo>
                  <a:cubicBezTo>
                    <a:pt x="15228" y="3128"/>
                    <a:pt x="15323" y="3319"/>
                    <a:pt x="15313" y="3425"/>
                  </a:cubicBezTo>
                  <a:cubicBezTo>
                    <a:pt x="15303" y="3509"/>
                    <a:pt x="15230" y="3652"/>
                    <a:pt x="15187" y="3686"/>
                  </a:cubicBezTo>
                  <a:cubicBezTo>
                    <a:pt x="15157" y="3710"/>
                    <a:pt x="15087" y="3656"/>
                    <a:pt x="15058" y="3680"/>
                  </a:cubicBezTo>
                  <a:cubicBezTo>
                    <a:pt x="15008" y="3719"/>
                    <a:pt x="14961" y="3918"/>
                    <a:pt x="14917" y="3977"/>
                  </a:cubicBezTo>
                  <a:cubicBezTo>
                    <a:pt x="14888" y="4018"/>
                    <a:pt x="14816" y="4053"/>
                    <a:pt x="14784" y="4087"/>
                  </a:cubicBezTo>
                  <a:cubicBezTo>
                    <a:pt x="14737" y="4137"/>
                    <a:pt x="14654" y="4271"/>
                    <a:pt x="14606" y="4322"/>
                  </a:cubicBezTo>
                  <a:cubicBezTo>
                    <a:pt x="14546" y="4389"/>
                    <a:pt x="14417" y="4497"/>
                    <a:pt x="14352" y="4549"/>
                  </a:cubicBezTo>
                  <a:cubicBezTo>
                    <a:pt x="14308" y="4584"/>
                    <a:pt x="14214" y="4628"/>
                    <a:pt x="14175" y="4674"/>
                  </a:cubicBezTo>
                  <a:cubicBezTo>
                    <a:pt x="14140" y="4714"/>
                    <a:pt x="14062" y="4801"/>
                    <a:pt x="14052" y="4874"/>
                  </a:cubicBezTo>
                  <a:cubicBezTo>
                    <a:pt x="14041" y="4956"/>
                    <a:pt x="14082" y="5137"/>
                    <a:pt x="14119" y="5185"/>
                  </a:cubicBezTo>
                  <a:cubicBezTo>
                    <a:pt x="14160" y="5237"/>
                    <a:pt x="14277" y="5136"/>
                    <a:pt x="14315" y="5192"/>
                  </a:cubicBezTo>
                  <a:cubicBezTo>
                    <a:pt x="14358" y="5255"/>
                    <a:pt x="14400" y="5501"/>
                    <a:pt x="14374" y="5592"/>
                  </a:cubicBezTo>
                  <a:cubicBezTo>
                    <a:pt x="14354" y="5660"/>
                    <a:pt x="14248" y="5630"/>
                    <a:pt x="14219" y="5683"/>
                  </a:cubicBezTo>
                  <a:cubicBezTo>
                    <a:pt x="14195" y="5724"/>
                    <a:pt x="14189" y="5852"/>
                    <a:pt x="14175" y="5906"/>
                  </a:cubicBezTo>
                  <a:cubicBezTo>
                    <a:pt x="14160" y="5964"/>
                    <a:pt x="14126" y="6071"/>
                    <a:pt x="14101" y="6111"/>
                  </a:cubicBezTo>
                  <a:cubicBezTo>
                    <a:pt x="14067" y="6164"/>
                    <a:pt x="13966" y="6187"/>
                    <a:pt x="13937" y="6252"/>
                  </a:cubicBezTo>
                  <a:cubicBezTo>
                    <a:pt x="13914" y="6308"/>
                    <a:pt x="13929" y="6481"/>
                    <a:pt x="13904" y="6538"/>
                  </a:cubicBezTo>
                  <a:cubicBezTo>
                    <a:pt x="13887" y="6578"/>
                    <a:pt x="13827" y="6602"/>
                    <a:pt x="13804" y="6633"/>
                  </a:cubicBezTo>
                  <a:cubicBezTo>
                    <a:pt x="13770" y="6681"/>
                    <a:pt x="13700" y="6793"/>
                    <a:pt x="13688" y="6869"/>
                  </a:cubicBezTo>
                  <a:cubicBezTo>
                    <a:pt x="13674" y="6966"/>
                    <a:pt x="13699" y="7179"/>
                    <a:pt x="13727" y="7264"/>
                  </a:cubicBezTo>
                  <a:cubicBezTo>
                    <a:pt x="13754" y="7342"/>
                    <a:pt x="13856" y="7413"/>
                    <a:pt x="13888" y="7481"/>
                  </a:cubicBezTo>
                  <a:cubicBezTo>
                    <a:pt x="13923" y="7555"/>
                    <a:pt x="13976" y="7729"/>
                    <a:pt x="13988" y="7823"/>
                  </a:cubicBezTo>
                  <a:cubicBezTo>
                    <a:pt x="13995" y="7884"/>
                    <a:pt x="14003" y="8025"/>
                    <a:pt x="13982" y="8072"/>
                  </a:cubicBezTo>
                  <a:cubicBezTo>
                    <a:pt x="13961" y="8122"/>
                    <a:pt x="13883" y="8125"/>
                    <a:pt x="13849" y="8134"/>
                  </a:cubicBezTo>
                  <a:cubicBezTo>
                    <a:pt x="13812" y="8144"/>
                    <a:pt x="13721" y="8097"/>
                    <a:pt x="13699" y="8155"/>
                  </a:cubicBezTo>
                  <a:cubicBezTo>
                    <a:pt x="13655" y="8279"/>
                    <a:pt x="13754" y="8596"/>
                    <a:pt x="13794" y="8724"/>
                  </a:cubicBezTo>
                  <a:cubicBezTo>
                    <a:pt x="13829" y="8842"/>
                    <a:pt x="13927" y="9055"/>
                    <a:pt x="13988" y="9129"/>
                  </a:cubicBezTo>
                  <a:cubicBezTo>
                    <a:pt x="14029" y="9180"/>
                    <a:pt x="14128" y="9258"/>
                    <a:pt x="14176" y="9243"/>
                  </a:cubicBezTo>
                  <a:cubicBezTo>
                    <a:pt x="14219" y="9231"/>
                    <a:pt x="14275" y="9084"/>
                    <a:pt x="14315" y="9056"/>
                  </a:cubicBezTo>
                  <a:cubicBezTo>
                    <a:pt x="14348" y="9033"/>
                    <a:pt x="14425" y="9063"/>
                    <a:pt x="14453" y="9024"/>
                  </a:cubicBezTo>
                  <a:cubicBezTo>
                    <a:pt x="14478" y="8994"/>
                    <a:pt x="14498" y="8881"/>
                    <a:pt x="14503" y="8828"/>
                  </a:cubicBezTo>
                  <a:cubicBezTo>
                    <a:pt x="14510" y="8775"/>
                    <a:pt x="14512" y="8658"/>
                    <a:pt x="14498" y="8611"/>
                  </a:cubicBezTo>
                  <a:cubicBezTo>
                    <a:pt x="14487" y="8573"/>
                    <a:pt x="14436" y="8549"/>
                    <a:pt x="14419" y="8517"/>
                  </a:cubicBezTo>
                  <a:cubicBezTo>
                    <a:pt x="14396" y="8468"/>
                    <a:pt x="14348" y="8346"/>
                    <a:pt x="14353" y="8279"/>
                  </a:cubicBezTo>
                  <a:cubicBezTo>
                    <a:pt x="14357" y="8234"/>
                    <a:pt x="14402" y="8165"/>
                    <a:pt x="14425" y="8155"/>
                  </a:cubicBezTo>
                  <a:cubicBezTo>
                    <a:pt x="14485" y="8127"/>
                    <a:pt x="14612" y="8197"/>
                    <a:pt x="14659" y="8268"/>
                  </a:cubicBezTo>
                  <a:cubicBezTo>
                    <a:pt x="14695" y="8327"/>
                    <a:pt x="14708" y="8528"/>
                    <a:pt x="14742" y="8590"/>
                  </a:cubicBezTo>
                  <a:cubicBezTo>
                    <a:pt x="14769" y="8642"/>
                    <a:pt x="14846" y="8701"/>
                    <a:pt x="14886" y="8714"/>
                  </a:cubicBezTo>
                  <a:cubicBezTo>
                    <a:pt x="14944" y="8731"/>
                    <a:pt x="15060" y="8669"/>
                    <a:pt x="15119" y="8663"/>
                  </a:cubicBezTo>
                  <a:cubicBezTo>
                    <a:pt x="15185" y="8658"/>
                    <a:pt x="15322" y="8640"/>
                    <a:pt x="15386" y="8682"/>
                  </a:cubicBezTo>
                  <a:cubicBezTo>
                    <a:pt x="15442" y="8722"/>
                    <a:pt x="15532" y="8889"/>
                    <a:pt x="15579" y="8963"/>
                  </a:cubicBezTo>
                  <a:cubicBezTo>
                    <a:pt x="15656" y="9083"/>
                    <a:pt x="15801" y="9340"/>
                    <a:pt x="15873" y="9471"/>
                  </a:cubicBezTo>
                  <a:cubicBezTo>
                    <a:pt x="15972" y="9650"/>
                    <a:pt x="16159" y="10031"/>
                    <a:pt x="16261" y="10206"/>
                  </a:cubicBezTo>
                  <a:cubicBezTo>
                    <a:pt x="16315" y="10300"/>
                    <a:pt x="16445" y="10446"/>
                    <a:pt x="16488" y="10558"/>
                  </a:cubicBezTo>
                  <a:cubicBezTo>
                    <a:pt x="16513" y="10622"/>
                    <a:pt x="16543" y="10780"/>
                    <a:pt x="16549" y="10858"/>
                  </a:cubicBezTo>
                  <a:cubicBezTo>
                    <a:pt x="16559" y="10997"/>
                    <a:pt x="16535" y="11282"/>
                    <a:pt x="16516" y="11417"/>
                  </a:cubicBezTo>
                  <a:cubicBezTo>
                    <a:pt x="16510" y="11462"/>
                    <a:pt x="16480" y="11548"/>
                    <a:pt x="16477" y="11595"/>
                  </a:cubicBezTo>
                  <a:cubicBezTo>
                    <a:pt x="16472" y="11671"/>
                    <a:pt x="16516" y="11827"/>
                    <a:pt x="16504" y="11904"/>
                  </a:cubicBezTo>
                  <a:cubicBezTo>
                    <a:pt x="16497" y="11956"/>
                    <a:pt x="16460" y="12053"/>
                    <a:pt x="16433" y="12070"/>
                  </a:cubicBezTo>
                  <a:cubicBezTo>
                    <a:pt x="16395" y="12093"/>
                    <a:pt x="16315" y="11958"/>
                    <a:pt x="16283" y="11998"/>
                  </a:cubicBezTo>
                  <a:cubicBezTo>
                    <a:pt x="16263" y="12025"/>
                    <a:pt x="16261" y="12135"/>
                    <a:pt x="16272" y="12173"/>
                  </a:cubicBezTo>
                  <a:cubicBezTo>
                    <a:pt x="16298" y="12264"/>
                    <a:pt x="16425" y="12293"/>
                    <a:pt x="16471" y="12350"/>
                  </a:cubicBezTo>
                  <a:cubicBezTo>
                    <a:pt x="16504" y="12392"/>
                    <a:pt x="16553" y="12513"/>
                    <a:pt x="16588" y="12547"/>
                  </a:cubicBezTo>
                  <a:cubicBezTo>
                    <a:pt x="16651" y="12608"/>
                    <a:pt x="16795" y="12646"/>
                    <a:pt x="16866" y="12661"/>
                  </a:cubicBezTo>
                  <a:cubicBezTo>
                    <a:pt x="16899" y="12668"/>
                    <a:pt x="16967" y="12679"/>
                    <a:pt x="16998" y="12661"/>
                  </a:cubicBezTo>
                  <a:cubicBezTo>
                    <a:pt x="17032" y="12643"/>
                    <a:pt x="17085" y="12550"/>
                    <a:pt x="17115" y="12517"/>
                  </a:cubicBezTo>
                  <a:cubicBezTo>
                    <a:pt x="17138" y="12489"/>
                    <a:pt x="17182" y="12410"/>
                    <a:pt x="17209" y="12412"/>
                  </a:cubicBezTo>
                  <a:cubicBezTo>
                    <a:pt x="17285" y="12418"/>
                    <a:pt x="17403" y="12635"/>
                    <a:pt x="17459" y="12734"/>
                  </a:cubicBezTo>
                  <a:cubicBezTo>
                    <a:pt x="17501" y="12810"/>
                    <a:pt x="17571" y="12990"/>
                    <a:pt x="17603" y="13086"/>
                  </a:cubicBezTo>
                  <a:cubicBezTo>
                    <a:pt x="17635" y="13184"/>
                    <a:pt x="17697" y="13387"/>
                    <a:pt x="17707" y="13500"/>
                  </a:cubicBezTo>
                  <a:cubicBezTo>
                    <a:pt x="17720" y="13629"/>
                    <a:pt x="17670" y="13891"/>
                    <a:pt x="17686" y="14016"/>
                  </a:cubicBezTo>
                  <a:cubicBezTo>
                    <a:pt x="17698" y="14111"/>
                    <a:pt x="17752" y="14286"/>
                    <a:pt x="17791" y="14351"/>
                  </a:cubicBezTo>
                  <a:cubicBezTo>
                    <a:pt x="17863" y="14469"/>
                    <a:pt x="18055" y="14569"/>
                    <a:pt x="18146" y="14628"/>
                  </a:cubicBezTo>
                  <a:cubicBezTo>
                    <a:pt x="18233" y="14686"/>
                    <a:pt x="18408" y="14798"/>
                    <a:pt x="18501" y="14815"/>
                  </a:cubicBezTo>
                  <a:cubicBezTo>
                    <a:pt x="18559" y="14828"/>
                    <a:pt x="18676" y="14811"/>
                    <a:pt x="18734" y="14784"/>
                  </a:cubicBezTo>
                  <a:cubicBezTo>
                    <a:pt x="18816" y="14746"/>
                    <a:pt x="18966" y="14569"/>
                    <a:pt x="19050" y="14535"/>
                  </a:cubicBezTo>
                  <a:cubicBezTo>
                    <a:pt x="19127" y="14504"/>
                    <a:pt x="19293" y="14484"/>
                    <a:pt x="19371" y="14514"/>
                  </a:cubicBezTo>
                  <a:cubicBezTo>
                    <a:pt x="19424" y="14535"/>
                    <a:pt x="19512" y="14715"/>
                    <a:pt x="19565" y="14691"/>
                  </a:cubicBezTo>
                  <a:cubicBezTo>
                    <a:pt x="19599" y="14676"/>
                    <a:pt x="19628" y="14537"/>
                    <a:pt x="19648" y="14484"/>
                  </a:cubicBezTo>
                  <a:cubicBezTo>
                    <a:pt x="19678" y="14404"/>
                    <a:pt x="19725" y="14235"/>
                    <a:pt x="19759" y="14163"/>
                  </a:cubicBezTo>
                  <a:cubicBezTo>
                    <a:pt x="19796" y="14086"/>
                    <a:pt x="19885" y="13958"/>
                    <a:pt x="19931" y="13904"/>
                  </a:cubicBezTo>
                  <a:cubicBezTo>
                    <a:pt x="19989" y="13840"/>
                    <a:pt x="20122" y="13771"/>
                    <a:pt x="20181" y="13707"/>
                  </a:cubicBezTo>
                  <a:cubicBezTo>
                    <a:pt x="20270" y="13609"/>
                    <a:pt x="20435" y="13359"/>
                    <a:pt x="20512" y="13230"/>
                  </a:cubicBezTo>
                  <a:cubicBezTo>
                    <a:pt x="20561" y="13153"/>
                    <a:pt x="20665" y="13004"/>
                    <a:pt x="20695" y="12899"/>
                  </a:cubicBezTo>
                  <a:cubicBezTo>
                    <a:pt x="20732" y="12781"/>
                    <a:pt x="20771" y="12506"/>
                    <a:pt x="20762" y="12371"/>
                  </a:cubicBezTo>
                  <a:cubicBezTo>
                    <a:pt x="20753" y="12205"/>
                    <a:pt x="20637" y="11928"/>
                    <a:pt x="20608" y="11770"/>
                  </a:cubicBezTo>
                  <a:cubicBezTo>
                    <a:pt x="20593" y="11692"/>
                    <a:pt x="20599" y="11510"/>
                    <a:pt x="20569" y="11449"/>
                  </a:cubicBezTo>
                  <a:cubicBezTo>
                    <a:pt x="20544" y="11400"/>
                    <a:pt x="20455" y="11424"/>
                    <a:pt x="20430" y="11376"/>
                  </a:cubicBezTo>
                  <a:cubicBezTo>
                    <a:pt x="20408" y="11333"/>
                    <a:pt x="20418" y="11196"/>
                    <a:pt x="20403" y="11149"/>
                  </a:cubicBezTo>
                  <a:cubicBezTo>
                    <a:pt x="20388" y="11105"/>
                    <a:pt x="20346" y="11005"/>
                    <a:pt x="20319" y="11014"/>
                  </a:cubicBezTo>
                  <a:cubicBezTo>
                    <a:pt x="20280" y="11027"/>
                    <a:pt x="20242" y="11196"/>
                    <a:pt x="20241" y="11274"/>
                  </a:cubicBezTo>
                  <a:cubicBezTo>
                    <a:pt x="20241" y="11346"/>
                    <a:pt x="20304" y="11461"/>
                    <a:pt x="20314" y="11531"/>
                  </a:cubicBezTo>
                  <a:cubicBezTo>
                    <a:pt x="20321" y="11590"/>
                    <a:pt x="20325" y="11719"/>
                    <a:pt x="20308" y="11770"/>
                  </a:cubicBezTo>
                  <a:cubicBezTo>
                    <a:pt x="20294" y="11811"/>
                    <a:pt x="20239" y="11878"/>
                    <a:pt x="20214" y="11863"/>
                  </a:cubicBezTo>
                  <a:cubicBezTo>
                    <a:pt x="20156" y="11827"/>
                    <a:pt x="20129" y="11558"/>
                    <a:pt x="20108" y="11449"/>
                  </a:cubicBezTo>
                  <a:cubicBezTo>
                    <a:pt x="20089" y="11343"/>
                    <a:pt x="20067" y="11122"/>
                    <a:pt x="20053" y="11014"/>
                  </a:cubicBezTo>
                  <a:cubicBezTo>
                    <a:pt x="20026" y="10810"/>
                    <a:pt x="19974" y="10398"/>
                    <a:pt x="19942" y="10197"/>
                  </a:cubicBezTo>
                  <a:cubicBezTo>
                    <a:pt x="19923" y="10077"/>
                    <a:pt x="19902" y="9823"/>
                    <a:pt x="19859" y="9730"/>
                  </a:cubicBezTo>
                  <a:cubicBezTo>
                    <a:pt x="19809" y="9619"/>
                    <a:pt x="19656" y="9503"/>
                    <a:pt x="19582" y="9460"/>
                  </a:cubicBezTo>
                  <a:cubicBezTo>
                    <a:pt x="19514" y="9421"/>
                    <a:pt x="19367" y="9354"/>
                    <a:pt x="19298" y="9398"/>
                  </a:cubicBezTo>
                  <a:cubicBezTo>
                    <a:pt x="19257" y="9425"/>
                    <a:pt x="19187" y="9557"/>
                    <a:pt x="19171" y="9636"/>
                  </a:cubicBezTo>
                  <a:cubicBezTo>
                    <a:pt x="19157" y="9717"/>
                    <a:pt x="19189" y="9893"/>
                    <a:pt x="19189" y="9979"/>
                  </a:cubicBezTo>
                  <a:cubicBezTo>
                    <a:pt x="19189" y="10059"/>
                    <a:pt x="19209" y="10259"/>
                    <a:pt x="19171" y="10297"/>
                  </a:cubicBezTo>
                  <a:cubicBezTo>
                    <a:pt x="19120" y="10355"/>
                    <a:pt x="19000" y="10177"/>
                    <a:pt x="18956" y="10102"/>
                  </a:cubicBezTo>
                  <a:cubicBezTo>
                    <a:pt x="18921" y="10047"/>
                    <a:pt x="18884" y="9889"/>
                    <a:pt x="18855" y="9823"/>
                  </a:cubicBezTo>
                  <a:cubicBezTo>
                    <a:pt x="18825" y="9754"/>
                    <a:pt x="18728" y="9661"/>
                    <a:pt x="18722" y="9574"/>
                  </a:cubicBezTo>
                  <a:cubicBezTo>
                    <a:pt x="18716" y="9481"/>
                    <a:pt x="18790" y="9317"/>
                    <a:pt x="18828" y="9252"/>
                  </a:cubicBezTo>
                  <a:cubicBezTo>
                    <a:pt x="18883" y="9160"/>
                    <a:pt x="19021" y="9035"/>
                    <a:pt x="19094" y="9004"/>
                  </a:cubicBezTo>
                  <a:cubicBezTo>
                    <a:pt x="19211" y="8950"/>
                    <a:pt x="19457" y="8952"/>
                    <a:pt x="19576" y="8994"/>
                  </a:cubicBezTo>
                  <a:cubicBezTo>
                    <a:pt x="19662" y="9024"/>
                    <a:pt x="19826" y="9161"/>
                    <a:pt x="19903" y="9243"/>
                  </a:cubicBezTo>
                  <a:cubicBezTo>
                    <a:pt x="20033" y="9381"/>
                    <a:pt x="20272" y="9722"/>
                    <a:pt x="20380" y="9917"/>
                  </a:cubicBezTo>
                  <a:cubicBezTo>
                    <a:pt x="20464" y="10065"/>
                    <a:pt x="20599" y="10422"/>
                    <a:pt x="20674" y="10588"/>
                  </a:cubicBezTo>
                  <a:cubicBezTo>
                    <a:pt x="20752" y="10763"/>
                    <a:pt x="20928" y="11082"/>
                    <a:pt x="20995" y="11274"/>
                  </a:cubicBezTo>
                  <a:cubicBezTo>
                    <a:pt x="21085" y="11524"/>
                    <a:pt x="21206" y="12088"/>
                    <a:pt x="21272" y="12360"/>
                  </a:cubicBezTo>
                  <a:cubicBezTo>
                    <a:pt x="21325" y="12574"/>
                    <a:pt x="21438" y="12994"/>
                    <a:pt x="21473" y="13220"/>
                  </a:cubicBezTo>
                  <a:cubicBezTo>
                    <a:pt x="21504" y="13418"/>
                    <a:pt x="21539" y="13826"/>
                    <a:pt x="21545" y="14032"/>
                  </a:cubicBezTo>
                  <a:cubicBezTo>
                    <a:pt x="21548" y="14137"/>
                    <a:pt x="21535" y="14348"/>
                    <a:pt x="21530" y="14453"/>
                  </a:cubicBezTo>
                  <a:cubicBezTo>
                    <a:pt x="21524" y="14566"/>
                    <a:pt x="21495" y="14790"/>
                    <a:pt x="21504" y="14902"/>
                  </a:cubicBezTo>
                  <a:cubicBezTo>
                    <a:pt x="21511" y="14984"/>
                    <a:pt x="21567" y="15184"/>
                    <a:pt x="21571" y="15206"/>
                  </a:cubicBezTo>
                  <a:cubicBezTo>
                    <a:pt x="21574" y="15227"/>
                    <a:pt x="21594" y="15567"/>
                    <a:pt x="21593" y="15689"/>
                  </a:cubicBezTo>
                  <a:cubicBezTo>
                    <a:pt x="21590" y="15808"/>
                    <a:pt x="21570" y="16041"/>
                    <a:pt x="21563" y="16158"/>
                  </a:cubicBezTo>
                  <a:cubicBezTo>
                    <a:pt x="21556" y="16281"/>
                    <a:pt x="21600" y="16614"/>
                    <a:pt x="21537" y="16649"/>
                  </a:cubicBezTo>
                  <a:cubicBezTo>
                    <a:pt x="21490" y="16674"/>
                    <a:pt x="21441" y="16443"/>
                    <a:pt x="21414" y="16365"/>
                  </a:cubicBezTo>
                  <a:cubicBezTo>
                    <a:pt x="21384" y="16273"/>
                    <a:pt x="21329" y="16079"/>
                    <a:pt x="21319" y="15972"/>
                  </a:cubicBezTo>
                  <a:cubicBezTo>
                    <a:pt x="21307" y="15864"/>
                    <a:pt x="21328" y="15641"/>
                    <a:pt x="21334" y="15530"/>
                  </a:cubicBezTo>
                  <a:cubicBezTo>
                    <a:pt x="21340" y="15430"/>
                    <a:pt x="21363" y="15231"/>
                    <a:pt x="21367" y="15132"/>
                  </a:cubicBezTo>
                  <a:cubicBezTo>
                    <a:pt x="21370" y="15069"/>
                    <a:pt x="21377" y="14946"/>
                    <a:pt x="21367" y="14889"/>
                  </a:cubicBezTo>
                  <a:cubicBezTo>
                    <a:pt x="21352" y="14805"/>
                    <a:pt x="21300" y="14653"/>
                    <a:pt x="21260" y="14613"/>
                  </a:cubicBezTo>
                  <a:cubicBezTo>
                    <a:pt x="21213" y="14562"/>
                    <a:pt x="21098" y="14542"/>
                    <a:pt x="21045" y="14569"/>
                  </a:cubicBezTo>
                  <a:cubicBezTo>
                    <a:pt x="20987" y="14602"/>
                    <a:pt x="20899" y="14786"/>
                    <a:pt x="20850" y="14853"/>
                  </a:cubicBezTo>
                  <a:cubicBezTo>
                    <a:pt x="20771" y="14957"/>
                    <a:pt x="20606" y="15151"/>
                    <a:pt x="20524" y="15247"/>
                  </a:cubicBezTo>
                  <a:cubicBezTo>
                    <a:pt x="20446" y="15339"/>
                    <a:pt x="20286" y="15517"/>
                    <a:pt x="20210" y="15614"/>
                  </a:cubicBezTo>
                  <a:cubicBezTo>
                    <a:pt x="20140" y="15700"/>
                    <a:pt x="19988" y="15856"/>
                    <a:pt x="19940" y="15986"/>
                  </a:cubicBezTo>
                  <a:cubicBezTo>
                    <a:pt x="19911" y="16066"/>
                    <a:pt x="19914" y="16280"/>
                    <a:pt x="19885" y="16360"/>
                  </a:cubicBezTo>
                  <a:cubicBezTo>
                    <a:pt x="19871" y="16398"/>
                    <a:pt x="19829" y="16487"/>
                    <a:pt x="19803" y="16476"/>
                  </a:cubicBezTo>
                  <a:cubicBezTo>
                    <a:pt x="19775" y="16464"/>
                    <a:pt x="19760" y="16333"/>
                    <a:pt x="19748" y="16284"/>
                  </a:cubicBezTo>
                  <a:cubicBezTo>
                    <a:pt x="19739" y="16244"/>
                    <a:pt x="19734" y="16143"/>
                    <a:pt x="19715" y="16117"/>
                  </a:cubicBezTo>
                  <a:cubicBezTo>
                    <a:pt x="19691" y="16086"/>
                    <a:pt x="19628" y="16094"/>
                    <a:pt x="19600" y="16111"/>
                  </a:cubicBezTo>
                  <a:cubicBezTo>
                    <a:pt x="19570" y="16128"/>
                    <a:pt x="19527" y="16227"/>
                    <a:pt x="19496" y="16248"/>
                  </a:cubicBezTo>
                  <a:cubicBezTo>
                    <a:pt x="19445" y="16284"/>
                    <a:pt x="19323" y="16217"/>
                    <a:pt x="19279" y="16276"/>
                  </a:cubicBezTo>
                  <a:cubicBezTo>
                    <a:pt x="19228" y="16346"/>
                    <a:pt x="19229" y="16629"/>
                    <a:pt x="19186" y="16719"/>
                  </a:cubicBezTo>
                  <a:cubicBezTo>
                    <a:pt x="19156" y="16782"/>
                    <a:pt x="19065" y="16843"/>
                    <a:pt x="19023" y="16876"/>
                  </a:cubicBezTo>
                  <a:cubicBezTo>
                    <a:pt x="18985" y="16909"/>
                    <a:pt x="18894" y="16930"/>
                    <a:pt x="18865" y="16987"/>
                  </a:cubicBezTo>
                  <a:cubicBezTo>
                    <a:pt x="18833" y="17050"/>
                    <a:pt x="18822" y="17235"/>
                    <a:pt x="18809" y="17319"/>
                  </a:cubicBezTo>
                  <a:cubicBezTo>
                    <a:pt x="18792" y="17435"/>
                    <a:pt x="18780" y="17680"/>
                    <a:pt x="18746" y="17783"/>
                  </a:cubicBezTo>
                  <a:cubicBezTo>
                    <a:pt x="18718" y="17865"/>
                    <a:pt x="18591" y="18022"/>
                    <a:pt x="18580" y="18022"/>
                  </a:cubicBezTo>
                  <a:cubicBezTo>
                    <a:pt x="18570" y="18022"/>
                    <a:pt x="18387" y="18232"/>
                    <a:pt x="18317" y="18281"/>
                  </a:cubicBezTo>
                  <a:cubicBezTo>
                    <a:pt x="18253" y="18323"/>
                    <a:pt x="18101" y="18307"/>
                    <a:pt x="18045" y="18383"/>
                  </a:cubicBezTo>
                  <a:cubicBezTo>
                    <a:pt x="17967" y="18485"/>
                    <a:pt x="17904" y="18843"/>
                    <a:pt x="17852" y="18990"/>
                  </a:cubicBezTo>
                  <a:cubicBezTo>
                    <a:pt x="17792" y="19159"/>
                    <a:pt x="17660" y="19480"/>
                    <a:pt x="17594" y="19640"/>
                  </a:cubicBezTo>
                  <a:cubicBezTo>
                    <a:pt x="17528" y="19796"/>
                    <a:pt x="17392" y="20100"/>
                    <a:pt x="17324" y="20253"/>
                  </a:cubicBezTo>
                  <a:cubicBezTo>
                    <a:pt x="17275" y="20366"/>
                    <a:pt x="17180" y="20591"/>
                    <a:pt x="17127" y="20694"/>
                  </a:cubicBezTo>
                  <a:cubicBezTo>
                    <a:pt x="17069" y="20815"/>
                    <a:pt x="16944" y="21046"/>
                    <a:pt x="16876" y="21145"/>
                  </a:cubicBezTo>
                  <a:cubicBezTo>
                    <a:pt x="16816" y="21234"/>
                    <a:pt x="16686" y="21388"/>
                    <a:pt x="16618" y="21456"/>
                  </a:cubicBezTo>
                  <a:cubicBezTo>
                    <a:pt x="16579" y="21495"/>
                    <a:pt x="16498" y="21600"/>
                    <a:pt x="16455" y="21587"/>
                  </a:cubicBezTo>
                  <a:cubicBezTo>
                    <a:pt x="16424" y="21578"/>
                    <a:pt x="16366" y="21487"/>
                    <a:pt x="16358" y="21428"/>
                  </a:cubicBezTo>
                  <a:cubicBezTo>
                    <a:pt x="16350" y="21356"/>
                    <a:pt x="16390" y="21209"/>
                    <a:pt x="16418" y="21160"/>
                  </a:cubicBezTo>
                  <a:cubicBezTo>
                    <a:pt x="16467" y="21065"/>
                    <a:pt x="16619" y="21025"/>
                    <a:pt x="16676" y="20951"/>
                  </a:cubicBezTo>
                  <a:cubicBezTo>
                    <a:pt x="16736" y="20878"/>
                    <a:pt x="16835" y="20677"/>
                    <a:pt x="16884" y="20579"/>
                  </a:cubicBezTo>
                  <a:cubicBezTo>
                    <a:pt x="16961" y="20425"/>
                    <a:pt x="17104" y="20100"/>
                    <a:pt x="17176" y="19937"/>
                  </a:cubicBezTo>
                  <a:cubicBezTo>
                    <a:pt x="17240" y="19789"/>
                    <a:pt x="17362" y="19484"/>
                    <a:pt x="17428" y="19336"/>
                  </a:cubicBezTo>
                  <a:cubicBezTo>
                    <a:pt x="17475" y="19222"/>
                    <a:pt x="17577" y="19004"/>
                    <a:pt x="17623" y="18887"/>
                  </a:cubicBezTo>
                  <a:cubicBezTo>
                    <a:pt x="17651" y="18813"/>
                    <a:pt x="17706" y="18665"/>
                    <a:pt x="17727" y="18583"/>
                  </a:cubicBezTo>
                  <a:cubicBezTo>
                    <a:pt x="17749" y="18492"/>
                    <a:pt x="17794" y="18303"/>
                    <a:pt x="17793" y="18202"/>
                  </a:cubicBezTo>
                  <a:cubicBezTo>
                    <a:pt x="17792" y="18109"/>
                    <a:pt x="17754" y="17919"/>
                    <a:pt x="17722" y="17844"/>
                  </a:cubicBezTo>
                  <a:cubicBezTo>
                    <a:pt x="17697" y="17783"/>
                    <a:pt x="17604" y="17738"/>
                    <a:pt x="17582" y="17671"/>
                  </a:cubicBezTo>
                  <a:cubicBezTo>
                    <a:pt x="17553" y="17580"/>
                    <a:pt x="17554" y="17355"/>
                    <a:pt x="17560" y="17251"/>
                  </a:cubicBezTo>
                  <a:cubicBezTo>
                    <a:pt x="17565" y="17165"/>
                    <a:pt x="17621" y="17008"/>
                    <a:pt x="17612" y="16926"/>
                  </a:cubicBezTo>
                  <a:cubicBezTo>
                    <a:pt x="17602" y="16840"/>
                    <a:pt x="17520" y="16730"/>
                    <a:pt x="17490" y="16664"/>
                  </a:cubicBezTo>
                  <a:cubicBezTo>
                    <a:pt x="17474" y="16626"/>
                    <a:pt x="17429" y="16560"/>
                    <a:pt x="17428" y="16512"/>
                  </a:cubicBezTo>
                  <a:cubicBezTo>
                    <a:pt x="17425" y="16458"/>
                    <a:pt x="17475" y="16381"/>
                    <a:pt x="17486" y="16333"/>
                  </a:cubicBezTo>
                  <a:cubicBezTo>
                    <a:pt x="17499" y="16273"/>
                    <a:pt x="17537" y="16132"/>
                    <a:pt x="17516" y="16084"/>
                  </a:cubicBezTo>
                  <a:cubicBezTo>
                    <a:pt x="17483" y="16011"/>
                    <a:pt x="17365" y="16097"/>
                    <a:pt x="17317" y="16111"/>
                  </a:cubicBezTo>
                  <a:cubicBezTo>
                    <a:pt x="17268" y="16124"/>
                    <a:pt x="17176" y="16189"/>
                    <a:pt x="17127" y="16193"/>
                  </a:cubicBezTo>
                  <a:cubicBezTo>
                    <a:pt x="17082" y="16198"/>
                    <a:pt x="16987" y="16105"/>
                    <a:pt x="16946" y="16146"/>
                  </a:cubicBezTo>
                  <a:cubicBezTo>
                    <a:pt x="16915" y="16175"/>
                    <a:pt x="16880" y="16315"/>
                    <a:pt x="16884" y="16381"/>
                  </a:cubicBezTo>
                  <a:cubicBezTo>
                    <a:pt x="16888" y="16459"/>
                    <a:pt x="16977" y="16557"/>
                    <a:pt x="16987" y="16635"/>
                  </a:cubicBezTo>
                  <a:cubicBezTo>
                    <a:pt x="16994" y="16685"/>
                    <a:pt x="16989" y="16796"/>
                    <a:pt x="16973" y="16837"/>
                  </a:cubicBezTo>
                  <a:cubicBezTo>
                    <a:pt x="16956" y="16875"/>
                    <a:pt x="16894" y="16876"/>
                    <a:pt x="16876" y="16913"/>
                  </a:cubicBezTo>
                  <a:cubicBezTo>
                    <a:pt x="16857" y="16951"/>
                    <a:pt x="16836" y="17059"/>
                    <a:pt x="16840" y="17112"/>
                  </a:cubicBezTo>
                  <a:cubicBezTo>
                    <a:pt x="16843" y="17175"/>
                    <a:pt x="16916" y="17268"/>
                    <a:pt x="16912" y="17332"/>
                  </a:cubicBezTo>
                  <a:cubicBezTo>
                    <a:pt x="16910" y="17403"/>
                    <a:pt x="16848" y="17517"/>
                    <a:pt x="16813" y="17540"/>
                  </a:cubicBezTo>
                  <a:cubicBezTo>
                    <a:pt x="16769" y="17570"/>
                    <a:pt x="16664" y="17441"/>
                    <a:pt x="16625" y="17492"/>
                  </a:cubicBezTo>
                  <a:cubicBezTo>
                    <a:pt x="16603" y="17519"/>
                    <a:pt x="16591" y="17635"/>
                    <a:pt x="16602" y="17678"/>
                  </a:cubicBezTo>
                  <a:cubicBezTo>
                    <a:pt x="16618" y="17733"/>
                    <a:pt x="16713" y="17717"/>
                    <a:pt x="16725" y="17775"/>
                  </a:cubicBezTo>
                  <a:cubicBezTo>
                    <a:pt x="16738" y="17846"/>
                    <a:pt x="16685" y="17995"/>
                    <a:pt x="16654" y="18043"/>
                  </a:cubicBezTo>
                  <a:cubicBezTo>
                    <a:pt x="16623" y="18095"/>
                    <a:pt x="16506" y="18058"/>
                    <a:pt x="16492" y="18134"/>
                  </a:cubicBezTo>
                  <a:cubicBezTo>
                    <a:pt x="16480" y="18199"/>
                    <a:pt x="16548" y="18330"/>
                    <a:pt x="16581" y="18362"/>
                  </a:cubicBezTo>
                  <a:cubicBezTo>
                    <a:pt x="16608" y="18388"/>
                    <a:pt x="16686" y="18319"/>
                    <a:pt x="16706" y="18362"/>
                  </a:cubicBezTo>
                  <a:cubicBezTo>
                    <a:pt x="16728" y="18408"/>
                    <a:pt x="16711" y="18560"/>
                    <a:pt x="16692" y="18611"/>
                  </a:cubicBezTo>
                  <a:cubicBezTo>
                    <a:pt x="16674" y="18654"/>
                    <a:pt x="16613" y="18692"/>
                    <a:pt x="16585" y="18700"/>
                  </a:cubicBezTo>
                  <a:cubicBezTo>
                    <a:pt x="16550" y="18710"/>
                    <a:pt x="16477" y="18707"/>
                    <a:pt x="16448" y="18672"/>
                  </a:cubicBezTo>
                  <a:cubicBezTo>
                    <a:pt x="16411" y="18631"/>
                    <a:pt x="16374" y="18471"/>
                    <a:pt x="16355" y="18396"/>
                  </a:cubicBezTo>
                  <a:cubicBezTo>
                    <a:pt x="16343" y="18349"/>
                    <a:pt x="16341" y="18227"/>
                    <a:pt x="16319" y="18195"/>
                  </a:cubicBezTo>
                  <a:cubicBezTo>
                    <a:pt x="16287" y="18152"/>
                    <a:pt x="16200" y="18160"/>
                    <a:pt x="16163" y="18181"/>
                  </a:cubicBezTo>
                  <a:cubicBezTo>
                    <a:pt x="16134" y="18199"/>
                    <a:pt x="16073" y="18265"/>
                    <a:pt x="16067" y="18321"/>
                  </a:cubicBezTo>
                  <a:cubicBezTo>
                    <a:pt x="16060" y="18400"/>
                    <a:pt x="16148" y="18517"/>
                    <a:pt x="16159" y="18596"/>
                  </a:cubicBezTo>
                  <a:cubicBezTo>
                    <a:pt x="16166" y="18646"/>
                    <a:pt x="16167" y="18759"/>
                    <a:pt x="16152" y="18804"/>
                  </a:cubicBezTo>
                  <a:cubicBezTo>
                    <a:pt x="16136" y="18852"/>
                    <a:pt x="16063" y="18866"/>
                    <a:pt x="16048" y="18914"/>
                  </a:cubicBezTo>
                  <a:cubicBezTo>
                    <a:pt x="16031" y="18971"/>
                    <a:pt x="16037" y="19113"/>
                    <a:pt x="16048" y="19177"/>
                  </a:cubicBezTo>
                  <a:cubicBezTo>
                    <a:pt x="16057" y="19220"/>
                    <a:pt x="16099" y="19281"/>
                    <a:pt x="16112" y="19322"/>
                  </a:cubicBezTo>
                  <a:cubicBezTo>
                    <a:pt x="16131" y="19391"/>
                    <a:pt x="16171" y="19543"/>
                    <a:pt x="16159" y="19619"/>
                  </a:cubicBezTo>
                  <a:cubicBezTo>
                    <a:pt x="16149" y="19685"/>
                    <a:pt x="16079" y="19763"/>
                    <a:pt x="16048" y="19805"/>
                  </a:cubicBezTo>
                  <a:cubicBezTo>
                    <a:pt x="16023" y="19841"/>
                    <a:pt x="15960" y="19887"/>
                    <a:pt x="15938" y="19930"/>
                  </a:cubicBezTo>
                  <a:cubicBezTo>
                    <a:pt x="15890" y="20021"/>
                    <a:pt x="15845" y="20279"/>
                    <a:pt x="15801" y="20379"/>
                  </a:cubicBezTo>
                  <a:cubicBezTo>
                    <a:pt x="15769" y="20449"/>
                    <a:pt x="15696" y="20582"/>
                    <a:pt x="15649" y="20613"/>
                  </a:cubicBezTo>
                  <a:cubicBezTo>
                    <a:pt x="15579" y="20660"/>
                    <a:pt x="15424" y="20594"/>
                    <a:pt x="15350" y="20613"/>
                  </a:cubicBezTo>
                  <a:cubicBezTo>
                    <a:pt x="15309" y="20624"/>
                    <a:pt x="15226" y="20655"/>
                    <a:pt x="15190" y="20694"/>
                  </a:cubicBezTo>
                  <a:cubicBezTo>
                    <a:pt x="15176" y="20713"/>
                    <a:pt x="15156" y="20744"/>
                    <a:pt x="15137" y="20776"/>
                  </a:cubicBezTo>
                  <a:lnTo>
                    <a:pt x="14732" y="19281"/>
                  </a:lnTo>
                  <a:lnTo>
                    <a:pt x="14732" y="18632"/>
                  </a:lnTo>
                  <a:lnTo>
                    <a:pt x="14326" y="18632"/>
                  </a:lnTo>
                  <a:lnTo>
                    <a:pt x="13742" y="17484"/>
                  </a:lnTo>
                  <a:lnTo>
                    <a:pt x="13307" y="17484"/>
                  </a:lnTo>
                  <a:lnTo>
                    <a:pt x="13136" y="17112"/>
                  </a:lnTo>
                  <a:lnTo>
                    <a:pt x="13040" y="15951"/>
                  </a:lnTo>
                  <a:lnTo>
                    <a:pt x="12678" y="15951"/>
                  </a:lnTo>
                  <a:lnTo>
                    <a:pt x="12463" y="14087"/>
                  </a:lnTo>
                  <a:lnTo>
                    <a:pt x="10283" y="15552"/>
                  </a:lnTo>
                  <a:lnTo>
                    <a:pt x="10109" y="15552"/>
                  </a:lnTo>
                  <a:lnTo>
                    <a:pt x="9927" y="15552"/>
                  </a:lnTo>
                  <a:lnTo>
                    <a:pt x="5529" y="18011"/>
                  </a:lnTo>
                  <a:lnTo>
                    <a:pt x="4531" y="18327"/>
                  </a:lnTo>
                  <a:lnTo>
                    <a:pt x="4531" y="18893"/>
                  </a:lnTo>
                  <a:lnTo>
                    <a:pt x="4229" y="19170"/>
                  </a:lnTo>
                  <a:lnTo>
                    <a:pt x="4117" y="18520"/>
                  </a:lnTo>
                  <a:lnTo>
                    <a:pt x="316" y="20591"/>
                  </a:lnTo>
                  <a:lnTo>
                    <a:pt x="88" y="20026"/>
                  </a:lnTo>
                  <a:lnTo>
                    <a:pt x="0" y="9671"/>
                  </a:lnTo>
                  <a:cubicBezTo>
                    <a:pt x="0" y="9671"/>
                    <a:pt x="4543" y="7388"/>
                    <a:pt x="4543" y="7388"/>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02" name="Shape 4684"/>
            <p:cNvSpPr/>
            <p:nvPr/>
          </p:nvSpPr>
          <p:spPr>
            <a:xfrm>
              <a:off x="8468319" y="1725880"/>
              <a:ext cx="1207223" cy="809130"/>
            </a:xfrm>
            <a:custGeom>
              <a:avLst/>
              <a:gdLst/>
              <a:ahLst/>
              <a:cxnLst>
                <a:cxn ang="0">
                  <a:pos x="wd2" y="hd2"/>
                </a:cxn>
                <a:cxn ang="5400000">
                  <a:pos x="wd2" y="hd2"/>
                </a:cxn>
                <a:cxn ang="10800000">
                  <a:pos x="wd2" y="hd2"/>
                </a:cxn>
                <a:cxn ang="16200000">
                  <a:pos x="wd2" y="hd2"/>
                </a:cxn>
              </a:cxnLst>
              <a:rect l="0" t="0" r="r" b="b"/>
              <a:pathLst>
                <a:path w="21592" h="21581" extrusionOk="0">
                  <a:moveTo>
                    <a:pt x="1277" y="15372"/>
                  </a:moveTo>
                  <a:lnTo>
                    <a:pt x="0" y="6197"/>
                  </a:lnTo>
                  <a:cubicBezTo>
                    <a:pt x="101" y="6076"/>
                    <a:pt x="203" y="5949"/>
                    <a:pt x="272" y="5870"/>
                  </a:cubicBezTo>
                  <a:cubicBezTo>
                    <a:pt x="419" y="5700"/>
                    <a:pt x="724" y="5381"/>
                    <a:pt x="866" y="5201"/>
                  </a:cubicBezTo>
                  <a:cubicBezTo>
                    <a:pt x="912" y="5144"/>
                    <a:pt x="1005" y="5027"/>
                    <a:pt x="1041" y="4956"/>
                  </a:cubicBezTo>
                  <a:cubicBezTo>
                    <a:pt x="1058" y="4921"/>
                    <a:pt x="1088" y="4846"/>
                    <a:pt x="1094" y="4804"/>
                  </a:cubicBezTo>
                  <a:cubicBezTo>
                    <a:pt x="1102" y="4754"/>
                    <a:pt x="1076" y="4647"/>
                    <a:pt x="1088" y="4600"/>
                  </a:cubicBezTo>
                  <a:cubicBezTo>
                    <a:pt x="1099" y="4559"/>
                    <a:pt x="1148" y="4499"/>
                    <a:pt x="1174" y="4477"/>
                  </a:cubicBezTo>
                  <a:cubicBezTo>
                    <a:pt x="1194" y="4460"/>
                    <a:pt x="1239" y="4432"/>
                    <a:pt x="1260" y="4443"/>
                  </a:cubicBezTo>
                  <a:cubicBezTo>
                    <a:pt x="1277" y="4453"/>
                    <a:pt x="1289" y="4511"/>
                    <a:pt x="1301" y="4529"/>
                  </a:cubicBezTo>
                  <a:cubicBezTo>
                    <a:pt x="1315" y="4549"/>
                    <a:pt x="1346" y="4593"/>
                    <a:pt x="1365" y="4590"/>
                  </a:cubicBezTo>
                  <a:cubicBezTo>
                    <a:pt x="1410" y="4586"/>
                    <a:pt x="1468" y="4460"/>
                    <a:pt x="1502" y="4416"/>
                  </a:cubicBezTo>
                  <a:cubicBezTo>
                    <a:pt x="1556" y="4342"/>
                    <a:pt x="1659" y="4184"/>
                    <a:pt x="1714" y="4112"/>
                  </a:cubicBezTo>
                  <a:cubicBezTo>
                    <a:pt x="1778" y="4029"/>
                    <a:pt x="1915" y="3879"/>
                    <a:pt x="1981" y="3799"/>
                  </a:cubicBezTo>
                  <a:cubicBezTo>
                    <a:pt x="2054" y="3713"/>
                    <a:pt x="2181" y="3564"/>
                    <a:pt x="2278" y="3443"/>
                  </a:cubicBezTo>
                  <a:lnTo>
                    <a:pt x="2517" y="5235"/>
                  </a:lnTo>
                  <a:lnTo>
                    <a:pt x="5330" y="4350"/>
                  </a:lnTo>
                  <a:lnTo>
                    <a:pt x="9710" y="2835"/>
                  </a:lnTo>
                  <a:lnTo>
                    <a:pt x="14624" y="1015"/>
                  </a:lnTo>
                  <a:lnTo>
                    <a:pt x="17085" y="14"/>
                  </a:lnTo>
                  <a:cubicBezTo>
                    <a:pt x="17085" y="14"/>
                    <a:pt x="17222" y="-19"/>
                    <a:pt x="17257" y="18"/>
                  </a:cubicBezTo>
                  <a:cubicBezTo>
                    <a:pt x="17286" y="50"/>
                    <a:pt x="17276" y="193"/>
                    <a:pt x="17307" y="222"/>
                  </a:cubicBezTo>
                  <a:cubicBezTo>
                    <a:pt x="17345" y="259"/>
                    <a:pt x="17446" y="177"/>
                    <a:pt x="17489" y="204"/>
                  </a:cubicBezTo>
                  <a:cubicBezTo>
                    <a:pt x="17529" y="229"/>
                    <a:pt x="17582" y="346"/>
                    <a:pt x="17606" y="402"/>
                  </a:cubicBezTo>
                  <a:cubicBezTo>
                    <a:pt x="17629" y="456"/>
                    <a:pt x="17651" y="580"/>
                    <a:pt x="17673" y="634"/>
                  </a:cubicBezTo>
                  <a:cubicBezTo>
                    <a:pt x="17686" y="667"/>
                    <a:pt x="17716" y="736"/>
                    <a:pt x="17739" y="753"/>
                  </a:cubicBezTo>
                  <a:cubicBezTo>
                    <a:pt x="17752" y="762"/>
                    <a:pt x="17783" y="759"/>
                    <a:pt x="17797" y="753"/>
                  </a:cubicBezTo>
                  <a:cubicBezTo>
                    <a:pt x="17825" y="739"/>
                    <a:pt x="17864" y="663"/>
                    <a:pt x="17892" y="649"/>
                  </a:cubicBezTo>
                  <a:cubicBezTo>
                    <a:pt x="17917" y="635"/>
                    <a:pt x="17974" y="628"/>
                    <a:pt x="18000" y="639"/>
                  </a:cubicBezTo>
                  <a:cubicBezTo>
                    <a:pt x="18033" y="652"/>
                    <a:pt x="18081" y="744"/>
                    <a:pt x="18115" y="753"/>
                  </a:cubicBezTo>
                  <a:cubicBezTo>
                    <a:pt x="18135" y="758"/>
                    <a:pt x="18176" y="709"/>
                    <a:pt x="18197" y="720"/>
                  </a:cubicBezTo>
                  <a:cubicBezTo>
                    <a:pt x="18221" y="734"/>
                    <a:pt x="18233" y="826"/>
                    <a:pt x="18254" y="847"/>
                  </a:cubicBezTo>
                  <a:cubicBezTo>
                    <a:pt x="18282" y="875"/>
                    <a:pt x="18370" y="842"/>
                    <a:pt x="18384" y="886"/>
                  </a:cubicBezTo>
                  <a:cubicBezTo>
                    <a:pt x="18402" y="939"/>
                    <a:pt x="18317" y="1039"/>
                    <a:pt x="18314" y="1099"/>
                  </a:cubicBezTo>
                  <a:cubicBezTo>
                    <a:pt x="18313" y="1138"/>
                    <a:pt x="18322" y="1232"/>
                    <a:pt x="18346" y="1251"/>
                  </a:cubicBezTo>
                  <a:cubicBezTo>
                    <a:pt x="18376" y="1273"/>
                    <a:pt x="18442" y="1165"/>
                    <a:pt x="18473" y="1184"/>
                  </a:cubicBezTo>
                  <a:cubicBezTo>
                    <a:pt x="18506" y="1204"/>
                    <a:pt x="18527" y="1322"/>
                    <a:pt x="18534" y="1373"/>
                  </a:cubicBezTo>
                  <a:cubicBezTo>
                    <a:pt x="18540" y="1425"/>
                    <a:pt x="18516" y="1531"/>
                    <a:pt x="18523" y="1582"/>
                  </a:cubicBezTo>
                  <a:cubicBezTo>
                    <a:pt x="18529" y="1616"/>
                    <a:pt x="18556" y="1678"/>
                    <a:pt x="18572" y="1705"/>
                  </a:cubicBezTo>
                  <a:cubicBezTo>
                    <a:pt x="18592" y="1743"/>
                    <a:pt x="18654" y="1792"/>
                    <a:pt x="18670" y="1833"/>
                  </a:cubicBezTo>
                  <a:cubicBezTo>
                    <a:pt x="18694" y="1891"/>
                    <a:pt x="18720" y="2031"/>
                    <a:pt x="18712" y="2098"/>
                  </a:cubicBezTo>
                  <a:cubicBezTo>
                    <a:pt x="18705" y="2148"/>
                    <a:pt x="18633" y="2214"/>
                    <a:pt x="18635" y="2264"/>
                  </a:cubicBezTo>
                  <a:cubicBezTo>
                    <a:pt x="18636" y="2294"/>
                    <a:pt x="18672" y="2335"/>
                    <a:pt x="18686" y="2354"/>
                  </a:cubicBezTo>
                  <a:cubicBezTo>
                    <a:pt x="18710" y="2386"/>
                    <a:pt x="18773" y="2426"/>
                    <a:pt x="18797" y="2458"/>
                  </a:cubicBezTo>
                  <a:cubicBezTo>
                    <a:pt x="18824" y="2493"/>
                    <a:pt x="18866" y="2580"/>
                    <a:pt x="18890" y="2620"/>
                  </a:cubicBezTo>
                  <a:cubicBezTo>
                    <a:pt x="18914" y="2661"/>
                    <a:pt x="18959" y="2750"/>
                    <a:pt x="18988" y="2786"/>
                  </a:cubicBezTo>
                  <a:cubicBezTo>
                    <a:pt x="19000" y="2800"/>
                    <a:pt x="19031" y="2814"/>
                    <a:pt x="19039" y="2832"/>
                  </a:cubicBezTo>
                  <a:cubicBezTo>
                    <a:pt x="19050" y="2859"/>
                    <a:pt x="19032" y="2932"/>
                    <a:pt x="19045" y="2956"/>
                  </a:cubicBezTo>
                  <a:cubicBezTo>
                    <a:pt x="19064" y="2990"/>
                    <a:pt x="19130" y="3006"/>
                    <a:pt x="19159" y="2999"/>
                  </a:cubicBezTo>
                  <a:cubicBezTo>
                    <a:pt x="19181" y="2994"/>
                    <a:pt x="19212" y="2938"/>
                    <a:pt x="19232" y="2927"/>
                  </a:cubicBezTo>
                  <a:cubicBezTo>
                    <a:pt x="19252" y="2918"/>
                    <a:pt x="19298" y="2906"/>
                    <a:pt x="19315" y="2923"/>
                  </a:cubicBezTo>
                  <a:cubicBezTo>
                    <a:pt x="19338" y="2944"/>
                    <a:pt x="19337" y="3042"/>
                    <a:pt x="19357" y="3070"/>
                  </a:cubicBezTo>
                  <a:cubicBezTo>
                    <a:pt x="19378" y="3102"/>
                    <a:pt x="19440" y="3138"/>
                    <a:pt x="19471" y="3136"/>
                  </a:cubicBezTo>
                  <a:cubicBezTo>
                    <a:pt x="19497" y="3134"/>
                    <a:pt x="19539" y="3070"/>
                    <a:pt x="19566" y="3065"/>
                  </a:cubicBezTo>
                  <a:cubicBezTo>
                    <a:pt x="19587" y="3061"/>
                    <a:pt x="19628" y="3097"/>
                    <a:pt x="19649" y="3094"/>
                  </a:cubicBezTo>
                  <a:cubicBezTo>
                    <a:pt x="19673" y="3090"/>
                    <a:pt x="19711" y="3029"/>
                    <a:pt x="19735" y="3032"/>
                  </a:cubicBezTo>
                  <a:cubicBezTo>
                    <a:pt x="19760" y="3034"/>
                    <a:pt x="19795" y="3116"/>
                    <a:pt x="19820" y="3117"/>
                  </a:cubicBezTo>
                  <a:cubicBezTo>
                    <a:pt x="19842" y="3118"/>
                    <a:pt x="19876" y="3065"/>
                    <a:pt x="19896" y="3056"/>
                  </a:cubicBezTo>
                  <a:cubicBezTo>
                    <a:pt x="19916" y="3046"/>
                    <a:pt x="19961" y="3026"/>
                    <a:pt x="19979" y="3042"/>
                  </a:cubicBezTo>
                  <a:cubicBezTo>
                    <a:pt x="20005" y="3063"/>
                    <a:pt x="20005" y="3173"/>
                    <a:pt x="20027" y="3202"/>
                  </a:cubicBezTo>
                  <a:cubicBezTo>
                    <a:pt x="20043" y="3224"/>
                    <a:pt x="20093" y="3220"/>
                    <a:pt x="20110" y="3241"/>
                  </a:cubicBezTo>
                  <a:cubicBezTo>
                    <a:pt x="20130" y="3267"/>
                    <a:pt x="20157" y="3387"/>
                    <a:pt x="20157" y="3387"/>
                  </a:cubicBezTo>
                  <a:lnTo>
                    <a:pt x="20214" y="3412"/>
                  </a:lnTo>
                  <a:cubicBezTo>
                    <a:pt x="20183" y="3451"/>
                    <a:pt x="20146" y="3487"/>
                    <a:pt x="20125" y="3510"/>
                  </a:cubicBezTo>
                  <a:cubicBezTo>
                    <a:pt x="20100" y="3540"/>
                    <a:pt x="20029" y="3565"/>
                    <a:pt x="20011" y="3605"/>
                  </a:cubicBezTo>
                  <a:cubicBezTo>
                    <a:pt x="19995" y="3641"/>
                    <a:pt x="20013" y="3740"/>
                    <a:pt x="19998" y="3776"/>
                  </a:cubicBezTo>
                  <a:cubicBezTo>
                    <a:pt x="19982" y="3815"/>
                    <a:pt x="19914" y="3840"/>
                    <a:pt x="19893" y="3875"/>
                  </a:cubicBezTo>
                  <a:cubicBezTo>
                    <a:pt x="19853" y="3947"/>
                    <a:pt x="19810" y="4130"/>
                    <a:pt x="19795" y="4221"/>
                  </a:cubicBezTo>
                  <a:cubicBezTo>
                    <a:pt x="19781" y="4303"/>
                    <a:pt x="19774" y="4473"/>
                    <a:pt x="19776" y="4558"/>
                  </a:cubicBezTo>
                  <a:cubicBezTo>
                    <a:pt x="19778" y="4612"/>
                    <a:pt x="19804" y="4720"/>
                    <a:pt x="19802" y="4776"/>
                  </a:cubicBezTo>
                  <a:cubicBezTo>
                    <a:pt x="19798" y="4847"/>
                    <a:pt x="19758" y="4978"/>
                    <a:pt x="19744" y="5045"/>
                  </a:cubicBezTo>
                  <a:cubicBezTo>
                    <a:pt x="19734" y="5093"/>
                    <a:pt x="19727" y="5198"/>
                    <a:pt x="19706" y="5235"/>
                  </a:cubicBezTo>
                  <a:cubicBezTo>
                    <a:pt x="19689" y="5266"/>
                    <a:pt x="19627" y="5278"/>
                    <a:pt x="19607" y="5306"/>
                  </a:cubicBezTo>
                  <a:cubicBezTo>
                    <a:pt x="19586" y="5337"/>
                    <a:pt x="19558" y="5419"/>
                    <a:pt x="19550" y="5462"/>
                  </a:cubicBezTo>
                  <a:cubicBezTo>
                    <a:pt x="19543" y="5507"/>
                    <a:pt x="19560" y="5603"/>
                    <a:pt x="19550" y="5647"/>
                  </a:cubicBezTo>
                  <a:cubicBezTo>
                    <a:pt x="19543" y="5681"/>
                    <a:pt x="19501" y="5728"/>
                    <a:pt x="19493" y="5761"/>
                  </a:cubicBezTo>
                  <a:cubicBezTo>
                    <a:pt x="19480" y="5816"/>
                    <a:pt x="19484" y="5993"/>
                    <a:pt x="19484" y="5993"/>
                  </a:cubicBezTo>
                  <a:lnTo>
                    <a:pt x="19153" y="6520"/>
                  </a:lnTo>
                  <a:lnTo>
                    <a:pt x="19607" y="7172"/>
                  </a:lnTo>
                  <a:cubicBezTo>
                    <a:pt x="19607" y="7172"/>
                    <a:pt x="19616" y="7277"/>
                    <a:pt x="19604" y="7305"/>
                  </a:cubicBezTo>
                  <a:cubicBezTo>
                    <a:pt x="19591" y="7337"/>
                    <a:pt x="19531" y="7344"/>
                    <a:pt x="19515" y="7372"/>
                  </a:cubicBezTo>
                  <a:cubicBezTo>
                    <a:pt x="19504" y="7393"/>
                    <a:pt x="19494" y="7449"/>
                    <a:pt x="19493" y="7476"/>
                  </a:cubicBezTo>
                  <a:cubicBezTo>
                    <a:pt x="19492" y="7523"/>
                    <a:pt x="19526" y="7610"/>
                    <a:pt x="19525" y="7657"/>
                  </a:cubicBezTo>
                  <a:cubicBezTo>
                    <a:pt x="19524" y="7699"/>
                    <a:pt x="19499" y="7781"/>
                    <a:pt x="19484" y="7817"/>
                  </a:cubicBezTo>
                  <a:cubicBezTo>
                    <a:pt x="19468" y="7854"/>
                    <a:pt x="19428" y="7927"/>
                    <a:pt x="19401" y="7945"/>
                  </a:cubicBezTo>
                  <a:cubicBezTo>
                    <a:pt x="19381" y="7959"/>
                    <a:pt x="19330" y="7935"/>
                    <a:pt x="19312" y="7955"/>
                  </a:cubicBezTo>
                  <a:cubicBezTo>
                    <a:pt x="19280" y="7988"/>
                    <a:pt x="19249" y="8110"/>
                    <a:pt x="19251" y="8168"/>
                  </a:cubicBezTo>
                  <a:cubicBezTo>
                    <a:pt x="19254" y="8214"/>
                    <a:pt x="19308" y="8280"/>
                    <a:pt x="19315" y="8324"/>
                  </a:cubicBezTo>
                  <a:cubicBezTo>
                    <a:pt x="19327" y="8389"/>
                    <a:pt x="19295" y="8532"/>
                    <a:pt x="19312" y="8594"/>
                  </a:cubicBezTo>
                  <a:cubicBezTo>
                    <a:pt x="19322" y="8630"/>
                    <a:pt x="19385" y="8664"/>
                    <a:pt x="19388" y="8703"/>
                  </a:cubicBezTo>
                  <a:cubicBezTo>
                    <a:pt x="19391" y="8740"/>
                    <a:pt x="19339" y="8790"/>
                    <a:pt x="19334" y="8827"/>
                  </a:cubicBezTo>
                  <a:cubicBezTo>
                    <a:pt x="19326" y="8887"/>
                    <a:pt x="19352" y="9012"/>
                    <a:pt x="19369" y="9068"/>
                  </a:cubicBezTo>
                  <a:cubicBezTo>
                    <a:pt x="19382" y="9110"/>
                    <a:pt x="19429" y="9174"/>
                    <a:pt x="19442" y="9215"/>
                  </a:cubicBezTo>
                  <a:cubicBezTo>
                    <a:pt x="19457" y="9261"/>
                    <a:pt x="19456" y="9377"/>
                    <a:pt x="19480" y="9414"/>
                  </a:cubicBezTo>
                  <a:cubicBezTo>
                    <a:pt x="19504" y="9449"/>
                    <a:pt x="19578" y="9489"/>
                    <a:pt x="19607" y="9466"/>
                  </a:cubicBezTo>
                  <a:cubicBezTo>
                    <a:pt x="19637" y="9442"/>
                    <a:pt x="19626" y="9307"/>
                    <a:pt x="19652" y="9276"/>
                  </a:cubicBezTo>
                  <a:cubicBezTo>
                    <a:pt x="19679" y="9245"/>
                    <a:pt x="19755" y="9244"/>
                    <a:pt x="19789" y="9257"/>
                  </a:cubicBezTo>
                  <a:cubicBezTo>
                    <a:pt x="19836" y="9277"/>
                    <a:pt x="19916" y="9372"/>
                    <a:pt x="19948" y="9428"/>
                  </a:cubicBezTo>
                  <a:cubicBezTo>
                    <a:pt x="19983" y="9492"/>
                    <a:pt x="20031" y="9646"/>
                    <a:pt x="20039" y="9727"/>
                  </a:cubicBezTo>
                  <a:cubicBezTo>
                    <a:pt x="20047" y="9796"/>
                    <a:pt x="20008" y="9937"/>
                    <a:pt x="20018" y="10006"/>
                  </a:cubicBezTo>
                  <a:cubicBezTo>
                    <a:pt x="20025" y="10064"/>
                    <a:pt x="20068" y="10170"/>
                    <a:pt x="20097" y="10210"/>
                  </a:cubicBezTo>
                  <a:cubicBezTo>
                    <a:pt x="20118" y="10239"/>
                    <a:pt x="20173" y="10281"/>
                    <a:pt x="20201" y="10286"/>
                  </a:cubicBezTo>
                  <a:cubicBezTo>
                    <a:pt x="20231" y="10291"/>
                    <a:pt x="20287" y="10251"/>
                    <a:pt x="20316" y="10243"/>
                  </a:cubicBezTo>
                  <a:cubicBezTo>
                    <a:pt x="20344" y="10236"/>
                    <a:pt x="20402" y="10205"/>
                    <a:pt x="20427" y="10224"/>
                  </a:cubicBezTo>
                  <a:cubicBezTo>
                    <a:pt x="20459" y="10247"/>
                    <a:pt x="20483" y="10359"/>
                    <a:pt x="20500" y="10404"/>
                  </a:cubicBezTo>
                  <a:cubicBezTo>
                    <a:pt x="20521" y="10459"/>
                    <a:pt x="20547" y="10587"/>
                    <a:pt x="20580" y="10627"/>
                  </a:cubicBezTo>
                  <a:cubicBezTo>
                    <a:pt x="20607" y="10661"/>
                    <a:pt x="20684" y="10675"/>
                    <a:pt x="20719" y="10689"/>
                  </a:cubicBezTo>
                  <a:cubicBezTo>
                    <a:pt x="20758" y="10703"/>
                    <a:pt x="20842" y="10707"/>
                    <a:pt x="20875" y="10740"/>
                  </a:cubicBezTo>
                  <a:cubicBezTo>
                    <a:pt x="20917" y="10783"/>
                    <a:pt x="20956" y="10928"/>
                    <a:pt x="20986" y="10987"/>
                  </a:cubicBezTo>
                  <a:cubicBezTo>
                    <a:pt x="21002" y="11018"/>
                    <a:pt x="21030" y="11089"/>
                    <a:pt x="21053" y="11106"/>
                  </a:cubicBezTo>
                  <a:cubicBezTo>
                    <a:pt x="21088" y="11129"/>
                    <a:pt x="21168" y="11089"/>
                    <a:pt x="21206" y="11101"/>
                  </a:cubicBezTo>
                  <a:cubicBezTo>
                    <a:pt x="21237" y="11110"/>
                    <a:pt x="21299" y="11150"/>
                    <a:pt x="21323" y="11181"/>
                  </a:cubicBezTo>
                  <a:cubicBezTo>
                    <a:pt x="21357" y="11225"/>
                    <a:pt x="21380" y="11372"/>
                    <a:pt x="21418" y="11404"/>
                  </a:cubicBezTo>
                  <a:cubicBezTo>
                    <a:pt x="21451" y="11431"/>
                    <a:pt x="21542" y="11369"/>
                    <a:pt x="21568" y="11409"/>
                  </a:cubicBezTo>
                  <a:cubicBezTo>
                    <a:pt x="21600" y="11456"/>
                    <a:pt x="21598" y="11624"/>
                    <a:pt x="21571" y="11679"/>
                  </a:cubicBezTo>
                  <a:cubicBezTo>
                    <a:pt x="21555" y="11710"/>
                    <a:pt x="21491" y="11700"/>
                    <a:pt x="21469" y="11721"/>
                  </a:cubicBezTo>
                  <a:cubicBezTo>
                    <a:pt x="21452" y="11738"/>
                    <a:pt x="21434" y="11797"/>
                    <a:pt x="21418" y="11816"/>
                  </a:cubicBezTo>
                  <a:cubicBezTo>
                    <a:pt x="21400" y="11838"/>
                    <a:pt x="21357" y="11865"/>
                    <a:pt x="21335" y="11878"/>
                  </a:cubicBezTo>
                  <a:cubicBezTo>
                    <a:pt x="21319" y="11888"/>
                    <a:pt x="21281" y="11892"/>
                    <a:pt x="21269" y="11911"/>
                  </a:cubicBezTo>
                  <a:cubicBezTo>
                    <a:pt x="21249" y="11941"/>
                    <a:pt x="21245" y="12034"/>
                    <a:pt x="21235" y="12072"/>
                  </a:cubicBezTo>
                  <a:cubicBezTo>
                    <a:pt x="21225" y="12104"/>
                    <a:pt x="21206" y="12170"/>
                    <a:pt x="21190" y="12195"/>
                  </a:cubicBezTo>
                  <a:cubicBezTo>
                    <a:pt x="21164" y="12235"/>
                    <a:pt x="21094" y="12278"/>
                    <a:pt x="21063" y="12304"/>
                  </a:cubicBezTo>
                  <a:cubicBezTo>
                    <a:pt x="21040" y="12323"/>
                    <a:pt x="20992" y="12350"/>
                    <a:pt x="20973" y="12375"/>
                  </a:cubicBezTo>
                  <a:cubicBezTo>
                    <a:pt x="20932" y="12430"/>
                    <a:pt x="20882" y="12579"/>
                    <a:pt x="20850" y="12645"/>
                  </a:cubicBezTo>
                  <a:cubicBezTo>
                    <a:pt x="20820" y="12708"/>
                    <a:pt x="20760" y="12833"/>
                    <a:pt x="20726" y="12892"/>
                  </a:cubicBezTo>
                  <a:cubicBezTo>
                    <a:pt x="20712" y="12916"/>
                    <a:pt x="20677" y="12955"/>
                    <a:pt x="20666" y="12982"/>
                  </a:cubicBezTo>
                  <a:cubicBezTo>
                    <a:pt x="20653" y="13012"/>
                    <a:pt x="20648" y="13084"/>
                    <a:pt x="20636" y="13114"/>
                  </a:cubicBezTo>
                  <a:cubicBezTo>
                    <a:pt x="20620" y="13160"/>
                    <a:pt x="20573" y="13240"/>
                    <a:pt x="20545" y="13271"/>
                  </a:cubicBezTo>
                  <a:cubicBezTo>
                    <a:pt x="20520" y="13297"/>
                    <a:pt x="20455" y="13309"/>
                    <a:pt x="20433" y="13342"/>
                  </a:cubicBezTo>
                  <a:cubicBezTo>
                    <a:pt x="20416" y="13368"/>
                    <a:pt x="20400" y="13439"/>
                    <a:pt x="20395" y="13475"/>
                  </a:cubicBezTo>
                  <a:cubicBezTo>
                    <a:pt x="20391" y="13511"/>
                    <a:pt x="20389" y="13587"/>
                    <a:pt x="20399" y="13622"/>
                  </a:cubicBezTo>
                  <a:cubicBezTo>
                    <a:pt x="20410" y="13663"/>
                    <a:pt x="20472" y="13711"/>
                    <a:pt x="20481" y="13754"/>
                  </a:cubicBezTo>
                  <a:cubicBezTo>
                    <a:pt x="20491" y="13797"/>
                    <a:pt x="20488" y="13900"/>
                    <a:pt x="20468" y="13934"/>
                  </a:cubicBezTo>
                  <a:cubicBezTo>
                    <a:pt x="20450" y="13966"/>
                    <a:pt x="20382" y="13954"/>
                    <a:pt x="20357" y="13977"/>
                  </a:cubicBezTo>
                  <a:cubicBezTo>
                    <a:pt x="20319" y="14012"/>
                    <a:pt x="20271" y="14128"/>
                    <a:pt x="20239" y="14176"/>
                  </a:cubicBezTo>
                  <a:cubicBezTo>
                    <a:pt x="20204" y="14230"/>
                    <a:pt x="20140" y="14354"/>
                    <a:pt x="20094" y="14385"/>
                  </a:cubicBezTo>
                  <a:cubicBezTo>
                    <a:pt x="20052" y="14411"/>
                    <a:pt x="19954" y="14370"/>
                    <a:pt x="19912" y="14398"/>
                  </a:cubicBezTo>
                  <a:cubicBezTo>
                    <a:pt x="19883" y="14418"/>
                    <a:pt x="19844" y="14500"/>
                    <a:pt x="19824" y="14536"/>
                  </a:cubicBezTo>
                  <a:cubicBezTo>
                    <a:pt x="19800" y="14576"/>
                    <a:pt x="19760" y="14664"/>
                    <a:pt x="19735" y="14701"/>
                  </a:cubicBezTo>
                  <a:cubicBezTo>
                    <a:pt x="19720" y="14723"/>
                    <a:pt x="19684" y="14753"/>
                    <a:pt x="19671" y="14778"/>
                  </a:cubicBezTo>
                  <a:cubicBezTo>
                    <a:pt x="19661" y="14797"/>
                    <a:pt x="19652" y="14829"/>
                    <a:pt x="19645" y="14865"/>
                  </a:cubicBezTo>
                  <a:cubicBezTo>
                    <a:pt x="19593" y="14837"/>
                    <a:pt x="19536" y="14808"/>
                    <a:pt x="19506" y="14796"/>
                  </a:cubicBezTo>
                  <a:cubicBezTo>
                    <a:pt x="19445" y="14774"/>
                    <a:pt x="19320" y="14733"/>
                    <a:pt x="19258" y="14739"/>
                  </a:cubicBezTo>
                  <a:cubicBezTo>
                    <a:pt x="19187" y="14746"/>
                    <a:pt x="19049" y="14811"/>
                    <a:pt x="18985" y="14858"/>
                  </a:cubicBezTo>
                  <a:cubicBezTo>
                    <a:pt x="18929" y="14900"/>
                    <a:pt x="18831" y="15018"/>
                    <a:pt x="18785" y="15081"/>
                  </a:cubicBezTo>
                  <a:cubicBezTo>
                    <a:pt x="18734" y="15148"/>
                    <a:pt x="18636" y="15293"/>
                    <a:pt x="18600" y="15379"/>
                  </a:cubicBezTo>
                  <a:cubicBezTo>
                    <a:pt x="18567" y="15460"/>
                    <a:pt x="18521" y="15641"/>
                    <a:pt x="18508" y="15734"/>
                  </a:cubicBezTo>
                  <a:cubicBezTo>
                    <a:pt x="18503" y="15771"/>
                    <a:pt x="18499" y="15824"/>
                    <a:pt x="18496" y="15879"/>
                  </a:cubicBezTo>
                  <a:lnTo>
                    <a:pt x="16939" y="16474"/>
                  </a:lnTo>
                  <a:lnTo>
                    <a:pt x="12656" y="18085"/>
                  </a:lnTo>
                  <a:lnTo>
                    <a:pt x="5757" y="20476"/>
                  </a:lnTo>
                  <a:lnTo>
                    <a:pt x="5749" y="20479"/>
                  </a:lnTo>
                  <a:lnTo>
                    <a:pt x="2140" y="21581"/>
                  </a:lnTo>
                  <a:cubicBezTo>
                    <a:pt x="2140" y="21581"/>
                    <a:pt x="1277" y="15372"/>
                    <a:pt x="1277" y="1537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03" name="Shape 4685"/>
            <p:cNvSpPr/>
            <p:nvPr/>
          </p:nvSpPr>
          <p:spPr>
            <a:xfrm>
              <a:off x="8468319" y="1725880"/>
              <a:ext cx="1207223" cy="809130"/>
            </a:xfrm>
            <a:custGeom>
              <a:avLst/>
              <a:gdLst/>
              <a:ahLst/>
              <a:cxnLst>
                <a:cxn ang="0">
                  <a:pos x="wd2" y="hd2"/>
                </a:cxn>
                <a:cxn ang="5400000">
                  <a:pos x="wd2" y="hd2"/>
                </a:cxn>
                <a:cxn ang="10800000">
                  <a:pos x="wd2" y="hd2"/>
                </a:cxn>
                <a:cxn ang="16200000">
                  <a:pos x="wd2" y="hd2"/>
                </a:cxn>
              </a:cxnLst>
              <a:rect l="0" t="0" r="r" b="b"/>
              <a:pathLst>
                <a:path w="21592" h="21581" extrusionOk="0">
                  <a:moveTo>
                    <a:pt x="1277" y="15372"/>
                  </a:moveTo>
                  <a:lnTo>
                    <a:pt x="0" y="6197"/>
                  </a:lnTo>
                  <a:cubicBezTo>
                    <a:pt x="101" y="6076"/>
                    <a:pt x="203" y="5949"/>
                    <a:pt x="272" y="5870"/>
                  </a:cubicBezTo>
                  <a:cubicBezTo>
                    <a:pt x="419" y="5700"/>
                    <a:pt x="724" y="5381"/>
                    <a:pt x="866" y="5201"/>
                  </a:cubicBezTo>
                  <a:cubicBezTo>
                    <a:pt x="912" y="5144"/>
                    <a:pt x="1005" y="5027"/>
                    <a:pt x="1041" y="4956"/>
                  </a:cubicBezTo>
                  <a:cubicBezTo>
                    <a:pt x="1058" y="4921"/>
                    <a:pt x="1088" y="4846"/>
                    <a:pt x="1094" y="4804"/>
                  </a:cubicBezTo>
                  <a:cubicBezTo>
                    <a:pt x="1102" y="4754"/>
                    <a:pt x="1076" y="4647"/>
                    <a:pt x="1088" y="4600"/>
                  </a:cubicBezTo>
                  <a:cubicBezTo>
                    <a:pt x="1099" y="4559"/>
                    <a:pt x="1148" y="4499"/>
                    <a:pt x="1174" y="4477"/>
                  </a:cubicBezTo>
                  <a:cubicBezTo>
                    <a:pt x="1194" y="4460"/>
                    <a:pt x="1239" y="4432"/>
                    <a:pt x="1260" y="4443"/>
                  </a:cubicBezTo>
                  <a:cubicBezTo>
                    <a:pt x="1277" y="4453"/>
                    <a:pt x="1289" y="4511"/>
                    <a:pt x="1301" y="4529"/>
                  </a:cubicBezTo>
                  <a:cubicBezTo>
                    <a:pt x="1315" y="4549"/>
                    <a:pt x="1346" y="4593"/>
                    <a:pt x="1365" y="4590"/>
                  </a:cubicBezTo>
                  <a:cubicBezTo>
                    <a:pt x="1410" y="4586"/>
                    <a:pt x="1468" y="4460"/>
                    <a:pt x="1502" y="4416"/>
                  </a:cubicBezTo>
                  <a:cubicBezTo>
                    <a:pt x="1556" y="4342"/>
                    <a:pt x="1659" y="4184"/>
                    <a:pt x="1714" y="4112"/>
                  </a:cubicBezTo>
                  <a:cubicBezTo>
                    <a:pt x="1778" y="4029"/>
                    <a:pt x="1915" y="3879"/>
                    <a:pt x="1981" y="3799"/>
                  </a:cubicBezTo>
                  <a:cubicBezTo>
                    <a:pt x="2054" y="3713"/>
                    <a:pt x="2181" y="3564"/>
                    <a:pt x="2278" y="3443"/>
                  </a:cubicBezTo>
                  <a:lnTo>
                    <a:pt x="2517" y="5235"/>
                  </a:lnTo>
                  <a:lnTo>
                    <a:pt x="5330" y="4350"/>
                  </a:lnTo>
                  <a:lnTo>
                    <a:pt x="9710" y="2835"/>
                  </a:lnTo>
                  <a:lnTo>
                    <a:pt x="14624" y="1015"/>
                  </a:lnTo>
                  <a:lnTo>
                    <a:pt x="17085" y="14"/>
                  </a:lnTo>
                  <a:cubicBezTo>
                    <a:pt x="17085" y="14"/>
                    <a:pt x="17222" y="-19"/>
                    <a:pt x="17257" y="18"/>
                  </a:cubicBezTo>
                  <a:cubicBezTo>
                    <a:pt x="17286" y="50"/>
                    <a:pt x="17276" y="193"/>
                    <a:pt x="17307" y="222"/>
                  </a:cubicBezTo>
                  <a:cubicBezTo>
                    <a:pt x="17345" y="259"/>
                    <a:pt x="17446" y="177"/>
                    <a:pt x="17489" y="204"/>
                  </a:cubicBezTo>
                  <a:cubicBezTo>
                    <a:pt x="17529" y="229"/>
                    <a:pt x="17582" y="346"/>
                    <a:pt x="17606" y="402"/>
                  </a:cubicBezTo>
                  <a:cubicBezTo>
                    <a:pt x="17629" y="456"/>
                    <a:pt x="17651" y="580"/>
                    <a:pt x="17673" y="634"/>
                  </a:cubicBezTo>
                  <a:cubicBezTo>
                    <a:pt x="17686" y="667"/>
                    <a:pt x="17716" y="736"/>
                    <a:pt x="17739" y="753"/>
                  </a:cubicBezTo>
                  <a:cubicBezTo>
                    <a:pt x="17752" y="762"/>
                    <a:pt x="17783" y="759"/>
                    <a:pt x="17797" y="753"/>
                  </a:cubicBezTo>
                  <a:cubicBezTo>
                    <a:pt x="17825" y="739"/>
                    <a:pt x="17864" y="663"/>
                    <a:pt x="17892" y="649"/>
                  </a:cubicBezTo>
                  <a:cubicBezTo>
                    <a:pt x="17917" y="635"/>
                    <a:pt x="17974" y="628"/>
                    <a:pt x="18000" y="639"/>
                  </a:cubicBezTo>
                  <a:cubicBezTo>
                    <a:pt x="18033" y="652"/>
                    <a:pt x="18081" y="744"/>
                    <a:pt x="18115" y="753"/>
                  </a:cubicBezTo>
                  <a:cubicBezTo>
                    <a:pt x="18135" y="758"/>
                    <a:pt x="18176" y="709"/>
                    <a:pt x="18197" y="720"/>
                  </a:cubicBezTo>
                  <a:cubicBezTo>
                    <a:pt x="18221" y="734"/>
                    <a:pt x="18233" y="826"/>
                    <a:pt x="18254" y="847"/>
                  </a:cubicBezTo>
                  <a:cubicBezTo>
                    <a:pt x="18282" y="875"/>
                    <a:pt x="18370" y="842"/>
                    <a:pt x="18384" y="886"/>
                  </a:cubicBezTo>
                  <a:cubicBezTo>
                    <a:pt x="18402" y="939"/>
                    <a:pt x="18317" y="1039"/>
                    <a:pt x="18314" y="1099"/>
                  </a:cubicBezTo>
                  <a:cubicBezTo>
                    <a:pt x="18313" y="1138"/>
                    <a:pt x="18322" y="1232"/>
                    <a:pt x="18346" y="1251"/>
                  </a:cubicBezTo>
                  <a:cubicBezTo>
                    <a:pt x="18376" y="1273"/>
                    <a:pt x="18442" y="1165"/>
                    <a:pt x="18473" y="1184"/>
                  </a:cubicBezTo>
                  <a:cubicBezTo>
                    <a:pt x="18506" y="1204"/>
                    <a:pt x="18527" y="1322"/>
                    <a:pt x="18534" y="1373"/>
                  </a:cubicBezTo>
                  <a:cubicBezTo>
                    <a:pt x="18540" y="1425"/>
                    <a:pt x="18516" y="1531"/>
                    <a:pt x="18523" y="1582"/>
                  </a:cubicBezTo>
                  <a:cubicBezTo>
                    <a:pt x="18529" y="1616"/>
                    <a:pt x="18556" y="1678"/>
                    <a:pt x="18572" y="1705"/>
                  </a:cubicBezTo>
                  <a:cubicBezTo>
                    <a:pt x="18592" y="1743"/>
                    <a:pt x="18654" y="1792"/>
                    <a:pt x="18670" y="1833"/>
                  </a:cubicBezTo>
                  <a:cubicBezTo>
                    <a:pt x="18694" y="1891"/>
                    <a:pt x="18720" y="2031"/>
                    <a:pt x="18712" y="2098"/>
                  </a:cubicBezTo>
                  <a:cubicBezTo>
                    <a:pt x="18705" y="2148"/>
                    <a:pt x="18633" y="2214"/>
                    <a:pt x="18635" y="2264"/>
                  </a:cubicBezTo>
                  <a:cubicBezTo>
                    <a:pt x="18636" y="2294"/>
                    <a:pt x="18672" y="2335"/>
                    <a:pt x="18686" y="2354"/>
                  </a:cubicBezTo>
                  <a:cubicBezTo>
                    <a:pt x="18710" y="2386"/>
                    <a:pt x="18773" y="2426"/>
                    <a:pt x="18797" y="2458"/>
                  </a:cubicBezTo>
                  <a:cubicBezTo>
                    <a:pt x="18824" y="2493"/>
                    <a:pt x="18866" y="2580"/>
                    <a:pt x="18890" y="2620"/>
                  </a:cubicBezTo>
                  <a:cubicBezTo>
                    <a:pt x="18914" y="2661"/>
                    <a:pt x="18959" y="2750"/>
                    <a:pt x="18988" y="2786"/>
                  </a:cubicBezTo>
                  <a:cubicBezTo>
                    <a:pt x="19000" y="2800"/>
                    <a:pt x="19031" y="2814"/>
                    <a:pt x="19039" y="2832"/>
                  </a:cubicBezTo>
                  <a:cubicBezTo>
                    <a:pt x="19050" y="2859"/>
                    <a:pt x="19032" y="2932"/>
                    <a:pt x="19045" y="2956"/>
                  </a:cubicBezTo>
                  <a:cubicBezTo>
                    <a:pt x="19064" y="2990"/>
                    <a:pt x="19130" y="3006"/>
                    <a:pt x="19159" y="2999"/>
                  </a:cubicBezTo>
                  <a:cubicBezTo>
                    <a:pt x="19181" y="2994"/>
                    <a:pt x="19212" y="2938"/>
                    <a:pt x="19232" y="2927"/>
                  </a:cubicBezTo>
                  <a:cubicBezTo>
                    <a:pt x="19252" y="2918"/>
                    <a:pt x="19298" y="2906"/>
                    <a:pt x="19315" y="2923"/>
                  </a:cubicBezTo>
                  <a:cubicBezTo>
                    <a:pt x="19338" y="2944"/>
                    <a:pt x="19337" y="3042"/>
                    <a:pt x="19357" y="3070"/>
                  </a:cubicBezTo>
                  <a:cubicBezTo>
                    <a:pt x="19378" y="3102"/>
                    <a:pt x="19440" y="3138"/>
                    <a:pt x="19471" y="3136"/>
                  </a:cubicBezTo>
                  <a:cubicBezTo>
                    <a:pt x="19497" y="3134"/>
                    <a:pt x="19539" y="3070"/>
                    <a:pt x="19566" y="3065"/>
                  </a:cubicBezTo>
                  <a:cubicBezTo>
                    <a:pt x="19587" y="3061"/>
                    <a:pt x="19628" y="3097"/>
                    <a:pt x="19649" y="3094"/>
                  </a:cubicBezTo>
                  <a:cubicBezTo>
                    <a:pt x="19673" y="3090"/>
                    <a:pt x="19711" y="3029"/>
                    <a:pt x="19735" y="3032"/>
                  </a:cubicBezTo>
                  <a:cubicBezTo>
                    <a:pt x="19760" y="3034"/>
                    <a:pt x="19795" y="3116"/>
                    <a:pt x="19820" y="3117"/>
                  </a:cubicBezTo>
                  <a:cubicBezTo>
                    <a:pt x="19842" y="3118"/>
                    <a:pt x="19876" y="3065"/>
                    <a:pt x="19896" y="3056"/>
                  </a:cubicBezTo>
                  <a:cubicBezTo>
                    <a:pt x="19916" y="3046"/>
                    <a:pt x="19961" y="3026"/>
                    <a:pt x="19979" y="3042"/>
                  </a:cubicBezTo>
                  <a:cubicBezTo>
                    <a:pt x="20005" y="3063"/>
                    <a:pt x="20005" y="3173"/>
                    <a:pt x="20027" y="3202"/>
                  </a:cubicBezTo>
                  <a:cubicBezTo>
                    <a:pt x="20043" y="3224"/>
                    <a:pt x="20093" y="3220"/>
                    <a:pt x="20110" y="3241"/>
                  </a:cubicBezTo>
                  <a:cubicBezTo>
                    <a:pt x="20130" y="3267"/>
                    <a:pt x="20157" y="3387"/>
                    <a:pt x="20157" y="3387"/>
                  </a:cubicBezTo>
                  <a:lnTo>
                    <a:pt x="20214" y="3412"/>
                  </a:lnTo>
                  <a:cubicBezTo>
                    <a:pt x="20183" y="3451"/>
                    <a:pt x="20146" y="3487"/>
                    <a:pt x="20125" y="3510"/>
                  </a:cubicBezTo>
                  <a:cubicBezTo>
                    <a:pt x="20100" y="3540"/>
                    <a:pt x="20029" y="3565"/>
                    <a:pt x="20011" y="3605"/>
                  </a:cubicBezTo>
                  <a:cubicBezTo>
                    <a:pt x="19995" y="3641"/>
                    <a:pt x="20013" y="3740"/>
                    <a:pt x="19998" y="3776"/>
                  </a:cubicBezTo>
                  <a:cubicBezTo>
                    <a:pt x="19982" y="3815"/>
                    <a:pt x="19914" y="3840"/>
                    <a:pt x="19893" y="3875"/>
                  </a:cubicBezTo>
                  <a:cubicBezTo>
                    <a:pt x="19853" y="3947"/>
                    <a:pt x="19810" y="4130"/>
                    <a:pt x="19795" y="4221"/>
                  </a:cubicBezTo>
                  <a:cubicBezTo>
                    <a:pt x="19781" y="4303"/>
                    <a:pt x="19774" y="4473"/>
                    <a:pt x="19776" y="4558"/>
                  </a:cubicBezTo>
                  <a:cubicBezTo>
                    <a:pt x="19778" y="4612"/>
                    <a:pt x="19804" y="4720"/>
                    <a:pt x="19802" y="4776"/>
                  </a:cubicBezTo>
                  <a:cubicBezTo>
                    <a:pt x="19798" y="4847"/>
                    <a:pt x="19758" y="4978"/>
                    <a:pt x="19744" y="5045"/>
                  </a:cubicBezTo>
                  <a:cubicBezTo>
                    <a:pt x="19734" y="5093"/>
                    <a:pt x="19727" y="5198"/>
                    <a:pt x="19706" y="5235"/>
                  </a:cubicBezTo>
                  <a:cubicBezTo>
                    <a:pt x="19689" y="5266"/>
                    <a:pt x="19627" y="5278"/>
                    <a:pt x="19607" y="5306"/>
                  </a:cubicBezTo>
                  <a:cubicBezTo>
                    <a:pt x="19586" y="5337"/>
                    <a:pt x="19558" y="5419"/>
                    <a:pt x="19550" y="5462"/>
                  </a:cubicBezTo>
                  <a:cubicBezTo>
                    <a:pt x="19543" y="5507"/>
                    <a:pt x="19560" y="5603"/>
                    <a:pt x="19550" y="5647"/>
                  </a:cubicBezTo>
                  <a:cubicBezTo>
                    <a:pt x="19543" y="5681"/>
                    <a:pt x="19501" y="5728"/>
                    <a:pt x="19493" y="5761"/>
                  </a:cubicBezTo>
                  <a:cubicBezTo>
                    <a:pt x="19480" y="5816"/>
                    <a:pt x="19484" y="5993"/>
                    <a:pt x="19484" y="5993"/>
                  </a:cubicBezTo>
                  <a:lnTo>
                    <a:pt x="19153" y="6520"/>
                  </a:lnTo>
                  <a:lnTo>
                    <a:pt x="19607" y="7172"/>
                  </a:lnTo>
                  <a:cubicBezTo>
                    <a:pt x="19607" y="7172"/>
                    <a:pt x="19616" y="7277"/>
                    <a:pt x="19604" y="7305"/>
                  </a:cubicBezTo>
                  <a:cubicBezTo>
                    <a:pt x="19591" y="7337"/>
                    <a:pt x="19531" y="7344"/>
                    <a:pt x="19515" y="7372"/>
                  </a:cubicBezTo>
                  <a:cubicBezTo>
                    <a:pt x="19504" y="7393"/>
                    <a:pt x="19494" y="7449"/>
                    <a:pt x="19493" y="7476"/>
                  </a:cubicBezTo>
                  <a:cubicBezTo>
                    <a:pt x="19492" y="7523"/>
                    <a:pt x="19526" y="7610"/>
                    <a:pt x="19525" y="7657"/>
                  </a:cubicBezTo>
                  <a:cubicBezTo>
                    <a:pt x="19524" y="7699"/>
                    <a:pt x="19499" y="7781"/>
                    <a:pt x="19484" y="7817"/>
                  </a:cubicBezTo>
                  <a:cubicBezTo>
                    <a:pt x="19468" y="7854"/>
                    <a:pt x="19428" y="7927"/>
                    <a:pt x="19401" y="7945"/>
                  </a:cubicBezTo>
                  <a:cubicBezTo>
                    <a:pt x="19381" y="7959"/>
                    <a:pt x="19330" y="7935"/>
                    <a:pt x="19312" y="7955"/>
                  </a:cubicBezTo>
                  <a:cubicBezTo>
                    <a:pt x="19280" y="7988"/>
                    <a:pt x="19249" y="8110"/>
                    <a:pt x="19251" y="8168"/>
                  </a:cubicBezTo>
                  <a:cubicBezTo>
                    <a:pt x="19254" y="8214"/>
                    <a:pt x="19308" y="8280"/>
                    <a:pt x="19315" y="8324"/>
                  </a:cubicBezTo>
                  <a:cubicBezTo>
                    <a:pt x="19327" y="8389"/>
                    <a:pt x="19295" y="8532"/>
                    <a:pt x="19312" y="8594"/>
                  </a:cubicBezTo>
                  <a:cubicBezTo>
                    <a:pt x="19322" y="8630"/>
                    <a:pt x="19385" y="8664"/>
                    <a:pt x="19388" y="8703"/>
                  </a:cubicBezTo>
                  <a:cubicBezTo>
                    <a:pt x="19391" y="8740"/>
                    <a:pt x="19339" y="8790"/>
                    <a:pt x="19334" y="8827"/>
                  </a:cubicBezTo>
                  <a:cubicBezTo>
                    <a:pt x="19326" y="8887"/>
                    <a:pt x="19352" y="9012"/>
                    <a:pt x="19369" y="9068"/>
                  </a:cubicBezTo>
                  <a:cubicBezTo>
                    <a:pt x="19382" y="9110"/>
                    <a:pt x="19429" y="9174"/>
                    <a:pt x="19442" y="9215"/>
                  </a:cubicBezTo>
                  <a:cubicBezTo>
                    <a:pt x="19457" y="9261"/>
                    <a:pt x="19456" y="9377"/>
                    <a:pt x="19480" y="9414"/>
                  </a:cubicBezTo>
                  <a:cubicBezTo>
                    <a:pt x="19504" y="9449"/>
                    <a:pt x="19578" y="9489"/>
                    <a:pt x="19607" y="9466"/>
                  </a:cubicBezTo>
                  <a:cubicBezTo>
                    <a:pt x="19637" y="9442"/>
                    <a:pt x="19626" y="9307"/>
                    <a:pt x="19652" y="9276"/>
                  </a:cubicBezTo>
                  <a:cubicBezTo>
                    <a:pt x="19679" y="9245"/>
                    <a:pt x="19755" y="9244"/>
                    <a:pt x="19789" y="9257"/>
                  </a:cubicBezTo>
                  <a:cubicBezTo>
                    <a:pt x="19836" y="9277"/>
                    <a:pt x="19916" y="9372"/>
                    <a:pt x="19948" y="9428"/>
                  </a:cubicBezTo>
                  <a:cubicBezTo>
                    <a:pt x="19983" y="9492"/>
                    <a:pt x="20031" y="9646"/>
                    <a:pt x="20039" y="9727"/>
                  </a:cubicBezTo>
                  <a:cubicBezTo>
                    <a:pt x="20047" y="9796"/>
                    <a:pt x="20008" y="9937"/>
                    <a:pt x="20018" y="10006"/>
                  </a:cubicBezTo>
                  <a:cubicBezTo>
                    <a:pt x="20025" y="10064"/>
                    <a:pt x="20068" y="10170"/>
                    <a:pt x="20097" y="10210"/>
                  </a:cubicBezTo>
                  <a:cubicBezTo>
                    <a:pt x="20118" y="10239"/>
                    <a:pt x="20173" y="10281"/>
                    <a:pt x="20201" y="10286"/>
                  </a:cubicBezTo>
                  <a:cubicBezTo>
                    <a:pt x="20231" y="10291"/>
                    <a:pt x="20287" y="10251"/>
                    <a:pt x="20316" y="10243"/>
                  </a:cubicBezTo>
                  <a:cubicBezTo>
                    <a:pt x="20344" y="10236"/>
                    <a:pt x="20402" y="10205"/>
                    <a:pt x="20427" y="10224"/>
                  </a:cubicBezTo>
                  <a:cubicBezTo>
                    <a:pt x="20459" y="10247"/>
                    <a:pt x="20483" y="10359"/>
                    <a:pt x="20500" y="10404"/>
                  </a:cubicBezTo>
                  <a:cubicBezTo>
                    <a:pt x="20521" y="10459"/>
                    <a:pt x="20547" y="10587"/>
                    <a:pt x="20580" y="10627"/>
                  </a:cubicBezTo>
                  <a:cubicBezTo>
                    <a:pt x="20607" y="10661"/>
                    <a:pt x="20684" y="10675"/>
                    <a:pt x="20719" y="10689"/>
                  </a:cubicBezTo>
                  <a:cubicBezTo>
                    <a:pt x="20758" y="10703"/>
                    <a:pt x="20842" y="10707"/>
                    <a:pt x="20875" y="10740"/>
                  </a:cubicBezTo>
                  <a:cubicBezTo>
                    <a:pt x="20917" y="10783"/>
                    <a:pt x="20956" y="10928"/>
                    <a:pt x="20986" y="10987"/>
                  </a:cubicBezTo>
                  <a:cubicBezTo>
                    <a:pt x="21002" y="11018"/>
                    <a:pt x="21030" y="11089"/>
                    <a:pt x="21053" y="11106"/>
                  </a:cubicBezTo>
                  <a:cubicBezTo>
                    <a:pt x="21088" y="11129"/>
                    <a:pt x="21168" y="11089"/>
                    <a:pt x="21206" y="11101"/>
                  </a:cubicBezTo>
                  <a:cubicBezTo>
                    <a:pt x="21237" y="11110"/>
                    <a:pt x="21299" y="11150"/>
                    <a:pt x="21323" y="11181"/>
                  </a:cubicBezTo>
                  <a:cubicBezTo>
                    <a:pt x="21357" y="11225"/>
                    <a:pt x="21380" y="11372"/>
                    <a:pt x="21418" y="11404"/>
                  </a:cubicBezTo>
                  <a:cubicBezTo>
                    <a:pt x="21451" y="11431"/>
                    <a:pt x="21542" y="11369"/>
                    <a:pt x="21568" y="11409"/>
                  </a:cubicBezTo>
                  <a:cubicBezTo>
                    <a:pt x="21600" y="11456"/>
                    <a:pt x="21598" y="11624"/>
                    <a:pt x="21571" y="11679"/>
                  </a:cubicBezTo>
                  <a:cubicBezTo>
                    <a:pt x="21555" y="11710"/>
                    <a:pt x="21491" y="11700"/>
                    <a:pt x="21469" y="11721"/>
                  </a:cubicBezTo>
                  <a:cubicBezTo>
                    <a:pt x="21452" y="11738"/>
                    <a:pt x="21434" y="11797"/>
                    <a:pt x="21418" y="11816"/>
                  </a:cubicBezTo>
                  <a:cubicBezTo>
                    <a:pt x="21400" y="11838"/>
                    <a:pt x="21357" y="11865"/>
                    <a:pt x="21335" y="11878"/>
                  </a:cubicBezTo>
                  <a:cubicBezTo>
                    <a:pt x="21319" y="11888"/>
                    <a:pt x="21281" y="11892"/>
                    <a:pt x="21269" y="11911"/>
                  </a:cubicBezTo>
                  <a:cubicBezTo>
                    <a:pt x="21249" y="11941"/>
                    <a:pt x="21245" y="12034"/>
                    <a:pt x="21235" y="12072"/>
                  </a:cubicBezTo>
                  <a:cubicBezTo>
                    <a:pt x="21225" y="12104"/>
                    <a:pt x="21206" y="12170"/>
                    <a:pt x="21190" y="12195"/>
                  </a:cubicBezTo>
                  <a:cubicBezTo>
                    <a:pt x="21164" y="12235"/>
                    <a:pt x="21094" y="12278"/>
                    <a:pt x="21063" y="12304"/>
                  </a:cubicBezTo>
                  <a:cubicBezTo>
                    <a:pt x="21040" y="12323"/>
                    <a:pt x="20992" y="12350"/>
                    <a:pt x="20973" y="12375"/>
                  </a:cubicBezTo>
                  <a:cubicBezTo>
                    <a:pt x="20932" y="12430"/>
                    <a:pt x="20882" y="12579"/>
                    <a:pt x="20850" y="12645"/>
                  </a:cubicBezTo>
                  <a:cubicBezTo>
                    <a:pt x="20820" y="12708"/>
                    <a:pt x="20760" y="12833"/>
                    <a:pt x="20726" y="12892"/>
                  </a:cubicBezTo>
                  <a:cubicBezTo>
                    <a:pt x="20712" y="12916"/>
                    <a:pt x="20677" y="12955"/>
                    <a:pt x="20666" y="12982"/>
                  </a:cubicBezTo>
                  <a:cubicBezTo>
                    <a:pt x="20653" y="13012"/>
                    <a:pt x="20648" y="13084"/>
                    <a:pt x="20636" y="13114"/>
                  </a:cubicBezTo>
                  <a:cubicBezTo>
                    <a:pt x="20620" y="13160"/>
                    <a:pt x="20573" y="13240"/>
                    <a:pt x="20545" y="13271"/>
                  </a:cubicBezTo>
                  <a:cubicBezTo>
                    <a:pt x="20520" y="13297"/>
                    <a:pt x="20455" y="13309"/>
                    <a:pt x="20433" y="13342"/>
                  </a:cubicBezTo>
                  <a:cubicBezTo>
                    <a:pt x="20416" y="13368"/>
                    <a:pt x="20400" y="13439"/>
                    <a:pt x="20395" y="13475"/>
                  </a:cubicBezTo>
                  <a:cubicBezTo>
                    <a:pt x="20391" y="13511"/>
                    <a:pt x="20389" y="13587"/>
                    <a:pt x="20399" y="13622"/>
                  </a:cubicBezTo>
                  <a:cubicBezTo>
                    <a:pt x="20410" y="13663"/>
                    <a:pt x="20472" y="13711"/>
                    <a:pt x="20481" y="13754"/>
                  </a:cubicBezTo>
                  <a:cubicBezTo>
                    <a:pt x="20491" y="13797"/>
                    <a:pt x="20488" y="13900"/>
                    <a:pt x="20468" y="13934"/>
                  </a:cubicBezTo>
                  <a:cubicBezTo>
                    <a:pt x="20450" y="13966"/>
                    <a:pt x="20382" y="13954"/>
                    <a:pt x="20357" y="13977"/>
                  </a:cubicBezTo>
                  <a:cubicBezTo>
                    <a:pt x="20319" y="14012"/>
                    <a:pt x="20271" y="14128"/>
                    <a:pt x="20239" y="14176"/>
                  </a:cubicBezTo>
                  <a:cubicBezTo>
                    <a:pt x="20204" y="14230"/>
                    <a:pt x="20140" y="14354"/>
                    <a:pt x="20094" y="14385"/>
                  </a:cubicBezTo>
                  <a:cubicBezTo>
                    <a:pt x="20052" y="14411"/>
                    <a:pt x="19954" y="14370"/>
                    <a:pt x="19912" y="14398"/>
                  </a:cubicBezTo>
                  <a:cubicBezTo>
                    <a:pt x="19883" y="14418"/>
                    <a:pt x="19844" y="14500"/>
                    <a:pt x="19824" y="14536"/>
                  </a:cubicBezTo>
                  <a:cubicBezTo>
                    <a:pt x="19800" y="14576"/>
                    <a:pt x="19760" y="14664"/>
                    <a:pt x="19735" y="14701"/>
                  </a:cubicBezTo>
                  <a:cubicBezTo>
                    <a:pt x="19720" y="14723"/>
                    <a:pt x="19684" y="14753"/>
                    <a:pt x="19671" y="14778"/>
                  </a:cubicBezTo>
                  <a:cubicBezTo>
                    <a:pt x="19661" y="14797"/>
                    <a:pt x="19652" y="14829"/>
                    <a:pt x="19645" y="14865"/>
                  </a:cubicBezTo>
                  <a:cubicBezTo>
                    <a:pt x="19593" y="14837"/>
                    <a:pt x="19536" y="14808"/>
                    <a:pt x="19506" y="14796"/>
                  </a:cubicBezTo>
                  <a:cubicBezTo>
                    <a:pt x="19445" y="14774"/>
                    <a:pt x="19320" y="14733"/>
                    <a:pt x="19258" y="14739"/>
                  </a:cubicBezTo>
                  <a:cubicBezTo>
                    <a:pt x="19187" y="14746"/>
                    <a:pt x="19049" y="14811"/>
                    <a:pt x="18985" y="14858"/>
                  </a:cubicBezTo>
                  <a:cubicBezTo>
                    <a:pt x="18929" y="14900"/>
                    <a:pt x="18831" y="15018"/>
                    <a:pt x="18785" y="15081"/>
                  </a:cubicBezTo>
                  <a:cubicBezTo>
                    <a:pt x="18734" y="15148"/>
                    <a:pt x="18636" y="15293"/>
                    <a:pt x="18600" y="15379"/>
                  </a:cubicBezTo>
                  <a:cubicBezTo>
                    <a:pt x="18567" y="15460"/>
                    <a:pt x="18521" y="15641"/>
                    <a:pt x="18508" y="15734"/>
                  </a:cubicBezTo>
                  <a:cubicBezTo>
                    <a:pt x="18503" y="15771"/>
                    <a:pt x="18499" y="15824"/>
                    <a:pt x="18496" y="15879"/>
                  </a:cubicBezTo>
                  <a:lnTo>
                    <a:pt x="16939" y="16474"/>
                  </a:lnTo>
                  <a:lnTo>
                    <a:pt x="12656" y="18085"/>
                  </a:lnTo>
                  <a:lnTo>
                    <a:pt x="5757" y="20476"/>
                  </a:lnTo>
                  <a:lnTo>
                    <a:pt x="5749" y="20479"/>
                  </a:lnTo>
                  <a:lnTo>
                    <a:pt x="2140" y="21581"/>
                  </a:lnTo>
                  <a:cubicBezTo>
                    <a:pt x="2140" y="21581"/>
                    <a:pt x="1277" y="15372"/>
                    <a:pt x="1277" y="15372"/>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04" name="Shape 4686"/>
            <p:cNvSpPr/>
            <p:nvPr/>
          </p:nvSpPr>
          <p:spPr>
            <a:xfrm>
              <a:off x="9526858" y="1863950"/>
              <a:ext cx="280847" cy="625916"/>
            </a:xfrm>
            <a:custGeom>
              <a:avLst/>
              <a:gdLst/>
              <a:ahLst/>
              <a:cxnLst>
                <a:cxn ang="0">
                  <a:pos x="wd2" y="hd2"/>
                </a:cxn>
                <a:cxn ang="5400000">
                  <a:pos x="wd2" y="hd2"/>
                </a:cxn>
                <a:cxn ang="10800000">
                  <a:pos x="wd2" y="hd2"/>
                </a:cxn>
                <a:cxn ang="16200000">
                  <a:pos x="wd2" y="hd2"/>
                </a:cxn>
              </a:cxnLst>
              <a:rect l="0" t="0" r="r" b="b"/>
              <a:pathLst>
                <a:path w="21597" h="21593" extrusionOk="0">
                  <a:moveTo>
                    <a:pt x="2112" y="14812"/>
                  </a:moveTo>
                  <a:cubicBezTo>
                    <a:pt x="2146" y="14767"/>
                    <a:pt x="2184" y="14726"/>
                    <a:pt x="2228" y="14701"/>
                  </a:cubicBezTo>
                  <a:cubicBezTo>
                    <a:pt x="2281" y="14667"/>
                    <a:pt x="2437" y="14629"/>
                    <a:pt x="2501" y="14602"/>
                  </a:cubicBezTo>
                  <a:cubicBezTo>
                    <a:pt x="2608" y="14553"/>
                    <a:pt x="2784" y="14440"/>
                    <a:pt x="2884" y="14388"/>
                  </a:cubicBezTo>
                  <a:cubicBezTo>
                    <a:pt x="2972" y="14341"/>
                    <a:pt x="3140" y="14235"/>
                    <a:pt x="3264" y="14210"/>
                  </a:cubicBezTo>
                  <a:cubicBezTo>
                    <a:pt x="3442" y="14173"/>
                    <a:pt x="3866" y="14226"/>
                    <a:pt x="4046" y="14191"/>
                  </a:cubicBezTo>
                  <a:cubicBezTo>
                    <a:pt x="4241" y="14153"/>
                    <a:pt x="4519" y="13991"/>
                    <a:pt x="4669" y="13922"/>
                  </a:cubicBezTo>
                  <a:cubicBezTo>
                    <a:pt x="4804" y="13859"/>
                    <a:pt x="5013" y="13710"/>
                    <a:pt x="5176" y="13663"/>
                  </a:cubicBezTo>
                  <a:cubicBezTo>
                    <a:pt x="5283" y="13635"/>
                    <a:pt x="5575" y="13651"/>
                    <a:pt x="5654" y="13608"/>
                  </a:cubicBezTo>
                  <a:cubicBezTo>
                    <a:pt x="5741" y="13565"/>
                    <a:pt x="5750" y="13432"/>
                    <a:pt x="5710" y="13377"/>
                  </a:cubicBezTo>
                  <a:cubicBezTo>
                    <a:pt x="5668" y="13321"/>
                    <a:pt x="5406" y="13259"/>
                    <a:pt x="5357" y="13205"/>
                  </a:cubicBezTo>
                  <a:cubicBezTo>
                    <a:pt x="5314" y="13161"/>
                    <a:pt x="5323" y="13062"/>
                    <a:pt x="5342" y="13015"/>
                  </a:cubicBezTo>
                  <a:cubicBezTo>
                    <a:pt x="5361" y="12969"/>
                    <a:pt x="5432" y="12876"/>
                    <a:pt x="5504" y="12842"/>
                  </a:cubicBezTo>
                  <a:cubicBezTo>
                    <a:pt x="5597" y="12801"/>
                    <a:pt x="5877" y="12785"/>
                    <a:pt x="5983" y="12752"/>
                  </a:cubicBezTo>
                  <a:cubicBezTo>
                    <a:pt x="6106" y="12711"/>
                    <a:pt x="6306" y="12608"/>
                    <a:pt x="6379" y="12549"/>
                  </a:cubicBezTo>
                  <a:cubicBezTo>
                    <a:pt x="6429" y="12510"/>
                    <a:pt x="6449" y="12416"/>
                    <a:pt x="6505" y="12378"/>
                  </a:cubicBezTo>
                  <a:cubicBezTo>
                    <a:pt x="6550" y="12342"/>
                    <a:pt x="6703" y="12292"/>
                    <a:pt x="6760" y="12261"/>
                  </a:cubicBezTo>
                  <a:cubicBezTo>
                    <a:pt x="6907" y="12186"/>
                    <a:pt x="7167" y="12023"/>
                    <a:pt x="7294" y="11942"/>
                  </a:cubicBezTo>
                  <a:cubicBezTo>
                    <a:pt x="7433" y="11856"/>
                    <a:pt x="7649" y="11662"/>
                    <a:pt x="7827" y="11593"/>
                  </a:cubicBezTo>
                  <a:cubicBezTo>
                    <a:pt x="7908" y="11559"/>
                    <a:pt x="8114" y="11524"/>
                    <a:pt x="8210" y="11500"/>
                  </a:cubicBezTo>
                  <a:cubicBezTo>
                    <a:pt x="8345" y="11467"/>
                    <a:pt x="8648" y="11411"/>
                    <a:pt x="8756" y="11360"/>
                  </a:cubicBezTo>
                  <a:cubicBezTo>
                    <a:pt x="8827" y="11327"/>
                    <a:pt x="8909" y="11242"/>
                    <a:pt x="8950" y="11200"/>
                  </a:cubicBezTo>
                  <a:cubicBezTo>
                    <a:pt x="8995" y="11151"/>
                    <a:pt x="9012" y="11031"/>
                    <a:pt x="9099" y="10992"/>
                  </a:cubicBezTo>
                  <a:cubicBezTo>
                    <a:pt x="9150" y="10968"/>
                    <a:pt x="9315" y="10962"/>
                    <a:pt x="9382" y="10950"/>
                  </a:cubicBezTo>
                  <a:cubicBezTo>
                    <a:pt x="9477" y="10932"/>
                    <a:pt x="9660" y="10899"/>
                    <a:pt x="9740" y="10870"/>
                  </a:cubicBezTo>
                  <a:cubicBezTo>
                    <a:pt x="9807" y="10845"/>
                    <a:pt x="9885" y="10769"/>
                    <a:pt x="9958" y="10747"/>
                  </a:cubicBezTo>
                  <a:cubicBezTo>
                    <a:pt x="10051" y="10719"/>
                    <a:pt x="10327" y="10733"/>
                    <a:pt x="10396" y="10692"/>
                  </a:cubicBezTo>
                  <a:cubicBezTo>
                    <a:pt x="10511" y="10622"/>
                    <a:pt x="10521" y="10403"/>
                    <a:pt x="10383" y="10343"/>
                  </a:cubicBezTo>
                  <a:cubicBezTo>
                    <a:pt x="10270" y="10292"/>
                    <a:pt x="9878" y="10372"/>
                    <a:pt x="9740" y="10337"/>
                  </a:cubicBezTo>
                  <a:cubicBezTo>
                    <a:pt x="9576" y="10295"/>
                    <a:pt x="9474" y="10105"/>
                    <a:pt x="9330" y="10049"/>
                  </a:cubicBezTo>
                  <a:cubicBezTo>
                    <a:pt x="9225" y="10008"/>
                    <a:pt x="8962" y="9957"/>
                    <a:pt x="8826" y="9944"/>
                  </a:cubicBezTo>
                  <a:cubicBezTo>
                    <a:pt x="8665" y="9930"/>
                    <a:pt x="8318" y="9981"/>
                    <a:pt x="8169" y="9951"/>
                  </a:cubicBezTo>
                  <a:cubicBezTo>
                    <a:pt x="8069" y="9930"/>
                    <a:pt x="7949" y="9837"/>
                    <a:pt x="7882" y="9796"/>
                  </a:cubicBezTo>
                  <a:cubicBezTo>
                    <a:pt x="7752" y="9720"/>
                    <a:pt x="7581" y="9533"/>
                    <a:pt x="7403" y="9478"/>
                  </a:cubicBezTo>
                  <a:cubicBezTo>
                    <a:pt x="7262" y="9435"/>
                    <a:pt x="6900" y="9430"/>
                    <a:pt x="6735" y="9412"/>
                  </a:cubicBezTo>
                  <a:cubicBezTo>
                    <a:pt x="6581" y="9392"/>
                    <a:pt x="6252" y="9375"/>
                    <a:pt x="6133" y="9332"/>
                  </a:cubicBezTo>
                  <a:cubicBezTo>
                    <a:pt x="5995" y="9281"/>
                    <a:pt x="5883" y="9114"/>
                    <a:pt x="5791" y="9044"/>
                  </a:cubicBezTo>
                  <a:cubicBezTo>
                    <a:pt x="5717" y="8985"/>
                    <a:pt x="5615" y="8840"/>
                    <a:pt x="5476" y="8811"/>
                  </a:cubicBezTo>
                  <a:cubicBezTo>
                    <a:pt x="5369" y="8785"/>
                    <a:pt x="5119" y="8826"/>
                    <a:pt x="4998" y="8835"/>
                  </a:cubicBezTo>
                  <a:cubicBezTo>
                    <a:pt x="4877" y="8846"/>
                    <a:pt x="4635" y="8897"/>
                    <a:pt x="4507" y="8891"/>
                  </a:cubicBezTo>
                  <a:cubicBezTo>
                    <a:pt x="4383" y="8884"/>
                    <a:pt x="4148" y="8830"/>
                    <a:pt x="4058" y="8792"/>
                  </a:cubicBezTo>
                  <a:cubicBezTo>
                    <a:pt x="3932" y="8740"/>
                    <a:pt x="3750" y="8604"/>
                    <a:pt x="3717" y="8529"/>
                  </a:cubicBezTo>
                  <a:cubicBezTo>
                    <a:pt x="3674" y="8439"/>
                    <a:pt x="3842" y="8257"/>
                    <a:pt x="3811" y="8168"/>
                  </a:cubicBezTo>
                  <a:cubicBezTo>
                    <a:pt x="3774" y="8062"/>
                    <a:pt x="3567" y="7864"/>
                    <a:pt x="3415" y="7781"/>
                  </a:cubicBezTo>
                  <a:cubicBezTo>
                    <a:pt x="3282" y="7709"/>
                    <a:pt x="2936" y="7585"/>
                    <a:pt x="2734" y="7560"/>
                  </a:cubicBezTo>
                  <a:cubicBezTo>
                    <a:pt x="2589" y="7543"/>
                    <a:pt x="2260" y="7543"/>
                    <a:pt x="2143" y="7584"/>
                  </a:cubicBezTo>
                  <a:cubicBezTo>
                    <a:pt x="2031" y="7625"/>
                    <a:pt x="2081" y="7800"/>
                    <a:pt x="1953" y="7830"/>
                  </a:cubicBezTo>
                  <a:cubicBezTo>
                    <a:pt x="1827" y="7859"/>
                    <a:pt x="1507" y="7808"/>
                    <a:pt x="1407" y="7763"/>
                  </a:cubicBezTo>
                  <a:cubicBezTo>
                    <a:pt x="1300" y="7715"/>
                    <a:pt x="1308" y="7565"/>
                    <a:pt x="1243" y="7505"/>
                  </a:cubicBezTo>
                  <a:cubicBezTo>
                    <a:pt x="1186" y="7453"/>
                    <a:pt x="985" y="7369"/>
                    <a:pt x="930" y="7316"/>
                  </a:cubicBezTo>
                  <a:cubicBezTo>
                    <a:pt x="855" y="7243"/>
                    <a:pt x="745" y="7081"/>
                    <a:pt x="778" y="7003"/>
                  </a:cubicBezTo>
                  <a:cubicBezTo>
                    <a:pt x="798" y="6956"/>
                    <a:pt x="1023" y="6891"/>
                    <a:pt x="1011" y="6844"/>
                  </a:cubicBezTo>
                  <a:cubicBezTo>
                    <a:pt x="995" y="6793"/>
                    <a:pt x="726" y="6749"/>
                    <a:pt x="683" y="6703"/>
                  </a:cubicBezTo>
                  <a:cubicBezTo>
                    <a:pt x="608" y="6622"/>
                    <a:pt x="747" y="6437"/>
                    <a:pt x="698" y="6354"/>
                  </a:cubicBezTo>
                  <a:cubicBezTo>
                    <a:pt x="664" y="6297"/>
                    <a:pt x="434" y="6210"/>
                    <a:pt x="422" y="6152"/>
                  </a:cubicBezTo>
                  <a:cubicBezTo>
                    <a:pt x="413" y="6076"/>
                    <a:pt x="546" y="5918"/>
                    <a:pt x="683" y="5876"/>
                  </a:cubicBezTo>
                  <a:cubicBezTo>
                    <a:pt x="762" y="5849"/>
                    <a:pt x="978" y="5880"/>
                    <a:pt x="1066" y="5863"/>
                  </a:cubicBezTo>
                  <a:cubicBezTo>
                    <a:pt x="1182" y="5839"/>
                    <a:pt x="1353" y="5746"/>
                    <a:pt x="1424" y="5697"/>
                  </a:cubicBezTo>
                  <a:cubicBezTo>
                    <a:pt x="1488" y="5649"/>
                    <a:pt x="1593" y="5545"/>
                    <a:pt x="1597" y="5490"/>
                  </a:cubicBezTo>
                  <a:cubicBezTo>
                    <a:pt x="1605" y="5430"/>
                    <a:pt x="1459" y="5316"/>
                    <a:pt x="1462" y="5256"/>
                  </a:cubicBezTo>
                  <a:cubicBezTo>
                    <a:pt x="1464" y="5221"/>
                    <a:pt x="1507" y="5148"/>
                    <a:pt x="1557" y="5121"/>
                  </a:cubicBezTo>
                  <a:cubicBezTo>
                    <a:pt x="1626" y="5085"/>
                    <a:pt x="1882" y="5076"/>
                    <a:pt x="1939" y="5035"/>
                  </a:cubicBezTo>
                  <a:cubicBezTo>
                    <a:pt x="1991" y="4999"/>
                    <a:pt x="1953" y="4864"/>
                    <a:pt x="1953" y="4864"/>
                  </a:cubicBezTo>
                  <a:lnTo>
                    <a:pt x="0" y="4019"/>
                  </a:lnTo>
                  <a:lnTo>
                    <a:pt x="1424" y="3338"/>
                  </a:lnTo>
                  <a:cubicBezTo>
                    <a:pt x="1424" y="3338"/>
                    <a:pt x="1403" y="3109"/>
                    <a:pt x="1462" y="3038"/>
                  </a:cubicBezTo>
                  <a:cubicBezTo>
                    <a:pt x="1497" y="2995"/>
                    <a:pt x="1675" y="2934"/>
                    <a:pt x="1707" y="2891"/>
                  </a:cubicBezTo>
                  <a:cubicBezTo>
                    <a:pt x="1749" y="2834"/>
                    <a:pt x="1675" y="2709"/>
                    <a:pt x="1707" y="2651"/>
                  </a:cubicBezTo>
                  <a:cubicBezTo>
                    <a:pt x="1739" y="2596"/>
                    <a:pt x="1861" y="2489"/>
                    <a:pt x="1953" y="2449"/>
                  </a:cubicBezTo>
                  <a:cubicBezTo>
                    <a:pt x="2037" y="2413"/>
                    <a:pt x="2302" y="2398"/>
                    <a:pt x="2378" y="2358"/>
                  </a:cubicBezTo>
                  <a:cubicBezTo>
                    <a:pt x="2468" y="2309"/>
                    <a:pt x="2499" y="2173"/>
                    <a:pt x="2540" y="2112"/>
                  </a:cubicBezTo>
                  <a:cubicBezTo>
                    <a:pt x="2599" y="2025"/>
                    <a:pt x="2774" y="1854"/>
                    <a:pt x="2787" y="1764"/>
                  </a:cubicBezTo>
                  <a:cubicBezTo>
                    <a:pt x="2798" y="1692"/>
                    <a:pt x="2686" y="1552"/>
                    <a:pt x="2679" y="1482"/>
                  </a:cubicBezTo>
                  <a:cubicBezTo>
                    <a:pt x="2668" y="1371"/>
                    <a:pt x="2699" y="1153"/>
                    <a:pt x="2760" y="1046"/>
                  </a:cubicBezTo>
                  <a:cubicBezTo>
                    <a:pt x="2824" y="928"/>
                    <a:pt x="3009" y="692"/>
                    <a:pt x="3183" y="598"/>
                  </a:cubicBezTo>
                  <a:cubicBezTo>
                    <a:pt x="3270" y="553"/>
                    <a:pt x="3563" y="521"/>
                    <a:pt x="3633" y="470"/>
                  </a:cubicBezTo>
                  <a:cubicBezTo>
                    <a:pt x="3698" y="423"/>
                    <a:pt x="3620" y="295"/>
                    <a:pt x="3688" y="249"/>
                  </a:cubicBezTo>
                  <a:cubicBezTo>
                    <a:pt x="3767" y="197"/>
                    <a:pt x="4070" y="165"/>
                    <a:pt x="4179" y="127"/>
                  </a:cubicBezTo>
                  <a:cubicBezTo>
                    <a:pt x="4270" y="97"/>
                    <a:pt x="4427" y="50"/>
                    <a:pt x="4562" y="0"/>
                  </a:cubicBezTo>
                  <a:lnTo>
                    <a:pt x="17853" y="1714"/>
                  </a:lnTo>
                  <a:lnTo>
                    <a:pt x="18033" y="2430"/>
                  </a:lnTo>
                  <a:lnTo>
                    <a:pt x="17746" y="3252"/>
                  </a:lnTo>
                  <a:lnTo>
                    <a:pt x="17480" y="4616"/>
                  </a:lnTo>
                  <a:cubicBezTo>
                    <a:pt x="17473" y="4614"/>
                    <a:pt x="17465" y="4613"/>
                    <a:pt x="17458" y="4613"/>
                  </a:cubicBezTo>
                  <a:cubicBezTo>
                    <a:pt x="17380" y="4609"/>
                    <a:pt x="17264" y="4675"/>
                    <a:pt x="17214" y="4701"/>
                  </a:cubicBezTo>
                  <a:cubicBezTo>
                    <a:pt x="17159" y="4728"/>
                    <a:pt x="17058" y="4789"/>
                    <a:pt x="17041" y="4824"/>
                  </a:cubicBezTo>
                  <a:cubicBezTo>
                    <a:pt x="17020" y="4868"/>
                    <a:pt x="17062" y="4959"/>
                    <a:pt x="17090" y="5002"/>
                  </a:cubicBezTo>
                  <a:cubicBezTo>
                    <a:pt x="17098" y="5014"/>
                    <a:pt x="17122" y="5042"/>
                    <a:pt x="17122" y="5042"/>
                  </a:cubicBezTo>
                  <a:cubicBezTo>
                    <a:pt x="17122" y="5042"/>
                    <a:pt x="16934" y="5107"/>
                    <a:pt x="16865" y="5125"/>
                  </a:cubicBezTo>
                  <a:cubicBezTo>
                    <a:pt x="16756" y="5151"/>
                    <a:pt x="16528" y="5193"/>
                    <a:pt x="16407" y="5207"/>
                  </a:cubicBezTo>
                  <a:cubicBezTo>
                    <a:pt x="16286" y="5221"/>
                    <a:pt x="16022" y="5213"/>
                    <a:pt x="15909" y="5238"/>
                  </a:cubicBezTo>
                  <a:cubicBezTo>
                    <a:pt x="15780" y="5266"/>
                    <a:pt x="15555" y="5363"/>
                    <a:pt x="15505" y="5425"/>
                  </a:cubicBezTo>
                  <a:cubicBezTo>
                    <a:pt x="15458" y="5480"/>
                    <a:pt x="15513" y="5599"/>
                    <a:pt x="15531" y="5656"/>
                  </a:cubicBezTo>
                  <a:cubicBezTo>
                    <a:pt x="15555" y="5738"/>
                    <a:pt x="15712" y="5894"/>
                    <a:pt x="15683" y="5973"/>
                  </a:cubicBezTo>
                  <a:cubicBezTo>
                    <a:pt x="15664" y="6021"/>
                    <a:pt x="15493" y="6090"/>
                    <a:pt x="15456" y="6136"/>
                  </a:cubicBezTo>
                  <a:cubicBezTo>
                    <a:pt x="15415" y="6190"/>
                    <a:pt x="15418" y="6308"/>
                    <a:pt x="15396" y="6365"/>
                  </a:cubicBezTo>
                  <a:cubicBezTo>
                    <a:pt x="15375" y="6420"/>
                    <a:pt x="15268" y="6529"/>
                    <a:pt x="15294" y="6584"/>
                  </a:cubicBezTo>
                  <a:cubicBezTo>
                    <a:pt x="15299" y="6597"/>
                    <a:pt x="15367" y="6632"/>
                    <a:pt x="15367" y="6632"/>
                  </a:cubicBezTo>
                  <a:cubicBezTo>
                    <a:pt x="15367" y="6632"/>
                    <a:pt x="15318" y="6646"/>
                    <a:pt x="15306" y="6655"/>
                  </a:cubicBezTo>
                  <a:cubicBezTo>
                    <a:pt x="15244" y="6698"/>
                    <a:pt x="15253" y="6814"/>
                    <a:pt x="15306" y="6860"/>
                  </a:cubicBezTo>
                  <a:cubicBezTo>
                    <a:pt x="15377" y="6925"/>
                    <a:pt x="15676" y="7010"/>
                    <a:pt x="15833" y="7032"/>
                  </a:cubicBezTo>
                  <a:cubicBezTo>
                    <a:pt x="15978" y="7050"/>
                    <a:pt x="16295" y="7041"/>
                    <a:pt x="16443" y="7022"/>
                  </a:cubicBezTo>
                  <a:cubicBezTo>
                    <a:pt x="16549" y="7010"/>
                    <a:pt x="16723" y="6948"/>
                    <a:pt x="16823" y="6929"/>
                  </a:cubicBezTo>
                  <a:cubicBezTo>
                    <a:pt x="17029" y="6891"/>
                    <a:pt x="17451" y="6818"/>
                    <a:pt x="17672" y="6811"/>
                  </a:cubicBezTo>
                  <a:cubicBezTo>
                    <a:pt x="17845" y="6805"/>
                    <a:pt x="18182" y="6844"/>
                    <a:pt x="18348" y="6864"/>
                  </a:cubicBezTo>
                  <a:cubicBezTo>
                    <a:pt x="18517" y="6884"/>
                    <a:pt x="18826" y="6977"/>
                    <a:pt x="19003" y="6982"/>
                  </a:cubicBezTo>
                  <a:cubicBezTo>
                    <a:pt x="19091" y="6986"/>
                    <a:pt x="19293" y="6974"/>
                    <a:pt x="19357" y="6946"/>
                  </a:cubicBezTo>
                  <a:cubicBezTo>
                    <a:pt x="19435" y="6911"/>
                    <a:pt x="19473" y="6803"/>
                    <a:pt x="19459" y="6753"/>
                  </a:cubicBezTo>
                  <a:cubicBezTo>
                    <a:pt x="19440" y="6704"/>
                    <a:pt x="19317" y="6614"/>
                    <a:pt x="19229" y="6582"/>
                  </a:cubicBezTo>
                  <a:cubicBezTo>
                    <a:pt x="19169" y="6559"/>
                    <a:pt x="18972" y="6563"/>
                    <a:pt x="18930" y="6532"/>
                  </a:cubicBezTo>
                  <a:cubicBezTo>
                    <a:pt x="18901" y="6514"/>
                    <a:pt x="18913" y="6460"/>
                    <a:pt x="18939" y="6438"/>
                  </a:cubicBezTo>
                  <a:cubicBezTo>
                    <a:pt x="18970" y="6412"/>
                    <a:pt x="19096" y="6373"/>
                    <a:pt x="19167" y="6370"/>
                  </a:cubicBezTo>
                  <a:cubicBezTo>
                    <a:pt x="19262" y="6363"/>
                    <a:pt x="19455" y="6403"/>
                    <a:pt x="19528" y="6431"/>
                  </a:cubicBezTo>
                  <a:cubicBezTo>
                    <a:pt x="19689" y="6490"/>
                    <a:pt x="19875" y="6663"/>
                    <a:pt x="19950" y="6749"/>
                  </a:cubicBezTo>
                  <a:cubicBezTo>
                    <a:pt x="20081" y="6906"/>
                    <a:pt x="20179" y="7239"/>
                    <a:pt x="20252" y="7403"/>
                  </a:cubicBezTo>
                  <a:cubicBezTo>
                    <a:pt x="20345" y="7626"/>
                    <a:pt x="20612" y="8281"/>
                    <a:pt x="20612" y="8298"/>
                  </a:cubicBezTo>
                  <a:cubicBezTo>
                    <a:pt x="20612" y="8315"/>
                    <a:pt x="20653" y="8908"/>
                    <a:pt x="20688" y="9111"/>
                  </a:cubicBezTo>
                  <a:cubicBezTo>
                    <a:pt x="20708" y="9237"/>
                    <a:pt x="20795" y="9488"/>
                    <a:pt x="20814" y="9613"/>
                  </a:cubicBezTo>
                  <a:cubicBezTo>
                    <a:pt x="20847" y="9804"/>
                    <a:pt x="20821" y="10186"/>
                    <a:pt x="20859" y="10377"/>
                  </a:cubicBezTo>
                  <a:cubicBezTo>
                    <a:pt x="20895" y="10555"/>
                    <a:pt x="21035" y="10905"/>
                    <a:pt x="21106" y="11079"/>
                  </a:cubicBezTo>
                  <a:cubicBezTo>
                    <a:pt x="21154" y="11195"/>
                    <a:pt x="21285" y="11422"/>
                    <a:pt x="21323" y="11538"/>
                  </a:cubicBezTo>
                  <a:cubicBezTo>
                    <a:pt x="21403" y="11765"/>
                    <a:pt x="21465" y="12224"/>
                    <a:pt x="21508" y="12453"/>
                  </a:cubicBezTo>
                  <a:cubicBezTo>
                    <a:pt x="21534" y="12600"/>
                    <a:pt x="21597" y="12894"/>
                    <a:pt x="21597" y="13042"/>
                  </a:cubicBezTo>
                  <a:cubicBezTo>
                    <a:pt x="21600" y="13163"/>
                    <a:pt x="21591" y="13409"/>
                    <a:pt x="21534" y="13527"/>
                  </a:cubicBezTo>
                  <a:cubicBezTo>
                    <a:pt x="21453" y="13691"/>
                    <a:pt x="21087" y="13987"/>
                    <a:pt x="20987" y="14148"/>
                  </a:cubicBezTo>
                  <a:cubicBezTo>
                    <a:pt x="20919" y="14259"/>
                    <a:pt x="20900" y="14493"/>
                    <a:pt x="20826" y="14602"/>
                  </a:cubicBezTo>
                  <a:cubicBezTo>
                    <a:pt x="20796" y="14643"/>
                    <a:pt x="20682" y="14712"/>
                    <a:pt x="20658" y="14753"/>
                  </a:cubicBezTo>
                  <a:cubicBezTo>
                    <a:pt x="20634" y="14798"/>
                    <a:pt x="20663" y="14898"/>
                    <a:pt x="20641" y="14945"/>
                  </a:cubicBezTo>
                  <a:cubicBezTo>
                    <a:pt x="20618" y="14991"/>
                    <a:pt x="20532" y="15078"/>
                    <a:pt x="20485" y="15121"/>
                  </a:cubicBezTo>
                  <a:cubicBezTo>
                    <a:pt x="20423" y="15184"/>
                    <a:pt x="20306" y="15311"/>
                    <a:pt x="20212" y="15366"/>
                  </a:cubicBezTo>
                  <a:cubicBezTo>
                    <a:pt x="20152" y="15402"/>
                    <a:pt x="19944" y="15446"/>
                    <a:pt x="19913" y="15488"/>
                  </a:cubicBezTo>
                  <a:cubicBezTo>
                    <a:pt x="19853" y="15571"/>
                    <a:pt x="20076" y="15740"/>
                    <a:pt x="20084" y="15828"/>
                  </a:cubicBezTo>
                  <a:cubicBezTo>
                    <a:pt x="20095" y="15914"/>
                    <a:pt x="20043" y="16089"/>
                    <a:pt x="19986" y="16170"/>
                  </a:cubicBezTo>
                  <a:cubicBezTo>
                    <a:pt x="19936" y="16243"/>
                    <a:pt x="19782" y="16381"/>
                    <a:pt x="19677" y="16441"/>
                  </a:cubicBezTo>
                  <a:cubicBezTo>
                    <a:pt x="19569" y="16499"/>
                    <a:pt x="19258" y="16575"/>
                    <a:pt x="19156" y="16637"/>
                  </a:cubicBezTo>
                  <a:cubicBezTo>
                    <a:pt x="19056" y="16696"/>
                    <a:pt x="18984" y="16854"/>
                    <a:pt x="18883" y="16913"/>
                  </a:cubicBezTo>
                  <a:cubicBezTo>
                    <a:pt x="18811" y="16959"/>
                    <a:pt x="18593" y="17017"/>
                    <a:pt x="18510" y="17057"/>
                  </a:cubicBezTo>
                  <a:cubicBezTo>
                    <a:pt x="18330" y="17146"/>
                    <a:pt x="18038" y="17348"/>
                    <a:pt x="17902" y="17450"/>
                  </a:cubicBezTo>
                  <a:cubicBezTo>
                    <a:pt x="17791" y="17532"/>
                    <a:pt x="17624" y="17708"/>
                    <a:pt x="17508" y="17788"/>
                  </a:cubicBezTo>
                  <a:cubicBezTo>
                    <a:pt x="17312" y="17926"/>
                    <a:pt x="16772" y="18155"/>
                    <a:pt x="16616" y="18304"/>
                  </a:cubicBezTo>
                  <a:cubicBezTo>
                    <a:pt x="16467" y="18445"/>
                    <a:pt x="16374" y="18758"/>
                    <a:pt x="16317" y="18912"/>
                  </a:cubicBezTo>
                  <a:cubicBezTo>
                    <a:pt x="16276" y="19017"/>
                    <a:pt x="16238" y="19228"/>
                    <a:pt x="16196" y="19333"/>
                  </a:cubicBezTo>
                  <a:cubicBezTo>
                    <a:pt x="16184" y="19368"/>
                    <a:pt x="16120" y="19437"/>
                    <a:pt x="16134" y="19472"/>
                  </a:cubicBezTo>
                  <a:cubicBezTo>
                    <a:pt x="16148" y="19509"/>
                    <a:pt x="16302" y="19565"/>
                    <a:pt x="16305" y="19603"/>
                  </a:cubicBezTo>
                  <a:cubicBezTo>
                    <a:pt x="16317" y="19659"/>
                    <a:pt x="16179" y="19766"/>
                    <a:pt x="16115" y="19815"/>
                  </a:cubicBezTo>
                  <a:cubicBezTo>
                    <a:pt x="16049" y="19868"/>
                    <a:pt x="15837" y="19953"/>
                    <a:pt x="15778" y="20007"/>
                  </a:cubicBezTo>
                  <a:cubicBezTo>
                    <a:pt x="15707" y="20072"/>
                    <a:pt x="15655" y="20217"/>
                    <a:pt x="15633" y="20289"/>
                  </a:cubicBezTo>
                  <a:cubicBezTo>
                    <a:pt x="15605" y="20368"/>
                    <a:pt x="15621" y="20530"/>
                    <a:pt x="15576" y="20608"/>
                  </a:cubicBezTo>
                  <a:cubicBezTo>
                    <a:pt x="15543" y="20670"/>
                    <a:pt x="15418" y="20787"/>
                    <a:pt x="15341" y="20839"/>
                  </a:cubicBezTo>
                  <a:cubicBezTo>
                    <a:pt x="15270" y="20890"/>
                    <a:pt x="15061" y="20965"/>
                    <a:pt x="14995" y="21015"/>
                  </a:cubicBezTo>
                  <a:cubicBezTo>
                    <a:pt x="14928" y="21068"/>
                    <a:pt x="14905" y="21195"/>
                    <a:pt x="14831" y="21245"/>
                  </a:cubicBezTo>
                  <a:cubicBezTo>
                    <a:pt x="14724" y="21314"/>
                    <a:pt x="14401" y="21405"/>
                    <a:pt x="14247" y="21453"/>
                  </a:cubicBezTo>
                  <a:cubicBezTo>
                    <a:pt x="14133" y="21489"/>
                    <a:pt x="13903" y="21570"/>
                    <a:pt x="13766" y="21584"/>
                  </a:cubicBezTo>
                  <a:cubicBezTo>
                    <a:pt x="13619" y="21600"/>
                    <a:pt x="13286" y="21598"/>
                    <a:pt x="13165" y="21560"/>
                  </a:cubicBezTo>
                  <a:cubicBezTo>
                    <a:pt x="13037" y="21520"/>
                    <a:pt x="12930" y="21377"/>
                    <a:pt x="12892" y="21310"/>
                  </a:cubicBezTo>
                  <a:cubicBezTo>
                    <a:pt x="12849" y="21234"/>
                    <a:pt x="12850" y="21075"/>
                    <a:pt x="12854" y="20996"/>
                  </a:cubicBezTo>
                  <a:cubicBezTo>
                    <a:pt x="12857" y="20937"/>
                    <a:pt x="12873" y="20819"/>
                    <a:pt x="12911" y="20763"/>
                  </a:cubicBezTo>
                  <a:cubicBezTo>
                    <a:pt x="12937" y="20718"/>
                    <a:pt x="13054" y="20639"/>
                    <a:pt x="13092" y="20594"/>
                  </a:cubicBezTo>
                  <a:cubicBezTo>
                    <a:pt x="13160" y="20513"/>
                    <a:pt x="13251" y="20342"/>
                    <a:pt x="13301" y="20256"/>
                  </a:cubicBezTo>
                  <a:cubicBezTo>
                    <a:pt x="13341" y="20184"/>
                    <a:pt x="13445" y="20041"/>
                    <a:pt x="13457" y="19966"/>
                  </a:cubicBezTo>
                  <a:cubicBezTo>
                    <a:pt x="13469" y="19896"/>
                    <a:pt x="13455" y="19752"/>
                    <a:pt x="13409" y="19684"/>
                  </a:cubicBezTo>
                  <a:cubicBezTo>
                    <a:pt x="13369" y="19621"/>
                    <a:pt x="13239" y="19497"/>
                    <a:pt x="13129" y="19456"/>
                  </a:cubicBezTo>
                  <a:cubicBezTo>
                    <a:pt x="12978" y="19399"/>
                    <a:pt x="12584" y="19348"/>
                    <a:pt x="12391" y="19333"/>
                  </a:cubicBezTo>
                  <a:cubicBezTo>
                    <a:pt x="12296" y="19326"/>
                    <a:pt x="12094" y="19321"/>
                    <a:pt x="11998" y="19333"/>
                  </a:cubicBezTo>
                  <a:cubicBezTo>
                    <a:pt x="11838" y="19351"/>
                    <a:pt x="11582" y="19470"/>
                    <a:pt x="11414" y="19476"/>
                  </a:cubicBezTo>
                  <a:cubicBezTo>
                    <a:pt x="11273" y="19481"/>
                    <a:pt x="10970" y="19440"/>
                    <a:pt x="10870" y="19395"/>
                  </a:cubicBezTo>
                  <a:cubicBezTo>
                    <a:pt x="10811" y="19368"/>
                    <a:pt x="10829" y="19275"/>
                    <a:pt x="10758" y="19252"/>
                  </a:cubicBezTo>
                  <a:cubicBezTo>
                    <a:pt x="10709" y="19233"/>
                    <a:pt x="10566" y="19232"/>
                    <a:pt x="10504" y="19240"/>
                  </a:cubicBezTo>
                  <a:cubicBezTo>
                    <a:pt x="10422" y="19249"/>
                    <a:pt x="10305" y="19308"/>
                    <a:pt x="10241" y="19333"/>
                  </a:cubicBezTo>
                  <a:cubicBezTo>
                    <a:pt x="10174" y="19358"/>
                    <a:pt x="10054" y="19417"/>
                    <a:pt x="9977" y="19435"/>
                  </a:cubicBezTo>
                  <a:cubicBezTo>
                    <a:pt x="9895" y="19452"/>
                    <a:pt x="9688" y="19444"/>
                    <a:pt x="9621" y="19472"/>
                  </a:cubicBezTo>
                  <a:cubicBezTo>
                    <a:pt x="9555" y="19501"/>
                    <a:pt x="9579" y="19596"/>
                    <a:pt x="9529" y="19631"/>
                  </a:cubicBezTo>
                  <a:cubicBezTo>
                    <a:pt x="9486" y="19662"/>
                    <a:pt x="9361" y="19716"/>
                    <a:pt x="9285" y="19725"/>
                  </a:cubicBezTo>
                  <a:cubicBezTo>
                    <a:pt x="9209" y="19735"/>
                    <a:pt x="9043" y="19722"/>
                    <a:pt x="8976" y="19704"/>
                  </a:cubicBezTo>
                  <a:cubicBezTo>
                    <a:pt x="8888" y="19684"/>
                    <a:pt x="8756" y="19610"/>
                    <a:pt x="8722" y="19570"/>
                  </a:cubicBezTo>
                  <a:cubicBezTo>
                    <a:pt x="8691" y="19535"/>
                    <a:pt x="8722" y="19459"/>
                    <a:pt x="8710" y="19423"/>
                  </a:cubicBezTo>
                  <a:cubicBezTo>
                    <a:pt x="8703" y="19396"/>
                    <a:pt x="8686" y="19339"/>
                    <a:pt x="8648" y="19317"/>
                  </a:cubicBezTo>
                  <a:cubicBezTo>
                    <a:pt x="8578" y="19280"/>
                    <a:pt x="8350" y="19259"/>
                    <a:pt x="8266" y="19232"/>
                  </a:cubicBezTo>
                  <a:cubicBezTo>
                    <a:pt x="8212" y="19214"/>
                    <a:pt x="8143" y="19161"/>
                    <a:pt x="8081" y="19149"/>
                  </a:cubicBezTo>
                  <a:cubicBezTo>
                    <a:pt x="7984" y="19131"/>
                    <a:pt x="7761" y="19152"/>
                    <a:pt x="7657" y="19149"/>
                  </a:cubicBezTo>
                  <a:cubicBezTo>
                    <a:pt x="7573" y="19145"/>
                    <a:pt x="7396" y="19142"/>
                    <a:pt x="7329" y="19120"/>
                  </a:cubicBezTo>
                  <a:cubicBezTo>
                    <a:pt x="7218" y="19088"/>
                    <a:pt x="7158" y="18952"/>
                    <a:pt x="7044" y="18925"/>
                  </a:cubicBezTo>
                  <a:cubicBezTo>
                    <a:pt x="6970" y="18907"/>
                    <a:pt x="6785" y="18903"/>
                    <a:pt x="6705" y="18920"/>
                  </a:cubicBezTo>
                  <a:cubicBezTo>
                    <a:pt x="6608" y="18941"/>
                    <a:pt x="6553" y="19073"/>
                    <a:pt x="6442" y="19075"/>
                  </a:cubicBezTo>
                  <a:cubicBezTo>
                    <a:pt x="6289" y="19080"/>
                    <a:pt x="6095" y="18935"/>
                    <a:pt x="6016" y="18875"/>
                  </a:cubicBezTo>
                  <a:cubicBezTo>
                    <a:pt x="5967" y="18840"/>
                    <a:pt x="5948" y="18754"/>
                    <a:pt x="5896" y="18720"/>
                  </a:cubicBezTo>
                  <a:cubicBezTo>
                    <a:pt x="5848" y="18688"/>
                    <a:pt x="5717" y="18628"/>
                    <a:pt x="5634" y="18621"/>
                  </a:cubicBezTo>
                  <a:cubicBezTo>
                    <a:pt x="5537" y="18614"/>
                    <a:pt x="5362" y="18669"/>
                    <a:pt x="5266" y="18680"/>
                  </a:cubicBezTo>
                  <a:cubicBezTo>
                    <a:pt x="5176" y="18690"/>
                    <a:pt x="4979" y="18716"/>
                    <a:pt x="4885" y="18704"/>
                  </a:cubicBezTo>
                  <a:cubicBezTo>
                    <a:pt x="4792" y="18692"/>
                    <a:pt x="4650" y="18624"/>
                    <a:pt x="4593" y="18589"/>
                  </a:cubicBezTo>
                  <a:cubicBezTo>
                    <a:pt x="4547" y="18559"/>
                    <a:pt x="4531" y="18475"/>
                    <a:pt x="4467" y="18450"/>
                  </a:cubicBezTo>
                  <a:cubicBezTo>
                    <a:pt x="4343" y="18405"/>
                    <a:pt x="3973" y="18433"/>
                    <a:pt x="3836" y="18393"/>
                  </a:cubicBezTo>
                  <a:cubicBezTo>
                    <a:pt x="3767" y="18372"/>
                    <a:pt x="3703" y="18295"/>
                    <a:pt x="3646" y="18266"/>
                  </a:cubicBezTo>
                  <a:cubicBezTo>
                    <a:pt x="3548" y="18215"/>
                    <a:pt x="3328" y="18109"/>
                    <a:pt x="3192" y="18079"/>
                  </a:cubicBezTo>
                  <a:cubicBezTo>
                    <a:pt x="2995" y="18034"/>
                    <a:pt x="2544" y="18029"/>
                    <a:pt x="2328" y="18013"/>
                  </a:cubicBezTo>
                  <a:cubicBezTo>
                    <a:pt x="2200" y="18003"/>
                    <a:pt x="1915" y="18017"/>
                    <a:pt x="1815" y="17982"/>
                  </a:cubicBezTo>
                  <a:cubicBezTo>
                    <a:pt x="1713" y="17941"/>
                    <a:pt x="1619" y="17805"/>
                    <a:pt x="1661" y="17747"/>
                  </a:cubicBezTo>
                  <a:cubicBezTo>
                    <a:pt x="1700" y="17696"/>
                    <a:pt x="2008" y="17671"/>
                    <a:pt x="2055" y="17621"/>
                  </a:cubicBezTo>
                  <a:cubicBezTo>
                    <a:pt x="2105" y="17564"/>
                    <a:pt x="2003" y="17434"/>
                    <a:pt x="1961" y="17376"/>
                  </a:cubicBezTo>
                  <a:cubicBezTo>
                    <a:pt x="1939" y="17340"/>
                    <a:pt x="1818" y="17276"/>
                    <a:pt x="1815" y="17237"/>
                  </a:cubicBezTo>
                  <a:cubicBezTo>
                    <a:pt x="1813" y="17184"/>
                    <a:pt x="1991" y="17094"/>
                    <a:pt x="1999" y="17041"/>
                  </a:cubicBezTo>
                  <a:cubicBezTo>
                    <a:pt x="2005" y="17009"/>
                    <a:pt x="1972" y="16946"/>
                    <a:pt x="1936" y="16918"/>
                  </a:cubicBezTo>
                  <a:cubicBezTo>
                    <a:pt x="1891" y="16884"/>
                    <a:pt x="1758" y="16826"/>
                    <a:pt x="1680" y="16808"/>
                  </a:cubicBezTo>
                  <a:cubicBezTo>
                    <a:pt x="1576" y="16785"/>
                    <a:pt x="1334" y="16797"/>
                    <a:pt x="1224" y="16779"/>
                  </a:cubicBezTo>
                  <a:cubicBezTo>
                    <a:pt x="1139" y="16766"/>
                    <a:pt x="950" y="16732"/>
                    <a:pt x="897" y="16698"/>
                  </a:cubicBezTo>
                  <a:cubicBezTo>
                    <a:pt x="850" y="16668"/>
                    <a:pt x="819" y="16587"/>
                    <a:pt x="842" y="16551"/>
                  </a:cubicBezTo>
                  <a:cubicBezTo>
                    <a:pt x="869" y="16510"/>
                    <a:pt x="1039" y="16459"/>
                    <a:pt x="1097" y="16423"/>
                  </a:cubicBezTo>
                  <a:cubicBezTo>
                    <a:pt x="1153" y="16391"/>
                    <a:pt x="1243" y="16315"/>
                    <a:pt x="1287" y="16277"/>
                  </a:cubicBezTo>
                  <a:cubicBezTo>
                    <a:pt x="1327" y="16243"/>
                    <a:pt x="1427" y="16176"/>
                    <a:pt x="1436" y="16138"/>
                  </a:cubicBezTo>
                  <a:cubicBezTo>
                    <a:pt x="1445" y="16087"/>
                    <a:pt x="1369" y="15983"/>
                    <a:pt x="1305" y="15938"/>
                  </a:cubicBezTo>
                  <a:cubicBezTo>
                    <a:pt x="1286" y="15923"/>
                    <a:pt x="1255" y="15902"/>
                    <a:pt x="1222" y="15882"/>
                  </a:cubicBezTo>
                  <a:cubicBezTo>
                    <a:pt x="1291" y="15836"/>
                    <a:pt x="1369" y="15781"/>
                    <a:pt x="1407" y="15755"/>
                  </a:cubicBezTo>
                  <a:cubicBezTo>
                    <a:pt x="1481" y="15701"/>
                    <a:pt x="1669" y="15601"/>
                    <a:pt x="1697" y="15540"/>
                  </a:cubicBezTo>
                  <a:cubicBezTo>
                    <a:pt x="1728" y="15457"/>
                    <a:pt x="1507" y="15294"/>
                    <a:pt x="1557" y="15215"/>
                  </a:cubicBezTo>
                  <a:cubicBezTo>
                    <a:pt x="1597" y="15153"/>
                    <a:pt x="1866" y="15079"/>
                    <a:pt x="1939" y="15025"/>
                  </a:cubicBezTo>
                  <a:cubicBezTo>
                    <a:pt x="2005" y="14978"/>
                    <a:pt x="2055" y="14888"/>
                    <a:pt x="2112" y="1481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05" name="Shape 4687"/>
            <p:cNvSpPr/>
            <p:nvPr/>
          </p:nvSpPr>
          <p:spPr>
            <a:xfrm>
              <a:off x="9526858" y="1863950"/>
              <a:ext cx="280842" cy="625916"/>
            </a:xfrm>
            <a:custGeom>
              <a:avLst/>
              <a:gdLst/>
              <a:ahLst/>
              <a:cxnLst>
                <a:cxn ang="0">
                  <a:pos x="wd2" y="hd2"/>
                </a:cxn>
                <a:cxn ang="5400000">
                  <a:pos x="wd2" y="hd2"/>
                </a:cxn>
                <a:cxn ang="10800000">
                  <a:pos x="wd2" y="hd2"/>
                </a:cxn>
                <a:cxn ang="16200000">
                  <a:pos x="wd2" y="hd2"/>
                </a:cxn>
              </a:cxnLst>
              <a:rect l="0" t="0" r="r" b="b"/>
              <a:pathLst>
                <a:path w="21598" h="21593" extrusionOk="0">
                  <a:moveTo>
                    <a:pt x="2112" y="14812"/>
                  </a:moveTo>
                  <a:cubicBezTo>
                    <a:pt x="2147" y="14767"/>
                    <a:pt x="2185" y="14726"/>
                    <a:pt x="2228" y="14701"/>
                  </a:cubicBezTo>
                  <a:cubicBezTo>
                    <a:pt x="2280" y="14667"/>
                    <a:pt x="2437" y="14629"/>
                    <a:pt x="2501" y="14602"/>
                  </a:cubicBezTo>
                  <a:cubicBezTo>
                    <a:pt x="2608" y="14553"/>
                    <a:pt x="2783" y="14440"/>
                    <a:pt x="2884" y="14388"/>
                  </a:cubicBezTo>
                  <a:cubicBezTo>
                    <a:pt x="2973" y="14341"/>
                    <a:pt x="3140" y="14235"/>
                    <a:pt x="3265" y="14210"/>
                  </a:cubicBezTo>
                  <a:cubicBezTo>
                    <a:pt x="3443" y="14173"/>
                    <a:pt x="3866" y="14226"/>
                    <a:pt x="4046" y="14191"/>
                  </a:cubicBezTo>
                  <a:cubicBezTo>
                    <a:pt x="4241" y="14153"/>
                    <a:pt x="4519" y="13991"/>
                    <a:pt x="4670" y="13922"/>
                  </a:cubicBezTo>
                  <a:cubicBezTo>
                    <a:pt x="4805" y="13859"/>
                    <a:pt x="5014" y="13710"/>
                    <a:pt x="5176" y="13663"/>
                  </a:cubicBezTo>
                  <a:cubicBezTo>
                    <a:pt x="5283" y="13635"/>
                    <a:pt x="5575" y="13651"/>
                    <a:pt x="5655" y="13608"/>
                  </a:cubicBezTo>
                  <a:cubicBezTo>
                    <a:pt x="5741" y="13565"/>
                    <a:pt x="5750" y="13432"/>
                    <a:pt x="5710" y="13377"/>
                  </a:cubicBezTo>
                  <a:cubicBezTo>
                    <a:pt x="5669" y="13321"/>
                    <a:pt x="5406" y="13259"/>
                    <a:pt x="5358" y="13205"/>
                  </a:cubicBezTo>
                  <a:cubicBezTo>
                    <a:pt x="5314" y="13161"/>
                    <a:pt x="5323" y="13062"/>
                    <a:pt x="5342" y="13015"/>
                  </a:cubicBezTo>
                  <a:cubicBezTo>
                    <a:pt x="5361" y="12969"/>
                    <a:pt x="5432" y="12876"/>
                    <a:pt x="5505" y="12842"/>
                  </a:cubicBezTo>
                  <a:cubicBezTo>
                    <a:pt x="5598" y="12801"/>
                    <a:pt x="5878" y="12785"/>
                    <a:pt x="5983" y="12752"/>
                  </a:cubicBezTo>
                  <a:cubicBezTo>
                    <a:pt x="6106" y="12711"/>
                    <a:pt x="6306" y="12608"/>
                    <a:pt x="6379" y="12549"/>
                  </a:cubicBezTo>
                  <a:cubicBezTo>
                    <a:pt x="6429" y="12510"/>
                    <a:pt x="6450" y="12416"/>
                    <a:pt x="6505" y="12378"/>
                  </a:cubicBezTo>
                  <a:cubicBezTo>
                    <a:pt x="6550" y="12342"/>
                    <a:pt x="6704" y="12292"/>
                    <a:pt x="6761" y="12261"/>
                  </a:cubicBezTo>
                  <a:cubicBezTo>
                    <a:pt x="6908" y="12186"/>
                    <a:pt x="7167" y="12023"/>
                    <a:pt x="7295" y="11942"/>
                  </a:cubicBezTo>
                  <a:cubicBezTo>
                    <a:pt x="7432" y="11856"/>
                    <a:pt x="7649" y="11662"/>
                    <a:pt x="7827" y="11593"/>
                  </a:cubicBezTo>
                  <a:cubicBezTo>
                    <a:pt x="7909" y="11560"/>
                    <a:pt x="8114" y="11524"/>
                    <a:pt x="8211" y="11500"/>
                  </a:cubicBezTo>
                  <a:cubicBezTo>
                    <a:pt x="8346" y="11467"/>
                    <a:pt x="8648" y="11411"/>
                    <a:pt x="8757" y="11360"/>
                  </a:cubicBezTo>
                  <a:cubicBezTo>
                    <a:pt x="8828" y="11327"/>
                    <a:pt x="8909" y="11242"/>
                    <a:pt x="8951" y="11200"/>
                  </a:cubicBezTo>
                  <a:cubicBezTo>
                    <a:pt x="8996" y="11151"/>
                    <a:pt x="9013" y="11031"/>
                    <a:pt x="9098" y="10992"/>
                  </a:cubicBezTo>
                  <a:cubicBezTo>
                    <a:pt x="9151" y="10968"/>
                    <a:pt x="9314" y="10962"/>
                    <a:pt x="9383" y="10950"/>
                  </a:cubicBezTo>
                  <a:cubicBezTo>
                    <a:pt x="9478" y="10932"/>
                    <a:pt x="9661" y="10899"/>
                    <a:pt x="9741" y="10870"/>
                  </a:cubicBezTo>
                  <a:cubicBezTo>
                    <a:pt x="9808" y="10845"/>
                    <a:pt x="9886" y="10769"/>
                    <a:pt x="9958" y="10747"/>
                  </a:cubicBezTo>
                  <a:cubicBezTo>
                    <a:pt x="10052" y="10719"/>
                    <a:pt x="10328" y="10733"/>
                    <a:pt x="10397" y="10692"/>
                  </a:cubicBezTo>
                  <a:cubicBezTo>
                    <a:pt x="10511" y="10622"/>
                    <a:pt x="10522" y="10403"/>
                    <a:pt x="10382" y="10343"/>
                  </a:cubicBezTo>
                  <a:cubicBezTo>
                    <a:pt x="10271" y="10292"/>
                    <a:pt x="9879" y="10372"/>
                    <a:pt x="9741" y="10337"/>
                  </a:cubicBezTo>
                  <a:cubicBezTo>
                    <a:pt x="9575" y="10295"/>
                    <a:pt x="9474" y="10105"/>
                    <a:pt x="9331" y="10049"/>
                  </a:cubicBezTo>
                  <a:cubicBezTo>
                    <a:pt x="9226" y="10008"/>
                    <a:pt x="8963" y="9957"/>
                    <a:pt x="8826" y="9944"/>
                  </a:cubicBezTo>
                  <a:cubicBezTo>
                    <a:pt x="8666" y="9930"/>
                    <a:pt x="8318" y="9981"/>
                    <a:pt x="8170" y="9951"/>
                  </a:cubicBezTo>
                  <a:cubicBezTo>
                    <a:pt x="8069" y="9930"/>
                    <a:pt x="7950" y="9837"/>
                    <a:pt x="7883" y="9797"/>
                  </a:cubicBezTo>
                  <a:cubicBezTo>
                    <a:pt x="7753" y="9720"/>
                    <a:pt x="7582" y="9533"/>
                    <a:pt x="7404" y="9478"/>
                  </a:cubicBezTo>
                  <a:cubicBezTo>
                    <a:pt x="7262" y="9435"/>
                    <a:pt x="6901" y="9430"/>
                    <a:pt x="6735" y="9412"/>
                  </a:cubicBezTo>
                  <a:cubicBezTo>
                    <a:pt x="6581" y="9392"/>
                    <a:pt x="6253" y="9375"/>
                    <a:pt x="6134" y="9332"/>
                  </a:cubicBezTo>
                  <a:cubicBezTo>
                    <a:pt x="5995" y="9281"/>
                    <a:pt x="5883" y="9114"/>
                    <a:pt x="5791" y="9044"/>
                  </a:cubicBezTo>
                  <a:cubicBezTo>
                    <a:pt x="5717" y="8985"/>
                    <a:pt x="5615" y="8840"/>
                    <a:pt x="5477" y="8811"/>
                  </a:cubicBezTo>
                  <a:cubicBezTo>
                    <a:pt x="5370" y="8785"/>
                    <a:pt x="5119" y="8826"/>
                    <a:pt x="4998" y="8835"/>
                  </a:cubicBezTo>
                  <a:cubicBezTo>
                    <a:pt x="4877" y="8846"/>
                    <a:pt x="4635" y="8897"/>
                    <a:pt x="4507" y="8891"/>
                  </a:cubicBezTo>
                  <a:cubicBezTo>
                    <a:pt x="4383" y="8884"/>
                    <a:pt x="4148" y="8830"/>
                    <a:pt x="4058" y="8792"/>
                  </a:cubicBezTo>
                  <a:cubicBezTo>
                    <a:pt x="3932" y="8740"/>
                    <a:pt x="3750" y="8604"/>
                    <a:pt x="3718" y="8529"/>
                  </a:cubicBezTo>
                  <a:cubicBezTo>
                    <a:pt x="3674" y="8439"/>
                    <a:pt x="3842" y="8257"/>
                    <a:pt x="3811" y="8168"/>
                  </a:cubicBezTo>
                  <a:cubicBezTo>
                    <a:pt x="3775" y="8062"/>
                    <a:pt x="3567" y="7864"/>
                    <a:pt x="3415" y="7781"/>
                  </a:cubicBezTo>
                  <a:cubicBezTo>
                    <a:pt x="3282" y="7709"/>
                    <a:pt x="2936" y="7585"/>
                    <a:pt x="2734" y="7560"/>
                  </a:cubicBezTo>
                  <a:cubicBezTo>
                    <a:pt x="2589" y="7543"/>
                    <a:pt x="2261" y="7543"/>
                    <a:pt x="2143" y="7584"/>
                  </a:cubicBezTo>
                  <a:cubicBezTo>
                    <a:pt x="2031" y="7625"/>
                    <a:pt x="2081" y="7800"/>
                    <a:pt x="1953" y="7830"/>
                  </a:cubicBezTo>
                  <a:cubicBezTo>
                    <a:pt x="1827" y="7859"/>
                    <a:pt x="1507" y="7808"/>
                    <a:pt x="1407" y="7763"/>
                  </a:cubicBezTo>
                  <a:cubicBezTo>
                    <a:pt x="1300" y="7715"/>
                    <a:pt x="1308" y="7565"/>
                    <a:pt x="1243" y="7505"/>
                  </a:cubicBezTo>
                  <a:cubicBezTo>
                    <a:pt x="1186" y="7453"/>
                    <a:pt x="985" y="7369"/>
                    <a:pt x="930" y="7316"/>
                  </a:cubicBezTo>
                  <a:cubicBezTo>
                    <a:pt x="855" y="7243"/>
                    <a:pt x="745" y="7081"/>
                    <a:pt x="778" y="7003"/>
                  </a:cubicBezTo>
                  <a:cubicBezTo>
                    <a:pt x="798" y="6956"/>
                    <a:pt x="1023" y="6891"/>
                    <a:pt x="1011" y="6844"/>
                  </a:cubicBezTo>
                  <a:cubicBezTo>
                    <a:pt x="995" y="6793"/>
                    <a:pt x="726" y="6749"/>
                    <a:pt x="683" y="6703"/>
                  </a:cubicBezTo>
                  <a:cubicBezTo>
                    <a:pt x="608" y="6622"/>
                    <a:pt x="747" y="6437"/>
                    <a:pt x="696" y="6354"/>
                  </a:cubicBezTo>
                  <a:cubicBezTo>
                    <a:pt x="664" y="6297"/>
                    <a:pt x="434" y="6210"/>
                    <a:pt x="422" y="6152"/>
                  </a:cubicBezTo>
                  <a:cubicBezTo>
                    <a:pt x="413" y="6076"/>
                    <a:pt x="546" y="5918"/>
                    <a:pt x="683" y="5876"/>
                  </a:cubicBezTo>
                  <a:cubicBezTo>
                    <a:pt x="762" y="5849"/>
                    <a:pt x="976" y="5880"/>
                    <a:pt x="1066" y="5863"/>
                  </a:cubicBezTo>
                  <a:cubicBezTo>
                    <a:pt x="1182" y="5839"/>
                    <a:pt x="1353" y="5746"/>
                    <a:pt x="1424" y="5697"/>
                  </a:cubicBezTo>
                  <a:cubicBezTo>
                    <a:pt x="1488" y="5649"/>
                    <a:pt x="1593" y="5545"/>
                    <a:pt x="1597" y="5490"/>
                  </a:cubicBezTo>
                  <a:cubicBezTo>
                    <a:pt x="1606" y="5430"/>
                    <a:pt x="1459" y="5316"/>
                    <a:pt x="1462" y="5256"/>
                  </a:cubicBezTo>
                  <a:cubicBezTo>
                    <a:pt x="1464" y="5221"/>
                    <a:pt x="1507" y="5148"/>
                    <a:pt x="1557" y="5121"/>
                  </a:cubicBezTo>
                  <a:cubicBezTo>
                    <a:pt x="1626" y="5085"/>
                    <a:pt x="1882" y="5076"/>
                    <a:pt x="1939" y="5035"/>
                  </a:cubicBezTo>
                  <a:cubicBezTo>
                    <a:pt x="1991" y="4999"/>
                    <a:pt x="1953" y="4864"/>
                    <a:pt x="1953" y="4864"/>
                  </a:cubicBezTo>
                  <a:lnTo>
                    <a:pt x="0" y="4019"/>
                  </a:lnTo>
                  <a:lnTo>
                    <a:pt x="1424" y="3338"/>
                  </a:lnTo>
                  <a:cubicBezTo>
                    <a:pt x="1424" y="3338"/>
                    <a:pt x="1403" y="3109"/>
                    <a:pt x="1462" y="3038"/>
                  </a:cubicBezTo>
                  <a:cubicBezTo>
                    <a:pt x="1497" y="2995"/>
                    <a:pt x="1675" y="2934"/>
                    <a:pt x="1708" y="2891"/>
                  </a:cubicBezTo>
                  <a:cubicBezTo>
                    <a:pt x="1749" y="2834"/>
                    <a:pt x="1675" y="2709"/>
                    <a:pt x="1708" y="2651"/>
                  </a:cubicBezTo>
                  <a:cubicBezTo>
                    <a:pt x="1739" y="2596"/>
                    <a:pt x="1861" y="2489"/>
                    <a:pt x="1953" y="2449"/>
                  </a:cubicBezTo>
                  <a:cubicBezTo>
                    <a:pt x="2038" y="2413"/>
                    <a:pt x="2302" y="2398"/>
                    <a:pt x="2378" y="2358"/>
                  </a:cubicBezTo>
                  <a:cubicBezTo>
                    <a:pt x="2468" y="2309"/>
                    <a:pt x="2499" y="2173"/>
                    <a:pt x="2541" y="2112"/>
                  </a:cubicBezTo>
                  <a:cubicBezTo>
                    <a:pt x="2599" y="2025"/>
                    <a:pt x="2774" y="1854"/>
                    <a:pt x="2788" y="1764"/>
                  </a:cubicBezTo>
                  <a:cubicBezTo>
                    <a:pt x="2798" y="1692"/>
                    <a:pt x="2686" y="1552"/>
                    <a:pt x="2679" y="1482"/>
                  </a:cubicBezTo>
                  <a:cubicBezTo>
                    <a:pt x="2668" y="1371"/>
                    <a:pt x="2700" y="1153"/>
                    <a:pt x="2760" y="1046"/>
                  </a:cubicBezTo>
                  <a:cubicBezTo>
                    <a:pt x="2824" y="928"/>
                    <a:pt x="3009" y="692"/>
                    <a:pt x="3183" y="598"/>
                  </a:cubicBezTo>
                  <a:cubicBezTo>
                    <a:pt x="3270" y="553"/>
                    <a:pt x="3564" y="521"/>
                    <a:pt x="3633" y="470"/>
                  </a:cubicBezTo>
                  <a:cubicBezTo>
                    <a:pt x="3699" y="423"/>
                    <a:pt x="3621" y="295"/>
                    <a:pt x="3688" y="249"/>
                  </a:cubicBezTo>
                  <a:cubicBezTo>
                    <a:pt x="3768" y="197"/>
                    <a:pt x="4070" y="165"/>
                    <a:pt x="4179" y="127"/>
                  </a:cubicBezTo>
                  <a:cubicBezTo>
                    <a:pt x="4271" y="97"/>
                    <a:pt x="4428" y="50"/>
                    <a:pt x="4563" y="0"/>
                  </a:cubicBezTo>
                  <a:lnTo>
                    <a:pt x="17855" y="1714"/>
                  </a:lnTo>
                  <a:lnTo>
                    <a:pt x="18035" y="2430"/>
                  </a:lnTo>
                  <a:lnTo>
                    <a:pt x="17748" y="3252"/>
                  </a:lnTo>
                  <a:lnTo>
                    <a:pt x="17482" y="4616"/>
                  </a:lnTo>
                  <a:cubicBezTo>
                    <a:pt x="17475" y="4614"/>
                    <a:pt x="17466" y="4613"/>
                    <a:pt x="17459" y="4613"/>
                  </a:cubicBezTo>
                  <a:cubicBezTo>
                    <a:pt x="17381" y="4609"/>
                    <a:pt x="17265" y="4675"/>
                    <a:pt x="17215" y="4701"/>
                  </a:cubicBezTo>
                  <a:cubicBezTo>
                    <a:pt x="17160" y="4728"/>
                    <a:pt x="17060" y="4789"/>
                    <a:pt x="17043" y="4824"/>
                  </a:cubicBezTo>
                  <a:cubicBezTo>
                    <a:pt x="17022" y="4868"/>
                    <a:pt x="17063" y="4959"/>
                    <a:pt x="17091" y="5002"/>
                  </a:cubicBezTo>
                  <a:cubicBezTo>
                    <a:pt x="17100" y="5014"/>
                    <a:pt x="17125" y="5043"/>
                    <a:pt x="17125" y="5043"/>
                  </a:cubicBezTo>
                  <a:cubicBezTo>
                    <a:pt x="17125" y="5043"/>
                    <a:pt x="16935" y="5107"/>
                    <a:pt x="16866" y="5125"/>
                  </a:cubicBezTo>
                  <a:cubicBezTo>
                    <a:pt x="16757" y="5151"/>
                    <a:pt x="16529" y="5193"/>
                    <a:pt x="16408" y="5207"/>
                  </a:cubicBezTo>
                  <a:cubicBezTo>
                    <a:pt x="16287" y="5221"/>
                    <a:pt x="16023" y="5213"/>
                    <a:pt x="15911" y="5238"/>
                  </a:cubicBezTo>
                  <a:cubicBezTo>
                    <a:pt x="15781" y="5266"/>
                    <a:pt x="15556" y="5364"/>
                    <a:pt x="15506" y="5425"/>
                  </a:cubicBezTo>
                  <a:cubicBezTo>
                    <a:pt x="15459" y="5480"/>
                    <a:pt x="15515" y="5599"/>
                    <a:pt x="15532" y="5656"/>
                  </a:cubicBezTo>
                  <a:cubicBezTo>
                    <a:pt x="15556" y="5738"/>
                    <a:pt x="15713" y="5894"/>
                    <a:pt x="15684" y="5973"/>
                  </a:cubicBezTo>
                  <a:cubicBezTo>
                    <a:pt x="15665" y="6021"/>
                    <a:pt x="15494" y="6090"/>
                    <a:pt x="15458" y="6136"/>
                  </a:cubicBezTo>
                  <a:cubicBezTo>
                    <a:pt x="15416" y="6190"/>
                    <a:pt x="15420" y="6308"/>
                    <a:pt x="15397" y="6365"/>
                  </a:cubicBezTo>
                  <a:cubicBezTo>
                    <a:pt x="15376" y="6420"/>
                    <a:pt x="15269" y="6529"/>
                    <a:pt x="15295" y="6584"/>
                  </a:cubicBezTo>
                  <a:cubicBezTo>
                    <a:pt x="15300" y="6597"/>
                    <a:pt x="15368" y="6632"/>
                    <a:pt x="15368" y="6632"/>
                  </a:cubicBezTo>
                  <a:cubicBezTo>
                    <a:pt x="15368" y="6632"/>
                    <a:pt x="15319" y="6646"/>
                    <a:pt x="15307" y="6655"/>
                  </a:cubicBezTo>
                  <a:cubicBezTo>
                    <a:pt x="15245" y="6698"/>
                    <a:pt x="15254" y="6814"/>
                    <a:pt x="15307" y="6860"/>
                  </a:cubicBezTo>
                  <a:cubicBezTo>
                    <a:pt x="15378" y="6925"/>
                    <a:pt x="15677" y="7010"/>
                    <a:pt x="15834" y="7032"/>
                  </a:cubicBezTo>
                  <a:cubicBezTo>
                    <a:pt x="15980" y="7051"/>
                    <a:pt x="16296" y="7041"/>
                    <a:pt x="16445" y="7022"/>
                  </a:cubicBezTo>
                  <a:cubicBezTo>
                    <a:pt x="16550" y="7010"/>
                    <a:pt x="16725" y="6948"/>
                    <a:pt x="16825" y="6929"/>
                  </a:cubicBezTo>
                  <a:cubicBezTo>
                    <a:pt x="17030" y="6891"/>
                    <a:pt x="17452" y="6818"/>
                    <a:pt x="17673" y="6811"/>
                  </a:cubicBezTo>
                  <a:cubicBezTo>
                    <a:pt x="17846" y="6806"/>
                    <a:pt x="18183" y="6844"/>
                    <a:pt x="18349" y="6864"/>
                  </a:cubicBezTo>
                  <a:cubicBezTo>
                    <a:pt x="18518" y="6884"/>
                    <a:pt x="18828" y="6977"/>
                    <a:pt x="19004" y="6982"/>
                  </a:cubicBezTo>
                  <a:cubicBezTo>
                    <a:pt x="19092" y="6986"/>
                    <a:pt x="19294" y="6975"/>
                    <a:pt x="19358" y="6946"/>
                  </a:cubicBezTo>
                  <a:cubicBezTo>
                    <a:pt x="19436" y="6911"/>
                    <a:pt x="19474" y="6803"/>
                    <a:pt x="19460" y="6753"/>
                  </a:cubicBezTo>
                  <a:cubicBezTo>
                    <a:pt x="19441" y="6704"/>
                    <a:pt x="19319" y="6614"/>
                    <a:pt x="19231" y="6582"/>
                  </a:cubicBezTo>
                  <a:cubicBezTo>
                    <a:pt x="19170" y="6559"/>
                    <a:pt x="18973" y="6563"/>
                    <a:pt x="18932" y="6532"/>
                  </a:cubicBezTo>
                  <a:cubicBezTo>
                    <a:pt x="18902" y="6514"/>
                    <a:pt x="18914" y="6460"/>
                    <a:pt x="18940" y="6438"/>
                  </a:cubicBezTo>
                  <a:cubicBezTo>
                    <a:pt x="18971" y="6412"/>
                    <a:pt x="19097" y="6373"/>
                    <a:pt x="19168" y="6370"/>
                  </a:cubicBezTo>
                  <a:cubicBezTo>
                    <a:pt x="19263" y="6363"/>
                    <a:pt x="19457" y="6403"/>
                    <a:pt x="19530" y="6431"/>
                  </a:cubicBezTo>
                  <a:cubicBezTo>
                    <a:pt x="19690" y="6490"/>
                    <a:pt x="19877" y="6663"/>
                    <a:pt x="19951" y="6749"/>
                  </a:cubicBezTo>
                  <a:cubicBezTo>
                    <a:pt x="20083" y="6906"/>
                    <a:pt x="20181" y="7239"/>
                    <a:pt x="20252" y="7403"/>
                  </a:cubicBezTo>
                  <a:cubicBezTo>
                    <a:pt x="20347" y="7626"/>
                    <a:pt x="20613" y="8281"/>
                    <a:pt x="20613" y="8298"/>
                  </a:cubicBezTo>
                  <a:cubicBezTo>
                    <a:pt x="20613" y="8315"/>
                    <a:pt x="20655" y="8908"/>
                    <a:pt x="20689" y="9111"/>
                  </a:cubicBezTo>
                  <a:cubicBezTo>
                    <a:pt x="20710" y="9237"/>
                    <a:pt x="20796" y="9488"/>
                    <a:pt x="20815" y="9613"/>
                  </a:cubicBezTo>
                  <a:cubicBezTo>
                    <a:pt x="20848" y="9804"/>
                    <a:pt x="20822" y="10187"/>
                    <a:pt x="20860" y="10377"/>
                  </a:cubicBezTo>
                  <a:cubicBezTo>
                    <a:pt x="20897" y="10555"/>
                    <a:pt x="21037" y="10905"/>
                    <a:pt x="21107" y="11079"/>
                  </a:cubicBezTo>
                  <a:cubicBezTo>
                    <a:pt x="21156" y="11195"/>
                    <a:pt x="21287" y="11422"/>
                    <a:pt x="21325" y="11538"/>
                  </a:cubicBezTo>
                  <a:cubicBezTo>
                    <a:pt x="21405" y="11765"/>
                    <a:pt x="21467" y="12224"/>
                    <a:pt x="21510" y="12453"/>
                  </a:cubicBezTo>
                  <a:cubicBezTo>
                    <a:pt x="21536" y="12600"/>
                    <a:pt x="21598" y="12894"/>
                    <a:pt x="21598" y="13042"/>
                  </a:cubicBezTo>
                  <a:cubicBezTo>
                    <a:pt x="21600" y="13163"/>
                    <a:pt x="21593" y="13408"/>
                    <a:pt x="21536" y="13527"/>
                  </a:cubicBezTo>
                  <a:cubicBezTo>
                    <a:pt x="21455" y="13691"/>
                    <a:pt x="21088" y="13987"/>
                    <a:pt x="20988" y="14148"/>
                  </a:cubicBezTo>
                  <a:cubicBezTo>
                    <a:pt x="20921" y="14259"/>
                    <a:pt x="20902" y="14493"/>
                    <a:pt x="20827" y="14602"/>
                  </a:cubicBezTo>
                  <a:cubicBezTo>
                    <a:pt x="20798" y="14643"/>
                    <a:pt x="20684" y="14712"/>
                    <a:pt x="20660" y="14753"/>
                  </a:cubicBezTo>
                  <a:cubicBezTo>
                    <a:pt x="20636" y="14798"/>
                    <a:pt x="20665" y="14898"/>
                    <a:pt x="20643" y="14945"/>
                  </a:cubicBezTo>
                  <a:cubicBezTo>
                    <a:pt x="20620" y="14991"/>
                    <a:pt x="20532" y="15078"/>
                    <a:pt x="20487" y="15121"/>
                  </a:cubicBezTo>
                  <a:cubicBezTo>
                    <a:pt x="20425" y="15184"/>
                    <a:pt x="20307" y="15311"/>
                    <a:pt x="20214" y="15366"/>
                  </a:cubicBezTo>
                  <a:cubicBezTo>
                    <a:pt x="20153" y="15402"/>
                    <a:pt x="19946" y="15446"/>
                    <a:pt x="19915" y="15488"/>
                  </a:cubicBezTo>
                  <a:cubicBezTo>
                    <a:pt x="19854" y="15571"/>
                    <a:pt x="20077" y="15740"/>
                    <a:pt x="20086" y="15828"/>
                  </a:cubicBezTo>
                  <a:cubicBezTo>
                    <a:pt x="20096" y="15914"/>
                    <a:pt x="20045" y="16089"/>
                    <a:pt x="19988" y="16170"/>
                  </a:cubicBezTo>
                  <a:cubicBezTo>
                    <a:pt x="19937" y="16243"/>
                    <a:pt x="19784" y="16381"/>
                    <a:pt x="19678" y="16441"/>
                  </a:cubicBezTo>
                  <a:cubicBezTo>
                    <a:pt x="19571" y="16499"/>
                    <a:pt x="19260" y="16575"/>
                    <a:pt x="19158" y="16637"/>
                  </a:cubicBezTo>
                  <a:cubicBezTo>
                    <a:pt x="19058" y="16697"/>
                    <a:pt x="18985" y="16854"/>
                    <a:pt x="18885" y="16913"/>
                  </a:cubicBezTo>
                  <a:cubicBezTo>
                    <a:pt x="18812" y="16959"/>
                    <a:pt x="18595" y="17017"/>
                    <a:pt x="18512" y="17057"/>
                  </a:cubicBezTo>
                  <a:cubicBezTo>
                    <a:pt x="18332" y="17146"/>
                    <a:pt x="18040" y="17348"/>
                    <a:pt x="17903" y="17450"/>
                  </a:cubicBezTo>
                  <a:cubicBezTo>
                    <a:pt x="17793" y="17532"/>
                    <a:pt x="17625" y="17708"/>
                    <a:pt x="17509" y="17788"/>
                  </a:cubicBezTo>
                  <a:cubicBezTo>
                    <a:pt x="17314" y="17926"/>
                    <a:pt x="16773" y="18155"/>
                    <a:pt x="16617" y="18304"/>
                  </a:cubicBezTo>
                  <a:cubicBezTo>
                    <a:pt x="16469" y="18445"/>
                    <a:pt x="16375" y="18758"/>
                    <a:pt x="16318" y="18912"/>
                  </a:cubicBezTo>
                  <a:cubicBezTo>
                    <a:pt x="16277" y="19017"/>
                    <a:pt x="16239" y="19228"/>
                    <a:pt x="16197" y="19333"/>
                  </a:cubicBezTo>
                  <a:cubicBezTo>
                    <a:pt x="16185" y="19368"/>
                    <a:pt x="16121" y="19437"/>
                    <a:pt x="16135" y="19472"/>
                  </a:cubicBezTo>
                  <a:cubicBezTo>
                    <a:pt x="16149" y="19509"/>
                    <a:pt x="16303" y="19565"/>
                    <a:pt x="16306" y="19603"/>
                  </a:cubicBezTo>
                  <a:cubicBezTo>
                    <a:pt x="16318" y="19659"/>
                    <a:pt x="16180" y="19766"/>
                    <a:pt x="16116" y="19815"/>
                  </a:cubicBezTo>
                  <a:cubicBezTo>
                    <a:pt x="16051" y="19868"/>
                    <a:pt x="15838" y="19953"/>
                    <a:pt x="15779" y="20007"/>
                  </a:cubicBezTo>
                  <a:cubicBezTo>
                    <a:pt x="15708" y="20072"/>
                    <a:pt x="15656" y="20217"/>
                    <a:pt x="15634" y="20289"/>
                  </a:cubicBezTo>
                  <a:cubicBezTo>
                    <a:pt x="15606" y="20368"/>
                    <a:pt x="15622" y="20530"/>
                    <a:pt x="15577" y="20608"/>
                  </a:cubicBezTo>
                  <a:cubicBezTo>
                    <a:pt x="15544" y="20670"/>
                    <a:pt x="15420" y="20787"/>
                    <a:pt x="15342" y="20839"/>
                  </a:cubicBezTo>
                  <a:cubicBezTo>
                    <a:pt x="15271" y="20890"/>
                    <a:pt x="15062" y="20965"/>
                    <a:pt x="14996" y="21015"/>
                  </a:cubicBezTo>
                  <a:cubicBezTo>
                    <a:pt x="14929" y="21068"/>
                    <a:pt x="14906" y="21195"/>
                    <a:pt x="14832" y="21245"/>
                  </a:cubicBezTo>
                  <a:cubicBezTo>
                    <a:pt x="14725" y="21314"/>
                    <a:pt x="14402" y="21406"/>
                    <a:pt x="14248" y="21453"/>
                  </a:cubicBezTo>
                  <a:cubicBezTo>
                    <a:pt x="14134" y="21489"/>
                    <a:pt x="13904" y="21570"/>
                    <a:pt x="13767" y="21584"/>
                  </a:cubicBezTo>
                  <a:cubicBezTo>
                    <a:pt x="13621" y="21600"/>
                    <a:pt x="13287" y="21598"/>
                    <a:pt x="13166" y="21560"/>
                  </a:cubicBezTo>
                  <a:cubicBezTo>
                    <a:pt x="13038" y="21520"/>
                    <a:pt x="12931" y="21377"/>
                    <a:pt x="12893" y="21310"/>
                  </a:cubicBezTo>
                  <a:cubicBezTo>
                    <a:pt x="12850" y="21234"/>
                    <a:pt x="12851" y="21075"/>
                    <a:pt x="12855" y="20996"/>
                  </a:cubicBezTo>
                  <a:cubicBezTo>
                    <a:pt x="12858" y="20937"/>
                    <a:pt x="12874" y="20819"/>
                    <a:pt x="12912" y="20763"/>
                  </a:cubicBezTo>
                  <a:cubicBezTo>
                    <a:pt x="12938" y="20718"/>
                    <a:pt x="13055" y="20639"/>
                    <a:pt x="13093" y="20594"/>
                  </a:cubicBezTo>
                  <a:cubicBezTo>
                    <a:pt x="13161" y="20513"/>
                    <a:pt x="13252" y="20342"/>
                    <a:pt x="13303" y="20256"/>
                  </a:cubicBezTo>
                  <a:cubicBezTo>
                    <a:pt x="13342" y="20184"/>
                    <a:pt x="13446" y="20041"/>
                    <a:pt x="13458" y="19966"/>
                  </a:cubicBezTo>
                  <a:cubicBezTo>
                    <a:pt x="13470" y="19896"/>
                    <a:pt x="13456" y="19752"/>
                    <a:pt x="13410" y="19684"/>
                  </a:cubicBezTo>
                  <a:cubicBezTo>
                    <a:pt x="13370" y="19621"/>
                    <a:pt x="13240" y="19497"/>
                    <a:pt x="13130" y="19456"/>
                  </a:cubicBezTo>
                  <a:cubicBezTo>
                    <a:pt x="12979" y="19399"/>
                    <a:pt x="12585" y="19348"/>
                    <a:pt x="12392" y="19333"/>
                  </a:cubicBezTo>
                  <a:cubicBezTo>
                    <a:pt x="12297" y="19326"/>
                    <a:pt x="12094" y="19321"/>
                    <a:pt x="11999" y="19333"/>
                  </a:cubicBezTo>
                  <a:cubicBezTo>
                    <a:pt x="11839" y="19351"/>
                    <a:pt x="11583" y="19470"/>
                    <a:pt x="11415" y="19476"/>
                  </a:cubicBezTo>
                  <a:cubicBezTo>
                    <a:pt x="11274" y="19481"/>
                    <a:pt x="10971" y="19440"/>
                    <a:pt x="10871" y="19395"/>
                  </a:cubicBezTo>
                  <a:cubicBezTo>
                    <a:pt x="10812" y="19368"/>
                    <a:pt x="10829" y="19275"/>
                    <a:pt x="10759" y="19252"/>
                  </a:cubicBezTo>
                  <a:cubicBezTo>
                    <a:pt x="10710" y="19233"/>
                    <a:pt x="10567" y="19232"/>
                    <a:pt x="10504" y="19240"/>
                  </a:cubicBezTo>
                  <a:cubicBezTo>
                    <a:pt x="10423" y="19249"/>
                    <a:pt x="10306" y="19308"/>
                    <a:pt x="10242" y="19333"/>
                  </a:cubicBezTo>
                  <a:cubicBezTo>
                    <a:pt x="10174" y="19358"/>
                    <a:pt x="10055" y="19417"/>
                    <a:pt x="9977" y="19435"/>
                  </a:cubicBezTo>
                  <a:cubicBezTo>
                    <a:pt x="9896" y="19452"/>
                    <a:pt x="9689" y="19444"/>
                    <a:pt x="9621" y="19472"/>
                  </a:cubicBezTo>
                  <a:cubicBezTo>
                    <a:pt x="9557" y="19501"/>
                    <a:pt x="9580" y="19596"/>
                    <a:pt x="9530" y="19631"/>
                  </a:cubicBezTo>
                  <a:cubicBezTo>
                    <a:pt x="9487" y="19662"/>
                    <a:pt x="9362" y="19716"/>
                    <a:pt x="9286" y="19725"/>
                  </a:cubicBezTo>
                  <a:cubicBezTo>
                    <a:pt x="9210" y="19735"/>
                    <a:pt x="9044" y="19722"/>
                    <a:pt x="8977" y="19704"/>
                  </a:cubicBezTo>
                  <a:cubicBezTo>
                    <a:pt x="8889" y="19684"/>
                    <a:pt x="8757" y="19610"/>
                    <a:pt x="8723" y="19570"/>
                  </a:cubicBezTo>
                  <a:cubicBezTo>
                    <a:pt x="8692" y="19535"/>
                    <a:pt x="8723" y="19459"/>
                    <a:pt x="8711" y="19423"/>
                  </a:cubicBezTo>
                  <a:cubicBezTo>
                    <a:pt x="8704" y="19396"/>
                    <a:pt x="8686" y="19339"/>
                    <a:pt x="8648" y="19317"/>
                  </a:cubicBezTo>
                  <a:cubicBezTo>
                    <a:pt x="8579" y="19280"/>
                    <a:pt x="8351" y="19259"/>
                    <a:pt x="8265" y="19232"/>
                  </a:cubicBezTo>
                  <a:cubicBezTo>
                    <a:pt x="8213" y="19214"/>
                    <a:pt x="8144" y="19161"/>
                    <a:pt x="8081" y="19149"/>
                  </a:cubicBezTo>
                  <a:cubicBezTo>
                    <a:pt x="7985" y="19131"/>
                    <a:pt x="7762" y="19152"/>
                    <a:pt x="7658" y="19149"/>
                  </a:cubicBezTo>
                  <a:cubicBezTo>
                    <a:pt x="7573" y="19145"/>
                    <a:pt x="7397" y="19142"/>
                    <a:pt x="7330" y="19120"/>
                  </a:cubicBezTo>
                  <a:cubicBezTo>
                    <a:pt x="7219" y="19088"/>
                    <a:pt x="7159" y="18952"/>
                    <a:pt x="7044" y="18925"/>
                  </a:cubicBezTo>
                  <a:cubicBezTo>
                    <a:pt x="6970" y="18907"/>
                    <a:pt x="6785" y="18903"/>
                    <a:pt x="6706" y="18920"/>
                  </a:cubicBezTo>
                  <a:cubicBezTo>
                    <a:pt x="6609" y="18941"/>
                    <a:pt x="6554" y="19073"/>
                    <a:pt x="6443" y="19075"/>
                  </a:cubicBezTo>
                  <a:cubicBezTo>
                    <a:pt x="6289" y="19080"/>
                    <a:pt x="6096" y="18935"/>
                    <a:pt x="6016" y="18875"/>
                  </a:cubicBezTo>
                  <a:cubicBezTo>
                    <a:pt x="5968" y="18840"/>
                    <a:pt x="5949" y="18754"/>
                    <a:pt x="5897" y="18720"/>
                  </a:cubicBezTo>
                  <a:cubicBezTo>
                    <a:pt x="5848" y="18688"/>
                    <a:pt x="5717" y="18629"/>
                    <a:pt x="5634" y="18622"/>
                  </a:cubicBezTo>
                  <a:cubicBezTo>
                    <a:pt x="5537" y="18614"/>
                    <a:pt x="5363" y="18669"/>
                    <a:pt x="5266" y="18680"/>
                  </a:cubicBezTo>
                  <a:cubicBezTo>
                    <a:pt x="5176" y="18690"/>
                    <a:pt x="4979" y="18716"/>
                    <a:pt x="4886" y="18704"/>
                  </a:cubicBezTo>
                  <a:cubicBezTo>
                    <a:pt x="4793" y="18692"/>
                    <a:pt x="4651" y="18624"/>
                    <a:pt x="4594" y="18589"/>
                  </a:cubicBezTo>
                  <a:cubicBezTo>
                    <a:pt x="4547" y="18559"/>
                    <a:pt x="4532" y="18475"/>
                    <a:pt x="4468" y="18450"/>
                  </a:cubicBezTo>
                  <a:cubicBezTo>
                    <a:pt x="4343" y="18405"/>
                    <a:pt x="3973" y="18433"/>
                    <a:pt x="3837" y="18393"/>
                  </a:cubicBezTo>
                  <a:cubicBezTo>
                    <a:pt x="3768" y="18372"/>
                    <a:pt x="3704" y="18295"/>
                    <a:pt x="3647" y="18266"/>
                  </a:cubicBezTo>
                  <a:cubicBezTo>
                    <a:pt x="3548" y="18215"/>
                    <a:pt x="3329" y="18109"/>
                    <a:pt x="3192" y="18079"/>
                  </a:cubicBezTo>
                  <a:cubicBezTo>
                    <a:pt x="2995" y="18034"/>
                    <a:pt x="2544" y="18029"/>
                    <a:pt x="2328" y="18013"/>
                  </a:cubicBezTo>
                  <a:cubicBezTo>
                    <a:pt x="2200" y="18003"/>
                    <a:pt x="1915" y="18017"/>
                    <a:pt x="1815" y="17982"/>
                  </a:cubicBezTo>
                  <a:cubicBezTo>
                    <a:pt x="1713" y="17941"/>
                    <a:pt x="1619" y="17805"/>
                    <a:pt x="1661" y="17747"/>
                  </a:cubicBezTo>
                  <a:cubicBezTo>
                    <a:pt x="1701" y="17696"/>
                    <a:pt x="2007" y="17671"/>
                    <a:pt x="2055" y="17621"/>
                  </a:cubicBezTo>
                  <a:cubicBezTo>
                    <a:pt x="2105" y="17564"/>
                    <a:pt x="2003" y="17434"/>
                    <a:pt x="1962" y="17376"/>
                  </a:cubicBezTo>
                  <a:cubicBezTo>
                    <a:pt x="1939" y="17340"/>
                    <a:pt x="1818" y="17276"/>
                    <a:pt x="1815" y="17237"/>
                  </a:cubicBezTo>
                  <a:cubicBezTo>
                    <a:pt x="1813" y="17184"/>
                    <a:pt x="1991" y="17094"/>
                    <a:pt x="2000" y="17041"/>
                  </a:cubicBezTo>
                  <a:cubicBezTo>
                    <a:pt x="2005" y="17009"/>
                    <a:pt x="1972" y="16946"/>
                    <a:pt x="1936" y="16918"/>
                  </a:cubicBezTo>
                  <a:cubicBezTo>
                    <a:pt x="1891" y="16884"/>
                    <a:pt x="1758" y="16826"/>
                    <a:pt x="1680" y="16808"/>
                  </a:cubicBezTo>
                  <a:cubicBezTo>
                    <a:pt x="1576" y="16785"/>
                    <a:pt x="1334" y="16797"/>
                    <a:pt x="1224" y="16779"/>
                  </a:cubicBezTo>
                  <a:cubicBezTo>
                    <a:pt x="1139" y="16766"/>
                    <a:pt x="951" y="16732"/>
                    <a:pt x="897" y="16698"/>
                  </a:cubicBezTo>
                  <a:cubicBezTo>
                    <a:pt x="850" y="16668"/>
                    <a:pt x="819" y="16587"/>
                    <a:pt x="842" y="16551"/>
                  </a:cubicBezTo>
                  <a:cubicBezTo>
                    <a:pt x="869" y="16510"/>
                    <a:pt x="1039" y="16459"/>
                    <a:pt x="1097" y="16423"/>
                  </a:cubicBezTo>
                  <a:cubicBezTo>
                    <a:pt x="1153" y="16391"/>
                    <a:pt x="1243" y="16315"/>
                    <a:pt x="1288" y="16277"/>
                  </a:cubicBezTo>
                  <a:cubicBezTo>
                    <a:pt x="1327" y="16243"/>
                    <a:pt x="1428" y="16176"/>
                    <a:pt x="1434" y="16138"/>
                  </a:cubicBezTo>
                  <a:cubicBezTo>
                    <a:pt x="1445" y="16087"/>
                    <a:pt x="1369" y="15983"/>
                    <a:pt x="1305" y="15938"/>
                  </a:cubicBezTo>
                  <a:cubicBezTo>
                    <a:pt x="1286" y="15923"/>
                    <a:pt x="1255" y="15902"/>
                    <a:pt x="1222" y="15882"/>
                  </a:cubicBezTo>
                  <a:cubicBezTo>
                    <a:pt x="1291" y="15836"/>
                    <a:pt x="1369" y="15781"/>
                    <a:pt x="1407" y="15755"/>
                  </a:cubicBezTo>
                  <a:cubicBezTo>
                    <a:pt x="1481" y="15701"/>
                    <a:pt x="1670" y="15601"/>
                    <a:pt x="1697" y="15540"/>
                  </a:cubicBezTo>
                  <a:cubicBezTo>
                    <a:pt x="1727" y="15457"/>
                    <a:pt x="1507" y="15294"/>
                    <a:pt x="1557" y="15215"/>
                  </a:cubicBezTo>
                  <a:cubicBezTo>
                    <a:pt x="1597" y="15153"/>
                    <a:pt x="1867" y="15079"/>
                    <a:pt x="1939" y="15025"/>
                  </a:cubicBezTo>
                  <a:cubicBezTo>
                    <a:pt x="2005" y="14978"/>
                    <a:pt x="2055" y="14888"/>
                    <a:pt x="2112" y="14812"/>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06" name="Shape 4688"/>
            <p:cNvSpPr/>
            <p:nvPr/>
          </p:nvSpPr>
          <p:spPr>
            <a:xfrm>
              <a:off x="9503847" y="2278162"/>
              <a:ext cx="226470" cy="357582"/>
            </a:xfrm>
            <a:custGeom>
              <a:avLst/>
              <a:gdLst/>
              <a:ahLst/>
              <a:cxnLst>
                <a:cxn ang="0">
                  <a:pos x="wd2" y="hd2"/>
                </a:cxn>
                <a:cxn ang="5400000">
                  <a:pos x="wd2" y="hd2"/>
                </a:cxn>
                <a:cxn ang="10800000">
                  <a:pos x="wd2" y="hd2"/>
                </a:cxn>
                <a:cxn ang="16200000">
                  <a:pos x="wd2" y="hd2"/>
                </a:cxn>
              </a:cxnLst>
              <a:rect l="0" t="0" r="r" b="b"/>
              <a:pathLst>
                <a:path w="21593" h="21588" extrusionOk="0">
                  <a:moveTo>
                    <a:pt x="21" y="2582"/>
                  </a:moveTo>
                  <a:cubicBezTo>
                    <a:pt x="36" y="2456"/>
                    <a:pt x="57" y="2336"/>
                    <a:pt x="85" y="2254"/>
                  </a:cubicBezTo>
                  <a:cubicBezTo>
                    <a:pt x="154" y="2042"/>
                    <a:pt x="398" y="1632"/>
                    <a:pt x="572" y="1449"/>
                  </a:cubicBezTo>
                  <a:cubicBezTo>
                    <a:pt x="769" y="1255"/>
                    <a:pt x="1289" y="927"/>
                    <a:pt x="1561" y="774"/>
                  </a:cubicBezTo>
                  <a:cubicBezTo>
                    <a:pt x="1804" y="632"/>
                    <a:pt x="2326" y="365"/>
                    <a:pt x="2624" y="270"/>
                  </a:cubicBezTo>
                  <a:cubicBezTo>
                    <a:pt x="2965" y="164"/>
                    <a:pt x="3702" y="16"/>
                    <a:pt x="4081" y="2"/>
                  </a:cubicBezTo>
                  <a:cubicBezTo>
                    <a:pt x="4413" y="-12"/>
                    <a:pt x="5080" y="80"/>
                    <a:pt x="5403" y="130"/>
                  </a:cubicBezTo>
                  <a:cubicBezTo>
                    <a:pt x="5564" y="156"/>
                    <a:pt x="5866" y="223"/>
                    <a:pt x="6142" y="285"/>
                  </a:cubicBezTo>
                  <a:cubicBezTo>
                    <a:pt x="6072" y="419"/>
                    <a:pt x="6007" y="574"/>
                    <a:pt x="5926" y="655"/>
                  </a:cubicBezTo>
                  <a:cubicBezTo>
                    <a:pt x="5836" y="750"/>
                    <a:pt x="5504" y="881"/>
                    <a:pt x="5452" y="989"/>
                  </a:cubicBezTo>
                  <a:cubicBezTo>
                    <a:pt x="5390" y="1126"/>
                    <a:pt x="5665" y="1414"/>
                    <a:pt x="5626" y="1558"/>
                  </a:cubicBezTo>
                  <a:cubicBezTo>
                    <a:pt x="5594" y="1664"/>
                    <a:pt x="5358" y="1840"/>
                    <a:pt x="5266" y="1934"/>
                  </a:cubicBezTo>
                  <a:cubicBezTo>
                    <a:pt x="5219" y="1980"/>
                    <a:pt x="5125" y="2076"/>
                    <a:pt x="5037" y="2157"/>
                  </a:cubicBezTo>
                  <a:cubicBezTo>
                    <a:pt x="4958" y="2090"/>
                    <a:pt x="4850" y="2020"/>
                    <a:pt x="4771" y="2033"/>
                  </a:cubicBezTo>
                  <a:cubicBezTo>
                    <a:pt x="4602" y="2057"/>
                    <a:pt x="4610" y="2354"/>
                    <a:pt x="4512" y="2446"/>
                  </a:cubicBezTo>
                  <a:cubicBezTo>
                    <a:pt x="4390" y="2558"/>
                    <a:pt x="4010" y="2701"/>
                    <a:pt x="3888" y="2811"/>
                  </a:cubicBezTo>
                  <a:cubicBezTo>
                    <a:pt x="3762" y="2933"/>
                    <a:pt x="3625" y="3216"/>
                    <a:pt x="3550" y="3354"/>
                  </a:cubicBezTo>
                  <a:cubicBezTo>
                    <a:pt x="3498" y="3450"/>
                    <a:pt x="3355" y="3648"/>
                    <a:pt x="3370" y="3747"/>
                  </a:cubicBezTo>
                  <a:cubicBezTo>
                    <a:pt x="3387" y="3863"/>
                    <a:pt x="3563" y="4080"/>
                    <a:pt x="3698" y="4156"/>
                  </a:cubicBezTo>
                  <a:cubicBezTo>
                    <a:pt x="3837" y="4234"/>
                    <a:pt x="4231" y="4268"/>
                    <a:pt x="4398" y="4321"/>
                  </a:cubicBezTo>
                  <a:cubicBezTo>
                    <a:pt x="4475" y="4344"/>
                    <a:pt x="4640" y="4392"/>
                    <a:pt x="4690" y="4435"/>
                  </a:cubicBezTo>
                  <a:cubicBezTo>
                    <a:pt x="4795" y="4519"/>
                    <a:pt x="4825" y="4742"/>
                    <a:pt x="4883" y="4844"/>
                  </a:cubicBezTo>
                  <a:cubicBezTo>
                    <a:pt x="4925" y="4916"/>
                    <a:pt x="5080" y="5044"/>
                    <a:pt x="5073" y="5122"/>
                  </a:cubicBezTo>
                  <a:cubicBezTo>
                    <a:pt x="5073" y="5195"/>
                    <a:pt x="4891" y="5314"/>
                    <a:pt x="4859" y="5385"/>
                  </a:cubicBezTo>
                  <a:cubicBezTo>
                    <a:pt x="4814" y="5489"/>
                    <a:pt x="4780" y="5708"/>
                    <a:pt x="4805" y="5815"/>
                  </a:cubicBezTo>
                  <a:cubicBezTo>
                    <a:pt x="4825" y="5891"/>
                    <a:pt x="4919" y="6040"/>
                    <a:pt x="4996" y="6101"/>
                  </a:cubicBezTo>
                  <a:cubicBezTo>
                    <a:pt x="5103" y="6181"/>
                    <a:pt x="5416" y="6274"/>
                    <a:pt x="5549" y="6336"/>
                  </a:cubicBezTo>
                  <a:cubicBezTo>
                    <a:pt x="5686" y="6398"/>
                    <a:pt x="5937" y="6535"/>
                    <a:pt x="6072" y="6601"/>
                  </a:cubicBezTo>
                  <a:cubicBezTo>
                    <a:pt x="6250" y="6690"/>
                    <a:pt x="6618" y="6858"/>
                    <a:pt x="6792" y="6952"/>
                  </a:cubicBezTo>
                  <a:cubicBezTo>
                    <a:pt x="6937" y="7028"/>
                    <a:pt x="7218" y="7189"/>
                    <a:pt x="7355" y="7273"/>
                  </a:cubicBezTo>
                  <a:cubicBezTo>
                    <a:pt x="7503" y="7360"/>
                    <a:pt x="7758" y="7565"/>
                    <a:pt x="7929" y="7632"/>
                  </a:cubicBezTo>
                  <a:cubicBezTo>
                    <a:pt x="8088" y="7687"/>
                    <a:pt x="8476" y="7691"/>
                    <a:pt x="8621" y="7761"/>
                  </a:cubicBezTo>
                  <a:cubicBezTo>
                    <a:pt x="8754" y="7823"/>
                    <a:pt x="8876" y="8036"/>
                    <a:pt x="8984" y="8117"/>
                  </a:cubicBezTo>
                  <a:cubicBezTo>
                    <a:pt x="9183" y="8273"/>
                    <a:pt x="9723" y="8504"/>
                    <a:pt x="9907" y="8668"/>
                  </a:cubicBezTo>
                  <a:cubicBezTo>
                    <a:pt x="10016" y="8763"/>
                    <a:pt x="10141" y="8996"/>
                    <a:pt x="10224" y="9104"/>
                  </a:cubicBezTo>
                  <a:cubicBezTo>
                    <a:pt x="10293" y="9192"/>
                    <a:pt x="10511" y="9356"/>
                    <a:pt x="10507" y="9455"/>
                  </a:cubicBezTo>
                  <a:cubicBezTo>
                    <a:pt x="10501" y="9524"/>
                    <a:pt x="10306" y="9627"/>
                    <a:pt x="10282" y="9695"/>
                  </a:cubicBezTo>
                  <a:cubicBezTo>
                    <a:pt x="10239" y="9809"/>
                    <a:pt x="10284" y="10041"/>
                    <a:pt x="10325" y="10155"/>
                  </a:cubicBezTo>
                  <a:cubicBezTo>
                    <a:pt x="10411" y="10388"/>
                    <a:pt x="10766" y="10820"/>
                    <a:pt x="10914" y="11042"/>
                  </a:cubicBezTo>
                  <a:cubicBezTo>
                    <a:pt x="10976" y="11133"/>
                    <a:pt x="11066" y="11327"/>
                    <a:pt x="11160" y="11406"/>
                  </a:cubicBezTo>
                  <a:cubicBezTo>
                    <a:pt x="11274" y="11497"/>
                    <a:pt x="11570" y="11631"/>
                    <a:pt x="11726" y="11691"/>
                  </a:cubicBezTo>
                  <a:cubicBezTo>
                    <a:pt x="11895" y="11756"/>
                    <a:pt x="12287" y="11822"/>
                    <a:pt x="12448" y="11900"/>
                  </a:cubicBezTo>
                  <a:cubicBezTo>
                    <a:pt x="12630" y="11988"/>
                    <a:pt x="12902" y="12224"/>
                    <a:pt x="13033" y="12342"/>
                  </a:cubicBezTo>
                  <a:cubicBezTo>
                    <a:pt x="13192" y="12482"/>
                    <a:pt x="13485" y="12771"/>
                    <a:pt x="13588" y="12930"/>
                  </a:cubicBezTo>
                  <a:cubicBezTo>
                    <a:pt x="13674" y="13057"/>
                    <a:pt x="13678" y="13358"/>
                    <a:pt x="13815" y="13464"/>
                  </a:cubicBezTo>
                  <a:cubicBezTo>
                    <a:pt x="13957" y="13574"/>
                    <a:pt x="14432" y="13636"/>
                    <a:pt x="14619" y="13714"/>
                  </a:cubicBezTo>
                  <a:cubicBezTo>
                    <a:pt x="14829" y="13807"/>
                    <a:pt x="15184" y="14050"/>
                    <a:pt x="15386" y="14152"/>
                  </a:cubicBezTo>
                  <a:cubicBezTo>
                    <a:pt x="15658" y="14286"/>
                    <a:pt x="16228" y="14540"/>
                    <a:pt x="16534" y="14644"/>
                  </a:cubicBezTo>
                  <a:cubicBezTo>
                    <a:pt x="16716" y="14704"/>
                    <a:pt x="17091" y="14814"/>
                    <a:pt x="17291" y="14837"/>
                  </a:cubicBezTo>
                  <a:cubicBezTo>
                    <a:pt x="17421" y="14852"/>
                    <a:pt x="17693" y="14840"/>
                    <a:pt x="17826" y="14830"/>
                  </a:cubicBezTo>
                  <a:cubicBezTo>
                    <a:pt x="17957" y="14821"/>
                    <a:pt x="18248" y="14811"/>
                    <a:pt x="18355" y="14758"/>
                  </a:cubicBezTo>
                  <a:cubicBezTo>
                    <a:pt x="18450" y="14712"/>
                    <a:pt x="18452" y="14490"/>
                    <a:pt x="18568" y="14495"/>
                  </a:cubicBezTo>
                  <a:cubicBezTo>
                    <a:pt x="18823" y="14503"/>
                    <a:pt x="18827" y="14947"/>
                    <a:pt x="18928" y="15096"/>
                  </a:cubicBezTo>
                  <a:cubicBezTo>
                    <a:pt x="19037" y="15248"/>
                    <a:pt x="19307" y="15540"/>
                    <a:pt x="19403" y="15696"/>
                  </a:cubicBezTo>
                  <a:cubicBezTo>
                    <a:pt x="19553" y="15936"/>
                    <a:pt x="19731" y="16446"/>
                    <a:pt x="19866" y="16689"/>
                  </a:cubicBezTo>
                  <a:cubicBezTo>
                    <a:pt x="19945" y="16831"/>
                    <a:pt x="20145" y="17105"/>
                    <a:pt x="20230" y="17247"/>
                  </a:cubicBezTo>
                  <a:cubicBezTo>
                    <a:pt x="20417" y="17559"/>
                    <a:pt x="20745" y="18191"/>
                    <a:pt x="20937" y="18499"/>
                  </a:cubicBezTo>
                  <a:cubicBezTo>
                    <a:pt x="21074" y="18712"/>
                    <a:pt x="21439" y="19119"/>
                    <a:pt x="21529" y="19341"/>
                  </a:cubicBezTo>
                  <a:cubicBezTo>
                    <a:pt x="21557" y="19427"/>
                    <a:pt x="21578" y="19538"/>
                    <a:pt x="21593" y="19663"/>
                  </a:cubicBezTo>
                  <a:lnTo>
                    <a:pt x="9500" y="21588"/>
                  </a:lnTo>
                  <a:lnTo>
                    <a:pt x="533" y="4285"/>
                  </a:lnTo>
                  <a:cubicBezTo>
                    <a:pt x="533" y="4285"/>
                    <a:pt x="70" y="3425"/>
                    <a:pt x="17" y="3123"/>
                  </a:cubicBezTo>
                  <a:cubicBezTo>
                    <a:pt x="-7" y="2992"/>
                    <a:pt x="-5" y="2777"/>
                    <a:pt x="21" y="258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07" name="Shape 4689"/>
            <p:cNvSpPr/>
            <p:nvPr/>
          </p:nvSpPr>
          <p:spPr>
            <a:xfrm>
              <a:off x="9503847" y="2278162"/>
              <a:ext cx="226470" cy="357582"/>
            </a:xfrm>
            <a:custGeom>
              <a:avLst/>
              <a:gdLst/>
              <a:ahLst/>
              <a:cxnLst>
                <a:cxn ang="0">
                  <a:pos x="wd2" y="hd2"/>
                </a:cxn>
                <a:cxn ang="5400000">
                  <a:pos x="wd2" y="hd2"/>
                </a:cxn>
                <a:cxn ang="10800000">
                  <a:pos x="wd2" y="hd2"/>
                </a:cxn>
                <a:cxn ang="16200000">
                  <a:pos x="wd2" y="hd2"/>
                </a:cxn>
              </a:cxnLst>
              <a:rect l="0" t="0" r="r" b="b"/>
              <a:pathLst>
                <a:path w="21593" h="21588" extrusionOk="0">
                  <a:moveTo>
                    <a:pt x="21" y="2582"/>
                  </a:moveTo>
                  <a:cubicBezTo>
                    <a:pt x="36" y="2456"/>
                    <a:pt x="57" y="2336"/>
                    <a:pt x="85" y="2254"/>
                  </a:cubicBezTo>
                  <a:cubicBezTo>
                    <a:pt x="154" y="2042"/>
                    <a:pt x="396" y="1632"/>
                    <a:pt x="572" y="1449"/>
                  </a:cubicBezTo>
                  <a:cubicBezTo>
                    <a:pt x="769" y="1255"/>
                    <a:pt x="1289" y="927"/>
                    <a:pt x="1561" y="774"/>
                  </a:cubicBezTo>
                  <a:cubicBezTo>
                    <a:pt x="1804" y="632"/>
                    <a:pt x="2326" y="365"/>
                    <a:pt x="2624" y="270"/>
                  </a:cubicBezTo>
                  <a:cubicBezTo>
                    <a:pt x="2965" y="164"/>
                    <a:pt x="3702" y="18"/>
                    <a:pt x="4081" y="2"/>
                  </a:cubicBezTo>
                  <a:cubicBezTo>
                    <a:pt x="4413" y="-12"/>
                    <a:pt x="5080" y="80"/>
                    <a:pt x="5403" y="130"/>
                  </a:cubicBezTo>
                  <a:cubicBezTo>
                    <a:pt x="5564" y="156"/>
                    <a:pt x="5866" y="223"/>
                    <a:pt x="6142" y="285"/>
                  </a:cubicBezTo>
                  <a:cubicBezTo>
                    <a:pt x="6072" y="419"/>
                    <a:pt x="6007" y="574"/>
                    <a:pt x="5926" y="655"/>
                  </a:cubicBezTo>
                  <a:cubicBezTo>
                    <a:pt x="5836" y="752"/>
                    <a:pt x="5504" y="881"/>
                    <a:pt x="5452" y="989"/>
                  </a:cubicBezTo>
                  <a:cubicBezTo>
                    <a:pt x="5390" y="1126"/>
                    <a:pt x="5665" y="1414"/>
                    <a:pt x="5626" y="1558"/>
                  </a:cubicBezTo>
                  <a:cubicBezTo>
                    <a:pt x="5594" y="1664"/>
                    <a:pt x="5358" y="1840"/>
                    <a:pt x="5266" y="1934"/>
                  </a:cubicBezTo>
                  <a:cubicBezTo>
                    <a:pt x="5219" y="1980"/>
                    <a:pt x="5125" y="2076"/>
                    <a:pt x="5037" y="2157"/>
                  </a:cubicBezTo>
                  <a:cubicBezTo>
                    <a:pt x="4958" y="2090"/>
                    <a:pt x="4850" y="2022"/>
                    <a:pt x="4771" y="2033"/>
                  </a:cubicBezTo>
                  <a:cubicBezTo>
                    <a:pt x="4602" y="2057"/>
                    <a:pt x="4610" y="2354"/>
                    <a:pt x="4512" y="2446"/>
                  </a:cubicBezTo>
                  <a:cubicBezTo>
                    <a:pt x="4390" y="2558"/>
                    <a:pt x="4010" y="2701"/>
                    <a:pt x="3888" y="2811"/>
                  </a:cubicBezTo>
                  <a:cubicBezTo>
                    <a:pt x="3762" y="2933"/>
                    <a:pt x="3625" y="3216"/>
                    <a:pt x="3550" y="3354"/>
                  </a:cubicBezTo>
                  <a:cubicBezTo>
                    <a:pt x="3498" y="3452"/>
                    <a:pt x="3355" y="3648"/>
                    <a:pt x="3370" y="3747"/>
                  </a:cubicBezTo>
                  <a:cubicBezTo>
                    <a:pt x="3387" y="3863"/>
                    <a:pt x="3563" y="4080"/>
                    <a:pt x="3698" y="4156"/>
                  </a:cubicBezTo>
                  <a:cubicBezTo>
                    <a:pt x="3837" y="4234"/>
                    <a:pt x="4229" y="4268"/>
                    <a:pt x="4398" y="4321"/>
                  </a:cubicBezTo>
                  <a:cubicBezTo>
                    <a:pt x="4475" y="4344"/>
                    <a:pt x="4640" y="4392"/>
                    <a:pt x="4690" y="4435"/>
                  </a:cubicBezTo>
                  <a:cubicBezTo>
                    <a:pt x="4795" y="4519"/>
                    <a:pt x="4825" y="4742"/>
                    <a:pt x="4883" y="4844"/>
                  </a:cubicBezTo>
                  <a:cubicBezTo>
                    <a:pt x="4925" y="4916"/>
                    <a:pt x="5080" y="5044"/>
                    <a:pt x="5073" y="5122"/>
                  </a:cubicBezTo>
                  <a:cubicBezTo>
                    <a:pt x="5073" y="5195"/>
                    <a:pt x="4891" y="5314"/>
                    <a:pt x="4859" y="5385"/>
                  </a:cubicBezTo>
                  <a:cubicBezTo>
                    <a:pt x="4814" y="5489"/>
                    <a:pt x="4780" y="5708"/>
                    <a:pt x="4805" y="5815"/>
                  </a:cubicBezTo>
                  <a:cubicBezTo>
                    <a:pt x="4825" y="5891"/>
                    <a:pt x="4919" y="6040"/>
                    <a:pt x="4996" y="6101"/>
                  </a:cubicBezTo>
                  <a:cubicBezTo>
                    <a:pt x="5103" y="6181"/>
                    <a:pt x="5416" y="6274"/>
                    <a:pt x="5549" y="6336"/>
                  </a:cubicBezTo>
                  <a:cubicBezTo>
                    <a:pt x="5686" y="6398"/>
                    <a:pt x="5937" y="6535"/>
                    <a:pt x="6072" y="6601"/>
                  </a:cubicBezTo>
                  <a:cubicBezTo>
                    <a:pt x="6250" y="6690"/>
                    <a:pt x="6618" y="6858"/>
                    <a:pt x="6792" y="6952"/>
                  </a:cubicBezTo>
                  <a:cubicBezTo>
                    <a:pt x="6937" y="7028"/>
                    <a:pt x="7218" y="7189"/>
                    <a:pt x="7355" y="7273"/>
                  </a:cubicBezTo>
                  <a:cubicBezTo>
                    <a:pt x="7503" y="7360"/>
                    <a:pt x="7758" y="7567"/>
                    <a:pt x="7929" y="7632"/>
                  </a:cubicBezTo>
                  <a:cubicBezTo>
                    <a:pt x="8088" y="7687"/>
                    <a:pt x="8476" y="7691"/>
                    <a:pt x="8621" y="7761"/>
                  </a:cubicBezTo>
                  <a:cubicBezTo>
                    <a:pt x="8754" y="7823"/>
                    <a:pt x="8876" y="8036"/>
                    <a:pt x="8984" y="8117"/>
                  </a:cubicBezTo>
                  <a:cubicBezTo>
                    <a:pt x="9183" y="8273"/>
                    <a:pt x="9723" y="8504"/>
                    <a:pt x="9907" y="8668"/>
                  </a:cubicBezTo>
                  <a:cubicBezTo>
                    <a:pt x="10016" y="8764"/>
                    <a:pt x="10141" y="8996"/>
                    <a:pt x="10224" y="9104"/>
                  </a:cubicBezTo>
                  <a:cubicBezTo>
                    <a:pt x="10293" y="9192"/>
                    <a:pt x="10511" y="9356"/>
                    <a:pt x="10507" y="9455"/>
                  </a:cubicBezTo>
                  <a:cubicBezTo>
                    <a:pt x="10501" y="9524"/>
                    <a:pt x="10306" y="9627"/>
                    <a:pt x="10282" y="9695"/>
                  </a:cubicBezTo>
                  <a:cubicBezTo>
                    <a:pt x="10239" y="9809"/>
                    <a:pt x="10284" y="10042"/>
                    <a:pt x="10325" y="10155"/>
                  </a:cubicBezTo>
                  <a:cubicBezTo>
                    <a:pt x="10411" y="10388"/>
                    <a:pt x="10766" y="10820"/>
                    <a:pt x="10914" y="11042"/>
                  </a:cubicBezTo>
                  <a:cubicBezTo>
                    <a:pt x="10976" y="11133"/>
                    <a:pt x="11066" y="11327"/>
                    <a:pt x="11160" y="11406"/>
                  </a:cubicBezTo>
                  <a:cubicBezTo>
                    <a:pt x="11274" y="11497"/>
                    <a:pt x="11570" y="11631"/>
                    <a:pt x="11726" y="11691"/>
                  </a:cubicBezTo>
                  <a:cubicBezTo>
                    <a:pt x="11895" y="11757"/>
                    <a:pt x="12287" y="11822"/>
                    <a:pt x="12448" y="11900"/>
                  </a:cubicBezTo>
                  <a:cubicBezTo>
                    <a:pt x="12630" y="11988"/>
                    <a:pt x="12902" y="12225"/>
                    <a:pt x="13033" y="12342"/>
                  </a:cubicBezTo>
                  <a:cubicBezTo>
                    <a:pt x="13192" y="12482"/>
                    <a:pt x="13485" y="12771"/>
                    <a:pt x="13588" y="12930"/>
                  </a:cubicBezTo>
                  <a:cubicBezTo>
                    <a:pt x="13674" y="13057"/>
                    <a:pt x="13678" y="13358"/>
                    <a:pt x="13815" y="13464"/>
                  </a:cubicBezTo>
                  <a:cubicBezTo>
                    <a:pt x="13957" y="13574"/>
                    <a:pt x="14432" y="13636"/>
                    <a:pt x="14619" y="13714"/>
                  </a:cubicBezTo>
                  <a:cubicBezTo>
                    <a:pt x="14829" y="13807"/>
                    <a:pt x="15184" y="14050"/>
                    <a:pt x="15386" y="14152"/>
                  </a:cubicBezTo>
                  <a:cubicBezTo>
                    <a:pt x="15658" y="14286"/>
                    <a:pt x="16228" y="14541"/>
                    <a:pt x="16534" y="14644"/>
                  </a:cubicBezTo>
                  <a:cubicBezTo>
                    <a:pt x="16716" y="14704"/>
                    <a:pt x="17091" y="14814"/>
                    <a:pt x="17291" y="14837"/>
                  </a:cubicBezTo>
                  <a:cubicBezTo>
                    <a:pt x="17421" y="14852"/>
                    <a:pt x="17693" y="14840"/>
                    <a:pt x="17826" y="14830"/>
                  </a:cubicBezTo>
                  <a:cubicBezTo>
                    <a:pt x="17957" y="14821"/>
                    <a:pt x="18248" y="14811"/>
                    <a:pt x="18355" y="14758"/>
                  </a:cubicBezTo>
                  <a:cubicBezTo>
                    <a:pt x="18450" y="14712"/>
                    <a:pt x="18452" y="14490"/>
                    <a:pt x="18568" y="14495"/>
                  </a:cubicBezTo>
                  <a:cubicBezTo>
                    <a:pt x="18823" y="14503"/>
                    <a:pt x="18827" y="14948"/>
                    <a:pt x="18928" y="15096"/>
                  </a:cubicBezTo>
                  <a:cubicBezTo>
                    <a:pt x="19037" y="15248"/>
                    <a:pt x="19307" y="15540"/>
                    <a:pt x="19403" y="15696"/>
                  </a:cubicBezTo>
                  <a:cubicBezTo>
                    <a:pt x="19553" y="15936"/>
                    <a:pt x="19731" y="16446"/>
                    <a:pt x="19866" y="16689"/>
                  </a:cubicBezTo>
                  <a:cubicBezTo>
                    <a:pt x="19945" y="16831"/>
                    <a:pt x="20145" y="17105"/>
                    <a:pt x="20230" y="17247"/>
                  </a:cubicBezTo>
                  <a:cubicBezTo>
                    <a:pt x="20417" y="17559"/>
                    <a:pt x="20745" y="18191"/>
                    <a:pt x="20937" y="18499"/>
                  </a:cubicBezTo>
                  <a:cubicBezTo>
                    <a:pt x="21074" y="18713"/>
                    <a:pt x="21439" y="19119"/>
                    <a:pt x="21529" y="19341"/>
                  </a:cubicBezTo>
                  <a:cubicBezTo>
                    <a:pt x="21557" y="19428"/>
                    <a:pt x="21578" y="19538"/>
                    <a:pt x="21593" y="19663"/>
                  </a:cubicBezTo>
                  <a:lnTo>
                    <a:pt x="9500" y="21588"/>
                  </a:lnTo>
                  <a:lnTo>
                    <a:pt x="533" y="4285"/>
                  </a:lnTo>
                  <a:cubicBezTo>
                    <a:pt x="533" y="4285"/>
                    <a:pt x="70" y="3425"/>
                    <a:pt x="17" y="3123"/>
                  </a:cubicBezTo>
                  <a:cubicBezTo>
                    <a:pt x="-7" y="2992"/>
                    <a:pt x="-5" y="2777"/>
                    <a:pt x="21" y="258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08" name="Shape 4690"/>
            <p:cNvSpPr/>
            <p:nvPr/>
          </p:nvSpPr>
          <p:spPr>
            <a:xfrm>
              <a:off x="9296741" y="2554302"/>
              <a:ext cx="44002" cy="50475"/>
            </a:xfrm>
            <a:custGeom>
              <a:avLst/>
              <a:gdLst/>
              <a:ahLst/>
              <a:cxnLst>
                <a:cxn ang="0">
                  <a:pos x="wd2" y="hd2"/>
                </a:cxn>
                <a:cxn ang="5400000">
                  <a:pos x="wd2" y="hd2"/>
                </a:cxn>
                <a:cxn ang="10800000">
                  <a:pos x="wd2" y="hd2"/>
                </a:cxn>
                <a:cxn ang="16200000">
                  <a:pos x="wd2" y="hd2"/>
                </a:cxn>
              </a:cxnLst>
              <a:rect l="0" t="0" r="r" b="b"/>
              <a:pathLst>
                <a:path w="21600" h="21600" extrusionOk="0">
                  <a:moveTo>
                    <a:pt x="21600" y="8723"/>
                  </a:moveTo>
                  <a:lnTo>
                    <a:pt x="12731" y="21600"/>
                  </a:lnTo>
                  <a:cubicBezTo>
                    <a:pt x="12731" y="21494"/>
                    <a:pt x="12731" y="21408"/>
                    <a:pt x="12720" y="21321"/>
                  </a:cubicBezTo>
                  <a:cubicBezTo>
                    <a:pt x="12653" y="20600"/>
                    <a:pt x="12499" y="19157"/>
                    <a:pt x="12289" y="18465"/>
                  </a:cubicBezTo>
                  <a:cubicBezTo>
                    <a:pt x="11925" y="17292"/>
                    <a:pt x="10954" y="14935"/>
                    <a:pt x="10061" y="14022"/>
                  </a:cubicBezTo>
                  <a:cubicBezTo>
                    <a:pt x="9476" y="13416"/>
                    <a:pt x="7855" y="12666"/>
                    <a:pt x="7038" y="12310"/>
                  </a:cubicBezTo>
                  <a:cubicBezTo>
                    <a:pt x="5913" y="11781"/>
                    <a:pt x="3354" y="11223"/>
                    <a:pt x="2306" y="10588"/>
                  </a:cubicBezTo>
                  <a:cubicBezTo>
                    <a:pt x="1677" y="10233"/>
                    <a:pt x="717" y="9175"/>
                    <a:pt x="210" y="8694"/>
                  </a:cubicBezTo>
                  <a:cubicBezTo>
                    <a:pt x="132" y="8627"/>
                    <a:pt x="66" y="8559"/>
                    <a:pt x="0" y="8492"/>
                  </a:cubicBezTo>
                  <a:lnTo>
                    <a:pt x="6498" y="0"/>
                  </a:lnTo>
                  <a:cubicBezTo>
                    <a:pt x="6498" y="0"/>
                    <a:pt x="21600" y="8723"/>
                    <a:pt x="21600" y="872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09" name="Shape 4691"/>
            <p:cNvSpPr/>
            <p:nvPr/>
          </p:nvSpPr>
          <p:spPr>
            <a:xfrm>
              <a:off x="9296741" y="2554302"/>
              <a:ext cx="44002" cy="50475"/>
            </a:xfrm>
            <a:custGeom>
              <a:avLst/>
              <a:gdLst/>
              <a:ahLst/>
              <a:cxnLst>
                <a:cxn ang="0">
                  <a:pos x="wd2" y="hd2"/>
                </a:cxn>
                <a:cxn ang="5400000">
                  <a:pos x="wd2" y="hd2"/>
                </a:cxn>
                <a:cxn ang="10800000">
                  <a:pos x="wd2" y="hd2"/>
                </a:cxn>
                <a:cxn ang="16200000">
                  <a:pos x="wd2" y="hd2"/>
                </a:cxn>
              </a:cxnLst>
              <a:rect l="0" t="0" r="r" b="b"/>
              <a:pathLst>
                <a:path w="21600" h="21600" extrusionOk="0">
                  <a:moveTo>
                    <a:pt x="21600" y="8723"/>
                  </a:moveTo>
                  <a:lnTo>
                    <a:pt x="12731" y="21600"/>
                  </a:lnTo>
                  <a:cubicBezTo>
                    <a:pt x="12731" y="21494"/>
                    <a:pt x="12731" y="21408"/>
                    <a:pt x="12708" y="21321"/>
                  </a:cubicBezTo>
                  <a:cubicBezTo>
                    <a:pt x="12653" y="20600"/>
                    <a:pt x="12499" y="19157"/>
                    <a:pt x="12289" y="18465"/>
                  </a:cubicBezTo>
                  <a:cubicBezTo>
                    <a:pt x="11925" y="17292"/>
                    <a:pt x="10954" y="14935"/>
                    <a:pt x="10050" y="14022"/>
                  </a:cubicBezTo>
                  <a:cubicBezTo>
                    <a:pt x="9476" y="13416"/>
                    <a:pt x="7855" y="12666"/>
                    <a:pt x="7038" y="12310"/>
                  </a:cubicBezTo>
                  <a:cubicBezTo>
                    <a:pt x="5913" y="11781"/>
                    <a:pt x="3354" y="11223"/>
                    <a:pt x="2306" y="10588"/>
                  </a:cubicBezTo>
                  <a:cubicBezTo>
                    <a:pt x="1677" y="10233"/>
                    <a:pt x="717" y="9175"/>
                    <a:pt x="210" y="8694"/>
                  </a:cubicBezTo>
                  <a:cubicBezTo>
                    <a:pt x="132" y="8627"/>
                    <a:pt x="66" y="8559"/>
                    <a:pt x="0" y="8492"/>
                  </a:cubicBezTo>
                  <a:lnTo>
                    <a:pt x="6498" y="0"/>
                  </a:lnTo>
                  <a:cubicBezTo>
                    <a:pt x="6498" y="0"/>
                    <a:pt x="21600" y="8723"/>
                    <a:pt x="21600" y="872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10" name="Shape 4692"/>
            <p:cNvSpPr/>
            <p:nvPr/>
          </p:nvSpPr>
          <p:spPr>
            <a:xfrm>
              <a:off x="8238201" y="2301173"/>
              <a:ext cx="908516" cy="924079"/>
            </a:xfrm>
            <a:custGeom>
              <a:avLst/>
              <a:gdLst/>
              <a:ahLst/>
              <a:cxnLst>
                <a:cxn ang="0">
                  <a:pos x="wd2" y="hd2"/>
                </a:cxn>
                <a:cxn ang="5400000">
                  <a:pos x="wd2" y="hd2"/>
                </a:cxn>
                <a:cxn ang="10800000">
                  <a:pos x="wd2" y="hd2"/>
                </a:cxn>
                <a:cxn ang="16200000">
                  <a:pos x="wd2" y="hd2"/>
                </a:cxn>
              </a:cxnLst>
              <a:rect l="0" t="0" r="r" b="b"/>
              <a:pathLst>
                <a:path w="21597" h="21593" extrusionOk="0">
                  <a:moveTo>
                    <a:pt x="3868" y="19872"/>
                  </a:moveTo>
                  <a:cubicBezTo>
                    <a:pt x="3851" y="19882"/>
                    <a:pt x="3835" y="19890"/>
                    <a:pt x="3823" y="19894"/>
                  </a:cubicBezTo>
                  <a:cubicBezTo>
                    <a:pt x="3768" y="19912"/>
                    <a:pt x="3654" y="19954"/>
                    <a:pt x="3598" y="19944"/>
                  </a:cubicBezTo>
                  <a:cubicBezTo>
                    <a:pt x="3550" y="19935"/>
                    <a:pt x="3482" y="19848"/>
                    <a:pt x="3434" y="19838"/>
                  </a:cubicBezTo>
                  <a:cubicBezTo>
                    <a:pt x="3396" y="19830"/>
                    <a:pt x="3321" y="19860"/>
                    <a:pt x="3282" y="19860"/>
                  </a:cubicBezTo>
                  <a:cubicBezTo>
                    <a:pt x="3248" y="19861"/>
                    <a:pt x="3168" y="19870"/>
                    <a:pt x="3147" y="19844"/>
                  </a:cubicBezTo>
                  <a:cubicBezTo>
                    <a:pt x="3120" y="19812"/>
                    <a:pt x="3179" y="19714"/>
                    <a:pt x="3159" y="19678"/>
                  </a:cubicBezTo>
                  <a:cubicBezTo>
                    <a:pt x="3137" y="19640"/>
                    <a:pt x="3037" y="19625"/>
                    <a:pt x="3006" y="19595"/>
                  </a:cubicBezTo>
                  <a:cubicBezTo>
                    <a:pt x="2957" y="19548"/>
                    <a:pt x="2939" y="19371"/>
                    <a:pt x="2872" y="19363"/>
                  </a:cubicBezTo>
                  <a:cubicBezTo>
                    <a:pt x="2822" y="19356"/>
                    <a:pt x="2780" y="19502"/>
                    <a:pt x="2730" y="19501"/>
                  </a:cubicBezTo>
                  <a:cubicBezTo>
                    <a:pt x="2690" y="19500"/>
                    <a:pt x="2661" y="19399"/>
                    <a:pt x="2624" y="19385"/>
                  </a:cubicBezTo>
                  <a:cubicBezTo>
                    <a:pt x="2563" y="19360"/>
                    <a:pt x="2421" y="19423"/>
                    <a:pt x="2359" y="19401"/>
                  </a:cubicBezTo>
                  <a:cubicBezTo>
                    <a:pt x="2328" y="19391"/>
                    <a:pt x="2282" y="19339"/>
                    <a:pt x="2263" y="19313"/>
                  </a:cubicBezTo>
                  <a:cubicBezTo>
                    <a:pt x="2236" y="19273"/>
                    <a:pt x="2219" y="19174"/>
                    <a:pt x="2190" y="19135"/>
                  </a:cubicBezTo>
                  <a:cubicBezTo>
                    <a:pt x="2160" y="19096"/>
                    <a:pt x="2054" y="19058"/>
                    <a:pt x="2033" y="19014"/>
                  </a:cubicBezTo>
                  <a:cubicBezTo>
                    <a:pt x="2011" y="18972"/>
                    <a:pt x="2046" y="18870"/>
                    <a:pt x="2033" y="18825"/>
                  </a:cubicBezTo>
                  <a:cubicBezTo>
                    <a:pt x="2023" y="18795"/>
                    <a:pt x="1985" y="18740"/>
                    <a:pt x="1959" y="18721"/>
                  </a:cubicBezTo>
                  <a:cubicBezTo>
                    <a:pt x="1918" y="18688"/>
                    <a:pt x="1811" y="18664"/>
                    <a:pt x="1762" y="18643"/>
                  </a:cubicBezTo>
                  <a:cubicBezTo>
                    <a:pt x="1717" y="18624"/>
                    <a:pt x="1592" y="18566"/>
                    <a:pt x="1592" y="18549"/>
                  </a:cubicBezTo>
                  <a:cubicBezTo>
                    <a:pt x="1592" y="18532"/>
                    <a:pt x="1544" y="18416"/>
                    <a:pt x="1526" y="18372"/>
                  </a:cubicBezTo>
                  <a:cubicBezTo>
                    <a:pt x="1501" y="18311"/>
                    <a:pt x="1471" y="18175"/>
                    <a:pt x="1424" y="18128"/>
                  </a:cubicBezTo>
                  <a:cubicBezTo>
                    <a:pt x="1379" y="18082"/>
                    <a:pt x="1249" y="18045"/>
                    <a:pt x="1188" y="18023"/>
                  </a:cubicBezTo>
                  <a:cubicBezTo>
                    <a:pt x="1148" y="18009"/>
                    <a:pt x="1041" y="18017"/>
                    <a:pt x="1025" y="17978"/>
                  </a:cubicBezTo>
                  <a:cubicBezTo>
                    <a:pt x="1010" y="17945"/>
                    <a:pt x="1090" y="17887"/>
                    <a:pt x="1098" y="17852"/>
                  </a:cubicBezTo>
                  <a:cubicBezTo>
                    <a:pt x="1110" y="17785"/>
                    <a:pt x="1102" y="17637"/>
                    <a:pt x="1059" y="17586"/>
                  </a:cubicBezTo>
                  <a:cubicBezTo>
                    <a:pt x="1020" y="17542"/>
                    <a:pt x="879" y="17551"/>
                    <a:pt x="833" y="17514"/>
                  </a:cubicBezTo>
                  <a:cubicBezTo>
                    <a:pt x="797" y="17483"/>
                    <a:pt x="768" y="17388"/>
                    <a:pt x="743" y="17347"/>
                  </a:cubicBezTo>
                  <a:cubicBezTo>
                    <a:pt x="706" y="17289"/>
                    <a:pt x="638" y="17165"/>
                    <a:pt x="586" y="17121"/>
                  </a:cubicBezTo>
                  <a:cubicBezTo>
                    <a:pt x="553" y="17094"/>
                    <a:pt x="466" y="17075"/>
                    <a:pt x="433" y="17049"/>
                  </a:cubicBezTo>
                  <a:cubicBezTo>
                    <a:pt x="412" y="17031"/>
                    <a:pt x="389" y="16977"/>
                    <a:pt x="365" y="16961"/>
                  </a:cubicBezTo>
                  <a:cubicBezTo>
                    <a:pt x="333" y="16937"/>
                    <a:pt x="247" y="16927"/>
                    <a:pt x="214" y="16905"/>
                  </a:cubicBezTo>
                  <a:cubicBezTo>
                    <a:pt x="178" y="16882"/>
                    <a:pt x="112" y="16822"/>
                    <a:pt x="95" y="16783"/>
                  </a:cubicBezTo>
                  <a:cubicBezTo>
                    <a:pt x="84" y="16757"/>
                    <a:pt x="78" y="16694"/>
                    <a:pt x="90" y="16667"/>
                  </a:cubicBezTo>
                  <a:cubicBezTo>
                    <a:pt x="100" y="16643"/>
                    <a:pt x="153" y="16617"/>
                    <a:pt x="169" y="16596"/>
                  </a:cubicBezTo>
                  <a:cubicBezTo>
                    <a:pt x="188" y="16568"/>
                    <a:pt x="218" y="16506"/>
                    <a:pt x="219" y="16473"/>
                  </a:cubicBezTo>
                  <a:cubicBezTo>
                    <a:pt x="221" y="16422"/>
                    <a:pt x="149" y="16331"/>
                    <a:pt x="152" y="16280"/>
                  </a:cubicBezTo>
                  <a:cubicBezTo>
                    <a:pt x="153" y="16246"/>
                    <a:pt x="190" y="16186"/>
                    <a:pt x="208" y="16158"/>
                  </a:cubicBezTo>
                  <a:cubicBezTo>
                    <a:pt x="229" y="16123"/>
                    <a:pt x="298" y="16070"/>
                    <a:pt x="309" y="16030"/>
                  </a:cubicBezTo>
                  <a:cubicBezTo>
                    <a:pt x="321" y="15992"/>
                    <a:pt x="303" y="15909"/>
                    <a:pt x="292" y="15870"/>
                  </a:cubicBezTo>
                  <a:cubicBezTo>
                    <a:pt x="274" y="15803"/>
                    <a:pt x="215" y="15673"/>
                    <a:pt x="174" y="15615"/>
                  </a:cubicBezTo>
                  <a:cubicBezTo>
                    <a:pt x="152" y="15584"/>
                    <a:pt x="82" y="15543"/>
                    <a:pt x="62" y="15510"/>
                  </a:cubicBezTo>
                  <a:cubicBezTo>
                    <a:pt x="34" y="15467"/>
                    <a:pt x="3" y="15367"/>
                    <a:pt x="0" y="15317"/>
                  </a:cubicBezTo>
                  <a:cubicBezTo>
                    <a:pt x="-3" y="15279"/>
                    <a:pt x="8" y="15211"/>
                    <a:pt x="21" y="15145"/>
                  </a:cubicBezTo>
                  <a:cubicBezTo>
                    <a:pt x="59" y="15167"/>
                    <a:pt x="140" y="15178"/>
                    <a:pt x="180" y="15172"/>
                  </a:cubicBezTo>
                  <a:cubicBezTo>
                    <a:pt x="226" y="15167"/>
                    <a:pt x="308" y="15118"/>
                    <a:pt x="349" y="15096"/>
                  </a:cubicBezTo>
                  <a:cubicBezTo>
                    <a:pt x="401" y="15066"/>
                    <a:pt x="490" y="14984"/>
                    <a:pt x="546" y="14962"/>
                  </a:cubicBezTo>
                  <a:cubicBezTo>
                    <a:pt x="594" y="14944"/>
                    <a:pt x="703" y="14953"/>
                    <a:pt x="748" y="14929"/>
                  </a:cubicBezTo>
                  <a:cubicBezTo>
                    <a:pt x="780" y="14913"/>
                    <a:pt x="817" y="14844"/>
                    <a:pt x="850" y="14830"/>
                  </a:cubicBezTo>
                  <a:cubicBezTo>
                    <a:pt x="903" y="14805"/>
                    <a:pt x="1033" y="14832"/>
                    <a:pt x="1087" y="14807"/>
                  </a:cubicBezTo>
                  <a:cubicBezTo>
                    <a:pt x="1133" y="14787"/>
                    <a:pt x="1208" y="14712"/>
                    <a:pt x="1233" y="14669"/>
                  </a:cubicBezTo>
                  <a:cubicBezTo>
                    <a:pt x="1260" y="14619"/>
                    <a:pt x="1272" y="14504"/>
                    <a:pt x="1278" y="14448"/>
                  </a:cubicBezTo>
                  <a:cubicBezTo>
                    <a:pt x="1283" y="14397"/>
                    <a:pt x="1287" y="14293"/>
                    <a:pt x="1278" y="14243"/>
                  </a:cubicBezTo>
                  <a:cubicBezTo>
                    <a:pt x="1267" y="14175"/>
                    <a:pt x="1190" y="14051"/>
                    <a:pt x="1188" y="13983"/>
                  </a:cubicBezTo>
                  <a:cubicBezTo>
                    <a:pt x="1186" y="13929"/>
                    <a:pt x="1210" y="13820"/>
                    <a:pt x="1244" y="13778"/>
                  </a:cubicBezTo>
                  <a:cubicBezTo>
                    <a:pt x="1269" y="13748"/>
                    <a:pt x="1346" y="13713"/>
                    <a:pt x="1385" y="13706"/>
                  </a:cubicBezTo>
                  <a:cubicBezTo>
                    <a:pt x="1440" y="13695"/>
                    <a:pt x="1555" y="13742"/>
                    <a:pt x="1610" y="13728"/>
                  </a:cubicBezTo>
                  <a:cubicBezTo>
                    <a:pt x="1640" y="13721"/>
                    <a:pt x="1696" y="13687"/>
                    <a:pt x="1711" y="13662"/>
                  </a:cubicBezTo>
                  <a:cubicBezTo>
                    <a:pt x="1744" y="13609"/>
                    <a:pt x="1759" y="13472"/>
                    <a:pt x="1740" y="13413"/>
                  </a:cubicBezTo>
                  <a:cubicBezTo>
                    <a:pt x="1727" y="13372"/>
                    <a:pt x="1643" y="13325"/>
                    <a:pt x="1627" y="13285"/>
                  </a:cubicBezTo>
                  <a:cubicBezTo>
                    <a:pt x="1608" y="13237"/>
                    <a:pt x="1629" y="13132"/>
                    <a:pt x="1621" y="13080"/>
                  </a:cubicBezTo>
                  <a:cubicBezTo>
                    <a:pt x="1612" y="13022"/>
                    <a:pt x="1580" y="12907"/>
                    <a:pt x="1554" y="12854"/>
                  </a:cubicBezTo>
                  <a:cubicBezTo>
                    <a:pt x="1535" y="12817"/>
                    <a:pt x="1487" y="12750"/>
                    <a:pt x="1458" y="12721"/>
                  </a:cubicBezTo>
                  <a:cubicBezTo>
                    <a:pt x="1430" y="12694"/>
                    <a:pt x="1348" y="12667"/>
                    <a:pt x="1329" y="12632"/>
                  </a:cubicBezTo>
                  <a:cubicBezTo>
                    <a:pt x="1313" y="12603"/>
                    <a:pt x="1320" y="12529"/>
                    <a:pt x="1334" y="12500"/>
                  </a:cubicBezTo>
                  <a:cubicBezTo>
                    <a:pt x="1361" y="12442"/>
                    <a:pt x="1478" y="12375"/>
                    <a:pt x="1520" y="12328"/>
                  </a:cubicBezTo>
                  <a:cubicBezTo>
                    <a:pt x="1551" y="12292"/>
                    <a:pt x="1620" y="12219"/>
                    <a:pt x="1627" y="12173"/>
                  </a:cubicBezTo>
                  <a:cubicBezTo>
                    <a:pt x="1634" y="12123"/>
                    <a:pt x="1566" y="12034"/>
                    <a:pt x="1559" y="11984"/>
                  </a:cubicBezTo>
                  <a:cubicBezTo>
                    <a:pt x="1553" y="11944"/>
                    <a:pt x="1560" y="11859"/>
                    <a:pt x="1571" y="11819"/>
                  </a:cubicBezTo>
                  <a:cubicBezTo>
                    <a:pt x="1580" y="11783"/>
                    <a:pt x="1620" y="11720"/>
                    <a:pt x="1632" y="11686"/>
                  </a:cubicBezTo>
                  <a:cubicBezTo>
                    <a:pt x="1654" y="11629"/>
                    <a:pt x="1690" y="11513"/>
                    <a:pt x="1700" y="11454"/>
                  </a:cubicBezTo>
                  <a:cubicBezTo>
                    <a:pt x="1706" y="11417"/>
                    <a:pt x="1687" y="11337"/>
                    <a:pt x="1706" y="11304"/>
                  </a:cubicBezTo>
                  <a:cubicBezTo>
                    <a:pt x="1724" y="11272"/>
                    <a:pt x="1808" y="11251"/>
                    <a:pt x="1830" y="11221"/>
                  </a:cubicBezTo>
                  <a:cubicBezTo>
                    <a:pt x="1855" y="11186"/>
                    <a:pt x="1850" y="11091"/>
                    <a:pt x="1875" y="11055"/>
                  </a:cubicBezTo>
                  <a:cubicBezTo>
                    <a:pt x="1892" y="11029"/>
                    <a:pt x="1945" y="10987"/>
                    <a:pt x="1976" y="10977"/>
                  </a:cubicBezTo>
                  <a:cubicBezTo>
                    <a:pt x="2012" y="10967"/>
                    <a:pt x="2100" y="10962"/>
                    <a:pt x="2128" y="10988"/>
                  </a:cubicBezTo>
                  <a:cubicBezTo>
                    <a:pt x="2149" y="11009"/>
                    <a:pt x="2121" y="11082"/>
                    <a:pt x="2139" y="11105"/>
                  </a:cubicBezTo>
                  <a:cubicBezTo>
                    <a:pt x="2157" y="11128"/>
                    <a:pt x="2222" y="11144"/>
                    <a:pt x="2252" y="11144"/>
                  </a:cubicBezTo>
                  <a:cubicBezTo>
                    <a:pt x="2285" y="11143"/>
                    <a:pt x="2342" y="11089"/>
                    <a:pt x="2376" y="11094"/>
                  </a:cubicBezTo>
                  <a:cubicBezTo>
                    <a:pt x="2430" y="11102"/>
                    <a:pt x="2518" y="11181"/>
                    <a:pt x="2544" y="11226"/>
                  </a:cubicBezTo>
                  <a:cubicBezTo>
                    <a:pt x="2561" y="11254"/>
                    <a:pt x="2553" y="11323"/>
                    <a:pt x="2566" y="11353"/>
                  </a:cubicBezTo>
                  <a:cubicBezTo>
                    <a:pt x="2576" y="11377"/>
                    <a:pt x="2626" y="11412"/>
                    <a:pt x="2632" y="11439"/>
                  </a:cubicBezTo>
                  <a:cubicBezTo>
                    <a:pt x="2639" y="11470"/>
                    <a:pt x="2611" y="11534"/>
                    <a:pt x="2609" y="11566"/>
                  </a:cubicBezTo>
                  <a:cubicBezTo>
                    <a:pt x="2607" y="11620"/>
                    <a:pt x="2592" y="11746"/>
                    <a:pt x="2635" y="11781"/>
                  </a:cubicBezTo>
                  <a:cubicBezTo>
                    <a:pt x="2659" y="11802"/>
                    <a:pt x="2735" y="11790"/>
                    <a:pt x="2764" y="11775"/>
                  </a:cubicBezTo>
                  <a:cubicBezTo>
                    <a:pt x="2809" y="11755"/>
                    <a:pt x="2876" y="11674"/>
                    <a:pt x="2897" y="11629"/>
                  </a:cubicBezTo>
                  <a:cubicBezTo>
                    <a:pt x="2919" y="11578"/>
                    <a:pt x="2903" y="11460"/>
                    <a:pt x="2923" y="11408"/>
                  </a:cubicBezTo>
                  <a:cubicBezTo>
                    <a:pt x="2938" y="11371"/>
                    <a:pt x="2977" y="11289"/>
                    <a:pt x="3017" y="11280"/>
                  </a:cubicBezTo>
                  <a:cubicBezTo>
                    <a:pt x="3060" y="11271"/>
                    <a:pt x="3128" y="11356"/>
                    <a:pt x="3171" y="11365"/>
                  </a:cubicBezTo>
                  <a:cubicBezTo>
                    <a:pt x="3208" y="11372"/>
                    <a:pt x="3297" y="11377"/>
                    <a:pt x="3325" y="11350"/>
                  </a:cubicBezTo>
                  <a:cubicBezTo>
                    <a:pt x="3351" y="11324"/>
                    <a:pt x="3356" y="11236"/>
                    <a:pt x="3340" y="11201"/>
                  </a:cubicBezTo>
                  <a:cubicBezTo>
                    <a:pt x="3322" y="11159"/>
                    <a:pt x="3213" y="11130"/>
                    <a:pt x="3188" y="11090"/>
                  </a:cubicBezTo>
                  <a:cubicBezTo>
                    <a:pt x="3159" y="11039"/>
                    <a:pt x="3180" y="10912"/>
                    <a:pt x="3159" y="10857"/>
                  </a:cubicBezTo>
                  <a:cubicBezTo>
                    <a:pt x="3146" y="10824"/>
                    <a:pt x="3104" y="10763"/>
                    <a:pt x="3077" y="10739"/>
                  </a:cubicBezTo>
                  <a:cubicBezTo>
                    <a:pt x="3048" y="10714"/>
                    <a:pt x="2963" y="10697"/>
                    <a:pt x="2939" y="10668"/>
                  </a:cubicBezTo>
                  <a:cubicBezTo>
                    <a:pt x="2915" y="10640"/>
                    <a:pt x="2887" y="10564"/>
                    <a:pt x="2897" y="10529"/>
                  </a:cubicBezTo>
                  <a:cubicBezTo>
                    <a:pt x="2906" y="10496"/>
                    <a:pt x="2966" y="10449"/>
                    <a:pt x="2998" y="10435"/>
                  </a:cubicBezTo>
                  <a:cubicBezTo>
                    <a:pt x="3028" y="10422"/>
                    <a:pt x="3105" y="10442"/>
                    <a:pt x="3134" y="10424"/>
                  </a:cubicBezTo>
                  <a:cubicBezTo>
                    <a:pt x="3163" y="10406"/>
                    <a:pt x="3192" y="10335"/>
                    <a:pt x="3203" y="10303"/>
                  </a:cubicBezTo>
                  <a:cubicBezTo>
                    <a:pt x="3221" y="10248"/>
                    <a:pt x="3245" y="10129"/>
                    <a:pt x="3226" y="10075"/>
                  </a:cubicBezTo>
                  <a:cubicBezTo>
                    <a:pt x="3210" y="10031"/>
                    <a:pt x="3107" y="9984"/>
                    <a:pt x="3091" y="9940"/>
                  </a:cubicBezTo>
                  <a:cubicBezTo>
                    <a:pt x="3071" y="9889"/>
                    <a:pt x="3081" y="9769"/>
                    <a:pt x="3108" y="9721"/>
                  </a:cubicBezTo>
                  <a:cubicBezTo>
                    <a:pt x="3131" y="9679"/>
                    <a:pt x="3241" y="9649"/>
                    <a:pt x="3265" y="9608"/>
                  </a:cubicBezTo>
                  <a:cubicBezTo>
                    <a:pt x="3279" y="9584"/>
                    <a:pt x="3277" y="9527"/>
                    <a:pt x="3276" y="9500"/>
                  </a:cubicBezTo>
                  <a:cubicBezTo>
                    <a:pt x="3275" y="9455"/>
                    <a:pt x="3233" y="9367"/>
                    <a:pt x="3243" y="9322"/>
                  </a:cubicBezTo>
                  <a:cubicBezTo>
                    <a:pt x="3251" y="9283"/>
                    <a:pt x="3299" y="9208"/>
                    <a:pt x="3336" y="9190"/>
                  </a:cubicBezTo>
                  <a:cubicBezTo>
                    <a:pt x="3382" y="9167"/>
                    <a:pt x="3493" y="9208"/>
                    <a:pt x="3544" y="9201"/>
                  </a:cubicBezTo>
                  <a:cubicBezTo>
                    <a:pt x="3587" y="9195"/>
                    <a:pt x="3675" y="9172"/>
                    <a:pt x="3710" y="9146"/>
                  </a:cubicBezTo>
                  <a:cubicBezTo>
                    <a:pt x="3738" y="9124"/>
                    <a:pt x="3781" y="9061"/>
                    <a:pt x="3789" y="9027"/>
                  </a:cubicBezTo>
                  <a:cubicBezTo>
                    <a:pt x="3804" y="8967"/>
                    <a:pt x="3755" y="8841"/>
                    <a:pt x="3767" y="8780"/>
                  </a:cubicBezTo>
                  <a:cubicBezTo>
                    <a:pt x="3776" y="8728"/>
                    <a:pt x="3829" y="8630"/>
                    <a:pt x="3859" y="8586"/>
                  </a:cubicBezTo>
                  <a:cubicBezTo>
                    <a:pt x="3878" y="8560"/>
                    <a:pt x="3927" y="8517"/>
                    <a:pt x="3949" y="8493"/>
                  </a:cubicBezTo>
                  <a:cubicBezTo>
                    <a:pt x="3987" y="8451"/>
                    <a:pt x="4070" y="8373"/>
                    <a:pt x="4096" y="8324"/>
                  </a:cubicBezTo>
                  <a:cubicBezTo>
                    <a:pt x="4114" y="8288"/>
                    <a:pt x="4106" y="8191"/>
                    <a:pt x="4138" y="8166"/>
                  </a:cubicBezTo>
                  <a:cubicBezTo>
                    <a:pt x="4168" y="8142"/>
                    <a:pt x="4257" y="8154"/>
                    <a:pt x="4295" y="8163"/>
                  </a:cubicBezTo>
                  <a:cubicBezTo>
                    <a:pt x="4330" y="8172"/>
                    <a:pt x="4397" y="8202"/>
                    <a:pt x="4416" y="8229"/>
                  </a:cubicBezTo>
                  <a:cubicBezTo>
                    <a:pt x="4448" y="8272"/>
                    <a:pt x="4429" y="8393"/>
                    <a:pt x="4459" y="8438"/>
                  </a:cubicBezTo>
                  <a:cubicBezTo>
                    <a:pt x="4486" y="8476"/>
                    <a:pt x="4571" y="8540"/>
                    <a:pt x="4619" y="8542"/>
                  </a:cubicBezTo>
                  <a:cubicBezTo>
                    <a:pt x="4666" y="8545"/>
                    <a:pt x="4750" y="8488"/>
                    <a:pt x="4782" y="8456"/>
                  </a:cubicBezTo>
                  <a:cubicBezTo>
                    <a:pt x="4823" y="8416"/>
                    <a:pt x="4854" y="8301"/>
                    <a:pt x="4890" y="8257"/>
                  </a:cubicBezTo>
                  <a:cubicBezTo>
                    <a:pt x="4927" y="8211"/>
                    <a:pt x="5015" y="8127"/>
                    <a:pt x="5070" y="8105"/>
                  </a:cubicBezTo>
                  <a:cubicBezTo>
                    <a:pt x="5118" y="8086"/>
                    <a:pt x="5235" y="8123"/>
                    <a:pt x="5278" y="8094"/>
                  </a:cubicBezTo>
                  <a:cubicBezTo>
                    <a:pt x="5311" y="8072"/>
                    <a:pt x="5328" y="7985"/>
                    <a:pt x="5343" y="7947"/>
                  </a:cubicBezTo>
                  <a:cubicBezTo>
                    <a:pt x="5363" y="7899"/>
                    <a:pt x="5380" y="7788"/>
                    <a:pt x="5419" y="7751"/>
                  </a:cubicBezTo>
                  <a:cubicBezTo>
                    <a:pt x="5447" y="7724"/>
                    <a:pt x="5534" y="7723"/>
                    <a:pt x="5565" y="7701"/>
                  </a:cubicBezTo>
                  <a:cubicBezTo>
                    <a:pt x="5611" y="7669"/>
                    <a:pt x="5677" y="7576"/>
                    <a:pt x="5704" y="7526"/>
                  </a:cubicBezTo>
                  <a:cubicBezTo>
                    <a:pt x="5739" y="7460"/>
                    <a:pt x="5765" y="7307"/>
                    <a:pt x="5796" y="7239"/>
                  </a:cubicBezTo>
                  <a:cubicBezTo>
                    <a:pt x="5824" y="7179"/>
                    <a:pt x="5900" y="7072"/>
                    <a:pt x="5937" y="7018"/>
                  </a:cubicBezTo>
                  <a:cubicBezTo>
                    <a:pt x="5993" y="6935"/>
                    <a:pt x="6112" y="6773"/>
                    <a:pt x="6174" y="6694"/>
                  </a:cubicBezTo>
                  <a:cubicBezTo>
                    <a:pt x="6217" y="6637"/>
                    <a:pt x="6295" y="6513"/>
                    <a:pt x="6353" y="6472"/>
                  </a:cubicBezTo>
                  <a:cubicBezTo>
                    <a:pt x="6395" y="6445"/>
                    <a:pt x="6507" y="6445"/>
                    <a:pt x="6542" y="6411"/>
                  </a:cubicBezTo>
                  <a:cubicBezTo>
                    <a:pt x="6571" y="6383"/>
                    <a:pt x="6597" y="6300"/>
                    <a:pt x="6598" y="6260"/>
                  </a:cubicBezTo>
                  <a:cubicBezTo>
                    <a:pt x="6601" y="6204"/>
                    <a:pt x="6524" y="6096"/>
                    <a:pt x="6542" y="6043"/>
                  </a:cubicBezTo>
                  <a:cubicBezTo>
                    <a:pt x="6556" y="6003"/>
                    <a:pt x="6666" y="5979"/>
                    <a:pt x="6680" y="5938"/>
                  </a:cubicBezTo>
                  <a:cubicBezTo>
                    <a:pt x="6698" y="5885"/>
                    <a:pt x="6654" y="5768"/>
                    <a:pt x="6621" y="5723"/>
                  </a:cubicBezTo>
                  <a:cubicBezTo>
                    <a:pt x="6593" y="5684"/>
                    <a:pt x="6483" y="5659"/>
                    <a:pt x="6461" y="5617"/>
                  </a:cubicBezTo>
                  <a:cubicBezTo>
                    <a:pt x="6441" y="5581"/>
                    <a:pt x="6448" y="5490"/>
                    <a:pt x="6463" y="5451"/>
                  </a:cubicBezTo>
                  <a:cubicBezTo>
                    <a:pt x="6486" y="5394"/>
                    <a:pt x="6620" y="5332"/>
                    <a:pt x="6632" y="5271"/>
                  </a:cubicBezTo>
                  <a:cubicBezTo>
                    <a:pt x="6645" y="5203"/>
                    <a:pt x="6521" y="5080"/>
                    <a:pt x="6531" y="5011"/>
                  </a:cubicBezTo>
                  <a:cubicBezTo>
                    <a:pt x="6536" y="4976"/>
                    <a:pt x="6606" y="4929"/>
                    <a:pt x="6618" y="4895"/>
                  </a:cubicBezTo>
                  <a:cubicBezTo>
                    <a:pt x="6631" y="4859"/>
                    <a:pt x="6640" y="4778"/>
                    <a:pt x="6624" y="4743"/>
                  </a:cubicBezTo>
                  <a:cubicBezTo>
                    <a:pt x="6609" y="4710"/>
                    <a:pt x="6523" y="4686"/>
                    <a:pt x="6511" y="4652"/>
                  </a:cubicBezTo>
                  <a:cubicBezTo>
                    <a:pt x="6503" y="4625"/>
                    <a:pt x="6517" y="4560"/>
                    <a:pt x="6540" y="4544"/>
                  </a:cubicBezTo>
                  <a:cubicBezTo>
                    <a:pt x="6577" y="4515"/>
                    <a:pt x="6690" y="4571"/>
                    <a:pt x="6731" y="4546"/>
                  </a:cubicBezTo>
                  <a:cubicBezTo>
                    <a:pt x="6752" y="4534"/>
                    <a:pt x="6774" y="4483"/>
                    <a:pt x="6776" y="4458"/>
                  </a:cubicBezTo>
                  <a:cubicBezTo>
                    <a:pt x="6779" y="4396"/>
                    <a:pt x="6688" y="4290"/>
                    <a:pt x="6685" y="4228"/>
                  </a:cubicBezTo>
                  <a:cubicBezTo>
                    <a:pt x="6684" y="4182"/>
                    <a:pt x="6739" y="4099"/>
                    <a:pt x="6742" y="4054"/>
                  </a:cubicBezTo>
                  <a:cubicBezTo>
                    <a:pt x="6745" y="4004"/>
                    <a:pt x="6717" y="3906"/>
                    <a:pt x="6705" y="3857"/>
                  </a:cubicBezTo>
                  <a:cubicBezTo>
                    <a:pt x="6685" y="3770"/>
                    <a:pt x="6580" y="3598"/>
                    <a:pt x="6610" y="3514"/>
                  </a:cubicBezTo>
                  <a:cubicBezTo>
                    <a:pt x="6625" y="3474"/>
                    <a:pt x="6736" y="3455"/>
                    <a:pt x="6751" y="3414"/>
                  </a:cubicBezTo>
                  <a:cubicBezTo>
                    <a:pt x="6768" y="3364"/>
                    <a:pt x="6700" y="3260"/>
                    <a:pt x="6694" y="3207"/>
                  </a:cubicBezTo>
                  <a:cubicBezTo>
                    <a:pt x="6688" y="3153"/>
                    <a:pt x="6694" y="3043"/>
                    <a:pt x="6708" y="2991"/>
                  </a:cubicBezTo>
                  <a:cubicBezTo>
                    <a:pt x="6723" y="2938"/>
                    <a:pt x="6798" y="2849"/>
                    <a:pt x="6809" y="2796"/>
                  </a:cubicBezTo>
                  <a:cubicBezTo>
                    <a:pt x="6821" y="2746"/>
                    <a:pt x="6794" y="2640"/>
                    <a:pt x="6801" y="2589"/>
                  </a:cubicBezTo>
                  <a:cubicBezTo>
                    <a:pt x="6807" y="2544"/>
                    <a:pt x="6831" y="2456"/>
                    <a:pt x="6856" y="2418"/>
                  </a:cubicBezTo>
                  <a:cubicBezTo>
                    <a:pt x="6870" y="2398"/>
                    <a:pt x="6922" y="2378"/>
                    <a:pt x="6932" y="2356"/>
                  </a:cubicBezTo>
                  <a:cubicBezTo>
                    <a:pt x="6952" y="2315"/>
                    <a:pt x="6927" y="2219"/>
                    <a:pt x="6932" y="2174"/>
                  </a:cubicBezTo>
                  <a:cubicBezTo>
                    <a:pt x="6936" y="2131"/>
                    <a:pt x="6973" y="2049"/>
                    <a:pt x="6966" y="2007"/>
                  </a:cubicBezTo>
                  <a:cubicBezTo>
                    <a:pt x="6959" y="1968"/>
                    <a:pt x="6893" y="1909"/>
                    <a:pt x="6882" y="1871"/>
                  </a:cubicBezTo>
                  <a:cubicBezTo>
                    <a:pt x="6869" y="1829"/>
                    <a:pt x="6893" y="1737"/>
                    <a:pt x="6877" y="1696"/>
                  </a:cubicBezTo>
                  <a:cubicBezTo>
                    <a:pt x="6862" y="1655"/>
                    <a:pt x="6774" y="1605"/>
                    <a:pt x="6763" y="1563"/>
                  </a:cubicBezTo>
                  <a:cubicBezTo>
                    <a:pt x="6747" y="1503"/>
                    <a:pt x="6806" y="1380"/>
                    <a:pt x="6809" y="1318"/>
                  </a:cubicBezTo>
                  <a:cubicBezTo>
                    <a:pt x="6815" y="1232"/>
                    <a:pt x="6831" y="1047"/>
                    <a:pt x="6784" y="974"/>
                  </a:cubicBezTo>
                  <a:cubicBezTo>
                    <a:pt x="6763" y="941"/>
                    <a:pt x="6675" y="924"/>
                    <a:pt x="6649" y="895"/>
                  </a:cubicBezTo>
                  <a:cubicBezTo>
                    <a:pt x="6611" y="852"/>
                    <a:pt x="6594" y="731"/>
                    <a:pt x="6556" y="687"/>
                  </a:cubicBezTo>
                  <a:cubicBezTo>
                    <a:pt x="6533" y="660"/>
                    <a:pt x="6461" y="632"/>
                    <a:pt x="6434" y="608"/>
                  </a:cubicBezTo>
                  <a:cubicBezTo>
                    <a:pt x="6408" y="586"/>
                    <a:pt x="6358" y="536"/>
                    <a:pt x="6345" y="504"/>
                  </a:cubicBezTo>
                  <a:cubicBezTo>
                    <a:pt x="6333" y="475"/>
                    <a:pt x="6323" y="409"/>
                    <a:pt x="6337" y="380"/>
                  </a:cubicBezTo>
                  <a:cubicBezTo>
                    <a:pt x="6350" y="351"/>
                    <a:pt x="6423" y="332"/>
                    <a:pt x="6442" y="305"/>
                  </a:cubicBezTo>
                  <a:cubicBezTo>
                    <a:pt x="6463" y="277"/>
                    <a:pt x="6459" y="197"/>
                    <a:pt x="6485" y="172"/>
                  </a:cubicBezTo>
                  <a:cubicBezTo>
                    <a:pt x="6514" y="145"/>
                    <a:pt x="6600" y="136"/>
                    <a:pt x="6641" y="131"/>
                  </a:cubicBezTo>
                  <a:cubicBezTo>
                    <a:pt x="6667" y="127"/>
                    <a:pt x="6725" y="146"/>
                    <a:pt x="6746" y="131"/>
                  </a:cubicBezTo>
                  <a:cubicBezTo>
                    <a:pt x="6765" y="119"/>
                    <a:pt x="6760" y="63"/>
                    <a:pt x="6776" y="48"/>
                  </a:cubicBezTo>
                  <a:cubicBezTo>
                    <a:pt x="6796" y="29"/>
                    <a:pt x="6854" y="22"/>
                    <a:pt x="6882" y="15"/>
                  </a:cubicBezTo>
                  <a:cubicBezTo>
                    <a:pt x="6898" y="11"/>
                    <a:pt x="6925" y="5"/>
                    <a:pt x="6954" y="0"/>
                  </a:cubicBezTo>
                  <a:lnTo>
                    <a:pt x="8102" y="5440"/>
                  </a:lnTo>
                  <a:lnTo>
                    <a:pt x="12899" y="4475"/>
                  </a:lnTo>
                  <a:lnTo>
                    <a:pt x="12909" y="4472"/>
                  </a:lnTo>
                  <a:lnTo>
                    <a:pt x="13561" y="7526"/>
                  </a:lnTo>
                  <a:cubicBezTo>
                    <a:pt x="13561" y="7526"/>
                    <a:pt x="13654" y="7481"/>
                    <a:pt x="13682" y="7460"/>
                  </a:cubicBezTo>
                  <a:cubicBezTo>
                    <a:pt x="13706" y="7442"/>
                    <a:pt x="13749" y="7397"/>
                    <a:pt x="13766" y="7372"/>
                  </a:cubicBezTo>
                  <a:cubicBezTo>
                    <a:pt x="13783" y="7347"/>
                    <a:pt x="13800" y="7286"/>
                    <a:pt x="13817" y="7261"/>
                  </a:cubicBezTo>
                  <a:cubicBezTo>
                    <a:pt x="13832" y="7237"/>
                    <a:pt x="13875" y="7197"/>
                    <a:pt x="13890" y="7173"/>
                  </a:cubicBezTo>
                  <a:cubicBezTo>
                    <a:pt x="13911" y="7138"/>
                    <a:pt x="13920" y="7048"/>
                    <a:pt x="13952" y="7023"/>
                  </a:cubicBezTo>
                  <a:cubicBezTo>
                    <a:pt x="13971" y="7007"/>
                    <a:pt x="14031" y="7019"/>
                    <a:pt x="14051" y="7004"/>
                  </a:cubicBezTo>
                  <a:cubicBezTo>
                    <a:pt x="14080" y="6981"/>
                    <a:pt x="14099" y="6902"/>
                    <a:pt x="14121" y="6871"/>
                  </a:cubicBezTo>
                  <a:cubicBezTo>
                    <a:pt x="14142" y="6840"/>
                    <a:pt x="14187" y="6776"/>
                    <a:pt x="14219" y="6757"/>
                  </a:cubicBezTo>
                  <a:cubicBezTo>
                    <a:pt x="14244" y="6743"/>
                    <a:pt x="14310" y="6752"/>
                    <a:pt x="14332" y="6733"/>
                  </a:cubicBezTo>
                  <a:cubicBezTo>
                    <a:pt x="14363" y="6705"/>
                    <a:pt x="14374" y="6617"/>
                    <a:pt x="14385" y="6578"/>
                  </a:cubicBezTo>
                  <a:cubicBezTo>
                    <a:pt x="14396" y="6543"/>
                    <a:pt x="14406" y="6472"/>
                    <a:pt x="14419" y="6439"/>
                  </a:cubicBezTo>
                  <a:cubicBezTo>
                    <a:pt x="14430" y="6411"/>
                    <a:pt x="14475" y="6340"/>
                    <a:pt x="14484" y="6337"/>
                  </a:cubicBezTo>
                  <a:cubicBezTo>
                    <a:pt x="14492" y="6335"/>
                    <a:pt x="14572" y="6295"/>
                    <a:pt x="14594" y="6270"/>
                  </a:cubicBezTo>
                  <a:cubicBezTo>
                    <a:pt x="14612" y="6249"/>
                    <a:pt x="14624" y="6193"/>
                    <a:pt x="14639" y="6171"/>
                  </a:cubicBezTo>
                  <a:cubicBezTo>
                    <a:pt x="14657" y="6143"/>
                    <a:pt x="14707" y="6099"/>
                    <a:pt x="14729" y="6074"/>
                  </a:cubicBezTo>
                  <a:cubicBezTo>
                    <a:pt x="14749" y="6051"/>
                    <a:pt x="14782" y="6000"/>
                    <a:pt x="14805" y="5979"/>
                  </a:cubicBezTo>
                  <a:cubicBezTo>
                    <a:pt x="14823" y="5965"/>
                    <a:pt x="14869" y="5946"/>
                    <a:pt x="14886" y="5930"/>
                  </a:cubicBezTo>
                  <a:cubicBezTo>
                    <a:pt x="14906" y="5912"/>
                    <a:pt x="14941" y="5871"/>
                    <a:pt x="14951" y="5847"/>
                  </a:cubicBezTo>
                  <a:cubicBezTo>
                    <a:pt x="14966" y="5812"/>
                    <a:pt x="14961" y="5734"/>
                    <a:pt x="14971" y="5698"/>
                  </a:cubicBezTo>
                  <a:cubicBezTo>
                    <a:pt x="14983" y="5653"/>
                    <a:pt x="15011" y="5564"/>
                    <a:pt x="15041" y="5529"/>
                  </a:cubicBezTo>
                  <a:cubicBezTo>
                    <a:pt x="15061" y="5506"/>
                    <a:pt x="15116" y="5473"/>
                    <a:pt x="15145" y="5465"/>
                  </a:cubicBezTo>
                  <a:cubicBezTo>
                    <a:pt x="15179" y="5456"/>
                    <a:pt x="15249" y="5464"/>
                    <a:pt x="15283" y="5468"/>
                  </a:cubicBezTo>
                  <a:cubicBezTo>
                    <a:pt x="15313" y="5471"/>
                    <a:pt x="15371" y="5482"/>
                    <a:pt x="15399" y="5493"/>
                  </a:cubicBezTo>
                  <a:cubicBezTo>
                    <a:pt x="15433" y="5506"/>
                    <a:pt x="15490" y="5552"/>
                    <a:pt x="15523" y="5568"/>
                  </a:cubicBezTo>
                  <a:cubicBezTo>
                    <a:pt x="15550" y="5580"/>
                    <a:pt x="15611" y="5619"/>
                    <a:pt x="15638" y="5606"/>
                  </a:cubicBezTo>
                  <a:cubicBezTo>
                    <a:pt x="15667" y="5593"/>
                    <a:pt x="15678" y="5519"/>
                    <a:pt x="15683" y="5488"/>
                  </a:cubicBezTo>
                  <a:cubicBezTo>
                    <a:pt x="15690" y="5448"/>
                    <a:pt x="15664" y="5366"/>
                    <a:pt x="15680" y="5330"/>
                  </a:cubicBezTo>
                  <a:cubicBezTo>
                    <a:pt x="15690" y="5306"/>
                    <a:pt x="15734" y="5273"/>
                    <a:pt x="15756" y="5260"/>
                  </a:cubicBezTo>
                  <a:cubicBezTo>
                    <a:pt x="15778" y="5248"/>
                    <a:pt x="15837" y="5249"/>
                    <a:pt x="15852" y="5230"/>
                  </a:cubicBezTo>
                  <a:cubicBezTo>
                    <a:pt x="15869" y="5208"/>
                    <a:pt x="15853" y="5146"/>
                    <a:pt x="15861" y="5119"/>
                  </a:cubicBezTo>
                  <a:cubicBezTo>
                    <a:pt x="15869" y="5087"/>
                    <a:pt x="15895" y="5022"/>
                    <a:pt x="15920" y="5000"/>
                  </a:cubicBezTo>
                  <a:cubicBezTo>
                    <a:pt x="15933" y="4989"/>
                    <a:pt x="15978" y="4993"/>
                    <a:pt x="15987" y="4978"/>
                  </a:cubicBezTo>
                  <a:cubicBezTo>
                    <a:pt x="16006" y="4949"/>
                    <a:pt x="15965" y="4876"/>
                    <a:pt x="15973" y="4842"/>
                  </a:cubicBezTo>
                  <a:cubicBezTo>
                    <a:pt x="15981" y="4806"/>
                    <a:pt x="16026" y="4739"/>
                    <a:pt x="16054" y="4715"/>
                  </a:cubicBezTo>
                  <a:cubicBezTo>
                    <a:pt x="16072" y="4699"/>
                    <a:pt x="16135" y="4702"/>
                    <a:pt x="16142" y="4679"/>
                  </a:cubicBezTo>
                  <a:cubicBezTo>
                    <a:pt x="16149" y="4658"/>
                    <a:pt x="16097" y="4629"/>
                    <a:pt x="16094" y="4607"/>
                  </a:cubicBezTo>
                  <a:cubicBezTo>
                    <a:pt x="16090" y="4584"/>
                    <a:pt x="16105" y="4535"/>
                    <a:pt x="16120" y="4516"/>
                  </a:cubicBezTo>
                  <a:cubicBezTo>
                    <a:pt x="16133" y="4498"/>
                    <a:pt x="16182" y="4484"/>
                    <a:pt x="16196" y="4466"/>
                  </a:cubicBezTo>
                  <a:cubicBezTo>
                    <a:pt x="16208" y="4450"/>
                    <a:pt x="16227" y="4407"/>
                    <a:pt x="16218" y="4388"/>
                  </a:cubicBezTo>
                  <a:cubicBezTo>
                    <a:pt x="16208" y="4367"/>
                    <a:pt x="16139" y="4372"/>
                    <a:pt x="16131" y="4349"/>
                  </a:cubicBezTo>
                  <a:cubicBezTo>
                    <a:pt x="16122" y="4327"/>
                    <a:pt x="16159" y="4282"/>
                    <a:pt x="16173" y="4261"/>
                  </a:cubicBezTo>
                  <a:cubicBezTo>
                    <a:pt x="16186" y="4242"/>
                    <a:pt x="16211" y="4200"/>
                    <a:pt x="16232" y="4192"/>
                  </a:cubicBezTo>
                  <a:cubicBezTo>
                    <a:pt x="16254" y="4185"/>
                    <a:pt x="16304" y="4195"/>
                    <a:pt x="16322" y="4209"/>
                  </a:cubicBezTo>
                  <a:cubicBezTo>
                    <a:pt x="16339" y="4221"/>
                    <a:pt x="16342" y="4269"/>
                    <a:pt x="16359" y="4280"/>
                  </a:cubicBezTo>
                  <a:cubicBezTo>
                    <a:pt x="16384" y="4297"/>
                    <a:pt x="16459" y="4267"/>
                    <a:pt x="16479" y="4289"/>
                  </a:cubicBezTo>
                  <a:cubicBezTo>
                    <a:pt x="16491" y="4301"/>
                    <a:pt x="16485" y="4341"/>
                    <a:pt x="16477" y="4355"/>
                  </a:cubicBezTo>
                  <a:cubicBezTo>
                    <a:pt x="16465" y="4376"/>
                    <a:pt x="16412" y="4388"/>
                    <a:pt x="16395" y="4405"/>
                  </a:cubicBezTo>
                  <a:cubicBezTo>
                    <a:pt x="16381" y="4420"/>
                    <a:pt x="16357" y="4457"/>
                    <a:pt x="16356" y="4477"/>
                  </a:cubicBezTo>
                  <a:cubicBezTo>
                    <a:pt x="16355" y="4504"/>
                    <a:pt x="16381" y="4556"/>
                    <a:pt x="16401" y="4574"/>
                  </a:cubicBezTo>
                  <a:cubicBezTo>
                    <a:pt x="16438" y="4605"/>
                    <a:pt x="16542" y="4614"/>
                    <a:pt x="16590" y="4627"/>
                  </a:cubicBezTo>
                  <a:cubicBezTo>
                    <a:pt x="16621" y="4635"/>
                    <a:pt x="16684" y="4647"/>
                    <a:pt x="16713" y="4659"/>
                  </a:cubicBezTo>
                  <a:cubicBezTo>
                    <a:pt x="16742" y="4671"/>
                    <a:pt x="16790" y="4714"/>
                    <a:pt x="16821" y="4721"/>
                  </a:cubicBezTo>
                  <a:cubicBezTo>
                    <a:pt x="16865" y="4730"/>
                    <a:pt x="16958" y="4720"/>
                    <a:pt x="17001" y="4704"/>
                  </a:cubicBezTo>
                  <a:cubicBezTo>
                    <a:pt x="17025" y="4694"/>
                    <a:pt x="17060" y="4648"/>
                    <a:pt x="17085" y="4640"/>
                  </a:cubicBezTo>
                  <a:cubicBezTo>
                    <a:pt x="17126" y="4627"/>
                    <a:pt x="17217" y="4625"/>
                    <a:pt x="17257" y="4640"/>
                  </a:cubicBezTo>
                  <a:cubicBezTo>
                    <a:pt x="17282" y="4651"/>
                    <a:pt x="17311" y="4705"/>
                    <a:pt x="17335" y="4715"/>
                  </a:cubicBezTo>
                  <a:cubicBezTo>
                    <a:pt x="17362" y="4726"/>
                    <a:pt x="17423" y="4729"/>
                    <a:pt x="17451" y="4721"/>
                  </a:cubicBezTo>
                  <a:cubicBezTo>
                    <a:pt x="17488" y="4710"/>
                    <a:pt x="17537" y="4639"/>
                    <a:pt x="17576" y="4632"/>
                  </a:cubicBezTo>
                  <a:cubicBezTo>
                    <a:pt x="17614" y="4626"/>
                    <a:pt x="17687" y="4682"/>
                    <a:pt x="17724" y="4674"/>
                  </a:cubicBezTo>
                  <a:cubicBezTo>
                    <a:pt x="17768" y="4664"/>
                    <a:pt x="17823" y="4584"/>
                    <a:pt x="17856" y="4555"/>
                  </a:cubicBezTo>
                  <a:cubicBezTo>
                    <a:pt x="17875" y="4539"/>
                    <a:pt x="17917" y="4511"/>
                    <a:pt x="17930" y="4491"/>
                  </a:cubicBezTo>
                  <a:cubicBezTo>
                    <a:pt x="17944" y="4468"/>
                    <a:pt x="17961" y="4415"/>
                    <a:pt x="17958" y="4388"/>
                  </a:cubicBezTo>
                  <a:cubicBezTo>
                    <a:pt x="17955" y="4369"/>
                    <a:pt x="17932" y="4333"/>
                    <a:pt x="17916" y="4322"/>
                  </a:cubicBezTo>
                  <a:cubicBezTo>
                    <a:pt x="17893" y="4306"/>
                    <a:pt x="17826" y="4317"/>
                    <a:pt x="17806" y="4297"/>
                  </a:cubicBezTo>
                  <a:cubicBezTo>
                    <a:pt x="17796" y="4289"/>
                    <a:pt x="17788" y="4260"/>
                    <a:pt x="17792" y="4248"/>
                  </a:cubicBezTo>
                  <a:cubicBezTo>
                    <a:pt x="17798" y="4226"/>
                    <a:pt x="17836" y="4197"/>
                    <a:pt x="17856" y="4189"/>
                  </a:cubicBezTo>
                  <a:cubicBezTo>
                    <a:pt x="17882" y="4179"/>
                    <a:pt x="17937" y="4190"/>
                    <a:pt x="17964" y="4186"/>
                  </a:cubicBezTo>
                  <a:cubicBezTo>
                    <a:pt x="17978" y="4185"/>
                    <a:pt x="18015" y="4186"/>
                    <a:pt x="18022" y="4173"/>
                  </a:cubicBezTo>
                  <a:cubicBezTo>
                    <a:pt x="18033" y="4155"/>
                    <a:pt x="18014" y="4109"/>
                    <a:pt x="18001" y="4095"/>
                  </a:cubicBezTo>
                  <a:cubicBezTo>
                    <a:pt x="17980" y="4075"/>
                    <a:pt x="17915" y="4077"/>
                    <a:pt x="17890" y="4062"/>
                  </a:cubicBezTo>
                  <a:cubicBezTo>
                    <a:pt x="17873" y="4052"/>
                    <a:pt x="17836" y="4026"/>
                    <a:pt x="17834" y="4007"/>
                  </a:cubicBezTo>
                  <a:cubicBezTo>
                    <a:pt x="17833" y="3990"/>
                    <a:pt x="17859" y="3962"/>
                    <a:pt x="17873" y="3954"/>
                  </a:cubicBezTo>
                  <a:cubicBezTo>
                    <a:pt x="17903" y="3938"/>
                    <a:pt x="17975" y="3952"/>
                    <a:pt x="18009" y="3948"/>
                  </a:cubicBezTo>
                  <a:cubicBezTo>
                    <a:pt x="18035" y="3946"/>
                    <a:pt x="18094" y="3946"/>
                    <a:pt x="18115" y="3930"/>
                  </a:cubicBezTo>
                  <a:cubicBezTo>
                    <a:pt x="18132" y="3916"/>
                    <a:pt x="18135" y="3870"/>
                    <a:pt x="18147" y="3852"/>
                  </a:cubicBezTo>
                  <a:cubicBezTo>
                    <a:pt x="18163" y="3825"/>
                    <a:pt x="18198" y="3773"/>
                    <a:pt x="18225" y="3760"/>
                  </a:cubicBezTo>
                  <a:cubicBezTo>
                    <a:pt x="18272" y="3738"/>
                    <a:pt x="18382" y="3744"/>
                    <a:pt x="18433" y="3752"/>
                  </a:cubicBezTo>
                  <a:cubicBezTo>
                    <a:pt x="18471" y="3758"/>
                    <a:pt x="18539" y="3809"/>
                    <a:pt x="18577" y="3803"/>
                  </a:cubicBezTo>
                  <a:cubicBezTo>
                    <a:pt x="18603" y="3798"/>
                    <a:pt x="18645" y="3756"/>
                    <a:pt x="18659" y="3735"/>
                  </a:cubicBezTo>
                  <a:cubicBezTo>
                    <a:pt x="18682" y="3699"/>
                    <a:pt x="18694" y="3614"/>
                    <a:pt x="18705" y="3574"/>
                  </a:cubicBezTo>
                  <a:cubicBezTo>
                    <a:pt x="18716" y="3538"/>
                    <a:pt x="18728" y="3463"/>
                    <a:pt x="18748" y="3431"/>
                  </a:cubicBezTo>
                  <a:cubicBezTo>
                    <a:pt x="18761" y="3407"/>
                    <a:pt x="18807" y="3370"/>
                    <a:pt x="18826" y="3350"/>
                  </a:cubicBezTo>
                  <a:cubicBezTo>
                    <a:pt x="18845" y="3329"/>
                    <a:pt x="18875" y="3276"/>
                    <a:pt x="18902" y="3265"/>
                  </a:cubicBezTo>
                  <a:cubicBezTo>
                    <a:pt x="18964" y="3237"/>
                    <a:pt x="19107" y="3257"/>
                    <a:pt x="19174" y="3265"/>
                  </a:cubicBezTo>
                  <a:cubicBezTo>
                    <a:pt x="19212" y="3270"/>
                    <a:pt x="19285" y="3292"/>
                    <a:pt x="19321" y="3302"/>
                  </a:cubicBezTo>
                  <a:cubicBezTo>
                    <a:pt x="19360" y="3313"/>
                    <a:pt x="19440" y="3332"/>
                    <a:pt x="19474" y="3352"/>
                  </a:cubicBezTo>
                  <a:cubicBezTo>
                    <a:pt x="19509" y="3373"/>
                    <a:pt x="19564" y="3435"/>
                    <a:pt x="19592" y="3465"/>
                  </a:cubicBezTo>
                  <a:cubicBezTo>
                    <a:pt x="19620" y="3495"/>
                    <a:pt x="19663" y="3573"/>
                    <a:pt x="19700" y="3595"/>
                  </a:cubicBezTo>
                  <a:cubicBezTo>
                    <a:pt x="19743" y="3621"/>
                    <a:pt x="19849" y="3645"/>
                    <a:pt x="19898" y="3635"/>
                  </a:cubicBezTo>
                  <a:cubicBezTo>
                    <a:pt x="19920" y="3630"/>
                    <a:pt x="19950" y="3588"/>
                    <a:pt x="19972" y="3582"/>
                  </a:cubicBezTo>
                  <a:cubicBezTo>
                    <a:pt x="20002" y="3576"/>
                    <a:pt x="20066" y="3609"/>
                    <a:pt x="20096" y="3601"/>
                  </a:cubicBezTo>
                  <a:cubicBezTo>
                    <a:pt x="20125" y="3594"/>
                    <a:pt x="20162" y="3539"/>
                    <a:pt x="20190" y="3529"/>
                  </a:cubicBezTo>
                  <a:cubicBezTo>
                    <a:pt x="20222" y="3516"/>
                    <a:pt x="20296" y="3535"/>
                    <a:pt x="20327" y="3521"/>
                  </a:cubicBezTo>
                  <a:cubicBezTo>
                    <a:pt x="20355" y="3507"/>
                    <a:pt x="20380" y="3440"/>
                    <a:pt x="20409" y="3429"/>
                  </a:cubicBezTo>
                  <a:cubicBezTo>
                    <a:pt x="20458" y="3411"/>
                    <a:pt x="20572" y="3423"/>
                    <a:pt x="20615" y="3452"/>
                  </a:cubicBezTo>
                  <a:cubicBezTo>
                    <a:pt x="20639" y="3469"/>
                    <a:pt x="20667" y="3530"/>
                    <a:pt x="20671" y="3560"/>
                  </a:cubicBezTo>
                  <a:cubicBezTo>
                    <a:pt x="20675" y="3596"/>
                    <a:pt x="20659" y="3672"/>
                    <a:pt x="20635" y="3699"/>
                  </a:cubicBezTo>
                  <a:cubicBezTo>
                    <a:pt x="20616" y="3720"/>
                    <a:pt x="20548" y="3719"/>
                    <a:pt x="20527" y="3738"/>
                  </a:cubicBezTo>
                  <a:cubicBezTo>
                    <a:pt x="20508" y="3757"/>
                    <a:pt x="20479" y="3811"/>
                    <a:pt x="20483" y="3838"/>
                  </a:cubicBezTo>
                  <a:cubicBezTo>
                    <a:pt x="20487" y="3868"/>
                    <a:pt x="20532" y="3920"/>
                    <a:pt x="20561" y="3934"/>
                  </a:cubicBezTo>
                  <a:cubicBezTo>
                    <a:pt x="20603" y="3952"/>
                    <a:pt x="20718" y="3891"/>
                    <a:pt x="20745" y="3927"/>
                  </a:cubicBezTo>
                  <a:cubicBezTo>
                    <a:pt x="20763" y="3951"/>
                    <a:pt x="20694" y="4014"/>
                    <a:pt x="20706" y="4041"/>
                  </a:cubicBezTo>
                  <a:cubicBezTo>
                    <a:pt x="20722" y="4071"/>
                    <a:pt x="20801" y="4089"/>
                    <a:pt x="20836" y="4089"/>
                  </a:cubicBezTo>
                  <a:cubicBezTo>
                    <a:pt x="20877" y="4089"/>
                    <a:pt x="20952" y="4018"/>
                    <a:pt x="20992" y="4031"/>
                  </a:cubicBezTo>
                  <a:cubicBezTo>
                    <a:pt x="21010" y="4037"/>
                    <a:pt x="21032" y="4077"/>
                    <a:pt x="21034" y="4095"/>
                  </a:cubicBezTo>
                  <a:cubicBezTo>
                    <a:pt x="21037" y="4122"/>
                    <a:pt x="20991" y="4168"/>
                    <a:pt x="20994" y="4195"/>
                  </a:cubicBezTo>
                  <a:cubicBezTo>
                    <a:pt x="20997" y="4218"/>
                    <a:pt x="21045" y="4247"/>
                    <a:pt x="21049" y="4269"/>
                  </a:cubicBezTo>
                  <a:cubicBezTo>
                    <a:pt x="21053" y="4294"/>
                    <a:pt x="21013" y="4339"/>
                    <a:pt x="21020" y="4363"/>
                  </a:cubicBezTo>
                  <a:cubicBezTo>
                    <a:pt x="21026" y="4388"/>
                    <a:pt x="21075" y="4422"/>
                    <a:pt x="21100" y="4434"/>
                  </a:cubicBezTo>
                  <a:cubicBezTo>
                    <a:pt x="21136" y="4450"/>
                    <a:pt x="21222" y="4437"/>
                    <a:pt x="21258" y="4456"/>
                  </a:cubicBezTo>
                  <a:cubicBezTo>
                    <a:pt x="21292" y="4475"/>
                    <a:pt x="21355" y="4564"/>
                    <a:pt x="21359" y="4572"/>
                  </a:cubicBezTo>
                  <a:cubicBezTo>
                    <a:pt x="21363" y="4582"/>
                    <a:pt x="21328" y="4676"/>
                    <a:pt x="21328" y="4712"/>
                  </a:cubicBezTo>
                  <a:cubicBezTo>
                    <a:pt x="21328" y="4736"/>
                    <a:pt x="21354" y="4781"/>
                    <a:pt x="21355" y="4805"/>
                  </a:cubicBezTo>
                  <a:cubicBezTo>
                    <a:pt x="21356" y="4829"/>
                    <a:pt x="21327" y="4876"/>
                    <a:pt x="21331" y="4901"/>
                  </a:cubicBezTo>
                  <a:cubicBezTo>
                    <a:pt x="21336" y="4919"/>
                    <a:pt x="21364" y="4949"/>
                    <a:pt x="21381" y="4958"/>
                  </a:cubicBezTo>
                  <a:cubicBezTo>
                    <a:pt x="21406" y="4973"/>
                    <a:pt x="21468" y="4969"/>
                    <a:pt x="21496" y="4975"/>
                  </a:cubicBezTo>
                  <a:cubicBezTo>
                    <a:pt x="21518" y="4980"/>
                    <a:pt x="21561" y="4993"/>
                    <a:pt x="21597" y="5005"/>
                  </a:cubicBezTo>
                  <a:cubicBezTo>
                    <a:pt x="21569" y="5020"/>
                    <a:pt x="21535" y="5037"/>
                    <a:pt x="21519" y="5052"/>
                  </a:cubicBezTo>
                  <a:cubicBezTo>
                    <a:pt x="21493" y="5076"/>
                    <a:pt x="21453" y="5132"/>
                    <a:pt x="21440" y="5164"/>
                  </a:cubicBezTo>
                  <a:cubicBezTo>
                    <a:pt x="21424" y="5205"/>
                    <a:pt x="21420" y="5296"/>
                    <a:pt x="21418" y="5340"/>
                  </a:cubicBezTo>
                  <a:cubicBezTo>
                    <a:pt x="21416" y="5388"/>
                    <a:pt x="21433" y="5482"/>
                    <a:pt x="21423" y="5529"/>
                  </a:cubicBezTo>
                  <a:cubicBezTo>
                    <a:pt x="21416" y="5564"/>
                    <a:pt x="21370" y="5624"/>
                    <a:pt x="21362" y="5659"/>
                  </a:cubicBezTo>
                  <a:cubicBezTo>
                    <a:pt x="21345" y="5722"/>
                    <a:pt x="21347" y="5854"/>
                    <a:pt x="21345" y="5919"/>
                  </a:cubicBezTo>
                  <a:cubicBezTo>
                    <a:pt x="21343" y="5961"/>
                    <a:pt x="21349" y="6046"/>
                    <a:pt x="21345" y="6088"/>
                  </a:cubicBezTo>
                  <a:cubicBezTo>
                    <a:pt x="21341" y="6121"/>
                    <a:pt x="21316" y="6220"/>
                    <a:pt x="21316" y="6220"/>
                  </a:cubicBezTo>
                  <a:lnTo>
                    <a:pt x="18465" y="4842"/>
                  </a:lnTo>
                  <a:cubicBezTo>
                    <a:pt x="18465" y="4842"/>
                    <a:pt x="18497" y="4989"/>
                    <a:pt x="18490" y="5037"/>
                  </a:cubicBezTo>
                  <a:cubicBezTo>
                    <a:pt x="18486" y="5064"/>
                    <a:pt x="18440" y="5111"/>
                    <a:pt x="18447" y="5137"/>
                  </a:cubicBezTo>
                  <a:cubicBezTo>
                    <a:pt x="18456" y="5167"/>
                    <a:pt x="18532" y="5186"/>
                    <a:pt x="18549" y="5212"/>
                  </a:cubicBezTo>
                  <a:cubicBezTo>
                    <a:pt x="18568" y="5241"/>
                    <a:pt x="18584" y="5311"/>
                    <a:pt x="18579" y="5345"/>
                  </a:cubicBezTo>
                  <a:cubicBezTo>
                    <a:pt x="18575" y="5365"/>
                    <a:pt x="18533" y="5391"/>
                    <a:pt x="18537" y="5411"/>
                  </a:cubicBezTo>
                  <a:cubicBezTo>
                    <a:pt x="18540" y="5431"/>
                    <a:pt x="18590" y="5443"/>
                    <a:pt x="18600" y="5461"/>
                  </a:cubicBezTo>
                  <a:cubicBezTo>
                    <a:pt x="18626" y="5511"/>
                    <a:pt x="18625" y="5629"/>
                    <a:pt x="18617" y="5685"/>
                  </a:cubicBezTo>
                  <a:cubicBezTo>
                    <a:pt x="18611" y="5725"/>
                    <a:pt x="18580" y="5801"/>
                    <a:pt x="18557" y="5834"/>
                  </a:cubicBezTo>
                  <a:cubicBezTo>
                    <a:pt x="18536" y="5865"/>
                    <a:pt x="18467" y="5904"/>
                    <a:pt x="18443" y="5934"/>
                  </a:cubicBezTo>
                  <a:cubicBezTo>
                    <a:pt x="18423" y="5959"/>
                    <a:pt x="18376" y="6016"/>
                    <a:pt x="18385" y="6046"/>
                  </a:cubicBezTo>
                  <a:cubicBezTo>
                    <a:pt x="18396" y="6092"/>
                    <a:pt x="18522" y="6108"/>
                    <a:pt x="18545" y="6150"/>
                  </a:cubicBezTo>
                  <a:cubicBezTo>
                    <a:pt x="18561" y="6178"/>
                    <a:pt x="18563" y="6249"/>
                    <a:pt x="18549" y="6279"/>
                  </a:cubicBezTo>
                  <a:cubicBezTo>
                    <a:pt x="18528" y="6324"/>
                    <a:pt x="18410" y="6356"/>
                    <a:pt x="18392" y="6403"/>
                  </a:cubicBezTo>
                  <a:cubicBezTo>
                    <a:pt x="18379" y="6439"/>
                    <a:pt x="18400" y="6522"/>
                    <a:pt x="18422" y="6552"/>
                  </a:cubicBezTo>
                  <a:cubicBezTo>
                    <a:pt x="18445" y="6583"/>
                    <a:pt x="18538" y="6595"/>
                    <a:pt x="18557" y="6627"/>
                  </a:cubicBezTo>
                  <a:cubicBezTo>
                    <a:pt x="18576" y="6656"/>
                    <a:pt x="18571" y="6731"/>
                    <a:pt x="18562" y="6764"/>
                  </a:cubicBezTo>
                  <a:cubicBezTo>
                    <a:pt x="18551" y="6800"/>
                    <a:pt x="18493" y="6856"/>
                    <a:pt x="18477" y="6889"/>
                  </a:cubicBezTo>
                  <a:cubicBezTo>
                    <a:pt x="18463" y="6918"/>
                    <a:pt x="18461" y="6989"/>
                    <a:pt x="18439" y="7013"/>
                  </a:cubicBezTo>
                  <a:cubicBezTo>
                    <a:pt x="18418" y="7037"/>
                    <a:pt x="18349" y="7047"/>
                    <a:pt x="18326" y="7067"/>
                  </a:cubicBezTo>
                  <a:cubicBezTo>
                    <a:pt x="18287" y="7099"/>
                    <a:pt x="18232" y="7185"/>
                    <a:pt x="18211" y="7229"/>
                  </a:cubicBezTo>
                  <a:cubicBezTo>
                    <a:pt x="18195" y="7263"/>
                    <a:pt x="18190" y="7343"/>
                    <a:pt x="18169" y="7374"/>
                  </a:cubicBezTo>
                  <a:cubicBezTo>
                    <a:pt x="18152" y="7398"/>
                    <a:pt x="18093" y="7422"/>
                    <a:pt x="18076" y="7445"/>
                  </a:cubicBezTo>
                  <a:cubicBezTo>
                    <a:pt x="18050" y="7480"/>
                    <a:pt x="18003" y="7568"/>
                    <a:pt x="18021" y="7607"/>
                  </a:cubicBezTo>
                  <a:cubicBezTo>
                    <a:pt x="18032" y="7631"/>
                    <a:pt x="18107" y="7625"/>
                    <a:pt x="18118" y="7648"/>
                  </a:cubicBezTo>
                  <a:cubicBezTo>
                    <a:pt x="18140" y="7692"/>
                    <a:pt x="18087" y="7789"/>
                    <a:pt x="18072" y="7835"/>
                  </a:cubicBezTo>
                  <a:cubicBezTo>
                    <a:pt x="18058" y="7879"/>
                    <a:pt x="18047" y="7981"/>
                    <a:pt x="18009" y="8005"/>
                  </a:cubicBezTo>
                  <a:cubicBezTo>
                    <a:pt x="17987" y="8019"/>
                    <a:pt x="17929" y="7997"/>
                    <a:pt x="17903" y="8001"/>
                  </a:cubicBezTo>
                  <a:cubicBezTo>
                    <a:pt x="17868" y="8007"/>
                    <a:pt x="17796" y="8029"/>
                    <a:pt x="17772" y="8055"/>
                  </a:cubicBezTo>
                  <a:cubicBezTo>
                    <a:pt x="17742" y="8089"/>
                    <a:pt x="17737" y="8187"/>
                    <a:pt x="17722" y="8229"/>
                  </a:cubicBezTo>
                  <a:cubicBezTo>
                    <a:pt x="17709" y="8263"/>
                    <a:pt x="17679" y="8328"/>
                    <a:pt x="17662" y="8358"/>
                  </a:cubicBezTo>
                  <a:cubicBezTo>
                    <a:pt x="17641" y="8395"/>
                    <a:pt x="17608" y="8498"/>
                    <a:pt x="17565" y="8499"/>
                  </a:cubicBezTo>
                  <a:cubicBezTo>
                    <a:pt x="17539" y="8500"/>
                    <a:pt x="17516" y="8439"/>
                    <a:pt x="17502" y="8416"/>
                  </a:cubicBezTo>
                  <a:cubicBezTo>
                    <a:pt x="17488" y="8393"/>
                    <a:pt x="17483" y="8322"/>
                    <a:pt x="17455" y="8317"/>
                  </a:cubicBezTo>
                  <a:cubicBezTo>
                    <a:pt x="17421" y="8310"/>
                    <a:pt x="17373" y="8383"/>
                    <a:pt x="17354" y="8412"/>
                  </a:cubicBezTo>
                  <a:cubicBezTo>
                    <a:pt x="17329" y="8453"/>
                    <a:pt x="17324" y="8554"/>
                    <a:pt x="17299" y="8595"/>
                  </a:cubicBezTo>
                  <a:cubicBezTo>
                    <a:pt x="17284" y="8618"/>
                    <a:pt x="17219" y="8670"/>
                    <a:pt x="17219" y="8670"/>
                  </a:cubicBezTo>
                  <a:lnTo>
                    <a:pt x="17008" y="9549"/>
                  </a:lnTo>
                  <a:lnTo>
                    <a:pt x="16328" y="9129"/>
                  </a:lnTo>
                  <a:cubicBezTo>
                    <a:pt x="16328" y="9129"/>
                    <a:pt x="16243" y="9270"/>
                    <a:pt x="16227" y="9322"/>
                  </a:cubicBezTo>
                  <a:cubicBezTo>
                    <a:pt x="16212" y="9369"/>
                    <a:pt x="16232" y="9476"/>
                    <a:pt x="16204" y="9516"/>
                  </a:cubicBezTo>
                  <a:cubicBezTo>
                    <a:pt x="16190" y="9538"/>
                    <a:pt x="16128" y="9545"/>
                    <a:pt x="16114" y="9566"/>
                  </a:cubicBezTo>
                  <a:cubicBezTo>
                    <a:pt x="16086" y="9609"/>
                    <a:pt x="16111" y="9722"/>
                    <a:pt x="16097" y="9771"/>
                  </a:cubicBezTo>
                  <a:cubicBezTo>
                    <a:pt x="16088" y="9803"/>
                    <a:pt x="16044" y="9859"/>
                    <a:pt x="16035" y="9893"/>
                  </a:cubicBezTo>
                  <a:cubicBezTo>
                    <a:pt x="16024" y="9932"/>
                    <a:pt x="16012" y="10014"/>
                    <a:pt x="16024" y="10053"/>
                  </a:cubicBezTo>
                  <a:cubicBezTo>
                    <a:pt x="16037" y="10098"/>
                    <a:pt x="16125" y="10157"/>
                    <a:pt x="16136" y="10203"/>
                  </a:cubicBezTo>
                  <a:cubicBezTo>
                    <a:pt x="16146" y="10241"/>
                    <a:pt x="16141" y="10329"/>
                    <a:pt x="16114" y="10358"/>
                  </a:cubicBezTo>
                  <a:cubicBezTo>
                    <a:pt x="16092" y="10380"/>
                    <a:pt x="16016" y="10367"/>
                    <a:pt x="15990" y="10386"/>
                  </a:cubicBezTo>
                  <a:cubicBezTo>
                    <a:pt x="15963" y="10406"/>
                    <a:pt x="15937" y="10471"/>
                    <a:pt x="15923" y="10502"/>
                  </a:cubicBezTo>
                  <a:cubicBezTo>
                    <a:pt x="15899" y="10551"/>
                    <a:pt x="15857" y="10652"/>
                    <a:pt x="15849" y="10706"/>
                  </a:cubicBezTo>
                  <a:cubicBezTo>
                    <a:pt x="15844" y="10749"/>
                    <a:pt x="15861" y="10835"/>
                    <a:pt x="15861" y="10878"/>
                  </a:cubicBezTo>
                  <a:cubicBezTo>
                    <a:pt x="15861" y="10932"/>
                    <a:pt x="15866" y="11043"/>
                    <a:pt x="15849" y="11094"/>
                  </a:cubicBezTo>
                  <a:cubicBezTo>
                    <a:pt x="15838" y="11124"/>
                    <a:pt x="15786" y="11169"/>
                    <a:pt x="15776" y="11199"/>
                  </a:cubicBezTo>
                  <a:cubicBezTo>
                    <a:pt x="15767" y="11224"/>
                    <a:pt x="15770" y="11278"/>
                    <a:pt x="15770" y="11304"/>
                  </a:cubicBezTo>
                  <a:cubicBezTo>
                    <a:pt x="15769" y="11362"/>
                    <a:pt x="15798" y="11483"/>
                    <a:pt x="15776" y="11536"/>
                  </a:cubicBezTo>
                  <a:cubicBezTo>
                    <a:pt x="15762" y="11570"/>
                    <a:pt x="15695" y="11607"/>
                    <a:pt x="15675" y="11636"/>
                  </a:cubicBezTo>
                  <a:cubicBezTo>
                    <a:pt x="15658" y="11663"/>
                    <a:pt x="15643" y="11724"/>
                    <a:pt x="15629" y="11752"/>
                  </a:cubicBezTo>
                  <a:cubicBezTo>
                    <a:pt x="15608" y="11798"/>
                    <a:pt x="15552" y="11884"/>
                    <a:pt x="15528" y="11930"/>
                  </a:cubicBezTo>
                  <a:cubicBezTo>
                    <a:pt x="15511" y="11962"/>
                    <a:pt x="15467" y="12062"/>
                    <a:pt x="15467" y="12062"/>
                  </a:cubicBezTo>
                  <a:lnTo>
                    <a:pt x="14588" y="11998"/>
                  </a:lnTo>
                  <a:lnTo>
                    <a:pt x="14174" y="11476"/>
                  </a:lnTo>
                  <a:lnTo>
                    <a:pt x="13600" y="11343"/>
                  </a:lnTo>
                  <a:cubicBezTo>
                    <a:pt x="13600" y="11343"/>
                    <a:pt x="13618" y="11443"/>
                    <a:pt x="13612" y="11476"/>
                  </a:cubicBezTo>
                  <a:cubicBezTo>
                    <a:pt x="13607" y="11505"/>
                    <a:pt x="13562" y="11554"/>
                    <a:pt x="13562" y="11583"/>
                  </a:cubicBezTo>
                  <a:cubicBezTo>
                    <a:pt x="13562" y="11620"/>
                    <a:pt x="13615" y="11681"/>
                    <a:pt x="13626" y="11717"/>
                  </a:cubicBezTo>
                  <a:cubicBezTo>
                    <a:pt x="13635" y="11749"/>
                    <a:pt x="13658" y="11820"/>
                    <a:pt x="13642" y="11849"/>
                  </a:cubicBezTo>
                  <a:cubicBezTo>
                    <a:pt x="13628" y="11876"/>
                    <a:pt x="13552" y="11879"/>
                    <a:pt x="13532" y="11904"/>
                  </a:cubicBezTo>
                  <a:cubicBezTo>
                    <a:pt x="13515" y="11924"/>
                    <a:pt x="13504" y="11980"/>
                    <a:pt x="13507" y="12007"/>
                  </a:cubicBezTo>
                  <a:cubicBezTo>
                    <a:pt x="13512" y="12056"/>
                    <a:pt x="13578" y="12139"/>
                    <a:pt x="13595" y="12186"/>
                  </a:cubicBezTo>
                  <a:cubicBezTo>
                    <a:pt x="13610" y="12222"/>
                    <a:pt x="13647" y="12297"/>
                    <a:pt x="13638" y="12335"/>
                  </a:cubicBezTo>
                  <a:cubicBezTo>
                    <a:pt x="13629" y="12372"/>
                    <a:pt x="13546" y="12411"/>
                    <a:pt x="13532" y="12447"/>
                  </a:cubicBezTo>
                  <a:cubicBezTo>
                    <a:pt x="13521" y="12476"/>
                    <a:pt x="13538" y="12540"/>
                    <a:pt x="13537" y="12572"/>
                  </a:cubicBezTo>
                  <a:cubicBezTo>
                    <a:pt x="13535" y="12625"/>
                    <a:pt x="13555" y="12745"/>
                    <a:pt x="13520" y="12788"/>
                  </a:cubicBezTo>
                  <a:cubicBezTo>
                    <a:pt x="13502" y="12808"/>
                    <a:pt x="13435" y="12799"/>
                    <a:pt x="13414" y="12816"/>
                  </a:cubicBezTo>
                  <a:cubicBezTo>
                    <a:pt x="13395" y="12832"/>
                    <a:pt x="13373" y="12879"/>
                    <a:pt x="13368" y="12904"/>
                  </a:cubicBezTo>
                  <a:cubicBezTo>
                    <a:pt x="13361" y="12930"/>
                    <a:pt x="13381" y="12988"/>
                    <a:pt x="13368" y="13012"/>
                  </a:cubicBezTo>
                  <a:cubicBezTo>
                    <a:pt x="13347" y="13048"/>
                    <a:pt x="13244" y="13063"/>
                    <a:pt x="13220" y="13099"/>
                  </a:cubicBezTo>
                  <a:cubicBezTo>
                    <a:pt x="13201" y="13126"/>
                    <a:pt x="13179" y="13203"/>
                    <a:pt x="13198" y="13232"/>
                  </a:cubicBezTo>
                  <a:cubicBezTo>
                    <a:pt x="13218" y="13261"/>
                    <a:pt x="13314" y="13239"/>
                    <a:pt x="13338" y="13265"/>
                  </a:cubicBezTo>
                  <a:cubicBezTo>
                    <a:pt x="13367" y="13296"/>
                    <a:pt x="13375" y="13390"/>
                    <a:pt x="13364" y="13431"/>
                  </a:cubicBezTo>
                  <a:cubicBezTo>
                    <a:pt x="13350" y="13475"/>
                    <a:pt x="13273" y="13539"/>
                    <a:pt x="13241" y="13572"/>
                  </a:cubicBezTo>
                  <a:cubicBezTo>
                    <a:pt x="13196" y="13619"/>
                    <a:pt x="13092" y="13702"/>
                    <a:pt x="13047" y="13750"/>
                  </a:cubicBezTo>
                  <a:cubicBezTo>
                    <a:pt x="13005" y="13794"/>
                    <a:pt x="12919" y="13882"/>
                    <a:pt x="12895" y="13937"/>
                  </a:cubicBezTo>
                  <a:cubicBezTo>
                    <a:pt x="12886" y="13957"/>
                    <a:pt x="12882" y="14002"/>
                    <a:pt x="12882" y="14024"/>
                  </a:cubicBezTo>
                  <a:cubicBezTo>
                    <a:pt x="12883" y="14068"/>
                    <a:pt x="12913" y="14155"/>
                    <a:pt x="12911" y="14199"/>
                  </a:cubicBezTo>
                  <a:cubicBezTo>
                    <a:pt x="12911" y="14222"/>
                    <a:pt x="12902" y="14269"/>
                    <a:pt x="12891" y="14290"/>
                  </a:cubicBezTo>
                  <a:cubicBezTo>
                    <a:pt x="12876" y="14316"/>
                    <a:pt x="12811" y="14348"/>
                    <a:pt x="12811" y="14378"/>
                  </a:cubicBezTo>
                  <a:cubicBezTo>
                    <a:pt x="12811" y="14412"/>
                    <a:pt x="12892" y="14448"/>
                    <a:pt x="12902" y="14481"/>
                  </a:cubicBezTo>
                  <a:cubicBezTo>
                    <a:pt x="12915" y="14514"/>
                    <a:pt x="12902" y="14588"/>
                    <a:pt x="12895" y="14622"/>
                  </a:cubicBezTo>
                  <a:cubicBezTo>
                    <a:pt x="12883" y="14680"/>
                    <a:pt x="12836" y="14790"/>
                    <a:pt x="12819" y="14846"/>
                  </a:cubicBezTo>
                  <a:cubicBezTo>
                    <a:pt x="12805" y="14894"/>
                    <a:pt x="12783" y="14990"/>
                    <a:pt x="12768" y="15037"/>
                  </a:cubicBezTo>
                  <a:cubicBezTo>
                    <a:pt x="12750" y="15094"/>
                    <a:pt x="12707" y="15206"/>
                    <a:pt x="12683" y="15261"/>
                  </a:cubicBezTo>
                  <a:cubicBezTo>
                    <a:pt x="12660" y="15317"/>
                    <a:pt x="12608" y="15429"/>
                    <a:pt x="12578" y="15483"/>
                  </a:cubicBezTo>
                  <a:cubicBezTo>
                    <a:pt x="12538" y="15554"/>
                    <a:pt x="12447" y="15690"/>
                    <a:pt x="12403" y="15760"/>
                  </a:cubicBezTo>
                  <a:cubicBezTo>
                    <a:pt x="12369" y="15815"/>
                    <a:pt x="12308" y="15933"/>
                    <a:pt x="12262" y="15981"/>
                  </a:cubicBezTo>
                  <a:cubicBezTo>
                    <a:pt x="12239" y="16006"/>
                    <a:pt x="12173" y="16038"/>
                    <a:pt x="12150" y="16064"/>
                  </a:cubicBezTo>
                  <a:cubicBezTo>
                    <a:pt x="12128" y="16089"/>
                    <a:pt x="12096" y="16148"/>
                    <a:pt x="12088" y="16180"/>
                  </a:cubicBezTo>
                  <a:cubicBezTo>
                    <a:pt x="12081" y="16209"/>
                    <a:pt x="12098" y="16269"/>
                    <a:pt x="12088" y="16297"/>
                  </a:cubicBezTo>
                  <a:cubicBezTo>
                    <a:pt x="12078" y="16321"/>
                    <a:pt x="12027" y="16350"/>
                    <a:pt x="12015" y="16374"/>
                  </a:cubicBezTo>
                  <a:cubicBezTo>
                    <a:pt x="12000" y="16401"/>
                    <a:pt x="12001" y="16468"/>
                    <a:pt x="11987" y="16496"/>
                  </a:cubicBezTo>
                  <a:cubicBezTo>
                    <a:pt x="11978" y="16512"/>
                    <a:pt x="11943" y="16534"/>
                    <a:pt x="11936" y="16551"/>
                  </a:cubicBezTo>
                  <a:cubicBezTo>
                    <a:pt x="11924" y="16582"/>
                    <a:pt x="11939" y="16651"/>
                    <a:pt x="11936" y="16684"/>
                  </a:cubicBezTo>
                  <a:cubicBezTo>
                    <a:pt x="11934" y="16715"/>
                    <a:pt x="11938" y="16781"/>
                    <a:pt x="11919" y="16805"/>
                  </a:cubicBezTo>
                  <a:cubicBezTo>
                    <a:pt x="11907" y="16823"/>
                    <a:pt x="11852" y="16825"/>
                    <a:pt x="11840" y="16845"/>
                  </a:cubicBezTo>
                  <a:cubicBezTo>
                    <a:pt x="11825" y="16870"/>
                    <a:pt x="11845" y="16936"/>
                    <a:pt x="11846" y="16966"/>
                  </a:cubicBezTo>
                  <a:cubicBezTo>
                    <a:pt x="11847" y="16997"/>
                    <a:pt x="11854" y="17062"/>
                    <a:pt x="11846" y="17093"/>
                  </a:cubicBezTo>
                  <a:cubicBezTo>
                    <a:pt x="11839" y="17117"/>
                    <a:pt x="11807" y="17160"/>
                    <a:pt x="11796" y="17181"/>
                  </a:cubicBezTo>
                  <a:cubicBezTo>
                    <a:pt x="11777" y="17216"/>
                    <a:pt x="11729" y="17282"/>
                    <a:pt x="11728" y="17320"/>
                  </a:cubicBezTo>
                  <a:cubicBezTo>
                    <a:pt x="11726" y="17360"/>
                    <a:pt x="11763" y="17435"/>
                    <a:pt x="11785" y="17470"/>
                  </a:cubicBezTo>
                  <a:cubicBezTo>
                    <a:pt x="11803" y="17499"/>
                    <a:pt x="11847" y="17559"/>
                    <a:pt x="11879" y="17574"/>
                  </a:cubicBezTo>
                  <a:cubicBezTo>
                    <a:pt x="11910" y="17590"/>
                    <a:pt x="11982" y="17576"/>
                    <a:pt x="12015" y="17586"/>
                  </a:cubicBezTo>
                  <a:cubicBezTo>
                    <a:pt x="12053" y="17597"/>
                    <a:pt x="12141" y="17622"/>
                    <a:pt x="12156" y="17658"/>
                  </a:cubicBezTo>
                  <a:cubicBezTo>
                    <a:pt x="12172" y="17697"/>
                    <a:pt x="12128" y="17783"/>
                    <a:pt x="12105" y="17818"/>
                  </a:cubicBezTo>
                  <a:cubicBezTo>
                    <a:pt x="12084" y="17852"/>
                    <a:pt x="12019" y="17900"/>
                    <a:pt x="11987" y="17924"/>
                  </a:cubicBezTo>
                  <a:cubicBezTo>
                    <a:pt x="11956" y="17945"/>
                    <a:pt x="11886" y="17972"/>
                    <a:pt x="11858" y="17995"/>
                  </a:cubicBezTo>
                  <a:cubicBezTo>
                    <a:pt x="11824" y="18022"/>
                    <a:pt x="11757" y="18082"/>
                    <a:pt x="11745" y="18123"/>
                  </a:cubicBezTo>
                  <a:cubicBezTo>
                    <a:pt x="11733" y="18160"/>
                    <a:pt x="11732" y="18252"/>
                    <a:pt x="11761" y="18277"/>
                  </a:cubicBezTo>
                  <a:cubicBezTo>
                    <a:pt x="11780" y="18294"/>
                    <a:pt x="11837" y="18277"/>
                    <a:pt x="11862" y="18277"/>
                  </a:cubicBezTo>
                  <a:cubicBezTo>
                    <a:pt x="11897" y="18279"/>
                    <a:pt x="11978" y="18261"/>
                    <a:pt x="11998" y="18289"/>
                  </a:cubicBezTo>
                  <a:cubicBezTo>
                    <a:pt x="12021" y="18321"/>
                    <a:pt x="11959" y="18443"/>
                    <a:pt x="11959" y="18443"/>
                  </a:cubicBezTo>
                  <a:lnTo>
                    <a:pt x="11235" y="19155"/>
                  </a:lnTo>
                  <a:cubicBezTo>
                    <a:pt x="11235" y="19155"/>
                    <a:pt x="11117" y="19180"/>
                    <a:pt x="11091" y="19155"/>
                  </a:cubicBezTo>
                  <a:cubicBezTo>
                    <a:pt x="11042" y="19106"/>
                    <a:pt x="11141" y="18929"/>
                    <a:pt x="11091" y="18881"/>
                  </a:cubicBezTo>
                  <a:cubicBezTo>
                    <a:pt x="11042" y="18832"/>
                    <a:pt x="10810" y="18881"/>
                    <a:pt x="10810" y="18881"/>
                  </a:cubicBezTo>
                  <a:lnTo>
                    <a:pt x="9909" y="19706"/>
                  </a:lnTo>
                  <a:lnTo>
                    <a:pt x="9516" y="19468"/>
                  </a:lnTo>
                  <a:lnTo>
                    <a:pt x="9368" y="19468"/>
                  </a:lnTo>
                  <a:lnTo>
                    <a:pt x="9368" y="19822"/>
                  </a:lnTo>
                  <a:lnTo>
                    <a:pt x="9520" y="19933"/>
                  </a:lnTo>
                  <a:lnTo>
                    <a:pt x="9121" y="20369"/>
                  </a:lnTo>
                  <a:lnTo>
                    <a:pt x="8789" y="20369"/>
                  </a:lnTo>
                  <a:lnTo>
                    <a:pt x="7871" y="20973"/>
                  </a:lnTo>
                  <a:lnTo>
                    <a:pt x="7094" y="20514"/>
                  </a:lnTo>
                  <a:cubicBezTo>
                    <a:pt x="7094" y="20514"/>
                    <a:pt x="6989" y="20617"/>
                    <a:pt x="6965" y="20658"/>
                  </a:cubicBezTo>
                  <a:cubicBezTo>
                    <a:pt x="6933" y="20709"/>
                    <a:pt x="6910" y="20832"/>
                    <a:pt x="6879" y="20884"/>
                  </a:cubicBezTo>
                  <a:cubicBezTo>
                    <a:pt x="6868" y="20906"/>
                    <a:pt x="6837" y="20946"/>
                    <a:pt x="6818" y="20962"/>
                  </a:cubicBezTo>
                  <a:cubicBezTo>
                    <a:pt x="6801" y="20977"/>
                    <a:pt x="6757" y="20996"/>
                    <a:pt x="6740" y="21012"/>
                  </a:cubicBezTo>
                  <a:cubicBezTo>
                    <a:pt x="6718" y="21030"/>
                    <a:pt x="6689" y="21079"/>
                    <a:pt x="6666" y="21095"/>
                  </a:cubicBezTo>
                  <a:cubicBezTo>
                    <a:pt x="6648" y="21107"/>
                    <a:pt x="6603" y="21110"/>
                    <a:pt x="6587" y="21123"/>
                  </a:cubicBezTo>
                  <a:cubicBezTo>
                    <a:pt x="6554" y="21149"/>
                    <a:pt x="6525" y="21234"/>
                    <a:pt x="6497" y="21266"/>
                  </a:cubicBezTo>
                  <a:cubicBezTo>
                    <a:pt x="6474" y="21293"/>
                    <a:pt x="6415" y="21335"/>
                    <a:pt x="6390" y="21361"/>
                  </a:cubicBezTo>
                  <a:cubicBezTo>
                    <a:pt x="6364" y="21388"/>
                    <a:pt x="6328" y="21460"/>
                    <a:pt x="6295" y="21477"/>
                  </a:cubicBezTo>
                  <a:cubicBezTo>
                    <a:pt x="6249" y="21499"/>
                    <a:pt x="6141" y="21474"/>
                    <a:pt x="6092" y="21488"/>
                  </a:cubicBezTo>
                  <a:cubicBezTo>
                    <a:pt x="6044" y="21501"/>
                    <a:pt x="5965" y="21569"/>
                    <a:pt x="5917" y="21582"/>
                  </a:cubicBezTo>
                  <a:cubicBezTo>
                    <a:pt x="5872" y="21593"/>
                    <a:pt x="5774" y="21600"/>
                    <a:pt x="5731" y="21582"/>
                  </a:cubicBezTo>
                  <a:cubicBezTo>
                    <a:pt x="5680" y="21560"/>
                    <a:pt x="5619" y="21460"/>
                    <a:pt x="5579" y="21421"/>
                  </a:cubicBezTo>
                  <a:cubicBezTo>
                    <a:pt x="5533" y="21376"/>
                    <a:pt x="5445" y="21277"/>
                    <a:pt x="5388" y="21245"/>
                  </a:cubicBezTo>
                  <a:cubicBezTo>
                    <a:pt x="5337" y="21215"/>
                    <a:pt x="5222" y="21178"/>
                    <a:pt x="5163" y="21178"/>
                  </a:cubicBezTo>
                  <a:cubicBezTo>
                    <a:pt x="5098" y="21177"/>
                    <a:pt x="4978" y="21265"/>
                    <a:pt x="4915" y="21250"/>
                  </a:cubicBezTo>
                  <a:cubicBezTo>
                    <a:pt x="4878" y="21241"/>
                    <a:pt x="4835" y="21170"/>
                    <a:pt x="4808" y="21145"/>
                  </a:cubicBezTo>
                  <a:cubicBezTo>
                    <a:pt x="4769" y="21108"/>
                    <a:pt x="4693" y="21032"/>
                    <a:pt x="4650" y="21001"/>
                  </a:cubicBezTo>
                  <a:cubicBezTo>
                    <a:pt x="4606" y="20969"/>
                    <a:pt x="4503" y="20928"/>
                    <a:pt x="4459" y="20896"/>
                  </a:cubicBezTo>
                  <a:cubicBezTo>
                    <a:pt x="4426" y="20872"/>
                    <a:pt x="4356" y="20822"/>
                    <a:pt x="4341" y="20785"/>
                  </a:cubicBezTo>
                  <a:cubicBezTo>
                    <a:pt x="4322" y="20739"/>
                    <a:pt x="4360" y="20635"/>
                    <a:pt x="4352" y="20586"/>
                  </a:cubicBezTo>
                  <a:cubicBezTo>
                    <a:pt x="4345" y="20543"/>
                    <a:pt x="4319" y="20452"/>
                    <a:pt x="4284" y="20425"/>
                  </a:cubicBezTo>
                  <a:cubicBezTo>
                    <a:pt x="4244" y="20393"/>
                    <a:pt x="4129" y="20411"/>
                    <a:pt x="4081" y="20392"/>
                  </a:cubicBezTo>
                  <a:cubicBezTo>
                    <a:pt x="4053" y="20381"/>
                    <a:pt x="3995" y="20351"/>
                    <a:pt x="3980" y="20325"/>
                  </a:cubicBezTo>
                  <a:cubicBezTo>
                    <a:pt x="3967" y="20303"/>
                    <a:pt x="3961" y="20243"/>
                    <a:pt x="3975" y="20220"/>
                  </a:cubicBezTo>
                  <a:cubicBezTo>
                    <a:pt x="3997" y="20182"/>
                    <a:pt x="4111" y="20179"/>
                    <a:pt x="4138" y="20143"/>
                  </a:cubicBezTo>
                  <a:cubicBezTo>
                    <a:pt x="4156" y="20119"/>
                    <a:pt x="4157" y="20056"/>
                    <a:pt x="4155" y="20027"/>
                  </a:cubicBezTo>
                  <a:cubicBezTo>
                    <a:pt x="4152" y="19992"/>
                    <a:pt x="4134" y="19923"/>
                    <a:pt x="4115" y="19894"/>
                  </a:cubicBezTo>
                  <a:cubicBezTo>
                    <a:pt x="4098" y="19867"/>
                    <a:pt x="4052" y="19816"/>
                    <a:pt x="4020" y="19811"/>
                  </a:cubicBezTo>
                  <a:cubicBezTo>
                    <a:pt x="3980" y="19804"/>
                    <a:pt x="3918" y="19845"/>
                    <a:pt x="3868" y="1987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11" name="Shape 4693"/>
            <p:cNvSpPr/>
            <p:nvPr/>
          </p:nvSpPr>
          <p:spPr>
            <a:xfrm>
              <a:off x="8238201" y="2301173"/>
              <a:ext cx="908516" cy="924079"/>
            </a:xfrm>
            <a:custGeom>
              <a:avLst/>
              <a:gdLst/>
              <a:ahLst/>
              <a:cxnLst>
                <a:cxn ang="0">
                  <a:pos x="wd2" y="hd2"/>
                </a:cxn>
                <a:cxn ang="5400000">
                  <a:pos x="wd2" y="hd2"/>
                </a:cxn>
                <a:cxn ang="10800000">
                  <a:pos x="wd2" y="hd2"/>
                </a:cxn>
                <a:cxn ang="16200000">
                  <a:pos x="wd2" y="hd2"/>
                </a:cxn>
              </a:cxnLst>
              <a:rect l="0" t="0" r="r" b="b"/>
              <a:pathLst>
                <a:path w="21597" h="21593" extrusionOk="0">
                  <a:moveTo>
                    <a:pt x="3868" y="19872"/>
                  </a:moveTo>
                  <a:cubicBezTo>
                    <a:pt x="3851" y="19882"/>
                    <a:pt x="3835" y="19890"/>
                    <a:pt x="3823" y="19894"/>
                  </a:cubicBezTo>
                  <a:cubicBezTo>
                    <a:pt x="3768" y="19912"/>
                    <a:pt x="3654" y="19954"/>
                    <a:pt x="3598" y="19944"/>
                  </a:cubicBezTo>
                  <a:cubicBezTo>
                    <a:pt x="3550" y="19935"/>
                    <a:pt x="3482" y="19848"/>
                    <a:pt x="3434" y="19838"/>
                  </a:cubicBezTo>
                  <a:cubicBezTo>
                    <a:pt x="3396" y="19830"/>
                    <a:pt x="3321" y="19860"/>
                    <a:pt x="3282" y="19860"/>
                  </a:cubicBezTo>
                  <a:cubicBezTo>
                    <a:pt x="3248" y="19861"/>
                    <a:pt x="3168" y="19870"/>
                    <a:pt x="3147" y="19844"/>
                  </a:cubicBezTo>
                  <a:cubicBezTo>
                    <a:pt x="3120" y="19812"/>
                    <a:pt x="3179" y="19714"/>
                    <a:pt x="3159" y="19678"/>
                  </a:cubicBezTo>
                  <a:cubicBezTo>
                    <a:pt x="3137" y="19640"/>
                    <a:pt x="3037" y="19625"/>
                    <a:pt x="3006" y="19595"/>
                  </a:cubicBezTo>
                  <a:cubicBezTo>
                    <a:pt x="2957" y="19548"/>
                    <a:pt x="2939" y="19371"/>
                    <a:pt x="2872" y="19363"/>
                  </a:cubicBezTo>
                  <a:cubicBezTo>
                    <a:pt x="2822" y="19356"/>
                    <a:pt x="2780" y="19502"/>
                    <a:pt x="2730" y="19501"/>
                  </a:cubicBezTo>
                  <a:cubicBezTo>
                    <a:pt x="2690" y="19500"/>
                    <a:pt x="2661" y="19399"/>
                    <a:pt x="2624" y="19385"/>
                  </a:cubicBezTo>
                  <a:cubicBezTo>
                    <a:pt x="2563" y="19360"/>
                    <a:pt x="2421" y="19423"/>
                    <a:pt x="2359" y="19401"/>
                  </a:cubicBezTo>
                  <a:cubicBezTo>
                    <a:pt x="2328" y="19391"/>
                    <a:pt x="2282" y="19339"/>
                    <a:pt x="2263" y="19313"/>
                  </a:cubicBezTo>
                  <a:cubicBezTo>
                    <a:pt x="2236" y="19273"/>
                    <a:pt x="2219" y="19174"/>
                    <a:pt x="2190" y="19135"/>
                  </a:cubicBezTo>
                  <a:cubicBezTo>
                    <a:pt x="2160" y="19096"/>
                    <a:pt x="2054" y="19058"/>
                    <a:pt x="2033" y="19014"/>
                  </a:cubicBezTo>
                  <a:cubicBezTo>
                    <a:pt x="2011" y="18972"/>
                    <a:pt x="2046" y="18870"/>
                    <a:pt x="2033" y="18825"/>
                  </a:cubicBezTo>
                  <a:cubicBezTo>
                    <a:pt x="2023" y="18795"/>
                    <a:pt x="1985" y="18740"/>
                    <a:pt x="1959" y="18721"/>
                  </a:cubicBezTo>
                  <a:cubicBezTo>
                    <a:pt x="1918" y="18688"/>
                    <a:pt x="1811" y="18664"/>
                    <a:pt x="1762" y="18643"/>
                  </a:cubicBezTo>
                  <a:cubicBezTo>
                    <a:pt x="1717" y="18624"/>
                    <a:pt x="1592" y="18566"/>
                    <a:pt x="1592" y="18549"/>
                  </a:cubicBezTo>
                  <a:cubicBezTo>
                    <a:pt x="1592" y="18532"/>
                    <a:pt x="1544" y="18416"/>
                    <a:pt x="1526" y="18372"/>
                  </a:cubicBezTo>
                  <a:cubicBezTo>
                    <a:pt x="1501" y="18311"/>
                    <a:pt x="1471" y="18175"/>
                    <a:pt x="1424" y="18128"/>
                  </a:cubicBezTo>
                  <a:cubicBezTo>
                    <a:pt x="1379" y="18082"/>
                    <a:pt x="1249" y="18045"/>
                    <a:pt x="1188" y="18023"/>
                  </a:cubicBezTo>
                  <a:cubicBezTo>
                    <a:pt x="1148" y="18009"/>
                    <a:pt x="1041" y="18017"/>
                    <a:pt x="1025" y="17978"/>
                  </a:cubicBezTo>
                  <a:cubicBezTo>
                    <a:pt x="1010" y="17945"/>
                    <a:pt x="1090" y="17887"/>
                    <a:pt x="1098" y="17852"/>
                  </a:cubicBezTo>
                  <a:cubicBezTo>
                    <a:pt x="1110" y="17785"/>
                    <a:pt x="1102" y="17637"/>
                    <a:pt x="1059" y="17586"/>
                  </a:cubicBezTo>
                  <a:cubicBezTo>
                    <a:pt x="1020" y="17542"/>
                    <a:pt x="879" y="17551"/>
                    <a:pt x="833" y="17514"/>
                  </a:cubicBezTo>
                  <a:cubicBezTo>
                    <a:pt x="797" y="17483"/>
                    <a:pt x="768" y="17388"/>
                    <a:pt x="743" y="17347"/>
                  </a:cubicBezTo>
                  <a:cubicBezTo>
                    <a:pt x="706" y="17289"/>
                    <a:pt x="638" y="17165"/>
                    <a:pt x="586" y="17121"/>
                  </a:cubicBezTo>
                  <a:cubicBezTo>
                    <a:pt x="553" y="17094"/>
                    <a:pt x="466" y="17075"/>
                    <a:pt x="433" y="17049"/>
                  </a:cubicBezTo>
                  <a:cubicBezTo>
                    <a:pt x="412" y="17031"/>
                    <a:pt x="389" y="16977"/>
                    <a:pt x="365" y="16961"/>
                  </a:cubicBezTo>
                  <a:cubicBezTo>
                    <a:pt x="333" y="16937"/>
                    <a:pt x="247" y="16927"/>
                    <a:pt x="214" y="16905"/>
                  </a:cubicBezTo>
                  <a:cubicBezTo>
                    <a:pt x="178" y="16882"/>
                    <a:pt x="112" y="16822"/>
                    <a:pt x="95" y="16783"/>
                  </a:cubicBezTo>
                  <a:cubicBezTo>
                    <a:pt x="84" y="16757"/>
                    <a:pt x="78" y="16694"/>
                    <a:pt x="90" y="16667"/>
                  </a:cubicBezTo>
                  <a:cubicBezTo>
                    <a:pt x="100" y="16643"/>
                    <a:pt x="153" y="16617"/>
                    <a:pt x="169" y="16596"/>
                  </a:cubicBezTo>
                  <a:cubicBezTo>
                    <a:pt x="188" y="16568"/>
                    <a:pt x="218" y="16506"/>
                    <a:pt x="219" y="16473"/>
                  </a:cubicBezTo>
                  <a:cubicBezTo>
                    <a:pt x="221" y="16422"/>
                    <a:pt x="149" y="16331"/>
                    <a:pt x="152" y="16280"/>
                  </a:cubicBezTo>
                  <a:cubicBezTo>
                    <a:pt x="153" y="16246"/>
                    <a:pt x="190" y="16186"/>
                    <a:pt x="208" y="16158"/>
                  </a:cubicBezTo>
                  <a:cubicBezTo>
                    <a:pt x="229" y="16123"/>
                    <a:pt x="298" y="16070"/>
                    <a:pt x="309" y="16030"/>
                  </a:cubicBezTo>
                  <a:cubicBezTo>
                    <a:pt x="321" y="15992"/>
                    <a:pt x="303" y="15909"/>
                    <a:pt x="292" y="15870"/>
                  </a:cubicBezTo>
                  <a:cubicBezTo>
                    <a:pt x="274" y="15803"/>
                    <a:pt x="215" y="15673"/>
                    <a:pt x="174" y="15615"/>
                  </a:cubicBezTo>
                  <a:cubicBezTo>
                    <a:pt x="152" y="15584"/>
                    <a:pt x="82" y="15543"/>
                    <a:pt x="62" y="15510"/>
                  </a:cubicBezTo>
                  <a:cubicBezTo>
                    <a:pt x="34" y="15467"/>
                    <a:pt x="3" y="15367"/>
                    <a:pt x="0" y="15317"/>
                  </a:cubicBezTo>
                  <a:cubicBezTo>
                    <a:pt x="-3" y="15279"/>
                    <a:pt x="8" y="15211"/>
                    <a:pt x="21" y="15145"/>
                  </a:cubicBezTo>
                  <a:cubicBezTo>
                    <a:pt x="59" y="15167"/>
                    <a:pt x="140" y="15178"/>
                    <a:pt x="180" y="15172"/>
                  </a:cubicBezTo>
                  <a:cubicBezTo>
                    <a:pt x="226" y="15167"/>
                    <a:pt x="308" y="15118"/>
                    <a:pt x="349" y="15096"/>
                  </a:cubicBezTo>
                  <a:cubicBezTo>
                    <a:pt x="401" y="15066"/>
                    <a:pt x="490" y="14984"/>
                    <a:pt x="546" y="14962"/>
                  </a:cubicBezTo>
                  <a:cubicBezTo>
                    <a:pt x="594" y="14944"/>
                    <a:pt x="703" y="14953"/>
                    <a:pt x="748" y="14929"/>
                  </a:cubicBezTo>
                  <a:cubicBezTo>
                    <a:pt x="780" y="14913"/>
                    <a:pt x="817" y="14844"/>
                    <a:pt x="850" y="14830"/>
                  </a:cubicBezTo>
                  <a:cubicBezTo>
                    <a:pt x="903" y="14805"/>
                    <a:pt x="1033" y="14832"/>
                    <a:pt x="1087" y="14807"/>
                  </a:cubicBezTo>
                  <a:cubicBezTo>
                    <a:pt x="1133" y="14787"/>
                    <a:pt x="1208" y="14712"/>
                    <a:pt x="1233" y="14669"/>
                  </a:cubicBezTo>
                  <a:cubicBezTo>
                    <a:pt x="1260" y="14619"/>
                    <a:pt x="1272" y="14504"/>
                    <a:pt x="1278" y="14448"/>
                  </a:cubicBezTo>
                  <a:cubicBezTo>
                    <a:pt x="1283" y="14397"/>
                    <a:pt x="1287" y="14293"/>
                    <a:pt x="1278" y="14243"/>
                  </a:cubicBezTo>
                  <a:cubicBezTo>
                    <a:pt x="1267" y="14175"/>
                    <a:pt x="1190" y="14051"/>
                    <a:pt x="1188" y="13983"/>
                  </a:cubicBezTo>
                  <a:cubicBezTo>
                    <a:pt x="1186" y="13929"/>
                    <a:pt x="1210" y="13820"/>
                    <a:pt x="1244" y="13778"/>
                  </a:cubicBezTo>
                  <a:cubicBezTo>
                    <a:pt x="1269" y="13748"/>
                    <a:pt x="1346" y="13713"/>
                    <a:pt x="1385" y="13706"/>
                  </a:cubicBezTo>
                  <a:cubicBezTo>
                    <a:pt x="1440" y="13695"/>
                    <a:pt x="1555" y="13742"/>
                    <a:pt x="1610" y="13728"/>
                  </a:cubicBezTo>
                  <a:cubicBezTo>
                    <a:pt x="1640" y="13721"/>
                    <a:pt x="1696" y="13687"/>
                    <a:pt x="1711" y="13662"/>
                  </a:cubicBezTo>
                  <a:cubicBezTo>
                    <a:pt x="1744" y="13609"/>
                    <a:pt x="1759" y="13472"/>
                    <a:pt x="1740" y="13413"/>
                  </a:cubicBezTo>
                  <a:cubicBezTo>
                    <a:pt x="1727" y="13372"/>
                    <a:pt x="1643" y="13325"/>
                    <a:pt x="1627" y="13285"/>
                  </a:cubicBezTo>
                  <a:cubicBezTo>
                    <a:pt x="1608" y="13237"/>
                    <a:pt x="1629" y="13132"/>
                    <a:pt x="1621" y="13080"/>
                  </a:cubicBezTo>
                  <a:cubicBezTo>
                    <a:pt x="1612" y="13022"/>
                    <a:pt x="1580" y="12907"/>
                    <a:pt x="1554" y="12854"/>
                  </a:cubicBezTo>
                  <a:cubicBezTo>
                    <a:pt x="1535" y="12817"/>
                    <a:pt x="1487" y="12750"/>
                    <a:pt x="1458" y="12721"/>
                  </a:cubicBezTo>
                  <a:cubicBezTo>
                    <a:pt x="1430" y="12694"/>
                    <a:pt x="1347" y="12667"/>
                    <a:pt x="1329" y="12632"/>
                  </a:cubicBezTo>
                  <a:cubicBezTo>
                    <a:pt x="1313" y="12603"/>
                    <a:pt x="1320" y="12529"/>
                    <a:pt x="1334" y="12500"/>
                  </a:cubicBezTo>
                  <a:cubicBezTo>
                    <a:pt x="1361" y="12442"/>
                    <a:pt x="1478" y="12375"/>
                    <a:pt x="1520" y="12328"/>
                  </a:cubicBezTo>
                  <a:cubicBezTo>
                    <a:pt x="1551" y="12292"/>
                    <a:pt x="1620" y="12219"/>
                    <a:pt x="1627" y="12173"/>
                  </a:cubicBezTo>
                  <a:cubicBezTo>
                    <a:pt x="1634" y="12123"/>
                    <a:pt x="1566" y="12034"/>
                    <a:pt x="1559" y="11984"/>
                  </a:cubicBezTo>
                  <a:cubicBezTo>
                    <a:pt x="1553" y="11944"/>
                    <a:pt x="1560" y="11859"/>
                    <a:pt x="1571" y="11819"/>
                  </a:cubicBezTo>
                  <a:cubicBezTo>
                    <a:pt x="1580" y="11783"/>
                    <a:pt x="1620" y="11720"/>
                    <a:pt x="1632" y="11686"/>
                  </a:cubicBezTo>
                  <a:cubicBezTo>
                    <a:pt x="1654" y="11629"/>
                    <a:pt x="1690" y="11513"/>
                    <a:pt x="1700" y="11454"/>
                  </a:cubicBezTo>
                  <a:cubicBezTo>
                    <a:pt x="1706" y="11417"/>
                    <a:pt x="1687" y="11337"/>
                    <a:pt x="1706" y="11304"/>
                  </a:cubicBezTo>
                  <a:cubicBezTo>
                    <a:pt x="1724" y="11272"/>
                    <a:pt x="1808" y="11251"/>
                    <a:pt x="1830" y="11221"/>
                  </a:cubicBezTo>
                  <a:cubicBezTo>
                    <a:pt x="1855" y="11186"/>
                    <a:pt x="1850" y="11091"/>
                    <a:pt x="1875" y="11055"/>
                  </a:cubicBezTo>
                  <a:cubicBezTo>
                    <a:pt x="1892" y="11029"/>
                    <a:pt x="1945" y="10987"/>
                    <a:pt x="1976" y="10977"/>
                  </a:cubicBezTo>
                  <a:cubicBezTo>
                    <a:pt x="2012" y="10967"/>
                    <a:pt x="2100" y="10962"/>
                    <a:pt x="2128" y="10988"/>
                  </a:cubicBezTo>
                  <a:cubicBezTo>
                    <a:pt x="2149" y="11009"/>
                    <a:pt x="2121" y="11082"/>
                    <a:pt x="2139" y="11105"/>
                  </a:cubicBezTo>
                  <a:cubicBezTo>
                    <a:pt x="2157" y="11128"/>
                    <a:pt x="2222" y="11144"/>
                    <a:pt x="2252" y="11144"/>
                  </a:cubicBezTo>
                  <a:cubicBezTo>
                    <a:pt x="2285" y="11143"/>
                    <a:pt x="2342" y="11089"/>
                    <a:pt x="2376" y="11094"/>
                  </a:cubicBezTo>
                  <a:cubicBezTo>
                    <a:pt x="2430" y="11102"/>
                    <a:pt x="2518" y="11181"/>
                    <a:pt x="2544" y="11226"/>
                  </a:cubicBezTo>
                  <a:cubicBezTo>
                    <a:pt x="2561" y="11254"/>
                    <a:pt x="2553" y="11323"/>
                    <a:pt x="2566" y="11353"/>
                  </a:cubicBezTo>
                  <a:cubicBezTo>
                    <a:pt x="2576" y="11377"/>
                    <a:pt x="2626" y="11412"/>
                    <a:pt x="2632" y="11439"/>
                  </a:cubicBezTo>
                  <a:cubicBezTo>
                    <a:pt x="2639" y="11470"/>
                    <a:pt x="2611" y="11534"/>
                    <a:pt x="2609" y="11566"/>
                  </a:cubicBezTo>
                  <a:cubicBezTo>
                    <a:pt x="2607" y="11620"/>
                    <a:pt x="2592" y="11746"/>
                    <a:pt x="2635" y="11781"/>
                  </a:cubicBezTo>
                  <a:cubicBezTo>
                    <a:pt x="2659" y="11802"/>
                    <a:pt x="2735" y="11790"/>
                    <a:pt x="2764" y="11775"/>
                  </a:cubicBezTo>
                  <a:cubicBezTo>
                    <a:pt x="2809" y="11755"/>
                    <a:pt x="2876" y="11674"/>
                    <a:pt x="2897" y="11629"/>
                  </a:cubicBezTo>
                  <a:cubicBezTo>
                    <a:pt x="2919" y="11578"/>
                    <a:pt x="2903" y="11460"/>
                    <a:pt x="2923" y="11408"/>
                  </a:cubicBezTo>
                  <a:cubicBezTo>
                    <a:pt x="2938" y="11371"/>
                    <a:pt x="2977" y="11289"/>
                    <a:pt x="3017" y="11280"/>
                  </a:cubicBezTo>
                  <a:cubicBezTo>
                    <a:pt x="3060" y="11271"/>
                    <a:pt x="3128" y="11356"/>
                    <a:pt x="3171" y="11365"/>
                  </a:cubicBezTo>
                  <a:cubicBezTo>
                    <a:pt x="3208" y="11372"/>
                    <a:pt x="3297" y="11377"/>
                    <a:pt x="3325" y="11350"/>
                  </a:cubicBezTo>
                  <a:cubicBezTo>
                    <a:pt x="3351" y="11324"/>
                    <a:pt x="3356" y="11236"/>
                    <a:pt x="3340" y="11201"/>
                  </a:cubicBezTo>
                  <a:cubicBezTo>
                    <a:pt x="3322" y="11159"/>
                    <a:pt x="3213" y="11130"/>
                    <a:pt x="3188" y="11090"/>
                  </a:cubicBezTo>
                  <a:cubicBezTo>
                    <a:pt x="3159" y="11039"/>
                    <a:pt x="3180" y="10912"/>
                    <a:pt x="3159" y="10857"/>
                  </a:cubicBezTo>
                  <a:cubicBezTo>
                    <a:pt x="3146" y="10824"/>
                    <a:pt x="3104" y="10763"/>
                    <a:pt x="3077" y="10739"/>
                  </a:cubicBezTo>
                  <a:cubicBezTo>
                    <a:pt x="3048" y="10714"/>
                    <a:pt x="2963" y="10697"/>
                    <a:pt x="2939" y="10668"/>
                  </a:cubicBezTo>
                  <a:cubicBezTo>
                    <a:pt x="2915" y="10640"/>
                    <a:pt x="2887" y="10564"/>
                    <a:pt x="2897" y="10529"/>
                  </a:cubicBezTo>
                  <a:cubicBezTo>
                    <a:pt x="2906" y="10496"/>
                    <a:pt x="2966" y="10449"/>
                    <a:pt x="2998" y="10435"/>
                  </a:cubicBezTo>
                  <a:cubicBezTo>
                    <a:pt x="3028" y="10422"/>
                    <a:pt x="3105" y="10442"/>
                    <a:pt x="3134" y="10424"/>
                  </a:cubicBezTo>
                  <a:cubicBezTo>
                    <a:pt x="3163" y="10406"/>
                    <a:pt x="3192" y="10335"/>
                    <a:pt x="3203" y="10303"/>
                  </a:cubicBezTo>
                  <a:cubicBezTo>
                    <a:pt x="3221" y="10248"/>
                    <a:pt x="3245" y="10129"/>
                    <a:pt x="3226" y="10075"/>
                  </a:cubicBezTo>
                  <a:cubicBezTo>
                    <a:pt x="3210" y="10031"/>
                    <a:pt x="3107" y="9984"/>
                    <a:pt x="3091" y="9940"/>
                  </a:cubicBezTo>
                  <a:cubicBezTo>
                    <a:pt x="3071" y="9889"/>
                    <a:pt x="3081" y="9769"/>
                    <a:pt x="3108" y="9721"/>
                  </a:cubicBezTo>
                  <a:cubicBezTo>
                    <a:pt x="3131" y="9679"/>
                    <a:pt x="3241" y="9649"/>
                    <a:pt x="3265" y="9608"/>
                  </a:cubicBezTo>
                  <a:cubicBezTo>
                    <a:pt x="3279" y="9584"/>
                    <a:pt x="3277" y="9527"/>
                    <a:pt x="3276" y="9500"/>
                  </a:cubicBezTo>
                  <a:cubicBezTo>
                    <a:pt x="3275" y="9455"/>
                    <a:pt x="3233" y="9367"/>
                    <a:pt x="3243" y="9322"/>
                  </a:cubicBezTo>
                  <a:cubicBezTo>
                    <a:pt x="3251" y="9283"/>
                    <a:pt x="3299" y="9208"/>
                    <a:pt x="3336" y="9190"/>
                  </a:cubicBezTo>
                  <a:cubicBezTo>
                    <a:pt x="3382" y="9167"/>
                    <a:pt x="3493" y="9208"/>
                    <a:pt x="3544" y="9201"/>
                  </a:cubicBezTo>
                  <a:cubicBezTo>
                    <a:pt x="3587" y="9195"/>
                    <a:pt x="3675" y="9172"/>
                    <a:pt x="3710" y="9146"/>
                  </a:cubicBezTo>
                  <a:cubicBezTo>
                    <a:pt x="3738" y="9124"/>
                    <a:pt x="3781" y="9061"/>
                    <a:pt x="3789" y="9027"/>
                  </a:cubicBezTo>
                  <a:cubicBezTo>
                    <a:pt x="3804" y="8967"/>
                    <a:pt x="3755" y="8841"/>
                    <a:pt x="3767" y="8780"/>
                  </a:cubicBezTo>
                  <a:cubicBezTo>
                    <a:pt x="3776" y="8728"/>
                    <a:pt x="3829" y="8630"/>
                    <a:pt x="3859" y="8586"/>
                  </a:cubicBezTo>
                  <a:cubicBezTo>
                    <a:pt x="3878" y="8560"/>
                    <a:pt x="3927" y="8517"/>
                    <a:pt x="3949" y="8493"/>
                  </a:cubicBezTo>
                  <a:cubicBezTo>
                    <a:pt x="3987" y="8451"/>
                    <a:pt x="4070" y="8373"/>
                    <a:pt x="4096" y="8324"/>
                  </a:cubicBezTo>
                  <a:cubicBezTo>
                    <a:pt x="4114" y="8288"/>
                    <a:pt x="4106" y="8191"/>
                    <a:pt x="4138" y="8166"/>
                  </a:cubicBezTo>
                  <a:cubicBezTo>
                    <a:pt x="4168" y="8142"/>
                    <a:pt x="4257" y="8154"/>
                    <a:pt x="4295" y="8163"/>
                  </a:cubicBezTo>
                  <a:cubicBezTo>
                    <a:pt x="4330" y="8172"/>
                    <a:pt x="4397" y="8202"/>
                    <a:pt x="4416" y="8229"/>
                  </a:cubicBezTo>
                  <a:cubicBezTo>
                    <a:pt x="4448" y="8272"/>
                    <a:pt x="4429" y="8393"/>
                    <a:pt x="4459" y="8438"/>
                  </a:cubicBezTo>
                  <a:cubicBezTo>
                    <a:pt x="4486" y="8476"/>
                    <a:pt x="4571" y="8540"/>
                    <a:pt x="4619" y="8542"/>
                  </a:cubicBezTo>
                  <a:cubicBezTo>
                    <a:pt x="4666" y="8545"/>
                    <a:pt x="4750" y="8488"/>
                    <a:pt x="4782" y="8456"/>
                  </a:cubicBezTo>
                  <a:cubicBezTo>
                    <a:pt x="4823" y="8416"/>
                    <a:pt x="4854" y="8301"/>
                    <a:pt x="4890" y="8257"/>
                  </a:cubicBezTo>
                  <a:cubicBezTo>
                    <a:pt x="4927" y="8211"/>
                    <a:pt x="5015" y="8127"/>
                    <a:pt x="5070" y="8105"/>
                  </a:cubicBezTo>
                  <a:cubicBezTo>
                    <a:pt x="5118" y="8086"/>
                    <a:pt x="5235" y="8123"/>
                    <a:pt x="5278" y="8094"/>
                  </a:cubicBezTo>
                  <a:cubicBezTo>
                    <a:pt x="5311" y="8072"/>
                    <a:pt x="5328" y="7985"/>
                    <a:pt x="5343" y="7947"/>
                  </a:cubicBezTo>
                  <a:cubicBezTo>
                    <a:pt x="5363" y="7899"/>
                    <a:pt x="5380" y="7788"/>
                    <a:pt x="5419" y="7751"/>
                  </a:cubicBezTo>
                  <a:cubicBezTo>
                    <a:pt x="5447" y="7724"/>
                    <a:pt x="5534" y="7723"/>
                    <a:pt x="5565" y="7701"/>
                  </a:cubicBezTo>
                  <a:cubicBezTo>
                    <a:pt x="5611" y="7669"/>
                    <a:pt x="5677" y="7576"/>
                    <a:pt x="5704" y="7526"/>
                  </a:cubicBezTo>
                  <a:cubicBezTo>
                    <a:pt x="5739" y="7460"/>
                    <a:pt x="5765" y="7307"/>
                    <a:pt x="5796" y="7239"/>
                  </a:cubicBezTo>
                  <a:cubicBezTo>
                    <a:pt x="5824" y="7179"/>
                    <a:pt x="5900" y="7072"/>
                    <a:pt x="5937" y="7018"/>
                  </a:cubicBezTo>
                  <a:cubicBezTo>
                    <a:pt x="5993" y="6935"/>
                    <a:pt x="6112" y="6773"/>
                    <a:pt x="6174" y="6694"/>
                  </a:cubicBezTo>
                  <a:cubicBezTo>
                    <a:pt x="6217" y="6637"/>
                    <a:pt x="6295" y="6513"/>
                    <a:pt x="6353" y="6472"/>
                  </a:cubicBezTo>
                  <a:cubicBezTo>
                    <a:pt x="6395" y="6445"/>
                    <a:pt x="6507" y="6445"/>
                    <a:pt x="6542" y="6411"/>
                  </a:cubicBezTo>
                  <a:cubicBezTo>
                    <a:pt x="6571" y="6383"/>
                    <a:pt x="6597" y="6300"/>
                    <a:pt x="6598" y="6260"/>
                  </a:cubicBezTo>
                  <a:cubicBezTo>
                    <a:pt x="6601" y="6204"/>
                    <a:pt x="6524" y="6096"/>
                    <a:pt x="6542" y="6043"/>
                  </a:cubicBezTo>
                  <a:cubicBezTo>
                    <a:pt x="6556" y="6003"/>
                    <a:pt x="6666" y="5979"/>
                    <a:pt x="6680" y="5938"/>
                  </a:cubicBezTo>
                  <a:cubicBezTo>
                    <a:pt x="6698" y="5885"/>
                    <a:pt x="6654" y="5768"/>
                    <a:pt x="6621" y="5723"/>
                  </a:cubicBezTo>
                  <a:cubicBezTo>
                    <a:pt x="6593" y="5684"/>
                    <a:pt x="6483" y="5659"/>
                    <a:pt x="6461" y="5617"/>
                  </a:cubicBezTo>
                  <a:cubicBezTo>
                    <a:pt x="6441" y="5581"/>
                    <a:pt x="6448" y="5490"/>
                    <a:pt x="6463" y="5451"/>
                  </a:cubicBezTo>
                  <a:cubicBezTo>
                    <a:pt x="6486" y="5394"/>
                    <a:pt x="6620" y="5332"/>
                    <a:pt x="6632" y="5271"/>
                  </a:cubicBezTo>
                  <a:cubicBezTo>
                    <a:pt x="6645" y="5203"/>
                    <a:pt x="6521" y="5080"/>
                    <a:pt x="6531" y="5011"/>
                  </a:cubicBezTo>
                  <a:cubicBezTo>
                    <a:pt x="6536" y="4976"/>
                    <a:pt x="6606" y="4929"/>
                    <a:pt x="6618" y="4895"/>
                  </a:cubicBezTo>
                  <a:cubicBezTo>
                    <a:pt x="6631" y="4859"/>
                    <a:pt x="6640" y="4778"/>
                    <a:pt x="6624" y="4743"/>
                  </a:cubicBezTo>
                  <a:cubicBezTo>
                    <a:pt x="6609" y="4710"/>
                    <a:pt x="6523" y="4686"/>
                    <a:pt x="6511" y="4652"/>
                  </a:cubicBezTo>
                  <a:cubicBezTo>
                    <a:pt x="6503" y="4625"/>
                    <a:pt x="6517" y="4560"/>
                    <a:pt x="6540" y="4544"/>
                  </a:cubicBezTo>
                  <a:cubicBezTo>
                    <a:pt x="6577" y="4515"/>
                    <a:pt x="6690" y="4571"/>
                    <a:pt x="6731" y="4546"/>
                  </a:cubicBezTo>
                  <a:cubicBezTo>
                    <a:pt x="6752" y="4534"/>
                    <a:pt x="6774" y="4483"/>
                    <a:pt x="6776" y="4458"/>
                  </a:cubicBezTo>
                  <a:cubicBezTo>
                    <a:pt x="6779" y="4396"/>
                    <a:pt x="6688" y="4290"/>
                    <a:pt x="6685" y="4228"/>
                  </a:cubicBezTo>
                  <a:cubicBezTo>
                    <a:pt x="6684" y="4182"/>
                    <a:pt x="6739" y="4099"/>
                    <a:pt x="6742" y="4054"/>
                  </a:cubicBezTo>
                  <a:cubicBezTo>
                    <a:pt x="6745" y="4004"/>
                    <a:pt x="6717" y="3906"/>
                    <a:pt x="6705" y="3857"/>
                  </a:cubicBezTo>
                  <a:cubicBezTo>
                    <a:pt x="6685" y="3770"/>
                    <a:pt x="6580" y="3598"/>
                    <a:pt x="6610" y="3514"/>
                  </a:cubicBezTo>
                  <a:cubicBezTo>
                    <a:pt x="6625" y="3474"/>
                    <a:pt x="6736" y="3455"/>
                    <a:pt x="6751" y="3414"/>
                  </a:cubicBezTo>
                  <a:cubicBezTo>
                    <a:pt x="6768" y="3364"/>
                    <a:pt x="6700" y="3260"/>
                    <a:pt x="6694" y="3207"/>
                  </a:cubicBezTo>
                  <a:cubicBezTo>
                    <a:pt x="6688" y="3153"/>
                    <a:pt x="6694" y="3043"/>
                    <a:pt x="6708" y="2991"/>
                  </a:cubicBezTo>
                  <a:cubicBezTo>
                    <a:pt x="6723" y="2938"/>
                    <a:pt x="6798" y="2849"/>
                    <a:pt x="6809" y="2796"/>
                  </a:cubicBezTo>
                  <a:cubicBezTo>
                    <a:pt x="6821" y="2746"/>
                    <a:pt x="6794" y="2640"/>
                    <a:pt x="6801" y="2589"/>
                  </a:cubicBezTo>
                  <a:cubicBezTo>
                    <a:pt x="6807" y="2544"/>
                    <a:pt x="6831" y="2456"/>
                    <a:pt x="6856" y="2418"/>
                  </a:cubicBezTo>
                  <a:cubicBezTo>
                    <a:pt x="6870" y="2398"/>
                    <a:pt x="6922" y="2378"/>
                    <a:pt x="6932" y="2356"/>
                  </a:cubicBezTo>
                  <a:cubicBezTo>
                    <a:pt x="6952" y="2315"/>
                    <a:pt x="6927" y="2219"/>
                    <a:pt x="6932" y="2174"/>
                  </a:cubicBezTo>
                  <a:cubicBezTo>
                    <a:pt x="6936" y="2131"/>
                    <a:pt x="6973" y="2049"/>
                    <a:pt x="6966" y="2007"/>
                  </a:cubicBezTo>
                  <a:cubicBezTo>
                    <a:pt x="6959" y="1968"/>
                    <a:pt x="6893" y="1909"/>
                    <a:pt x="6882" y="1871"/>
                  </a:cubicBezTo>
                  <a:cubicBezTo>
                    <a:pt x="6869" y="1829"/>
                    <a:pt x="6893" y="1737"/>
                    <a:pt x="6877" y="1696"/>
                  </a:cubicBezTo>
                  <a:cubicBezTo>
                    <a:pt x="6862" y="1655"/>
                    <a:pt x="6774" y="1605"/>
                    <a:pt x="6763" y="1563"/>
                  </a:cubicBezTo>
                  <a:cubicBezTo>
                    <a:pt x="6747" y="1503"/>
                    <a:pt x="6806" y="1380"/>
                    <a:pt x="6809" y="1318"/>
                  </a:cubicBezTo>
                  <a:cubicBezTo>
                    <a:pt x="6815" y="1232"/>
                    <a:pt x="6831" y="1047"/>
                    <a:pt x="6784" y="974"/>
                  </a:cubicBezTo>
                  <a:cubicBezTo>
                    <a:pt x="6763" y="941"/>
                    <a:pt x="6675" y="924"/>
                    <a:pt x="6649" y="895"/>
                  </a:cubicBezTo>
                  <a:cubicBezTo>
                    <a:pt x="6611" y="852"/>
                    <a:pt x="6594" y="731"/>
                    <a:pt x="6556" y="687"/>
                  </a:cubicBezTo>
                  <a:cubicBezTo>
                    <a:pt x="6533" y="660"/>
                    <a:pt x="6461" y="632"/>
                    <a:pt x="6434" y="608"/>
                  </a:cubicBezTo>
                  <a:cubicBezTo>
                    <a:pt x="6408" y="586"/>
                    <a:pt x="6358" y="536"/>
                    <a:pt x="6345" y="504"/>
                  </a:cubicBezTo>
                  <a:cubicBezTo>
                    <a:pt x="6333" y="475"/>
                    <a:pt x="6323" y="409"/>
                    <a:pt x="6337" y="380"/>
                  </a:cubicBezTo>
                  <a:cubicBezTo>
                    <a:pt x="6350" y="351"/>
                    <a:pt x="6423" y="332"/>
                    <a:pt x="6442" y="305"/>
                  </a:cubicBezTo>
                  <a:cubicBezTo>
                    <a:pt x="6463" y="277"/>
                    <a:pt x="6459" y="197"/>
                    <a:pt x="6485" y="172"/>
                  </a:cubicBezTo>
                  <a:cubicBezTo>
                    <a:pt x="6514" y="145"/>
                    <a:pt x="6600" y="136"/>
                    <a:pt x="6641" y="131"/>
                  </a:cubicBezTo>
                  <a:cubicBezTo>
                    <a:pt x="6667" y="127"/>
                    <a:pt x="6725" y="146"/>
                    <a:pt x="6746" y="131"/>
                  </a:cubicBezTo>
                  <a:cubicBezTo>
                    <a:pt x="6765" y="119"/>
                    <a:pt x="6760" y="63"/>
                    <a:pt x="6776" y="48"/>
                  </a:cubicBezTo>
                  <a:cubicBezTo>
                    <a:pt x="6796" y="29"/>
                    <a:pt x="6854" y="22"/>
                    <a:pt x="6882" y="15"/>
                  </a:cubicBezTo>
                  <a:cubicBezTo>
                    <a:pt x="6898" y="11"/>
                    <a:pt x="6925" y="5"/>
                    <a:pt x="6954" y="0"/>
                  </a:cubicBezTo>
                  <a:lnTo>
                    <a:pt x="8102" y="5440"/>
                  </a:lnTo>
                  <a:lnTo>
                    <a:pt x="12899" y="4475"/>
                  </a:lnTo>
                  <a:lnTo>
                    <a:pt x="12909" y="4472"/>
                  </a:lnTo>
                  <a:lnTo>
                    <a:pt x="13561" y="7526"/>
                  </a:lnTo>
                  <a:cubicBezTo>
                    <a:pt x="13561" y="7526"/>
                    <a:pt x="13654" y="7481"/>
                    <a:pt x="13682" y="7460"/>
                  </a:cubicBezTo>
                  <a:cubicBezTo>
                    <a:pt x="13706" y="7442"/>
                    <a:pt x="13749" y="7397"/>
                    <a:pt x="13766" y="7372"/>
                  </a:cubicBezTo>
                  <a:cubicBezTo>
                    <a:pt x="13783" y="7347"/>
                    <a:pt x="13800" y="7286"/>
                    <a:pt x="13817" y="7261"/>
                  </a:cubicBezTo>
                  <a:cubicBezTo>
                    <a:pt x="13832" y="7237"/>
                    <a:pt x="13875" y="7197"/>
                    <a:pt x="13890" y="7173"/>
                  </a:cubicBezTo>
                  <a:cubicBezTo>
                    <a:pt x="13911" y="7138"/>
                    <a:pt x="13920" y="7048"/>
                    <a:pt x="13952" y="7023"/>
                  </a:cubicBezTo>
                  <a:cubicBezTo>
                    <a:pt x="13971" y="7007"/>
                    <a:pt x="14031" y="7019"/>
                    <a:pt x="14051" y="7004"/>
                  </a:cubicBezTo>
                  <a:cubicBezTo>
                    <a:pt x="14080" y="6981"/>
                    <a:pt x="14099" y="6902"/>
                    <a:pt x="14121" y="6871"/>
                  </a:cubicBezTo>
                  <a:cubicBezTo>
                    <a:pt x="14142" y="6840"/>
                    <a:pt x="14187" y="6776"/>
                    <a:pt x="14219" y="6757"/>
                  </a:cubicBezTo>
                  <a:cubicBezTo>
                    <a:pt x="14244" y="6743"/>
                    <a:pt x="14310" y="6752"/>
                    <a:pt x="14332" y="6733"/>
                  </a:cubicBezTo>
                  <a:cubicBezTo>
                    <a:pt x="14363" y="6705"/>
                    <a:pt x="14374" y="6617"/>
                    <a:pt x="14385" y="6578"/>
                  </a:cubicBezTo>
                  <a:cubicBezTo>
                    <a:pt x="14396" y="6543"/>
                    <a:pt x="14406" y="6472"/>
                    <a:pt x="14419" y="6439"/>
                  </a:cubicBezTo>
                  <a:cubicBezTo>
                    <a:pt x="14430" y="6411"/>
                    <a:pt x="14475" y="6340"/>
                    <a:pt x="14484" y="6337"/>
                  </a:cubicBezTo>
                  <a:cubicBezTo>
                    <a:pt x="14492" y="6335"/>
                    <a:pt x="14572" y="6295"/>
                    <a:pt x="14594" y="6270"/>
                  </a:cubicBezTo>
                  <a:cubicBezTo>
                    <a:pt x="14612" y="6249"/>
                    <a:pt x="14624" y="6193"/>
                    <a:pt x="14639" y="6171"/>
                  </a:cubicBezTo>
                  <a:cubicBezTo>
                    <a:pt x="14657" y="6143"/>
                    <a:pt x="14707" y="6099"/>
                    <a:pt x="14729" y="6074"/>
                  </a:cubicBezTo>
                  <a:cubicBezTo>
                    <a:pt x="14749" y="6051"/>
                    <a:pt x="14782" y="6000"/>
                    <a:pt x="14805" y="5979"/>
                  </a:cubicBezTo>
                  <a:cubicBezTo>
                    <a:pt x="14823" y="5965"/>
                    <a:pt x="14869" y="5946"/>
                    <a:pt x="14886" y="5930"/>
                  </a:cubicBezTo>
                  <a:cubicBezTo>
                    <a:pt x="14906" y="5912"/>
                    <a:pt x="14941" y="5871"/>
                    <a:pt x="14951" y="5847"/>
                  </a:cubicBezTo>
                  <a:cubicBezTo>
                    <a:pt x="14966" y="5812"/>
                    <a:pt x="14961" y="5734"/>
                    <a:pt x="14971" y="5698"/>
                  </a:cubicBezTo>
                  <a:cubicBezTo>
                    <a:pt x="14983" y="5653"/>
                    <a:pt x="15011" y="5564"/>
                    <a:pt x="15041" y="5529"/>
                  </a:cubicBezTo>
                  <a:cubicBezTo>
                    <a:pt x="15061" y="5506"/>
                    <a:pt x="15116" y="5473"/>
                    <a:pt x="15145" y="5465"/>
                  </a:cubicBezTo>
                  <a:cubicBezTo>
                    <a:pt x="15179" y="5456"/>
                    <a:pt x="15249" y="5464"/>
                    <a:pt x="15283" y="5468"/>
                  </a:cubicBezTo>
                  <a:cubicBezTo>
                    <a:pt x="15313" y="5471"/>
                    <a:pt x="15371" y="5482"/>
                    <a:pt x="15399" y="5493"/>
                  </a:cubicBezTo>
                  <a:cubicBezTo>
                    <a:pt x="15433" y="5506"/>
                    <a:pt x="15490" y="5552"/>
                    <a:pt x="15523" y="5568"/>
                  </a:cubicBezTo>
                  <a:cubicBezTo>
                    <a:pt x="15550" y="5580"/>
                    <a:pt x="15611" y="5619"/>
                    <a:pt x="15638" y="5606"/>
                  </a:cubicBezTo>
                  <a:cubicBezTo>
                    <a:pt x="15667" y="5593"/>
                    <a:pt x="15678" y="5519"/>
                    <a:pt x="15683" y="5488"/>
                  </a:cubicBezTo>
                  <a:cubicBezTo>
                    <a:pt x="15690" y="5448"/>
                    <a:pt x="15664" y="5366"/>
                    <a:pt x="15680" y="5330"/>
                  </a:cubicBezTo>
                  <a:cubicBezTo>
                    <a:pt x="15690" y="5306"/>
                    <a:pt x="15734" y="5273"/>
                    <a:pt x="15756" y="5260"/>
                  </a:cubicBezTo>
                  <a:cubicBezTo>
                    <a:pt x="15778" y="5248"/>
                    <a:pt x="15837" y="5249"/>
                    <a:pt x="15852" y="5230"/>
                  </a:cubicBezTo>
                  <a:cubicBezTo>
                    <a:pt x="15869" y="5208"/>
                    <a:pt x="15853" y="5146"/>
                    <a:pt x="15861" y="5119"/>
                  </a:cubicBezTo>
                  <a:cubicBezTo>
                    <a:pt x="15869" y="5087"/>
                    <a:pt x="15895" y="5022"/>
                    <a:pt x="15920" y="5000"/>
                  </a:cubicBezTo>
                  <a:cubicBezTo>
                    <a:pt x="15933" y="4989"/>
                    <a:pt x="15978" y="4993"/>
                    <a:pt x="15987" y="4978"/>
                  </a:cubicBezTo>
                  <a:cubicBezTo>
                    <a:pt x="16006" y="4949"/>
                    <a:pt x="15965" y="4876"/>
                    <a:pt x="15973" y="4842"/>
                  </a:cubicBezTo>
                  <a:cubicBezTo>
                    <a:pt x="15981" y="4806"/>
                    <a:pt x="16026" y="4739"/>
                    <a:pt x="16054" y="4715"/>
                  </a:cubicBezTo>
                  <a:cubicBezTo>
                    <a:pt x="16072" y="4699"/>
                    <a:pt x="16135" y="4702"/>
                    <a:pt x="16142" y="4679"/>
                  </a:cubicBezTo>
                  <a:cubicBezTo>
                    <a:pt x="16149" y="4658"/>
                    <a:pt x="16097" y="4629"/>
                    <a:pt x="16094" y="4607"/>
                  </a:cubicBezTo>
                  <a:cubicBezTo>
                    <a:pt x="16090" y="4584"/>
                    <a:pt x="16105" y="4535"/>
                    <a:pt x="16120" y="4516"/>
                  </a:cubicBezTo>
                  <a:cubicBezTo>
                    <a:pt x="16133" y="4498"/>
                    <a:pt x="16182" y="4484"/>
                    <a:pt x="16196" y="4466"/>
                  </a:cubicBezTo>
                  <a:cubicBezTo>
                    <a:pt x="16208" y="4450"/>
                    <a:pt x="16227" y="4407"/>
                    <a:pt x="16218" y="4388"/>
                  </a:cubicBezTo>
                  <a:cubicBezTo>
                    <a:pt x="16208" y="4367"/>
                    <a:pt x="16139" y="4372"/>
                    <a:pt x="16131" y="4349"/>
                  </a:cubicBezTo>
                  <a:cubicBezTo>
                    <a:pt x="16122" y="4327"/>
                    <a:pt x="16159" y="4282"/>
                    <a:pt x="16173" y="4261"/>
                  </a:cubicBezTo>
                  <a:cubicBezTo>
                    <a:pt x="16186" y="4242"/>
                    <a:pt x="16211" y="4200"/>
                    <a:pt x="16232" y="4192"/>
                  </a:cubicBezTo>
                  <a:cubicBezTo>
                    <a:pt x="16254" y="4185"/>
                    <a:pt x="16304" y="4195"/>
                    <a:pt x="16322" y="4209"/>
                  </a:cubicBezTo>
                  <a:cubicBezTo>
                    <a:pt x="16339" y="4221"/>
                    <a:pt x="16342" y="4269"/>
                    <a:pt x="16359" y="4280"/>
                  </a:cubicBezTo>
                  <a:cubicBezTo>
                    <a:pt x="16384" y="4297"/>
                    <a:pt x="16459" y="4267"/>
                    <a:pt x="16479" y="4289"/>
                  </a:cubicBezTo>
                  <a:cubicBezTo>
                    <a:pt x="16491" y="4301"/>
                    <a:pt x="16485" y="4341"/>
                    <a:pt x="16477" y="4355"/>
                  </a:cubicBezTo>
                  <a:cubicBezTo>
                    <a:pt x="16465" y="4376"/>
                    <a:pt x="16412" y="4388"/>
                    <a:pt x="16395" y="4405"/>
                  </a:cubicBezTo>
                  <a:cubicBezTo>
                    <a:pt x="16381" y="4420"/>
                    <a:pt x="16357" y="4457"/>
                    <a:pt x="16356" y="4477"/>
                  </a:cubicBezTo>
                  <a:cubicBezTo>
                    <a:pt x="16355" y="4504"/>
                    <a:pt x="16381" y="4556"/>
                    <a:pt x="16401" y="4574"/>
                  </a:cubicBezTo>
                  <a:cubicBezTo>
                    <a:pt x="16438" y="4605"/>
                    <a:pt x="16542" y="4614"/>
                    <a:pt x="16590" y="4627"/>
                  </a:cubicBezTo>
                  <a:cubicBezTo>
                    <a:pt x="16621" y="4635"/>
                    <a:pt x="16684" y="4647"/>
                    <a:pt x="16713" y="4659"/>
                  </a:cubicBezTo>
                  <a:cubicBezTo>
                    <a:pt x="16742" y="4671"/>
                    <a:pt x="16790" y="4714"/>
                    <a:pt x="16821" y="4721"/>
                  </a:cubicBezTo>
                  <a:cubicBezTo>
                    <a:pt x="16865" y="4730"/>
                    <a:pt x="16958" y="4720"/>
                    <a:pt x="17001" y="4704"/>
                  </a:cubicBezTo>
                  <a:cubicBezTo>
                    <a:pt x="17025" y="4694"/>
                    <a:pt x="17060" y="4648"/>
                    <a:pt x="17085" y="4640"/>
                  </a:cubicBezTo>
                  <a:cubicBezTo>
                    <a:pt x="17126" y="4627"/>
                    <a:pt x="17217" y="4625"/>
                    <a:pt x="17257" y="4640"/>
                  </a:cubicBezTo>
                  <a:cubicBezTo>
                    <a:pt x="17282" y="4651"/>
                    <a:pt x="17311" y="4705"/>
                    <a:pt x="17335" y="4715"/>
                  </a:cubicBezTo>
                  <a:cubicBezTo>
                    <a:pt x="17362" y="4726"/>
                    <a:pt x="17423" y="4729"/>
                    <a:pt x="17451" y="4721"/>
                  </a:cubicBezTo>
                  <a:cubicBezTo>
                    <a:pt x="17488" y="4710"/>
                    <a:pt x="17537" y="4639"/>
                    <a:pt x="17576" y="4632"/>
                  </a:cubicBezTo>
                  <a:cubicBezTo>
                    <a:pt x="17614" y="4626"/>
                    <a:pt x="17687" y="4682"/>
                    <a:pt x="17724" y="4674"/>
                  </a:cubicBezTo>
                  <a:cubicBezTo>
                    <a:pt x="17768" y="4664"/>
                    <a:pt x="17823" y="4584"/>
                    <a:pt x="17856" y="4555"/>
                  </a:cubicBezTo>
                  <a:cubicBezTo>
                    <a:pt x="17875" y="4539"/>
                    <a:pt x="17917" y="4511"/>
                    <a:pt x="17930" y="4491"/>
                  </a:cubicBezTo>
                  <a:cubicBezTo>
                    <a:pt x="17944" y="4468"/>
                    <a:pt x="17961" y="4415"/>
                    <a:pt x="17958" y="4388"/>
                  </a:cubicBezTo>
                  <a:cubicBezTo>
                    <a:pt x="17955" y="4369"/>
                    <a:pt x="17932" y="4333"/>
                    <a:pt x="17916" y="4322"/>
                  </a:cubicBezTo>
                  <a:cubicBezTo>
                    <a:pt x="17893" y="4306"/>
                    <a:pt x="17826" y="4317"/>
                    <a:pt x="17806" y="4297"/>
                  </a:cubicBezTo>
                  <a:cubicBezTo>
                    <a:pt x="17796" y="4289"/>
                    <a:pt x="17788" y="4260"/>
                    <a:pt x="17792" y="4248"/>
                  </a:cubicBezTo>
                  <a:cubicBezTo>
                    <a:pt x="17798" y="4226"/>
                    <a:pt x="17836" y="4197"/>
                    <a:pt x="17856" y="4189"/>
                  </a:cubicBezTo>
                  <a:cubicBezTo>
                    <a:pt x="17882" y="4179"/>
                    <a:pt x="17937" y="4190"/>
                    <a:pt x="17964" y="4186"/>
                  </a:cubicBezTo>
                  <a:cubicBezTo>
                    <a:pt x="17978" y="4185"/>
                    <a:pt x="18015" y="4186"/>
                    <a:pt x="18022" y="4173"/>
                  </a:cubicBezTo>
                  <a:cubicBezTo>
                    <a:pt x="18033" y="4155"/>
                    <a:pt x="18014" y="4109"/>
                    <a:pt x="18001" y="4095"/>
                  </a:cubicBezTo>
                  <a:cubicBezTo>
                    <a:pt x="17980" y="4075"/>
                    <a:pt x="17915" y="4077"/>
                    <a:pt x="17890" y="4062"/>
                  </a:cubicBezTo>
                  <a:cubicBezTo>
                    <a:pt x="17873" y="4052"/>
                    <a:pt x="17836" y="4026"/>
                    <a:pt x="17834" y="4007"/>
                  </a:cubicBezTo>
                  <a:cubicBezTo>
                    <a:pt x="17833" y="3990"/>
                    <a:pt x="17859" y="3962"/>
                    <a:pt x="17873" y="3954"/>
                  </a:cubicBezTo>
                  <a:cubicBezTo>
                    <a:pt x="17903" y="3938"/>
                    <a:pt x="17975" y="3952"/>
                    <a:pt x="18009" y="3948"/>
                  </a:cubicBezTo>
                  <a:cubicBezTo>
                    <a:pt x="18035" y="3946"/>
                    <a:pt x="18094" y="3946"/>
                    <a:pt x="18115" y="3930"/>
                  </a:cubicBezTo>
                  <a:cubicBezTo>
                    <a:pt x="18132" y="3916"/>
                    <a:pt x="18135" y="3870"/>
                    <a:pt x="18147" y="3852"/>
                  </a:cubicBezTo>
                  <a:cubicBezTo>
                    <a:pt x="18163" y="3825"/>
                    <a:pt x="18198" y="3773"/>
                    <a:pt x="18225" y="3760"/>
                  </a:cubicBezTo>
                  <a:cubicBezTo>
                    <a:pt x="18272" y="3738"/>
                    <a:pt x="18382" y="3744"/>
                    <a:pt x="18433" y="3752"/>
                  </a:cubicBezTo>
                  <a:cubicBezTo>
                    <a:pt x="18471" y="3758"/>
                    <a:pt x="18539" y="3809"/>
                    <a:pt x="18577" y="3803"/>
                  </a:cubicBezTo>
                  <a:cubicBezTo>
                    <a:pt x="18603" y="3798"/>
                    <a:pt x="18645" y="3756"/>
                    <a:pt x="18659" y="3735"/>
                  </a:cubicBezTo>
                  <a:cubicBezTo>
                    <a:pt x="18682" y="3699"/>
                    <a:pt x="18694" y="3614"/>
                    <a:pt x="18705" y="3574"/>
                  </a:cubicBezTo>
                  <a:cubicBezTo>
                    <a:pt x="18716" y="3538"/>
                    <a:pt x="18728" y="3463"/>
                    <a:pt x="18748" y="3431"/>
                  </a:cubicBezTo>
                  <a:cubicBezTo>
                    <a:pt x="18761" y="3407"/>
                    <a:pt x="18807" y="3370"/>
                    <a:pt x="18826" y="3350"/>
                  </a:cubicBezTo>
                  <a:cubicBezTo>
                    <a:pt x="18845" y="3329"/>
                    <a:pt x="18875" y="3276"/>
                    <a:pt x="18902" y="3265"/>
                  </a:cubicBezTo>
                  <a:cubicBezTo>
                    <a:pt x="18964" y="3237"/>
                    <a:pt x="19107" y="3257"/>
                    <a:pt x="19174" y="3265"/>
                  </a:cubicBezTo>
                  <a:cubicBezTo>
                    <a:pt x="19212" y="3270"/>
                    <a:pt x="19285" y="3292"/>
                    <a:pt x="19321" y="3302"/>
                  </a:cubicBezTo>
                  <a:cubicBezTo>
                    <a:pt x="19360" y="3313"/>
                    <a:pt x="19440" y="3332"/>
                    <a:pt x="19474" y="3352"/>
                  </a:cubicBezTo>
                  <a:cubicBezTo>
                    <a:pt x="19509" y="3373"/>
                    <a:pt x="19564" y="3435"/>
                    <a:pt x="19592" y="3465"/>
                  </a:cubicBezTo>
                  <a:cubicBezTo>
                    <a:pt x="19620" y="3495"/>
                    <a:pt x="19663" y="3573"/>
                    <a:pt x="19700" y="3595"/>
                  </a:cubicBezTo>
                  <a:cubicBezTo>
                    <a:pt x="19743" y="3621"/>
                    <a:pt x="19849" y="3645"/>
                    <a:pt x="19898" y="3635"/>
                  </a:cubicBezTo>
                  <a:cubicBezTo>
                    <a:pt x="19920" y="3630"/>
                    <a:pt x="19950" y="3588"/>
                    <a:pt x="19972" y="3582"/>
                  </a:cubicBezTo>
                  <a:cubicBezTo>
                    <a:pt x="20002" y="3576"/>
                    <a:pt x="20066" y="3609"/>
                    <a:pt x="20096" y="3601"/>
                  </a:cubicBezTo>
                  <a:cubicBezTo>
                    <a:pt x="20125" y="3594"/>
                    <a:pt x="20162" y="3539"/>
                    <a:pt x="20190" y="3529"/>
                  </a:cubicBezTo>
                  <a:cubicBezTo>
                    <a:pt x="20222" y="3516"/>
                    <a:pt x="20296" y="3535"/>
                    <a:pt x="20327" y="3521"/>
                  </a:cubicBezTo>
                  <a:cubicBezTo>
                    <a:pt x="20355" y="3507"/>
                    <a:pt x="20380" y="3440"/>
                    <a:pt x="20409" y="3429"/>
                  </a:cubicBezTo>
                  <a:cubicBezTo>
                    <a:pt x="20458" y="3411"/>
                    <a:pt x="20572" y="3423"/>
                    <a:pt x="20615" y="3452"/>
                  </a:cubicBezTo>
                  <a:cubicBezTo>
                    <a:pt x="20639" y="3469"/>
                    <a:pt x="20667" y="3530"/>
                    <a:pt x="20671" y="3560"/>
                  </a:cubicBezTo>
                  <a:cubicBezTo>
                    <a:pt x="20675" y="3596"/>
                    <a:pt x="20659" y="3672"/>
                    <a:pt x="20635" y="3699"/>
                  </a:cubicBezTo>
                  <a:cubicBezTo>
                    <a:pt x="20616" y="3720"/>
                    <a:pt x="20548" y="3719"/>
                    <a:pt x="20527" y="3738"/>
                  </a:cubicBezTo>
                  <a:cubicBezTo>
                    <a:pt x="20508" y="3757"/>
                    <a:pt x="20479" y="3811"/>
                    <a:pt x="20483" y="3838"/>
                  </a:cubicBezTo>
                  <a:cubicBezTo>
                    <a:pt x="20487" y="3868"/>
                    <a:pt x="20532" y="3920"/>
                    <a:pt x="20561" y="3934"/>
                  </a:cubicBezTo>
                  <a:cubicBezTo>
                    <a:pt x="20603" y="3952"/>
                    <a:pt x="20718" y="3891"/>
                    <a:pt x="20745" y="3927"/>
                  </a:cubicBezTo>
                  <a:cubicBezTo>
                    <a:pt x="20763" y="3951"/>
                    <a:pt x="20694" y="4014"/>
                    <a:pt x="20706" y="4041"/>
                  </a:cubicBezTo>
                  <a:cubicBezTo>
                    <a:pt x="20722" y="4071"/>
                    <a:pt x="20801" y="4089"/>
                    <a:pt x="20836" y="4089"/>
                  </a:cubicBezTo>
                  <a:cubicBezTo>
                    <a:pt x="20877" y="4089"/>
                    <a:pt x="20952" y="4018"/>
                    <a:pt x="20992" y="4031"/>
                  </a:cubicBezTo>
                  <a:cubicBezTo>
                    <a:pt x="21010" y="4037"/>
                    <a:pt x="21032" y="4077"/>
                    <a:pt x="21034" y="4095"/>
                  </a:cubicBezTo>
                  <a:cubicBezTo>
                    <a:pt x="21037" y="4122"/>
                    <a:pt x="20991" y="4168"/>
                    <a:pt x="20994" y="4195"/>
                  </a:cubicBezTo>
                  <a:cubicBezTo>
                    <a:pt x="20997" y="4218"/>
                    <a:pt x="21045" y="4247"/>
                    <a:pt x="21049" y="4269"/>
                  </a:cubicBezTo>
                  <a:cubicBezTo>
                    <a:pt x="21053" y="4294"/>
                    <a:pt x="21013" y="4339"/>
                    <a:pt x="21020" y="4363"/>
                  </a:cubicBezTo>
                  <a:cubicBezTo>
                    <a:pt x="21026" y="4388"/>
                    <a:pt x="21075" y="4422"/>
                    <a:pt x="21100" y="4434"/>
                  </a:cubicBezTo>
                  <a:cubicBezTo>
                    <a:pt x="21136" y="4450"/>
                    <a:pt x="21222" y="4437"/>
                    <a:pt x="21258" y="4456"/>
                  </a:cubicBezTo>
                  <a:cubicBezTo>
                    <a:pt x="21292" y="4475"/>
                    <a:pt x="21355" y="4564"/>
                    <a:pt x="21359" y="4572"/>
                  </a:cubicBezTo>
                  <a:cubicBezTo>
                    <a:pt x="21363" y="4582"/>
                    <a:pt x="21328" y="4676"/>
                    <a:pt x="21328" y="4712"/>
                  </a:cubicBezTo>
                  <a:cubicBezTo>
                    <a:pt x="21328" y="4736"/>
                    <a:pt x="21354" y="4781"/>
                    <a:pt x="21355" y="4805"/>
                  </a:cubicBezTo>
                  <a:cubicBezTo>
                    <a:pt x="21356" y="4829"/>
                    <a:pt x="21327" y="4876"/>
                    <a:pt x="21331" y="4901"/>
                  </a:cubicBezTo>
                  <a:cubicBezTo>
                    <a:pt x="21336" y="4919"/>
                    <a:pt x="21364" y="4949"/>
                    <a:pt x="21381" y="4958"/>
                  </a:cubicBezTo>
                  <a:cubicBezTo>
                    <a:pt x="21406" y="4973"/>
                    <a:pt x="21468" y="4969"/>
                    <a:pt x="21496" y="4975"/>
                  </a:cubicBezTo>
                  <a:cubicBezTo>
                    <a:pt x="21518" y="4980"/>
                    <a:pt x="21561" y="4993"/>
                    <a:pt x="21597" y="5005"/>
                  </a:cubicBezTo>
                  <a:cubicBezTo>
                    <a:pt x="21569" y="5020"/>
                    <a:pt x="21535" y="5037"/>
                    <a:pt x="21519" y="5052"/>
                  </a:cubicBezTo>
                  <a:cubicBezTo>
                    <a:pt x="21493" y="5076"/>
                    <a:pt x="21453" y="5132"/>
                    <a:pt x="21440" y="5164"/>
                  </a:cubicBezTo>
                  <a:cubicBezTo>
                    <a:pt x="21424" y="5205"/>
                    <a:pt x="21420" y="5296"/>
                    <a:pt x="21418" y="5340"/>
                  </a:cubicBezTo>
                  <a:cubicBezTo>
                    <a:pt x="21416" y="5388"/>
                    <a:pt x="21433" y="5482"/>
                    <a:pt x="21423" y="5529"/>
                  </a:cubicBezTo>
                  <a:cubicBezTo>
                    <a:pt x="21416" y="5564"/>
                    <a:pt x="21370" y="5624"/>
                    <a:pt x="21362" y="5659"/>
                  </a:cubicBezTo>
                  <a:cubicBezTo>
                    <a:pt x="21345" y="5722"/>
                    <a:pt x="21347" y="5854"/>
                    <a:pt x="21345" y="5919"/>
                  </a:cubicBezTo>
                  <a:cubicBezTo>
                    <a:pt x="21343" y="5961"/>
                    <a:pt x="21349" y="6046"/>
                    <a:pt x="21345" y="6088"/>
                  </a:cubicBezTo>
                  <a:cubicBezTo>
                    <a:pt x="21341" y="6121"/>
                    <a:pt x="21316" y="6220"/>
                    <a:pt x="21316" y="6220"/>
                  </a:cubicBezTo>
                  <a:lnTo>
                    <a:pt x="18465" y="4842"/>
                  </a:lnTo>
                  <a:cubicBezTo>
                    <a:pt x="18465" y="4842"/>
                    <a:pt x="18497" y="4989"/>
                    <a:pt x="18490" y="5037"/>
                  </a:cubicBezTo>
                  <a:cubicBezTo>
                    <a:pt x="18486" y="5064"/>
                    <a:pt x="18440" y="5111"/>
                    <a:pt x="18447" y="5137"/>
                  </a:cubicBezTo>
                  <a:cubicBezTo>
                    <a:pt x="18456" y="5167"/>
                    <a:pt x="18532" y="5186"/>
                    <a:pt x="18549" y="5212"/>
                  </a:cubicBezTo>
                  <a:cubicBezTo>
                    <a:pt x="18568" y="5241"/>
                    <a:pt x="18584" y="5311"/>
                    <a:pt x="18579" y="5345"/>
                  </a:cubicBezTo>
                  <a:cubicBezTo>
                    <a:pt x="18575" y="5365"/>
                    <a:pt x="18533" y="5391"/>
                    <a:pt x="18537" y="5411"/>
                  </a:cubicBezTo>
                  <a:cubicBezTo>
                    <a:pt x="18540" y="5431"/>
                    <a:pt x="18590" y="5443"/>
                    <a:pt x="18600" y="5461"/>
                  </a:cubicBezTo>
                  <a:cubicBezTo>
                    <a:pt x="18626" y="5511"/>
                    <a:pt x="18625" y="5629"/>
                    <a:pt x="18617" y="5685"/>
                  </a:cubicBezTo>
                  <a:cubicBezTo>
                    <a:pt x="18611" y="5725"/>
                    <a:pt x="18580" y="5801"/>
                    <a:pt x="18557" y="5834"/>
                  </a:cubicBezTo>
                  <a:cubicBezTo>
                    <a:pt x="18536" y="5865"/>
                    <a:pt x="18467" y="5904"/>
                    <a:pt x="18443" y="5934"/>
                  </a:cubicBezTo>
                  <a:cubicBezTo>
                    <a:pt x="18423" y="5959"/>
                    <a:pt x="18376" y="6016"/>
                    <a:pt x="18385" y="6046"/>
                  </a:cubicBezTo>
                  <a:cubicBezTo>
                    <a:pt x="18396" y="6092"/>
                    <a:pt x="18522" y="6108"/>
                    <a:pt x="18545" y="6150"/>
                  </a:cubicBezTo>
                  <a:cubicBezTo>
                    <a:pt x="18561" y="6178"/>
                    <a:pt x="18563" y="6249"/>
                    <a:pt x="18549" y="6279"/>
                  </a:cubicBezTo>
                  <a:cubicBezTo>
                    <a:pt x="18528" y="6324"/>
                    <a:pt x="18410" y="6356"/>
                    <a:pt x="18392" y="6403"/>
                  </a:cubicBezTo>
                  <a:cubicBezTo>
                    <a:pt x="18379" y="6439"/>
                    <a:pt x="18400" y="6522"/>
                    <a:pt x="18422" y="6552"/>
                  </a:cubicBezTo>
                  <a:cubicBezTo>
                    <a:pt x="18445" y="6583"/>
                    <a:pt x="18538" y="6595"/>
                    <a:pt x="18557" y="6627"/>
                  </a:cubicBezTo>
                  <a:cubicBezTo>
                    <a:pt x="18576" y="6656"/>
                    <a:pt x="18571" y="6731"/>
                    <a:pt x="18562" y="6764"/>
                  </a:cubicBezTo>
                  <a:cubicBezTo>
                    <a:pt x="18551" y="6800"/>
                    <a:pt x="18493" y="6856"/>
                    <a:pt x="18477" y="6889"/>
                  </a:cubicBezTo>
                  <a:cubicBezTo>
                    <a:pt x="18463" y="6918"/>
                    <a:pt x="18461" y="6989"/>
                    <a:pt x="18439" y="7013"/>
                  </a:cubicBezTo>
                  <a:cubicBezTo>
                    <a:pt x="18418" y="7037"/>
                    <a:pt x="18349" y="7047"/>
                    <a:pt x="18326" y="7067"/>
                  </a:cubicBezTo>
                  <a:cubicBezTo>
                    <a:pt x="18287" y="7099"/>
                    <a:pt x="18232" y="7185"/>
                    <a:pt x="18211" y="7229"/>
                  </a:cubicBezTo>
                  <a:cubicBezTo>
                    <a:pt x="18195" y="7263"/>
                    <a:pt x="18190" y="7343"/>
                    <a:pt x="18169" y="7374"/>
                  </a:cubicBezTo>
                  <a:cubicBezTo>
                    <a:pt x="18152" y="7398"/>
                    <a:pt x="18093" y="7422"/>
                    <a:pt x="18076" y="7445"/>
                  </a:cubicBezTo>
                  <a:cubicBezTo>
                    <a:pt x="18050" y="7480"/>
                    <a:pt x="18003" y="7568"/>
                    <a:pt x="18021" y="7607"/>
                  </a:cubicBezTo>
                  <a:cubicBezTo>
                    <a:pt x="18032" y="7631"/>
                    <a:pt x="18107" y="7625"/>
                    <a:pt x="18118" y="7648"/>
                  </a:cubicBezTo>
                  <a:cubicBezTo>
                    <a:pt x="18140" y="7692"/>
                    <a:pt x="18087" y="7789"/>
                    <a:pt x="18072" y="7835"/>
                  </a:cubicBezTo>
                  <a:cubicBezTo>
                    <a:pt x="18058" y="7879"/>
                    <a:pt x="18047" y="7981"/>
                    <a:pt x="18009" y="8005"/>
                  </a:cubicBezTo>
                  <a:cubicBezTo>
                    <a:pt x="17987" y="8019"/>
                    <a:pt x="17929" y="7997"/>
                    <a:pt x="17903" y="8001"/>
                  </a:cubicBezTo>
                  <a:cubicBezTo>
                    <a:pt x="17868" y="8007"/>
                    <a:pt x="17796" y="8029"/>
                    <a:pt x="17772" y="8055"/>
                  </a:cubicBezTo>
                  <a:cubicBezTo>
                    <a:pt x="17742" y="8089"/>
                    <a:pt x="17737" y="8187"/>
                    <a:pt x="17722" y="8229"/>
                  </a:cubicBezTo>
                  <a:cubicBezTo>
                    <a:pt x="17709" y="8263"/>
                    <a:pt x="17679" y="8328"/>
                    <a:pt x="17662" y="8358"/>
                  </a:cubicBezTo>
                  <a:cubicBezTo>
                    <a:pt x="17641" y="8395"/>
                    <a:pt x="17608" y="8498"/>
                    <a:pt x="17565" y="8499"/>
                  </a:cubicBezTo>
                  <a:cubicBezTo>
                    <a:pt x="17539" y="8500"/>
                    <a:pt x="17516" y="8439"/>
                    <a:pt x="17502" y="8416"/>
                  </a:cubicBezTo>
                  <a:cubicBezTo>
                    <a:pt x="17488" y="8393"/>
                    <a:pt x="17483" y="8322"/>
                    <a:pt x="17455" y="8317"/>
                  </a:cubicBezTo>
                  <a:cubicBezTo>
                    <a:pt x="17421" y="8310"/>
                    <a:pt x="17373" y="8383"/>
                    <a:pt x="17354" y="8412"/>
                  </a:cubicBezTo>
                  <a:cubicBezTo>
                    <a:pt x="17329" y="8453"/>
                    <a:pt x="17324" y="8554"/>
                    <a:pt x="17299" y="8595"/>
                  </a:cubicBezTo>
                  <a:cubicBezTo>
                    <a:pt x="17284" y="8618"/>
                    <a:pt x="17219" y="8670"/>
                    <a:pt x="17219" y="8670"/>
                  </a:cubicBezTo>
                  <a:lnTo>
                    <a:pt x="17008" y="9549"/>
                  </a:lnTo>
                  <a:lnTo>
                    <a:pt x="16328" y="9129"/>
                  </a:lnTo>
                  <a:cubicBezTo>
                    <a:pt x="16328" y="9129"/>
                    <a:pt x="16243" y="9270"/>
                    <a:pt x="16227" y="9322"/>
                  </a:cubicBezTo>
                  <a:cubicBezTo>
                    <a:pt x="16212" y="9369"/>
                    <a:pt x="16232" y="9476"/>
                    <a:pt x="16204" y="9516"/>
                  </a:cubicBezTo>
                  <a:cubicBezTo>
                    <a:pt x="16190" y="9538"/>
                    <a:pt x="16128" y="9545"/>
                    <a:pt x="16114" y="9566"/>
                  </a:cubicBezTo>
                  <a:cubicBezTo>
                    <a:pt x="16086" y="9609"/>
                    <a:pt x="16111" y="9722"/>
                    <a:pt x="16097" y="9771"/>
                  </a:cubicBezTo>
                  <a:cubicBezTo>
                    <a:pt x="16088" y="9803"/>
                    <a:pt x="16044" y="9859"/>
                    <a:pt x="16035" y="9893"/>
                  </a:cubicBezTo>
                  <a:cubicBezTo>
                    <a:pt x="16024" y="9932"/>
                    <a:pt x="16012" y="10014"/>
                    <a:pt x="16024" y="10053"/>
                  </a:cubicBezTo>
                  <a:cubicBezTo>
                    <a:pt x="16037" y="10098"/>
                    <a:pt x="16125" y="10157"/>
                    <a:pt x="16136" y="10203"/>
                  </a:cubicBezTo>
                  <a:cubicBezTo>
                    <a:pt x="16146" y="10241"/>
                    <a:pt x="16141" y="10329"/>
                    <a:pt x="16114" y="10358"/>
                  </a:cubicBezTo>
                  <a:cubicBezTo>
                    <a:pt x="16092" y="10380"/>
                    <a:pt x="16016" y="10367"/>
                    <a:pt x="15990" y="10386"/>
                  </a:cubicBezTo>
                  <a:cubicBezTo>
                    <a:pt x="15963" y="10406"/>
                    <a:pt x="15937" y="10471"/>
                    <a:pt x="15923" y="10502"/>
                  </a:cubicBezTo>
                  <a:cubicBezTo>
                    <a:pt x="15899" y="10551"/>
                    <a:pt x="15857" y="10652"/>
                    <a:pt x="15849" y="10706"/>
                  </a:cubicBezTo>
                  <a:cubicBezTo>
                    <a:pt x="15844" y="10749"/>
                    <a:pt x="15861" y="10835"/>
                    <a:pt x="15861" y="10878"/>
                  </a:cubicBezTo>
                  <a:cubicBezTo>
                    <a:pt x="15861" y="10932"/>
                    <a:pt x="15866" y="11043"/>
                    <a:pt x="15849" y="11094"/>
                  </a:cubicBezTo>
                  <a:cubicBezTo>
                    <a:pt x="15838" y="11124"/>
                    <a:pt x="15786" y="11169"/>
                    <a:pt x="15776" y="11199"/>
                  </a:cubicBezTo>
                  <a:cubicBezTo>
                    <a:pt x="15767" y="11224"/>
                    <a:pt x="15770" y="11278"/>
                    <a:pt x="15770" y="11304"/>
                  </a:cubicBezTo>
                  <a:cubicBezTo>
                    <a:pt x="15769" y="11362"/>
                    <a:pt x="15798" y="11483"/>
                    <a:pt x="15776" y="11536"/>
                  </a:cubicBezTo>
                  <a:cubicBezTo>
                    <a:pt x="15762" y="11570"/>
                    <a:pt x="15695" y="11607"/>
                    <a:pt x="15675" y="11636"/>
                  </a:cubicBezTo>
                  <a:cubicBezTo>
                    <a:pt x="15658" y="11663"/>
                    <a:pt x="15643" y="11724"/>
                    <a:pt x="15629" y="11752"/>
                  </a:cubicBezTo>
                  <a:cubicBezTo>
                    <a:pt x="15608" y="11798"/>
                    <a:pt x="15552" y="11884"/>
                    <a:pt x="15528" y="11930"/>
                  </a:cubicBezTo>
                  <a:cubicBezTo>
                    <a:pt x="15511" y="11962"/>
                    <a:pt x="15467" y="12062"/>
                    <a:pt x="15467" y="12062"/>
                  </a:cubicBezTo>
                  <a:lnTo>
                    <a:pt x="14588" y="11998"/>
                  </a:lnTo>
                  <a:lnTo>
                    <a:pt x="14174" y="11476"/>
                  </a:lnTo>
                  <a:lnTo>
                    <a:pt x="13600" y="11343"/>
                  </a:lnTo>
                  <a:cubicBezTo>
                    <a:pt x="13600" y="11343"/>
                    <a:pt x="13618" y="11443"/>
                    <a:pt x="13612" y="11476"/>
                  </a:cubicBezTo>
                  <a:cubicBezTo>
                    <a:pt x="13607" y="11505"/>
                    <a:pt x="13562" y="11554"/>
                    <a:pt x="13562" y="11583"/>
                  </a:cubicBezTo>
                  <a:cubicBezTo>
                    <a:pt x="13562" y="11620"/>
                    <a:pt x="13615" y="11681"/>
                    <a:pt x="13626" y="11717"/>
                  </a:cubicBezTo>
                  <a:cubicBezTo>
                    <a:pt x="13635" y="11749"/>
                    <a:pt x="13658" y="11820"/>
                    <a:pt x="13642" y="11849"/>
                  </a:cubicBezTo>
                  <a:cubicBezTo>
                    <a:pt x="13628" y="11876"/>
                    <a:pt x="13552" y="11879"/>
                    <a:pt x="13532" y="11904"/>
                  </a:cubicBezTo>
                  <a:cubicBezTo>
                    <a:pt x="13515" y="11924"/>
                    <a:pt x="13504" y="11980"/>
                    <a:pt x="13507" y="12007"/>
                  </a:cubicBezTo>
                  <a:cubicBezTo>
                    <a:pt x="13512" y="12056"/>
                    <a:pt x="13578" y="12139"/>
                    <a:pt x="13595" y="12186"/>
                  </a:cubicBezTo>
                  <a:cubicBezTo>
                    <a:pt x="13610" y="12222"/>
                    <a:pt x="13647" y="12297"/>
                    <a:pt x="13638" y="12335"/>
                  </a:cubicBezTo>
                  <a:cubicBezTo>
                    <a:pt x="13629" y="12372"/>
                    <a:pt x="13546" y="12411"/>
                    <a:pt x="13532" y="12447"/>
                  </a:cubicBezTo>
                  <a:cubicBezTo>
                    <a:pt x="13521" y="12476"/>
                    <a:pt x="13538" y="12540"/>
                    <a:pt x="13537" y="12572"/>
                  </a:cubicBezTo>
                  <a:cubicBezTo>
                    <a:pt x="13535" y="12625"/>
                    <a:pt x="13555" y="12745"/>
                    <a:pt x="13520" y="12788"/>
                  </a:cubicBezTo>
                  <a:cubicBezTo>
                    <a:pt x="13502" y="12808"/>
                    <a:pt x="13435" y="12799"/>
                    <a:pt x="13414" y="12816"/>
                  </a:cubicBezTo>
                  <a:cubicBezTo>
                    <a:pt x="13395" y="12832"/>
                    <a:pt x="13373" y="12879"/>
                    <a:pt x="13368" y="12904"/>
                  </a:cubicBezTo>
                  <a:cubicBezTo>
                    <a:pt x="13361" y="12930"/>
                    <a:pt x="13381" y="12988"/>
                    <a:pt x="13368" y="13012"/>
                  </a:cubicBezTo>
                  <a:cubicBezTo>
                    <a:pt x="13347" y="13048"/>
                    <a:pt x="13244" y="13063"/>
                    <a:pt x="13220" y="13099"/>
                  </a:cubicBezTo>
                  <a:cubicBezTo>
                    <a:pt x="13201" y="13126"/>
                    <a:pt x="13179" y="13203"/>
                    <a:pt x="13198" y="13232"/>
                  </a:cubicBezTo>
                  <a:cubicBezTo>
                    <a:pt x="13218" y="13261"/>
                    <a:pt x="13314" y="13239"/>
                    <a:pt x="13338" y="13265"/>
                  </a:cubicBezTo>
                  <a:cubicBezTo>
                    <a:pt x="13367" y="13296"/>
                    <a:pt x="13375" y="13390"/>
                    <a:pt x="13364" y="13431"/>
                  </a:cubicBezTo>
                  <a:cubicBezTo>
                    <a:pt x="13350" y="13475"/>
                    <a:pt x="13273" y="13539"/>
                    <a:pt x="13241" y="13572"/>
                  </a:cubicBezTo>
                  <a:cubicBezTo>
                    <a:pt x="13196" y="13619"/>
                    <a:pt x="13092" y="13702"/>
                    <a:pt x="13047" y="13750"/>
                  </a:cubicBezTo>
                  <a:cubicBezTo>
                    <a:pt x="13005" y="13794"/>
                    <a:pt x="12919" y="13882"/>
                    <a:pt x="12895" y="13937"/>
                  </a:cubicBezTo>
                  <a:cubicBezTo>
                    <a:pt x="12886" y="13957"/>
                    <a:pt x="12882" y="14002"/>
                    <a:pt x="12882" y="14024"/>
                  </a:cubicBezTo>
                  <a:cubicBezTo>
                    <a:pt x="12883" y="14068"/>
                    <a:pt x="12913" y="14155"/>
                    <a:pt x="12911" y="14199"/>
                  </a:cubicBezTo>
                  <a:cubicBezTo>
                    <a:pt x="12911" y="14222"/>
                    <a:pt x="12902" y="14269"/>
                    <a:pt x="12891" y="14290"/>
                  </a:cubicBezTo>
                  <a:cubicBezTo>
                    <a:pt x="12876" y="14316"/>
                    <a:pt x="12811" y="14348"/>
                    <a:pt x="12811" y="14378"/>
                  </a:cubicBezTo>
                  <a:cubicBezTo>
                    <a:pt x="12811" y="14412"/>
                    <a:pt x="12892" y="14448"/>
                    <a:pt x="12902" y="14481"/>
                  </a:cubicBezTo>
                  <a:cubicBezTo>
                    <a:pt x="12915" y="14514"/>
                    <a:pt x="12902" y="14588"/>
                    <a:pt x="12895" y="14622"/>
                  </a:cubicBezTo>
                  <a:cubicBezTo>
                    <a:pt x="12883" y="14680"/>
                    <a:pt x="12836" y="14790"/>
                    <a:pt x="12819" y="14846"/>
                  </a:cubicBezTo>
                  <a:cubicBezTo>
                    <a:pt x="12805" y="14894"/>
                    <a:pt x="12783" y="14990"/>
                    <a:pt x="12768" y="15037"/>
                  </a:cubicBezTo>
                  <a:cubicBezTo>
                    <a:pt x="12750" y="15094"/>
                    <a:pt x="12707" y="15206"/>
                    <a:pt x="12683" y="15261"/>
                  </a:cubicBezTo>
                  <a:cubicBezTo>
                    <a:pt x="12660" y="15317"/>
                    <a:pt x="12608" y="15429"/>
                    <a:pt x="12578" y="15483"/>
                  </a:cubicBezTo>
                  <a:cubicBezTo>
                    <a:pt x="12538" y="15554"/>
                    <a:pt x="12447" y="15690"/>
                    <a:pt x="12403" y="15760"/>
                  </a:cubicBezTo>
                  <a:cubicBezTo>
                    <a:pt x="12369" y="15815"/>
                    <a:pt x="12308" y="15933"/>
                    <a:pt x="12262" y="15981"/>
                  </a:cubicBezTo>
                  <a:cubicBezTo>
                    <a:pt x="12239" y="16006"/>
                    <a:pt x="12173" y="16038"/>
                    <a:pt x="12150" y="16064"/>
                  </a:cubicBezTo>
                  <a:cubicBezTo>
                    <a:pt x="12128" y="16089"/>
                    <a:pt x="12096" y="16148"/>
                    <a:pt x="12088" y="16180"/>
                  </a:cubicBezTo>
                  <a:cubicBezTo>
                    <a:pt x="12081" y="16209"/>
                    <a:pt x="12098" y="16269"/>
                    <a:pt x="12088" y="16297"/>
                  </a:cubicBezTo>
                  <a:cubicBezTo>
                    <a:pt x="12078" y="16321"/>
                    <a:pt x="12027" y="16350"/>
                    <a:pt x="12015" y="16374"/>
                  </a:cubicBezTo>
                  <a:cubicBezTo>
                    <a:pt x="12000" y="16401"/>
                    <a:pt x="12001" y="16468"/>
                    <a:pt x="11987" y="16496"/>
                  </a:cubicBezTo>
                  <a:cubicBezTo>
                    <a:pt x="11978" y="16512"/>
                    <a:pt x="11943" y="16534"/>
                    <a:pt x="11936" y="16551"/>
                  </a:cubicBezTo>
                  <a:cubicBezTo>
                    <a:pt x="11924" y="16582"/>
                    <a:pt x="11939" y="16651"/>
                    <a:pt x="11936" y="16684"/>
                  </a:cubicBezTo>
                  <a:cubicBezTo>
                    <a:pt x="11934" y="16715"/>
                    <a:pt x="11938" y="16781"/>
                    <a:pt x="11919" y="16805"/>
                  </a:cubicBezTo>
                  <a:cubicBezTo>
                    <a:pt x="11907" y="16823"/>
                    <a:pt x="11852" y="16825"/>
                    <a:pt x="11840" y="16845"/>
                  </a:cubicBezTo>
                  <a:cubicBezTo>
                    <a:pt x="11825" y="16870"/>
                    <a:pt x="11845" y="16936"/>
                    <a:pt x="11846" y="16966"/>
                  </a:cubicBezTo>
                  <a:cubicBezTo>
                    <a:pt x="11847" y="16997"/>
                    <a:pt x="11854" y="17062"/>
                    <a:pt x="11846" y="17093"/>
                  </a:cubicBezTo>
                  <a:cubicBezTo>
                    <a:pt x="11839" y="17117"/>
                    <a:pt x="11807" y="17160"/>
                    <a:pt x="11796" y="17181"/>
                  </a:cubicBezTo>
                  <a:cubicBezTo>
                    <a:pt x="11777" y="17216"/>
                    <a:pt x="11729" y="17282"/>
                    <a:pt x="11728" y="17320"/>
                  </a:cubicBezTo>
                  <a:cubicBezTo>
                    <a:pt x="11726" y="17360"/>
                    <a:pt x="11763" y="17435"/>
                    <a:pt x="11785" y="17470"/>
                  </a:cubicBezTo>
                  <a:cubicBezTo>
                    <a:pt x="11803" y="17499"/>
                    <a:pt x="11847" y="17559"/>
                    <a:pt x="11879" y="17574"/>
                  </a:cubicBezTo>
                  <a:cubicBezTo>
                    <a:pt x="11910" y="17590"/>
                    <a:pt x="11982" y="17576"/>
                    <a:pt x="12015" y="17586"/>
                  </a:cubicBezTo>
                  <a:cubicBezTo>
                    <a:pt x="12053" y="17597"/>
                    <a:pt x="12141" y="17622"/>
                    <a:pt x="12156" y="17658"/>
                  </a:cubicBezTo>
                  <a:cubicBezTo>
                    <a:pt x="12172" y="17697"/>
                    <a:pt x="12128" y="17783"/>
                    <a:pt x="12105" y="17818"/>
                  </a:cubicBezTo>
                  <a:cubicBezTo>
                    <a:pt x="12084" y="17852"/>
                    <a:pt x="12019" y="17900"/>
                    <a:pt x="11987" y="17924"/>
                  </a:cubicBezTo>
                  <a:cubicBezTo>
                    <a:pt x="11956" y="17945"/>
                    <a:pt x="11886" y="17972"/>
                    <a:pt x="11858" y="17995"/>
                  </a:cubicBezTo>
                  <a:cubicBezTo>
                    <a:pt x="11824" y="18022"/>
                    <a:pt x="11757" y="18082"/>
                    <a:pt x="11745" y="18123"/>
                  </a:cubicBezTo>
                  <a:cubicBezTo>
                    <a:pt x="11733" y="18160"/>
                    <a:pt x="11732" y="18252"/>
                    <a:pt x="11761" y="18277"/>
                  </a:cubicBezTo>
                  <a:cubicBezTo>
                    <a:pt x="11780" y="18294"/>
                    <a:pt x="11837" y="18277"/>
                    <a:pt x="11862" y="18277"/>
                  </a:cubicBezTo>
                  <a:cubicBezTo>
                    <a:pt x="11897" y="18279"/>
                    <a:pt x="11978" y="18261"/>
                    <a:pt x="11998" y="18289"/>
                  </a:cubicBezTo>
                  <a:cubicBezTo>
                    <a:pt x="12021" y="18321"/>
                    <a:pt x="11959" y="18443"/>
                    <a:pt x="11959" y="18443"/>
                  </a:cubicBezTo>
                  <a:lnTo>
                    <a:pt x="11235" y="19155"/>
                  </a:lnTo>
                  <a:cubicBezTo>
                    <a:pt x="11235" y="19155"/>
                    <a:pt x="11117" y="19180"/>
                    <a:pt x="11091" y="19155"/>
                  </a:cubicBezTo>
                  <a:cubicBezTo>
                    <a:pt x="11042" y="19106"/>
                    <a:pt x="11141" y="18929"/>
                    <a:pt x="11091" y="18881"/>
                  </a:cubicBezTo>
                  <a:cubicBezTo>
                    <a:pt x="11042" y="18832"/>
                    <a:pt x="10810" y="18881"/>
                    <a:pt x="10810" y="18881"/>
                  </a:cubicBezTo>
                  <a:lnTo>
                    <a:pt x="9909" y="19706"/>
                  </a:lnTo>
                  <a:lnTo>
                    <a:pt x="9516" y="19468"/>
                  </a:lnTo>
                  <a:lnTo>
                    <a:pt x="9368" y="19468"/>
                  </a:lnTo>
                  <a:lnTo>
                    <a:pt x="9368" y="19822"/>
                  </a:lnTo>
                  <a:lnTo>
                    <a:pt x="9520" y="19933"/>
                  </a:lnTo>
                  <a:lnTo>
                    <a:pt x="9121" y="20369"/>
                  </a:lnTo>
                  <a:lnTo>
                    <a:pt x="8789" y="20369"/>
                  </a:lnTo>
                  <a:lnTo>
                    <a:pt x="7871" y="20973"/>
                  </a:lnTo>
                  <a:lnTo>
                    <a:pt x="7094" y="20514"/>
                  </a:lnTo>
                  <a:cubicBezTo>
                    <a:pt x="7094" y="20514"/>
                    <a:pt x="6989" y="20617"/>
                    <a:pt x="6965" y="20658"/>
                  </a:cubicBezTo>
                  <a:cubicBezTo>
                    <a:pt x="6933" y="20709"/>
                    <a:pt x="6910" y="20832"/>
                    <a:pt x="6879" y="20884"/>
                  </a:cubicBezTo>
                  <a:cubicBezTo>
                    <a:pt x="6868" y="20906"/>
                    <a:pt x="6837" y="20946"/>
                    <a:pt x="6818" y="20962"/>
                  </a:cubicBezTo>
                  <a:cubicBezTo>
                    <a:pt x="6801" y="20977"/>
                    <a:pt x="6757" y="20996"/>
                    <a:pt x="6740" y="21012"/>
                  </a:cubicBezTo>
                  <a:cubicBezTo>
                    <a:pt x="6718" y="21030"/>
                    <a:pt x="6689" y="21079"/>
                    <a:pt x="6666" y="21095"/>
                  </a:cubicBezTo>
                  <a:cubicBezTo>
                    <a:pt x="6648" y="21107"/>
                    <a:pt x="6603" y="21110"/>
                    <a:pt x="6587" y="21123"/>
                  </a:cubicBezTo>
                  <a:cubicBezTo>
                    <a:pt x="6554" y="21149"/>
                    <a:pt x="6525" y="21234"/>
                    <a:pt x="6497" y="21266"/>
                  </a:cubicBezTo>
                  <a:cubicBezTo>
                    <a:pt x="6474" y="21293"/>
                    <a:pt x="6415" y="21335"/>
                    <a:pt x="6390" y="21361"/>
                  </a:cubicBezTo>
                  <a:cubicBezTo>
                    <a:pt x="6364" y="21388"/>
                    <a:pt x="6328" y="21460"/>
                    <a:pt x="6295" y="21477"/>
                  </a:cubicBezTo>
                  <a:cubicBezTo>
                    <a:pt x="6249" y="21499"/>
                    <a:pt x="6141" y="21474"/>
                    <a:pt x="6092" y="21488"/>
                  </a:cubicBezTo>
                  <a:cubicBezTo>
                    <a:pt x="6044" y="21501"/>
                    <a:pt x="5965" y="21569"/>
                    <a:pt x="5917" y="21582"/>
                  </a:cubicBezTo>
                  <a:cubicBezTo>
                    <a:pt x="5872" y="21593"/>
                    <a:pt x="5774" y="21600"/>
                    <a:pt x="5731" y="21582"/>
                  </a:cubicBezTo>
                  <a:cubicBezTo>
                    <a:pt x="5680" y="21560"/>
                    <a:pt x="5619" y="21460"/>
                    <a:pt x="5579" y="21421"/>
                  </a:cubicBezTo>
                  <a:cubicBezTo>
                    <a:pt x="5533" y="21376"/>
                    <a:pt x="5445" y="21277"/>
                    <a:pt x="5388" y="21245"/>
                  </a:cubicBezTo>
                  <a:cubicBezTo>
                    <a:pt x="5337" y="21215"/>
                    <a:pt x="5222" y="21178"/>
                    <a:pt x="5163" y="21178"/>
                  </a:cubicBezTo>
                  <a:cubicBezTo>
                    <a:pt x="5098" y="21177"/>
                    <a:pt x="4978" y="21265"/>
                    <a:pt x="4915" y="21250"/>
                  </a:cubicBezTo>
                  <a:cubicBezTo>
                    <a:pt x="4878" y="21241"/>
                    <a:pt x="4835" y="21170"/>
                    <a:pt x="4808" y="21145"/>
                  </a:cubicBezTo>
                  <a:cubicBezTo>
                    <a:pt x="4769" y="21108"/>
                    <a:pt x="4693" y="21032"/>
                    <a:pt x="4650" y="21001"/>
                  </a:cubicBezTo>
                  <a:cubicBezTo>
                    <a:pt x="4606" y="20969"/>
                    <a:pt x="4503" y="20928"/>
                    <a:pt x="4459" y="20896"/>
                  </a:cubicBezTo>
                  <a:cubicBezTo>
                    <a:pt x="4426" y="20872"/>
                    <a:pt x="4356" y="20822"/>
                    <a:pt x="4341" y="20785"/>
                  </a:cubicBezTo>
                  <a:cubicBezTo>
                    <a:pt x="4322" y="20739"/>
                    <a:pt x="4360" y="20635"/>
                    <a:pt x="4352" y="20586"/>
                  </a:cubicBezTo>
                  <a:cubicBezTo>
                    <a:pt x="4345" y="20543"/>
                    <a:pt x="4319" y="20452"/>
                    <a:pt x="4284" y="20425"/>
                  </a:cubicBezTo>
                  <a:cubicBezTo>
                    <a:pt x="4244" y="20393"/>
                    <a:pt x="4129" y="20411"/>
                    <a:pt x="4081" y="20392"/>
                  </a:cubicBezTo>
                  <a:cubicBezTo>
                    <a:pt x="4053" y="20381"/>
                    <a:pt x="3995" y="20351"/>
                    <a:pt x="3980" y="20325"/>
                  </a:cubicBezTo>
                  <a:cubicBezTo>
                    <a:pt x="3967" y="20303"/>
                    <a:pt x="3961" y="20243"/>
                    <a:pt x="3975" y="20220"/>
                  </a:cubicBezTo>
                  <a:cubicBezTo>
                    <a:pt x="3997" y="20182"/>
                    <a:pt x="4111" y="20179"/>
                    <a:pt x="4138" y="20143"/>
                  </a:cubicBezTo>
                  <a:cubicBezTo>
                    <a:pt x="4156" y="20119"/>
                    <a:pt x="4157" y="20056"/>
                    <a:pt x="4155" y="20027"/>
                  </a:cubicBezTo>
                  <a:cubicBezTo>
                    <a:pt x="4152" y="19992"/>
                    <a:pt x="4134" y="19923"/>
                    <a:pt x="4115" y="19894"/>
                  </a:cubicBezTo>
                  <a:cubicBezTo>
                    <a:pt x="4098" y="19867"/>
                    <a:pt x="4052" y="19816"/>
                    <a:pt x="4020" y="19811"/>
                  </a:cubicBezTo>
                  <a:cubicBezTo>
                    <a:pt x="3980" y="19804"/>
                    <a:pt x="3918" y="19845"/>
                    <a:pt x="3868" y="19872"/>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12" name="Shape 4694"/>
            <p:cNvSpPr/>
            <p:nvPr/>
          </p:nvSpPr>
          <p:spPr>
            <a:xfrm>
              <a:off x="8054107" y="3106584"/>
              <a:ext cx="1804129" cy="816738"/>
            </a:xfrm>
            <a:custGeom>
              <a:avLst/>
              <a:gdLst/>
              <a:ahLst/>
              <a:cxnLst>
                <a:cxn ang="0">
                  <a:pos x="wd2" y="hd2"/>
                </a:cxn>
                <a:cxn ang="5400000">
                  <a:pos x="wd2" y="hd2"/>
                </a:cxn>
                <a:cxn ang="10800000">
                  <a:pos x="wd2" y="hd2"/>
                </a:cxn>
                <a:cxn ang="16200000">
                  <a:pos x="wd2" y="hd2"/>
                </a:cxn>
              </a:cxnLst>
              <a:rect l="0" t="0" r="r" b="b"/>
              <a:pathLst>
                <a:path w="21594" h="21600" extrusionOk="0">
                  <a:moveTo>
                    <a:pt x="3034" y="19003"/>
                  </a:moveTo>
                  <a:cubicBezTo>
                    <a:pt x="3022" y="19009"/>
                    <a:pt x="3011" y="19014"/>
                    <a:pt x="3002" y="19019"/>
                  </a:cubicBezTo>
                  <a:cubicBezTo>
                    <a:pt x="2946" y="19047"/>
                    <a:pt x="2833" y="19090"/>
                    <a:pt x="2777" y="19116"/>
                  </a:cubicBezTo>
                  <a:cubicBezTo>
                    <a:pt x="2586" y="19204"/>
                    <a:pt x="2208" y="19406"/>
                    <a:pt x="2017" y="19492"/>
                  </a:cubicBezTo>
                  <a:cubicBezTo>
                    <a:pt x="1704" y="19632"/>
                    <a:pt x="1074" y="19872"/>
                    <a:pt x="759" y="19992"/>
                  </a:cubicBezTo>
                  <a:cubicBezTo>
                    <a:pt x="584" y="20059"/>
                    <a:pt x="272" y="20173"/>
                    <a:pt x="40" y="20258"/>
                  </a:cubicBezTo>
                  <a:lnTo>
                    <a:pt x="0" y="18596"/>
                  </a:lnTo>
                  <a:cubicBezTo>
                    <a:pt x="0" y="18596"/>
                    <a:pt x="55" y="18492"/>
                    <a:pt x="66" y="18446"/>
                  </a:cubicBezTo>
                  <a:cubicBezTo>
                    <a:pt x="76" y="18406"/>
                    <a:pt x="69" y="18302"/>
                    <a:pt x="83" y="18272"/>
                  </a:cubicBezTo>
                  <a:cubicBezTo>
                    <a:pt x="98" y="18239"/>
                    <a:pt x="151" y="18211"/>
                    <a:pt x="168" y="18239"/>
                  </a:cubicBezTo>
                  <a:cubicBezTo>
                    <a:pt x="181" y="18259"/>
                    <a:pt x="167" y="18351"/>
                    <a:pt x="179" y="18375"/>
                  </a:cubicBezTo>
                  <a:cubicBezTo>
                    <a:pt x="192" y="18403"/>
                    <a:pt x="233" y="18398"/>
                    <a:pt x="251" y="18394"/>
                  </a:cubicBezTo>
                  <a:cubicBezTo>
                    <a:pt x="269" y="18389"/>
                    <a:pt x="303" y="18347"/>
                    <a:pt x="321" y="18337"/>
                  </a:cubicBezTo>
                  <a:cubicBezTo>
                    <a:pt x="347" y="18325"/>
                    <a:pt x="403" y="18335"/>
                    <a:pt x="428" y="18313"/>
                  </a:cubicBezTo>
                  <a:cubicBezTo>
                    <a:pt x="444" y="18301"/>
                    <a:pt x="473" y="18251"/>
                    <a:pt x="485" y="18224"/>
                  </a:cubicBezTo>
                  <a:cubicBezTo>
                    <a:pt x="499" y="18193"/>
                    <a:pt x="519" y="18110"/>
                    <a:pt x="534" y="18079"/>
                  </a:cubicBezTo>
                  <a:cubicBezTo>
                    <a:pt x="544" y="18057"/>
                    <a:pt x="571" y="18031"/>
                    <a:pt x="581" y="18008"/>
                  </a:cubicBezTo>
                  <a:cubicBezTo>
                    <a:pt x="595" y="17975"/>
                    <a:pt x="627" y="17896"/>
                    <a:pt x="625" y="17849"/>
                  </a:cubicBezTo>
                  <a:cubicBezTo>
                    <a:pt x="624" y="17812"/>
                    <a:pt x="587" y="17773"/>
                    <a:pt x="578" y="17741"/>
                  </a:cubicBezTo>
                  <a:cubicBezTo>
                    <a:pt x="570" y="17707"/>
                    <a:pt x="560" y="17629"/>
                    <a:pt x="561" y="17590"/>
                  </a:cubicBezTo>
                  <a:cubicBezTo>
                    <a:pt x="563" y="17552"/>
                    <a:pt x="584" y="17486"/>
                    <a:pt x="589" y="17450"/>
                  </a:cubicBezTo>
                  <a:cubicBezTo>
                    <a:pt x="596" y="17406"/>
                    <a:pt x="610" y="17317"/>
                    <a:pt x="608" y="17271"/>
                  </a:cubicBezTo>
                  <a:cubicBezTo>
                    <a:pt x="607" y="17232"/>
                    <a:pt x="579" y="17164"/>
                    <a:pt x="581" y="17125"/>
                  </a:cubicBezTo>
                  <a:cubicBezTo>
                    <a:pt x="582" y="17085"/>
                    <a:pt x="610" y="17024"/>
                    <a:pt x="619" y="16989"/>
                  </a:cubicBezTo>
                  <a:cubicBezTo>
                    <a:pt x="636" y="16924"/>
                    <a:pt x="661" y="16780"/>
                    <a:pt x="683" y="16721"/>
                  </a:cubicBezTo>
                  <a:cubicBezTo>
                    <a:pt x="694" y="16689"/>
                    <a:pt x="724" y="16634"/>
                    <a:pt x="740" y="16613"/>
                  </a:cubicBezTo>
                  <a:cubicBezTo>
                    <a:pt x="755" y="16594"/>
                    <a:pt x="795" y="16592"/>
                    <a:pt x="806" y="16561"/>
                  </a:cubicBezTo>
                  <a:cubicBezTo>
                    <a:pt x="820" y="16523"/>
                    <a:pt x="809" y="16415"/>
                    <a:pt x="817" y="16369"/>
                  </a:cubicBezTo>
                  <a:cubicBezTo>
                    <a:pt x="822" y="16335"/>
                    <a:pt x="838" y="16269"/>
                    <a:pt x="851" y="16247"/>
                  </a:cubicBezTo>
                  <a:cubicBezTo>
                    <a:pt x="861" y="16227"/>
                    <a:pt x="890" y="16214"/>
                    <a:pt x="904" y="16205"/>
                  </a:cubicBezTo>
                  <a:cubicBezTo>
                    <a:pt x="921" y="16193"/>
                    <a:pt x="959" y="16189"/>
                    <a:pt x="974" y="16167"/>
                  </a:cubicBezTo>
                  <a:cubicBezTo>
                    <a:pt x="992" y="16140"/>
                    <a:pt x="1012" y="16050"/>
                    <a:pt x="1025" y="16012"/>
                  </a:cubicBezTo>
                  <a:cubicBezTo>
                    <a:pt x="1040" y="15967"/>
                    <a:pt x="1065" y="15860"/>
                    <a:pt x="1087" y="15833"/>
                  </a:cubicBezTo>
                  <a:cubicBezTo>
                    <a:pt x="1109" y="15807"/>
                    <a:pt x="1163" y="15831"/>
                    <a:pt x="1186" y="15814"/>
                  </a:cubicBezTo>
                  <a:cubicBezTo>
                    <a:pt x="1211" y="15799"/>
                    <a:pt x="1252" y="15723"/>
                    <a:pt x="1276" y="15706"/>
                  </a:cubicBezTo>
                  <a:cubicBezTo>
                    <a:pt x="1296" y="15693"/>
                    <a:pt x="1340" y="15699"/>
                    <a:pt x="1361" y="15692"/>
                  </a:cubicBezTo>
                  <a:cubicBezTo>
                    <a:pt x="1379" y="15688"/>
                    <a:pt x="1417" y="15684"/>
                    <a:pt x="1434" y="15664"/>
                  </a:cubicBezTo>
                  <a:cubicBezTo>
                    <a:pt x="1450" y="15643"/>
                    <a:pt x="1463" y="15544"/>
                    <a:pt x="1482" y="15538"/>
                  </a:cubicBezTo>
                  <a:cubicBezTo>
                    <a:pt x="1498" y="15531"/>
                    <a:pt x="1527" y="15582"/>
                    <a:pt x="1538" y="15608"/>
                  </a:cubicBezTo>
                  <a:cubicBezTo>
                    <a:pt x="1545" y="15627"/>
                    <a:pt x="1545" y="15696"/>
                    <a:pt x="1557" y="15702"/>
                  </a:cubicBezTo>
                  <a:cubicBezTo>
                    <a:pt x="1579" y="15715"/>
                    <a:pt x="1609" y="15591"/>
                    <a:pt x="1631" y="15575"/>
                  </a:cubicBezTo>
                  <a:cubicBezTo>
                    <a:pt x="1661" y="15552"/>
                    <a:pt x="1728" y="15605"/>
                    <a:pt x="1756" y="15575"/>
                  </a:cubicBezTo>
                  <a:cubicBezTo>
                    <a:pt x="1776" y="15553"/>
                    <a:pt x="1798" y="15459"/>
                    <a:pt x="1811" y="15421"/>
                  </a:cubicBezTo>
                  <a:cubicBezTo>
                    <a:pt x="1828" y="15370"/>
                    <a:pt x="1851" y="15250"/>
                    <a:pt x="1873" y="15213"/>
                  </a:cubicBezTo>
                  <a:cubicBezTo>
                    <a:pt x="1889" y="15187"/>
                    <a:pt x="1933" y="15184"/>
                    <a:pt x="1950" y="15161"/>
                  </a:cubicBezTo>
                  <a:cubicBezTo>
                    <a:pt x="1974" y="15129"/>
                    <a:pt x="2010" y="15033"/>
                    <a:pt x="2027" y="14983"/>
                  </a:cubicBezTo>
                  <a:cubicBezTo>
                    <a:pt x="2039" y="14943"/>
                    <a:pt x="2052" y="14845"/>
                    <a:pt x="2067" y="14810"/>
                  </a:cubicBezTo>
                  <a:cubicBezTo>
                    <a:pt x="2081" y="14774"/>
                    <a:pt x="2118" y="14704"/>
                    <a:pt x="2139" y="14711"/>
                  </a:cubicBezTo>
                  <a:cubicBezTo>
                    <a:pt x="2151" y="14714"/>
                    <a:pt x="2161" y="14790"/>
                    <a:pt x="2173" y="14790"/>
                  </a:cubicBezTo>
                  <a:cubicBezTo>
                    <a:pt x="2189" y="14791"/>
                    <a:pt x="2210" y="14719"/>
                    <a:pt x="2220" y="14692"/>
                  </a:cubicBezTo>
                  <a:cubicBezTo>
                    <a:pt x="2235" y="14650"/>
                    <a:pt x="2262" y="14558"/>
                    <a:pt x="2271" y="14509"/>
                  </a:cubicBezTo>
                  <a:cubicBezTo>
                    <a:pt x="2279" y="14461"/>
                    <a:pt x="2276" y="14354"/>
                    <a:pt x="2288" y="14311"/>
                  </a:cubicBezTo>
                  <a:cubicBezTo>
                    <a:pt x="2297" y="14279"/>
                    <a:pt x="2328" y="14238"/>
                    <a:pt x="2343" y="14222"/>
                  </a:cubicBezTo>
                  <a:cubicBezTo>
                    <a:pt x="2371" y="14193"/>
                    <a:pt x="2440" y="14203"/>
                    <a:pt x="2462" y="14156"/>
                  </a:cubicBezTo>
                  <a:cubicBezTo>
                    <a:pt x="2479" y="14122"/>
                    <a:pt x="2477" y="14002"/>
                    <a:pt x="2492" y="13964"/>
                  </a:cubicBezTo>
                  <a:cubicBezTo>
                    <a:pt x="2507" y="13927"/>
                    <a:pt x="2552" y="13901"/>
                    <a:pt x="2571" y="13875"/>
                  </a:cubicBezTo>
                  <a:cubicBezTo>
                    <a:pt x="2595" y="13839"/>
                    <a:pt x="2642" y="13754"/>
                    <a:pt x="2662" y="13705"/>
                  </a:cubicBezTo>
                  <a:cubicBezTo>
                    <a:pt x="2672" y="13681"/>
                    <a:pt x="2683" y="13616"/>
                    <a:pt x="2696" y="13601"/>
                  </a:cubicBezTo>
                  <a:cubicBezTo>
                    <a:pt x="2716" y="13580"/>
                    <a:pt x="2762" y="13592"/>
                    <a:pt x="2784" y="13601"/>
                  </a:cubicBezTo>
                  <a:cubicBezTo>
                    <a:pt x="2803" y="13611"/>
                    <a:pt x="2837" y="13676"/>
                    <a:pt x="2858" y="13677"/>
                  </a:cubicBezTo>
                  <a:cubicBezTo>
                    <a:pt x="2874" y="13678"/>
                    <a:pt x="2904" y="13648"/>
                    <a:pt x="2917" y="13625"/>
                  </a:cubicBezTo>
                  <a:cubicBezTo>
                    <a:pt x="2931" y="13602"/>
                    <a:pt x="2951" y="13536"/>
                    <a:pt x="2960" y="13503"/>
                  </a:cubicBezTo>
                  <a:cubicBezTo>
                    <a:pt x="2972" y="13456"/>
                    <a:pt x="2982" y="13346"/>
                    <a:pt x="2996" y="13302"/>
                  </a:cubicBezTo>
                  <a:cubicBezTo>
                    <a:pt x="3006" y="13266"/>
                    <a:pt x="3046" y="13224"/>
                    <a:pt x="3051" y="13184"/>
                  </a:cubicBezTo>
                  <a:cubicBezTo>
                    <a:pt x="3056" y="13153"/>
                    <a:pt x="3039" y="13089"/>
                    <a:pt x="3041" y="13057"/>
                  </a:cubicBezTo>
                  <a:cubicBezTo>
                    <a:pt x="3043" y="13007"/>
                    <a:pt x="3075" y="12919"/>
                    <a:pt x="3075" y="12868"/>
                  </a:cubicBezTo>
                  <a:cubicBezTo>
                    <a:pt x="3074" y="12826"/>
                    <a:pt x="3052" y="12751"/>
                    <a:pt x="3043" y="12714"/>
                  </a:cubicBezTo>
                  <a:cubicBezTo>
                    <a:pt x="3033" y="12674"/>
                    <a:pt x="2995" y="12609"/>
                    <a:pt x="2996" y="12564"/>
                  </a:cubicBezTo>
                  <a:cubicBezTo>
                    <a:pt x="2997" y="12493"/>
                    <a:pt x="3046" y="12370"/>
                    <a:pt x="3075" y="12338"/>
                  </a:cubicBezTo>
                  <a:cubicBezTo>
                    <a:pt x="3091" y="12321"/>
                    <a:pt x="3129" y="12327"/>
                    <a:pt x="3147" y="12338"/>
                  </a:cubicBezTo>
                  <a:cubicBezTo>
                    <a:pt x="3157" y="12345"/>
                    <a:pt x="3176" y="12368"/>
                    <a:pt x="3183" y="12385"/>
                  </a:cubicBezTo>
                  <a:cubicBezTo>
                    <a:pt x="3193" y="12408"/>
                    <a:pt x="3196" y="12484"/>
                    <a:pt x="3209" y="12498"/>
                  </a:cubicBezTo>
                  <a:cubicBezTo>
                    <a:pt x="3228" y="12519"/>
                    <a:pt x="3279" y="12496"/>
                    <a:pt x="3294" y="12460"/>
                  </a:cubicBezTo>
                  <a:cubicBezTo>
                    <a:pt x="3306" y="12428"/>
                    <a:pt x="3292" y="12331"/>
                    <a:pt x="3298" y="12292"/>
                  </a:cubicBezTo>
                  <a:cubicBezTo>
                    <a:pt x="3304" y="12250"/>
                    <a:pt x="3340" y="12189"/>
                    <a:pt x="3340" y="12145"/>
                  </a:cubicBezTo>
                  <a:cubicBezTo>
                    <a:pt x="3341" y="12106"/>
                    <a:pt x="3308" y="12044"/>
                    <a:pt x="3306" y="12004"/>
                  </a:cubicBezTo>
                  <a:cubicBezTo>
                    <a:pt x="3305" y="11972"/>
                    <a:pt x="3313" y="11902"/>
                    <a:pt x="3321" y="11873"/>
                  </a:cubicBezTo>
                  <a:cubicBezTo>
                    <a:pt x="3329" y="11850"/>
                    <a:pt x="3353" y="11826"/>
                    <a:pt x="3364" y="11808"/>
                  </a:cubicBezTo>
                  <a:cubicBezTo>
                    <a:pt x="3384" y="11773"/>
                    <a:pt x="3421" y="11697"/>
                    <a:pt x="3438" y="11657"/>
                  </a:cubicBezTo>
                  <a:cubicBezTo>
                    <a:pt x="3458" y="11611"/>
                    <a:pt x="3490" y="11503"/>
                    <a:pt x="3510" y="11459"/>
                  </a:cubicBezTo>
                  <a:cubicBezTo>
                    <a:pt x="3528" y="11422"/>
                    <a:pt x="3566" y="11347"/>
                    <a:pt x="3589" y="11332"/>
                  </a:cubicBezTo>
                  <a:cubicBezTo>
                    <a:pt x="3609" y="11321"/>
                    <a:pt x="3651" y="11331"/>
                    <a:pt x="3670" y="11346"/>
                  </a:cubicBezTo>
                  <a:cubicBezTo>
                    <a:pt x="3689" y="11364"/>
                    <a:pt x="3727" y="11418"/>
                    <a:pt x="3736" y="11459"/>
                  </a:cubicBezTo>
                  <a:cubicBezTo>
                    <a:pt x="3742" y="11487"/>
                    <a:pt x="3739" y="11552"/>
                    <a:pt x="3736" y="11582"/>
                  </a:cubicBezTo>
                  <a:cubicBezTo>
                    <a:pt x="3732" y="11617"/>
                    <a:pt x="3708" y="11677"/>
                    <a:pt x="3706" y="11714"/>
                  </a:cubicBezTo>
                  <a:cubicBezTo>
                    <a:pt x="3703" y="11766"/>
                    <a:pt x="3712" y="11876"/>
                    <a:pt x="3728" y="11915"/>
                  </a:cubicBezTo>
                  <a:cubicBezTo>
                    <a:pt x="3735" y="11934"/>
                    <a:pt x="3759" y="11946"/>
                    <a:pt x="3770" y="11953"/>
                  </a:cubicBezTo>
                  <a:cubicBezTo>
                    <a:pt x="3792" y="11967"/>
                    <a:pt x="3837" y="11999"/>
                    <a:pt x="3859" y="11986"/>
                  </a:cubicBezTo>
                  <a:cubicBezTo>
                    <a:pt x="3885" y="11971"/>
                    <a:pt x="3919" y="11870"/>
                    <a:pt x="3940" y="11835"/>
                  </a:cubicBezTo>
                  <a:cubicBezTo>
                    <a:pt x="3960" y="11802"/>
                    <a:pt x="4005" y="11747"/>
                    <a:pt x="4023" y="11709"/>
                  </a:cubicBezTo>
                  <a:cubicBezTo>
                    <a:pt x="4042" y="11668"/>
                    <a:pt x="4077" y="11578"/>
                    <a:pt x="4089" y="11525"/>
                  </a:cubicBezTo>
                  <a:cubicBezTo>
                    <a:pt x="4102" y="11466"/>
                    <a:pt x="4107" y="11331"/>
                    <a:pt x="4114" y="11267"/>
                  </a:cubicBezTo>
                  <a:cubicBezTo>
                    <a:pt x="4125" y="11184"/>
                    <a:pt x="4144" y="11016"/>
                    <a:pt x="4163" y="10943"/>
                  </a:cubicBezTo>
                  <a:cubicBezTo>
                    <a:pt x="4179" y="10884"/>
                    <a:pt x="4221" y="10784"/>
                    <a:pt x="4246" y="10745"/>
                  </a:cubicBezTo>
                  <a:cubicBezTo>
                    <a:pt x="4269" y="10711"/>
                    <a:pt x="4329" y="10696"/>
                    <a:pt x="4350" y="10656"/>
                  </a:cubicBezTo>
                  <a:cubicBezTo>
                    <a:pt x="4368" y="10624"/>
                    <a:pt x="4379" y="10511"/>
                    <a:pt x="4399" y="10487"/>
                  </a:cubicBezTo>
                  <a:cubicBezTo>
                    <a:pt x="4420" y="10463"/>
                    <a:pt x="4471" y="10509"/>
                    <a:pt x="4493" y="10492"/>
                  </a:cubicBezTo>
                  <a:cubicBezTo>
                    <a:pt x="4508" y="10479"/>
                    <a:pt x="4532" y="10427"/>
                    <a:pt x="4542" y="10398"/>
                  </a:cubicBezTo>
                  <a:cubicBezTo>
                    <a:pt x="4551" y="10371"/>
                    <a:pt x="4553" y="10293"/>
                    <a:pt x="4565" y="10276"/>
                  </a:cubicBezTo>
                  <a:cubicBezTo>
                    <a:pt x="4581" y="10253"/>
                    <a:pt x="4623" y="10268"/>
                    <a:pt x="4642" y="10281"/>
                  </a:cubicBezTo>
                  <a:cubicBezTo>
                    <a:pt x="4657" y="10291"/>
                    <a:pt x="4680" y="10359"/>
                    <a:pt x="4697" y="10356"/>
                  </a:cubicBezTo>
                  <a:cubicBezTo>
                    <a:pt x="4713" y="10352"/>
                    <a:pt x="4728" y="10266"/>
                    <a:pt x="4743" y="10262"/>
                  </a:cubicBezTo>
                  <a:cubicBezTo>
                    <a:pt x="4760" y="10257"/>
                    <a:pt x="4794" y="10297"/>
                    <a:pt x="4803" y="10327"/>
                  </a:cubicBezTo>
                  <a:cubicBezTo>
                    <a:pt x="4815" y="10366"/>
                    <a:pt x="4799" y="10482"/>
                    <a:pt x="4814" y="10515"/>
                  </a:cubicBezTo>
                  <a:cubicBezTo>
                    <a:pt x="4826" y="10544"/>
                    <a:pt x="4866" y="10547"/>
                    <a:pt x="4884" y="10539"/>
                  </a:cubicBezTo>
                  <a:cubicBezTo>
                    <a:pt x="4910" y="10527"/>
                    <a:pt x="4953" y="10453"/>
                    <a:pt x="4973" y="10417"/>
                  </a:cubicBezTo>
                  <a:cubicBezTo>
                    <a:pt x="4989" y="10389"/>
                    <a:pt x="5015" y="10317"/>
                    <a:pt x="5031" y="10290"/>
                  </a:cubicBezTo>
                  <a:cubicBezTo>
                    <a:pt x="5043" y="10270"/>
                    <a:pt x="5072" y="10248"/>
                    <a:pt x="5082" y="10224"/>
                  </a:cubicBezTo>
                  <a:cubicBezTo>
                    <a:pt x="5102" y="10175"/>
                    <a:pt x="5128" y="10052"/>
                    <a:pt x="5137" y="9989"/>
                  </a:cubicBezTo>
                  <a:cubicBezTo>
                    <a:pt x="5150" y="9904"/>
                    <a:pt x="5153" y="9723"/>
                    <a:pt x="5163" y="9637"/>
                  </a:cubicBezTo>
                  <a:cubicBezTo>
                    <a:pt x="5175" y="9526"/>
                    <a:pt x="5211" y="9310"/>
                    <a:pt x="5226" y="9200"/>
                  </a:cubicBezTo>
                  <a:cubicBezTo>
                    <a:pt x="5235" y="9135"/>
                    <a:pt x="5240" y="8988"/>
                    <a:pt x="5260" y="8937"/>
                  </a:cubicBezTo>
                  <a:cubicBezTo>
                    <a:pt x="5270" y="8912"/>
                    <a:pt x="5304" y="8907"/>
                    <a:pt x="5315" y="8885"/>
                  </a:cubicBezTo>
                  <a:cubicBezTo>
                    <a:pt x="5331" y="8853"/>
                    <a:pt x="5341" y="8758"/>
                    <a:pt x="5354" y="8720"/>
                  </a:cubicBezTo>
                  <a:cubicBezTo>
                    <a:pt x="5368" y="8681"/>
                    <a:pt x="5403" y="8615"/>
                    <a:pt x="5422" y="8584"/>
                  </a:cubicBezTo>
                  <a:cubicBezTo>
                    <a:pt x="5438" y="8559"/>
                    <a:pt x="5470" y="8500"/>
                    <a:pt x="5490" y="8495"/>
                  </a:cubicBezTo>
                  <a:cubicBezTo>
                    <a:pt x="5502" y="8493"/>
                    <a:pt x="5525" y="8518"/>
                    <a:pt x="5537" y="8528"/>
                  </a:cubicBezTo>
                  <a:cubicBezTo>
                    <a:pt x="5558" y="8547"/>
                    <a:pt x="5595" y="8611"/>
                    <a:pt x="5617" y="8618"/>
                  </a:cubicBezTo>
                  <a:cubicBezTo>
                    <a:pt x="5633" y="8621"/>
                    <a:pt x="5669" y="8611"/>
                    <a:pt x="5679" y="8584"/>
                  </a:cubicBezTo>
                  <a:cubicBezTo>
                    <a:pt x="5689" y="8559"/>
                    <a:pt x="5687" y="8482"/>
                    <a:pt x="5686" y="8448"/>
                  </a:cubicBezTo>
                  <a:cubicBezTo>
                    <a:pt x="5683" y="8399"/>
                    <a:pt x="5665" y="8305"/>
                    <a:pt x="5656" y="8260"/>
                  </a:cubicBezTo>
                  <a:cubicBezTo>
                    <a:pt x="5648" y="8223"/>
                    <a:pt x="5616" y="8161"/>
                    <a:pt x="5616" y="8119"/>
                  </a:cubicBezTo>
                  <a:cubicBezTo>
                    <a:pt x="5615" y="8071"/>
                    <a:pt x="5655" y="7998"/>
                    <a:pt x="5658" y="7950"/>
                  </a:cubicBezTo>
                  <a:cubicBezTo>
                    <a:pt x="5661" y="7899"/>
                    <a:pt x="5635" y="7799"/>
                    <a:pt x="5639" y="7749"/>
                  </a:cubicBezTo>
                  <a:cubicBezTo>
                    <a:pt x="5641" y="7714"/>
                    <a:pt x="5665" y="7663"/>
                    <a:pt x="5668" y="7631"/>
                  </a:cubicBezTo>
                  <a:cubicBezTo>
                    <a:pt x="5674" y="7577"/>
                    <a:pt x="5665" y="7464"/>
                    <a:pt x="5660" y="7411"/>
                  </a:cubicBezTo>
                  <a:cubicBezTo>
                    <a:pt x="5655" y="7364"/>
                    <a:pt x="5633" y="7282"/>
                    <a:pt x="5630" y="7236"/>
                  </a:cubicBezTo>
                  <a:cubicBezTo>
                    <a:pt x="5627" y="7185"/>
                    <a:pt x="5635" y="7081"/>
                    <a:pt x="5637" y="7029"/>
                  </a:cubicBezTo>
                  <a:cubicBezTo>
                    <a:pt x="5638" y="6988"/>
                    <a:pt x="5639" y="6905"/>
                    <a:pt x="5645" y="6865"/>
                  </a:cubicBezTo>
                  <a:cubicBezTo>
                    <a:pt x="5650" y="6830"/>
                    <a:pt x="5665" y="6764"/>
                    <a:pt x="5680" y="6708"/>
                  </a:cubicBezTo>
                  <a:cubicBezTo>
                    <a:pt x="5680" y="6709"/>
                    <a:pt x="5681" y="6709"/>
                    <a:pt x="5681" y="6710"/>
                  </a:cubicBezTo>
                  <a:cubicBezTo>
                    <a:pt x="5708" y="6748"/>
                    <a:pt x="5777" y="6720"/>
                    <a:pt x="5809" y="6720"/>
                  </a:cubicBezTo>
                  <a:cubicBezTo>
                    <a:pt x="5884" y="6719"/>
                    <a:pt x="6033" y="6711"/>
                    <a:pt x="6106" y="6691"/>
                  </a:cubicBezTo>
                  <a:cubicBezTo>
                    <a:pt x="6290" y="6643"/>
                    <a:pt x="6651" y="6451"/>
                    <a:pt x="6834" y="6381"/>
                  </a:cubicBezTo>
                  <a:cubicBezTo>
                    <a:pt x="7093" y="6281"/>
                    <a:pt x="7616" y="6125"/>
                    <a:pt x="7876" y="6024"/>
                  </a:cubicBezTo>
                  <a:cubicBezTo>
                    <a:pt x="7978" y="5984"/>
                    <a:pt x="8181" y="5885"/>
                    <a:pt x="8284" y="5846"/>
                  </a:cubicBezTo>
                  <a:cubicBezTo>
                    <a:pt x="8424" y="5791"/>
                    <a:pt x="8705" y="5712"/>
                    <a:pt x="8845" y="5658"/>
                  </a:cubicBezTo>
                  <a:cubicBezTo>
                    <a:pt x="9099" y="5559"/>
                    <a:pt x="9604" y="5320"/>
                    <a:pt x="9857" y="5207"/>
                  </a:cubicBezTo>
                  <a:cubicBezTo>
                    <a:pt x="10110" y="5093"/>
                    <a:pt x="10617" y="4870"/>
                    <a:pt x="10869" y="4746"/>
                  </a:cubicBezTo>
                  <a:cubicBezTo>
                    <a:pt x="11099" y="4634"/>
                    <a:pt x="11558" y="4381"/>
                    <a:pt x="11788" y="4267"/>
                  </a:cubicBezTo>
                  <a:cubicBezTo>
                    <a:pt x="12041" y="4141"/>
                    <a:pt x="12551" y="3914"/>
                    <a:pt x="12804" y="3788"/>
                  </a:cubicBezTo>
                  <a:cubicBezTo>
                    <a:pt x="13160" y="3610"/>
                    <a:pt x="13869" y="3226"/>
                    <a:pt x="14224" y="3036"/>
                  </a:cubicBezTo>
                  <a:cubicBezTo>
                    <a:pt x="14614" y="2829"/>
                    <a:pt x="15392" y="2412"/>
                    <a:pt x="15781" y="2200"/>
                  </a:cubicBezTo>
                  <a:cubicBezTo>
                    <a:pt x="16235" y="1952"/>
                    <a:pt x="17596" y="1194"/>
                    <a:pt x="17596" y="1194"/>
                  </a:cubicBezTo>
                  <a:lnTo>
                    <a:pt x="19700" y="0"/>
                  </a:lnTo>
                  <a:cubicBezTo>
                    <a:pt x="19738" y="182"/>
                    <a:pt x="19810" y="467"/>
                    <a:pt x="19846" y="619"/>
                  </a:cubicBezTo>
                  <a:cubicBezTo>
                    <a:pt x="19865" y="699"/>
                    <a:pt x="19906" y="857"/>
                    <a:pt x="19925" y="938"/>
                  </a:cubicBezTo>
                  <a:cubicBezTo>
                    <a:pt x="19959" y="1082"/>
                    <a:pt x="20020" y="1379"/>
                    <a:pt x="20056" y="1520"/>
                  </a:cubicBezTo>
                  <a:cubicBezTo>
                    <a:pt x="20089" y="1654"/>
                    <a:pt x="20164" y="1913"/>
                    <a:pt x="20203" y="2040"/>
                  </a:cubicBezTo>
                  <a:cubicBezTo>
                    <a:pt x="20234" y="2143"/>
                    <a:pt x="20303" y="2341"/>
                    <a:pt x="20336" y="2441"/>
                  </a:cubicBezTo>
                  <a:cubicBezTo>
                    <a:pt x="20362" y="2519"/>
                    <a:pt x="20414" y="2677"/>
                    <a:pt x="20441" y="2754"/>
                  </a:cubicBezTo>
                  <a:cubicBezTo>
                    <a:pt x="20486" y="2882"/>
                    <a:pt x="20579" y="3131"/>
                    <a:pt x="20625" y="3256"/>
                  </a:cubicBezTo>
                  <a:cubicBezTo>
                    <a:pt x="20656" y="3336"/>
                    <a:pt x="20717" y="3495"/>
                    <a:pt x="20747" y="3574"/>
                  </a:cubicBezTo>
                  <a:cubicBezTo>
                    <a:pt x="20779" y="3658"/>
                    <a:pt x="20844" y="3823"/>
                    <a:pt x="20875" y="3907"/>
                  </a:cubicBezTo>
                  <a:cubicBezTo>
                    <a:pt x="20902" y="3982"/>
                    <a:pt x="20956" y="4137"/>
                    <a:pt x="20982" y="4213"/>
                  </a:cubicBezTo>
                  <a:cubicBezTo>
                    <a:pt x="21012" y="4300"/>
                    <a:pt x="21067" y="4479"/>
                    <a:pt x="21099" y="4558"/>
                  </a:cubicBezTo>
                  <a:cubicBezTo>
                    <a:pt x="21122" y="4616"/>
                    <a:pt x="21178" y="4712"/>
                    <a:pt x="21201" y="4772"/>
                  </a:cubicBezTo>
                  <a:cubicBezTo>
                    <a:pt x="21235" y="4860"/>
                    <a:pt x="21291" y="5061"/>
                    <a:pt x="21320" y="5160"/>
                  </a:cubicBezTo>
                  <a:cubicBezTo>
                    <a:pt x="21346" y="5250"/>
                    <a:pt x="21401" y="5430"/>
                    <a:pt x="21419" y="5529"/>
                  </a:cubicBezTo>
                  <a:cubicBezTo>
                    <a:pt x="21449" y="5692"/>
                    <a:pt x="21477" y="6039"/>
                    <a:pt x="21490" y="6212"/>
                  </a:cubicBezTo>
                  <a:cubicBezTo>
                    <a:pt x="21503" y="6385"/>
                    <a:pt x="21509" y="6734"/>
                    <a:pt x="21521" y="6907"/>
                  </a:cubicBezTo>
                  <a:cubicBezTo>
                    <a:pt x="21529" y="7023"/>
                    <a:pt x="21556" y="7249"/>
                    <a:pt x="21562" y="7364"/>
                  </a:cubicBezTo>
                  <a:cubicBezTo>
                    <a:pt x="21568" y="7474"/>
                    <a:pt x="21569" y="7693"/>
                    <a:pt x="21574" y="7803"/>
                  </a:cubicBezTo>
                  <a:cubicBezTo>
                    <a:pt x="21577" y="7889"/>
                    <a:pt x="21600" y="8060"/>
                    <a:pt x="21592" y="8145"/>
                  </a:cubicBezTo>
                  <a:cubicBezTo>
                    <a:pt x="21587" y="8200"/>
                    <a:pt x="21557" y="8296"/>
                    <a:pt x="21541" y="8339"/>
                  </a:cubicBezTo>
                  <a:cubicBezTo>
                    <a:pt x="21530" y="8368"/>
                    <a:pt x="21503" y="8423"/>
                    <a:pt x="21487" y="8438"/>
                  </a:cubicBezTo>
                  <a:cubicBezTo>
                    <a:pt x="21472" y="8454"/>
                    <a:pt x="21436" y="8447"/>
                    <a:pt x="21421" y="8461"/>
                  </a:cubicBezTo>
                  <a:cubicBezTo>
                    <a:pt x="21394" y="8483"/>
                    <a:pt x="21350" y="8561"/>
                    <a:pt x="21327" y="8599"/>
                  </a:cubicBezTo>
                  <a:cubicBezTo>
                    <a:pt x="21304" y="8638"/>
                    <a:pt x="21263" y="8730"/>
                    <a:pt x="21239" y="8768"/>
                  </a:cubicBezTo>
                  <a:cubicBezTo>
                    <a:pt x="21209" y="8816"/>
                    <a:pt x="21143" y="8894"/>
                    <a:pt x="21111" y="8940"/>
                  </a:cubicBezTo>
                  <a:cubicBezTo>
                    <a:pt x="21081" y="8984"/>
                    <a:pt x="21020" y="9074"/>
                    <a:pt x="20991" y="9125"/>
                  </a:cubicBezTo>
                  <a:cubicBezTo>
                    <a:pt x="20939" y="9217"/>
                    <a:pt x="20843" y="9423"/>
                    <a:pt x="20793" y="9520"/>
                  </a:cubicBezTo>
                  <a:cubicBezTo>
                    <a:pt x="20759" y="9584"/>
                    <a:pt x="20685" y="9695"/>
                    <a:pt x="20657" y="9770"/>
                  </a:cubicBezTo>
                  <a:cubicBezTo>
                    <a:pt x="20636" y="9822"/>
                    <a:pt x="20615" y="9956"/>
                    <a:pt x="20594" y="10008"/>
                  </a:cubicBezTo>
                  <a:cubicBezTo>
                    <a:pt x="20578" y="10048"/>
                    <a:pt x="20540" y="10156"/>
                    <a:pt x="20516" y="10140"/>
                  </a:cubicBezTo>
                  <a:cubicBezTo>
                    <a:pt x="20496" y="10126"/>
                    <a:pt x="20495" y="10010"/>
                    <a:pt x="20492" y="9964"/>
                  </a:cubicBezTo>
                  <a:cubicBezTo>
                    <a:pt x="20490" y="9930"/>
                    <a:pt x="20490" y="9858"/>
                    <a:pt x="20492" y="9823"/>
                  </a:cubicBezTo>
                  <a:cubicBezTo>
                    <a:pt x="20494" y="9799"/>
                    <a:pt x="20495" y="9746"/>
                    <a:pt x="20503" y="9730"/>
                  </a:cubicBezTo>
                  <a:cubicBezTo>
                    <a:pt x="20513" y="9709"/>
                    <a:pt x="20544" y="9720"/>
                    <a:pt x="20556" y="9708"/>
                  </a:cubicBezTo>
                  <a:cubicBezTo>
                    <a:pt x="20578" y="9683"/>
                    <a:pt x="20612" y="9600"/>
                    <a:pt x="20631" y="9563"/>
                  </a:cubicBezTo>
                  <a:cubicBezTo>
                    <a:pt x="20662" y="9504"/>
                    <a:pt x="20723" y="9385"/>
                    <a:pt x="20754" y="9325"/>
                  </a:cubicBezTo>
                  <a:cubicBezTo>
                    <a:pt x="20784" y="9269"/>
                    <a:pt x="20844" y="9159"/>
                    <a:pt x="20874" y="9099"/>
                  </a:cubicBezTo>
                  <a:cubicBezTo>
                    <a:pt x="20902" y="9040"/>
                    <a:pt x="20953" y="8906"/>
                    <a:pt x="20984" y="8852"/>
                  </a:cubicBezTo>
                  <a:cubicBezTo>
                    <a:pt x="21000" y="8825"/>
                    <a:pt x="21037" y="8785"/>
                    <a:pt x="21053" y="8759"/>
                  </a:cubicBezTo>
                  <a:cubicBezTo>
                    <a:pt x="21068" y="8735"/>
                    <a:pt x="21094" y="8681"/>
                    <a:pt x="21107" y="8655"/>
                  </a:cubicBezTo>
                  <a:cubicBezTo>
                    <a:pt x="21122" y="8629"/>
                    <a:pt x="21149" y="8572"/>
                    <a:pt x="21165" y="8555"/>
                  </a:cubicBezTo>
                  <a:cubicBezTo>
                    <a:pt x="21181" y="8538"/>
                    <a:pt x="21218" y="8541"/>
                    <a:pt x="21234" y="8523"/>
                  </a:cubicBezTo>
                  <a:cubicBezTo>
                    <a:pt x="21263" y="8489"/>
                    <a:pt x="21306" y="8375"/>
                    <a:pt x="21330" y="8323"/>
                  </a:cubicBezTo>
                  <a:cubicBezTo>
                    <a:pt x="21345" y="8289"/>
                    <a:pt x="21372" y="8214"/>
                    <a:pt x="21389" y="8186"/>
                  </a:cubicBezTo>
                  <a:cubicBezTo>
                    <a:pt x="21404" y="8161"/>
                    <a:pt x="21440" y="8136"/>
                    <a:pt x="21453" y="8106"/>
                  </a:cubicBezTo>
                  <a:cubicBezTo>
                    <a:pt x="21465" y="8080"/>
                    <a:pt x="21481" y="8012"/>
                    <a:pt x="21483" y="7976"/>
                  </a:cubicBezTo>
                  <a:cubicBezTo>
                    <a:pt x="21485" y="7924"/>
                    <a:pt x="21464" y="7829"/>
                    <a:pt x="21460" y="7778"/>
                  </a:cubicBezTo>
                  <a:cubicBezTo>
                    <a:pt x="21453" y="7654"/>
                    <a:pt x="21459" y="7399"/>
                    <a:pt x="21456" y="7274"/>
                  </a:cubicBezTo>
                  <a:cubicBezTo>
                    <a:pt x="21451" y="7102"/>
                    <a:pt x="21434" y="6759"/>
                    <a:pt x="21425" y="6588"/>
                  </a:cubicBezTo>
                  <a:cubicBezTo>
                    <a:pt x="21417" y="6445"/>
                    <a:pt x="21401" y="6158"/>
                    <a:pt x="21386" y="6018"/>
                  </a:cubicBezTo>
                  <a:cubicBezTo>
                    <a:pt x="21378" y="5934"/>
                    <a:pt x="21355" y="5769"/>
                    <a:pt x="21341" y="5689"/>
                  </a:cubicBezTo>
                  <a:cubicBezTo>
                    <a:pt x="21335" y="5652"/>
                    <a:pt x="21318" y="5579"/>
                    <a:pt x="21309" y="5545"/>
                  </a:cubicBezTo>
                  <a:cubicBezTo>
                    <a:pt x="21294" y="5492"/>
                    <a:pt x="21256" y="5400"/>
                    <a:pt x="21242" y="5347"/>
                  </a:cubicBezTo>
                  <a:cubicBezTo>
                    <a:pt x="21222" y="5274"/>
                    <a:pt x="21192" y="5114"/>
                    <a:pt x="21174" y="5038"/>
                  </a:cubicBezTo>
                  <a:cubicBezTo>
                    <a:pt x="21156" y="4963"/>
                    <a:pt x="21123" y="4806"/>
                    <a:pt x="21097" y="4743"/>
                  </a:cubicBezTo>
                  <a:cubicBezTo>
                    <a:pt x="21074" y="4686"/>
                    <a:pt x="21011" y="4614"/>
                    <a:pt x="20985" y="4561"/>
                  </a:cubicBezTo>
                  <a:cubicBezTo>
                    <a:pt x="20969" y="4528"/>
                    <a:pt x="20938" y="4453"/>
                    <a:pt x="20927" y="4411"/>
                  </a:cubicBezTo>
                  <a:cubicBezTo>
                    <a:pt x="20918" y="4376"/>
                    <a:pt x="20902" y="4264"/>
                    <a:pt x="20902" y="4255"/>
                  </a:cubicBezTo>
                  <a:cubicBezTo>
                    <a:pt x="20902" y="4246"/>
                    <a:pt x="20857" y="4156"/>
                    <a:pt x="20838" y="4157"/>
                  </a:cubicBezTo>
                  <a:cubicBezTo>
                    <a:pt x="20829" y="4158"/>
                    <a:pt x="20812" y="4183"/>
                    <a:pt x="20809" y="4201"/>
                  </a:cubicBezTo>
                  <a:cubicBezTo>
                    <a:pt x="20804" y="4239"/>
                    <a:pt x="20827" y="4314"/>
                    <a:pt x="20835" y="4348"/>
                  </a:cubicBezTo>
                  <a:cubicBezTo>
                    <a:pt x="20844" y="4384"/>
                    <a:pt x="20874" y="4439"/>
                    <a:pt x="20880" y="4477"/>
                  </a:cubicBezTo>
                  <a:cubicBezTo>
                    <a:pt x="20886" y="4508"/>
                    <a:pt x="20891" y="4583"/>
                    <a:pt x="20883" y="4612"/>
                  </a:cubicBezTo>
                  <a:cubicBezTo>
                    <a:pt x="20874" y="4644"/>
                    <a:pt x="20836" y="4667"/>
                    <a:pt x="20818" y="4668"/>
                  </a:cubicBezTo>
                  <a:cubicBezTo>
                    <a:pt x="20800" y="4669"/>
                    <a:pt x="20764" y="4640"/>
                    <a:pt x="20750" y="4615"/>
                  </a:cubicBezTo>
                  <a:cubicBezTo>
                    <a:pt x="20742" y="4599"/>
                    <a:pt x="20729" y="4555"/>
                    <a:pt x="20727" y="4531"/>
                  </a:cubicBezTo>
                  <a:cubicBezTo>
                    <a:pt x="20725" y="4495"/>
                    <a:pt x="20746" y="4428"/>
                    <a:pt x="20745" y="4392"/>
                  </a:cubicBezTo>
                  <a:cubicBezTo>
                    <a:pt x="20743" y="4360"/>
                    <a:pt x="20729" y="4301"/>
                    <a:pt x="20719" y="4277"/>
                  </a:cubicBezTo>
                  <a:cubicBezTo>
                    <a:pt x="20704" y="4237"/>
                    <a:pt x="20662" y="4185"/>
                    <a:pt x="20642" y="4157"/>
                  </a:cubicBezTo>
                  <a:cubicBezTo>
                    <a:pt x="20621" y="4128"/>
                    <a:pt x="20572" y="4090"/>
                    <a:pt x="20554" y="4051"/>
                  </a:cubicBezTo>
                  <a:cubicBezTo>
                    <a:pt x="20540" y="4019"/>
                    <a:pt x="20511" y="3938"/>
                    <a:pt x="20513" y="3891"/>
                  </a:cubicBezTo>
                  <a:cubicBezTo>
                    <a:pt x="20515" y="3865"/>
                    <a:pt x="20534" y="3819"/>
                    <a:pt x="20546" y="3813"/>
                  </a:cubicBezTo>
                  <a:cubicBezTo>
                    <a:pt x="20569" y="3800"/>
                    <a:pt x="20615" y="3854"/>
                    <a:pt x="20635" y="3879"/>
                  </a:cubicBezTo>
                  <a:cubicBezTo>
                    <a:pt x="20655" y="3902"/>
                    <a:pt x="20687" y="3973"/>
                    <a:pt x="20706" y="3998"/>
                  </a:cubicBezTo>
                  <a:cubicBezTo>
                    <a:pt x="20718" y="4013"/>
                    <a:pt x="20743" y="4050"/>
                    <a:pt x="20757" y="4048"/>
                  </a:cubicBezTo>
                  <a:cubicBezTo>
                    <a:pt x="20765" y="4047"/>
                    <a:pt x="20780" y="4026"/>
                    <a:pt x="20784" y="4010"/>
                  </a:cubicBezTo>
                  <a:cubicBezTo>
                    <a:pt x="20793" y="3977"/>
                    <a:pt x="20793" y="3890"/>
                    <a:pt x="20785" y="3854"/>
                  </a:cubicBezTo>
                  <a:cubicBezTo>
                    <a:pt x="20774" y="3798"/>
                    <a:pt x="20723" y="3737"/>
                    <a:pt x="20702" y="3697"/>
                  </a:cubicBezTo>
                  <a:cubicBezTo>
                    <a:pt x="20678" y="3652"/>
                    <a:pt x="20636" y="3541"/>
                    <a:pt x="20607" y="3515"/>
                  </a:cubicBezTo>
                  <a:cubicBezTo>
                    <a:pt x="20594" y="3505"/>
                    <a:pt x="20565" y="3514"/>
                    <a:pt x="20552" y="3513"/>
                  </a:cubicBezTo>
                  <a:cubicBezTo>
                    <a:pt x="20530" y="3508"/>
                    <a:pt x="20481" y="3519"/>
                    <a:pt x="20464" y="3490"/>
                  </a:cubicBezTo>
                  <a:cubicBezTo>
                    <a:pt x="20448" y="3465"/>
                    <a:pt x="20437" y="3373"/>
                    <a:pt x="20431" y="3331"/>
                  </a:cubicBezTo>
                  <a:cubicBezTo>
                    <a:pt x="20425" y="3285"/>
                    <a:pt x="20424" y="3188"/>
                    <a:pt x="20418" y="3143"/>
                  </a:cubicBezTo>
                  <a:cubicBezTo>
                    <a:pt x="20411" y="3089"/>
                    <a:pt x="20388" y="2990"/>
                    <a:pt x="20379" y="2939"/>
                  </a:cubicBezTo>
                  <a:cubicBezTo>
                    <a:pt x="20365" y="2869"/>
                    <a:pt x="20344" y="2722"/>
                    <a:pt x="20326" y="2654"/>
                  </a:cubicBezTo>
                  <a:cubicBezTo>
                    <a:pt x="20304" y="2568"/>
                    <a:pt x="20246" y="2414"/>
                    <a:pt x="20218" y="2334"/>
                  </a:cubicBezTo>
                  <a:cubicBezTo>
                    <a:pt x="20198" y="2275"/>
                    <a:pt x="20159" y="2153"/>
                    <a:pt x="20136" y="2097"/>
                  </a:cubicBezTo>
                  <a:cubicBezTo>
                    <a:pt x="20112" y="2034"/>
                    <a:pt x="20054" y="1926"/>
                    <a:pt x="20030" y="1862"/>
                  </a:cubicBezTo>
                  <a:cubicBezTo>
                    <a:pt x="20019" y="1830"/>
                    <a:pt x="20004" y="1751"/>
                    <a:pt x="19991" y="1724"/>
                  </a:cubicBezTo>
                  <a:cubicBezTo>
                    <a:pt x="19983" y="1709"/>
                    <a:pt x="19962" y="1700"/>
                    <a:pt x="19954" y="1686"/>
                  </a:cubicBezTo>
                  <a:cubicBezTo>
                    <a:pt x="19943" y="1669"/>
                    <a:pt x="19924" y="1625"/>
                    <a:pt x="19919" y="1599"/>
                  </a:cubicBezTo>
                  <a:cubicBezTo>
                    <a:pt x="19910" y="1549"/>
                    <a:pt x="19917" y="1436"/>
                    <a:pt x="19912" y="1383"/>
                  </a:cubicBezTo>
                  <a:cubicBezTo>
                    <a:pt x="19909" y="1345"/>
                    <a:pt x="19902" y="1267"/>
                    <a:pt x="19893" y="1235"/>
                  </a:cubicBezTo>
                  <a:cubicBezTo>
                    <a:pt x="19884" y="1208"/>
                    <a:pt x="19853" y="1182"/>
                    <a:pt x="19846" y="1154"/>
                  </a:cubicBezTo>
                  <a:cubicBezTo>
                    <a:pt x="19836" y="1117"/>
                    <a:pt x="19835" y="1025"/>
                    <a:pt x="19833" y="982"/>
                  </a:cubicBezTo>
                  <a:cubicBezTo>
                    <a:pt x="19832" y="950"/>
                    <a:pt x="19841" y="880"/>
                    <a:pt x="19832" y="857"/>
                  </a:cubicBezTo>
                  <a:cubicBezTo>
                    <a:pt x="19819" y="825"/>
                    <a:pt x="19774" y="852"/>
                    <a:pt x="19756" y="835"/>
                  </a:cubicBezTo>
                  <a:cubicBezTo>
                    <a:pt x="19739" y="817"/>
                    <a:pt x="19711" y="757"/>
                    <a:pt x="19700" y="721"/>
                  </a:cubicBezTo>
                  <a:cubicBezTo>
                    <a:pt x="19688" y="684"/>
                    <a:pt x="19687" y="581"/>
                    <a:pt x="19672" y="553"/>
                  </a:cubicBezTo>
                  <a:cubicBezTo>
                    <a:pt x="19659" y="530"/>
                    <a:pt x="19624" y="533"/>
                    <a:pt x="19608" y="528"/>
                  </a:cubicBezTo>
                  <a:cubicBezTo>
                    <a:pt x="19575" y="516"/>
                    <a:pt x="19509" y="485"/>
                    <a:pt x="19476" y="490"/>
                  </a:cubicBezTo>
                  <a:cubicBezTo>
                    <a:pt x="19452" y="493"/>
                    <a:pt x="19403" y="510"/>
                    <a:pt x="19384" y="540"/>
                  </a:cubicBezTo>
                  <a:cubicBezTo>
                    <a:pt x="19367" y="566"/>
                    <a:pt x="19340" y="642"/>
                    <a:pt x="19338" y="687"/>
                  </a:cubicBezTo>
                  <a:cubicBezTo>
                    <a:pt x="19337" y="725"/>
                    <a:pt x="19355" y="799"/>
                    <a:pt x="19368" y="825"/>
                  </a:cubicBezTo>
                  <a:cubicBezTo>
                    <a:pt x="19386" y="863"/>
                    <a:pt x="19438" y="884"/>
                    <a:pt x="19460" y="910"/>
                  </a:cubicBezTo>
                  <a:cubicBezTo>
                    <a:pt x="19474" y="926"/>
                    <a:pt x="19500" y="964"/>
                    <a:pt x="19513" y="985"/>
                  </a:cubicBezTo>
                  <a:cubicBezTo>
                    <a:pt x="19527" y="1009"/>
                    <a:pt x="19549" y="1093"/>
                    <a:pt x="19566" y="1091"/>
                  </a:cubicBezTo>
                  <a:cubicBezTo>
                    <a:pt x="19579" y="1090"/>
                    <a:pt x="19591" y="1027"/>
                    <a:pt x="19601" y="1010"/>
                  </a:cubicBezTo>
                  <a:cubicBezTo>
                    <a:pt x="19612" y="989"/>
                    <a:pt x="19638" y="936"/>
                    <a:pt x="19653" y="944"/>
                  </a:cubicBezTo>
                  <a:cubicBezTo>
                    <a:pt x="19673" y="957"/>
                    <a:pt x="19688" y="1062"/>
                    <a:pt x="19694" y="1107"/>
                  </a:cubicBezTo>
                  <a:cubicBezTo>
                    <a:pt x="19704" y="1179"/>
                    <a:pt x="19692" y="1339"/>
                    <a:pt x="19707" y="1407"/>
                  </a:cubicBezTo>
                  <a:cubicBezTo>
                    <a:pt x="19718" y="1459"/>
                    <a:pt x="19761" y="1524"/>
                    <a:pt x="19778" y="1567"/>
                  </a:cubicBezTo>
                  <a:cubicBezTo>
                    <a:pt x="19791" y="1604"/>
                    <a:pt x="19812" y="1687"/>
                    <a:pt x="19828" y="1721"/>
                  </a:cubicBezTo>
                  <a:cubicBezTo>
                    <a:pt x="19842" y="1755"/>
                    <a:pt x="19883" y="1800"/>
                    <a:pt x="19896" y="1840"/>
                  </a:cubicBezTo>
                  <a:cubicBezTo>
                    <a:pt x="19908" y="1881"/>
                    <a:pt x="19911" y="1990"/>
                    <a:pt x="19922" y="2033"/>
                  </a:cubicBezTo>
                  <a:cubicBezTo>
                    <a:pt x="19932" y="2071"/>
                    <a:pt x="19961" y="2129"/>
                    <a:pt x="19975" y="2159"/>
                  </a:cubicBezTo>
                  <a:cubicBezTo>
                    <a:pt x="19989" y="2191"/>
                    <a:pt x="20024" y="2241"/>
                    <a:pt x="20036" y="2278"/>
                  </a:cubicBezTo>
                  <a:cubicBezTo>
                    <a:pt x="20049" y="2324"/>
                    <a:pt x="20054" y="2440"/>
                    <a:pt x="20067" y="2488"/>
                  </a:cubicBezTo>
                  <a:cubicBezTo>
                    <a:pt x="20076" y="2524"/>
                    <a:pt x="20105" y="2581"/>
                    <a:pt x="20117" y="2614"/>
                  </a:cubicBezTo>
                  <a:cubicBezTo>
                    <a:pt x="20135" y="2662"/>
                    <a:pt x="20171" y="2761"/>
                    <a:pt x="20186" y="2813"/>
                  </a:cubicBezTo>
                  <a:cubicBezTo>
                    <a:pt x="20200" y="2864"/>
                    <a:pt x="20227" y="2969"/>
                    <a:pt x="20233" y="3027"/>
                  </a:cubicBezTo>
                  <a:cubicBezTo>
                    <a:pt x="20237" y="3067"/>
                    <a:pt x="20247" y="3173"/>
                    <a:pt x="20231" y="3193"/>
                  </a:cubicBezTo>
                  <a:cubicBezTo>
                    <a:pt x="20213" y="3216"/>
                    <a:pt x="20177" y="3123"/>
                    <a:pt x="20158" y="3102"/>
                  </a:cubicBezTo>
                  <a:cubicBezTo>
                    <a:pt x="20138" y="3080"/>
                    <a:pt x="20095" y="3053"/>
                    <a:pt x="20078" y="3024"/>
                  </a:cubicBezTo>
                  <a:cubicBezTo>
                    <a:pt x="20061" y="2995"/>
                    <a:pt x="20036" y="2920"/>
                    <a:pt x="20026" y="2880"/>
                  </a:cubicBezTo>
                  <a:cubicBezTo>
                    <a:pt x="20014" y="2834"/>
                    <a:pt x="20009" y="2722"/>
                    <a:pt x="19992" y="2686"/>
                  </a:cubicBezTo>
                  <a:cubicBezTo>
                    <a:pt x="19980" y="2661"/>
                    <a:pt x="19948" y="2640"/>
                    <a:pt x="19932" y="2639"/>
                  </a:cubicBezTo>
                  <a:cubicBezTo>
                    <a:pt x="19903" y="2635"/>
                    <a:pt x="19846" y="2690"/>
                    <a:pt x="19817" y="2704"/>
                  </a:cubicBezTo>
                  <a:cubicBezTo>
                    <a:pt x="19797" y="2715"/>
                    <a:pt x="19755" y="2742"/>
                    <a:pt x="19734" y="2739"/>
                  </a:cubicBezTo>
                  <a:cubicBezTo>
                    <a:pt x="19706" y="2735"/>
                    <a:pt x="19655" y="2670"/>
                    <a:pt x="19628" y="2663"/>
                  </a:cubicBezTo>
                  <a:cubicBezTo>
                    <a:pt x="19612" y="2660"/>
                    <a:pt x="19577" y="2660"/>
                    <a:pt x="19564" y="2679"/>
                  </a:cubicBezTo>
                  <a:cubicBezTo>
                    <a:pt x="19549" y="2699"/>
                    <a:pt x="19529" y="2771"/>
                    <a:pt x="19527" y="2808"/>
                  </a:cubicBezTo>
                  <a:cubicBezTo>
                    <a:pt x="19525" y="2836"/>
                    <a:pt x="19541" y="2891"/>
                    <a:pt x="19541" y="2920"/>
                  </a:cubicBezTo>
                  <a:cubicBezTo>
                    <a:pt x="19541" y="2967"/>
                    <a:pt x="19531" y="3066"/>
                    <a:pt x="19515" y="3099"/>
                  </a:cubicBezTo>
                  <a:cubicBezTo>
                    <a:pt x="19500" y="3132"/>
                    <a:pt x="19452" y="3135"/>
                    <a:pt x="19432" y="3152"/>
                  </a:cubicBezTo>
                  <a:cubicBezTo>
                    <a:pt x="19414" y="3167"/>
                    <a:pt x="19381" y="3212"/>
                    <a:pt x="19364" y="3230"/>
                  </a:cubicBezTo>
                  <a:cubicBezTo>
                    <a:pt x="19345" y="3251"/>
                    <a:pt x="19303" y="3277"/>
                    <a:pt x="19286" y="3306"/>
                  </a:cubicBezTo>
                  <a:cubicBezTo>
                    <a:pt x="19265" y="3340"/>
                    <a:pt x="19239" y="3443"/>
                    <a:pt x="19221" y="3484"/>
                  </a:cubicBezTo>
                  <a:cubicBezTo>
                    <a:pt x="19211" y="3506"/>
                    <a:pt x="19192" y="3551"/>
                    <a:pt x="19179" y="3562"/>
                  </a:cubicBezTo>
                  <a:cubicBezTo>
                    <a:pt x="19152" y="3585"/>
                    <a:pt x="19089" y="3539"/>
                    <a:pt x="19063" y="3569"/>
                  </a:cubicBezTo>
                  <a:cubicBezTo>
                    <a:pt x="19047" y="3588"/>
                    <a:pt x="19033" y="3673"/>
                    <a:pt x="19019" y="3700"/>
                  </a:cubicBezTo>
                  <a:cubicBezTo>
                    <a:pt x="19002" y="3735"/>
                    <a:pt x="18959" y="3789"/>
                    <a:pt x="18936" y="3804"/>
                  </a:cubicBezTo>
                  <a:cubicBezTo>
                    <a:pt x="18916" y="3816"/>
                    <a:pt x="18873" y="3797"/>
                    <a:pt x="18854" y="3813"/>
                  </a:cubicBezTo>
                  <a:cubicBezTo>
                    <a:pt x="18835" y="3828"/>
                    <a:pt x="18803" y="3886"/>
                    <a:pt x="18791" y="3919"/>
                  </a:cubicBezTo>
                  <a:cubicBezTo>
                    <a:pt x="18771" y="3974"/>
                    <a:pt x="18751" y="4111"/>
                    <a:pt x="18736" y="4173"/>
                  </a:cubicBezTo>
                  <a:cubicBezTo>
                    <a:pt x="18721" y="4232"/>
                    <a:pt x="18695" y="4353"/>
                    <a:pt x="18672" y="4399"/>
                  </a:cubicBezTo>
                  <a:cubicBezTo>
                    <a:pt x="18649" y="4446"/>
                    <a:pt x="18591" y="4507"/>
                    <a:pt x="18562" y="4527"/>
                  </a:cubicBezTo>
                  <a:cubicBezTo>
                    <a:pt x="18548" y="4536"/>
                    <a:pt x="18520" y="4535"/>
                    <a:pt x="18506" y="4543"/>
                  </a:cubicBezTo>
                  <a:cubicBezTo>
                    <a:pt x="18480" y="4559"/>
                    <a:pt x="18433" y="4638"/>
                    <a:pt x="18406" y="4640"/>
                  </a:cubicBezTo>
                  <a:cubicBezTo>
                    <a:pt x="18387" y="4642"/>
                    <a:pt x="18351" y="4610"/>
                    <a:pt x="18336" y="4587"/>
                  </a:cubicBezTo>
                  <a:cubicBezTo>
                    <a:pt x="18324" y="4567"/>
                    <a:pt x="18312" y="4493"/>
                    <a:pt x="18298" y="4480"/>
                  </a:cubicBezTo>
                  <a:cubicBezTo>
                    <a:pt x="18279" y="4463"/>
                    <a:pt x="18236" y="4474"/>
                    <a:pt x="18219" y="4496"/>
                  </a:cubicBezTo>
                  <a:cubicBezTo>
                    <a:pt x="18207" y="4510"/>
                    <a:pt x="18196" y="4566"/>
                    <a:pt x="18189" y="4589"/>
                  </a:cubicBezTo>
                  <a:cubicBezTo>
                    <a:pt x="18179" y="4617"/>
                    <a:pt x="18156" y="4666"/>
                    <a:pt x="18152" y="4699"/>
                  </a:cubicBezTo>
                  <a:cubicBezTo>
                    <a:pt x="18146" y="4751"/>
                    <a:pt x="18162" y="4859"/>
                    <a:pt x="18162" y="4913"/>
                  </a:cubicBezTo>
                  <a:cubicBezTo>
                    <a:pt x="18162" y="4953"/>
                    <a:pt x="18150" y="5037"/>
                    <a:pt x="18156" y="5075"/>
                  </a:cubicBezTo>
                  <a:cubicBezTo>
                    <a:pt x="18164" y="5125"/>
                    <a:pt x="18198" y="5216"/>
                    <a:pt x="18222" y="5231"/>
                  </a:cubicBezTo>
                  <a:cubicBezTo>
                    <a:pt x="18244" y="5247"/>
                    <a:pt x="18291" y="5201"/>
                    <a:pt x="18314" y="5185"/>
                  </a:cubicBezTo>
                  <a:cubicBezTo>
                    <a:pt x="18348" y="5160"/>
                    <a:pt x="18412" y="5092"/>
                    <a:pt x="18445" y="5059"/>
                  </a:cubicBezTo>
                  <a:cubicBezTo>
                    <a:pt x="18481" y="5024"/>
                    <a:pt x="18556" y="4963"/>
                    <a:pt x="18588" y="4916"/>
                  </a:cubicBezTo>
                  <a:cubicBezTo>
                    <a:pt x="18626" y="4861"/>
                    <a:pt x="18684" y="4701"/>
                    <a:pt x="18722" y="4649"/>
                  </a:cubicBezTo>
                  <a:cubicBezTo>
                    <a:pt x="18744" y="4619"/>
                    <a:pt x="18794" y="4565"/>
                    <a:pt x="18821" y="4565"/>
                  </a:cubicBezTo>
                  <a:cubicBezTo>
                    <a:pt x="18844" y="4564"/>
                    <a:pt x="18888" y="4608"/>
                    <a:pt x="18907" y="4633"/>
                  </a:cubicBezTo>
                  <a:cubicBezTo>
                    <a:pt x="18925" y="4657"/>
                    <a:pt x="18949" y="4751"/>
                    <a:pt x="18970" y="4756"/>
                  </a:cubicBezTo>
                  <a:cubicBezTo>
                    <a:pt x="18996" y="4763"/>
                    <a:pt x="19045" y="4679"/>
                    <a:pt x="19065" y="4640"/>
                  </a:cubicBezTo>
                  <a:cubicBezTo>
                    <a:pt x="19089" y="4594"/>
                    <a:pt x="19118" y="4465"/>
                    <a:pt x="19141" y="4418"/>
                  </a:cubicBezTo>
                  <a:cubicBezTo>
                    <a:pt x="19170" y="4358"/>
                    <a:pt x="19238" y="4261"/>
                    <a:pt x="19273" y="4222"/>
                  </a:cubicBezTo>
                  <a:cubicBezTo>
                    <a:pt x="19321" y="4171"/>
                    <a:pt x="19424" y="4105"/>
                    <a:pt x="19476" y="4076"/>
                  </a:cubicBezTo>
                  <a:cubicBezTo>
                    <a:pt x="19526" y="4049"/>
                    <a:pt x="19630" y="3986"/>
                    <a:pt x="19681" y="4001"/>
                  </a:cubicBezTo>
                  <a:cubicBezTo>
                    <a:pt x="19698" y="4005"/>
                    <a:pt x="19729" y="4036"/>
                    <a:pt x="19741" y="4060"/>
                  </a:cubicBezTo>
                  <a:cubicBezTo>
                    <a:pt x="19761" y="4101"/>
                    <a:pt x="19785" y="4213"/>
                    <a:pt x="19797" y="4267"/>
                  </a:cubicBezTo>
                  <a:cubicBezTo>
                    <a:pt x="19809" y="4318"/>
                    <a:pt x="19819" y="4440"/>
                    <a:pt x="19837" y="4480"/>
                  </a:cubicBezTo>
                  <a:cubicBezTo>
                    <a:pt x="19852" y="4512"/>
                    <a:pt x="19893" y="4552"/>
                    <a:pt x="19914" y="4549"/>
                  </a:cubicBezTo>
                  <a:cubicBezTo>
                    <a:pt x="19926" y="4548"/>
                    <a:pt x="19949" y="4518"/>
                    <a:pt x="19958" y="4499"/>
                  </a:cubicBezTo>
                  <a:cubicBezTo>
                    <a:pt x="19972" y="4467"/>
                    <a:pt x="19980" y="4372"/>
                    <a:pt x="19992" y="4336"/>
                  </a:cubicBezTo>
                  <a:cubicBezTo>
                    <a:pt x="20001" y="4307"/>
                    <a:pt x="20031" y="4269"/>
                    <a:pt x="20037" y="4236"/>
                  </a:cubicBezTo>
                  <a:cubicBezTo>
                    <a:pt x="20041" y="4213"/>
                    <a:pt x="20040" y="4162"/>
                    <a:pt x="20034" y="4142"/>
                  </a:cubicBezTo>
                  <a:cubicBezTo>
                    <a:pt x="20024" y="4109"/>
                    <a:pt x="19977" y="4105"/>
                    <a:pt x="19970" y="4067"/>
                  </a:cubicBezTo>
                  <a:cubicBezTo>
                    <a:pt x="19966" y="4039"/>
                    <a:pt x="19982" y="3980"/>
                    <a:pt x="19991" y="3957"/>
                  </a:cubicBezTo>
                  <a:cubicBezTo>
                    <a:pt x="20004" y="3919"/>
                    <a:pt x="20042" y="3868"/>
                    <a:pt x="20062" y="3851"/>
                  </a:cubicBezTo>
                  <a:cubicBezTo>
                    <a:pt x="20083" y="3832"/>
                    <a:pt x="20128" y="3815"/>
                    <a:pt x="20151" y="3816"/>
                  </a:cubicBezTo>
                  <a:cubicBezTo>
                    <a:pt x="20182" y="3817"/>
                    <a:pt x="20244" y="3848"/>
                    <a:pt x="20272" y="3876"/>
                  </a:cubicBezTo>
                  <a:cubicBezTo>
                    <a:pt x="20292" y="3894"/>
                    <a:pt x="20327" y="3950"/>
                    <a:pt x="20342" y="3982"/>
                  </a:cubicBezTo>
                  <a:cubicBezTo>
                    <a:pt x="20361" y="4023"/>
                    <a:pt x="20390" y="4129"/>
                    <a:pt x="20408" y="4173"/>
                  </a:cubicBezTo>
                  <a:cubicBezTo>
                    <a:pt x="20427" y="4218"/>
                    <a:pt x="20473" y="4291"/>
                    <a:pt x="20492" y="4336"/>
                  </a:cubicBezTo>
                  <a:cubicBezTo>
                    <a:pt x="20514" y="4388"/>
                    <a:pt x="20554" y="4503"/>
                    <a:pt x="20570" y="4565"/>
                  </a:cubicBezTo>
                  <a:cubicBezTo>
                    <a:pt x="20584" y="4619"/>
                    <a:pt x="20609" y="4735"/>
                    <a:pt x="20614" y="4796"/>
                  </a:cubicBezTo>
                  <a:cubicBezTo>
                    <a:pt x="20619" y="4855"/>
                    <a:pt x="20605" y="4981"/>
                    <a:pt x="20614" y="5038"/>
                  </a:cubicBezTo>
                  <a:cubicBezTo>
                    <a:pt x="20623" y="5094"/>
                    <a:pt x="20665" y="5177"/>
                    <a:pt x="20679" y="5228"/>
                  </a:cubicBezTo>
                  <a:cubicBezTo>
                    <a:pt x="20698" y="5296"/>
                    <a:pt x="20743" y="5434"/>
                    <a:pt x="20745" y="5513"/>
                  </a:cubicBezTo>
                  <a:cubicBezTo>
                    <a:pt x="20745" y="5574"/>
                    <a:pt x="20708" y="5677"/>
                    <a:pt x="20701" y="5736"/>
                  </a:cubicBezTo>
                  <a:cubicBezTo>
                    <a:pt x="20697" y="5763"/>
                    <a:pt x="20689" y="5821"/>
                    <a:pt x="20694" y="5849"/>
                  </a:cubicBezTo>
                  <a:cubicBezTo>
                    <a:pt x="20700" y="5892"/>
                    <a:pt x="20747" y="5933"/>
                    <a:pt x="20750" y="5978"/>
                  </a:cubicBezTo>
                  <a:cubicBezTo>
                    <a:pt x="20753" y="6013"/>
                    <a:pt x="20732" y="6082"/>
                    <a:pt x="20722" y="6111"/>
                  </a:cubicBezTo>
                  <a:cubicBezTo>
                    <a:pt x="20714" y="6136"/>
                    <a:pt x="20687" y="6167"/>
                    <a:pt x="20681" y="6193"/>
                  </a:cubicBezTo>
                  <a:cubicBezTo>
                    <a:pt x="20671" y="6233"/>
                    <a:pt x="20679" y="6332"/>
                    <a:pt x="20669" y="6372"/>
                  </a:cubicBezTo>
                  <a:cubicBezTo>
                    <a:pt x="20657" y="6416"/>
                    <a:pt x="20618" y="6483"/>
                    <a:pt x="20596" y="6499"/>
                  </a:cubicBezTo>
                  <a:cubicBezTo>
                    <a:pt x="20572" y="6516"/>
                    <a:pt x="20519" y="6473"/>
                    <a:pt x="20494" y="6485"/>
                  </a:cubicBezTo>
                  <a:cubicBezTo>
                    <a:pt x="20474" y="6494"/>
                    <a:pt x="20435" y="6534"/>
                    <a:pt x="20422" y="6569"/>
                  </a:cubicBezTo>
                  <a:cubicBezTo>
                    <a:pt x="20408" y="6607"/>
                    <a:pt x="20410" y="6711"/>
                    <a:pt x="20399" y="6753"/>
                  </a:cubicBezTo>
                  <a:cubicBezTo>
                    <a:pt x="20387" y="6795"/>
                    <a:pt x="20352" y="6862"/>
                    <a:pt x="20335" y="6893"/>
                  </a:cubicBezTo>
                  <a:cubicBezTo>
                    <a:pt x="20323" y="6916"/>
                    <a:pt x="20289" y="6937"/>
                    <a:pt x="20282" y="6968"/>
                  </a:cubicBezTo>
                  <a:cubicBezTo>
                    <a:pt x="20270" y="7018"/>
                    <a:pt x="20296" y="7137"/>
                    <a:pt x="20288" y="7189"/>
                  </a:cubicBezTo>
                  <a:cubicBezTo>
                    <a:pt x="20281" y="7233"/>
                    <a:pt x="20240" y="7283"/>
                    <a:pt x="20233" y="7325"/>
                  </a:cubicBezTo>
                  <a:cubicBezTo>
                    <a:pt x="20221" y="7396"/>
                    <a:pt x="20244" y="7554"/>
                    <a:pt x="20235" y="7626"/>
                  </a:cubicBezTo>
                  <a:cubicBezTo>
                    <a:pt x="20227" y="7690"/>
                    <a:pt x="20193" y="7808"/>
                    <a:pt x="20171" y="7851"/>
                  </a:cubicBezTo>
                  <a:cubicBezTo>
                    <a:pt x="20161" y="7872"/>
                    <a:pt x="20128" y="7876"/>
                    <a:pt x="20122" y="7903"/>
                  </a:cubicBezTo>
                  <a:cubicBezTo>
                    <a:pt x="20113" y="7945"/>
                    <a:pt x="20148" y="8037"/>
                    <a:pt x="20143" y="8082"/>
                  </a:cubicBezTo>
                  <a:cubicBezTo>
                    <a:pt x="20137" y="8137"/>
                    <a:pt x="20092" y="8211"/>
                    <a:pt x="20073" y="8251"/>
                  </a:cubicBezTo>
                  <a:cubicBezTo>
                    <a:pt x="20057" y="8287"/>
                    <a:pt x="20016" y="8345"/>
                    <a:pt x="20003" y="8387"/>
                  </a:cubicBezTo>
                  <a:cubicBezTo>
                    <a:pt x="19988" y="8437"/>
                    <a:pt x="19988" y="8582"/>
                    <a:pt x="19965" y="8613"/>
                  </a:cubicBezTo>
                  <a:cubicBezTo>
                    <a:pt x="19943" y="8642"/>
                    <a:pt x="19888" y="8586"/>
                    <a:pt x="19863" y="8584"/>
                  </a:cubicBezTo>
                  <a:cubicBezTo>
                    <a:pt x="19840" y="8583"/>
                    <a:pt x="19794" y="8611"/>
                    <a:pt x="19771" y="8603"/>
                  </a:cubicBezTo>
                  <a:cubicBezTo>
                    <a:pt x="19761" y="8600"/>
                    <a:pt x="19742" y="8562"/>
                    <a:pt x="19731" y="8565"/>
                  </a:cubicBezTo>
                  <a:cubicBezTo>
                    <a:pt x="19718" y="8570"/>
                    <a:pt x="19703" y="8633"/>
                    <a:pt x="19691" y="8641"/>
                  </a:cubicBezTo>
                  <a:cubicBezTo>
                    <a:pt x="19668" y="8655"/>
                    <a:pt x="19621" y="8610"/>
                    <a:pt x="19597" y="8608"/>
                  </a:cubicBezTo>
                  <a:cubicBezTo>
                    <a:pt x="19578" y="8607"/>
                    <a:pt x="19537" y="8600"/>
                    <a:pt x="19521" y="8621"/>
                  </a:cubicBezTo>
                  <a:cubicBezTo>
                    <a:pt x="19511" y="8635"/>
                    <a:pt x="19507" y="8695"/>
                    <a:pt x="19497" y="8707"/>
                  </a:cubicBezTo>
                  <a:cubicBezTo>
                    <a:pt x="19478" y="8728"/>
                    <a:pt x="19431" y="8678"/>
                    <a:pt x="19410" y="8688"/>
                  </a:cubicBezTo>
                  <a:cubicBezTo>
                    <a:pt x="19392" y="8695"/>
                    <a:pt x="19363" y="8747"/>
                    <a:pt x="19346" y="8763"/>
                  </a:cubicBezTo>
                  <a:cubicBezTo>
                    <a:pt x="19331" y="8777"/>
                    <a:pt x="19300" y="8819"/>
                    <a:pt x="19285" y="8810"/>
                  </a:cubicBezTo>
                  <a:cubicBezTo>
                    <a:pt x="19263" y="8798"/>
                    <a:pt x="19242" y="8690"/>
                    <a:pt x="19223" y="8664"/>
                  </a:cubicBezTo>
                  <a:cubicBezTo>
                    <a:pt x="19211" y="8649"/>
                    <a:pt x="19183" y="8624"/>
                    <a:pt x="19169" y="8632"/>
                  </a:cubicBezTo>
                  <a:cubicBezTo>
                    <a:pt x="19157" y="8639"/>
                    <a:pt x="19146" y="8702"/>
                    <a:pt x="19133" y="8711"/>
                  </a:cubicBezTo>
                  <a:cubicBezTo>
                    <a:pt x="19115" y="8725"/>
                    <a:pt x="19075" y="8703"/>
                    <a:pt x="19057" y="8688"/>
                  </a:cubicBezTo>
                  <a:cubicBezTo>
                    <a:pt x="19043" y="8676"/>
                    <a:pt x="19023" y="8617"/>
                    <a:pt x="19008" y="8618"/>
                  </a:cubicBezTo>
                  <a:cubicBezTo>
                    <a:pt x="18978" y="8619"/>
                    <a:pt x="18939" y="8747"/>
                    <a:pt x="18910" y="8768"/>
                  </a:cubicBezTo>
                  <a:cubicBezTo>
                    <a:pt x="18892" y="8781"/>
                    <a:pt x="18849" y="8753"/>
                    <a:pt x="18832" y="8772"/>
                  </a:cubicBezTo>
                  <a:cubicBezTo>
                    <a:pt x="18806" y="8801"/>
                    <a:pt x="18761" y="8907"/>
                    <a:pt x="18762" y="8970"/>
                  </a:cubicBezTo>
                  <a:cubicBezTo>
                    <a:pt x="18762" y="9020"/>
                    <a:pt x="18802" y="9094"/>
                    <a:pt x="18821" y="9120"/>
                  </a:cubicBezTo>
                  <a:cubicBezTo>
                    <a:pt x="18839" y="9144"/>
                    <a:pt x="18881" y="9173"/>
                    <a:pt x="18901" y="9167"/>
                  </a:cubicBezTo>
                  <a:cubicBezTo>
                    <a:pt x="18928" y="9160"/>
                    <a:pt x="18968" y="9066"/>
                    <a:pt x="18994" y="9054"/>
                  </a:cubicBezTo>
                  <a:cubicBezTo>
                    <a:pt x="19029" y="9038"/>
                    <a:pt x="19104" y="9060"/>
                    <a:pt x="19138" y="9087"/>
                  </a:cubicBezTo>
                  <a:cubicBezTo>
                    <a:pt x="19155" y="9100"/>
                    <a:pt x="19185" y="9143"/>
                    <a:pt x="19197" y="9172"/>
                  </a:cubicBezTo>
                  <a:cubicBezTo>
                    <a:pt x="19212" y="9206"/>
                    <a:pt x="19240" y="9288"/>
                    <a:pt x="19242" y="9336"/>
                  </a:cubicBezTo>
                  <a:cubicBezTo>
                    <a:pt x="19245" y="9402"/>
                    <a:pt x="19207" y="9524"/>
                    <a:pt x="19204" y="9590"/>
                  </a:cubicBezTo>
                  <a:cubicBezTo>
                    <a:pt x="19201" y="9638"/>
                    <a:pt x="19216" y="9735"/>
                    <a:pt x="19212" y="9782"/>
                  </a:cubicBezTo>
                  <a:cubicBezTo>
                    <a:pt x="19210" y="9817"/>
                    <a:pt x="19196" y="9880"/>
                    <a:pt x="19187" y="9909"/>
                  </a:cubicBezTo>
                  <a:cubicBezTo>
                    <a:pt x="19178" y="9937"/>
                    <a:pt x="19152" y="9975"/>
                    <a:pt x="19144" y="10004"/>
                  </a:cubicBezTo>
                  <a:cubicBezTo>
                    <a:pt x="19134" y="10039"/>
                    <a:pt x="19120" y="10121"/>
                    <a:pt x="19118" y="10163"/>
                  </a:cubicBezTo>
                  <a:cubicBezTo>
                    <a:pt x="19117" y="10219"/>
                    <a:pt x="19143" y="10324"/>
                    <a:pt x="19142" y="10379"/>
                  </a:cubicBezTo>
                  <a:cubicBezTo>
                    <a:pt x="19141" y="10450"/>
                    <a:pt x="19115" y="10584"/>
                    <a:pt x="19106" y="10651"/>
                  </a:cubicBezTo>
                  <a:cubicBezTo>
                    <a:pt x="19099" y="10700"/>
                    <a:pt x="19088" y="10800"/>
                    <a:pt x="19076" y="10844"/>
                  </a:cubicBezTo>
                  <a:cubicBezTo>
                    <a:pt x="19060" y="10904"/>
                    <a:pt x="19005" y="10984"/>
                    <a:pt x="18991" y="11046"/>
                  </a:cubicBezTo>
                  <a:cubicBezTo>
                    <a:pt x="18981" y="11089"/>
                    <a:pt x="18968" y="11192"/>
                    <a:pt x="18974" y="11239"/>
                  </a:cubicBezTo>
                  <a:cubicBezTo>
                    <a:pt x="18981" y="11294"/>
                    <a:pt x="19019" y="11384"/>
                    <a:pt x="19042" y="11407"/>
                  </a:cubicBezTo>
                  <a:cubicBezTo>
                    <a:pt x="19063" y="11429"/>
                    <a:pt x="19112" y="11415"/>
                    <a:pt x="19136" y="11407"/>
                  </a:cubicBezTo>
                  <a:cubicBezTo>
                    <a:pt x="19156" y="11402"/>
                    <a:pt x="19196" y="11369"/>
                    <a:pt x="19216" y="11356"/>
                  </a:cubicBezTo>
                  <a:cubicBezTo>
                    <a:pt x="19246" y="11337"/>
                    <a:pt x="19310" y="11318"/>
                    <a:pt x="19336" y="11276"/>
                  </a:cubicBezTo>
                  <a:cubicBezTo>
                    <a:pt x="19355" y="11245"/>
                    <a:pt x="19385" y="11155"/>
                    <a:pt x="19389" y="11103"/>
                  </a:cubicBezTo>
                  <a:cubicBezTo>
                    <a:pt x="19393" y="11038"/>
                    <a:pt x="19353" y="10913"/>
                    <a:pt x="19359" y="10849"/>
                  </a:cubicBezTo>
                  <a:cubicBezTo>
                    <a:pt x="19363" y="10803"/>
                    <a:pt x="19388" y="10714"/>
                    <a:pt x="19408" y="10698"/>
                  </a:cubicBezTo>
                  <a:cubicBezTo>
                    <a:pt x="19421" y="10688"/>
                    <a:pt x="19452" y="10710"/>
                    <a:pt x="19463" y="10731"/>
                  </a:cubicBezTo>
                  <a:cubicBezTo>
                    <a:pt x="19477" y="10759"/>
                    <a:pt x="19484" y="10848"/>
                    <a:pt x="19491" y="10887"/>
                  </a:cubicBezTo>
                  <a:cubicBezTo>
                    <a:pt x="19502" y="10945"/>
                    <a:pt x="19518" y="11068"/>
                    <a:pt x="19535" y="11117"/>
                  </a:cubicBezTo>
                  <a:cubicBezTo>
                    <a:pt x="19549" y="11155"/>
                    <a:pt x="19587" y="11213"/>
                    <a:pt x="19608" y="11234"/>
                  </a:cubicBezTo>
                  <a:cubicBezTo>
                    <a:pt x="19632" y="11259"/>
                    <a:pt x="19687" y="11293"/>
                    <a:pt x="19714" y="11290"/>
                  </a:cubicBezTo>
                  <a:cubicBezTo>
                    <a:pt x="19734" y="11289"/>
                    <a:pt x="19777" y="11267"/>
                    <a:pt x="19790" y="11234"/>
                  </a:cubicBezTo>
                  <a:cubicBezTo>
                    <a:pt x="19798" y="11216"/>
                    <a:pt x="19803" y="11164"/>
                    <a:pt x="19801" y="11141"/>
                  </a:cubicBezTo>
                  <a:cubicBezTo>
                    <a:pt x="19797" y="11097"/>
                    <a:pt x="19770" y="11028"/>
                    <a:pt x="19754" y="11000"/>
                  </a:cubicBezTo>
                  <a:cubicBezTo>
                    <a:pt x="19743" y="10978"/>
                    <a:pt x="19712" y="10965"/>
                    <a:pt x="19701" y="10943"/>
                  </a:cubicBezTo>
                  <a:cubicBezTo>
                    <a:pt x="19687" y="10914"/>
                    <a:pt x="19655" y="10838"/>
                    <a:pt x="19661" y="10797"/>
                  </a:cubicBezTo>
                  <a:cubicBezTo>
                    <a:pt x="19665" y="10770"/>
                    <a:pt x="19697" y="10750"/>
                    <a:pt x="19710" y="10755"/>
                  </a:cubicBezTo>
                  <a:cubicBezTo>
                    <a:pt x="19722" y="10759"/>
                    <a:pt x="19737" y="10813"/>
                    <a:pt x="19748" y="10825"/>
                  </a:cubicBezTo>
                  <a:cubicBezTo>
                    <a:pt x="19762" y="10842"/>
                    <a:pt x="19796" y="10849"/>
                    <a:pt x="19812" y="10863"/>
                  </a:cubicBezTo>
                  <a:cubicBezTo>
                    <a:pt x="19826" y="10876"/>
                    <a:pt x="19858" y="10900"/>
                    <a:pt x="19867" y="10929"/>
                  </a:cubicBezTo>
                  <a:cubicBezTo>
                    <a:pt x="19879" y="10964"/>
                    <a:pt x="19871" y="11063"/>
                    <a:pt x="19880" y="11103"/>
                  </a:cubicBezTo>
                  <a:cubicBezTo>
                    <a:pt x="19890" y="11149"/>
                    <a:pt x="19938" y="11203"/>
                    <a:pt x="19944" y="11253"/>
                  </a:cubicBezTo>
                  <a:cubicBezTo>
                    <a:pt x="19950" y="11299"/>
                    <a:pt x="19935" y="11399"/>
                    <a:pt x="19924" y="11441"/>
                  </a:cubicBezTo>
                  <a:cubicBezTo>
                    <a:pt x="19914" y="11480"/>
                    <a:pt x="19873" y="11523"/>
                    <a:pt x="19863" y="11563"/>
                  </a:cubicBezTo>
                  <a:cubicBezTo>
                    <a:pt x="19852" y="11603"/>
                    <a:pt x="19855" y="11704"/>
                    <a:pt x="19846" y="11746"/>
                  </a:cubicBezTo>
                  <a:cubicBezTo>
                    <a:pt x="19836" y="11791"/>
                    <a:pt x="19806" y="11866"/>
                    <a:pt x="19790" y="11902"/>
                  </a:cubicBezTo>
                  <a:cubicBezTo>
                    <a:pt x="19773" y="11939"/>
                    <a:pt x="19726" y="11986"/>
                    <a:pt x="19714" y="12033"/>
                  </a:cubicBezTo>
                  <a:cubicBezTo>
                    <a:pt x="19701" y="12084"/>
                    <a:pt x="19696" y="12212"/>
                    <a:pt x="19705" y="12267"/>
                  </a:cubicBezTo>
                  <a:cubicBezTo>
                    <a:pt x="19711" y="12299"/>
                    <a:pt x="19733" y="12353"/>
                    <a:pt x="19748" y="12361"/>
                  </a:cubicBezTo>
                  <a:cubicBezTo>
                    <a:pt x="19761" y="12370"/>
                    <a:pt x="19791" y="12354"/>
                    <a:pt x="19801" y="12334"/>
                  </a:cubicBezTo>
                  <a:cubicBezTo>
                    <a:pt x="19822" y="12293"/>
                    <a:pt x="19826" y="12159"/>
                    <a:pt x="19837" y="12103"/>
                  </a:cubicBezTo>
                  <a:cubicBezTo>
                    <a:pt x="19846" y="12058"/>
                    <a:pt x="19866" y="11971"/>
                    <a:pt x="19878" y="11930"/>
                  </a:cubicBezTo>
                  <a:cubicBezTo>
                    <a:pt x="19890" y="11886"/>
                    <a:pt x="19921" y="11807"/>
                    <a:pt x="19935" y="11766"/>
                  </a:cubicBezTo>
                  <a:cubicBezTo>
                    <a:pt x="19949" y="11724"/>
                    <a:pt x="19976" y="11643"/>
                    <a:pt x="19988" y="11601"/>
                  </a:cubicBezTo>
                  <a:cubicBezTo>
                    <a:pt x="20002" y="11552"/>
                    <a:pt x="20029" y="11450"/>
                    <a:pt x="20041" y="11398"/>
                  </a:cubicBezTo>
                  <a:cubicBezTo>
                    <a:pt x="20056" y="11337"/>
                    <a:pt x="20078" y="11208"/>
                    <a:pt x="20094" y="11150"/>
                  </a:cubicBezTo>
                  <a:cubicBezTo>
                    <a:pt x="20108" y="11102"/>
                    <a:pt x="20144" y="11019"/>
                    <a:pt x="20159" y="10971"/>
                  </a:cubicBezTo>
                  <a:cubicBezTo>
                    <a:pt x="20179" y="10901"/>
                    <a:pt x="20213" y="10750"/>
                    <a:pt x="20231" y="10675"/>
                  </a:cubicBezTo>
                  <a:cubicBezTo>
                    <a:pt x="20247" y="10605"/>
                    <a:pt x="20279" y="10462"/>
                    <a:pt x="20292" y="10388"/>
                  </a:cubicBezTo>
                  <a:cubicBezTo>
                    <a:pt x="20302" y="10338"/>
                    <a:pt x="20309" y="10224"/>
                    <a:pt x="20324" y="10182"/>
                  </a:cubicBezTo>
                  <a:cubicBezTo>
                    <a:pt x="20333" y="10156"/>
                    <a:pt x="20360" y="10114"/>
                    <a:pt x="20375" y="10111"/>
                  </a:cubicBezTo>
                  <a:cubicBezTo>
                    <a:pt x="20393" y="10108"/>
                    <a:pt x="20431" y="10135"/>
                    <a:pt x="20441" y="10168"/>
                  </a:cubicBezTo>
                  <a:cubicBezTo>
                    <a:pt x="20451" y="10198"/>
                    <a:pt x="20447" y="10279"/>
                    <a:pt x="20441" y="10313"/>
                  </a:cubicBezTo>
                  <a:cubicBezTo>
                    <a:pt x="20432" y="10366"/>
                    <a:pt x="20390" y="10440"/>
                    <a:pt x="20375" y="10487"/>
                  </a:cubicBezTo>
                  <a:cubicBezTo>
                    <a:pt x="20352" y="10558"/>
                    <a:pt x="20316" y="10711"/>
                    <a:pt x="20297" y="10788"/>
                  </a:cubicBezTo>
                  <a:cubicBezTo>
                    <a:pt x="20267" y="10904"/>
                    <a:pt x="20211" y="11141"/>
                    <a:pt x="20182" y="11258"/>
                  </a:cubicBezTo>
                  <a:cubicBezTo>
                    <a:pt x="20157" y="11355"/>
                    <a:pt x="20107" y="11548"/>
                    <a:pt x="20080" y="11643"/>
                  </a:cubicBezTo>
                  <a:cubicBezTo>
                    <a:pt x="20042" y="11772"/>
                    <a:pt x="19959" y="12018"/>
                    <a:pt x="19920" y="12145"/>
                  </a:cubicBezTo>
                  <a:cubicBezTo>
                    <a:pt x="19888" y="12253"/>
                    <a:pt x="19824" y="12469"/>
                    <a:pt x="19797" y="12583"/>
                  </a:cubicBezTo>
                  <a:cubicBezTo>
                    <a:pt x="19763" y="12723"/>
                    <a:pt x="19711" y="13025"/>
                    <a:pt x="19680" y="13170"/>
                  </a:cubicBezTo>
                  <a:cubicBezTo>
                    <a:pt x="19663" y="13251"/>
                    <a:pt x="19615" y="13401"/>
                    <a:pt x="19606" y="13489"/>
                  </a:cubicBezTo>
                  <a:cubicBezTo>
                    <a:pt x="19597" y="13569"/>
                    <a:pt x="19613" y="13736"/>
                    <a:pt x="19608" y="13818"/>
                  </a:cubicBezTo>
                  <a:cubicBezTo>
                    <a:pt x="19604" y="13876"/>
                    <a:pt x="19599" y="14012"/>
                    <a:pt x="19576" y="14039"/>
                  </a:cubicBezTo>
                  <a:cubicBezTo>
                    <a:pt x="19566" y="14050"/>
                    <a:pt x="19541" y="14027"/>
                    <a:pt x="19533" y="14011"/>
                  </a:cubicBezTo>
                  <a:cubicBezTo>
                    <a:pt x="19517" y="13977"/>
                    <a:pt x="19509" y="13874"/>
                    <a:pt x="19502" y="13827"/>
                  </a:cubicBezTo>
                  <a:cubicBezTo>
                    <a:pt x="19495" y="13785"/>
                    <a:pt x="19492" y="13690"/>
                    <a:pt x="19478" y="13658"/>
                  </a:cubicBezTo>
                  <a:cubicBezTo>
                    <a:pt x="19453" y="13604"/>
                    <a:pt x="19377" y="13588"/>
                    <a:pt x="19342" y="13574"/>
                  </a:cubicBezTo>
                  <a:cubicBezTo>
                    <a:pt x="19306" y="13558"/>
                    <a:pt x="19234" y="13540"/>
                    <a:pt x="19197" y="13540"/>
                  </a:cubicBezTo>
                  <a:cubicBezTo>
                    <a:pt x="19128" y="13543"/>
                    <a:pt x="18988" y="13579"/>
                    <a:pt x="18921" y="13620"/>
                  </a:cubicBezTo>
                  <a:cubicBezTo>
                    <a:pt x="18817" y="13685"/>
                    <a:pt x="18623" y="13900"/>
                    <a:pt x="18526" y="14001"/>
                  </a:cubicBezTo>
                  <a:cubicBezTo>
                    <a:pt x="18467" y="14062"/>
                    <a:pt x="18352" y="14189"/>
                    <a:pt x="18296" y="14259"/>
                  </a:cubicBezTo>
                  <a:cubicBezTo>
                    <a:pt x="18233" y="14339"/>
                    <a:pt x="18106" y="14499"/>
                    <a:pt x="18049" y="14598"/>
                  </a:cubicBezTo>
                  <a:cubicBezTo>
                    <a:pt x="17995" y="14691"/>
                    <a:pt x="17900" y="14913"/>
                    <a:pt x="17851" y="15021"/>
                  </a:cubicBezTo>
                  <a:cubicBezTo>
                    <a:pt x="17745" y="15255"/>
                    <a:pt x="17531" y="15719"/>
                    <a:pt x="17433" y="15969"/>
                  </a:cubicBezTo>
                  <a:cubicBezTo>
                    <a:pt x="17313" y="16275"/>
                    <a:pt x="17094" y="16920"/>
                    <a:pt x="16990" y="17252"/>
                  </a:cubicBezTo>
                  <a:cubicBezTo>
                    <a:pt x="16947" y="17391"/>
                    <a:pt x="16866" y="17676"/>
                    <a:pt x="16831" y="17825"/>
                  </a:cubicBezTo>
                  <a:cubicBezTo>
                    <a:pt x="16795" y="17981"/>
                    <a:pt x="16728" y="18303"/>
                    <a:pt x="16709" y="18474"/>
                  </a:cubicBezTo>
                  <a:cubicBezTo>
                    <a:pt x="16697" y="18591"/>
                    <a:pt x="16699" y="18834"/>
                    <a:pt x="16691" y="18953"/>
                  </a:cubicBezTo>
                  <a:cubicBezTo>
                    <a:pt x="16686" y="19017"/>
                    <a:pt x="16667" y="19142"/>
                    <a:pt x="16663" y="19206"/>
                  </a:cubicBezTo>
                  <a:cubicBezTo>
                    <a:pt x="16657" y="19314"/>
                    <a:pt x="16661" y="19625"/>
                    <a:pt x="16663" y="19639"/>
                  </a:cubicBezTo>
                  <a:cubicBezTo>
                    <a:pt x="16665" y="19653"/>
                    <a:pt x="16625" y="19934"/>
                    <a:pt x="16614" y="20033"/>
                  </a:cubicBezTo>
                  <a:cubicBezTo>
                    <a:pt x="16610" y="20071"/>
                    <a:pt x="16606" y="20147"/>
                    <a:pt x="16601" y="20183"/>
                  </a:cubicBezTo>
                  <a:cubicBezTo>
                    <a:pt x="16596" y="20229"/>
                    <a:pt x="16572" y="20312"/>
                    <a:pt x="16572" y="20358"/>
                  </a:cubicBezTo>
                  <a:cubicBezTo>
                    <a:pt x="16571" y="20419"/>
                    <a:pt x="16604" y="20527"/>
                    <a:pt x="16607" y="20588"/>
                  </a:cubicBezTo>
                  <a:cubicBezTo>
                    <a:pt x="16611" y="20645"/>
                    <a:pt x="16613" y="20765"/>
                    <a:pt x="16604" y="20818"/>
                  </a:cubicBezTo>
                  <a:cubicBezTo>
                    <a:pt x="16595" y="20865"/>
                    <a:pt x="16564" y="20956"/>
                    <a:pt x="16542" y="20967"/>
                  </a:cubicBezTo>
                  <a:cubicBezTo>
                    <a:pt x="16526" y="20977"/>
                    <a:pt x="16492" y="20945"/>
                    <a:pt x="16480" y="20921"/>
                  </a:cubicBezTo>
                  <a:cubicBezTo>
                    <a:pt x="16467" y="20898"/>
                    <a:pt x="16458" y="20816"/>
                    <a:pt x="16448" y="20785"/>
                  </a:cubicBezTo>
                  <a:cubicBezTo>
                    <a:pt x="16440" y="20760"/>
                    <a:pt x="16423" y="20706"/>
                    <a:pt x="16410" y="20696"/>
                  </a:cubicBezTo>
                  <a:cubicBezTo>
                    <a:pt x="16363" y="20655"/>
                    <a:pt x="16258" y="20715"/>
                    <a:pt x="16208" y="20724"/>
                  </a:cubicBezTo>
                  <a:cubicBezTo>
                    <a:pt x="16158" y="20734"/>
                    <a:pt x="16059" y="20750"/>
                    <a:pt x="16010" y="20772"/>
                  </a:cubicBezTo>
                  <a:cubicBezTo>
                    <a:pt x="15917" y="20811"/>
                    <a:pt x="15733" y="20922"/>
                    <a:pt x="15645" y="20996"/>
                  </a:cubicBezTo>
                  <a:cubicBezTo>
                    <a:pt x="15556" y="21070"/>
                    <a:pt x="15387" y="21261"/>
                    <a:pt x="15304" y="21363"/>
                  </a:cubicBezTo>
                  <a:cubicBezTo>
                    <a:pt x="15262" y="21416"/>
                    <a:pt x="15193" y="21514"/>
                    <a:pt x="15134" y="21600"/>
                  </a:cubicBezTo>
                  <a:lnTo>
                    <a:pt x="11667" y="16635"/>
                  </a:lnTo>
                  <a:lnTo>
                    <a:pt x="8872" y="17819"/>
                  </a:lnTo>
                  <a:lnTo>
                    <a:pt x="8866" y="17030"/>
                  </a:lnTo>
                  <a:lnTo>
                    <a:pt x="8364" y="16045"/>
                  </a:lnTo>
                  <a:lnTo>
                    <a:pt x="8156" y="16543"/>
                  </a:lnTo>
                  <a:cubicBezTo>
                    <a:pt x="8156" y="16543"/>
                    <a:pt x="8090" y="16494"/>
                    <a:pt x="8077" y="16454"/>
                  </a:cubicBezTo>
                  <a:cubicBezTo>
                    <a:pt x="8064" y="16407"/>
                    <a:pt x="8061" y="16285"/>
                    <a:pt x="8069" y="16233"/>
                  </a:cubicBezTo>
                  <a:cubicBezTo>
                    <a:pt x="8074" y="16194"/>
                    <a:pt x="8112" y="16146"/>
                    <a:pt x="8116" y="16106"/>
                  </a:cubicBezTo>
                  <a:cubicBezTo>
                    <a:pt x="8120" y="16057"/>
                    <a:pt x="8101" y="15959"/>
                    <a:pt x="8086" y="15922"/>
                  </a:cubicBezTo>
                  <a:cubicBezTo>
                    <a:pt x="8073" y="15890"/>
                    <a:pt x="8016" y="15843"/>
                    <a:pt x="8016" y="15843"/>
                  </a:cubicBezTo>
                  <a:lnTo>
                    <a:pt x="6459" y="16351"/>
                  </a:lnTo>
                  <a:lnTo>
                    <a:pt x="5069" y="16787"/>
                  </a:lnTo>
                  <a:cubicBezTo>
                    <a:pt x="5069" y="16787"/>
                    <a:pt x="4973" y="16817"/>
                    <a:pt x="4946" y="16853"/>
                  </a:cubicBezTo>
                  <a:cubicBezTo>
                    <a:pt x="4929" y="16875"/>
                    <a:pt x="4913" y="16965"/>
                    <a:pt x="4895" y="16980"/>
                  </a:cubicBezTo>
                  <a:cubicBezTo>
                    <a:pt x="4879" y="16992"/>
                    <a:pt x="4843" y="16948"/>
                    <a:pt x="4826" y="16961"/>
                  </a:cubicBezTo>
                  <a:cubicBezTo>
                    <a:pt x="4808" y="16975"/>
                    <a:pt x="4789" y="17093"/>
                    <a:pt x="4769" y="17083"/>
                  </a:cubicBezTo>
                  <a:cubicBezTo>
                    <a:pt x="4751" y="17074"/>
                    <a:pt x="4756" y="16959"/>
                    <a:pt x="4743" y="16928"/>
                  </a:cubicBezTo>
                  <a:cubicBezTo>
                    <a:pt x="4734" y="16904"/>
                    <a:pt x="4705" y="16868"/>
                    <a:pt x="4690" y="16872"/>
                  </a:cubicBezTo>
                  <a:cubicBezTo>
                    <a:pt x="4668" y="16878"/>
                    <a:pt x="4631" y="16950"/>
                    <a:pt x="4620" y="16995"/>
                  </a:cubicBezTo>
                  <a:cubicBezTo>
                    <a:pt x="4608" y="17046"/>
                    <a:pt x="4634" y="17190"/>
                    <a:pt x="4614" y="17228"/>
                  </a:cubicBezTo>
                  <a:cubicBezTo>
                    <a:pt x="4600" y="17256"/>
                    <a:pt x="4560" y="17215"/>
                    <a:pt x="4542" y="17219"/>
                  </a:cubicBezTo>
                  <a:cubicBezTo>
                    <a:pt x="4527" y="17222"/>
                    <a:pt x="4498" y="17238"/>
                    <a:pt x="4484" y="17252"/>
                  </a:cubicBezTo>
                  <a:cubicBezTo>
                    <a:pt x="4466" y="17271"/>
                    <a:pt x="4437" y="17338"/>
                    <a:pt x="4418" y="17355"/>
                  </a:cubicBezTo>
                  <a:cubicBezTo>
                    <a:pt x="4399" y="17373"/>
                    <a:pt x="4355" y="17365"/>
                    <a:pt x="4336" y="17383"/>
                  </a:cubicBezTo>
                  <a:cubicBezTo>
                    <a:pt x="4306" y="17412"/>
                    <a:pt x="4262" y="17522"/>
                    <a:pt x="4235" y="17562"/>
                  </a:cubicBezTo>
                  <a:cubicBezTo>
                    <a:pt x="4210" y="17600"/>
                    <a:pt x="4155" y="17657"/>
                    <a:pt x="4129" y="17694"/>
                  </a:cubicBezTo>
                  <a:cubicBezTo>
                    <a:pt x="4109" y="17724"/>
                    <a:pt x="4067" y="17788"/>
                    <a:pt x="4051" y="17830"/>
                  </a:cubicBezTo>
                  <a:cubicBezTo>
                    <a:pt x="4035" y="17868"/>
                    <a:pt x="4018" y="17972"/>
                    <a:pt x="4002" y="18008"/>
                  </a:cubicBezTo>
                  <a:cubicBezTo>
                    <a:pt x="3984" y="18047"/>
                    <a:pt x="3936" y="18087"/>
                    <a:pt x="3917" y="18121"/>
                  </a:cubicBezTo>
                  <a:cubicBezTo>
                    <a:pt x="3901" y="18148"/>
                    <a:pt x="3880" y="18237"/>
                    <a:pt x="3861" y="18248"/>
                  </a:cubicBezTo>
                  <a:cubicBezTo>
                    <a:pt x="3848" y="18255"/>
                    <a:pt x="3822" y="18225"/>
                    <a:pt x="3810" y="18211"/>
                  </a:cubicBezTo>
                  <a:cubicBezTo>
                    <a:pt x="3797" y="18194"/>
                    <a:pt x="3779" y="18124"/>
                    <a:pt x="3763" y="18121"/>
                  </a:cubicBezTo>
                  <a:cubicBezTo>
                    <a:pt x="3741" y="18117"/>
                    <a:pt x="3705" y="18199"/>
                    <a:pt x="3685" y="18224"/>
                  </a:cubicBezTo>
                  <a:cubicBezTo>
                    <a:pt x="3646" y="18274"/>
                    <a:pt x="3568" y="18368"/>
                    <a:pt x="3530" y="18417"/>
                  </a:cubicBezTo>
                  <a:cubicBezTo>
                    <a:pt x="3492" y="18465"/>
                    <a:pt x="3418" y="18565"/>
                    <a:pt x="3381" y="18615"/>
                  </a:cubicBezTo>
                  <a:cubicBezTo>
                    <a:pt x="3323" y="18694"/>
                    <a:pt x="3212" y="18874"/>
                    <a:pt x="3149" y="18934"/>
                  </a:cubicBezTo>
                  <a:cubicBezTo>
                    <a:pt x="3122" y="18960"/>
                    <a:pt x="3072" y="18984"/>
                    <a:pt x="3034" y="1900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13" name="Shape 4695"/>
            <p:cNvSpPr/>
            <p:nvPr/>
          </p:nvSpPr>
          <p:spPr>
            <a:xfrm>
              <a:off x="8054107" y="3106584"/>
              <a:ext cx="1804129" cy="816738"/>
            </a:xfrm>
            <a:custGeom>
              <a:avLst/>
              <a:gdLst/>
              <a:ahLst/>
              <a:cxnLst>
                <a:cxn ang="0">
                  <a:pos x="wd2" y="hd2"/>
                </a:cxn>
                <a:cxn ang="5400000">
                  <a:pos x="wd2" y="hd2"/>
                </a:cxn>
                <a:cxn ang="10800000">
                  <a:pos x="wd2" y="hd2"/>
                </a:cxn>
                <a:cxn ang="16200000">
                  <a:pos x="wd2" y="hd2"/>
                </a:cxn>
              </a:cxnLst>
              <a:rect l="0" t="0" r="r" b="b"/>
              <a:pathLst>
                <a:path w="21594" h="21600" extrusionOk="0">
                  <a:moveTo>
                    <a:pt x="3034" y="19003"/>
                  </a:moveTo>
                  <a:cubicBezTo>
                    <a:pt x="3022" y="19009"/>
                    <a:pt x="3011" y="19014"/>
                    <a:pt x="3002" y="19019"/>
                  </a:cubicBezTo>
                  <a:cubicBezTo>
                    <a:pt x="2946" y="19047"/>
                    <a:pt x="2833" y="19090"/>
                    <a:pt x="2777" y="19116"/>
                  </a:cubicBezTo>
                  <a:cubicBezTo>
                    <a:pt x="2586" y="19204"/>
                    <a:pt x="2208" y="19406"/>
                    <a:pt x="2017" y="19492"/>
                  </a:cubicBezTo>
                  <a:cubicBezTo>
                    <a:pt x="1704" y="19632"/>
                    <a:pt x="1074" y="19872"/>
                    <a:pt x="759" y="19992"/>
                  </a:cubicBezTo>
                  <a:cubicBezTo>
                    <a:pt x="584" y="20059"/>
                    <a:pt x="272" y="20173"/>
                    <a:pt x="40" y="20258"/>
                  </a:cubicBezTo>
                  <a:lnTo>
                    <a:pt x="0" y="18596"/>
                  </a:lnTo>
                  <a:cubicBezTo>
                    <a:pt x="0" y="18596"/>
                    <a:pt x="55" y="18492"/>
                    <a:pt x="66" y="18446"/>
                  </a:cubicBezTo>
                  <a:cubicBezTo>
                    <a:pt x="76" y="18406"/>
                    <a:pt x="69" y="18302"/>
                    <a:pt x="83" y="18272"/>
                  </a:cubicBezTo>
                  <a:cubicBezTo>
                    <a:pt x="98" y="18239"/>
                    <a:pt x="151" y="18211"/>
                    <a:pt x="168" y="18239"/>
                  </a:cubicBezTo>
                  <a:cubicBezTo>
                    <a:pt x="181" y="18259"/>
                    <a:pt x="167" y="18351"/>
                    <a:pt x="179" y="18375"/>
                  </a:cubicBezTo>
                  <a:cubicBezTo>
                    <a:pt x="192" y="18403"/>
                    <a:pt x="233" y="18398"/>
                    <a:pt x="251" y="18394"/>
                  </a:cubicBezTo>
                  <a:cubicBezTo>
                    <a:pt x="269" y="18389"/>
                    <a:pt x="303" y="18347"/>
                    <a:pt x="321" y="18337"/>
                  </a:cubicBezTo>
                  <a:cubicBezTo>
                    <a:pt x="347" y="18325"/>
                    <a:pt x="403" y="18335"/>
                    <a:pt x="428" y="18313"/>
                  </a:cubicBezTo>
                  <a:cubicBezTo>
                    <a:pt x="444" y="18301"/>
                    <a:pt x="473" y="18251"/>
                    <a:pt x="485" y="18224"/>
                  </a:cubicBezTo>
                  <a:cubicBezTo>
                    <a:pt x="499" y="18193"/>
                    <a:pt x="519" y="18110"/>
                    <a:pt x="534" y="18079"/>
                  </a:cubicBezTo>
                  <a:cubicBezTo>
                    <a:pt x="544" y="18057"/>
                    <a:pt x="571" y="18031"/>
                    <a:pt x="581" y="18008"/>
                  </a:cubicBezTo>
                  <a:cubicBezTo>
                    <a:pt x="595" y="17975"/>
                    <a:pt x="627" y="17896"/>
                    <a:pt x="625" y="17849"/>
                  </a:cubicBezTo>
                  <a:cubicBezTo>
                    <a:pt x="624" y="17812"/>
                    <a:pt x="587" y="17773"/>
                    <a:pt x="578" y="17741"/>
                  </a:cubicBezTo>
                  <a:cubicBezTo>
                    <a:pt x="570" y="17707"/>
                    <a:pt x="560" y="17629"/>
                    <a:pt x="561" y="17590"/>
                  </a:cubicBezTo>
                  <a:cubicBezTo>
                    <a:pt x="563" y="17552"/>
                    <a:pt x="584" y="17486"/>
                    <a:pt x="589" y="17450"/>
                  </a:cubicBezTo>
                  <a:cubicBezTo>
                    <a:pt x="596" y="17406"/>
                    <a:pt x="610" y="17317"/>
                    <a:pt x="608" y="17271"/>
                  </a:cubicBezTo>
                  <a:cubicBezTo>
                    <a:pt x="607" y="17232"/>
                    <a:pt x="579" y="17164"/>
                    <a:pt x="581" y="17125"/>
                  </a:cubicBezTo>
                  <a:cubicBezTo>
                    <a:pt x="582" y="17085"/>
                    <a:pt x="610" y="17024"/>
                    <a:pt x="619" y="16989"/>
                  </a:cubicBezTo>
                  <a:cubicBezTo>
                    <a:pt x="636" y="16924"/>
                    <a:pt x="661" y="16780"/>
                    <a:pt x="683" y="16721"/>
                  </a:cubicBezTo>
                  <a:cubicBezTo>
                    <a:pt x="694" y="16689"/>
                    <a:pt x="724" y="16634"/>
                    <a:pt x="740" y="16613"/>
                  </a:cubicBezTo>
                  <a:cubicBezTo>
                    <a:pt x="755" y="16594"/>
                    <a:pt x="795" y="16592"/>
                    <a:pt x="806" y="16561"/>
                  </a:cubicBezTo>
                  <a:cubicBezTo>
                    <a:pt x="820" y="16523"/>
                    <a:pt x="809" y="16415"/>
                    <a:pt x="817" y="16369"/>
                  </a:cubicBezTo>
                  <a:cubicBezTo>
                    <a:pt x="822" y="16335"/>
                    <a:pt x="838" y="16269"/>
                    <a:pt x="851" y="16247"/>
                  </a:cubicBezTo>
                  <a:cubicBezTo>
                    <a:pt x="861" y="16227"/>
                    <a:pt x="890" y="16214"/>
                    <a:pt x="904" y="16205"/>
                  </a:cubicBezTo>
                  <a:cubicBezTo>
                    <a:pt x="921" y="16193"/>
                    <a:pt x="959" y="16189"/>
                    <a:pt x="974" y="16167"/>
                  </a:cubicBezTo>
                  <a:cubicBezTo>
                    <a:pt x="992" y="16140"/>
                    <a:pt x="1012" y="16050"/>
                    <a:pt x="1025" y="16012"/>
                  </a:cubicBezTo>
                  <a:cubicBezTo>
                    <a:pt x="1040" y="15967"/>
                    <a:pt x="1065" y="15860"/>
                    <a:pt x="1087" y="15833"/>
                  </a:cubicBezTo>
                  <a:cubicBezTo>
                    <a:pt x="1109" y="15807"/>
                    <a:pt x="1163" y="15831"/>
                    <a:pt x="1186" y="15814"/>
                  </a:cubicBezTo>
                  <a:cubicBezTo>
                    <a:pt x="1211" y="15799"/>
                    <a:pt x="1252" y="15723"/>
                    <a:pt x="1276" y="15706"/>
                  </a:cubicBezTo>
                  <a:cubicBezTo>
                    <a:pt x="1296" y="15693"/>
                    <a:pt x="1340" y="15699"/>
                    <a:pt x="1361" y="15692"/>
                  </a:cubicBezTo>
                  <a:cubicBezTo>
                    <a:pt x="1379" y="15688"/>
                    <a:pt x="1417" y="15684"/>
                    <a:pt x="1434" y="15664"/>
                  </a:cubicBezTo>
                  <a:cubicBezTo>
                    <a:pt x="1450" y="15643"/>
                    <a:pt x="1463" y="15544"/>
                    <a:pt x="1482" y="15538"/>
                  </a:cubicBezTo>
                  <a:cubicBezTo>
                    <a:pt x="1498" y="15531"/>
                    <a:pt x="1527" y="15582"/>
                    <a:pt x="1538" y="15608"/>
                  </a:cubicBezTo>
                  <a:cubicBezTo>
                    <a:pt x="1545" y="15627"/>
                    <a:pt x="1545" y="15696"/>
                    <a:pt x="1557" y="15702"/>
                  </a:cubicBezTo>
                  <a:cubicBezTo>
                    <a:pt x="1579" y="15715"/>
                    <a:pt x="1609" y="15591"/>
                    <a:pt x="1631" y="15575"/>
                  </a:cubicBezTo>
                  <a:cubicBezTo>
                    <a:pt x="1661" y="15552"/>
                    <a:pt x="1728" y="15605"/>
                    <a:pt x="1756" y="15575"/>
                  </a:cubicBezTo>
                  <a:cubicBezTo>
                    <a:pt x="1776" y="15553"/>
                    <a:pt x="1798" y="15459"/>
                    <a:pt x="1811" y="15421"/>
                  </a:cubicBezTo>
                  <a:cubicBezTo>
                    <a:pt x="1828" y="15370"/>
                    <a:pt x="1851" y="15250"/>
                    <a:pt x="1873" y="15213"/>
                  </a:cubicBezTo>
                  <a:cubicBezTo>
                    <a:pt x="1889" y="15187"/>
                    <a:pt x="1933" y="15184"/>
                    <a:pt x="1950" y="15161"/>
                  </a:cubicBezTo>
                  <a:cubicBezTo>
                    <a:pt x="1974" y="15129"/>
                    <a:pt x="2010" y="15033"/>
                    <a:pt x="2027" y="14983"/>
                  </a:cubicBezTo>
                  <a:cubicBezTo>
                    <a:pt x="2039" y="14943"/>
                    <a:pt x="2052" y="14845"/>
                    <a:pt x="2067" y="14810"/>
                  </a:cubicBezTo>
                  <a:cubicBezTo>
                    <a:pt x="2081" y="14774"/>
                    <a:pt x="2118" y="14704"/>
                    <a:pt x="2139" y="14711"/>
                  </a:cubicBezTo>
                  <a:cubicBezTo>
                    <a:pt x="2151" y="14714"/>
                    <a:pt x="2161" y="14790"/>
                    <a:pt x="2173" y="14790"/>
                  </a:cubicBezTo>
                  <a:cubicBezTo>
                    <a:pt x="2189" y="14791"/>
                    <a:pt x="2210" y="14719"/>
                    <a:pt x="2220" y="14692"/>
                  </a:cubicBezTo>
                  <a:cubicBezTo>
                    <a:pt x="2235" y="14650"/>
                    <a:pt x="2262" y="14558"/>
                    <a:pt x="2271" y="14509"/>
                  </a:cubicBezTo>
                  <a:cubicBezTo>
                    <a:pt x="2279" y="14461"/>
                    <a:pt x="2276" y="14354"/>
                    <a:pt x="2288" y="14311"/>
                  </a:cubicBezTo>
                  <a:cubicBezTo>
                    <a:pt x="2297" y="14279"/>
                    <a:pt x="2328" y="14238"/>
                    <a:pt x="2343" y="14222"/>
                  </a:cubicBezTo>
                  <a:cubicBezTo>
                    <a:pt x="2371" y="14193"/>
                    <a:pt x="2440" y="14203"/>
                    <a:pt x="2462" y="14156"/>
                  </a:cubicBezTo>
                  <a:cubicBezTo>
                    <a:pt x="2479" y="14122"/>
                    <a:pt x="2477" y="14002"/>
                    <a:pt x="2492" y="13964"/>
                  </a:cubicBezTo>
                  <a:cubicBezTo>
                    <a:pt x="2507" y="13927"/>
                    <a:pt x="2552" y="13901"/>
                    <a:pt x="2571" y="13875"/>
                  </a:cubicBezTo>
                  <a:cubicBezTo>
                    <a:pt x="2595" y="13839"/>
                    <a:pt x="2642" y="13754"/>
                    <a:pt x="2662" y="13705"/>
                  </a:cubicBezTo>
                  <a:cubicBezTo>
                    <a:pt x="2672" y="13681"/>
                    <a:pt x="2683" y="13616"/>
                    <a:pt x="2696" y="13601"/>
                  </a:cubicBezTo>
                  <a:cubicBezTo>
                    <a:pt x="2716" y="13580"/>
                    <a:pt x="2762" y="13592"/>
                    <a:pt x="2784" y="13601"/>
                  </a:cubicBezTo>
                  <a:cubicBezTo>
                    <a:pt x="2803" y="13611"/>
                    <a:pt x="2837" y="13676"/>
                    <a:pt x="2858" y="13677"/>
                  </a:cubicBezTo>
                  <a:cubicBezTo>
                    <a:pt x="2874" y="13678"/>
                    <a:pt x="2904" y="13648"/>
                    <a:pt x="2917" y="13625"/>
                  </a:cubicBezTo>
                  <a:cubicBezTo>
                    <a:pt x="2931" y="13602"/>
                    <a:pt x="2951" y="13536"/>
                    <a:pt x="2960" y="13503"/>
                  </a:cubicBezTo>
                  <a:cubicBezTo>
                    <a:pt x="2972" y="13456"/>
                    <a:pt x="2982" y="13346"/>
                    <a:pt x="2996" y="13302"/>
                  </a:cubicBezTo>
                  <a:cubicBezTo>
                    <a:pt x="3006" y="13266"/>
                    <a:pt x="3046" y="13224"/>
                    <a:pt x="3051" y="13184"/>
                  </a:cubicBezTo>
                  <a:cubicBezTo>
                    <a:pt x="3056" y="13153"/>
                    <a:pt x="3039" y="13089"/>
                    <a:pt x="3041" y="13057"/>
                  </a:cubicBezTo>
                  <a:cubicBezTo>
                    <a:pt x="3043" y="13007"/>
                    <a:pt x="3075" y="12919"/>
                    <a:pt x="3075" y="12868"/>
                  </a:cubicBezTo>
                  <a:cubicBezTo>
                    <a:pt x="3074" y="12826"/>
                    <a:pt x="3052" y="12751"/>
                    <a:pt x="3043" y="12714"/>
                  </a:cubicBezTo>
                  <a:cubicBezTo>
                    <a:pt x="3033" y="12674"/>
                    <a:pt x="2995" y="12609"/>
                    <a:pt x="2996" y="12564"/>
                  </a:cubicBezTo>
                  <a:cubicBezTo>
                    <a:pt x="2997" y="12493"/>
                    <a:pt x="3046" y="12370"/>
                    <a:pt x="3075" y="12338"/>
                  </a:cubicBezTo>
                  <a:cubicBezTo>
                    <a:pt x="3091" y="12321"/>
                    <a:pt x="3129" y="12327"/>
                    <a:pt x="3147" y="12338"/>
                  </a:cubicBezTo>
                  <a:cubicBezTo>
                    <a:pt x="3157" y="12345"/>
                    <a:pt x="3176" y="12368"/>
                    <a:pt x="3183" y="12385"/>
                  </a:cubicBezTo>
                  <a:cubicBezTo>
                    <a:pt x="3193" y="12408"/>
                    <a:pt x="3196" y="12484"/>
                    <a:pt x="3209" y="12498"/>
                  </a:cubicBezTo>
                  <a:cubicBezTo>
                    <a:pt x="3228" y="12519"/>
                    <a:pt x="3279" y="12496"/>
                    <a:pt x="3294" y="12460"/>
                  </a:cubicBezTo>
                  <a:cubicBezTo>
                    <a:pt x="3306" y="12428"/>
                    <a:pt x="3292" y="12331"/>
                    <a:pt x="3298" y="12292"/>
                  </a:cubicBezTo>
                  <a:cubicBezTo>
                    <a:pt x="3304" y="12250"/>
                    <a:pt x="3340" y="12189"/>
                    <a:pt x="3340" y="12145"/>
                  </a:cubicBezTo>
                  <a:cubicBezTo>
                    <a:pt x="3341" y="12106"/>
                    <a:pt x="3308" y="12044"/>
                    <a:pt x="3306" y="12004"/>
                  </a:cubicBezTo>
                  <a:cubicBezTo>
                    <a:pt x="3305" y="11972"/>
                    <a:pt x="3313" y="11902"/>
                    <a:pt x="3321" y="11873"/>
                  </a:cubicBezTo>
                  <a:cubicBezTo>
                    <a:pt x="3329" y="11850"/>
                    <a:pt x="3353" y="11826"/>
                    <a:pt x="3364" y="11808"/>
                  </a:cubicBezTo>
                  <a:cubicBezTo>
                    <a:pt x="3384" y="11773"/>
                    <a:pt x="3421" y="11697"/>
                    <a:pt x="3438" y="11657"/>
                  </a:cubicBezTo>
                  <a:cubicBezTo>
                    <a:pt x="3458" y="11611"/>
                    <a:pt x="3490" y="11503"/>
                    <a:pt x="3510" y="11459"/>
                  </a:cubicBezTo>
                  <a:cubicBezTo>
                    <a:pt x="3528" y="11422"/>
                    <a:pt x="3566" y="11347"/>
                    <a:pt x="3589" y="11332"/>
                  </a:cubicBezTo>
                  <a:cubicBezTo>
                    <a:pt x="3609" y="11321"/>
                    <a:pt x="3651" y="11331"/>
                    <a:pt x="3670" y="11346"/>
                  </a:cubicBezTo>
                  <a:cubicBezTo>
                    <a:pt x="3689" y="11364"/>
                    <a:pt x="3727" y="11418"/>
                    <a:pt x="3736" y="11459"/>
                  </a:cubicBezTo>
                  <a:cubicBezTo>
                    <a:pt x="3742" y="11487"/>
                    <a:pt x="3739" y="11552"/>
                    <a:pt x="3736" y="11582"/>
                  </a:cubicBezTo>
                  <a:cubicBezTo>
                    <a:pt x="3732" y="11617"/>
                    <a:pt x="3708" y="11677"/>
                    <a:pt x="3706" y="11714"/>
                  </a:cubicBezTo>
                  <a:cubicBezTo>
                    <a:pt x="3703" y="11766"/>
                    <a:pt x="3712" y="11876"/>
                    <a:pt x="3728" y="11915"/>
                  </a:cubicBezTo>
                  <a:cubicBezTo>
                    <a:pt x="3735" y="11934"/>
                    <a:pt x="3759" y="11946"/>
                    <a:pt x="3770" y="11953"/>
                  </a:cubicBezTo>
                  <a:cubicBezTo>
                    <a:pt x="3792" y="11967"/>
                    <a:pt x="3837" y="11999"/>
                    <a:pt x="3859" y="11986"/>
                  </a:cubicBezTo>
                  <a:cubicBezTo>
                    <a:pt x="3885" y="11971"/>
                    <a:pt x="3919" y="11870"/>
                    <a:pt x="3940" y="11835"/>
                  </a:cubicBezTo>
                  <a:cubicBezTo>
                    <a:pt x="3960" y="11802"/>
                    <a:pt x="4005" y="11747"/>
                    <a:pt x="4023" y="11709"/>
                  </a:cubicBezTo>
                  <a:cubicBezTo>
                    <a:pt x="4042" y="11668"/>
                    <a:pt x="4077" y="11578"/>
                    <a:pt x="4089" y="11525"/>
                  </a:cubicBezTo>
                  <a:cubicBezTo>
                    <a:pt x="4102" y="11466"/>
                    <a:pt x="4107" y="11331"/>
                    <a:pt x="4114" y="11267"/>
                  </a:cubicBezTo>
                  <a:cubicBezTo>
                    <a:pt x="4125" y="11184"/>
                    <a:pt x="4144" y="11016"/>
                    <a:pt x="4163" y="10943"/>
                  </a:cubicBezTo>
                  <a:cubicBezTo>
                    <a:pt x="4179" y="10884"/>
                    <a:pt x="4221" y="10784"/>
                    <a:pt x="4246" y="10745"/>
                  </a:cubicBezTo>
                  <a:cubicBezTo>
                    <a:pt x="4269" y="10711"/>
                    <a:pt x="4329" y="10696"/>
                    <a:pt x="4350" y="10656"/>
                  </a:cubicBezTo>
                  <a:cubicBezTo>
                    <a:pt x="4368" y="10624"/>
                    <a:pt x="4379" y="10511"/>
                    <a:pt x="4399" y="10487"/>
                  </a:cubicBezTo>
                  <a:cubicBezTo>
                    <a:pt x="4420" y="10463"/>
                    <a:pt x="4471" y="10509"/>
                    <a:pt x="4493" y="10492"/>
                  </a:cubicBezTo>
                  <a:cubicBezTo>
                    <a:pt x="4508" y="10479"/>
                    <a:pt x="4532" y="10427"/>
                    <a:pt x="4542" y="10398"/>
                  </a:cubicBezTo>
                  <a:cubicBezTo>
                    <a:pt x="4551" y="10371"/>
                    <a:pt x="4553" y="10293"/>
                    <a:pt x="4565" y="10276"/>
                  </a:cubicBezTo>
                  <a:cubicBezTo>
                    <a:pt x="4581" y="10253"/>
                    <a:pt x="4623" y="10268"/>
                    <a:pt x="4642" y="10281"/>
                  </a:cubicBezTo>
                  <a:cubicBezTo>
                    <a:pt x="4657" y="10291"/>
                    <a:pt x="4680" y="10359"/>
                    <a:pt x="4697" y="10356"/>
                  </a:cubicBezTo>
                  <a:cubicBezTo>
                    <a:pt x="4713" y="10352"/>
                    <a:pt x="4728" y="10266"/>
                    <a:pt x="4743" y="10262"/>
                  </a:cubicBezTo>
                  <a:cubicBezTo>
                    <a:pt x="4760" y="10257"/>
                    <a:pt x="4794" y="10297"/>
                    <a:pt x="4803" y="10327"/>
                  </a:cubicBezTo>
                  <a:cubicBezTo>
                    <a:pt x="4815" y="10366"/>
                    <a:pt x="4799" y="10482"/>
                    <a:pt x="4814" y="10515"/>
                  </a:cubicBezTo>
                  <a:cubicBezTo>
                    <a:pt x="4826" y="10544"/>
                    <a:pt x="4866" y="10547"/>
                    <a:pt x="4884" y="10539"/>
                  </a:cubicBezTo>
                  <a:cubicBezTo>
                    <a:pt x="4910" y="10527"/>
                    <a:pt x="4953" y="10453"/>
                    <a:pt x="4973" y="10417"/>
                  </a:cubicBezTo>
                  <a:cubicBezTo>
                    <a:pt x="4989" y="10389"/>
                    <a:pt x="5015" y="10317"/>
                    <a:pt x="5031" y="10290"/>
                  </a:cubicBezTo>
                  <a:cubicBezTo>
                    <a:pt x="5043" y="10270"/>
                    <a:pt x="5072" y="10248"/>
                    <a:pt x="5082" y="10224"/>
                  </a:cubicBezTo>
                  <a:cubicBezTo>
                    <a:pt x="5102" y="10175"/>
                    <a:pt x="5128" y="10052"/>
                    <a:pt x="5137" y="9989"/>
                  </a:cubicBezTo>
                  <a:cubicBezTo>
                    <a:pt x="5150" y="9904"/>
                    <a:pt x="5153" y="9723"/>
                    <a:pt x="5163" y="9637"/>
                  </a:cubicBezTo>
                  <a:cubicBezTo>
                    <a:pt x="5175" y="9526"/>
                    <a:pt x="5211" y="9310"/>
                    <a:pt x="5226" y="9200"/>
                  </a:cubicBezTo>
                  <a:cubicBezTo>
                    <a:pt x="5235" y="9135"/>
                    <a:pt x="5240" y="8988"/>
                    <a:pt x="5260" y="8937"/>
                  </a:cubicBezTo>
                  <a:cubicBezTo>
                    <a:pt x="5270" y="8912"/>
                    <a:pt x="5304" y="8907"/>
                    <a:pt x="5315" y="8885"/>
                  </a:cubicBezTo>
                  <a:cubicBezTo>
                    <a:pt x="5331" y="8853"/>
                    <a:pt x="5341" y="8758"/>
                    <a:pt x="5354" y="8720"/>
                  </a:cubicBezTo>
                  <a:cubicBezTo>
                    <a:pt x="5368" y="8681"/>
                    <a:pt x="5403" y="8615"/>
                    <a:pt x="5422" y="8584"/>
                  </a:cubicBezTo>
                  <a:cubicBezTo>
                    <a:pt x="5438" y="8559"/>
                    <a:pt x="5470" y="8500"/>
                    <a:pt x="5490" y="8495"/>
                  </a:cubicBezTo>
                  <a:cubicBezTo>
                    <a:pt x="5502" y="8493"/>
                    <a:pt x="5525" y="8518"/>
                    <a:pt x="5537" y="8528"/>
                  </a:cubicBezTo>
                  <a:cubicBezTo>
                    <a:pt x="5558" y="8547"/>
                    <a:pt x="5595" y="8611"/>
                    <a:pt x="5617" y="8618"/>
                  </a:cubicBezTo>
                  <a:cubicBezTo>
                    <a:pt x="5633" y="8621"/>
                    <a:pt x="5669" y="8611"/>
                    <a:pt x="5679" y="8584"/>
                  </a:cubicBezTo>
                  <a:cubicBezTo>
                    <a:pt x="5689" y="8559"/>
                    <a:pt x="5687" y="8482"/>
                    <a:pt x="5686" y="8448"/>
                  </a:cubicBezTo>
                  <a:cubicBezTo>
                    <a:pt x="5683" y="8399"/>
                    <a:pt x="5665" y="8305"/>
                    <a:pt x="5656" y="8260"/>
                  </a:cubicBezTo>
                  <a:cubicBezTo>
                    <a:pt x="5648" y="8223"/>
                    <a:pt x="5616" y="8161"/>
                    <a:pt x="5616" y="8119"/>
                  </a:cubicBezTo>
                  <a:cubicBezTo>
                    <a:pt x="5615" y="8071"/>
                    <a:pt x="5655" y="7998"/>
                    <a:pt x="5658" y="7950"/>
                  </a:cubicBezTo>
                  <a:cubicBezTo>
                    <a:pt x="5661" y="7899"/>
                    <a:pt x="5635" y="7799"/>
                    <a:pt x="5639" y="7749"/>
                  </a:cubicBezTo>
                  <a:cubicBezTo>
                    <a:pt x="5641" y="7714"/>
                    <a:pt x="5665" y="7663"/>
                    <a:pt x="5668" y="7631"/>
                  </a:cubicBezTo>
                  <a:cubicBezTo>
                    <a:pt x="5674" y="7577"/>
                    <a:pt x="5665" y="7464"/>
                    <a:pt x="5660" y="7411"/>
                  </a:cubicBezTo>
                  <a:cubicBezTo>
                    <a:pt x="5655" y="7364"/>
                    <a:pt x="5633" y="7282"/>
                    <a:pt x="5630" y="7236"/>
                  </a:cubicBezTo>
                  <a:cubicBezTo>
                    <a:pt x="5627" y="7185"/>
                    <a:pt x="5635" y="7081"/>
                    <a:pt x="5637" y="7029"/>
                  </a:cubicBezTo>
                  <a:cubicBezTo>
                    <a:pt x="5638" y="6988"/>
                    <a:pt x="5639" y="6905"/>
                    <a:pt x="5645" y="6865"/>
                  </a:cubicBezTo>
                  <a:cubicBezTo>
                    <a:pt x="5650" y="6830"/>
                    <a:pt x="5665" y="6764"/>
                    <a:pt x="5680" y="6708"/>
                  </a:cubicBezTo>
                  <a:cubicBezTo>
                    <a:pt x="5680" y="6709"/>
                    <a:pt x="5681" y="6709"/>
                    <a:pt x="5681" y="6710"/>
                  </a:cubicBezTo>
                  <a:cubicBezTo>
                    <a:pt x="5708" y="6748"/>
                    <a:pt x="5777" y="6720"/>
                    <a:pt x="5809" y="6720"/>
                  </a:cubicBezTo>
                  <a:cubicBezTo>
                    <a:pt x="5884" y="6719"/>
                    <a:pt x="6033" y="6711"/>
                    <a:pt x="6106" y="6691"/>
                  </a:cubicBezTo>
                  <a:cubicBezTo>
                    <a:pt x="6290" y="6643"/>
                    <a:pt x="6651" y="6451"/>
                    <a:pt x="6834" y="6381"/>
                  </a:cubicBezTo>
                  <a:cubicBezTo>
                    <a:pt x="7093" y="6281"/>
                    <a:pt x="7616" y="6125"/>
                    <a:pt x="7876" y="6024"/>
                  </a:cubicBezTo>
                  <a:cubicBezTo>
                    <a:pt x="7978" y="5984"/>
                    <a:pt x="8181" y="5885"/>
                    <a:pt x="8284" y="5846"/>
                  </a:cubicBezTo>
                  <a:cubicBezTo>
                    <a:pt x="8424" y="5791"/>
                    <a:pt x="8705" y="5712"/>
                    <a:pt x="8845" y="5658"/>
                  </a:cubicBezTo>
                  <a:cubicBezTo>
                    <a:pt x="9099" y="5559"/>
                    <a:pt x="9604" y="5320"/>
                    <a:pt x="9857" y="5207"/>
                  </a:cubicBezTo>
                  <a:cubicBezTo>
                    <a:pt x="10110" y="5093"/>
                    <a:pt x="10617" y="4870"/>
                    <a:pt x="10869" y="4746"/>
                  </a:cubicBezTo>
                  <a:cubicBezTo>
                    <a:pt x="11099" y="4634"/>
                    <a:pt x="11558" y="4381"/>
                    <a:pt x="11788" y="4267"/>
                  </a:cubicBezTo>
                  <a:cubicBezTo>
                    <a:pt x="12041" y="4141"/>
                    <a:pt x="12551" y="3914"/>
                    <a:pt x="12804" y="3788"/>
                  </a:cubicBezTo>
                  <a:cubicBezTo>
                    <a:pt x="13160" y="3610"/>
                    <a:pt x="13869" y="3226"/>
                    <a:pt x="14224" y="3036"/>
                  </a:cubicBezTo>
                  <a:cubicBezTo>
                    <a:pt x="14614" y="2829"/>
                    <a:pt x="15392" y="2412"/>
                    <a:pt x="15781" y="2200"/>
                  </a:cubicBezTo>
                  <a:cubicBezTo>
                    <a:pt x="16235" y="1952"/>
                    <a:pt x="17596" y="1194"/>
                    <a:pt x="17596" y="1194"/>
                  </a:cubicBezTo>
                  <a:lnTo>
                    <a:pt x="19700" y="0"/>
                  </a:lnTo>
                  <a:cubicBezTo>
                    <a:pt x="19738" y="182"/>
                    <a:pt x="19810" y="467"/>
                    <a:pt x="19846" y="619"/>
                  </a:cubicBezTo>
                  <a:cubicBezTo>
                    <a:pt x="19865" y="699"/>
                    <a:pt x="19906" y="857"/>
                    <a:pt x="19925" y="938"/>
                  </a:cubicBezTo>
                  <a:cubicBezTo>
                    <a:pt x="19959" y="1082"/>
                    <a:pt x="20020" y="1379"/>
                    <a:pt x="20056" y="1520"/>
                  </a:cubicBezTo>
                  <a:cubicBezTo>
                    <a:pt x="20089" y="1654"/>
                    <a:pt x="20164" y="1913"/>
                    <a:pt x="20203" y="2040"/>
                  </a:cubicBezTo>
                  <a:cubicBezTo>
                    <a:pt x="20234" y="2143"/>
                    <a:pt x="20303" y="2341"/>
                    <a:pt x="20336" y="2441"/>
                  </a:cubicBezTo>
                  <a:cubicBezTo>
                    <a:pt x="20362" y="2519"/>
                    <a:pt x="20414" y="2677"/>
                    <a:pt x="20441" y="2754"/>
                  </a:cubicBezTo>
                  <a:cubicBezTo>
                    <a:pt x="20486" y="2882"/>
                    <a:pt x="20579" y="3131"/>
                    <a:pt x="20625" y="3256"/>
                  </a:cubicBezTo>
                  <a:cubicBezTo>
                    <a:pt x="20656" y="3336"/>
                    <a:pt x="20717" y="3495"/>
                    <a:pt x="20747" y="3574"/>
                  </a:cubicBezTo>
                  <a:cubicBezTo>
                    <a:pt x="20779" y="3658"/>
                    <a:pt x="20844" y="3823"/>
                    <a:pt x="20875" y="3907"/>
                  </a:cubicBezTo>
                  <a:cubicBezTo>
                    <a:pt x="20902" y="3982"/>
                    <a:pt x="20956" y="4137"/>
                    <a:pt x="20982" y="4213"/>
                  </a:cubicBezTo>
                  <a:cubicBezTo>
                    <a:pt x="21012" y="4300"/>
                    <a:pt x="21067" y="4479"/>
                    <a:pt x="21099" y="4558"/>
                  </a:cubicBezTo>
                  <a:cubicBezTo>
                    <a:pt x="21122" y="4616"/>
                    <a:pt x="21178" y="4712"/>
                    <a:pt x="21201" y="4772"/>
                  </a:cubicBezTo>
                  <a:cubicBezTo>
                    <a:pt x="21235" y="4860"/>
                    <a:pt x="21291" y="5061"/>
                    <a:pt x="21320" y="5160"/>
                  </a:cubicBezTo>
                  <a:cubicBezTo>
                    <a:pt x="21346" y="5250"/>
                    <a:pt x="21401" y="5430"/>
                    <a:pt x="21419" y="5529"/>
                  </a:cubicBezTo>
                  <a:cubicBezTo>
                    <a:pt x="21449" y="5692"/>
                    <a:pt x="21477" y="6039"/>
                    <a:pt x="21490" y="6212"/>
                  </a:cubicBezTo>
                  <a:cubicBezTo>
                    <a:pt x="21503" y="6385"/>
                    <a:pt x="21509" y="6734"/>
                    <a:pt x="21521" y="6907"/>
                  </a:cubicBezTo>
                  <a:cubicBezTo>
                    <a:pt x="21529" y="7023"/>
                    <a:pt x="21556" y="7249"/>
                    <a:pt x="21562" y="7364"/>
                  </a:cubicBezTo>
                  <a:cubicBezTo>
                    <a:pt x="21568" y="7474"/>
                    <a:pt x="21569" y="7693"/>
                    <a:pt x="21574" y="7803"/>
                  </a:cubicBezTo>
                  <a:cubicBezTo>
                    <a:pt x="21577" y="7889"/>
                    <a:pt x="21600" y="8060"/>
                    <a:pt x="21592" y="8145"/>
                  </a:cubicBezTo>
                  <a:cubicBezTo>
                    <a:pt x="21587" y="8200"/>
                    <a:pt x="21557" y="8296"/>
                    <a:pt x="21541" y="8339"/>
                  </a:cubicBezTo>
                  <a:cubicBezTo>
                    <a:pt x="21530" y="8368"/>
                    <a:pt x="21503" y="8423"/>
                    <a:pt x="21487" y="8438"/>
                  </a:cubicBezTo>
                  <a:cubicBezTo>
                    <a:pt x="21472" y="8454"/>
                    <a:pt x="21436" y="8447"/>
                    <a:pt x="21421" y="8461"/>
                  </a:cubicBezTo>
                  <a:cubicBezTo>
                    <a:pt x="21394" y="8483"/>
                    <a:pt x="21350" y="8561"/>
                    <a:pt x="21327" y="8599"/>
                  </a:cubicBezTo>
                  <a:cubicBezTo>
                    <a:pt x="21304" y="8638"/>
                    <a:pt x="21263" y="8730"/>
                    <a:pt x="21239" y="8768"/>
                  </a:cubicBezTo>
                  <a:cubicBezTo>
                    <a:pt x="21209" y="8816"/>
                    <a:pt x="21143" y="8894"/>
                    <a:pt x="21111" y="8940"/>
                  </a:cubicBezTo>
                  <a:cubicBezTo>
                    <a:pt x="21081" y="8984"/>
                    <a:pt x="21020" y="9074"/>
                    <a:pt x="20991" y="9125"/>
                  </a:cubicBezTo>
                  <a:cubicBezTo>
                    <a:pt x="20939" y="9217"/>
                    <a:pt x="20843" y="9423"/>
                    <a:pt x="20793" y="9520"/>
                  </a:cubicBezTo>
                  <a:cubicBezTo>
                    <a:pt x="20759" y="9584"/>
                    <a:pt x="20685" y="9695"/>
                    <a:pt x="20657" y="9770"/>
                  </a:cubicBezTo>
                  <a:cubicBezTo>
                    <a:pt x="20636" y="9822"/>
                    <a:pt x="20615" y="9956"/>
                    <a:pt x="20594" y="10008"/>
                  </a:cubicBezTo>
                  <a:cubicBezTo>
                    <a:pt x="20578" y="10048"/>
                    <a:pt x="20540" y="10156"/>
                    <a:pt x="20516" y="10140"/>
                  </a:cubicBezTo>
                  <a:cubicBezTo>
                    <a:pt x="20496" y="10126"/>
                    <a:pt x="20495" y="10010"/>
                    <a:pt x="20492" y="9964"/>
                  </a:cubicBezTo>
                  <a:cubicBezTo>
                    <a:pt x="20490" y="9930"/>
                    <a:pt x="20490" y="9858"/>
                    <a:pt x="20492" y="9823"/>
                  </a:cubicBezTo>
                  <a:cubicBezTo>
                    <a:pt x="20494" y="9799"/>
                    <a:pt x="20495" y="9746"/>
                    <a:pt x="20503" y="9730"/>
                  </a:cubicBezTo>
                  <a:cubicBezTo>
                    <a:pt x="20513" y="9709"/>
                    <a:pt x="20544" y="9720"/>
                    <a:pt x="20556" y="9708"/>
                  </a:cubicBezTo>
                  <a:cubicBezTo>
                    <a:pt x="20578" y="9683"/>
                    <a:pt x="20612" y="9600"/>
                    <a:pt x="20631" y="9563"/>
                  </a:cubicBezTo>
                  <a:cubicBezTo>
                    <a:pt x="20662" y="9504"/>
                    <a:pt x="20723" y="9385"/>
                    <a:pt x="20754" y="9325"/>
                  </a:cubicBezTo>
                  <a:cubicBezTo>
                    <a:pt x="20784" y="9269"/>
                    <a:pt x="20844" y="9159"/>
                    <a:pt x="20874" y="9099"/>
                  </a:cubicBezTo>
                  <a:cubicBezTo>
                    <a:pt x="20902" y="9040"/>
                    <a:pt x="20953" y="8906"/>
                    <a:pt x="20984" y="8852"/>
                  </a:cubicBezTo>
                  <a:cubicBezTo>
                    <a:pt x="21000" y="8825"/>
                    <a:pt x="21037" y="8785"/>
                    <a:pt x="21053" y="8759"/>
                  </a:cubicBezTo>
                  <a:cubicBezTo>
                    <a:pt x="21068" y="8735"/>
                    <a:pt x="21094" y="8681"/>
                    <a:pt x="21107" y="8655"/>
                  </a:cubicBezTo>
                  <a:cubicBezTo>
                    <a:pt x="21122" y="8629"/>
                    <a:pt x="21149" y="8572"/>
                    <a:pt x="21165" y="8555"/>
                  </a:cubicBezTo>
                  <a:cubicBezTo>
                    <a:pt x="21181" y="8538"/>
                    <a:pt x="21218" y="8541"/>
                    <a:pt x="21234" y="8523"/>
                  </a:cubicBezTo>
                  <a:cubicBezTo>
                    <a:pt x="21263" y="8489"/>
                    <a:pt x="21306" y="8375"/>
                    <a:pt x="21330" y="8323"/>
                  </a:cubicBezTo>
                  <a:cubicBezTo>
                    <a:pt x="21345" y="8289"/>
                    <a:pt x="21372" y="8214"/>
                    <a:pt x="21389" y="8186"/>
                  </a:cubicBezTo>
                  <a:cubicBezTo>
                    <a:pt x="21404" y="8161"/>
                    <a:pt x="21440" y="8136"/>
                    <a:pt x="21453" y="8106"/>
                  </a:cubicBezTo>
                  <a:cubicBezTo>
                    <a:pt x="21465" y="8080"/>
                    <a:pt x="21481" y="8012"/>
                    <a:pt x="21483" y="7976"/>
                  </a:cubicBezTo>
                  <a:cubicBezTo>
                    <a:pt x="21485" y="7924"/>
                    <a:pt x="21464" y="7829"/>
                    <a:pt x="21460" y="7778"/>
                  </a:cubicBezTo>
                  <a:cubicBezTo>
                    <a:pt x="21453" y="7654"/>
                    <a:pt x="21459" y="7399"/>
                    <a:pt x="21456" y="7274"/>
                  </a:cubicBezTo>
                  <a:cubicBezTo>
                    <a:pt x="21451" y="7102"/>
                    <a:pt x="21434" y="6759"/>
                    <a:pt x="21425" y="6588"/>
                  </a:cubicBezTo>
                  <a:cubicBezTo>
                    <a:pt x="21417" y="6445"/>
                    <a:pt x="21401" y="6158"/>
                    <a:pt x="21386" y="6018"/>
                  </a:cubicBezTo>
                  <a:cubicBezTo>
                    <a:pt x="21378" y="5934"/>
                    <a:pt x="21355" y="5769"/>
                    <a:pt x="21341" y="5689"/>
                  </a:cubicBezTo>
                  <a:cubicBezTo>
                    <a:pt x="21335" y="5652"/>
                    <a:pt x="21318" y="5579"/>
                    <a:pt x="21309" y="5545"/>
                  </a:cubicBezTo>
                  <a:cubicBezTo>
                    <a:pt x="21294" y="5492"/>
                    <a:pt x="21256" y="5400"/>
                    <a:pt x="21242" y="5347"/>
                  </a:cubicBezTo>
                  <a:cubicBezTo>
                    <a:pt x="21222" y="5274"/>
                    <a:pt x="21192" y="5114"/>
                    <a:pt x="21174" y="5038"/>
                  </a:cubicBezTo>
                  <a:cubicBezTo>
                    <a:pt x="21156" y="4963"/>
                    <a:pt x="21123" y="4806"/>
                    <a:pt x="21097" y="4743"/>
                  </a:cubicBezTo>
                  <a:cubicBezTo>
                    <a:pt x="21074" y="4686"/>
                    <a:pt x="21011" y="4614"/>
                    <a:pt x="20985" y="4561"/>
                  </a:cubicBezTo>
                  <a:cubicBezTo>
                    <a:pt x="20969" y="4528"/>
                    <a:pt x="20938" y="4453"/>
                    <a:pt x="20927" y="4411"/>
                  </a:cubicBezTo>
                  <a:cubicBezTo>
                    <a:pt x="20918" y="4376"/>
                    <a:pt x="20902" y="4264"/>
                    <a:pt x="20902" y="4255"/>
                  </a:cubicBezTo>
                  <a:cubicBezTo>
                    <a:pt x="20902" y="4246"/>
                    <a:pt x="20857" y="4156"/>
                    <a:pt x="20838" y="4157"/>
                  </a:cubicBezTo>
                  <a:cubicBezTo>
                    <a:pt x="20829" y="4158"/>
                    <a:pt x="20812" y="4183"/>
                    <a:pt x="20809" y="4201"/>
                  </a:cubicBezTo>
                  <a:cubicBezTo>
                    <a:pt x="20804" y="4239"/>
                    <a:pt x="20827" y="4314"/>
                    <a:pt x="20835" y="4348"/>
                  </a:cubicBezTo>
                  <a:cubicBezTo>
                    <a:pt x="20844" y="4384"/>
                    <a:pt x="20874" y="4439"/>
                    <a:pt x="20880" y="4477"/>
                  </a:cubicBezTo>
                  <a:cubicBezTo>
                    <a:pt x="20886" y="4508"/>
                    <a:pt x="20891" y="4583"/>
                    <a:pt x="20883" y="4612"/>
                  </a:cubicBezTo>
                  <a:cubicBezTo>
                    <a:pt x="20874" y="4644"/>
                    <a:pt x="20836" y="4667"/>
                    <a:pt x="20818" y="4668"/>
                  </a:cubicBezTo>
                  <a:cubicBezTo>
                    <a:pt x="20800" y="4669"/>
                    <a:pt x="20764" y="4640"/>
                    <a:pt x="20750" y="4615"/>
                  </a:cubicBezTo>
                  <a:cubicBezTo>
                    <a:pt x="20742" y="4599"/>
                    <a:pt x="20729" y="4555"/>
                    <a:pt x="20727" y="4531"/>
                  </a:cubicBezTo>
                  <a:cubicBezTo>
                    <a:pt x="20725" y="4495"/>
                    <a:pt x="20746" y="4428"/>
                    <a:pt x="20745" y="4392"/>
                  </a:cubicBezTo>
                  <a:cubicBezTo>
                    <a:pt x="20743" y="4360"/>
                    <a:pt x="20729" y="4301"/>
                    <a:pt x="20719" y="4277"/>
                  </a:cubicBezTo>
                  <a:cubicBezTo>
                    <a:pt x="20704" y="4237"/>
                    <a:pt x="20662" y="4185"/>
                    <a:pt x="20642" y="4157"/>
                  </a:cubicBezTo>
                  <a:cubicBezTo>
                    <a:pt x="20621" y="4128"/>
                    <a:pt x="20572" y="4090"/>
                    <a:pt x="20554" y="4051"/>
                  </a:cubicBezTo>
                  <a:cubicBezTo>
                    <a:pt x="20540" y="4019"/>
                    <a:pt x="20511" y="3938"/>
                    <a:pt x="20513" y="3891"/>
                  </a:cubicBezTo>
                  <a:cubicBezTo>
                    <a:pt x="20515" y="3865"/>
                    <a:pt x="20534" y="3819"/>
                    <a:pt x="20546" y="3813"/>
                  </a:cubicBezTo>
                  <a:cubicBezTo>
                    <a:pt x="20569" y="3800"/>
                    <a:pt x="20615" y="3854"/>
                    <a:pt x="20635" y="3879"/>
                  </a:cubicBezTo>
                  <a:cubicBezTo>
                    <a:pt x="20655" y="3902"/>
                    <a:pt x="20687" y="3973"/>
                    <a:pt x="20706" y="3998"/>
                  </a:cubicBezTo>
                  <a:cubicBezTo>
                    <a:pt x="20718" y="4013"/>
                    <a:pt x="20743" y="4050"/>
                    <a:pt x="20757" y="4048"/>
                  </a:cubicBezTo>
                  <a:cubicBezTo>
                    <a:pt x="20765" y="4047"/>
                    <a:pt x="20780" y="4026"/>
                    <a:pt x="20784" y="4010"/>
                  </a:cubicBezTo>
                  <a:cubicBezTo>
                    <a:pt x="20793" y="3977"/>
                    <a:pt x="20793" y="3890"/>
                    <a:pt x="20785" y="3854"/>
                  </a:cubicBezTo>
                  <a:cubicBezTo>
                    <a:pt x="20774" y="3798"/>
                    <a:pt x="20723" y="3737"/>
                    <a:pt x="20702" y="3697"/>
                  </a:cubicBezTo>
                  <a:cubicBezTo>
                    <a:pt x="20678" y="3652"/>
                    <a:pt x="20636" y="3541"/>
                    <a:pt x="20607" y="3515"/>
                  </a:cubicBezTo>
                  <a:cubicBezTo>
                    <a:pt x="20594" y="3505"/>
                    <a:pt x="20565" y="3514"/>
                    <a:pt x="20552" y="3513"/>
                  </a:cubicBezTo>
                  <a:cubicBezTo>
                    <a:pt x="20530" y="3508"/>
                    <a:pt x="20481" y="3519"/>
                    <a:pt x="20464" y="3490"/>
                  </a:cubicBezTo>
                  <a:cubicBezTo>
                    <a:pt x="20448" y="3465"/>
                    <a:pt x="20437" y="3373"/>
                    <a:pt x="20431" y="3331"/>
                  </a:cubicBezTo>
                  <a:cubicBezTo>
                    <a:pt x="20425" y="3285"/>
                    <a:pt x="20424" y="3188"/>
                    <a:pt x="20418" y="3143"/>
                  </a:cubicBezTo>
                  <a:cubicBezTo>
                    <a:pt x="20411" y="3089"/>
                    <a:pt x="20388" y="2990"/>
                    <a:pt x="20379" y="2939"/>
                  </a:cubicBezTo>
                  <a:cubicBezTo>
                    <a:pt x="20365" y="2869"/>
                    <a:pt x="20344" y="2722"/>
                    <a:pt x="20326" y="2654"/>
                  </a:cubicBezTo>
                  <a:cubicBezTo>
                    <a:pt x="20304" y="2568"/>
                    <a:pt x="20246" y="2414"/>
                    <a:pt x="20218" y="2334"/>
                  </a:cubicBezTo>
                  <a:cubicBezTo>
                    <a:pt x="20198" y="2275"/>
                    <a:pt x="20159" y="2153"/>
                    <a:pt x="20136" y="2097"/>
                  </a:cubicBezTo>
                  <a:cubicBezTo>
                    <a:pt x="20112" y="2034"/>
                    <a:pt x="20054" y="1926"/>
                    <a:pt x="20030" y="1862"/>
                  </a:cubicBezTo>
                  <a:cubicBezTo>
                    <a:pt x="20019" y="1830"/>
                    <a:pt x="20004" y="1751"/>
                    <a:pt x="19991" y="1724"/>
                  </a:cubicBezTo>
                  <a:cubicBezTo>
                    <a:pt x="19983" y="1709"/>
                    <a:pt x="19962" y="1700"/>
                    <a:pt x="19954" y="1686"/>
                  </a:cubicBezTo>
                  <a:cubicBezTo>
                    <a:pt x="19943" y="1669"/>
                    <a:pt x="19924" y="1625"/>
                    <a:pt x="19919" y="1599"/>
                  </a:cubicBezTo>
                  <a:cubicBezTo>
                    <a:pt x="19910" y="1549"/>
                    <a:pt x="19917" y="1436"/>
                    <a:pt x="19912" y="1383"/>
                  </a:cubicBezTo>
                  <a:cubicBezTo>
                    <a:pt x="19909" y="1345"/>
                    <a:pt x="19902" y="1267"/>
                    <a:pt x="19893" y="1235"/>
                  </a:cubicBezTo>
                  <a:cubicBezTo>
                    <a:pt x="19884" y="1208"/>
                    <a:pt x="19853" y="1182"/>
                    <a:pt x="19846" y="1154"/>
                  </a:cubicBezTo>
                  <a:cubicBezTo>
                    <a:pt x="19836" y="1117"/>
                    <a:pt x="19835" y="1025"/>
                    <a:pt x="19833" y="982"/>
                  </a:cubicBezTo>
                  <a:cubicBezTo>
                    <a:pt x="19832" y="950"/>
                    <a:pt x="19841" y="880"/>
                    <a:pt x="19832" y="857"/>
                  </a:cubicBezTo>
                  <a:cubicBezTo>
                    <a:pt x="19819" y="825"/>
                    <a:pt x="19774" y="852"/>
                    <a:pt x="19756" y="835"/>
                  </a:cubicBezTo>
                  <a:cubicBezTo>
                    <a:pt x="19739" y="817"/>
                    <a:pt x="19711" y="757"/>
                    <a:pt x="19700" y="721"/>
                  </a:cubicBezTo>
                  <a:cubicBezTo>
                    <a:pt x="19688" y="684"/>
                    <a:pt x="19687" y="581"/>
                    <a:pt x="19672" y="553"/>
                  </a:cubicBezTo>
                  <a:cubicBezTo>
                    <a:pt x="19659" y="530"/>
                    <a:pt x="19624" y="533"/>
                    <a:pt x="19608" y="528"/>
                  </a:cubicBezTo>
                  <a:cubicBezTo>
                    <a:pt x="19575" y="516"/>
                    <a:pt x="19509" y="485"/>
                    <a:pt x="19476" y="490"/>
                  </a:cubicBezTo>
                  <a:cubicBezTo>
                    <a:pt x="19452" y="493"/>
                    <a:pt x="19403" y="510"/>
                    <a:pt x="19384" y="540"/>
                  </a:cubicBezTo>
                  <a:cubicBezTo>
                    <a:pt x="19367" y="566"/>
                    <a:pt x="19340" y="642"/>
                    <a:pt x="19338" y="687"/>
                  </a:cubicBezTo>
                  <a:cubicBezTo>
                    <a:pt x="19337" y="725"/>
                    <a:pt x="19355" y="799"/>
                    <a:pt x="19368" y="825"/>
                  </a:cubicBezTo>
                  <a:cubicBezTo>
                    <a:pt x="19386" y="863"/>
                    <a:pt x="19438" y="884"/>
                    <a:pt x="19460" y="910"/>
                  </a:cubicBezTo>
                  <a:cubicBezTo>
                    <a:pt x="19474" y="926"/>
                    <a:pt x="19500" y="964"/>
                    <a:pt x="19513" y="985"/>
                  </a:cubicBezTo>
                  <a:cubicBezTo>
                    <a:pt x="19527" y="1009"/>
                    <a:pt x="19549" y="1093"/>
                    <a:pt x="19566" y="1091"/>
                  </a:cubicBezTo>
                  <a:cubicBezTo>
                    <a:pt x="19579" y="1090"/>
                    <a:pt x="19591" y="1027"/>
                    <a:pt x="19601" y="1010"/>
                  </a:cubicBezTo>
                  <a:cubicBezTo>
                    <a:pt x="19612" y="989"/>
                    <a:pt x="19638" y="936"/>
                    <a:pt x="19653" y="944"/>
                  </a:cubicBezTo>
                  <a:cubicBezTo>
                    <a:pt x="19673" y="957"/>
                    <a:pt x="19688" y="1062"/>
                    <a:pt x="19694" y="1107"/>
                  </a:cubicBezTo>
                  <a:cubicBezTo>
                    <a:pt x="19704" y="1179"/>
                    <a:pt x="19692" y="1339"/>
                    <a:pt x="19707" y="1407"/>
                  </a:cubicBezTo>
                  <a:cubicBezTo>
                    <a:pt x="19718" y="1459"/>
                    <a:pt x="19761" y="1524"/>
                    <a:pt x="19778" y="1567"/>
                  </a:cubicBezTo>
                  <a:cubicBezTo>
                    <a:pt x="19791" y="1604"/>
                    <a:pt x="19812" y="1687"/>
                    <a:pt x="19828" y="1721"/>
                  </a:cubicBezTo>
                  <a:cubicBezTo>
                    <a:pt x="19842" y="1755"/>
                    <a:pt x="19883" y="1800"/>
                    <a:pt x="19896" y="1840"/>
                  </a:cubicBezTo>
                  <a:cubicBezTo>
                    <a:pt x="19908" y="1881"/>
                    <a:pt x="19911" y="1990"/>
                    <a:pt x="19922" y="2033"/>
                  </a:cubicBezTo>
                  <a:cubicBezTo>
                    <a:pt x="19932" y="2071"/>
                    <a:pt x="19961" y="2129"/>
                    <a:pt x="19975" y="2159"/>
                  </a:cubicBezTo>
                  <a:cubicBezTo>
                    <a:pt x="19989" y="2191"/>
                    <a:pt x="20024" y="2241"/>
                    <a:pt x="20036" y="2278"/>
                  </a:cubicBezTo>
                  <a:cubicBezTo>
                    <a:pt x="20049" y="2324"/>
                    <a:pt x="20054" y="2440"/>
                    <a:pt x="20067" y="2488"/>
                  </a:cubicBezTo>
                  <a:cubicBezTo>
                    <a:pt x="20076" y="2524"/>
                    <a:pt x="20105" y="2581"/>
                    <a:pt x="20117" y="2614"/>
                  </a:cubicBezTo>
                  <a:cubicBezTo>
                    <a:pt x="20135" y="2662"/>
                    <a:pt x="20171" y="2761"/>
                    <a:pt x="20186" y="2813"/>
                  </a:cubicBezTo>
                  <a:cubicBezTo>
                    <a:pt x="20200" y="2864"/>
                    <a:pt x="20227" y="2969"/>
                    <a:pt x="20233" y="3027"/>
                  </a:cubicBezTo>
                  <a:cubicBezTo>
                    <a:pt x="20237" y="3067"/>
                    <a:pt x="20247" y="3173"/>
                    <a:pt x="20231" y="3193"/>
                  </a:cubicBezTo>
                  <a:cubicBezTo>
                    <a:pt x="20213" y="3216"/>
                    <a:pt x="20177" y="3123"/>
                    <a:pt x="20158" y="3102"/>
                  </a:cubicBezTo>
                  <a:cubicBezTo>
                    <a:pt x="20138" y="3080"/>
                    <a:pt x="20095" y="3053"/>
                    <a:pt x="20078" y="3024"/>
                  </a:cubicBezTo>
                  <a:cubicBezTo>
                    <a:pt x="20061" y="2995"/>
                    <a:pt x="20036" y="2920"/>
                    <a:pt x="20026" y="2880"/>
                  </a:cubicBezTo>
                  <a:cubicBezTo>
                    <a:pt x="20014" y="2834"/>
                    <a:pt x="20009" y="2722"/>
                    <a:pt x="19992" y="2686"/>
                  </a:cubicBezTo>
                  <a:cubicBezTo>
                    <a:pt x="19980" y="2661"/>
                    <a:pt x="19948" y="2640"/>
                    <a:pt x="19932" y="2639"/>
                  </a:cubicBezTo>
                  <a:cubicBezTo>
                    <a:pt x="19903" y="2635"/>
                    <a:pt x="19846" y="2690"/>
                    <a:pt x="19817" y="2704"/>
                  </a:cubicBezTo>
                  <a:cubicBezTo>
                    <a:pt x="19797" y="2715"/>
                    <a:pt x="19755" y="2742"/>
                    <a:pt x="19734" y="2739"/>
                  </a:cubicBezTo>
                  <a:cubicBezTo>
                    <a:pt x="19706" y="2735"/>
                    <a:pt x="19655" y="2670"/>
                    <a:pt x="19628" y="2663"/>
                  </a:cubicBezTo>
                  <a:cubicBezTo>
                    <a:pt x="19612" y="2660"/>
                    <a:pt x="19577" y="2660"/>
                    <a:pt x="19564" y="2679"/>
                  </a:cubicBezTo>
                  <a:cubicBezTo>
                    <a:pt x="19549" y="2699"/>
                    <a:pt x="19529" y="2771"/>
                    <a:pt x="19527" y="2808"/>
                  </a:cubicBezTo>
                  <a:cubicBezTo>
                    <a:pt x="19525" y="2836"/>
                    <a:pt x="19541" y="2891"/>
                    <a:pt x="19541" y="2920"/>
                  </a:cubicBezTo>
                  <a:cubicBezTo>
                    <a:pt x="19541" y="2967"/>
                    <a:pt x="19531" y="3066"/>
                    <a:pt x="19515" y="3099"/>
                  </a:cubicBezTo>
                  <a:cubicBezTo>
                    <a:pt x="19500" y="3132"/>
                    <a:pt x="19452" y="3135"/>
                    <a:pt x="19432" y="3152"/>
                  </a:cubicBezTo>
                  <a:cubicBezTo>
                    <a:pt x="19414" y="3167"/>
                    <a:pt x="19381" y="3212"/>
                    <a:pt x="19364" y="3230"/>
                  </a:cubicBezTo>
                  <a:cubicBezTo>
                    <a:pt x="19345" y="3251"/>
                    <a:pt x="19303" y="3277"/>
                    <a:pt x="19286" y="3306"/>
                  </a:cubicBezTo>
                  <a:cubicBezTo>
                    <a:pt x="19265" y="3340"/>
                    <a:pt x="19239" y="3443"/>
                    <a:pt x="19221" y="3484"/>
                  </a:cubicBezTo>
                  <a:cubicBezTo>
                    <a:pt x="19211" y="3506"/>
                    <a:pt x="19192" y="3551"/>
                    <a:pt x="19179" y="3562"/>
                  </a:cubicBezTo>
                  <a:cubicBezTo>
                    <a:pt x="19152" y="3585"/>
                    <a:pt x="19089" y="3539"/>
                    <a:pt x="19063" y="3569"/>
                  </a:cubicBezTo>
                  <a:cubicBezTo>
                    <a:pt x="19047" y="3588"/>
                    <a:pt x="19033" y="3673"/>
                    <a:pt x="19019" y="3700"/>
                  </a:cubicBezTo>
                  <a:cubicBezTo>
                    <a:pt x="19002" y="3735"/>
                    <a:pt x="18959" y="3789"/>
                    <a:pt x="18936" y="3804"/>
                  </a:cubicBezTo>
                  <a:cubicBezTo>
                    <a:pt x="18916" y="3816"/>
                    <a:pt x="18873" y="3797"/>
                    <a:pt x="18854" y="3813"/>
                  </a:cubicBezTo>
                  <a:cubicBezTo>
                    <a:pt x="18835" y="3828"/>
                    <a:pt x="18803" y="3886"/>
                    <a:pt x="18791" y="3919"/>
                  </a:cubicBezTo>
                  <a:cubicBezTo>
                    <a:pt x="18771" y="3974"/>
                    <a:pt x="18751" y="4111"/>
                    <a:pt x="18736" y="4173"/>
                  </a:cubicBezTo>
                  <a:cubicBezTo>
                    <a:pt x="18721" y="4232"/>
                    <a:pt x="18695" y="4353"/>
                    <a:pt x="18672" y="4399"/>
                  </a:cubicBezTo>
                  <a:cubicBezTo>
                    <a:pt x="18649" y="4446"/>
                    <a:pt x="18591" y="4507"/>
                    <a:pt x="18562" y="4527"/>
                  </a:cubicBezTo>
                  <a:cubicBezTo>
                    <a:pt x="18548" y="4536"/>
                    <a:pt x="18520" y="4535"/>
                    <a:pt x="18506" y="4543"/>
                  </a:cubicBezTo>
                  <a:cubicBezTo>
                    <a:pt x="18480" y="4559"/>
                    <a:pt x="18433" y="4638"/>
                    <a:pt x="18406" y="4640"/>
                  </a:cubicBezTo>
                  <a:cubicBezTo>
                    <a:pt x="18387" y="4642"/>
                    <a:pt x="18351" y="4610"/>
                    <a:pt x="18336" y="4587"/>
                  </a:cubicBezTo>
                  <a:cubicBezTo>
                    <a:pt x="18324" y="4567"/>
                    <a:pt x="18312" y="4493"/>
                    <a:pt x="18298" y="4480"/>
                  </a:cubicBezTo>
                  <a:cubicBezTo>
                    <a:pt x="18279" y="4463"/>
                    <a:pt x="18236" y="4474"/>
                    <a:pt x="18219" y="4496"/>
                  </a:cubicBezTo>
                  <a:cubicBezTo>
                    <a:pt x="18207" y="4510"/>
                    <a:pt x="18196" y="4566"/>
                    <a:pt x="18189" y="4589"/>
                  </a:cubicBezTo>
                  <a:cubicBezTo>
                    <a:pt x="18179" y="4617"/>
                    <a:pt x="18156" y="4666"/>
                    <a:pt x="18152" y="4699"/>
                  </a:cubicBezTo>
                  <a:cubicBezTo>
                    <a:pt x="18146" y="4751"/>
                    <a:pt x="18162" y="4859"/>
                    <a:pt x="18162" y="4913"/>
                  </a:cubicBezTo>
                  <a:cubicBezTo>
                    <a:pt x="18162" y="4953"/>
                    <a:pt x="18150" y="5037"/>
                    <a:pt x="18156" y="5075"/>
                  </a:cubicBezTo>
                  <a:cubicBezTo>
                    <a:pt x="18164" y="5125"/>
                    <a:pt x="18198" y="5216"/>
                    <a:pt x="18222" y="5231"/>
                  </a:cubicBezTo>
                  <a:cubicBezTo>
                    <a:pt x="18244" y="5247"/>
                    <a:pt x="18291" y="5201"/>
                    <a:pt x="18314" y="5185"/>
                  </a:cubicBezTo>
                  <a:cubicBezTo>
                    <a:pt x="18348" y="5160"/>
                    <a:pt x="18412" y="5092"/>
                    <a:pt x="18445" y="5059"/>
                  </a:cubicBezTo>
                  <a:cubicBezTo>
                    <a:pt x="18481" y="5024"/>
                    <a:pt x="18556" y="4963"/>
                    <a:pt x="18588" y="4916"/>
                  </a:cubicBezTo>
                  <a:cubicBezTo>
                    <a:pt x="18626" y="4861"/>
                    <a:pt x="18684" y="4701"/>
                    <a:pt x="18722" y="4649"/>
                  </a:cubicBezTo>
                  <a:cubicBezTo>
                    <a:pt x="18744" y="4619"/>
                    <a:pt x="18794" y="4565"/>
                    <a:pt x="18821" y="4565"/>
                  </a:cubicBezTo>
                  <a:cubicBezTo>
                    <a:pt x="18844" y="4564"/>
                    <a:pt x="18888" y="4608"/>
                    <a:pt x="18907" y="4633"/>
                  </a:cubicBezTo>
                  <a:cubicBezTo>
                    <a:pt x="18925" y="4657"/>
                    <a:pt x="18949" y="4751"/>
                    <a:pt x="18970" y="4756"/>
                  </a:cubicBezTo>
                  <a:cubicBezTo>
                    <a:pt x="18996" y="4763"/>
                    <a:pt x="19045" y="4679"/>
                    <a:pt x="19065" y="4640"/>
                  </a:cubicBezTo>
                  <a:cubicBezTo>
                    <a:pt x="19089" y="4594"/>
                    <a:pt x="19118" y="4465"/>
                    <a:pt x="19141" y="4418"/>
                  </a:cubicBezTo>
                  <a:cubicBezTo>
                    <a:pt x="19170" y="4358"/>
                    <a:pt x="19238" y="4261"/>
                    <a:pt x="19273" y="4222"/>
                  </a:cubicBezTo>
                  <a:cubicBezTo>
                    <a:pt x="19321" y="4171"/>
                    <a:pt x="19424" y="4105"/>
                    <a:pt x="19476" y="4076"/>
                  </a:cubicBezTo>
                  <a:cubicBezTo>
                    <a:pt x="19526" y="4049"/>
                    <a:pt x="19630" y="3986"/>
                    <a:pt x="19681" y="4001"/>
                  </a:cubicBezTo>
                  <a:cubicBezTo>
                    <a:pt x="19698" y="4005"/>
                    <a:pt x="19729" y="4036"/>
                    <a:pt x="19741" y="4060"/>
                  </a:cubicBezTo>
                  <a:cubicBezTo>
                    <a:pt x="19761" y="4101"/>
                    <a:pt x="19785" y="4213"/>
                    <a:pt x="19797" y="4267"/>
                  </a:cubicBezTo>
                  <a:cubicBezTo>
                    <a:pt x="19809" y="4318"/>
                    <a:pt x="19819" y="4440"/>
                    <a:pt x="19837" y="4480"/>
                  </a:cubicBezTo>
                  <a:cubicBezTo>
                    <a:pt x="19852" y="4512"/>
                    <a:pt x="19893" y="4552"/>
                    <a:pt x="19914" y="4549"/>
                  </a:cubicBezTo>
                  <a:cubicBezTo>
                    <a:pt x="19926" y="4548"/>
                    <a:pt x="19949" y="4518"/>
                    <a:pt x="19958" y="4499"/>
                  </a:cubicBezTo>
                  <a:cubicBezTo>
                    <a:pt x="19972" y="4467"/>
                    <a:pt x="19980" y="4372"/>
                    <a:pt x="19992" y="4336"/>
                  </a:cubicBezTo>
                  <a:cubicBezTo>
                    <a:pt x="20001" y="4307"/>
                    <a:pt x="20031" y="4269"/>
                    <a:pt x="20037" y="4236"/>
                  </a:cubicBezTo>
                  <a:cubicBezTo>
                    <a:pt x="20041" y="4213"/>
                    <a:pt x="20040" y="4162"/>
                    <a:pt x="20034" y="4142"/>
                  </a:cubicBezTo>
                  <a:cubicBezTo>
                    <a:pt x="20024" y="4109"/>
                    <a:pt x="19977" y="4105"/>
                    <a:pt x="19970" y="4067"/>
                  </a:cubicBezTo>
                  <a:cubicBezTo>
                    <a:pt x="19966" y="4039"/>
                    <a:pt x="19982" y="3980"/>
                    <a:pt x="19991" y="3957"/>
                  </a:cubicBezTo>
                  <a:cubicBezTo>
                    <a:pt x="20004" y="3919"/>
                    <a:pt x="20042" y="3868"/>
                    <a:pt x="20062" y="3851"/>
                  </a:cubicBezTo>
                  <a:cubicBezTo>
                    <a:pt x="20083" y="3832"/>
                    <a:pt x="20128" y="3815"/>
                    <a:pt x="20151" y="3816"/>
                  </a:cubicBezTo>
                  <a:cubicBezTo>
                    <a:pt x="20182" y="3817"/>
                    <a:pt x="20244" y="3848"/>
                    <a:pt x="20272" y="3876"/>
                  </a:cubicBezTo>
                  <a:cubicBezTo>
                    <a:pt x="20292" y="3894"/>
                    <a:pt x="20327" y="3950"/>
                    <a:pt x="20342" y="3982"/>
                  </a:cubicBezTo>
                  <a:cubicBezTo>
                    <a:pt x="20361" y="4023"/>
                    <a:pt x="20390" y="4129"/>
                    <a:pt x="20408" y="4173"/>
                  </a:cubicBezTo>
                  <a:cubicBezTo>
                    <a:pt x="20427" y="4218"/>
                    <a:pt x="20473" y="4291"/>
                    <a:pt x="20492" y="4336"/>
                  </a:cubicBezTo>
                  <a:cubicBezTo>
                    <a:pt x="20514" y="4388"/>
                    <a:pt x="20554" y="4503"/>
                    <a:pt x="20570" y="4565"/>
                  </a:cubicBezTo>
                  <a:cubicBezTo>
                    <a:pt x="20584" y="4619"/>
                    <a:pt x="20609" y="4735"/>
                    <a:pt x="20614" y="4796"/>
                  </a:cubicBezTo>
                  <a:cubicBezTo>
                    <a:pt x="20619" y="4855"/>
                    <a:pt x="20605" y="4981"/>
                    <a:pt x="20614" y="5038"/>
                  </a:cubicBezTo>
                  <a:cubicBezTo>
                    <a:pt x="20623" y="5094"/>
                    <a:pt x="20665" y="5177"/>
                    <a:pt x="20679" y="5228"/>
                  </a:cubicBezTo>
                  <a:cubicBezTo>
                    <a:pt x="20698" y="5296"/>
                    <a:pt x="20743" y="5434"/>
                    <a:pt x="20745" y="5513"/>
                  </a:cubicBezTo>
                  <a:cubicBezTo>
                    <a:pt x="20745" y="5574"/>
                    <a:pt x="20708" y="5677"/>
                    <a:pt x="20701" y="5736"/>
                  </a:cubicBezTo>
                  <a:cubicBezTo>
                    <a:pt x="20697" y="5763"/>
                    <a:pt x="20689" y="5821"/>
                    <a:pt x="20694" y="5849"/>
                  </a:cubicBezTo>
                  <a:cubicBezTo>
                    <a:pt x="20700" y="5892"/>
                    <a:pt x="20747" y="5933"/>
                    <a:pt x="20750" y="5978"/>
                  </a:cubicBezTo>
                  <a:cubicBezTo>
                    <a:pt x="20753" y="6013"/>
                    <a:pt x="20732" y="6082"/>
                    <a:pt x="20722" y="6111"/>
                  </a:cubicBezTo>
                  <a:cubicBezTo>
                    <a:pt x="20714" y="6136"/>
                    <a:pt x="20687" y="6167"/>
                    <a:pt x="20681" y="6193"/>
                  </a:cubicBezTo>
                  <a:cubicBezTo>
                    <a:pt x="20671" y="6233"/>
                    <a:pt x="20679" y="6332"/>
                    <a:pt x="20669" y="6372"/>
                  </a:cubicBezTo>
                  <a:cubicBezTo>
                    <a:pt x="20657" y="6416"/>
                    <a:pt x="20618" y="6483"/>
                    <a:pt x="20596" y="6499"/>
                  </a:cubicBezTo>
                  <a:cubicBezTo>
                    <a:pt x="20572" y="6516"/>
                    <a:pt x="20519" y="6473"/>
                    <a:pt x="20494" y="6485"/>
                  </a:cubicBezTo>
                  <a:cubicBezTo>
                    <a:pt x="20474" y="6494"/>
                    <a:pt x="20435" y="6534"/>
                    <a:pt x="20422" y="6569"/>
                  </a:cubicBezTo>
                  <a:cubicBezTo>
                    <a:pt x="20408" y="6607"/>
                    <a:pt x="20410" y="6711"/>
                    <a:pt x="20399" y="6753"/>
                  </a:cubicBezTo>
                  <a:cubicBezTo>
                    <a:pt x="20387" y="6795"/>
                    <a:pt x="20352" y="6862"/>
                    <a:pt x="20335" y="6893"/>
                  </a:cubicBezTo>
                  <a:cubicBezTo>
                    <a:pt x="20323" y="6916"/>
                    <a:pt x="20289" y="6937"/>
                    <a:pt x="20282" y="6968"/>
                  </a:cubicBezTo>
                  <a:cubicBezTo>
                    <a:pt x="20270" y="7018"/>
                    <a:pt x="20296" y="7137"/>
                    <a:pt x="20288" y="7189"/>
                  </a:cubicBezTo>
                  <a:cubicBezTo>
                    <a:pt x="20281" y="7233"/>
                    <a:pt x="20240" y="7283"/>
                    <a:pt x="20233" y="7325"/>
                  </a:cubicBezTo>
                  <a:cubicBezTo>
                    <a:pt x="20221" y="7396"/>
                    <a:pt x="20244" y="7554"/>
                    <a:pt x="20235" y="7626"/>
                  </a:cubicBezTo>
                  <a:cubicBezTo>
                    <a:pt x="20227" y="7690"/>
                    <a:pt x="20193" y="7808"/>
                    <a:pt x="20171" y="7851"/>
                  </a:cubicBezTo>
                  <a:cubicBezTo>
                    <a:pt x="20161" y="7872"/>
                    <a:pt x="20128" y="7876"/>
                    <a:pt x="20122" y="7903"/>
                  </a:cubicBezTo>
                  <a:cubicBezTo>
                    <a:pt x="20113" y="7945"/>
                    <a:pt x="20148" y="8037"/>
                    <a:pt x="20143" y="8082"/>
                  </a:cubicBezTo>
                  <a:cubicBezTo>
                    <a:pt x="20137" y="8137"/>
                    <a:pt x="20092" y="8211"/>
                    <a:pt x="20073" y="8251"/>
                  </a:cubicBezTo>
                  <a:cubicBezTo>
                    <a:pt x="20057" y="8287"/>
                    <a:pt x="20016" y="8345"/>
                    <a:pt x="20003" y="8387"/>
                  </a:cubicBezTo>
                  <a:cubicBezTo>
                    <a:pt x="19988" y="8437"/>
                    <a:pt x="19988" y="8582"/>
                    <a:pt x="19965" y="8613"/>
                  </a:cubicBezTo>
                  <a:cubicBezTo>
                    <a:pt x="19943" y="8642"/>
                    <a:pt x="19888" y="8586"/>
                    <a:pt x="19863" y="8584"/>
                  </a:cubicBezTo>
                  <a:cubicBezTo>
                    <a:pt x="19840" y="8583"/>
                    <a:pt x="19794" y="8611"/>
                    <a:pt x="19771" y="8603"/>
                  </a:cubicBezTo>
                  <a:cubicBezTo>
                    <a:pt x="19761" y="8600"/>
                    <a:pt x="19742" y="8562"/>
                    <a:pt x="19731" y="8565"/>
                  </a:cubicBezTo>
                  <a:cubicBezTo>
                    <a:pt x="19718" y="8570"/>
                    <a:pt x="19703" y="8633"/>
                    <a:pt x="19691" y="8641"/>
                  </a:cubicBezTo>
                  <a:cubicBezTo>
                    <a:pt x="19668" y="8655"/>
                    <a:pt x="19621" y="8610"/>
                    <a:pt x="19597" y="8608"/>
                  </a:cubicBezTo>
                  <a:cubicBezTo>
                    <a:pt x="19578" y="8607"/>
                    <a:pt x="19537" y="8600"/>
                    <a:pt x="19521" y="8621"/>
                  </a:cubicBezTo>
                  <a:cubicBezTo>
                    <a:pt x="19511" y="8635"/>
                    <a:pt x="19507" y="8695"/>
                    <a:pt x="19497" y="8707"/>
                  </a:cubicBezTo>
                  <a:cubicBezTo>
                    <a:pt x="19478" y="8728"/>
                    <a:pt x="19431" y="8678"/>
                    <a:pt x="19410" y="8688"/>
                  </a:cubicBezTo>
                  <a:cubicBezTo>
                    <a:pt x="19392" y="8695"/>
                    <a:pt x="19363" y="8747"/>
                    <a:pt x="19346" y="8763"/>
                  </a:cubicBezTo>
                  <a:cubicBezTo>
                    <a:pt x="19331" y="8777"/>
                    <a:pt x="19300" y="8819"/>
                    <a:pt x="19285" y="8810"/>
                  </a:cubicBezTo>
                  <a:cubicBezTo>
                    <a:pt x="19263" y="8798"/>
                    <a:pt x="19242" y="8690"/>
                    <a:pt x="19223" y="8664"/>
                  </a:cubicBezTo>
                  <a:cubicBezTo>
                    <a:pt x="19211" y="8649"/>
                    <a:pt x="19183" y="8624"/>
                    <a:pt x="19169" y="8632"/>
                  </a:cubicBezTo>
                  <a:cubicBezTo>
                    <a:pt x="19157" y="8639"/>
                    <a:pt x="19146" y="8702"/>
                    <a:pt x="19133" y="8711"/>
                  </a:cubicBezTo>
                  <a:cubicBezTo>
                    <a:pt x="19115" y="8725"/>
                    <a:pt x="19075" y="8703"/>
                    <a:pt x="19057" y="8688"/>
                  </a:cubicBezTo>
                  <a:cubicBezTo>
                    <a:pt x="19043" y="8676"/>
                    <a:pt x="19023" y="8617"/>
                    <a:pt x="19008" y="8618"/>
                  </a:cubicBezTo>
                  <a:cubicBezTo>
                    <a:pt x="18978" y="8619"/>
                    <a:pt x="18939" y="8747"/>
                    <a:pt x="18910" y="8768"/>
                  </a:cubicBezTo>
                  <a:cubicBezTo>
                    <a:pt x="18892" y="8781"/>
                    <a:pt x="18849" y="8753"/>
                    <a:pt x="18832" y="8772"/>
                  </a:cubicBezTo>
                  <a:cubicBezTo>
                    <a:pt x="18806" y="8801"/>
                    <a:pt x="18761" y="8907"/>
                    <a:pt x="18762" y="8970"/>
                  </a:cubicBezTo>
                  <a:cubicBezTo>
                    <a:pt x="18762" y="9020"/>
                    <a:pt x="18802" y="9094"/>
                    <a:pt x="18821" y="9120"/>
                  </a:cubicBezTo>
                  <a:cubicBezTo>
                    <a:pt x="18839" y="9144"/>
                    <a:pt x="18881" y="9173"/>
                    <a:pt x="18901" y="9167"/>
                  </a:cubicBezTo>
                  <a:cubicBezTo>
                    <a:pt x="18928" y="9160"/>
                    <a:pt x="18968" y="9066"/>
                    <a:pt x="18994" y="9054"/>
                  </a:cubicBezTo>
                  <a:cubicBezTo>
                    <a:pt x="19029" y="9038"/>
                    <a:pt x="19104" y="9060"/>
                    <a:pt x="19138" y="9087"/>
                  </a:cubicBezTo>
                  <a:cubicBezTo>
                    <a:pt x="19155" y="9100"/>
                    <a:pt x="19185" y="9143"/>
                    <a:pt x="19197" y="9172"/>
                  </a:cubicBezTo>
                  <a:cubicBezTo>
                    <a:pt x="19212" y="9206"/>
                    <a:pt x="19240" y="9288"/>
                    <a:pt x="19242" y="9336"/>
                  </a:cubicBezTo>
                  <a:cubicBezTo>
                    <a:pt x="19245" y="9402"/>
                    <a:pt x="19207" y="9524"/>
                    <a:pt x="19204" y="9590"/>
                  </a:cubicBezTo>
                  <a:cubicBezTo>
                    <a:pt x="19201" y="9638"/>
                    <a:pt x="19216" y="9735"/>
                    <a:pt x="19212" y="9782"/>
                  </a:cubicBezTo>
                  <a:cubicBezTo>
                    <a:pt x="19210" y="9817"/>
                    <a:pt x="19196" y="9880"/>
                    <a:pt x="19187" y="9909"/>
                  </a:cubicBezTo>
                  <a:cubicBezTo>
                    <a:pt x="19178" y="9937"/>
                    <a:pt x="19152" y="9975"/>
                    <a:pt x="19144" y="10004"/>
                  </a:cubicBezTo>
                  <a:cubicBezTo>
                    <a:pt x="19134" y="10039"/>
                    <a:pt x="19120" y="10121"/>
                    <a:pt x="19118" y="10163"/>
                  </a:cubicBezTo>
                  <a:cubicBezTo>
                    <a:pt x="19117" y="10219"/>
                    <a:pt x="19143" y="10324"/>
                    <a:pt x="19142" y="10379"/>
                  </a:cubicBezTo>
                  <a:cubicBezTo>
                    <a:pt x="19141" y="10450"/>
                    <a:pt x="19115" y="10584"/>
                    <a:pt x="19106" y="10651"/>
                  </a:cubicBezTo>
                  <a:cubicBezTo>
                    <a:pt x="19099" y="10700"/>
                    <a:pt x="19088" y="10800"/>
                    <a:pt x="19076" y="10844"/>
                  </a:cubicBezTo>
                  <a:cubicBezTo>
                    <a:pt x="19060" y="10904"/>
                    <a:pt x="19005" y="10984"/>
                    <a:pt x="18991" y="11046"/>
                  </a:cubicBezTo>
                  <a:cubicBezTo>
                    <a:pt x="18981" y="11089"/>
                    <a:pt x="18968" y="11192"/>
                    <a:pt x="18974" y="11239"/>
                  </a:cubicBezTo>
                  <a:cubicBezTo>
                    <a:pt x="18981" y="11294"/>
                    <a:pt x="19019" y="11384"/>
                    <a:pt x="19042" y="11407"/>
                  </a:cubicBezTo>
                  <a:cubicBezTo>
                    <a:pt x="19063" y="11429"/>
                    <a:pt x="19112" y="11415"/>
                    <a:pt x="19136" y="11407"/>
                  </a:cubicBezTo>
                  <a:cubicBezTo>
                    <a:pt x="19156" y="11402"/>
                    <a:pt x="19196" y="11369"/>
                    <a:pt x="19216" y="11356"/>
                  </a:cubicBezTo>
                  <a:cubicBezTo>
                    <a:pt x="19246" y="11337"/>
                    <a:pt x="19310" y="11318"/>
                    <a:pt x="19336" y="11276"/>
                  </a:cubicBezTo>
                  <a:cubicBezTo>
                    <a:pt x="19355" y="11245"/>
                    <a:pt x="19385" y="11155"/>
                    <a:pt x="19389" y="11103"/>
                  </a:cubicBezTo>
                  <a:cubicBezTo>
                    <a:pt x="19393" y="11038"/>
                    <a:pt x="19353" y="10913"/>
                    <a:pt x="19359" y="10849"/>
                  </a:cubicBezTo>
                  <a:cubicBezTo>
                    <a:pt x="19363" y="10803"/>
                    <a:pt x="19388" y="10714"/>
                    <a:pt x="19408" y="10698"/>
                  </a:cubicBezTo>
                  <a:cubicBezTo>
                    <a:pt x="19421" y="10688"/>
                    <a:pt x="19452" y="10710"/>
                    <a:pt x="19463" y="10731"/>
                  </a:cubicBezTo>
                  <a:cubicBezTo>
                    <a:pt x="19477" y="10759"/>
                    <a:pt x="19484" y="10848"/>
                    <a:pt x="19491" y="10887"/>
                  </a:cubicBezTo>
                  <a:cubicBezTo>
                    <a:pt x="19502" y="10945"/>
                    <a:pt x="19518" y="11068"/>
                    <a:pt x="19535" y="11117"/>
                  </a:cubicBezTo>
                  <a:cubicBezTo>
                    <a:pt x="19549" y="11155"/>
                    <a:pt x="19587" y="11213"/>
                    <a:pt x="19608" y="11234"/>
                  </a:cubicBezTo>
                  <a:cubicBezTo>
                    <a:pt x="19632" y="11259"/>
                    <a:pt x="19687" y="11293"/>
                    <a:pt x="19714" y="11290"/>
                  </a:cubicBezTo>
                  <a:cubicBezTo>
                    <a:pt x="19734" y="11289"/>
                    <a:pt x="19777" y="11267"/>
                    <a:pt x="19790" y="11234"/>
                  </a:cubicBezTo>
                  <a:cubicBezTo>
                    <a:pt x="19798" y="11216"/>
                    <a:pt x="19803" y="11164"/>
                    <a:pt x="19801" y="11141"/>
                  </a:cubicBezTo>
                  <a:cubicBezTo>
                    <a:pt x="19797" y="11097"/>
                    <a:pt x="19770" y="11028"/>
                    <a:pt x="19754" y="11000"/>
                  </a:cubicBezTo>
                  <a:cubicBezTo>
                    <a:pt x="19743" y="10978"/>
                    <a:pt x="19712" y="10965"/>
                    <a:pt x="19701" y="10943"/>
                  </a:cubicBezTo>
                  <a:cubicBezTo>
                    <a:pt x="19687" y="10914"/>
                    <a:pt x="19655" y="10838"/>
                    <a:pt x="19661" y="10797"/>
                  </a:cubicBezTo>
                  <a:cubicBezTo>
                    <a:pt x="19665" y="10770"/>
                    <a:pt x="19697" y="10750"/>
                    <a:pt x="19710" y="10755"/>
                  </a:cubicBezTo>
                  <a:cubicBezTo>
                    <a:pt x="19722" y="10759"/>
                    <a:pt x="19737" y="10813"/>
                    <a:pt x="19748" y="10825"/>
                  </a:cubicBezTo>
                  <a:cubicBezTo>
                    <a:pt x="19762" y="10842"/>
                    <a:pt x="19796" y="10849"/>
                    <a:pt x="19812" y="10863"/>
                  </a:cubicBezTo>
                  <a:cubicBezTo>
                    <a:pt x="19826" y="10876"/>
                    <a:pt x="19858" y="10900"/>
                    <a:pt x="19867" y="10929"/>
                  </a:cubicBezTo>
                  <a:cubicBezTo>
                    <a:pt x="19879" y="10964"/>
                    <a:pt x="19871" y="11063"/>
                    <a:pt x="19880" y="11103"/>
                  </a:cubicBezTo>
                  <a:cubicBezTo>
                    <a:pt x="19890" y="11149"/>
                    <a:pt x="19938" y="11203"/>
                    <a:pt x="19944" y="11253"/>
                  </a:cubicBezTo>
                  <a:cubicBezTo>
                    <a:pt x="19950" y="11299"/>
                    <a:pt x="19935" y="11399"/>
                    <a:pt x="19924" y="11441"/>
                  </a:cubicBezTo>
                  <a:cubicBezTo>
                    <a:pt x="19914" y="11480"/>
                    <a:pt x="19873" y="11523"/>
                    <a:pt x="19863" y="11563"/>
                  </a:cubicBezTo>
                  <a:cubicBezTo>
                    <a:pt x="19852" y="11603"/>
                    <a:pt x="19855" y="11704"/>
                    <a:pt x="19846" y="11746"/>
                  </a:cubicBezTo>
                  <a:cubicBezTo>
                    <a:pt x="19836" y="11791"/>
                    <a:pt x="19806" y="11866"/>
                    <a:pt x="19790" y="11902"/>
                  </a:cubicBezTo>
                  <a:cubicBezTo>
                    <a:pt x="19773" y="11939"/>
                    <a:pt x="19726" y="11986"/>
                    <a:pt x="19714" y="12033"/>
                  </a:cubicBezTo>
                  <a:cubicBezTo>
                    <a:pt x="19701" y="12084"/>
                    <a:pt x="19696" y="12212"/>
                    <a:pt x="19705" y="12267"/>
                  </a:cubicBezTo>
                  <a:cubicBezTo>
                    <a:pt x="19711" y="12299"/>
                    <a:pt x="19733" y="12353"/>
                    <a:pt x="19748" y="12361"/>
                  </a:cubicBezTo>
                  <a:cubicBezTo>
                    <a:pt x="19761" y="12370"/>
                    <a:pt x="19791" y="12354"/>
                    <a:pt x="19801" y="12334"/>
                  </a:cubicBezTo>
                  <a:cubicBezTo>
                    <a:pt x="19822" y="12293"/>
                    <a:pt x="19826" y="12159"/>
                    <a:pt x="19837" y="12103"/>
                  </a:cubicBezTo>
                  <a:cubicBezTo>
                    <a:pt x="19846" y="12058"/>
                    <a:pt x="19866" y="11971"/>
                    <a:pt x="19878" y="11930"/>
                  </a:cubicBezTo>
                  <a:cubicBezTo>
                    <a:pt x="19890" y="11886"/>
                    <a:pt x="19921" y="11807"/>
                    <a:pt x="19935" y="11766"/>
                  </a:cubicBezTo>
                  <a:cubicBezTo>
                    <a:pt x="19949" y="11724"/>
                    <a:pt x="19976" y="11643"/>
                    <a:pt x="19988" y="11601"/>
                  </a:cubicBezTo>
                  <a:cubicBezTo>
                    <a:pt x="20002" y="11552"/>
                    <a:pt x="20029" y="11450"/>
                    <a:pt x="20041" y="11398"/>
                  </a:cubicBezTo>
                  <a:cubicBezTo>
                    <a:pt x="20056" y="11337"/>
                    <a:pt x="20078" y="11208"/>
                    <a:pt x="20094" y="11150"/>
                  </a:cubicBezTo>
                  <a:cubicBezTo>
                    <a:pt x="20108" y="11102"/>
                    <a:pt x="20144" y="11019"/>
                    <a:pt x="20159" y="10971"/>
                  </a:cubicBezTo>
                  <a:cubicBezTo>
                    <a:pt x="20179" y="10901"/>
                    <a:pt x="20213" y="10750"/>
                    <a:pt x="20231" y="10675"/>
                  </a:cubicBezTo>
                  <a:cubicBezTo>
                    <a:pt x="20247" y="10605"/>
                    <a:pt x="20279" y="10462"/>
                    <a:pt x="20292" y="10388"/>
                  </a:cubicBezTo>
                  <a:cubicBezTo>
                    <a:pt x="20302" y="10338"/>
                    <a:pt x="20309" y="10224"/>
                    <a:pt x="20324" y="10182"/>
                  </a:cubicBezTo>
                  <a:cubicBezTo>
                    <a:pt x="20333" y="10156"/>
                    <a:pt x="20360" y="10114"/>
                    <a:pt x="20375" y="10111"/>
                  </a:cubicBezTo>
                  <a:cubicBezTo>
                    <a:pt x="20393" y="10108"/>
                    <a:pt x="20431" y="10135"/>
                    <a:pt x="20441" y="10168"/>
                  </a:cubicBezTo>
                  <a:cubicBezTo>
                    <a:pt x="20451" y="10198"/>
                    <a:pt x="20447" y="10279"/>
                    <a:pt x="20441" y="10313"/>
                  </a:cubicBezTo>
                  <a:cubicBezTo>
                    <a:pt x="20432" y="10366"/>
                    <a:pt x="20390" y="10440"/>
                    <a:pt x="20375" y="10487"/>
                  </a:cubicBezTo>
                  <a:cubicBezTo>
                    <a:pt x="20352" y="10558"/>
                    <a:pt x="20316" y="10711"/>
                    <a:pt x="20297" y="10788"/>
                  </a:cubicBezTo>
                  <a:cubicBezTo>
                    <a:pt x="20267" y="10904"/>
                    <a:pt x="20211" y="11141"/>
                    <a:pt x="20182" y="11258"/>
                  </a:cubicBezTo>
                  <a:cubicBezTo>
                    <a:pt x="20157" y="11355"/>
                    <a:pt x="20107" y="11548"/>
                    <a:pt x="20080" y="11643"/>
                  </a:cubicBezTo>
                  <a:cubicBezTo>
                    <a:pt x="20042" y="11772"/>
                    <a:pt x="19959" y="12018"/>
                    <a:pt x="19920" y="12145"/>
                  </a:cubicBezTo>
                  <a:cubicBezTo>
                    <a:pt x="19888" y="12253"/>
                    <a:pt x="19824" y="12469"/>
                    <a:pt x="19797" y="12583"/>
                  </a:cubicBezTo>
                  <a:cubicBezTo>
                    <a:pt x="19763" y="12723"/>
                    <a:pt x="19711" y="13025"/>
                    <a:pt x="19680" y="13170"/>
                  </a:cubicBezTo>
                  <a:cubicBezTo>
                    <a:pt x="19663" y="13251"/>
                    <a:pt x="19615" y="13401"/>
                    <a:pt x="19606" y="13489"/>
                  </a:cubicBezTo>
                  <a:cubicBezTo>
                    <a:pt x="19597" y="13569"/>
                    <a:pt x="19613" y="13736"/>
                    <a:pt x="19608" y="13818"/>
                  </a:cubicBezTo>
                  <a:cubicBezTo>
                    <a:pt x="19604" y="13876"/>
                    <a:pt x="19599" y="14012"/>
                    <a:pt x="19576" y="14039"/>
                  </a:cubicBezTo>
                  <a:cubicBezTo>
                    <a:pt x="19566" y="14050"/>
                    <a:pt x="19541" y="14027"/>
                    <a:pt x="19533" y="14011"/>
                  </a:cubicBezTo>
                  <a:cubicBezTo>
                    <a:pt x="19517" y="13977"/>
                    <a:pt x="19509" y="13874"/>
                    <a:pt x="19502" y="13827"/>
                  </a:cubicBezTo>
                  <a:cubicBezTo>
                    <a:pt x="19495" y="13785"/>
                    <a:pt x="19492" y="13690"/>
                    <a:pt x="19478" y="13658"/>
                  </a:cubicBezTo>
                  <a:cubicBezTo>
                    <a:pt x="19453" y="13604"/>
                    <a:pt x="19377" y="13588"/>
                    <a:pt x="19342" y="13574"/>
                  </a:cubicBezTo>
                  <a:cubicBezTo>
                    <a:pt x="19306" y="13558"/>
                    <a:pt x="19234" y="13540"/>
                    <a:pt x="19197" y="13540"/>
                  </a:cubicBezTo>
                  <a:cubicBezTo>
                    <a:pt x="19128" y="13543"/>
                    <a:pt x="18988" y="13579"/>
                    <a:pt x="18921" y="13620"/>
                  </a:cubicBezTo>
                  <a:cubicBezTo>
                    <a:pt x="18817" y="13685"/>
                    <a:pt x="18623" y="13900"/>
                    <a:pt x="18526" y="14001"/>
                  </a:cubicBezTo>
                  <a:cubicBezTo>
                    <a:pt x="18467" y="14062"/>
                    <a:pt x="18352" y="14189"/>
                    <a:pt x="18296" y="14259"/>
                  </a:cubicBezTo>
                  <a:cubicBezTo>
                    <a:pt x="18233" y="14339"/>
                    <a:pt x="18106" y="14499"/>
                    <a:pt x="18049" y="14598"/>
                  </a:cubicBezTo>
                  <a:cubicBezTo>
                    <a:pt x="17995" y="14691"/>
                    <a:pt x="17900" y="14913"/>
                    <a:pt x="17851" y="15021"/>
                  </a:cubicBezTo>
                  <a:cubicBezTo>
                    <a:pt x="17745" y="15255"/>
                    <a:pt x="17531" y="15719"/>
                    <a:pt x="17433" y="15969"/>
                  </a:cubicBezTo>
                  <a:cubicBezTo>
                    <a:pt x="17313" y="16275"/>
                    <a:pt x="17094" y="16920"/>
                    <a:pt x="16990" y="17252"/>
                  </a:cubicBezTo>
                  <a:cubicBezTo>
                    <a:pt x="16947" y="17391"/>
                    <a:pt x="16866" y="17676"/>
                    <a:pt x="16831" y="17825"/>
                  </a:cubicBezTo>
                  <a:cubicBezTo>
                    <a:pt x="16795" y="17981"/>
                    <a:pt x="16728" y="18303"/>
                    <a:pt x="16709" y="18474"/>
                  </a:cubicBezTo>
                  <a:cubicBezTo>
                    <a:pt x="16697" y="18591"/>
                    <a:pt x="16699" y="18834"/>
                    <a:pt x="16691" y="18953"/>
                  </a:cubicBezTo>
                  <a:cubicBezTo>
                    <a:pt x="16686" y="19017"/>
                    <a:pt x="16667" y="19142"/>
                    <a:pt x="16663" y="19206"/>
                  </a:cubicBezTo>
                  <a:cubicBezTo>
                    <a:pt x="16657" y="19314"/>
                    <a:pt x="16661" y="19625"/>
                    <a:pt x="16663" y="19639"/>
                  </a:cubicBezTo>
                  <a:cubicBezTo>
                    <a:pt x="16665" y="19653"/>
                    <a:pt x="16625" y="19934"/>
                    <a:pt x="16614" y="20033"/>
                  </a:cubicBezTo>
                  <a:cubicBezTo>
                    <a:pt x="16610" y="20071"/>
                    <a:pt x="16606" y="20147"/>
                    <a:pt x="16601" y="20183"/>
                  </a:cubicBezTo>
                  <a:cubicBezTo>
                    <a:pt x="16596" y="20229"/>
                    <a:pt x="16572" y="20311"/>
                    <a:pt x="16572" y="20358"/>
                  </a:cubicBezTo>
                  <a:cubicBezTo>
                    <a:pt x="16571" y="20419"/>
                    <a:pt x="16604" y="20527"/>
                    <a:pt x="16607" y="20588"/>
                  </a:cubicBezTo>
                  <a:cubicBezTo>
                    <a:pt x="16611" y="20645"/>
                    <a:pt x="16613" y="20765"/>
                    <a:pt x="16604" y="20818"/>
                  </a:cubicBezTo>
                  <a:cubicBezTo>
                    <a:pt x="16595" y="20865"/>
                    <a:pt x="16564" y="20956"/>
                    <a:pt x="16542" y="20967"/>
                  </a:cubicBezTo>
                  <a:cubicBezTo>
                    <a:pt x="16526" y="20977"/>
                    <a:pt x="16492" y="20945"/>
                    <a:pt x="16480" y="20921"/>
                  </a:cubicBezTo>
                  <a:cubicBezTo>
                    <a:pt x="16467" y="20897"/>
                    <a:pt x="16458" y="20816"/>
                    <a:pt x="16448" y="20785"/>
                  </a:cubicBezTo>
                  <a:cubicBezTo>
                    <a:pt x="16440" y="20760"/>
                    <a:pt x="16423" y="20706"/>
                    <a:pt x="16410" y="20696"/>
                  </a:cubicBezTo>
                  <a:cubicBezTo>
                    <a:pt x="16363" y="20655"/>
                    <a:pt x="16258" y="20715"/>
                    <a:pt x="16208" y="20724"/>
                  </a:cubicBezTo>
                  <a:cubicBezTo>
                    <a:pt x="16158" y="20734"/>
                    <a:pt x="16059" y="20750"/>
                    <a:pt x="16010" y="20771"/>
                  </a:cubicBezTo>
                  <a:cubicBezTo>
                    <a:pt x="15917" y="20811"/>
                    <a:pt x="15733" y="20922"/>
                    <a:pt x="15645" y="20996"/>
                  </a:cubicBezTo>
                  <a:cubicBezTo>
                    <a:pt x="15556" y="21070"/>
                    <a:pt x="15387" y="21261"/>
                    <a:pt x="15304" y="21363"/>
                  </a:cubicBezTo>
                  <a:cubicBezTo>
                    <a:pt x="15262" y="21416"/>
                    <a:pt x="15193" y="21514"/>
                    <a:pt x="15134" y="21600"/>
                  </a:cubicBezTo>
                  <a:lnTo>
                    <a:pt x="11667" y="16635"/>
                  </a:lnTo>
                  <a:lnTo>
                    <a:pt x="8872" y="17819"/>
                  </a:lnTo>
                  <a:lnTo>
                    <a:pt x="8866" y="17030"/>
                  </a:lnTo>
                  <a:lnTo>
                    <a:pt x="8364" y="16045"/>
                  </a:lnTo>
                  <a:lnTo>
                    <a:pt x="8156" y="16543"/>
                  </a:lnTo>
                  <a:cubicBezTo>
                    <a:pt x="8156" y="16543"/>
                    <a:pt x="8090" y="16494"/>
                    <a:pt x="8077" y="16454"/>
                  </a:cubicBezTo>
                  <a:cubicBezTo>
                    <a:pt x="8064" y="16407"/>
                    <a:pt x="8061" y="16285"/>
                    <a:pt x="8069" y="16233"/>
                  </a:cubicBezTo>
                  <a:cubicBezTo>
                    <a:pt x="8074" y="16194"/>
                    <a:pt x="8112" y="16146"/>
                    <a:pt x="8116" y="16106"/>
                  </a:cubicBezTo>
                  <a:cubicBezTo>
                    <a:pt x="8120" y="16057"/>
                    <a:pt x="8101" y="15959"/>
                    <a:pt x="8086" y="15922"/>
                  </a:cubicBezTo>
                  <a:cubicBezTo>
                    <a:pt x="8073" y="15890"/>
                    <a:pt x="8016" y="15843"/>
                    <a:pt x="8016" y="15843"/>
                  </a:cubicBezTo>
                  <a:lnTo>
                    <a:pt x="6459" y="16351"/>
                  </a:lnTo>
                  <a:lnTo>
                    <a:pt x="5069" y="16787"/>
                  </a:lnTo>
                  <a:cubicBezTo>
                    <a:pt x="5069" y="16787"/>
                    <a:pt x="4973" y="16817"/>
                    <a:pt x="4946" y="16853"/>
                  </a:cubicBezTo>
                  <a:cubicBezTo>
                    <a:pt x="4929" y="16875"/>
                    <a:pt x="4913" y="16965"/>
                    <a:pt x="4895" y="16980"/>
                  </a:cubicBezTo>
                  <a:cubicBezTo>
                    <a:pt x="4879" y="16992"/>
                    <a:pt x="4843" y="16948"/>
                    <a:pt x="4826" y="16961"/>
                  </a:cubicBezTo>
                  <a:cubicBezTo>
                    <a:pt x="4808" y="16975"/>
                    <a:pt x="4789" y="17093"/>
                    <a:pt x="4769" y="17083"/>
                  </a:cubicBezTo>
                  <a:cubicBezTo>
                    <a:pt x="4751" y="17074"/>
                    <a:pt x="4756" y="16959"/>
                    <a:pt x="4743" y="16928"/>
                  </a:cubicBezTo>
                  <a:cubicBezTo>
                    <a:pt x="4734" y="16904"/>
                    <a:pt x="4705" y="16868"/>
                    <a:pt x="4690" y="16872"/>
                  </a:cubicBezTo>
                  <a:cubicBezTo>
                    <a:pt x="4668" y="16878"/>
                    <a:pt x="4631" y="16950"/>
                    <a:pt x="4620" y="16995"/>
                  </a:cubicBezTo>
                  <a:cubicBezTo>
                    <a:pt x="4608" y="17046"/>
                    <a:pt x="4634" y="17190"/>
                    <a:pt x="4614" y="17228"/>
                  </a:cubicBezTo>
                  <a:cubicBezTo>
                    <a:pt x="4600" y="17256"/>
                    <a:pt x="4560" y="17215"/>
                    <a:pt x="4542" y="17219"/>
                  </a:cubicBezTo>
                  <a:cubicBezTo>
                    <a:pt x="4527" y="17222"/>
                    <a:pt x="4498" y="17238"/>
                    <a:pt x="4484" y="17252"/>
                  </a:cubicBezTo>
                  <a:cubicBezTo>
                    <a:pt x="4466" y="17271"/>
                    <a:pt x="4437" y="17338"/>
                    <a:pt x="4418" y="17355"/>
                  </a:cubicBezTo>
                  <a:cubicBezTo>
                    <a:pt x="4399" y="17373"/>
                    <a:pt x="4355" y="17365"/>
                    <a:pt x="4336" y="17383"/>
                  </a:cubicBezTo>
                  <a:cubicBezTo>
                    <a:pt x="4306" y="17412"/>
                    <a:pt x="4262" y="17522"/>
                    <a:pt x="4235" y="17562"/>
                  </a:cubicBezTo>
                  <a:cubicBezTo>
                    <a:pt x="4210" y="17600"/>
                    <a:pt x="4155" y="17657"/>
                    <a:pt x="4129" y="17694"/>
                  </a:cubicBezTo>
                  <a:cubicBezTo>
                    <a:pt x="4109" y="17724"/>
                    <a:pt x="4067" y="17788"/>
                    <a:pt x="4051" y="17830"/>
                  </a:cubicBezTo>
                  <a:cubicBezTo>
                    <a:pt x="4035" y="17868"/>
                    <a:pt x="4018" y="17972"/>
                    <a:pt x="4002" y="18008"/>
                  </a:cubicBezTo>
                  <a:cubicBezTo>
                    <a:pt x="3984" y="18047"/>
                    <a:pt x="3936" y="18087"/>
                    <a:pt x="3917" y="18121"/>
                  </a:cubicBezTo>
                  <a:cubicBezTo>
                    <a:pt x="3901" y="18148"/>
                    <a:pt x="3880" y="18237"/>
                    <a:pt x="3861" y="18248"/>
                  </a:cubicBezTo>
                  <a:cubicBezTo>
                    <a:pt x="3848" y="18255"/>
                    <a:pt x="3822" y="18225"/>
                    <a:pt x="3810" y="18211"/>
                  </a:cubicBezTo>
                  <a:cubicBezTo>
                    <a:pt x="3797" y="18194"/>
                    <a:pt x="3779" y="18124"/>
                    <a:pt x="3763" y="18121"/>
                  </a:cubicBezTo>
                  <a:cubicBezTo>
                    <a:pt x="3741" y="18117"/>
                    <a:pt x="3705" y="18199"/>
                    <a:pt x="3685" y="18224"/>
                  </a:cubicBezTo>
                  <a:cubicBezTo>
                    <a:pt x="3646" y="18274"/>
                    <a:pt x="3568" y="18368"/>
                    <a:pt x="3530" y="18417"/>
                  </a:cubicBezTo>
                  <a:cubicBezTo>
                    <a:pt x="3492" y="18465"/>
                    <a:pt x="3418" y="18565"/>
                    <a:pt x="3381" y="18615"/>
                  </a:cubicBezTo>
                  <a:cubicBezTo>
                    <a:pt x="3323" y="18694"/>
                    <a:pt x="3212" y="18874"/>
                    <a:pt x="3149" y="18934"/>
                  </a:cubicBezTo>
                  <a:cubicBezTo>
                    <a:pt x="3122" y="18960"/>
                    <a:pt x="3072" y="18984"/>
                    <a:pt x="3034" y="19003"/>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14" name="Shape 4696"/>
            <p:cNvSpPr/>
            <p:nvPr/>
          </p:nvSpPr>
          <p:spPr>
            <a:xfrm>
              <a:off x="8261213" y="3727901"/>
              <a:ext cx="1047442" cy="789941"/>
            </a:xfrm>
            <a:custGeom>
              <a:avLst/>
              <a:gdLst/>
              <a:ahLst/>
              <a:cxnLst>
                <a:cxn ang="0">
                  <a:pos x="wd2" y="hd2"/>
                </a:cxn>
                <a:cxn ang="5400000">
                  <a:pos x="wd2" y="hd2"/>
                </a:cxn>
                <a:cxn ang="10800000">
                  <a:pos x="wd2" y="hd2"/>
                </a:cxn>
                <a:cxn ang="16200000">
                  <a:pos x="wd2" y="hd2"/>
                </a:cxn>
              </a:cxnLst>
              <a:rect l="0" t="0" r="r" b="b"/>
              <a:pathLst>
                <a:path w="21598" h="21595" extrusionOk="0">
                  <a:moveTo>
                    <a:pt x="15626" y="818"/>
                  </a:moveTo>
                  <a:lnTo>
                    <a:pt x="21598" y="5951"/>
                  </a:lnTo>
                  <a:cubicBezTo>
                    <a:pt x="21545" y="5998"/>
                    <a:pt x="21496" y="6042"/>
                    <a:pt x="21459" y="6074"/>
                  </a:cubicBezTo>
                  <a:cubicBezTo>
                    <a:pt x="21364" y="6162"/>
                    <a:pt x="21175" y="6341"/>
                    <a:pt x="21086" y="6439"/>
                  </a:cubicBezTo>
                  <a:cubicBezTo>
                    <a:pt x="20998" y="6535"/>
                    <a:pt x="20829" y="6737"/>
                    <a:pt x="20752" y="6848"/>
                  </a:cubicBezTo>
                  <a:cubicBezTo>
                    <a:pt x="20664" y="6973"/>
                    <a:pt x="20498" y="7242"/>
                    <a:pt x="20426" y="7386"/>
                  </a:cubicBezTo>
                  <a:cubicBezTo>
                    <a:pt x="20361" y="7519"/>
                    <a:pt x="20251" y="7805"/>
                    <a:pt x="20199" y="7950"/>
                  </a:cubicBezTo>
                  <a:cubicBezTo>
                    <a:pt x="20149" y="8088"/>
                    <a:pt x="20060" y="8371"/>
                    <a:pt x="20016" y="8513"/>
                  </a:cubicBezTo>
                  <a:cubicBezTo>
                    <a:pt x="19991" y="8594"/>
                    <a:pt x="19950" y="8760"/>
                    <a:pt x="19921" y="8838"/>
                  </a:cubicBezTo>
                  <a:cubicBezTo>
                    <a:pt x="19882" y="8944"/>
                    <a:pt x="19776" y="9135"/>
                    <a:pt x="19738" y="9242"/>
                  </a:cubicBezTo>
                  <a:cubicBezTo>
                    <a:pt x="19694" y="9363"/>
                    <a:pt x="19626" y="9620"/>
                    <a:pt x="19602" y="9751"/>
                  </a:cubicBezTo>
                  <a:cubicBezTo>
                    <a:pt x="19577" y="9891"/>
                    <a:pt x="19552" y="10176"/>
                    <a:pt x="19544" y="10319"/>
                  </a:cubicBezTo>
                  <a:cubicBezTo>
                    <a:pt x="19537" y="10425"/>
                    <a:pt x="19525" y="10637"/>
                    <a:pt x="19536" y="10742"/>
                  </a:cubicBezTo>
                  <a:cubicBezTo>
                    <a:pt x="19545" y="10822"/>
                    <a:pt x="19591" y="10971"/>
                    <a:pt x="19609" y="11048"/>
                  </a:cubicBezTo>
                  <a:cubicBezTo>
                    <a:pt x="19626" y="11120"/>
                    <a:pt x="19674" y="11260"/>
                    <a:pt x="19676" y="11334"/>
                  </a:cubicBezTo>
                  <a:cubicBezTo>
                    <a:pt x="19677" y="11396"/>
                    <a:pt x="19647" y="11517"/>
                    <a:pt x="19627" y="11574"/>
                  </a:cubicBezTo>
                  <a:cubicBezTo>
                    <a:pt x="19609" y="11629"/>
                    <a:pt x="19552" y="11722"/>
                    <a:pt x="19528" y="11772"/>
                  </a:cubicBezTo>
                  <a:cubicBezTo>
                    <a:pt x="19494" y="11840"/>
                    <a:pt x="19442" y="11991"/>
                    <a:pt x="19399" y="12046"/>
                  </a:cubicBezTo>
                  <a:cubicBezTo>
                    <a:pt x="19354" y="12104"/>
                    <a:pt x="19235" y="12163"/>
                    <a:pt x="19186" y="12212"/>
                  </a:cubicBezTo>
                  <a:cubicBezTo>
                    <a:pt x="19157" y="12241"/>
                    <a:pt x="19085" y="12300"/>
                    <a:pt x="19081" y="12348"/>
                  </a:cubicBezTo>
                  <a:cubicBezTo>
                    <a:pt x="19077" y="12396"/>
                    <a:pt x="19153" y="12462"/>
                    <a:pt x="19162" y="12510"/>
                  </a:cubicBezTo>
                  <a:cubicBezTo>
                    <a:pt x="19170" y="12564"/>
                    <a:pt x="19146" y="12677"/>
                    <a:pt x="19135" y="12730"/>
                  </a:cubicBezTo>
                  <a:cubicBezTo>
                    <a:pt x="19123" y="12785"/>
                    <a:pt x="19103" y="12906"/>
                    <a:pt x="19069" y="12941"/>
                  </a:cubicBezTo>
                  <a:cubicBezTo>
                    <a:pt x="19024" y="12987"/>
                    <a:pt x="18900" y="12981"/>
                    <a:pt x="18844" y="12986"/>
                  </a:cubicBezTo>
                  <a:cubicBezTo>
                    <a:pt x="18809" y="12989"/>
                    <a:pt x="18737" y="12969"/>
                    <a:pt x="18703" y="12982"/>
                  </a:cubicBezTo>
                  <a:cubicBezTo>
                    <a:pt x="18678" y="12992"/>
                    <a:pt x="18642" y="13043"/>
                    <a:pt x="18619" y="13057"/>
                  </a:cubicBezTo>
                  <a:cubicBezTo>
                    <a:pt x="18602" y="13068"/>
                    <a:pt x="18563" y="13093"/>
                    <a:pt x="18544" y="13086"/>
                  </a:cubicBezTo>
                  <a:cubicBezTo>
                    <a:pt x="18514" y="13075"/>
                    <a:pt x="18487" y="12990"/>
                    <a:pt x="18463" y="12965"/>
                  </a:cubicBezTo>
                  <a:cubicBezTo>
                    <a:pt x="18439" y="12942"/>
                    <a:pt x="18387" y="12896"/>
                    <a:pt x="18358" y="12896"/>
                  </a:cubicBezTo>
                  <a:cubicBezTo>
                    <a:pt x="18335" y="12895"/>
                    <a:pt x="18287" y="12921"/>
                    <a:pt x="18270" y="12943"/>
                  </a:cubicBezTo>
                  <a:cubicBezTo>
                    <a:pt x="18254" y="12965"/>
                    <a:pt x="18251" y="13034"/>
                    <a:pt x="18236" y="13057"/>
                  </a:cubicBezTo>
                  <a:cubicBezTo>
                    <a:pt x="18220" y="13083"/>
                    <a:pt x="18170" y="13108"/>
                    <a:pt x="18153" y="13135"/>
                  </a:cubicBezTo>
                  <a:cubicBezTo>
                    <a:pt x="18136" y="13161"/>
                    <a:pt x="18120" y="13231"/>
                    <a:pt x="18107" y="13261"/>
                  </a:cubicBezTo>
                  <a:cubicBezTo>
                    <a:pt x="18091" y="13294"/>
                    <a:pt x="18050" y="13349"/>
                    <a:pt x="18038" y="13384"/>
                  </a:cubicBezTo>
                  <a:cubicBezTo>
                    <a:pt x="18022" y="13435"/>
                    <a:pt x="18014" y="13546"/>
                    <a:pt x="18011" y="13601"/>
                  </a:cubicBezTo>
                  <a:cubicBezTo>
                    <a:pt x="18009" y="13633"/>
                    <a:pt x="17998" y="13703"/>
                    <a:pt x="18011" y="13731"/>
                  </a:cubicBezTo>
                  <a:cubicBezTo>
                    <a:pt x="18030" y="13769"/>
                    <a:pt x="18100" y="13818"/>
                    <a:pt x="18134" y="13812"/>
                  </a:cubicBezTo>
                  <a:cubicBezTo>
                    <a:pt x="18159" y="13807"/>
                    <a:pt x="18185" y="13716"/>
                    <a:pt x="18212" y="13717"/>
                  </a:cubicBezTo>
                  <a:cubicBezTo>
                    <a:pt x="18230" y="13718"/>
                    <a:pt x="18257" y="13762"/>
                    <a:pt x="18263" y="13785"/>
                  </a:cubicBezTo>
                  <a:cubicBezTo>
                    <a:pt x="18272" y="13824"/>
                    <a:pt x="18263" y="13914"/>
                    <a:pt x="18245" y="13947"/>
                  </a:cubicBezTo>
                  <a:cubicBezTo>
                    <a:pt x="18229" y="13979"/>
                    <a:pt x="18170" y="14000"/>
                    <a:pt x="18146" y="14019"/>
                  </a:cubicBezTo>
                  <a:cubicBezTo>
                    <a:pt x="18111" y="14045"/>
                    <a:pt x="18040" y="14095"/>
                    <a:pt x="18009" y="14128"/>
                  </a:cubicBezTo>
                  <a:cubicBezTo>
                    <a:pt x="17969" y="14171"/>
                    <a:pt x="17901" y="14271"/>
                    <a:pt x="17870" y="14323"/>
                  </a:cubicBezTo>
                  <a:cubicBezTo>
                    <a:pt x="17843" y="14366"/>
                    <a:pt x="17793" y="14455"/>
                    <a:pt x="17780" y="14507"/>
                  </a:cubicBezTo>
                  <a:cubicBezTo>
                    <a:pt x="17766" y="14556"/>
                    <a:pt x="17779" y="14663"/>
                    <a:pt x="17765" y="14712"/>
                  </a:cubicBezTo>
                  <a:cubicBezTo>
                    <a:pt x="17754" y="14747"/>
                    <a:pt x="17715" y="14802"/>
                    <a:pt x="17694" y="14828"/>
                  </a:cubicBezTo>
                  <a:cubicBezTo>
                    <a:pt x="17660" y="14869"/>
                    <a:pt x="17581" y="14934"/>
                    <a:pt x="17542" y="14967"/>
                  </a:cubicBezTo>
                  <a:cubicBezTo>
                    <a:pt x="17504" y="15001"/>
                    <a:pt x="17416" y="15053"/>
                    <a:pt x="17384" y="15096"/>
                  </a:cubicBezTo>
                  <a:cubicBezTo>
                    <a:pt x="17359" y="15130"/>
                    <a:pt x="17341" y="15231"/>
                    <a:pt x="17313" y="15259"/>
                  </a:cubicBezTo>
                  <a:cubicBezTo>
                    <a:pt x="17287" y="15283"/>
                    <a:pt x="17217" y="15275"/>
                    <a:pt x="17188" y="15294"/>
                  </a:cubicBezTo>
                  <a:cubicBezTo>
                    <a:pt x="17169" y="15308"/>
                    <a:pt x="17127" y="15344"/>
                    <a:pt x="17120" y="15372"/>
                  </a:cubicBezTo>
                  <a:cubicBezTo>
                    <a:pt x="17110" y="15409"/>
                    <a:pt x="17133" y="15489"/>
                    <a:pt x="17140" y="15527"/>
                  </a:cubicBezTo>
                  <a:cubicBezTo>
                    <a:pt x="17145" y="15563"/>
                    <a:pt x="17167" y="15630"/>
                    <a:pt x="17169" y="15666"/>
                  </a:cubicBezTo>
                  <a:cubicBezTo>
                    <a:pt x="17172" y="15720"/>
                    <a:pt x="17171" y="15834"/>
                    <a:pt x="17149" y="15881"/>
                  </a:cubicBezTo>
                  <a:cubicBezTo>
                    <a:pt x="17126" y="15930"/>
                    <a:pt x="17040" y="15978"/>
                    <a:pt x="17005" y="16013"/>
                  </a:cubicBezTo>
                  <a:cubicBezTo>
                    <a:pt x="16959" y="16060"/>
                    <a:pt x="16865" y="16151"/>
                    <a:pt x="16827" y="16211"/>
                  </a:cubicBezTo>
                  <a:cubicBezTo>
                    <a:pt x="16802" y="16249"/>
                    <a:pt x="16772" y="16345"/>
                    <a:pt x="16749" y="16385"/>
                  </a:cubicBezTo>
                  <a:cubicBezTo>
                    <a:pt x="16729" y="16419"/>
                    <a:pt x="16690" y="16492"/>
                    <a:pt x="16661" y="16508"/>
                  </a:cubicBezTo>
                  <a:cubicBezTo>
                    <a:pt x="16632" y="16525"/>
                    <a:pt x="16564" y="16497"/>
                    <a:pt x="16534" y="16508"/>
                  </a:cubicBezTo>
                  <a:cubicBezTo>
                    <a:pt x="16507" y="16519"/>
                    <a:pt x="16464" y="16572"/>
                    <a:pt x="16439" y="16589"/>
                  </a:cubicBezTo>
                  <a:cubicBezTo>
                    <a:pt x="16411" y="16608"/>
                    <a:pt x="16349" y="16630"/>
                    <a:pt x="16322" y="16651"/>
                  </a:cubicBezTo>
                  <a:cubicBezTo>
                    <a:pt x="16284" y="16679"/>
                    <a:pt x="16213" y="16746"/>
                    <a:pt x="16182" y="16786"/>
                  </a:cubicBezTo>
                  <a:cubicBezTo>
                    <a:pt x="16144" y="16837"/>
                    <a:pt x="16089" y="16958"/>
                    <a:pt x="16055" y="17013"/>
                  </a:cubicBezTo>
                  <a:cubicBezTo>
                    <a:pt x="16040" y="17038"/>
                    <a:pt x="16015" y="17094"/>
                    <a:pt x="15994" y="17111"/>
                  </a:cubicBezTo>
                  <a:cubicBezTo>
                    <a:pt x="15965" y="17135"/>
                    <a:pt x="15890" y="17128"/>
                    <a:pt x="15860" y="17150"/>
                  </a:cubicBezTo>
                  <a:cubicBezTo>
                    <a:pt x="15812" y="17184"/>
                    <a:pt x="15746" y="17301"/>
                    <a:pt x="15708" y="17353"/>
                  </a:cubicBezTo>
                  <a:cubicBezTo>
                    <a:pt x="15671" y="17406"/>
                    <a:pt x="15597" y="17512"/>
                    <a:pt x="15565" y="17570"/>
                  </a:cubicBezTo>
                  <a:cubicBezTo>
                    <a:pt x="15538" y="17618"/>
                    <a:pt x="15506" y="17735"/>
                    <a:pt x="15475" y="17777"/>
                  </a:cubicBezTo>
                  <a:cubicBezTo>
                    <a:pt x="15458" y="17799"/>
                    <a:pt x="15417" y="17842"/>
                    <a:pt x="15394" y="17840"/>
                  </a:cubicBezTo>
                  <a:cubicBezTo>
                    <a:pt x="15362" y="17834"/>
                    <a:pt x="15330" y="17732"/>
                    <a:pt x="15299" y="17725"/>
                  </a:cubicBezTo>
                  <a:cubicBezTo>
                    <a:pt x="15278" y="17721"/>
                    <a:pt x="15236" y="17750"/>
                    <a:pt x="15222" y="17771"/>
                  </a:cubicBezTo>
                  <a:cubicBezTo>
                    <a:pt x="15203" y="17800"/>
                    <a:pt x="15206" y="17888"/>
                    <a:pt x="15186" y="17917"/>
                  </a:cubicBezTo>
                  <a:cubicBezTo>
                    <a:pt x="15165" y="17947"/>
                    <a:pt x="15104" y="17978"/>
                    <a:pt x="15073" y="17981"/>
                  </a:cubicBezTo>
                  <a:cubicBezTo>
                    <a:pt x="15056" y="17983"/>
                    <a:pt x="15017" y="17973"/>
                    <a:pt x="15005" y="17956"/>
                  </a:cubicBezTo>
                  <a:cubicBezTo>
                    <a:pt x="14986" y="17926"/>
                    <a:pt x="15008" y="17834"/>
                    <a:pt x="14990" y="17804"/>
                  </a:cubicBezTo>
                  <a:cubicBezTo>
                    <a:pt x="14979" y="17783"/>
                    <a:pt x="14939" y="17763"/>
                    <a:pt x="14920" y="17765"/>
                  </a:cubicBezTo>
                  <a:cubicBezTo>
                    <a:pt x="14886" y="17767"/>
                    <a:pt x="14820" y="17815"/>
                    <a:pt x="14800" y="17851"/>
                  </a:cubicBezTo>
                  <a:cubicBezTo>
                    <a:pt x="14775" y="17899"/>
                    <a:pt x="14764" y="18024"/>
                    <a:pt x="14771" y="18082"/>
                  </a:cubicBezTo>
                  <a:cubicBezTo>
                    <a:pt x="14778" y="18132"/>
                    <a:pt x="14816" y="18231"/>
                    <a:pt x="14846" y="18263"/>
                  </a:cubicBezTo>
                  <a:cubicBezTo>
                    <a:pt x="14867" y="18284"/>
                    <a:pt x="14920" y="18290"/>
                    <a:pt x="14944" y="18302"/>
                  </a:cubicBezTo>
                  <a:cubicBezTo>
                    <a:pt x="14971" y="18315"/>
                    <a:pt x="15032" y="18335"/>
                    <a:pt x="15051" y="18363"/>
                  </a:cubicBezTo>
                  <a:cubicBezTo>
                    <a:pt x="15071" y="18390"/>
                    <a:pt x="15087" y="18466"/>
                    <a:pt x="15088" y="18503"/>
                  </a:cubicBezTo>
                  <a:cubicBezTo>
                    <a:pt x="15090" y="18542"/>
                    <a:pt x="15064" y="18615"/>
                    <a:pt x="15062" y="18655"/>
                  </a:cubicBezTo>
                  <a:cubicBezTo>
                    <a:pt x="15058" y="18727"/>
                    <a:pt x="15100" y="18876"/>
                    <a:pt x="15081" y="18943"/>
                  </a:cubicBezTo>
                  <a:cubicBezTo>
                    <a:pt x="15070" y="18980"/>
                    <a:pt x="15014" y="19026"/>
                    <a:pt x="14990" y="19053"/>
                  </a:cubicBezTo>
                  <a:cubicBezTo>
                    <a:pt x="14945" y="19105"/>
                    <a:pt x="14849" y="19199"/>
                    <a:pt x="14806" y="19254"/>
                  </a:cubicBezTo>
                  <a:cubicBezTo>
                    <a:pt x="14772" y="19295"/>
                    <a:pt x="14718" y="19392"/>
                    <a:pt x="14683" y="19432"/>
                  </a:cubicBezTo>
                  <a:cubicBezTo>
                    <a:pt x="14644" y="19477"/>
                    <a:pt x="14557" y="19553"/>
                    <a:pt x="14512" y="19588"/>
                  </a:cubicBezTo>
                  <a:cubicBezTo>
                    <a:pt x="14472" y="19617"/>
                    <a:pt x="14386" y="19665"/>
                    <a:pt x="14344" y="19688"/>
                  </a:cubicBezTo>
                  <a:cubicBezTo>
                    <a:pt x="14320" y="19700"/>
                    <a:pt x="14267" y="19707"/>
                    <a:pt x="14248" y="19729"/>
                  </a:cubicBezTo>
                  <a:cubicBezTo>
                    <a:pt x="14226" y="19757"/>
                    <a:pt x="14213" y="19838"/>
                    <a:pt x="14205" y="19876"/>
                  </a:cubicBezTo>
                  <a:cubicBezTo>
                    <a:pt x="14195" y="19918"/>
                    <a:pt x="14188" y="20007"/>
                    <a:pt x="14176" y="20047"/>
                  </a:cubicBezTo>
                  <a:cubicBezTo>
                    <a:pt x="14161" y="20089"/>
                    <a:pt x="14113" y="20158"/>
                    <a:pt x="14099" y="20200"/>
                  </a:cubicBezTo>
                  <a:cubicBezTo>
                    <a:pt x="14075" y="20274"/>
                    <a:pt x="14066" y="20440"/>
                    <a:pt x="14038" y="20514"/>
                  </a:cubicBezTo>
                  <a:cubicBezTo>
                    <a:pt x="14011" y="20585"/>
                    <a:pt x="13933" y="20713"/>
                    <a:pt x="13887" y="20767"/>
                  </a:cubicBezTo>
                  <a:cubicBezTo>
                    <a:pt x="13845" y="20815"/>
                    <a:pt x="13747" y="20898"/>
                    <a:pt x="13694" y="20921"/>
                  </a:cubicBezTo>
                  <a:cubicBezTo>
                    <a:pt x="13664" y="20934"/>
                    <a:pt x="13598" y="20916"/>
                    <a:pt x="13569" y="20934"/>
                  </a:cubicBezTo>
                  <a:cubicBezTo>
                    <a:pt x="13521" y="20965"/>
                    <a:pt x="13460" y="21091"/>
                    <a:pt x="13425" y="21145"/>
                  </a:cubicBezTo>
                  <a:cubicBezTo>
                    <a:pt x="13405" y="21176"/>
                    <a:pt x="13349" y="21232"/>
                    <a:pt x="13347" y="21274"/>
                  </a:cubicBezTo>
                  <a:cubicBezTo>
                    <a:pt x="13347" y="21305"/>
                    <a:pt x="13397" y="21346"/>
                    <a:pt x="13401" y="21378"/>
                  </a:cubicBezTo>
                  <a:cubicBezTo>
                    <a:pt x="13404" y="21409"/>
                    <a:pt x="13364" y="21469"/>
                    <a:pt x="13369" y="21501"/>
                  </a:cubicBezTo>
                  <a:cubicBezTo>
                    <a:pt x="13372" y="21516"/>
                    <a:pt x="13381" y="21536"/>
                    <a:pt x="13392" y="21555"/>
                  </a:cubicBezTo>
                  <a:cubicBezTo>
                    <a:pt x="13376" y="21574"/>
                    <a:pt x="13357" y="21592"/>
                    <a:pt x="13345" y="21595"/>
                  </a:cubicBezTo>
                  <a:cubicBezTo>
                    <a:pt x="13314" y="21600"/>
                    <a:pt x="13254" y="21555"/>
                    <a:pt x="13230" y="21527"/>
                  </a:cubicBezTo>
                  <a:cubicBezTo>
                    <a:pt x="13203" y="21496"/>
                    <a:pt x="13185" y="21395"/>
                    <a:pt x="13157" y="21368"/>
                  </a:cubicBezTo>
                  <a:cubicBezTo>
                    <a:pt x="13137" y="21349"/>
                    <a:pt x="13084" y="21352"/>
                    <a:pt x="13062" y="21339"/>
                  </a:cubicBezTo>
                  <a:cubicBezTo>
                    <a:pt x="13026" y="21317"/>
                    <a:pt x="12970" y="21230"/>
                    <a:pt x="12932" y="21216"/>
                  </a:cubicBezTo>
                  <a:cubicBezTo>
                    <a:pt x="12902" y="21205"/>
                    <a:pt x="12834" y="21209"/>
                    <a:pt x="12807" y="21232"/>
                  </a:cubicBezTo>
                  <a:cubicBezTo>
                    <a:pt x="12786" y="21251"/>
                    <a:pt x="12776" y="21329"/>
                    <a:pt x="12756" y="21351"/>
                  </a:cubicBezTo>
                  <a:cubicBezTo>
                    <a:pt x="12727" y="21385"/>
                    <a:pt x="12651" y="21439"/>
                    <a:pt x="12612" y="21430"/>
                  </a:cubicBezTo>
                  <a:cubicBezTo>
                    <a:pt x="12568" y="21418"/>
                    <a:pt x="12521" y="21298"/>
                    <a:pt x="12483" y="21268"/>
                  </a:cubicBezTo>
                  <a:cubicBezTo>
                    <a:pt x="12455" y="21246"/>
                    <a:pt x="12384" y="21242"/>
                    <a:pt x="12358" y="21216"/>
                  </a:cubicBezTo>
                  <a:cubicBezTo>
                    <a:pt x="12328" y="21186"/>
                    <a:pt x="12286" y="21099"/>
                    <a:pt x="12275" y="21050"/>
                  </a:cubicBezTo>
                  <a:cubicBezTo>
                    <a:pt x="12258" y="20979"/>
                    <a:pt x="12294" y="20818"/>
                    <a:pt x="12270" y="20749"/>
                  </a:cubicBezTo>
                  <a:cubicBezTo>
                    <a:pt x="12255" y="20706"/>
                    <a:pt x="12188" y="20658"/>
                    <a:pt x="12163" y="20623"/>
                  </a:cubicBezTo>
                  <a:cubicBezTo>
                    <a:pt x="12134" y="20582"/>
                    <a:pt x="12064" y="20501"/>
                    <a:pt x="12058" y="20446"/>
                  </a:cubicBezTo>
                  <a:cubicBezTo>
                    <a:pt x="12051" y="20380"/>
                    <a:pt x="12119" y="20263"/>
                    <a:pt x="12131" y="20200"/>
                  </a:cubicBezTo>
                  <a:cubicBezTo>
                    <a:pt x="12141" y="20146"/>
                    <a:pt x="12164" y="20034"/>
                    <a:pt x="12150" y="19982"/>
                  </a:cubicBezTo>
                  <a:cubicBezTo>
                    <a:pt x="12145" y="19958"/>
                    <a:pt x="12108" y="19930"/>
                    <a:pt x="12097" y="19907"/>
                  </a:cubicBezTo>
                  <a:cubicBezTo>
                    <a:pt x="12076" y="19867"/>
                    <a:pt x="12064" y="19759"/>
                    <a:pt x="12036" y="19726"/>
                  </a:cubicBezTo>
                  <a:cubicBezTo>
                    <a:pt x="12006" y="19692"/>
                    <a:pt x="11917" y="19698"/>
                    <a:pt x="11884" y="19668"/>
                  </a:cubicBezTo>
                  <a:cubicBezTo>
                    <a:pt x="11861" y="19647"/>
                    <a:pt x="11832" y="19579"/>
                    <a:pt x="11819" y="19545"/>
                  </a:cubicBezTo>
                  <a:cubicBezTo>
                    <a:pt x="11803" y="19506"/>
                    <a:pt x="11787" y="19418"/>
                    <a:pt x="11770" y="19380"/>
                  </a:cubicBezTo>
                  <a:cubicBezTo>
                    <a:pt x="11745" y="19325"/>
                    <a:pt x="11666" y="19243"/>
                    <a:pt x="11645" y="19186"/>
                  </a:cubicBezTo>
                  <a:cubicBezTo>
                    <a:pt x="11626" y="19130"/>
                    <a:pt x="11616" y="18956"/>
                    <a:pt x="11614" y="18946"/>
                  </a:cubicBezTo>
                  <a:cubicBezTo>
                    <a:pt x="11611" y="18936"/>
                    <a:pt x="11561" y="18847"/>
                    <a:pt x="11542" y="18813"/>
                  </a:cubicBezTo>
                  <a:cubicBezTo>
                    <a:pt x="11517" y="18768"/>
                    <a:pt x="11477" y="18663"/>
                    <a:pt x="11440" y="18636"/>
                  </a:cubicBezTo>
                  <a:cubicBezTo>
                    <a:pt x="11409" y="18612"/>
                    <a:pt x="11330" y="18639"/>
                    <a:pt x="11299" y="18616"/>
                  </a:cubicBezTo>
                  <a:cubicBezTo>
                    <a:pt x="11267" y="18593"/>
                    <a:pt x="11239" y="18499"/>
                    <a:pt x="11213" y="18467"/>
                  </a:cubicBezTo>
                  <a:cubicBezTo>
                    <a:pt x="11186" y="18432"/>
                    <a:pt x="11129" y="18350"/>
                    <a:pt x="11091" y="18350"/>
                  </a:cubicBezTo>
                  <a:cubicBezTo>
                    <a:pt x="11061" y="18351"/>
                    <a:pt x="11003" y="18438"/>
                    <a:pt x="10993" y="18438"/>
                  </a:cubicBezTo>
                  <a:cubicBezTo>
                    <a:pt x="10984" y="18438"/>
                    <a:pt x="10846" y="18407"/>
                    <a:pt x="10805" y="18373"/>
                  </a:cubicBezTo>
                  <a:cubicBezTo>
                    <a:pt x="10772" y="18345"/>
                    <a:pt x="10736" y="18245"/>
                    <a:pt x="10702" y="18218"/>
                  </a:cubicBezTo>
                  <a:cubicBezTo>
                    <a:pt x="10667" y="18189"/>
                    <a:pt x="10576" y="18194"/>
                    <a:pt x="10542" y="18162"/>
                  </a:cubicBezTo>
                  <a:cubicBezTo>
                    <a:pt x="10513" y="18137"/>
                    <a:pt x="10466" y="18059"/>
                    <a:pt x="10463" y="18013"/>
                  </a:cubicBezTo>
                  <a:cubicBezTo>
                    <a:pt x="10460" y="17966"/>
                    <a:pt x="10526" y="17887"/>
                    <a:pt x="10526" y="17840"/>
                  </a:cubicBezTo>
                  <a:cubicBezTo>
                    <a:pt x="10528" y="17765"/>
                    <a:pt x="10438" y="17582"/>
                    <a:pt x="10434" y="17573"/>
                  </a:cubicBezTo>
                  <a:cubicBezTo>
                    <a:pt x="10429" y="17564"/>
                    <a:pt x="10343" y="17457"/>
                    <a:pt x="10336" y="17405"/>
                  </a:cubicBezTo>
                  <a:cubicBezTo>
                    <a:pt x="10328" y="17347"/>
                    <a:pt x="10395" y="17237"/>
                    <a:pt x="10388" y="17179"/>
                  </a:cubicBezTo>
                  <a:cubicBezTo>
                    <a:pt x="10378" y="17106"/>
                    <a:pt x="10277" y="17011"/>
                    <a:pt x="10258" y="16942"/>
                  </a:cubicBezTo>
                  <a:cubicBezTo>
                    <a:pt x="10244" y="16891"/>
                    <a:pt x="10255" y="16778"/>
                    <a:pt x="10246" y="16725"/>
                  </a:cubicBezTo>
                  <a:cubicBezTo>
                    <a:pt x="10237" y="16679"/>
                    <a:pt x="10216" y="16583"/>
                    <a:pt x="10192" y="16547"/>
                  </a:cubicBezTo>
                  <a:cubicBezTo>
                    <a:pt x="10166" y="16508"/>
                    <a:pt x="10082" y="16482"/>
                    <a:pt x="10053" y="16447"/>
                  </a:cubicBezTo>
                  <a:cubicBezTo>
                    <a:pt x="10033" y="16422"/>
                    <a:pt x="10005" y="16359"/>
                    <a:pt x="9995" y="16327"/>
                  </a:cubicBezTo>
                  <a:cubicBezTo>
                    <a:pt x="9978" y="16276"/>
                    <a:pt x="9979" y="16158"/>
                    <a:pt x="9956" y="16114"/>
                  </a:cubicBezTo>
                  <a:cubicBezTo>
                    <a:pt x="9928" y="16061"/>
                    <a:pt x="9823" y="16025"/>
                    <a:pt x="9794" y="15974"/>
                  </a:cubicBezTo>
                  <a:cubicBezTo>
                    <a:pt x="9775" y="15940"/>
                    <a:pt x="9764" y="15854"/>
                    <a:pt x="9760" y="15812"/>
                  </a:cubicBezTo>
                  <a:cubicBezTo>
                    <a:pt x="9755" y="15753"/>
                    <a:pt x="9767" y="15583"/>
                    <a:pt x="9767" y="15573"/>
                  </a:cubicBezTo>
                  <a:cubicBezTo>
                    <a:pt x="9767" y="15563"/>
                    <a:pt x="9717" y="15417"/>
                    <a:pt x="9685" y="15385"/>
                  </a:cubicBezTo>
                  <a:cubicBezTo>
                    <a:pt x="9651" y="15353"/>
                    <a:pt x="9564" y="15348"/>
                    <a:pt x="9525" y="15330"/>
                  </a:cubicBezTo>
                  <a:cubicBezTo>
                    <a:pt x="9482" y="15308"/>
                    <a:pt x="9397" y="15255"/>
                    <a:pt x="9357" y="15223"/>
                  </a:cubicBezTo>
                  <a:cubicBezTo>
                    <a:pt x="9300" y="15177"/>
                    <a:pt x="9210" y="15028"/>
                    <a:pt x="9145" y="15009"/>
                  </a:cubicBezTo>
                  <a:cubicBezTo>
                    <a:pt x="9103" y="14997"/>
                    <a:pt x="9023" y="15054"/>
                    <a:pt x="8981" y="15055"/>
                  </a:cubicBezTo>
                  <a:cubicBezTo>
                    <a:pt x="8923" y="15056"/>
                    <a:pt x="8807" y="15021"/>
                    <a:pt x="8751" y="14999"/>
                  </a:cubicBezTo>
                  <a:cubicBezTo>
                    <a:pt x="8678" y="14971"/>
                    <a:pt x="8475" y="14850"/>
                    <a:pt x="8468" y="14848"/>
                  </a:cubicBezTo>
                  <a:cubicBezTo>
                    <a:pt x="8461" y="14844"/>
                    <a:pt x="8395" y="14697"/>
                    <a:pt x="8385" y="14640"/>
                  </a:cubicBezTo>
                  <a:cubicBezTo>
                    <a:pt x="8377" y="14596"/>
                    <a:pt x="8395" y="14500"/>
                    <a:pt x="8385" y="14455"/>
                  </a:cubicBezTo>
                  <a:cubicBezTo>
                    <a:pt x="8375" y="14409"/>
                    <a:pt x="8343" y="14297"/>
                    <a:pt x="8307" y="14294"/>
                  </a:cubicBezTo>
                  <a:cubicBezTo>
                    <a:pt x="8275" y="14291"/>
                    <a:pt x="8258" y="14416"/>
                    <a:pt x="8227" y="14424"/>
                  </a:cubicBezTo>
                  <a:cubicBezTo>
                    <a:pt x="8175" y="14434"/>
                    <a:pt x="8097" y="14307"/>
                    <a:pt x="8051" y="14275"/>
                  </a:cubicBezTo>
                  <a:cubicBezTo>
                    <a:pt x="8018" y="14252"/>
                    <a:pt x="7930" y="14242"/>
                    <a:pt x="7916" y="14197"/>
                  </a:cubicBezTo>
                  <a:cubicBezTo>
                    <a:pt x="7901" y="14146"/>
                    <a:pt x="7984" y="14053"/>
                    <a:pt x="7980" y="13998"/>
                  </a:cubicBezTo>
                  <a:cubicBezTo>
                    <a:pt x="7975" y="13940"/>
                    <a:pt x="7914" y="13843"/>
                    <a:pt x="7880" y="13805"/>
                  </a:cubicBezTo>
                  <a:cubicBezTo>
                    <a:pt x="7856" y="13778"/>
                    <a:pt x="7795" y="13745"/>
                    <a:pt x="7765" y="13733"/>
                  </a:cubicBezTo>
                  <a:cubicBezTo>
                    <a:pt x="7726" y="13719"/>
                    <a:pt x="7642" y="13724"/>
                    <a:pt x="7604" y="13704"/>
                  </a:cubicBezTo>
                  <a:cubicBezTo>
                    <a:pt x="7571" y="13687"/>
                    <a:pt x="7505" y="13639"/>
                    <a:pt x="7489" y="13597"/>
                  </a:cubicBezTo>
                  <a:cubicBezTo>
                    <a:pt x="7471" y="13549"/>
                    <a:pt x="7503" y="13437"/>
                    <a:pt x="7496" y="13384"/>
                  </a:cubicBezTo>
                  <a:cubicBezTo>
                    <a:pt x="7491" y="13337"/>
                    <a:pt x="7449" y="13253"/>
                    <a:pt x="7447" y="13206"/>
                  </a:cubicBezTo>
                  <a:cubicBezTo>
                    <a:pt x="7444" y="13133"/>
                    <a:pt x="7513" y="12991"/>
                    <a:pt x="7499" y="12920"/>
                  </a:cubicBezTo>
                  <a:cubicBezTo>
                    <a:pt x="7490" y="12876"/>
                    <a:pt x="7433" y="12807"/>
                    <a:pt x="7401" y="12785"/>
                  </a:cubicBezTo>
                  <a:cubicBezTo>
                    <a:pt x="7358" y="12756"/>
                    <a:pt x="7253" y="12779"/>
                    <a:pt x="7211" y="12749"/>
                  </a:cubicBezTo>
                  <a:cubicBezTo>
                    <a:pt x="7174" y="12725"/>
                    <a:pt x="7126" y="12631"/>
                    <a:pt x="7098" y="12591"/>
                  </a:cubicBezTo>
                  <a:cubicBezTo>
                    <a:pt x="7067" y="12545"/>
                    <a:pt x="7011" y="12444"/>
                    <a:pt x="6976" y="12403"/>
                  </a:cubicBezTo>
                  <a:cubicBezTo>
                    <a:pt x="6953" y="12374"/>
                    <a:pt x="6896" y="12329"/>
                    <a:pt x="6871" y="12303"/>
                  </a:cubicBezTo>
                  <a:cubicBezTo>
                    <a:pt x="6849" y="12278"/>
                    <a:pt x="6812" y="12217"/>
                    <a:pt x="6785" y="12199"/>
                  </a:cubicBezTo>
                  <a:cubicBezTo>
                    <a:pt x="6738" y="12164"/>
                    <a:pt x="6625" y="12158"/>
                    <a:pt x="6575" y="12128"/>
                  </a:cubicBezTo>
                  <a:cubicBezTo>
                    <a:pt x="6556" y="12116"/>
                    <a:pt x="6528" y="12066"/>
                    <a:pt x="6507" y="12063"/>
                  </a:cubicBezTo>
                  <a:cubicBezTo>
                    <a:pt x="6476" y="12060"/>
                    <a:pt x="6426" y="12130"/>
                    <a:pt x="6395" y="12134"/>
                  </a:cubicBezTo>
                  <a:cubicBezTo>
                    <a:pt x="6367" y="12137"/>
                    <a:pt x="6313" y="12108"/>
                    <a:pt x="6288" y="12095"/>
                  </a:cubicBezTo>
                  <a:cubicBezTo>
                    <a:pt x="6250" y="12075"/>
                    <a:pt x="6173" y="12032"/>
                    <a:pt x="6143" y="11995"/>
                  </a:cubicBezTo>
                  <a:cubicBezTo>
                    <a:pt x="6094" y="11935"/>
                    <a:pt x="6046" y="11759"/>
                    <a:pt x="5999" y="11694"/>
                  </a:cubicBezTo>
                  <a:cubicBezTo>
                    <a:pt x="5961" y="11640"/>
                    <a:pt x="5854" y="11578"/>
                    <a:pt x="5819" y="11519"/>
                  </a:cubicBezTo>
                  <a:cubicBezTo>
                    <a:pt x="5771" y="11439"/>
                    <a:pt x="5750" y="11220"/>
                    <a:pt x="5699" y="11144"/>
                  </a:cubicBezTo>
                  <a:cubicBezTo>
                    <a:pt x="5667" y="11096"/>
                    <a:pt x="5574" y="11052"/>
                    <a:pt x="5535" y="11014"/>
                  </a:cubicBezTo>
                  <a:cubicBezTo>
                    <a:pt x="5482" y="10961"/>
                    <a:pt x="5389" y="10831"/>
                    <a:pt x="5335" y="10781"/>
                  </a:cubicBezTo>
                  <a:cubicBezTo>
                    <a:pt x="5264" y="10715"/>
                    <a:pt x="5112" y="10600"/>
                    <a:pt x="5030" y="10560"/>
                  </a:cubicBezTo>
                  <a:cubicBezTo>
                    <a:pt x="4982" y="10538"/>
                    <a:pt x="4881" y="10527"/>
                    <a:pt x="4832" y="10512"/>
                  </a:cubicBezTo>
                  <a:cubicBezTo>
                    <a:pt x="4787" y="10498"/>
                    <a:pt x="4696" y="10471"/>
                    <a:pt x="4654" y="10444"/>
                  </a:cubicBezTo>
                  <a:cubicBezTo>
                    <a:pt x="4605" y="10414"/>
                    <a:pt x="4514" y="10332"/>
                    <a:pt x="4476" y="10283"/>
                  </a:cubicBezTo>
                  <a:cubicBezTo>
                    <a:pt x="4445" y="10242"/>
                    <a:pt x="4410" y="10126"/>
                    <a:pt x="4373" y="10097"/>
                  </a:cubicBezTo>
                  <a:cubicBezTo>
                    <a:pt x="4318" y="10055"/>
                    <a:pt x="4174" y="10104"/>
                    <a:pt x="4121" y="10055"/>
                  </a:cubicBezTo>
                  <a:cubicBezTo>
                    <a:pt x="4081" y="10019"/>
                    <a:pt x="4056" y="9882"/>
                    <a:pt x="4031" y="9826"/>
                  </a:cubicBezTo>
                  <a:cubicBezTo>
                    <a:pt x="3997" y="9746"/>
                    <a:pt x="3926" y="9586"/>
                    <a:pt x="3880" y="9518"/>
                  </a:cubicBezTo>
                  <a:cubicBezTo>
                    <a:pt x="3842" y="9463"/>
                    <a:pt x="3738" y="9390"/>
                    <a:pt x="3704" y="9330"/>
                  </a:cubicBezTo>
                  <a:cubicBezTo>
                    <a:pt x="3683" y="9293"/>
                    <a:pt x="3668" y="9195"/>
                    <a:pt x="3648" y="9156"/>
                  </a:cubicBezTo>
                  <a:cubicBezTo>
                    <a:pt x="3620" y="9105"/>
                    <a:pt x="3550" y="9017"/>
                    <a:pt x="3509" y="8987"/>
                  </a:cubicBezTo>
                  <a:cubicBezTo>
                    <a:pt x="3464" y="8955"/>
                    <a:pt x="3354" y="8956"/>
                    <a:pt x="3313" y="8916"/>
                  </a:cubicBezTo>
                  <a:cubicBezTo>
                    <a:pt x="3261" y="8865"/>
                    <a:pt x="3203" y="8704"/>
                    <a:pt x="3174" y="8628"/>
                  </a:cubicBezTo>
                  <a:cubicBezTo>
                    <a:pt x="3144" y="8544"/>
                    <a:pt x="3103" y="8366"/>
                    <a:pt x="3081" y="8279"/>
                  </a:cubicBezTo>
                  <a:cubicBezTo>
                    <a:pt x="3065" y="8211"/>
                    <a:pt x="3050" y="8067"/>
                    <a:pt x="3022" y="8006"/>
                  </a:cubicBezTo>
                  <a:cubicBezTo>
                    <a:pt x="3002" y="7960"/>
                    <a:pt x="2933" y="7896"/>
                    <a:pt x="2906" y="7857"/>
                  </a:cubicBezTo>
                  <a:cubicBezTo>
                    <a:pt x="2867" y="7803"/>
                    <a:pt x="2802" y="7677"/>
                    <a:pt x="2759" y="7627"/>
                  </a:cubicBezTo>
                  <a:cubicBezTo>
                    <a:pt x="2720" y="7582"/>
                    <a:pt x="2617" y="7533"/>
                    <a:pt x="2585" y="7479"/>
                  </a:cubicBezTo>
                  <a:cubicBezTo>
                    <a:pt x="2540" y="7399"/>
                    <a:pt x="2529" y="7186"/>
                    <a:pt x="2495" y="7096"/>
                  </a:cubicBezTo>
                  <a:cubicBezTo>
                    <a:pt x="2469" y="7027"/>
                    <a:pt x="2402" y="6900"/>
                    <a:pt x="2361" y="6848"/>
                  </a:cubicBezTo>
                  <a:cubicBezTo>
                    <a:pt x="2331" y="6808"/>
                    <a:pt x="2260" y="6737"/>
                    <a:pt x="2219" y="6721"/>
                  </a:cubicBezTo>
                  <a:cubicBezTo>
                    <a:pt x="2179" y="6705"/>
                    <a:pt x="2089" y="6705"/>
                    <a:pt x="2048" y="6724"/>
                  </a:cubicBezTo>
                  <a:cubicBezTo>
                    <a:pt x="2016" y="6739"/>
                    <a:pt x="1971" y="6819"/>
                    <a:pt x="1941" y="6841"/>
                  </a:cubicBezTo>
                  <a:cubicBezTo>
                    <a:pt x="1902" y="6868"/>
                    <a:pt x="1817" y="6906"/>
                    <a:pt x="1772" y="6909"/>
                  </a:cubicBezTo>
                  <a:cubicBezTo>
                    <a:pt x="1705" y="6912"/>
                    <a:pt x="1569" y="6876"/>
                    <a:pt x="1511" y="6831"/>
                  </a:cubicBezTo>
                  <a:cubicBezTo>
                    <a:pt x="1461" y="6792"/>
                    <a:pt x="1403" y="6652"/>
                    <a:pt x="1359" y="6601"/>
                  </a:cubicBezTo>
                  <a:cubicBezTo>
                    <a:pt x="1322" y="6557"/>
                    <a:pt x="1233" y="6496"/>
                    <a:pt x="1194" y="6455"/>
                  </a:cubicBezTo>
                  <a:cubicBezTo>
                    <a:pt x="1149" y="6409"/>
                    <a:pt x="1072" y="6292"/>
                    <a:pt x="1025" y="6248"/>
                  </a:cubicBezTo>
                  <a:cubicBezTo>
                    <a:pt x="991" y="6216"/>
                    <a:pt x="916" y="6158"/>
                    <a:pt x="874" y="6148"/>
                  </a:cubicBezTo>
                  <a:cubicBezTo>
                    <a:pt x="830" y="6137"/>
                    <a:pt x="742" y="6176"/>
                    <a:pt x="698" y="6167"/>
                  </a:cubicBezTo>
                  <a:cubicBezTo>
                    <a:pt x="658" y="6160"/>
                    <a:pt x="582" y="6118"/>
                    <a:pt x="546" y="6092"/>
                  </a:cubicBezTo>
                  <a:cubicBezTo>
                    <a:pt x="462" y="6032"/>
                    <a:pt x="320" y="5857"/>
                    <a:pt x="239" y="5788"/>
                  </a:cubicBezTo>
                  <a:cubicBezTo>
                    <a:pt x="205" y="5760"/>
                    <a:pt x="130" y="5725"/>
                    <a:pt x="99" y="5691"/>
                  </a:cubicBezTo>
                  <a:cubicBezTo>
                    <a:pt x="68" y="5656"/>
                    <a:pt x="1" y="5571"/>
                    <a:pt x="0" y="5516"/>
                  </a:cubicBezTo>
                  <a:cubicBezTo>
                    <a:pt x="-2" y="5455"/>
                    <a:pt x="90" y="5370"/>
                    <a:pt x="102" y="5310"/>
                  </a:cubicBezTo>
                  <a:cubicBezTo>
                    <a:pt x="112" y="5256"/>
                    <a:pt x="98" y="5147"/>
                    <a:pt x="92" y="5092"/>
                  </a:cubicBezTo>
                  <a:cubicBezTo>
                    <a:pt x="88" y="5051"/>
                    <a:pt x="60" y="4972"/>
                    <a:pt x="63" y="4931"/>
                  </a:cubicBezTo>
                  <a:cubicBezTo>
                    <a:pt x="68" y="4876"/>
                    <a:pt x="117" y="4782"/>
                    <a:pt x="141" y="4736"/>
                  </a:cubicBezTo>
                  <a:cubicBezTo>
                    <a:pt x="162" y="4697"/>
                    <a:pt x="220" y="4636"/>
                    <a:pt x="239" y="4594"/>
                  </a:cubicBezTo>
                  <a:cubicBezTo>
                    <a:pt x="272" y="4520"/>
                    <a:pt x="278" y="4333"/>
                    <a:pt x="322" y="4270"/>
                  </a:cubicBezTo>
                  <a:cubicBezTo>
                    <a:pt x="350" y="4230"/>
                    <a:pt x="442" y="4222"/>
                    <a:pt x="473" y="4186"/>
                  </a:cubicBezTo>
                  <a:cubicBezTo>
                    <a:pt x="501" y="4152"/>
                    <a:pt x="526" y="4052"/>
                    <a:pt x="549" y="4012"/>
                  </a:cubicBezTo>
                  <a:cubicBezTo>
                    <a:pt x="568" y="3978"/>
                    <a:pt x="610" y="3916"/>
                    <a:pt x="634" y="3891"/>
                  </a:cubicBezTo>
                  <a:cubicBezTo>
                    <a:pt x="662" y="3863"/>
                    <a:pt x="736" y="3841"/>
                    <a:pt x="754" y="3800"/>
                  </a:cubicBezTo>
                  <a:cubicBezTo>
                    <a:pt x="779" y="3745"/>
                    <a:pt x="756" y="3606"/>
                    <a:pt x="756" y="3542"/>
                  </a:cubicBezTo>
                  <a:cubicBezTo>
                    <a:pt x="756" y="3484"/>
                    <a:pt x="754" y="3358"/>
                    <a:pt x="752" y="3267"/>
                  </a:cubicBezTo>
                  <a:cubicBezTo>
                    <a:pt x="818" y="3247"/>
                    <a:pt x="905" y="3222"/>
                    <a:pt x="950" y="3195"/>
                  </a:cubicBezTo>
                  <a:cubicBezTo>
                    <a:pt x="1059" y="3133"/>
                    <a:pt x="1250" y="2947"/>
                    <a:pt x="1350" y="2865"/>
                  </a:cubicBezTo>
                  <a:cubicBezTo>
                    <a:pt x="1414" y="2814"/>
                    <a:pt x="1542" y="2711"/>
                    <a:pt x="1607" y="2661"/>
                  </a:cubicBezTo>
                  <a:cubicBezTo>
                    <a:pt x="1673" y="2610"/>
                    <a:pt x="1808" y="2512"/>
                    <a:pt x="1874" y="2461"/>
                  </a:cubicBezTo>
                  <a:cubicBezTo>
                    <a:pt x="1908" y="2436"/>
                    <a:pt x="1970" y="2351"/>
                    <a:pt x="2009" y="2355"/>
                  </a:cubicBezTo>
                  <a:cubicBezTo>
                    <a:pt x="2036" y="2358"/>
                    <a:pt x="2067" y="2430"/>
                    <a:pt x="2089" y="2448"/>
                  </a:cubicBezTo>
                  <a:cubicBezTo>
                    <a:pt x="2110" y="2462"/>
                    <a:pt x="2155" y="2494"/>
                    <a:pt x="2177" y="2486"/>
                  </a:cubicBezTo>
                  <a:cubicBezTo>
                    <a:pt x="2211" y="2475"/>
                    <a:pt x="2246" y="2383"/>
                    <a:pt x="2273" y="2355"/>
                  </a:cubicBezTo>
                  <a:cubicBezTo>
                    <a:pt x="2306" y="2319"/>
                    <a:pt x="2389" y="2278"/>
                    <a:pt x="2419" y="2238"/>
                  </a:cubicBezTo>
                  <a:cubicBezTo>
                    <a:pt x="2448" y="2201"/>
                    <a:pt x="2477" y="2094"/>
                    <a:pt x="2504" y="2053"/>
                  </a:cubicBezTo>
                  <a:cubicBezTo>
                    <a:pt x="2532" y="2011"/>
                    <a:pt x="2604" y="1945"/>
                    <a:pt x="2639" y="1913"/>
                  </a:cubicBezTo>
                  <a:cubicBezTo>
                    <a:pt x="2683" y="1875"/>
                    <a:pt x="2779" y="1816"/>
                    <a:pt x="2822" y="1777"/>
                  </a:cubicBezTo>
                  <a:cubicBezTo>
                    <a:pt x="2868" y="1736"/>
                    <a:pt x="2944" y="1623"/>
                    <a:pt x="2995" y="1592"/>
                  </a:cubicBezTo>
                  <a:cubicBezTo>
                    <a:pt x="3028" y="1573"/>
                    <a:pt x="3104" y="1581"/>
                    <a:pt x="3137" y="1563"/>
                  </a:cubicBezTo>
                  <a:cubicBezTo>
                    <a:pt x="3170" y="1545"/>
                    <a:pt x="3220" y="1476"/>
                    <a:pt x="3251" y="1457"/>
                  </a:cubicBezTo>
                  <a:cubicBezTo>
                    <a:pt x="3274" y="1442"/>
                    <a:pt x="3324" y="1425"/>
                    <a:pt x="3350" y="1423"/>
                  </a:cubicBezTo>
                  <a:cubicBezTo>
                    <a:pt x="3381" y="1419"/>
                    <a:pt x="3451" y="1460"/>
                    <a:pt x="3474" y="1432"/>
                  </a:cubicBezTo>
                  <a:cubicBezTo>
                    <a:pt x="3509" y="1392"/>
                    <a:pt x="3464" y="1243"/>
                    <a:pt x="3485" y="1190"/>
                  </a:cubicBezTo>
                  <a:cubicBezTo>
                    <a:pt x="3503" y="1144"/>
                    <a:pt x="3568" y="1069"/>
                    <a:pt x="3606" y="1063"/>
                  </a:cubicBezTo>
                  <a:cubicBezTo>
                    <a:pt x="3631" y="1059"/>
                    <a:pt x="3681" y="1097"/>
                    <a:pt x="3697" y="1121"/>
                  </a:cubicBezTo>
                  <a:cubicBezTo>
                    <a:pt x="3719" y="1154"/>
                    <a:pt x="3711" y="1272"/>
                    <a:pt x="3742" y="1282"/>
                  </a:cubicBezTo>
                  <a:cubicBezTo>
                    <a:pt x="3776" y="1292"/>
                    <a:pt x="3808" y="1170"/>
                    <a:pt x="3841" y="1155"/>
                  </a:cubicBezTo>
                  <a:cubicBezTo>
                    <a:pt x="3869" y="1143"/>
                    <a:pt x="3930" y="1188"/>
                    <a:pt x="3958" y="1175"/>
                  </a:cubicBezTo>
                  <a:cubicBezTo>
                    <a:pt x="3989" y="1161"/>
                    <a:pt x="4018" y="1067"/>
                    <a:pt x="4046" y="1044"/>
                  </a:cubicBezTo>
                  <a:cubicBezTo>
                    <a:pt x="4093" y="1007"/>
                    <a:pt x="4258" y="976"/>
                    <a:pt x="4258" y="976"/>
                  </a:cubicBezTo>
                  <a:lnTo>
                    <a:pt x="6654" y="524"/>
                  </a:lnTo>
                  <a:lnTo>
                    <a:pt x="9335" y="0"/>
                  </a:lnTo>
                  <a:cubicBezTo>
                    <a:pt x="9335" y="0"/>
                    <a:pt x="9433" y="49"/>
                    <a:pt x="9456" y="82"/>
                  </a:cubicBezTo>
                  <a:cubicBezTo>
                    <a:pt x="9481" y="120"/>
                    <a:pt x="9514" y="221"/>
                    <a:pt x="9507" y="272"/>
                  </a:cubicBezTo>
                  <a:cubicBezTo>
                    <a:pt x="9502" y="313"/>
                    <a:pt x="9436" y="363"/>
                    <a:pt x="9426" y="403"/>
                  </a:cubicBezTo>
                  <a:cubicBezTo>
                    <a:pt x="9414" y="457"/>
                    <a:pt x="9417" y="583"/>
                    <a:pt x="9441" y="632"/>
                  </a:cubicBezTo>
                  <a:cubicBezTo>
                    <a:pt x="9462" y="673"/>
                    <a:pt x="9577" y="724"/>
                    <a:pt x="9577" y="724"/>
                  </a:cubicBezTo>
                  <a:lnTo>
                    <a:pt x="9936" y="209"/>
                  </a:lnTo>
                  <a:lnTo>
                    <a:pt x="10801" y="1227"/>
                  </a:lnTo>
                  <a:lnTo>
                    <a:pt x="10810" y="2042"/>
                  </a:lnTo>
                  <a:cubicBezTo>
                    <a:pt x="10810" y="2042"/>
                    <a:pt x="15626" y="818"/>
                    <a:pt x="15626" y="81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15" name="Shape 4697"/>
            <p:cNvSpPr/>
            <p:nvPr/>
          </p:nvSpPr>
          <p:spPr>
            <a:xfrm>
              <a:off x="8261213" y="3727901"/>
              <a:ext cx="1047442" cy="789941"/>
            </a:xfrm>
            <a:custGeom>
              <a:avLst/>
              <a:gdLst/>
              <a:ahLst/>
              <a:cxnLst>
                <a:cxn ang="0">
                  <a:pos x="wd2" y="hd2"/>
                </a:cxn>
                <a:cxn ang="5400000">
                  <a:pos x="wd2" y="hd2"/>
                </a:cxn>
                <a:cxn ang="10800000">
                  <a:pos x="wd2" y="hd2"/>
                </a:cxn>
                <a:cxn ang="16200000">
                  <a:pos x="wd2" y="hd2"/>
                </a:cxn>
              </a:cxnLst>
              <a:rect l="0" t="0" r="r" b="b"/>
              <a:pathLst>
                <a:path w="21598" h="21595" extrusionOk="0">
                  <a:moveTo>
                    <a:pt x="15626" y="818"/>
                  </a:moveTo>
                  <a:lnTo>
                    <a:pt x="21598" y="5951"/>
                  </a:lnTo>
                  <a:cubicBezTo>
                    <a:pt x="21545" y="5998"/>
                    <a:pt x="21496" y="6042"/>
                    <a:pt x="21459" y="6074"/>
                  </a:cubicBezTo>
                  <a:cubicBezTo>
                    <a:pt x="21364" y="6162"/>
                    <a:pt x="21175" y="6341"/>
                    <a:pt x="21086" y="6439"/>
                  </a:cubicBezTo>
                  <a:cubicBezTo>
                    <a:pt x="20998" y="6535"/>
                    <a:pt x="20829" y="6737"/>
                    <a:pt x="20752" y="6848"/>
                  </a:cubicBezTo>
                  <a:cubicBezTo>
                    <a:pt x="20664" y="6974"/>
                    <a:pt x="20498" y="7242"/>
                    <a:pt x="20426" y="7386"/>
                  </a:cubicBezTo>
                  <a:cubicBezTo>
                    <a:pt x="20361" y="7519"/>
                    <a:pt x="20251" y="7805"/>
                    <a:pt x="20199" y="7950"/>
                  </a:cubicBezTo>
                  <a:cubicBezTo>
                    <a:pt x="20149" y="8088"/>
                    <a:pt x="20060" y="8371"/>
                    <a:pt x="20016" y="8513"/>
                  </a:cubicBezTo>
                  <a:cubicBezTo>
                    <a:pt x="19991" y="8594"/>
                    <a:pt x="19950" y="8760"/>
                    <a:pt x="19921" y="8838"/>
                  </a:cubicBezTo>
                  <a:cubicBezTo>
                    <a:pt x="19882" y="8944"/>
                    <a:pt x="19776" y="9135"/>
                    <a:pt x="19738" y="9242"/>
                  </a:cubicBezTo>
                  <a:cubicBezTo>
                    <a:pt x="19694" y="9363"/>
                    <a:pt x="19626" y="9620"/>
                    <a:pt x="19602" y="9751"/>
                  </a:cubicBezTo>
                  <a:cubicBezTo>
                    <a:pt x="19577" y="9891"/>
                    <a:pt x="19552" y="10176"/>
                    <a:pt x="19544" y="10319"/>
                  </a:cubicBezTo>
                  <a:cubicBezTo>
                    <a:pt x="19537" y="10425"/>
                    <a:pt x="19525" y="10637"/>
                    <a:pt x="19536" y="10742"/>
                  </a:cubicBezTo>
                  <a:cubicBezTo>
                    <a:pt x="19545" y="10822"/>
                    <a:pt x="19591" y="10971"/>
                    <a:pt x="19609" y="11048"/>
                  </a:cubicBezTo>
                  <a:cubicBezTo>
                    <a:pt x="19626" y="11120"/>
                    <a:pt x="19674" y="11260"/>
                    <a:pt x="19676" y="11334"/>
                  </a:cubicBezTo>
                  <a:cubicBezTo>
                    <a:pt x="19677" y="11396"/>
                    <a:pt x="19647" y="11517"/>
                    <a:pt x="19627" y="11574"/>
                  </a:cubicBezTo>
                  <a:cubicBezTo>
                    <a:pt x="19609" y="11629"/>
                    <a:pt x="19552" y="11722"/>
                    <a:pt x="19528" y="11772"/>
                  </a:cubicBezTo>
                  <a:cubicBezTo>
                    <a:pt x="19494" y="11840"/>
                    <a:pt x="19442" y="11991"/>
                    <a:pt x="19399" y="12046"/>
                  </a:cubicBezTo>
                  <a:cubicBezTo>
                    <a:pt x="19354" y="12104"/>
                    <a:pt x="19235" y="12163"/>
                    <a:pt x="19186" y="12212"/>
                  </a:cubicBezTo>
                  <a:cubicBezTo>
                    <a:pt x="19157" y="12241"/>
                    <a:pt x="19085" y="12300"/>
                    <a:pt x="19081" y="12348"/>
                  </a:cubicBezTo>
                  <a:cubicBezTo>
                    <a:pt x="19077" y="12396"/>
                    <a:pt x="19153" y="12462"/>
                    <a:pt x="19162" y="12510"/>
                  </a:cubicBezTo>
                  <a:cubicBezTo>
                    <a:pt x="19170" y="12564"/>
                    <a:pt x="19146" y="12677"/>
                    <a:pt x="19135" y="12730"/>
                  </a:cubicBezTo>
                  <a:cubicBezTo>
                    <a:pt x="19123" y="12785"/>
                    <a:pt x="19103" y="12906"/>
                    <a:pt x="19069" y="12941"/>
                  </a:cubicBezTo>
                  <a:cubicBezTo>
                    <a:pt x="19024" y="12987"/>
                    <a:pt x="18900" y="12981"/>
                    <a:pt x="18844" y="12986"/>
                  </a:cubicBezTo>
                  <a:cubicBezTo>
                    <a:pt x="18809" y="12989"/>
                    <a:pt x="18737" y="12969"/>
                    <a:pt x="18703" y="12982"/>
                  </a:cubicBezTo>
                  <a:cubicBezTo>
                    <a:pt x="18678" y="12992"/>
                    <a:pt x="18642" y="13043"/>
                    <a:pt x="18619" y="13057"/>
                  </a:cubicBezTo>
                  <a:cubicBezTo>
                    <a:pt x="18602" y="13068"/>
                    <a:pt x="18563" y="13093"/>
                    <a:pt x="18544" y="13086"/>
                  </a:cubicBezTo>
                  <a:cubicBezTo>
                    <a:pt x="18514" y="13075"/>
                    <a:pt x="18487" y="12990"/>
                    <a:pt x="18463" y="12965"/>
                  </a:cubicBezTo>
                  <a:cubicBezTo>
                    <a:pt x="18439" y="12942"/>
                    <a:pt x="18387" y="12896"/>
                    <a:pt x="18358" y="12896"/>
                  </a:cubicBezTo>
                  <a:cubicBezTo>
                    <a:pt x="18335" y="12895"/>
                    <a:pt x="18287" y="12921"/>
                    <a:pt x="18270" y="12943"/>
                  </a:cubicBezTo>
                  <a:cubicBezTo>
                    <a:pt x="18254" y="12965"/>
                    <a:pt x="18251" y="13034"/>
                    <a:pt x="18236" y="13057"/>
                  </a:cubicBezTo>
                  <a:cubicBezTo>
                    <a:pt x="18220" y="13083"/>
                    <a:pt x="18170" y="13108"/>
                    <a:pt x="18153" y="13135"/>
                  </a:cubicBezTo>
                  <a:cubicBezTo>
                    <a:pt x="18136" y="13161"/>
                    <a:pt x="18120" y="13231"/>
                    <a:pt x="18107" y="13261"/>
                  </a:cubicBezTo>
                  <a:cubicBezTo>
                    <a:pt x="18091" y="13294"/>
                    <a:pt x="18050" y="13349"/>
                    <a:pt x="18038" y="13384"/>
                  </a:cubicBezTo>
                  <a:cubicBezTo>
                    <a:pt x="18022" y="13435"/>
                    <a:pt x="18014" y="13546"/>
                    <a:pt x="18011" y="13601"/>
                  </a:cubicBezTo>
                  <a:cubicBezTo>
                    <a:pt x="18009" y="13633"/>
                    <a:pt x="17998" y="13703"/>
                    <a:pt x="18011" y="13731"/>
                  </a:cubicBezTo>
                  <a:cubicBezTo>
                    <a:pt x="18030" y="13769"/>
                    <a:pt x="18100" y="13818"/>
                    <a:pt x="18134" y="13812"/>
                  </a:cubicBezTo>
                  <a:cubicBezTo>
                    <a:pt x="18159" y="13807"/>
                    <a:pt x="18185" y="13716"/>
                    <a:pt x="18212" y="13717"/>
                  </a:cubicBezTo>
                  <a:cubicBezTo>
                    <a:pt x="18230" y="13718"/>
                    <a:pt x="18257" y="13762"/>
                    <a:pt x="18263" y="13785"/>
                  </a:cubicBezTo>
                  <a:cubicBezTo>
                    <a:pt x="18272" y="13824"/>
                    <a:pt x="18263" y="13914"/>
                    <a:pt x="18245" y="13947"/>
                  </a:cubicBezTo>
                  <a:cubicBezTo>
                    <a:pt x="18229" y="13979"/>
                    <a:pt x="18170" y="14000"/>
                    <a:pt x="18146" y="14019"/>
                  </a:cubicBezTo>
                  <a:cubicBezTo>
                    <a:pt x="18111" y="14045"/>
                    <a:pt x="18040" y="14095"/>
                    <a:pt x="18009" y="14128"/>
                  </a:cubicBezTo>
                  <a:cubicBezTo>
                    <a:pt x="17969" y="14171"/>
                    <a:pt x="17901" y="14271"/>
                    <a:pt x="17870" y="14323"/>
                  </a:cubicBezTo>
                  <a:cubicBezTo>
                    <a:pt x="17843" y="14366"/>
                    <a:pt x="17793" y="14455"/>
                    <a:pt x="17780" y="14507"/>
                  </a:cubicBezTo>
                  <a:cubicBezTo>
                    <a:pt x="17766" y="14556"/>
                    <a:pt x="17779" y="14663"/>
                    <a:pt x="17765" y="14712"/>
                  </a:cubicBezTo>
                  <a:cubicBezTo>
                    <a:pt x="17754" y="14747"/>
                    <a:pt x="17715" y="14802"/>
                    <a:pt x="17694" y="14828"/>
                  </a:cubicBezTo>
                  <a:cubicBezTo>
                    <a:pt x="17660" y="14869"/>
                    <a:pt x="17581" y="14934"/>
                    <a:pt x="17542" y="14967"/>
                  </a:cubicBezTo>
                  <a:cubicBezTo>
                    <a:pt x="17504" y="15001"/>
                    <a:pt x="17416" y="15053"/>
                    <a:pt x="17384" y="15096"/>
                  </a:cubicBezTo>
                  <a:cubicBezTo>
                    <a:pt x="17359" y="15130"/>
                    <a:pt x="17341" y="15231"/>
                    <a:pt x="17313" y="15259"/>
                  </a:cubicBezTo>
                  <a:cubicBezTo>
                    <a:pt x="17287" y="15283"/>
                    <a:pt x="17217" y="15275"/>
                    <a:pt x="17188" y="15294"/>
                  </a:cubicBezTo>
                  <a:cubicBezTo>
                    <a:pt x="17169" y="15308"/>
                    <a:pt x="17127" y="15344"/>
                    <a:pt x="17120" y="15372"/>
                  </a:cubicBezTo>
                  <a:cubicBezTo>
                    <a:pt x="17110" y="15409"/>
                    <a:pt x="17133" y="15489"/>
                    <a:pt x="17140" y="15527"/>
                  </a:cubicBezTo>
                  <a:cubicBezTo>
                    <a:pt x="17145" y="15563"/>
                    <a:pt x="17167" y="15630"/>
                    <a:pt x="17169" y="15666"/>
                  </a:cubicBezTo>
                  <a:cubicBezTo>
                    <a:pt x="17172" y="15720"/>
                    <a:pt x="17171" y="15834"/>
                    <a:pt x="17149" y="15881"/>
                  </a:cubicBezTo>
                  <a:cubicBezTo>
                    <a:pt x="17126" y="15930"/>
                    <a:pt x="17040" y="15978"/>
                    <a:pt x="17005" y="16013"/>
                  </a:cubicBezTo>
                  <a:cubicBezTo>
                    <a:pt x="16959" y="16060"/>
                    <a:pt x="16865" y="16151"/>
                    <a:pt x="16827" y="16211"/>
                  </a:cubicBezTo>
                  <a:cubicBezTo>
                    <a:pt x="16802" y="16249"/>
                    <a:pt x="16772" y="16345"/>
                    <a:pt x="16749" y="16385"/>
                  </a:cubicBezTo>
                  <a:cubicBezTo>
                    <a:pt x="16729" y="16419"/>
                    <a:pt x="16690" y="16492"/>
                    <a:pt x="16661" y="16508"/>
                  </a:cubicBezTo>
                  <a:cubicBezTo>
                    <a:pt x="16632" y="16525"/>
                    <a:pt x="16564" y="16497"/>
                    <a:pt x="16534" y="16508"/>
                  </a:cubicBezTo>
                  <a:cubicBezTo>
                    <a:pt x="16507" y="16519"/>
                    <a:pt x="16464" y="16572"/>
                    <a:pt x="16439" y="16589"/>
                  </a:cubicBezTo>
                  <a:cubicBezTo>
                    <a:pt x="16411" y="16608"/>
                    <a:pt x="16349" y="16630"/>
                    <a:pt x="16322" y="16651"/>
                  </a:cubicBezTo>
                  <a:cubicBezTo>
                    <a:pt x="16284" y="16679"/>
                    <a:pt x="16213" y="16746"/>
                    <a:pt x="16182" y="16786"/>
                  </a:cubicBezTo>
                  <a:cubicBezTo>
                    <a:pt x="16144" y="16837"/>
                    <a:pt x="16089" y="16958"/>
                    <a:pt x="16055" y="17013"/>
                  </a:cubicBezTo>
                  <a:cubicBezTo>
                    <a:pt x="16040" y="17038"/>
                    <a:pt x="16015" y="17094"/>
                    <a:pt x="15994" y="17111"/>
                  </a:cubicBezTo>
                  <a:cubicBezTo>
                    <a:pt x="15965" y="17135"/>
                    <a:pt x="15890" y="17128"/>
                    <a:pt x="15860" y="17150"/>
                  </a:cubicBezTo>
                  <a:cubicBezTo>
                    <a:pt x="15812" y="17184"/>
                    <a:pt x="15746" y="17301"/>
                    <a:pt x="15708" y="17353"/>
                  </a:cubicBezTo>
                  <a:cubicBezTo>
                    <a:pt x="15671" y="17406"/>
                    <a:pt x="15597" y="17512"/>
                    <a:pt x="15565" y="17570"/>
                  </a:cubicBezTo>
                  <a:cubicBezTo>
                    <a:pt x="15538" y="17618"/>
                    <a:pt x="15506" y="17735"/>
                    <a:pt x="15475" y="17777"/>
                  </a:cubicBezTo>
                  <a:cubicBezTo>
                    <a:pt x="15458" y="17799"/>
                    <a:pt x="15417" y="17842"/>
                    <a:pt x="15394" y="17840"/>
                  </a:cubicBezTo>
                  <a:cubicBezTo>
                    <a:pt x="15362" y="17834"/>
                    <a:pt x="15330" y="17732"/>
                    <a:pt x="15299" y="17725"/>
                  </a:cubicBezTo>
                  <a:cubicBezTo>
                    <a:pt x="15278" y="17721"/>
                    <a:pt x="15236" y="17750"/>
                    <a:pt x="15222" y="17771"/>
                  </a:cubicBezTo>
                  <a:cubicBezTo>
                    <a:pt x="15203" y="17800"/>
                    <a:pt x="15206" y="17888"/>
                    <a:pt x="15186" y="17917"/>
                  </a:cubicBezTo>
                  <a:cubicBezTo>
                    <a:pt x="15165" y="17947"/>
                    <a:pt x="15104" y="17978"/>
                    <a:pt x="15073" y="17981"/>
                  </a:cubicBezTo>
                  <a:cubicBezTo>
                    <a:pt x="15056" y="17983"/>
                    <a:pt x="15017" y="17973"/>
                    <a:pt x="15005" y="17956"/>
                  </a:cubicBezTo>
                  <a:cubicBezTo>
                    <a:pt x="14986" y="17926"/>
                    <a:pt x="15008" y="17834"/>
                    <a:pt x="14990" y="17804"/>
                  </a:cubicBezTo>
                  <a:cubicBezTo>
                    <a:pt x="14979" y="17783"/>
                    <a:pt x="14939" y="17763"/>
                    <a:pt x="14920" y="17765"/>
                  </a:cubicBezTo>
                  <a:cubicBezTo>
                    <a:pt x="14886" y="17767"/>
                    <a:pt x="14820" y="17815"/>
                    <a:pt x="14800" y="17851"/>
                  </a:cubicBezTo>
                  <a:cubicBezTo>
                    <a:pt x="14775" y="17899"/>
                    <a:pt x="14764" y="18024"/>
                    <a:pt x="14771" y="18082"/>
                  </a:cubicBezTo>
                  <a:cubicBezTo>
                    <a:pt x="14778" y="18132"/>
                    <a:pt x="14816" y="18231"/>
                    <a:pt x="14846" y="18263"/>
                  </a:cubicBezTo>
                  <a:cubicBezTo>
                    <a:pt x="14867" y="18284"/>
                    <a:pt x="14920" y="18290"/>
                    <a:pt x="14944" y="18302"/>
                  </a:cubicBezTo>
                  <a:cubicBezTo>
                    <a:pt x="14971" y="18315"/>
                    <a:pt x="15032" y="18335"/>
                    <a:pt x="15051" y="18363"/>
                  </a:cubicBezTo>
                  <a:cubicBezTo>
                    <a:pt x="15071" y="18390"/>
                    <a:pt x="15087" y="18466"/>
                    <a:pt x="15088" y="18503"/>
                  </a:cubicBezTo>
                  <a:cubicBezTo>
                    <a:pt x="15090" y="18542"/>
                    <a:pt x="15064" y="18615"/>
                    <a:pt x="15062" y="18655"/>
                  </a:cubicBezTo>
                  <a:cubicBezTo>
                    <a:pt x="15058" y="18727"/>
                    <a:pt x="15100" y="18876"/>
                    <a:pt x="15081" y="18943"/>
                  </a:cubicBezTo>
                  <a:cubicBezTo>
                    <a:pt x="15070" y="18980"/>
                    <a:pt x="15014" y="19026"/>
                    <a:pt x="14990" y="19053"/>
                  </a:cubicBezTo>
                  <a:cubicBezTo>
                    <a:pt x="14945" y="19105"/>
                    <a:pt x="14849" y="19199"/>
                    <a:pt x="14806" y="19254"/>
                  </a:cubicBezTo>
                  <a:cubicBezTo>
                    <a:pt x="14772" y="19295"/>
                    <a:pt x="14718" y="19392"/>
                    <a:pt x="14683" y="19432"/>
                  </a:cubicBezTo>
                  <a:cubicBezTo>
                    <a:pt x="14644" y="19477"/>
                    <a:pt x="14557" y="19553"/>
                    <a:pt x="14512" y="19588"/>
                  </a:cubicBezTo>
                  <a:cubicBezTo>
                    <a:pt x="14472" y="19617"/>
                    <a:pt x="14386" y="19665"/>
                    <a:pt x="14344" y="19688"/>
                  </a:cubicBezTo>
                  <a:cubicBezTo>
                    <a:pt x="14320" y="19700"/>
                    <a:pt x="14267" y="19707"/>
                    <a:pt x="14248" y="19729"/>
                  </a:cubicBezTo>
                  <a:cubicBezTo>
                    <a:pt x="14226" y="19757"/>
                    <a:pt x="14213" y="19838"/>
                    <a:pt x="14205" y="19876"/>
                  </a:cubicBezTo>
                  <a:cubicBezTo>
                    <a:pt x="14195" y="19918"/>
                    <a:pt x="14188" y="20007"/>
                    <a:pt x="14176" y="20047"/>
                  </a:cubicBezTo>
                  <a:cubicBezTo>
                    <a:pt x="14161" y="20089"/>
                    <a:pt x="14113" y="20158"/>
                    <a:pt x="14099" y="20200"/>
                  </a:cubicBezTo>
                  <a:cubicBezTo>
                    <a:pt x="14075" y="20274"/>
                    <a:pt x="14066" y="20440"/>
                    <a:pt x="14038" y="20514"/>
                  </a:cubicBezTo>
                  <a:cubicBezTo>
                    <a:pt x="14011" y="20585"/>
                    <a:pt x="13933" y="20713"/>
                    <a:pt x="13887" y="20767"/>
                  </a:cubicBezTo>
                  <a:cubicBezTo>
                    <a:pt x="13845" y="20815"/>
                    <a:pt x="13747" y="20898"/>
                    <a:pt x="13694" y="20921"/>
                  </a:cubicBezTo>
                  <a:cubicBezTo>
                    <a:pt x="13664" y="20934"/>
                    <a:pt x="13598" y="20916"/>
                    <a:pt x="13569" y="20934"/>
                  </a:cubicBezTo>
                  <a:cubicBezTo>
                    <a:pt x="13521" y="20965"/>
                    <a:pt x="13460" y="21091"/>
                    <a:pt x="13425" y="21145"/>
                  </a:cubicBezTo>
                  <a:cubicBezTo>
                    <a:pt x="13405" y="21176"/>
                    <a:pt x="13349" y="21232"/>
                    <a:pt x="13347" y="21274"/>
                  </a:cubicBezTo>
                  <a:cubicBezTo>
                    <a:pt x="13347" y="21305"/>
                    <a:pt x="13397" y="21346"/>
                    <a:pt x="13401" y="21378"/>
                  </a:cubicBezTo>
                  <a:cubicBezTo>
                    <a:pt x="13404" y="21409"/>
                    <a:pt x="13364" y="21469"/>
                    <a:pt x="13369" y="21501"/>
                  </a:cubicBezTo>
                  <a:cubicBezTo>
                    <a:pt x="13372" y="21516"/>
                    <a:pt x="13381" y="21536"/>
                    <a:pt x="13392" y="21555"/>
                  </a:cubicBezTo>
                  <a:cubicBezTo>
                    <a:pt x="13376" y="21574"/>
                    <a:pt x="13357" y="21592"/>
                    <a:pt x="13345" y="21595"/>
                  </a:cubicBezTo>
                  <a:cubicBezTo>
                    <a:pt x="13314" y="21600"/>
                    <a:pt x="13254" y="21555"/>
                    <a:pt x="13230" y="21527"/>
                  </a:cubicBezTo>
                  <a:cubicBezTo>
                    <a:pt x="13203" y="21496"/>
                    <a:pt x="13185" y="21395"/>
                    <a:pt x="13157" y="21368"/>
                  </a:cubicBezTo>
                  <a:cubicBezTo>
                    <a:pt x="13137" y="21349"/>
                    <a:pt x="13084" y="21352"/>
                    <a:pt x="13062" y="21339"/>
                  </a:cubicBezTo>
                  <a:cubicBezTo>
                    <a:pt x="13026" y="21317"/>
                    <a:pt x="12970" y="21230"/>
                    <a:pt x="12932" y="21216"/>
                  </a:cubicBezTo>
                  <a:cubicBezTo>
                    <a:pt x="12902" y="21205"/>
                    <a:pt x="12834" y="21209"/>
                    <a:pt x="12807" y="21232"/>
                  </a:cubicBezTo>
                  <a:cubicBezTo>
                    <a:pt x="12786" y="21251"/>
                    <a:pt x="12776" y="21329"/>
                    <a:pt x="12756" y="21351"/>
                  </a:cubicBezTo>
                  <a:cubicBezTo>
                    <a:pt x="12727" y="21385"/>
                    <a:pt x="12651" y="21439"/>
                    <a:pt x="12612" y="21430"/>
                  </a:cubicBezTo>
                  <a:cubicBezTo>
                    <a:pt x="12568" y="21418"/>
                    <a:pt x="12521" y="21298"/>
                    <a:pt x="12483" y="21268"/>
                  </a:cubicBezTo>
                  <a:cubicBezTo>
                    <a:pt x="12455" y="21246"/>
                    <a:pt x="12384" y="21242"/>
                    <a:pt x="12358" y="21216"/>
                  </a:cubicBezTo>
                  <a:cubicBezTo>
                    <a:pt x="12328" y="21186"/>
                    <a:pt x="12286" y="21099"/>
                    <a:pt x="12275" y="21050"/>
                  </a:cubicBezTo>
                  <a:cubicBezTo>
                    <a:pt x="12258" y="20979"/>
                    <a:pt x="12294" y="20818"/>
                    <a:pt x="12270" y="20749"/>
                  </a:cubicBezTo>
                  <a:cubicBezTo>
                    <a:pt x="12255" y="20706"/>
                    <a:pt x="12188" y="20658"/>
                    <a:pt x="12163" y="20623"/>
                  </a:cubicBezTo>
                  <a:cubicBezTo>
                    <a:pt x="12134" y="20582"/>
                    <a:pt x="12064" y="20501"/>
                    <a:pt x="12058" y="20446"/>
                  </a:cubicBezTo>
                  <a:cubicBezTo>
                    <a:pt x="12051" y="20380"/>
                    <a:pt x="12119" y="20263"/>
                    <a:pt x="12131" y="20200"/>
                  </a:cubicBezTo>
                  <a:cubicBezTo>
                    <a:pt x="12141" y="20146"/>
                    <a:pt x="12164" y="20034"/>
                    <a:pt x="12150" y="19982"/>
                  </a:cubicBezTo>
                  <a:cubicBezTo>
                    <a:pt x="12145" y="19958"/>
                    <a:pt x="12108" y="19930"/>
                    <a:pt x="12097" y="19907"/>
                  </a:cubicBezTo>
                  <a:cubicBezTo>
                    <a:pt x="12076" y="19867"/>
                    <a:pt x="12064" y="19759"/>
                    <a:pt x="12036" y="19726"/>
                  </a:cubicBezTo>
                  <a:cubicBezTo>
                    <a:pt x="12006" y="19692"/>
                    <a:pt x="11917" y="19698"/>
                    <a:pt x="11884" y="19668"/>
                  </a:cubicBezTo>
                  <a:cubicBezTo>
                    <a:pt x="11861" y="19647"/>
                    <a:pt x="11832" y="19579"/>
                    <a:pt x="11819" y="19545"/>
                  </a:cubicBezTo>
                  <a:cubicBezTo>
                    <a:pt x="11803" y="19506"/>
                    <a:pt x="11787" y="19418"/>
                    <a:pt x="11770" y="19380"/>
                  </a:cubicBezTo>
                  <a:cubicBezTo>
                    <a:pt x="11745" y="19325"/>
                    <a:pt x="11666" y="19243"/>
                    <a:pt x="11645" y="19186"/>
                  </a:cubicBezTo>
                  <a:cubicBezTo>
                    <a:pt x="11626" y="19130"/>
                    <a:pt x="11616" y="18956"/>
                    <a:pt x="11614" y="18946"/>
                  </a:cubicBezTo>
                  <a:cubicBezTo>
                    <a:pt x="11611" y="18936"/>
                    <a:pt x="11561" y="18847"/>
                    <a:pt x="11542" y="18813"/>
                  </a:cubicBezTo>
                  <a:cubicBezTo>
                    <a:pt x="11517" y="18768"/>
                    <a:pt x="11477" y="18663"/>
                    <a:pt x="11440" y="18636"/>
                  </a:cubicBezTo>
                  <a:cubicBezTo>
                    <a:pt x="11409" y="18612"/>
                    <a:pt x="11330" y="18639"/>
                    <a:pt x="11299" y="18616"/>
                  </a:cubicBezTo>
                  <a:cubicBezTo>
                    <a:pt x="11267" y="18593"/>
                    <a:pt x="11239" y="18499"/>
                    <a:pt x="11213" y="18467"/>
                  </a:cubicBezTo>
                  <a:cubicBezTo>
                    <a:pt x="11186" y="18432"/>
                    <a:pt x="11129" y="18350"/>
                    <a:pt x="11091" y="18350"/>
                  </a:cubicBezTo>
                  <a:cubicBezTo>
                    <a:pt x="11061" y="18351"/>
                    <a:pt x="11003" y="18438"/>
                    <a:pt x="10993" y="18438"/>
                  </a:cubicBezTo>
                  <a:cubicBezTo>
                    <a:pt x="10984" y="18438"/>
                    <a:pt x="10846" y="18407"/>
                    <a:pt x="10805" y="18373"/>
                  </a:cubicBezTo>
                  <a:cubicBezTo>
                    <a:pt x="10772" y="18345"/>
                    <a:pt x="10736" y="18245"/>
                    <a:pt x="10702" y="18218"/>
                  </a:cubicBezTo>
                  <a:cubicBezTo>
                    <a:pt x="10667" y="18189"/>
                    <a:pt x="10576" y="18194"/>
                    <a:pt x="10542" y="18162"/>
                  </a:cubicBezTo>
                  <a:cubicBezTo>
                    <a:pt x="10513" y="18137"/>
                    <a:pt x="10466" y="18059"/>
                    <a:pt x="10463" y="18013"/>
                  </a:cubicBezTo>
                  <a:cubicBezTo>
                    <a:pt x="10460" y="17966"/>
                    <a:pt x="10526" y="17887"/>
                    <a:pt x="10526" y="17840"/>
                  </a:cubicBezTo>
                  <a:cubicBezTo>
                    <a:pt x="10528" y="17765"/>
                    <a:pt x="10438" y="17582"/>
                    <a:pt x="10434" y="17573"/>
                  </a:cubicBezTo>
                  <a:cubicBezTo>
                    <a:pt x="10429" y="17564"/>
                    <a:pt x="10343" y="17457"/>
                    <a:pt x="10336" y="17405"/>
                  </a:cubicBezTo>
                  <a:cubicBezTo>
                    <a:pt x="10328" y="17347"/>
                    <a:pt x="10395" y="17237"/>
                    <a:pt x="10388" y="17179"/>
                  </a:cubicBezTo>
                  <a:cubicBezTo>
                    <a:pt x="10378" y="17106"/>
                    <a:pt x="10277" y="17011"/>
                    <a:pt x="10258" y="16942"/>
                  </a:cubicBezTo>
                  <a:cubicBezTo>
                    <a:pt x="10244" y="16891"/>
                    <a:pt x="10255" y="16778"/>
                    <a:pt x="10246" y="16725"/>
                  </a:cubicBezTo>
                  <a:cubicBezTo>
                    <a:pt x="10237" y="16679"/>
                    <a:pt x="10216" y="16583"/>
                    <a:pt x="10192" y="16547"/>
                  </a:cubicBezTo>
                  <a:cubicBezTo>
                    <a:pt x="10166" y="16508"/>
                    <a:pt x="10082" y="16482"/>
                    <a:pt x="10053" y="16447"/>
                  </a:cubicBezTo>
                  <a:cubicBezTo>
                    <a:pt x="10033" y="16422"/>
                    <a:pt x="10005" y="16359"/>
                    <a:pt x="9995" y="16327"/>
                  </a:cubicBezTo>
                  <a:cubicBezTo>
                    <a:pt x="9978" y="16276"/>
                    <a:pt x="9979" y="16158"/>
                    <a:pt x="9956" y="16114"/>
                  </a:cubicBezTo>
                  <a:cubicBezTo>
                    <a:pt x="9928" y="16061"/>
                    <a:pt x="9823" y="16025"/>
                    <a:pt x="9794" y="15974"/>
                  </a:cubicBezTo>
                  <a:cubicBezTo>
                    <a:pt x="9775" y="15940"/>
                    <a:pt x="9764" y="15854"/>
                    <a:pt x="9760" y="15812"/>
                  </a:cubicBezTo>
                  <a:cubicBezTo>
                    <a:pt x="9755" y="15753"/>
                    <a:pt x="9767" y="15583"/>
                    <a:pt x="9767" y="15573"/>
                  </a:cubicBezTo>
                  <a:cubicBezTo>
                    <a:pt x="9767" y="15563"/>
                    <a:pt x="9717" y="15417"/>
                    <a:pt x="9685" y="15385"/>
                  </a:cubicBezTo>
                  <a:cubicBezTo>
                    <a:pt x="9651" y="15353"/>
                    <a:pt x="9564" y="15348"/>
                    <a:pt x="9525" y="15330"/>
                  </a:cubicBezTo>
                  <a:cubicBezTo>
                    <a:pt x="9482" y="15308"/>
                    <a:pt x="9397" y="15255"/>
                    <a:pt x="9357" y="15223"/>
                  </a:cubicBezTo>
                  <a:cubicBezTo>
                    <a:pt x="9300" y="15177"/>
                    <a:pt x="9210" y="15028"/>
                    <a:pt x="9145" y="15009"/>
                  </a:cubicBezTo>
                  <a:cubicBezTo>
                    <a:pt x="9103" y="14997"/>
                    <a:pt x="9023" y="15054"/>
                    <a:pt x="8981" y="15055"/>
                  </a:cubicBezTo>
                  <a:cubicBezTo>
                    <a:pt x="8923" y="15056"/>
                    <a:pt x="8807" y="15021"/>
                    <a:pt x="8751" y="14999"/>
                  </a:cubicBezTo>
                  <a:cubicBezTo>
                    <a:pt x="8678" y="14971"/>
                    <a:pt x="8475" y="14850"/>
                    <a:pt x="8468" y="14848"/>
                  </a:cubicBezTo>
                  <a:cubicBezTo>
                    <a:pt x="8461" y="14844"/>
                    <a:pt x="8395" y="14697"/>
                    <a:pt x="8385" y="14640"/>
                  </a:cubicBezTo>
                  <a:cubicBezTo>
                    <a:pt x="8377" y="14596"/>
                    <a:pt x="8395" y="14500"/>
                    <a:pt x="8385" y="14455"/>
                  </a:cubicBezTo>
                  <a:cubicBezTo>
                    <a:pt x="8375" y="14409"/>
                    <a:pt x="8343" y="14297"/>
                    <a:pt x="8307" y="14294"/>
                  </a:cubicBezTo>
                  <a:cubicBezTo>
                    <a:pt x="8275" y="14291"/>
                    <a:pt x="8258" y="14416"/>
                    <a:pt x="8227" y="14424"/>
                  </a:cubicBezTo>
                  <a:cubicBezTo>
                    <a:pt x="8175" y="14434"/>
                    <a:pt x="8097" y="14307"/>
                    <a:pt x="8051" y="14275"/>
                  </a:cubicBezTo>
                  <a:cubicBezTo>
                    <a:pt x="8018" y="14252"/>
                    <a:pt x="7930" y="14242"/>
                    <a:pt x="7916" y="14197"/>
                  </a:cubicBezTo>
                  <a:cubicBezTo>
                    <a:pt x="7901" y="14146"/>
                    <a:pt x="7984" y="14053"/>
                    <a:pt x="7980" y="13998"/>
                  </a:cubicBezTo>
                  <a:cubicBezTo>
                    <a:pt x="7975" y="13940"/>
                    <a:pt x="7914" y="13843"/>
                    <a:pt x="7880" y="13805"/>
                  </a:cubicBezTo>
                  <a:cubicBezTo>
                    <a:pt x="7856" y="13778"/>
                    <a:pt x="7795" y="13745"/>
                    <a:pt x="7765" y="13733"/>
                  </a:cubicBezTo>
                  <a:cubicBezTo>
                    <a:pt x="7726" y="13719"/>
                    <a:pt x="7642" y="13724"/>
                    <a:pt x="7604" y="13704"/>
                  </a:cubicBezTo>
                  <a:cubicBezTo>
                    <a:pt x="7571" y="13687"/>
                    <a:pt x="7505" y="13639"/>
                    <a:pt x="7489" y="13597"/>
                  </a:cubicBezTo>
                  <a:cubicBezTo>
                    <a:pt x="7471" y="13549"/>
                    <a:pt x="7503" y="13437"/>
                    <a:pt x="7496" y="13384"/>
                  </a:cubicBezTo>
                  <a:cubicBezTo>
                    <a:pt x="7491" y="13337"/>
                    <a:pt x="7449" y="13253"/>
                    <a:pt x="7447" y="13206"/>
                  </a:cubicBezTo>
                  <a:cubicBezTo>
                    <a:pt x="7444" y="13133"/>
                    <a:pt x="7513" y="12991"/>
                    <a:pt x="7499" y="12920"/>
                  </a:cubicBezTo>
                  <a:cubicBezTo>
                    <a:pt x="7490" y="12876"/>
                    <a:pt x="7433" y="12807"/>
                    <a:pt x="7401" y="12785"/>
                  </a:cubicBezTo>
                  <a:cubicBezTo>
                    <a:pt x="7358" y="12756"/>
                    <a:pt x="7253" y="12779"/>
                    <a:pt x="7211" y="12749"/>
                  </a:cubicBezTo>
                  <a:cubicBezTo>
                    <a:pt x="7174" y="12725"/>
                    <a:pt x="7126" y="12631"/>
                    <a:pt x="7098" y="12591"/>
                  </a:cubicBezTo>
                  <a:cubicBezTo>
                    <a:pt x="7067" y="12545"/>
                    <a:pt x="7011" y="12444"/>
                    <a:pt x="6976" y="12403"/>
                  </a:cubicBezTo>
                  <a:cubicBezTo>
                    <a:pt x="6953" y="12374"/>
                    <a:pt x="6896" y="12329"/>
                    <a:pt x="6871" y="12303"/>
                  </a:cubicBezTo>
                  <a:cubicBezTo>
                    <a:pt x="6849" y="12278"/>
                    <a:pt x="6812" y="12217"/>
                    <a:pt x="6785" y="12199"/>
                  </a:cubicBezTo>
                  <a:cubicBezTo>
                    <a:pt x="6738" y="12164"/>
                    <a:pt x="6625" y="12158"/>
                    <a:pt x="6575" y="12128"/>
                  </a:cubicBezTo>
                  <a:cubicBezTo>
                    <a:pt x="6556" y="12116"/>
                    <a:pt x="6528" y="12066"/>
                    <a:pt x="6507" y="12063"/>
                  </a:cubicBezTo>
                  <a:cubicBezTo>
                    <a:pt x="6476" y="12060"/>
                    <a:pt x="6426" y="12130"/>
                    <a:pt x="6395" y="12134"/>
                  </a:cubicBezTo>
                  <a:cubicBezTo>
                    <a:pt x="6367" y="12137"/>
                    <a:pt x="6313" y="12108"/>
                    <a:pt x="6288" y="12095"/>
                  </a:cubicBezTo>
                  <a:cubicBezTo>
                    <a:pt x="6250" y="12075"/>
                    <a:pt x="6173" y="12032"/>
                    <a:pt x="6143" y="11995"/>
                  </a:cubicBezTo>
                  <a:cubicBezTo>
                    <a:pt x="6094" y="11935"/>
                    <a:pt x="6046" y="11759"/>
                    <a:pt x="5999" y="11694"/>
                  </a:cubicBezTo>
                  <a:cubicBezTo>
                    <a:pt x="5961" y="11640"/>
                    <a:pt x="5854" y="11578"/>
                    <a:pt x="5819" y="11519"/>
                  </a:cubicBezTo>
                  <a:cubicBezTo>
                    <a:pt x="5771" y="11439"/>
                    <a:pt x="5750" y="11220"/>
                    <a:pt x="5699" y="11144"/>
                  </a:cubicBezTo>
                  <a:cubicBezTo>
                    <a:pt x="5667" y="11096"/>
                    <a:pt x="5574" y="11052"/>
                    <a:pt x="5535" y="11014"/>
                  </a:cubicBezTo>
                  <a:cubicBezTo>
                    <a:pt x="5482" y="10961"/>
                    <a:pt x="5389" y="10831"/>
                    <a:pt x="5335" y="10781"/>
                  </a:cubicBezTo>
                  <a:cubicBezTo>
                    <a:pt x="5264" y="10715"/>
                    <a:pt x="5112" y="10600"/>
                    <a:pt x="5030" y="10560"/>
                  </a:cubicBezTo>
                  <a:cubicBezTo>
                    <a:pt x="4982" y="10538"/>
                    <a:pt x="4881" y="10527"/>
                    <a:pt x="4832" y="10512"/>
                  </a:cubicBezTo>
                  <a:cubicBezTo>
                    <a:pt x="4787" y="10498"/>
                    <a:pt x="4696" y="10471"/>
                    <a:pt x="4654" y="10444"/>
                  </a:cubicBezTo>
                  <a:cubicBezTo>
                    <a:pt x="4605" y="10414"/>
                    <a:pt x="4514" y="10332"/>
                    <a:pt x="4476" y="10283"/>
                  </a:cubicBezTo>
                  <a:cubicBezTo>
                    <a:pt x="4445" y="10242"/>
                    <a:pt x="4410" y="10126"/>
                    <a:pt x="4373" y="10097"/>
                  </a:cubicBezTo>
                  <a:cubicBezTo>
                    <a:pt x="4318" y="10055"/>
                    <a:pt x="4174" y="10104"/>
                    <a:pt x="4121" y="10055"/>
                  </a:cubicBezTo>
                  <a:cubicBezTo>
                    <a:pt x="4081" y="10019"/>
                    <a:pt x="4056" y="9882"/>
                    <a:pt x="4031" y="9826"/>
                  </a:cubicBezTo>
                  <a:cubicBezTo>
                    <a:pt x="3997" y="9746"/>
                    <a:pt x="3926" y="9586"/>
                    <a:pt x="3880" y="9518"/>
                  </a:cubicBezTo>
                  <a:cubicBezTo>
                    <a:pt x="3842" y="9463"/>
                    <a:pt x="3738" y="9390"/>
                    <a:pt x="3704" y="9330"/>
                  </a:cubicBezTo>
                  <a:cubicBezTo>
                    <a:pt x="3683" y="9293"/>
                    <a:pt x="3668" y="9195"/>
                    <a:pt x="3648" y="9156"/>
                  </a:cubicBezTo>
                  <a:cubicBezTo>
                    <a:pt x="3620" y="9105"/>
                    <a:pt x="3550" y="9017"/>
                    <a:pt x="3509" y="8987"/>
                  </a:cubicBezTo>
                  <a:cubicBezTo>
                    <a:pt x="3464" y="8955"/>
                    <a:pt x="3354" y="8956"/>
                    <a:pt x="3313" y="8916"/>
                  </a:cubicBezTo>
                  <a:cubicBezTo>
                    <a:pt x="3261" y="8865"/>
                    <a:pt x="3203" y="8704"/>
                    <a:pt x="3174" y="8628"/>
                  </a:cubicBezTo>
                  <a:cubicBezTo>
                    <a:pt x="3144" y="8544"/>
                    <a:pt x="3103" y="8366"/>
                    <a:pt x="3081" y="8279"/>
                  </a:cubicBezTo>
                  <a:cubicBezTo>
                    <a:pt x="3065" y="8211"/>
                    <a:pt x="3050" y="8067"/>
                    <a:pt x="3022" y="8006"/>
                  </a:cubicBezTo>
                  <a:cubicBezTo>
                    <a:pt x="3002" y="7960"/>
                    <a:pt x="2933" y="7896"/>
                    <a:pt x="2906" y="7857"/>
                  </a:cubicBezTo>
                  <a:cubicBezTo>
                    <a:pt x="2867" y="7803"/>
                    <a:pt x="2802" y="7677"/>
                    <a:pt x="2759" y="7627"/>
                  </a:cubicBezTo>
                  <a:cubicBezTo>
                    <a:pt x="2720" y="7582"/>
                    <a:pt x="2617" y="7533"/>
                    <a:pt x="2585" y="7479"/>
                  </a:cubicBezTo>
                  <a:cubicBezTo>
                    <a:pt x="2540" y="7399"/>
                    <a:pt x="2529" y="7186"/>
                    <a:pt x="2495" y="7096"/>
                  </a:cubicBezTo>
                  <a:cubicBezTo>
                    <a:pt x="2469" y="7027"/>
                    <a:pt x="2402" y="6900"/>
                    <a:pt x="2361" y="6848"/>
                  </a:cubicBezTo>
                  <a:cubicBezTo>
                    <a:pt x="2331" y="6808"/>
                    <a:pt x="2260" y="6737"/>
                    <a:pt x="2219" y="6721"/>
                  </a:cubicBezTo>
                  <a:cubicBezTo>
                    <a:pt x="2179" y="6705"/>
                    <a:pt x="2089" y="6705"/>
                    <a:pt x="2048" y="6724"/>
                  </a:cubicBezTo>
                  <a:cubicBezTo>
                    <a:pt x="2016" y="6739"/>
                    <a:pt x="1971" y="6819"/>
                    <a:pt x="1941" y="6841"/>
                  </a:cubicBezTo>
                  <a:cubicBezTo>
                    <a:pt x="1902" y="6868"/>
                    <a:pt x="1817" y="6906"/>
                    <a:pt x="1772" y="6909"/>
                  </a:cubicBezTo>
                  <a:cubicBezTo>
                    <a:pt x="1705" y="6912"/>
                    <a:pt x="1569" y="6876"/>
                    <a:pt x="1511" y="6831"/>
                  </a:cubicBezTo>
                  <a:cubicBezTo>
                    <a:pt x="1461" y="6792"/>
                    <a:pt x="1403" y="6652"/>
                    <a:pt x="1359" y="6601"/>
                  </a:cubicBezTo>
                  <a:cubicBezTo>
                    <a:pt x="1322" y="6557"/>
                    <a:pt x="1233" y="6496"/>
                    <a:pt x="1194" y="6455"/>
                  </a:cubicBezTo>
                  <a:cubicBezTo>
                    <a:pt x="1149" y="6409"/>
                    <a:pt x="1072" y="6292"/>
                    <a:pt x="1025" y="6248"/>
                  </a:cubicBezTo>
                  <a:cubicBezTo>
                    <a:pt x="991" y="6216"/>
                    <a:pt x="916" y="6158"/>
                    <a:pt x="874" y="6148"/>
                  </a:cubicBezTo>
                  <a:cubicBezTo>
                    <a:pt x="830" y="6137"/>
                    <a:pt x="742" y="6176"/>
                    <a:pt x="698" y="6167"/>
                  </a:cubicBezTo>
                  <a:cubicBezTo>
                    <a:pt x="658" y="6160"/>
                    <a:pt x="582" y="6118"/>
                    <a:pt x="546" y="6092"/>
                  </a:cubicBezTo>
                  <a:cubicBezTo>
                    <a:pt x="462" y="6032"/>
                    <a:pt x="320" y="5857"/>
                    <a:pt x="239" y="5788"/>
                  </a:cubicBezTo>
                  <a:cubicBezTo>
                    <a:pt x="205" y="5760"/>
                    <a:pt x="130" y="5725"/>
                    <a:pt x="99" y="5691"/>
                  </a:cubicBezTo>
                  <a:cubicBezTo>
                    <a:pt x="68" y="5656"/>
                    <a:pt x="1" y="5571"/>
                    <a:pt x="0" y="5516"/>
                  </a:cubicBezTo>
                  <a:cubicBezTo>
                    <a:pt x="-2" y="5455"/>
                    <a:pt x="90" y="5370"/>
                    <a:pt x="102" y="5310"/>
                  </a:cubicBezTo>
                  <a:cubicBezTo>
                    <a:pt x="112" y="5256"/>
                    <a:pt x="98" y="5147"/>
                    <a:pt x="92" y="5092"/>
                  </a:cubicBezTo>
                  <a:cubicBezTo>
                    <a:pt x="88" y="5051"/>
                    <a:pt x="60" y="4972"/>
                    <a:pt x="63" y="4931"/>
                  </a:cubicBezTo>
                  <a:cubicBezTo>
                    <a:pt x="68" y="4876"/>
                    <a:pt x="117" y="4782"/>
                    <a:pt x="141" y="4736"/>
                  </a:cubicBezTo>
                  <a:cubicBezTo>
                    <a:pt x="162" y="4697"/>
                    <a:pt x="220" y="4637"/>
                    <a:pt x="239" y="4594"/>
                  </a:cubicBezTo>
                  <a:cubicBezTo>
                    <a:pt x="272" y="4520"/>
                    <a:pt x="278" y="4333"/>
                    <a:pt x="322" y="4270"/>
                  </a:cubicBezTo>
                  <a:cubicBezTo>
                    <a:pt x="350" y="4230"/>
                    <a:pt x="442" y="4222"/>
                    <a:pt x="473" y="4186"/>
                  </a:cubicBezTo>
                  <a:cubicBezTo>
                    <a:pt x="501" y="4152"/>
                    <a:pt x="526" y="4052"/>
                    <a:pt x="549" y="4012"/>
                  </a:cubicBezTo>
                  <a:cubicBezTo>
                    <a:pt x="568" y="3979"/>
                    <a:pt x="610" y="3916"/>
                    <a:pt x="634" y="3891"/>
                  </a:cubicBezTo>
                  <a:cubicBezTo>
                    <a:pt x="662" y="3863"/>
                    <a:pt x="736" y="3841"/>
                    <a:pt x="754" y="3800"/>
                  </a:cubicBezTo>
                  <a:cubicBezTo>
                    <a:pt x="779" y="3745"/>
                    <a:pt x="756" y="3606"/>
                    <a:pt x="756" y="3542"/>
                  </a:cubicBezTo>
                  <a:cubicBezTo>
                    <a:pt x="756" y="3484"/>
                    <a:pt x="754" y="3358"/>
                    <a:pt x="752" y="3267"/>
                  </a:cubicBezTo>
                  <a:cubicBezTo>
                    <a:pt x="818" y="3247"/>
                    <a:pt x="905" y="3222"/>
                    <a:pt x="950" y="3195"/>
                  </a:cubicBezTo>
                  <a:cubicBezTo>
                    <a:pt x="1059" y="3133"/>
                    <a:pt x="1250" y="2947"/>
                    <a:pt x="1350" y="2865"/>
                  </a:cubicBezTo>
                  <a:cubicBezTo>
                    <a:pt x="1414" y="2814"/>
                    <a:pt x="1542" y="2711"/>
                    <a:pt x="1607" y="2661"/>
                  </a:cubicBezTo>
                  <a:cubicBezTo>
                    <a:pt x="1673" y="2610"/>
                    <a:pt x="1808" y="2512"/>
                    <a:pt x="1874" y="2461"/>
                  </a:cubicBezTo>
                  <a:cubicBezTo>
                    <a:pt x="1908" y="2437"/>
                    <a:pt x="1970" y="2351"/>
                    <a:pt x="2009" y="2355"/>
                  </a:cubicBezTo>
                  <a:cubicBezTo>
                    <a:pt x="2036" y="2358"/>
                    <a:pt x="2067" y="2430"/>
                    <a:pt x="2089" y="2448"/>
                  </a:cubicBezTo>
                  <a:cubicBezTo>
                    <a:pt x="2110" y="2462"/>
                    <a:pt x="2155" y="2494"/>
                    <a:pt x="2177" y="2486"/>
                  </a:cubicBezTo>
                  <a:cubicBezTo>
                    <a:pt x="2211" y="2475"/>
                    <a:pt x="2246" y="2383"/>
                    <a:pt x="2273" y="2355"/>
                  </a:cubicBezTo>
                  <a:cubicBezTo>
                    <a:pt x="2306" y="2319"/>
                    <a:pt x="2389" y="2278"/>
                    <a:pt x="2419" y="2238"/>
                  </a:cubicBezTo>
                  <a:cubicBezTo>
                    <a:pt x="2448" y="2201"/>
                    <a:pt x="2477" y="2094"/>
                    <a:pt x="2504" y="2053"/>
                  </a:cubicBezTo>
                  <a:cubicBezTo>
                    <a:pt x="2532" y="2011"/>
                    <a:pt x="2604" y="1945"/>
                    <a:pt x="2639" y="1913"/>
                  </a:cubicBezTo>
                  <a:cubicBezTo>
                    <a:pt x="2683" y="1875"/>
                    <a:pt x="2779" y="1816"/>
                    <a:pt x="2822" y="1777"/>
                  </a:cubicBezTo>
                  <a:cubicBezTo>
                    <a:pt x="2868" y="1736"/>
                    <a:pt x="2944" y="1623"/>
                    <a:pt x="2995" y="1592"/>
                  </a:cubicBezTo>
                  <a:cubicBezTo>
                    <a:pt x="3028" y="1573"/>
                    <a:pt x="3104" y="1581"/>
                    <a:pt x="3137" y="1564"/>
                  </a:cubicBezTo>
                  <a:cubicBezTo>
                    <a:pt x="3170" y="1545"/>
                    <a:pt x="3220" y="1476"/>
                    <a:pt x="3251" y="1457"/>
                  </a:cubicBezTo>
                  <a:cubicBezTo>
                    <a:pt x="3274" y="1442"/>
                    <a:pt x="3324" y="1425"/>
                    <a:pt x="3350" y="1423"/>
                  </a:cubicBezTo>
                  <a:cubicBezTo>
                    <a:pt x="3381" y="1419"/>
                    <a:pt x="3451" y="1460"/>
                    <a:pt x="3474" y="1432"/>
                  </a:cubicBezTo>
                  <a:cubicBezTo>
                    <a:pt x="3509" y="1392"/>
                    <a:pt x="3464" y="1243"/>
                    <a:pt x="3485" y="1190"/>
                  </a:cubicBezTo>
                  <a:cubicBezTo>
                    <a:pt x="3503" y="1145"/>
                    <a:pt x="3568" y="1069"/>
                    <a:pt x="3606" y="1063"/>
                  </a:cubicBezTo>
                  <a:cubicBezTo>
                    <a:pt x="3631" y="1059"/>
                    <a:pt x="3681" y="1097"/>
                    <a:pt x="3697" y="1121"/>
                  </a:cubicBezTo>
                  <a:cubicBezTo>
                    <a:pt x="3719" y="1154"/>
                    <a:pt x="3711" y="1272"/>
                    <a:pt x="3742" y="1282"/>
                  </a:cubicBezTo>
                  <a:cubicBezTo>
                    <a:pt x="3776" y="1292"/>
                    <a:pt x="3808" y="1170"/>
                    <a:pt x="3841" y="1155"/>
                  </a:cubicBezTo>
                  <a:cubicBezTo>
                    <a:pt x="3869" y="1143"/>
                    <a:pt x="3930" y="1188"/>
                    <a:pt x="3958" y="1175"/>
                  </a:cubicBezTo>
                  <a:cubicBezTo>
                    <a:pt x="3989" y="1161"/>
                    <a:pt x="4018" y="1067"/>
                    <a:pt x="4046" y="1044"/>
                  </a:cubicBezTo>
                  <a:cubicBezTo>
                    <a:pt x="4093" y="1008"/>
                    <a:pt x="4258" y="976"/>
                    <a:pt x="4258" y="976"/>
                  </a:cubicBezTo>
                  <a:lnTo>
                    <a:pt x="6654" y="524"/>
                  </a:lnTo>
                  <a:lnTo>
                    <a:pt x="9335" y="0"/>
                  </a:lnTo>
                  <a:cubicBezTo>
                    <a:pt x="9335" y="0"/>
                    <a:pt x="9433" y="49"/>
                    <a:pt x="9456" y="82"/>
                  </a:cubicBezTo>
                  <a:cubicBezTo>
                    <a:pt x="9481" y="120"/>
                    <a:pt x="9514" y="221"/>
                    <a:pt x="9507" y="272"/>
                  </a:cubicBezTo>
                  <a:cubicBezTo>
                    <a:pt x="9502" y="313"/>
                    <a:pt x="9436" y="363"/>
                    <a:pt x="9426" y="403"/>
                  </a:cubicBezTo>
                  <a:cubicBezTo>
                    <a:pt x="9414" y="457"/>
                    <a:pt x="9417" y="583"/>
                    <a:pt x="9441" y="632"/>
                  </a:cubicBezTo>
                  <a:cubicBezTo>
                    <a:pt x="9462" y="673"/>
                    <a:pt x="9577" y="724"/>
                    <a:pt x="9577" y="724"/>
                  </a:cubicBezTo>
                  <a:lnTo>
                    <a:pt x="9936" y="209"/>
                  </a:lnTo>
                  <a:lnTo>
                    <a:pt x="10801" y="1227"/>
                  </a:lnTo>
                  <a:lnTo>
                    <a:pt x="10810" y="2042"/>
                  </a:lnTo>
                  <a:cubicBezTo>
                    <a:pt x="10810" y="2042"/>
                    <a:pt x="15626" y="818"/>
                    <a:pt x="15626" y="818"/>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16" name="Shape 4698"/>
            <p:cNvSpPr/>
            <p:nvPr/>
          </p:nvSpPr>
          <p:spPr>
            <a:xfrm>
              <a:off x="9296741" y="6328227"/>
              <a:ext cx="17906" cy="15685"/>
            </a:xfrm>
            <a:custGeom>
              <a:avLst/>
              <a:gdLst/>
              <a:ahLst/>
              <a:cxnLst>
                <a:cxn ang="0">
                  <a:pos x="wd2" y="hd2"/>
                </a:cxn>
                <a:cxn ang="5400000">
                  <a:pos x="wd2" y="hd2"/>
                </a:cxn>
                <a:cxn ang="10800000">
                  <a:pos x="wd2" y="hd2"/>
                </a:cxn>
                <a:cxn ang="16200000">
                  <a:pos x="wd2" y="hd2"/>
                </a:cxn>
              </a:cxnLst>
              <a:rect l="0" t="0" r="r" b="b"/>
              <a:pathLst>
                <a:path w="20684" h="21261" extrusionOk="0">
                  <a:moveTo>
                    <a:pt x="5205" y="21247"/>
                  </a:moveTo>
                  <a:cubicBezTo>
                    <a:pt x="6737" y="21064"/>
                    <a:pt x="8917" y="18017"/>
                    <a:pt x="10319" y="17408"/>
                  </a:cubicBezTo>
                  <a:cubicBezTo>
                    <a:pt x="11799" y="16707"/>
                    <a:pt x="15434" y="17408"/>
                    <a:pt x="16628" y="16128"/>
                  </a:cubicBezTo>
                  <a:cubicBezTo>
                    <a:pt x="17692" y="14910"/>
                    <a:pt x="17614" y="10888"/>
                    <a:pt x="18082" y="9213"/>
                  </a:cubicBezTo>
                  <a:cubicBezTo>
                    <a:pt x="18627" y="7354"/>
                    <a:pt x="21249" y="3760"/>
                    <a:pt x="20574" y="1993"/>
                  </a:cubicBezTo>
                  <a:cubicBezTo>
                    <a:pt x="20003" y="622"/>
                    <a:pt x="16913" y="-201"/>
                    <a:pt x="15641" y="43"/>
                  </a:cubicBezTo>
                  <a:cubicBezTo>
                    <a:pt x="14136" y="347"/>
                    <a:pt x="11825" y="3181"/>
                    <a:pt x="10709" y="4399"/>
                  </a:cubicBezTo>
                  <a:cubicBezTo>
                    <a:pt x="9359" y="5953"/>
                    <a:pt x="7386" y="9883"/>
                    <a:pt x="5932" y="11315"/>
                  </a:cubicBezTo>
                  <a:cubicBezTo>
                    <a:pt x="5153" y="12107"/>
                    <a:pt x="2972" y="12777"/>
                    <a:pt x="2219" y="13691"/>
                  </a:cubicBezTo>
                  <a:cubicBezTo>
                    <a:pt x="1362" y="14788"/>
                    <a:pt x="-351" y="17530"/>
                    <a:pt x="64" y="18840"/>
                  </a:cubicBezTo>
                  <a:cubicBezTo>
                    <a:pt x="532" y="20363"/>
                    <a:pt x="3855" y="21399"/>
                    <a:pt x="5205" y="2124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17" name="Shape 4699"/>
            <p:cNvSpPr/>
            <p:nvPr/>
          </p:nvSpPr>
          <p:spPr>
            <a:xfrm>
              <a:off x="9296741" y="6328227"/>
              <a:ext cx="17906" cy="15685"/>
            </a:xfrm>
            <a:custGeom>
              <a:avLst/>
              <a:gdLst/>
              <a:ahLst/>
              <a:cxnLst>
                <a:cxn ang="0">
                  <a:pos x="wd2" y="hd2"/>
                </a:cxn>
                <a:cxn ang="5400000">
                  <a:pos x="wd2" y="hd2"/>
                </a:cxn>
                <a:cxn ang="10800000">
                  <a:pos x="wd2" y="hd2"/>
                </a:cxn>
                <a:cxn ang="16200000">
                  <a:pos x="wd2" y="hd2"/>
                </a:cxn>
              </a:cxnLst>
              <a:rect l="0" t="0" r="r" b="b"/>
              <a:pathLst>
                <a:path w="20684" h="21261" extrusionOk="0">
                  <a:moveTo>
                    <a:pt x="5205" y="21247"/>
                  </a:moveTo>
                  <a:cubicBezTo>
                    <a:pt x="6737" y="21064"/>
                    <a:pt x="8917" y="18017"/>
                    <a:pt x="10319" y="17408"/>
                  </a:cubicBezTo>
                  <a:cubicBezTo>
                    <a:pt x="11799" y="16707"/>
                    <a:pt x="15434" y="17408"/>
                    <a:pt x="16628" y="16128"/>
                  </a:cubicBezTo>
                  <a:cubicBezTo>
                    <a:pt x="17692" y="14910"/>
                    <a:pt x="17614" y="10888"/>
                    <a:pt x="18082" y="9213"/>
                  </a:cubicBezTo>
                  <a:cubicBezTo>
                    <a:pt x="18627" y="7354"/>
                    <a:pt x="21249" y="3760"/>
                    <a:pt x="20574" y="1993"/>
                  </a:cubicBezTo>
                  <a:cubicBezTo>
                    <a:pt x="20003" y="622"/>
                    <a:pt x="16913" y="-201"/>
                    <a:pt x="15641" y="43"/>
                  </a:cubicBezTo>
                  <a:cubicBezTo>
                    <a:pt x="14136" y="347"/>
                    <a:pt x="11825" y="3181"/>
                    <a:pt x="10709" y="4399"/>
                  </a:cubicBezTo>
                  <a:cubicBezTo>
                    <a:pt x="9359" y="5953"/>
                    <a:pt x="7360" y="9883"/>
                    <a:pt x="5932" y="11315"/>
                  </a:cubicBezTo>
                  <a:cubicBezTo>
                    <a:pt x="5153" y="12107"/>
                    <a:pt x="2972" y="12777"/>
                    <a:pt x="2219" y="13691"/>
                  </a:cubicBezTo>
                  <a:cubicBezTo>
                    <a:pt x="1362" y="14788"/>
                    <a:pt x="-351" y="17530"/>
                    <a:pt x="64" y="18840"/>
                  </a:cubicBezTo>
                  <a:cubicBezTo>
                    <a:pt x="532" y="20363"/>
                    <a:pt x="3855" y="21399"/>
                    <a:pt x="5205" y="2124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18" name="Shape 4700"/>
            <p:cNvSpPr/>
            <p:nvPr/>
          </p:nvSpPr>
          <p:spPr>
            <a:xfrm>
              <a:off x="9342765" y="6121122"/>
              <a:ext cx="86329" cy="180903"/>
            </a:xfrm>
            <a:custGeom>
              <a:avLst/>
              <a:gdLst/>
              <a:ahLst/>
              <a:cxnLst>
                <a:cxn ang="0">
                  <a:pos x="wd2" y="hd2"/>
                </a:cxn>
                <a:cxn ang="5400000">
                  <a:pos x="wd2" y="hd2"/>
                </a:cxn>
                <a:cxn ang="10800000">
                  <a:pos x="wd2" y="hd2"/>
                </a:cxn>
                <a:cxn ang="16200000">
                  <a:pos x="wd2" y="hd2"/>
                </a:cxn>
              </a:cxnLst>
              <a:rect l="0" t="0" r="r" b="b"/>
              <a:pathLst>
                <a:path w="21491" h="21549" extrusionOk="0">
                  <a:moveTo>
                    <a:pt x="1242" y="21448"/>
                  </a:moveTo>
                  <a:cubicBezTo>
                    <a:pt x="1544" y="21373"/>
                    <a:pt x="2131" y="21196"/>
                    <a:pt x="2333" y="21068"/>
                  </a:cubicBezTo>
                  <a:cubicBezTo>
                    <a:pt x="2562" y="20921"/>
                    <a:pt x="2613" y="20532"/>
                    <a:pt x="2831" y="20388"/>
                  </a:cubicBezTo>
                  <a:cubicBezTo>
                    <a:pt x="3127" y="20198"/>
                    <a:pt x="4050" y="19976"/>
                    <a:pt x="4431" y="19823"/>
                  </a:cubicBezTo>
                  <a:cubicBezTo>
                    <a:pt x="4722" y="19705"/>
                    <a:pt x="5320" y="19464"/>
                    <a:pt x="5550" y="19317"/>
                  </a:cubicBezTo>
                  <a:cubicBezTo>
                    <a:pt x="5779" y="19164"/>
                    <a:pt x="6042" y="18803"/>
                    <a:pt x="6227" y="18637"/>
                  </a:cubicBezTo>
                  <a:cubicBezTo>
                    <a:pt x="6445" y="18439"/>
                    <a:pt x="6915" y="18051"/>
                    <a:pt x="7166" y="17861"/>
                  </a:cubicBezTo>
                  <a:cubicBezTo>
                    <a:pt x="7407" y="17687"/>
                    <a:pt x="7888" y="17347"/>
                    <a:pt x="8173" y="17186"/>
                  </a:cubicBezTo>
                  <a:cubicBezTo>
                    <a:pt x="8403" y="17052"/>
                    <a:pt x="9041" y="16852"/>
                    <a:pt x="9203" y="16694"/>
                  </a:cubicBezTo>
                  <a:cubicBezTo>
                    <a:pt x="9348" y="16541"/>
                    <a:pt x="9236" y="16188"/>
                    <a:pt x="9348" y="16030"/>
                  </a:cubicBezTo>
                  <a:cubicBezTo>
                    <a:pt x="9443" y="15901"/>
                    <a:pt x="9790" y="15693"/>
                    <a:pt x="9969" y="15591"/>
                  </a:cubicBezTo>
                  <a:cubicBezTo>
                    <a:pt x="10294" y="15409"/>
                    <a:pt x="11116" y="15122"/>
                    <a:pt x="11446" y="14940"/>
                  </a:cubicBezTo>
                  <a:cubicBezTo>
                    <a:pt x="11776" y="14756"/>
                    <a:pt x="12476" y="14183"/>
                    <a:pt x="12599" y="14127"/>
                  </a:cubicBezTo>
                  <a:cubicBezTo>
                    <a:pt x="12705" y="14068"/>
                    <a:pt x="13701" y="13733"/>
                    <a:pt x="13980" y="13562"/>
                  </a:cubicBezTo>
                  <a:cubicBezTo>
                    <a:pt x="14271" y="13377"/>
                    <a:pt x="14641" y="12927"/>
                    <a:pt x="14831" y="12716"/>
                  </a:cubicBezTo>
                  <a:cubicBezTo>
                    <a:pt x="15004" y="12523"/>
                    <a:pt x="15385" y="12140"/>
                    <a:pt x="15452" y="11937"/>
                  </a:cubicBezTo>
                  <a:cubicBezTo>
                    <a:pt x="15569" y="11616"/>
                    <a:pt x="15368" y="10954"/>
                    <a:pt x="15424" y="10628"/>
                  </a:cubicBezTo>
                  <a:cubicBezTo>
                    <a:pt x="15469" y="10365"/>
                    <a:pt x="15648" y="9849"/>
                    <a:pt x="15799" y="9592"/>
                  </a:cubicBezTo>
                  <a:cubicBezTo>
                    <a:pt x="16011" y="9289"/>
                    <a:pt x="16643" y="8716"/>
                    <a:pt x="16923" y="8425"/>
                  </a:cubicBezTo>
                  <a:cubicBezTo>
                    <a:pt x="17253" y="8095"/>
                    <a:pt x="17924" y="7437"/>
                    <a:pt x="18227" y="7097"/>
                  </a:cubicBezTo>
                  <a:cubicBezTo>
                    <a:pt x="18450" y="6837"/>
                    <a:pt x="18926" y="6302"/>
                    <a:pt x="19083" y="6026"/>
                  </a:cubicBezTo>
                  <a:cubicBezTo>
                    <a:pt x="19245" y="5734"/>
                    <a:pt x="19345" y="5121"/>
                    <a:pt x="19491" y="4830"/>
                  </a:cubicBezTo>
                  <a:cubicBezTo>
                    <a:pt x="19608" y="4586"/>
                    <a:pt x="19894" y="4101"/>
                    <a:pt x="20078" y="3869"/>
                  </a:cubicBezTo>
                  <a:cubicBezTo>
                    <a:pt x="20308" y="3582"/>
                    <a:pt x="21041" y="3068"/>
                    <a:pt x="21175" y="2768"/>
                  </a:cubicBezTo>
                  <a:cubicBezTo>
                    <a:pt x="21292" y="2503"/>
                    <a:pt x="21080" y="1955"/>
                    <a:pt x="21113" y="1684"/>
                  </a:cubicBezTo>
                  <a:cubicBezTo>
                    <a:pt x="21152" y="1376"/>
                    <a:pt x="21600" y="769"/>
                    <a:pt x="21466" y="472"/>
                  </a:cubicBezTo>
                  <a:cubicBezTo>
                    <a:pt x="21404" y="338"/>
                    <a:pt x="21152" y="33"/>
                    <a:pt x="20878" y="3"/>
                  </a:cubicBezTo>
                  <a:cubicBezTo>
                    <a:pt x="20571" y="-29"/>
                    <a:pt x="19955" y="215"/>
                    <a:pt x="19849" y="356"/>
                  </a:cubicBezTo>
                  <a:cubicBezTo>
                    <a:pt x="19715" y="522"/>
                    <a:pt x="20173" y="870"/>
                    <a:pt x="20168" y="1047"/>
                  </a:cubicBezTo>
                  <a:cubicBezTo>
                    <a:pt x="20168" y="1272"/>
                    <a:pt x="19877" y="1700"/>
                    <a:pt x="19726" y="1909"/>
                  </a:cubicBezTo>
                  <a:cubicBezTo>
                    <a:pt x="19558" y="2145"/>
                    <a:pt x="19010" y="2581"/>
                    <a:pt x="18903" y="2827"/>
                  </a:cubicBezTo>
                  <a:cubicBezTo>
                    <a:pt x="18825" y="2993"/>
                    <a:pt x="18993" y="3355"/>
                    <a:pt x="18870" y="3515"/>
                  </a:cubicBezTo>
                  <a:cubicBezTo>
                    <a:pt x="18752" y="3668"/>
                    <a:pt x="18204" y="3879"/>
                    <a:pt x="18048" y="4024"/>
                  </a:cubicBezTo>
                  <a:cubicBezTo>
                    <a:pt x="17824" y="4222"/>
                    <a:pt x="17555" y="4650"/>
                    <a:pt x="17455" y="4870"/>
                  </a:cubicBezTo>
                  <a:cubicBezTo>
                    <a:pt x="17354" y="5119"/>
                    <a:pt x="17415" y="5633"/>
                    <a:pt x="17281" y="5874"/>
                  </a:cubicBezTo>
                  <a:cubicBezTo>
                    <a:pt x="17141" y="6117"/>
                    <a:pt x="16638" y="6564"/>
                    <a:pt x="16397" y="6792"/>
                  </a:cubicBezTo>
                  <a:cubicBezTo>
                    <a:pt x="16196" y="6976"/>
                    <a:pt x="15838" y="7381"/>
                    <a:pt x="15513" y="7523"/>
                  </a:cubicBezTo>
                  <a:cubicBezTo>
                    <a:pt x="15250" y="7635"/>
                    <a:pt x="14579" y="7742"/>
                    <a:pt x="14249" y="7790"/>
                  </a:cubicBezTo>
                  <a:cubicBezTo>
                    <a:pt x="13964" y="7833"/>
                    <a:pt x="13242" y="7782"/>
                    <a:pt x="13097" y="7905"/>
                  </a:cubicBezTo>
                  <a:cubicBezTo>
                    <a:pt x="12945" y="8020"/>
                    <a:pt x="13259" y="8312"/>
                    <a:pt x="13421" y="8425"/>
                  </a:cubicBezTo>
                  <a:cubicBezTo>
                    <a:pt x="13561" y="8529"/>
                    <a:pt x="14059" y="8639"/>
                    <a:pt x="14221" y="8735"/>
                  </a:cubicBezTo>
                  <a:cubicBezTo>
                    <a:pt x="14411" y="8856"/>
                    <a:pt x="14730" y="9131"/>
                    <a:pt x="14769" y="9284"/>
                  </a:cubicBezTo>
                  <a:cubicBezTo>
                    <a:pt x="14836" y="9522"/>
                    <a:pt x="14641" y="10020"/>
                    <a:pt x="14389" y="10232"/>
                  </a:cubicBezTo>
                  <a:cubicBezTo>
                    <a:pt x="14249" y="10357"/>
                    <a:pt x="13740" y="10534"/>
                    <a:pt x="13505" y="10628"/>
                  </a:cubicBezTo>
                  <a:cubicBezTo>
                    <a:pt x="13292" y="10713"/>
                    <a:pt x="12733" y="10815"/>
                    <a:pt x="12599" y="10936"/>
                  </a:cubicBezTo>
                  <a:cubicBezTo>
                    <a:pt x="12408" y="11088"/>
                    <a:pt x="12537" y="11455"/>
                    <a:pt x="12476" y="11626"/>
                  </a:cubicBezTo>
                  <a:cubicBezTo>
                    <a:pt x="12408" y="11830"/>
                    <a:pt x="12336" y="12271"/>
                    <a:pt x="12062" y="12435"/>
                  </a:cubicBezTo>
                  <a:cubicBezTo>
                    <a:pt x="11821" y="12579"/>
                    <a:pt x="11066" y="12751"/>
                    <a:pt x="10674" y="12769"/>
                  </a:cubicBezTo>
                  <a:cubicBezTo>
                    <a:pt x="10434" y="12783"/>
                    <a:pt x="9902" y="12571"/>
                    <a:pt x="9740" y="12657"/>
                  </a:cubicBezTo>
                  <a:cubicBezTo>
                    <a:pt x="9382" y="12834"/>
                    <a:pt x="9958" y="13420"/>
                    <a:pt x="10322" y="13588"/>
                  </a:cubicBezTo>
                  <a:cubicBezTo>
                    <a:pt x="10445" y="13647"/>
                    <a:pt x="10892" y="13602"/>
                    <a:pt x="10971" y="13674"/>
                  </a:cubicBezTo>
                  <a:cubicBezTo>
                    <a:pt x="11110" y="13800"/>
                    <a:pt x="10769" y="14100"/>
                    <a:pt x="10590" y="14209"/>
                  </a:cubicBezTo>
                  <a:cubicBezTo>
                    <a:pt x="10445" y="14292"/>
                    <a:pt x="10048" y="14434"/>
                    <a:pt x="9824" y="14437"/>
                  </a:cubicBezTo>
                  <a:cubicBezTo>
                    <a:pt x="9443" y="14437"/>
                    <a:pt x="8901" y="14062"/>
                    <a:pt x="8520" y="14068"/>
                  </a:cubicBezTo>
                  <a:cubicBezTo>
                    <a:pt x="8336" y="14070"/>
                    <a:pt x="7955" y="14183"/>
                    <a:pt x="7877" y="14263"/>
                  </a:cubicBezTo>
                  <a:cubicBezTo>
                    <a:pt x="7776" y="14375"/>
                    <a:pt x="7888" y="14640"/>
                    <a:pt x="8050" y="14731"/>
                  </a:cubicBezTo>
                  <a:cubicBezTo>
                    <a:pt x="8196" y="14809"/>
                    <a:pt x="8755" y="14785"/>
                    <a:pt x="8878" y="14871"/>
                  </a:cubicBezTo>
                  <a:cubicBezTo>
                    <a:pt x="9046" y="14986"/>
                    <a:pt x="8945" y="15302"/>
                    <a:pt x="8878" y="15436"/>
                  </a:cubicBezTo>
                  <a:cubicBezTo>
                    <a:pt x="8772" y="15631"/>
                    <a:pt x="8280" y="15974"/>
                    <a:pt x="8050" y="16140"/>
                  </a:cubicBezTo>
                  <a:cubicBezTo>
                    <a:pt x="7888" y="16263"/>
                    <a:pt x="7513" y="16485"/>
                    <a:pt x="7312" y="16592"/>
                  </a:cubicBezTo>
                  <a:cubicBezTo>
                    <a:pt x="7027" y="16750"/>
                    <a:pt x="6327" y="17012"/>
                    <a:pt x="6048" y="17173"/>
                  </a:cubicBezTo>
                  <a:cubicBezTo>
                    <a:pt x="5841" y="17291"/>
                    <a:pt x="5427" y="17540"/>
                    <a:pt x="5315" y="17679"/>
                  </a:cubicBezTo>
                  <a:cubicBezTo>
                    <a:pt x="5147" y="17872"/>
                    <a:pt x="5220" y="18313"/>
                    <a:pt x="5018" y="18501"/>
                  </a:cubicBezTo>
                  <a:cubicBezTo>
                    <a:pt x="4828" y="18669"/>
                    <a:pt x="4179" y="18910"/>
                    <a:pt x="3860" y="19033"/>
                  </a:cubicBezTo>
                  <a:cubicBezTo>
                    <a:pt x="3620" y="19130"/>
                    <a:pt x="3071" y="19280"/>
                    <a:pt x="2831" y="19371"/>
                  </a:cubicBezTo>
                  <a:cubicBezTo>
                    <a:pt x="2551" y="19483"/>
                    <a:pt x="1980" y="19700"/>
                    <a:pt x="1801" y="19850"/>
                  </a:cubicBezTo>
                  <a:cubicBezTo>
                    <a:pt x="1628" y="19994"/>
                    <a:pt x="1662" y="20358"/>
                    <a:pt x="1471" y="20503"/>
                  </a:cubicBezTo>
                  <a:cubicBezTo>
                    <a:pt x="1343" y="20610"/>
                    <a:pt x="867" y="20747"/>
                    <a:pt x="683" y="20840"/>
                  </a:cubicBezTo>
                  <a:cubicBezTo>
                    <a:pt x="498" y="20929"/>
                    <a:pt x="11" y="21095"/>
                    <a:pt x="0" y="21223"/>
                  </a:cubicBezTo>
                  <a:cubicBezTo>
                    <a:pt x="0" y="21322"/>
                    <a:pt x="336" y="21515"/>
                    <a:pt x="537" y="21544"/>
                  </a:cubicBezTo>
                  <a:cubicBezTo>
                    <a:pt x="705" y="21571"/>
                    <a:pt x="1080" y="21485"/>
                    <a:pt x="1242" y="2144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19" name="Shape 4701"/>
            <p:cNvSpPr/>
            <p:nvPr/>
          </p:nvSpPr>
          <p:spPr>
            <a:xfrm>
              <a:off x="9342765" y="6121122"/>
              <a:ext cx="86329" cy="180903"/>
            </a:xfrm>
            <a:custGeom>
              <a:avLst/>
              <a:gdLst/>
              <a:ahLst/>
              <a:cxnLst>
                <a:cxn ang="0">
                  <a:pos x="wd2" y="hd2"/>
                </a:cxn>
                <a:cxn ang="5400000">
                  <a:pos x="wd2" y="hd2"/>
                </a:cxn>
                <a:cxn ang="10800000">
                  <a:pos x="wd2" y="hd2"/>
                </a:cxn>
                <a:cxn ang="16200000">
                  <a:pos x="wd2" y="hd2"/>
                </a:cxn>
              </a:cxnLst>
              <a:rect l="0" t="0" r="r" b="b"/>
              <a:pathLst>
                <a:path w="21491" h="21549" extrusionOk="0">
                  <a:moveTo>
                    <a:pt x="1242" y="21448"/>
                  </a:moveTo>
                  <a:cubicBezTo>
                    <a:pt x="1544" y="21373"/>
                    <a:pt x="2131" y="21196"/>
                    <a:pt x="2333" y="21068"/>
                  </a:cubicBezTo>
                  <a:cubicBezTo>
                    <a:pt x="2562" y="20921"/>
                    <a:pt x="2613" y="20532"/>
                    <a:pt x="2831" y="20388"/>
                  </a:cubicBezTo>
                  <a:cubicBezTo>
                    <a:pt x="3127" y="20198"/>
                    <a:pt x="4050" y="19976"/>
                    <a:pt x="4425" y="19823"/>
                  </a:cubicBezTo>
                  <a:cubicBezTo>
                    <a:pt x="4722" y="19705"/>
                    <a:pt x="5320" y="19464"/>
                    <a:pt x="5550" y="19317"/>
                  </a:cubicBezTo>
                  <a:cubicBezTo>
                    <a:pt x="5779" y="19164"/>
                    <a:pt x="6042" y="18803"/>
                    <a:pt x="6227" y="18637"/>
                  </a:cubicBezTo>
                  <a:cubicBezTo>
                    <a:pt x="6445" y="18439"/>
                    <a:pt x="6915" y="18051"/>
                    <a:pt x="7166" y="17861"/>
                  </a:cubicBezTo>
                  <a:cubicBezTo>
                    <a:pt x="7407" y="17687"/>
                    <a:pt x="7888" y="17347"/>
                    <a:pt x="8173" y="17186"/>
                  </a:cubicBezTo>
                  <a:cubicBezTo>
                    <a:pt x="8403" y="17052"/>
                    <a:pt x="9041" y="16852"/>
                    <a:pt x="9203" y="16694"/>
                  </a:cubicBezTo>
                  <a:cubicBezTo>
                    <a:pt x="9348" y="16541"/>
                    <a:pt x="9236" y="16188"/>
                    <a:pt x="9348" y="16030"/>
                  </a:cubicBezTo>
                  <a:cubicBezTo>
                    <a:pt x="9443" y="15904"/>
                    <a:pt x="9790" y="15693"/>
                    <a:pt x="9969" y="15591"/>
                  </a:cubicBezTo>
                  <a:cubicBezTo>
                    <a:pt x="10294" y="15409"/>
                    <a:pt x="11116" y="15122"/>
                    <a:pt x="11446" y="14940"/>
                  </a:cubicBezTo>
                  <a:cubicBezTo>
                    <a:pt x="11776" y="14756"/>
                    <a:pt x="12476" y="14183"/>
                    <a:pt x="12599" y="14127"/>
                  </a:cubicBezTo>
                  <a:cubicBezTo>
                    <a:pt x="12705" y="14068"/>
                    <a:pt x="13701" y="13733"/>
                    <a:pt x="13980" y="13562"/>
                  </a:cubicBezTo>
                  <a:cubicBezTo>
                    <a:pt x="14271" y="13377"/>
                    <a:pt x="14641" y="12927"/>
                    <a:pt x="14831" y="12716"/>
                  </a:cubicBezTo>
                  <a:cubicBezTo>
                    <a:pt x="15004" y="12523"/>
                    <a:pt x="15385" y="12140"/>
                    <a:pt x="15452" y="11937"/>
                  </a:cubicBezTo>
                  <a:cubicBezTo>
                    <a:pt x="15569" y="11616"/>
                    <a:pt x="15368" y="10954"/>
                    <a:pt x="15424" y="10628"/>
                  </a:cubicBezTo>
                  <a:cubicBezTo>
                    <a:pt x="15469" y="10365"/>
                    <a:pt x="15648" y="9849"/>
                    <a:pt x="15799" y="9592"/>
                  </a:cubicBezTo>
                  <a:cubicBezTo>
                    <a:pt x="16011" y="9289"/>
                    <a:pt x="16649" y="8716"/>
                    <a:pt x="16923" y="8425"/>
                  </a:cubicBezTo>
                  <a:cubicBezTo>
                    <a:pt x="17253" y="8095"/>
                    <a:pt x="17924" y="7437"/>
                    <a:pt x="18227" y="7097"/>
                  </a:cubicBezTo>
                  <a:cubicBezTo>
                    <a:pt x="18450" y="6837"/>
                    <a:pt x="18926" y="6302"/>
                    <a:pt x="19083" y="6026"/>
                  </a:cubicBezTo>
                  <a:cubicBezTo>
                    <a:pt x="19245" y="5734"/>
                    <a:pt x="19345" y="5121"/>
                    <a:pt x="19491" y="4830"/>
                  </a:cubicBezTo>
                  <a:cubicBezTo>
                    <a:pt x="19608" y="4586"/>
                    <a:pt x="19894" y="4101"/>
                    <a:pt x="20078" y="3869"/>
                  </a:cubicBezTo>
                  <a:cubicBezTo>
                    <a:pt x="20308" y="3582"/>
                    <a:pt x="21041" y="3068"/>
                    <a:pt x="21175" y="2768"/>
                  </a:cubicBezTo>
                  <a:cubicBezTo>
                    <a:pt x="21292" y="2503"/>
                    <a:pt x="21080" y="1955"/>
                    <a:pt x="21113" y="1684"/>
                  </a:cubicBezTo>
                  <a:cubicBezTo>
                    <a:pt x="21152" y="1376"/>
                    <a:pt x="21600" y="769"/>
                    <a:pt x="21466" y="472"/>
                  </a:cubicBezTo>
                  <a:cubicBezTo>
                    <a:pt x="21404" y="338"/>
                    <a:pt x="21152" y="33"/>
                    <a:pt x="20878" y="3"/>
                  </a:cubicBezTo>
                  <a:cubicBezTo>
                    <a:pt x="20571" y="-29"/>
                    <a:pt x="19955" y="215"/>
                    <a:pt x="19849" y="356"/>
                  </a:cubicBezTo>
                  <a:cubicBezTo>
                    <a:pt x="19715" y="522"/>
                    <a:pt x="20173" y="870"/>
                    <a:pt x="20168" y="1047"/>
                  </a:cubicBezTo>
                  <a:cubicBezTo>
                    <a:pt x="20168" y="1272"/>
                    <a:pt x="19877" y="1700"/>
                    <a:pt x="19726" y="1909"/>
                  </a:cubicBezTo>
                  <a:cubicBezTo>
                    <a:pt x="19564" y="2145"/>
                    <a:pt x="19010" y="2581"/>
                    <a:pt x="18903" y="2827"/>
                  </a:cubicBezTo>
                  <a:cubicBezTo>
                    <a:pt x="18825" y="2993"/>
                    <a:pt x="18993" y="3355"/>
                    <a:pt x="18870" y="3515"/>
                  </a:cubicBezTo>
                  <a:cubicBezTo>
                    <a:pt x="18752" y="3668"/>
                    <a:pt x="18204" y="3879"/>
                    <a:pt x="18048" y="4024"/>
                  </a:cubicBezTo>
                  <a:cubicBezTo>
                    <a:pt x="17824" y="4222"/>
                    <a:pt x="17555" y="4650"/>
                    <a:pt x="17455" y="4870"/>
                  </a:cubicBezTo>
                  <a:cubicBezTo>
                    <a:pt x="17354" y="5119"/>
                    <a:pt x="17415" y="5633"/>
                    <a:pt x="17281" y="5874"/>
                  </a:cubicBezTo>
                  <a:cubicBezTo>
                    <a:pt x="17141" y="6117"/>
                    <a:pt x="16638" y="6564"/>
                    <a:pt x="16397" y="6792"/>
                  </a:cubicBezTo>
                  <a:cubicBezTo>
                    <a:pt x="16196" y="6976"/>
                    <a:pt x="15838" y="7381"/>
                    <a:pt x="15513" y="7523"/>
                  </a:cubicBezTo>
                  <a:cubicBezTo>
                    <a:pt x="15250" y="7635"/>
                    <a:pt x="14579" y="7742"/>
                    <a:pt x="14249" y="7790"/>
                  </a:cubicBezTo>
                  <a:cubicBezTo>
                    <a:pt x="13964" y="7833"/>
                    <a:pt x="13242" y="7782"/>
                    <a:pt x="13097" y="7905"/>
                  </a:cubicBezTo>
                  <a:cubicBezTo>
                    <a:pt x="12945" y="8020"/>
                    <a:pt x="13259" y="8312"/>
                    <a:pt x="13421" y="8425"/>
                  </a:cubicBezTo>
                  <a:cubicBezTo>
                    <a:pt x="13561" y="8529"/>
                    <a:pt x="14059" y="8639"/>
                    <a:pt x="14221" y="8735"/>
                  </a:cubicBezTo>
                  <a:cubicBezTo>
                    <a:pt x="14411" y="8856"/>
                    <a:pt x="14730" y="9131"/>
                    <a:pt x="14769" y="9284"/>
                  </a:cubicBezTo>
                  <a:cubicBezTo>
                    <a:pt x="14836" y="9522"/>
                    <a:pt x="14641" y="10020"/>
                    <a:pt x="14389" y="10232"/>
                  </a:cubicBezTo>
                  <a:cubicBezTo>
                    <a:pt x="14249" y="10357"/>
                    <a:pt x="13740" y="10534"/>
                    <a:pt x="13505" y="10628"/>
                  </a:cubicBezTo>
                  <a:cubicBezTo>
                    <a:pt x="13287" y="10713"/>
                    <a:pt x="12733" y="10815"/>
                    <a:pt x="12599" y="10936"/>
                  </a:cubicBezTo>
                  <a:cubicBezTo>
                    <a:pt x="12403" y="11088"/>
                    <a:pt x="12537" y="11455"/>
                    <a:pt x="12476" y="11626"/>
                  </a:cubicBezTo>
                  <a:cubicBezTo>
                    <a:pt x="12403" y="11830"/>
                    <a:pt x="12336" y="12271"/>
                    <a:pt x="12062" y="12435"/>
                  </a:cubicBezTo>
                  <a:cubicBezTo>
                    <a:pt x="11821" y="12579"/>
                    <a:pt x="11066" y="12751"/>
                    <a:pt x="10674" y="12769"/>
                  </a:cubicBezTo>
                  <a:cubicBezTo>
                    <a:pt x="10439" y="12783"/>
                    <a:pt x="9902" y="12571"/>
                    <a:pt x="9740" y="12657"/>
                  </a:cubicBezTo>
                  <a:cubicBezTo>
                    <a:pt x="9382" y="12834"/>
                    <a:pt x="9958" y="13420"/>
                    <a:pt x="10322" y="13588"/>
                  </a:cubicBezTo>
                  <a:cubicBezTo>
                    <a:pt x="10445" y="13647"/>
                    <a:pt x="10892" y="13602"/>
                    <a:pt x="10971" y="13674"/>
                  </a:cubicBezTo>
                  <a:cubicBezTo>
                    <a:pt x="11110" y="13800"/>
                    <a:pt x="10769" y="14100"/>
                    <a:pt x="10590" y="14209"/>
                  </a:cubicBezTo>
                  <a:cubicBezTo>
                    <a:pt x="10445" y="14292"/>
                    <a:pt x="10048" y="14434"/>
                    <a:pt x="9824" y="14437"/>
                  </a:cubicBezTo>
                  <a:cubicBezTo>
                    <a:pt x="9443" y="14437"/>
                    <a:pt x="8901" y="14062"/>
                    <a:pt x="8520" y="14068"/>
                  </a:cubicBezTo>
                  <a:cubicBezTo>
                    <a:pt x="8336" y="14070"/>
                    <a:pt x="7955" y="14183"/>
                    <a:pt x="7877" y="14263"/>
                  </a:cubicBezTo>
                  <a:cubicBezTo>
                    <a:pt x="7776" y="14375"/>
                    <a:pt x="7888" y="14640"/>
                    <a:pt x="8050" y="14731"/>
                  </a:cubicBezTo>
                  <a:cubicBezTo>
                    <a:pt x="8196" y="14809"/>
                    <a:pt x="8755" y="14785"/>
                    <a:pt x="8878" y="14871"/>
                  </a:cubicBezTo>
                  <a:cubicBezTo>
                    <a:pt x="9046" y="14986"/>
                    <a:pt x="8945" y="15302"/>
                    <a:pt x="8878" y="15436"/>
                  </a:cubicBezTo>
                  <a:cubicBezTo>
                    <a:pt x="8772" y="15631"/>
                    <a:pt x="8280" y="15974"/>
                    <a:pt x="8050" y="16140"/>
                  </a:cubicBezTo>
                  <a:cubicBezTo>
                    <a:pt x="7888" y="16263"/>
                    <a:pt x="7513" y="16485"/>
                    <a:pt x="7312" y="16592"/>
                  </a:cubicBezTo>
                  <a:cubicBezTo>
                    <a:pt x="7027" y="16750"/>
                    <a:pt x="6327" y="17012"/>
                    <a:pt x="6048" y="17173"/>
                  </a:cubicBezTo>
                  <a:cubicBezTo>
                    <a:pt x="5841" y="17291"/>
                    <a:pt x="5427" y="17540"/>
                    <a:pt x="5309" y="17679"/>
                  </a:cubicBezTo>
                  <a:cubicBezTo>
                    <a:pt x="5147" y="17872"/>
                    <a:pt x="5220" y="18313"/>
                    <a:pt x="5018" y="18501"/>
                  </a:cubicBezTo>
                  <a:cubicBezTo>
                    <a:pt x="4828" y="18669"/>
                    <a:pt x="4179" y="18910"/>
                    <a:pt x="3860" y="19033"/>
                  </a:cubicBezTo>
                  <a:cubicBezTo>
                    <a:pt x="3620" y="19130"/>
                    <a:pt x="3071" y="19280"/>
                    <a:pt x="2831" y="19371"/>
                  </a:cubicBezTo>
                  <a:cubicBezTo>
                    <a:pt x="2551" y="19483"/>
                    <a:pt x="1980" y="19700"/>
                    <a:pt x="1801" y="19850"/>
                  </a:cubicBezTo>
                  <a:cubicBezTo>
                    <a:pt x="1628" y="19994"/>
                    <a:pt x="1662" y="20358"/>
                    <a:pt x="1471" y="20503"/>
                  </a:cubicBezTo>
                  <a:cubicBezTo>
                    <a:pt x="1343" y="20610"/>
                    <a:pt x="867" y="20747"/>
                    <a:pt x="683" y="20840"/>
                  </a:cubicBezTo>
                  <a:cubicBezTo>
                    <a:pt x="498" y="20929"/>
                    <a:pt x="11" y="21095"/>
                    <a:pt x="0" y="21223"/>
                  </a:cubicBezTo>
                  <a:cubicBezTo>
                    <a:pt x="0" y="21322"/>
                    <a:pt x="336" y="21515"/>
                    <a:pt x="537" y="21544"/>
                  </a:cubicBezTo>
                  <a:cubicBezTo>
                    <a:pt x="705" y="21571"/>
                    <a:pt x="1080" y="21485"/>
                    <a:pt x="1242" y="2144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20" name="Shape 4702"/>
            <p:cNvSpPr/>
            <p:nvPr/>
          </p:nvSpPr>
          <p:spPr>
            <a:xfrm>
              <a:off x="8077119" y="5269688"/>
              <a:ext cx="25742" cy="16191"/>
            </a:xfrm>
            <a:custGeom>
              <a:avLst/>
              <a:gdLst/>
              <a:ahLst/>
              <a:cxnLst>
                <a:cxn ang="0">
                  <a:pos x="wd2" y="hd2"/>
                </a:cxn>
                <a:cxn ang="5400000">
                  <a:pos x="wd2" y="hd2"/>
                </a:cxn>
                <a:cxn ang="10800000">
                  <a:pos x="wd2" y="hd2"/>
                </a:cxn>
                <a:cxn ang="16200000">
                  <a:pos x="wd2" y="hd2"/>
                </a:cxn>
              </a:cxnLst>
              <a:rect l="0" t="0" r="r" b="b"/>
              <a:pathLst>
                <a:path w="21292" h="21173" extrusionOk="0">
                  <a:moveTo>
                    <a:pt x="10198" y="2029"/>
                  </a:moveTo>
                  <a:cubicBezTo>
                    <a:pt x="9511" y="2734"/>
                    <a:pt x="8860" y="5497"/>
                    <a:pt x="8117" y="6026"/>
                  </a:cubicBezTo>
                  <a:cubicBezTo>
                    <a:pt x="7224" y="6761"/>
                    <a:pt x="5031" y="5732"/>
                    <a:pt x="4027" y="6026"/>
                  </a:cubicBezTo>
                  <a:cubicBezTo>
                    <a:pt x="2967" y="6349"/>
                    <a:pt x="235" y="6731"/>
                    <a:pt x="12" y="8348"/>
                  </a:cubicBezTo>
                  <a:cubicBezTo>
                    <a:pt x="-174" y="9641"/>
                    <a:pt x="1796" y="11198"/>
                    <a:pt x="2354" y="12227"/>
                  </a:cubicBezTo>
                  <a:cubicBezTo>
                    <a:pt x="3135" y="13755"/>
                    <a:pt x="4213" y="17634"/>
                    <a:pt x="5310" y="18721"/>
                  </a:cubicBezTo>
                  <a:cubicBezTo>
                    <a:pt x="6648" y="20132"/>
                    <a:pt x="9975" y="20514"/>
                    <a:pt x="11574" y="20720"/>
                  </a:cubicBezTo>
                  <a:cubicBezTo>
                    <a:pt x="12987" y="21014"/>
                    <a:pt x="15998" y="21572"/>
                    <a:pt x="17337" y="20720"/>
                  </a:cubicBezTo>
                  <a:cubicBezTo>
                    <a:pt x="18470" y="20044"/>
                    <a:pt x="20348" y="17223"/>
                    <a:pt x="20868" y="15489"/>
                  </a:cubicBezTo>
                  <a:cubicBezTo>
                    <a:pt x="21426" y="13520"/>
                    <a:pt x="21333" y="8965"/>
                    <a:pt x="21147" y="6790"/>
                  </a:cubicBezTo>
                  <a:cubicBezTo>
                    <a:pt x="21054" y="5526"/>
                    <a:pt x="20794" y="2734"/>
                    <a:pt x="20162" y="1823"/>
                  </a:cubicBezTo>
                  <a:cubicBezTo>
                    <a:pt x="19195" y="413"/>
                    <a:pt x="16258" y="-28"/>
                    <a:pt x="14883" y="1"/>
                  </a:cubicBezTo>
                  <a:cubicBezTo>
                    <a:pt x="13693" y="31"/>
                    <a:pt x="11202" y="971"/>
                    <a:pt x="10198" y="2029"/>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21" name="Shape 4703"/>
            <p:cNvSpPr/>
            <p:nvPr/>
          </p:nvSpPr>
          <p:spPr>
            <a:xfrm>
              <a:off x="8077119" y="5269688"/>
              <a:ext cx="25742" cy="16191"/>
            </a:xfrm>
            <a:custGeom>
              <a:avLst/>
              <a:gdLst/>
              <a:ahLst/>
              <a:cxnLst>
                <a:cxn ang="0">
                  <a:pos x="wd2" y="hd2"/>
                </a:cxn>
                <a:cxn ang="5400000">
                  <a:pos x="wd2" y="hd2"/>
                </a:cxn>
                <a:cxn ang="10800000">
                  <a:pos x="wd2" y="hd2"/>
                </a:cxn>
                <a:cxn ang="16200000">
                  <a:pos x="wd2" y="hd2"/>
                </a:cxn>
              </a:cxnLst>
              <a:rect l="0" t="0" r="r" b="b"/>
              <a:pathLst>
                <a:path w="21292" h="21173" extrusionOk="0">
                  <a:moveTo>
                    <a:pt x="10198" y="2029"/>
                  </a:moveTo>
                  <a:cubicBezTo>
                    <a:pt x="9511" y="2734"/>
                    <a:pt x="8860" y="5497"/>
                    <a:pt x="8117" y="6026"/>
                  </a:cubicBezTo>
                  <a:cubicBezTo>
                    <a:pt x="7224" y="6761"/>
                    <a:pt x="5031" y="5732"/>
                    <a:pt x="4027" y="6026"/>
                  </a:cubicBezTo>
                  <a:cubicBezTo>
                    <a:pt x="2967" y="6349"/>
                    <a:pt x="235" y="6731"/>
                    <a:pt x="12" y="8348"/>
                  </a:cubicBezTo>
                  <a:cubicBezTo>
                    <a:pt x="-174" y="9641"/>
                    <a:pt x="1796" y="11198"/>
                    <a:pt x="2354" y="12227"/>
                  </a:cubicBezTo>
                  <a:cubicBezTo>
                    <a:pt x="3135" y="13755"/>
                    <a:pt x="4213" y="17634"/>
                    <a:pt x="5310" y="18721"/>
                  </a:cubicBezTo>
                  <a:cubicBezTo>
                    <a:pt x="6648" y="20132"/>
                    <a:pt x="9975" y="20514"/>
                    <a:pt x="11574" y="20720"/>
                  </a:cubicBezTo>
                  <a:cubicBezTo>
                    <a:pt x="12987" y="21014"/>
                    <a:pt x="15998" y="21572"/>
                    <a:pt x="17337" y="20720"/>
                  </a:cubicBezTo>
                  <a:cubicBezTo>
                    <a:pt x="18470" y="20044"/>
                    <a:pt x="20348" y="17223"/>
                    <a:pt x="20868" y="15489"/>
                  </a:cubicBezTo>
                  <a:cubicBezTo>
                    <a:pt x="21426" y="13520"/>
                    <a:pt x="21333" y="8965"/>
                    <a:pt x="21147" y="6790"/>
                  </a:cubicBezTo>
                  <a:cubicBezTo>
                    <a:pt x="21054" y="5526"/>
                    <a:pt x="20794" y="2734"/>
                    <a:pt x="20162" y="1823"/>
                  </a:cubicBezTo>
                  <a:cubicBezTo>
                    <a:pt x="19195" y="413"/>
                    <a:pt x="16258" y="-28"/>
                    <a:pt x="14883" y="1"/>
                  </a:cubicBezTo>
                  <a:cubicBezTo>
                    <a:pt x="13675" y="31"/>
                    <a:pt x="11202" y="971"/>
                    <a:pt x="10198" y="2029"/>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22" name="Shape 4704"/>
            <p:cNvSpPr/>
            <p:nvPr/>
          </p:nvSpPr>
          <p:spPr>
            <a:xfrm>
              <a:off x="8100131" y="5223664"/>
              <a:ext cx="79628" cy="62513"/>
            </a:xfrm>
            <a:custGeom>
              <a:avLst/>
              <a:gdLst/>
              <a:ahLst/>
              <a:cxnLst>
                <a:cxn ang="0">
                  <a:pos x="wd2" y="hd2"/>
                </a:cxn>
                <a:cxn ang="5400000">
                  <a:pos x="wd2" y="hd2"/>
                </a:cxn>
                <a:cxn ang="10800000">
                  <a:pos x="wd2" y="hd2"/>
                </a:cxn>
                <a:cxn ang="16200000">
                  <a:pos x="wd2" y="hd2"/>
                </a:cxn>
              </a:cxnLst>
              <a:rect l="0" t="0" r="r" b="b"/>
              <a:pathLst>
                <a:path w="21445" h="21390" extrusionOk="0">
                  <a:moveTo>
                    <a:pt x="480" y="18309"/>
                  </a:moveTo>
                  <a:cubicBezTo>
                    <a:pt x="305" y="18347"/>
                    <a:pt x="20" y="18763"/>
                    <a:pt x="2" y="19001"/>
                  </a:cubicBezTo>
                  <a:cubicBezTo>
                    <a:pt x="-34" y="19393"/>
                    <a:pt x="402" y="20139"/>
                    <a:pt x="644" y="20408"/>
                  </a:cubicBezTo>
                  <a:cubicBezTo>
                    <a:pt x="971" y="20800"/>
                    <a:pt x="1824" y="21454"/>
                    <a:pt x="2266" y="21385"/>
                  </a:cubicBezTo>
                  <a:cubicBezTo>
                    <a:pt x="2810" y="21308"/>
                    <a:pt x="3513" y="20031"/>
                    <a:pt x="3985" y="19693"/>
                  </a:cubicBezTo>
                  <a:cubicBezTo>
                    <a:pt x="4517" y="19309"/>
                    <a:pt x="5728" y="18947"/>
                    <a:pt x="6260" y="18555"/>
                  </a:cubicBezTo>
                  <a:cubicBezTo>
                    <a:pt x="6684" y="18232"/>
                    <a:pt x="7416" y="17371"/>
                    <a:pt x="7779" y="16933"/>
                  </a:cubicBezTo>
                  <a:cubicBezTo>
                    <a:pt x="8263" y="16356"/>
                    <a:pt x="9032" y="14964"/>
                    <a:pt x="9577" y="14449"/>
                  </a:cubicBezTo>
                  <a:cubicBezTo>
                    <a:pt x="10097" y="13949"/>
                    <a:pt x="11374" y="13318"/>
                    <a:pt x="11961" y="12911"/>
                  </a:cubicBezTo>
                  <a:cubicBezTo>
                    <a:pt x="12445" y="12588"/>
                    <a:pt x="13402" y="11850"/>
                    <a:pt x="13874" y="11496"/>
                  </a:cubicBezTo>
                  <a:cubicBezTo>
                    <a:pt x="14334" y="11165"/>
                    <a:pt x="15314" y="10627"/>
                    <a:pt x="15720" y="10212"/>
                  </a:cubicBezTo>
                  <a:cubicBezTo>
                    <a:pt x="16591" y="9304"/>
                    <a:pt x="17844" y="6882"/>
                    <a:pt x="18631" y="5875"/>
                  </a:cubicBezTo>
                  <a:cubicBezTo>
                    <a:pt x="19006" y="5367"/>
                    <a:pt x="19890" y="4529"/>
                    <a:pt x="20253" y="3999"/>
                  </a:cubicBezTo>
                  <a:cubicBezTo>
                    <a:pt x="20555" y="3568"/>
                    <a:pt x="21173" y="2622"/>
                    <a:pt x="21306" y="2053"/>
                  </a:cubicBezTo>
                  <a:cubicBezTo>
                    <a:pt x="21415" y="1600"/>
                    <a:pt x="21566" y="438"/>
                    <a:pt x="21282" y="115"/>
                  </a:cubicBezTo>
                  <a:cubicBezTo>
                    <a:pt x="21039" y="-146"/>
                    <a:pt x="20283" y="85"/>
                    <a:pt x="20035" y="323"/>
                  </a:cubicBezTo>
                  <a:cubicBezTo>
                    <a:pt x="19708" y="608"/>
                    <a:pt x="19575" y="1715"/>
                    <a:pt x="19369" y="2138"/>
                  </a:cubicBezTo>
                  <a:cubicBezTo>
                    <a:pt x="19024" y="2768"/>
                    <a:pt x="18183" y="3868"/>
                    <a:pt x="17735" y="4368"/>
                  </a:cubicBezTo>
                  <a:cubicBezTo>
                    <a:pt x="17360" y="4775"/>
                    <a:pt x="16500" y="5406"/>
                    <a:pt x="16107" y="5783"/>
                  </a:cubicBezTo>
                  <a:cubicBezTo>
                    <a:pt x="15702" y="6183"/>
                    <a:pt x="14933" y="7036"/>
                    <a:pt x="14546" y="7451"/>
                  </a:cubicBezTo>
                  <a:cubicBezTo>
                    <a:pt x="14237" y="7790"/>
                    <a:pt x="13632" y="8512"/>
                    <a:pt x="13293" y="8820"/>
                  </a:cubicBezTo>
                  <a:cubicBezTo>
                    <a:pt x="12724" y="9366"/>
                    <a:pt x="11501" y="10335"/>
                    <a:pt x="10884" y="10773"/>
                  </a:cubicBezTo>
                  <a:cubicBezTo>
                    <a:pt x="10351" y="11135"/>
                    <a:pt x="9177" y="11634"/>
                    <a:pt x="8705" y="12119"/>
                  </a:cubicBezTo>
                  <a:cubicBezTo>
                    <a:pt x="8403" y="12411"/>
                    <a:pt x="7931" y="13249"/>
                    <a:pt x="7689" y="13649"/>
                  </a:cubicBezTo>
                  <a:cubicBezTo>
                    <a:pt x="7398" y="14141"/>
                    <a:pt x="6962" y="15241"/>
                    <a:pt x="6635" y="15671"/>
                  </a:cubicBezTo>
                  <a:cubicBezTo>
                    <a:pt x="6333" y="16071"/>
                    <a:pt x="5588" y="16656"/>
                    <a:pt x="5237" y="16971"/>
                  </a:cubicBezTo>
                  <a:cubicBezTo>
                    <a:pt x="4777" y="17371"/>
                    <a:pt x="3870" y="18240"/>
                    <a:pt x="3349" y="18509"/>
                  </a:cubicBezTo>
                  <a:cubicBezTo>
                    <a:pt x="2938" y="18724"/>
                    <a:pt x="2042" y="19024"/>
                    <a:pt x="1600" y="18955"/>
                  </a:cubicBezTo>
                  <a:cubicBezTo>
                    <a:pt x="1297" y="18916"/>
                    <a:pt x="783" y="18232"/>
                    <a:pt x="480" y="18309"/>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23" name="Shape 4705"/>
            <p:cNvSpPr/>
            <p:nvPr/>
          </p:nvSpPr>
          <p:spPr>
            <a:xfrm>
              <a:off x="8100131" y="5223664"/>
              <a:ext cx="79628" cy="62513"/>
            </a:xfrm>
            <a:custGeom>
              <a:avLst/>
              <a:gdLst/>
              <a:ahLst/>
              <a:cxnLst>
                <a:cxn ang="0">
                  <a:pos x="wd2" y="hd2"/>
                </a:cxn>
                <a:cxn ang="5400000">
                  <a:pos x="wd2" y="hd2"/>
                </a:cxn>
                <a:cxn ang="10800000">
                  <a:pos x="wd2" y="hd2"/>
                </a:cxn>
                <a:cxn ang="16200000">
                  <a:pos x="wd2" y="hd2"/>
                </a:cxn>
              </a:cxnLst>
              <a:rect l="0" t="0" r="r" b="b"/>
              <a:pathLst>
                <a:path w="21445" h="21390" extrusionOk="0">
                  <a:moveTo>
                    <a:pt x="480" y="18309"/>
                  </a:moveTo>
                  <a:cubicBezTo>
                    <a:pt x="305" y="18347"/>
                    <a:pt x="20" y="18763"/>
                    <a:pt x="2" y="19001"/>
                  </a:cubicBezTo>
                  <a:cubicBezTo>
                    <a:pt x="-34" y="19393"/>
                    <a:pt x="402" y="20139"/>
                    <a:pt x="644" y="20408"/>
                  </a:cubicBezTo>
                  <a:cubicBezTo>
                    <a:pt x="971" y="20800"/>
                    <a:pt x="1824" y="21454"/>
                    <a:pt x="2266" y="21385"/>
                  </a:cubicBezTo>
                  <a:cubicBezTo>
                    <a:pt x="2810" y="21308"/>
                    <a:pt x="3519" y="20031"/>
                    <a:pt x="3985" y="19693"/>
                  </a:cubicBezTo>
                  <a:cubicBezTo>
                    <a:pt x="4517" y="19309"/>
                    <a:pt x="5728" y="18947"/>
                    <a:pt x="6260" y="18555"/>
                  </a:cubicBezTo>
                  <a:cubicBezTo>
                    <a:pt x="6684" y="18232"/>
                    <a:pt x="7416" y="17371"/>
                    <a:pt x="7779" y="16933"/>
                  </a:cubicBezTo>
                  <a:cubicBezTo>
                    <a:pt x="8263" y="16356"/>
                    <a:pt x="9032" y="14964"/>
                    <a:pt x="9577" y="14449"/>
                  </a:cubicBezTo>
                  <a:cubicBezTo>
                    <a:pt x="10097" y="13949"/>
                    <a:pt x="11374" y="13318"/>
                    <a:pt x="11961" y="12911"/>
                  </a:cubicBezTo>
                  <a:cubicBezTo>
                    <a:pt x="12445" y="12588"/>
                    <a:pt x="13402" y="11850"/>
                    <a:pt x="13874" y="11496"/>
                  </a:cubicBezTo>
                  <a:cubicBezTo>
                    <a:pt x="14334" y="11165"/>
                    <a:pt x="15314" y="10627"/>
                    <a:pt x="15720" y="10212"/>
                  </a:cubicBezTo>
                  <a:cubicBezTo>
                    <a:pt x="16597" y="9304"/>
                    <a:pt x="17844" y="6882"/>
                    <a:pt x="18631" y="5875"/>
                  </a:cubicBezTo>
                  <a:cubicBezTo>
                    <a:pt x="19006" y="5367"/>
                    <a:pt x="19890" y="4529"/>
                    <a:pt x="20253" y="3999"/>
                  </a:cubicBezTo>
                  <a:cubicBezTo>
                    <a:pt x="20555" y="3568"/>
                    <a:pt x="21173" y="2622"/>
                    <a:pt x="21306" y="2053"/>
                  </a:cubicBezTo>
                  <a:cubicBezTo>
                    <a:pt x="21415" y="1600"/>
                    <a:pt x="21566" y="438"/>
                    <a:pt x="21282" y="115"/>
                  </a:cubicBezTo>
                  <a:cubicBezTo>
                    <a:pt x="21039" y="-146"/>
                    <a:pt x="20283" y="85"/>
                    <a:pt x="20035" y="323"/>
                  </a:cubicBezTo>
                  <a:cubicBezTo>
                    <a:pt x="19708" y="608"/>
                    <a:pt x="19575" y="1715"/>
                    <a:pt x="19369" y="2138"/>
                  </a:cubicBezTo>
                  <a:cubicBezTo>
                    <a:pt x="19024" y="2768"/>
                    <a:pt x="18183" y="3868"/>
                    <a:pt x="17735" y="4368"/>
                  </a:cubicBezTo>
                  <a:cubicBezTo>
                    <a:pt x="17360" y="4775"/>
                    <a:pt x="16500" y="5406"/>
                    <a:pt x="16107" y="5783"/>
                  </a:cubicBezTo>
                  <a:cubicBezTo>
                    <a:pt x="15702" y="6183"/>
                    <a:pt x="14933" y="7036"/>
                    <a:pt x="14546" y="7451"/>
                  </a:cubicBezTo>
                  <a:cubicBezTo>
                    <a:pt x="14237" y="7790"/>
                    <a:pt x="13632" y="8512"/>
                    <a:pt x="13293" y="8820"/>
                  </a:cubicBezTo>
                  <a:cubicBezTo>
                    <a:pt x="12724" y="9366"/>
                    <a:pt x="11501" y="10335"/>
                    <a:pt x="10884" y="10773"/>
                  </a:cubicBezTo>
                  <a:cubicBezTo>
                    <a:pt x="10351" y="11135"/>
                    <a:pt x="9177" y="11634"/>
                    <a:pt x="8705" y="12119"/>
                  </a:cubicBezTo>
                  <a:cubicBezTo>
                    <a:pt x="8403" y="12411"/>
                    <a:pt x="7931" y="13249"/>
                    <a:pt x="7689" y="13649"/>
                  </a:cubicBezTo>
                  <a:cubicBezTo>
                    <a:pt x="7398" y="14141"/>
                    <a:pt x="6962" y="15241"/>
                    <a:pt x="6635" y="15671"/>
                  </a:cubicBezTo>
                  <a:cubicBezTo>
                    <a:pt x="6333" y="16071"/>
                    <a:pt x="5588" y="16656"/>
                    <a:pt x="5237" y="16971"/>
                  </a:cubicBezTo>
                  <a:cubicBezTo>
                    <a:pt x="4777" y="17371"/>
                    <a:pt x="3870" y="18240"/>
                    <a:pt x="3349" y="18509"/>
                  </a:cubicBezTo>
                  <a:cubicBezTo>
                    <a:pt x="2938" y="18724"/>
                    <a:pt x="2042" y="19024"/>
                    <a:pt x="1600" y="18955"/>
                  </a:cubicBezTo>
                  <a:cubicBezTo>
                    <a:pt x="1297" y="18916"/>
                    <a:pt x="783" y="18232"/>
                    <a:pt x="480" y="18309"/>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24" name="Shape 4706"/>
            <p:cNvSpPr/>
            <p:nvPr/>
          </p:nvSpPr>
          <p:spPr>
            <a:xfrm>
              <a:off x="8882530" y="5914016"/>
              <a:ext cx="70012" cy="66021"/>
            </a:xfrm>
            <a:custGeom>
              <a:avLst/>
              <a:gdLst/>
              <a:ahLst/>
              <a:cxnLst>
                <a:cxn ang="0">
                  <a:pos x="wd2" y="hd2"/>
                </a:cxn>
                <a:cxn ang="5400000">
                  <a:pos x="wd2" y="hd2"/>
                </a:cxn>
                <a:cxn ang="10800000">
                  <a:pos x="wd2" y="hd2"/>
                </a:cxn>
                <a:cxn ang="16200000">
                  <a:pos x="wd2" y="hd2"/>
                </a:cxn>
              </a:cxnLst>
              <a:rect l="0" t="0" r="r" b="b"/>
              <a:pathLst>
                <a:path w="21390" h="21467" extrusionOk="0">
                  <a:moveTo>
                    <a:pt x="20134" y="17582"/>
                  </a:moveTo>
                  <a:cubicBezTo>
                    <a:pt x="20429" y="17714"/>
                    <a:pt x="21273" y="17597"/>
                    <a:pt x="21370" y="17926"/>
                  </a:cubicBezTo>
                  <a:cubicBezTo>
                    <a:pt x="21555" y="18481"/>
                    <a:pt x="20429" y="19373"/>
                    <a:pt x="20017" y="19767"/>
                  </a:cubicBezTo>
                  <a:cubicBezTo>
                    <a:pt x="19550" y="20235"/>
                    <a:pt x="18520" y="21075"/>
                    <a:pt x="17902" y="21273"/>
                  </a:cubicBezTo>
                  <a:cubicBezTo>
                    <a:pt x="17154" y="21521"/>
                    <a:pt x="15520" y="21521"/>
                    <a:pt x="14758" y="21331"/>
                  </a:cubicBezTo>
                  <a:cubicBezTo>
                    <a:pt x="13893" y="21119"/>
                    <a:pt x="12423" y="19943"/>
                    <a:pt x="11606" y="19599"/>
                  </a:cubicBezTo>
                  <a:cubicBezTo>
                    <a:pt x="11119" y="19395"/>
                    <a:pt x="10034" y="19278"/>
                    <a:pt x="9595" y="18963"/>
                  </a:cubicBezTo>
                  <a:cubicBezTo>
                    <a:pt x="9265" y="18730"/>
                    <a:pt x="8826" y="17999"/>
                    <a:pt x="8620" y="17634"/>
                  </a:cubicBezTo>
                  <a:cubicBezTo>
                    <a:pt x="8263" y="16998"/>
                    <a:pt x="7755" y="15602"/>
                    <a:pt x="7480" y="14923"/>
                  </a:cubicBezTo>
                  <a:cubicBezTo>
                    <a:pt x="7164" y="14112"/>
                    <a:pt x="6752" y="12358"/>
                    <a:pt x="6285" y="11627"/>
                  </a:cubicBezTo>
                  <a:cubicBezTo>
                    <a:pt x="5860" y="10955"/>
                    <a:pt x="4521" y="10027"/>
                    <a:pt x="4061" y="9369"/>
                  </a:cubicBezTo>
                  <a:cubicBezTo>
                    <a:pt x="3738" y="8909"/>
                    <a:pt x="3415" y="7762"/>
                    <a:pt x="3086" y="7294"/>
                  </a:cubicBezTo>
                  <a:cubicBezTo>
                    <a:pt x="2749" y="6812"/>
                    <a:pt x="1829" y="6081"/>
                    <a:pt x="1452" y="5613"/>
                  </a:cubicBezTo>
                  <a:cubicBezTo>
                    <a:pt x="1081" y="5168"/>
                    <a:pt x="339" y="4225"/>
                    <a:pt x="154" y="3662"/>
                  </a:cubicBezTo>
                  <a:cubicBezTo>
                    <a:pt x="-4" y="3187"/>
                    <a:pt x="-45" y="2172"/>
                    <a:pt x="51" y="1697"/>
                  </a:cubicBezTo>
                  <a:cubicBezTo>
                    <a:pt x="134" y="1229"/>
                    <a:pt x="401" y="177"/>
                    <a:pt x="806" y="16"/>
                  </a:cubicBezTo>
                  <a:cubicBezTo>
                    <a:pt x="1040" y="-79"/>
                    <a:pt x="1534" y="264"/>
                    <a:pt x="1726" y="418"/>
                  </a:cubicBezTo>
                  <a:cubicBezTo>
                    <a:pt x="2193" y="754"/>
                    <a:pt x="3024" y="1616"/>
                    <a:pt x="3244" y="2164"/>
                  </a:cubicBezTo>
                  <a:cubicBezTo>
                    <a:pt x="3367" y="2449"/>
                    <a:pt x="3251" y="3122"/>
                    <a:pt x="3360" y="3428"/>
                  </a:cubicBezTo>
                  <a:cubicBezTo>
                    <a:pt x="3580" y="4042"/>
                    <a:pt x="4528" y="4985"/>
                    <a:pt x="4823" y="5562"/>
                  </a:cubicBezTo>
                  <a:cubicBezTo>
                    <a:pt x="5008" y="5920"/>
                    <a:pt x="5228" y="6687"/>
                    <a:pt x="5365" y="7060"/>
                  </a:cubicBezTo>
                  <a:cubicBezTo>
                    <a:pt x="5564" y="7630"/>
                    <a:pt x="5818" y="8858"/>
                    <a:pt x="6189" y="9318"/>
                  </a:cubicBezTo>
                  <a:cubicBezTo>
                    <a:pt x="6443" y="9654"/>
                    <a:pt x="7308" y="9917"/>
                    <a:pt x="7590" y="10239"/>
                  </a:cubicBezTo>
                  <a:cubicBezTo>
                    <a:pt x="8070" y="10779"/>
                    <a:pt x="8647" y="12146"/>
                    <a:pt x="8894" y="12847"/>
                  </a:cubicBezTo>
                  <a:cubicBezTo>
                    <a:pt x="9087" y="13410"/>
                    <a:pt x="9100" y="14674"/>
                    <a:pt x="9382" y="15208"/>
                  </a:cubicBezTo>
                  <a:cubicBezTo>
                    <a:pt x="9691" y="15799"/>
                    <a:pt x="10666" y="16793"/>
                    <a:pt x="11229" y="17115"/>
                  </a:cubicBezTo>
                  <a:cubicBezTo>
                    <a:pt x="11579" y="17312"/>
                    <a:pt x="12410" y="17363"/>
                    <a:pt x="12794" y="17458"/>
                  </a:cubicBezTo>
                  <a:cubicBezTo>
                    <a:pt x="13371" y="17604"/>
                    <a:pt x="14463" y="18021"/>
                    <a:pt x="15019" y="18101"/>
                  </a:cubicBezTo>
                  <a:cubicBezTo>
                    <a:pt x="15486" y="18160"/>
                    <a:pt x="16433" y="18262"/>
                    <a:pt x="16872" y="18101"/>
                  </a:cubicBezTo>
                  <a:cubicBezTo>
                    <a:pt x="17230" y="17955"/>
                    <a:pt x="17710" y="17217"/>
                    <a:pt x="18060" y="17056"/>
                  </a:cubicBezTo>
                  <a:cubicBezTo>
                    <a:pt x="18314" y="16947"/>
                    <a:pt x="18891" y="16874"/>
                    <a:pt x="19152" y="16947"/>
                  </a:cubicBezTo>
                  <a:cubicBezTo>
                    <a:pt x="19427" y="17020"/>
                    <a:pt x="19852" y="17458"/>
                    <a:pt x="20134" y="1758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25" name="Shape 4707"/>
            <p:cNvSpPr/>
            <p:nvPr/>
          </p:nvSpPr>
          <p:spPr>
            <a:xfrm>
              <a:off x="8882530" y="5914016"/>
              <a:ext cx="70012" cy="66021"/>
            </a:xfrm>
            <a:custGeom>
              <a:avLst/>
              <a:gdLst/>
              <a:ahLst/>
              <a:cxnLst>
                <a:cxn ang="0">
                  <a:pos x="wd2" y="hd2"/>
                </a:cxn>
                <a:cxn ang="5400000">
                  <a:pos x="wd2" y="hd2"/>
                </a:cxn>
                <a:cxn ang="10800000">
                  <a:pos x="wd2" y="hd2"/>
                </a:cxn>
                <a:cxn ang="16200000">
                  <a:pos x="wd2" y="hd2"/>
                </a:cxn>
              </a:cxnLst>
              <a:rect l="0" t="0" r="r" b="b"/>
              <a:pathLst>
                <a:path w="21390" h="21467" extrusionOk="0">
                  <a:moveTo>
                    <a:pt x="20134" y="17582"/>
                  </a:moveTo>
                  <a:cubicBezTo>
                    <a:pt x="20429" y="17714"/>
                    <a:pt x="21273" y="17597"/>
                    <a:pt x="21370" y="17926"/>
                  </a:cubicBezTo>
                  <a:cubicBezTo>
                    <a:pt x="21555" y="18481"/>
                    <a:pt x="20429" y="19373"/>
                    <a:pt x="20017" y="19767"/>
                  </a:cubicBezTo>
                  <a:cubicBezTo>
                    <a:pt x="19550" y="20235"/>
                    <a:pt x="18520" y="21075"/>
                    <a:pt x="17902" y="21273"/>
                  </a:cubicBezTo>
                  <a:cubicBezTo>
                    <a:pt x="17154" y="21521"/>
                    <a:pt x="15520" y="21521"/>
                    <a:pt x="14758" y="21331"/>
                  </a:cubicBezTo>
                  <a:cubicBezTo>
                    <a:pt x="13893" y="21119"/>
                    <a:pt x="12423" y="19943"/>
                    <a:pt x="11606" y="19599"/>
                  </a:cubicBezTo>
                  <a:cubicBezTo>
                    <a:pt x="11119" y="19395"/>
                    <a:pt x="10034" y="19278"/>
                    <a:pt x="9595" y="18963"/>
                  </a:cubicBezTo>
                  <a:cubicBezTo>
                    <a:pt x="9265" y="18730"/>
                    <a:pt x="8826" y="17999"/>
                    <a:pt x="8620" y="17634"/>
                  </a:cubicBezTo>
                  <a:cubicBezTo>
                    <a:pt x="8263" y="16998"/>
                    <a:pt x="7755" y="15602"/>
                    <a:pt x="7480" y="14923"/>
                  </a:cubicBezTo>
                  <a:cubicBezTo>
                    <a:pt x="7164" y="14112"/>
                    <a:pt x="6752" y="12358"/>
                    <a:pt x="6285" y="11627"/>
                  </a:cubicBezTo>
                  <a:cubicBezTo>
                    <a:pt x="5860" y="10955"/>
                    <a:pt x="4521" y="10027"/>
                    <a:pt x="4061" y="9369"/>
                  </a:cubicBezTo>
                  <a:cubicBezTo>
                    <a:pt x="3738" y="8909"/>
                    <a:pt x="3415" y="7762"/>
                    <a:pt x="3086" y="7294"/>
                  </a:cubicBezTo>
                  <a:cubicBezTo>
                    <a:pt x="2749" y="6812"/>
                    <a:pt x="1829" y="6081"/>
                    <a:pt x="1452" y="5613"/>
                  </a:cubicBezTo>
                  <a:cubicBezTo>
                    <a:pt x="1081" y="5168"/>
                    <a:pt x="339" y="4225"/>
                    <a:pt x="154" y="3662"/>
                  </a:cubicBezTo>
                  <a:cubicBezTo>
                    <a:pt x="-4" y="3187"/>
                    <a:pt x="-45" y="2172"/>
                    <a:pt x="51" y="1697"/>
                  </a:cubicBezTo>
                  <a:cubicBezTo>
                    <a:pt x="134" y="1229"/>
                    <a:pt x="401" y="177"/>
                    <a:pt x="806" y="16"/>
                  </a:cubicBezTo>
                  <a:cubicBezTo>
                    <a:pt x="1040" y="-79"/>
                    <a:pt x="1534" y="264"/>
                    <a:pt x="1733" y="418"/>
                  </a:cubicBezTo>
                  <a:cubicBezTo>
                    <a:pt x="2193" y="754"/>
                    <a:pt x="3024" y="1616"/>
                    <a:pt x="3244" y="2164"/>
                  </a:cubicBezTo>
                  <a:cubicBezTo>
                    <a:pt x="3367" y="2449"/>
                    <a:pt x="3251" y="3122"/>
                    <a:pt x="3360" y="3428"/>
                  </a:cubicBezTo>
                  <a:cubicBezTo>
                    <a:pt x="3580" y="4042"/>
                    <a:pt x="4528" y="4985"/>
                    <a:pt x="4823" y="5562"/>
                  </a:cubicBezTo>
                  <a:cubicBezTo>
                    <a:pt x="5008" y="5920"/>
                    <a:pt x="5228" y="6687"/>
                    <a:pt x="5365" y="7060"/>
                  </a:cubicBezTo>
                  <a:cubicBezTo>
                    <a:pt x="5571" y="7630"/>
                    <a:pt x="5818" y="8858"/>
                    <a:pt x="6189" y="9318"/>
                  </a:cubicBezTo>
                  <a:cubicBezTo>
                    <a:pt x="6443" y="9654"/>
                    <a:pt x="7308" y="9917"/>
                    <a:pt x="7590" y="10239"/>
                  </a:cubicBezTo>
                  <a:cubicBezTo>
                    <a:pt x="8070" y="10779"/>
                    <a:pt x="8647" y="12146"/>
                    <a:pt x="8894" y="12847"/>
                  </a:cubicBezTo>
                  <a:cubicBezTo>
                    <a:pt x="9087" y="13410"/>
                    <a:pt x="9100" y="14674"/>
                    <a:pt x="9382" y="15208"/>
                  </a:cubicBezTo>
                  <a:cubicBezTo>
                    <a:pt x="9698" y="15799"/>
                    <a:pt x="10666" y="16793"/>
                    <a:pt x="11229" y="17115"/>
                  </a:cubicBezTo>
                  <a:cubicBezTo>
                    <a:pt x="11579" y="17312"/>
                    <a:pt x="12410" y="17363"/>
                    <a:pt x="12794" y="17466"/>
                  </a:cubicBezTo>
                  <a:cubicBezTo>
                    <a:pt x="13371" y="17604"/>
                    <a:pt x="14463" y="18021"/>
                    <a:pt x="15019" y="18101"/>
                  </a:cubicBezTo>
                  <a:cubicBezTo>
                    <a:pt x="15486" y="18160"/>
                    <a:pt x="16433" y="18262"/>
                    <a:pt x="16872" y="18101"/>
                  </a:cubicBezTo>
                  <a:cubicBezTo>
                    <a:pt x="17230" y="17955"/>
                    <a:pt x="17710" y="17217"/>
                    <a:pt x="18060" y="17056"/>
                  </a:cubicBezTo>
                  <a:cubicBezTo>
                    <a:pt x="18314" y="16947"/>
                    <a:pt x="18891" y="16874"/>
                    <a:pt x="19152" y="16947"/>
                  </a:cubicBezTo>
                  <a:cubicBezTo>
                    <a:pt x="19427" y="17020"/>
                    <a:pt x="19852" y="17466"/>
                    <a:pt x="20134" y="1758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26" name="Shape 4708"/>
            <p:cNvSpPr/>
            <p:nvPr/>
          </p:nvSpPr>
          <p:spPr>
            <a:xfrm>
              <a:off x="7478814" y="4855476"/>
              <a:ext cx="1916987" cy="1401828"/>
            </a:xfrm>
            <a:custGeom>
              <a:avLst/>
              <a:gdLst/>
              <a:ahLst/>
              <a:cxnLst>
                <a:cxn ang="0">
                  <a:pos x="wd2" y="hd2"/>
                </a:cxn>
                <a:cxn ang="5400000">
                  <a:pos x="wd2" y="hd2"/>
                </a:cxn>
                <a:cxn ang="10800000">
                  <a:pos x="wd2" y="hd2"/>
                </a:cxn>
                <a:cxn ang="16200000">
                  <a:pos x="wd2" y="hd2"/>
                </a:cxn>
              </a:cxnLst>
              <a:rect l="0" t="0" r="r" b="b"/>
              <a:pathLst>
                <a:path w="21594" h="21590" extrusionOk="0">
                  <a:moveTo>
                    <a:pt x="21591" y="18670"/>
                  </a:moveTo>
                  <a:cubicBezTo>
                    <a:pt x="21593" y="18705"/>
                    <a:pt x="21599" y="18777"/>
                    <a:pt x="21588" y="18809"/>
                  </a:cubicBezTo>
                  <a:cubicBezTo>
                    <a:pt x="21581" y="18828"/>
                    <a:pt x="21556" y="18869"/>
                    <a:pt x="21540" y="18866"/>
                  </a:cubicBezTo>
                  <a:cubicBezTo>
                    <a:pt x="21526" y="18863"/>
                    <a:pt x="21515" y="18818"/>
                    <a:pt x="21510" y="18800"/>
                  </a:cubicBezTo>
                  <a:cubicBezTo>
                    <a:pt x="21505" y="18783"/>
                    <a:pt x="21502" y="18745"/>
                    <a:pt x="21502" y="18726"/>
                  </a:cubicBezTo>
                  <a:cubicBezTo>
                    <a:pt x="21501" y="18698"/>
                    <a:pt x="21513" y="18641"/>
                    <a:pt x="21510" y="18613"/>
                  </a:cubicBezTo>
                  <a:cubicBezTo>
                    <a:pt x="21508" y="18598"/>
                    <a:pt x="21501" y="18566"/>
                    <a:pt x="21493" y="18556"/>
                  </a:cubicBezTo>
                  <a:cubicBezTo>
                    <a:pt x="21482" y="18543"/>
                    <a:pt x="21453" y="18534"/>
                    <a:pt x="21439" y="18536"/>
                  </a:cubicBezTo>
                  <a:cubicBezTo>
                    <a:pt x="21420" y="18539"/>
                    <a:pt x="21384" y="18563"/>
                    <a:pt x="21369" y="18580"/>
                  </a:cubicBezTo>
                  <a:cubicBezTo>
                    <a:pt x="21356" y="18594"/>
                    <a:pt x="21338" y="18633"/>
                    <a:pt x="21331" y="18652"/>
                  </a:cubicBezTo>
                  <a:cubicBezTo>
                    <a:pt x="21323" y="18675"/>
                    <a:pt x="21310" y="18724"/>
                    <a:pt x="21309" y="18750"/>
                  </a:cubicBezTo>
                  <a:cubicBezTo>
                    <a:pt x="21307" y="18784"/>
                    <a:pt x="21327" y="18851"/>
                    <a:pt x="21325" y="18885"/>
                  </a:cubicBezTo>
                  <a:cubicBezTo>
                    <a:pt x="21322" y="18916"/>
                    <a:pt x="21301" y="18973"/>
                    <a:pt x="21290" y="19000"/>
                  </a:cubicBezTo>
                  <a:cubicBezTo>
                    <a:pt x="21276" y="19033"/>
                    <a:pt x="21234" y="19088"/>
                    <a:pt x="21224" y="19123"/>
                  </a:cubicBezTo>
                  <a:cubicBezTo>
                    <a:pt x="21219" y="19141"/>
                    <a:pt x="21215" y="19182"/>
                    <a:pt x="21218" y="19201"/>
                  </a:cubicBezTo>
                  <a:cubicBezTo>
                    <a:pt x="21222" y="19228"/>
                    <a:pt x="21253" y="19270"/>
                    <a:pt x="21258" y="19297"/>
                  </a:cubicBezTo>
                  <a:cubicBezTo>
                    <a:pt x="21262" y="19322"/>
                    <a:pt x="21263" y="19376"/>
                    <a:pt x="21256" y="19400"/>
                  </a:cubicBezTo>
                  <a:cubicBezTo>
                    <a:pt x="21250" y="19420"/>
                    <a:pt x="21220" y="19445"/>
                    <a:pt x="21213" y="19465"/>
                  </a:cubicBezTo>
                  <a:cubicBezTo>
                    <a:pt x="21200" y="19503"/>
                    <a:pt x="21190" y="19588"/>
                    <a:pt x="21196" y="19628"/>
                  </a:cubicBezTo>
                  <a:cubicBezTo>
                    <a:pt x="21199" y="19650"/>
                    <a:pt x="21222" y="19683"/>
                    <a:pt x="21230" y="19702"/>
                  </a:cubicBezTo>
                  <a:cubicBezTo>
                    <a:pt x="21238" y="19725"/>
                    <a:pt x="21255" y="19773"/>
                    <a:pt x="21260" y="19799"/>
                  </a:cubicBezTo>
                  <a:cubicBezTo>
                    <a:pt x="21264" y="19823"/>
                    <a:pt x="21263" y="19873"/>
                    <a:pt x="21268" y="19898"/>
                  </a:cubicBezTo>
                  <a:cubicBezTo>
                    <a:pt x="21271" y="19917"/>
                    <a:pt x="21279" y="19958"/>
                    <a:pt x="21290" y="19971"/>
                  </a:cubicBezTo>
                  <a:cubicBezTo>
                    <a:pt x="21297" y="19980"/>
                    <a:pt x="21321" y="19978"/>
                    <a:pt x="21328" y="19988"/>
                  </a:cubicBezTo>
                  <a:cubicBezTo>
                    <a:pt x="21340" y="20005"/>
                    <a:pt x="21344" y="20059"/>
                    <a:pt x="21344" y="20083"/>
                  </a:cubicBezTo>
                  <a:cubicBezTo>
                    <a:pt x="21344" y="20101"/>
                    <a:pt x="21335" y="20137"/>
                    <a:pt x="21330" y="20153"/>
                  </a:cubicBezTo>
                  <a:cubicBezTo>
                    <a:pt x="21324" y="20168"/>
                    <a:pt x="21310" y="20196"/>
                    <a:pt x="21302" y="20208"/>
                  </a:cubicBezTo>
                  <a:cubicBezTo>
                    <a:pt x="21288" y="20227"/>
                    <a:pt x="21251" y="20248"/>
                    <a:pt x="21238" y="20268"/>
                  </a:cubicBezTo>
                  <a:cubicBezTo>
                    <a:pt x="21226" y="20286"/>
                    <a:pt x="21211" y="20331"/>
                    <a:pt x="21204" y="20353"/>
                  </a:cubicBezTo>
                  <a:cubicBezTo>
                    <a:pt x="21197" y="20376"/>
                    <a:pt x="21189" y="20424"/>
                    <a:pt x="21183" y="20447"/>
                  </a:cubicBezTo>
                  <a:cubicBezTo>
                    <a:pt x="21178" y="20464"/>
                    <a:pt x="21171" y="20500"/>
                    <a:pt x="21164" y="20515"/>
                  </a:cubicBezTo>
                  <a:cubicBezTo>
                    <a:pt x="21152" y="20537"/>
                    <a:pt x="21119" y="20572"/>
                    <a:pt x="21104" y="20591"/>
                  </a:cubicBezTo>
                  <a:cubicBezTo>
                    <a:pt x="21091" y="20606"/>
                    <a:pt x="21064" y="20632"/>
                    <a:pt x="21054" y="20650"/>
                  </a:cubicBezTo>
                  <a:cubicBezTo>
                    <a:pt x="21041" y="20671"/>
                    <a:pt x="21028" y="20724"/>
                    <a:pt x="21018" y="20747"/>
                  </a:cubicBezTo>
                  <a:cubicBezTo>
                    <a:pt x="21010" y="20765"/>
                    <a:pt x="20993" y="20801"/>
                    <a:pt x="20982" y="20815"/>
                  </a:cubicBezTo>
                  <a:cubicBezTo>
                    <a:pt x="20969" y="20831"/>
                    <a:pt x="20939" y="20862"/>
                    <a:pt x="20922" y="20862"/>
                  </a:cubicBezTo>
                  <a:cubicBezTo>
                    <a:pt x="20910" y="20862"/>
                    <a:pt x="20894" y="20835"/>
                    <a:pt x="20883" y="20830"/>
                  </a:cubicBezTo>
                  <a:cubicBezTo>
                    <a:pt x="20871" y="20825"/>
                    <a:pt x="20843" y="20831"/>
                    <a:pt x="20833" y="20821"/>
                  </a:cubicBezTo>
                  <a:cubicBezTo>
                    <a:pt x="20823" y="20811"/>
                    <a:pt x="20823" y="20770"/>
                    <a:pt x="20814" y="20759"/>
                  </a:cubicBezTo>
                  <a:cubicBezTo>
                    <a:pt x="20806" y="20751"/>
                    <a:pt x="20786" y="20747"/>
                    <a:pt x="20775" y="20747"/>
                  </a:cubicBezTo>
                  <a:cubicBezTo>
                    <a:pt x="20762" y="20747"/>
                    <a:pt x="20732" y="20750"/>
                    <a:pt x="20722" y="20762"/>
                  </a:cubicBezTo>
                  <a:cubicBezTo>
                    <a:pt x="20710" y="20774"/>
                    <a:pt x="20695" y="20814"/>
                    <a:pt x="20696" y="20833"/>
                  </a:cubicBezTo>
                  <a:cubicBezTo>
                    <a:pt x="20697" y="20843"/>
                    <a:pt x="20711" y="20854"/>
                    <a:pt x="20715" y="20863"/>
                  </a:cubicBezTo>
                  <a:cubicBezTo>
                    <a:pt x="20720" y="20879"/>
                    <a:pt x="20726" y="20914"/>
                    <a:pt x="20726" y="20932"/>
                  </a:cubicBezTo>
                  <a:cubicBezTo>
                    <a:pt x="20725" y="20945"/>
                    <a:pt x="20717" y="20973"/>
                    <a:pt x="20711" y="20985"/>
                  </a:cubicBezTo>
                  <a:cubicBezTo>
                    <a:pt x="20706" y="20997"/>
                    <a:pt x="20692" y="21018"/>
                    <a:pt x="20683" y="21025"/>
                  </a:cubicBezTo>
                  <a:cubicBezTo>
                    <a:pt x="20671" y="21034"/>
                    <a:pt x="20642" y="21038"/>
                    <a:pt x="20629" y="21045"/>
                  </a:cubicBezTo>
                  <a:cubicBezTo>
                    <a:pt x="20607" y="21057"/>
                    <a:pt x="20564" y="21091"/>
                    <a:pt x="20542" y="21107"/>
                  </a:cubicBezTo>
                  <a:cubicBezTo>
                    <a:pt x="20530" y="21115"/>
                    <a:pt x="20505" y="21130"/>
                    <a:pt x="20494" y="21142"/>
                  </a:cubicBezTo>
                  <a:cubicBezTo>
                    <a:pt x="20480" y="21159"/>
                    <a:pt x="20464" y="21208"/>
                    <a:pt x="20449" y="21224"/>
                  </a:cubicBezTo>
                  <a:cubicBezTo>
                    <a:pt x="20436" y="21239"/>
                    <a:pt x="20405" y="21257"/>
                    <a:pt x="20388" y="21260"/>
                  </a:cubicBezTo>
                  <a:cubicBezTo>
                    <a:pt x="20369" y="21263"/>
                    <a:pt x="20331" y="21252"/>
                    <a:pt x="20313" y="21242"/>
                  </a:cubicBezTo>
                  <a:cubicBezTo>
                    <a:pt x="20299" y="21234"/>
                    <a:pt x="20278" y="21198"/>
                    <a:pt x="20262" y="21192"/>
                  </a:cubicBezTo>
                  <a:cubicBezTo>
                    <a:pt x="20242" y="21183"/>
                    <a:pt x="20197" y="21185"/>
                    <a:pt x="20177" y="21195"/>
                  </a:cubicBezTo>
                  <a:cubicBezTo>
                    <a:pt x="20162" y="21204"/>
                    <a:pt x="20144" y="21250"/>
                    <a:pt x="20128" y="21251"/>
                  </a:cubicBezTo>
                  <a:cubicBezTo>
                    <a:pt x="20116" y="21251"/>
                    <a:pt x="20100" y="21219"/>
                    <a:pt x="20088" y="21214"/>
                  </a:cubicBezTo>
                  <a:cubicBezTo>
                    <a:pt x="20071" y="21205"/>
                    <a:pt x="20034" y="21202"/>
                    <a:pt x="20016" y="21206"/>
                  </a:cubicBezTo>
                  <a:cubicBezTo>
                    <a:pt x="20006" y="21209"/>
                    <a:pt x="19988" y="21221"/>
                    <a:pt x="19980" y="21228"/>
                  </a:cubicBezTo>
                  <a:cubicBezTo>
                    <a:pt x="19970" y="21237"/>
                    <a:pt x="19951" y="21254"/>
                    <a:pt x="19944" y="21267"/>
                  </a:cubicBezTo>
                  <a:cubicBezTo>
                    <a:pt x="19932" y="21290"/>
                    <a:pt x="19930" y="21352"/>
                    <a:pt x="19916" y="21373"/>
                  </a:cubicBezTo>
                  <a:cubicBezTo>
                    <a:pt x="19905" y="21392"/>
                    <a:pt x="19871" y="21413"/>
                    <a:pt x="19854" y="21423"/>
                  </a:cubicBezTo>
                  <a:cubicBezTo>
                    <a:pt x="19841" y="21430"/>
                    <a:pt x="19811" y="21434"/>
                    <a:pt x="19798" y="21442"/>
                  </a:cubicBezTo>
                  <a:cubicBezTo>
                    <a:pt x="19777" y="21455"/>
                    <a:pt x="19744" y="21504"/>
                    <a:pt x="19722" y="21516"/>
                  </a:cubicBezTo>
                  <a:cubicBezTo>
                    <a:pt x="19705" y="21524"/>
                    <a:pt x="19670" y="21527"/>
                    <a:pt x="19652" y="21529"/>
                  </a:cubicBezTo>
                  <a:cubicBezTo>
                    <a:pt x="19632" y="21532"/>
                    <a:pt x="19593" y="21528"/>
                    <a:pt x="19574" y="21535"/>
                  </a:cubicBezTo>
                  <a:cubicBezTo>
                    <a:pt x="19562" y="21539"/>
                    <a:pt x="19542" y="21559"/>
                    <a:pt x="19530" y="21565"/>
                  </a:cubicBezTo>
                  <a:cubicBezTo>
                    <a:pt x="19512" y="21574"/>
                    <a:pt x="19475" y="21592"/>
                    <a:pt x="19456" y="21590"/>
                  </a:cubicBezTo>
                  <a:cubicBezTo>
                    <a:pt x="19438" y="21587"/>
                    <a:pt x="19405" y="21565"/>
                    <a:pt x="19392" y="21548"/>
                  </a:cubicBezTo>
                  <a:cubicBezTo>
                    <a:pt x="19385" y="21540"/>
                    <a:pt x="19379" y="21515"/>
                    <a:pt x="19372" y="21508"/>
                  </a:cubicBezTo>
                  <a:cubicBezTo>
                    <a:pt x="19364" y="21499"/>
                    <a:pt x="19343" y="21497"/>
                    <a:pt x="19334" y="21491"/>
                  </a:cubicBezTo>
                  <a:cubicBezTo>
                    <a:pt x="19319" y="21482"/>
                    <a:pt x="19290" y="21461"/>
                    <a:pt x="19280" y="21444"/>
                  </a:cubicBezTo>
                  <a:cubicBezTo>
                    <a:pt x="19267" y="21424"/>
                    <a:pt x="19258" y="21368"/>
                    <a:pt x="19248" y="21346"/>
                  </a:cubicBezTo>
                  <a:cubicBezTo>
                    <a:pt x="19235" y="21321"/>
                    <a:pt x="19201" y="21278"/>
                    <a:pt x="19186" y="21256"/>
                  </a:cubicBezTo>
                  <a:cubicBezTo>
                    <a:pt x="19177" y="21243"/>
                    <a:pt x="19157" y="21220"/>
                    <a:pt x="19151" y="21204"/>
                  </a:cubicBezTo>
                  <a:cubicBezTo>
                    <a:pt x="19137" y="21158"/>
                    <a:pt x="19139" y="21056"/>
                    <a:pt x="19140" y="21007"/>
                  </a:cubicBezTo>
                  <a:cubicBezTo>
                    <a:pt x="19140" y="20980"/>
                    <a:pt x="19145" y="20924"/>
                    <a:pt x="19150" y="20898"/>
                  </a:cubicBezTo>
                  <a:cubicBezTo>
                    <a:pt x="19154" y="20874"/>
                    <a:pt x="19164" y="20826"/>
                    <a:pt x="19176" y="20807"/>
                  </a:cubicBezTo>
                  <a:cubicBezTo>
                    <a:pt x="19186" y="20792"/>
                    <a:pt x="19220" y="20783"/>
                    <a:pt x="19228" y="20766"/>
                  </a:cubicBezTo>
                  <a:cubicBezTo>
                    <a:pt x="19234" y="20752"/>
                    <a:pt x="19234" y="20717"/>
                    <a:pt x="19232" y="20700"/>
                  </a:cubicBezTo>
                  <a:cubicBezTo>
                    <a:pt x="19229" y="20681"/>
                    <a:pt x="19215" y="20643"/>
                    <a:pt x="19204" y="20632"/>
                  </a:cubicBezTo>
                  <a:cubicBezTo>
                    <a:pt x="19192" y="20621"/>
                    <a:pt x="19158" y="20632"/>
                    <a:pt x="19148" y="20618"/>
                  </a:cubicBezTo>
                  <a:cubicBezTo>
                    <a:pt x="19139" y="20607"/>
                    <a:pt x="19145" y="20570"/>
                    <a:pt x="19140" y="20556"/>
                  </a:cubicBezTo>
                  <a:cubicBezTo>
                    <a:pt x="19131" y="20533"/>
                    <a:pt x="19098" y="20506"/>
                    <a:pt x="19090" y="20484"/>
                  </a:cubicBezTo>
                  <a:cubicBezTo>
                    <a:pt x="19084" y="20469"/>
                    <a:pt x="19087" y="20432"/>
                    <a:pt x="19082" y="20416"/>
                  </a:cubicBezTo>
                  <a:cubicBezTo>
                    <a:pt x="19073" y="20390"/>
                    <a:pt x="19044" y="20348"/>
                    <a:pt x="19029" y="20328"/>
                  </a:cubicBezTo>
                  <a:cubicBezTo>
                    <a:pt x="19017" y="20311"/>
                    <a:pt x="18989" y="20283"/>
                    <a:pt x="18975" y="20268"/>
                  </a:cubicBezTo>
                  <a:cubicBezTo>
                    <a:pt x="18962" y="20252"/>
                    <a:pt x="18931" y="20226"/>
                    <a:pt x="18921" y="20205"/>
                  </a:cubicBezTo>
                  <a:cubicBezTo>
                    <a:pt x="18906" y="20171"/>
                    <a:pt x="18905" y="20086"/>
                    <a:pt x="18891" y="20050"/>
                  </a:cubicBezTo>
                  <a:cubicBezTo>
                    <a:pt x="18886" y="20036"/>
                    <a:pt x="18872" y="20011"/>
                    <a:pt x="18863" y="20000"/>
                  </a:cubicBezTo>
                  <a:cubicBezTo>
                    <a:pt x="18853" y="19987"/>
                    <a:pt x="18824" y="19975"/>
                    <a:pt x="18815" y="19959"/>
                  </a:cubicBezTo>
                  <a:cubicBezTo>
                    <a:pt x="18803" y="19936"/>
                    <a:pt x="18805" y="19874"/>
                    <a:pt x="18795" y="19850"/>
                  </a:cubicBezTo>
                  <a:cubicBezTo>
                    <a:pt x="18783" y="19818"/>
                    <a:pt x="18745" y="19770"/>
                    <a:pt x="18727" y="19746"/>
                  </a:cubicBezTo>
                  <a:cubicBezTo>
                    <a:pt x="18695" y="19700"/>
                    <a:pt x="18628" y="19612"/>
                    <a:pt x="18591" y="19573"/>
                  </a:cubicBezTo>
                  <a:cubicBezTo>
                    <a:pt x="18571" y="19551"/>
                    <a:pt x="18526" y="19514"/>
                    <a:pt x="18503" y="19497"/>
                  </a:cubicBezTo>
                  <a:cubicBezTo>
                    <a:pt x="18485" y="19482"/>
                    <a:pt x="18438" y="19470"/>
                    <a:pt x="18427" y="19444"/>
                  </a:cubicBezTo>
                  <a:cubicBezTo>
                    <a:pt x="18417" y="19421"/>
                    <a:pt x="18436" y="19359"/>
                    <a:pt x="18429" y="19333"/>
                  </a:cubicBezTo>
                  <a:cubicBezTo>
                    <a:pt x="18423" y="19310"/>
                    <a:pt x="18387" y="19285"/>
                    <a:pt x="18383" y="19261"/>
                  </a:cubicBezTo>
                  <a:cubicBezTo>
                    <a:pt x="18381" y="19244"/>
                    <a:pt x="18399" y="19213"/>
                    <a:pt x="18399" y="19195"/>
                  </a:cubicBezTo>
                  <a:cubicBezTo>
                    <a:pt x="18400" y="19173"/>
                    <a:pt x="18394" y="19125"/>
                    <a:pt x="18383" y="19108"/>
                  </a:cubicBezTo>
                  <a:cubicBezTo>
                    <a:pt x="18361" y="19072"/>
                    <a:pt x="18287" y="19052"/>
                    <a:pt x="18255" y="19032"/>
                  </a:cubicBezTo>
                  <a:cubicBezTo>
                    <a:pt x="18242" y="19023"/>
                    <a:pt x="18216" y="18999"/>
                    <a:pt x="18201" y="18993"/>
                  </a:cubicBezTo>
                  <a:cubicBezTo>
                    <a:pt x="18179" y="18984"/>
                    <a:pt x="18132" y="18978"/>
                    <a:pt x="18109" y="18977"/>
                  </a:cubicBezTo>
                  <a:cubicBezTo>
                    <a:pt x="18096" y="18976"/>
                    <a:pt x="18068" y="18987"/>
                    <a:pt x="18055" y="18980"/>
                  </a:cubicBezTo>
                  <a:cubicBezTo>
                    <a:pt x="18045" y="18973"/>
                    <a:pt x="18037" y="18938"/>
                    <a:pt x="18027" y="18930"/>
                  </a:cubicBezTo>
                  <a:cubicBezTo>
                    <a:pt x="18016" y="18922"/>
                    <a:pt x="17989" y="18921"/>
                    <a:pt x="17977" y="18925"/>
                  </a:cubicBezTo>
                  <a:cubicBezTo>
                    <a:pt x="17965" y="18929"/>
                    <a:pt x="17945" y="18963"/>
                    <a:pt x="17933" y="18960"/>
                  </a:cubicBezTo>
                  <a:cubicBezTo>
                    <a:pt x="17921" y="18958"/>
                    <a:pt x="17913" y="18919"/>
                    <a:pt x="17903" y="18911"/>
                  </a:cubicBezTo>
                  <a:cubicBezTo>
                    <a:pt x="17891" y="18901"/>
                    <a:pt x="17862" y="18895"/>
                    <a:pt x="17849" y="18897"/>
                  </a:cubicBezTo>
                  <a:cubicBezTo>
                    <a:pt x="17831" y="18901"/>
                    <a:pt x="17799" y="18933"/>
                    <a:pt x="17783" y="18944"/>
                  </a:cubicBezTo>
                  <a:cubicBezTo>
                    <a:pt x="17772" y="18952"/>
                    <a:pt x="17751" y="18970"/>
                    <a:pt x="17739" y="18974"/>
                  </a:cubicBezTo>
                  <a:cubicBezTo>
                    <a:pt x="17714" y="18982"/>
                    <a:pt x="17662" y="18966"/>
                    <a:pt x="17637" y="18974"/>
                  </a:cubicBezTo>
                  <a:cubicBezTo>
                    <a:pt x="17611" y="18983"/>
                    <a:pt x="17559" y="19010"/>
                    <a:pt x="17545" y="19039"/>
                  </a:cubicBezTo>
                  <a:cubicBezTo>
                    <a:pt x="17533" y="19064"/>
                    <a:pt x="17545" y="19127"/>
                    <a:pt x="17539" y="19155"/>
                  </a:cubicBezTo>
                  <a:cubicBezTo>
                    <a:pt x="17534" y="19176"/>
                    <a:pt x="17522" y="19225"/>
                    <a:pt x="17507" y="19231"/>
                  </a:cubicBezTo>
                  <a:cubicBezTo>
                    <a:pt x="17492" y="19238"/>
                    <a:pt x="17462" y="19208"/>
                    <a:pt x="17451" y="19193"/>
                  </a:cubicBezTo>
                  <a:cubicBezTo>
                    <a:pt x="17432" y="19167"/>
                    <a:pt x="17418" y="19092"/>
                    <a:pt x="17403" y="19062"/>
                  </a:cubicBezTo>
                  <a:cubicBezTo>
                    <a:pt x="17390" y="19039"/>
                    <a:pt x="17358" y="19003"/>
                    <a:pt x="17344" y="18981"/>
                  </a:cubicBezTo>
                  <a:cubicBezTo>
                    <a:pt x="17328" y="18955"/>
                    <a:pt x="17302" y="18895"/>
                    <a:pt x="17285" y="18868"/>
                  </a:cubicBezTo>
                  <a:cubicBezTo>
                    <a:pt x="17274" y="18851"/>
                    <a:pt x="17244" y="18827"/>
                    <a:pt x="17238" y="18806"/>
                  </a:cubicBezTo>
                  <a:cubicBezTo>
                    <a:pt x="17229" y="18781"/>
                    <a:pt x="17245" y="18720"/>
                    <a:pt x="17235" y="18697"/>
                  </a:cubicBezTo>
                  <a:cubicBezTo>
                    <a:pt x="17227" y="18681"/>
                    <a:pt x="17198" y="18672"/>
                    <a:pt x="17187" y="18660"/>
                  </a:cubicBezTo>
                  <a:cubicBezTo>
                    <a:pt x="17162" y="18633"/>
                    <a:pt x="17121" y="18564"/>
                    <a:pt x="17101" y="18529"/>
                  </a:cubicBezTo>
                  <a:cubicBezTo>
                    <a:pt x="17084" y="18498"/>
                    <a:pt x="17051" y="18434"/>
                    <a:pt x="17040" y="18398"/>
                  </a:cubicBezTo>
                  <a:cubicBezTo>
                    <a:pt x="17024" y="18345"/>
                    <a:pt x="17013" y="18230"/>
                    <a:pt x="17003" y="18175"/>
                  </a:cubicBezTo>
                  <a:cubicBezTo>
                    <a:pt x="16984" y="18083"/>
                    <a:pt x="16941" y="17901"/>
                    <a:pt x="16920" y="17810"/>
                  </a:cubicBezTo>
                  <a:cubicBezTo>
                    <a:pt x="16903" y="17739"/>
                    <a:pt x="16874" y="17595"/>
                    <a:pt x="16847" y="17530"/>
                  </a:cubicBezTo>
                  <a:cubicBezTo>
                    <a:pt x="16825" y="17472"/>
                    <a:pt x="16765" y="17368"/>
                    <a:pt x="16730" y="17321"/>
                  </a:cubicBezTo>
                  <a:cubicBezTo>
                    <a:pt x="16715" y="17301"/>
                    <a:pt x="16681" y="17265"/>
                    <a:pt x="16662" y="17251"/>
                  </a:cubicBezTo>
                  <a:cubicBezTo>
                    <a:pt x="16649" y="17240"/>
                    <a:pt x="16617" y="17231"/>
                    <a:pt x="16604" y="17217"/>
                  </a:cubicBezTo>
                  <a:cubicBezTo>
                    <a:pt x="16590" y="17203"/>
                    <a:pt x="16573" y="17157"/>
                    <a:pt x="16560" y="17141"/>
                  </a:cubicBezTo>
                  <a:cubicBezTo>
                    <a:pt x="16550" y="17127"/>
                    <a:pt x="16525" y="17103"/>
                    <a:pt x="16512" y="17094"/>
                  </a:cubicBezTo>
                  <a:cubicBezTo>
                    <a:pt x="16494" y="17082"/>
                    <a:pt x="16450" y="17079"/>
                    <a:pt x="16434" y="17062"/>
                  </a:cubicBezTo>
                  <a:cubicBezTo>
                    <a:pt x="16421" y="17047"/>
                    <a:pt x="16413" y="16993"/>
                    <a:pt x="16398" y="16980"/>
                  </a:cubicBezTo>
                  <a:cubicBezTo>
                    <a:pt x="16386" y="16969"/>
                    <a:pt x="16356" y="16973"/>
                    <a:pt x="16342" y="16968"/>
                  </a:cubicBezTo>
                  <a:cubicBezTo>
                    <a:pt x="16324" y="16963"/>
                    <a:pt x="16284" y="16956"/>
                    <a:pt x="16270" y="16939"/>
                  </a:cubicBezTo>
                  <a:cubicBezTo>
                    <a:pt x="16261" y="16927"/>
                    <a:pt x="16261" y="16884"/>
                    <a:pt x="16250" y="16873"/>
                  </a:cubicBezTo>
                  <a:cubicBezTo>
                    <a:pt x="16241" y="16863"/>
                    <a:pt x="16215" y="16865"/>
                    <a:pt x="16204" y="16867"/>
                  </a:cubicBezTo>
                  <a:cubicBezTo>
                    <a:pt x="16187" y="16871"/>
                    <a:pt x="16151" y="16884"/>
                    <a:pt x="16138" y="16900"/>
                  </a:cubicBezTo>
                  <a:cubicBezTo>
                    <a:pt x="16125" y="16918"/>
                    <a:pt x="16123" y="16976"/>
                    <a:pt x="16110" y="16993"/>
                  </a:cubicBezTo>
                  <a:cubicBezTo>
                    <a:pt x="16100" y="17007"/>
                    <a:pt x="16070" y="17026"/>
                    <a:pt x="16056" y="17024"/>
                  </a:cubicBezTo>
                  <a:cubicBezTo>
                    <a:pt x="16041" y="17020"/>
                    <a:pt x="16015" y="16990"/>
                    <a:pt x="16008" y="16971"/>
                  </a:cubicBezTo>
                  <a:cubicBezTo>
                    <a:pt x="15999" y="16948"/>
                    <a:pt x="16003" y="16893"/>
                    <a:pt x="16000" y="16867"/>
                  </a:cubicBezTo>
                  <a:cubicBezTo>
                    <a:pt x="15995" y="16831"/>
                    <a:pt x="15979" y="16760"/>
                    <a:pt x="15970" y="16725"/>
                  </a:cubicBezTo>
                  <a:cubicBezTo>
                    <a:pt x="15959" y="16684"/>
                    <a:pt x="15933" y="16604"/>
                    <a:pt x="15918" y="16567"/>
                  </a:cubicBezTo>
                  <a:cubicBezTo>
                    <a:pt x="15907" y="16539"/>
                    <a:pt x="15884" y="16483"/>
                    <a:pt x="15868" y="16460"/>
                  </a:cubicBezTo>
                  <a:cubicBezTo>
                    <a:pt x="15856" y="16442"/>
                    <a:pt x="15823" y="16417"/>
                    <a:pt x="15810" y="16403"/>
                  </a:cubicBezTo>
                  <a:cubicBezTo>
                    <a:pt x="15797" y="16388"/>
                    <a:pt x="15772" y="16360"/>
                    <a:pt x="15762" y="16342"/>
                  </a:cubicBezTo>
                  <a:cubicBezTo>
                    <a:pt x="15752" y="16324"/>
                    <a:pt x="15732" y="16283"/>
                    <a:pt x="15734" y="16260"/>
                  </a:cubicBezTo>
                  <a:cubicBezTo>
                    <a:pt x="15735" y="16241"/>
                    <a:pt x="15756" y="16209"/>
                    <a:pt x="15768" y="16200"/>
                  </a:cubicBezTo>
                  <a:cubicBezTo>
                    <a:pt x="15784" y="16188"/>
                    <a:pt x="15822" y="16185"/>
                    <a:pt x="15840" y="16189"/>
                  </a:cubicBezTo>
                  <a:cubicBezTo>
                    <a:pt x="15859" y="16193"/>
                    <a:pt x="15899" y="16212"/>
                    <a:pt x="15912" y="16233"/>
                  </a:cubicBezTo>
                  <a:cubicBezTo>
                    <a:pt x="15925" y="16253"/>
                    <a:pt x="15916" y="16321"/>
                    <a:pt x="15932" y="16337"/>
                  </a:cubicBezTo>
                  <a:cubicBezTo>
                    <a:pt x="15944" y="16349"/>
                    <a:pt x="15982" y="16349"/>
                    <a:pt x="15992" y="16334"/>
                  </a:cubicBezTo>
                  <a:cubicBezTo>
                    <a:pt x="16008" y="16310"/>
                    <a:pt x="15984" y="16238"/>
                    <a:pt x="15986" y="16205"/>
                  </a:cubicBezTo>
                  <a:cubicBezTo>
                    <a:pt x="15988" y="16176"/>
                    <a:pt x="16004" y="16120"/>
                    <a:pt x="16006" y="16090"/>
                  </a:cubicBezTo>
                  <a:cubicBezTo>
                    <a:pt x="16008" y="16054"/>
                    <a:pt x="15996" y="15982"/>
                    <a:pt x="15994" y="15945"/>
                  </a:cubicBezTo>
                  <a:cubicBezTo>
                    <a:pt x="15992" y="15907"/>
                    <a:pt x="15992" y="15828"/>
                    <a:pt x="15990" y="15790"/>
                  </a:cubicBezTo>
                  <a:cubicBezTo>
                    <a:pt x="15989" y="15765"/>
                    <a:pt x="15986" y="15718"/>
                    <a:pt x="15984" y="15694"/>
                  </a:cubicBezTo>
                  <a:cubicBezTo>
                    <a:pt x="15981" y="15664"/>
                    <a:pt x="15977" y="15604"/>
                    <a:pt x="15970" y="15576"/>
                  </a:cubicBezTo>
                  <a:cubicBezTo>
                    <a:pt x="15965" y="15555"/>
                    <a:pt x="15952" y="15512"/>
                    <a:pt x="15940" y="15497"/>
                  </a:cubicBezTo>
                  <a:cubicBezTo>
                    <a:pt x="15928" y="15482"/>
                    <a:pt x="15895" y="15475"/>
                    <a:pt x="15882" y="15464"/>
                  </a:cubicBezTo>
                  <a:cubicBezTo>
                    <a:pt x="15873" y="15457"/>
                    <a:pt x="15855" y="15441"/>
                    <a:pt x="15850" y="15428"/>
                  </a:cubicBezTo>
                  <a:cubicBezTo>
                    <a:pt x="15844" y="15412"/>
                    <a:pt x="15844" y="15373"/>
                    <a:pt x="15846" y="15355"/>
                  </a:cubicBezTo>
                  <a:cubicBezTo>
                    <a:pt x="15848" y="15335"/>
                    <a:pt x="15855" y="15293"/>
                    <a:pt x="15866" y="15280"/>
                  </a:cubicBezTo>
                  <a:cubicBezTo>
                    <a:pt x="15874" y="15271"/>
                    <a:pt x="15903" y="15284"/>
                    <a:pt x="15910" y="15273"/>
                  </a:cubicBezTo>
                  <a:cubicBezTo>
                    <a:pt x="15916" y="15262"/>
                    <a:pt x="15916" y="15228"/>
                    <a:pt x="15910" y="15218"/>
                  </a:cubicBezTo>
                  <a:cubicBezTo>
                    <a:pt x="15899" y="15200"/>
                    <a:pt x="15859" y="15204"/>
                    <a:pt x="15842" y="15201"/>
                  </a:cubicBezTo>
                  <a:cubicBezTo>
                    <a:pt x="15829" y="15199"/>
                    <a:pt x="15802" y="15191"/>
                    <a:pt x="15790" y="15196"/>
                  </a:cubicBezTo>
                  <a:cubicBezTo>
                    <a:pt x="15773" y="15204"/>
                    <a:pt x="15744" y="15239"/>
                    <a:pt x="15734" y="15259"/>
                  </a:cubicBezTo>
                  <a:cubicBezTo>
                    <a:pt x="15724" y="15278"/>
                    <a:pt x="15724" y="15330"/>
                    <a:pt x="15712" y="15346"/>
                  </a:cubicBezTo>
                  <a:cubicBezTo>
                    <a:pt x="15701" y="15360"/>
                    <a:pt x="15669" y="15356"/>
                    <a:pt x="15658" y="15368"/>
                  </a:cubicBezTo>
                  <a:cubicBezTo>
                    <a:pt x="15644" y="15383"/>
                    <a:pt x="15624" y="15429"/>
                    <a:pt x="15624" y="15453"/>
                  </a:cubicBezTo>
                  <a:cubicBezTo>
                    <a:pt x="15624" y="15477"/>
                    <a:pt x="15645" y="15519"/>
                    <a:pt x="15656" y="15538"/>
                  </a:cubicBezTo>
                  <a:cubicBezTo>
                    <a:pt x="15670" y="15562"/>
                    <a:pt x="15711" y="15592"/>
                    <a:pt x="15724" y="15617"/>
                  </a:cubicBezTo>
                  <a:cubicBezTo>
                    <a:pt x="15743" y="15652"/>
                    <a:pt x="15774" y="15734"/>
                    <a:pt x="15776" y="15779"/>
                  </a:cubicBezTo>
                  <a:cubicBezTo>
                    <a:pt x="15778" y="15817"/>
                    <a:pt x="15761" y="15896"/>
                    <a:pt x="15744" y="15926"/>
                  </a:cubicBezTo>
                  <a:cubicBezTo>
                    <a:pt x="15734" y="15943"/>
                    <a:pt x="15705" y="15957"/>
                    <a:pt x="15692" y="15967"/>
                  </a:cubicBezTo>
                  <a:cubicBezTo>
                    <a:pt x="15678" y="15978"/>
                    <a:pt x="15653" y="16002"/>
                    <a:pt x="15638" y="16008"/>
                  </a:cubicBezTo>
                  <a:cubicBezTo>
                    <a:pt x="15626" y="16014"/>
                    <a:pt x="15600" y="16016"/>
                    <a:pt x="15588" y="16016"/>
                  </a:cubicBezTo>
                  <a:cubicBezTo>
                    <a:pt x="15578" y="16016"/>
                    <a:pt x="15555" y="16003"/>
                    <a:pt x="15548" y="16011"/>
                  </a:cubicBezTo>
                  <a:cubicBezTo>
                    <a:pt x="15539" y="16020"/>
                    <a:pt x="15544" y="16057"/>
                    <a:pt x="15542" y="16072"/>
                  </a:cubicBezTo>
                  <a:cubicBezTo>
                    <a:pt x="15539" y="16091"/>
                    <a:pt x="15530" y="16129"/>
                    <a:pt x="15524" y="16148"/>
                  </a:cubicBezTo>
                  <a:cubicBezTo>
                    <a:pt x="15520" y="16161"/>
                    <a:pt x="15514" y="16200"/>
                    <a:pt x="15504" y="16200"/>
                  </a:cubicBezTo>
                  <a:cubicBezTo>
                    <a:pt x="15492" y="16200"/>
                    <a:pt x="15485" y="16158"/>
                    <a:pt x="15480" y="16142"/>
                  </a:cubicBezTo>
                  <a:cubicBezTo>
                    <a:pt x="15470" y="16111"/>
                    <a:pt x="15460" y="16043"/>
                    <a:pt x="15452" y="16011"/>
                  </a:cubicBezTo>
                  <a:cubicBezTo>
                    <a:pt x="15446" y="15990"/>
                    <a:pt x="15429" y="15950"/>
                    <a:pt x="15424" y="15929"/>
                  </a:cubicBezTo>
                  <a:cubicBezTo>
                    <a:pt x="15420" y="15915"/>
                    <a:pt x="15419" y="15883"/>
                    <a:pt x="15414" y="15869"/>
                  </a:cubicBezTo>
                  <a:cubicBezTo>
                    <a:pt x="15407" y="15850"/>
                    <a:pt x="15385" y="15818"/>
                    <a:pt x="15374" y="15803"/>
                  </a:cubicBezTo>
                  <a:cubicBezTo>
                    <a:pt x="15352" y="15773"/>
                    <a:pt x="15300" y="15726"/>
                    <a:pt x="15278" y="15697"/>
                  </a:cubicBezTo>
                  <a:cubicBezTo>
                    <a:pt x="15246" y="15656"/>
                    <a:pt x="15192" y="15562"/>
                    <a:pt x="15162" y="15519"/>
                  </a:cubicBezTo>
                  <a:cubicBezTo>
                    <a:pt x="15133" y="15477"/>
                    <a:pt x="15069" y="15404"/>
                    <a:pt x="15044" y="15360"/>
                  </a:cubicBezTo>
                  <a:cubicBezTo>
                    <a:pt x="15023" y="15325"/>
                    <a:pt x="14996" y="15242"/>
                    <a:pt x="14975" y="15207"/>
                  </a:cubicBezTo>
                  <a:cubicBezTo>
                    <a:pt x="14953" y="15167"/>
                    <a:pt x="14894" y="15105"/>
                    <a:pt x="14871" y="15064"/>
                  </a:cubicBezTo>
                  <a:cubicBezTo>
                    <a:pt x="14841" y="15011"/>
                    <a:pt x="14798" y="14887"/>
                    <a:pt x="14774" y="14829"/>
                  </a:cubicBezTo>
                  <a:cubicBezTo>
                    <a:pt x="14746" y="14766"/>
                    <a:pt x="14695" y="14635"/>
                    <a:pt x="14663" y="14575"/>
                  </a:cubicBezTo>
                  <a:cubicBezTo>
                    <a:pt x="14638" y="14526"/>
                    <a:pt x="14580" y="14435"/>
                    <a:pt x="14549" y="14392"/>
                  </a:cubicBezTo>
                  <a:cubicBezTo>
                    <a:pt x="14527" y="14360"/>
                    <a:pt x="14482" y="14299"/>
                    <a:pt x="14457" y="14271"/>
                  </a:cubicBezTo>
                  <a:cubicBezTo>
                    <a:pt x="14442" y="14254"/>
                    <a:pt x="14402" y="14234"/>
                    <a:pt x="14393" y="14211"/>
                  </a:cubicBezTo>
                  <a:cubicBezTo>
                    <a:pt x="14386" y="14192"/>
                    <a:pt x="14399" y="14143"/>
                    <a:pt x="14391" y="14123"/>
                  </a:cubicBezTo>
                  <a:cubicBezTo>
                    <a:pt x="14380" y="14094"/>
                    <a:pt x="14334" y="14064"/>
                    <a:pt x="14315" y="14044"/>
                  </a:cubicBezTo>
                  <a:cubicBezTo>
                    <a:pt x="14300" y="14028"/>
                    <a:pt x="14268" y="13998"/>
                    <a:pt x="14255" y="13978"/>
                  </a:cubicBezTo>
                  <a:cubicBezTo>
                    <a:pt x="14239" y="13955"/>
                    <a:pt x="14219" y="13893"/>
                    <a:pt x="14201" y="13872"/>
                  </a:cubicBezTo>
                  <a:cubicBezTo>
                    <a:pt x="14176" y="13843"/>
                    <a:pt x="14112" y="13821"/>
                    <a:pt x="14085" y="13798"/>
                  </a:cubicBezTo>
                  <a:cubicBezTo>
                    <a:pt x="14067" y="13783"/>
                    <a:pt x="14033" y="13748"/>
                    <a:pt x="14019" y="13726"/>
                  </a:cubicBezTo>
                  <a:cubicBezTo>
                    <a:pt x="13998" y="13694"/>
                    <a:pt x="13967" y="13617"/>
                    <a:pt x="13957" y="13576"/>
                  </a:cubicBezTo>
                  <a:cubicBezTo>
                    <a:pt x="13951" y="13553"/>
                    <a:pt x="13934" y="13499"/>
                    <a:pt x="13945" y="13481"/>
                  </a:cubicBezTo>
                  <a:cubicBezTo>
                    <a:pt x="13949" y="13474"/>
                    <a:pt x="13965" y="13483"/>
                    <a:pt x="13971" y="13481"/>
                  </a:cubicBezTo>
                  <a:cubicBezTo>
                    <a:pt x="13981" y="13476"/>
                    <a:pt x="13999" y="13455"/>
                    <a:pt x="14007" y="13445"/>
                  </a:cubicBezTo>
                  <a:cubicBezTo>
                    <a:pt x="14018" y="13431"/>
                    <a:pt x="14037" y="13401"/>
                    <a:pt x="14045" y="13384"/>
                  </a:cubicBezTo>
                  <a:cubicBezTo>
                    <a:pt x="14057" y="13361"/>
                    <a:pt x="14073" y="13309"/>
                    <a:pt x="14083" y="13284"/>
                  </a:cubicBezTo>
                  <a:cubicBezTo>
                    <a:pt x="14092" y="13259"/>
                    <a:pt x="14113" y="13210"/>
                    <a:pt x="14121" y="13185"/>
                  </a:cubicBezTo>
                  <a:cubicBezTo>
                    <a:pt x="14128" y="13162"/>
                    <a:pt x="14134" y="13110"/>
                    <a:pt x="14145" y="13089"/>
                  </a:cubicBezTo>
                  <a:cubicBezTo>
                    <a:pt x="14154" y="13072"/>
                    <a:pt x="14182" y="13052"/>
                    <a:pt x="14193" y="13037"/>
                  </a:cubicBezTo>
                  <a:cubicBezTo>
                    <a:pt x="14207" y="13019"/>
                    <a:pt x="14232" y="12980"/>
                    <a:pt x="14241" y="12958"/>
                  </a:cubicBezTo>
                  <a:cubicBezTo>
                    <a:pt x="14253" y="12931"/>
                    <a:pt x="14267" y="12870"/>
                    <a:pt x="14275" y="12840"/>
                  </a:cubicBezTo>
                  <a:cubicBezTo>
                    <a:pt x="14282" y="12817"/>
                    <a:pt x="14295" y="12769"/>
                    <a:pt x="14299" y="12745"/>
                  </a:cubicBezTo>
                  <a:cubicBezTo>
                    <a:pt x="14304" y="12714"/>
                    <a:pt x="14302" y="12650"/>
                    <a:pt x="14311" y="12621"/>
                  </a:cubicBezTo>
                  <a:cubicBezTo>
                    <a:pt x="14320" y="12592"/>
                    <a:pt x="14352" y="12542"/>
                    <a:pt x="14369" y="12520"/>
                  </a:cubicBezTo>
                  <a:cubicBezTo>
                    <a:pt x="14379" y="12507"/>
                    <a:pt x="14408" y="12493"/>
                    <a:pt x="14415" y="12476"/>
                  </a:cubicBezTo>
                  <a:cubicBezTo>
                    <a:pt x="14426" y="12451"/>
                    <a:pt x="14413" y="12385"/>
                    <a:pt x="14425" y="12361"/>
                  </a:cubicBezTo>
                  <a:cubicBezTo>
                    <a:pt x="14434" y="12344"/>
                    <a:pt x="14467" y="12335"/>
                    <a:pt x="14477" y="12321"/>
                  </a:cubicBezTo>
                  <a:cubicBezTo>
                    <a:pt x="14486" y="12308"/>
                    <a:pt x="14494" y="12275"/>
                    <a:pt x="14499" y="12260"/>
                  </a:cubicBezTo>
                  <a:cubicBezTo>
                    <a:pt x="14504" y="12245"/>
                    <a:pt x="14515" y="12216"/>
                    <a:pt x="14519" y="12200"/>
                  </a:cubicBezTo>
                  <a:cubicBezTo>
                    <a:pt x="14526" y="12177"/>
                    <a:pt x="14534" y="12128"/>
                    <a:pt x="14541" y="12104"/>
                  </a:cubicBezTo>
                  <a:cubicBezTo>
                    <a:pt x="14545" y="12091"/>
                    <a:pt x="14557" y="12066"/>
                    <a:pt x="14560" y="12052"/>
                  </a:cubicBezTo>
                  <a:cubicBezTo>
                    <a:pt x="14563" y="12032"/>
                    <a:pt x="14564" y="11988"/>
                    <a:pt x="14560" y="11968"/>
                  </a:cubicBezTo>
                  <a:cubicBezTo>
                    <a:pt x="14556" y="11950"/>
                    <a:pt x="14534" y="11924"/>
                    <a:pt x="14531" y="11907"/>
                  </a:cubicBezTo>
                  <a:cubicBezTo>
                    <a:pt x="14527" y="11883"/>
                    <a:pt x="14548" y="11832"/>
                    <a:pt x="14541" y="11809"/>
                  </a:cubicBezTo>
                  <a:cubicBezTo>
                    <a:pt x="14536" y="11788"/>
                    <a:pt x="14508" y="11759"/>
                    <a:pt x="14493" y="11751"/>
                  </a:cubicBezTo>
                  <a:cubicBezTo>
                    <a:pt x="14481" y="11745"/>
                    <a:pt x="14453" y="11752"/>
                    <a:pt x="14439" y="11749"/>
                  </a:cubicBezTo>
                  <a:cubicBezTo>
                    <a:pt x="14420" y="11745"/>
                    <a:pt x="14382" y="11730"/>
                    <a:pt x="14365" y="11719"/>
                  </a:cubicBezTo>
                  <a:cubicBezTo>
                    <a:pt x="14355" y="11711"/>
                    <a:pt x="14340" y="11682"/>
                    <a:pt x="14329" y="11683"/>
                  </a:cubicBezTo>
                  <a:cubicBezTo>
                    <a:pt x="14315" y="11685"/>
                    <a:pt x="14294" y="11721"/>
                    <a:pt x="14289" y="11740"/>
                  </a:cubicBezTo>
                  <a:cubicBezTo>
                    <a:pt x="14283" y="11760"/>
                    <a:pt x="14286" y="11806"/>
                    <a:pt x="14293" y="11826"/>
                  </a:cubicBezTo>
                  <a:cubicBezTo>
                    <a:pt x="14302" y="11851"/>
                    <a:pt x="14340" y="11880"/>
                    <a:pt x="14353" y="11902"/>
                  </a:cubicBezTo>
                  <a:cubicBezTo>
                    <a:pt x="14365" y="11921"/>
                    <a:pt x="14390" y="11960"/>
                    <a:pt x="14391" y="11984"/>
                  </a:cubicBezTo>
                  <a:cubicBezTo>
                    <a:pt x="14392" y="12012"/>
                    <a:pt x="14368" y="12066"/>
                    <a:pt x="14351" y="12083"/>
                  </a:cubicBezTo>
                  <a:cubicBezTo>
                    <a:pt x="14336" y="12097"/>
                    <a:pt x="14297" y="12105"/>
                    <a:pt x="14279" y="12099"/>
                  </a:cubicBezTo>
                  <a:cubicBezTo>
                    <a:pt x="14263" y="12093"/>
                    <a:pt x="14239" y="12059"/>
                    <a:pt x="14229" y="12041"/>
                  </a:cubicBezTo>
                  <a:cubicBezTo>
                    <a:pt x="14219" y="12024"/>
                    <a:pt x="14201" y="11984"/>
                    <a:pt x="14199" y="11962"/>
                  </a:cubicBezTo>
                  <a:cubicBezTo>
                    <a:pt x="14198" y="11943"/>
                    <a:pt x="14216" y="11908"/>
                    <a:pt x="14215" y="11888"/>
                  </a:cubicBezTo>
                  <a:cubicBezTo>
                    <a:pt x="14213" y="11861"/>
                    <a:pt x="14178" y="11817"/>
                    <a:pt x="14177" y="11790"/>
                  </a:cubicBezTo>
                  <a:cubicBezTo>
                    <a:pt x="14176" y="11776"/>
                    <a:pt x="14192" y="11754"/>
                    <a:pt x="14193" y="11740"/>
                  </a:cubicBezTo>
                  <a:cubicBezTo>
                    <a:pt x="14195" y="11721"/>
                    <a:pt x="14189" y="11678"/>
                    <a:pt x="14181" y="11661"/>
                  </a:cubicBezTo>
                  <a:cubicBezTo>
                    <a:pt x="14169" y="11636"/>
                    <a:pt x="14133" y="11600"/>
                    <a:pt x="14113" y="11590"/>
                  </a:cubicBezTo>
                  <a:cubicBezTo>
                    <a:pt x="14095" y="11580"/>
                    <a:pt x="14056" y="11580"/>
                    <a:pt x="14037" y="11582"/>
                  </a:cubicBezTo>
                  <a:cubicBezTo>
                    <a:pt x="14005" y="11585"/>
                    <a:pt x="13944" y="11607"/>
                    <a:pt x="13915" y="11623"/>
                  </a:cubicBezTo>
                  <a:cubicBezTo>
                    <a:pt x="13896" y="11633"/>
                    <a:pt x="13863" y="11671"/>
                    <a:pt x="13843" y="11677"/>
                  </a:cubicBezTo>
                  <a:cubicBezTo>
                    <a:pt x="13821" y="11685"/>
                    <a:pt x="13775" y="11670"/>
                    <a:pt x="13753" y="11674"/>
                  </a:cubicBezTo>
                  <a:cubicBezTo>
                    <a:pt x="13732" y="11679"/>
                    <a:pt x="13683" y="11685"/>
                    <a:pt x="13674" y="11710"/>
                  </a:cubicBezTo>
                  <a:cubicBezTo>
                    <a:pt x="13665" y="11741"/>
                    <a:pt x="13695" y="11812"/>
                    <a:pt x="13713" y="11836"/>
                  </a:cubicBezTo>
                  <a:cubicBezTo>
                    <a:pt x="13725" y="11853"/>
                    <a:pt x="13759" y="11874"/>
                    <a:pt x="13777" y="11874"/>
                  </a:cubicBezTo>
                  <a:cubicBezTo>
                    <a:pt x="13794" y="11874"/>
                    <a:pt x="13824" y="11840"/>
                    <a:pt x="13841" y="11836"/>
                  </a:cubicBezTo>
                  <a:cubicBezTo>
                    <a:pt x="13861" y="11831"/>
                    <a:pt x="13907" y="11827"/>
                    <a:pt x="13925" y="11841"/>
                  </a:cubicBezTo>
                  <a:cubicBezTo>
                    <a:pt x="13939" y="11853"/>
                    <a:pt x="13946" y="11904"/>
                    <a:pt x="13959" y="11918"/>
                  </a:cubicBezTo>
                  <a:cubicBezTo>
                    <a:pt x="13971" y="11932"/>
                    <a:pt x="14000" y="11950"/>
                    <a:pt x="14015" y="11948"/>
                  </a:cubicBezTo>
                  <a:cubicBezTo>
                    <a:pt x="14031" y="11946"/>
                    <a:pt x="14053" y="11904"/>
                    <a:pt x="14069" y="11902"/>
                  </a:cubicBezTo>
                  <a:cubicBezTo>
                    <a:pt x="14079" y="11900"/>
                    <a:pt x="14098" y="11910"/>
                    <a:pt x="14105" y="11918"/>
                  </a:cubicBezTo>
                  <a:cubicBezTo>
                    <a:pt x="14114" y="11931"/>
                    <a:pt x="14129" y="11968"/>
                    <a:pt x="14125" y="11984"/>
                  </a:cubicBezTo>
                  <a:cubicBezTo>
                    <a:pt x="14119" y="12008"/>
                    <a:pt x="14065" y="12007"/>
                    <a:pt x="14059" y="12030"/>
                  </a:cubicBezTo>
                  <a:cubicBezTo>
                    <a:pt x="14054" y="12049"/>
                    <a:pt x="14078" y="12083"/>
                    <a:pt x="14081" y="12101"/>
                  </a:cubicBezTo>
                  <a:cubicBezTo>
                    <a:pt x="14086" y="12132"/>
                    <a:pt x="14093" y="12198"/>
                    <a:pt x="14085" y="12227"/>
                  </a:cubicBezTo>
                  <a:cubicBezTo>
                    <a:pt x="14077" y="12258"/>
                    <a:pt x="14026" y="12292"/>
                    <a:pt x="14017" y="12323"/>
                  </a:cubicBezTo>
                  <a:cubicBezTo>
                    <a:pt x="14009" y="12349"/>
                    <a:pt x="14012" y="12407"/>
                    <a:pt x="14015" y="12435"/>
                  </a:cubicBezTo>
                  <a:cubicBezTo>
                    <a:pt x="14018" y="12462"/>
                    <a:pt x="14039" y="12510"/>
                    <a:pt x="14041" y="12536"/>
                  </a:cubicBezTo>
                  <a:cubicBezTo>
                    <a:pt x="14043" y="12566"/>
                    <a:pt x="14043" y="12629"/>
                    <a:pt x="14029" y="12651"/>
                  </a:cubicBezTo>
                  <a:cubicBezTo>
                    <a:pt x="14014" y="12675"/>
                    <a:pt x="13961" y="12677"/>
                    <a:pt x="13939" y="12687"/>
                  </a:cubicBezTo>
                  <a:cubicBezTo>
                    <a:pt x="13917" y="12696"/>
                    <a:pt x="13870" y="12703"/>
                    <a:pt x="13853" y="12722"/>
                  </a:cubicBezTo>
                  <a:cubicBezTo>
                    <a:pt x="13845" y="12732"/>
                    <a:pt x="13834" y="12758"/>
                    <a:pt x="13835" y="12772"/>
                  </a:cubicBezTo>
                  <a:cubicBezTo>
                    <a:pt x="13836" y="12800"/>
                    <a:pt x="13868" y="12844"/>
                    <a:pt x="13877" y="12870"/>
                  </a:cubicBezTo>
                  <a:cubicBezTo>
                    <a:pt x="13883" y="12889"/>
                    <a:pt x="13895" y="12929"/>
                    <a:pt x="13895" y="12949"/>
                  </a:cubicBezTo>
                  <a:cubicBezTo>
                    <a:pt x="13895" y="12976"/>
                    <a:pt x="13888" y="13031"/>
                    <a:pt x="13875" y="13051"/>
                  </a:cubicBezTo>
                  <a:cubicBezTo>
                    <a:pt x="13865" y="13066"/>
                    <a:pt x="13832" y="13085"/>
                    <a:pt x="13817" y="13078"/>
                  </a:cubicBezTo>
                  <a:cubicBezTo>
                    <a:pt x="13799" y="13071"/>
                    <a:pt x="13779" y="13020"/>
                    <a:pt x="13773" y="12996"/>
                  </a:cubicBezTo>
                  <a:cubicBezTo>
                    <a:pt x="13763" y="12960"/>
                    <a:pt x="13764" y="12881"/>
                    <a:pt x="13761" y="12843"/>
                  </a:cubicBezTo>
                  <a:cubicBezTo>
                    <a:pt x="13757" y="12804"/>
                    <a:pt x="13756" y="12724"/>
                    <a:pt x="13747" y="12687"/>
                  </a:cubicBezTo>
                  <a:cubicBezTo>
                    <a:pt x="13741" y="12666"/>
                    <a:pt x="13722" y="12629"/>
                    <a:pt x="13713" y="12610"/>
                  </a:cubicBezTo>
                  <a:cubicBezTo>
                    <a:pt x="13695" y="12572"/>
                    <a:pt x="13662" y="12490"/>
                    <a:pt x="13639" y="12457"/>
                  </a:cubicBezTo>
                  <a:cubicBezTo>
                    <a:pt x="13609" y="12415"/>
                    <a:pt x="13536" y="12352"/>
                    <a:pt x="13501" y="12318"/>
                  </a:cubicBezTo>
                  <a:cubicBezTo>
                    <a:pt x="13489" y="12307"/>
                    <a:pt x="13463" y="12288"/>
                    <a:pt x="13453" y="12274"/>
                  </a:cubicBezTo>
                  <a:cubicBezTo>
                    <a:pt x="13431" y="12242"/>
                    <a:pt x="13400" y="12163"/>
                    <a:pt x="13386" y="12123"/>
                  </a:cubicBezTo>
                  <a:cubicBezTo>
                    <a:pt x="13375" y="12087"/>
                    <a:pt x="13354" y="12012"/>
                    <a:pt x="13349" y="11973"/>
                  </a:cubicBezTo>
                  <a:cubicBezTo>
                    <a:pt x="13344" y="11941"/>
                    <a:pt x="13344" y="11877"/>
                    <a:pt x="13345" y="11845"/>
                  </a:cubicBezTo>
                  <a:cubicBezTo>
                    <a:pt x="13345" y="11805"/>
                    <a:pt x="13351" y="11727"/>
                    <a:pt x="13352" y="11688"/>
                  </a:cubicBezTo>
                  <a:cubicBezTo>
                    <a:pt x="13354" y="11651"/>
                    <a:pt x="13360" y="11575"/>
                    <a:pt x="13357" y="11538"/>
                  </a:cubicBezTo>
                  <a:cubicBezTo>
                    <a:pt x="13354" y="11507"/>
                    <a:pt x="13339" y="11448"/>
                    <a:pt x="13332" y="11417"/>
                  </a:cubicBezTo>
                  <a:cubicBezTo>
                    <a:pt x="13327" y="11391"/>
                    <a:pt x="13299" y="11335"/>
                    <a:pt x="13309" y="11311"/>
                  </a:cubicBezTo>
                  <a:cubicBezTo>
                    <a:pt x="13312" y="11301"/>
                    <a:pt x="13331" y="11294"/>
                    <a:pt x="13338" y="11297"/>
                  </a:cubicBezTo>
                  <a:cubicBezTo>
                    <a:pt x="13360" y="11307"/>
                    <a:pt x="13381" y="11372"/>
                    <a:pt x="13391" y="11401"/>
                  </a:cubicBezTo>
                  <a:cubicBezTo>
                    <a:pt x="13403" y="11438"/>
                    <a:pt x="13418" y="11519"/>
                    <a:pt x="13421" y="11560"/>
                  </a:cubicBezTo>
                  <a:cubicBezTo>
                    <a:pt x="13424" y="11609"/>
                    <a:pt x="13415" y="11708"/>
                    <a:pt x="13412" y="11757"/>
                  </a:cubicBezTo>
                  <a:cubicBezTo>
                    <a:pt x="13411" y="11785"/>
                    <a:pt x="13404" y="11841"/>
                    <a:pt x="13405" y="11869"/>
                  </a:cubicBezTo>
                  <a:cubicBezTo>
                    <a:pt x="13405" y="11894"/>
                    <a:pt x="13394" y="11966"/>
                    <a:pt x="13412" y="11970"/>
                  </a:cubicBezTo>
                  <a:cubicBezTo>
                    <a:pt x="13435" y="11975"/>
                    <a:pt x="13442" y="11887"/>
                    <a:pt x="13449" y="11858"/>
                  </a:cubicBezTo>
                  <a:cubicBezTo>
                    <a:pt x="13456" y="11828"/>
                    <a:pt x="13464" y="11766"/>
                    <a:pt x="13467" y="11735"/>
                  </a:cubicBezTo>
                  <a:cubicBezTo>
                    <a:pt x="13471" y="11691"/>
                    <a:pt x="13476" y="11602"/>
                    <a:pt x="13477" y="11557"/>
                  </a:cubicBezTo>
                  <a:cubicBezTo>
                    <a:pt x="13477" y="11501"/>
                    <a:pt x="13472" y="11388"/>
                    <a:pt x="13467" y="11333"/>
                  </a:cubicBezTo>
                  <a:cubicBezTo>
                    <a:pt x="13464" y="11299"/>
                    <a:pt x="13454" y="11234"/>
                    <a:pt x="13449" y="11201"/>
                  </a:cubicBezTo>
                  <a:cubicBezTo>
                    <a:pt x="13441" y="11156"/>
                    <a:pt x="13434" y="11059"/>
                    <a:pt x="13415" y="11021"/>
                  </a:cubicBezTo>
                  <a:cubicBezTo>
                    <a:pt x="13404" y="11000"/>
                    <a:pt x="13362" y="10986"/>
                    <a:pt x="13352" y="10963"/>
                  </a:cubicBezTo>
                  <a:cubicBezTo>
                    <a:pt x="13344" y="10943"/>
                    <a:pt x="13343" y="10890"/>
                    <a:pt x="13349" y="10868"/>
                  </a:cubicBezTo>
                  <a:cubicBezTo>
                    <a:pt x="13354" y="10843"/>
                    <a:pt x="13383" y="10806"/>
                    <a:pt x="13395" y="10786"/>
                  </a:cubicBezTo>
                  <a:cubicBezTo>
                    <a:pt x="13406" y="10764"/>
                    <a:pt x="13441" y="10725"/>
                    <a:pt x="13443" y="10698"/>
                  </a:cubicBezTo>
                  <a:cubicBezTo>
                    <a:pt x="13444" y="10681"/>
                    <a:pt x="13420" y="10652"/>
                    <a:pt x="13419" y="10635"/>
                  </a:cubicBezTo>
                  <a:cubicBezTo>
                    <a:pt x="13416" y="10608"/>
                    <a:pt x="13430" y="10554"/>
                    <a:pt x="13437" y="10528"/>
                  </a:cubicBezTo>
                  <a:cubicBezTo>
                    <a:pt x="13444" y="10499"/>
                    <a:pt x="13471" y="10447"/>
                    <a:pt x="13472" y="10416"/>
                  </a:cubicBezTo>
                  <a:cubicBezTo>
                    <a:pt x="13475" y="10374"/>
                    <a:pt x="13438" y="10294"/>
                    <a:pt x="13443" y="10252"/>
                  </a:cubicBezTo>
                  <a:cubicBezTo>
                    <a:pt x="13446" y="10218"/>
                    <a:pt x="13490" y="10168"/>
                    <a:pt x="13495" y="10134"/>
                  </a:cubicBezTo>
                  <a:cubicBezTo>
                    <a:pt x="13500" y="10099"/>
                    <a:pt x="13480" y="10028"/>
                    <a:pt x="13480" y="9992"/>
                  </a:cubicBezTo>
                  <a:cubicBezTo>
                    <a:pt x="13480" y="9965"/>
                    <a:pt x="13488" y="9912"/>
                    <a:pt x="13493" y="9885"/>
                  </a:cubicBezTo>
                  <a:cubicBezTo>
                    <a:pt x="13498" y="9854"/>
                    <a:pt x="13520" y="9795"/>
                    <a:pt x="13525" y="9762"/>
                  </a:cubicBezTo>
                  <a:cubicBezTo>
                    <a:pt x="13531" y="9708"/>
                    <a:pt x="13528" y="9598"/>
                    <a:pt x="13525" y="9544"/>
                  </a:cubicBezTo>
                  <a:cubicBezTo>
                    <a:pt x="13523" y="9519"/>
                    <a:pt x="13513" y="9472"/>
                    <a:pt x="13515" y="9448"/>
                  </a:cubicBezTo>
                  <a:cubicBezTo>
                    <a:pt x="13516" y="9426"/>
                    <a:pt x="13536" y="9385"/>
                    <a:pt x="13537" y="9363"/>
                  </a:cubicBezTo>
                  <a:cubicBezTo>
                    <a:pt x="13538" y="9318"/>
                    <a:pt x="13510" y="9234"/>
                    <a:pt x="13503" y="9191"/>
                  </a:cubicBezTo>
                  <a:cubicBezTo>
                    <a:pt x="13495" y="9149"/>
                    <a:pt x="13481" y="9063"/>
                    <a:pt x="13477" y="9021"/>
                  </a:cubicBezTo>
                  <a:cubicBezTo>
                    <a:pt x="13472" y="8971"/>
                    <a:pt x="13475" y="8870"/>
                    <a:pt x="13467" y="8821"/>
                  </a:cubicBezTo>
                  <a:cubicBezTo>
                    <a:pt x="13461" y="8787"/>
                    <a:pt x="13434" y="8723"/>
                    <a:pt x="13424" y="8690"/>
                  </a:cubicBezTo>
                  <a:cubicBezTo>
                    <a:pt x="13421" y="8677"/>
                    <a:pt x="13413" y="8651"/>
                    <a:pt x="13412" y="8638"/>
                  </a:cubicBezTo>
                  <a:cubicBezTo>
                    <a:pt x="13412" y="8622"/>
                    <a:pt x="13422" y="8593"/>
                    <a:pt x="13424" y="8578"/>
                  </a:cubicBezTo>
                  <a:cubicBezTo>
                    <a:pt x="13431" y="8540"/>
                    <a:pt x="13450" y="8462"/>
                    <a:pt x="13443" y="8424"/>
                  </a:cubicBezTo>
                  <a:cubicBezTo>
                    <a:pt x="13437" y="8395"/>
                    <a:pt x="13395" y="8357"/>
                    <a:pt x="13389" y="8329"/>
                  </a:cubicBezTo>
                  <a:cubicBezTo>
                    <a:pt x="13384" y="8309"/>
                    <a:pt x="13386" y="8266"/>
                    <a:pt x="13391" y="8247"/>
                  </a:cubicBezTo>
                  <a:cubicBezTo>
                    <a:pt x="13395" y="8226"/>
                    <a:pt x="13421" y="8194"/>
                    <a:pt x="13424" y="8173"/>
                  </a:cubicBezTo>
                  <a:cubicBezTo>
                    <a:pt x="13429" y="8148"/>
                    <a:pt x="13425" y="8095"/>
                    <a:pt x="13419" y="8072"/>
                  </a:cubicBezTo>
                  <a:cubicBezTo>
                    <a:pt x="13413" y="8050"/>
                    <a:pt x="13393" y="8009"/>
                    <a:pt x="13378" y="7998"/>
                  </a:cubicBezTo>
                  <a:cubicBezTo>
                    <a:pt x="13361" y="7985"/>
                    <a:pt x="13320" y="7996"/>
                    <a:pt x="13301" y="7992"/>
                  </a:cubicBezTo>
                  <a:cubicBezTo>
                    <a:pt x="13283" y="7988"/>
                    <a:pt x="13243" y="7983"/>
                    <a:pt x="13231" y="7965"/>
                  </a:cubicBezTo>
                  <a:cubicBezTo>
                    <a:pt x="13220" y="7950"/>
                    <a:pt x="13223" y="7900"/>
                    <a:pt x="13215" y="7883"/>
                  </a:cubicBezTo>
                  <a:cubicBezTo>
                    <a:pt x="13202" y="7858"/>
                    <a:pt x="13160" y="7831"/>
                    <a:pt x="13143" y="7812"/>
                  </a:cubicBezTo>
                  <a:cubicBezTo>
                    <a:pt x="13129" y="7797"/>
                    <a:pt x="13100" y="7770"/>
                    <a:pt x="13093" y="7749"/>
                  </a:cubicBezTo>
                  <a:cubicBezTo>
                    <a:pt x="13088" y="7734"/>
                    <a:pt x="13095" y="7700"/>
                    <a:pt x="13090" y="7686"/>
                  </a:cubicBezTo>
                  <a:cubicBezTo>
                    <a:pt x="13083" y="7663"/>
                    <a:pt x="13047" y="7639"/>
                    <a:pt x="13038" y="7617"/>
                  </a:cubicBezTo>
                  <a:cubicBezTo>
                    <a:pt x="13032" y="7600"/>
                    <a:pt x="13035" y="7557"/>
                    <a:pt x="13030" y="7538"/>
                  </a:cubicBezTo>
                  <a:cubicBezTo>
                    <a:pt x="13025" y="7515"/>
                    <a:pt x="13012" y="7468"/>
                    <a:pt x="12998" y="7453"/>
                  </a:cubicBezTo>
                  <a:cubicBezTo>
                    <a:pt x="12988" y="7443"/>
                    <a:pt x="12961" y="7448"/>
                    <a:pt x="12950" y="7439"/>
                  </a:cubicBezTo>
                  <a:cubicBezTo>
                    <a:pt x="12943" y="7434"/>
                    <a:pt x="12934" y="7411"/>
                    <a:pt x="12927" y="7407"/>
                  </a:cubicBezTo>
                  <a:cubicBezTo>
                    <a:pt x="12907" y="7397"/>
                    <a:pt x="12860" y="7428"/>
                    <a:pt x="12842" y="7412"/>
                  </a:cubicBezTo>
                  <a:cubicBezTo>
                    <a:pt x="12829" y="7400"/>
                    <a:pt x="12820" y="7349"/>
                    <a:pt x="12822" y="7328"/>
                  </a:cubicBezTo>
                  <a:cubicBezTo>
                    <a:pt x="12825" y="7312"/>
                    <a:pt x="12847" y="7293"/>
                    <a:pt x="12850" y="7278"/>
                  </a:cubicBezTo>
                  <a:cubicBezTo>
                    <a:pt x="12856" y="7256"/>
                    <a:pt x="12860" y="7205"/>
                    <a:pt x="12854" y="7182"/>
                  </a:cubicBezTo>
                  <a:cubicBezTo>
                    <a:pt x="12850" y="7168"/>
                    <a:pt x="12832" y="7147"/>
                    <a:pt x="12825" y="7136"/>
                  </a:cubicBezTo>
                  <a:cubicBezTo>
                    <a:pt x="12815" y="7124"/>
                    <a:pt x="12798" y="7096"/>
                    <a:pt x="12786" y="7089"/>
                  </a:cubicBezTo>
                  <a:cubicBezTo>
                    <a:pt x="12766" y="7078"/>
                    <a:pt x="12720" y="7081"/>
                    <a:pt x="12698" y="7086"/>
                  </a:cubicBezTo>
                  <a:cubicBezTo>
                    <a:pt x="12676" y="7093"/>
                    <a:pt x="12638" y="7132"/>
                    <a:pt x="12616" y="7133"/>
                  </a:cubicBezTo>
                  <a:cubicBezTo>
                    <a:pt x="12598" y="7134"/>
                    <a:pt x="12566" y="7101"/>
                    <a:pt x="12548" y="7100"/>
                  </a:cubicBezTo>
                  <a:cubicBezTo>
                    <a:pt x="12527" y="7099"/>
                    <a:pt x="12489" y="7130"/>
                    <a:pt x="12468" y="7133"/>
                  </a:cubicBezTo>
                  <a:cubicBezTo>
                    <a:pt x="12441" y="7137"/>
                    <a:pt x="12385" y="7110"/>
                    <a:pt x="12358" y="7120"/>
                  </a:cubicBezTo>
                  <a:cubicBezTo>
                    <a:pt x="12350" y="7122"/>
                    <a:pt x="12332" y="7136"/>
                    <a:pt x="12328" y="7146"/>
                  </a:cubicBezTo>
                  <a:cubicBezTo>
                    <a:pt x="12318" y="7171"/>
                    <a:pt x="12331" y="7230"/>
                    <a:pt x="12326" y="7256"/>
                  </a:cubicBezTo>
                  <a:cubicBezTo>
                    <a:pt x="12321" y="7283"/>
                    <a:pt x="12306" y="7345"/>
                    <a:pt x="12286" y="7352"/>
                  </a:cubicBezTo>
                  <a:cubicBezTo>
                    <a:pt x="12266" y="7360"/>
                    <a:pt x="12233" y="7307"/>
                    <a:pt x="12214" y="7297"/>
                  </a:cubicBezTo>
                  <a:cubicBezTo>
                    <a:pt x="12204" y="7293"/>
                    <a:pt x="12178" y="7301"/>
                    <a:pt x="12172" y="7289"/>
                  </a:cubicBezTo>
                  <a:cubicBezTo>
                    <a:pt x="12161" y="7270"/>
                    <a:pt x="12183" y="7217"/>
                    <a:pt x="12184" y="7193"/>
                  </a:cubicBezTo>
                  <a:cubicBezTo>
                    <a:pt x="12184" y="7180"/>
                    <a:pt x="12185" y="7150"/>
                    <a:pt x="12180" y="7139"/>
                  </a:cubicBezTo>
                  <a:cubicBezTo>
                    <a:pt x="12168" y="7113"/>
                    <a:pt x="12117" y="7101"/>
                    <a:pt x="12104" y="7076"/>
                  </a:cubicBezTo>
                  <a:cubicBezTo>
                    <a:pt x="12098" y="7063"/>
                    <a:pt x="12095" y="7031"/>
                    <a:pt x="12096" y="7016"/>
                  </a:cubicBezTo>
                  <a:cubicBezTo>
                    <a:pt x="12097" y="6998"/>
                    <a:pt x="12109" y="6967"/>
                    <a:pt x="12110" y="6949"/>
                  </a:cubicBezTo>
                  <a:cubicBezTo>
                    <a:pt x="12111" y="6928"/>
                    <a:pt x="12113" y="6880"/>
                    <a:pt x="12104" y="6862"/>
                  </a:cubicBezTo>
                  <a:cubicBezTo>
                    <a:pt x="12095" y="6845"/>
                    <a:pt x="12062" y="6832"/>
                    <a:pt x="12046" y="6827"/>
                  </a:cubicBezTo>
                  <a:cubicBezTo>
                    <a:pt x="12025" y="6820"/>
                    <a:pt x="11983" y="6827"/>
                    <a:pt x="11962" y="6821"/>
                  </a:cubicBezTo>
                  <a:cubicBezTo>
                    <a:pt x="11947" y="6817"/>
                    <a:pt x="11920" y="6795"/>
                    <a:pt x="11906" y="6789"/>
                  </a:cubicBezTo>
                  <a:cubicBezTo>
                    <a:pt x="11892" y="6782"/>
                    <a:pt x="11859" y="6785"/>
                    <a:pt x="11848" y="6772"/>
                  </a:cubicBezTo>
                  <a:cubicBezTo>
                    <a:pt x="11832" y="6754"/>
                    <a:pt x="11823" y="6695"/>
                    <a:pt x="11818" y="6668"/>
                  </a:cubicBezTo>
                  <a:cubicBezTo>
                    <a:pt x="11813" y="6642"/>
                    <a:pt x="11819" y="6585"/>
                    <a:pt x="11810" y="6561"/>
                  </a:cubicBezTo>
                  <a:cubicBezTo>
                    <a:pt x="11799" y="6535"/>
                    <a:pt x="11753" y="6514"/>
                    <a:pt x="11740" y="6490"/>
                  </a:cubicBezTo>
                  <a:cubicBezTo>
                    <a:pt x="11726" y="6466"/>
                    <a:pt x="11718" y="6401"/>
                    <a:pt x="11705" y="6375"/>
                  </a:cubicBezTo>
                  <a:cubicBezTo>
                    <a:pt x="11694" y="6351"/>
                    <a:pt x="11662" y="6309"/>
                    <a:pt x="11644" y="6293"/>
                  </a:cubicBezTo>
                  <a:cubicBezTo>
                    <a:pt x="11627" y="6279"/>
                    <a:pt x="11588" y="6261"/>
                    <a:pt x="11568" y="6260"/>
                  </a:cubicBezTo>
                  <a:cubicBezTo>
                    <a:pt x="11545" y="6260"/>
                    <a:pt x="11503" y="6299"/>
                    <a:pt x="11481" y="6293"/>
                  </a:cubicBezTo>
                  <a:cubicBezTo>
                    <a:pt x="11470" y="6290"/>
                    <a:pt x="11452" y="6264"/>
                    <a:pt x="11444" y="6252"/>
                  </a:cubicBezTo>
                  <a:cubicBezTo>
                    <a:pt x="11431" y="6235"/>
                    <a:pt x="11419" y="6186"/>
                    <a:pt x="11403" y="6173"/>
                  </a:cubicBezTo>
                  <a:cubicBezTo>
                    <a:pt x="11383" y="6155"/>
                    <a:pt x="11326" y="6169"/>
                    <a:pt x="11306" y="6151"/>
                  </a:cubicBezTo>
                  <a:cubicBezTo>
                    <a:pt x="11295" y="6142"/>
                    <a:pt x="11288" y="6104"/>
                    <a:pt x="11277" y="6094"/>
                  </a:cubicBezTo>
                  <a:cubicBezTo>
                    <a:pt x="11256" y="6072"/>
                    <a:pt x="11194" y="6079"/>
                    <a:pt x="11173" y="6055"/>
                  </a:cubicBezTo>
                  <a:cubicBezTo>
                    <a:pt x="11158" y="6038"/>
                    <a:pt x="11147" y="5980"/>
                    <a:pt x="11139" y="5954"/>
                  </a:cubicBezTo>
                  <a:cubicBezTo>
                    <a:pt x="11129" y="5919"/>
                    <a:pt x="11113" y="5846"/>
                    <a:pt x="11107" y="5809"/>
                  </a:cubicBezTo>
                  <a:cubicBezTo>
                    <a:pt x="11102" y="5775"/>
                    <a:pt x="11105" y="5703"/>
                    <a:pt x="11097" y="5669"/>
                  </a:cubicBezTo>
                  <a:cubicBezTo>
                    <a:pt x="11088" y="5626"/>
                    <a:pt x="11044" y="5552"/>
                    <a:pt x="11035" y="5508"/>
                  </a:cubicBezTo>
                  <a:cubicBezTo>
                    <a:pt x="11033" y="5495"/>
                    <a:pt x="11040" y="5464"/>
                    <a:pt x="11033" y="5453"/>
                  </a:cubicBezTo>
                  <a:cubicBezTo>
                    <a:pt x="11024" y="5438"/>
                    <a:pt x="10990" y="5436"/>
                    <a:pt x="10975" y="5434"/>
                  </a:cubicBezTo>
                  <a:cubicBezTo>
                    <a:pt x="10956" y="5432"/>
                    <a:pt x="10916" y="5449"/>
                    <a:pt x="10898" y="5442"/>
                  </a:cubicBezTo>
                  <a:cubicBezTo>
                    <a:pt x="10881" y="5437"/>
                    <a:pt x="10854" y="5407"/>
                    <a:pt x="10841" y="5393"/>
                  </a:cubicBezTo>
                  <a:cubicBezTo>
                    <a:pt x="10828" y="5380"/>
                    <a:pt x="10808" y="5344"/>
                    <a:pt x="10793" y="5335"/>
                  </a:cubicBezTo>
                  <a:cubicBezTo>
                    <a:pt x="10773" y="5324"/>
                    <a:pt x="10727" y="5340"/>
                    <a:pt x="10707" y="5328"/>
                  </a:cubicBezTo>
                  <a:cubicBezTo>
                    <a:pt x="10696" y="5320"/>
                    <a:pt x="10680" y="5290"/>
                    <a:pt x="10671" y="5278"/>
                  </a:cubicBezTo>
                  <a:cubicBezTo>
                    <a:pt x="10656" y="5258"/>
                    <a:pt x="10625" y="5218"/>
                    <a:pt x="10609" y="5199"/>
                  </a:cubicBezTo>
                  <a:cubicBezTo>
                    <a:pt x="10594" y="5181"/>
                    <a:pt x="10558" y="5157"/>
                    <a:pt x="10549" y="5133"/>
                  </a:cubicBezTo>
                  <a:cubicBezTo>
                    <a:pt x="10539" y="5107"/>
                    <a:pt x="10552" y="5040"/>
                    <a:pt x="10543" y="5013"/>
                  </a:cubicBezTo>
                  <a:cubicBezTo>
                    <a:pt x="10534" y="4985"/>
                    <a:pt x="10496" y="4946"/>
                    <a:pt x="10479" y="4925"/>
                  </a:cubicBezTo>
                  <a:cubicBezTo>
                    <a:pt x="10463" y="4905"/>
                    <a:pt x="10425" y="4872"/>
                    <a:pt x="10411" y="4849"/>
                  </a:cubicBezTo>
                  <a:cubicBezTo>
                    <a:pt x="10399" y="4829"/>
                    <a:pt x="10388" y="4780"/>
                    <a:pt x="10377" y="4761"/>
                  </a:cubicBezTo>
                  <a:cubicBezTo>
                    <a:pt x="10360" y="4732"/>
                    <a:pt x="10316" y="4685"/>
                    <a:pt x="10293" y="4665"/>
                  </a:cubicBezTo>
                  <a:cubicBezTo>
                    <a:pt x="10248" y="4628"/>
                    <a:pt x="10150" y="4576"/>
                    <a:pt x="10101" y="4550"/>
                  </a:cubicBezTo>
                  <a:cubicBezTo>
                    <a:pt x="10074" y="4536"/>
                    <a:pt x="10017" y="4511"/>
                    <a:pt x="9989" y="4501"/>
                  </a:cubicBezTo>
                  <a:cubicBezTo>
                    <a:pt x="9970" y="4495"/>
                    <a:pt x="9931" y="4488"/>
                    <a:pt x="9913" y="4479"/>
                  </a:cubicBezTo>
                  <a:cubicBezTo>
                    <a:pt x="9891" y="4469"/>
                    <a:pt x="9850" y="4438"/>
                    <a:pt x="9829" y="4427"/>
                  </a:cubicBezTo>
                  <a:cubicBezTo>
                    <a:pt x="9788" y="4408"/>
                    <a:pt x="9702" y="4389"/>
                    <a:pt x="9663" y="4367"/>
                  </a:cubicBezTo>
                  <a:cubicBezTo>
                    <a:pt x="9615" y="4341"/>
                    <a:pt x="9529" y="4259"/>
                    <a:pt x="9482" y="4230"/>
                  </a:cubicBezTo>
                  <a:cubicBezTo>
                    <a:pt x="9465" y="4219"/>
                    <a:pt x="9426" y="4206"/>
                    <a:pt x="9408" y="4195"/>
                  </a:cubicBezTo>
                  <a:cubicBezTo>
                    <a:pt x="9389" y="4183"/>
                    <a:pt x="9355" y="4149"/>
                    <a:pt x="9334" y="4140"/>
                  </a:cubicBezTo>
                  <a:cubicBezTo>
                    <a:pt x="9315" y="4132"/>
                    <a:pt x="9274" y="4124"/>
                    <a:pt x="9254" y="4129"/>
                  </a:cubicBezTo>
                  <a:cubicBezTo>
                    <a:pt x="9243" y="4132"/>
                    <a:pt x="9223" y="4153"/>
                    <a:pt x="9212" y="4159"/>
                  </a:cubicBezTo>
                  <a:cubicBezTo>
                    <a:pt x="9189" y="4174"/>
                    <a:pt x="9140" y="4196"/>
                    <a:pt x="9116" y="4209"/>
                  </a:cubicBezTo>
                  <a:cubicBezTo>
                    <a:pt x="9096" y="4219"/>
                    <a:pt x="9054" y="4234"/>
                    <a:pt x="9037" y="4250"/>
                  </a:cubicBezTo>
                  <a:cubicBezTo>
                    <a:pt x="9021" y="4263"/>
                    <a:pt x="9002" y="4313"/>
                    <a:pt x="8984" y="4323"/>
                  </a:cubicBezTo>
                  <a:cubicBezTo>
                    <a:pt x="8965" y="4334"/>
                    <a:pt x="8922" y="4330"/>
                    <a:pt x="8902" y="4323"/>
                  </a:cubicBezTo>
                  <a:cubicBezTo>
                    <a:pt x="8890" y="4320"/>
                    <a:pt x="8870" y="4297"/>
                    <a:pt x="8858" y="4296"/>
                  </a:cubicBezTo>
                  <a:cubicBezTo>
                    <a:pt x="8843" y="4296"/>
                    <a:pt x="8817" y="4331"/>
                    <a:pt x="8802" y="4326"/>
                  </a:cubicBezTo>
                  <a:cubicBezTo>
                    <a:pt x="8791" y="4322"/>
                    <a:pt x="8782" y="4288"/>
                    <a:pt x="8772" y="4279"/>
                  </a:cubicBezTo>
                  <a:cubicBezTo>
                    <a:pt x="8762" y="4271"/>
                    <a:pt x="8736" y="4258"/>
                    <a:pt x="8724" y="4263"/>
                  </a:cubicBezTo>
                  <a:cubicBezTo>
                    <a:pt x="8711" y="4269"/>
                    <a:pt x="8691" y="4300"/>
                    <a:pt x="8688" y="4318"/>
                  </a:cubicBezTo>
                  <a:cubicBezTo>
                    <a:pt x="8685" y="4336"/>
                    <a:pt x="8708" y="4368"/>
                    <a:pt x="8706" y="4386"/>
                  </a:cubicBezTo>
                  <a:cubicBezTo>
                    <a:pt x="8704" y="4407"/>
                    <a:pt x="8682" y="4443"/>
                    <a:pt x="8668" y="4452"/>
                  </a:cubicBezTo>
                  <a:cubicBezTo>
                    <a:pt x="8652" y="4463"/>
                    <a:pt x="8613" y="4465"/>
                    <a:pt x="8598" y="4452"/>
                  </a:cubicBezTo>
                  <a:cubicBezTo>
                    <a:pt x="8589" y="4445"/>
                    <a:pt x="8590" y="4406"/>
                    <a:pt x="8580" y="4403"/>
                  </a:cubicBezTo>
                  <a:cubicBezTo>
                    <a:pt x="8567" y="4398"/>
                    <a:pt x="8549" y="4436"/>
                    <a:pt x="8538" y="4447"/>
                  </a:cubicBezTo>
                  <a:cubicBezTo>
                    <a:pt x="8527" y="4458"/>
                    <a:pt x="8499" y="4474"/>
                    <a:pt x="8492" y="4490"/>
                  </a:cubicBezTo>
                  <a:cubicBezTo>
                    <a:pt x="8483" y="4513"/>
                    <a:pt x="8487" y="4568"/>
                    <a:pt x="8490" y="4594"/>
                  </a:cubicBezTo>
                  <a:cubicBezTo>
                    <a:pt x="8494" y="4628"/>
                    <a:pt x="8514" y="4691"/>
                    <a:pt x="8526" y="4720"/>
                  </a:cubicBezTo>
                  <a:cubicBezTo>
                    <a:pt x="8535" y="4742"/>
                    <a:pt x="8562" y="4776"/>
                    <a:pt x="8572" y="4797"/>
                  </a:cubicBezTo>
                  <a:cubicBezTo>
                    <a:pt x="8587" y="4829"/>
                    <a:pt x="8615" y="4896"/>
                    <a:pt x="8620" y="4933"/>
                  </a:cubicBezTo>
                  <a:cubicBezTo>
                    <a:pt x="8624" y="4965"/>
                    <a:pt x="8624" y="5031"/>
                    <a:pt x="8614" y="5060"/>
                  </a:cubicBezTo>
                  <a:cubicBezTo>
                    <a:pt x="8605" y="5084"/>
                    <a:pt x="8571" y="5121"/>
                    <a:pt x="8552" y="5130"/>
                  </a:cubicBezTo>
                  <a:cubicBezTo>
                    <a:pt x="8534" y="5140"/>
                    <a:pt x="8494" y="5130"/>
                    <a:pt x="8474" y="5130"/>
                  </a:cubicBezTo>
                  <a:cubicBezTo>
                    <a:pt x="8454" y="5131"/>
                    <a:pt x="8414" y="5135"/>
                    <a:pt x="8394" y="5133"/>
                  </a:cubicBezTo>
                  <a:cubicBezTo>
                    <a:pt x="8385" y="5132"/>
                    <a:pt x="8366" y="5132"/>
                    <a:pt x="8358" y="5125"/>
                  </a:cubicBezTo>
                  <a:cubicBezTo>
                    <a:pt x="8346" y="5115"/>
                    <a:pt x="8337" y="5074"/>
                    <a:pt x="8326" y="5065"/>
                  </a:cubicBezTo>
                  <a:cubicBezTo>
                    <a:pt x="8317" y="5058"/>
                    <a:pt x="8296" y="5053"/>
                    <a:pt x="8286" y="5057"/>
                  </a:cubicBezTo>
                  <a:cubicBezTo>
                    <a:pt x="8269" y="5063"/>
                    <a:pt x="8247" y="5102"/>
                    <a:pt x="8232" y="5114"/>
                  </a:cubicBezTo>
                  <a:cubicBezTo>
                    <a:pt x="8219" y="5124"/>
                    <a:pt x="8192" y="5140"/>
                    <a:pt x="8178" y="5147"/>
                  </a:cubicBezTo>
                  <a:cubicBezTo>
                    <a:pt x="8154" y="5160"/>
                    <a:pt x="8102" y="5170"/>
                    <a:pt x="8082" y="5191"/>
                  </a:cubicBezTo>
                  <a:cubicBezTo>
                    <a:pt x="8060" y="5212"/>
                    <a:pt x="8038" y="5284"/>
                    <a:pt x="8018" y="5308"/>
                  </a:cubicBezTo>
                  <a:cubicBezTo>
                    <a:pt x="7998" y="5332"/>
                    <a:pt x="7945" y="5352"/>
                    <a:pt x="7926" y="5377"/>
                  </a:cubicBezTo>
                  <a:cubicBezTo>
                    <a:pt x="7912" y="5395"/>
                    <a:pt x="7898" y="5448"/>
                    <a:pt x="7886" y="5470"/>
                  </a:cubicBezTo>
                  <a:cubicBezTo>
                    <a:pt x="7876" y="5488"/>
                    <a:pt x="7855" y="5523"/>
                    <a:pt x="7842" y="5535"/>
                  </a:cubicBezTo>
                  <a:cubicBezTo>
                    <a:pt x="7827" y="5547"/>
                    <a:pt x="7792" y="5552"/>
                    <a:pt x="7778" y="5563"/>
                  </a:cubicBezTo>
                  <a:cubicBezTo>
                    <a:pt x="7743" y="5589"/>
                    <a:pt x="7686" y="5666"/>
                    <a:pt x="7658" y="5702"/>
                  </a:cubicBezTo>
                  <a:cubicBezTo>
                    <a:pt x="7631" y="5736"/>
                    <a:pt x="7582" y="5811"/>
                    <a:pt x="7556" y="5845"/>
                  </a:cubicBezTo>
                  <a:cubicBezTo>
                    <a:pt x="7520" y="5889"/>
                    <a:pt x="7442" y="5966"/>
                    <a:pt x="7407" y="6012"/>
                  </a:cubicBezTo>
                  <a:cubicBezTo>
                    <a:pt x="7390" y="6035"/>
                    <a:pt x="7365" y="6101"/>
                    <a:pt x="7342" y="6113"/>
                  </a:cubicBezTo>
                  <a:cubicBezTo>
                    <a:pt x="7327" y="6120"/>
                    <a:pt x="7292" y="6117"/>
                    <a:pt x="7282" y="6102"/>
                  </a:cubicBezTo>
                  <a:cubicBezTo>
                    <a:pt x="7266" y="6080"/>
                    <a:pt x="7268" y="6013"/>
                    <a:pt x="7273" y="5984"/>
                  </a:cubicBezTo>
                  <a:cubicBezTo>
                    <a:pt x="7277" y="5966"/>
                    <a:pt x="7305" y="5943"/>
                    <a:pt x="7308" y="5924"/>
                  </a:cubicBezTo>
                  <a:cubicBezTo>
                    <a:pt x="7309" y="5909"/>
                    <a:pt x="7300" y="5875"/>
                    <a:pt x="7291" y="5866"/>
                  </a:cubicBezTo>
                  <a:cubicBezTo>
                    <a:pt x="7283" y="5858"/>
                    <a:pt x="7259" y="5860"/>
                    <a:pt x="7249" y="5866"/>
                  </a:cubicBezTo>
                  <a:cubicBezTo>
                    <a:pt x="7230" y="5880"/>
                    <a:pt x="7199" y="5954"/>
                    <a:pt x="7197" y="5962"/>
                  </a:cubicBezTo>
                  <a:cubicBezTo>
                    <a:pt x="7195" y="5970"/>
                    <a:pt x="7163" y="6037"/>
                    <a:pt x="7151" y="6061"/>
                  </a:cubicBezTo>
                  <a:cubicBezTo>
                    <a:pt x="7139" y="6087"/>
                    <a:pt x="7119" y="6146"/>
                    <a:pt x="7101" y="6165"/>
                  </a:cubicBezTo>
                  <a:cubicBezTo>
                    <a:pt x="7077" y="6189"/>
                    <a:pt x="7015" y="6202"/>
                    <a:pt x="6985" y="6208"/>
                  </a:cubicBezTo>
                  <a:cubicBezTo>
                    <a:pt x="6936" y="6219"/>
                    <a:pt x="6835" y="6205"/>
                    <a:pt x="6787" y="6225"/>
                  </a:cubicBezTo>
                  <a:cubicBezTo>
                    <a:pt x="6742" y="6244"/>
                    <a:pt x="6665" y="6323"/>
                    <a:pt x="6623" y="6354"/>
                  </a:cubicBezTo>
                  <a:cubicBezTo>
                    <a:pt x="6585" y="6381"/>
                    <a:pt x="6510" y="6440"/>
                    <a:pt x="6469" y="6455"/>
                  </a:cubicBezTo>
                  <a:cubicBezTo>
                    <a:pt x="6451" y="6461"/>
                    <a:pt x="6412" y="6455"/>
                    <a:pt x="6393" y="6460"/>
                  </a:cubicBezTo>
                  <a:cubicBezTo>
                    <a:pt x="6369" y="6467"/>
                    <a:pt x="6322" y="6493"/>
                    <a:pt x="6301" y="6510"/>
                  </a:cubicBezTo>
                  <a:cubicBezTo>
                    <a:pt x="6287" y="6520"/>
                    <a:pt x="6260" y="6543"/>
                    <a:pt x="6249" y="6558"/>
                  </a:cubicBezTo>
                  <a:cubicBezTo>
                    <a:pt x="6235" y="6578"/>
                    <a:pt x="6225" y="6639"/>
                    <a:pt x="6207" y="6649"/>
                  </a:cubicBezTo>
                  <a:cubicBezTo>
                    <a:pt x="6194" y="6656"/>
                    <a:pt x="6162" y="6642"/>
                    <a:pt x="6151" y="6630"/>
                  </a:cubicBezTo>
                  <a:cubicBezTo>
                    <a:pt x="6126" y="6604"/>
                    <a:pt x="6106" y="6519"/>
                    <a:pt x="6091" y="6482"/>
                  </a:cubicBezTo>
                  <a:cubicBezTo>
                    <a:pt x="6076" y="6445"/>
                    <a:pt x="6047" y="6371"/>
                    <a:pt x="6032" y="6334"/>
                  </a:cubicBezTo>
                  <a:cubicBezTo>
                    <a:pt x="6019" y="6299"/>
                    <a:pt x="5992" y="6229"/>
                    <a:pt x="5981" y="6192"/>
                  </a:cubicBezTo>
                  <a:cubicBezTo>
                    <a:pt x="5970" y="6157"/>
                    <a:pt x="5953" y="6084"/>
                    <a:pt x="5947" y="6047"/>
                  </a:cubicBezTo>
                  <a:cubicBezTo>
                    <a:pt x="5941" y="6016"/>
                    <a:pt x="5930" y="5951"/>
                    <a:pt x="5931" y="5919"/>
                  </a:cubicBezTo>
                  <a:cubicBezTo>
                    <a:pt x="5931" y="5886"/>
                    <a:pt x="5935" y="5814"/>
                    <a:pt x="5953" y="5792"/>
                  </a:cubicBezTo>
                  <a:cubicBezTo>
                    <a:pt x="5963" y="5780"/>
                    <a:pt x="5999" y="5770"/>
                    <a:pt x="6009" y="5784"/>
                  </a:cubicBezTo>
                  <a:cubicBezTo>
                    <a:pt x="6023" y="5804"/>
                    <a:pt x="6001" y="5866"/>
                    <a:pt x="6001" y="5894"/>
                  </a:cubicBezTo>
                  <a:cubicBezTo>
                    <a:pt x="6000" y="5931"/>
                    <a:pt x="6001" y="6005"/>
                    <a:pt x="6006" y="6041"/>
                  </a:cubicBezTo>
                  <a:cubicBezTo>
                    <a:pt x="6018" y="6108"/>
                    <a:pt x="6058" y="6232"/>
                    <a:pt x="6083" y="6291"/>
                  </a:cubicBezTo>
                  <a:cubicBezTo>
                    <a:pt x="6097" y="6323"/>
                    <a:pt x="6134" y="6378"/>
                    <a:pt x="6151" y="6408"/>
                  </a:cubicBezTo>
                  <a:cubicBezTo>
                    <a:pt x="6160" y="6426"/>
                    <a:pt x="6172" y="6474"/>
                    <a:pt x="6187" y="6479"/>
                  </a:cubicBezTo>
                  <a:cubicBezTo>
                    <a:pt x="6204" y="6485"/>
                    <a:pt x="6235" y="6450"/>
                    <a:pt x="6249" y="6436"/>
                  </a:cubicBezTo>
                  <a:cubicBezTo>
                    <a:pt x="6261" y="6423"/>
                    <a:pt x="6285" y="6397"/>
                    <a:pt x="6290" y="6378"/>
                  </a:cubicBezTo>
                  <a:cubicBezTo>
                    <a:pt x="6303" y="6334"/>
                    <a:pt x="6291" y="6236"/>
                    <a:pt x="6287" y="6188"/>
                  </a:cubicBezTo>
                  <a:cubicBezTo>
                    <a:pt x="6284" y="6127"/>
                    <a:pt x="6279" y="6000"/>
                    <a:pt x="6261" y="5944"/>
                  </a:cubicBezTo>
                  <a:cubicBezTo>
                    <a:pt x="6237" y="5870"/>
                    <a:pt x="6152" y="5755"/>
                    <a:pt x="6112" y="5696"/>
                  </a:cubicBezTo>
                  <a:cubicBezTo>
                    <a:pt x="6084" y="5656"/>
                    <a:pt x="6032" y="5571"/>
                    <a:pt x="5997" y="5546"/>
                  </a:cubicBezTo>
                  <a:cubicBezTo>
                    <a:pt x="5941" y="5507"/>
                    <a:pt x="5812" y="5499"/>
                    <a:pt x="5751" y="5481"/>
                  </a:cubicBezTo>
                  <a:cubicBezTo>
                    <a:pt x="5725" y="5473"/>
                    <a:pt x="5672" y="5461"/>
                    <a:pt x="5647" y="5448"/>
                  </a:cubicBezTo>
                  <a:cubicBezTo>
                    <a:pt x="5614" y="5429"/>
                    <a:pt x="5550" y="5378"/>
                    <a:pt x="5522" y="5345"/>
                  </a:cubicBezTo>
                  <a:cubicBezTo>
                    <a:pt x="5490" y="5309"/>
                    <a:pt x="5447" y="5205"/>
                    <a:pt x="5413" y="5174"/>
                  </a:cubicBezTo>
                  <a:cubicBezTo>
                    <a:pt x="5385" y="5150"/>
                    <a:pt x="5318" y="5135"/>
                    <a:pt x="5287" y="5123"/>
                  </a:cubicBezTo>
                  <a:cubicBezTo>
                    <a:pt x="5258" y="5112"/>
                    <a:pt x="5197" y="5100"/>
                    <a:pt x="5170" y="5083"/>
                  </a:cubicBezTo>
                  <a:cubicBezTo>
                    <a:pt x="5112" y="5046"/>
                    <a:pt x="5016" y="4923"/>
                    <a:pt x="4961" y="4879"/>
                  </a:cubicBezTo>
                  <a:cubicBezTo>
                    <a:pt x="4850" y="4789"/>
                    <a:pt x="4617" y="4631"/>
                    <a:pt x="4495" y="4572"/>
                  </a:cubicBezTo>
                  <a:cubicBezTo>
                    <a:pt x="4336" y="4496"/>
                    <a:pt x="4007" y="4400"/>
                    <a:pt x="3841" y="4361"/>
                  </a:cubicBezTo>
                  <a:cubicBezTo>
                    <a:pt x="3720" y="4332"/>
                    <a:pt x="3475" y="4291"/>
                    <a:pt x="3352" y="4284"/>
                  </a:cubicBezTo>
                  <a:cubicBezTo>
                    <a:pt x="3174" y="4275"/>
                    <a:pt x="2815" y="4292"/>
                    <a:pt x="2638" y="4321"/>
                  </a:cubicBezTo>
                  <a:cubicBezTo>
                    <a:pt x="2570" y="4332"/>
                    <a:pt x="2436" y="4368"/>
                    <a:pt x="2371" y="4393"/>
                  </a:cubicBezTo>
                  <a:cubicBezTo>
                    <a:pt x="2279" y="4429"/>
                    <a:pt x="2103" y="4528"/>
                    <a:pt x="2013" y="4572"/>
                  </a:cubicBezTo>
                  <a:cubicBezTo>
                    <a:pt x="1919" y="4619"/>
                    <a:pt x="1729" y="4713"/>
                    <a:pt x="1634" y="4758"/>
                  </a:cubicBezTo>
                  <a:cubicBezTo>
                    <a:pt x="1558" y="4795"/>
                    <a:pt x="1406" y="4875"/>
                    <a:pt x="1327" y="4901"/>
                  </a:cubicBezTo>
                  <a:cubicBezTo>
                    <a:pt x="1271" y="4919"/>
                    <a:pt x="1155" y="4927"/>
                    <a:pt x="1098" y="4945"/>
                  </a:cubicBezTo>
                  <a:cubicBezTo>
                    <a:pt x="1065" y="4955"/>
                    <a:pt x="1000" y="4985"/>
                    <a:pt x="967" y="4999"/>
                  </a:cubicBezTo>
                  <a:cubicBezTo>
                    <a:pt x="927" y="5016"/>
                    <a:pt x="848" y="5056"/>
                    <a:pt x="807" y="5072"/>
                  </a:cubicBezTo>
                  <a:cubicBezTo>
                    <a:pt x="770" y="5087"/>
                    <a:pt x="698" y="5105"/>
                    <a:pt x="653" y="5122"/>
                  </a:cubicBezTo>
                  <a:cubicBezTo>
                    <a:pt x="643" y="5106"/>
                    <a:pt x="632" y="5089"/>
                    <a:pt x="624" y="5086"/>
                  </a:cubicBezTo>
                  <a:cubicBezTo>
                    <a:pt x="606" y="5080"/>
                    <a:pt x="570" y="5136"/>
                    <a:pt x="554" y="5125"/>
                  </a:cubicBezTo>
                  <a:cubicBezTo>
                    <a:pt x="540" y="5116"/>
                    <a:pt x="532" y="5062"/>
                    <a:pt x="538" y="5043"/>
                  </a:cubicBezTo>
                  <a:cubicBezTo>
                    <a:pt x="546" y="5017"/>
                    <a:pt x="597" y="5013"/>
                    <a:pt x="612" y="4994"/>
                  </a:cubicBezTo>
                  <a:cubicBezTo>
                    <a:pt x="624" y="4978"/>
                    <a:pt x="642" y="4934"/>
                    <a:pt x="648" y="4912"/>
                  </a:cubicBezTo>
                  <a:cubicBezTo>
                    <a:pt x="654" y="4884"/>
                    <a:pt x="651" y="4825"/>
                    <a:pt x="656" y="4797"/>
                  </a:cubicBezTo>
                  <a:cubicBezTo>
                    <a:pt x="660" y="4773"/>
                    <a:pt x="672" y="4725"/>
                    <a:pt x="684" y="4706"/>
                  </a:cubicBezTo>
                  <a:cubicBezTo>
                    <a:pt x="703" y="4679"/>
                    <a:pt x="762" y="4662"/>
                    <a:pt x="782" y="4636"/>
                  </a:cubicBezTo>
                  <a:cubicBezTo>
                    <a:pt x="795" y="4618"/>
                    <a:pt x="818" y="4577"/>
                    <a:pt x="818" y="4553"/>
                  </a:cubicBezTo>
                  <a:cubicBezTo>
                    <a:pt x="818" y="4533"/>
                    <a:pt x="798" y="4497"/>
                    <a:pt x="786" y="4487"/>
                  </a:cubicBezTo>
                  <a:cubicBezTo>
                    <a:pt x="770" y="4476"/>
                    <a:pt x="730" y="4497"/>
                    <a:pt x="712" y="4490"/>
                  </a:cubicBezTo>
                  <a:cubicBezTo>
                    <a:pt x="698" y="4486"/>
                    <a:pt x="671" y="4466"/>
                    <a:pt x="664" y="4449"/>
                  </a:cubicBezTo>
                  <a:cubicBezTo>
                    <a:pt x="653" y="4426"/>
                    <a:pt x="661" y="4366"/>
                    <a:pt x="654" y="4340"/>
                  </a:cubicBezTo>
                  <a:cubicBezTo>
                    <a:pt x="648" y="4318"/>
                    <a:pt x="622" y="4283"/>
                    <a:pt x="618" y="4261"/>
                  </a:cubicBezTo>
                  <a:cubicBezTo>
                    <a:pt x="613" y="4233"/>
                    <a:pt x="615" y="4175"/>
                    <a:pt x="622" y="4148"/>
                  </a:cubicBezTo>
                  <a:cubicBezTo>
                    <a:pt x="629" y="4121"/>
                    <a:pt x="666" y="4083"/>
                    <a:pt x="672" y="4056"/>
                  </a:cubicBezTo>
                  <a:cubicBezTo>
                    <a:pt x="680" y="4019"/>
                    <a:pt x="667" y="3943"/>
                    <a:pt x="666" y="3905"/>
                  </a:cubicBezTo>
                  <a:cubicBezTo>
                    <a:pt x="665" y="3863"/>
                    <a:pt x="676" y="3776"/>
                    <a:pt x="668" y="3735"/>
                  </a:cubicBezTo>
                  <a:cubicBezTo>
                    <a:pt x="660" y="3696"/>
                    <a:pt x="626" y="3623"/>
                    <a:pt x="604" y="3596"/>
                  </a:cubicBezTo>
                  <a:cubicBezTo>
                    <a:pt x="584" y="3572"/>
                    <a:pt x="532" y="3549"/>
                    <a:pt x="508" y="3535"/>
                  </a:cubicBezTo>
                  <a:cubicBezTo>
                    <a:pt x="475" y="3518"/>
                    <a:pt x="405" y="3499"/>
                    <a:pt x="374" y="3475"/>
                  </a:cubicBezTo>
                  <a:cubicBezTo>
                    <a:pt x="355" y="3462"/>
                    <a:pt x="323" y="3423"/>
                    <a:pt x="310" y="3401"/>
                  </a:cubicBezTo>
                  <a:cubicBezTo>
                    <a:pt x="286" y="3365"/>
                    <a:pt x="255" y="3277"/>
                    <a:pt x="232" y="3240"/>
                  </a:cubicBezTo>
                  <a:cubicBezTo>
                    <a:pt x="215" y="3215"/>
                    <a:pt x="178" y="3170"/>
                    <a:pt x="158" y="3150"/>
                  </a:cubicBezTo>
                  <a:cubicBezTo>
                    <a:pt x="129" y="3121"/>
                    <a:pt x="59" y="3083"/>
                    <a:pt x="35" y="3046"/>
                  </a:cubicBezTo>
                  <a:cubicBezTo>
                    <a:pt x="21" y="3024"/>
                    <a:pt x="0" y="2968"/>
                    <a:pt x="0" y="2939"/>
                  </a:cubicBezTo>
                  <a:cubicBezTo>
                    <a:pt x="-1" y="2906"/>
                    <a:pt x="30" y="2848"/>
                    <a:pt x="35" y="2816"/>
                  </a:cubicBezTo>
                  <a:cubicBezTo>
                    <a:pt x="42" y="2777"/>
                    <a:pt x="42" y="2695"/>
                    <a:pt x="44" y="2655"/>
                  </a:cubicBezTo>
                  <a:cubicBezTo>
                    <a:pt x="44" y="2619"/>
                    <a:pt x="39" y="2547"/>
                    <a:pt x="44" y="2512"/>
                  </a:cubicBezTo>
                  <a:cubicBezTo>
                    <a:pt x="47" y="2489"/>
                    <a:pt x="67" y="2425"/>
                    <a:pt x="67" y="2425"/>
                  </a:cubicBezTo>
                  <a:cubicBezTo>
                    <a:pt x="67" y="2425"/>
                    <a:pt x="1702" y="2115"/>
                    <a:pt x="2247" y="2012"/>
                  </a:cubicBezTo>
                  <a:cubicBezTo>
                    <a:pt x="2664" y="1933"/>
                    <a:pt x="3499" y="1782"/>
                    <a:pt x="3916" y="1694"/>
                  </a:cubicBezTo>
                  <a:cubicBezTo>
                    <a:pt x="4250" y="1624"/>
                    <a:pt x="4915" y="1461"/>
                    <a:pt x="5248" y="1388"/>
                  </a:cubicBezTo>
                  <a:cubicBezTo>
                    <a:pt x="5518" y="1329"/>
                    <a:pt x="6244" y="1179"/>
                    <a:pt x="6467" y="1133"/>
                  </a:cubicBezTo>
                  <a:cubicBezTo>
                    <a:pt x="6472" y="1164"/>
                    <a:pt x="6479" y="1194"/>
                    <a:pt x="6485" y="1213"/>
                  </a:cubicBezTo>
                  <a:cubicBezTo>
                    <a:pt x="6493" y="1236"/>
                    <a:pt x="6516" y="1277"/>
                    <a:pt x="6525" y="1300"/>
                  </a:cubicBezTo>
                  <a:cubicBezTo>
                    <a:pt x="6534" y="1323"/>
                    <a:pt x="6545" y="1371"/>
                    <a:pt x="6555" y="1393"/>
                  </a:cubicBezTo>
                  <a:cubicBezTo>
                    <a:pt x="6565" y="1416"/>
                    <a:pt x="6593" y="1455"/>
                    <a:pt x="6605" y="1475"/>
                  </a:cubicBezTo>
                  <a:cubicBezTo>
                    <a:pt x="6622" y="1502"/>
                    <a:pt x="6660" y="1552"/>
                    <a:pt x="6673" y="1582"/>
                  </a:cubicBezTo>
                  <a:cubicBezTo>
                    <a:pt x="6687" y="1614"/>
                    <a:pt x="6706" y="1686"/>
                    <a:pt x="6713" y="1722"/>
                  </a:cubicBezTo>
                  <a:cubicBezTo>
                    <a:pt x="6719" y="1750"/>
                    <a:pt x="6721" y="1811"/>
                    <a:pt x="6727" y="1839"/>
                  </a:cubicBezTo>
                  <a:cubicBezTo>
                    <a:pt x="6730" y="1854"/>
                    <a:pt x="6740" y="1883"/>
                    <a:pt x="6745" y="1897"/>
                  </a:cubicBezTo>
                  <a:cubicBezTo>
                    <a:pt x="6754" y="1922"/>
                    <a:pt x="6768" y="1976"/>
                    <a:pt x="6781" y="1998"/>
                  </a:cubicBezTo>
                  <a:cubicBezTo>
                    <a:pt x="6795" y="2022"/>
                    <a:pt x="6837" y="2050"/>
                    <a:pt x="6853" y="2072"/>
                  </a:cubicBezTo>
                  <a:cubicBezTo>
                    <a:pt x="6874" y="2100"/>
                    <a:pt x="6925" y="2202"/>
                    <a:pt x="6925" y="2202"/>
                  </a:cubicBezTo>
                  <a:lnTo>
                    <a:pt x="8142" y="2004"/>
                  </a:lnTo>
                  <a:lnTo>
                    <a:pt x="10906" y="1595"/>
                  </a:lnTo>
                  <a:lnTo>
                    <a:pt x="12352" y="1377"/>
                  </a:lnTo>
                  <a:lnTo>
                    <a:pt x="13491" y="1184"/>
                  </a:lnTo>
                  <a:cubicBezTo>
                    <a:pt x="13491" y="1184"/>
                    <a:pt x="13526" y="1208"/>
                    <a:pt x="13531" y="1224"/>
                  </a:cubicBezTo>
                  <a:cubicBezTo>
                    <a:pt x="13540" y="1246"/>
                    <a:pt x="13528" y="1298"/>
                    <a:pt x="13531" y="1322"/>
                  </a:cubicBezTo>
                  <a:cubicBezTo>
                    <a:pt x="13534" y="1342"/>
                    <a:pt x="13544" y="1380"/>
                    <a:pt x="13553" y="1395"/>
                  </a:cubicBezTo>
                  <a:cubicBezTo>
                    <a:pt x="13563" y="1413"/>
                    <a:pt x="13594" y="1431"/>
                    <a:pt x="13606" y="1446"/>
                  </a:cubicBezTo>
                  <a:cubicBezTo>
                    <a:pt x="13619" y="1461"/>
                    <a:pt x="13646" y="1491"/>
                    <a:pt x="13652" y="1512"/>
                  </a:cubicBezTo>
                  <a:cubicBezTo>
                    <a:pt x="13662" y="1554"/>
                    <a:pt x="13637" y="1646"/>
                    <a:pt x="13641" y="1690"/>
                  </a:cubicBezTo>
                  <a:cubicBezTo>
                    <a:pt x="13643" y="1714"/>
                    <a:pt x="13657" y="1759"/>
                    <a:pt x="13662" y="1782"/>
                  </a:cubicBezTo>
                  <a:cubicBezTo>
                    <a:pt x="13669" y="1812"/>
                    <a:pt x="13674" y="1875"/>
                    <a:pt x="13686" y="1902"/>
                  </a:cubicBezTo>
                  <a:cubicBezTo>
                    <a:pt x="13698" y="1929"/>
                    <a:pt x="13731" y="1976"/>
                    <a:pt x="13753" y="1986"/>
                  </a:cubicBezTo>
                  <a:cubicBezTo>
                    <a:pt x="13771" y="1994"/>
                    <a:pt x="13811" y="1989"/>
                    <a:pt x="13827" y="1979"/>
                  </a:cubicBezTo>
                  <a:cubicBezTo>
                    <a:pt x="13844" y="1969"/>
                    <a:pt x="13865" y="1924"/>
                    <a:pt x="13881" y="1913"/>
                  </a:cubicBezTo>
                  <a:cubicBezTo>
                    <a:pt x="13895" y="1903"/>
                    <a:pt x="13926" y="1894"/>
                    <a:pt x="13942" y="1895"/>
                  </a:cubicBezTo>
                  <a:cubicBezTo>
                    <a:pt x="13966" y="1896"/>
                    <a:pt x="14009" y="1937"/>
                    <a:pt x="14033" y="1931"/>
                  </a:cubicBezTo>
                  <a:cubicBezTo>
                    <a:pt x="14049" y="1927"/>
                    <a:pt x="14076" y="1895"/>
                    <a:pt x="14086" y="1876"/>
                  </a:cubicBezTo>
                  <a:cubicBezTo>
                    <a:pt x="14099" y="1855"/>
                    <a:pt x="14119" y="1803"/>
                    <a:pt x="14121" y="1775"/>
                  </a:cubicBezTo>
                  <a:cubicBezTo>
                    <a:pt x="14126" y="1711"/>
                    <a:pt x="14086" y="1590"/>
                    <a:pt x="14084" y="1526"/>
                  </a:cubicBezTo>
                  <a:cubicBezTo>
                    <a:pt x="14082" y="1498"/>
                    <a:pt x="14094" y="1441"/>
                    <a:pt x="14092" y="1414"/>
                  </a:cubicBezTo>
                  <a:cubicBezTo>
                    <a:pt x="14089" y="1380"/>
                    <a:pt x="14062" y="1316"/>
                    <a:pt x="14062" y="1282"/>
                  </a:cubicBezTo>
                  <a:cubicBezTo>
                    <a:pt x="14062" y="1254"/>
                    <a:pt x="14083" y="1204"/>
                    <a:pt x="14084" y="1176"/>
                  </a:cubicBezTo>
                  <a:cubicBezTo>
                    <a:pt x="14085" y="1139"/>
                    <a:pt x="14065" y="1067"/>
                    <a:pt x="14060" y="1030"/>
                  </a:cubicBezTo>
                  <a:cubicBezTo>
                    <a:pt x="14056" y="1002"/>
                    <a:pt x="14058" y="941"/>
                    <a:pt x="14046" y="917"/>
                  </a:cubicBezTo>
                  <a:cubicBezTo>
                    <a:pt x="14032" y="888"/>
                    <a:pt x="13978" y="863"/>
                    <a:pt x="13958" y="840"/>
                  </a:cubicBezTo>
                  <a:cubicBezTo>
                    <a:pt x="13944" y="824"/>
                    <a:pt x="13917" y="787"/>
                    <a:pt x="13908" y="764"/>
                  </a:cubicBezTo>
                  <a:cubicBezTo>
                    <a:pt x="13897" y="738"/>
                    <a:pt x="13883" y="677"/>
                    <a:pt x="13886" y="647"/>
                  </a:cubicBezTo>
                  <a:cubicBezTo>
                    <a:pt x="13889" y="620"/>
                    <a:pt x="13924" y="580"/>
                    <a:pt x="13926" y="553"/>
                  </a:cubicBezTo>
                  <a:cubicBezTo>
                    <a:pt x="13930" y="514"/>
                    <a:pt x="13887" y="439"/>
                    <a:pt x="13897" y="403"/>
                  </a:cubicBezTo>
                  <a:cubicBezTo>
                    <a:pt x="13900" y="392"/>
                    <a:pt x="13920" y="383"/>
                    <a:pt x="13926" y="374"/>
                  </a:cubicBezTo>
                  <a:cubicBezTo>
                    <a:pt x="13933" y="363"/>
                    <a:pt x="13944" y="336"/>
                    <a:pt x="13942" y="322"/>
                  </a:cubicBezTo>
                  <a:cubicBezTo>
                    <a:pt x="13940" y="309"/>
                    <a:pt x="13917" y="296"/>
                    <a:pt x="13913" y="282"/>
                  </a:cubicBezTo>
                  <a:cubicBezTo>
                    <a:pt x="13907" y="263"/>
                    <a:pt x="13901" y="216"/>
                    <a:pt x="13910" y="199"/>
                  </a:cubicBezTo>
                  <a:cubicBezTo>
                    <a:pt x="13917" y="187"/>
                    <a:pt x="13940" y="185"/>
                    <a:pt x="13950" y="188"/>
                  </a:cubicBezTo>
                  <a:cubicBezTo>
                    <a:pt x="13963" y="191"/>
                    <a:pt x="13980" y="222"/>
                    <a:pt x="13993" y="224"/>
                  </a:cubicBezTo>
                  <a:cubicBezTo>
                    <a:pt x="14004" y="226"/>
                    <a:pt x="14029" y="216"/>
                    <a:pt x="14035" y="202"/>
                  </a:cubicBezTo>
                  <a:cubicBezTo>
                    <a:pt x="14047" y="179"/>
                    <a:pt x="14028" y="117"/>
                    <a:pt x="14030" y="89"/>
                  </a:cubicBezTo>
                  <a:cubicBezTo>
                    <a:pt x="14032" y="67"/>
                    <a:pt x="14034" y="11"/>
                    <a:pt x="14049" y="2"/>
                  </a:cubicBezTo>
                  <a:cubicBezTo>
                    <a:pt x="14064" y="-8"/>
                    <a:pt x="14094" y="34"/>
                    <a:pt x="14110" y="38"/>
                  </a:cubicBezTo>
                  <a:cubicBezTo>
                    <a:pt x="14127" y="42"/>
                    <a:pt x="14162" y="35"/>
                    <a:pt x="14180" y="31"/>
                  </a:cubicBezTo>
                  <a:cubicBezTo>
                    <a:pt x="14193" y="27"/>
                    <a:pt x="14220" y="5"/>
                    <a:pt x="14233" y="13"/>
                  </a:cubicBezTo>
                  <a:cubicBezTo>
                    <a:pt x="14247" y="20"/>
                    <a:pt x="14253" y="70"/>
                    <a:pt x="14265" y="82"/>
                  </a:cubicBezTo>
                  <a:cubicBezTo>
                    <a:pt x="14279" y="95"/>
                    <a:pt x="14313" y="103"/>
                    <a:pt x="14329" y="104"/>
                  </a:cubicBezTo>
                  <a:cubicBezTo>
                    <a:pt x="14347" y="104"/>
                    <a:pt x="14381" y="86"/>
                    <a:pt x="14399" y="82"/>
                  </a:cubicBezTo>
                  <a:cubicBezTo>
                    <a:pt x="14417" y="78"/>
                    <a:pt x="14455" y="63"/>
                    <a:pt x="14473" y="71"/>
                  </a:cubicBezTo>
                  <a:cubicBezTo>
                    <a:pt x="14489" y="78"/>
                    <a:pt x="14507" y="131"/>
                    <a:pt x="14524" y="137"/>
                  </a:cubicBezTo>
                  <a:cubicBezTo>
                    <a:pt x="14541" y="143"/>
                    <a:pt x="14576" y="106"/>
                    <a:pt x="14593" y="111"/>
                  </a:cubicBezTo>
                  <a:cubicBezTo>
                    <a:pt x="14609" y="116"/>
                    <a:pt x="14629" y="161"/>
                    <a:pt x="14644" y="169"/>
                  </a:cubicBezTo>
                  <a:cubicBezTo>
                    <a:pt x="14668" y="182"/>
                    <a:pt x="14721" y="185"/>
                    <a:pt x="14745" y="177"/>
                  </a:cubicBezTo>
                  <a:cubicBezTo>
                    <a:pt x="14764" y="171"/>
                    <a:pt x="14793" y="122"/>
                    <a:pt x="14812" y="126"/>
                  </a:cubicBezTo>
                  <a:cubicBezTo>
                    <a:pt x="14831" y="129"/>
                    <a:pt x="14848" y="188"/>
                    <a:pt x="14865" y="199"/>
                  </a:cubicBezTo>
                  <a:cubicBezTo>
                    <a:pt x="14892" y="215"/>
                    <a:pt x="14953" y="211"/>
                    <a:pt x="14983" y="206"/>
                  </a:cubicBezTo>
                  <a:cubicBezTo>
                    <a:pt x="15002" y="203"/>
                    <a:pt x="15038" y="174"/>
                    <a:pt x="15057" y="173"/>
                  </a:cubicBezTo>
                  <a:cubicBezTo>
                    <a:pt x="15081" y="172"/>
                    <a:pt x="15126" y="214"/>
                    <a:pt x="15148" y="202"/>
                  </a:cubicBezTo>
                  <a:cubicBezTo>
                    <a:pt x="15166" y="193"/>
                    <a:pt x="15175" y="131"/>
                    <a:pt x="15191" y="119"/>
                  </a:cubicBezTo>
                  <a:cubicBezTo>
                    <a:pt x="15208" y="105"/>
                    <a:pt x="15249" y="102"/>
                    <a:pt x="15268" y="107"/>
                  </a:cubicBezTo>
                  <a:cubicBezTo>
                    <a:pt x="15292" y="114"/>
                    <a:pt x="15330" y="170"/>
                    <a:pt x="15353" y="173"/>
                  </a:cubicBezTo>
                  <a:cubicBezTo>
                    <a:pt x="15369" y="175"/>
                    <a:pt x="15399" y="173"/>
                    <a:pt x="15425" y="165"/>
                  </a:cubicBezTo>
                  <a:cubicBezTo>
                    <a:pt x="15433" y="181"/>
                    <a:pt x="15440" y="199"/>
                    <a:pt x="15441" y="211"/>
                  </a:cubicBezTo>
                  <a:cubicBezTo>
                    <a:pt x="15452" y="271"/>
                    <a:pt x="15429" y="394"/>
                    <a:pt x="15432" y="455"/>
                  </a:cubicBezTo>
                  <a:cubicBezTo>
                    <a:pt x="15434" y="507"/>
                    <a:pt x="15440" y="613"/>
                    <a:pt x="15456" y="660"/>
                  </a:cubicBezTo>
                  <a:cubicBezTo>
                    <a:pt x="15463" y="682"/>
                    <a:pt x="15494" y="709"/>
                    <a:pt x="15500" y="732"/>
                  </a:cubicBezTo>
                  <a:cubicBezTo>
                    <a:pt x="15508" y="760"/>
                    <a:pt x="15507" y="826"/>
                    <a:pt x="15501" y="857"/>
                  </a:cubicBezTo>
                  <a:cubicBezTo>
                    <a:pt x="15499" y="873"/>
                    <a:pt x="15477" y="899"/>
                    <a:pt x="15480" y="915"/>
                  </a:cubicBezTo>
                  <a:cubicBezTo>
                    <a:pt x="15483" y="934"/>
                    <a:pt x="15518" y="946"/>
                    <a:pt x="15530" y="958"/>
                  </a:cubicBezTo>
                  <a:cubicBezTo>
                    <a:pt x="15544" y="973"/>
                    <a:pt x="15572" y="1004"/>
                    <a:pt x="15582" y="1024"/>
                  </a:cubicBezTo>
                  <a:cubicBezTo>
                    <a:pt x="15613" y="1086"/>
                    <a:pt x="15644" y="1234"/>
                    <a:pt x="15660" y="1306"/>
                  </a:cubicBezTo>
                  <a:cubicBezTo>
                    <a:pt x="15677" y="1382"/>
                    <a:pt x="15696" y="1541"/>
                    <a:pt x="15714" y="1618"/>
                  </a:cubicBezTo>
                  <a:cubicBezTo>
                    <a:pt x="15748" y="1765"/>
                    <a:pt x="15842" y="2047"/>
                    <a:pt x="15886" y="2190"/>
                  </a:cubicBezTo>
                  <a:cubicBezTo>
                    <a:pt x="15933" y="2342"/>
                    <a:pt x="16023" y="2650"/>
                    <a:pt x="16076" y="2800"/>
                  </a:cubicBezTo>
                  <a:cubicBezTo>
                    <a:pt x="16103" y="2874"/>
                    <a:pt x="16158" y="3024"/>
                    <a:pt x="16192" y="3092"/>
                  </a:cubicBezTo>
                  <a:cubicBezTo>
                    <a:pt x="16209" y="3126"/>
                    <a:pt x="16255" y="3183"/>
                    <a:pt x="16270" y="3218"/>
                  </a:cubicBezTo>
                  <a:cubicBezTo>
                    <a:pt x="16292" y="3267"/>
                    <a:pt x="16316" y="3379"/>
                    <a:pt x="16332" y="3431"/>
                  </a:cubicBezTo>
                  <a:cubicBezTo>
                    <a:pt x="16349" y="3486"/>
                    <a:pt x="16384" y="3592"/>
                    <a:pt x="16402" y="3645"/>
                  </a:cubicBezTo>
                  <a:cubicBezTo>
                    <a:pt x="16438" y="3749"/>
                    <a:pt x="16510" y="3957"/>
                    <a:pt x="16552" y="4056"/>
                  </a:cubicBezTo>
                  <a:cubicBezTo>
                    <a:pt x="16632" y="4240"/>
                    <a:pt x="16822" y="4581"/>
                    <a:pt x="16906" y="4761"/>
                  </a:cubicBezTo>
                  <a:cubicBezTo>
                    <a:pt x="16962" y="4880"/>
                    <a:pt x="17062" y="5128"/>
                    <a:pt x="17118" y="5245"/>
                  </a:cubicBezTo>
                  <a:cubicBezTo>
                    <a:pt x="17165" y="5340"/>
                    <a:pt x="17265" y="5521"/>
                    <a:pt x="17315" y="5612"/>
                  </a:cubicBezTo>
                  <a:cubicBezTo>
                    <a:pt x="17370" y="5715"/>
                    <a:pt x="17477" y="5926"/>
                    <a:pt x="17538" y="6024"/>
                  </a:cubicBezTo>
                  <a:cubicBezTo>
                    <a:pt x="17575" y="6084"/>
                    <a:pt x="17661" y="6193"/>
                    <a:pt x="17700" y="6252"/>
                  </a:cubicBezTo>
                  <a:cubicBezTo>
                    <a:pt x="17737" y="6309"/>
                    <a:pt x="17804" y="6430"/>
                    <a:pt x="17839" y="6489"/>
                  </a:cubicBezTo>
                  <a:cubicBezTo>
                    <a:pt x="17861" y="6526"/>
                    <a:pt x="17902" y="6603"/>
                    <a:pt x="17926" y="6638"/>
                  </a:cubicBezTo>
                  <a:cubicBezTo>
                    <a:pt x="17958" y="6686"/>
                    <a:pt x="18031" y="6768"/>
                    <a:pt x="18063" y="6815"/>
                  </a:cubicBezTo>
                  <a:cubicBezTo>
                    <a:pt x="18096" y="6862"/>
                    <a:pt x="18155" y="6967"/>
                    <a:pt x="18188" y="7014"/>
                  </a:cubicBezTo>
                  <a:cubicBezTo>
                    <a:pt x="18213" y="7051"/>
                    <a:pt x="18270" y="7116"/>
                    <a:pt x="18295" y="7152"/>
                  </a:cubicBezTo>
                  <a:cubicBezTo>
                    <a:pt x="18335" y="7209"/>
                    <a:pt x="18406" y="7332"/>
                    <a:pt x="18445" y="7388"/>
                  </a:cubicBezTo>
                  <a:cubicBezTo>
                    <a:pt x="18483" y="7441"/>
                    <a:pt x="18564" y="7541"/>
                    <a:pt x="18605" y="7592"/>
                  </a:cubicBezTo>
                  <a:cubicBezTo>
                    <a:pt x="18622" y="7614"/>
                    <a:pt x="18659" y="7658"/>
                    <a:pt x="18677" y="7681"/>
                  </a:cubicBezTo>
                  <a:cubicBezTo>
                    <a:pt x="18702" y="7710"/>
                    <a:pt x="18756" y="7761"/>
                    <a:pt x="18775" y="7796"/>
                  </a:cubicBezTo>
                  <a:cubicBezTo>
                    <a:pt x="18790" y="7827"/>
                    <a:pt x="18801" y="7900"/>
                    <a:pt x="18813" y="7932"/>
                  </a:cubicBezTo>
                  <a:cubicBezTo>
                    <a:pt x="18825" y="7961"/>
                    <a:pt x="18853" y="8016"/>
                    <a:pt x="18867" y="8043"/>
                  </a:cubicBezTo>
                  <a:cubicBezTo>
                    <a:pt x="18886" y="8078"/>
                    <a:pt x="18928" y="8142"/>
                    <a:pt x="18943" y="8180"/>
                  </a:cubicBezTo>
                  <a:cubicBezTo>
                    <a:pt x="18955" y="8207"/>
                    <a:pt x="18983" y="8265"/>
                    <a:pt x="18977" y="8296"/>
                  </a:cubicBezTo>
                  <a:cubicBezTo>
                    <a:pt x="18973" y="8319"/>
                    <a:pt x="18938" y="8344"/>
                    <a:pt x="18923" y="8359"/>
                  </a:cubicBezTo>
                  <a:cubicBezTo>
                    <a:pt x="18909" y="8375"/>
                    <a:pt x="18874" y="8400"/>
                    <a:pt x="18863" y="8422"/>
                  </a:cubicBezTo>
                  <a:cubicBezTo>
                    <a:pt x="18849" y="8452"/>
                    <a:pt x="18839" y="8528"/>
                    <a:pt x="18835" y="8564"/>
                  </a:cubicBezTo>
                  <a:cubicBezTo>
                    <a:pt x="18829" y="8623"/>
                    <a:pt x="18825" y="8743"/>
                    <a:pt x="18829" y="8802"/>
                  </a:cubicBezTo>
                  <a:cubicBezTo>
                    <a:pt x="18833" y="8845"/>
                    <a:pt x="18861" y="8961"/>
                    <a:pt x="18861" y="8969"/>
                  </a:cubicBezTo>
                  <a:cubicBezTo>
                    <a:pt x="18861" y="8977"/>
                    <a:pt x="18911" y="9167"/>
                    <a:pt x="18929" y="9232"/>
                  </a:cubicBezTo>
                  <a:cubicBezTo>
                    <a:pt x="18950" y="9305"/>
                    <a:pt x="18990" y="9451"/>
                    <a:pt x="19016" y="9521"/>
                  </a:cubicBezTo>
                  <a:cubicBezTo>
                    <a:pt x="19055" y="9631"/>
                    <a:pt x="19147" y="9841"/>
                    <a:pt x="19196" y="9943"/>
                  </a:cubicBezTo>
                  <a:cubicBezTo>
                    <a:pt x="19221" y="9996"/>
                    <a:pt x="19278" y="10099"/>
                    <a:pt x="19306" y="10151"/>
                  </a:cubicBezTo>
                  <a:cubicBezTo>
                    <a:pt x="19338" y="10213"/>
                    <a:pt x="19401" y="10340"/>
                    <a:pt x="19436" y="10400"/>
                  </a:cubicBezTo>
                  <a:cubicBezTo>
                    <a:pt x="19473" y="10463"/>
                    <a:pt x="19558" y="10574"/>
                    <a:pt x="19594" y="10638"/>
                  </a:cubicBezTo>
                  <a:cubicBezTo>
                    <a:pt x="19653" y="10743"/>
                    <a:pt x="19754" y="10969"/>
                    <a:pt x="19806" y="11081"/>
                  </a:cubicBezTo>
                  <a:cubicBezTo>
                    <a:pt x="19832" y="11136"/>
                    <a:pt x="19881" y="11247"/>
                    <a:pt x="19906" y="11302"/>
                  </a:cubicBezTo>
                  <a:cubicBezTo>
                    <a:pt x="19936" y="11369"/>
                    <a:pt x="19995" y="11502"/>
                    <a:pt x="20022" y="11571"/>
                  </a:cubicBezTo>
                  <a:cubicBezTo>
                    <a:pt x="20048" y="11636"/>
                    <a:pt x="20094" y="11772"/>
                    <a:pt x="20118" y="11839"/>
                  </a:cubicBezTo>
                  <a:cubicBezTo>
                    <a:pt x="20136" y="11887"/>
                    <a:pt x="20170" y="11986"/>
                    <a:pt x="20190" y="12033"/>
                  </a:cubicBezTo>
                  <a:cubicBezTo>
                    <a:pt x="20222" y="12109"/>
                    <a:pt x="20294" y="12251"/>
                    <a:pt x="20330" y="12323"/>
                  </a:cubicBezTo>
                  <a:cubicBezTo>
                    <a:pt x="20356" y="12375"/>
                    <a:pt x="20410" y="12476"/>
                    <a:pt x="20438" y="12526"/>
                  </a:cubicBezTo>
                  <a:cubicBezTo>
                    <a:pt x="20465" y="12573"/>
                    <a:pt x="20524" y="12663"/>
                    <a:pt x="20550" y="12712"/>
                  </a:cubicBezTo>
                  <a:cubicBezTo>
                    <a:pt x="20575" y="12757"/>
                    <a:pt x="20622" y="12851"/>
                    <a:pt x="20642" y="12900"/>
                  </a:cubicBezTo>
                  <a:cubicBezTo>
                    <a:pt x="20656" y="12933"/>
                    <a:pt x="20679" y="13001"/>
                    <a:pt x="20690" y="13035"/>
                  </a:cubicBezTo>
                  <a:cubicBezTo>
                    <a:pt x="20701" y="13068"/>
                    <a:pt x="20716" y="13140"/>
                    <a:pt x="20730" y="13171"/>
                  </a:cubicBezTo>
                  <a:cubicBezTo>
                    <a:pt x="20757" y="13232"/>
                    <a:pt x="20835" y="13330"/>
                    <a:pt x="20864" y="13387"/>
                  </a:cubicBezTo>
                  <a:cubicBezTo>
                    <a:pt x="20895" y="13446"/>
                    <a:pt x="20946" y="13570"/>
                    <a:pt x="20971" y="13634"/>
                  </a:cubicBezTo>
                  <a:cubicBezTo>
                    <a:pt x="21005" y="13722"/>
                    <a:pt x="21064" y="13905"/>
                    <a:pt x="21097" y="13995"/>
                  </a:cubicBezTo>
                  <a:cubicBezTo>
                    <a:pt x="21125" y="14074"/>
                    <a:pt x="21197" y="14223"/>
                    <a:pt x="21217" y="14307"/>
                  </a:cubicBezTo>
                  <a:cubicBezTo>
                    <a:pt x="21236" y="14387"/>
                    <a:pt x="21240" y="14557"/>
                    <a:pt x="21253" y="14639"/>
                  </a:cubicBezTo>
                  <a:cubicBezTo>
                    <a:pt x="21265" y="14706"/>
                    <a:pt x="21302" y="14833"/>
                    <a:pt x="21312" y="14900"/>
                  </a:cubicBezTo>
                  <a:cubicBezTo>
                    <a:pt x="21330" y="15017"/>
                    <a:pt x="21342" y="15255"/>
                    <a:pt x="21350" y="15373"/>
                  </a:cubicBezTo>
                  <a:cubicBezTo>
                    <a:pt x="21356" y="15467"/>
                    <a:pt x="21363" y="15654"/>
                    <a:pt x="21369" y="15747"/>
                  </a:cubicBezTo>
                  <a:cubicBezTo>
                    <a:pt x="21376" y="15849"/>
                    <a:pt x="21397" y="16053"/>
                    <a:pt x="21404" y="16155"/>
                  </a:cubicBezTo>
                  <a:cubicBezTo>
                    <a:pt x="21408" y="16227"/>
                    <a:pt x="21412" y="16372"/>
                    <a:pt x="21416" y="16445"/>
                  </a:cubicBezTo>
                  <a:cubicBezTo>
                    <a:pt x="21422" y="16568"/>
                    <a:pt x="21438" y="16813"/>
                    <a:pt x="21446" y="16936"/>
                  </a:cubicBezTo>
                  <a:cubicBezTo>
                    <a:pt x="21452" y="17033"/>
                    <a:pt x="21458" y="17229"/>
                    <a:pt x="21469" y="17326"/>
                  </a:cubicBezTo>
                  <a:cubicBezTo>
                    <a:pt x="21477" y="17402"/>
                    <a:pt x="21507" y="17550"/>
                    <a:pt x="21518" y="17626"/>
                  </a:cubicBezTo>
                  <a:cubicBezTo>
                    <a:pt x="21529" y="17707"/>
                    <a:pt x="21547" y="17870"/>
                    <a:pt x="21556" y="17952"/>
                  </a:cubicBezTo>
                  <a:cubicBezTo>
                    <a:pt x="21562" y="18015"/>
                    <a:pt x="21575" y="18138"/>
                    <a:pt x="21578" y="18202"/>
                  </a:cubicBezTo>
                  <a:cubicBezTo>
                    <a:pt x="21581" y="18265"/>
                    <a:pt x="21581" y="18393"/>
                    <a:pt x="21579" y="18457"/>
                  </a:cubicBezTo>
                  <a:cubicBezTo>
                    <a:pt x="21578" y="18481"/>
                    <a:pt x="21571" y="18528"/>
                    <a:pt x="21572" y="18551"/>
                  </a:cubicBezTo>
                  <a:cubicBezTo>
                    <a:pt x="21573" y="18582"/>
                    <a:pt x="21589" y="18640"/>
                    <a:pt x="21591" y="1867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27" name="Shape 4709"/>
            <p:cNvSpPr/>
            <p:nvPr/>
          </p:nvSpPr>
          <p:spPr>
            <a:xfrm>
              <a:off x="7478814" y="4855476"/>
              <a:ext cx="1916983" cy="1401828"/>
            </a:xfrm>
            <a:custGeom>
              <a:avLst/>
              <a:gdLst/>
              <a:ahLst/>
              <a:cxnLst>
                <a:cxn ang="0">
                  <a:pos x="wd2" y="hd2"/>
                </a:cxn>
                <a:cxn ang="5400000">
                  <a:pos x="wd2" y="hd2"/>
                </a:cxn>
                <a:cxn ang="10800000">
                  <a:pos x="wd2" y="hd2"/>
                </a:cxn>
                <a:cxn ang="16200000">
                  <a:pos x="wd2" y="hd2"/>
                </a:cxn>
              </a:cxnLst>
              <a:rect l="0" t="0" r="r" b="b"/>
              <a:pathLst>
                <a:path w="21594" h="21590" extrusionOk="0">
                  <a:moveTo>
                    <a:pt x="21591" y="18670"/>
                  </a:moveTo>
                  <a:cubicBezTo>
                    <a:pt x="21593" y="18705"/>
                    <a:pt x="21599" y="18777"/>
                    <a:pt x="21588" y="18809"/>
                  </a:cubicBezTo>
                  <a:cubicBezTo>
                    <a:pt x="21581" y="18828"/>
                    <a:pt x="21556" y="18869"/>
                    <a:pt x="21540" y="18866"/>
                  </a:cubicBezTo>
                  <a:cubicBezTo>
                    <a:pt x="21526" y="18863"/>
                    <a:pt x="21515" y="18818"/>
                    <a:pt x="21510" y="18800"/>
                  </a:cubicBezTo>
                  <a:cubicBezTo>
                    <a:pt x="21505" y="18783"/>
                    <a:pt x="21502" y="18745"/>
                    <a:pt x="21502" y="18726"/>
                  </a:cubicBezTo>
                  <a:cubicBezTo>
                    <a:pt x="21501" y="18698"/>
                    <a:pt x="21513" y="18641"/>
                    <a:pt x="21510" y="18613"/>
                  </a:cubicBezTo>
                  <a:cubicBezTo>
                    <a:pt x="21508" y="18598"/>
                    <a:pt x="21501" y="18566"/>
                    <a:pt x="21493" y="18556"/>
                  </a:cubicBezTo>
                  <a:cubicBezTo>
                    <a:pt x="21482" y="18543"/>
                    <a:pt x="21453" y="18534"/>
                    <a:pt x="21439" y="18536"/>
                  </a:cubicBezTo>
                  <a:cubicBezTo>
                    <a:pt x="21420" y="18539"/>
                    <a:pt x="21384" y="18563"/>
                    <a:pt x="21369" y="18580"/>
                  </a:cubicBezTo>
                  <a:cubicBezTo>
                    <a:pt x="21356" y="18594"/>
                    <a:pt x="21338" y="18633"/>
                    <a:pt x="21331" y="18652"/>
                  </a:cubicBezTo>
                  <a:cubicBezTo>
                    <a:pt x="21323" y="18675"/>
                    <a:pt x="21310" y="18724"/>
                    <a:pt x="21309" y="18750"/>
                  </a:cubicBezTo>
                  <a:cubicBezTo>
                    <a:pt x="21307" y="18784"/>
                    <a:pt x="21327" y="18851"/>
                    <a:pt x="21325" y="18885"/>
                  </a:cubicBezTo>
                  <a:cubicBezTo>
                    <a:pt x="21322" y="18916"/>
                    <a:pt x="21301" y="18973"/>
                    <a:pt x="21290" y="19000"/>
                  </a:cubicBezTo>
                  <a:cubicBezTo>
                    <a:pt x="21276" y="19033"/>
                    <a:pt x="21234" y="19088"/>
                    <a:pt x="21224" y="19123"/>
                  </a:cubicBezTo>
                  <a:cubicBezTo>
                    <a:pt x="21219" y="19141"/>
                    <a:pt x="21215" y="19182"/>
                    <a:pt x="21218" y="19201"/>
                  </a:cubicBezTo>
                  <a:cubicBezTo>
                    <a:pt x="21222" y="19228"/>
                    <a:pt x="21253" y="19270"/>
                    <a:pt x="21258" y="19297"/>
                  </a:cubicBezTo>
                  <a:cubicBezTo>
                    <a:pt x="21262" y="19322"/>
                    <a:pt x="21263" y="19376"/>
                    <a:pt x="21256" y="19400"/>
                  </a:cubicBezTo>
                  <a:cubicBezTo>
                    <a:pt x="21250" y="19420"/>
                    <a:pt x="21220" y="19445"/>
                    <a:pt x="21213" y="19465"/>
                  </a:cubicBezTo>
                  <a:cubicBezTo>
                    <a:pt x="21200" y="19503"/>
                    <a:pt x="21190" y="19588"/>
                    <a:pt x="21196" y="19628"/>
                  </a:cubicBezTo>
                  <a:cubicBezTo>
                    <a:pt x="21199" y="19650"/>
                    <a:pt x="21222" y="19683"/>
                    <a:pt x="21230" y="19702"/>
                  </a:cubicBezTo>
                  <a:cubicBezTo>
                    <a:pt x="21238" y="19725"/>
                    <a:pt x="21255" y="19773"/>
                    <a:pt x="21260" y="19799"/>
                  </a:cubicBezTo>
                  <a:cubicBezTo>
                    <a:pt x="21264" y="19823"/>
                    <a:pt x="21263" y="19873"/>
                    <a:pt x="21268" y="19898"/>
                  </a:cubicBezTo>
                  <a:cubicBezTo>
                    <a:pt x="21271" y="19917"/>
                    <a:pt x="21279" y="19958"/>
                    <a:pt x="21290" y="19971"/>
                  </a:cubicBezTo>
                  <a:cubicBezTo>
                    <a:pt x="21297" y="19980"/>
                    <a:pt x="21321" y="19978"/>
                    <a:pt x="21328" y="19988"/>
                  </a:cubicBezTo>
                  <a:cubicBezTo>
                    <a:pt x="21340" y="20005"/>
                    <a:pt x="21344" y="20059"/>
                    <a:pt x="21344" y="20083"/>
                  </a:cubicBezTo>
                  <a:cubicBezTo>
                    <a:pt x="21344" y="20101"/>
                    <a:pt x="21335" y="20137"/>
                    <a:pt x="21330" y="20153"/>
                  </a:cubicBezTo>
                  <a:cubicBezTo>
                    <a:pt x="21324" y="20168"/>
                    <a:pt x="21310" y="20196"/>
                    <a:pt x="21302" y="20208"/>
                  </a:cubicBezTo>
                  <a:cubicBezTo>
                    <a:pt x="21288" y="20227"/>
                    <a:pt x="21251" y="20248"/>
                    <a:pt x="21238" y="20268"/>
                  </a:cubicBezTo>
                  <a:cubicBezTo>
                    <a:pt x="21226" y="20286"/>
                    <a:pt x="21211" y="20331"/>
                    <a:pt x="21204" y="20353"/>
                  </a:cubicBezTo>
                  <a:cubicBezTo>
                    <a:pt x="21197" y="20376"/>
                    <a:pt x="21189" y="20424"/>
                    <a:pt x="21183" y="20447"/>
                  </a:cubicBezTo>
                  <a:cubicBezTo>
                    <a:pt x="21178" y="20464"/>
                    <a:pt x="21171" y="20500"/>
                    <a:pt x="21164" y="20515"/>
                  </a:cubicBezTo>
                  <a:cubicBezTo>
                    <a:pt x="21152" y="20537"/>
                    <a:pt x="21119" y="20572"/>
                    <a:pt x="21104" y="20591"/>
                  </a:cubicBezTo>
                  <a:cubicBezTo>
                    <a:pt x="21091" y="20606"/>
                    <a:pt x="21064" y="20632"/>
                    <a:pt x="21054" y="20650"/>
                  </a:cubicBezTo>
                  <a:cubicBezTo>
                    <a:pt x="21041" y="20671"/>
                    <a:pt x="21028" y="20724"/>
                    <a:pt x="21018" y="20747"/>
                  </a:cubicBezTo>
                  <a:cubicBezTo>
                    <a:pt x="21010" y="20765"/>
                    <a:pt x="20993" y="20801"/>
                    <a:pt x="20982" y="20815"/>
                  </a:cubicBezTo>
                  <a:cubicBezTo>
                    <a:pt x="20969" y="20831"/>
                    <a:pt x="20939" y="20862"/>
                    <a:pt x="20922" y="20862"/>
                  </a:cubicBezTo>
                  <a:cubicBezTo>
                    <a:pt x="20910" y="20862"/>
                    <a:pt x="20894" y="20835"/>
                    <a:pt x="20883" y="20830"/>
                  </a:cubicBezTo>
                  <a:cubicBezTo>
                    <a:pt x="20871" y="20825"/>
                    <a:pt x="20843" y="20831"/>
                    <a:pt x="20833" y="20821"/>
                  </a:cubicBezTo>
                  <a:cubicBezTo>
                    <a:pt x="20823" y="20811"/>
                    <a:pt x="20823" y="20770"/>
                    <a:pt x="20814" y="20759"/>
                  </a:cubicBezTo>
                  <a:cubicBezTo>
                    <a:pt x="20806" y="20751"/>
                    <a:pt x="20786" y="20747"/>
                    <a:pt x="20775" y="20747"/>
                  </a:cubicBezTo>
                  <a:cubicBezTo>
                    <a:pt x="20762" y="20747"/>
                    <a:pt x="20732" y="20750"/>
                    <a:pt x="20722" y="20762"/>
                  </a:cubicBezTo>
                  <a:cubicBezTo>
                    <a:pt x="20710" y="20774"/>
                    <a:pt x="20695" y="20814"/>
                    <a:pt x="20696" y="20833"/>
                  </a:cubicBezTo>
                  <a:cubicBezTo>
                    <a:pt x="20697" y="20843"/>
                    <a:pt x="20711" y="20854"/>
                    <a:pt x="20715" y="20863"/>
                  </a:cubicBezTo>
                  <a:cubicBezTo>
                    <a:pt x="20720" y="20879"/>
                    <a:pt x="20726" y="20914"/>
                    <a:pt x="20726" y="20932"/>
                  </a:cubicBezTo>
                  <a:cubicBezTo>
                    <a:pt x="20725" y="20945"/>
                    <a:pt x="20717" y="20973"/>
                    <a:pt x="20711" y="20985"/>
                  </a:cubicBezTo>
                  <a:cubicBezTo>
                    <a:pt x="20706" y="20997"/>
                    <a:pt x="20692" y="21018"/>
                    <a:pt x="20683" y="21025"/>
                  </a:cubicBezTo>
                  <a:cubicBezTo>
                    <a:pt x="20671" y="21034"/>
                    <a:pt x="20642" y="21038"/>
                    <a:pt x="20629" y="21045"/>
                  </a:cubicBezTo>
                  <a:cubicBezTo>
                    <a:pt x="20607" y="21057"/>
                    <a:pt x="20564" y="21091"/>
                    <a:pt x="20542" y="21107"/>
                  </a:cubicBezTo>
                  <a:cubicBezTo>
                    <a:pt x="20530" y="21115"/>
                    <a:pt x="20505" y="21130"/>
                    <a:pt x="20494" y="21142"/>
                  </a:cubicBezTo>
                  <a:cubicBezTo>
                    <a:pt x="20480" y="21159"/>
                    <a:pt x="20464" y="21208"/>
                    <a:pt x="20449" y="21224"/>
                  </a:cubicBezTo>
                  <a:cubicBezTo>
                    <a:pt x="20436" y="21239"/>
                    <a:pt x="20405" y="21257"/>
                    <a:pt x="20388" y="21260"/>
                  </a:cubicBezTo>
                  <a:cubicBezTo>
                    <a:pt x="20369" y="21263"/>
                    <a:pt x="20331" y="21252"/>
                    <a:pt x="20313" y="21242"/>
                  </a:cubicBezTo>
                  <a:cubicBezTo>
                    <a:pt x="20299" y="21234"/>
                    <a:pt x="20278" y="21198"/>
                    <a:pt x="20262" y="21192"/>
                  </a:cubicBezTo>
                  <a:cubicBezTo>
                    <a:pt x="20242" y="21183"/>
                    <a:pt x="20197" y="21185"/>
                    <a:pt x="20177" y="21195"/>
                  </a:cubicBezTo>
                  <a:cubicBezTo>
                    <a:pt x="20162" y="21204"/>
                    <a:pt x="20144" y="21250"/>
                    <a:pt x="20128" y="21251"/>
                  </a:cubicBezTo>
                  <a:cubicBezTo>
                    <a:pt x="20116" y="21251"/>
                    <a:pt x="20100" y="21219"/>
                    <a:pt x="20088" y="21214"/>
                  </a:cubicBezTo>
                  <a:cubicBezTo>
                    <a:pt x="20071" y="21205"/>
                    <a:pt x="20034" y="21202"/>
                    <a:pt x="20016" y="21206"/>
                  </a:cubicBezTo>
                  <a:cubicBezTo>
                    <a:pt x="20006" y="21209"/>
                    <a:pt x="19988" y="21221"/>
                    <a:pt x="19980" y="21228"/>
                  </a:cubicBezTo>
                  <a:cubicBezTo>
                    <a:pt x="19970" y="21237"/>
                    <a:pt x="19951" y="21254"/>
                    <a:pt x="19944" y="21267"/>
                  </a:cubicBezTo>
                  <a:cubicBezTo>
                    <a:pt x="19932" y="21290"/>
                    <a:pt x="19930" y="21352"/>
                    <a:pt x="19916" y="21373"/>
                  </a:cubicBezTo>
                  <a:cubicBezTo>
                    <a:pt x="19905" y="21392"/>
                    <a:pt x="19871" y="21413"/>
                    <a:pt x="19854" y="21423"/>
                  </a:cubicBezTo>
                  <a:cubicBezTo>
                    <a:pt x="19841" y="21430"/>
                    <a:pt x="19811" y="21434"/>
                    <a:pt x="19798" y="21442"/>
                  </a:cubicBezTo>
                  <a:cubicBezTo>
                    <a:pt x="19777" y="21455"/>
                    <a:pt x="19744" y="21504"/>
                    <a:pt x="19722" y="21516"/>
                  </a:cubicBezTo>
                  <a:cubicBezTo>
                    <a:pt x="19705" y="21524"/>
                    <a:pt x="19670" y="21527"/>
                    <a:pt x="19652" y="21529"/>
                  </a:cubicBezTo>
                  <a:cubicBezTo>
                    <a:pt x="19632" y="21532"/>
                    <a:pt x="19593" y="21528"/>
                    <a:pt x="19574" y="21535"/>
                  </a:cubicBezTo>
                  <a:cubicBezTo>
                    <a:pt x="19562" y="21539"/>
                    <a:pt x="19542" y="21559"/>
                    <a:pt x="19530" y="21565"/>
                  </a:cubicBezTo>
                  <a:cubicBezTo>
                    <a:pt x="19512" y="21574"/>
                    <a:pt x="19475" y="21592"/>
                    <a:pt x="19456" y="21590"/>
                  </a:cubicBezTo>
                  <a:cubicBezTo>
                    <a:pt x="19438" y="21587"/>
                    <a:pt x="19405" y="21565"/>
                    <a:pt x="19392" y="21548"/>
                  </a:cubicBezTo>
                  <a:cubicBezTo>
                    <a:pt x="19385" y="21540"/>
                    <a:pt x="19379" y="21515"/>
                    <a:pt x="19372" y="21508"/>
                  </a:cubicBezTo>
                  <a:cubicBezTo>
                    <a:pt x="19364" y="21499"/>
                    <a:pt x="19343" y="21497"/>
                    <a:pt x="19334" y="21491"/>
                  </a:cubicBezTo>
                  <a:cubicBezTo>
                    <a:pt x="19319" y="21482"/>
                    <a:pt x="19290" y="21461"/>
                    <a:pt x="19280" y="21444"/>
                  </a:cubicBezTo>
                  <a:cubicBezTo>
                    <a:pt x="19267" y="21424"/>
                    <a:pt x="19258" y="21368"/>
                    <a:pt x="19248" y="21346"/>
                  </a:cubicBezTo>
                  <a:cubicBezTo>
                    <a:pt x="19235" y="21321"/>
                    <a:pt x="19201" y="21278"/>
                    <a:pt x="19186" y="21256"/>
                  </a:cubicBezTo>
                  <a:cubicBezTo>
                    <a:pt x="19177" y="21243"/>
                    <a:pt x="19157" y="21220"/>
                    <a:pt x="19151" y="21204"/>
                  </a:cubicBezTo>
                  <a:cubicBezTo>
                    <a:pt x="19137" y="21158"/>
                    <a:pt x="19139" y="21056"/>
                    <a:pt x="19140" y="21007"/>
                  </a:cubicBezTo>
                  <a:cubicBezTo>
                    <a:pt x="19140" y="20980"/>
                    <a:pt x="19145" y="20924"/>
                    <a:pt x="19150" y="20898"/>
                  </a:cubicBezTo>
                  <a:cubicBezTo>
                    <a:pt x="19154" y="20874"/>
                    <a:pt x="19164" y="20826"/>
                    <a:pt x="19176" y="20807"/>
                  </a:cubicBezTo>
                  <a:cubicBezTo>
                    <a:pt x="19186" y="20792"/>
                    <a:pt x="19220" y="20783"/>
                    <a:pt x="19228" y="20766"/>
                  </a:cubicBezTo>
                  <a:cubicBezTo>
                    <a:pt x="19234" y="20752"/>
                    <a:pt x="19234" y="20717"/>
                    <a:pt x="19232" y="20700"/>
                  </a:cubicBezTo>
                  <a:cubicBezTo>
                    <a:pt x="19229" y="20681"/>
                    <a:pt x="19215" y="20643"/>
                    <a:pt x="19204" y="20632"/>
                  </a:cubicBezTo>
                  <a:cubicBezTo>
                    <a:pt x="19192" y="20621"/>
                    <a:pt x="19158" y="20632"/>
                    <a:pt x="19148" y="20618"/>
                  </a:cubicBezTo>
                  <a:cubicBezTo>
                    <a:pt x="19139" y="20607"/>
                    <a:pt x="19145" y="20570"/>
                    <a:pt x="19140" y="20556"/>
                  </a:cubicBezTo>
                  <a:cubicBezTo>
                    <a:pt x="19131" y="20533"/>
                    <a:pt x="19098" y="20506"/>
                    <a:pt x="19090" y="20484"/>
                  </a:cubicBezTo>
                  <a:cubicBezTo>
                    <a:pt x="19084" y="20469"/>
                    <a:pt x="19087" y="20432"/>
                    <a:pt x="19082" y="20416"/>
                  </a:cubicBezTo>
                  <a:cubicBezTo>
                    <a:pt x="19073" y="20390"/>
                    <a:pt x="19044" y="20348"/>
                    <a:pt x="19029" y="20328"/>
                  </a:cubicBezTo>
                  <a:cubicBezTo>
                    <a:pt x="19017" y="20311"/>
                    <a:pt x="18989" y="20283"/>
                    <a:pt x="18975" y="20268"/>
                  </a:cubicBezTo>
                  <a:cubicBezTo>
                    <a:pt x="18962" y="20252"/>
                    <a:pt x="18931" y="20226"/>
                    <a:pt x="18921" y="20205"/>
                  </a:cubicBezTo>
                  <a:cubicBezTo>
                    <a:pt x="18906" y="20171"/>
                    <a:pt x="18905" y="20086"/>
                    <a:pt x="18891" y="20050"/>
                  </a:cubicBezTo>
                  <a:cubicBezTo>
                    <a:pt x="18886" y="20036"/>
                    <a:pt x="18872" y="20011"/>
                    <a:pt x="18863" y="20000"/>
                  </a:cubicBezTo>
                  <a:cubicBezTo>
                    <a:pt x="18853" y="19987"/>
                    <a:pt x="18824" y="19975"/>
                    <a:pt x="18815" y="19959"/>
                  </a:cubicBezTo>
                  <a:cubicBezTo>
                    <a:pt x="18803" y="19936"/>
                    <a:pt x="18805" y="19874"/>
                    <a:pt x="18795" y="19850"/>
                  </a:cubicBezTo>
                  <a:cubicBezTo>
                    <a:pt x="18783" y="19818"/>
                    <a:pt x="18745" y="19770"/>
                    <a:pt x="18727" y="19746"/>
                  </a:cubicBezTo>
                  <a:cubicBezTo>
                    <a:pt x="18695" y="19700"/>
                    <a:pt x="18628" y="19612"/>
                    <a:pt x="18591" y="19573"/>
                  </a:cubicBezTo>
                  <a:cubicBezTo>
                    <a:pt x="18571" y="19551"/>
                    <a:pt x="18526" y="19514"/>
                    <a:pt x="18503" y="19497"/>
                  </a:cubicBezTo>
                  <a:cubicBezTo>
                    <a:pt x="18485" y="19482"/>
                    <a:pt x="18438" y="19470"/>
                    <a:pt x="18427" y="19444"/>
                  </a:cubicBezTo>
                  <a:cubicBezTo>
                    <a:pt x="18417" y="19421"/>
                    <a:pt x="18436" y="19359"/>
                    <a:pt x="18429" y="19333"/>
                  </a:cubicBezTo>
                  <a:cubicBezTo>
                    <a:pt x="18423" y="19310"/>
                    <a:pt x="18387" y="19285"/>
                    <a:pt x="18383" y="19261"/>
                  </a:cubicBezTo>
                  <a:cubicBezTo>
                    <a:pt x="18381" y="19244"/>
                    <a:pt x="18399" y="19213"/>
                    <a:pt x="18399" y="19195"/>
                  </a:cubicBezTo>
                  <a:cubicBezTo>
                    <a:pt x="18400" y="19173"/>
                    <a:pt x="18394" y="19125"/>
                    <a:pt x="18383" y="19108"/>
                  </a:cubicBezTo>
                  <a:cubicBezTo>
                    <a:pt x="18361" y="19072"/>
                    <a:pt x="18287" y="19052"/>
                    <a:pt x="18255" y="19032"/>
                  </a:cubicBezTo>
                  <a:cubicBezTo>
                    <a:pt x="18242" y="19023"/>
                    <a:pt x="18216" y="18999"/>
                    <a:pt x="18201" y="18993"/>
                  </a:cubicBezTo>
                  <a:cubicBezTo>
                    <a:pt x="18179" y="18984"/>
                    <a:pt x="18132" y="18978"/>
                    <a:pt x="18109" y="18977"/>
                  </a:cubicBezTo>
                  <a:cubicBezTo>
                    <a:pt x="18096" y="18976"/>
                    <a:pt x="18068" y="18987"/>
                    <a:pt x="18055" y="18980"/>
                  </a:cubicBezTo>
                  <a:cubicBezTo>
                    <a:pt x="18045" y="18973"/>
                    <a:pt x="18037" y="18938"/>
                    <a:pt x="18027" y="18930"/>
                  </a:cubicBezTo>
                  <a:cubicBezTo>
                    <a:pt x="18016" y="18922"/>
                    <a:pt x="17989" y="18921"/>
                    <a:pt x="17977" y="18925"/>
                  </a:cubicBezTo>
                  <a:cubicBezTo>
                    <a:pt x="17965" y="18929"/>
                    <a:pt x="17945" y="18963"/>
                    <a:pt x="17933" y="18960"/>
                  </a:cubicBezTo>
                  <a:cubicBezTo>
                    <a:pt x="17921" y="18958"/>
                    <a:pt x="17913" y="18919"/>
                    <a:pt x="17903" y="18911"/>
                  </a:cubicBezTo>
                  <a:cubicBezTo>
                    <a:pt x="17891" y="18901"/>
                    <a:pt x="17862" y="18895"/>
                    <a:pt x="17849" y="18897"/>
                  </a:cubicBezTo>
                  <a:cubicBezTo>
                    <a:pt x="17831" y="18901"/>
                    <a:pt x="17799" y="18933"/>
                    <a:pt x="17783" y="18944"/>
                  </a:cubicBezTo>
                  <a:cubicBezTo>
                    <a:pt x="17772" y="18952"/>
                    <a:pt x="17751" y="18970"/>
                    <a:pt x="17739" y="18974"/>
                  </a:cubicBezTo>
                  <a:cubicBezTo>
                    <a:pt x="17714" y="18982"/>
                    <a:pt x="17662" y="18966"/>
                    <a:pt x="17637" y="18974"/>
                  </a:cubicBezTo>
                  <a:cubicBezTo>
                    <a:pt x="17611" y="18983"/>
                    <a:pt x="17559" y="19010"/>
                    <a:pt x="17545" y="19039"/>
                  </a:cubicBezTo>
                  <a:cubicBezTo>
                    <a:pt x="17533" y="19064"/>
                    <a:pt x="17545" y="19127"/>
                    <a:pt x="17539" y="19155"/>
                  </a:cubicBezTo>
                  <a:cubicBezTo>
                    <a:pt x="17534" y="19176"/>
                    <a:pt x="17522" y="19225"/>
                    <a:pt x="17507" y="19231"/>
                  </a:cubicBezTo>
                  <a:cubicBezTo>
                    <a:pt x="17492" y="19238"/>
                    <a:pt x="17462" y="19208"/>
                    <a:pt x="17451" y="19193"/>
                  </a:cubicBezTo>
                  <a:cubicBezTo>
                    <a:pt x="17432" y="19167"/>
                    <a:pt x="17418" y="19092"/>
                    <a:pt x="17403" y="19062"/>
                  </a:cubicBezTo>
                  <a:cubicBezTo>
                    <a:pt x="17390" y="19039"/>
                    <a:pt x="17358" y="19003"/>
                    <a:pt x="17344" y="18981"/>
                  </a:cubicBezTo>
                  <a:cubicBezTo>
                    <a:pt x="17328" y="18955"/>
                    <a:pt x="17302" y="18895"/>
                    <a:pt x="17285" y="18868"/>
                  </a:cubicBezTo>
                  <a:cubicBezTo>
                    <a:pt x="17274" y="18851"/>
                    <a:pt x="17244" y="18827"/>
                    <a:pt x="17238" y="18806"/>
                  </a:cubicBezTo>
                  <a:cubicBezTo>
                    <a:pt x="17229" y="18781"/>
                    <a:pt x="17245" y="18720"/>
                    <a:pt x="17235" y="18697"/>
                  </a:cubicBezTo>
                  <a:cubicBezTo>
                    <a:pt x="17227" y="18681"/>
                    <a:pt x="17198" y="18672"/>
                    <a:pt x="17187" y="18660"/>
                  </a:cubicBezTo>
                  <a:cubicBezTo>
                    <a:pt x="17162" y="18633"/>
                    <a:pt x="17121" y="18564"/>
                    <a:pt x="17101" y="18529"/>
                  </a:cubicBezTo>
                  <a:cubicBezTo>
                    <a:pt x="17084" y="18498"/>
                    <a:pt x="17051" y="18434"/>
                    <a:pt x="17040" y="18398"/>
                  </a:cubicBezTo>
                  <a:cubicBezTo>
                    <a:pt x="17024" y="18345"/>
                    <a:pt x="17013" y="18230"/>
                    <a:pt x="17003" y="18175"/>
                  </a:cubicBezTo>
                  <a:cubicBezTo>
                    <a:pt x="16984" y="18083"/>
                    <a:pt x="16941" y="17901"/>
                    <a:pt x="16920" y="17810"/>
                  </a:cubicBezTo>
                  <a:cubicBezTo>
                    <a:pt x="16903" y="17739"/>
                    <a:pt x="16874" y="17595"/>
                    <a:pt x="16847" y="17530"/>
                  </a:cubicBezTo>
                  <a:cubicBezTo>
                    <a:pt x="16825" y="17472"/>
                    <a:pt x="16765" y="17368"/>
                    <a:pt x="16730" y="17321"/>
                  </a:cubicBezTo>
                  <a:cubicBezTo>
                    <a:pt x="16715" y="17301"/>
                    <a:pt x="16681" y="17265"/>
                    <a:pt x="16662" y="17251"/>
                  </a:cubicBezTo>
                  <a:cubicBezTo>
                    <a:pt x="16649" y="17240"/>
                    <a:pt x="16617" y="17231"/>
                    <a:pt x="16604" y="17217"/>
                  </a:cubicBezTo>
                  <a:cubicBezTo>
                    <a:pt x="16590" y="17203"/>
                    <a:pt x="16573" y="17157"/>
                    <a:pt x="16560" y="17141"/>
                  </a:cubicBezTo>
                  <a:cubicBezTo>
                    <a:pt x="16550" y="17127"/>
                    <a:pt x="16525" y="17103"/>
                    <a:pt x="16512" y="17094"/>
                  </a:cubicBezTo>
                  <a:cubicBezTo>
                    <a:pt x="16494" y="17082"/>
                    <a:pt x="16450" y="17079"/>
                    <a:pt x="16434" y="17062"/>
                  </a:cubicBezTo>
                  <a:cubicBezTo>
                    <a:pt x="16421" y="17047"/>
                    <a:pt x="16413" y="16993"/>
                    <a:pt x="16398" y="16980"/>
                  </a:cubicBezTo>
                  <a:cubicBezTo>
                    <a:pt x="16386" y="16969"/>
                    <a:pt x="16356" y="16973"/>
                    <a:pt x="16342" y="16968"/>
                  </a:cubicBezTo>
                  <a:cubicBezTo>
                    <a:pt x="16324" y="16963"/>
                    <a:pt x="16284" y="16956"/>
                    <a:pt x="16270" y="16939"/>
                  </a:cubicBezTo>
                  <a:cubicBezTo>
                    <a:pt x="16261" y="16927"/>
                    <a:pt x="16261" y="16884"/>
                    <a:pt x="16250" y="16873"/>
                  </a:cubicBezTo>
                  <a:cubicBezTo>
                    <a:pt x="16241" y="16863"/>
                    <a:pt x="16215" y="16865"/>
                    <a:pt x="16204" y="16867"/>
                  </a:cubicBezTo>
                  <a:cubicBezTo>
                    <a:pt x="16187" y="16871"/>
                    <a:pt x="16151" y="16884"/>
                    <a:pt x="16138" y="16900"/>
                  </a:cubicBezTo>
                  <a:cubicBezTo>
                    <a:pt x="16125" y="16918"/>
                    <a:pt x="16123" y="16976"/>
                    <a:pt x="16110" y="16993"/>
                  </a:cubicBezTo>
                  <a:cubicBezTo>
                    <a:pt x="16100" y="17007"/>
                    <a:pt x="16070" y="17026"/>
                    <a:pt x="16056" y="17024"/>
                  </a:cubicBezTo>
                  <a:cubicBezTo>
                    <a:pt x="16041" y="17020"/>
                    <a:pt x="16015" y="16990"/>
                    <a:pt x="16008" y="16971"/>
                  </a:cubicBezTo>
                  <a:cubicBezTo>
                    <a:pt x="15999" y="16948"/>
                    <a:pt x="16003" y="16893"/>
                    <a:pt x="16000" y="16867"/>
                  </a:cubicBezTo>
                  <a:cubicBezTo>
                    <a:pt x="15995" y="16831"/>
                    <a:pt x="15979" y="16760"/>
                    <a:pt x="15970" y="16725"/>
                  </a:cubicBezTo>
                  <a:cubicBezTo>
                    <a:pt x="15959" y="16684"/>
                    <a:pt x="15933" y="16604"/>
                    <a:pt x="15918" y="16567"/>
                  </a:cubicBezTo>
                  <a:cubicBezTo>
                    <a:pt x="15907" y="16539"/>
                    <a:pt x="15884" y="16483"/>
                    <a:pt x="15868" y="16460"/>
                  </a:cubicBezTo>
                  <a:cubicBezTo>
                    <a:pt x="15856" y="16442"/>
                    <a:pt x="15823" y="16417"/>
                    <a:pt x="15810" y="16403"/>
                  </a:cubicBezTo>
                  <a:cubicBezTo>
                    <a:pt x="15797" y="16388"/>
                    <a:pt x="15772" y="16360"/>
                    <a:pt x="15762" y="16342"/>
                  </a:cubicBezTo>
                  <a:cubicBezTo>
                    <a:pt x="15752" y="16324"/>
                    <a:pt x="15732" y="16283"/>
                    <a:pt x="15734" y="16260"/>
                  </a:cubicBezTo>
                  <a:cubicBezTo>
                    <a:pt x="15735" y="16241"/>
                    <a:pt x="15756" y="16209"/>
                    <a:pt x="15768" y="16200"/>
                  </a:cubicBezTo>
                  <a:cubicBezTo>
                    <a:pt x="15784" y="16188"/>
                    <a:pt x="15822" y="16185"/>
                    <a:pt x="15840" y="16189"/>
                  </a:cubicBezTo>
                  <a:cubicBezTo>
                    <a:pt x="15859" y="16193"/>
                    <a:pt x="15899" y="16212"/>
                    <a:pt x="15912" y="16233"/>
                  </a:cubicBezTo>
                  <a:cubicBezTo>
                    <a:pt x="15925" y="16253"/>
                    <a:pt x="15916" y="16321"/>
                    <a:pt x="15932" y="16337"/>
                  </a:cubicBezTo>
                  <a:cubicBezTo>
                    <a:pt x="15944" y="16349"/>
                    <a:pt x="15982" y="16349"/>
                    <a:pt x="15992" y="16334"/>
                  </a:cubicBezTo>
                  <a:cubicBezTo>
                    <a:pt x="16008" y="16310"/>
                    <a:pt x="15984" y="16238"/>
                    <a:pt x="15986" y="16205"/>
                  </a:cubicBezTo>
                  <a:cubicBezTo>
                    <a:pt x="15988" y="16176"/>
                    <a:pt x="16004" y="16120"/>
                    <a:pt x="16006" y="16090"/>
                  </a:cubicBezTo>
                  <a:cubicBezTo>
                    <a:pt x="16008" y="16054"/>
                    <a:pt x="15996" y="15982"/>
                    <a:pt x="15994" y="15945"/>
                  </a:cubicBezTo>
                  <a:cubicBezTo>
                    <a:pt x="15992" y="15907"/>
                    <a:pt x="15992" y="15828"/>
                    <a:pt x="15990" y="15790"/>
                  </a:cubicBezTo>
                  <a:cubicBezTo>
                    <a:pt x="15989" y="15765"/>
                    <a:pt x="15986" y="15718"/>
                    <a:pt x="15984" y="15694"/>
                  </a:cubicBezTo>
                  <a:cubicBezTo>
                    <a:pt x="15981" y="15664"/>
                    <a:pt x="15977" y="15604"/>
                    <a:pt x="15970" y="15576"/>
                  </a:cubicBezTo>
                  <a:cubicBezTo>
                    <a:pt x="15965" y="15555"/>
                    <a:pt x="15952" y="15512"/>
                    <a:pt x="15940" y="15497"/>
                  </a:cubicBezTo>
                  <a:cubicBezTo>
                    <a:pt x="15928" y="15482"/>
                    <a:pt x="15895" y="15475"/>
                    <a:pt x="15882" y="15464"/>
                  </a:cubicBezTo>
                  <a:cubicBezTo>
                    <a:pt x="15873" y="15457"/>
                    <a:pt x="15855" y="15441"/>
                    <a:pt x="15850" y="15428"/>
                  </a:cubicBezTo>
                  <a:cubicBezTo>
                    <a:pt x="15844" y="15412"/>
                    <a:pt x="15844" y="15373"/>
                    <a:pt x="15846" y="15355"/>
                  </a:cubicBezTo>
                  <a:cubicBezTo>
                    <a:pt x="15848" y="15335"/>
                    <a:pt x="15855" y="15293"/>
                    <a:pt x="15866" y="15280"/>
                  </a:cubicBezTo>
                  <a:cubicBezTo>
                    <a:pt x="15874" y="15271"/>
                    <a:pt x="15903" y="15284"/>
                    <a:pt x="15910" y="15273"/>
                  </a:cubicBezTo>
                  <a:cubicBezTo>
                    <a:pt x="15916" y="15262"/>
                    <a:pt x="15916" y="15228"/>
                    <a:pt x="15910" y="15218"/>
                  </a:cubicBezTo>
                  <a:cubicBezTo>
                    <a:pt x="15899" y="15200"/>
                    <a:pt x="15859" y="15204"/>
                    <a:pt x="15842" y="15201"/>
                  </a:cubicBezTo>
                  <a:cubicBezTo>
                    <a:pt x="15829" y="15199"/>
                    <a:pt x="15802" y="15191"/>
                    <a:pt x="15790" y="15196"/>
                  </a:cubicBezTo>
                  <a:cubicBezTo>
                    <a:pt x="15773" y="15204"/>
                    <a:pt x="15744" y="15239"/>
                    <a:pt x="15734" y="15259"/>
                  </a:cubicBezTo>
                  <a:cubicBezTo>
                    <a:pt x="15724" y="15278"/>
                    <a:pt x="15724" y="15330"/>
                    <a:pt x="15712" y="15346"/>
                  </a:cubicBezTo>
                  <a:cubicBezTo>
                    <a:pt x="15701" y="15360"/>
                    <a:pt x="15669" y="15356"/>
                    <a:pt x="15658" y="15368"/>
                  </a:cubicBezTo>
                  <a:cubicBezTo>
                    <a:pt x="15644" y="15383"/>
                    <a:pt x="15624" y="15429"/>
                    <a:pt x="15624" y="15453"/>
                  </a:cubicBezTo>
                  <a:cubicBezTo>
                    <a:pt x="15624" y="15477"/>
                    <a:pt x="15645" y="15519"/>
                    <a:pt x="15656" y="15538"/>
                  </a:cubicBezTo>
                  <a:cubicBezTo>
                    <a:pt x="15670" y="15562"/>
                    <a:pt x="15711" y="15592"/>
                    <a:pt x="15724" y="15617"/>
                  </a:cubicBezTo>
                  <a:cubicBezTo>
                    <a:pt x="15743" y="15652"/>
                    <a:pt x="15774" y="15734"/>
                    <a:pt x="15776" y="15779"/>
                  </a:cubicBezTo>
                  <a:cubicBezTo>
                    <a:pt x="15778" y="15817"/>
                    <a:pt x="15761" y="15896"/>
                    <a:pt x="15744" y="15926"/>
                  </a:cubicBezTo>
                  <a:cubicBezTo>
                    <a:pt x="15734" y="15943"/>
                    <a:pt x="15705" y="15957"/>
                    <a:pt x="15692" y="15967"/>
                  </a:cubicBezTo>
                  <a:cubicBezTo>
                    <a:pt x="15678" y="15978"/>
                    <a:pt x="15653" y="16002"/>
                    <a:pt x="15638" y="16008"/>
                  </a:cubicBezTo>
                  <a:cubicBezTo>
                    <a:pt x="15626" y="16014"/>
                    <a:pt x="15600" y="16016"/>
                    <a:pt x="15588" y="16016"/>
                  </a:cubicBezTo>
                  <a:cubicBezTo>
                    <a:pt x="15578" y="16016"/>
                    <a:pt x="15555" y="16003"/>
                    <a:pt x="15548" y="16011"/>
                  </a:cubicBezTo>
                  <a:cubicBezTo>
                    <a:pt x="15539" y="16020"/>
                    <a:pt x="15544" y="16057"/>
                    <a:pt x="15542" y="16072"/>
                  </a:cubicBezTo>
                  <a:cubicBezTo>
                    <a:pt x="15539" y="16091"/>
                    <a:pt x="15530" y="16129"/>
                    <a:pt x="15524" y="16148"/>
                  </a:cubicBezTo>
                  <a:cubicBezTo>
                    <a:pt x="15520" y="16161"/>
                    <a:pt x="15514" y="16200"/>
                    <a:pt x="15504" y="16200"/>
                  </a:cubicBezTo>
                  <a:cubicBezTo>
                    <a:pt x="15492" y="16200"/>
                    <a:pt x="15485" y="16158"/>
                    <a:pt x="15480" y="16142"/>
                  </a:cubicBezTo>
                  <a:cubicBezTo>
                    <a:pt x="15470" y="16111"/>
                    <a:pt x="15460" y="16043"/>
                    <a:pt x="15452" y="16011"/>
                  </a:cubicBezTo>
                  <a:cubicBezTo>
                    <a:pt x="15446" y="15990"/>
                    <a:pt x="15429" y="15950"/>
                    <a:pt x="15424" y="15929"/>
                  </a:cubicBezTo>
                  <a:cubicBezTo>
                    <a:pt x="15420" y="15915"/>
                    <a:pt x="15419" y="15883"/>
                    <a:pt x="15414" y="15869"/>
                  </a:cubicBezTo>
                  <a:cubicBezTo>
                    <a:pt x="15407" y="15850"/>
                    <a:pt x="15385" y="15818"/>
                    <a:pt x="15374" y="15803"/>
                  </a:cubicBezTo>
                  <a:cubicBezTo>
                    <a:pt x="15352" y="15773"/>
                    <a:pt x="15300" y="15726"/>
                    <a:pt x="15278" y="15697"/>
                  </a:cubicBezTo>
                  <a:cubicBezTo>
                    <a:pt x="15246" y="15656"/>
                    <a:pt x="15192" y="15562"/>
                    <a:pt x="15162" y="15519"/>
                  </a:cubicBezTo>
                  <a:cubicBezTo>
                    <a:pt x="15133" y="15477"/>
                    <a:pt x="15069" y="15404"/>
                    <a:pt x="15044" y="15360"/>
                  </a:cubicBezTo>
                  <a:cubicBezTo>
                    <a:pt x="15023" y="15325"/>
                    <a:pt x="14996" y="15242"/>
                    <a:pt x="14975" y="15207"/>
                  </a:cubicBezTo>
                  <a:cubicBezTo>
                    <a:pt x="14953" y="15167"/>
                    <a:pt x="14894" y="15105"/>
                    <a:pt x="14871" y="15064"/>
                  </a:cubicBezTo>
                  <a:cubicBezTo>
                    <a:pt x="14841" y="15011"/>
                    <a:pt x="14798" y="14887"/>
                    <a:pt x="14774" y="14829"/>
                  </a:cubicBezTo>
                  <a:cubicBezTo>
                    <a:pt x="14746" y="14766"/>
                    <a:pt x="14695" y="14635"/>
                    <a:pt x="14663" y="14575"/>
                  </a:cubicBezTo>
                  <a:cubicBezTo>
                    <a:pt x="14638" y="14526"/>
                    <a:pt x="14580" y="14435"/>
                    <a:pt x="14549" y="14392"/>
                  </a:cubicBezTo>
                  <a:cubicBezTo>
                    <a:pt x="14527" y="14360"/>
                    <a:pt x="14482" y="14299"/>
                    <a:pt x="14457" y="14271"/>
                  </a:cubicBezTo>
                  <a:cubicBezTo>
                    <a:pt x="14442" y="14254"/>
                    <a:pt x="14402" y="14234"/>
                    <a:pt x="14393" y="14211"/>
                  </a:cubicBezTo>
                  <a:cubicBezTo>
                    <a:pt x="14386" y="14192"/>
                    <a:pt x="14399" y="14143"/>
                    <a:pt x="14391" y="14123"/>
                  </a:cubicBezTo>
                  <a:cubicBezTo>
                    <a:pt x="14380" y="14094"/>
                    <a:pt x="14334" y="14064"/>
                    <a:pt x="14315" y="14044"/>
                  </a:cubicBezTo>
                  <a:cubicBezTo>
                    <a:pt x="14300" y="14028"/>
                    <a:pt x="14268" y="13998"/>
                    <a:pt x="14255" y="13978"/>
                  </a:cubicBezTo>
                  <a:cubicBezTo>
                    <a:pt x="14239" y="13955"/>
                    <a:pt x="14219" y="13893"/>
                    <a:pt x="14201" y="13872"/>
                  </a:cubicBezTo>
                  <a:cubicBezTo>
                    <a:pt x="14176" y="13843"/>
                    <a:pt x="14112" y="13821"/>
                    <a:pt x="14085" y="13798"/>
                  </a:cubicBezTo>
                  <a:cubicBezTo>
                    <a:pt x="14067" y="13783"/>
                    <a:pt x="14033" y="13748"/>
                    <a:pt x="14019" y="13726"/>
                  </a:cubicBezTo>
                  <a:cubicBezTo>
                    <a:pt x="13998" y="13694"/>
                    <a:pt x="13967" y="13617"/>
                    <a:pt x="13957" y="13576"/>
                  </a:cubicBezTo>
                  <a:cubicBezTo>
                    <a:pt x="13951" y="13553"/>
                    <a:pt x="13934" y="13499"/>
                    <a:pt x="13945" y="13481"/>
                  </a:cubicBezTo>
                  <a:cubicBezTo>
                    <a:pt x="13949" y="13474"/>
                    <a:pt x="13965" y="13483"/>
                    <a:pt x="13971" y="13481"/>
                  </a:cubicBezTo>
                  <a:cubicBezTo>
                    <a:pt x="13981" y="13476"/>
                    <a:pt x="13999" y="13455"/>
                    <a:pt x="14007" y="13445"/>
                  </a:cubicBezTo>
                  <a:cubicBezTo>
                    <a:pt x="14018" y="13431"/>
                    <a:pt x="14037" y="13401"/>
                    <a:pt x="14045" y="13384"/>
                  </a:cubicBezTo>
                  <a:cubicBezTo>
                    <a:pt x="14057" y="13361"/>
                    <a:pt x="14073" y="13309"/>
                    <a:pt x="14083" y="13284"/>
                  </a:cubicBezTo>
                  <a:cubicBezTo>
                    <a:pt x="14092" y="13259"/>
                    <a:pt x="14113" y="13210"/>
                    <a:pt x="14121" y="13185"/>
                  </a:cubicBezTo>
                  <a:cubicBezTo>
                    <a:pt x="14128" y="13162"/>
                    <a:pt x="14134" y="13110"/>
                    <a:pt x="14145" y="13089"/>
                  </a:cubicBezTo>
                  <a:cubicBezTo>
                    <a:pt x="14154" y="13072"/>
                    <a:pt x="14182" y="13052"/>
                    <a:pt x="14193" y="13037"/>
                  </a:cubicBezTo>
                  <a:cubicBezTo>
                    <a:pt x="14207" y="13019"/>
                    <a:pt x="14232" y="12980"/>
                    <a:pt x="14241" y="12958"/>
                  </a:cubicBezTo>
                  <a:cubicBezTo>
                    <a:pt x="14253" y="12931"/>
                    <a:pt x="14267" y="12870"/>
                    <a:pt x="14275" y="12840"/>
                  </a:cubicBezTo>
                  <a:cubicBezTo>
                    <a:pt x="14282" y="12817"/>
                    <a:pt x="14295" y="12769"/>
                    <a:pt x="14299" y="12745"/>
                  </a:cubicBezTo>
                  <a:cubicBezTo>
                    <a:pt x="14304" y="12714"/>
                    <a:pt x="14302" y="12650"/>
                    <a:pt x="14311" y="12621"/>
                  </a:cubicBezTo>
                  <a:cubicBezTo>
                    <a:pt x="14320" y="12592"/>
                    <a:pt x="14352" y="12542"/>
                    <a:pt x="14369" y="12520"/>
                  </a:cubicBezTo>
                  <a:cubicBezTo>
                    <a:pt x="14379" y="12507"/>
                    <a:pt x="14408" y="12493"/>
                    <a:pt x="14415" y="12476"/>
                  </a:cubicBezTo>
                  <a:cubicBezTo>
                    <a:pt x="14426" y="12451"/>
                    <a:pt x="14413" y="12385"/>
                    <a:pt x="14425" y="12361"/>
                  </a:cubicBezTo>
                  <a:cubicBezTo>
                    <a:pt x="14434" y="12344"/>
                    <a:pt x="14467" y="12335"/>
                    <a:pt x="14477" y="12321"/>
                  </a:cubicBezTo>
                  <a:cubicBezTo>
                    <a:pt x="14486" y="12308"/>
                    <a:pt x="14494" y="12275"/>
                    <a:pt x="14499" y="12260"/>
                  </a:cubicBezTo>
                  <a:cubicBezTo>
                    <a:pt x="14504" y="12245"/>
                    <a:pt x="14515" y="12216"/>
                    <a:pt x="14519" y="12200"/>
                  </a:cubicBezTo>
                  <a:cubicBezTo>
                    <a:pt x="14526" y="12177"/>
                    <a:pt x="14534" y="12128"/>
                    <a:pt x="14541" y="12104"/>
                  </a:cubicBezTo>
                  <a:cubicBezTo>
                    <a:pt x="14545" y="12091"/>
                    <a:pt x="14557" y="12066"/>
                    <a:pt x="14560" y="12052"/>
                  </a:cubicBezTo>
                  <a:cubicBezTo>
                    <a:pt x="14563" y="12032"/>
                    <a:pt x="14564" y="11988"/>
                    <a:pt x="14560" y="11968"/>
                  </a:cubicBezTo>
                  <a:cubicBezTo>
                    <a:pt x="14556" y="11950"/>
                    <a:pt x="14534" y="11924"/>
                    <a:pt x="14531" y="11907"/>
                  </a:cubicBezTo>
                  <a:cubicBezTo>
                    <a:pt x="14527" y="11883"/>
                    <a:pt x="14548" y="11832"/>
                    <a:pt x="14541" y="11809"/>
                  </a:cubicBezTo>
                  <a:cubicBezTo>
                    <a:pt x="14536" y="11788"/>
                    <a:pt x="14508" y="11759"/>
                    <a:pt x="14493" y="11751"/>
                  </a:cubicBezTo>
                  <a:cubicBezTo>
                    <a:pt x="14481" y="11745"/>
                    <a:pt x="14453" y="11752"/>
                    <a:pt x="14439" y="11749"/>
                  </a:cubicBezTo>
                  <a:cubicBezTo>
                    <a:pt x="14420" y="11745"/>
                    <a:pt x="14382" y="11730"/>
                    <a:pt x="14365" y="11719"/>
                  </a:cubicBezTo>
                  <a:cubicBezTo>
                    <a:pt x="14355" y="11711"/>
                    <a:pt x="14340" y="11682"/>
                    <a:pt x="14329" y="11683"/>
                  </a:cubicBezTo>
                  <a:cubicBezTo>
                    <a:pt x="14315" y="11685"/>
                    <a:pt x="14294" y="11721"/>
                    <a:pt x="14289" y="11740"/>
                  </a:cubicBezTo>
                  <a:cubicBezTo>
                    <a:pt x="14283" y="11760"/>
                    <a:pt x="14286" y="11806"/>
                    <a:pt x="14293" y="11826"/>
                  </a:cubicBezTo>
                  <a:cubicBezTo>
                    <a:pt x="14302" y="11851"/>
                    <a:pt x="14340" y="11880"/>
                    <a:pt x="14353" y="11902"/>
                  </a:cubicBezTo>
                  <a:cubicBezTo>
                    <a:pt x="14365" y="11921"/>
                    <a:pt x="14390" y="11960"/>
                    <a:pt x="14391" y="11984"/>
                  </a:cubicBezTo>
                  <a:cubicBezTo>
                    <a:pt x="14392" y="12012"/>
                    <a:pt x="14368" y="12066"/>
                    <a:pt x="14351" y="12083"/>
                  </a:cubicBezTo>
                  <a:cubicBezTo>
                    <a:pt x="14336" y="12097"/>
                    <a:pt x="14297" y="12105"/>
                    <a:pt x="14279" y="12099"/>
                  </a:cubicBezTo>
                  <a:cubicBezTo>
                    <a:pt x="14263" y="12093"/>
                    <a:pt x="14239" y="12059"/>
                    <a:pt x="14229" y="12041"/>
                  </a:cubicBezTo>
                  <a:cubicBezTo>
                    <a:pt x="14219" y="12024"/>
                    <a:pt x="14201" y="11984"/>
                    <a:pt x="14199" y="11962"/>
                  </a:cubicBezTo>
                  <a:cubicBezTo>
                    <a:pt x="14198" y="11943"/>
                    <a:pt x="14216" y="11908"/>
                    <a:pt x="14215" y="11888"/>
                  </a:cubicBezTo>
                  <a:cubicBezTo>
                    <a:pt x="14213" y="11861"/>
                    <a:pt x="14178" y="11817"/>
                    <a:pt x="14177" y="11790"/>
                  </a:cubicBezTo>
                  <a:cubicBezTo>
                    <a:pt x="14176" y="11776"/>
                    <a:pt x="14192" y="11754"/>
                    <a:pt x="14193" y="11740"/>
                  </a:cubicBezTo>
                  <a:cubicBezTo>
                    <a:pt x="14195" y="11721"/>
                    <a:pt x="14189" y="11678"/>
                    <a:pt x="14181" y="11661"/>
                  </a:cubicBezTo>
                  <a:cubicBezTo>
                    <a:pt x="14169" y="11636"/>
                    <a:pt x="14133" y="11600"/>
                    <a:pt x="14113" y="11590"/>
                  </a:cubicBezTo>
                  <a:cubicBezTo>
                    <a:pt x="14095" y="11580"/>
                    <a:pt x="14056" y="11580"/>
                    <a:pt x="14037" y="11582"/>
                  </a:cubicBezTo>
                  <a:cubicBezTo>
                    <a:pt x="14005" y="11585"/>
                    <a:pt x="13944" y="11607"/>
                    <a:pt x="13915" y="11623"/>
                  </a:cubicBezTo>
                  <a:cubicBezTo>
                    <a:pt x="13896" y="11633"/>
                    <a:pt x="13863" y="11671"/>
                    <a:pt x="13843" y="11677"/>
                  </a:cubicBezTo>
                  <a:cubicBezTo>
                    <a:pt x="13821" y="11685"/>
                    <a:pt x="13775" y="11670"/>
                    <a:pt x="13753" y="11674"/>
                  </a:cubicBezTo>
                  <a:cubicBezTo>
                    <a:pt x="13732" y="11679"/>
                    <a:pt x="13683" y="11685"/>
                    <a:pt x="13674" y="11710"/>
                  </a:cubicBezTo>
                  <a:cubicBezTo>
                    <a:pt x="13665" y="11741"/>
                    <a:pt x="13695" y="11812"/>
                    <a:pt x="13713" y="11836"/>
                  </a:cubicBezTo>
                  <a:cubicBezTo>
                    <a:pt x="13725" y="11853"/>
                    <a:pt x="13759" y="11874"/>
                    <a:pt x="13777" y="11874"/>
                  </a:cubicBezTo>
                  <a:cubicBezTo>
                    <a:pt x="13794" y="11874"/>
                    <a:pt x="13824" y="11840"/>
                    <a:pt x="13841" y="11836"/>
                  </a:cubicBezTo>
                  <a:cubicBezTo>
                    <a:pt x="13861" y="11831"/>
                    <a:pt x="13907" y="11827"/>
                    <a:pt x="13925" y="11841"/>
                  </a:cubicBezTo>
                  <a:cubicBezTo>
                    <a:pt x="13939" y="11853"/>
                    <a:pt x="13946" y="11904"/>
                    <a:pt x="13959" y="11918"/>
                  </a:cubicBezTo>
                  <a:cubicBezTo>
                    <a:pt x="13971" y="11932"/>
                    <a:pt x="14000" y="11950"/>
                    <a:pt x="14015" y="11948"/>
                  </a:cubicBezTo>
                  <a:cubicBezTo>
                    <a:pt x="14031" y="11946"/>
                    <a:pt x="14053" y="11904"/>
                    <a:pt x="14069" y="11902"/>
                  </a:cubicBezTo>
                  <a:cubicBezTo>
                    <a:pt x="14079" y="11900"/>
                    <a:pt x="14098" y="11910"/>
                    <a:pt x="14105" y="11918"/>
                  </a:cubicBezTo>
                  <a:cubicBezTo>
                    <a:pt x="14114" y="11931"/>
                    <a:pt x="14129" y="11968"/>
                    <a:pt x="14125" y="11984"/>
                  </a:cubicBezTo>
                  <a:cubicBezTo>
                    <a:pt x="14119" y="12008"/>
                    <a:pt x="14065" y="12007"/>
                    <a:pt x="14059" y="12030"/>
                  </a:cubicBezTo>
                  <a:cubicBezTo>
                    <a:pt x="14054" y="12049"/>
                    <a:pt x="14078" y="12083"/>
                    <a:pt x="14081" y="12101"/>
                  </a:cubicBezTo>
                  <a:cubicBezTo>
                    <a:pt x="14086" y="12132"/>
                    <a:pt x="14093" y="12198"/>
                    <a:pt x="14085" y="12227"/>
                  </a:cubicBezTo>
                  <a:cubicBezTo>
                    <a:pt x="14077" y="12258"/>
                    <a:pt x="14026" y="12292"/>
                    <a:pt x="14017" y="12323"/>
                  </a:cubicBezTo>
                  <a:cubicBezTo>
                    <a:pt x="14009" y="12349"/>
                    <a:pt x="14012" y="12407"/>
                    <a:pt x="14015" y="12435"/>
                  </a:cubicBezTo>
                  <a:cubicBezTo>
                    <a:pt x="14018" y="12462"/>
                    <a:pt x="14039" y="12510"/>
                    <a:pt x="14041" y="12536"/>
                  </a:cubicBezTo>
                  <a:cubicBezTo>
                    <a:pt x="14043" y="12566"/>
                    <a:pt x="14043" y="12629"/>
                    <a:pt x="14029" y="12651"/>
                  </a:cubicBezTo>
                  <a:cubicBezTo>
                    <a:pt x="14014" y="12675"/>
                    <a:pt x="13961" y="12677"/>
                    <a:pt x="13939" y="12687"/>
                  </a:cubicBezTo>
                  <a:cubicBezTo>
                    <a:pt x="13917" y="12696"/>
                    <a:pt x="13870" y="12703"/>
                    <a:pt x="13853" y="12722"/>
                  </a:cubicBezTo>
                  <a:cubicBezTo>
                    <a:pt x="13845" y="12732"/>
                    <a:pt x="13834" y="12758"/>
                    <a:pt x="13835" y="12772"/>
                  </a:cubicBezTo>
                  <a:cubicBezTo>
                    <a:pt x="13836" y="12800"/>
                    <a:pt x="13868" y="12844"/>
                    <a:pt x="13877" y="12870"/>
                  </a:cubicBezTo>
                  <a:cubicBezTo>
                    <a:pt x="13883" y="12889"/>
                    <a:pt x="13895" y="12929"/>
                    <a:pt x="13895" y="12949"/>
                  </a:cubicBezTo>
                  <a:cubicBezTo>
                    <a:pt x="13895" y="12976"/>
                    <a:pt x="13888" y="13031"/>
                    <a:pt x="13875" y="13051"/>
                  </a:cubicBezTo>
                  <a:cubicBezTo>
                    <a:pt x="13865" y="13066"/>
                    <a:pt x="13832" y="13085"/>
                    <a:pt x="13817" y="13078"/>
                  </a:cubicBezTo>
                  <a:cubicBezTo>
                    <a:pt x="13799" y="13071"/>
                    <a:pt x="13779" y="13020"/>
                    <a:pt x="13773" y="12996"/>
                  </a:cubicBezTo>
                  <a:cubicBezTo>
                    <a:pt x="13763" y="12960"/>
                    <a:pt x="13764" y="12881"/>
                    <a:pt x="13761" y="12843"/>
                  </a:cubicBezTo>
                  <a:cubicBezTo>
                    <a:pt x="13757" y="12804"/>
                    <a:pt x="13756" y="12724"/>
                    <a:pt x="13747" y="12687"/>
                  </a:cubicBezTo>
                  <a:cubicBezTo>
                    <a:pt x="13741" y="12666"/>
                    <a:pt x="13722" y="12629"/>
                    <a:pt x="13713" y="12610"/>
                  </a:cubicBezTo>
                  <a:cubicBezTo>
                    <a:pt x="13695" y="12572"/>
                    <a:pt x="13662" y="12490"/>
                    <a:pt x="13639" y="12457"/>
                  </a:cubicBezTo>
                  <a:cubicBezTo>
                    <a:pt x="13609" y="12415"/>
                    <a:pt x="13536" y="12352"/>
                    <a:pt x="13501" y="12318"/>
                  </a:cubicBezTo>
                  <a:cubicBezTo>
                    <a:pt x="13489" y="12307"/>
                    <a:pt x="13463" y="12288"/>
                    <a:pt x="13453" y="12274"/>
                  </a:cubicBezTo>
                  <a:cubicBezTo>
                    <a:pt x="13431" y="12242"/>
                    <a:pt x="13400" y="12163"/>
                    <a:pt x="13386" y="12123"/>
                  </a:cubicBezTo>
                  <a:cubicBezTo>
                    <a:pt x="13375" y="12087"/>
                    <a:pt x="13354" y="12012"/>
                    <a:pt x="13349" y="11973"/>
                  </a:cubicBezTo>
                  <a:cubicBezTo>
                    <a:pt x="13344" y="11941"/>
                    <a:pt x="13344" y="11877"/>
                    <a:pt x="13345" y="11845"/>
                  </a:cubicBezTo>
                  <a:cubicBezTo>
                    <a:pt x="13345" y="11805"/>
                    <a:pt x="13351" y="11727"/>
                    <a:pt x="13352" y="11688"/>
                  </a:cubicBezTo>
                  <a:cubicBezTo>
                    <a:pt x="13354" y="11651"/>
                    <a:pt x="13360" y="11575"/>
                    <a:pt x="13357" y="11538"/>
                  </a:cubicBezTo>
                  <a:cubicBezTo>
                    <a:pt x="13354" y="11507"/>
                    <a:pt x="13339" y="11448"/>
                    <a:pt x="13332" y="11417"/>
                  </a:cubicBezTo>
                  <a:cubicBezTo>
                    <a:pt x="13327" y="11391"/>
                    <a:pt x="13299" y="11335"/>
                    <a:pt x="13309" y="11311"/>
                  </a:cubicBezTo>
                  <a:cubicBezTo>
                    <a:pt x="13312" y="11301"/>
                    <a:pt x="13331" y="11294"/>
                    <a:pt x="13338" y="11297"/>
                  </a:cubicBezTo>
                  <a:cubicBezTo>
                    <a:pt x="13360" y="11307"/>
                    <a:pt x="13381" y="11372"/>
                    <a:pt x="13391" y="11401"/>
                  </a:cubicBezTo>
                  <a:cubicBezTo>
                    <a:pt x="13403" y="11438"/>
                    <a:pt x="13418" y="11519"/>
                    <a:pt x="13421" y="11560"/>
                  </a:cubicBezTo>
                  <a:cubicBezTo>
                    <a:pt x="13424" y="11609"/>
                    <a:pt x="13415" y="11708"/>
                    <a:pt x="13412" y="11757"/>
                  </a:cubicBezTo>
                  <a:cubicBezTo>
                    <a:pt x="13411" y="11785"/>
                    <a:pt x="13404" y="11841"/>
                    <a:pt x="13405" y="11869"/>
                  </a:cubicBezTo>
                  <a:cubicBezTo>
                    <a:pt x="13405" y="11894"/>
                    <a:pt x="13394" y="11966"/>
                    <a:pt x="13412" y="11970"/>
                  </a:cubicBezTo>
                  <a:cubicBezTo>
                    <a:pt x="13435" y="11975"/>
                    <a:pt x="13442" y="11887"/>
                    <a:pt x="13449" y="11858"/>
                  </a:cubicBezTo>
                  <a:cubicBezTo>
                    <a:pt x="13456" y="11828"/>
                    <a:pt x="13464" y="11766"/>
                    <a:pt x="13467" y="11735"/>
                  </a:cubicBezTo>
                  <a:cubicBezTo>
                    <a:pt x="13471" y="11691"/>
                    <a:pt x="13476" y="11602"/>
                    <a:pt x="13477" y="11557"/>
                  </a:cubicBezTo>
                  <a:cubicBezTo>
                    <a:pt x="13477" y="11501"/>
                    <a:pt x="13472" y="11388"/>
                    <a:pt x="13467" y="11333"/>
                  </a:cubicBezTo>
                  <a:cubicBezTo>
                    <a:pt x="13464" y="11299"/>
                    <a:pt x="13454" y="11234"/>
                    <a:pt x="13449" y="11201"/>
                  </a:cubicBezTo>
                  <a:cubicBezTo>
                    <a:pt x="13441" y="11156"/>
                    <a:pt x="13434" y="11059"/>
                    <a:pt x="13415" y="11021"/>
                  </a:cubicBezTo>
                  <a:cubicBezTo>
                    <a:pt x="13404" y="11000"/>
                    <a:pt x="13362" y="10986"/>
                    <a:pt x="13352" y="10963"/>
                  </a:cubicBezTo>
                  <a:cubicBezTo>
                    <a:pt x="13344" y="10943"/>
                    <a:pt x="13343" y="10890"/>
                    <a:pt x="13349" y="10868"/>
                  </a:cubicBezTo>
                  <a:cubicBezTo>
                    <a:pt x="13354" y="10843"/>
                    <a:pt x="13383" y="10806"/>
                    <a:pt x="13395" y="10786"/>
                  </a:cubicBezTo>
                  <a:cubicBezTo>
                    <a:pt x="13406" y="10764"/>
                    <a:pt x="13441" y="10725"/>
                    <a:pt x="13443" y="10698"/>
                  </a:cubicBezTo>
                  <a:cubicBezTo>
                    <a:pt x="13444" y="10681"/>
                    <a:pt x="13420" y="10652"/>
                    <a:pt x="13419" y="10635"/>
                  </a:cubicBezTo>
                  <a:cubicBezTo>
                    <a:pt x="13416" y="10608"/>
                    <a:pt x="13430" y="10554"/>
                    <a:pt x="13437" y="10528"/>
                  </a:cubicBezTo>
                  <a:cubicBezTo>
                    <a:pt x="13444" y="10499"/>
                    <a:pt x="13471" y="10447"/>
                    <a:pt x="13472" y="10416"/>
                  </a:cubicBezTo>
                  <a:cubicBezTo>
                    <a:pt x="13475" y="10374"/>
                    <a:pt x="13438" y="10294"/>
                    <a:pt x="13443" y="10252"/>
                  </a:cubicBezTo>
                  <a:cubicBezTo>
                    <a:pt x="13446" y="10218"/>
                    <a:pt x="13490" y="10168"/>
                    <a:pt x="13495" y="10134"/>
                  </a:cubicBezTo>
                  <a:cubicBezTo>
                    <a:pt x="13500" y="10099"/>
                    <a:pt x="13480" y="10028"/>
                    <a:pt x="13480" y="9992"/>
                  </a:cubicBezTo>
                  <a:cubicBezTo>
                    <a:pt x="13480" y="9965"/>
                    <a:pt x="13488" y="9912"/>
                    <a:pt x="13493" y="9885"/>
                  </a:cubicBezTo>
                  <a:cubicBezTo>
                    <a:pt x="13498" y="9854"/>
                    <a:pt x="13520" y="9795"/>
                    <a:pt x="13525" y="9762"/>
                  </a:cubicBezTo>
                  <a:cubicBezTo>
                    <a:pt x="13531" y="9708"/>
                    <a:pt x="13528" y="9598"/>
                    <a:pt x="13525" y="9544"/>
                  </a:cubicBezTo>
                  <a:cubicBezTo>
                    <a:pt x="13523" y="9519"/>
                    <a:pt x="13513" y="9472"/>
                    <a:pt x="13515" y="9448"/>
                  </a:cubicBezTo>
                  <a:cubicBezTo>
                    <a:pt x="13516" y="9426"/>
                    <a:pt x="13536" y="9385"/>
                    <a:pt x="13537" y="9363"/>
                  </a:cubicBezTo>
                  <a:cubicBezTo>
                    <a:pt x="13538" y="9318"/>
                    <a:pt x="13510" y="9234"/>
                    <a:pt x="13503" y="9191"/>
                  </a:cubicBezTo>
                  <a:cubicBezTo>
                    <a:pt x="13495" y="9149"/>
                    <a:pt x="13481" y="9063"/>
                    <a:pt x="13477" y="9021"/>
                  </a:cubicBezTo>
                  <a:cubicBezTo>
                    <a:pt x="13472" y="8971"/>
                    <a:pt x="13475" y="8870"/>
                    <a:pt x="13467" y="8821"/>
                  </a:cubicBezTo>
                  <a:cubicBezTo>
                    <a:pt x="13461" y="8787"/>
                    <a:pt x="13434" y="8723"/>
                    <a:pt x="13424" y="8690"/>
                  </a:cubicBezTo>
                  <a:cubicBezTo>
                    <a:pt x="13421" y="8677"/>
                    <a:pt x="13413" y="8651"/>
                    <a:pt x="13412" y="8638"/>
                  </a:cubicBezTo>
                  <a:cubicBezTo>
                    <a:pt x="13412" y="8622"/>
                    <a:pt x="13422" y="8593"/>
                    <a:pt x="13424" y="8578"/>
                  </a:cubicBezTo>
                  <a:cubicBezTo>
                    <a:pt x="13431" y="8540"/>
                    <a:pt x="13450" y="8462"/>
                    <a:pt x="13443" y="8424"/>
                  </a:cubicBezTo>
                  <a:cubicBezTo>
                    <a:pt x="13437" y="8395"/>
                    <a:pt x="13395" y="8357"/>
                    <a:pt x="13389" y="8329"/>
                  </a:cubicBezTo>
                  <a:cubicBezTo>
                    <a:pt x="13384" y="8309"/>
                    <a:pt x="13386" y="8266"/>
                    <a:pt x="13391" y="8247"/>
                  </a:cubicBezTo>
                  <a:cubicBezTo>
                    <a:pt x="13395" y="8226"/>
                    <a:pt x="13421" y="8194"/>
                    <a:pt x="13424" y="8173"/>
                  </a:cubicBezTo>
                  <a:cubicBezTo>
                    <a:pt x="13429" y="8148"/>
                    <a:pt x="13425" y="8095"/>
                    <a:pt x="13419" y="8072"/>
                  </a:cubicBezTo>
                  <a:cubicBezTo>
                    <a:pt x="13413" y="8050"/>
                    <a:pt x="13393" y="8009"/>
                    <a:pt x="13378" y="7998"/>
                  </a:cubicBezTo>
                  <a:cubicBezTo>
                    <a:pt x="13361" y="7985"/>
                    <a:pt x="13320" y="7996"/>
                    <a:pt x="13301" y="7992"/>
                  </a:cubicBezTo>
                  <a:cubicBezTo>
                    <a:pt x="13283" y="7988"/>
                    <a:pt x="13243" y="7983"/>
                    <a:pt x="13231" y="7965"/>
                  </a:cubicBezTo>
                  <a:cubicBezTo>
                    <a:pt x="13220" y="7950"/>
                    <a:pt x="13223" y="7900"/>
                    <a:pt x="13215" y="7883"/>
                  </a:cubicBezTo>
                  <a:cubicBezTo>
                    <a:pt x="13202" y="7858"/>
                    <a:pt x="13160" y="7831"/>
                    <a:pt x="13143" y="7812"/>
                  </a:cubicBezTo>
                  <a:cubicBezTo>
                    <a:pt x="13129" y="7797"/>
                    <a:pt x="13100" y="7770"/>
                    <a:pt x="13093" y="7749"/>
                  </a:cubicBezTo>
                  <a:cubicBezTo>
                    <a:pt x="13088" y="7734"/>
                    <a:pt x="13095" y="7700"/>
                    <a:pt x="13090" y="7686"/>
                  </a:cubicBezTo>
                  <a:cubicBezTo>
                    <a:pt x="13083" y="7663"/>
                    <a:pt x="13047" y="7639"/>
                    <a:pt x="13038" y="7617"/>
                  </a:cubicBezTo>
                  <a:cubicBezTo>
                    <a:pt x="13032" y="7600"/>
                    <a:pt x="13035" y="7557"/>
                    <a:pt x="13030" y="7538"/>
                  </a:cubicBezTo>
                  <a:cubicBezTo>
                    <a:pt x="13025" y="7515"/>
                    <a:pt x="13012" y="7468"/>
                    <a:pt x="12998" y="7453"/>
                  </a:cubicBezTo>
                  <a:cubicBezTo>
                    <a:pt x="12988" y="7443"/>
                    <a:pt x="12961" y="7448"/>
                    <a:pt x="12950" y="7439"/>
                  </a:cubicBezTo>
                  <a:cubicBezTo>
                    <a:pt x="12943" y="7434"/>
                    <a:pt x="12934" y="7411"/>
                    <a:pt x="12927" y="7407"/>
                  </a:cubicBezTo>
                  <a:cubicBezTo>
                    <a:pt x="12907" y="7397"/>
                    <a:pt x="12860" y="7428"/>
                    <a:pt x="12842" y="7412"/>
                  </a:cubicBezTo>
                  <a:cubicBezTo>
                    <a:pt x="12829" y="7400"/>
                    <a:pt x="12820" y="7349"/>
                    <a:pt x="12822" y="7328"/>
                  </a:cubicBezTo>
                  <a:cubicBezTo>
                    <a:pt x="12825" y="7312"/>
                    <a:pt x="12847" y="7293"/>
                    <a:pt x="12850" y="7278"/>
                  </a:cubicBezTo>
                  <a:cubicBezTo>
                    <a:pt x="12856" y="7256"/>
                    <a:pt x="12860" y="7205"/>
                    <a:pt x="12854" y="7182"/>
                  </a:cubicBezTo>
                  <a:cubicBezTo>
                    <a:pt x="12850" y="7168"/>
                    <a:pt x="12832" y="7147"/>
                    <a:pt x="12825" y="7136"/>
                  </a:cubicBezTo>
                  <a:cubicBezTo>
                    <a:pt x="12815" y="7124"/>
                    <a:pt x="12798" y="7096"/>
                    <a:pt x="12786" y="7089"/>
                  </a:cubicBezTo>
                  <a:cubicBezTo>
                    <a:pt x="12766" y="7078"/>
                    <a:pt x="12720" y="7081"/>
                    <a:pt x="12698" y="7086"/>
                  </a:cubicBezTo>
                  <a:cubicBezTo>
                    <a:pt x="12676" y="7093"/>
                    <a:pt x="12638" y="7132"/>
                    <a:pt x="12616" y="7133"/>
                  </a:cubicBezTo>
                  <a:cubicBezTo>
                    <a:pt x="12598" y="7134"/>
                    <a:pt x="12566" y="7101"/>
                    <a:pt x="12548" y="7100"/>
                  </a:cubicBezTo>
                  <a:cubicBezTo>
                    <a:pt x="12527" y="7099"/>
                    <a:pt x="12489" y="7130"/>
                    <a:pt x="12468" y="7133"/>
                  </a:cubicBezTo>
                  <a:cubicBezTo>
                    <a:pt x="12441" y="7137"/>
                    <a:pt x="12385" y="7110"/>
                    <a:pt x="12358" y="7120"/>
                  </a:cubicBezTo>
                  <a:cubicBezTo>
                    <a:pt x="12350" y="7122"/>
                    <a:pt x="12332" y="7136"/>
                    <a:pt x="12328" y="7146"/>
                  </a:cubicBezTo>
                  <a:cubicBezTo>
                    <a:pt x="12318" y="7171"/>
                    <a:pt x="12331" y="7230"/>
                    <a:pt x="12326" y="7256"/>
                  </a:cubicBezTo>
                  <a:cubicBezTo>
                    <a:pt x="12321" y="7283"/>
                    <a:pt x="12306" y="7345"/>
                    <a:pt x="12286" y="7352"/>
                  </a:cubicBezTo>
                  <a:cubicBezTo>
                    <a:pt x="12266" y="7360"/>
                    <a:pt x="12233" y="7307"/>
                    <a:pt x="12214" y="7297"/>
                  </a:cubicBezTo>
                  <a:cubicBezTo>
                    <a:pt x="12204" y="7293"/>
                    <a:pt x="12178" y="7301"/>
                    <a:pt x="12172" y="7289"/>
                  </a:cubicBezTo>
                  <a:cubicBezTo>
                    <a:pt x="12161" y="7270"/>
                    <a:pt x="12183" y="7217"/>
                    <a:pt x="12184" y="7193"/>
                  </a:cubicBezTo>
                  <a:cubicBezTo>
                    <a:pt x="12184" y="7180"/>
                    <a:pt x="12185" y="7150"/>
                    <a:pt x="12180" y="7139"/>
                  </a:cubicBezTo>
                  <a:cubicBezTo>
                    <a:pt x="12168" y="7113"/>
                    <a:pt x="12117" y="7101"/>
                    <a:pt x="12104" y="7076"/>
                  </a:cubicBezTo>
                  <a:cubicBezTo>
                    <a:pt x="12098" y="7063"/>
                    <a:pt x="12095" y="7031"/>
                    <a:pt x="12096" y="7016"/>
                  </a:cubicBezTo>
                  <a:cubicBezTo>
                    <a:pt x="12097" y="6998"/>
                    <a:pt x="12109" y="6967"/>
                    <a:pt x="12110" y="6949"/>
                  </a:cubicBezTo>
                  <a:cubicBezTo>
                    <a:pt x="12111" y="6928"/>
                    <a:pt x="12113" y="6880"/>
                    <a:pt x="12104" y="6862"/>
                  </a:cubicBezTo>
                  <a:cubicBezTo>
                    <a:pt x="12095" y="6845"/>
                    <a:pt x="12062" y="6832"/>
                    <a:pt x="12046" y="6827"/>
                  </a:cubicBezTo>
                  <a:cubicBezTo>
                    <a:pt x="12025" y="6820"/>
                    <a:pt x="11983" y="6827"/>
                    <a:pt x="11962" y="6821"/>
                  </a:cubicBezTo>
                  <a:cubicBezTo>
                    <a:pt x="11947" y="6817"/>
                    <a:pt x="11920" y="6795"/>
                    <a:pt x="11906" y="6789"/>
                  </a:cubicBezTo>
                  <a:cubicBezTo>
                    <a:pt x="11892" y="6782"/>
                    <a:pt x="11859" y="6785"/>
                    <a:pt x="11848" y="6772"/>
                  </a:cubicBezTo>
                  <a:cubicBezTo>
                    <a:pt x="11832" y="6754"/>
                    <a:pt x="11823" y="6695"/>
                    <a:pt x="11818" y="6668"/>
                  </a:cubicBezTo>
                  <a:cubicBezTo>
                    <a:pt x="11813" y="6642"/>
                    <a:pt x="11819" y="6585"/>
                    <a:pt x="11810" y="6561"/>
                  </a:cubicBezTo>
                  <a:cubicBezTo>
                    <a:pt x="11799" y="6535"/>
                    <a:pt x="11753" y="6514"/>
                    <a:pt x="11740" y="6490"/>
                  </a:cubicBezTo>
                  <a:cubicBezTo>
                    <a:pt x="11726" y="6466"/>
                    <a:pt x="11718" y="6401"/>
                    <a:pt x="11705" y="6375"/>
                  </a:cubicBezTo>
                  <a:cubicBezTo>
                    <a:pt x="11694" y="6351"/>
                    <a:pt x="11662" y="6309"/>
                    <a:pt x="11644" y="6293"/>
                  </a:cubicBezTo>
                  <a:cubicBezTo>
                    <a:pt x="11627" y="6279"/>
                    <a:pt x="11588" y="6261"/>
                    <a:pt x="11568" y="6260"/>
                  </a:cubicBezTo>
                  <a:cubicBezTo>
                    <a:pt x="11545" y="6260"/>
                    <a:pt x="11503" y="6299"/>
                    <a:pt x="11481" y="6293"/>
                  </a:cubicBezTo>
                  <a:cubicBezTo>
                    <a:pt x="11470" y="6290"/>
                    <a:pt x="11452" y="6264"/>
                    <a:pt x="11444" y="6252"/>
                  </a:cubicBezTo>
                  <a:cubicBezTo>
                    <a:pt x="11431" y="6235"/>
                    <a:pt x="11419" y="6186"/>
                    <a:pt x="11403" y="6173"/>
                  </a:cubicBezTo>
                  <a:cubicBezTo>
                    <a:pt x="11383" y="6155"/>
                    <a:pt x="11326" y="6169"/>
                    <a:pt x="11306" y="6151"/>
                  </a:cubicBezTo>
                  <a:cubicBezTo>
                    <a:pt x="11295" y="6142"/>
                    <a:pt x="11288" y="6104"/>
                    <a:pt x="11277" y="6094"/>
                  </a:cubicBezTo>
                  <a:cubicBezTo>
                    <a:pt x="11256" y="6072"/>
                    <a:pt x="11194" y="6079"/>
                    <a:pt x="11173" y="6055"/>
                  </a:cubicBezTo>
                  <a:cubicBezTo>
                    <a:pt x="11158" y="6038"/>
                    <a:pt x="11147" y="5980"/>
                    <a:pt x="11139" y="5954"/>
                  </a:cubicBezTo>
                  <a:cubicBezTo>
                    <a:pt x="11129" y="5919"/>
                    <a:pt x="11113" y="5846"/>
                    <a:pt x="11107" y="5809"/>
                  </a:cubicBezTo>
                  <a:cubicBezTo>
                    <a:pt x="11102" y="5775"/>
                    <a:pt x="11105" y="5703"/>
                    <a:pt x="11097" y="5669"/>
                  </a:cubicBezTo>
                  <a:cubicBezTo>
                    <a:pt x="11088" y="5626"/>
                    <a:pt x="11044" y="5552"/>
                    <a:pt x="11035" y="5508"/>
                  </a:cubicBezTo>
                  <a:cubicBezTo>
                    <a:pt x="11033" y="5495"/>
                    <a:pt x="11040" y="5464"/>
                    <a:pt x="11033" y="5453"/>
                  </a:cubicBezTo>
                  <a:cubicBezTo>
                    <a:pt x="11024" y="5438"/>
                    <a:pt x="10990" y="5436"/>
                    <a:pt x="10975" y="5434"/>
                  </a:cubicBezTo>
                  <a:cubicBezTo>
                    <a:pt x="10956" y="5432"/>
                    <a:pt x="10916" y="5449"/>
                    <a:pt x="10898" y="5442"/>
                  </a:cubicBezTo>
                  <a:cubicBezTo>
                    <a:pt x="10881" y="5437"/>
                    <a:pt x="10854" y="5407"/>
                    <a:pt x="10841" y="5393"/>
                  </a:cubicBezTo>
                  <a:cubicBezTo>
                    <a:pt x="10828" y="5380"/>
                    <a:pt x="10808" y="5344"/>
                    <a:pt x="10793" y="5335"/>
                  </a:cubicBezTo>
                  <a:cubicBezTo>
                    <a:pt x="10773" y="5324"/>
                    <a:pt x="10727" y="5340"/>
                    <a:pt x="10707" y="5328"/>
                  </a:cubicBezTo>
                  <a:cubicBezTo>
                    <a:pt x="10696" y="5320"/>
                    <a:pt x="10680" y="5290"/>
                    <a:pt x="10671" y="5278"/>
                  </a:cubicBezTo>
                  <a:cubicBezTo>
                    <a:pt x="10656" y="5258"/>
                    <a:pt x="10625" y="5218"/>
                    <a:pt x="10609" y="5199"/>
                  </a:cubicBezTo>
                  <a:cubicBezTo>
                    <a:pt x="10594" y="5181"/>
                    <a:pt x="10558" y="5157"/>
                    <a:pt x="10549" y="5133"/>
                  </a:cubicBezTo>
                  <a:cubicBezTo>
                    <a:pt x="10539" y="5107"/>
                    <a:pt x="10552" y="5040"/>
                    <a:pt x="10543" y="5013"/>
                  </a:cubicBezTo>
                  <a:cubicBezTo>
                    <a:pt x="10534" y="4985"/>
                    <a:pt x="10496" y="4946"/>
                    <a:pt x="10479" y="4925"/>
                  </a:cubicBezTo>
                  <a:cubicBezTo>
                    <a:pt x="10463" y="4905"/>
                    <a:pt x="10425" y="4872"/>
                    <a:pt x="10411" y="4849"/>
                  </a:cubicBezTo>
                  <a:cubicBezTo>
                    <a:pt x="10399" y="4829"/>
                    <a:pt x="10388" y="4780"/>
                    <a:pt x="10377" y="4761"/>
                  </a:cubicBezTo>
                  <a:cubicBezTo>
                    <a:pt x="10360" y="4732"/>
                    <a:pt x="10316" y="4685"/>
                    <a:pt x="10293" y="4665"/>
                  </a:cubicBezTo>
                  <a:cubicBezTo>
                    <a:pt x="10248" y="4628"/>
                    <a:pt x="10150" y="4576"/>
                    <a:pt x="10101" y="4550"/>
                  </a:cubicBezTo>
                  <a:cubicBezTo>
                    <a:pt x="10074" y="4536"/>
                    <a:pt x="10017" y="4511"/>
                    <a:pt x="9989" y="4501"/>
                  </a:cubicBezTo>
                  <a:cubicBezTo>
                    <a:pt x="9970" y="4495"/>
                    <a:pt x="9931" y="4488"/>
                    <a:pt x="9913" y="4479"/>
                  </a:cubicBezTo>
                  <a:cubicBezTo>
                    <a:pt x="9891" y="4469"/>
                    <a:pt x="9850" y="4438"/>
                    <a:pt x="9829" y="4427"/>
                  </a:cubicBezTo>
                  <a:cubicBezTo>
                    <a:pt x="9788" y="4408"/>
                    <a:pt x="9702" y="4389"/>
                    <a:pt x="9663" y="4367"/>
                  </a:cubicBezTo>
                  <a:cubicBezTo>
                    <a:pt x="9615" y="4341"/>
                    <a:pt x="9529" y="4259"/>
                    <a:pt x="9482" y="4230"/>
                  </a:cubicBezTo>
                  <a:cubicBezTo>
                    <a:pt x="9465" y="4219"/>
                    <a:pt x="9426" y="4206"/>
                    <a:pt x="9408" y="4195"/>
                  </a:cubicBezTo>
                  <a:cubicBezTo>
                    <a:pt x="9389" y="4183"/>
                    <a:pt x="9355" y="4149"/>
                    <a:pt x="9334" y="4140"/>
                  </a:cubicBezTo>
                  <a:cubicBezTo>
                    <a:pt x="9315" y="4132"/>
                    <a:pt x="9274" y="4124"/>
                    <a:pt x="9254" y="4129"/>
                  </a:cubicBezTo>
                  <a:cubicBezTo>
                    <a:pt x="9243" y="4132"/>
                    <a:pt x="9223" y="4153"/>
                    <a:pt x="9212" y="4159"/>
                  </a:cubicBezTo>
                  <a:cubicBezTo>
                    <a:pt x="9189" y="4174"/>
                    <a:pt x="9140" y="4196"/>
                    <a:pt x="9116" y="4209"/>
                  </a:cubicBezTo>
                  <a:cubicBezTo>
                    <a:pt x="9096" y="4219"/>
                    <a:pt x="9054" y="4234"/>
                    <a:pt x="9037" y="4250"/>
                  </a:cubicBezTo>
                  <a:cubicBezTo>
                    <a:pt x="9021" y="4263"/>
                    <a:pt x="9002" y="4313"/>
                    <a:pt x="8984" y="4323"/>
                  </a:cubicBezTo>
                  <a:cubicBezTo>
                    <a:pt x="8965" y="4334"/>
                    <a:pt x="8922" y="4330"/>
                    <a:pt x="8902" y="4323"/>
                  </a:cubicBezTo>
                  <a:cubicBezTo>
                    <a:pt x="8890" y="4320"/>
                    <a:pt x="8870" y="4297"/>
                    <a:pt x="8858" y="4296"/>
                  </a:cubicBezTo>
                  <a:cubicBezTo>
                    <a:pt x="8843" y="4296"/>
                    <a:pt x="8817" y="4331"/>
                    <a:pt x="8802" y="4326"/>
                  </a:cubicBezTo>
                  <a:cubicBezTo>
                    <a:pt x="8791" y="4322"/>
                    <a:pt x="8782" y="4288"/>
                    <a:pt x="8772" y="4279"/>
                  </a:cubicBezTo>
                  <a:cubicBezTo>
                    <a:pt x="8762" y="4271"/>
                    <a:pt x="8736" y="4258"/>
                    <a:pt x="8724" y="4263"/>
                  </a:cubicBezTo>
                  <a:cubicBezTo>
                    <a:pt x="8711" y="4269"/>
                    <a:pt x="8691" y="4300"/>
                    <a:pt x="8688" y="4318"/>
                  </a:cubicBezTo>
                  <a:cubicBezTo>
                    <a:pt x="8685" y="4336"/>
                    <a:pt x="8708" y="4368"/>
                    <a:pt x="8706" y="4386"/>
                  </a:cubicBezTo>
                  <a:cubicBezTo>
                    <a:pt x="8704" y="4407"/>
                    <a:pt x="8682" y="4443"/>
                    <a:pt x="8668" y="4452"/>
                  </a:cubicBezTo>
                  <a:cubicBezTo>
                    <a:pt x="8652" y="4463"/>
                    <a:pt x="8613" y="4465"/>
                    <a:pt x="8598" y="4452"/>
                  </a:cubicBezTo>
                  <a:cubicBezTo>
                    <a:pt x="8589" y="4445"/>
                    <a:pt x="8590" y="4406"/>
                    <a:pt x="8580" y="4403"/>
                  </a:cubicBezTo>
                  <a:cubicBezTo>
                    <a:pt x="8567" y="4398"/>
                    <a:pt x="8549" y="4436"/>
                    <a:pt x="8538" y="4447"/>
                  </a:cubicBezTo>
                  <a:cubicBezTo>
                    <a:pt x="8527" y="4458"/>
                    <a:pt x="8499" y="4474"/>
                    <a:pt x="8492" y="4490"/>
                  </a:cubicBezTo>
                  <a:cubicBezTo>
                    <a:pt x="8483" y="4513"/>
                    <a:pt x="8487" y="4568"/>
                    <a:pt x="8490" y="4594"/>
                  </a:cubicBezTo>
                  <a:cubicBezTo>
                    <a:pt x="8494" y="4628"/>
                    <a:pt x="8514" y="4691"/>
                    <a:pt x="8526" y="4720"/>
                  </a:cubicBezTo>
                  <a:cubicBezTo>
                    <a:pt x="8535" y="4742"/>
                    <a:pt x="8562" y="4776"/>
                    <a:pt x="8572" y="4797"/>
                  </a:cubicBezTo>
                  <a:cubicBezTo>
                    <a:pt x="8587" y="4829"/>
                    <a:pt x="8615" y="4896"/>
                    <a:pt x="8620" y="4933"/>
                  </a:cubicBezTo>
                  <a:cubicBezTo>
                    <a:pt x="8624" y="4965"/>
                    <a:pt x="8624" y="5031"/>
                    <a:pt x="8614" y="5060"/>
                  </a:cubicBezTo>
                  <a:cubicBezTo>
                    <a:pt x="8605" y="5084"/>
                    <a:pt x="8571" y="5121"/>
                    <a:pt x="8552" y="5130"/>
                  </a:cubicBezTo>
                  <a:cubicBezTo>
                    <a:pt x="8534" y="5140"/>
                    <a:pt x="8494" y="5130"/>
                    <a:pt x="8474" y="5130"/>
                  </a:cubicBezTo>
                  <a:cubicBezTo>
                    <a:pt x="8454" y="5131"/>
                    <a:pt x="8414" y="5135"/>
                    <a:pt x="8394" y="5133"/>
                  </a:cubicBezTo>
                  <a:cubicBezTo>
                    <a:pt x="8385" y="5132"/>
                    <a:pt x="8366" y="5132"/>
                    <a:pt x="8358" y="5125"/>
                  </a:cubicBezTo>
                  <a:cubicBezTo>
                    <a:pt x="8346" y="5115"/>
                    <a:pt x="8337" y="5074"/>
                    <a:pt x="8326" y="5065"/>
                  </a:cubicBezTo>
                  <a:cubicBezTo>
                    <a:pt x="8317" y="5058"/>
                    <a:pt x="8296" y="5053"/>
                    <a:pt x="8286" y="5057"/>
                  </a:cubicBezTo>
                  <a:cubicBezTo>
                    <a:pt x="8269" y="5063"/>
                    <a:pt x="8247" y="5102"/>
                    <a:pt x="8232" y="5114"/>
                  </a:cubicBezTo>
                  <a:cubicBezTo>
                    <a:pt x="8219" y="5124"/>
                    <a:pt x="8192" y="5140"/>
                    <a:pt x="8178" y="5147"/>
                  </a:cubicBezTo>
                  <a:cubicBezTo>
                    <a:pt x="8154" y="5160"/>
                    <a:pt x="8102" y="5170"/>
                    <a:pt x="8082" y="5191"/>
                  </a:cubicBezTo>
                  <a:cubicBezTo>
                    <a:pt x="8060" y="5212"/>
                    <a:pt x="8038" y="5284"/>
                    <a:pt x="8018" y="5308"/>
                  </a:cubicBezTo>
                  <a:cubicBezTo>
                    <a:pt x="7998" y="5332"/>
                    <a:pt x="7945" y="5352"/>
                    <a:pt x="7926" y="5377"/>
                  </a:cubicBezTo>
                  <a:cubicBezTo>
                    <a:pt x="7912" y="5395"/>
                    <a:pt x="7898" y="5448"/>
                    <a:pt x="7886" y="5470"/>
                  </a:cubicBezTo>
                  <a:cubicBezTo>
                    <a:pt x="7876" y="5488"/>
                    <a:pt x="7855" y="5523"/>
                    <a:pt x="7842" y="5535"/>
                  </a:cubicBezTo>
                  <a:cubicBezTo>
                    <a:pt x="7827" y="5547"/>
                    <a:pt x="7792" y="5552"/>
                    <a:pt x="7778" y="5563"/>
                  </a:cubicBezTo>
                  <a:cubicBezTo>
                    <a:pt x="7743" y="5589"/>
                    <a:pt x="7686" y="5666"/>
                    <a:pt x="7658" y="5702"/>
                  </a:cubicBezTo>
                  <a:cubicBezTo>
                    <a:pt x="7631" y="5736"/>
                    <a:pt x="7582" y="5811"/>
                    <a:pt x="7556" y="5845"/>
                  </a:cubicBezTo>
                  <a:cubicBezTo>
                    <a:pt x="7520" y="5889"/>
                    <a:pt x="7442" y="5966"/>
                    <a:pt x="7407" y="6012"/>
                  </a:cubicBezTo>
                  <a:cubicBezTo>
                    <a:pt x="7390" y="6035"/>
                    <a:pt x="7365" y="6101"/>
                    <a:pt x="7342" y="6113"/>
                  </a:cubicBezTo>
                  <a:cubicBezTo>
                    <a:pt x="7327" y="6120"/>
                    <a:pt x="7292" y="6117"/>
                    <a:pt x="7282" y="6102"/>
                  </a:cubicBezTo>
                  <a:cubicBezTo>
                    <a:pt x="7266" y="6080"/>
                    <a:pt x="7268" y="6013"/>
                    <a:pt x="7273" y="5984"/>
                  </a:cubicBezTo>
                  <a:cubicBezTo>
                    <a:pt x="7277" y="5966"/>
                    <a:pt x="7305" y="5943"/>
                    <a:pt x="7308" y="5924"/>
                  </a:cubicBezTo>
                  <a:cubicBezTo>
                    <a:pt x="7309" y="5909"/>
                    <a:pt x="7300" y="5875"/>
                    <a:pt x="7291" y="5866"/>
                  </a:cubicBezTo>
                  <a:cubicBezTo>
                    <a:pt x="7283" y="5858"/>
                    <a:pt x="7259" y="5860"/>
                    <a:pt x="7249" y="5866"/>
                  </a:cubicBezTo>
                  <a:cubicBezTo>
                    <a:pt x="7230" y="5880"/>
                    <a:pt x="7199" y="5954"/>
                    <a:pt x="7197" y="5962"/>
                  </a:cubicBezTo>
                  <a:cubicBezTo>
                    <a:pt x="7195" y="5970"/>
                    <a:pt x="7163" y="6037"/>
                    <a:pt x="7151" y="6061"/>
                  </a:cubicBezTo>
                  <a:cubicBezTo>
                    <a:pt x="7139" y="6087"/>
                    <a:pt x="7119" y="6146"/>
                    <a:pt x="7101" y="6165"/>
                  </a:cubicBezTo>
                  <a:cubicBezTo>
                    <a:pt x="7077" y="6189"/>
                    <a:pt x="7015" y="6202"/>
                    <a:pt x="6985" y="6208"/>
                  </a:cubicBezTo>
                  <a:cubicBezTo>
                    <a:pt x="6936" y="6219"/>
                    <a:pt x="6835" y="6205"/>
                    <a:pt x="6787" y="6225"/>
                  </a:cubicBezTo>
                  <a:cubicBezTo>
                    <a:pt x="6742" y="6244"/>
                    <a:pt x="6665" y="6323"/>
                    <a:pt x="6623" y="6354"/>
                  </a:cubicBezTo>
                  <a:cubicBezTo>
                    <a:pt x="6585" y="6381"/>
                    <a:pt x="6510" y="6440"/>
                    <a:pt x="6469" y="6455"/>
                  </a:cubicBezTo>
                  <a:cubicBezTo>
                    <a:pt x="6451" y="6461"/>
                    <a:pt x="6412" y="6455"/>
                    <a:pt x="6393" y="6460"/>
                  </a:cubicBezTo>
                  <a:cubicBezTo>
                    <a:pt x="6369" y="6467"/>
                    <a:pt x="6322" y="6493"/>
                    <a:pt x="6301" y="6510"/>
                  </a:cubicBezTo>
                  <a:cubicBezTo>
                    <a:pt x="6287" y="6520"/>
                    <a:pt x="6260" y="6543"/>
                    <a:pt x="6249" y="6558"/>
                  </a:cubicBezTo>
                  <a:cubicBezTo>
                    <a:pt x="6235" y="6578"/>
                    <a:pt x="6225" y="6639"/>
                    <a:pt x="6207" y="6649"/>
                  </a:cubicBezTo>
                  <a:cubicBezTo>
                    <a:pt x="6194" y="6656"/>
                    <a:pt x="6162" y="6642"/>
                    <a:pt x="6151" y="6630"/>
                  </a:cubicBezTo>
                  <a:cubicBezTo>
                    <a:pt x="6126" y="6604"/>
                    <a:pt x="6106" y="6519"/>
                    <a:pt x="6091" y="6482"/>
                  </a:cubicBezTo>
                  <a:cubicBezTo>
                    <a:pt x="6076" y="6445"/>
                    <a:pt x="6047" y="6371"/>
                    <a:pt x="6032" y="6334"/>
                  </a:cubicBezTo>
                  <a:cubicBezTo>
                    <a:pt x="6019" y="6299"/>
                    <a:pt x="5992" y="6229"/>
                    <a:pt x="5981" y="6192"/>
                  </a:cubicBezTo>
                  <a:cubicBezTo>
                    <a:pt x="5970" y="6157"/>
                    <a:pt x="5953" y="6084"/>
                    <a:pt x="5947" y="6047"/>
                  </a:cubicBezTo>
                  <a:cubicBezTo>
                    <a:pt x="5941" y="6016"/>
                    <a:pt x="5930" y="5951"/>
                    <a:pt x="5931" y="5919"/>
                  </a:cubicBezTo>
                  <a:cubicBezTo>
                    <a:pt x="5931" y="5886"/>
                    <a:pt x="5935" y="5814"/>
                    <a:pt x="5953" y="5792"/>
                  </a:cubicBezTo>
                  <a:cubicBezTo>
                    <a:pt x="5963" y="5780"/>
                    <a:pt x="5999" y="5770"/>
                    <a:pt x="6009" y="5784"/>
                  </a:cubicBezTo>
                  <a:cubicBezTo>
                    <a:pt x="6023" y="5804"/>
                    <a:pt x="6001" y="5866"/>
                    <a:pt x="6001" y="5894"/>
                  </a:cubicBezTo>
                  <a:cubicBezTo>
                    <a:pt x="6000" y="5931"/>
                    <a:pt x="6001" y="6005"/>
                    <a:pt x="6006" y="6041"/>
                  </a:cubicBezTo>
                  <a:cubicBezTo>
                    <a:pt x="6018" y="6108"/>
                    <a:pt x="6058" y="6232"/>
                    <a:pt x="6083" y="6291"/>
                  </a:cubicBezTo>
                  <a:cubicBezTo>
                    <a:pt x="6097" y="6323"/>
                    <a:pt x="6134" y="6378"/>
                    <a:pt x="6151" y="6408"/>
                  </a:cubicBezTo>
                  <a:cubicBezTo>
                    <a:pt x="6160" y="6426"/>
                    <a:pt x="6172" y="6474"/>
                    <a:pt x="6187" y="6479"/>
                  </a:cubicBezTo>
                  <a:cubicBezTo>
                    <a:pt x="6204" y="6485"/>
                    <a:pt x="6235" y="6450"/>
                    <a:pt x="6249" y="6436"/>
                  </a:cubicBezTo>
                  <a:cubicBezTo>
                    <a:pt x="6261" y="6423"/>
                    <a:pt x="6285" y="6397"/>
                    <a:pt x="6290" y="6378"/>
                  </a:cubicBezTo>
                  <a:cubicBezTo>
                    <a:pt x="6303" y="6334"/>
                    <a:pt x="6291" y="6236"/>
                    <a:pt x="6287" y="6188"/>
                  </a:cubicBezTo>
                  <a:cubicBezTo>
                    <a:pt x="6284" y="6127"/>
                    <a:pt x="6279" y="6000"/>
                    <a:pt x="6261" y="5944"/>
                  </a:cubicBezTo>
                  <a:cubicBezTo>
                    <a:pt x="6237" y="5870"/>
                    <a:pt x="6152" y="5755"/>
                    <a:pt x="6112" y="5696"/>
                  </a:cubicBezTo>
                  <a:cubicBezTo>
                    <a:pt x="6084" y="5656"/>
                    <a:pt x="6032" y="5571"/>
                    <a:pt x="5997" y="5546"/>
                  </a:cubicBezTo>
                  <a:cubicBezTo>
                    <a:pt x="5941" y="5507"/>
                    <a:pt x="5812" y="5499"/>
                    <a:pt x="5751" y="5481"/>
                  </a:cubicBezTo>
                  <a:cubicBezTo>
                    <a:pt x="5725" y="5473"/>
                    <a:pt x="5672" y="5461"/>
                    <a:pt x="5647" y="5448"/>
                  </a:cubicBezTo>
                  <a:cubicBezTo>
                    <a:pt x="5614" y="5429"/>
                    <a:pt x="5550" y="5378"/>
                    <a:pt x="5522" y="5345"/>
                  </a:cubicBezTo>
                  <a:cubicBezTo>
                    <a:pt x="5490" y="5309"/>
                    <a:pt x="5447" y="5205"/>
                    <a:pt x="5413" y="5174"/>
                  </a:cubicBezTo>
                  <a:cubicBezTo>
                    <a:pt x="5385" y="5150"/>
                    <a:pt x="5318" y="5135"/>
                    <a:pt x="5287" y="5123"/>
                  </a:cubicBezTo>
                  <a:cubicBezTo>
                    <a:pt x="5258" y="5112"/>
                    <a:pt x="5197" y="5100"/>
                    <a:pt x="5170" y="5083"/>
                  </a:cubicBezTo>
                  <a:cubicBezTo>
                    <a:pt x="5112" y="5046"/>
                    <a:pt x="5016" y="4923"/>
                    <a:pt x="4961" y="4879"/>
                  </a:cubicBezTo>
                  <a:cubicBezTo>
                    <a:pt x="4850" y="4789"/>
                    <a:pt x="4617" y="4631"/>
                    <a:pt x="4495" y="4572"/>
                  </a:cubicBezTo>
                  <a:cubicBezTo>
                    <a:pt x="4336" y="4496"/>
                    <a:pt x="4007" y="4400"/>
                    <a:pt x="3841" y="4361"/>
                  </a:cubicBezTo>
                  <a:cubicBezTo>
                    <a:pt x="3720" y="4332"/>
                    <a:pt x="3475" y="4291"/>
                    <a:pt x="3352" y="4284"/>
                  </a:cubicBezTo>
                  <a:cubicBezTo>
                    <a:pt x="3174" y="4275"/>
                    <a:pt x="2815" y="4292"/>
                    <a:pt x="2638" y="4321"/>
                  </a:cubicBezTo>
                  <a:cubicBezTo>
                    <a:pt x="2570" y="4332"/>
                    <a:pt x="2436" y="4368"/>
                    <a:pt x="2371" y="4393"/>
                  </a:cubicBezTo>
                  <a:cubicBezTo>
                    <a:pt x="2279" y="4429"/>
                    <a:pt x="2103" y="4528"/>
                    <a:pt x="2013" y="4572"/>
                  </a:cubicBezTo>
                  <a:cubicBezTo>
                    <a:pt x="1919" y="4619"/>
                    <a:pt x="1729" y="4713"/>
                    <a:pt x="1634" y="4758"/>
                  </a:cubicBezTo>
                  <a:cubicBezTo>
                    <a:pt x="1558" y="4795"/>
                    <a:pt x="1406" y="4875"/>
                    <a:pt x="1327" y="4901"/>
                  </a:cubicBezTo>
                  <a:cubicBezTo>
                    <a:pt x="1271" y="4919"/>
                    <a:pt x="1155" y="4927"/>
                    <a:pt x="1098" y="4945"/>
                  </a:cubicBezTo>
                  <a:cubicBezTo>
                    <a:pt x="1065" y="4955"/>
                    <a:pt x="1000" y="4985"/>
                    <a:pt x="967" y="4999"/>
                  </a:cubicBezTo>
                  <a:cubicBezTo>
                    <a:pt x="927" y="5016"/>
                    <a:pt x="848" y="5056"/>
                    <a:pt x="807" y="5072"/>
                  </a:cubicBezTo>
                  <a:cubicBezTo>
                    <a:pt x="770" y="5087"/>
                    <a:pt x="698" y="5105"/>
                    <a:pt x="653" y="5122"/>
                  </a:cubicBezTo>
                  <a:cubicBezTo>
                    <a:pt x="643" y="5106"/>
                    <a:pt x="632" y="5089"/>
                    <a:pt x="624" y="5086"/>
                  </a:cubicBezTo>
                  <a:cubicBezTo>
                    <a:pt x="606" y="5080"/>
                    <a:pt x="570" y="5136"/>
                    <a:pt x="554" y="5125"/>
                  </a:cubicBezTo>
                  <a:cubicBezTo>
                    <a:pt x="540" y="5116"/>
                    <a:pt x="532" y="5062"/>
                    <a:pt x="538" y="5043"/>
                  </a:cubicBezTo>
                  <a:cubicBezTo>
                    <a:pt x="546" y="5017"/>
                    <a:pt x="597" y="5013"/>
                    <a:pt x="612" y="4994"/>
                  </a:cubicBezTo>
                  <a:cubicBezTo>
                    <a:pt x="624" y="4978"/>
                    <a:pt x="642" y="4934"/>
                    <a:pt x="648" y="4912"/>
                  </a:cubicBezTo>
                  <a:cubicBezTo>
                    <a:pt x="654" y="4884"/>
                    <a:pt x="651" y="4825"/>
                    <a:pt x="656" y="4797"/>
                  </a:cubicBezTo>
                  <a:cubicBezTo>
                    <a:pt x="660" y="4773"/>
                    <a:pt x="672" y="4725"/>
                    <a:pt x="684" y="4706"/>
                  </a:cubicBezTo>
                  <a:cubicBezTo>
                    <a:pt x="703" y="4679"/>
                    <a:pt x="762" y="4662"/>
                    <a:pt x="782" y="4636"/>
                  </a:cubicBezTo>
                  <a:cubicBezTo>
                    <a:pt x="795" y="4618"/>
                    <a:pt x="818" y="4577"/>
                    <a:pt x="818" y="4553"/>
                  </a:cubicBezTo>
                  <a:cubicBezTo>
                    <a:pt x="818" y="4533"/>
                    <a:pt x="798" y="4497"/>
                    <a:pt x="786" y="4487"/>
                  </a:cubicBezTo>
                  <a:cubicBezTo>
                    <a:pt x="770" y="4476"/>
                    <a:pt x="730" y="4497"/>
                    <a:pt x="712" y="4490"/>
                  </a:cubicBezTo>
                  <a:cubicBezTo>
                    <a:pt x="698" y="4486"/>
                    <a:pt x="671" y="4466"/>
                    <a:pt x="664" y="4449"/>
                  </a:cubicBezTo>
                  <a:cubicBezTo>
                    <a:pt x="653" y="4426"/>
                    <a:pt x="661" y="4366"/>
                    <a:pt x="654" y="4340"/>
                  </a:cubicBezTo>
                  <a:cubicBezTo>
                    <a:pt x="648" y="4318"/>
                    <a:pt x="622" y="4283"/>
                    <a:pt x="618" y="4261"/>
                  </a:cubicBezTo>
                  <a:cubicBezTo>
                    <a:pt x="613" y="4233"/>
                    <a:pt x="615" y="4175"/>
                    <a:pt x="622" y="4148"/>
                  </a:cubicBezTo>
                  <a:cubicBezTo>
                    <a:pt x="629" y="4121"/>
                    <a:pt x="666" y="4083"/>
                    <a:pt x="672" y="4056"/>
                  </a:cubicBezTo>
                  <a:cubicBezTo>
                    <a:pt x="680" y="4019"/>
                    <a:pt x="667" y="3943"/>
                    <a:pt x="666" y="3905"/>
                  </a:cubicBezTo>
                  <a:cubicBezTo>
                    <a:pt x="665" y="3863"/>
                    <a:pt x="676" y="3776"/>
                    <a:pt x="668" y="3735"/>
                  </a:cubicBezTo>
                  <a:cubicBezTo>
                    <a:pt x="660" y="3696"/>
                    <a:pt x="626" y="3623"/>
                    <a:pt x="604" y="3596"/>
                  </a:cubicBezTo>
                  <a:cubicBezTo>
                    <a:pt x="584" y="3572"/>
                    <a:pt x="532" y="3549"/>
                    <a:pt x="508" y="3535"/>
                  </a:cubicBezTo>
                  <a:cubicBezTo>
                    <a:pt x="475" y="3518"/>
                    <a:pt x="405" y="3499"/>
                    <a:pt x="374" y="3475"/>
                  </a:cubicBezTo>
                  <a:cubicBezTo>
                    <a:pt x="355" y="3462"/>
                    <a:pt x="323" y="3423"/>
                    <a:pt x="310" y="3401"/>
                  </a:cubicBezTo>
                  <a:cubicBezTo>
                    <a:pt x="286" y="3365"/>
                    <a:pt x="255" y="3277"/>
                    <a:pt x="232" y="3240"/>
                  </a:cubicBezTo>
                  <a:cubicBezTo>
                    <a:pt x="215" y="3215"/>
                    <a:pt x="178" y="3170"/>
                    <a:pt x="158" y="3150"/>
                  </a:cubicBezTo>
                  <a:cubicBezTo>
                    <a:pt x="129" y="3121"/>
                    <a:pt x="59" y="3083"/>
                    <a:pt x="35" y="3046"/>
                  </a:cubicBezTo>
                  <a:cubicBezTo>
                    <a:pt x="21" y="3024"/>
                    <a:pt x="0" y="2968"/>
                    <a:pt x="0" y="2939"/>
                  </a:cubicBezTo>
                  <a:cubicBezTo>
                    <a:pt x="-1" y="2906"/>
                    <a:pt x="30" y="2848"/>
                    <a:pt x="35" y="2816"/>
                  </a:cubicBezTo>
                  <a:cubicBezTo>
                    <a:pt x="42" y="2777"/>
                    <a:pt x="42" y="2695"/>
                    <a:pt x="44" y="2655"/>
                  </a:cubicBezTo>
                  <a:cubicBezTo>
                    <a:pt x="44" y="2619"/>
                    <a:pt x="39" y="2547"/>
                    <a:pt x="44" y="2512"/>
                  </a:cubicBezTo>
                  <a:cubicBezTo>
                    <a:pt x="47" y="2489"/>
                    <a:pt x="67" y="2425"/>
                    <a:pt x="67" y="2425"/>
                  </a:cubicBezTo>
                  <a:cubicBezTo>
                    <a:pt x="67" y="2425"/>
                    <a:pt x="1702" y="2115"/>
                    <a:pt x="2247" y="2012"/>
                  </a:cubicBezTo>
                  <a:cubicBezTo>
                    <a:pt x="2664" y="1933"/>
                    <a:pt x="3499" y="1782"/>
                    <a:pt x="3916" y="1694"/>
                  </a:cubicBezTo>
                  <a:cubicBezTo>
                    <a:pt x="4250" y="1624"/>
                    <a:pt x="4915" y="1461"/>
                    <a:pt x="5248" y="1388"/>
                  </a:cubicBezTo>
                  <a:cubicBezTo>
                    <a:pt x="5518" y="1329"/>
                    <a:pt x="6244" y="1179"/>
                    <a:pt x="6467" y="1133"/>
                  </a:cubicBezTo>
                  <a:cubicBezTo>
                    <a:pt x="6472" y="1164"/>
                    <a:pt x="6479" y="1194"/>
                    <a:pt x="6485" y="1213"/>
                  </a:cubicBezTo>
                  <a:cubicBezTo>
                    <a:pt x="6493" y="1236"/>
                    <a:pt x="6516" y="1277"/>
                    <a:pt x="6525" y="1300"/>
                  </a:cubicBezTo>
                  <a:cubicBezTo>
                    <a:pt x="6534" y="1323"/>
                    <a:pt x="6545" y="1371"/>
                    <a:pt x="6555" y="1393"/>
                  </a:cubicBezTo>
                  <a:cubicBezTo>
                    <a:pt x="6565" y="1416"/>
                    <a:pt x="6593" y="1455"/>
                    <a:pt x="6605" y="1475"/>
                  </a:cubicBezTo>
                  <a:cubicBezTo>
                    <a:pt x="6622" y="1502"/>
                    <a:pt x="6660" y="1552"/>
                    <a:pt x="6673" y="1582"/>
                  </a:cubicBezTo>
                  <a:cubicBezTo>
                    <a:pt x="6687" y="1614"/>
                    <a:pt x="6706" y="1686"/>
                    <a:pt x="6713" y="1722"/>
                  </a:cubicBezTo>
                  <a:cubicBezTo>
                    <a:pt x="6719" y="1750"/>
                    <a:pt x="6721" y="1811"/>
                    <a:pt x="6727" y="1839"/>
                  </a:cubicBezTo>
                  <a:cubicBezTo>
                    <a:pt x="6730" y="1854"/>
                    <a:pt x="6740" y="1883"/>
                    <a:pt x="6745" y="1897"/>
                  </a:cubicBezTo>
                  <a:cubicBezTo>
                    <a:pt x="6754" y="1922"/>
                    <a:pt x="6768" y="1976"/>
                    <a:pt x="6781" y="1998"/>
                  </a:cubicBezTo>
                  <a:cubicBezTo>
                    <a:pt x="6795" y="2022"/>
                    <a:pt x="6837" y="2050"/>
                    <a:pt x="6853" y="2072"/>
                  </a:cubicBezTo>
                  <a:cubicBezTo>
                    <a:pt x="6874" y="2100"/>
                    <a:pt x="6925" y="2202"/>
                    <a:pt x="6925" y="2202"/>
                  </a:cubicBezTo>
                  <a:lnTo>
                    <a:pt x="8142" y="2004"/>
                  </a:lnTo>
                  <a:lnTo>
                    <a:pt x="10906" y="1595"/>
                  </a:lnTo>
                  <a:lnTo>
                    <a:pt x="12352" y="1377"/>
                  </a:lnTo>
                  <a:lnTo>
                    <a:pt x="13491" y="1184"/>
                  </a:lnTo>
                  <a:cubicBezTo>
                    <a:pt x="13491" y="1184"/>
                    <a:pt x="13526" y="1208"/>
                    <a:pt x="13531" y="1224"/>
                  </a:cubicBezTo>
                  <a:cubicBezTo>
                    <a:pt x="13540" y="1246"/>
                    <a:pt x="13528" y="1298"/>
                    <a:pt x="13531" y="1322"/>
                  </a:cubicBezTo>
                  <a:cubicBezTo>
                    <a:pt x="13534" y="1342"/>
                    <a:pt x="13544" y="1380"/>
                    <a:pt x="13553" y="1395"/>
                  </a:cubicBezTo>
                  <a:cubicBezTo>
                    <a:pt x="13563" y="1413"/>
                    <a:pt x="13594" y="1431"/>
                    <a:pt x="13606" y="1446"/>
                  </a:cubicBezTo>
                  <a:cubicBezTo>
                    <a:pt x="13619" y="1461"/>
                    <a:pt x="13646" y="1491"/>
                    <a:pt x="13652" y="1512"/>
                  </a:cubicBezTo>
                  <a:cubicBezTo>
                    <a:pt x="13662" y="1554"/>
                    <a:pt x="13637" y="1646"/>
                    <a:pt x="13641" y="1690"/>
                  </a:cubicBezTo>
                  <a:cubicBezTo>
                    <a:pt x="13643" y="1714"/>
                    <a:pt x="13657" y="1759"/>
                    <a:pt x="13662" y="1782"/>
                  </a:cubicBezTo>
                  <a:cubicBezTo>
                    <a:pt x="13669" y="1812"/>
                    <a:pt x="13674" y="1875"/>
                    <a:pt x="13686" y="1902"/>
                  </a:cubicBezTo>
                  <a:cubicBezTo>
                    <a:pt x="13698" y="1929"/>
                    <a:pt x="13731" y="1976"/>
                    <a:pt x="13753" y="1986"/>
                  </a:cubicBezTo>
                  <a:cubicBezTo>
                    <a:pt x="13771" y="1994"/>
                    <a:pt x="13811" y="1989"/>
                    <a:pt x="13827" y="1979"/>
                  </a:cubicBezTo>
                  <a:cubicBezTo>
                    <a:pt x="13844" y="1969"/>
                    <a:pt x="13865" y="1924"/>
                    <a:pt x="13881" y="1913"/>
                  </a:cubicBezTo>
                  <a:cubicBezTo>
                    <a:pt x="13895" y="1903"/>
                    <a:pt x="13926" y="1894"/>
                    <a:pt x="13942" y="1895"/>
                  </a:cubicBezTo>
                  <a:cubicBezTo>
                    <a:pt x="13966" y="1896"/>
                    <a:pt x="14009" y="1937"/>
                    <a:pt x="14033" y="1931"/>
                  </a:cubicBezTo>
                  <a:cubicBezTo>
                    <a:pt x="14049" y="1927"/>
                    <a:pt x="14076" y="1895"/>
                    <a:pt x="14086" y="1876"/>
                  </a:cubicBezTo>
                  <a:cubicBezTo>
                    <a:pt x="14099" y="1855"/>
                    <a:pt x="14119" y="1803"/>
                    <a:pt x="14121" y="1775"/>
                  </a:cubicBezTo>
                  <a:cubicBezTo>
                    <a:pt x="14126" y="1711"/>
                    <a:pt x="14086" y="1590"/>
                    <a:pt x="14084" y="1526"/>
                  </a:cubicBezTo>
                  <a:cubicBezTo>
                    <a:pt x="14082" y="1498"/>
                    <a:pt x="14094" y="1441"/>
                    <a:pt x="14092" y="1414"/>
                  </a:cubicBezTo>
                  <a:cubicBezTo>
                    <a:pt x="14089" y="1380"/>
                    <a:pt x="14062" y="1316"/>
                    <a:pt x="14062" y="1282"/>
                  </a:cubicBezTo>
                  <a:cubicBezTo>
                    <a:pt x="14062" y="1254"/>
                    <a:pt x="14083" y="1204"/>
                    <a:pt x="14084" y="1176"/>
                  </a:cubicBezTo>
                  <a:cubicBezTo>
                    <a:pt x="14085" y="1139"/>
                    <a:pt x="14065" y="1067"/>
                    <a:pt x="14060" y="1030"/>
                  </a:cubicBezTo>
                  <a:cubicBezTo>
                    <a:pt x="14056" y="1002"/>
                    <a:pt x="14058" y="941"/>
                    <a:pt x="14046" y="917"/>
                  </a:cubicBezTo>
                  <a:cubicBezTo>
                    <a:pt x="14032" y="888"/>
                    <a:pt x="13978" y="863"/>
                    <a:pt x="13958" y="840"/>
                  </a:cubicBezTo>
                  <a:cubicBezTo>
                    <a:pt x="13944" y="824"/>
                    <a:pt x="13917" y="787"/>
                    <a:pt x="13908" y="764"/>
                  </a:cubicBezTo>
                  <a:cubicBezTo>
                    <a:pt x="13897" y="738"/>
                    <a:pt x="13883" y="677"/>
                    <a:pt x="13886" y="647"/>
                  </a:cubicBezTo>
                  <a:cubicBezTo>
                    <a:pt x="13889" y="620"/>
                    <a:pt x="13924" y="580"/>
                    <a:pt x="13926" y="553"/>
                  </a:cubicBezTo>
                  <a:cubicBezTo>
                    <a:pt x="13930" y="514"/>
                    <a:pt x="13887" y="439"/>
                    <a:pt x="13897" y="403"/>
                  </a:cubicBezTo>
                  <a:cubicBezTo>
                    <a:pt x="13900" y="392"/>
                    <a:pt x="13920" y="383"/>
                    <a:pt x="13926" y="374"/>
                  </a:cubicBezTo>
                  <a:cubicBezTo>
                    <a:pt x="13933" y="363"/>
                    <a:pt x="13944" y="336"/>
                    <a:pt x="13942" y="322"/>
                  </a:cubicBezTo>
                  <a:cubicBezTo>
                    <a:pt x="13940" y="309"/>
                    <a:pt x="13917" y="296"/>
                    <a:pt x="13913" y="282"/>
                  </a:cubicBezTo>
                  <a:cubicBezTo>
                    <a:pt x="13907" y="263"/>
                    <a:pt x="13901" y="216"/>
                    <a:pt x="13910" y="199"/>
                  </a:cubicBezTo>
                  <a:cubicBezTo>
                    <a:pt x="13917" y="187"/>
                    <a:pt x="13940" y="185"/>
                    <a:pt x="13950" y="188"/>
                  </a:cubicBezTo>
                  <a:cubicBezTo>
                    <a:pt x="13963" y="191"/>
                    <a:pt x="13980" y="222"/>
                    <a:pt x="13993" y="224"/>
                  </a:cubicBezTo>
                  <a:cubicBezTo>
                    <a:pt x="14004" y="226"/>
                    <a:pt x="14029" y="216"/>
                    <a:pt x="14035" y="202"/>
                  </a:cubicBezTo>
                  <a:cubicBezTo>
                    <a:pt x="14047" y="179"/>
                    <a:pt x="14028" y="117"/>
                    <a:pt x="14030" y="89"/>
                  </a:cubicBezTo>
                  <a:cubicBezTo>
                    <a:pt x="14032" y="67"/>
                    <a:pt x="14034" y="11"/>
                    <a:pt x="14049" y="2"/>
                  </a:cubicBezTo>
                  <a:cubicBezTo>
                    <a:pt x="14064" y="-8"/>
                    <a:pt x="14094" y="34"/>
                    <a:pt x="14110" y="38"/>
                  </a:cubicBezTo>
                  <a:cubicBezTo>
                    <a:pt x="14127" y="42"/>
                    <a:pt x="14162" y="35"/>
                    <a:pt x="14180" y="31"/>
                  </a:cubicBezTo>
                  <a:cubicBezTo>
                    <a:pt x="14193" y="27"/>
                    <a:pt x="14220" y="5"/>
                    <a:pt x="14233" y="13"/>
                  </a:cubicBezTo>
                  <a:cubicBezTo>
                    <a:pt x="14247" y="20"/>
                    <a:pt x="14253" y="70"/>
                    <a:pt x="14265" y="82"/>
                  </a:cubicBezTo>
                  <a:cubicBezTo>
                    <a:pt x="14279" y="95"/>
                    <a:pt x="14313" y="103"/>
                    <a:pt x="14329" y="104"/>
                  </a:cubicBezTo>
                  <a:cubicBezTo>
                    <a:pt x="14347" y="104"/>
                    <a:pt x="14381" y="86"/>
                    <a:pt x="14399" y="82"/>
                  </a:cubicBezTo>
                  <a:cubicBezTo>
                    <a:pt x="14417" y="78"/>
                    <a:pt x="14455" y="63"/>
                    <a:pt x="14473" y="71"/>
                  </a:cubicBezTo>
                  <a:cubicBezTo>
                    <a:pt x="14489" y="78"/>
                    <a:pt x="14507" y="131"/>
                    <a:pt x="14524" y="137"/>
                  </a:cubicBezTo>
                  <a:cubicBezTo>
                    <a:pt x="14541" y="143"/>
                    <a:pt x="14576" y="106"/>
                    <a:pt x="14593" y="111"/>
                  </a:cubicBezTo>
                  <a:cubicBezTo>
                    <a:pt x="14609" y="116"/>
                    <a:pt x="14629" y="161"/>
                    <a:pt x="14644" y="169"/>
                  </a:cubicBezTo>
                  <a:cubicBezTo>
                    <a:pt x="14668" y="182"/>
                    <a:pt x="14721" y="185"/>
                    <a:pt x="14745" y="177"/>
                  </a:cubicBezTo>
                  <a:cubicBezTo>
                    <a:pt x="14764" y="171"/>
                    <a:pt x="14793" y="122"/>
                    <a:pt x="14812" y="126"/>
                  </a:cubicBezTo>
                  <a:cubicBezTo>
                    <a:pt x="14831" y="129"/>
                    <a:pt x="14848" y="188"/>
                    <a:pt x="14865" y="199"/>
                  </a:cubicBezTo>
                  <a:cubicBezTo>
                    <a:pt x="14892" y="215"/>
                    <a:pt x="14953" y="211"/>
                    <a:pt x="14983" y="206"/>
                  </a:cubicBezTo>
                  <a:cubicBezTo>
                    <a:pt x="15002" y="203"/>
                    <a:pt x="15038" y="174"/>
                    <a:pt x="15057" y="173"/>
                  </a:cubicBezTo>
                  <a:cubicBezTo>
                    <a:pt x="15081" y="172"/>
                    <a:pt x="15126" y="214"/>
                    <a:pt x="15148" y="202"/>
                  </a:cubicBezTo>
                  <a:cubicBezTo>
                    <a:pt x="15166" y="193"/>
                    <a:pt x="15175" y="131"/>
                    <a:pt x="15191" y="119"/>
                  </a:cubicBezTo>
                  <a:cubicBezTo>
                    <a:pt x="15208" y="105"/>
                    <a:pt x="15249" y="102"/>
                    <a:pt x="15268" y="107"/>
                  </a:cubicBezTo>
                  <a:cubicBezTo>
                    <a:pt x="15292" y="114"/>
                    <a:pt x="15330" y="170"/>
                    <a:pt x="15353" y="173"/>
                  </a:cubicBezTo>
                  <a:cubicBezTo>
                    <a:pt x="15369" y="175"/>
                    <a:pt x="15399" y="173"/>
                    <a:pt x="15425" y="165"/>
                  </a:cubicBezTo>
                  <a:cubicBezTo>
                    <a:pt x="15433" y="181"/>
                    <a:pt x="15440" y="199"/>
                    <a:pt x="15441" y="211"/>
                  </a:cubicBezTo>
                  <a:cubicBezTo>
                    <a:pt x="15452" y="271"/>
                    <a:pt x="15429" y="394"/>
                    <a:pt x="15432" y="455"/>
                  </a:cubicBezTo>
                  <a:cubicBezTo>
                    <a:pt x="15434" y="507"/>
                    <a:pt x="15440" y="613"/>
                    <a:pt x="15456" y="660"/>
                  </a:cubicBezTo>
                  <a:cubicBezTo>
                    <a:pt x="15463" y="682"/>
                    <a:pt x="15494" y="709"/>
                    <a:pt x="15500" y="732"/>
                  </a:cubicBezTo>
                  <a:cubicBezTo>
                    <a:pt x="15508" y="760"/>
                    <a:pt x="15507" y="826"/>
                    <a:pt x="15501" y="857"/>
                  </a:cubicBezTo>
                  <a:cubicBezTo>
                    <a:pt x="15499" y="873"/>
                    <a:pt x="15477" y="899"/>
                    <a:pt x="15480" y="915"/>
                  </a:cubicBezTo>
                  <a:cubicBezTo>
                    <a:pt x="15483" y="934"/>
                    <a:pt x="15518" y="946"/>
                    <a:pt x="15530" y="958"/>
                  </a:cubicBezTo>
                  <a:cubicBezTo>
                    <a:pt x="15544" y="973"/>
                    <a:pt x="15572" y="1004"/>
                    <a:pt x="15582" y="1024"/>
                  </a:cubicBezTo>
                  <a:cubicBezTo>
                    <a:pt x="15613" y="1086"/>
                    <a:pt x="15644" y="1234"/>
                    <a:pt x="15660" y="1306"/>
                  </a:cubicBezTo>
                  <a:cubicBezTo>
                    <a:pt x="15677" y="1382"/>
                    <a:pt x="15696" y="1541"/>
                    <a:pt x="15714" y="1618"/>
                  </a:cubicBezTo>
                  <a:cubicBezTo>
                    <a:pt x="15748" y="1765"/>
                    <a:pt x="15842" y="2047"/>
                    <a:pt x="15886" y="2190"/>
                  </a:cubicBezTo>
                  <a:cubicBezTo>
                    <a:pt x="15933" y="2342"/>
                    <a:pt x="16023" y="2650"/>
                    <a:pt x="16076" y="2800"/>
                  </a:cubicBezTo>
                  <a:cubicBezTo>
                    <a:pt x="16103" y="2874"/>
                    <a:pt x="16158" y="3024"/>
                    <a:pt x="16192" y="3092"/>
                  </a:cubicBezTo>
                  <a:cubicBezTo>
                    <a:pt x="16209" y="3126"/>
                    <a:pt x="16255" y="3183"/>
                    <a:pt x="16270" y="3218"/>
                  </a:cubicBezTo>
                  <a:cubicBezTo>
                    <a:pt x="16292" y="3267"/>
                    <a:pt x="16316" y="3379"/>
                    <a:pt x="16332" y="3431"/>
                  </a:cubicBezTo>
                  <a:cubicBezTo>
                    <a:pt x="16349" y="3486"/>
                    <a:pt x="16384" y="3592"/>
                    <a:pt x="16402" y="3645"/>
                  </a:cubicBezTo>
                  <a:cubicBezTo>
                    <a:pt x="16438" y="3749"/>
                    <a:pt x="16510" y="3957"/>
                    <a:pt x="16552" y="4056"/>
                  </a:cubicBezTo>
                  <a:cubicBezTo>
                    <a:pt x="16632" y="4240"/>
                    <a:pt x="16822" y="4581"/>
                    <a:pt x="16906" y="4761"/>
                  </a:cubicBezTo>
                  <a:cubicBezTo>
                    <a:pt x="16962" y="4880"/>
                    <a:pt x="17062" y="5128"/>
                    <a:pt x="17118" y="5245"/>
                  </a:cubicBezTo>
                  <a:cubicBezTo>
                    <a:pt x="17165" y="5340"/>
                    <a:pt x="17265" y="5521"/>
                    <a:pt x="17315" y="5612"/>
                  </a:cubicBezTo>
                  <a:cubicBezTo>
                    <a:pt x="17370" y="5715"/>
                    <a:pt x="17477" y="5926"/>
                    <a:pt x="17538" y="6024"/>
                  </a:cubicBezTo>
                  <a:cubicBezTo>
                    <a:pt x="17575" y="6084"/>
                    <a:pt x="17661" y="6193"/>
                    <a:pt x="17700" y="6252"/>
                  </a:cubicBezTo>
                  <a:cubicBezTo>
                    <a:pt x="17737" y="6309"/>
                    <a:pt x="17804" y="6430"/>
                    <a:pt x="17839" y="6489"/>
                  </a:cubicBezTo>
                  <a:cubicBezTo>
                    <a:pt x="17861" y="6526"/>
                    <a:pt x="17902" y="6603"/>
                    <a:pt x="17926" y="6638"/>
                  </a:cubicBezTo>
                  <a:cubicBezTo>
                    <a:pt x="17958" y="6686"/>
                    <a:pt x="18031" y="6768"/>
                    <a:pt x="18063" y="6815"/>
                  </a:cubicBezTo>
                  <a:cubicBezTo>
                    <a:pt x="18096" y="6862"/>
                    <a:pt x="18155" y="6967"/>
                    <a:pt x="18188" y="7014"/>
                  </a:cubicBezTo>
                  <a:cubicBezTo>
                    <a:pt x="18213" y="7051"/>
                    <a:pt x="18270" y="7116"/>
                    <a:pt x="18295" y="7152"/>
                  </a:cubicBezTo>
                  <a:cubicBezTo>
                    <a:pt x="18335" y="7209"/>
                    <a:pt x="18406" y="7332"/>
                    <a:pt x="18445" y="7388"/>
                  </a:cubicBezTo>
                  <a:cubicBezTo>
                    <a:pt x="18483" y="7441"/>
                    <a:pt x="18564" y="7541"/>
                    <a:pt x="18605" y="7592"/>
                  </a:cubicBezTo>
                  <a:cubicBezTo>
                    <a:pt x="18622" y="7614"/>
                    <a:pt x="18659" y="7658"/>
                    <a:pt x="18677" y="7681"/>
                  </a:cubicBezTo>
                  <a:cubicBezTo>
                    <a:pt x="18702" y="7710"/>
                    <a:pt x="18756" y="7761"/>
                    <a:pt x="18775" y="7796"/>
                  </a:cubicBezTo>
                  <a:cubicBezTo>
                    <a:pt x="18790" y="7827"/>
                    <a:pt x="18801" y="7900"/>
                    <a:pt x="18813" y="7932"/>
                  </a:cubicBezTo>
                  <a:cubicBezTo>
                    <a:pt x="18825" y="7961"/>
                    <a:pt x="18853" y="8016"/>
                    <a:pt x="18867" y="8043"/>
                  </a:cubicBezTo>
                  <a:cubicBezTo>
                    <a:pt x="18886" y="8078"/>
                    <a:pt x="18928" y="8142"/>
                    <a:pt x="18943" y="8180"/>
                  </a:cubicBezTo>
                  <a:cubicBezTo>
                    <a:pt x="18955" y="8207"/>
                    <a:pt x="18983" y="8265"/>
                    <a:pt x="18977" y="8296"/>
                  </a:cubicBezTo>
                  <a:cubicBezTo>
                    <a:pt x="18973" y="8319"/>
                    <a:pt x="18938" y="8344"/>
                    <a:pt x="18923" y="8359"/>
                  </a:cubicBezTo>
                  <a:cubicBezTo>
                    <a:pt x="18909" y="8375"/>
                    <a:pt x="18874" y="8400"/>
                    <a:pt x="18863" y="8422"/>
                  </a:cubicBezTo>
                  <a:cubicBezTo>
                    <a:pt x="18849" y="8452"/>
                    <a:pt x="18839" y="8528"/>
                    <a:pt x="18835" y="8564"/>
                  </a:cubicBezTo>
                  <a:cubicBezTo>
                    <a:pt x="18829" y="8623"/>
                    <a:pt x="18825" y="8743"/>
                    <a:pt x="18829" y="8802"/>
                  </a:cubicBezTo>
                  <a:cubicBezTo>
                    <a:pt x="18833" y="8845"/>
                    <a:pt x="18861" y="8961"/>
                    <a:pt x="18861" y="8969"/>
                  </a:cubicBezTo>
                  <a:cubicBezTo>
                    <a:pt x="18861" y="8977"/>
                    <a:pt x="18911" y="9167"/>
                    <a:pt x="18929" y="9232"/>
                  </a:cubicBezTo>
                  <a:cubicBezTo>
                    <a:pt x="18950" y="9305"/>
                    <a:pt x="18990" y="9451"/>
                    <a:pt x="19016" y="9521"/>
                  </a:cubicBezTo>
                  <a:cubicBezTo>
                    <a:pt x="19055" y="9631"/>
                    <a:pt x="19147" y="9841"/>
                    <a:pt x="19196" y="9943"/>
                  </a:cubicBezTo>
                  <a:cubicBezTo>
                    <a:pt x="19221" y="9996"/>
                    <a:pt x="19278" y="10099"/>
                    <a:pt x="19306" y="10151"/>
                  </a:cubicBezTo>
                  <a:cubicBezTo>
                    <a:pt x="19338" y="10213"/>
                    <a:pt x="19401" y="10340"/>
                    <a:pt x="19436" y="10400"/>
                  </a:cubicBezTo>
                  <a:cubicBezTo>
                    <a:pt x="19473" y="10463"/>
                    <a:pt x="19558" y="10574"/>
                    <a:pt x="19594" y="10638"/>
                  </a:cubicBezTo>
                  <a:cubicBezTo>
                    <a:pt x="19653" y="10743"/>
                    <a:pt x="19754" y="10969"/>
                    <a:pt x="19806" y="11081"/>
                  </a:cubicBezTo>
                  <a:cubicBezTo>
                    <a:pt x="19832" y="11136"/>
                    <a:pt x="19881" y="11247"/>
                    <a:pt x="19906" y="11302"/>
                  </a:cubicBezTo>
                  <a:cubicBezTo>
                    <a:pt x="19936" y="11369"/>
                    <a:pt x="19995" y="11502"/>
                    <a:pt x="20022" y="11571"/>
                  </a:cubicBezTo>
                  <a:cubicBezTo>
                    <a:pt x="20048" y="11636"/>
                    <a:pt x="20094" y="11772"/>
                    <a:pt x="20118" y="11839"/>
                  </a:cubicBezTo>
                  <a:cubicBezTo>
                    <a:pt x="20136" y="11887"/>
                    <a:pt x="20170" y="11986"/>
                    <a:pt x="20190" y="12033"/>
                  </a:cubicBezTo>
                  <a:cubicBezTo>
                    <a:pt x="20222" y="12109"/>
                    <a:pt x="20294" y="12251"/>
                    <a:pt x="20330" y="12323"/>
                  </a:cubicBezTo>
                  <a:cubicBezTo>
                    <a:pt x="20356" y="12375"/>
                    <a:pt x="20410" y="12476"/>
                    <a:pt x="20438" y="12526"/>
                  </a:cubicBezTo>
                  <a:cubicBezTo>
                    <a:pt x="20465" y="12573"/>
                    <a:pt x="20524" y="12663"/>
                    <a:pt x="20550" y="12712"/>
                  </a:cubicBezTo>
                  <a:cubicBezTo>
                    <a:pt x="20575" y="12757"/>
                    <a:pt x="20622" y="12851"/>
                    <a:pt x="20642" y="12900"/>
                  </a:cubicBezTo>
                  <a:cubicBezTo>
                    <a:pt x="20656" y="12933"/>
                    <a:pt x="20679" y="13001"/>
                    <a:pt x="20690" y="13035"/>
                  </a:cubicBezTo>
                  <a:cubicBezTo>
                    <a:pt x="20701" y="13068"/>
                    <a:pt x="20716" y="13140"/>
                    <a:pt x="20730" y="13171"/>
                  </a:cubicBezTo>
                  <a:cubicBezTo>
                    <a:pt x="20757" y="13232"/>
                    <a:pt x="20835" y="13330"/>
                    <a:pt x="20864" y="13387"/>
                  </a:cubicBezTo>
                  <a:cubicBezTo>
                    <a:pt x="20895" y="13446"/>
                    <a:pt x="20946" y="13570"/>
                    <a:pt x="20971" y="13634"/>
                  </a:cubicBezTo>
                  <a:cubicBezTo>
                    <a:pt x="21005" y="13722"/>
                    <a:pt x="21064" y="13905"/>
                    <a:pt x="21097" y="13995"/>
                  </a:cubicBezTo>
                  <a:cubicBezTo>
                    <a:pt x="21125" y="14074"/>
                    <a:pt x="21197" y="14223"/>
                    <a:pt x="21217" y="14307"/>
                  </a:cubicBezTo>
                  <a:cubicBezTo>
                    <a:pt x="21236" y="14387"/>
                    <a:pt x="21240" y="14557"/>
                    <a:pt x="21253" y="14639"/>
                  </a:cubicBezTo>
                  <a:cubicBezTo>
                    <a:pt x="21265" y="14706"/>
                    <a:pt x="21302" y="14833"/>
                    <a:pt x="21312" y="14900"/>
                  </a:cubicBezTo>
                  <a:cubicBezTo>
                    <a:pt x="21330" y="15017"/>
                    <a:pt x="21342" y="15255"/>
                    <a:pt x="21350" y="15373"/>
                  </a:cubicBezTo>
                  <a:cubicBezTo>
                    <a:pt x="21356" y="15467"/>
                    <a:pt x="21363" y="15654"/>
                    <a:pt x="21369" y="15747"/>
                  </a:cubicBezTo>
                  <a:cubicBezTo>
                    <a:pt x="21376" y="15849"/>
                    <a:pt x="21397" y="16053"/>
                    <a:pt x="21404" y="16155"/>
                  </a:cubicBezTo>
                  <a:cubicBezTo>
                    <a:pt x="21408" y="16227"/>
                    <a:pt x="21412" y="16372"/>
                    <a:pt x="21416" y="16445"/>
                  </a:cubicBezTo>
                  <a:cubicBezTo>
                    <a:pt x="21422" y="16568"/>
                    <a:pt x="21438" y="16813"/>
                    <a:pt x="21446" y="16936"/>
                  </a:cubicBezTo>
                  <a:cubicBezTo>
                    <a:pt x="21452" y="17033"/>
                    <a:pt x="21458" y="17229"/>
                    <a:pt x="21469" y="17326"/>
                  </a:cubicBezTo>
                  <a:cubicBezTo>
                    <a:pt x="21477" y="17402"/>
                    <a:pt x="21507" y="17550"/>
                    <a:pt x="21518" y="17626"/>
                  </a:cubicBezTo>
                  <a:cubicBezTo>
                    <a:pt x="21529" y="17707"/>
                    <a:pt x="21547" y="17870"/>
                    <a:pt x="21556" y="17952"/>
                  </a:cubicBezTo>
                  <a:cubicBezTo>
                    <a:pt x="21562" y="18015"/>
                    <a:pt x="21575" y="18138"/>
                    <a:pt x="21578" y="18202"/>
                  </a:cubicBezTo>
                  <a:cubicBezTo>
                    <a:pt x="21581" y="18265"/>
                    <a:pt x="21581" y="18393"/>
                    <a:pt x="21579" y="18457"/>
                  </a:cubicBezTo>
                  <a:cubicBezTo>
                    <a:pt x="21578" y="18481"/>
                    <a:pt x="21571" y="18528"/>
                    <a:pt x="21572" y="18551"/>
                  </a:cubicBezTo>
                  <a:cubicBezTo>
                    <a:pt x="21573" y="18582"/>
                    <a:pt x="21589" y="18640"/>
                    <a:pt x="21591" y="18670"/>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28" name="Shape 4710"/>
            <p:cNvSpPr/>
            <p:nvPr/>
          </p:nvSpPr>
          <p:spPr>
            <a:xfrm>
              <a:off x="7179661" y="5246676"/>
              <a:ext cx="21177" cy="15726"/>
            </a:xfrm>
            <a:custGeom>
              <a:avLst/>
              <a:gdLst/>
              <a:ahLst/>
              <a:cxnLst>
                <a:cxn ang="0">
                  <a:pos x="wd2" y="hd2"/>
                </a:cxn>
                <a:cxn ang="5400000">
                  <a:pos x="wd2" y="hd2"/>
                </a:cxn>
                <a:cxn ang="10800000">
                  <a:pos x="wd2" y="hd2"/>
                </a:cxn>
                <a:cxn ang="16200000">
                  <a:pos x="wd2" y="hd2"/>
                </a:cxn>
              </a:cxnLst>
              <a:rect l="0" t="0" r="r" b="b"/>
              <a:pathLst>
                <a:path w="21005" h="21020" extrusionOk="0">
                  <a:moveTo>
                    <a:pt x="17975" y="16271"/>
                  </a:moveTo>
                  <a:cubicBezTo>
                    <a:pt x="17507" y="17593"/>
                    <a:pt x="16415" y="20928"/>
                    <a:pt x="15345" y="21018"/>
                  </a:cubicBezTo>
                  <a:cubicBezTo>
                    <a:pt x="13650" y="21138"/>
                    <a:pt x="12202" y="15160"/>
                    <a:pt x="10574" y="14349"/>
                  </a:cubicBezTo>
                  <a:cubicBezTo>
                    <a:pt x="9326" y="13778"/>
                    <a:pt x="6562" y="15520"/>
                    <a:pt x="5314" y="15070"/>
                  </a:cubicBezTo>
                  <a:cubicBezTo>
                    <a:pt x="3731" y="14529"/>
                    <a:pt x="209" y="12246"/>
                    <a:pt x="8" y="10053"/>
                  </a:cubicBezTo>
                  <a:cubicBezTo>
                    <a:pt x="-170" y="8160"/>
                    <a:pt x="2527" y="4855"/>
                    <a:pt x="3887" y="4164"/>
                  </a:cubicBezTo>
                  <a:cubicBezTo>
                    <a:pt x="4912" y="3654"/>
                    <a:pt x="7052" y="5066"/>
                    <a:pt x="8122" y="4855"/>
                  </a:cubicBezTo>
                  <a:cubicBezTo>
                    <a:pt x="10218" y="4495"/>
                    <a:pt x="13784" y="830"/>
                    <a:pt x="15880" y="319"/>
                  </a:cubicBezTo>
                  <a:cubicBezTo>
                    <a:pt x="17083" y="79"/>
                    <a:pt x="20048" y="-462"/>
                    <a:pt x="20828" y="830"/>
                  </a:cubicBezTo>
                  <a:cubicBezTo>
                    <a:pt x="21430" y="1881"/>
                    <a:pt x="20315" y="4795"/>
                    <a:pt x="20115" y="6027"/>
                  </a:cubicBezTo>
                  <a:cubicBezTo>
                    <a:pt x="19647" y="8641"/>
                    <a:pt x="18867" y="13898"/>
                    <a:pt x="17975" y="1627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29" name="Shape 4711"/>
            <p:cNvSpPr/>
            <p:nvPr/>
          </p:nvSpPr>
          <p:spPr>
            <a:xfrm>
              <a:off x="7179661" y="5246676"/>
              <a:ext cx="21177" cy="15726"/>
            </a:xfrm>
            <a:custGeom>
              <a:avLst/>
              <a:gdLst/>
              <a:ahLst/>
              <a:cxnLst>
                <a:cxn ang="0">
                  <a:pos x="wd2" y="hd2"/>
                </a:cxn>
                <a:cxn ang="5400000">
                  <a:pos x="wd2" y="hd2"/>
                </a:cxn>
                <a:cxn ang="10800000">
                  <a:pos x="wd2" y="hd2"/>
                </a:cxn>
                <a:cxn ang="16200000">
                  <a:pos x="wd2" y="hd2"/>
                </a:cxn>
              </a:cxnLst>
              <a:rect l="0" t="0" r="r" b="b"/>
              <a:pathLst>
                <a:path w="21005" h="21020" extrusionOk="0">
                  <a:moveTo>
                    <a:pt x="17975" y="16271"/>
                  </a:moveTo>
                  <a:cubicBezTo>
                    <a:pt x="17507" y="17593"/>
                    <a:pt x="16415" y="20928"/>
                    <a:pt x="15345" y="21018"/>
                  </a:cubicBezTo>
                  <a:cubicBezTo>
                    <a:pt x="13650" y="21138"/>
                    <a:pt x="12202" y="15160"/>
                    <a:pt x="10574" y="14349"/>
                  </a:cubicBezTo>
                  <a:cubicBezTo>
                    <a:pt x="9326" y="13778"/>
                    <a:pt x="6562" y="15520"/>
                    <a:pt x="5314" y="15070"/>
                  </a:cubicBezTo>
                  <a:cubicBezTo>
                    <a:pt x="3731" y="14529"/>
                    <a:pt x="209" y="12246"/>
                    <a:pt x="8" y="10053"/>
                  </a:cubicBezTo>
                  <a:cubicBezTo>
                    <a:pt x="-170" y="8160"/>
                    <a:pt x="2527" y="4855"/>
                    <a:pt x="3887" y="4164"/>
                  </a:cubicBezTo>
                  <a:cubicBezTo>
                    <a:pt x="4912" y="3654"/>
                    <a:pt x="7052" y="5066"/>
                    <a:pt x="8122" y="4855"/>
                  </a:cubicBezTo>
                  <a:cubicBezTo>
                    <a:pt x="10218" y="4495"/>
                    <a:pt x="13784" y="830"/>
                    <a:pt x="15880" y="319"/>
                  </a:cubicBezTo>
                  <a:cubicBezTo>
                    <a:pt x="17083" y="79"/>
                    <a:pt x="20026" y="-462"/>
                    <a:pt x="20828" y="830"/>
                  </a:cubicBezTo>
                  <a:cubicBezTo>
                    <a:pt x="21430" y="1881"/>
                    <a:pt x="20315" y="4795"/>
                    <a:pt x="20115" y="6027"/>
                  </a:cubicBezTo>
                  <a:cubicBezTo>
                    <a:pt x="19647" y="8641"/>
                    <a:pt x="18867" y="13898"/>
                    <a:pt x="17975" y="1627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30" name="Shape 4712"/>
            <p:cNvSpPr/>
            <p:nvPr/>
          </p:nvSpPr>
          <p:spPr>
            <a:xfrm>
              <a:off x="7225685" y="5246676"/>
              <a:ext cx="27817" cy="15806"/>
            </a:xfrm>
            <a:custGeom>
              <a:avLst/>
              <a:gdLst/>
              <a:ahLst/>
              <a:cxnLst>
                <a:cxn ang="0">
                  <a:pos x="wd2" y="hd2"/>
                </a:cxn>
                <a:cxn ang="5400000">
                  <a:pos x="wd2" y="hd2"/>
                </a:cxn>
                <a:cxn ang="10800000">
                  <a:pos x="wd2" y="hd2"/>
                </a:cxn>
                <a:cxn ang="16200000">
                  <a:pos x="wd2" y="hd2"/>
                </a:cxn>
              </a:cxnLst>
              <a:rect l="0" t="0" r="r" b="b"/>
              <a:pathLst>
                <a:path w="21237" h="20122" extrusionOk="0">
                  <a:moveTo>
                    <a:pt x="20054" y="280"/>
                  </a:moveTo>
                  <a:cubicBezTo>
                    <a:pt x="18579" y="-1007"/>
                    <a:pt x="15182" y="2483"/>
                    <a:pt x="13706" y="3656"/>
                  </a:cubicBezTo>
                  <a:cubicBezTo>
                    <a:pt x="11922" y="5087"/>
                    <a:pt x="8868" y="9607"/>
                    <a:pt x="7050" y="10866"/>
                  </a:cubicBezTo>
                  <a:cubicBezTo>
                    <a:pt x="5471" y="12039"/>
                    <a:pt x="1474" y="11152"/>
                    <a:pt x="393" y="13383"/>
                  </a:cubicBezTo>
                  <a:cubicBezTo>
                    <a:pt x="-122" y="14442"/>
                    <a:pt x="-139" y="17818"/>
                    <a:pt x="393" y="18819"/>
                  </a:cubicBezTo>
                  <a:cubicBezTo>
                    <a:pt x="1319" y="20593"/>
                    <a:pt x="4562" y="20107"/>
                    <a:pt x="5969" y="19906"/>
                  </a:cubicBezTo>
                  <a:cubicBezTo>
                    <a:pt x="7770" y="19763"/>
                    <a:pt x="11459" y="18361"/>
                    <a:pt x="13003" y="16788"/>
                  </a:cubicBezTo>
                  <a:cubicBezTo>
                    <a:pt x="13844" y="15901"/>
                    <a:pt x="14839" y="12868"/>
                    <a:pt x="15593" y="11781"/>
                  </a:cubicBezTo>
                  <a:cubicBezTo>
                    <a:pt x="16829" y="10036"/>
                    <a:pt x="20569" y="8692"/>
                    <a:pt x="21152" y="6174"/>
                  </a:cubicBezTo>
                  <a:cubicBezTo>
                    <a:pt x="21461" y="4743"/>
                    <a:pt x="20895" y="996"/>
                    <a:pt x="20054" y="28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31" name="Shape 4713"/>
            <p:cNvSpPr/>
            <p:nvPr/>
          </p:nvSpPr>
          <p:spPr>
            <a:xfrm>
              <a:off x="7225685" y="5246676"/>
              <a:ext cx="27817" cy="15806"/>
            </a:xfrm>
            <a:custGeom>
              <a:avLst/>
              <a:gdLst/>
              <a:ahLst/>
              <a:cxnLst>
                <a:cxn ang="0">
                  <a:pos x="wd2" y="hd2"/>
                </a:cxn>
                <a:cxn ang="5400000">
                  <a:pos x="wd2" y="hd2"/>
                </a:cxn>
                <a:cxn ang="10800000">
                  <a:pos x="wd2" y="hd2"/>
                </a:cxn>
                <a:cxn ang="16200000">
                  <a:pos x="wd2" y="hd2"/>
                </a:cxn>
              </a:cxnLst>
              <a:rect l="0" t="0" r="r" b="b"/>
              <a:pathLst>
                <a:path w="21237" h="20122" extrusionOk="0">
                  <a:moveTo>
                    <a:pt x="20054" y="280"/>
                  </a:moveTo>
                  <a:cubicBezTo>
                    <a:pt x="18579" y="-1007"/>
                    <a:pt x="15182" y="2483"/>
                    <a:pt x="13706" y="3656"/>
                  </a:cubicBezTo>
                  <a:cubicBezTo>
                    <a:pt x="11922" y="5087"/>
                    <a:pt x="8868" y="9607"/>
                    <a:pt x="7050" y="10866"/>
                  </a:cubicBezTo>
                  <a:cubicBezTo>
                    <a:pt x="5471" y="12039"/>
                    <a:pt x="1474" y="11152"/>
                    <a:pt x="393" y="13383"/>
                  </a:cubicBezTo>
                  <a:cubicBezTo>
                    <a:pt x="-122" y="14442"/>
                    <a:pt x="-139" y="17818"/>
                    <a:pt x="393" y="18819"/>
                  </a:cubicBezTo>
                  <a:cubicBezTo>
                    <a:pt x="1319" y="20593"/>
                    <a:pt x="4562" y="20107"/>
                    <a:pt x="5969" y="19906"/>
                  </a:cubicBezTo>
                  <a:cubicBezTo>
                    <a:pt x="7770" y="19763"/>
                    <a:pt x="11459" y="18361"/>
                    <a:pt x="13003" y="16788"/>
                  </a:cubicBezTo>
                  <a:cubicBezTo>
                    <a:pt x="13844" y="15901"/>
                    <a:pt x="14839" y="12868"/>
                    <a:pt x="15593" y="11781"/>
                  </a:cubicBezTo>
                  <a:cubicBezTo>
                    <a:pt x="16829" y="10036"/>
                    <a:pt x="20569" y="8692"/>
                    <a:pt x="21152" y="6174"/>
                  </a:cubicBezTo>
                  <a:cubicBezTo>
                    <a:pt x="21461" y="4743"/>
                    <a:pt x="20895" y="996"/>
                    <a:pt x="20054" y="28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32" name="Shape 4714"/>
            <p:cNvSpPr/>
            <p:nvPr/>
          </p:nvSpPr>
          <p:spPr>
            <a:xfrm>
              <a:off x="7271708" y="5223664"/>
              <a:ext cx="48571" cy="10501"/>
            </a:xfrm>
            <a:custGeom>
              <a:avLst/>
              <a:gdLst/>
              <a:ahLst/>
              <a:cxnLst>
                <a:cxn ang="0">
                  <a:pos x="wd2" y="hd2"/>
                </a:cxn>
                <a:cxn ang="5400000">
                  <a:pos x="wd2" y="hd2"/>
                </a:cxn>
                <a:cxn ang="10800000">
                  <a:pos x="wd2" y="hd2"/>
                </a:cxn>
                <a:cxn ang="16200000">
                  <a:pos x="wd2" y="hd2"/>
                </a:cxn>
              </a:cxnLst>
              <a:rect l="0" t="0" r="r" b="b"/>
              <a:pathLst>
                <a:path w="21298" h="19636" extrusionOk="0">
                  <a:moveTo>
                    <a:pt x="74" y="6325"/>
                  </a:moveTo>
                  <a:cubicBezTo>
                    <a:pt x="-94" y="7543"/>
                    <a:pt x="44" y="11031"/>
                    <a:pt x="300" y="11914"/>
                  </a:cubicBezTo>
                  <a:cubicBezTo>
                    <a:pt x="734" y="13595"/>
                    <a:pt x="1995" y="12712"/>
                    <a:pt x="2557" y="12586"/>
                  </a:cubicBezTo>
                  <a:cubicBezTo>
                    <a:pt x="3325" y="12418"/>
                    <a:pt x="4833" y="10317"/>
                    <a:pt x="5602" y="10611"/>
                  </a:cubicBezTo>
                  <a:cubicBezTo>
                    <a:pt x="6351" y="10863"/>
                    <a:pt x="7750" y="13889"/>
                    <a:pt x="8479" y="14645"/>
                  </a:cubicBezTo>
                  <a:cubicBezTo>
                    <a:pt x="9859" y="16032"/>
                    <a:pt x="12677" y="17839"/>
                    <a:pt x="14086" y="18259"/>
                  </a:cubicBezTo>
                  <a:cubicBezTo>
                    <a:pt x="15594" y="18680"/>
                    <a:pt x="18875" y="21327"/>
                    <a:pt x="20176" y="17923"/>
                  </a:cubicBezTo>
                  <a:cubicBezTo>
                    <a:pt x="20678" y="16620"/>
                    <a:pt x="21506" y="11283"/>
                    <a:pt x="21250" y="8972"/>
                  </a:cubicBezTo>
                  <a:cubicBezTo>
                    <a:pt x="20856" y="5106"/>
                    <a:pt x="18432" y="4812"/>
                    <a:pt x="17446" y="4350"/>
                  </a:cubicBezTo>
                  <a:cubicBezTo>
                    <a:pt x="16342" y="3761"/>
                    <a:pt x="14115" y="5904"/>
                    <a:pt x="13012" y="5316"/>
                  </a:cubicBezTo>
                  <a:cubicBezTo>
                    <a:pt x="12046" y="4812"/>
                    <a:pt x="10292" y="946"/>
                    <a:pt x="9326" y="357"/>
                  </a:cubicBezTo>
                  <a:cubicBezTo>
                    <a:pt x="8499" y="-273"/>
                    <a:pt x="6764" y="63"/>
                    <a:pt x="5917" y="357"/>
                  </a:cubicBezTo>
                  <a:cubicBezTo>
                    <a:pt x="5109" y="567"/>
                    <a:pt x="3503" y="1198"/>
                    <a:pt x="2724" y="1954"/>
                  </a:cubicBezTo>
                  <a:cubicBezTo>
                    <a:pt x="2034" y="2711"/>
                    <a:pt x="428" y="3677"/>
                    <a:pt x="74" y="632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33" name="Shape 4715"/>
            <p:cNvSpPr/>
            <p:nvPr/>
          </p:nvSpPr>
          <p:spPr>
            <a:xfrm>
              <a:off x="7271708" y="5223664"/>
              <a:ext cx="48571" cy="10496"/>
            </a:xfrm>
            <a:custGeom>
              <a:avLst/>
              <a:gdLst/>
              <a:ahLst/>
              <a:cxnLst>
                <a:cxn ang="0">
                  <a:pos x="wd2" y="hd2"/>
                </a:cxn>
                <a:cxn ang="5400000">
                  <a:pos x="wd2" y="hd2"/>
                </a:cxn>
                <a:cxn ang="10800000">
                  <a:pos x="wd2" y="hd2"/>
                </a:cxn>
                <a:cxn ang="16200000">
                  <a:pos x="wd2" y="hd2"/>
                </a:cxn>
              </a:cxnLst>
              <a:rect l="0" t="0" r="r" b="b"/>
              <a:pathLst>
                <a:path w="21298" h="19627" extrusionOk="0">
                  <a:moveTo>
                    <a:pt x="74" y="6325"/>
                  </a:moveTo>
                  <a:cubicBezTo>
                    <a:pt x="-94" y="7543"/>
                    <a:pt x="44" y="11031"/>
                    <a:pt x="300" y="11914"/>
                  </a:cubicBezTo>
                  <a:cubicBezTo>
                    <a:pt x="734" y="13595"/>
                    <a:pt x="1995" y="12712"/>
                    <a:pt x="2557" y="12586"/>
                  </a:cubicBezTo>
                  <a:cubicBezTo>
                    <a:pt x="3325" y="12418"/>
                    <a:pt x="4833" y="10317"/>
                    <a:pt x="5602" y="10611"/>
                  </a:cubicBezTo>
                  <a:cubicBezTo>
                    <a:pt x="6351" y="10863"/>
                    <a:pt x="7750" y="13889"/>
                    <a:pt x="8469" y="14645"/>
                  </a:cubicBezTo>
                  <a:cubicBezTo>
                    <a:pt x="9859" y="16032"/>
                    <a:pt x="12677" y="17839"/>
                    <a:pt x="14086" y="18259"/>
                  </a:cubicBezTo>
                  <a:cubicBezTo>
                    <a:pt x="15594" y="18680"/>
                    <a:pt x="18885" y="21327"/>
                    <a:pt x="20176" y="17881"/>
                  </a:cubicBezTo>
                  <a:cubicBezTo>
                    <a:pt x="20678" y="16620"/>
                    <a:pt x="21506" y="11283"/>
                    <a:pt x="21250" y="8972"/>
                  </a:cubicBezTo>
                  <a:cubicBezTo>
                    <a:pt x="20856" y="5106"/>
                    <a:pt x="18432" y="4812"/>
                    <a:pt x="17446" y="4350"/>
                  </a:cubicBezTo>
                  <a:cubicBezTo>
                    <a:pt x="16342" y="3761"/>
                    <a:pt x="14115" y="5904"/>
                    <a:pt x="13012" y="5316"/>
                  </a:cubicBezTo>
                  <a:cubicBezTo>
                    <a:pt x="12046" y="4812"/>
                    <a:pt x="10292" y="946"/>
                    <a:pt x="9326" y="357"/>
                  </a:cubicBezTo>
                  <a:cubicBezTo>
                    <a:pt x="8499" y="-273"/>
                    <a:pt x="6764" y="63"/>
                    <a:pt x="5917" y="357"/>
                  </a:cubicBezTo>
                  <a:cubicBezTo>
                    <a:pt x="5109" y="567"/>
                    <a:pt x="3503" y="1198"/>
                    <a:pt x="2724" y="1954"/>
                  </a:cubicBezTo>
                  <a:cubicBezTo>
                    <a:pt x="2025" y="2711"/>
                    <a:pt x="428" y="3677"/>
                    <a:pt x="74" y="632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34" name="Shape 4716"/>
            <p:cNvSpPr/>
            <p:nvPr/>
          </p:nvSpPr>
          <p:spPr>
            <a:xfrm>
              <a:off x="7317732" y="5223664"/>
              <a:ext cx="32147" cy="9545"/>
            </a:xfrm>
            <a:custGeom>
              <a:avLst/>
              <a:gdLst/>
              <a:ahLst/>
              <a:cxnLst>
                <a:cxn ang="0">
                  <a:pos x="wd2" y="hd2"/>
                </a:cxn>
                <a:cxn ang="5400000">
                  <a:pos x="wd2" y="hd2"/>
                </a:cxn>
                <a:cxn ang="10800000">
                  <a:pos x="wd2" y="hd2"/>
                </a:cxn>
                <a:cxn ang="16200000">
                  <a:pos x="wd2" y="hd2"/>
                </a:cxn>
              </a:cxnLst>
              <a:rect l="0" t="0" r="r" b="b"/>
              <a:pathLst>
                <a:path w="21383" h="20252" extrusionOk="0">
                  <a:moveTo>
                    <a:pt x="2" y="12551"/>
                  </a:moveTo>
                  <a:cubicBezTo>
                    <a:pt x="196" y="18369"/>
                    <a:pt x="5174" y="18845"/>
                    <a:pt x="6997" y="19751"/>
                  </a:cubicBezTo>
                  <a:cubicBezTo>
                    <a:pt x="8417" y="20419"/>
                    <a:pt x="11332" y="20419"/>
                    <a:pt x="12797" y="19751"/>
                  </a:cubicBezTo>
                  <a:cubicBezTo>
                    <a:pt x="14905" y="18607"/>
                    <a:pt x="19793" y="17034"/>
                    <a:pt x="21049" y="11407"/>
                  </a:cubicBezTo>
                  <a:cubicBezTo>
                    <a:pt x="21512" y="9309"/>
                    <a:pt x="21512" y="3015"/>
                    <a:pt x="20929" y="1298"/>
                  </a:cubicBezTo>
                  <a:cubicBezTo>
                    <a:pt x="20107" y="-1181"/>
                    <a:pt x="17491" y="440"/>
                    <a:pt x="16445" y="1632"/>
                  </a:cubicBezTo>
                  <a:cubicBezTo>
                    <a:pt x="15712" y="2443"/>
                    <a:pt x="14696" y="6734"/>
                    <a:pt x="13948" y="7640"/>
                  </a:cubicBezTo>
                  <a:cubicBezTo>
                    <a:pt x="12872" y="9023"/>
                    <a:pt x="10495" y="9452"/>
                    <a:pt x="9359" y="9166"/>
                  </a:cubicBezTo>
                  <a:cubicBezTo>
                    <a:pt x="8014" y="8832"/>
                    <a:pt x="5473" y="4398"/>
                    <a:pt x="4157" y="5018"/>
                  </a:cubicBezTo>
                  <a:cubicBezTo>
                    <a:pt x="2961" y="5542"/>
                    <a:pt x="-88" y="8785"/>
                    <a:pt x="2" y="1255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35" name="Shape 4717"/>
            <p:cNvSpPr/>
            <p:nvPr/>
          </p:nvSpPr>
          <p:spPr>
            <a:xfrm>
              <a:off x="7317732" y="5223664"/>
              <a:ext cx="32147" cy="9545"/>
            </a:xfrm>
            <a:custGeom>
              <a:avLst/>
              <a:gdLst/>
              <a:ahLst/>
              <a:cxnLst>
                <a:cxn ang="0">
                  <a:pos x="wd2" y="hd2"/>
                </a:cxn>
                <a:cxn ang="5400000">
                  <a:pos x="wd2" y="hd2"/>
                </a:cxn>
                <a:cxn ang="10800000">
                  <a:pos x="wd2" y="hd2"/>
                </a:cxn>
                <a:cxn ang="16200000">
                  <a:pos x="wd2" y="hd2"/>
                </a:cxn>
              </a:cxnLst>
              <a:rect l="0" t="0" r="r" b="b"/>
              <a:pathLst>
                <a:path w="21383" h="20252" extrusionOk="0">
                  <a:moveTo>
                    <a:pt x="2" y="12551"/>
                  </a:moveTo>
                  <a:cubicBezTo>
                    <a:pt x="196" y="18369"/>
                    <a:pt x="5174" y="18845"/>
                    <a:pt x="6997" y="19751"/>
                  </a:cubicBezTo>
                  <a:cubicBezTo>
                    <a:pt x="8417" y="20419"/>
                    <a:pt x="11332" y="20419"/>
                    <a:pt x="12797" y="19751"/>
                  </a:cubicBezTo>
                  <a:cubicBezTo>
                    <a:pt x="14905" y="18607"/>
                    <a:pt x="19793" y="17034"/>
                    <a:pt x="21049" y="11407"/>
                  </a:cubicBezTo>
                  <a:cubicBezTo>
                    <a:pt x="21512" y="9309"/>
                    <a:pt x="21512" y="3015"/>
                    <a:pt x="20929" y="1298"/>
                  </a:cubicBezTo>
                  <a:cubicBezTo>
                    <a:pt x="20092" y="-1181"/>
                    <a:pt x="17491" y="440"/>
                    <a:pt x="16445" y="1632"/>
                  </a:cubicBezTo>
                  <a:cubicBezTo>
                    <a:pt x="15712" y="2443"/>
                    <a:pt x="14696" y="6734"/>
                    <a:pt x="13948" y="7640"/>
                  </a:cubicBezTo>
                  <a:cubicBezTo>
                    <a:pt x="12872" y="9023"/>
                    <a:pt x="10495" y="9452"/>
                    <a:pt x="9359" y="9166"/>
                  </a:cubicBezTo>
                  <a:cubicBezTo>
                    <a:pt x="8014" y="8832"/>
                    <a:pt x="5473" y="4398"/>
                    <a:pt x="4157" y="5018"/>
                  </a:cubicBezTo>
                  <a:cubicBezTo>
                    <a:pt x="2961" y="5542"/>
                    <a:pt x="-88" y="8785"/>
                    <a:pt x="2" y="1255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36" name="Shape 4718"/>
            <p:cNvSpPr/>
            <p:nvPr/>
          </p:nvSpPr>
          <p:spPr>
            <a:xfrm>
              <a:off x="6604368" y="4004042"/>
              <a:ext cx="745122" cy="1279307"/>
            </a:xfrm>
            <a:custGeom>
              <a:avLst/>
              <a:gdLst/>
              <a:ahLst/>
              <a:cxnLst>
                <a:cxn ang="0">
                  <a:pos x="wd2" y="hd2"/>
                </a:cxn>
                <a:cxn ang="5400000">
                  <a:pos x="wd2" y="hd2"/>
                </a:cxn>
                <a:cxn ang="10800000">
                  <a:pos x="wd2" y="hd2"/>
                </a:cxn>
                <a:cxn ang="16200000">
                  <a:pos x="wd2" y="hd2"/>
                </a:cxn>
              </a:cxnLst>
              <a:rect l="0" t="0" r="r" b="b"/>
              <a:pathLst>
                <a:path w="21593" h="21597" extrusionOk="0">
                  <a:moveTo>
                    <a:pt x="1941" y="9900"/>
                  </a:moveTo>
                  <a:cubicBezTo>
                    <a:pt x="1941" y="9868"/>
                    <a:pt x="1940" y="9833"/>
                    <a:pt x="1960" y="9816"/>
                  </a:cubicBezTo>
                  <a:cubicBezTo>
                    <a:pt x="1986" y="9796"/>
                    <a:pt x="2091" y="9791"/>
                    <a:pt x="2120" y="9771"/>
                  </a:cubicBezTo>
                  <a:cubicBezTo>
                    <a:pt x="2156" y="9748"/>
                    <a:pt x="2204" y="9682"/>
                    <a:pt x="2188" y="9652"/>
                  </a:cubicBezTo>
                  <a:cubicBezTo>
                    <a:pt x="2166" y="9612"/>
                    <a:pt x="2024" y="9569"/>
                    <a:pt x="1960" y="9550"/>
                  </a:cubicBezTo>
                  <a:cubicBezTo>
                    <a:pt x="1914" y="9536"/>
                    <a:pt x="1807" y="9526"/>
                    <a:pt x="1760" y="9514"/>
                  </a:cubicBezTo>
                  <a:cubicBezTo>
                    <a:pt x="1711" y="9500"/>
                    <a:pt x="1603" y="9473"/>
                    <a:pt x="1579" y="9444"/>
                  </a:cubicBezTo>
                  <a:cubicBezTo>
                    <a:pt x="1560" y="9419"/>
                    <a:pt x="1575" y="9358"/>
                    <a:pt x="1600" y="9334"/>
                  </a:cubicBezTo>
                  <a:cubicBezTo>
                    <a:pt x="1626" y="9309"/>
                    <a:pt x="1720" y="9275"/>
                    <a:pt x="1770" y="9270"/>
                  </a:cubicBezTo>
                  <a:cubicBezTo>
                    <a:pt x="1812" y="9268"/>
                    <a:pt x="1889" y="9295"/>
                    <a:pt x="1930" y="9300"/>
                  </a:cubicBezTo>
                  <a:cubicBezTo>
                    <a:pt x="1991" y="9309"/>
                    <a:pt x="2119" y="9332"/>
                    <a:pt x="2177" y="9319"/>
                  </a:cubicBezTo>
                  <a:cubicBezTo>
                    <a:pt x="2207" y="9311"/>
                    <a:pt x="2246" y="9278"/>
                    <a:pt x="2259" y="9261"/>
                  </a:cubicBezTo>
                  <a:cubicBezTo>
                    <a:pt x="2284" y="9232"/>
                    <a:pt x="2302" y="9163"/>
                    <a:pt x="2305" y="9130"/>
                  </a:cubicBezTo>
                  <a:cubicBezTo>
                    <a:pt x="2307" y="9101"/>
                    <a:pt x="2291" y="9044"/>
                    <a:pt x="2285" y="9016"/>
                  </a:cubicBezTo>
                  <a:cubicBezTo>
                    <a:pt x="2280" y="8990"/>
                    <a:pt x="2238" y="8937"/>
                    <a:pt x="2259" y="8914"/>
                  </a:cubicBezTo>
                  <a:cubicBezTo>
                    <a:pt x="2279" y="8892"/>
                    <a:pt x="2378" y="8888"/>
                    <a:pt x="2409" y="8872"/>
                  </a:cubicBezTo>
                  <a:cubicBezTo>
                    <a:pt x="2438" y="8856"/>
                    <a:pt x="2470" y="8812"/>
                    <a:pt x="2486" y="8791"/>
                  </a:cubicBezTo>
                  <a:cubicBezTo>
                    <a:pt x="2503" y="8768"/>
                    <a:pt x="2542" y="8720"/>
                    <a:pt x="2537" y="8695"/>
                  </a:cubicBezTo>
                  <a:cubicBezTo>
                    <a:pt x="2531" y="8672"/>
                    <a:pt x="2490" y="8626"/>
                    <a:pt x="2455" y="8614"/>
                  </a:cubicBezTo>
                  <a:cubicBezTo>
                    <a:pt x="2421" y="8602"/>
                    <a:pt x="2330" y="8602"/>
                    <a:pt x="2296" y="8614"/>
                  </a:cubicBezTo>
                  <a:cubicBezTo>
                    <a:pt x="2257" y="8627"/>
                    <a:pt x="2232" y="8681"/>
                    <a:pt x="2212" y="8704"/>
                  </a:cubicBezTo>
                  <a:cubicBezTo>
                    <a:pt x="2191" y="8729"/>
                    <a:pt x="2184" y="8801"/>
                    <a:pt x="2136" y="8809"/>
                  </a:cubicBezTo>
                  <a:cubicBezTo>
                    <a:pt x="2095" y="8815"/>
                    <a:pt x="2027" y="8766"/>
                    <a:pt x="2003" y="8746"/>
                  </a:cubicBezTo>
                  <a:cubicBezTo>
                    <a:pt x="1977" y="8724"/>
                    <a:pt x="1961" y="8671"/>
                    <a:pt x="1945" y="8647"/>
                  </a:cubicBezTo>
                  <a:cubicBezTo>
                    <a:pt x="1919" y="8608"/>
                    <a:pt x="1835" y="8535"/>
                    <a:pt x="1828" y="8494"/>
                  </a:cubicBezTo>
                  <a:cubicBezTo>
                    <a:pt x="1820" y="8460"/>
                    <a:pt x="1846" y="8392"/>
                    <a:pt x="1872" y="8362"/>
                  </a:cubicBezTo>
                  <a:cubicBezTo>
                    <a:pt x="1893" y="8339"/>
                    <a:pt x="1969" y="8307"/>
                    <a:pt x="1996" y="8287"/>
                  </a:cubicBezTo>
                  <a:cubicBezTo>
                    <a:pt x="2024" y="8266"/>
                    <a:pt x="2059" y="8216"/>
                    <a:pt x="2089" y="8197"/>
                  </a:cubicBezTo>
                  <a:cubicBezTo>
                    <a:pt x="2120" y="8178"/>
                    <a:pt x="2207" y="8156"/>
                    <a:pt x="2238" y="8137"/>
                  </a:cubicBezTo>
                  <a:cubicBezTo>
                    <a:pt x="2268" y="8119"/>
                    <a:pt x="2320" y="8078"/>
                    <a:pt x="2331" y="8053"/>
                  </a:cubicBezTo>
                  <a:cubicBezTo>
                    <a:pt x="2345" y="8023"/>
                    <a:pt x="2341" y="7957"/>
                    <a:pt x="2317" y="7930"/>
                  </a:cubicBezTo>
                  <a:cubicBezTo>
                    <a:pt x="2298" y="7912"/>
                    <a:pt x="2234" y="7884"/>
                    <a:pt x="2198" y="7882"/>
                  </a:cubicBezTo>
                  <a:cubicBezTo>
                    <a:pt x="2172" y="7882"/>
                    <a:pt x="2126" y="7898"/>
                    <a:pt x="2109" y="7909"/>
                  </a:cubicBezTo>
                  <a:cubicBezTo>
                    <a:pt x="2080" y="7929"/>
                    <a:pt x="2061" y="7983"/>
                    <a:pt x="2043" y="8008"/>
                  </a:cubicBezTo>
                  <a:cubicBezTo>
                    <a:pt x="2027" y="8031"/>
                    <a:pt x="1999" y="8078"/>
                    <a:pt x="1975" y="8098"/>
                  </a:cubicBezTo>
                  <a:cubicBezTo>
                    <a:pt x="1949" y="8123"/>
                    <a:pt x="1874" y="8166"/>
                    <a:pt x="1837" y="8189"/>
                  </a:cubicBezTo>
                  <a:cubicBezTo>
                    <a:pt x="1803" y="8207"/>
                    <a:pt x="1742" y="8252"/>
                    <a:pt x="1699" y="8263"/>
                  </a:cubicBezTo>
                  <a:cubicBezTo>
                    <a:pt x="1663" y="8272"/>
                    <a:pt x="1579" y="8274"/>
                    <a:pt x="1543" y="8266"/>
                  </a:cubicBezTo>
                  <a:cubicBezTo>
                    <a:pt x="1503" y="8257"/>
                    <a:pt x="1433" y="8221"/>
                    <a:pt x="1415" y="8197"/>
                  </a:cubicBezTo>
                  <a:cubicBezTo>
                    <a:pt x="1396" y="8172"/>
                    <a:pt x="1391" y="8112"/>
                    <a:pt x="1415" y="8089"/>
                  </a:cubicBezTo>
                  <a:cubicBezTo>
                    <a:pt x="1431" y="8074"/>
                    <a:pt x="1490" y="8063"/>
                    <a:pt x="1518" y="8059"/>
                  </a:cubicBezTo>
                  <a:cubicBezTo>
                    <a:pt x="1560" y="8053"/>
                    <a:pt x="1647" y="8067"/>
                    <a:pt x="1687" y="8059"/>
                  </a:cubicBezTo>
                  <a:cubicBezTo>
                    <a:pt x="1720" y="8053"/>
                    <a:pt x="1784" y="8031"/>
                    <a:pt x="1801" y="8014"/>
                  </a:cubicBezTo>
                  <a:cubicBezTo>
                    <a:pt x="1816" y="7999"/>
                    <a:pt x="1810" y="7962"/>
                    <a:pt x="1811" y="7945"/>
                  </a:cubicBezTo>
                  <a:cubicBezTo>
                    <a:pt x="1815" y="7916"/>
                    <a:pt x="1842" y="7853"/>
                    <a:pt x="1822" y="7825"/>
                  </a:cubicBezTo>
                  <a:cubicBezTo>
                    <a:pt x="1805" y="7803"/>
                    <a:pt x="1732" y="7773"/>
                    <a:pt x="1693" y="7765"/>
                  </a:cubicBezTo>
                  <a:cubicBezTo>
                    <a:pt x="1669" y="7761"/>
                    <a:pt x="1609" y="7756"/>
                    <a:pt x="1589" y="7765"/>
                  </a:cubicBezTo>
                  <a:cubicBezTo>
                    <a:pt x="1566" y="7776"/>
                    <a:pt x="1570" y="7817"/>
                    <a:pt x="1565" y="7834"/>
                  </a:cubicBezTo>
                  <a:cubicBezTo>
                    <a:pt x="1555" y="7866"/>
                    <a:pt x="1566" y="7936"/>
                    <a:pt x="1533" y="7963"/>
                  </a:cubicBezTo>
                  <a:cubicBezTo>
                    <a:pt x="1513" y="7980"/>
                    <a:pt x="1440" y="7996"/>
                    <a:pt x="1404" y="8002"/>
                  </a:cubicBezTo>
                  <a:cubicBezTo>
                    <a:pt x="1362" y="8009"/>
                    <a:pt x="1263" y="8028"/>
                    <a:pt x="1229" y="8011"/>
                  </a:cubicBezTo>
                  <a:cubicBezTo>
                    <a:pt x="1198" y="7995"/>
                    <a:pt x="1208" y="7932"/>
                    <a:pt x="1225" y="7909"/>
                  </a:cubicBezTo>
                  <a:cubicBezTo>
                    <a:pt x="1239" y="7888"/>
                    <a:pt x="1318" y="7864"/>
                    <a:pt x="1342" y="7846"/>
                  </a:cubicBezTo>
                  <a:cubicBezTo>
                    <a:pt x="1368" y="7827"/>
                    <a:pt x="1418" y="7786"/>
                    <a:pt x="1424" y="7762"/>
                  </a:cubicBezTo>
                  <a:cubicBezTo>
                    <a:pt x="1431" y="7743"/>
                    <a:pt x="1422" y="7701"/>
                    <a:pt x="1404" y="7684"/>
                  </a:cubicBezTo>
                  <a:cubicBezTo>
                    <a:pt x="1377" y="7656"/>
                    <a:pt x="1273" y="7626"/>
                    <a:pt x="1229" y="7607"/>
                  </a:cubicBezTo>
                  <a:cubicBezTo>
                    <a:pt x="1200" y="7592"/>
                    <a:pt x="1123" y="7571"/>
                    <a:pt x="1111" y="7549"/>
                  </a:cubicBezTo>
                  <a:cubicBezTo>
                    <a:pt x="1094" y="7517"/>
                    <a:pt x="1142" y="7445"/>
                    <a:pt x="1179" y="7418"/>
                  </a:cubicBezTo>
                  <a:cubicBezTo>
                    <a:pt x="1217" y="7389"/>
                    <a:pt x="1329" y="7353"/>
                    <a:pt x="1389" y="7345"/>
                  </a:cubicBezTo>
                  <a:cubicBezTo>
                    <a:pt x="1445" y="7338"/>
                    <a:pt x="1564" y="7371"/>
                    <a:pt x="1616" y="7357"/>
                  </a:cubicBezTo>
                  <a:cubicBezTo>
                    <a:pt x="1652" y="7348"/>
                    <a:pt x="1706" y="7308"/>
                    <a:pt x="1713" y="7285"/>
                  </a:cubicBezTo>
                  <a:cubicBezTo>
                    <a:pt x="1727" y="7246"/>
                    <a:pt x="1678" y="7165"/>
                    <a:pt x="1642" y="7132"/>
                  </a:cubicBezTo>
                  <a:cubicBezTo>
                    <a:pt x="1615" y="7108"/>
                    <a:pt x="1536" y="7065"/>
                    <a:pt x="1487" y="7058"/>
                  </a:cubicBezTo>
                  <a:cubicBezTo>
                    <a:pt x="1433" y="7050"/>
                    <a:pt x="1322" y="7086"/>
                    <a:pt x="1266" y="7085"/>
                  </a:cubicBezTo>
                  <a:cubicBezTo>
                    <a:pt x="1219" y="7083"/>
                    <a:pt x="1121" y="7070"/>
                    <a:pt x="1086" y="7051"/>
                  </a:cubicBezTo>
                  <a:cubicBezTo>
                    <a:pt x="1053" y="7035"/>
                    <a:pt x="1014" y="6984"/>
                    <a:pt x="1019" y="6958"/>
                  </a:cubicBezTo>
                  <a:cubicBezTo>
                    <a:pt x="1025" y="6924"/>
                    <a:pt x="1109" y="6865"/>
                    <a:pt x="1157" y="6845"/>
                  </a:cubicBezTo>
                  <a:cubicBezTo>
                    <a:pt x="1187" y="6832"/>
                    <a:pt x="1260" y="6819"/>
                    <a:pt x="1295" y="6818"/>
                  </a:cubicBezTo>
                  <a:cubicBezTo>
                    <a:pt x="1342" y="6816"/>
                    <a:pt x="1441" y="6820"/>
                    <a:pt x="1477" y="6836"/>
                  </a:cubicBezTo>
                  <a:cubicBezTo>
                    <a:pt x="1505" y="6848"/>
                    <a:pt x="1515" y="6896"/>
                    <a:pt x="1539" y="6911"/>
                  </a:cubicBezTo>
                  <a:cubicBezTo>
                    <a:pt x="1574" y="6932"/>
                    <a:pt x="1673" y="6952"/>
                    <a:pt x="1719" y="6965"/>
                  </a:cubicBezTo>
                  <a:cubicBezTo>
                    <a:pt x="1779" y="6981"/>
                    <a:pt x="1893" y="7035"/>
                    <a:pt x="1960" y="7030"/>
                  </a:cubicBezTo>
                  <a:cubicBezTo>
                    <a:pt x="2011" y="7027"/>
                    <a:pt x="2070" y="6969"/>
                    <a:pt x="2115" y="6956"/>
                  </a:cubicBezTo>
                  <a:cubicBezTo>
                    <a:pt x="2143" y="6947"/>
                    <a:pt x="2216" y="6947"/>
                    <a:pt x="2238" y="6934"/>
                  </a:cubicBezTo>
                  <a:cubicBezTo>
                    <a:pt x="2268" y="6918"/>
                    <a:pt x="2304" y="6868"/>
                    <a:pt x="2296" y="6845"/>
                  </a:cubicBezTo>
                  <a:cubicBezTo>
                    <a:pt x="2287" y="6821"/>
                    <a:pt x="2216" y="6790"/>
                    <a:pt x="2181" y="6775"/>
                  </a:cubicBezTo>
                  <a:cubicBezTo>
                    <a:pt x="2147" y="6761"/>
                    <a:pt x="2070" y="6729"/>
                    <a:pt x="2027" y="6734"/>
                  </a:cubicBezTo>
                  <a:cubicBezTo>
                    <a:pt x="1991" y="6738"/>
                    <a:pt x="1958" y="6787"/>
                    <a:pt x="1925" y="6796"/>
                  </a:cubicBezTo>
                  <a:cubicBezTo>
                    <a:pt x="1871" y="6812"/>
                    <a:pt x="1741" y="6821"/>
                    <a:pt x="1682" y="6812"/>
                  </a:cubicBezTo>
                  <a:cubicBezTo>
                    <a:pt x="1633" y="6804"/>
                    <a:pt x="1549" y="6764"/>
                    <a:pt x="1518" y="6740"/>
                  </a:cubicBezTo>
                  <a:cubicBezTo>
                    <a:pt x="1493" y="6719"/>
                    <a:pt x="1469" y="6669"/>
                    <a:pt x="1461" y="6644"/>
                  </a:cubicBezTo>
                  <a:cubicBezTo>
                    <a:pt x="1450" y="6612"/>
                    <a:pt x="1431" y="6545"/>
                    <a:pt x="1450" y="6515"/>
                  </a:cubicBezTo>
                  <a:cubicBezTo>
                    <a:pt x="1462" y="6497"/>
                    <a:pt x="1509" y="6467"/>
                    <a:pt x="1539" y="6460"/>
                  </a:cubicBezTo>
                  <a:cubicBezTo>
                    <a:pt x="1571" y="6454"/>
                    <a:pt x="1644" y="6463"/>
                    <a:pt x="1678" y="6469"/>
                  </a:cubicBezTo>
                  <a:cubicBezTo>
                    <a:pt x="1701" y="6475"/>
                    <a:pt x="1736" y="6500"/>
                    <a:pt x="1760" y="6503"/>
                  </a:cubicBezTo>
                  <a:cubicBezTo>
                    <a:pt x="1798" y="6507"/>
                    <a:pt x="1871" y="6484"/>
                    <a:pt x="1910" y="6482"/>
                  </a:cubicBezTo>
                  <a:cubicBezTo>
                    <a:pt x="1969" y="6478"/>
                    <a:pt x="2091" y="6479"/>
                    <a:pt x="2152" y="6485"/>
                  </a:cubicBezTo>
                  <a:cubicBezTo>
                    <a:pt x="2191" y="6489"/>
                    <a:pt x="2264" y="6514"/>
                    <a:pt x="2305" y="6515"/>
                  </a:cubicBezTo>
                  <a:cubicBezTo>
                    <a:pt x="2343" y="6516"/>
                    <a:pt x="2423" y="6509"/>
                    <a:pt x="2449" y="6494"/>
                  </a:cubicBezTo>
                  <a:cubicBezTo>
                    <a:pt x="2472" y="6481"/>
                    <a:pt x="2490" y="6443"/>
                    <a:pt x="2486" y="6425"/>
                  </a:cubicBezTo>
                  <a:cubicBezTo>
                    <a:pt x="2479" y="6396"/>
                    <a:pt x="2422" y="6340"/>
                    <a:pt x="2378" y="6326"/>
                  </a:cubicBezTo>
                  <a:cubicBezTo>
                    <a:pt x="2324" y="6309"/>
                    <a:pt x="2194" y="6339"/>
                    <a:pt x="2136" y="6329"/>
                  </a:cubicBezTo>
                  <a:cubicBezTo>
                    <a:pt x="2083" y="6320"/>
                    <a:pt x="1987" y="6283"/>
                    <a:pt x="1956" y="6257"/>
                  </a:cubicBezTo>
                  <a:cubicBezTo>
                    <a:pt x="1917" y="6224"/>
                    <a:pt x="1875" y="6143"/>
                    <a:pt x="1884" y="6104"/>
                  </a:cubicBezTo>
                  <a:cubicBezTo>
                    <a:pt x="1891" y="6074"/>
                    <a:pt x="1954" y="6020"/>
                    <a:pt x="1991" y="5999"/>
                  </a:cubicBezTo>
                  <a:cubicBezTo>
                    <a:pt x="2038" y="5972"/>
                    <a:pt x="2182" y="5953"/>
                    <a:pt x="2218" y="5921"/>
                  </a:cubicBezTo>
                  <a:cubicBezTo>
                    <a:pt x="2242" y="5900"/>
                    <a:pt x="2248" y="5844"/>
                    <a:pt x="2238" y="5819"/>
                  </a:cubicBezTo>
                  <a:cubicBezTo>
                    <a:pt x="2232" y="5799"/>
                    <a:pt x="2194" y="5762"/>
                    <a:pt x="2167" y="5750"/>
                  </a:cubicBezTo>
                  <a:cubicBezTo>
                    <a:pt x="2121" y="5730"/>
                    <a:pt x="2003" y="5719"/>
                    <a:pt x="1945" y="5714"/>
                  </a:cubicBezTo>
                  <a:cubicBezTo>
                    <a:pt x="1900" y="5710"/>
                    <a:pt x="1801" y="5727"/>
                    <a:pt x="1760" y="5714"/>
                  </a:cubicBezTo>
                  <a:cubicBezTo>
                    <a:pt x="1734" y="5706"/>
                    <a:pt x="1699" y="5674"/>
                    <a:pt x="1693" y="5657"/>
                  </a:cubicBezTo>
                  <a:cubicBezTo>
                    <a:pt x="1686" y="5637"/>
                    <a:pt x="1697" y="5589"/>
                    <a:pt x="1724" y="5576"/>
                  </a:cubicBezTo>
                  <a:cubicBezTo>
                    <a:pt x="1768" y="5554"/>
                    <a:pt x="1902" y="5584"/>
                    <a:pt x="1956" y="5570"/>
                  </a:cubicBezTo>
                  <a:cubicBezTo>
                    <a:pt x="1990" y="5560"/>
                    <a:pt x="2022" y="5509"/>
                    <a:pt x="2057" y="5504"/>
                  </a:cubicBezTo>
                  <a:cubicBezTo>
                    <a:pt x="2093" y="5499"/>
                    <a:pt x="2167" y="5517"/>
                    <a:pt x="2192" y="5531"/>
                  </a:cubicBezTo>
                  <a:cubicBezTo>
                    <a:pt x="2231" y="5552"/>
                    <a:pt x="2235" y="5623"/>
                    <a:pt x="2275" y="5642"/>
                  </a:cubicBezTo>
                  <a:cubicBezTo>
                    <a:pt x="2307" y="5657"/>
                    <a:pt x="2403" y="5671"/>
                    <a:pt x="2440" y="5660"/>
                  </a:cubicBezTo>
                  <a:cubicBezTo>
                    <a:pt x="2470" y="5651"/>
                    <a:pt x="2492" y="5608"/>
                    <a:pt x="2495" y="5588"/>
                  </a:cubicBezTo>
                  <a:cubicBezTo>
                    <a:pt x="2499" y="5567"/>
                    <a:pt x="2482" y="5522"/>
                    <a:pt x="2460" y="5504"/>
                  </a:cubicBezTo>
                  <a:cubicBezTo>
                    <a:pt x="2442" y="5489"/>
                    <a:pt x="2374" y="5477"/>
                    <a:pt x="2357" y="5462"/>
                  </a:cubicBezTo>
                  <a:cubicBezTo>
                    <a:pt x="2341" y="5447"/>
                    <a:pt x="2327" y="5408"/>
                    <a:pt x="2341" y="5393"/>
                  </a:cubicBezTo>
                  <a:cubicBezTo>
                    <a:pt x="2363" y="5373"/>
                    <a:pt x="2456" y="5366"/>
                    <a:pt x="2495" y="5363"/>
                  </a:cubicBezTo>
                  <a:cubicBezTo>
                    <a:pt x="2531" y="5361"/>
                    <a:pt x="2604" y="5369"/>
                    <a:pt x="2641" y="5370"/>
                  </a:cubicBezTo>
                  <a:cubicBezTo>
                    <a:pt x="2685" y="5370"/>
                    <a:pt x="2778" y="5375"/>
                    <a:pt x="2819" y="5366"/>
                  </a:cubicBezTo>
                  <a:cubicBezTo>
                    <a:pt x="2858" y="5359"/>
                    <a:pt x="2931" y="5331"/>
                    <a:pt x="2949" y="5309"/>
                  </a:cubicBezTo>
                  <a:cubicBezTo>
                    <a:pt x="2966" y="5288"/>
                    <a:pt x="2930" y="5239"/>
                    <a:pt x="2939" y="5216"/>
                  </a:cubicBezTo>
                  <a:cubicBezTo>
                    <a:pt x="2947" y="5196"/>
                    <a:pt x="3000" y="5162"/>
                    <a:pt x="3004" y="5141"/>
                  </a:cubicBezTo>
                  <a:cubicBezTo>
                    <a:pt x="3012" y="5116"/>
                    <a:pt x="3000" y="5061"/>
                    <a:pt x="2970" y="5043"/>
                  </a:cubicBezTo>
                  <a:cubicBezTo>
                    <a:pt x="2948" y="5028"/>
                    <a:pt x="2878" y="5020"/>
                    <a:pt x="2847" y="5022"/>
                  </a:cubicBezTo>
                  <a:cubicBezTo>
                    <a:pt x="2801" y="5024"/>
                    <a:pt x="2727" y="5069"/>
                    <a:pt x="2681" y="5069"/>
                  </a:cubicBezTo>
                  <a:cubicBezTo>
                    <a:pt x="2610" y="5070"/>
                    <a:pt x="2462" y="5032"/>
                    <a:pt x="2423" y="4997"/>
                  </a:cubicBezTo>
                  <a:cubicBezTo>
                    <a:pt x="2402" y="4977"/>
                    <a:pt x="2410" y="4925"/>
                    <a:pt x="2419" y="4901"/>
                  </a:cubicBezTo>
                  <a:cubicBezTo>
                    <a:pt x="2427" y="4878"/>
                    <a:pt x="2470" y="4833"/>
                    <a:pt x="2495" y="4814"/>
                  </a:cubicBezTo>
                  <a:cubicBezTo>
                    <a:pt x="2530" y="4790"/>
                    <a:pt x="2608" y="4743"/>
                    <a:pt x="2660" y="4734"/>
                  </a:cubicBezTo>
                  <a:cubicBezTo>
                    <a:pt x="2702" y="4726"/>
                    <a:pt x="2792" y="4732"/>
                    <a:pt x="2831" y="4742"/>
                  </a:cubicBezTo>
                  <a:cubicBezTo>
                    <a:pt x="2881" y="4756"/>
                    <a:pt x="2934" y="4822"/>
                    <a:pt x="2986" y="4835"/>
                  </a:cubicBezTo>
                  <a:cubicBezTo>
                    <a:pt x="3035" y="4848"/>
                    <a:pt x="3151" y="4848"/>
                    <a:pt x="3202" y="4838"/>
                  </a:cubicBezTo>
                  <a:cubicBezTo>
                    <a:pt x="3241" y="4831"/>
                    <a:pt x="3317" y="4801"/>
                    <a:pt x="3335" y="4778"/>
                  </a:cubicBezTo>
                  <a:cubicBezTo>
                    <a:pt x="3358" y="4751"/>
                    <a:pt x="3357" y="4686"/>
                    <a:pt x="3335" y="4658"/>
                  </a:cubicBezTo>
                  <a:cubicBezTo>
                    <a:pt x="3319" y="4639"/>
                    <a:pt x="3261" y="4611"/>
                    <a:pt x="3226" y="4605"/>
                  </a:cubicBezTo>
                  <a:cubicBezTo>
                    <a:pt x="3185" y="4596"/>
                    <a:pt x="3095" y="4606"/>
                    <a:pt x="3052" y="4611"/>
                  </a:cubicBezTo>
                  <a:cubicBezTo>
                    <a:pt x="3009" y="4615"/>
                    <a:pt x="2930" y="4640"/>
                    <a:pt x="2888" y="4640"/>
                  </a:cubicBezTo>
                  <a:cubicBezTo>
                    <a:pt x="2838" y="4640"/>
                    <a:pt x="2742" y="4618"/>
                    <a:pt x="2697" y="4607"/>
                  </a:cubicBezTo>
                  <a:cubicBezTo>
                    <a:pt x="2650" y="4596"/>
                    <a:pt x="2551" y="4575"/>
                    <a:pt x="2517" y="4554"/>
                  </a:cubicBezTo>
                  <a:cubicBezTo>
                    <a:pt x="2489" y="4536"/>
                    <a:pt x="2457" y="4490"/>
                    <a:pt x="2449" y="4466"/>
                  </a:cubicBezTo>
                  <a:cubicBezTo>
                    <a:pt x="2443" y="4442"/>
                    <a:pt x="2434" y="4384"/>
                    <a:pt x="2466" y="4367"/>
                  </a:cubicBezTo>
                  <a:cubicBezTo>
                    <a:pt x="2486" y="4356"/>
                    <a:pt x="2555" y="4363"/>
                    <a:pt x="2584" y="4367"/>
                  </a:cubicBezTo>
                  <a:cubicBezTo>
                    <a:pt x="2608" y="4371"/>
                    <a:pt x="2651" y="4389"/>
                    <a:pt x="2671" y="4398"/>
                  </a:cubicBezTo>
                  <a:cubicBezTo>
                    <a:pt x="2707" y="4414"/>
                    <a:pt x="2757" y="4461"/>
                    <a:pt x="2795" y="4475"/>
                  </a:cubicBezTo>
                  <a:cubicBezTo>
                    <a:pt x="2832" y="4490"/>
                    <a:pt x="2920" y="4516"/>
                    <a:pt x="2964" y="4511"/>
                  </a:cubicBezTo>
                  <a:cubicBezTo>
                    <a:pt x="2987" y="4510"/>
                    <a:pt x="3024" y="4490"/>
                    <a:pt x="3037" y="4479"/>
                  </a:cubicBezTo>
                  <a:cubicBezTo>
                    <a:pt x="3063" y="4454"/>
                    <a:pt x="3073" y="4394"/>
                    <a:pt x="3078" y="4364"/>
                  </a:cubicBezTo>
                  <a:cubicBezTo>
                    <a:pt x="3082" y="4332"/>
                    <a:pt x="3042" y="4260"/>
                    <a:pt x="3072" y="4233"/>
                  </a:cubicBezTo>
                  <a:cubicBezTo>
                    <a:pt x="3112" y="4196"/>
                    <a:pt x="3271" y="4169"/>
                    <a:pt x="3346" y="4161"/>
                  </a:cubicBezTo>
                  <a:cubicBezTo>
                    <a:pt x="3379" y="4157"/>
                    <a:pt x="3452" y="4173"/>
                    <a:pt x="3485" y="4164"/>
                  </a:cubicBezTo>
                  <a:cubicBezTo>
                    <a:pt x="3524" y="4152"/>
                    <a:pt x="3579" y="4105"/>
                    <a:pt x="3586" y="4080"/>
                  </a:cubicBezTo>
                  <a:cubicBezTo>
                    <a:pt x="3596" y="4054"/>
                    <a:pt x="3564" y="4001"/>
                    <a:pt x="3541" y="3978"/>
                  </a:cubicBezTo>
                  <a:cubicBezTo>
                    <a:pt x="3520" y="3957"/>
                    <a:pt x="3437" y="3931"/>
                    <a:pt x="3418" y="3909"/>
                  </a:cubicBezTo>
                  <a:cubicBezTo>
                    <a:pt x="3400" y="3889"/>
                    <a:pt x="3379" y="3839"/>
                    <a:pt x="3396" y="3819"/>
                  </a:cubicBezTo>
                  <a:cubicBezTo>
                    <a:pt x="3413" y="3800"/>
                    <a:pt x="3485" y="3783"/>
                    <a:pt x="3521" y="3777"/>
                  </a:cubicBezTo>
                  <a:cubicBezTo>
                    <a:pt x="3573" y="3769"/>
                    <a:pt x="3682" y="3778"/>
                    <a:pt x="3736" y="3777"/>
                  </a:cubicBezTo>
                  <a:cubicBezTo>
                    <a:pt x="3791" y="3776"/>
                    <a:pt x="3912" y="3749"/>
                    <a:pt x="3958" y="3768"/>
                  </a:cubicBezTo>
                  <a:cubicBezTo>
                    <a:pt x="3977" y="3775"/>
                    <a:pt x="3992" y="3806"/>
                    <a:pt x="3985" y="3819"/>
                  </a:cubicBezTo>
                  <a:cubicBezTo>
                    <a:pt x="3973" y="3836"/>
                    <a:pt x="3893" y="3842"/>
                    <a:pt x="3874" y="3858"/>
                  </a:cubicBezTo>
                  <a:cubicBezTo>
                    <a:pt x="3852" y="3879"/>
                    <a:pt x="3835" y="3935"/>
                    <a:pt x="3850" y="3959"/>
                  </a:cubicBezTo>
                  <a:cubicBezTo>
                    <a:pt x="3867" y="3986"/>
                    <a:pt x="3950" y="4033"/>
                    <a:pt x="3999" y="4035"/>
                  </a:cubicBezTo>
                  <a:cubicBezTo>
                    <a:pt x="4033" y="4036"/>
                    <a:pt x="4092" y="4008"/>
                    <a:pt x="4113" y="3993"/>
                  </a:cubicBezTo>
                  <a:cubicBezTo>
                    <a:pt x="4141" y="3971"/>
                    <a:pt x="4183" y="3916"/>
                    <a:pt x="4179" y="3887"/>
                  </a:cubicBezTo>
                  <a:cubicBezTo>
                    <a:pt x="4177" y="3865"/>
                    <a:pt x="4107" y="3830"/>
                    <a:pt x="4103" y="3807"/>
                  </a:cubicBezTo>
                  <a:cubicBezTo>
                    <a:pt x="4096" y="3785"/>
                    <a:pt x="4111" y="3736"/>
                    <a:pt x="4133" y="3717"/>
                  </a:cubicBezTo>
                  <a:cubicBezTo>
                    <a:pt x="4156" y="3696"/>
                    <a:pt x="4236" y="3674"/>
                    <a:pt x="4272" y="3659"/>
                  </a:cubicBezTo>
                  <a:cubicBezTo>
                    <a:pt x="4317" y="3643"/>
                    <a:pt x="4414" y="3615"/>
                    <a:pt x="4451" y="3594"/>
                  </a:cubicBezTo>
                  <a:cubicBezTo>
                    <a:pt x="4490" y="3573"/>
                    <a:pt x="4557" y="3521"/>
                    <a:pt x="4576" y="3492"/>
                  </a:cubicBezTo>
                  <a:cubicBezTo>
                    <a:pt x="4592" y="3468"/>
                    <a:pt x="4617" y="3411"/>
                    <a:pt x="4596" y="3387"/>
                  </a:cubicBezTo>
                  <a:cubicBezTo>
                    <a:pt x="4572" y="3358"/>
                    <a:pt x="4437" y="3348"/>
                    <a:pt x="4406" y="3321"/>
                  </a:cubicBezTo>
                  <a:cubicBezTo>
                    <a:pt x="4387" y="3305"/>
                    <a:pt x="4382" y="3263"/>
                    <a:pt x="4385" y="3243"/>
                  </a:cubicBezTo>
                  <a:cubicBezTo>
                    <a:pt x="4389" y="3197"/>
                    <a:pt x="4419" y="3104"/>
                    <a:pt x="4463" y="3066"/>
                  </a:cubicBezTo>
                  <a:cubicBezTo>
                    <a:pt x="4489" y="3043"/>
                    <a:pt x="4587" y="3023"/>
                    <a:pt x="4612" y="3000"/>
                  </a:cubicBezTo>
                  <a:cubicBezTo>
                    <a:pt x="4638" y="2974"/>
                    <a:pt x="4658" y="2912"/>
                    <a:pt x="4648" y="2883"/>
                  </a:cubicBezTo>
                  <a:cubicBezTo>
                    <a:pt x="4638" y="2857"/>
                    <a:pt x="4576" y="2813"/>
                    <a:pt x="4545" y="2793"/>
                  </a:cubicBezTo>
                  <a:cubicBezTo>
                    <a:pt x="4511" y="2772"/>
                    <a:pt x="4417" y="2744"/>
                    <a:pt x="4385" y="2721"/>
                  </a:cubicBezTo>
                  <a:cubicBezTo>
                    <a:pt x="4352" y="2699"/>
                    <a:pt x="4301" y="2647"/>
                    <a:pt x="4288" y="2619"/>
                  </a:cubicBezTo>
                  <a:cubicBezTo>
                    <a:pt x="4266" y="2577"/>
                    <a:pt x="4272" y="2486"/>
                    <a:pt x="4282" y="2442"/>
                  </a:cubicBezTo>
                  <a:cubicBezTo>
                    <a:pt x="4290" y="2415"/>
                    <a:pt x="4308" y="2356"/>
                    <a:pt x="4339" y="2335"/>
                  </a:cubicBezTo>
                  <a:cubicBezTo>
                    <a:pt x="4361" y="2319"/>
                    <a:pt x="4429" y="2296"/>
                    <a:pt x="4463" y="2298"/>
                  </a:cubicBezTo>
                  <a:cubicBezTo>
                    <a:pt x="4493" y="2300"/>
                    <a:pt x="4540" y="2328"/>
                    <a:pt x="4556" y="2343"/>
                  </a:cubicBezTo>
                  <a:cubicBezTo>
                    <a:pt x="4566" y="2355"/>
                    <a:pt x="4567" y="2381"/>
                    <a:pt x="4566" y="2394"/>
                  </a:cubicBezTo>
                  <a:cubicBezTo>
                    <a:pt x="4563" y="2424"/>
                    <a:pt x="4501" y="2481"/>
                    <a:pt x="4520" y="2508"/>
                  </a:cubicBezTo>
                  <a:cubicBezTo>
                    <a:pt x="4533" y="2530"/>
                    <a:pt x="4614" y="2554"/>
                    <a:pt x="4653" y="2557"/>
                  </a:cubicBezTo>
                  <a:cubicBezTo>
                    <a:pt x="4687" y="2558"/>
                    <a:pt x="4750" y="2538"/>
                    <a:pt x="4777" y="2526"/>
                  </a:cubicBezTo>
                  <a:cubicBezTo>
                    <a:pt x="4830" y="2503"/>
                    <a:pt x="4907" y="2438"/>
                    <a:pt x="4951" y="2409"/>
                  </a:cubicBezTo>
                  <a:cubicBezTo>
                    <a:pt x="4987" y="2387"/>
                    <a:pt x="5093" y="2353"/>
                    <a:pt x="5096" y="2323"/>
                  </a:cubicBezTo>
                  <a:cubicBezTo>
                    <a:pt x="5097" y="2289"/>
                    <a:pt x="5009" y="2232"/>
                    <a:pt x="4957" y="2221"/>
                  </a:cubicBezTo>
                  <a:cubicBezTo>
                    <a:pt x="4927" y="2214"/>
                    <a:pt x="4860" y="2228"/>
                    <a:pt x="4828" y="2232"/>
                  </a:cubicBezTo>
                  <a:cubicBezTo>
                    <a:pt x="4800" y="2236"/>
                    <a:pt x="4748" y="2250"/>
                    <a:pt x="4720" y="2251"/>
                  </a:cubicBezTo>
                  <a:cubicBezTo>
                    <a:pt x="4677" y="2252"/>
                    <a:pt x="4591" y="2241"/>
                    <a:pt x="4549" y="2232"/>
                  </a:cubicBezTo>
                  <a:cubicBezTo>
                    <a:pt x="4510" y="2224"/>
                    <a:pt x="4430" y="2202"/>
                    <a:pt x="4401" y="2184"/>
                  </a:cubicBezTo>
                  <a:cubicBezTo>
                    <a:pt x="4374" y="2170"/>
                    <a:pt x="4325" y="2130"/>
                    <a:pt x="4334" y="2109"/>
                  </a:cubicBezTo>
                  <a:cubicBezTo>
                    <a:pt x="4346" y="2082"/>
                    <a:pt x="4476" y="2072"/>
                    <a:pt x="4493" y="2047"/>
                  </a:cubicBezTo>
                  <a:cubicBezTo>
                    <a:pt x="4509" y="2022"/>
                    <a:pt x="4453" y="1973"/>
                    <a:pt x="4447" y="1948"/>
                  </a:cubicBezTo>
                  <a:cubicBezTo>
                    <a:pt x="4443" y="1927"/>
                    <a:pt x="4440" y="1886"/>
                    <a:pt x="4447" y="1867"/>
                  </a:cubicBezTo>
                  <a:cubicBezTo>
                    <a:pt x="4454" y="1849"/>
                    <a:pt x="4473" y="1813"/>
                    <a:pt x="4499" y="1804"/>
                  </a:cubicBezTo>
                  <a:cubicBezTo>
                    <a:pt x="4533" y="1791"/>
                    <a:pt x="4636" y="1790"/>
                    <a:pt x="4669" y="1806"/>
                  </a:cubicBezTo>
                  <a:cubicBezTo>
                    <a:pt x="4696" y="1821"/>
                    <a:pt x="4684" y="1869"/>
                    <a:pt x="4684" y="1890"/>
                  </a:cubicBezTo>
                  <a:cubicBezTo>
                    <a:pt x="4684" y="1911"/>
                    <a:pt x="4671" y="1954"/>
                    <a:pt x="4669" y="1975"/>
                  </a:cubicBezTo>
                  <a:cubicBezTo>
                    <a:pt x="4665" y="1996"/>
                    <a:pt x="4641" y="2038"/>
                    <a:pt x="4653" y="2059"/>
                  </a:cubicBezTo>
                  <a:cubicBezTo>
                    <a:pt x="4669" y="2084"/>
                    <a:pt x="4743" y="2127"/>
                    <a:pt x="4787" y="2137"/>
                  </a:cubicBezTo>
                  <a:cubicBezTo>
                    <a:pt x="4826" y="2145"/>
                    <a:pt x="4916" y="2143"/>
                    <a:pt x="4951" y="2131"/>
                  </a:cubicBezTo>
                  <a:cubicBezTo>
                    <a:pt x="4984" y="2119"/>
                    <a:pt x="5016" y="2073"/>
                    <a:pt x="5028" y="2052"/>
                  </a:cubicBezTo>
                  <a:cubicBezTo>
                    <a:pt x="5041" y="2033"/>
                    <a:pt x="5063" y="1992"/>
                    <a:pt x="5054" y="1971"/>
                  </a:cubicBezTo>
                  <a:cubicBezTo>
                    <a:pt x="5045" y="1948"/>
                    <a:pt x="4979" y="1914"/>
                    <a:pt x="4957" y="1894"/>
                  </a:cubicBezTo>
                  <a:cubicBezTo>
                    <a:pt x="4937" y="1875"/>
                    <a:pt x="4885" y="1838"/>
                    <a:pt x="4885" y="1816"/>
                  </a:cubicBezTo>
                  <a:cubicBezTo>
                    <a:pt x="4885" y="1800"/>
                    <a:pt x="4934" y="1775"/>
                    <a:pt x="4937" y="1759"/>
                  </a:cubicBezTo>
                  <a:cubicBezTo>
                    <a:pt x="4942" y="1724"/>
                    <a:pt x="4891" y="1658"/>
                    <a:pt x="4864" y="1627"/>
                  </a:cubicBezTo>
                  <a:cubicBezTo>
                    <a:pt x="4843" y="1601"/>
                    <a:pt x="4764" y="1561"/>
                    <a:pt x="4751" y="1534"/>
                  </a:cubicBezTo>
                  <a:cubicBezTo>
                    <a:pt x="4739" y="1507"/>
                    <a:pt x="4742" y="1444"/>
                    <a:pt x="4770" y="1423"/>
                  </a:cubicBezTo>
                  <a:cubicBezTo>
                    <a:pt x="4802" y="1401"/>
                    <a:pt x="4908" y="1387"/>
                    <a:pt x="4957" y="1387"/>
                  </a:cubicBezTo>
                  <a:cubicBezTo>
                    <a:pt x="5002" y="1387"/>
                    <a:pt x="5104" y="1399"/>
                    <a:pt x="5132" y="1419"/>
                  </a:cubicBezTo>
                  <a:cubicBezTo>
                    <a:pt x="5166" y="1445"/>
                    <a:pt x="5119" y="1521"/>
                    <a:pt x="5148" y="1549"/>
                  </a:cubicBezTo>
                  <a:cubicBezTo>
                    <a:pt x="5166" y="1568"/>
                    <a:pt x="5237" y="1598"/>
                    <a:pt x="5276" y="1600"/>
                  </a:cubicBezTo>
                  <a:cubicBezTo>
                    <a:pt x="5334" y="1602"/>
                    <a:pt x="5431" y="1548"/>
                    <a:pt x="5488" y="1537"/>
                  </a:cubicBezTo>
                  <a:cubicBezTo>
                    <a:pt x="5524" y="1529"/>
                    <a:pt x="5603" y="1519"/>
                    <a:pt x="5640" y="1522"/>
                  </a:cubicBezTo>
                  <a:cubicBezTo>
                    <a:pt x="5686" y="1525"/>
                    <a:pt x="5762" y="1569"/>
                    <a:pt x="5806" y="1563"/>
                  </a:cubicBezTo>
                  <a:cubicBezTo>
                    <a:pt x="5842" y="1559"/>
                    <a:pt x="5903" y="1522"/>
                    <a:pt x="5909" y="1500"/>
                  </a:cubicBezTo>
                  <a:cubicBezTo>
                    <a:pt x="5915" y="1479"/>
                    <a:pt x="5841" y="1444"/>
                    <a:pt x="5847" y="1423"/>
                  </a:cubicBezTo>
                  <a:cubicBezTo>
                    <a:pt x="5855" y="1398"/>
                    <a:pt x="5937" y="1370"/>
                    <a:pt x="5971" y="1354"/>
                  </a:cubicBezTo>
                  <a:cubicBezTo>
                    <a:pt x="6008" y="1336"/>
                    <a:pt x="6092" y="1308"/>
                    <a:pt x="6126" y="1288"/>
                  </a:cubicBezTo>
                  <a:cubicBezTo>
                    <a:pt x="6158" y="1268"/>
                    <a:pt x="6224" y="1224"/>
                    <a:pt x="6228" y="1198"/>
                  </a:cubicBezTo>
                  <a:cubicBezTo>
                    <a:pt x="6232" y="1167"/>
                    <a:pt x="6174" y="1106"/>
                    <a:pt x="6135" y="1083"/>
                  </a:cubicBezTo>
                  <a:cubicBezTo>
                    <a:pt x="6092" y="1059"/>
                    <a:pt x="5958" y="1051"/>
                    <a:pt x="5909" y="1029"/>
                  </a:cubicBezTo>
                  <a:cubicBezTo>
                    <a:pt x="5867" y="1011"/>
                    <a:pt x="5808" y="959"/>
                    <a:pt x="5780" y="934"/>
                  </a:cubicBezTo>
                  <a:cubicBezTo>
                    <a:pt x="5763" y="918"/>
                    <a:pt x="5722" y="889"/>
                    <a:pt x="5719" y="871"/>
                  </a:cubicBezTo>
                  <a:cubicBezTo>
                    <a:pt x="5713" y="839"/>
                    <a:pt x="5760" y="776"/>
                    <a:pt x="5788" y="748"/>
                  </a:cubicBezTo>
                  <a:cubicBezTo>
                    <a:pt x="5805" y="730"/>
                    <a:pt x="5845" y="692"/>
                    <a:pt x="5881" y="688"/>
                  </a:cubicBezTo>
                  <a:cubicBezTo>
                    <a:pt x="5922" y="683"/>
                    <a:pt x="5995" y="725"/>
                    <a:pt x="6038" y="730"/>
                  </a:cubicBezTo>
                  <a:cubicBezTo>
                    <a:pt x="6079" y="734"/>
                    <a:pt x="6165" y="732"/>
                    <a:pt x="6204" y="724"/>
                  </a:cubicBezTo>
                  <a:cubicBezTo>
                    <a:pt x="6256" y="714"/>
                    <a:pt x="6349" y="680"/>
                    <a:pt x="6381" y="656"/>
                  </a:cubicBezTo>
                  <a:cubicBezTo>
                    <a:pt x="6408" y="636"/>
                    <a:pt x="6434" y="596"/>
                    <a:pt x="6451" y="560"/>
                  </a:cubicBezTo>
                  <a:cubicBezTo>
                    <a:pt x="7448" y="494"/>
                    <a:pt x="9084" y="667"/>
                    <a:pt x="9783" y="622"/>
                  </a:cubicBezTo>
                  <a:cubicBezTo>
                    <a:pt x="10462" y="579"/>
                    <a:pt x="11819" y="491"/>
                    <a:pt x="12501" y="446"/>
                  </a:cubicBezTo>
                  <a:cubicBezTo>
                    <a:pt x="13120" y="405"/>
                    <a:pt x="14364" y="320"/>
                    <a:pt x="14984" y="278"/>
                  </a:cubicBezTo>
                  <a:cubicBezTo>
                    <a:pt x="15613" y="236"/>
                    <a:pt x="16871" y="163"/>
                    <a:pt x="17497" y="110"/>
                  </a:cubicBezTo>
                  <a:cubicBezTo>
                    <a:pt x="17749" y="89"/>
                    <a:pt x="18249" y="30"/>
                    <a:pt x="18498" y="6"/>
                  </a:cubicBezTo>
                  <a:cubicBezTo>
                    <a:pt x="18517" y="4"/>
                    <a:pt x="18537" y="2"/>
                    <a:pt x="18559" y="0"/>
                  </a:cubicBezTo>
                  <a:lnTo>
                    <a:pt x="18987" y="422"/>
                  </a:lnTo>
                  <a:lnTo>
                    <a:pt x="19268" y="422"/>
                  </a:lnTo>
                  <a:lnTo>
                    <a:pt x="19701" y="13637"/>
                  </a:lnTo>
                  <a:lnTo>
                    <a:pt x="21593" y="20228"/>
                  </a:lnTo>
                  <a:cubicBezTo>
                    <a:pt x="21582" y="20248"/>
                    <a:pt x="21579" y="20277"/>
                    <a:pt x="21567" y="20290"/>
                  </a:cubicBezTo>
                  <a:cubicBezTo>
                    <a:pt x="21543" y="20316"/>
                    <a:pt x="21480" y="20364"/>
                    <a:pt x="21435" y="20378"/>
                  </a:cubicBezTo>
                  <a:cubicBezTo>
                    <a:pt x="21395" y="20392"/>
                    <a:pt x="21283" y="20378"/>
                    <a:pt x="21252" y="20398"/>
                  </a:cubicBezTo>
                  <a:cubicBezTo>
                    <a:pt x="21219" y="20419"/>
                    <a:pt x="21270" y="20489"/>
                    <a:pt x="21237" y="20510"/>
                  </a:cubicBezTo>
                  <a:cubicBezTo>
                    <a:pt x="21193" y="20539"/>
                    <a:pt x="21037" y="20554"/>
                    <a:pt x="20977" y="20538"/>
                  </a:cubicBezTo>
                  <a:cubicBezTo>
                    <a:pt x="20933" y="20528"/>
                    <a:pt x="20914" y="20460"/>
                    <a:pt x="20874" y="20446"/>
                  </a:cubicBezTo>
                  <a:cubicBezTo>
                    <a:pt x="20823" y="20429"/>
                    <a:pt x="20699" y="20440"/>
                    <a:pt x="20641" y="20438"/>
                  </a:cubicBezTo>
                  <a:cubicBezTo>
                    <a:pt x="20560" y="20435"/>
                    <a:pt x="20397" y="20432"/>
                    <a:pt x="20318" y="20426"/>
                  </a:cubicBezTo>
                  <a:cubicBezTo>
                    <a:pt x="20267" y="20422"/>
                    <a:pt x="20169" y="20404"/>
                    <a:pt x="20119" y="20402"/>
                  </a:cubicBezTo>
                  <a:cubicBezTo>
                    <a:pt x="20045" y="20400"/>
                    <a:pt x="19892" y="20401"/>
                    <a:pt x="19823" y="20418"/>
                  </a:cubicBezTo>
                  <a:cubicBezTo>
                    <a:pt x="19770" y="20432"/>
                    <a:pt x="19699" y="20492"/>
                    <a:pt x="19646" y="20506"/>
                  </a:cubicBezTo>
                  <a:cubicBezTo>
                    <a:pt x="19597" y="20519"/>
                    <a:pt x="19485" y="20531"/>
                    <a:pt x="19433" y="20526"/>
                  </a:cubicBezTo>
                  <a:cubicBezTo>
                    <a:pt x="19368" y="20521"/>
                    <a:pt x="19255" y="20478"/>
                    <a:pt x="19199" y="20458"/>
                  </a:cubicBezTo>
                  <a:cubicBezTo>
                    <a:pt x="19137" y="20437"/>
                    <a:pt x="19025" y="20378"/>
                    <a:pt x="18959" y="20358"/>
                  </a:cubicBezTo>
                  <a:cubicBezTo>
                    <a:pt x="18919" y="20346"/>
                    <a:pt x="18832" y="20327"/>
                    <a:pt x="18787" y="20323"/>
                  </a:cubicBezTo>
                  <a:cubicBezTo>
                    <a:pt x="18750" y="20318"/>
                    <a:pt x="18664" y="20307"/>
                    <a:pt x="18636" y="20323"/>
                  </a:cubicBezTo>
                  <a:cubicBezTo>
                    <a:pt x="18610" y="20337"/>
                    <a:pt x="18644" y="20387"/>
                    <a:pt x="18629" y="20406"/>
                  </a:cubicBezTo>
                  <a:cubicBezTo>
                    <a:pt x="18616" y="20424"/>
                    <a:pt x="18567" y="20460"/>
                    <a:pt x="18534" y="20462"/>
                  </a:cubicBezTo>
                  <a:cubicBezTo>
                    <a:pt x="18502" y="20464"/>
                    <a:pt x="18453" y="20432"/>
                    <a:pt x="18424" y="20426"/>
                  </a:cubicBezTo>
                  <a:cubicBezTo>
                    <a:pt x="18346" y="20412"/>
                    <a:pt x="18183" y="20406"/>
                    <a:pt x="18101" y="20406"/>
                  </a:cubicBezTo>
                  <a:cubicBezTo>
                    <a:pt x="18032" y="20407"/>
                    <a:pt x="17891" y="20414"/>
                    <a:pt x="17826" y="20426"/>
                  </a:cubicBezTo>
                  <a:cubicBezTo>
                    <a:pt x="17746" y="20442"/>
                    <a:pt x="17611" y="20505"/>
                    <a:pt x="17531" y="20522"/>
                  </a:cubicBezTo>
                  <a:cubicBezTo>
                    <a:pt x="17452" y="20539"/>
                    <a:pt x="17278" y="20543"/>
                    <a:pt x="17198" y="20561"/>
                  </a:cubicBezTo>
                  <a:cubicBezTo>
                    <a:pt x="17148" y="20573"/>
                    <a:pt x="17060" y="20615"/>
                    <a:pt x="17013" y="20631"/>
                  </a:cubicBezTo>
                  <a:cubicBezTo>
                    <a:pt x="16963" y="20647"/>
                    <a:pt x="16852" y="20669"/>
                    <a:pt x="16802" y="20687"/>
                  </a:cubicBezTo>
                  <a:cubicBezTo>
                    <a:pt x="16749" y="20706"/>
                    <a:pt x="16662" y="20761"/>
                    <a:pt x="16607" y="20777"/>
                  </a:cubicBezTo>
                  <a:cubicBezTo>
                    <a:pt x="16551" y="20793"/>
                    <a:pt x="16424" y="20797"/>
                    <a:pt x="16370" y="20813"/>
                  </a:cubicBezTo>
                  <a:cubicBezTo>
                    <a:pt x="16302" y="20833"/>
                    <a:pt x="16205" y="20904"/>
                    <a:pt x="16138" y="20924"/>
                  </a:cubicBezTo>
                  <a:cubicBezTo>
                    <a:pt x="16094" y="20937"/>
                    <a:pt x="15996" y="20956"/>
                    <a:pt x="15948" y="20951"/>
                  </a:cubicBezTo>
                  <a:cubicBezTo>
                    <a:pt x="15914" y="20948"/>
                    <a:pt x="15846" y="20924"/>
                    <a:pt x="15834" y="20906"/>
                  </a:cubicBezTo>
                  <a:cubicBezTo>
                    <a:pt x="15822" y="20887"/>
                    <a:pt x="15843" y="20841"/>
                    <a:pt x="15865" y="20825"/>
                  </a:cubicBezTo>
                  <a:cubicBezTo>
                    <a:pt x="15883" y="20812"/>
                    <a:pt x="15952" y="20811"/>
                    <a:pt x="15968" y="20798"/>
                  </a:cubicBezTo>
                  <a:cubicBezTo>
                    <a:pt x="15983" y="20786"/>
                    <a:pt x="15991" y="20751"/>
                    <a:pt x="15978" y="20738"/>
                  </a:cubicBezTo>
                  <a:cubicBezTo>
                    <a:pt x="15960" y="20719"/>
                    <a:pt x="15874" y="20713"/>
                    <a:pt x="15844" y="20699"/>
                  </a:cubicBezTo>
                  <a:cubicBezTo>
                    <a:pt x="15820" y="20688"/>
                    <a:pt x="15793" y="20654"/>
                    <a:pt x="15767" y="20645"/>
                  </a:cubicBezTo>
                  <a:cubicBezTo>
                    <a:pt x="15733" y="20634"/>
                    <a:pt x="15651" y="20626"/>
                    <a:pt x="15613" y="20631"/>
                  </a:cubicBezTo>
                  <a:cubicBezTo>
                    <a:pt x="15553" y="20636"/>
                    <a:pt x="15434" y="20667"/>
                    <a:pt x="15397" y="20696"/>
                  </a:cubicBezTo>
                  <a:cubicBezTo>
                    <a:pt x="15372" y="20714"/>
                    <a:pt x="15349" y="20764"/>
                    <a:pt x="15366" y="20784"/>
                  </a:cubicBezTo>
                  <a:cubicBezTo>
                    <a:pt x="15381" y="20802"/>
                    <a:pt x="15462" y="20811"/>
                    <a:pt x="15495" y="20819"/>
                  </a:cubicBezTo>
                  <a:cubicBezTo>
                    <a:pt x="15527" y="20827"/>
                    <a:pt x="15607" y="20832"/>
                    <a:pt x="15628" y="20849"/>
                  </a:cubicBezTo>
                  <a:cubicBezTo>
                    <a:pt x="15656" y="20872"/>
                    <a:pt x="15656" y="20936"/>
                    <a:pt x="15639" y="20963"/>
                  </a:cubicBezTo>
                  <a:cubicBezTo>
                    <a:pt x="15621" y="20991"/>
                    <a:pt x="15531" y="21027"/>
                    <a:pt x="15495" y="21047"/>
                  </a:cubicBezTo>
                  <a:cubicBezTo>
                    <a:pt x="15455" y="21069"/>
                    <a:pt x="15371" y="21108"/>
                    <a:pt x="15329" y="21128"/>
                  </a:cubicBezTo>
                  <a:cubicBezTo>
                    <a:pt x="15289" y="21149"/>
                    <a:pt x="15198" y="21187"/>
                    <a:pt x="15165" y="21212"/>
                  </a:cubicBezTo>
                  <a:cubicBezTo>
                    <a:pt x="15118" y="21247"/>
                    <a:pt x="15052" y="21326"/>
                    <a:pt x="15031" y="21368"/>
                  </a:cubicBezTo>
                  <a:cubicBezTo>
                    <a:pt x="15013" y="21403"/>
                    <a:pt x="15026" y="21478"/>
                    <a:pt x="15005" y="21512"/>
                  </a:cubicBezTo>
                  <a:cubicBezTo>
                    <a:pt x="14992" y="21535"/>
                    <a:pt x="14950" y="21583"/>
                    <a:pt x="14911" y="21593"/>
                  </a:cubicBezTo>
                  <a:cubicBezTo>
                    <a:pt x="14885" y="21600"/>
                    <a:pt x="14816" y="21596"/>
                    <a:pt x="14794" y="21584"/>
                  </a:cubicBezTo>
                  <a:cubicBezTo>
                    <a:pt x="14773" y="21573"/>
                    <a:pt x="14795" y="21524"/>
                    <a:pt x="14769" y="21518"/>
                  </a:cubicBezTo>
                  <a:cubicBezTo>
                    <a:pt x="14735" y="21511"/>
                    <a:pt x="14689" y="21562"/>
                    <a:pt x="14655" y="21569"/>
                  </a:cubicBezTo>
                  <a:cubicBezTo>
                    <a:pt x="14611" y="21578"/>
                    <a:pt x="14511" y="21579"/>
                    <a:pt x="14465" y="21572"/>
                  </a:cubicBezTo>
                  <a:cubicBezTo>
                    <a:pt x="14446" y="21569"/>
                    <a:pt x="14418" y="21548"/>
                    <a:pt x="14398" y="21548"/>
                  </a:cubicBezTo>
                  <a:cubicBezTo>
                    <a:pt x="14366" y="21546"/>
                    <a:pt x="14300" y="21564"/>
                    <a:pt x="14280" y="21577"/>
                  </a:cubicBezTo>
                  <a:cubicBezTo>
                    <a:pt x="14274" y="21582"/>
                    <a:pt x="14271" y="21587"/>
                    <a:pt x="14267" y="21594"/>
                  </a:cubicBezTo>
                  <a:cubicBezTo>
                    <a:pt x="14214" y="21594"/>
                    <a:pt x="14148" y="21597"/>
                    <a:pt x="14123" y="21586"/>
                  </a:cubicBezTo>
                  <a:cubicBezTo>
                    <a:pt x="14093" y="21573"/>
                    <a:pt x="14079" y="21523"/>
                    <a:pt x="14050" y="21508"/>
                  </a:cubicBezTo>
                  <a:cubicBezTo>
                    <a:pt x="14019" y="21491"/>
                    <a:pt x="13919" y="21488"/>
                    <a:pt x="13893" y="21468"/>
                  </a:cubicBezTo>
                  <a:cubicBezTo>
                    <a:pt x="13867" y="21446"/>
                    <a:pt x="13899" y="21386"/>
                    <a:pt x="13880" y="21362"/>
                  </a:cubicBezTo>
                  <a:cubicBezTo>
                    <a:pt x="13865" y="21345"/>
                    <a:pt x="13802" y="21327"/>
                    <a:pt x="13783" y="21312"/>
                  </a:cubicBezTo>
                  <a:cubicBezTo>
                    <a:pt x="13759" y="21292"/>
                    <a:pt x="13736" y="21244"/>
                    <a:pt x="13718" y="21222"/>
                  </a:cubicBezTo>
                  <a:cubicBezTo>
                    <a:pt x="13701" y="21200"/>
                    <a:pt x="13647" y="21161"/>
                    <a:pt x="13650" y="21138"/>
                  </a:cubicBezTo>
                  <a:cubicBezTo>
                    <a:pt x="13651" y="21115"/>
                    <a:pt x="13727" y="21081"/>
                    <a:pt x="13736" y="21058"/>
                  </a:cubicBezTo>
                  <a:cubicBezTo>
                    <a:pt x="13746" y="21028"/>
                    <a:pt x="13736" y="20962"/>
                    <a:pt x="13705" y="20938"/>
                  </a:cubicBezTo>
                  <a:cubicBezTo>
                    <a:pt x="13684" y="20922"/>
                    <a:pt x="13605" y="20916"/>
                    <a:pt x="13576" y="20904"/>
                  </a:cubicBezTo>
                  <a:cubicBezTo>
                    <a:pt x="13533" y="20886"/>
                    <a:pt x="13468" y="20832"/>
                    <a:pt x="13427" y="20810"/>
                  </a:cubicBezTo>
                  <a:cubicBezTo>
                    <a:pt x="13397" y="20794"/>
                    <a:pt x="13318" y="20771"/>
                    <a:pt x="13300" y="20750"/>
                  </a:cubicBezTo>
                  <a:cubicBezTo>
                    <a:pt x="13262" y="20711"/>
                    <a:pt x="13279" y="20615"/>
                    <a:pt x="13255" y="20572"/>
                  </a:cubicBezTo>
                  <a:cubicBezTo>
                    <a:pt x="13228" y="20525"/>
                    <a:pt x="13150" y="20434"/>
                    <a:pt x="13097" y="20395"/>
                  </a:cubicBezTo>
                  <a:cubicBezTo>
                    <a:pt x="13062" y="20367"/>
                    <a:pt x="12971" y="20323"/>
                    <a:pt x="12922" y="20305"/>
                  </a:cubicBezTo>
                  <a:cubicBezTo>
                    <a:pt x="12883" y="20290"/>
                    <a:pt x="12792" y="20277"/>
                    <a:pt x="12754" y="20262"/>
                  </a:cubicBezTo>
                  <a:cubicBezTo>
                    <a:pt x="12712" y="20246"/>
                    <a:pt x="12644" y="20204"/>
                    <a:pt x="12610" y="20182"/>
                  </a:cubicBezTo>
                  <a:cubicBezTo>
                    <a:pt x="12550" y="20145"/>
                    <a:pt x="12433" y="20067"/>
                    <a:pt x="12384" y="20024"/>
                  </a:cubicBezTo>
                  <a:cubicBezTo>
                    <a:pt x="12349" y="19996"/>
                    <a:pt x="12292" y="19937"/>
                    <a:pt x="12273" y="19905"/>
                  </a:cubicBezTo>
                  <a:cubicBezTo>
                    <a:pt x="12250" y="19865"/>
                    <a:pt x="12260" y="19776"/>
                    <a:pt x="12226" y="19738"/>
                  </a:cubicBezTo>
                  <a:cubicBezTo>
                    <a:pt x="12198" y="19710"/>
                    <a:pt x="12082" y="19679"/>
                    <a:pt x="12061" y="19649"/>
                  </a:cubicBezTo>
                  <a:cubicBezTo>
                    <a:pt x="12035" y="19614"/>
                    <a:pt x="12069" y="19536"/>
                    <a:pt x="12058" y="19499"/>
                  </a:cubicBezTo>
                  <a:cubicBezTo>
                    <a:pt x="12051" y="19479"/>
                    <a:pt x="12009" y="19441"/>
                    <a:pt x="12013" y="19421"/>
                  </a:cubicBezTo>
                  <a:cubicBezTo>
                    <a:pt x="12018" y="19384"/>
                    <a:pt x="12124" y="19327"/>
                    <a:pt x="12130" y="19291"/>
                  </a:cubicBezTo>
                  <a:cubicBezTo>
                    <a:pt x="12135" y="19254"/>
                    <a:pt x="12055" y="19187"/>
                    <a:pt x="12058" y="19151"/>
                  </a:cubicBezTo>
                  <a:cubicBezTo>
                    <a:pt x="12059" y="19125"/>
                    <a:pt x="12095" y="19074"/>
                    <a:pt x="12119" y="19053"/>
                  </a:cubicBezTo>
                  <a:cubicBezTo>
                    <a:pt x="12138" y="19033"/>
                    <a:pt x="12198" y="19003"/>
                    <a:pt x="12226" y="18987"/>
                  </a:cubicBezTo>
                  <a:cubicBezTo>
                    <a:pt x="12248" y="18972"/>
                    <a:pt x="12308" y="18947"/>
                    <a:pt x="12315" y="18927"/>
                  </a:cubicBezTo>
                  <a:cubicBezTo>
                    <a:pt x="12325" y="18902"/>
                    <a:pt x="12261" y="18853"/>
                    <a:pt x="12263" y="18826"/>
                  </a:cubicBezTo>
                  <a:cubicBezTo>
                    <a:pt x="12265" y="18801"/>
                    <a:pt x="12325" y="18755"/>
                    <a:pt x="12336" y="18729"/>
                  </a:cubicBezTo>
                  <a:cubicBezTo>
                    <a:pt x="12349" y="18691"/>
                    <a:pt x="12329" y="18610"/>
                    <a:pt x="12349" y="18573"/>
                  </a:cubicBezTo>
                  <a:cubicBezTo>
                    <a:pt x="12365" y="18547"/>
                    <a:pt x="12445" y="18508"/>
                    <a:pt x="12455" y="18481"/>
                  </a:cubicBezTo>
                  <a:cubicBezTo>
                    <a:pt x="12469" y="18445"/>
                    <a:pt x="12402" y="18370"/>
                    <a:pt x="12414" y="18333"/>
                  </a:cubicBezTo>
                  <a:cubicBezTo>
                    <a:pt x="12421" y="18314"/>
                    <a:pt x="12473" y="18286"/>
                    <a:pt x="12486" y="18269"/>
                  </a:cubicBezTo>
                  <a:cubicBezTo>
                    <a:pt x="12504" y="18245"/>
                    <a:pt x="12540" y="18192"/>
                    <a:pt x="12534" y="18165"/>
                  </a:cubicBezTo>
                  <a:cubicBezTo>
                    <a:pt x="12530" y="18142"/>
                    <a:pt x="12459" y="18085"/>
                    <a:pt x="12459" y="18085"/>
                  </a:cubicBezTo>
                  <a:lnTo>
                    <a:pt x="7297" y="18423"/>
                  </a:lnTo>
                  <a:lnTo>
                    <a:pt x="3536" y="18631"/>
                  </a:lnTo>
                  <a:lnTo>
                    <a:pt x="365" y="18815"/>
                  </a:lnTo>
                  <a:cubicBezTo>
                    <a:pt x="365" y="18815"/>
                    <a:pt x="478" y="18752"/>
                    <a:pt x="520" y="18735"/>
                  </a:cubicBezTo>
                  <a:cubicBezTo>
                    <a:pt x="561" y="18718"/>
                    <a:pt x="665" y="18700"/>
                    <a:pt x="698" y="18677"/>
                  </a:cubicBezTo>
                  <a:cubicBezTo>
                    <a:pt x="734" y="18652"/>
                    <a:pt x="774" y="18586"/>
                    <a:pt x="770" y="18553"/>
                  </a:cubicBezTo>
                  <a:cubicBezTo>
                    <a:pt x="765" y="18520"/>
                    <a:pt x="705" y="18458"/>
                    <a:pt x="664" y="18435"/>
                  </a:cubicBezTo>
                  <a:cubicBezTo>
                    <a:pt x="618" y="18411"/>
                    <a:pt x="487" y="18400"/>
                    <a:pt x="437" y="18379"/>
                  </a:cubicBezTo>
                  <a:cubicBezTo>
                    <a:pt x="391" y="18360"/>
                    <a:pt x="304" y="18312"/>
                    <a:pt x="290" y="18281"/>
                  </a:cubicBezTo>
                  <a:cubicBezTo>
                    <a:pt x="278" y="18259"/>
                    <a:pt x="293" y="18210"/>
                    <a:pt x="309" y="18190"/>
                  </a:cubicBezTo>
                  <a:cubicBezTo>
                    <a:pt x="329" y="18167"/>
                    <a:pt x="405" y="18139"/>
                    <a:pt x="427" y="18118"/>
                  </a:cubicBezTo>
                  <a:cubicBezTo>
                    <a:pt x="454" y="18089"/>
                    <a:pt x="491" y="18025"/>
                    <a:pt x="485" y="17993"/>
                  </a:cubicBezTo>
                  <a:cubicBezTo>
                    <a:pt x="479" y="17962"/>
                    <a:pt x="425" y="17902"/>
                    <a:pt x="386" y="17881"/>
                  </a:cubicBezTo>
                  <a:cubicBezTo>
                    <a:pt x="334" y="17855"/>
                    <a:pt x="184" y="17850"/>
                    <a:pt x="128" y="17827"/>
                  </a:cubicBezTo>
                  <a:cubicBezTo>
                    <a:pt x="89" y="17812"/>
                    <a:pt x="16" y="17771"/>
                    <a:pt x="5" y="17745"/>
                  </a:cubicBezTo>
                  <a:cubicBezTo>
                    <a:pt x="-7" y="17721"/>
                    <a:pt x="3" y="17666"/>
                    <a:pt x="33" y="17648"/>
                  </a:cubicBezTo>
                  <a:cubicBezTo>
                    <a:pt x="66" y="17625"/>
                    <a:pt x="179" y="17607"/>
                    <a:pt x="231" y="17609"/>
                  </a:cubicBezTo>
                  <a:cubicBezTo>
                    <a:pt x="287" y="17611"/>
                    <a:pt x="378" y="17661"/>
                    <a:pt x="433" y="17668"/>
                  </a:cubicBezTo>
                  <a:cubicBezTo>
                    <a:pt x="475" y="17672"/>
                    <a:pt x="561" y="17666"/>
                    <a:pt x="601" y="17661"/>
                  </a:cubicBezTo>
                  <a:cubicBezTo>
                    <a:pt x="673" y="17653"/>
                    <a:pt x="830" y="17638"/>
                    <a:pt x="876" y="17606"/>
                  </a:cubicBezTo>
                  <a:cubicBezTo>
                    <a:pt x="913" y="17580"/>
                    <a:pt x="920" y="17507"/>
                    <a:pt x="913" y="17474"/>
                  </a:cubicBezTo>
                  <a:cubicBezTo>
                    <a:pt x="907" y="17441"/>
                    <a:pt x="867" y="17377"/>
                    <a:pt x="830" y="17352"/>
                  </a:cubicBezTo>
                  <a:cubicBezTo>
                    <a:pt x="791" y="17323"/>
                    <a:pt x="652" y="17302"/>
                    <a:pt x="615" y="17271"/>
                  </a:cubicBezTo>
                  <a:cubicBezTo>
                    <a:pt x="593" y="17253"/>
                    <a:pt x="606" y="17203"/>
                    <a:pt x="584" y="17183"/>
                  </a:cubicBezTo>
                  <a:cubicBezTo>
                    <a:pt x="563" y="17165"/>
                    <a:pt x="485" y="17147"/>
                    <a:pt x="461" y="17130"/>
                  </a:cubicBezTo>
                  <a:cubicBezTo>
                    <a:pt x="435" y="17111"/>
                    <a:pt x="395" y="17066"/>
                    <a:pt x="393" y="17042"/>
                  </a:cubicBezTo>
                  <a:cubicBezTo>
                    <a:pt x="389" y="17010"/>
                    <a:pt x="423" y="16946"/>
                    <a:pt x="457" y="16922"/>
                  </a:cubicBezTo>
                  <a:cubicBezTo>
                    <a:pt x="481" y="16904"/>
                    <a:pt x="557" y="16875"/>
                    <a:pt x="595" y="16880"/>
                  </a:cubicBezTo>
                  <a:cubicBezTo>
                    <a:pt x="618" y="16883"/>
                    <a:pt x="646" y="16911"/>
                    <a:pt x="656" y="16924"/>
                  </a:cubicBezTo>
                  <a:cubicBezTo>
                    <a:pt x="674" y="16946"/>
                    <a:pt x="689" y="16997"/>
                    <a:pt x="683" y="17022"/>
                  </a:cubicBezTo>
                  <a:cubicBezTo>
                    <a:pt x="681" y="17038"/>
                    <a:pt x="635" y="17067"/>
                    <a:pt x="643" y="17084"/>
                  </a:cubicBezTo>
                  <a:cubicBezTo>
                    <a:pt x="649" y="17095"/>
                    <a:pt x="695" y="17104"/>
                    <a:pt x="711" y="17111"/>
                  </a:cubicBezTo>
                  <a:cubicBezTo>
                    <a:pt x="743" y="17127"/>
                    <a:pt x="793" y="17168"/>
                    <a:pt x="830" y="17176"/>
                  </a:cubicBezTo>
                  <a:cubicBezTo>
                    <a:pt x="877" y="17185"/>
                    <a:pt x="979" y="17176"/>
                    <a:pt x="1024" y="17166"/>
                  </a:cubicBezTo>
                  <a:cubicBezTo>
                    <a:pt x="1061" y="17157"/>
                    <a:pt x="1135" y="17128"/>
                    <a:pt x="1147" y="17106"/>
                  </a:cubicBezTo>
                  <a:cubicBezTo>
                    <a:pt x="1164" y="17074"/>
                    <a:pt x="1116" y="17005"/>
                    <a:pt x="1082" y="16977"/>
                  </a:cubicBezTo>
                  <a:cubicBezTo>
                    <a:pt x="1058" y="16959"/>
                    <a:pt x="978" y="16941"/>
                    <a:pt x="949" y="16926"/>
                  </a:cubicBezTo>
                  <a:cubicBezTo>
                    <a:pt x="907" y="16905"/>
                    <a:pt x="808" y="16838"/>
                    <a:pt x="801" y="16832"/>
                  </a:cubicBezTo>
                  <a:cubicBezTo>
                    <a:pt x="794" y="16826"/>
                    <a:pt x="739" y="16757"/>
                    <a:pt x="728" y="16730"/>
                  </a:cubicBezTo>
                  <a:cubicBezTo>
                    <a:pt x="712" y="16692"/>
                    <a:pt x="699" y="16616"/>
                    <a:pt x="698" y="16577"/>
                  </a:cubicBezTo>
                  <a:cubicBezTo>
                    <a:pt x="696" y="16545"/>
                    <a:pt x="675" y="16471"/>
                    <a:pt x="718" y="16450"/>
                  </a:cubicBezTo>
                  <a:cubicBezTo>
                    <a:pt x="756" y="16432"/>
                    <a:pt x="863" y="16461"/>
                    <a:pt x="911" y="16457"/>
                  </a:cubicBezTo>
                  <a:cubicBezTo>
                    <a:pt x="950" y="16455"/>
                    <a:pt x="1027" y="16444"/>
                    <a:pt x="1062" y="16434"/>
                  </a:cubicBezTo>
                  <a:cubicBezTo>
                    <a:pt x="1107" y="16420"/>
                    <a:pt x="1183" y="16379"/>
                    <a:pt x="1219" y="16358"/>
                  </a:cubicBezTo>
                  <a:cubicBezTo>
                    <a:pt x="1275" y="16326"/>
                    <a:pt x="1407" y="16261"/>
                    <a:pt x="1418" y="16216"/>
                  </a:cubicBezTo>
                  <a:cubicBezTo>
                    <a:pt x="1424" y="16193"/>
                    <a:pt x="1389" y="16142"/>
                    <a:pt x="1357" y="16128"/>
                  </a:cubicBezTo>
                  <a:cubicBezTo>
                    <a:pt x="1329" y="16116"/>
                    <a:pt x="1252" y="16115"/>
                    <a:pt x="1219" y="16122"/>
                  </a:cubicBezTo>
                  <a:cubicBezTo>
                    <a:pt x="1182" y="16130"/>
                    <a:pt x="1140" y="16174"/>
                    <a:pt x="1105" y="16186"/>
                  </a:cubicBezTo>
                  <a:cubicBezTo>
                    <a:pt x="1067" y="16201"/>
                    <a:pt x="978" y="16228"/>
                    <a:pt x="932" y="16226"/>
                  </a:cubicBezTo>
                  <a:cubicBezTo>
                    <a:pt x="881" y="16224"/>
                    <a:pt x="795" y="16188"/>
                    <a:pt x="756" y="16170"/>
                  </a:cubicBezTo>
                  <a:cubicBezTo>
                    <a:pt x="718" y="16153"/>
                    <a:pt x="643" y="16116"/>
                    <a:pt x="629" y="16090"/>
                  </a:cubicBezTo>
                  <a:cubicBezTo>
                    <a:pt x="615" y="16063"/>
                    <a:pt x="636" y="16002"/>
                    <a:pt x="664" y="15978"/>
                  </a:cubicBezTo>
                  <a:cubicBezTo>
                    <a:pt x="677" y="15965"/>
                    <a:pt x="720" y="15944"/>
                    <a:pt x="746" y="15942"/>
                  </a:cubicBezTo>
                  <a:cubicBezTo>
                    <a:pt x="785" y="15939"/>
                    <a:pt x="860" y="15964"/>
                    <a:pt x="894" y="15976"/>
                  </a:cubicBezTo>
                  <a:cubicBezTo>
                    <a:pt x="936" y="15991"/>
                    <a:pt x="995" y="16043"/>
                    <a:pt x="1041" y="16054"/>
                  </a:cubicBezTo>
                  <a:cubicBezTo>
                    <a:pt x="1068" y="16061"/>
                    <a:pt x="1127" y="16060"/>
                    <a:pt x="1157" y="16058"/>
                  </a:cubicBezTo>
                  <a:cubicBezTo>
                    <a:pt x="1196" y="16056"/>
                    <a:pt x="1276" y="16045"/>
                    <a:pt x="1310" y="16032"/>
                  </a:cubicBezTo>
                  <a:cubicBezTo>
                    <a:pt x="1342" y="16018"/>
                    <a:pt x="1394" y="15976"/>
                    <a:pt x="1404" y="15952"/>
                  </a:cubicBezTo>
                  <a:cubicBezTo>
                    <a:pt x="1428" y="15903"/>
                    <a:pt x="1394" y="15798"/>
                    <a:pt x="1377" y="15748"/>
                  </a:cubicBezTo>
                  <a:cubicBezTo>
                    <a:pt x="1367" y="15719"/>
                    <a:pt x="1302" y="15666"/>
                    <a:pt x="1310" y="15636"/>
                  </a:cubicBezTo>
                  <a:cubicBezTo>
                    <a:pt x="1315" y="15606"/>
                    <a:pt x="1388" y="15557"/>
                    <a:pt x="1428" y="15538"/>
                  </a:cubicBezTo>
                  <a:cubicBezTo>
                    <a:pt x="1459" y="15524"/>
                    <a:pt x="1545" y="15518"/>
                    <a:pt x="1573" y="15502"/>
                  </a:cubicBezTo>
                  <a:cubicBezTo>
                    <a:pt x="1600" y="15488"/>
                    <a:pt x="1641" y="15446"/>
                    <a:pt x="1638" y="15424"/>
                  </a:cubicBezTo>
                  <a:cubicBezTo>
                    <a:pt x="1635" y="15397"/>
                    <a:pt x="1543" y="15362"/>
                    <a:pt x="1532" y="15336"/>
                  </a:cubicBezTo>
                  <a:cubicBezTo>
                    <a:pt x="1518" y="15307"/>
                    <a:pt x="1545" y="15246"/>
                    <a:pt x="1549" y="15216"/>
                  </a:cubicBezTo>
                  <a:cubicBezTo>
                    <a:pt x="1556" y="15172"/>
                    <a:pt x="1535" y="15075"/>
                    <a:pt x="1577" y="15036"/>
                  </a:cubicBezTo>
                  <a:cubicBezTo>
                    <a:pt x="1603" y="15012"/>
                    <a:pt x="1700" y="14984"/>
                    <a:pt x="1747" y="14977"/>
                  </a:cubicBezTo>
                  <a:cubicBezTo>
                    <a:pt x="1773" y="14972"/>
                    <a:pt x="1832" y="14968"/>
                    <a:pt x="1855" y="14977"/>
                  </a:cubicBezTo>
                  <a:cubicBezTo>
                    <a:pt x="1889" y="14989"/>
                    <a:pt x="1910" y="15041"/>
                    <a:pt x="1932" y="15060"/>
                  </a:cubicBezTo>
                  <a:cubicBezTo>
                    <a:pt x="1968" y="15089"/>
                    <a:pt x="2034" y="15154"/>
                    <a:pt x="2091" y="15162"/>
                  </a:cubicBezTo>
                  <a:cubicBezTo>
                    <a:pt x="2120" y="15167"/>
                    <a:pt x="2185" y="15154"/>
                    <a:pt x="2205" y="15141"/>
                  </a:cubicBezTo>
                  <a:cubicBezTo>
                    <a:pt x="2232" y="15121"/>
                    <a:pt x="2246" y="15063"/>
                    <a:pt x="2228" y="15041"/>
                  </a:cubicBezTo>
                  <a:cubicBezTo>
                    <a:pt x="2212" y="15019"/>
                    <a:pt x="2122" y="15004"/>
                    <a:pt x="2095" y="14986"/>
                  </a:cubicBezTo>
                  <a:cubicBezTo>
                    <a:pt x="2074" y="14973"/>
                    <a:pt x="2031" y="14940"/>
                    <a:pt x="2040" y="14922"/>
                  </a:cubicBezTo>
                  <a:cubicBezTo>
                    <a:pt x="2048" y="14906"/>
                    <a:pt x="2120" y="14896"/>
                    <a:pt x="2146" y="14887"/>
                  </a:cubicBezTo>
                  <a:cubicBezTo>
                    <a:pt x="2171" y="14878"/>
                    <a:pt x="2221" y="14860"/>
                    <a:pt x="2242" y="14848"/>
                  </a:cubicBezTo>
                  <a:cubicBezTo>
                    <a:pt x="2279" y="14828"/>
                    <a:pt x="2328" y="14776"/>
                    <a:pt x="2366" y="14756"/>
                  </a:cubicBezTo>
                  <a:cubicBezTo>
                    <a:pt x="2386" y="14746"/>
                    <a:pt x="2436" y="14730"/>
                    <a:pt x="2458" y="14721"/>
                  </a:cubicBezTo>
                  <a:cubicBezTo>
                    <a:pt x="2486" y="14708"/>
                    <a:pt x="2559" y="14688"/>
                    <a:pt x="2569" y="14668"/>
                  </a:cubicBezTo>
                  <a:cubicBezTo>
                    <a:pt x="2587" y="14634"/>
                    <a:pt x="2499" y="14565"/>
                    <a:pt x="2495" y="14529"/>
                  </a:cubicBezTo>
                  <a:cubicBezTo>
                    <a:pt x="2494" y="14500"/>
                    <a:pt x="2507" y="14441"/>
                    <a:pt x="2533" y="14416"/>
                  </a:cubicBezTo>
                  <a:cubicBezTo>
                    <a:pt x="2561" y="14392"/>
                    <a:pt x="2651" y="14357"/>
                    <a:pt x="2699" y="14349"/>
                  </a:cubicBezTo>
                  <a:cubicBezTo>
                    <a:pt x="2746" y="14340"/>
                    <a:pt x="2851" y="14360"/>
                    <a:pt x="2897" y="14351"/>
                  </a:cubicBezTo>
                  <a:cubicBezTo>
                    <a:pt x="2955" y="14339"/>
                    <a:pt x="3047" y="14287"/>
                    <a:pt x="3082" y="14258"/>
                  </a:cubicBezTo>
                  <a:cubicBezTo>
                    <a:pt x="3101" y="14244"/>
                    <a:pt x="3133" y="14208"/>
                    <a:pt x="3128" y="14191"/>
                  </a:cubicBezTo>
                  <a:cubicBezTo>
                    <a:pt x="3121" y="14168"/>
                    <a:pt x="3060" y="14130"/>
                    <a:pt x="3024" y="14121"/>
                  </a:cubicBezTo>
                  <a:cubicBezTo>
                    <a:pt x="2978" y="14109"/>
                    <a:pt x="2875" y="14131"/>
                    <a:pt x="2826" y="14127"/>
                  </a:cubicBezTo>
                  <a:cubicBezTo>
                    <a:pt x="2770" y="14122"/>
                    <a:pt x="2653" y="14105"/>
                    <a:pt x="2613" y="14081"/>
                  </a:cubicBezTo>
                  <a:cubicBezTo>
                    <a:pt x="2585" y="14063"/>
                    <a:pt x="2552" y="14012"/>
                    <a:pt x="2565" y="13989"/>
                  </a:cubicBezTo>
                  <a:cubicBezTo>
                    <a:pt x="2576" y="13966"/>
                    <a:pt x="2650" y="13932"/>
                    <a:pt x="2689" y="13925"/>
                  </a:cubicBezTo>
                  <a:cubicBezTo>
                    <a:pt x="2723" y="13918"/>
                    <a:pt x="2802" y="13921"/>
                    <a:pt x="2836" y="13931"/>
                  </a:cubicBezTo>
                  <a:cubicBezTo>
                    <a:pt x="2864" y="13939"/>
                    <a:pt x="2893" y="13973"/>
                    <a:pt x="2914" y="13987"/>
                  </a:cubicBezTo>
                  <a:cubicBezTo>
                    <a:pt x="2936" y="13999"/>
                    <a:pt x="2970" y="14034"/>
                    <a:pt x="3000" y="14035"/>
                  </a:cubicBezTo>
                  <a:cubicBezTo>
                    <a:pt x="3033" y="14036"/>
                    <a:pt x="3086" y="14005"/>
                    <a:pt x="3103" y="13989"/>
                  </a:cubicBezTo>
                  <a:cubicBezTo>
                    <a:pt x="3125" y="13968"/>
                    <a:pt x="3116" y="13912"/>
                    <a:pt x="3142" y="13893"/>
                  </a:cubicBezTo>
                  <a:cubicBezTo>
                    <a:pt x="3159" y="13880"/>
                    <a:pt x="3217" y="13870"/>
                    <a:pt x="3241" y="13861"/>
                  </a:cubicBezTo>
                  <a:cubicBezTo>
                    <a:pt x="3296" y="13838"/>
                    <a:pt x="3399" y="13788"/>
                    <a:pt x="3443" y="13759"/>
                  </a:cubicBezTo>
                  <a:cubicBezTo>
                    <a:pt x="3469" y="13742"/>
                    <a:pt x="3520" y="13705"/>
                    <a:pt x="3530" y="13683"/>
                  </a:cubicBezTo>
                  <a:cubicBezTo>
                    <a:pt x="3543" y="13652"/>
                    <a:pt x="3540" y="13582"/>
                    <a:pt x="3515" y="13553"/>
                  </a:cubicBezTo>
                  <a:cubicBezTo>
                    <a:pt x="3500" y="13535"/>
                    <a:pt x="3442" y="13509"/>
                    <a:pt x="3412" y="13499"/>
                  </a:cubicBezTo>
                  <a:cubicBezTo>
                    <a:pt x="3374" y="13486"/>
                    <a:pt x="3282" y="13451"/>
                    <a:pt x="3245" y="13465"/>
                  </a:cubicBezTo>
                  <a:cubicBezTo>
                    <a:pt x="3218" y="13475"/>
                    <a:pt x="3228" y="13519"/>
                    <a:pt x="3231" y="13537"/>
                  </a:cubicBezTo>
                  <a:cubicBezTo>
                    <a:pt x="3232" y="13557"/>
                    <a:pt x="3249" y="13595"/>
                    <a:pt x="3254" y="13615"/>
                  </a:cubicBezTo>
                  <a:cubicBezTo>
                    <a:pt x="3261" y="13634"/>
                    <a:pt x="3295" y="13677"/>
                    <a:pt x="3275" y="13693"/>
                  </a:cubicBezTo>
                  <a:cubicBezTo>
                    <a:pt x="3257" y="13706"/>
                    <a:pt x="3188" y="13702"/>
                    <a:pt x="3159" y="13701"/>
                  </a:cubicBezTo>
                  <a:cubicBezTo>
                    <a:pt x="3112" y="13699"/>
                    <a:pt x="3029" y="13671"/>
                    <a:pt x="2983" y="13673"/>
                  </a:cubicBezTo>
                  <a:cubicBezTo>
                    <a:pt x="2937" y="13675"/>
                    <a:pt x="2856" y="13709"/>
                    <a:pt x="2812" y="13717"/>
                  </a:cubicBezTo>
                  <a:cubicBezTo>
                    <a:pt x="2770" y="13724"/>
                    <a:pt x="2683" y="13740"/>
                    <a:pt x="2641" y="13737"/>
                  </a:cubicBezTo>
                  <a:cubicBezTo>
                    <a:pt x="2591" y="13733"/>
                    <a:pt x="2492" y="13711"/>
                    <a:pt x="2462" y="13689"/>
                  </a:cubicBezTo>
                  <a:cubicBezTo>
                    <a:pt x="2425" y="13661"/>
                    <a:pt x="2406" y="13588"/>
                    <a:pt x="2414" y="13553"/>
                  </a:cubicBezTo>
                  <a:cubicBezTo>
                    <a:pt x="2423" y="13508"/>
                    <a:pt x="2488" y="13417"/>
                    <a:pt x="2551" y="13391"/>
                  </a:cubicBezTo>
                  <a:cubicBezTo>
                    <a:pt x="2593" y="13374"/>
                    <a:pt x="2707" y="13389"/>
                    <a:pt x="2754" y="13377"/>
                  </a:cubicBezTo>
                  <a:cubicBezTo>
                    <a:pt x="2800" y="13365"/>
                    <a:pt x="2854" y="13307"/>
                    <a:pt x="2901" y="13297"/>
                  </a:cubicBezTo>
                  <a:cubicBezTo>
                    <a:pt x="2944" y="13288"/>
                    <a:pt x="3043" y="13314"/>
                    <a:pt x="3082" y="13301"/>
                  </a:cubicBezTo>
                  <a:cubicBezTo>
                    <a:pt x="3125" y="13288"/>
                    <a:pt x="3142" y="13221"/>
                    <a:pt x="3183" y="13205"/>
                  </a:cubicBezTo>
                  <a:cubicBezTo>
                    <a:pt x="3211" y="13194"/>
                    <a:pt x="3291" y="13184"/>
                    <a:pt x="3319" y="13195"/>
                  </a:cubicBezTo>
                  <a:cubicBezTo>
                    <a:pt x="3346" y="13205"/>
                    <a:pt x="3333" y="13250"/>
                    <a:pt x="3353" y="13263"/>
                  </a:cubicBezTo>
                  <a:cubicBezTo>
                    <a:pt x="3383" y="13282"/>
                    <a:pt x="3476" y="13307"/>
                    <a:pt x="3519" y="13300"/>
                  </a:cubicBezTo>
                  <a:cubicBezTo>
                    <a:pt x="3563" y="13291"/>
                    <a:pt x="3605" y="13234"/>
                    <a:pt x="3622" y="13209"/>
                  </a:cubicBezTo>
                  <a:cubicBezTo>
                    <a:pt x="3641" y="13183"/>
                    <a:pt x="3667" y="13125"/>
                    <a:pt x="3656" y="13097"/>
                  </a:cubicBezTo>
                  <a:cubicBezTo>
                    <a:pt x="3648" y="13075"/>
                    <a:pt x="3575" y="13045"/>
                    <a:pt x="3567" y="13023"/>
                  </a:cubicBezTo>
                  <a:cubicBezTo>
                    <a:pt x="3559" y="13004"/>
                    <a:pt x="3564" y="12954"/>
                    <a:pt x="3594" y="12943"/>
                  </a:cubicBezTo>
                  <a:cubicBezTo>
                    <a:pt x="3635" y="12928"/>
                    <a:pt x="3728" y="12976"/>
                    <a:pt x="3775" y="12973"/>
                  </a:cubicBezTo>
                  <a:cubicBezTo>
                    <a:pt x="3813" y="12971"/>
                    <a:pt x="3878" y="12945"/>
                    <a:pt x="3907" y="12931"/>
                  </a:cubicBezTo>
                  <a:cubicBezTo>
                    <a:pt x="3952" y="12909"/>
                    <a:pt x="4046" y="12858"/>
                    <a:pt x="4061" y="12825"/>
                  </a:cubicBezTo>
                  <a:cubicBezTo>
                    <a:pt x="4074" y="12797"/>
                    <a:pt x="4061" y="12731"/>
                    <a:pt x="4027" y="12709"/>
                  </a:cubicBezTo>
                  <a:cubicBezTo>
                    <a:pt x="3991" y="12687"/>
                    <a:pt x="3874" y="12679"/>
                    <a:pt x="3821" y="12682"/>
                  </a:cubicBezTo>
                  <a:cubicBezTo>
                    <a:pt x="3760" y="12684"/>
                    <a:pt x="3655" y="12733"/>
                    <a:pt x="3594" y="12735"/>
                  </a:cubicBezTo>
                  <a:cubicBezTo>
                    <a:pt x="3542" y="12737"/>
                    <a:pt x="3430" y="12724"/>
                    <a:pt x="3392" y="12703"/>
                  </a:cubicBezTo>
                  <a:cubicBezTo>
                    <a:pt x="3359" y="12685"/>
                    <a:pt x="3339" y="12630"/>
                    <a:pt x="3336" y="12603"/>
                  </a:cubicBezTo>
                  <a:cubicBezTo>
                    <a:pt x="3335" y="12572"/>
                    <a:pt x="3343" y="12505"/>
                    <a:pt x="3382" y="12484"/>
                  </a:cubicBezTo>
                  <a:cubicBezTo>
                    <a:pt x="3417" y="12464"/>
                    <a:pt x="3542" y="12489"/>
                    <a:pt x="3573" y="12467"/>
                  </a:cubicBezTo>
                  <a:cubicBezTo>
                    <a:pt x="3611" y="12442"/>
                    <a:pt x="3581" y="12365"/>
                    <a:pt x="3564" y="12333"/>
                  </a:cubicBezTo>
                  <a:cubicBezTo>
                    <a:pt x="3551" y="12311"/>
                    <a:pt x="3513" y="12266"/>
                    <a:pt x="3477" y="12255"/>
                  </a:cubicBezTo>
                  <a:cubicBezTo>
                    <a:pt x="3445" y="12245"/>
                    <a:pt x="3361" y="12250"/>
                    <a:pt x="3330" y="12262"/>
                  </a:cubicBezTo>
                  <a:cubicBezTo>
                    <a:pt x="3280" y="12280"/>
                    <a:pt x="3267" y="12367"/>
                    <a:pt x="3214" y="12382"/>
                  </a:cubicBezTo>
                  <a:cubicBezTo>
                    <a:pt x="3175" y="12392"/>
                    <a:pt x="3082" y="12376"/>
                    <a:pt x="3045" y="12365"/>
                  </a:cubicBezTo>
                  <a:cubicBezTo>
                    <a:pt x="2996" y="12352"/>
                    <a:pt x="2934" y="12296"/>
                    <a:pt x="2888" y="12282"/>
                  </a:cubicBezTo>
                  <a:cubicBezTo>
                    <a:pt x="2849" y="12269"/>
                    <a:pt x="2756" y="12271"/>
                    <a:pt x="2719" y="12258"/>
                  </a:cubicBezTo>
                  <a:cubicBezTo>
                    <a:pt x="2684" y="12245"/>
                    <a:pt x="2632" y="12205"/>
                    <a:pt x="2613" y="12184"/>
                  </a:cubicBezTo>
                  <a:cubicBezTo>
                    <a:pt x="2589" y="12157"/>
                    <a:pt x="2565" y="12071"/>
                    <a:pt x="2565" y="12066"/>
                  </a:cubicBezTo>
                  <a:cubicBezTo>
                    <a:pt x="2565" y="12060"/>
                    <a:pt x="2614" y="11996"/>
                    <a:pt x="2626" y="11972"/>
                  </a:cubicBezTo>
                  <a:cubicBezTo>
                    <a:pt x="2636" y="11954"/>
                    <a:pt x="2628" y="11907"/>
                    <a:pt x="2657" y="11900"/>
                  </a:cubicBezTo>
                  <a:cubicBezTo>
                    <a:pt x="2692" y="11891"/>
                    <a:pt x="2759" y="11928"/>
                    <a:pt x="2788" y="11942"/>
                  </a:cubicBezTo>
                  <a:cubicBezTo>
                    <a:pt x="2824" y="11959"/>
                    <a:pt x="2884" y="12002"/>
                    <a:pt x="2912" y="12024"/>
                  </a:cubicBezTo>
                  <a:cubicBezTo>
                    <a:pt x="2939" y="12045"/>
                    <a:pt x="2974" y="12097"/>
                    <a:pt x="3012" y="12112"/>
                  </a:cubicBezTo>
                  <a:cubicBezTo>
                    <a:pt x="3054" y="12129"/>
                    <a:pt x="3164" y="12139"/>
                    <a:pt x="3217" y="12138"/>
                  </a:cubicBezTo>
                  <a:cubicBezTo>
                    <a:pt x="3247" y="12137"/>
                    <a:pt x="3313" y="12131"/>
                    <a:pt x="3333" y="12118"/>
                  </a:cubicBezTo>
                  <a:cubicBezTo>
                    <a:pt x="3356" y="12103"/>
                    <a:pt x="3365" y="12059"/>
                    <a:pt x="3357" y="12040"/>
                  </a:cubicBezTo>
                  <a:cubicBezTo>
                    <a:pt x="3349" y="12019"/>
                    <a:pt x="3309" y="11982"/>
                    <a:pt x="3279" y="11969"/>
                  </a:cubicBezTo>
                  <a:cubicBezTo>
                    <a:pt x="3226" y="11950"/>
                    <a:pt x="3094" y="11955"/>
                    <a:pt x="3035" y="11944"/>
                  </a:cubicBezTo>
                  <a:cubicBezTo>
                    <a:pt x="2995" y="11936"/>
                    <a:pt x="2916" y="11912"/>
                    <a:pt x="2881" y="11897"/>
                  </a:cubicBezTo>
                  <a:cubicBezTo>
                    <a:pt x="2847" y="11884"/>
                    <a:pt x="2769" y="11855"/>
                    <a:pt x="2763" y="11832"/>
                  </a:cubicBezTo>
                  <a:cubicBezTo>
                    <a:pt x="2759" y="11813"/>
                    <a:pt x="2806" y="11779"/>
                    <a:pt x="2832" y="11768"/>
                  </a:cubicBezTo>
                  <a:cubicBezTo>
                    <a:pt x="2877" y="11747"/>
                    <a:pt x="3004" y="11745"/>
                    <a:pt x="3052" y="11728"/>
                  </a:cubicBezTo>
                  <a:cubicBezTo>
                    <a:pt x="3111" y="11706"/>
                    <a:pt x="3217" y="11646"/>
                    <a:pt x="3237" y="11608"/>
                  </a:cubicBezTo>
                  <a:cubicBezTo>
                    <a:pt x="3254" y="11573"/>
                    <a:pt x="3237" y="11494"/>
                    <a:pt x="3202" y="11464"/>
                  </a:cubicBezTo>
                  <a:cubicBezTo>
                    <a:pt x="3178" y="11442"/>
                    <a:pt x="3090" y="11409"/>
                    <a:pt x="3045" y="11412"/>
                  </a:cubicBezTo>
                  <a:cubicBezTo>
                    <a:pt x="3006" y="11414"/>
                    <a:pt x="2953" y="11455"/>
                    <a:pt x="2931" y="11474"/>
                  </a:cubicBezTo>
                  <a:cubicBezTo>
                    <a:pt x="2907" y="11496"/>
                    <a:pt x="2896" y="11552"/>
                    <a:pt x="2870" y="11574"/>
                  </a:cubicBezTo>
                  <a:cubicBezTo>
                    <a:pt x="2841" y="11597"/>
                    <a:pt x="2761" y="11632"/>
                    <a:pt x="2719" y="11648"/>
                  </a:cubicBezTo>
                  <a:cubicBezTo>
                    <a:pt x="2667" y="11667"/>
                    <a:pt x="2555" y="11708"/>
                    <a:pt x="2492" y="11706"/>
                  </a:cubicBezTo>
                  <a:cubicBezTo>
                    <a:pt x="2445" y="11704"/>
                    <a:pt x="2357" y="11672"/>
                    <a:pt x="2328" y="11650"/>
                  </a:cubicBezTo>
                  <a:cubicBezTo>
                    <a:pt x="2292" y="11622"/>
                    <a:pt x="2258" y="11550"/>
                    <a:pt x="2266" y="11516"/>
                  </a:cubicBezTo>
                  <a:cubicBezTo>
                    <a:pt x="2275" y="11473"/>
                    <a:pt x="2361" y="11400"/>
                    <a:pt x="2410" y="11368"/>
                  </a:cubicBezTo>
                  <a:cubicBezTo>
                    <a:pt x="2462" y="11335"/>
                    <a:pt x="2606" y="11296"/>
                    <a:pt x="2660" y="11266"/>
                  </a:cubicBezTo>
                  <a:cubicBezTo>
                    <a:pt x="2707" y="11241"/>
                    <a:pt x="2814" y="11188"/>
                    <a:pt x="2822" y="11152"/>
                  </a:cubicBezTo>
                  <a:cubicBezTo>
                    <a:pt x="2828" y="11121"/>
                    <a:pt x="2776" y="11058"/>
                    <a:pt x="2733" y="11040"/>
                  </a:cubicBezTo>
                  <a:cubicBezTo>
                    <a:pt x="2675" y="11015"/>
                    <a:pt x="2517" y="11019"/>
                    <a:pt x="2445" y="11018"/>
                  </a:cubicBezTo>
                  <a:cubicBezTo>
                    <a:pt x="2393" y="11018"/>
                    <a:pt x="2290" y="11042"/>
                    <a:pt x="2242" y="11030"/>
                  </a:cubicBezTo>
                  <a:cubicBezTo>
                    <a:pt x="2199" y="11019"/>
                    <a:pt x="2145" y="10969"/>
                    <a:pt x="2125" y="10944"/>
                  </a:cubicBezTo>
                  <a:cubicBezTo>
                    <a:pt x="2099" y="10911"/>
                    <a:pt x="2079" y="10837"/>
                    <a:pt x="2078" y="10800"/>
                  </a:cubicBezTo>
                  <a:cubicBezTo>
                    <a:pt x="2076" y="10750"/>
                    <a:pt x="2087" y="10647"/>
                    <a:pt x="2129" y="10604"/>
                  </a:cubicBezTo>
                  <a:cubicBezTo>
                    <a:pt x="2155" y="10576"/>
                    <a:pt x="2248" y="10538"/>
                    <a:pt x="2293" y="10520"/>
                  </a:cubicBezTo>
                  <a:cubicBezTo>
                    <a:pt x="2344" y="10501"/>
                    <a:pt x="2468" y="10483"/>
                    <a:pt x="2509" y="10458"/>
                  </a:cubicBezTo>
                  <a:cubicBezTo>
                    <a:pt x="2567" y="10424"/>
                    <a:pt x="2653" y="10335"/>
                    <a:pt x="2651" y="10288"/>
                  </a:cubicBezTo>
                  <a:cubicBezTo>
                    <a:pt x="2649" y="10238"/>
                    <a:pt x="2522" y="10158"/>
                    <a:pt x="2489" y="10113"/>
                  </a:cubicBezTo>
                  <a:cubicBezTo>
                    <a:pt x="2468" y="10082"/>
                    <a:pt x="2460" y="10013"/>
                    <a:pt x="2423" y="9989"/>
                  </a:cubicBezTo>
                  <a:cubicBezTo>
                    <a:pt x="2395" y="9969"/>
                    <a:pt x="2310" y="9942"/>
                    <a:pt x="2266" y="9944"/>
                  </a:cubicBezTo>
                  <a:cubicBezTo>
                    <a:pt x="2233" y="9947"/>
                    <a:pt x="2176" y="9974"/>
                    <a:pt x="2156" y="9990"/>
                  </a:cubicBezTo>
                  <a:cubicBezTo>
                    <a:pt x="2134" y="10010"/>
                    <a:pt x="2111" y="10057"/>
                    <a:pt x="2115" y="10080"/>
                  </a:cubicBezTo>
                  <a:cubicBezTo>
                    <a:pt x="2122" y="10111"/>
                    <a:pt x="2208" y="10159"/>
                    <a:pt x="2215" y="10190"/>
                  </a:cubicBezTo>
                  <a:cubicBezTo>
                    <a:pt x="2223" y="10227"/>
                    <a:pt x="2195" y="10307"/>
                    <a:pt x="2152" y="10334"/>
                  </a:cubicBezTo>
                  <a:cubicBezTo>
                    <a:pt x="2121" y="10354"/>
                    <a:pt x="2022" y="10373"/>
                    <a:pt x="1975" y="10372"/>
                  </a:cubicBezTo>
                  <a:cubicBezTo>
                    <a:pt x="1917" y="10371"/>
                    <a:pt x="1806" y="10339"/>
                    <a:pt x="1764" y="10314"/>
                  </a:cubicBezTo>
                  <a:cubicBezTo>
                    <a:pt x="1729" y="10293"/>
                    <a:pt x="1687" y="10236"/>
                    <a:pt x="1682" y="10206"/>
                  </a:cubicBezTo>
                  <a:cubicBezTo>
                    <a:pt x="1677" y="10169"/>
                    <a:pt x="1713" y="10095"/>
                    <a:pt x="1745" y="10062"/>
                  </a:cubicBezTo>
                  <a:cubicBezTo>
                    <a:pt x="1777" y="10030"/>
                    <a:pt x="1902" y="9989"/>
                    <a:pt x="1930" y="9954"/>
                  </a:cubicBezTo>
                  <a:cubicBezTo>
                    <a:pt x="1940" y="9942"/>
                    <a:pt x="1941" y="9922"/>
                    <a:pt x="1941" y="990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37" name="Shape 4719"/>
            <p:cNvSpPr/>
            <p:nvPr/>
          </p:nvSpPr>
          <p:spPr>
            <a:xfrm>
              <a:off x="6604368" y="4004042"/>
              <a:ext cx="745122" cy="1279307"/>
            </a:xfrm>
            <a:custGeom>
              <a:avLst/>
              <a:gdLst/>
              <a:ahLst/>
              <a:cxnLst>
                <a:cxn ang="0">
                  <a:pos x="wd2" y="hd2"/>
                </a:cxn>
                <a:cxn ang="5400000">
                  <a:pos x="wd2" y="hd2"/>
                </a:cxn>
                <a:cxn ang="10800000">
                  <a:pos x="wd2" y="hd2"/>
                </a:cxn>
                <a:cxn ang="16200000">
                  <a:pos x="wd2" y="hd2"/>
                </a:cxn>
              </a:cxnLst>
              <a:rect l="0" t="0" r="r" b="b"/>
              <a:pathLst>
                <a:path w="21593" h="21597" extrusionOk="0">
                  <a:moveTo>
                    <a:pt x="1941" y="9900"/>
                  </a:moveTo>
                  <a:cubicBezTo>
                    <a:pt x="1941" y="9868"/>
                    <a:pt x="1940" y="9833"/>
                    <a:pt x="1960" y="9816"/>
                  </a:cubicBezTo>
                  <a:cubicBezTo>
                    <a:pt x="1986" y="9796"/>
                    <a:pt x="2091" y="9791"/>
                    <a:pt x="2120" y="9771"/>
                  </a:cubicBezTo>
                  <a:cubicBezTo>
                    <a:pt x="2156" y="9748"/>
                    <a:pt x="2203" y="9682"/>
                    <a:pt x="2188" y="9652"/>
                  </a:cubicBezTo>
                  <a:cubicBezTo>
                    <a:pt x="2166" y="9612"/>
                    <a:pt x="2024" y="9569"/>
                    <a:pt x="1960" y="9550"/>
                  </a:cubicBezTo>
                  <a:cubicBezTo>
                    <a:pt x="1914" y="9536"/>
                    <a:pt x="1807" y="9526"/>
                    <a:pt x="1760" y="9514"/>
                  </a:cubicBezTo>
                  <a:cubicBezTo>
                    <a:pt x="1711" y="9500"/>
                    <a:pt x="1603" y="9473"/>
                    <a:pt x="1579" y="9444"/>
                  </a:cubicBezTo>
                  <a:cubicBezTo>
                    <a:pt x="1560" y="9419"/>
                    <a:pt x="1575" y="9358"/>
                    <a:pt x="1600" y="9334"/>
                  </a:cubicBezTo>
                  <a:cubicBezTo>
                    <a:pt x="1626" y="9309"/>
                    <a:pt x="1720" y="9275"/>
                    <a:pt x="1770" y="9270"/>
                  </a:cubicBezTo>
                  <a:cubicBezTo>
                    <a:pt x="1811" y="9268"/>
                    <a:pt x="1889" y="9295"/>
                    <a:pt x="1930" y="9300"/>
                  </a:cubicBezTo>
                  <a:cubicBezTo>
                    <a:pt x="1991" y="9309"/>
                    <a:pt x="2119" y="9332"/>
                    <a:pt x="2177" y="9319"/>
                  </a:cubicBezTo>
                  <a:cubicBezTo>
                    <a:pt x="2207" y="9311"/>
                    <a:pt x="2246" y="9278"/>
                    <a:pt x="2259" y="9261"/>
                  </a:cubicBezTo>
                  <a:cubicBezTo>
                    <a:pt x="2284" y="9232"/>
                    <a:pt x="2302" y="9163"/>
                    <a:pt x="2305" y="9130"/>
                  </a:cubicBezTo>
                  <a:cubicBezTo>
                    <a:pt x="2307" y="9101"/>
                    <a:pt x="2291" y="9044"/>
                    <a:pt x="2285" y="9016"/>
                  </a:cubicBezTo>
                  <a:cubicBezTo>
                    <a:pt x="2280" y="8990"/>
                    <a:pt x="2238" y="8937"/>
                    <a:pt x="2259" y="8914"/>
                  </a:cubicBezTo>
                  <a:cubicBezTo>
                    <a:pt x="2279" y="8892"/>
                    <a:pt x="2378" y="8888"/>
                    <a:pt x="2409" y="8872"/>
                  </a:cubicBezTo>
                  <a:cubicBezTo>
                    <a:pt x="2438" y="8856"/>
                    <a:pt x="2470" y="8812"/>
                    <a:pt x="2486" y="8791"/>
                  </a:cubicBezTo>
                  <a:cubicBezTo>
                    <a:pt x="2503" y="8768"/>
                    <a:pt x="2542" y="8720"/>
                    <a:pt x="2537" y="8695"/>
                  </a:cubicBezTo>
                  <a:cubicBezTo>
                    <a:pt x="2531" y="8672"/>
                    <a:pt x="2490" y="8626"/>
                    <a:pt x="2455" y="8614"/>
                  </a:cubicBezTo>
                  <a:cubicBezTo>
                    <a:pt x="2421" y="8602"/>
                    <a:pt x="2330" y="8602"/>
                    <a:pt x="2296" y="8614"/>
                  </a:cubicBezTo>
                  <a:cubicBezTo>
                    <a:pt x="2257" y="8627"/>
                    <a:pt x="2232" y="8681"/>
                    <a:pt x="2212" y="8704"/>
                  </a:cubicBezTo>
                  <a:cubicBezTo>
                    <a:pt x="2190" y="8729"/>
                    <a:pt x="2184" y="8801"/>
                    <a:pt x="2136" y="8809"/>
                  </a:cubicBezTo>
                  <a:cubicBezTo>
                    <a:pt x="2095" y="8815"/>
                    <a:pt x="2027" y="8766"/>
                    <a:pt x="2003" y="8746"/>
                  </a:cubicBezTo>
                  <a:cubicBezTo>
                    <a:pt x="1977" y="8724"/>
                    <a:pt x="1961" y="8671"/>
                    <a:pt x="1945" y="8647"/>
                  </a:cubicBezTo>
                  <a:cubicBezTo>
                    <a:pt x="1919" y="8608"/>
                    <a:pt x="1835" y="8535"/>
                    <a:pt x="1828" y="8494"/>
                  </a:cubicBezTo>
                  <a:cubicBezTo>
                    <a:pt x="1820" y="8460"/>
                    <a:pt x="1846" y="8392"/>
                    <a:pt x="1872" y="8362"/>
                  </a:cubicBezTo>
                  <a:cubicBezTo>
                    <a:pt x="1893" y="8339"/>
                    <a:pt x="1969" y="8307"/>
                    <a:pt x="1996" y="8287"/>
                  </a:cubicBezTo>
                  <a:cubicBezTo>
                    <a:pt x="2024" y="8266"/>
                    <a:pt x="2059" y="8216"/>
                    <a:pt x="2089" y="8197"/>
                  </a:cubicBezTo>
                  <a:cubicBezTo>
                    <a:pt x="2120" y="8178"/>
                    <a:pt x="2207" y="8156"/>
                    <a:pt x="2238" y="8137"/>
                  </a:cubicBezTo>
                  <a:cubicBezTo>
                    <a:pt x="2268" y="8119"/>
                    <a:pt x="2320" y="8078"/>
                    <a:pt x="2331" y="8053"/>
                  </a:cubicBezTo>
                  <a:cubicBezTo>
                    <a:pt x="2345" y="8023"/>
                    <a:pt x="2341" y="7957"/>
                    <a:pt x="2317" y="7930"/>
                  </a:cubicBezTo>
                  <a:cubicBezTo>
                    <a:pt x="2298" y="7912"/>
                    <a:pt x="2233" y="7884"/>
                    <a:pt x="2198" y="7882"/>
                  </a:cubicBezTo>
                  <a:cubicBezTo>
                    <a:pt x="2172" y="7882"/>
                    <a:pt x="2126" y="7898"/>
                    <a:pt x="2109" y="7909"/>
                  </a:cubicBezTo>
                  <a:cubicBezTo>
                    <a:pt x="2080" y="7929"/>
                    <a:pt x="2061" y="7983"/>
                    <a:pt x="2043" y="8008"/>
                  </a:cubicBezTo>
                  <a:cubicBezTo>
                    <a:pt x="2027" y="8031"/>
                    <a:pt x="1999" y="8078"/>
                    <a:pt x="1975" y="8098"/>
                  </a:cubicBezTo>
                  <a:cubicBezTo>
                    <a:pt x="1949" y="8123"/>
                    <a:pt x="1874" y="8166"/>
                    <a:pt x="1837" y="8189"/>
                  </a:cubicBezTo>
                  <a:cubicBezTo>
                    <a:pt x="1803" y="8207"/>
                    <a:pt x="1742" y="8252"/>
                    <a:pt x="1699" y="8263"/>
                  </a:cubicBezTo>
                  <a:cubicBezTo>
                    <a:pt x="1663" y="8272"/>
                    <a:pt x="1579" y="8274"/>
                    <a:pt x="1543" y="8266"/>
                  </a:cubicBezTo>
                  <a:cubicBezTo>
                    <a:pt x="1503" y="8257"/>
                    <a:pt x="1433" y="8221"/>
                    <a:pt x="1415" y="8197"/>
                  </a:cubicBezTo>
                  <a:cubicBezTo>
                    <a:pt x="1396" y="8172"/>
                    <a:pt x="1391" y="8112"/>
                    <a:pt x="1415" y="8089"/>
                  </a:cubicBezTo>
                  <a:cubicBezTo>
                    <a:pt x="1431" y="8074"/>
                    <a:pt x="1490" y="8063"/>
                    <a:pt x="1518" y="8059"/>
                  </a:cubicBezTo>
                  <a:cubicBezTo>
                    <a:pt x="1560" y="8053"/>
                    <a:pt x="1647" y="8067"/>
                    <a:pt x="1687" y="8059"/>
                  </a:cubicBezTo>
                  <a:cubicBezTo>
                    <a:pt x="1720" y="8053"/>
                    <a:pt x="1784" y="8031"/>
                    <a:pt x="1801" y="8014"/>
                  </a:cubicBezTo>
                  <a:cubicBezTo>
                    <a:pt x="1816" y="7999"/>
                    <a:pt x="1810" y="7962"/>
                    <a:pt x="1811" y="7945"/>
                  </a:cubicBezTo>
                  <a:cubicBezTo>
                    <a:pt x="1815" y="7916"/>
                    <a:pt x="1842" y="7853"/>
                    <a:pt x="1822" y="7825"/>
                  </a:cubicBezTo>
                  <a:cubicBezTo>
                    <a:pt x="1805" y="7803"/>
                    <a:pt x="1732" y="7773"/>
                    <a:pt x="1693" y="7765"/>
                  </a:cubicBezTo>
                  <a:cubicBezTo>
                    <a:pt x="1669" y="7761"/>
                    <a:pt x="1609" y="7756"/>
                    <a:pt x="1589" y="7765"/>
                  </a:cubicBezTo>
                  <a:cubicBezTo>
                    <a:pt x="1566" y="7776"/>
                    <a:pt x="1570" y="7817"/>
                    <a:pt x="1565" y="7834"/>
                  </a:cubicBezTo>
                  <a:cubicBezTo>
                    <a:pt x="1555" y="7866"/>
                    <a:pt x="1566" y="7936"/>
                    <a:pt x="1533" y="7963"/>
                  </a:cubicBezTo>
                  <a:cubicBezTo>
                    <a:pt x="1513" y="7980"/>
                    <a:pt x="1440" y="7996"/>
                    <a:pt x="1404" y="8002"/>
                  </a:cubicBezTo>
                  <a:cubicBezTo>
                    <a:pt x="1362" y="8009"/>
                    <a:pt x="1263" y="8028"/>
                    <a:pt x="1229" y="8011"/>
                  </a:cubicBezTo>
                  <a:cubicBezTo>
                    <a:pt x="1198" y="7995"/>
                    <a:pt x="1208" y="7932"/>
                    <a:pt x="1225" y="7909"/>
                  </a:cubicBezTo>
                  <a:cubicBezTo>
                    <a:pt x="1239" y="7888"/>
                    <a:pt x="1318" y="7864"/>
                    <a:pt x="1342" y="7846"/>
                  </a:cubicBezTo>
                  <a:cubicBezTo>
                    <a:pt x="1368" y="7827"/>
                    <a:pt x="1418" y="7786"/>
                    <a:pt x="1424" y="7762"/>
                  </a:cubicBezTo>
                  <a:cubicBezTo>
                    <a:pt x="1431" y="7743"/>
                    <a:pt x="1422" y="7701"/>
                    <a:pt x="1404" y="7684"/>
                  </a:cubicBezTo>
                  <a:cubicBezTo>
                    <a:pt x="1377" y="7656"/>
                    <a:pt x="1273" y="7626"/>
                    <a:pt x="1229" y="7607"/>
                  </a:cubicBezTo>
                  <a:cubicBezTo>
                    <a:pt x="1200" y="7592"/>
                    <a:pt x="1122" y="7571"/>
                    <a:pt x="1111" y="7549"/>
                  </a:cubicBezTo>
                  <a:cubicBezTo>
                    <a:pt x="1094" y="7517"/>
                    <a:pt x="1142" y="7445"/>
                    <a:pt x="1178" y="7418"/>
                  </a:cubicBezTo>
                  <a:cubicBezTo>
                    <a:pt x="1217" y="7389"/>
                    <a:pt x="1329" y="7353"/>
                    <a:pt x="1389" y="7345"/>
                  </a:cubicBezTo>
                  <a:cubicBezTo>
                    <a:pt x="1445" y="7338"/>
                    <a:pt x="1564" y="7371"/>
                    <a:pt x="1616" y="7357"/>
                  </a:cubicBezTo>
                  <a:cubicBezTo>
                    <a:pt x="1652" y="7348"/>
                    <a:pt x="1706" y="7308"/>
                    <a:pt x="1712" y="7285"/>
                  </a:cubicBezTo>
                  <a:cubicBezTo>
                    <a:pt x="1727" y="7246"/>
                    <a:pt x="1678" y="7165"/>
                    <a:pt x="1642" y="7132"/>
                  </a:cubicBezTo>
                  <a:cubicBezTo>
                    <a:pt x="1615" y="7108"/>
                    <a:pt x="1536" y="7065"/>
                    <a:pt x="1487" y="7058"/>
                  </a:cubicBezTo>
                  <a:cubicBezTo>
                    <a:pt x="1433" y="7050"/>
                    <a:pt x="1322" y="7086"/>
                    <a:pt x="1266" y="7085"/>
                  </a:cubicBezTo>
                  <a:cubicBezTo>
                    <a:pt x="1219" y="7083"/>
                    <a:pt x="1121" y="7070"/>
                    <a:pt x="1086" y="7051"/>
                  </a:cubicBezTo>
                  <a:cubicBezTo>
                    <a:pt x="1053" y="7035"/>
                    <a:pt x="1014" y="6984"/>
                    <a:pt x="1019" y="6958"/>
                  </a:cubicBezTo>
                  <a:cubicBezTo>
                    <a:pt x="1025" y="6924"/>
                    <a:pt x="1109" y="6865"/>
                    <a:pt x="1157" y="6845"/>
                  </a:cubicBezTo>
                  <a:cubicBezTo>
                    <a:pt x="1187" y="6832"/>
                    <a:pt x="1260" y="6819"/>
                    <a:pt x="1295" y="6818"/>
                  </a:cubicBezTo>
                  <a:cubicBezTo>
                    <a:pt x="1342" y="6816"/>
                    <a:pt x="1441" y="6820"/>
                    <a:pt x="1477" y="6836"/>
                  </a:cubicBezTo>
                  <a:cubicBezTo>
                    <a:pt x="1505" y="6848"/>
                    <a:pt x="1514" y="6896"/>
                    <a:pt x="1539" y="6911"/>
                  </a:cubicBezTo>
                  <a:cubicBezTo>
                    <a:pt x="1574" y="6932"/>
                    <a:pt x="1673" y="6952"/>
                    <a:pt x="1719" y="6965"/>
                  </a:cubicBezTo>
                  <a:cubicBezTo>
                    <a:pt x="1779" y="6981"/>
                    <a:pt x="1893" y="7035"/>
                    <a:pt x="1960" y="7030"/>
                  </a:cubicBezTo>
                  <a:cubicBezTo>
                    <a:pt x="2011" y="7027"/>
                    <a:pt x="2070" y="6969"/>
                    <a:pt x="2115" y="6956"/>
                  </a:cubicBezTo>
                  <a:cubicBezTo>
                    <a:pt x="2143" y="6947"/>
                    <a:pt x="2216" y="6947"/>
                    <a:pt x="2238" y="6934"/>
                  </a:cubicBezTo>
                  <a:cubicBezTo>
                    <a:pt x="2268" y="6918"/>
                    <a:pt x="2304" y="6868"/>
                    <a:pt x="2296" y="6845"/>
                  </a:cubicBezTo>
                  <a:cubicBezTo>
                    <a:pt x="2287" y="6821"/>
                    <a:pt x="2216" y="6790"/>
                    <a:pt x="2181" y="6775"/>
                  </a:cubicBezTo>
                  <a:cubicBezTo>
                    <a:pt x="2147" y="6761"/>
                    <a:pt x="2070" y="6729"/>
                    <a:pt x="2027" y="6734"/>
                  </a:cubicBezTo>
                  <a:cubicBezTo>
                    <a:pt x="1991" y="6738"/>
                    <a:pt x="1958" y="6787"/>
                    <a:pt x="1925" y="6796"/>
                  </a:cubicBezTo>
                  <a:cubicBezTo>
                    <a:pt x="1871" y="6812"/>
                    <a:pt x="1741" y="6821"/>
                    <a:pt x="1682" y="6812"/>
                  </a:cubicBezTo>
                  <a:cubicBezTo>
                    <a:pt x="1633" y="6804"/>
                    <a:pt x="1549" y="6764"/>
                    <a:pt x="1518" y="6740"/>
                  </a:cubicBezTo>
                  <a:cubicBezTo>
                    <a:pt x="1493" y="6719"/>
                    <a:pt x="1469" y="6669"/>
                    <a:pt x="1461" y="6644"/>
                  </a:cubicBezTo>
                  <a:cubicBezTo>
                    <a:pt x="1450" y="6612"/>
                    <a:pt x="1431" y="6545"/>
                    <a:pt x="1450" y="6515"/>
                  </a:cubicBezTo>
                  <a:cubicBezTo>
                    <a:pt x="1462" y="6497"/>
                    <a:pt x="1509" y="6467"/>
                    <a:pt x="1539" y="6460"/>
                  </a:cubicBezTo>
                  <a:cubicBezTo>
                    <a:pt x="1570" y="6454"/>
                    <a:pt x="1644" y="6463"/>
                    <a:pt x="1678" y="6469"/>
                  </a:cubicBezTo>
                  <a:cubicBezTo>
                    <a:pt x="1701" y="6475"/>
                    <a:pt x="1736" y="6500"/>
                    <a:pt x="1760" y="6503"/>
                  </a:cubicBezTo>
                  <a:cubicBezTo>
                    <a:pt x="1798" y="6507"/>
                    <a:pt x="1871" y="6484"/>
                    <a:pt x="1910" y="6482"/>
                  </a:cubicBezTo>
                  <a:cubicBezTo>
                    <a:pt x="1969" y="6478"/>
                    <a:pt x="2091" y="6479"/>
                    <a:pt x="2152" y="6485"/>
                  </a:cubicBezTo>
                  <a:cubicBezTo>
                    <a:pt x="2190" y="6489"/>
                    <a:pt x="2264" y="6514"/>
                    <a:pt x="2305" y="6515"/>
                  </a:cubicBezTo>
                  <a:cubicBezTo>
                    <a:pt x="2343" y="6516"/>
                    <a:pt x="2423" y="6509"/>
                    <a:pt x="2449" y="6494"/>
                  </a:cubicBezTo>
                  <a:cubicBezTo>
                    <a:pt x="2472" y="6481"/>
                    <a:pt x="2490" y="6443"/>
                    <a:pt x="2486" y="6425"/>
                  </a:cubicBezTo>
                  <a:cubicBezTo>
                    <a:pt x="2479" y="6396"/>
                    <a:pt x="2422" y="6340"/>
                    <a:pt x="2378" y="6326"/>
                  </a:cubicBezTo>
                  <a:cubicBezTo>
                    <a:pt x="2324" y="6309"/>
                    <a:pt x="2194" y="6339"/>
                    <a:pt x="2136" y="6329"/>
                  </a:cubicBezTo>
                  <a:cubicBezTo>
                    <a:pt x="2083" y="6320"/>
                    <a:pt x="1987" y="6283"/>
                    <a:pt x="1956" y="6257"/>
                  </a:cubicBezTo>
                  <a:cubicBezTo>
                    <a:pt x="1917" y="6224"/>
                    <a:pt x="1875" y="6143"/>
                    <a:pt x="1884" y="6104"/>
                  </a:cubicBezTo>
                  <a:cubicBezTo>
                    <a:pt x="1891" y="6074"/>
                    <a:pt x="1954" y="6020"/>
                    <a:pt x="1991" y="5999"/>
                  </a:cubicBezTo>
                  <a:cubicBezTo>
                    <a:pt x="2038" y="5972"/>
                    <a:pt x="2182" y="5953"/>
                    <a:pt x="2218" y="5921"/>
                  </a:cubicBezTo>
                  <a:cubicBezTo>
                    <a:pt x="2242" y="5900"/>
                    <a:pt x="2248" y="5844"/>
                    <a:pt x="2238" y="5819"/>
                  </a:cubicBezTo>
                  <a:cubicBezTo>
                    <a:pt x="2232" y="5799"/>
                    <a:pt x="2194" y="5762"/>
                    <a:pt x="2167" y="5750"/>
                  </a:cubicBezTo>
                  <a:cubicBezTo>
                    <a:pt x="2121" y="5730"/>
                    <a:pt x="2003" y="5719"/>
                    <a:pt x="1945" y="5714"/>
                  </a:cubicBezTo>
                  <a:cubicBezTo>
                    <a:pt x="1900" y="5710"/>
                    <a:pt x="1801" y="5727"/>
                    <a:pt x="1760" y="5714"/>
                  </a:cubicBezTo>
                  <a:cubicBezTo>
                    <a:pt x="1734" y="5706"/>
                    <a:pt x="1699" y="5674"/>
                    <a:pt x="1693" y="5657"/>
                  </a:cubicBezTo>
                  <a:cubicBezTo>
                    <a:pt x="1686" y="5637"/>
                    <a:pt x="1697" y="5589"/>
                    <a:pt x="1724" y="5576"/>
                  </a:cubicBezTo>
                  <a:cubicBezTo>
                    <a:pt x="1768" y="5554"/>
                    <a:pt x="1902" y="5584"/>
                    <a:pt x="1956" y="5570"/>
                  </a:cubicBezTo>
                  <a:cubicBezTo>
                    <a:pt x="1990" y="5560"/>
                    <a:pt x="2022" y="5509"/>
                    <a:pt x="2057" y="5504"/>
                  </a:cubicBezTo>
                  <a:cubicBezTo>
                    <a:pt x="2093" y="5499"/>
                    <a:pt x="2167" y="5517"/>
                    <a:pt x="2192" y="5531"/>
                  </a:cubicBezTo>
                  <a:cubicBezTo>
                    <a:pt x="2231" y="5552"/>
                    <a:pt x="2235" y="5623"/>
                    <a:pt x="2275" y="5642"/>
                  </a:cubicBezTo>
                  <a:cubicBezTo>
                    <a:pt x="2307" y="5657"/>
                    <a:pt x="2403" y="5671"/>
                    <a:pt x="2440" y="5660"/>
                  </a:cubicBezTo>
                  <a:cubicBezTo>
                    <a:pt x="2470" y="5651"/>
                    <a:pt x="2492" y="5608"/>
                    <a:pt x="2495" y="5588"/>
                  </a:cubicBezTo>
                  <a:cubicBezTo>
                    <a:pt x="2499" y="5567"/>
                    <a:pt x="2482" y="5522"/>
                    <a:pt x="2460" y="5504"/>
                  </a:cubicBezTo>
                  <a:cubicBezTo>
                    <a:pt x="2442" y="5489"/>
                    <a:pt x="2374" y="5477"/>
                    <a:pt x="2357" y="5462"/>
                  </a:cubicBezTo>
                  <a:cubicBezTo>
                    <a:pt x="2341" y="5447"/>
                    <a:pt x="2327" y="5408"/>
                    <a:pt x="2341" y="5393"/>
                  </a:cubicBezTo>
                  <a:cubicBezTo>
                    <a:pt x="2363" y="5373"/>
                    <a:pt x="2456" y="5366"/>
                    <a:pt x="2495" y="5363"/>
                  </a:cubicBezTo>
                  <a:cubicBezTo>
                    <a:pt x="2531" y="5361"/>
                    <a:pt x="2604" y="5369"/>
                    <a:pt x="2641" y="5370"/>
                  </a:cubicBezTo>
                  <a:cubicBezTo>
                    <a:pt x="2685" y="5370"/>
                    <a:pt x="2778" y="5375"/>
                    <a:pt x="2819" y="5366"/>
                  </a:cubicBezTo>
                  <a:cubicBezTo>
                    <a:pt x="2858" y="5359"/>
                    <a:pt x="2931" y="5331"/>
                    <a:pt x="2948" y="5309"/>
                  </a:cubicBezTo>
                  <a:cubicBezTo>
                    <a:pt x="2966" y="5288"/>
                    <a:pt x="2930" y="5239"/>
                    <a:pt x="2939" y="5216"/>
                  </a:cubicBezTo>
                  <a:cubicBezTo>
                    <a:pt x="2947" y="5196"/>
                    <a:pt x="3000" y="5162"/>
                    <a:pt x="3004" y="5141"/>
                  </a:cubicBezTo>
                  <a:cubicBezTo>
                    <a:pt x="3012" y="5116"/>
                    <a:pt x="3000" y="5061"/>
                    <a:pt x="2970" y="5043"/>
                  </a:cubicBezTo>
                  <a:cubicBezTo>
                    <a:pt x="2948" y="5028"/>
                    <a:pt x="2878" y="5020"/>
                    <a:pt x="2847" y="5022"/>
                  </a:cubicBezTo>
                  <a:cubicBezTo>
                    <a:pt x="2801" y="5024"/>
                    <a:pt x="2727" y="5069"/>
                    <a:pt x="2681" y="5069"/>
                  </a:cubicBezTo>
                  <a:cubicBezTo>
                    <a:pt x="2610" y="5070"/>
                    <a:pt x="2462" y="5032"/>
                    <a:pt x="2423" y="4997"/>
                  </a:cubicBezTo>
                  <a:cubicBezTo>
                    <a:pt x="2401" y="4977"/>
                    <a:pt x="2410" y="4925"/>
                    <a:pt x="2419" y="4901"/>
                  </a:cubicBezTo>
                  <a:cubicBezTo>
                    <a:pt x="2427" y="4878"/>
                    <a:pt x="2470" y="4833"/>
                    <a:pt x="2495" y="4814"/>
                  </a:cubicBezTo>
                  <a:cubicBezTo>
                    <a:pt x="2530" y="4790"/>
                    <a:pt x="2608" y="4743"/>
                    <a:pt x="2660" y="4734"/>
                  </a:cubicBezTo>
                  <a:cubicBezTo>
                    <a:pt x="2702" y="4726"/>
                    <a:pt x="2792" y="4732"/>
                    <a:pt x="2831" y="4742"/>
                  </a:cubicBezTo>
                  <a:cubicBezTo>
                    <a:pt x="2881" y="4756"/>
                    <a:pt x="2934" y="4822"/>
                    <a:pt x="2986" y="4835"/>
                  </a:cubicBezTo>
                  <a:cubicBezTo>
                    <a:pt x="3034" y="4848"/>
                    <a:pt x="3151" y="4848"/>
                    <a:pt x="3202" y="4838"/>
                  </a:cubicBezTo>
                  <a:cubicBezTo>
                    <a:pt x="3241" y="4831"/>
                    <a:pt x="3317" y="4801"/>
                    <a:pt x="3335" y="4778"/>
                  </a:cubicBezTo>
                  <a:cubicBezTo>
                    <a:pt x="3357" y="4751"/>
                    <a:pt x="3357" y="4686"/>
                    <a:pt x="3335" y="4658"/>
                  </a:cubicBezTo>
                  <a:cubicBezTo>
                    <a:pt x="3319" y="4639"/>
                    <a:pt x="3261" y="4611"/>
                    <a:pt x="3226" y="4605"/>
                  </a:cubicBezTo>
                  <a:cubicBezTo>
                    <a:pt x="3185" y="4596"/>
                    <a:pt x="3095" y="4606"/>
                    <a:pt x="3052" y="4611"/>
                  </a:cubicBezTo>
                  <a:cubicBezTo>
                    <a:pt x="3009" y="4615"/>
                    <a:pt x="2930" y="4640"/>
                    <a:pt x="2888" y="4640"/>
                  </a:cubicBezTo>
                  <a:cubicBezTo>
                    <a:pt x="2838" y="4640"/>
                    <a:pt x="2742" y="4618"/>
                    <a:pt x="2697" y="4607"/>
                  </a:cubicBezTo>
                  <a:cubicBezTo>
                    <a:pt x="2650" y="4596"/>
                    <a:pt x="2551" y="4575"/>
                    <a:pt x="2517" y="4554"/>
                  </a:cubicBezTo>
                  <a:cubicBezTo>
                    <a:pt x="2489" y="4536"/>
                    <a:pt x="2457" y="4490"/>
                    <a:pt x="2449" y="4466"/>
                  </a:cubicBezTo>
                  <a:cubicBezTo>
                    <a:pt x="2443" y="4442"/>
                    <a:pt x="2434" y="4384"/>
                    <a:pt x="2466" y="4367"/>
                  </a:cubicBezTo>
                  <a:cubicBezTo>
                    <a:pt x="2486" y="4356"/>
                    <a:pt x="2555" y="4363"/>
                    <a:pt x="2584" y="4367"/>
                  </a:cubicBezTo>
                  <a:cubicBezTo>
                    <a:pt x="2608" y="4371"/>
                    <a:pt x="2651" y="4389"/>
                    <a:pt x="2671" y="4398"/>
                  </a:cubicBezTo>
                  <a:cubicBezTo>
                    <a:pt x="2707" y="4414"/>
                    <a:pt x="2757" y="4461"/>
                    <a:pt x="2795" y="4475"/>
                  </a:cubicBezTo>
                  <a:cubicBezTo>
                    <a:pt x="2832" y="4490"/>
                    <a:pt x="2920" y="4516"/>
                    <a:pt x="2964" y="4511"/>
                  </a:cubicBezTo>
                  <a:cubicBezTo>
                    <a:pt x="2987" y="4510"/>
                    <a:pt x="3024" y="4490"/>
                    <a:pt x="3037" y="4479"/>
                  </a:cubicBezTo>
                  <a:cubicBezTo>
                    <a:pt x="3063" y="4454"/>
                    <a:pt x="3073" y="4394"/>
                    <a:pt x="3078" y="4364"/>
                  </a:cubicBezTo>
                  <a:cubicBezTo>
                    <a:pt x="3082" y="4332"/>
                    <a:pt x="3042" y="4260"/>
                    <a:pt x="3072" y="4233"/>
                  </a:cubicBezTo>
                  <a:cubicBezTo>
                    <a:pt x="3112" y="4196"/>
                    <a:pt x="3271" y="4169"/>
                    <a:pt x="3346" y="4161"/>
                  </a:cubicBezTo>
                  <a:cubicBezTo>
                    <a:pt x="3379" y="4157"/>
                    <a:pt x="3452" y="4173"/>
                    <a:pt x="3485" y="4164"/>
                  </a:cubicBezTo>
                  <a:cubicBezTo>
                    <a:pt x="3524" y="4152"/>
                    <a:pt x="3579" y="4105"/>
                    <a:pt x="3586" y="4080"/>
                  </a:cubicBezTo>
                  <a:cubicBezTo>
                    <a:pt x="3596" y="4054"/>
                    <a:pt x="3564" y="4001"/>
                    <a:pt x="3541" y="3978"/>
                  </a:cubicBezTo>
                  <a:cubicBezTo>
                    <a:pt x="3520" y="3957"/>
                    <a:pt x="3437" y="3931"/>
                    <a:pt x="3418" y="3909"/>
                  </a:cubicBezTo>
                  <a:cubicBezTo>
                    <a:pt x="3400" y="3889"/>
                    <a:pt x="3379" y="3839"/>
                    <a:pt x="3396" y="3819"/>
                  </a:cubicBezTo>
                  <a:cubicBezTo>
                    <a:pt x="3413" y="3800"/>
                    <a:pt x="3485" y="3783"/>
                    <a:pt x="3521" y="3777"/>
                  </a:cubicBezTo>
                  <a:cubicBezTo>
                    <a:pt x="3573" y="3769"/>
                    <a:pt x="3682" y="3778"/>
                    <a:pt x="3736" y="3777"/>
                  </a:cubicBezTo>
                  <a:cubicBezTo>
                    <a:pt x="3791" y="3776"/>
                    <a:pt x="3912" y="3749"/>
                    <a:pt x="3958" y="3768"/>
                  </a:cubicBezTo>
                  <a:cubicBezTo>
                    <a:pt x="3977" y="3775"/>
                    <a:pt x="3992" y="3806"/>
                    <a:pt x="3985" y="3819"/>
                  </a:cubicBezTo>
                  <a:cubicBezTo>
                    <a:pt x="3973" y="3836"/>
                    <a:pt x="3893" y="3842"/>
                    <a:pt x="3874" y="3858"/>
                  </a:cubicBezTo>
                  <a:cubicBezTo>
                    <a:pt x="3852" y="3879"/>
                    <a:pt x="3835" y="3935"/>
                    <a:pt x="3850" y="3959"/>
                  </a:cubicBezTo>
                  <a:cubicBezTo>
                    <a:pt x="3867" y="3986"/>
                    <a:pt x="3950" y="4033"/>
                    <a:pt x="3999" y="4035"/>
                  </a:cubicBezTo>
                  <a:cubicBezTo>
                    <a:pt x="4033" y="4036"/>
                    <a:pt x="4092" y="4008"/>
                    <a:pt x="4113" y="3993"/>
                  </a:cubicBezTo>
                  <a:cubicBezTo>
                    <a:pt x="4141" y="3971"/>
                    <a:pt x="4183" y="3916"/>
                    <a:pt x="4179" y="3887"/>
                  </a:cubicBezTo>
                  <a:cubicBezTo>
                    <a:pt x="4177" y="3865"/>
                    <a:pt x="4107" y="3830"/>
                    <a:pt x="4102" y="3807"/>
                  </a:cubicBezTo>
                  <a:cubicBezTo>
                    <a:pt x="4096" y="3785"/>
                    <a:pt x="4111" y="3736"/>
                    <a:pt x="4133" y="3717"/>
                  </a:cubicBezTo>
                  <a:cubicBezTo>
                    <a:pt x="4156" y="3696"/>
                    <a:pt x="4236" y="3674"/>
                    <a:pt x="4272" y="3659"/>
                  </a:cubicBezTo>
                  <a:cubicBezTo>
                    <a:pt x="4317" y="3643"/>
                    <a:pt x="4414" y="3615"/>
                    <a:pt x="4451" y="3594"/>
                  </a:cubicBezTo>
                  <a:cubicBezTo>
                    <a:pt x="4490" y="3573"/>
                    <a:pt x="4557" y="3521"/>
                    <a:pt x="4576" y="3492"/>
                  </a:cubicBezTo>
                  <a:cubicBezTo>
                    <a:pt x="4592" y="3468"/>
                    <a:pt x="4617" y="3411"/>
                    <a:pt x="4596" y="3387"/>
                  </a:cubicBezTo>
                  <a:cubicBezTo>
                    <a:pt x="4572" y="3358"/>
                    <a:pt x="4437" y="3348"/>
                    <a:pt x="4406" y="3321"/>
                  </a:cubicBezTo>
                  <a:cubicBezTo>
                    <a:pt x="4387" y="3305"/>
                    <a:pt x="4382" y="3263"/>
                    <a:pt x="4385" y="3243"/>
                  </a:cubicBezTo>
                  <a:cubicBezTo>
                    <a:pt x="4389" y="3197"/>
                    <a:pt x="4419" y="3104"/>
                    <a:pt x="4463" y="3066"/>
                  </a:cubicBezTo>
                  <a:cubicBezTo>
                    <a:pt x="4489" y="3043"/>
                    <a:pt x="4587" y="3023"/>
                    <a:pt x="4612" y="3000"/>
                  </a:cubicBezTo>
                  <a:cubicBezTo>
                    <a:pt x="4638" y="2974"/>
                    <a:pt x="4658" y="2912"/>
                    <a:pt x="4648" y="2883"/>
                  </a:cubicBezTo>
                  <a:cubicBezTo>
                    <a:pt x="4638" y="2857"/>
                    <a:pt x="4576" y="2813"/>
                    <a:pt x="4545" y="2793"/>
                  </a:cubicBezTo>
                  <a:cubicBezTo>
                    <a:pt x="4511" y="2772"/>
                    <a:pt x="4417" y="2744"/>
                    <a:pt x="4385" y="2721"/>
                  </a:cubicBezTo>
                  <a:cubicBezTo>
                    <a:pt x="4352" y="2699"/>
                    <a:pt x="4301" y="2647"/>
                    <a:pt x="4288" y="2619"/>
                  </a:cubicBezTo>
                  <a:cubicBezTo>
                    <a:pt x="4266" y="2577"/>
                    <a:pt x="4272" y="2486"/>
                    <a:pt x="4282" y="2442"/>
                  </a:cubicBezTo>
                  <a:cubicBezTo>
                    <a:pt x="4290" y="2415"/>
                    <a:pt x="4308" y="2356"/>
                    <a:pt x="4339" y="2335"/>
                  </a:cubicBezTo>
                  <a:cubicBezTo>
                    <a:pt x="4361" y="2319"/>
                    <a:pt x="4429" y="2296"/>
                    <a:pt x="4463" y="2298"/>
                  </a:cubicBezTo>
                  <a:cubicBezTo>
                    <a:pt x="4493" y="2300"/>
                    <a:pt x="4540" y="2328"/>
                    <a:pt x="4556" y="2343"/>
                  </a:cubicBezTo>
                  <a:cubicBezTo>
                    <a:pt x="4566" y="2355"/>
                    <a:pt x="4567" y="2381"/>
                    <a:pt x="4566" y="2394"/>
                  </a:cubicBezTo>
                  <a:cubicBezTo>
                    <a:pt x="4563" y="2424"/>
                    <a:pt x="4501" y="2481"/>
                    <a:pt x="4520" y="2508"/>
                  </a:cubicBezTo>
                  <a:cubicBezTo>
                    <a:pt x="4533" y="2530"/>
                    <a:pt x="4614" y="2554"/>
                    <a:pt x="4653" y="2557"/>
                  </a:cubicBezTo>
                  <a:cubicBezTo>
                    <a:pt x="4687" y="2558"/>
                    <a:pt x="4750" y="2538"/>
                    <a:pt x="4777" y="2526"/>
                  </a:cubicBezTo>
                  <a:cubicBezTo>
                    <a:pt x="4830" y="2503"/>
                    <a:pt x="4907" y="2438"/>
                    <a:pt x="4951" y="2409"/>
                  </a:cubicBezTo>
                  <a:cubicBezTo>
                    <a:pt x="4987" y="2387"/>
                    <a:pt x="5093" y="2353"/>
                    <a:pt x="5096" y="2323"/>
                  </a:cubicBezTo>
                  <a:cubicBezTo>
                    <a:pt x="5097" y="2289"/>
                    <a:pt x="5009" y="2232"/>
                    <a:pt x="4957" y="2221"/>
                  </a:cubicBezTo>
                  <a:cubicBezTo>
                    <a:pt x="4927" y="2214"/>
                    <a:pt x="4860" y="2228"/>
                    <a:pt x="4828" y="2232"/>
                  </a:cubicBezTo>
                  <a:cubicBezTo>
                    <a:pt x="4800" y="2236"/>
                    <a:pt x="4748" y="2250"/>
                    <a:pt x="4720" y="2251"/>
                  </a:cubicBezTo>
                  <a:cubicBezTo>
                    <a:pt x="4677" y="2252"/>
                    <a:pt x="4591" y="2241"/>
                    <a:pt x="4549" y="2232"/>
                  </a:cubicBezTo>
                  <a:cubicBezTo>
                    <a:pt x="4510" y="2224"/>
                    <a:pt x="4430" y="2202"/>
                    <a:pt x="4401" y="2184"/>
                  </a:cubicBezTo>
                  <a:cubicBezTo>
                    <a:pt x="4374" y="2170"/>
                    <a:pt x="4325" y="2130"/>
                    <a:pt x="4334" y="2109"/>
                  </a:cubicBezTo>
                  <a:cubicBezTo>
                    <a:pt x="4346" y="2082"/>
                    <a:pt x="4476" y="2072"/>
                    <a:pt x="4493" y="2047"/>
                  </a:cubicBezTo>
                  <a:cubicBezTo>
                    <a:pt x="4509" y="2022"/>
                    <a:pt x="4453" y="1973"/>
                    <a:pt x="4447" y="1948"/>
                  </a:cubicBezTo>
                  <a:cubicBezTo>
                    <a:pt x="4443" y="1927"/>
                    <a:pt x="4440" y="1886"/>
                    <a:pt x="4447" y="1867"/>
                  </a:cubicBezTo>
                  <a:cubicBezTo>
                    <a:pt x="4454" y="1849"/>
                    <a:pt x="4473" y="1813"/>
                    <a:pt x="4499" y="1804"/>
                  </a:cubicBezTo>
                  <a:cubicBezTo>
                    <a:pt x="4533" y="1791"/>
                    <a:pt x="4636" y="1790"/>
                    <a:pt x="4669" y="1806"/>
                  </a:cubicBezTo>
                  <a:cubicBezTo>
                    <a:pt x="4696" y="1821"/>
                    <a:pt x="4684" y="1869"/>
                    <a:pt x="4684" y="1890"/>
                  </a:cubicBezTo>
                  <a:cubicBezTo>
                    <a:pt x="4684" y="1911"/>
                    <a:pt x="4671" y="1954"/>
                    <a:pt x="4669" y="1975"/>
                  </a:cubicBezTo>
                  <a:cubicBezTo>
                    <a:pt x="4665" y="1996"/>
                    <a:pt x="4641" y="2038"/>
                    <a:pt x="4653" y="2059"/>
                  </a:cubicBezTo>
                  <a:cubicBezTo>
                    <a:pt x="4669" y="2084"/>
                    <a:pt x="4743" y="2127"/>
                    <a:pt x="4787" y="2137"/>
                  </a:cubicBezTo>
                  <a:cubicBezTo>
                    <a:pt x="4826" y="2145"/>
                    <a:pt x="4916" y="2143"/>
                    <a:pt x="4951" y="2131"/>
                  </a:cubicBezTo>
                  <a:cubicBezTo>
                    <a:pt x="4984" y="2119"/>
                    <a:pt x="5015" y="2073"/>
                    <a:pt x="5028" y="2052"/>
                  </a:cubicBezTo>
                  <a:cubicBezTo>
                    <a:pt x="5041" y="2033"/>
                    <a:pt x="5063" y="1992"/>
                    <a:pt x="5054" y="1971"/>
                  </a:cubicBezTo>
                  <a:cubicBezTo>
                    <a:pt x="5045" y="1948"/>
                    <a:pt x="4979" y="1914"/>
                    <a:pt x="4957" y="1894"/>
                  </a:cubicBezTo>
                  <a:cubicBezTo>
                    <a:pt x="4937" y="1875"/>
                    <a:pt x="4885" y="1838"/>
                    <a:pt x="4885" y="1816"/>
                  </a:cubicBezTo>
                  <a:cubicBezTo>
                    <a:pt x="4885" y="1800"/>
                    <a:pt x="4934" y="1775"/>
                    <a:pt x="4937" y="1759"/>
                  </a:cubicBezTo>
                  <a:cubicBezTo>
                    <a:pt x="4942" y="1724"/>
                    <a:pt x="4890" y="1658"/>
                    <a:pt x="4864" y="1627"/>
                  </a:cubicBezTo>
                  <a:cubicBezTo>
                    <a:pt x="4843" y="1601"/>
                    <a:pt x="4764" y="1561"/>
                    <a:pt x="4751" y="1534"/>
                  </a:cubicBezTo>
                  <a:cubicBezTo>
                    <a:pt x="4739" y="1507"/>
                    <a:pt x="4742" y="1444"/>
                    <a:pt x="4770" y="1423"/>
                  </a:cubicBezTo>
                  <a:cubicBezTo>
                    <a:pt x="4802" y="1401"/>
                    <a:pt x="4908" y="1387"/>
                    <a:pt x="4957" y="1387"/>
                  </a:cubicBezTo>
                  <a:cubicBezTo>
                    <a:pt x="5002" y="1387"/>
                    <a:pt x="5104" y="1399"/>
                    <a:pt x="5132" y="1419"/>
                  </a:cubicBezTo>
                  <a:cubicBezTo>
                    <a:pt x="5166" y="1445"/>
                    <a:pt x="5119" y="1521"/>
                    <a:pt x="5148" y="1549"/>
                  </a:cubicBezTo>
                  <a:cubicBezTo>
                    <a:pt x="5166" y="1568"/>
                    <a:pt x="5237" y="1598"/>
                    <a:pt x="5276" y="1600"/>
                  </a:cubicBezTo>
                  <a:cubicBezTo>
                    <a:pt x="5334" y="1602"/>
                    <a:pt x="5431" y="1548"/>
                    <a:pt x="5488" y="1537"/>
                  </a:cubicBezTo>
                  <a:cubicBezTo>
                    <a:pt x="5524" y="1529"/>
                    <a:pt x="5603" y="1519"/>
                    <a:pt x="5640" y="1522"/>
                  </a:cubicBezTo>
                  <a:cubicBezTo>
                    <a:pt x="5686" y="1525"/>
                    <a:pt x="5762" y="1569"/>
                    <a:pt x="5806" y="1563"/>
                  </a:cubicBezTo>
                  <a:cubicBezTo>
                    <a:pt x="5842" y="1559"/>
                    <a:pt x="5902" y="1522"/>
                    <a:pt x="5909" y="1500"/>
                  </a:cubicBezTo>
                  <a:cubicBezTo>
                    <a:pt x="5915" y="1479"/>
                    <a:pt x="5841" y="1444"/>
                    <a:pt x="5846" y="1423"/>
                  </a:cubicBezTo>
                  <a:cubicBezTo>
                    <a:pt x="5855" y="1398"/>
                    <a:pt x="5937" y="1370"/>
                    <a:pt x="5971" y="1354"/>
                  </a:cubicBezTo>
                  <a:cubicBezTo>
                    <a:pt x="6008" y="1336"/>
                    <a:pt x="6092" y="1308"/>
                    <a:pt x="6126" y="1288"/>
                  </a:cubicBezTo>
                  <a:cubicBezTo>
                    <a:pt x="6158" y="1268"/>
                    <a:pt x="6224" y="1224"/>
                    <a:pt x="6228" y="1198"/>
                  </a:cubicBezTo>
                  <a:cubicBezTo>
                    <a:pt x="6232" y="1167"/>
                    <a:pt x="6174" y="1106"/>
                    <a:pt x="6135" y="1083"/>
                  </a:cubicBezTo>
                  <a:cubicBezTo>
                    <a:pt x="6092" y="1059"/>
                    <a:pt x="5958" y="1051"/>
                    <a:pt x="5909" y="1029"/>
                  </a:cubicBezTo>
                  <a:cubicBezTo>
                    <a:pt x="5867" y="1011"/>
                    <a:pt x="5808" y="959"/>
                    <a:pt x="5780" y="934"/>
                  </a:cubicBezTo>
                  <a:cubicBezTo>
                    <a:pt x="5763" y="918"/>
                    <a:pt x="5722" y="889"/>
                    <a:pt x="5719" y="871"/>
                  </a:cubicBezTo>
                  <a:cubicBezTo>
                    <a:pt x="5713" y="839"/>
                    <a:pt x="5760" y="776"/>
                    <a:pt x="5788" y="748"/>
                  </a:cubicBezTo>
                  <a:cubicBezTo>
                    <a:pt x="5805" y="730"/>
                    <a:pt x="5845" y="692"/>
                    <a:pt x="5881" y="688"/>
                  </a:cubicBezTo>
                  <a:cubicBezTo>
                    <a:pt x="5922" y="683"/>
                    <a:pt x="5995" y="725"/>
                    <a:pt x="6038" y="730"/>
                  </a:cubicBezTo>
                  <a:cubicBezTo>
                    <a:pt x="6079" y="734"/>
                    <a:pt x="6165" y="732"/>
                    <a:pt x="6204" y="724"/>
                  </a:cubicBezTo>
                  <a:cubicBezTo>
                    <a:pt x="6256" y="714"/>
                    <a:pt x="6349" y="680"/>
                    <a:pt x="6380" y="656"/>
                  </a:cubicBezTo>
                  <a:cubicBezTo>
                    <a:pt x="6408" y="636"/>
                    <a:pt x="6434" y="596"/>
                    <a:pt x="6451" y="560"/>
                  </a:cubicBezTo>
                  <a:cubicBezTo>
                    <a:pt x="7448" y="494"/>
                    <a:pt x="9084" y="667"/>
                    <a:pt x="9782" y="622"/>
                  </a:cubicBezTo>
                  <a:cubicBezTo>
                    <a:pt x="10462" y="579"/>
                    <a:pt x="11819" y="491"/>
                    <a:pt x="12501" y="446"/>
                  </a:cubicBezTo>
                  <a:cubicBezTo>
                    <a:pt x="13120" y="405"/>
                    <a:pt x="14364" y="320"/>
                    <a:pt x="14984" y="278"/>
                  </a:cubicBezTo>
                  <a:cubicBezTo>
                    <a:pt x="15613" y="236"/>
                    <a:pt x="16871" y="163"/>
                    <a:pt x="17497" y="110"/>
                  </a:cubicBezTo>
                  <a:cubicBezTo>
                    <a:pt x="17749" y="89"/>
                    <a:pt x="18249" y="30"/>
                    <a:pt x="18498" y="6"/>
                  </a:cubicBezTo>
                  <a:cubicBezTo>
                    <a:pt x="18517" y="4"/>
                    <a:pt x="18537" y="2"/>
                    <a:pt x="18559" y="0"/>
                  </a:cubicBezTo>
                  <a:lnTo>
                    <a:pt x="18987" y="422"/>
                  </a:lnTo>
                  <a:lnTo>
                    <a:pt x="19268" y="422"/>
                  </a:lnTo>
                  <a:lnTo>
                    <a:pt x="19701" y="13637"/>
                  </a:lnTo>
                  <a:lnTo>
                    <a:pt x="21593" y="20228"/>
                  </a:lnTo>
                  <a:cubicBezTo>
                    <a:pt x="21582" y="20248"/>
                    <a:pt x="21579" y="20277"/>
                    <a:pt x="21567" y="20290"/>
                  </a:cubicBezTo>
                  <a:cubicBezTo>
                    <a:pt x="21543" y="20316"/>
                    <a:pt x="21480" y="20364"/>
                    <a:pt x="21435" y="20378"/>
                  </a:cubicBezTo>
                  <a:cubicBezTo>
                    <a:pt x="21395" y="20392"/>
                    <a:pt x="21283" y="20378"/>
                    <a:pt x="21252" y="20398"/>
                  </a:cubicBezTo>
                  <a:cubicBezTo>
                    <a:pt x="21219" y="20419"/>
                    <a:pt x="21270" y="20489"/>
                    <a:pt x="21237" y="20510"/>
                  </a:cubicBezTo>
                  <a:cubicBezTo>
                    <a:pt x="21193" y="20539"/>
                    <a:pt x="21037" y="20554"/>
                    <a:pt x="20977" y="20538"/>
                  </a:cubicBezTo>
                  <a:cubicBezTo>
                    <a:pt x="20933" y="20528"/>
                    <a:pt x="20914" y="20460"/>
                    <a:pt x="20874" y="20446"/>
                  </a:cubicBezTo>
                  <a:cubicBezTo>
                    <a:pt x="20823" y="20429"/>
                    <a:pt x="20699" y="20440"/>
                    <a:pt x="20641" y="20438"/>
                  </a:cubicBezTo>
                  <a:cubicBezTo>
                    <a:pt x="20560" y="20435"/>
                    <a:pt x="20397" y="20432"/>
                    <a:pt x="20318" y="20426"/>
                  </a:cubicBezTo>
                  <a:cubicBezTo>
                    <a:pt x="20267" y="20422"/>
                    <a:pt x="20169" y="20404"/>
                    <a:pt x="20119" y="20402"/>
                  </a:cubicBezTo>
                  <a:cubicBezTo>
                    <a:pt x="20044" y="20400"/>
                    <a:pt x="19892" y="20401"/>
                    <a:pt x="19823" y="20418"/>
                  </a:cubicBezTo>
                  <a:cubicBezTo>
                    <a:pt x="19770" y="20432"/>
                    <a:pt x="19699" y="20492"/>
                    <a:pt x="19646" y="20506"/>
                  </a:cubicBezTo>
                  <a:cubicBezTo>
                    <a:pt x="19597" y="20519"/>
                    <a:pt x="19485" y="20531"/>
                    <a:pt x="19433" y="20526"/>
                  </a:cubicBezTo>
                  <a:cubicBezTo>
                    <a:pt x="19368" y="20521"/>
                    <a:pt x="19255" y="20478"/>
                    <a:pt x="19199" y="20458"/>
                  </a:cubicBezTo>
                  <a:cubicBezTo>
                    <a:pt x="19137" y="20437"/>
                    <a:pt x="19025" y="20378"/>
                    <a:pt x="18959" y="20358"/>
                  </a:cubicBezTo>
                  <a:cubicBezTo>
                    <a:pt x="18919" y="20346"/>
                    <a:pt x="18832" y="20327"/>
                    <a:pt x="18787" y="20323"/>
                  </a:cubicBezTo>
                  <a:cubicBezTo>
                    <a:pt x="18750" y="20318"/>
                    <a:pt x="18664" y="20307"/>
                    <a:pt x="18636" y="20323"/>
                  </a:cubicBezTo>
                  <a:cubicBezTo>
                    <a:pt x="18610" y="20337"/>
                    <a:pt x="18644" y="20387"/>
                    <a:pt x="18629" y="20406"/>
                  </a:cubicBezTo>
                  <a:cubicBezTo>
                    <a:pt x="18616" y="20424"/>
                    <a:pt x="18567" y="20460"/>
                    <a:pt x="18534" y="20462"/>
                  </a:cubicBezTo>
                  <a:cubicBezTo>
                    <a:pt x="18502" y="20464"/>
                    <a:pt x="18453" y="20432"/>
                    <a:pt x="18424" y="20426"/>
                  </a:cubicBezTo>
                  <a:cubicBezTo>
                    <a:pt x="18346" y="20412"/>
                    <a:pt x="18183" y="20406"/>
                    <a:pt x="18101" y="20406"/>
                  </a:cubicBezTo>
                  <a:cubicBezTo>
                    <a:pt x="18032" y="20407"/>
                    <a:pt x="17891" y="20414"/>
                    <a:pt x="17826" y="20426"/>
                  </a:cubicBezTo>
                  <a:cubicBezTo>
                    <a:pt x="17746" y="20442"/>
                    <a:pt x="17611" y="20505"/>
                    <a:pt x="17531" y="20522"/>
                  </a:cubicBezTo>
                  <a:cubicBezTo>
                    <a:pt x="17452" y="20539"/>
                    <a:pt x="17278" y="20543"/>
                    <a:pt x="17198" y="20561"/>
                  </a:cubicBezTo>
                  <a:cubicBezTo>
                    <a:pt x="17148" y="20573"/>
                    <a:pt x="17060" y="20615"/>
                    <a:pt x="17013" y="20631"/>
                  </a:cubicBezTo>
                  <a:cubicBezTo>
                    <a:pt x="16963" y="20647"/>
                    <a:pt x="16852" y="20669"/>
                    <a:pt x="16802" y="20687"/>
                  </a:cubicBezTo>
                  <a:cubicBezTo>
                    <a:pt x="16749" y="20706"/>
                    <a:pt x="16662" y="20761"/>
                    <a:pt x="16607" y="20777"/>
                  </a:cubicBezTo>
                  <a:cubicBezTo>
                    <a:pt x="16551" y="20793"/>
                    <a:pt x="16424" y="20797"/>
                    <a:pt x="16370" y="20813"/>
                  </a:cubicBezTo>
                  <a:cubicBezTo>
                    <a:pt x="16302" y="20833"/>
                    <a:pt x="16205" y="20904"/>
                    <a:pt x="16138" y="20924"/>
                  </a:cubicBezTo>
                  <a:cubicBezTo>
                    <a:pt x="16094" y="20937"/>
                    <a:pt x="15996" y="20956"/>
                    <a:pt x="15948" y="20951"/>
                  </a:cubicBezTo>
                  <a:cubicBezTo>
                    <a:pt x="15914" y="20948"/>
                    <a:pt x="15846" y="20924"/>
                    <a:pt x="15834" y="20906"/>
                  </a:cubicBezTo>
                  <a:cubicBezTo>
                    <a:pt x="15822" y="20887"/>
                    <a:pt x="15843" y="20841"/>
                    <a:pt x="15865" y="20825"/>
                  </a:cubicBezTo>
                  <a:cubicBezTo>
                    <a:pt x="15883" y="20812"/>
                    <a:pt x="15952" y="20811"/>
                    <a:pt x="15968" y="20798"/>
                  </a:cubicBezTo>
                  <a:cubicBezTo>
                    <a:pt x="15983" y="20786"/>
                    <a:pt x="15991" y="20751"/>
                    <a:pt x="15978" y="20738"/>
                  </a:cubicBezTo>
                  <a:cubicBezTo>
                    <a:pt x="15960" y="20719"/>
                    <a:pt x="15874" y="20713"/>
                    <a:pt x="15844" y="20699"/>
                  </a:cubicBezTo>
                  <a:cubicBezTo>
                    <a:pt x="15820" y="20688"/>
                    <a:pt x="15793" y="20654"/>
                    <a:pt x="15767" y="20645"/>
                  </a:cubicBezTo>
                  <a:cubicBezTo>
                    <a:pt x="15733" y="20634"/>
                    <a:pt x="15651" y="20626"/>
                    <a:pt x="15613" y="20631"/>
                  </a:cubicBezTo>
                  <a:cubicBezTo>
                    <a:pt x="15553" y="20636"/>
                    <a:pt x="15434" y="20667"/>
                    <a:pt x="15397" y="20696"/>
                  </a:cubicBezTo>
                  <a:cubicBezTo>
                    <a:pt x="15372" y="20714"/>
                    <a:pt x="15349" y="20764"/>
                    <a:pt x="15366" y="20784"/>
                  </a:cubicBezTo>
                  <a:cubicBezTo>
                    <a:pt x="15381" y="20802"/>
                    <a:pt x="15462" y="20811"/>
                    <a:pt x="15495" y="20819"/>
                  </a:cubicBezTo>
                  <a:cubicBezTo>
                    <a:pt x="15527" y="20827"/>
                    <a:pt x="15607" y="20832"/>
                    <a:pt x="15628" y="20849"/>
                  </a:cubicBezTo>
                  <a:cubicBezTo>
                    <a:pt x="15656" y="20872"/>
                    <a:pt x="15656" y="20936"/>
                    <a:pt x="15639" y="20963"/>
                  </a:cubicBezTo>
                  <a:cubicBezTo>
                    <a:pt x="15621" y="20991"/>
                    <a:pt x="15531" y="21027"/>
                    <a:pt x="15495" y="21047"/>
                  </a:cubicBezTo>
                  <a:cubicBezTo>
                    <a:pt x="15455" y="21069"/>
                    <a:pt x="15371" y="21108"/>
                    <a:pt x="15329" y="21128"/>
                  </a:cubicBezTo>
                  <a:cubicBezTo>
                    <a:pt x="15289" y="21149"/>
                    <a:pt x="15198" y="21187"/>
                    <a:pt x="15165" y="21212"/>
                  </a:cubicBezTo>
                  <a:cubicBezTo>
                    <a:pt x="15118" y="21247"/>
                    <a:pt x="15052" y="21326"/>
                    <a:pt x="15031" y="21368"/>
                  </a:cubicBezTo>
                  <a:cubicBezTo>
                    <a:pt x="15013" y="21403"/>
                    <a:pt x="15026" y="21478"/>
                    <a:pt x="15005" y="21512"/>
                  </a:cubicBezTo>
                  <a:cubicBezTo>
                    <a:pt x="14992" y="21535"/>
                    <a:pt x="14950" y="21583"/>
                    <a:pt x="14911" y="21593"/>
                  </a:cubicBezTo>
                  <a:cubicBezTo>
                    <a:pt x="14885" y="21600"/>
                    <a:pt x="14816" y="21596"/>
                    <a:pt x="14794" y="21584"/>
                  </a:cubicBezTo>
                  <a:cubicBezTo>
                    <a:pt x="14773" y="21573"/>
                    <a:pt x="14795" y="21524"/>
                    <a:pt x="14769" y="21518"/>
                  </a:cubicBezTo>
                  <a:cubicBezTo>
                    <a:pt x="14735" y="21511"/>
                    <a:pt x="14689" y="21562"/>
                    <a:pt x="14655" y="21569"/>
                  </a:cubicBezTo>
                  <a:cubicBezTo>
                    <a:pt x="14611" y="21578"/>
                    <a:pt x="14511" y="21579"/>
                    <a:pt x="14465" y="21572"/>
                  </a:cubicBezTo>
                  <a:cubicBezTo>
                    <a:pt x="14446" y="21569"/>
                    <a:pt x="14418" y="21548"/>
                    <a:pt x="14398" y="21548"/>
                  </a:cubicBezTo>
                  <a:cubicBezTo>
                    <a:pt x="14366" y="21546"/>
                    <a:pt x="14300" y="21564"/>
                    <a:pt x="14280" y="21577"/>
                  </a:cubicBezTo>
                  <a:cubicBezTo>
                    <a:pt x="14274" y="21582"/>
                    <a:pt x="14271" y="21587"/>
                    <a:pt x="14267" y="21594"/>
                  </a:cubicBezTo>
                  <a:cubicBezTo>
                    <a:pt x="14214" y="21594"/>
                    <a:pt x="14148" y="21597"/>
                    <a:pt x="14123" y="21586"/>
                  </a:cubicBezTo>
                  <a:cubicBezTo>
                    <a:pt x="14093" y="21573"/>
                    <a:pt x="14079" y="21523"/>
                    <a:pt x="14050" y="21508"/>
                  </a:cubicBezTo>
                  <a:cubicBezTo>
                    <a:pt x="14019" y="21491"/>
                    <a:pt x="13919" y="21488"/>
                    <a:pt x="13893" y="21468"/>
                  </a:cubicBezTo>
                  <a:cubicBezTo>
                    <a:pt x="13867" y="21446"/>
                    <a:pt x="13899" y="21386"/>
                    <a:pt x="13880" y="21362"/>
                  </a:cubicBezTo>
                  <a:cubicBezTo>
                    <a:pt x="13865" y="21345"/>
                    <a:pt x="13802" y="21327"/>
                    <a:pt x="13783" y="21312"/>
                  </a:cubicBezTo>
                  <a:cubicBezTo>
                    <a:pt x="13759" y="21292"/>
                    <a:pt x="13736" y="21244"/>
                    <a:pt x="13718" y="21222"/>
                  </a:cubicBezTo>
                  <a:cubicBezTo>
                    <a:pt x="13701" y="21200"/>
                    <a:pt x="13647" y="21161"/>
                    <a:pt x="13650" y="21138"/>
                  </a:cubicBezTo>
                  <a:cubicBezTo>
                    <a:pt x="13651" y="21115"/>
                    <a:pt x="13727" y="21081"/>
                    <a:pt x="13736" y="21058"/>
                  </a:cubicBezTo>
                  <a:cubicBezTo>
                    <a:pt x="13746" y="21028"/>
                    <a:pt x="13736" y="20962"/>
                    <a:pt x="13705" y="20938"/>
                  </a:cubicBezTo>
                  <a:cubicBezTo>
                    <a:pt x="13684" y="20922"/>
                    <a:pt x="13605" y="20916"/>
                    <a:pt x="13576" y="20904"/>
                  </a:cubicBezTo>
                  <a:cubicBezTo>
                    <a:pt x="13533" y="20886"/>
                    <a:pt x="13468" y="20832"/>
                    <a:pt x="13427" y="20810"/>
                  </a:cubicBezTo>
                  <a:cubicBezTo>
                    <a:pt x="13397" y="20794"/>
                    <a:pt x="13318" y="20771"/>
                    <a:pt x="13300" y="20750"/>
                  </a:cubicBezTo>
                  <a:cubicBezTo>
                    <a:pt x="13262" y="20711"/>
                    <a:pt x="13279" y="20615"/>
                    <a:pt x="13255" y="20572"/>
                  </a:cubicBezTo>
                  <a:cubicBezTo>
                    <a:pt x="13227" y="20525"/>
                    <a:pt x="13150" y="20434"/>
                    <a:pt x="13097" y="20395"/>
                  </a:cubicBezTo>
                  <a:cubicBezTo>
                    <a:pt x="13062" y="20367"/>
                    <a:pt x="12971" y="20323"/>
                    <a:pt x="12922" y="20305"/>
                  </a:cubicBezTo>
                  <a:cubicBezTo>
                    <a:pt x="12883" y="20290"/>
                    <a:pt x="12792" y="20277"/>
                    <a:pt x="12754" y="20262"/>
                  </a:cubicBezTo>
                  <a:cubicBezTo>
                    <a:pt x="12712" y="20246"/>
                    <a:pt x="12644" y="20204"/>
                    <a:pt x="12610" y="20182"/>
                  </a:cubicBezTo>
                  <a:cubicBezTo>
                    <a:pt x="12550" y="20145"/>
                    <a:pt x="12433" y="20067"/>
                    <a:pt x="12383" y="20024"/>
                  </a:cubicBezTo>
                  <a:cubicBezTo>
                    <a:pt x="12349" y="19996"/>
                    <a:pt x="12292" y="19937"/>
                    <a:pt x="12273" y="19905"/>
                  </a:cubicBezTo>
                  <a:cubicBezTo>
                    <a:pt x="12250" y="19865"/>
                    <a:pt x="12260" y="19776"/>
                    <a:pt x="12226" y="19738"/>
                  </a:cubicBezTo>
                  <a:cubicBezTo>
                    <a:pt x="12198" y="19710"/>
                    <a:pt x="12082" y="19679"/>
                    <a:pt x="12060" y="19649"/>
                  </a:cubicBezTo>
                  <a:cubicBezTo>
                    <a:pt x="12035" y="19614"/>
                    <a:pt x="12069" y="19536"/>
                    <a:pt x="12058" y="19499"/>
                  </a:cubicBezTo>
                  <a:cubicBezTo>
                    <a:pt x="12051" y="19479"/>
                    <a:pt x="12009" y="19441"/>
                    <a:pt x="12013" y="19421"/>
                  </a:cubicBezTo>
                  <a:cubicBezTo>
                    <a:pt x="12017" y="19384"/>
                    <a:pt x="12124" y="19327"/>
                    <a:pt x="12129" y="19291"/>
                  </a:cubicBezTo>
                  <a:cubicBezTo>
                    <a:pt x="12135" y="19254"/>
                    <a:pt x="12055" y="19187"/>
                    <a:pt x="12058" y="19151"/>
                  </a:cubicBezTo>
                  <a:cubicBezTo>
                    <a:pt x="12059" y="19125"/>
                    <a:pt x="12095" y="19074"/>
                    <a:pt x="12119" y="19053"/>
                  </a:cubicBezTo>
                  <a:cubicBezTo>
                    <a:pt x="12138" y="19033"/>
                    <a:pt x="12198" y="19003"/>
                    <a:pt x="12226" y="18987"/>
                  </a:cubicBezTo>
                  <a:cubicBezTo>
                    <a:pt x="12248" y="18972"/>
                    <a:pt x="12308" y="18947"/>
                    <a:pt x="12315" y="18927"/>
                  </a:cubicBezTo>
                  <a:cubicBezTo>
                    <a:pt x="12325" y="18902"/>
                    <a:pt x="12261" y="18853"/>
                    <a:pt x="12263" y="18826"/>
                  </a:cubicBezTo>
                  <a:cubicBezTo>
                    <a:pt x="12265" y="18801"/>
                    <a:pt x="12325" y="18755"/>
                    <a:pt x="12336" y="18729"/>
                  </a:cubicBezTo>
                  <a:cubicBezTo>
                    <a:pt x="12349" y="18691"/>
                    <a:pt x="12329" y="18610"/>
                    <a:pt x="12349" y="18573"/>
                  </a:cubicBezTo>
                  <a:cubicBezTo>
                    <a:pt x="12365" y="18547"/>
                    <a:pt x="12445" y="18508"/>
                    <a:pt x="12455" y="18481"/>
                  </a:cubicBezTo>
                  <a:cubicBezTo>
                    <a:pt x="12469" y="18445"/>
                    <a:pt x="12402" y="18370"/>
                    <a:pt x="12414" y="18333"/>
                  </a:cubicBezTo>
                  <a:cubicBezTo>
                    <a:pt x="12421" y="18314"/>
                    <a:pt x="12473" y="18286"/>
                    <a:pt x="12486" y="18269"/>
                  </a:cubicBezTo>
                  <a:cubicBezTo>
                    <a:pt x="12504" y="18245"/>
                    <a:pt x="12540" y="18192"/>
                    <a:pt x="12534" y="18165"/>
                  </a:cubicBezTo>
                  <a:cubicBezTo>
                    <a:pt x="12530" y="18142"/>
                    <a:pt x="12459" y="18085"/>
                    <a:pt x="12459" y="18085"/>
                  </a:cubicBezTo>
                  <a:lnTo>
                    <a:pt x="7297" y="18423"/>
                  </a:lnTo>
                  <a:lnTo>
                    <a:pt x="3536" y="18631"/>
                  </a:lnTo>
                  <a:lnTo>
                    <a:pt x="365" y="18815"/>
                  </a:lnTo>
                  <a:cubicBezTo>
                    <a:pt x="365" y="18815"/>
                    <a:pt x="478" y="18752"/>
                    <a:pt x="520" y="18735"/>
                  </a:cubicBezTo>
                  <a:cubicBezTo>
                    <a:pt x="561" y="18718"/>
                    <a:pt x="665" y="18700"/>
                    <a:pt x="698" y="18677"/>
                  </a:cubicBezTo>
                  <a:cubicBezTo>
                    <a:pt x="734" y="18652"/>
                    <a:pt x="774" y="18586"/>
                    <a:pt x="769" y="18553"/>
                  </a:cubicBezTo>
                  <a:cubicBezTo>
                    <a:pt x="765" y="18520"/>
                    <a:pt x="705" y="18458"/>
                    <a:pt x="664" y="18435"/>
                  </a:cubicBezTo>
                  <a:cubicBezTo>
                    <a:pt x="618" y="18411"/>
                    <a:pt x="487" y="18400"/>
                    <a:pt x="437" y="18379"/>
                  </a:cubicBezTo>
                  <a:cubicBezTo>
                    <a:pt x="390" y="18360"/>
                    <a:pt x="304" y="18312"/>
                    <a:pt x="290" y="18281"/>
                  </a:cubicBezTo>
                  <a:cubicBezTo>
                    <a:pt x="278" y="18259"/>
                    <a:pt x="293" y="18210"/>
                    <a:pt x="309" y="18190"/>
                  </a:cubicBezTo>
                  <a:cubicBezTo>
                    <a:pt x="329" y="18167"/>
                    <a:pt x="405" y="18139"/>
                    <a:pt x="427" y="18118"/>
                  </a:cubicBezTo>
                  <a:cubicBezTo>
                    <a:pt x="454" y="18089"/>
                    <a:pt x="491" y="18025"/>
                    <a:pt x="485" y="17993"/>
                  </a:cubicBezTo>
                  <a:cubicBezTo>
                    <a:pt x="479" y="17962"/>
                    <a:pt x="425" y="17902"/>
                    <a:pt x="386" y="17881"/>
                  </a:cubicBezTo>
                  <a:cubicBezTo>
                    <a:pt x="334" y="17855"/>
                    <a:pt x="184" y="17850"/>
                    <a:pt x="128" y="17827"/>
                  </a:cubicBezTo>
                  <a:cubicBezTo>
                    <a:pt x="89" y="17812"/>
                    <a:pt x="16" y="17771"/>
                    <a:pt x="5" y="17745"/>
                  </a:cubicBezTo>
                  <a:cubicBezTo>
                    <a:pt x="-7" y="17721"/>
                    <a:pt x="3" y="17666"/>
                    <a:pt x="33" y="17648"/>
                  </a:cubicBezTo>
                  <a:cubicBezTo>
                    <a:pt x="66" y="17625"/>
                    <a:pt x="179" y="17607"/>
                    <a:pt x="231" y="17609"/>
                  </a:cubicBezTo>
                  <a:cubicBezTo>
                    <a:pt x="287" y="17611"/>
                    <a:pt x="377" y="17661"/>
                    <a:pt x="433" y="17668"/>
                  </a:cubicBezTo>
                  <a:cubicBezTo>
                    <a:pt x="475" y="17672"/>
                    <a:pt x="561" y="17666"/>
                    <a:pt x="601" y="17661"/>
                  </a:cubicBezTo>
                  <a:cubicBezTo>
                    <a:pt x="673" y="17653"/>
                    <a:pt x="830" y="17638"/>
                    <a:pt x="876" y="17606"/>
                  </a:cubicBezTo>
                  <a:cubicBezTo>
                    <a:pt x="913" y="17580"/>
                    <a:pt x="920" y="17507"/>
                    <a:pt x="913" y="17474"/>
                  </a:cubicBezTo>
                  <a:cubicBezTo>
                    <a:pt x="907" y="17441"/>
                    <a:pt x="867" y="17377"/>
                    <a:pt x="830" y="17352"/>
                  </a:cubicBezTo>
                  <a:cubicBezTo>
                    <a:pt x="791" y="17323"/>
                    <a:pt x="652" y="17302"/>
                    <a:pt x="614" y="17271"/>
                  </a:cubicBezTo>
                  <a:cubicBezTo>
                    <a:pt x="593" y="17253"/>
                    <a:pt x="606" y="17203"/>
                    <a:pt x="584" y="17183"/>
                  </a:cubicBezTo>
                  <a:cubicBezTo>
                    <a:pt x="563" y="17165"/>
                    <a:pt x="485" y="17147"/>
                    <a:pt x="461" y="17130"/>
                  </a:cubicBezTo>
                  <a:cubicBezTo>
                    <a:pt x="435" y="17111"/>
                    <a:pt x="395" y="17066"/>
                    <a:pt x="393" y="17042"/>
                  </a:cubicBezTo>
                  <a:cubicBezTo>
                    <a:pt x="389" y="17010"/>
                    <a:pt x="423" y="16946"/>
                    <a:pt x="457" y="16922"/>
                  </a:cubicBezTo>
                  <a:cubicBezTo>
                    <a:pt x="481" y="16904"/>
                    <a:pt x="557" y="16875"/>
                    <a:pt x="595" y="16880"/>
                  </a:cubicBezTo>
                  <a:cubicBezTo>
                    <a:pt x="618" y="16883"/>
                    <a:pt x="646" y="16911"/>
                    <a:pt x="656" y="16924"/>
                  </a:cubicBezTo>
                  <a:cubicBezTo>
                    <a:pt x="674" y="16946"/>
                    <a:pt x="689" y="16997"/>
                    <a:pt x="683" y="17022"/>
                  </a:cubicBezTo>
                  <a:cubicBezTo>
                    <a:pt x="681" y="17038"/>
                    <a:pt x="635" y="17067"/>
                    <a:pt x="643" y="17084"/>
                  </a:cubicBezTo>
                  <a:cubicBezTo>
                    <a:pt x="649" y="17095"/>
                    <a:pt x="695" y="17104"/>
                    <a:pt x="711" y="17111"/>
                  </a:cubicBezTo>
                  <a:cubicBezTo>
                    <a:pt x="743" y="17127"/>
                    <a:pt x="793" y="17168"/>
                    <a:pt x="830" y="17176"/>
                  </a:cubicBezTo>
                  <a:cubicBezTo>
                    <a:pt x="877" y="17185"/>
                    <a:pt x="979" y="17176"/>
                    <a:pt x="1023" y="17166"/>
                  </a:cubicBezTo>
                  <a:cubicBezTo>
                    <a:pt x="1061" y="17157"/>
                    <a:pt x="1135" y="17128"/>
                    <a:pt x="1147" y="17106"/>
                  </a:cubicBezTo>
                  <a:cubicBezTo>
                    <a:pt x="1164" y="17074"/>
                    <a:pt x="1116" y="17005"/>
                    <a:pt x="1082" y="16977"/>
                  </a:cubicBezTo>
                  <a:cubicBezTo>
                    <a:pt x="1058" y="16959"/>
                    <a:pt x="978" y="16941"/>
                    <a:pt x="949" y="16926"/>
                  </a:cubicBezTo>
                  <a:cubicBezTo>
                    <a:pt x="907" y="16905"/>
                    <a:pt x="808" y="16838"/>
                    <a:pt x="801" y="16832"/>
                  </a:cubicBezTo>
                  <a:cubicBezTo>
                    <a:pt x="794" y="16826"/>
                    <a:pt x="739" y="16757"/>
                    <a:pt x="728" y="16730"/>
                  </a:cubicBezTo>
                  <a:cubicBezTo>
                    <a:pt x="712" y="16692"/>
                    <a:pt x="699" y="16616"/>
                    <a:pt x="698" y="16577"/>
                  </a:cubicBezTo>
                  <a:cubicBezTo>
                    <a:pt x="696" y="16545"/>
                    <a:pt x="675" y="16471"/>
                    <a:pt x="718" y="16450"/>
                  </a:cubicBezTo>
                  <a:cubicBezTo>
                    <a:pt x="756" y="16432"/>
                    <a:pt x="863" y="16461"/>
                    <a:pt x="911" y="16457"/>
                  </a:cubicBezTo>
                  <a:cubicBezTo>
                    <a:pt x="950" y="16455"/>
                    <a:pt x="1027" y="16444"/>
                    <a:pt x="1062" y="16434"/>
                  </a:cubicBezTo>
                  <a:cubicBezTo>
                    <a:pt x="1107" y="16420"/>
                    <a:pt x="1183" y="16379"/>
                    <a:pt x="1219" y="16358"/>
                  </a:cubicBezTo>
                  <a:cubicBezTo>
                    <a:pt x="1275" y="16326"/>
                    <a:pt x="1407" y="16261"/>
                    <a:pt x="1418" y="16216"/>
                  </a:cubicBezTo>
                  <a:cubicBezTo>
                    <a:pt x="1424" y="16193"/>
                    <a:pt x="1389" y="16142"/>
                    <a:pt x="1357" y="16128"/>
                  </a:cubicBezTo>
                  <a:cubicBezTo>
                    <a:pt x="1329" y="16116"/>
                    <a:pt x="1252" y="16115"/>
                    <a:pt x="1219" y="16122"/>
                  </a:cubicBezTo>
                  <a:cubicBezTo>
                    <a:pt x="1182" y="16130"/>
                    <a:pt x="1140" y="16174"/>
                    <a:pt x="1105" y="16186"/>
                  </a:cubicBezTo>
                  <a:cubicBezTo>
                    <a:pt x="1066" y="16201"/>
                    <a:pt x="978" y="16228"/>
                    <a:pt x="932" y="16226"/>
                  </a:cubicBezTo>
                  <a:cubicBezTo>
                    <a:pt x="881" y="16224"/>
                    <a:pt x="795" y="16188"/>
                    <a:pt x="756" y="16170"/>
                  </a:cubicBezTo>
                  <a:cubicBezTo>
                    <a:pt x="718" y="16153"/>
                    <a:pt x="643" y="16116"/>
                    <a:pt x="629" y="16090"/>
                  </a:cubicBezTo>
                  <a:cubicBezTo>
                    <a:pt x="614" y="16063"/>
                    <a:pt x="636" y="16002"/>
                    <a:pt x="664" y="15978"/>
                  </a:cubicBezTo>
                  <a:cubicBezTo>
                    <a:pt x="677" y="15965"/>
                    <a:pt x="720" y="15944"/>
                    <a:pt x="746" y="15942"/>
                  </a:cubicBezTo>
                  <a:cubicBezTo>
                    <a:pt x="785" y="15939"/>
                    <a:pt x="860" y="15964"/>
                    <a:pt x="894" y="15976"/>
                  </a:cubicBezTo>
                  <a:cubicBezTo>
                    <a:pt x="936" y="15991"/>
                    <a:pt x="995" y="16043"/>
                    <a:pt x="1041" y="16054"/>
                  </a:cubicBezTo>
                  <a:cubicBezTo>
                    <a:pt x="1068" y="16061"/>
                    <a:pt x="1127" y="16060"/>
                    <a:pt x="1157" y="16058"/>
                  </a:cubicBezTo>
                  <a:cubicBezTo>
                    <a:pt x="1196" y="16056"/>
                    <a:pt x="1276" y="16045"/>
                    <a:pt x="1310" y="16032"/>
                  </a:cubicBezTo>
                  <a:cubicBezTo>
                    <a:pt x="1342" y="16018"/>
                    <a:pt x="1394" y="15976"/>
                    <a:pt x="1404" y="15952"/>
                  </a:cubicBezTo>
                  <a:cubicBezTo>
                    <a:pt x="1428" y="15903"/>
                    <a:pt x="1394" y="15798"/>
                    <a:pt x="1377" y="15748"/>
                  </a:cubicBezTo>
                  <a:cubicBezTo>
                    <a:pt x="1367" y="15719"/>
                    <a:pt x="1302" y="15666"/>
                    <a:pt x="1310" y="15636"/>
                  </a:cubicBezTo>
                  <a:cubicBezTo>
                    <a:pt x="1315" y="15606"/>
                    <a:pt x="1388" y="15557"/>
                    <a:pt x="1428" y="15538"/>
                  </a:cubicBezTo>
                  <a:cubicBezTo>
                    <a:pt x="1458" y="15524"/>
                    <a:pt x="1544" y="15518"/>
                    <a:pt x="1573" y="15502"/>
                  </a:cubicBezTo>
                  <a:cubicBezTo>
                    <a:pt x="1600" y="15488"/>
                    <a:pt x="1641" y="15446"/>
                    <a:pt x="1638" y="15424"/>
                  </a:cubicBezTo>
                  <a:cubicBezTo>
                    <a:pt x="1635" y="15397"/>
                    <a:pt x="1543" y="15362"/>
                    <a:pt x="1532" y="15336"/>
                  </a:cubicBezTo>
                  <a:cubicBezTo>
                    <a:pt x="1518" y="15307"/>
                    <a:pt x="1544" y="15246"/>
                    <a:pt x="1549" y="15216"/>
                  </a:cubicBezTo>
                  <a:cubicBezTo>
                    <a:pt x="1556" y="15172"/>
                    <a:pt x="1535" y="15075"/>
                    <a:pt x="1577" y="15036"/>
                  </a:cubicBezTo>
                  <a:cubicBezTo>
                    <a:pt x="1603" y="15012"/>
                    <a:pt x="1700" y="14984"/>
                    <a:pt x="1747" y="14977"/>
                  </a:cubicBezTo>
                  <a:cubicBezTo>
                    <a:pt x="1773" y="14972"/>
                    <a:pt x="1832" y="14968"/>
                    <a:pt x="1855" y="14977"/>
                  </a:cubicBezTo>
                  <a:cubicBezTo>
                    <a:pt x="1889" y="14989"/>
                    <a:pt x="1910" y="15041"/>
                    <a:pt x="1932" y="15060"/>
                  </a:cubicBezTo>
                  <a:cubicBezTo>
                    <a:pt x="1968" y="15089"/>
                    <a:pt x="2034" y="15154"/>
                    <a:pt x="2091" y="15162"/>
                  </a:cubicBezTo>
                  <a:cubicBezTo>
                    <a:pt x="2120" y="15167"/>
                    <a:pt x="2185" y="15154"/>
                    <a:pt x="2205" y="15141"/>
                  </a:cubicBezTo>
                  <a:cubicBezTo>
                    <a:pt x="2232" y="15121"/>
                    <a:pt x="2246" y="15063"/>
                    <a:pt x="2228" y="15041"/>
                  </a:cubicBezTo>
                  <a:cubicBezTo>
                    <a:pt x="2212" y="15019"/>
                    <a:pt x="2122" y="15004"/>
                    <a:pt x="2095" y="14986"/>
                  </a:cubicBezTo>
                  <a:cubicBezTo>
                    <a:pt x="2074" y="14973"/>
                    <a:pt x="2031" y="14940"/>
                    <a:pt x="2040" y="14922"/>
                  </a:cubicBezTo>
                  <a:cubicBezTo>
                    <a:pt x="2048" y="14906"/>
                    <a:pt x="2120" y="14896"/>
                    <a:pt x="2146" y="14887"/>
                  </a:cubicBezTo>
                  <a:cubicBezTo>
                    <a:pt x="2171" y="14878"/>
                    <a:pt x="2221" y="14860"/>
                    <a:pt x="2242" y="14848"/>
                  </a:cubicBezTo>
                  <a:cubicBezTo>
                    <a:pt x="2279" y="14828"/>
                    <a:pt x="2328" y="14776"/>
                    <a:pt x="2366" y="14756"/>
                  </a:cubicBezTo>
                  <a:cubicBezTo>
                    <a:pt x="2386" y="14746"/>
                    <a:pt x="2436" y="14730"/>
                    <a:pt x="2457" y="14721"/>
                  </a:cubicBezTo>
                  <a:cubicBezTo>
                    <a:pt x="2486" y="14708"/>
                    <a:pt x="2559" y="14688"/>
                    <a:pt x="2569" y="14668"/>
                  </a:cubicBezTo>
                  <a:cubicBezTo>
                    <a:pt x="2587" y="14634"/>
                    <a:pt x="2499" y="14565"/>
                    <a:pt x="2495" y="14529"/>
                  </a:cubicBezTo>
                  <a:cubicBezTo>
                    <a:pt x="2494" y="14500"/>
                    <a:pt x="2507" y="14441"/>
                    <a:pt x="2533" y="14416"/>
                  </a:cubicBezTo>
                  <a:cubicBezTo>
                    <a:pt x="2561" y="14392"/>
                    <a:pt x="2651" y="14357"/>
                    <a:pt x="2699" y="14349"/>
                  </a:cubicBezTo>
                  <a:cubicBezTo>
                    <a:pt x="2746" y="14340"/>
                    <a:pt x="2851" y="14360"/>
                    <a:pt x="2897" y="14351"/>
                  </a:cubicBezTo>
                  <a:cubicBezTo>
                    <a:pt x="2955" y="14339"/>
                    <a:pt x="3047" y="14287"/>
                    <a:pt x="3082" y="14258"/>
                  </a:cubicBezTo>
                  <a:cubicBezTo>
                    <a:pt x="3101" y="14244"/>
                    <a:pt x="3133" y="14208"/>
                    <a:pt x="3128" y="14191"/>
                  </a:cubicBezTo>
                  <a:cubicBezTo>
                    <a:pt x="3121" y="14168"/>
                    <a:pt x="3060" y="14130"/>
                    <a:pt x="3024" y="14121"/>
                  </a:cubicBezTo>
                  <a:cubicBezTo>
                    <a:pt x="2978" y="14109"/>
                    <a:pt x="2875" y="14131"/>
                    <a:pt x="2826" y="14127"/>
                  </a:cubicBezTo>
                  <a:cubicBezTo>
                    <a:pt x="2770" y="14122"/>
                    <a:pt x="2653" y="14105"/>
                    <a:pt x="2612" y="14081"/>
                  </a:cubicBezTo>
                  <a:cubicBezTo>
                    <a:pt x="2585" y="14063"/>
                    <a:pt x="2552" y="14012"/>
                    <a:pt x="2565" y="13989"/>
                  </a:cubicBezTo>
                  <a:cubicBezTo>
                    <a:pt x="2576" y="13966"/>
                    <a:pt x="2650" y="13932"/>
                    <a:pt x="2689" y="13925"/>
                  </a:cubicBezTo>
                  <a:cubicBezTo>
                    <a:pt x="2723" y="13918"/>
                    <a:pt x="2802" y="13921"/>
                    <a:pt x="2836" y="13931"/>
                  </a:cubicBezTo>
                  <a:cubicBezTo>
                    <a:pt x="2864" y="13939"/>
                    <a:pt x="2892" y="13973"/>
                    <a:pt x="2914" y="13987"/>
                  </a:cubicBezTo>
                  <a:cubicBezTo>
                    <a:pt x="2935" y="13999"/>
                    <a:pt x="2970" y="14034"/>
                    <a:pt x="3000" y="14035"/>
                  </a:cubicBezTo>
                  <a:cubicBezTo>
                    <a:pt x="3033" y="14036"/>
                    <a:pt x="3086" y="14005"/>
                    <a:pt x="3103" y="13989"/>
                  </a:cubicBezTo>
                  <a:cubicBezTo>
                    <a:pt x="3125" y="13968"/>
                    <a:pt x="3116" y="13912"/>
                    <a:pt x="3142" y="13893"/>
                  </a:cubicBezTo>
                  <a:cubicBezTo>
                    <a:pt x="3159" y="13880"/>
                    <a:pt x="3217" y="13870"/>
                    <a:pt x="3241" y="13861"/>
                  </a:cubicBezTo>
                  <a:cubicBezTo>
                    <a:pt x="3296" y="13838"/>
                    <a:pt x="3399" y="13788"/>
                    <a:pt x="3443" y="13759"/>
                  </a:cubicBezTo>
                  <a:cubicBezTo>
                    <a:pt x="3469" y="13742"/>
                    <a:pt x="3520" y="13705"/>
                    <a:pt x="3530" y="13683"/>
                  </a:cubicBezTo>
                  <a:cubicBezTo>
                    <a:pt x="3543" y="13652"/>
                    <a:pt x="3540" y="13582"/>
                    <a:pt x="3515" y="13553"/>
                  </a:cubicBezTo>
                  <a:cubicBezTo>
                    <a:pt x="3500" y="13535"/>
                    <a:pt x="3442" y="13509"/>
                    <a:pt x="3412" y="13499"/>
                  </a:cubicBezTo>
                  <a:cubicBezTo>
                    <a:pt x="3374" y="13486"/>
                    <a:pt x="3282" y="13451"/>
                    <a:pt x="3245" y="13465"/>
                  </a:cubicBezTo>
                  <a:cubicBezTo>
                    <a:pt x="3218" y="13475"/>
                    <a:pt x="3228" y="13519"/>
                    <a:pt x="3231" y="13537"/>
                  </a:cubicBezTo>
                  <a:cubicBezTo>
                    <a:pt x="3232" y="13557"/>
                    <a:pt x="3249" y="13595"/>
                    <a:pt x="3254" y="13615"/>
                  </a:cubicBezTo>
                  <a:cubicBezTo>
                    <a:pt x="3261" y="13634"/>
                    <a:pt x="3295" y="13677"/>
                    <a:pt x="3275" y="13693"/>
                  </a:cubicBezTo>
                  <a:cubicBezTo>
                    <a:pt x="3257" y="13706"/>
                    <a:pt x="3188" y="13702"/>
                    <a:pt x="3159" y="13701"/>
                  </a:cubicBezTo>
                  <a:cubicBezTo>
                    <a:pt x="3112" y="13699"/>
                    <a:pt x="3029" y="13671"/>
                    <a:pt x="2983" y="13673"/>
                  </a:cubicBezTo>
                  <a:cubicBezTo>
                    <a:pt x="2937" y="13675"/>
                    <a:pt x="2856" y="13709"/>
                    <a:pt x="2812" y="13717"/>
                  </a:cubicBezTo>
                  <a:cubicBezTo>
                    <a:pt x="2770" y="13724"/>
                    <a:pt x="2683" y="13740"/>
                    <a:pt x="2641" y="13737"/>
                  </a:cubicBezTo>
                  <a:cubicBezTo>
                    <a:pt x="2591" y="13733"/>
                    <a:pt x="2492" y="13711"/>
                    <a:pt x="2462" y="13689"/>
                  </a:cubicBezTo>
                  <a:cubicBezTo>
                    <a:pt x="2425" y="13661"/>
                    <a:pt x="2406" y="13588"/>
                    <a:pt x="2414" y="13553"/>
                  </a:cubicBezTo>
                  <a:cubicBezTo>
                    <a:pt x="2423" y="13508"/>
                    <a:pt x="2488" y="13417"/>
                    <a:pt x="2551" y="13391"/>
                  </a:cubicBezTo>
                  <a:cubicBezTo>
                    <a:pt x="2593" y="13374"/>
                    <a:pt x="2707" y="13389"/>
                    <a:pt x="2754" y="13377"/>
                  </a:cubicBezTo>
                  <a:cubicBezTo>
                    <a:pt x="2800" y="13365"/>
                    <a:pt x="2854" y="13307"/>
                    <a:pt x="2901" y="13297"/>
                  </a:cubicBezTo>
                  <a:cubicBezTo>
                    <a:pt x="2944" y="13288"/>
                    <a:pt x="3043" y="13314"/>
                    <a:pt x="3082" y="13301"/>
                  </a:cubicBezTo>
                  <a:cubicBezTo>
                    <a:pt x="3125" y="13288"/>
                    <a:pt x="3142" y="13221"/>
                    <a:pt x="3183" y="13205"/>
                  </a:cubicBezTo>
                  <a:cubicBezTo>
                    <a:pt x="3211" y="13194"/>
                    <a:pt x="3291" y="13184"/>
                    <a:pt x="3319" y="13195"/>
                  </a:cubicBezTo>
                  <a:cubicBezTo>
                    <a:pt x="3346" y="13205"/>
                    <a:pt x="3333" y="13250"/>
                    <a:pt x="3353" y="13263"/>
                  </a:cubicBezTo>
                  <a:cubicBezTo>
                    <a:pt x="3383" y="13282"/>
                    <a:pt x="3476" y="13307"/>
                    <a:pt x="3519" y="13300"/>
                  </a:cubicBezTo>
                  <a:cubicBezTo>
                    <a:pt x="3563" y="13291"/>
                    <a:pt x="3605" y="13234"/>
                    <a:pt x="3622" y="13209"/>
                  </a:cubicBezTo>
                  <a:cubicBezTo>
                    <a:pt x="3641" y="13183"/>
                    <a:pt x="3667" y="13125"/>
                    <a:pt x="3656" y="13097"/>
                  </a:cubicBezTo>
                  <a:cubicBezTo>
                    <a:pt x="3648" y="13075"/>
                    <a:pt x="3575" y="13045"/>
                    <a:pt x="3567" y="13023"/>
                  </a:cubicBezTo>
                  <a:cubicBezTo>
                    <a:pt x="3559" y="13004"/>
                    <a:pt x="3564" y="12954"/>
                    <a:pt x="3594" y="12943"/>
                  </a:cubicBezTo>
                  <a:cubicBezTo>
                    <a:pt x="3635" y="12928"/>
                    <a:pt x="3728" y="12976"/>
                    <a:pt x="3775" y="12973"/>
                  </a:cubicBezTo>
                  <a:cubicBezTo>
                    <a:pt x="3813" y="12971"/>
                    <a:pt x="3878" y="12945"/>
                    <a:pt x="3907" y="12931"/>
                  </a:cubicBezTo>
                  <a:cubicBezTo>
                    <a:pt x="3952" y="12909"/>
                    <a:pt x="4046" y="12858"/>
                    <a:pt x="4061" y="12825"/>
                  </a:cubicBezTo>
                  <a:cubicBezTo>
                    <a:pt x="4074" y="12797"/>
                    <a:pt x="4061" y="12731"/>
                    <a:pt x="4027" y="12709"/>
                  </a:cubicBezTo>
                  <a:cubicBezTo>
                    <a:pt x="3990" y="12687"/>
                    <a:pt x="3874" y="12679"/>
                    <a:pt x="3821" y="12682"/>
                  </a:cubicBezTo>
                  <a:cubicBezTo>
                    <a:pt x="3760" y="12684"/>
                    <a:pt x="3655" y="12733"/>
                    <a:pt x="3594" y="12735"/>
                  </a:cubicBezTo>
                  <a:cubicBezTo>
                    <a:pt x="3542" y="12737"/>
                    <a:pt x="3430" y="12724"/>
                    <a:pt x="3392" y="12703"/>
                  </a:cubicBezTo>
                  <a:cubicBezTo>
                    <a:pt x="3359" y="12685"/>
                    <a:pt x="3339" y="12630"/>
                    <a:pt x="3336" y="12603"/>
                  </a:cubicBezTo>
                  <a:cubicBezTo>
                    <a:pt x="3335" y="12572"/>
                    <a:pt x="3343" y="12505"/>
                    <a:pt x="3382" y="12484"/>
                  </a:cubicBezTo>
                  <a:cubicBezTo>
                    <a:pt x="3417" y="12464"/>
                    <a:pt x="3542" y="12489"/>
                    <a:pt x="3573" y="12467"/>
                  </a:cubicBezTo>
                  <a:cubicBezTo>
                    <a:pt x="3611" y="12442"/>
                    <a:pt x="3581" y="12365"/>
                    <a:pt x="3564" y="12333"/>
                  </a:cubicBezTo>
                  <a:cubicBezTo>
                    <a:pt x="3551" y="12311"/>
                    <a:pt x="3512" y="12266"/>
                    <a:pt x="3477" y="12255"/>
                  </a:cubicBezTo>
                  <a:cubicBezTo>
                    <a:pt x="3445" y="12245"/>
                    <a:pt x="3361" y="12250"/>
                    <a:pt x="3330" y="12262"/>
                  </a:cubicBezTo>
                  <a:cubicBezTo>
                    <a:pt x="3280" y="12280"/>
                    <a:pt x="3267" y="12367"/>
                    <a:pt x="3214" y="12382"/>
                  </a:cubicBezTo>
                  <a:cubicBezTo>
                    <a:pt x="3175" y="12392"/>
                    <a:pt x="3082" y="12376"/>
                    <a:pt x="3045" y="12365"/>
                  </a:cubicBezTo>
                  <a:cubicBezTo>
                    <a:pt x="2996" y="12352"/>
                    <a:pt x="2934" y="12296"/>
                    <a:pt x="2888" y="12282"/>
                  </a:cubicBezTo>
                  <a:cubicBezTo>
                    <a:pt x="2849" y="12269"/>
                    <a:pt x="2756" y="12271"/>
                    <a:pt x="2719" y="12258"/>
                  </a:cubicBezTo>
                  <a:cubicBezTo>
                    <a:pt x="2684" y="12245"/>
                    <a:pt x="2632" y="12205"/>
                    <a:pt x="2612" y="12184"/>
                  </a:cubicBezTo>
                  <a:cubicBezTo>
                    <a:pt x="2589" y="12157"/>
                    <a:pt x="2565" y="12071"/>
                    <a:pt x="2565" y="12066"/>
                  </a:cubicBezTo>
                  <a:cubicBezTo>
                    <a:pt x="2565" y="12060"/>
                    <a:pt x="2614" y="11996"/>
                    <a:pt x="2625" y="11972"/>
                  </a:cubicBezTo>
                  <a:cubicBezTo>
                    <a:pt x="2636" y="11954"/>
                    <a:pt x="2628" y="11907"/>
                    <a:pt x="2657" y="11900"/>
                  </a:cubicBezTo>
                  <a:cubicBezTo>
                    <a:pt x="2692" y="11891"/>
                    <a:pt x="2759" y="11928"/>
                    <a:pt x="2788" y="11942"/>
                  </a:cubicBezTo>
                  <a:cubicBezTo>
                    <a:pt x="2823" y="11959"/>
                    <a:pt x="2884" y="12002"/>
                    <a:pt x="2912" y="12024"/>
                  </a:cubicBezTo>
                  <a:cubicBezTo>
                    <a:pt x="2939" y="12045"/>
                    <a:pt x="2974" y="12097"/>
                    <a:pt x="3012" y="12112"/>
                  </a:cubicBezTo>
                  <a:cubicBezTo>
                    <a:pt x="3054" y="12129"/>
                    <a:pt x="3164" y="12139"/>
                    <a:pt x="3217" y="12138"/>
                  </a:cubicBezTo>
                  <a:cubicBezTo>
                    <a:pt x="3247" y="12137"/>
                    <a:pt x="3313" y="12131"/>
                    <a:pt x="3333" y="12118"/>
                  </a:cubicBezTo>
                  <a:cubicBezTo>
                    <a:pt x="3356" y="12103"/>
                    <a:pt x="3365" y="12059"/>
                    <a:pt x="3357" y="12040"/>
                  </a:cubicBezTo>
                  <a:cubicBezTo>
                    <a:pt x="3349" y="12019"/>
                    <a:pt x="3309" y="11982"/>
                    <a:pt x="3279" y="11969"/>
                  </a:cubicBezTo>
                  <a:cubicBezTo>
                    <a:pt x="3226" y="11950"/>
                    <a:pt x="3094" y="11955"/>
                    <a:pt x="3034" y="11944"/>
                  </a:cubicBezTo>
                  <a:cubicBezTo>
                    <a:pt x="2995" y="11936"/>
                    <a:pt x="2916" y="11912"/>
                    <a:pt x="2881" y="11897"/>
                  </a:cubicBezTo>
                  <a:cubicBezTo>
                    <a:pt x="2847" y="11884"/>
                    <a:pt x="2769" y="11855"/>
                    <a:pt x="2763" y="11832"/>
                  </a:cubicBezTo>
                  <a:cubicBezTo>
                    <a:pt x="2759" y="11813"/>
                    <a:pt x="2806" y="11779"/>
                    <a:pt x="2832" y="11768"/>
                  </a:cubicBezTo>
                  <a:cubicBezTo>
                    <a:pt x="2877" y="11747"/>
                    <a:pt x="3004" y="11745"/>
                    <a:pt x="3052" y="11728"/>
                  </a:cubicBezTo>
                  <a:cubicBezTo>
                    <a:pt x="3111" y="11706"/>
                    <a:pt x="3217" y="11646"/>
                    <a:pt x="3237" y="11608"/>
                  </a:cubicBezTo>
                  <a:cubicBezTo>
                    <a:pt x="3254" y="11573"/>
                    <a:pt x="3237" y="11494"/>
                    <a:pt x="3202" y="11464"/>
                  </a:cubicBezTo>
                  <a:cubicBezTo>
                    <a:pt x="3178" y="11442"/>
                    <a:pt x="3090" y="11409"/>
                    <a:pt x="3045" y="11412"/>
                  </a:cubicBezTo>
                  <a:cubicBezTo>
                    <a:pt x="3006" y="11414"/>
                    <a:pt x="2953" y="11455"/>
                    <a:pt x="2931" y="11474"/>
                  </a:cubicBezTo>
                  <a:cubicBezTo>
                    <a:pt x="2907" y="11496"/>
                    <a:pt x="2896" y="11552"/>
                    <a:pt x="2870" y="11574"/>
                  </a:cubicBezTo>
                  <a:cubicBezTo>
                    <a:pt x="2841" y="11597"/>
                    <a:pt x="2761" y="11632"/>
                    <a:pt x="2719" y="11648"/>
                  </a:cubicBezTo>
                  <a:cubicBezTo>
                    <a:pt x="2667" y="11667"/>
                    <a:pt x="2555" y="11708"/>
                    <a:pt x="2492" y="11706"/>
                  </a:cubicBezTo>
                  <a:cubicBezTo>
                    <a:pt x="2445" y="11704"/>
                    <a:pt x="2357" y="11672"/>
                    <a:pt x="2328" y="11650"/>
                  </a:cubicBezTo>
                  <a:cubicBezTo>
                    <a:pt x="2292" y="11622"/>
                    <a:pt x="2258" y="11550"/>
                    <a:pt x="2266" y="11516"/>
                  </a:cubicBezTo>
                  <a:cubicBezTo>
                    <a:pt x="2275" y="11473"/>
                    <a:pt x="2361" y="11400"/>
                    <a:pt x="2410" y="11368"/>
                  </a:cubicBezTo>
                  <a:cubicBezTo>
                    <a:pt x="2462" y="11335"/>
                    <a:pt x="2606" y="11296"/>
                    <a:pt x="2660" y="11266"/>
                  </a:cubicBezTo>
                  <a:cubicBezTo>
                    <a:pt x="2707" y="11241"/>
                    <a:pt x="2814" y="11188"/>
                    <a:pt x="2822" y="11152"/>
                  </a:cubicBezTo>
                  <a:cubicBezTo>
                    <a:pt x="2828" y="11121"/>
                    <a:pt x="2776" y="11058"/>
                    <a:pt x="2733" y="11040"/>
                  </a:cubicBezTo>
                  <a:cubicBezTo>
                    <a:pt x="2675" y="11015"/>
                    <a:pt x="2517" y="11019"/>
                    <a:pt x="2445" y="11018"/>
                  </a:cubicBezTo>
                  <a:cubicBezTo>
                    <a:pt x="2393" y="11018"/>
                    <a:pt x="2289" y="11042"/>
                    <a:pt x="2242" y="11030"/>
                  </a:cubicBezTo>
                  <a:cubicBezTo>
                    <a:pt x="2199" y="11019"/>
                    <a:pt x="2145" y="10969"/>
                    <a:pt x="2125" y="10944"/>
                  </a:cubicBezTo>
                  <a:cubicBezTo>
                    <a:pt x="2099" y="10911"/>
                    <a:pt x="2078" y="10837"/>
                    <a:pt x="2078" y="10800"/>
                  </a:cubicBezTo>
                  <a:cubicBezTo>
                    <a:pt x="2076" y="10750"/>
                    <a:pt x="2087" y="10647"/>
                    <a:pt x="2129" y="10604"/>
                  </a:cubicBezTo>
                  <a:cubicBezTo>
                    <a:pt x="2155" y="10576"/>
                    <a:pt x="2248" y="10538"/>
                    <a:pt x="2293" y="10520"/>
                  </a:cubicBezTo>
                  <a:cubicBezTo>
                    <a:pt x="2344" y="10501"/>
                    <a:pt x="2468" y="10483"/>
                    <a:pt x="2509" y="10458"/>
                  </a:cubicBezTo>
                  <a:cubicBezTo>
                    <a:pt x="2567" y="10424"/>
                    <a:pt x="2653" y="10335"/>
                    <a:pt x="2651" y="10288"/>
                  </a:cubicBezTo>
                  <a:cubicBezTo>
                    <a:pt x="2649" y="10238"/>
                    <a:pt x="2522" y="10158"/>
                    <a:pt x="2489" y="10113"/>
                  </a:cubicBezTo>
                  <a:cubicBezTo>
                    <a:pt x="2468" y="10082"/>
                    <a:pt x="2460" y="10013"/>
                    <a:pt x="2423" y="9989"/>
                  </a:cubicBezTo>
                  <a:cubicBezTo>
                    <a:pt x="2395" y="9969"/>
                    <a:pt x="2310" y="9942"/>
                    <a:pt x="2266" y="9944"/>
                  </a:cubicBezTo>
                  <a:cubicBezTo>
                    <a:pt x="2233" y="9947"/>
                    <a:pt x="2176" y="9974"/>
                    <a:pt x="2156" y="9990"/>
                  </a:cubicBezTo>
                  <a:cubicBezTo>
                    <a:pt x="2134" y="10010"/>
                    <a:pt x="2111" y="10057"/>
                    <a:pt x="2115" y="10080"/>
                  </a:cubicBezTo>
                  <a:cubicBezTo>
                    <a:pt x="2122" y="10111"/>
                    <a:pt x="2208" y="10159"/>
                    <a:pt x="2215" y="10190"/>
                  </a:cubicBezTo>
                  <a:cubicBezTo>
                    <a:pt x="2223" y="10227"/>
                    <a:pt x="2195" y="10307"/>
                    <a:pt x="2152" y="10334"/>
                  </a:cubicBezTo>
                  <a:cubicBezTo>
                    <a:pt x="2121" y="10354"/>
                    <a:pt x="2022" y="10373"/>
                    <a:pt x="1975" y="10372"/>
                  </a:cubicBezTo>
                  <a:cubicBezTo>
                    <a:pt x="1917" y="10371"/>
                    <a:pt x="1806" y="10339"/>
                    <a:pt x="1764" y="10314"/>
                  </a:cubicBezTo>
                  <a:cubicBezTo>
                    <a:pt x="1729" y="10293"/>
                    <a:pt x="1687" y="10236"/>
                    <a:pt x="1682" y="10206"/>
                  </a:cubicBezTo>
                  <a:cubicBezTo>
                    <a:pt x="1677" y="10169"/>
                    <a:pt x="1712" y="10095"/>
                    <a:pt x="1745" y="10062"/>
                  </a:cubicBezTo>
                  <a:cubicBezTo>
                    <a:pt x="1777" y="10030"/>
                    <a:pt x="1902" y="9989"/>
                    <a:pt x="1930" y="9954"/>
                  </a:cubicBezTo>
                  <a:cubicBezTo>
                    <a:pt x="1940" y="9942"/>
                    <a:pt x="1941" y="9922"/>
                    <a:pt x="1941" y="9900"/>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38" name="Shape 4720"/>
            <p:cNvSpPr/>
            <p:nvPr/>
          </p:nvSpPr>
          <p:spPr>
            <a:xfrm>
              <a:off x="7363755" y="5223664"/>
              <a:ext cx="51752" cy="21187"/>
            </a:xfrm>
            <a:custGeom>
              <a:avLst/>
              <a:gdLst/>
              <a:ahLst/>
              <a:cxnLst>
                <a:cxn ang="0">
                  <a:pos x="wd2" y="hd2"/>
                </a:cxn>
                <a:cxn ang="5400000">
                  <a:pos x="wd2" y="hd2"/>
                </a:cxn>
                <a:cxn ang="10800000">
                  <a:pos x="wd2" y="hd2"/>
                </a:cxn>
                <a:cxn ang="16200000">
                  <a:pos x="wd2" y="hd2"/>
                </a:cxn>
              </a:cxnLst>
              <a:rect l="0" t="0" r="r" b="b"/>
              <a:pathLst>
                <a:path w="21376" h="20737" extrusionOk="0">
                  <a:moveTo>
                    <a:pt x="18" y="19749"/>
                  </a:moveTo>
                  <a:cubicBezTo>
                    <a:pt x="259" y="21223"/>
                    <a:pt x="2051" y="20629"/>
                    <a:pt x="2729" y="20563"/>
                  </a:cubicBezTo>
                  <a:cubicBezTo>
                    <a:pt x="3759" y="20497"/>
                    <a:pt x="5782" y="19397"/>
                    <a:pt x="6766" y="18671"/>
                  </a:cubicBezTo>
                  <a:cubicBezTo>
                    <a:pt x="7769" y="17902"/>
                    <a:pt x="9662" y="15526"/>
                    <a:pt x="10646" y="14668"/>
                  </a:cubicBezTo>
                  <a:cubicBezTo>
                    <a:pt x="11445" y="14008"/>
                    <a:pt x="12986" y="12579"/>
                    <a:pt x="13802" y="12425"/>
                  </a:cubicBezTo>
                  <a:cubicBezTo>
                    <a:pt x="15473" y="12095"/>
                    <a:pt x="18945" y="16230"/>
                    <a:pt x="20402" y="14338"/>
                  </a:cubicBezTo>
                  <a:cubicBezTo>
                    <a:pt x="20913" y="13678"/>
                    <a:pt x="21451" y="10775"/>
                    <a:pt x="21367" y="9455"/>
                  </a:cubicBezTo>
                  <a:cubicBezTo>
                    <a:pt x="21247" y="7542"/>
                    <a:pt x="19854" y="4836"/>
                    <a:pt x="19233" y="3560"/>
                  </a:cubicBezTo>
                  <a:cubicBezTo>
                    <a:pt x="18731" y="2482"/>
                    <a:pt x="17608" y="-377"/>
                    <a:pt x="16968" y="41"/>
                  </a:cubicBezTo>
                  <a:cubicBezTo>
                    <a:pt x="16476" y="415"/>
                    <a:pt x="16466" y="3450"/>
                    <a:pt x="16160" y="4396"/>
                  </a:cubicBezTo>
                  <a:cubicBezTo>
                    <a:pt x="15770" y="5628"/>
                    <a:pt x="14758" y="7630"/>
                    <a:pt x="14174" y="8245"/>
                  </a:cubicBezTo>
                  <a:cubicBezTo>
                    <a:pt x="13264" y="9169"/>
                    <a:pt x="11185" y="8927"/>
                    <a:pt x="10219" y="9455"/>
                  </a:cubicBezTo>
                  <a:cubicBezTo>
                    <a:pt x="9365" y="9917"/>
                    <a:pt x="7722" y="11413"/>
                    <a:pt x="6915" y="12249"/>
                  </a:cubicBezTo>
                  <a:cubicBezTo>
                    <a:pt x="6293" y="12843"/>
                    <a:pt x="5123" y="14536"/>
                    <a:pt x="4492" y="15020"/>
                  </a:cubicBezTo>
                  <a:cubicBezTo>
                    <a:pt x="3731" y="15592"/>
                    <a:pt x="2032" y="15328"/>
                    <a:pt x="1345" y="16230"/>
                  </a:cubicBezTo>
                  <a:cubicBezTo>
                    <a:pt x="900" y="16824"/>
                    <a:pt x="-149" y="18605"/>
                    <a:pt x="18" y="19749"/>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39" name="Shape 4721"/>
            <p:cNvSpPr/>
            <p:nvPr/>
          </p:nvSpPr>
          <p:spPr>
            <a:xfrm>
              <a:off x="7363755" y="5223664"/>
              <a:ext cx="51775" cy="21187"/>
            </a:xfrm>
            <a:custGeom>
              <a:avLst/>
              <a:gdLst/>
              <a:ahLst/>
              <a:cxnLst>
                <a:cxn ang="0">
                  <a:pos x="wd2" y="hd2"/>
                </a:cxn>
                <a:cxn ang="5400000">
                  <a:pos x="wd2" y="hd2"/>
                </a:cxn>
                <a:cxn ang="10800000">
                  <a:pos x="wd2" y="hd2"/>
                </a:cxn>
                <a:cxn ang="16200000">
                  <a:pos x="wd2" y="hd2"/>
                </a:cxn>
              </a:cxnLst>
              <a:rect l="0" t="0" r="r" b="b"/>
              <a:pathLst>
                <a:path w="21376" h="20737" extrusionOk="0">
                  <a:moveTo>
                    <a:pt x="18" y="19749"/>
                  </a:moveTo>
                  <a:cubicBezTo>
                    <a:pt x="269" y="21223"/>
                    <a:pt x="2059" y="20629"/>
                    <a:pt x="2737" y="20563"/>
                  </a:cubicBezTo>
                  <a:cubicBezTo>
                    <a:pt x="3766" y="20497"/>
                    <a:pt x="5789" y="19397"/>
                    <a:pt x="6773" y="18671"/>
                  </a:cubicBezTo>
                  <a:cubicBezTo>
                    <a:pt x="7775" y="17902"/>
                    <a:pt x="9667" y="15526"/>
                    <a:pt x="10651" y="14668"/>
                  </a:cubicBezTo>
                  <a:cubicBezTo>
                    <a:pt x="11449" y="14008"/>
                    <a:pt x="12989" y="12579"/>
                    <a:pt x="13806" y="12425"/>
                  </a:cubicBezTo>
                  <a:cubicBezTo>
                    <a:pt x="15476" y="12095"/>
                    <a:pt x="18946" y="16230"/>
                    <a:pt x="20403" y="14338"/>
                  </a:cubicBezTo>
                  <a:cubicBezTo>
                    <a:pt x="20913" y="13678"/>
                    <a:pt x="21451" y="10775"/>
                    <a:pt x="21367" y="9455"/>
                  </a:cubicBezTo>
                  <a:cubicBezTo>
                    <a:pt x="21247" y="7542"/>
                    <a:pt x="19855" y="4836"/>
                    <a:pt x="19233" y="3560"/>
                  </a:cubicBezTo>
                  <a:cubicBezTo>
                    <a:pt x="18732" y="2482"/>
                    <a:pt x="17610" y="-377"/>
                    <a:pt x="16970" y="41"/>
                  </a:cubicBezTo>
                  <a:cubicBezTo>
                    <a:pt x="16478" y="415"/>
                    <a:pt x="16469" y="3450"/>
                    <a:pt x="16162" y="4396"/>
                  </a:cubicBezTo>
                  <a:cubicBezTo>
                    <a:pt x="15773" y="5628"/>
                    <a:pt x="14761" y="7630"/>
                    <a:pt x="14177" y="8245"/>
                  </a:cubicBezTo>
                  <a:cubicBezTo>
                    <a:pt x="13267" y="9169"/>
                    <a:pt x="11189" y="8927"/>
                    <a:pt x="10224" y="9455"/>
                  </a:cubicBezTo>
                  <a:cubicBezTo>
                    <a:pt x="9371" y="9917"/>
                    <a:pt x="7728" y="11413"/>
                    <a:pt x="6921" y="12249"/>
                  </a:cubicBezTo>
                  <a:cubicBezTo>
                    <a:pt x="6299" y="12843"/>
                    <a:pt x="5130" y="14536"/>
                    <a:pt x="4499" y="15020"/>
                  </a:cubicBezTo>
                  <a:cubicBezTo>
                    <a:pt x="3739" y="15592"/>
                    <a:pt x="2041" y="15328"/>
                    <a:pt x="1354" y="16230"/>
                  </a:cubicBezTo>
                  <a:cubicBezTo>
                    <a:pt x="909" y="16824"/>
                    <a:pt x="-149" y="18605"/>
                    <a:pt x="18" y="19749"/>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40" name="Shape 4722"/>
            <p:cNvSpPr/>
            <p:nvPr/>
          </p:nvSpPr>
          <p:spPr>
            <a:xfrm>
              <a:off x="7225685" y="3935007"/>
              <a:ext cx="832154" cy="1299116"/>
            </a:xfrm>
            <a:custGeom>
              <a:avLst/>
              <a:gdLst/>
              <a:ahLst/>
              <a:cxnLst>
                <a:cxn ang="0">
                  <a:pos x="wd2" y="hd2"/>
                </a:cxn>
                <a:cxn ang="5400000">
                  <a:pos x="wd2" y="hd2"/>
                </a:cxn>
                <a:cxn ang="10800000">
                  <a:pos x="wd2" y="hd2"/>
                </a:cxn>
                <a:cxn ang="16200000">
                  <a:pos x="wd2" y="hd2"/>
                </a:cxn>
              </a:cxnLst>
              <a:rect l="0" t="0" r="r" b="b"/>
              <a:pathLst>
                <a:path w="21600" h="21599" extrusionOk="0">
                  <a:moveTo>
                    <a:pt x="21559" y="16607"/>
                  </a:moveTo>
                  <a:cubicBezTo>
                    <a:pt x="21572" y="16629"/>
                    <a:pt x="21585" y="16666"/>
                    <a:pt x="21600" y="16701"/>
                  </a:cubicBezTo>
                  <a:cubicBezTo>
                    <a:pt x="21086" y="16750"/>
                    <a:pt x="19414" y="16912"/>
                    <a:pt x="18793" y="16975"/>
                  </a:cubicBezTo>
                  <a:cubicBezTo>
                    <a:pt x="18024" y="17055"/>
                    <a:pt x="16491" y="17231"/>
                    <a:pt x="15722" y="17306"/>
                  </a:cubicBezTo>
                  <a:cubicBezTo>
                    <a:pt x="14762" y="17401"/>
                    <a:pt x="12837" y="17564"/>
                    <a:pt x="11877" y="17649"/>
                  </a:cubicBezTo>
                  <a:cubicBezTo>
                    <a:pt x="10621" y="17761"/>
                    <a:pt x="6855" y="18095"/>
                    <a:pt x="6855" y="18095"/>
                  </a:cubicBezTo>
                  <a:cubicBezTo>
                    <a:pt x="6855" y="18095"/>
                    <a:pt x="6807" y="18165"/>
                    <a:pt x="6800" y="18190"/>
                  </a:cubicBezTo>
                  <a:cubicBezTo>
                    <a:pt x="6789" y="18227"/>
                    <a:pt x="6801" y="18304"/>
                    <a:pt x="6800" y="18343"/>
                  </a:cubicBezTo>
                  <a:cubicBezTo>
                    <a:pt x="6797" y="18387"/>
                    <a:pt x="6796" y="18475"/>
                    <a:pt x="6781" y="18517"/>
                  </a:cubicBezTo>
                  <a:cubicBezTo>
                    <a:pt x="6769" y="18552"/>
                    <a:pt x="6697" y="18614"/>
                    <a:pt x="6699" y="18650"/>
                  </a:cubicBezTo>
                  <a:cubicBezTo>
                    <a:pt x="6699" y="18682"/>
                    <a:pt x="6749" y="18741"/>
                    <a:pt x="6781" y="18765"/>
                  </a:cubicBezTo>
                  <a:cubicBezTo>
                    <a:pt x="6836" y="18805"/>
                    <a:pt x="6996" y="18846"/>
                    <a:pt x="7062" y="18878"/>
                  </a:cubicBezTo>
                  <a:cubicBezTo>
                    <a:pt x="7108" y="18900"/>
                    <a:pt x="7196" y="18948"/>
                    <a:pt x="7233" y="18975"/>
                  </a:cubicBezTo>
                  <a:cubicBezTo>
                    <a:pt x="7286" y="19015"/>
                    <a:pt x="7359" y="19110"/>
                    <a:pt x="7413" y="19149"/>
                  </a:cubicBezTo>
                  <a:cubicBezTo>
                    <a:pt x="7445" y="19173"/>
                    <a:pt x="7518" y="19214"/>
                    <a:pt x="7560" y="19229"/>
                  </a:cubicBezTo>
                  <a:cubicBezTo>
                    <a:pt x="7631" y="19255"/>
                    <a:pt x="7794" y="19275"/>
                    <a:pt x="7870" y="19294"/>
                  </a:cubicBezTo>
                  <a:cubicBezTo>
                    <a:pt x="7926" y="19308"/>
                    <a:pt x="8044" y="19333"/>
                    <a:pt x="8091" y="19359"/>
                  </a:cubicBezTo>
                  <a:cubicBezTo>
                    <a:pt x="8142" y="19388"/>
                    <a:pt x="8220" y="19467"/>
                    <a:pt x="8238" y="19510"/>
                  </a:cubicBezTo>
                  <a:cubicBezTo>
                    <a:pt x="8258" y="19554"/>
                    <a:pt x="8232" y="19647"/>
                    <a:pt x="8234" y="19693"/>
                  </a:cubicBezTo>
                  <a:cubicBezTo>
                    <a:pt x="8235" y="19733"/>
                    <a:pt x="8266" y="19816"/>
                    <a:pt x="8247" y="19856"/>
                  </a:cubicBezTo>
                  <a:cubicBezTo>
                    <a:pt x="8234" y="19885"/>
                    <a:pt x="8149" y="19927"/>
                    <a:pt x="8132" y="19956"/>
                  </a:cubicBezTo>
                  <a:cubicBezTo>
                    <a:pt x="8116" y="19984"/>
                    <a:pt x="8111" y="20047"/>
                    <a:pt x="8123" y="20077"/>
                  </a:cubicBezTo>
                  <a:cubicBezTo>
                    <a:pt x="8133" y="20101"/>
                    <a:pt x="8192" y="20138"/>
                    <a:pt x="8206" y="20162"/>
                  </a:cubicBezTo>
                  <a:cubicBezTo>
                    <a:pt x="8221" y="20191"/>
                    <a:pt x="8204" y="20255"/>
                    <a:pt x="8229" y="20280"/>
                  </a:cubicBezTo>
                  <a:cubicBezTo>
                    <a:pt x="8247" y="20298"/>
                    <a:pt x="8308" y="20320"/>
                    <a:pt x="8339" y="20325"/>
                  </a:cubicBezTo>
                  <a:cubicBezTo>
                    <a:pt x="8381" y="20332"/>
                    <a:pt x="8473" y="20309"/>
                    <a:pt x="8511" y="20322"/>
                  </a:cubicBezTo>
                  <a:cubicBezTo>
                    <a:pt x="8539" y="20331"/>
                    <a:pt x="8584" y="20371"/>
                    <a:pt x="8584" y="20393"/>
                  </a:cubicBezTo>
                  <a:cubicBezTo>
                    <a:pt x="8585" y="20418"/>
                    <a:pt x="8530" y="20463"/>
                    <a:pt x="8501" y="20482"/>
                  </a:cubicBezTo>
                  <a:cubicBezTo>
                    <a:pt x="8455" y="20510"/>
                    <a:pt x="8318" y="20528"/>
                    <a:pt x="8275" y="20558"/>
                  </a:cubicBezTo>
                  <a:cubicBezTo>
                    <a:pt x="8247" y="20578"/>
                    <a:pt x="8221" y="20630"/>
                    <a:pt x="8211" y="20656"/>
                  </a:cubicBezTo>
                  <a:cubicBezTo>
                    <a:pt x="8199" y="20686"/>
                    <a:pt x="8207" y="20750"/>
                    <a:pt x="8192" y="20780"/>
                  </a:cubicBezTo>
                  <a:cubicBezTo>
                    <a:pt x="8179" y="20804"/>
                    <a:pt x="8138" y="20851"/>
                    <a:pt x="8109" y="20868"/>
                  </a:cubicBezTo>
                  <a:cubicBezTo>
                    <a:pt x="8074" y="20889"/>
                    <a:pt x="7958" y="20894"/>
                    <a:pt x="7939" y="20922"/>
                  </a:cubicBezTo>
                  <a:cubicBezTo>
                    <a:pt x="7924" y="20942"/>
                    <a:pt x="7943" y="21000"/>
                    <a:pt x="7975" y="21010"/>
                  </a:cubicBezTo>
                  <a:cubicBezTo>
                    <a:pt x="8014" y="21022"/>
                    <a:pt x="8095" y="20962"/>
                    <a:pt x="8137" y="20968"/>
                  </a:cubicBezTo>
                  <a:cubicBezTo>
                    <a:pt x="8156" y="20971"/>
                    <a:pt x="8181" y="20989"/>
                    <a:pt x="8203" y="21007"/>
                  </a:cubicBezTo>
                  <a:cubicBezTo>
                    <a:pt x="8187" y="21010"/>
                    <a:pt x="8172" y="21013"/>
                    <a:pt x="8160" y="21015"/>
                  </a:cubicBezTo>
                  <a:cubicBezTo>
                    <a:pt x="7977" y="21056"/>
                    <a:pt x="7633" y="21174"/>
                    <a:pt x="7453" y="21220"/>
                  </a:cubicBezTo>
                  <a:cubicBezTo>
                    <a:pt x="7243" y="21275"/>
                    <a:pt x="6817" y="21378"/>
                    <a:pt x="6598" y="21417"/>
                  </a:cubicBezTo>
                  <a:cubicBezTo>
                    <a:pt x="6463" y="21442"/>
                    <a:pt x="6184" y="21471"/>
                    <a:pt x="6045" y="21488"/>
                  </a:cubicBezTo>
                  <a:cubicBezTo>
                    <a:pt x="5937" y="21502"/>
                    <a:pt x="5723" y="21534"/>
                    <a:pt x="5615" y="21543"/>
                  </a:cubicBezTo>
                  <a:cubicBezTo>
                    <a:pt x="5544" y="21550"/>
                    <a:pt x="5401" y="21547"/>
                    <a:pt x="5332" y="21555"/>
                  </a:cubicBezTo>
                  <a:cubicBezTo>
                    <a:pt x="5281" y="21562"/>
                    <a:pt x="5187" y="21597"/>
                    <a:pt x="5135" y="21599"/>
                  </a:cubicBezTo>
                  <a:cubicBezTo>
                    <a:pt x="5088" y="21600"/>
                    <a:pt x="4969" y="21595"/>
                    <a:pt x="4951" y="21567"/>
                  </a:cubicBezTo>
                  <a:cubicBezTo>
                    <a:pt x="4936" y="21544"/>
                    <a:pt x="4998" y="21495"/>
                    <a:pt x="5030" y="21481"/>
                  </a:cubicBezTo>
                  <a:cubicBezTo>
                    <a:pt x="5075" y="21461"/>
                    <a:pt x="5193" y="21468"/>
                    <a:pt x="5245" y="21457"/>
                  </a:cubicBezTo>
                  <a:cubicBezTo>
                    <a:pt x="5275" y="21451"/>
                    <a:pt x="5330" y="21432"/>
                    <a:pt x="5356" y="21421"/>
                  </a:cubicBezTo>
                  <a:cubicBezTo>
                    <a:pt x="5394" y="21406"/>
                    <a:pt x="5453" y="21353"/>
                    <a:pt x="5497" y="21350"/>
                  </a:cubicBezTo>
                  <a:cubicBezTo>
                    <a:pt x="5550" y="21348"/>
                    <a:pt x="5631" y="21406"/>
                    <a:pt x="5682" y="21414"/>
                  </a:cubicBezTo>
                  <a:cubicBezTo>
                    <a:pt x="5723" y="21420"/>
                    <a:pt x="5807" y="21414"/>
                    <a:pt x="5848" y="21409"/>
                  </a:cubicBezTo>
                  <a:cubicBezTo>
                    <a:pt x="5910" y="21404"/>
                    <a:pt x="6029" y="21383"/>
                    <a:pt x="6088" y="21370"/>
                  </a:cubicBezTo>
                  <a:cubicBezTo>
                    <a:pt x="6152" y="21357"/>
                    <a:pt x="6281" y="21329"/>
                    <a:pt x="6340" y="21307"/>
                  </a:cubicBezTo>
                  <a:cubicBezTo>
                    <a:pt x="6382" y="21291"/>
                    <a:pt x="6475" y="21258"/>
                    <a:pt x="6494" y="21229"/>
                  </a:cubicBezTo>
                  <a:cubicBezTo>
                    <a:pt x="6511" y="21202"/>
                    <a:pt x="6492" y="21139"/>
                    <a:pt x="6470" y="21114"/>
                  </a:cubicBezTo>
                  <a:cubicBezTo>
                    <a:pt x="6431" y="21075"/>
                    <a:pt x="6296" y="21030"/>
                    <a:pt x="6230" y="21012"/>
                  </a:cubicBezTo>
                  <a:cubicBezTo>
                    <a:pt x="6193" y="21001"/>
                    <a:pt x="6108" y="21003"/>
                    <a:pt x="6076" y="20989"/>
                  </a:cubicBezTo>
                  <a:cubicBezTo>
                    <a:pt x="6041" y="20972"/>
                    <a:pt x="6011" y="20918"/>
                    <a:pt x="5983" y="20897"/>
                  </a:cubicBezTo>
                  <a:cubicBezTo>
                    <a:pt x="5959" y="20880"/>
                    <a:pt x="5906" y="20845"/>
                    <a:pt x="5872" y="20835"/>
                  </a:cubicBezTo>
                  <a:cubicBezTo>
                    <a:pt x="5844" y="20826"/>
                    <a:pt x="5778" y="20831"/>
                    <a:pt x="5750" y="20823"/>
                  </a:cubicBezTo>
                  <a:cubicBezTo>
                    <a:pt x="5704" y="20810"/>
                    <a:pt x="5635" y="20761"/>
                    <a:pt x="5596" y="20740"/>
                  </a:cubicBezTo>
                  <a:cubicBezTo>
                    <a:pt x="5552" y="20716"/>
                    <a:pt x="5442" y="20676"/>
                    <a:pt x="5417" y="20642"/>
                  </a:cubicBezTo>
                  <a:cubicBezTo>
                    <a:pt x="5392" y="20607"/>
                    <a:pt x="5434" y="20524"/>
                    <a:pt x="5412" y="20488"/>
                  </a:cubicBezTo>
                  <a:cubicBezTo>
                    <a:pt x="5394" y="20460"/>
                    <a:pt x="5297" y="20430"/>
                    <a:pt x="5282" y="20402"/>
                  </a:cubicBezTo>
                  <a:cubicBezTo>
                    <a:pt x="5269" y="20372"/>
                    <a:pt x="5295" y="20308"/>
                    <a:pt x="5313" y="20279"/>
                  </a:cubicBezTo>
                  <a:cubicBezTo>
                    <a:pt x="5327" y="20260"/>
                    <a:pt x="5383" y="20229"/>
                    <a:pt x="5393" y="20209"/>
                  </a:cubicBezTo>
                  <a:cubicBezTo>
                    <a:pt x="5413" y="20169"/>
                    <a:pt x="5407" y="20082"/>
                    <a:pt x="5387" y="20043"/>
                  </a:cubicBezTo>
                  <a:cubicBezTo>
                    <a:pt x="5374" y="20017"/>
                    <a:pt x="5303" y="19978"/>
                    <a:pt x="5289" y="19953"/>
                  </a:cubicBezTo>
                  <a:cubicBezTo>
                    <a:pt x="5269" y="19917"/>
                    <a:pt x="5300" y="19837"/>
                    <a:pt x="5276" y="19803"/>
                  </a:cubicBezTo>
                  <a:cubicBezTo>
                    <a:pt x="5262" y="19782"/>
                    <a:pt x="5210" y="19746"/>
                    <a:pt x="5178" y="19736"/>
                  </a:cubicBezTo>
                  <a:cubicBezTo>
                    <a:pt x="5141" y="19724"/>
                    <a:pt x="5049" y="19737"/>
                    <a:pt x="5012" y="19724"/>
                  </a:cubicBezTo>
                  <a:cubicBezTo>
                    <a:pt x="4981" y="19714"/>
                    <a:pt x="4949" y="19669"/>
                    <a:pt x="4919" y="19657"/>
                  </a:cubicBezTo>
                  <a:cubicBezTo>
                    <a:pt x="4876" y="19639"/>
                    <a:pt x="4767" y="19611"/>
                    <a:pt x="4717" y="19622"/>
                  </a:cubicBezTo>
                  <a:cubicBezTo>
                    <a:pt x="4665" y="19633"/>
                    <a:pt x="4615" y="19704"/>
                    <a:pt x="4582" y="19732"/>
                  </a:cubicBezTo>
                  <a:cubicBezTo>
                    <a:pt x="4546" y="19761"/>
                    <a:pt x="4453" y="19814"/>
                    <a:pt x="4441" y="19850"/>
                  </a:cubicBezTo>
                  <a:cubicBezTo>
                    <a:pt x="4430" y="19882"/>
                    <a:pt x="4478" y="19944"/>
                    <a:pt x="4483" y="19976"/>
                  </a:cubicBezTo>
                  <a:cubicBezTo>
                    <a:pt x="4488" y="20001"/>
                    <a:pt x="4495" y="20051"/>
                    <a:pt x="4483" y="20075"/>
                  </a:cubicBezTo>
                  <a:cubicBezTo>
                    <a:pt x="4468" y="20107"/>
                    <a:pt x="4387" y="20154"/>
                    <a:pt x="4367" y="20185"/>
                  </a:cubicBezTo>
                  <a:cubicBezTo>
                    <a:pt x="4342" y="20223"/>
                    <a:pt x="4330" y="20306"/>
                    <a:pt x="4317" y="20346"/>
                  </a:cubicBezTo>
                  <a:cubicBezTo>
                    <a:pt x="4308" y="20373"/>
                    <a:pt x="4277" y="20425"/>
                    <a:pt x="4280" y="20453"/>
                  </a:cubicBezTo>
                  <a:cubicBezTo>
                    <a:pt x="4285" y="20482"/>
                    <a:pt x="4346" y="20530"/>
                    <a:pt x="4354" y="20559"/>
                  </a:cubicBezTo>
                  <a:cubicBezTo>
                    <a:pt x="4368" y="20608"/>
                    <a:pt x="4333" y="20709"/>
                    <a:pt x="4336" y="20760"/>
                  </a:cubicBezTo>
                  <a:cubicBezTo>
                    <a:pt x="4337" y="20816"/>
                    <a:pt x="4385" y="20928"/>
                    <a:pt x="4372" y="20984"/>
                  </a:cubicBezTo>
                  <a:cubicBezTo>
                    <a:pt x="4363" y="21030"/>
                    <a:pt x="4306" y="21117"/>
                    <a:pt x="4262" y="21154"/>
                  </a:cubicBezTo>
                  <a:cubicBezTo>
                    <a:pt x="4226" y="21184"/>
                    <a:pt x="4127" y="21234"/>
                    <a:pt x="4072" y="21248"/>
                  </a:cubicBezTo>
                  <a:cubicBezTo>
                    <a:pt x="4033" y="21258"/>
                    <a:pt x="3941" y="21274"/>
                    <a:pt x="3906" y="21260"/>
                  </a:cubicBezTo>
                  <a:cubicBezTo>
                    <a:pt x="3878" y="21249"/>
                    <a:pt x="3861" y="21202"/>
                    <a:pt x="3862" y="21181"/>
                  </a:cubicBezTo>
                  <a:cubicBezTo>
                    <a:pt x="3865" y="21159"/>
                    <a:pt x="3942" y="21124"/>
                    <a:pt x="3930" y="21103"/>
                  </a:cubicBezTo>
                  <a:cubicBezTo>
                    <a:pt x="3911" y="21071"/>
                    <a:pt x="3781" y="21072"/>
                    <a:pt x="3734" y="21059"/>
                  </a:cubicBezTo>
                  <a:cubicBezTo>
                    <a:pt x="3688" y="21048"/>
                    <a:pt x="3605" y="21004"/>
                    <a:pt x="3556" y="21004"/>
                  </a:cubicBezTo>
                  <a:cubicBezTo>
                    <a:pt x="3495" y="21005"/>
                    <a:pt x="3404" y="21069"/>
                    <a:pt x="3346" y="21079"/>
                  </a:cubicBezTo>
                  <a:cubicBezTo>
                    <a:pt x="3300" y="21087"/>
                    <a:pt x="3202" y="21091"/>
                    <a:pt x="3155" y="21083"/>
                  </a:cubicBezTo>
                  <a:cubicBezTo>
                    <a:pt x="3113" y="21075"/>
                    <a:pt x="3052" y="21022"/>
                    <a:pt x="3008" y="21020"/>
                  </a:cubicBezTo>
                  <a:cubicBezTo>
                    <a:pt x="2974" y="21019"/>
                    <a:pt x="2917" y="21051"/>
                    <a:pt x="2884" y="21059"/>
                  </a:cubicBezTo>
                  <a:cubicBezTo>
                    <a:pt x="2848" y="21068"/>
                    <a:pt x="2760" y="21069"/>
                    <a:pt x="2730" y="21087"/>
                  </a:cubicBezTo>
                  <a:cubicBezTo>
                    <a:pt x="2725" y="21091"/>
                    <a:pt x="2721" y="21097"/>
                    <a:pt x="2718" y="21104"/>
                  </a:cubicBezTo>
                  <a:lnTo>
                    <a:pt x="1023" y="14613"/>
                  </a:lnTo>
                  <a:lnTo>
                    <a:pt x="635" y="1598"/>
                  </a:lnTo>
                  <a:lnTo>
                    <a:pt x="383" y="1598"/>
                  </a:lnTo>
                  <a:lnTo>
                    <a:pt x="0" y="1182"/>
                  </a:lnTo>
                  <a:cubicBezTo>
                    <a:pt x="311" y="1149"/>
                    <a:pt x="857" y="1092"/>
                    <a:pt x="1139" y="1070"/>
                  </a:cubicBezTo>
                  <a:cubicBezTo>
                    <a:pt x="1645" y="1029"/>
                    <a:pt x="2662" y="981"/>
                    <a:pt x="3168" y="944"/>
                  </a:cubicBezTo>
                  <a:cubicBezTo>
                    <a:pt x="3755" y="902"/>
                    <a:pt x="4929" y="801"/>
                    <a:pt x="5516" y="755"/>
                  </a:cubicBezTo>
                  <a:cubicBezTo>
                    <a:pt x="6070" y="711"/>
                    <a:pt x="7177" y="630"/>
                    <a:pt x="7729" y="582"/>
                  </a:cubicBezTo>
                  <a:cubicBezTo>
                    <a:pt x="8367" y="527"/>
                    <a:pt x="9638" y="397"/>
                    <a:pt x="10275" y="338"/>
                  </a:cubicBezTo>
                  <a:cubicBezTo>
                    <a:pt x="11131" y="258"/>
                    <a:pt x="12847" y="107"/>
                    <a:pt x="13705" y="31"/>
                  </a:cubicBezTo>
                  <a:cubicBezTo>
                    <a:pt x="13807" y="21"/>
                    <a:pt x="13927" y="11"/>
                    <a:pt x="14058" y="0"/>
                  </a:cubicBezTo>
                  <a:lnTo>
                    <a:pt x="16324" y="4386"/>
                  </a:lnTo>
                  <a:cubicBezTo>
                    <a:pt x="16324" y="4386"/>
                    <a:pt x="18581" y="8871"/>
                    <a:pt x="18581" y="8880"/>
                  </a:cubicBezTo>
                  <a:cubicBezTo>
                    <a:pt x="18581" y="8889"/>
                    <a:pt x="18731" y="8946"/>
                    <a:pt x="18756" y="8981"/>
                  </a:cubicBezTo>
                  <a:cubicBezTo>
                    <a:pt x="18773" y="9006"/>
                    <a:pt x="18724" y="9069"/>
                    <a:pt x="18747" y="9093"/>
                  </a:cubicBezTo>
                  <a:cubicBezTo>
                    <a:pt x="18769" y="9117"/>
                    <a:pt x="18877" y="9122"/>
                    <a:pt x="18908" y="9143"/>
                  </a:cubicBezTo>
                  <a:cubicBezTo>
                    <a:pt x="18947" y="9169"/>
                    <a:pt x="18969" y="9244"/>
                    <a:pt x="18996" y="9276"/>
                  </a:cubicBezTo>
                  <a:cubicBezTo>
                    <a:pt x="19011" y="9294"/>
                    <a:pt x="19055" y="9327"/>
                    <a:pt x="19069" y="9347"/>
                  </a:cubicBezTo>
                  <a:cubicBezTo>
                    <a:pt x="19087" y="9369"/>
                    <a:pt x="19110" y="9419"/>
                    <a:pt x="19120" y="9444"/>
                  </a:cubicBezTo>
                  <a:cubicBezTo>
                    <a:pt x="19131" y="9470"/>
                    <a:pt x="19133" y="9524"/>
                    <a:pt x="19152" y="9548"/>
                  </a:cubicBezTo>
                  <a:cubicBezTo>
                    <a:pt x="19167" y="9566"/>
                    <a:pt x="19220" y="9591"/>
                    <a:pt x="19241" y="9607"/>
                  </a:cubicBezTo>
                  <a:cubicBezTo>
                    <a:pt x="19264" y="9626"/>
                    <a:pt x="19308" y="9667"/>
                    <a:pt x="19323" y="9689"/>
                  </a:cubicBezTo>
                  <a:cubicBezTo>
                    <a:pt x="19346" y="9724"/>
                    <a:pt x="19359" y="9799"/>
                    <a:pt x="19378" y="9834"/>
                  </a:cubicBezTo>
                  <a:cubicBezTo>
                    <a:pt x="19397" y="9867"/>
                    <a:pt x="19435" y="9934"/>
                    <a:pt x="19471" y="9961"/>
                  </a:cubicBezTo>
                  <a:cubicBezTo>
                    <a:pt x="19501" y="9985"/>
                    <a:pt x="19589" y="10013"/>
                    <a:pt x="19628" y="10032"/>
                  </a:cubicBezTo>
                  <a:cubicBezTo>
                    <a:pt x="19668" y="10052"/>
                    <a:pt x="19751" y="10092"/>
                    <a:pt x="19789" y="10114"/>
                  </a:cubicBezTo>
                  <a:cubicBezTo>
                    <a:pt x="19835" y="10142"/>
                    <a:pt x="19935" y="10197"/>
                    <a:pt x="19964" y="10233"/>
                  </a:cubicBezTo>
                  <a:cubicBezTo>
                    <a:pt x="19998" y="10275"/>
                    <a:pt x="19995" y="10374"/>
                    <a:pt x="20019" y="10419"/>
                  </a:cubicBezTo>
                  <a:cubicBezTo>
                    <a:pt x="20033" y="10443"/>
                    <a:pt x="20061" y="10495"/>
                    <a:pt x="20093" y="10511"/>
                  </a:cubicBezTo>
                  <a:cubicBezTo>
                    <a:pt x="20122" y="10525"/>
                    <a:pt x="20213" y="10510"/>
                    <a:pt x="20236" y="10528"/>
                  </a:cubicBezTo>
                  <a:cubicBezTo>
                    <a:pt x="20255" y="10544"/>
                    <a:pt x="20236" y="10588"/>
                    <a:pt x="20232" y="10608"/>
                  </a:cubicBezTo>
                  <a:cubicBezTo>
                    <a:pt x="20227" y="10629"/>
                    <a:pt x="20196" y="10669"/>
                    <a:pt x="20199" y="10690"/>
                  </a:cubicBezTo>
                  <a:cubicBezTo>
                    <a:pt x="20202" y="10717"/>
                    <a:pt x="20258" y="10762"/>
                    <a:pt x="20263" y="10788"/>
                  </a:cubicBezTo>
                  <a:cubicBezTo>
                    <a:pt x="20270" y="10818"/>
                    <a:pt x="20250" y="10880"/>
                    <a:pt x="20236" y="10909"/>
                  </a:cubicBezTo>
                  <a:cubicBezTo>
                    <a:pt x="20222" y="10939"/>
                    <a:pt x="20147" y="10990"/>
                    <a:pt x="20152" y="11021"/>
                  </a:cubicBezTo>
                  <a:cubicBezTo>
                    <a:pt x="20156" y="11043"/>
                    <a:pt x="20206" y="11082"/>
                    <a:pt x="20236" y="11092"/>
                  </a:cubicBezTo>
                  <a:cubicBezTo>
                    <a:pt x="20267" y="11103"/>
                    <a:pt x="20344" y="11093"/>
                    <a:pt x="20379" y="11095"/>
                  </a:cubicBezTo>
                  <a:cubicBezTo>
                    <a:pt x="20417" y="11098"/>
                    <a:pt x="20495" y="11097"/>
                    <a:pt x="20527" y="11110"/>
                  </a:cubicBezTo>
                  <a:cubicBezTo>
                    <a:pt x="20557" y="11123"/>
                    <a:pt x="20573" y="11180"/>
                    <a:pt x="20605" y="11192"/>
                  </a:cubicBezTo>
                  <a:cubicBezTo>
                    <a:pt x="20642" y="11207"/>
                    <a:pt x="20743" y="11183"/>
                    <a:pt x="20780" y="11198"/>
                  </a:cubicBezTo>
                  <a:cubicBezTo>
                    <a:pt x="20814" y="11213"/>
                    <a:pt x="20856" y="11267"/>
                    <a:pt x="20849" y="11293"/>
                  </a:cubicBezTo>
                  <a:cubicBezTo>
                    <a:pt x="20843" y="11316"/>
                    <a:pt x="20765" y="11340"/>
                    <a:pt x="20748" y="11361"/>
                  </a:cubicBezTo>
                  <a:cubicBezTo>
                    <a:pt x="20736" y="11376"/>
                    <a:pt x="20733" y="11410"/>
                    <a:pt x="20725" y="11426"/>
                  </a:cubicBezTo>
                  <a:cubicBezTo>
                    <a:pt x="20715" y="11444"/>
                    <a:pt x="20698" y="11483"/>
                    <a:pt x="20674" y="11494"/>
                  </a:cubicBezTo>
                  <a:cubicBezTo>
                    <a:pt x="20636" y="11511"/>
                    <a:pt x="20523" y="11484"/>
                    <a:pt x="20489" y="11506"/>
                  </a:cubicBezTo>
                  <a:cubicBezTo>
                    <a:pt x="20462" y="11523"/>
                    <a:pt x="20487" y="11581"/>
                    <a:pt x="20471" y="11603"/>
                  </a:cubicBezTo>
                  <a:cubicBezTo>
                    <a:pt x="20455" y="11625"/>
                    <a:pt x="20394" y="11658"/>
                    <a:pt x="20365" y="11674"/>
                  </a:cubicBezTo>
                  <a:cubicBezTo>
                    <a:pt x="20324" y="11697"/>
                    <a:pt x="20221" y="11727"/>
                    <a:pt x="20185" y="11754"/>
                  </a:cubicBezTo>
                  <a:cubicBezTo>
                    <a:pt x="20137" y="11789"/>
                    <a:pt x="20046" y="11875"/>
                    <a:pt x="20051" y="11922"/>
                  </a:cubicBezTo>
                  <a:cubicBezTo>
                    <a:pt x="20054" y="11960"/>
                    <a:pt x="20173" y="12012"/>
                    <a:pt x="20185" y="12049"/>
                  </a:cubicBezTo>
                  <a:cubicBezTo>
                    <a:pt x="20203" y="12101"/>
                    <a:pt x="20126" y="12206"/>
                    <a:pt x="20130" y="12259"/>
                  </a:cubicBezTo>
                  <a:cubicBezTo>
                    <a:pt x="20133" y="12307"/>
                    <a:pt x="20202" y="12397"/>
                    <a:pt x="20203" y="12445"/>
                  </a:cubicBezTo>
                  <a:cubicBezTo>
                    <a:pt x="20206" y="12493"/>
                    <a:pt x="20151" y="12584"/>
                    <a:pt x="20143" y="12631"/>
                  </a:cubicBezTo>
                  <a:cubicBezTo>
                    <a:pt x="20138" y="12670"/>
                    <a:pt x="20148" y="12778"/>
                    <a:pt x="20148" y="12788"/>
                  </a:cubicBezTo>
                  <a:cubicBezTo>
                    <a:pt x="20148" y="12796"/>
                    <a:pt x="20067" y="12895"/>
                    <a:pt x="20029" y="12926"/>
                  </a:cubicBezTo>
                  <a:cubicBezTo>
                    <a:pt x="20003" y="12947"/>
                    <a:pt x="19930" y="12976"/>
                    <a:pt x="19913" y="13000"/>
                  </a:cubicBezTo>
                  <a:cubicBezTo>
                    <a:pt x="19886" y="13039"/>
                    <a:pt x="19899" y="13163"/>
                    <a:pt x="19899" y="13171"/>
                  </a:cubicBezTo>
                  <a:cubicBezTo>
                    <a:pt x="19899" y="13181"/>
                    <a:pt x="19970" y="13330"/>
                    <a:pt x="20001" y="13382"/>
                  </a:cubicBezTo>
                  <a:cubicBezTo>
                    <a:pt x="20019" y="13413"/>
                    <a:pt x="20068" y="13473"/>
                    <a:pt x="20084" y="13505"/>
                  </a:cubicBezTo>
                  <a:cubicBezTo>
                    <a:pt x="20104" y="13548"/>
                    <a:pt x="20124" y="13636"/>
                    <a:pt x="20139" y="13679"/>
                  </a:cubicBezTo>
                  <a:cubicBezTo>
                    <a:pt x="20152" y="13717"/>
                    <a:pt x="20171" y="13796"/>
                    <a:pt x="20199" y="13830"/>
                  </a:cubicBezTo>
                  <a:cubicBezTo>
                    <a:pt x="20223" y="13859"/>
                    <a:pt x="20292" y="13910"/>
                    <a:pt x="20333" y="13930"/>
                  </a:cubicBezTo>
                  <a:cubicBezTo>
                    <a:pt x="20373" y="13951"/>
                    <a:pt x="20483" y="13963"/>
                    <a:pt x="20518" y="13986"/>
                  </a:cubicBezTo>
                  <a:cubicBezTo>
                    <a:pt x="20545" y="14006"/>
                    <a:pt x="20567" y="14059"/>
                    <a:pt x="20577" y="14084"/>
                  </a:cubicBezTo>
                  <a:cubicBezTo>
                    <a:pt x="20595" y="14131"/>
                    <a:pt x="20588" y="14231"/>
                    <a:pt x="20613" y="14276"/>
                  </a:cubicBezTo>
                  <a:cubicBezTo>
                    <a:pt x="20636" y="14316"/>
                    <a:pt x="20732" y="14379"/>
                    <a:pt x="20757" y="14418"/>
                  </a:cubicBezTo>
                  <a:cubicBezTo>
                    <a:pt x="20782" y="14457"/>
                    <a:pt x="20816" y="14543"/>
                    <a:pt x="20808" y="14586"/>
                  </a:cubicBezTo>
                  <a:cubicBezTo>
                    <a:pt x="20800" y="14627"/>
                    <a:pt x="20705" y="14696"/>
                    <a:pt x="20701" y="14737"/>
                  </a:cubicBezTo>
                  <a:cubicBezTo>
                    <a:pt x="20699" y="14782"/>
                    <a:pt x="20788" y="14860"/>
                    <a:pt x="20793" y="14905"/>
                  </a:cubicBezTo>
                  <a:cubicBezTo>
                    <a:pt x="20800" y="14953"/>
                    <a:pt x="20755" y="15049"/>
                    <a:pt x="20739" y="15097"/>
                  </a:cubicBezTo>
                  <a:cubicBezTo>
                    <a:pt x="20726" y="15130"/>
                    <a:pt x="20683" y="15193"/>
                    <a:pt x="20683" y="15227"/>
                  </a:cubicBezTo>
                  <a:cubicBezTo>
                    <a:pt x="20683" y="15271"/>
                    <a:pt x="20750" y="15354"/>
                    <a:pt x="20753" y="15399"/>
                  </a:cubicBezTo>
                  <a:cubicBezTo>
                    <a:pt x="20754" y="15436"/>
                    <a:pt x="20732" y="15509"/>
                    <a:pt x="20710" y="15543"/>
                  </a:cubicBezTo>
                  <a:cubicBezTo>
                    <a:pt x="20699" y="15562"/>
                    <a:pt x="20645" y="15591"/>
                    <a:pt x="20642" y="15611"/>
                  </a:cubicBezTo>
                  <a:cubicBezTo>
                    <a:pt x="20636" y="15646"/>
                    <a:pt x="20695" y="15712"/>
                    <a:pt x="20720" y="15744"/>
                  </a:cubicBezTo>
                  <a:cubicBezTo>
                    <a:pt x="20739" y="15768"/>
                    <a:pt x="20803" y="15809"/>
                    <a:pt x="20813" y="15835"/>
                  </a:cubicBezTo>
                  <a:cubicBezTo>
                    <a:pt x="20822" y="15865"/>
                    <a:pt x="20778" y="15927"/>
                    <a:pt x="20789" y="15957"/>
                  </a:cubicBezTo>
                  <a:cubicBezTo>
                    <a:pt x="20798" y="15979"/>
                    <a:pt x="20843" y="16016"/>
                    <a:pt x="20868" y="16034"/>
                  </a:cubicBezTo>
                  <a:cubicBezTo>
                    <a:pt x="20889" y="16049"/>
                    <a:pt x="20948" y="16068"/>
                    <a:pt x="20970" y="16083"/>
                  </a:cubicBezTo>
                  <a:cubicBezTo>
                    <a:pt x="20998" y="16105"/>
                    <a:pt x="21024" y="16162"/>
                    <a:pt x="21056" y="16181"/>
                  </a:cubicBezTo>
                  <a:cubicBezTo>
                    <a:pt x="21092" y="16203"/>
                    <a:pt x="21199" y="16214"/>
                    <a:pt x="21232" y="16237"/>
                  </a:cubicBezTo>
                  <a:cubicBezTo>
                    <a:pt x="21268" y="16262"/>
                    <a:pt x="21279" y="16336"/>
                    <a:pt x="21310" y="16364"/>
                  </a:cubicBezTo>
                  <a:cubicBezTo>
                    <a:pt x="21340" y="16390"/>
                    <a:pt x="21433" y="16421"/>
                    <a:pt x="21462" y="16447"/>
                  </a:cubicBezTo>
                  <a:cubicBezTo>
                    <a:pt x="21501" y="16482"/>
                    <a:pt x="21538" y="16565"/>
                    <a:pt x="21559" y="1660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41" name="Shape 4723"/>
            <p:cNvSpPr/>
            <p:nvPr/>
          </p:nvSpPr>
          <p:spPr>
            <a:xfrm>
              <a:off x="7225685" y="3935007"/>
              <a:ext cx="832154" cy="1299116"/>
            </a:xfrm>
            <a:custGeom>
              <a:avLst/>
              <a:gdLst/>
              <a:ahLst/>
              <a:cxnLst>
                <a:cxn ang="0">
                  <a:pos x="wd2" y="hd2"/>
                </a:cxn>
                <a:cxn ang="5400000">
                  <a:pos x="wd2" y="hd2"/>
                </a:cxn>
                <a:cxn ang="10800000">
                  <a:pos x="wd2" y="hd2"/>
                </a:cxn>
                <a:cxn ang="16200000">
                  <a:pos x="wd2" y="hd2"/>
                </a:cxn>
              </a:cxnLst>
              <a:rect l="0" t="0" r="r" b="b"/>
              <a:pathLst>
                <a:path w="21600" h="21599" extrusionOk="0">
                  <a:moveTo>
                    <a:pt x="21559" y="16607"/>
                  </a:moveTo>
                  <a:cubicBezTo>
                    <a:pt x="21572" y="16629"/>
                    <a:pt x="21585" y="16666"/>
                    <a:pt x="21600" y="16701"/>
                  </a:cubicBezTo>
                  <a:cubicBezTo>
                    <a:pt x="21086" y="16750"/>
                    <a:pt x="19414" y="16912"/>
                    <a:pt x="18793" y="16975"/>
                  </a:cubicBezTo>
                  <a:cubicBezTo>
                    <a:pt x="18024" y="17055"/>
                    <a:pt x="16491" y="17231"/>
                    <a:pt x="15722" y="17306"/>
                  </a:cubicBezTo>
                  <a:cubicBezTo>
                    <a:pt x="14762" y="17401"/>
                    <a:pt x="12837" y="17564"/>
                    <a:pt x="11877" y="17649"/>
                  </a:cubicBezTo>
                  <a:cubicBezTo>
                    <a:pt x="10621" y="17761"/>
                    <a:pt x="6855" y="18095"/>
                    <a:pt x="6855" y="18095"/>
                  </a:cubicBezTo>
                  <a:cubicBezTo>
                    <a:pt x="6855" y="18095"/>
                    <a:pt x="6807" y="18165"/>
                    <a:pt x="6800" y="18190"/>
                  </a:cubicBezTo>
                  <a:cubicBezTo>
                    <a:pt x="6789" y="18227"/>
                    <a:pt x="6801" y="18304"/>
                    <a:pt x="6800" y="18343"/>
                  </a:cubicBezTo>
                  <a:cubicBezTo>
                    <a:pt x="6797" y="18387"/>
                    <a:pt x="6796" y="18475"/>
                    <a:pt x="6781" y="18517"/>
                  </a:cubicBezTo>
                  <a:cubicBezTo>
                    <a:pt x="6769" y="18552"/>
                    <a:pt x="6697" y="18614"/>
                    <a:pt x="6699" y="18650"/>
                  </a:cubicBezTo>
                  <a:cubicBezTo>
                    <a:pt x="6699" y="18682"/>
                    <a:pt x="6749" y="18741"/>
                    <a:pt x="6781" y="18765"/>
                  </a:cubicBezTo>
                  <a:cubicBezTo>
                    <a:pt x="6836" y="18805"/>
                    <a:pt x="6996" y="18846"/>
                    <a:pt x="7062" y="18878"/>
                  </a:cubicBezTo>
                  <a:cubicBezTo>
                    <a:pt x="7108" y="18900"/>
                    <a:pt x="7196" y="18948"/>
                    <a:pt x="7233" y="18975"/>
                  </a:cubicBezTo>
                  <a:cubicBezTo>
                    <a:pt x="7286" y="19015"/>
                    <a:pt x="7359" y="19110"/>
                    <a:pt x="7413" y="19149"/>
                  </a:cubicBezTo>
                  <a:cubicBezTo>
                    <a:pt x="7445" y="19173"/>
                    <a:pt x="7518" y="19214"/>
                    <a:pt x="7560" y="19229"/>
                  </a:cubicBezTo>
                  <a:cubicBezTo>
                    <a:pt x="7631" y="19255"/>
                    <a:pt x="7794" y="19275"/>
                    <a:pt x="7870" y="19294"/>
                  </a:cubicBezTo>
                  <a:cubicBezTo>
                    <a:pt x="7926" y="19308"/>
                    <a:pt x="8044" y="19333"/>
                    <a:pt x="8091" y="19359"/>
                  </a:cubicBezTo>
                  <a:cubicBezTo>
                    <a:pt x="8142" y="19388"/>
                    <a:pt x="8220" y="19467"/>
                    <a:pt x="8238" y="19510"/>
                  </a:cubicBezTo>
                  <a:cubicBezTo>
                    <a:pt x="8258" y="19554"/>
                    <a:pt x="8232" y="19647"/>
                    <a:pt x="8234" y="19693"/>
                  </a:cubicBezTo>
                  <a:cubicBezTo>
                    <a:pt x="8235" y="19733"/>
                    <a:pt x="8266" y="19816"/>
                    <a:pt x="8247" y="19856"/>
                  </a:cubicBezTo>
                  <a:cubicBezTo>
                    <a:pt x="8234" y="19885"/>
                    <a:pt x="8149" y="19927"/>
                    <a:pt x="8132" y="19956"/>
                  </a:cubicBezTo>
                  <a:cubicBezTo>
                    <a:pt x="8116" y="19984"/>
                    <a:pt x="8111" y="20047"/>
                    <a:pt x="8123" y="20077"/>
                  </a:cubicBezTo>
                  <a:cubicBezTo>
                    <a:pt x="8133" y="20101"/>
                    <a:pt x="8192" y="20138"/>
                    <a:pt x="8206" y="20162"/>
                  </a:cubicBezTo>
                  <a:cubicBezTo>
                    <a:pt x="8221" y="20191"/>
                    <a:pt x="8204" y="20255"/>
                    <a:pt x="8229" y="20280"/>
                  </a:cubicBezTo>
                  <a:cubicBezTo>
                    <a:pt x="8247" y="20298"/>
                    <a:pt x="8308" y="20320"/>
                    <a:pt x="8339" y="20325"/>
                  </a:cubicBezTo>
                  <a:cubicBezTo>
                    <a:pt x="8381" y="20332"/>
                    <a:pt x="8473" y="20309"/>
                    <a:pt x="8511" y="20322"/>
                  </a:cubicBezTo>
                  <a:cubicBezTo>
                    <a:pt x="8539" y="20331"/>
                    <a:pt x="8584" y="20371"/>
                    <a:pt x="8584" y="20393"/>
                  </a:cubicBezTo>
                  <a:cubicBezTo>
                    <a:pt x="8585" y="20418"/>
                    <a:pt x="8530" y="20463"/>
                    <a:pt x="8501" y="20482"/>
                  </a:cubicBezTo>
                  <a:cubicBezTo>
                    <a:pt x="8455" y="20510"/>
                    <a:pt x="8318" y="20528"/>
                    <a:pt x="8275" y="20558"/>
                  </a:cubicBezTo>
                  <a:cubicBezTo>
                    <a:pt x="8247" y="20578"/>
                    <a:pt x="8221" y="20630"/>
                    <a:pt x="8211" y="20656"/>
                  </a:cubicBezTo>
                  <a:cubicBezTo>
                    <a:pt x="8199" y="20686"/>
                    <a:pt x="8207" y="20750"/>
                    <a:pt x="8192" y="20780"/>
                  </a:cubicBezTo>
                  <a:cubicBezTo>
                    <a:pt x="8179" y="20804"/>
                    <a:pt x="8138" y="20851"/>
                    <a:pt x="8109" y="20868"/>
                  </a:cubicBezTo>
                  <a:cubicBezTo>
                    <a:pt x="8074" y="20889"/>
                    <a:pt x="7958" y="20894"/>
                    <a:pt x="7939" y="20922"/>
                  </a:cubicBezTo>
                  <a:cubicBezTo>
                    <a:pt x="7924" y="20942"/>
                    <a:pt x="7943" y="21000"/>
                    <a:pt x="7975" y="21010"/>
                  </a:cubicBezTo>
                  <a:cubicBezTo>
                    <a:pt x="8014" y="21022"/>
                    <a:pt x="8095" y="20962"/>
                    <a:pt x="8137" y="20968"/>
                  </a:cubicBezTo>
                  <a:cubicBezTo>
                    <a:pt x="8156" y="20971"/>
                    <a:pt x="8181" y="20989"/>
                    <a:pt x="8203" y="21007"/>
                  </a:cubicBezTo>
                  <a:cubicBezTo>
                    <a:pt x="8187" y="21010"/>
                    <a:pt x="8172" y="21013"/>
                    <a:pt x="8160" y="21015"/>
                  </a:cubicBezTo>
                  <a:cubicBezTo>
                    <a:pt x="7977" y="21056"/>
                    <a:pt x="7633" y="21174"/>
                    <a:pt x="7453" y="21220"/>
                  </a:cubicBezTo>
                  <a:cubicBezTo>
                    <a:pt x="7243" y="21275"/>
                    <a:pt x="6817" y="21378"/>
                    <a:pt x="6598" y="21417"/>
                  </a:cubicBezTo>
                  <a:cubicBezTo>
                    <a:pt x="6463" y="21442"/>
                    <a:pt x="6184" y="21471"/>
                    <a:pt x="6045" y="21488"/>
                  </a:cubicBezTo>
                  <a:cubicBezTo>
                    <a:pt x="5937" y="21502"/>
                    <a:pt x="5723" y="21534"/>
                    <a:pt x="5615" y="21543"/>
                  </a:cubicBezTo>
                  <a:cubicBezTo>
                    <a:pt x="5544" y="21550"/>
                    <a:pt x="5401" y="21547"/>
                    <a:pt x="5332" y="21555"/>
                  </a:cubicBezTo>
                  <a:cubicBezTo>
                    <a:pt x="5281" y="21562"/>
                    <a:pt x="5187" y="21597"/>
                    <a:pt x="5135" y="21599"/>
                  </a:cubicBezTo>
                  <a:cubicBezTo>
                    <a:pt x="5088" y="21600"/>
                    <a:pt x="4969" y="21595"/>
                    <a:pt x="4951" y="21567"/>
                  </a:cubicBezTo>
                  <a:cubicBezTo>
                    <a:pt x="4936" y="21544"/>
                    <a:pt x="4998" y="21495"/>
                    <a:pt x="5030" y="21481"/>
                  </a:cubicBezTo>
                  <a:cubicBezTo>
                    <a:pt x="5075" y="21461"/>
                    <a:pt x="5193" y="21468"/>
                    <a:pt x="5245" y="21457"/>
                  </a:cubicBezTo>
                  <a:cubicBezTo>
                    <a:pt x="5275" y="21451"/>
                    <a:pt x="5330" y="21432"/>
                    <a:pt x="5356" y="21421"/>
                  </a:cubicBezTo>
                  <a:cubicBezTo>
                    <a:pt x="5394" y="21406"/>
                    <a:pt x="5453" y="21353"/>
                    <a:pt x="5497" y="21350"/>
                  </a:cubicBezTo>
                  <a:cubicBezTo>
                    <a:pt x="5550" y="21348"/>
                    <a:pt x="5631" y="21406"/>
                    <a:pt x="5682" y="21414"/>
                  </a:cubicBezTo>
                  <a:cubicBezTo>
                    <a:pt x="5723" y="21420"/>
                    <a:pt x="5807" y="21414"/>
                    <a:pt x="5848" y="21409"/>
                  </a:cubicBezTo>
                  <a:cubicBezTo>
                    <a:pt x="5910" y="21404"/>
                    <a:pt x="6029" y="21383"/>
                    <a:pt x="6088" y="21370"/>
                  </a:cubicBezTo>
                  <a:cubicBezTo>
                    <a:pt x="6152" y="21357"/>
                    <a:pt x="6281" y="21329"/>
                    <a:pt x="6340" y="21307"/>
                  </a:cubicBezTo>
                  <a:cubicBezTo>
                    <a:pt x="6382" y="21291"/>
                    <a:pt x="6475" y="21258"/>
                    <a:pt x="6494" y="21229"/>
                  </a:cubicBezTo>
                  <a:cubicBezTo>
                    <a:pt x="6511" y="21202"/>
                    <a:pt x="6492" y="21139"/>
                    <a:pt x="6470" y="21114"/>
                  </a:cubicBezTo>
                  <a:cubicBezTo>
                    <a:pt x="6431" y="21075"/>
                    <a:pt x="6296" y="21030"/>
                    <a:pt x="6230" y="21012"/>
                  </a:cubicBezTo>
                  <a:cubicBezTo>
                    <a:pt x="6193" y="21001"/>
                    <a:pt x="6108" y="21003"/>
                    <a:pt x="6076" y="20989"/>
                  </a:cubicBezTo>
                  <a:cubicBezTo>
                    <a:pt x="6041" y="20972"/>
                    <a:pt x="6011" y="20918"/>
                    <a:pt x="5983" y="20897"/>
                  </a:cubicBezTo>
                  <a:cubicBezTo>
                    <a:pt x="5959" y="20880"/>
                    <a:pt x="5906" y="20845"/>
                    <a:pt x="5872" y="20835"/>
                  </a:cubicBezTo>
                  <a:cubicBezTo>
                    <a:pt x="5844" y="20826"/>
                    <a:pt x="5778" y="20831"/>
                    <a:pt x="5750" y="20823"/>
                  </a:cubicBezTo>
                  <a:cubicBezTo>
                    <a:pt x="5704" y="20810"/>
                    <a:pt x="5635" y="20761"/>
                    <a:pt x="5596" y="20740"/>
                  </a:cubicBezTo>
                  <a:cubicBezTo>
                    <a:pt x="5552" y="20716"/>
                    <a:pt x="5442" y="20676"/>
                    <a:pt x="5417" y="20642"/>
                  </a:cubicBezTo>
                  <a:cubicBezTo>
                    <a:pt x="5392" y="20607"/>
                    <a:pt x="5434" y="20524"/>
                    <a:pt x="5412" y="20488"/>
                  </a:cubicBezTo>
                  <a:cubicBezTo>
                    <a:pt x="5394" y="20460"/>
                    <a:pt x="5297" y="20430"/>
                    <a:pt x="5282" y="20402"/>
                  </a:cubicBezTo>
                  <a:cubicBezTo>
                    <a:pt x="5269" y="20372"/>
                    <a:pt x="5295" y="20308"/>
                    <a:pt x="5313" y="20279"/>
                  </a:cubicBezTo>
                  <a:cubicBezTo>
                    <a:pt x="5327" y="20260"/>
                    <a:pt x="5383" y="20229"/>
                    <a:pt x="5393" y="20209"/>
                  </a:cubicBezTo>
                  <a:cubicBezTo>
                    <a:pt x="5413" y="20169"/>
                    <a:pt x="5407" y="20082"/>
                    <a:pt x="5387" y="20043"/>
                  </a:cubicBezTo>
                  <a:cubicBezTo>
                    <a:pt x="5374" y="20017"/>
                    <a:pt x="5303" y="19978"/>
                    <a:pt x="5289" y="19953"/>
                  </a:cubicBezTo>
                  <a:cubicBezTo>
                    <a:pt x="5269" y="19917"/>
                    <a:pt x="5300" y="19837"/>
                    <a:pt x="5276" y="19803"/>
                  </a:cubicBezTo>
                  <a:cubicBezTo>
                    <a:pt x="5262" y="19782"/>
                    <a:pt x="5210" y="19746"/>
                    <a:pt x="5178" y="19736"/>
                  </a:cubicBezTo>
                  <a:cubicBezTo>
                    <a:pt x="5141" y="19724"/>
                    <a:pt x="5049" y="19737"/>
                    <a:pt x="5012" y="19724"/>
                  </a:cubicBezTo>
                  <a:cubicBezTo>
                    <a:pt x="4981" y="19714"/>
                    <a:pt x="4949" y="19669"/>
                    <a:pt x="4919" y="19657"/>
                  </a:cubicBezTo>
                  <a:cubicBezTo>
                    <a:pt x="4876" y="19639"/>
                    <a:pt x="4767" y="19611"/>
                    <a:pt x="4717" y="19622"/>
                  </a:cubicBezTo>
                  <a:cubicBezTo>
                    <a:pt x="4665" y="19633"/>
                    <a:pt x="4615" y="19704"/>
                    <a:pt x="4582" y="19732"/>
                  </a:cubicBezTo>
                  <a:cubicBezTo>
                    <a:pt x="4546" y="19761"/>
                    <a:pt x="4453" y="19814"/>
                    <a:pt x="4441" y="19850"/>
                  </a:cubicBezTo>
                  <a:cubicBezTo>
                    <a:pt x="4430" y="19882"/>
                    <a:pt x="4478" y="19944"/>
                    <a:pt x="4483" y="19976"/>
                  </a:cubicBezTo>
                  <a:cubicBezTo>
                    <a:pt x="4488" y="20001"/>
                    <a:pt x="4495" y="20051"/>
                    <a:pt x="4483" y="20075"/>
                  </a:cubicBezTo>
                  <a:cubicBezTo>
                    <a:pt x="4468" y="20107"/>
                    <a:pt x="4387" y="20154"/>
                    <a:pt x="4367" y="20185"/>
                  </a:cubicBezTo>
                  <a:cubicBezTo>
                    <a:pt x="4342" y="20223"/>
                    <a:pt x="4330" y="20306"/>
                    <a:pt x="4317" y="20346"/>
                  </a:cubicBezTo>
                  <a:cubicBezTo>
                    <a:pt x="4308" y="20373"/>
                    <a:pt x="4277" y="20425"/>
                    <a:pt x="4280" y="20453"/>
                  </a:cubicBezTo>
                  <a:cubicBezTo>
                    <a:pt x="4285" y="20482"/>
                    <a:pt x="4346" y="20530"/>
                    <a:pt x="4354" y="20559"/>
                  </a:cubicBezTo>
                  <a:cubicBezTo>
                    <a:pt x="4368" y="20608"/>
                    <a:pt x="4333" y="20709"/>
                    <a:pt x="4336" y="20760"/>
                  </a:cubicBezTo>
                  <a:cubicBezTo>
                    <a:pt x="4337" y="20816"/>
                    <a:pt x="4385" y="20928"/>
                    <a:pt x="4372" y="20984"/>
                  </a:cubicBezTo>
                  <a:cubicBezTo>
                    <a:pt x="4363" y="21030"/>
                    <a:pt x="4306" y="21117"/>
                    <a:pt x="4262" y="21154"/>
                  </a:cubicBezTo>
                  <a:cubicBezTo>
                    <a:pt x="4226" y="21184"/>
                    <a:pt x="4127" y="21234"/>
                    <a:pt x="4072" y="21248"/>
                  </a:cubicBezTo>
                  <a:cubicBezTo>
                    <a:pt x="4033" y="21258"/>
                    <a:pt x="3941" y="21274"/>
                    <a:pt x="3906" y="21260"/>
                  </a:cubicBezTo>
                  <a:cubicBezTo>
                    <a:pt x="3878" y="21249"/>
                    <a:pt x="3861" y="21202"/>
                    <a:pt x="3862" y="21181"/>
                  </a:cubicBezTo>
                  <a:cubicBezTo>
                    <a:pt x="3865" y="21159"/>
                    <a:pt x="3942" y="21124"/>
                    <a:pt x="3930" y="21103"/>
                  </a:cubicBezTo>
                  <a:cubicBezTo>
                    <a:pt x="3911" y="21071"/>
                    <a:pt x="3781" y="21072"/>
                    <a:pt x="3734" y="21059"/>
                  </a:cubicBezTo>
                  <a:cubicBezTo>
                    <a:pt x="3688" y="21048"/>
                    <a:pt x="3605" y="21004"/>
                    <a:pt x="3556" y="21004"/>
                  </a:cubicBezTo>
                  <a:cubicBezTo>
                    <a:pt x="3495" y="21005"/>
                    <a:pt x="3404" y="21069"/>
                    <a:pt x="3346" y="21079"/>
                  </a:cubicBezTo>
                  <a:cubicBezTo>
                    <a:pt x="3300" y="21087"/>
                    <a:pt x="3202" y="21091"/>
                    <a:pt x="3155" y="21083"/>
                  </a:cubicBezTo>
                  <a:cubicBezTo>
                    <a:pt x="3113" y="21075"/>
                    <a:pt x="3052" y="21022"/>
                    <a:pt x="3008" y="21020"/>
                  </a:cubicBezTo>
                  <a:cubicBezTo>
                    <a:pt x="2974" y="21019"/>
                    <a:pt x="2917" y="21051"/>
                    <a:pt x="2884" y="21059"/>
                  </a:cubicBezTo>
                  <a:cubicBezTo>
                    <a:pt x="2848" y="21068"/>
                    <a:pt x="2760" y="21069"/>
                    <a:pt x="2730" y="21087"/>
                  </a:cubicBezTo>
                  <a:cubicBezTo>
                    <a:pt x="2725" y="21091"/>
                    <a:pt x="2721" y="21097"/>
                    <a:pt x="2718" y="21104"/>
                  </a:cubicBezTo>
                  <a:lnTo>
                    <a:pt x="1023" y="14613"/>
                  </a:lnTo>
                  <a:lnTo>
                    <a:pt x="635" y="1598"/>
                  </a:lnTo>
                  <a:lnTo>
                    <a:pt x="383" y="1598"/>
                  </a:lnTo>
                  <a:lnTo>
                    <a:pt x="0" y="1182"/>
                  </a:lnTo>
                  <a:cubicBezTo>
                    <a:pt x="311" y="1149"/>
                    <a:pt x="857" y="1092"/>
                    <a:pt x="1139" y="1070"/>
                  </a:cubicBezTo>
                  <a:cubicBezTo>
                    <a:pt x="1645" y="1029"/>
                    <a:pt x="2662" y="981"/>
                    <a:pt x="3168" y="944"/>
                  </a:cubicBezTo>
                  <a:cubicBezTo>
                    <a:pt x="3755" y="902"/>
                    <a:pt x="4929" y="801"/>
                    <a:pt x="5516" y="755"/>
                  </a:cubicBezTo>
                  <a:cubicBezTo>
                    <a:pt x="6070" y="711"/>
                    <a:pt x="7177" y="630"/>
                    <a:pt x="7729" y="582"/>
                  </a:cubicBezTo>
                  <a:cubicBezTo>
                    <a:pt x="8367" y="527"/>
                    <a:pt x="9638" y="397"/>
                    <a:pt x="10275" y="338"/>
                  </a:cubicBezTo>
                  <a:cubicBezTo>
                    <a:pt x="11131" y="258"/>
                    <a:pt x="12847" y="107"/>
                    <a:pt x="13705" y="31"/>
                  </a:cubicBezTo>
                  <a:cubicBezTo>
                    <a:pt x="13807" y="21"/>
                    <a:pt x="13927" y="11"/>
                    <a:pt x="14058" y="0"/>
                  </a:cubicBezTo>
                  <a:lnTo>
                    <a:pt x="16324" y="4386"/>
                  </a:lnTo>
                  <a:cubicBezTo>
                    <a:pt x="16324" y="4386"/>
                    <a:pt x="18581" y="8871"/>
                    <a:pt x="18581" y="8880"/>
                  </a:cubicBezTo>
                  <a:cubicBezTo>
                    <a:pt x="18581" y="8889"/>
                    <a:pt x="18731" y="8946"/>
                    <a:pt x="18756" y="8981"/>
                  </a:cubicBezTo>
                  <a:cubicBezTo>
                    <a:pt x="18773" y="9006"/>
                    <a:pt x="18724" y="9069"/>
                    <a:pt x="18747" y="9093"/>
                  </a:cubicBezTo>
                  <a:cubicBezTo>
                    <a:pt x="18769" y="9117"/>
                    <a:pt x="18877" y="9122"/>
                    <a:pt x="18908" y="9143"/>
                  </a:cubicBezTo>
                  <a:cubicBezTo>
                    <a:pt x="18947" y="9169"/>
                    <a:pt x="18969" y="9244"/>
                    <a:pt x="18996" y="9276"/>
                  </a:cubicBezTo>
                  <a:cubicBezTo>
                    <a:pt x="19011" y="9294"/>
                    <a:pt x="19055" y="9327"/>
                    <a:pt x="19069" y="9347"/>
                  </a:cubicBezTo>
                  <a:cubicBezTo>
                    <a:pt x="19087" y="9369"/>
                    <a:pt x="19110" y="9419"/>
                    <a:pt x="19120" y="9444"/>
                  </a:cubicBezTo>
                  <a:cubicBezTo>
                    <a:pt x="19131" y="9470"/>
                    <a:pt x="19133" y="9524"/>
                    <a:pt x="19152" y="9548"/>
                  </a:cubicBezTo>
                  <a:cubicBezTo>
                    <a:pt x="19167" y="9566"/>
                    <a:pt x="19220" y="9591"/>
                    <a:pt x="19241" y="9607"/>
                  </a:cubicBezTo>
                  <a:cubicBezTo>
                    <a:pt x="19264" y="9626"/>
                    <a:pt x="19308" y="9667"/>
                    <a:pt x="19323" y="9689"/>
                  </a:cubicBezTo>
                  <a:cubicBezTo>
                    <a:pt x="19346" y="9724"/>
                    <a:pt x="19359" y="9799"/>
                    <a:pt x="19378" y="9834"/>
                  </a:cubicBezTo>
                  <a:cubicBezTo>
                    <a:pt x="19397" y="9867"/>
                    <a:pt x="19435" y="9934"/>
                    <a:pt x="19471" y="9961"/>
                  </a:cubicBezTo>
                  <a:cubicBezTo>
                    <a:pt x="19501" y="9985"/>
                    <a:pt x="19589" y="10013"/>
                    <a:pt x="19628" y="10032"/>
                  </a:cubicBezTo>
                  <a:cubicBezTo>
                    <a:pt x="19668" y="10052"/>
                    <a:pt x="19751" y="10092"/>
                    <a:pt x="19789" y="10114"/>
                  </a:cubicBezTo>
                  <a:cubicBezTo>
                    <a:pt x="19835" y="10142"/>
                    <a:pt x="19935" y="10197"/>
                    <a:pt x="19964" y="10233"/>
                  </a:cubicBezTo>
                  <a:cubicBezTo>
                    <a:pt x="19998" y="10275"/>
                    <a:pt x="19995" y="10374"/>
                    <a:pt x="20019" y="10419"/>
                  </a:cubicBezTo>
                  <a:cubicBezTo>
                    <a:pt x="20033" y="10443"/>
                    <a:pt x="20061" y="10495"/>
                    <a:pt x="20093" y="10511"/>
                  </a:cubicBezTo>
                  <a:cubicBezTo>
                    <a:pt x="20122" y="10525"/>
                    <a:pt x="20213" y="10510"/>
                    <a:pt x="20236" y="10528"/>
                  </a:cubicBezTo>
                  <a:cubicBezTo>
                    <a:pt x="20255" y="10544"/>
                    <a:pt x="20236" y="10588"/>
                    <a:pt x="20232" y="10608"/>
                  </a:cubicBezTo>
                  <a:cubicBezTo>
                    <a:pt x="20227" y="10629"/>
                    <a:pt x="20196" y="10669"/>
                    <a:pt x="20199" y="10690"/>
                  </a:cubicBezTo>
                  <a:cubicBezTo>
                    <a:pt x="20202" y="10717"/>
                    <a:pt x="20258" y="10762"/>
                    <a:pt x="20263" y="10788"/>
                  </a:cubicBezTo>
                  <a:cubicBezTo>
                    <a:pt x="20270" y="10818"/>
                    <a:pt x="20250" y="10880"/>
                    <a:pt x="20236" y="10909"/>
                  </a:cubicBezTo>
                  <a:cubicBezTo>
                    <a:pt x="20222" y="10939"/>
                    <a:pt x="20147" y="10990"/>
                    <a:pt x="20152" y="11021"/>
                  </a:cubicBezTo>
                  <a:cubicBezTo>
                    <a:pt x="20156" y="11043"/>
                    <a:pt x="20206" y="11082"/>
                    <a:pt x="20236" y="11092"/>
                  </a:cubicBezTo>
                  <a:cubicBezTo>
                    <a:pt x="20267" y="11103"/>
                    <a:pt x="20344" y="11093"/>
                    <a:pt x="20379" y="11095"/>
                  </a:cubicBezTo>
                  <a:cubicBezTo>
                    <a:pt x="20417" y="11098"/>
                    <a:pt x="20495" y="11097"/>
                    <a:pt x="20527" y="11110"/>
                  </a:cubicBezTo>
                  <a:cubicBezTo>
                    <a:pt x="20557" y="11123"/>
                    <a:pt x="20573" y="11180"/>
                    <a:pt x="20605" y="11192"/>
                  </a:cubicBezTo>
                  <a:cubicBezTo>
                    <a:pt x="20642" y="11207"/>
                    <a:pt x="20743" y="11183"/>
                    <a:pt x="20780" y="11198"/>
                  </a:cubicBezTo>
                  <a:cubicBezTo>
                    <a:pt x="20814" y="11213"/>
                    <a:pt x="20856" y="11267"/>
                    <a:pt x="20849" y="11293"/>
                  </a:cubicBezTo>
                  <a:cubicBezTo>
                    <a:pt x="20843" y="11316"/>
                    <a:pt x="20765" y="11340"/>
                    <a:pt x="20748" y="11361"/>
                  </a:cubicBezTo>
                  <a:cubicBezTo>
                    <a:pt x="20736" y="11376"/>
                    <a:pt x="20733" y="11410"/>
                    <a:pt x="20725" y="11426"/>
                  </a:cubicBezTo>
                  <a:cubicBezTo>
                    <a:pt x="20715" y="11444"/>
                    <a:pt x="20698" y="11483"/>
                    <a:pt x="20674" y="11494"/>
                  </a:cubicBezTo>
                  <a:cubicBezTo>
                    <a:pt x="20636" y="11511"/>
                    <a:pt x="20523" y="11484"/>
                    <a:pt x="20489" y="11506"/>
                  </a:cubicBezTo>
                  <a:cubicBezTo>
                    <a:pt x="20462" y="11523"/>
                    <a:pt x="20487" y="11581"/>
                    <a:pt x="20471" y="11603"/>
                  </a:cubicBezTo>
                  <a:cubicBezTo>
                    <a:pt x="20455" y="11625"/>
                    <a:pt x="20394" y="11658"/>
                    <a:pt x="20365" y="11674"/>
                  </a:cubicBezTo>
                  <a:cubicBezTo>
                    <a:pt x="20324" y="11697"/>
                    <a:pt x="20221" y="11727"/>
                    <a:pt x="20185" y="11754"/>
                  </a:cubicBezTo>
                  <a:cubicBezTo>
                    <a:pt x="20137" y="11789"/>
                    <a:pt x="20046" y="11875"/>
                    <a:pt x="20051" y="11922"/>
                  </a:cubicBezTo>
                  <a:cubicBezTo>
                    <a:pt x="20054" y="11960"/>
                    <a:pt x="20173" y="12012"/>
                    <a:pt x="20185" y="12049"/>
                  </a:cubicBezTo>
                  <a:cubicBezTo>
                    <a:pt x="20203" y="12101"/>
                    <a:pt x="20126" y="12206"/>
                    <a:pt x="20130" y="12259"/>
                  </a:cubicBezTo>
                  <a:cubicBezTo>
                    <a:pt x="20133" y="12307"/>
                    <a:pt x="20202" y="12397"/>
                    <a:pt x="20203" y="12445"/>
                  </a:cubicBezTo>
                  <a:cubicBezTo>
                    <a:pt x="20206" y="12493"/>
                    <a:pt x="20151" y="12584"/>
                    <a:pt x="20143" y="12631"/>
                  </a:cubicBezTo>
                  <a:cubicBezTo>
                    <a:pt x="20138" y="12670"/>
                    <a:pt x="20148" y="12778"/>
                    <a:pt x="20148" y="12788"/>
                  </a:cubicBezTo>
                  <a:cubicBezTo>
                    <a:pt x="20148" y="12796"/>
                    <a:pt x="20067" y="12895"/>
                    <a:pt x="20029" y="12926"/>
                  </a:cubicBezTo>
                  <a:cubicBezTo>
                    <a:pt x="20003" y="12947"/>
                    <a:pt x="19930" y="12976"/>
                    <a:pt x="19913" y="13000"/>
                  </a:cubicBezTo>
                  <a:cubicBezTo>
                    <a:pt x="19886" y="13039"/>
                    <a:pt x="19899" y="13163"/>
                    <a:pt x="19899" y="13171"/>
                  </a:cubicBezTo>
                  <a:cubicBezTo>
                    <a:pt x="19899" y="13181"/>
                    <a:pt x="19970" y="13330"/>
                    <a:pt x="20001" y="13382"/>
                  </a:cubicBezTo>
                  <a:cubicBezTo>
                    <a:pt x="20019" y="13413"/>
                    <a:pt x="20068" y="13473"/>
                    <a:pt x="20084" y="13505"/>
                  </a:cubicBezTo>
                  <a:cubicBezTo>
                    <a:pt x="20104" y="13548"/>
                    <a:pt x="20124" y="13636"/>
                    <a:pt x="20139" y="13679"/>
                  </a:cubicBezTo>
                  <a:cubicBezTo>
                    <a:pt x="20152" y="13717"/>
                    <a:pt x="20171" y="13796"/>
                    <a:pt x="20199" y="13830"/>
                  </a:cubicBezTo>
                  <a:cubicBezTo>
                    <a:pt x="20223" y="13859"/>
                    <a:pt x="20292" y="13910"/>
                    <a:pt x="20333" y="13930"/>
                  </a:cubicBezTo>
                  <a:cubicBezTo>
                    <a:pt x="20373" y="13951"/>
                    <a:pt x="20483" y="13963"/>
                    <a:pt x="20518" y="13986"/>
                  </a:cubicBezTo>
                  <a:cubicBezTo>
                    <a:pt x="20545" y="14006"/>
                    <a:pt x="20567" y="14059"/>
                    <a:pt x="20577" y="14084"/>
                  </a:cubicBezTo>
                  <a:cubicBezTo>
                    <a:pt x="20595" y="14131"/>
                    <a:pt x="20588" y="14231"/>
                    <a:pt x="20613" y="14276"/>
                  </a:cubicBezTo>
                  <a:cubicBezTo>
                    <a:pt x="20636" y="14316"/>
                    <a:pt x="20732" y="14379"/>
                    <a:pt x="20757" y="14418"/>
                  </a:cubicBezTo>
                  <a:cubicBezTo>
                    <a:pt x="20782" y="14457"/>
                    <a:pt x="20816" y="14543"/>
                    <a:pt x="20808" y="14586"/>
                  </a:cubicBezTo>
                  <a:cubicBezTo>
                    <a:pt x="20800" y="14627"/>
                    <a:pt x="20705" y="14696"/>
                    <a:pt x="20701" y="14737"/>
                  </a:cubicBezTo>
                  <a:cubicBezTo>
                    <a:pt x="20699" y="14782"/>
                    <a:pt x="20788" y="14860"/>
                    <a:pt x="20793" y="14905"/>
                  </a:cubicBezTo>
                  <a:cubicBezTo>
                    <a:pt x="20800" y="14953"/>
                    <a:pt x="20755" y="15049"/>
                    <a:pt x="20739" y="15097"/>
                  </a:cubicBezTo>
                  <a:cubicBezTo>
                    <a:pt x="20726" y="15130"/>
                    <a:pt x="20683" y="15193"/>
                    <a:pt x="20683" y="15227"/>
                  </a:cubicBezTo>
                  <a:cubicBezTo>
                    <a:pt x="20683" y="15271"/>
                    <a:pt x="20750" y="15354"/>
                    <a:pt x="20753" y="15399"/>
                  </a:cubicBezTo>
                  <a:cubicBezTo>
                    <a:pt x="20754" y="15436"/>
                    <a:pt x="20732" y="15509"/>
                    <a:pt x="20710" y="15543"/>
                  </a:cubicBezTo>
                  <a:cubicBezTo>
                    <a:pt x="20699" y="15562"/>
                    <a:pt x="20645" y="15591"/>
                    <a:pt x="20642" y="15611"/>
                  </a:cubicBezTo>
                  <a:cubicBezTo>
                    <a:pt x="20636" y="15646"/>
                    <a:pt x="20695" y="15712"/>
                    <a:pt x="20720" y="15744"/>
                  </a:cubicBezTo>
                  <a:cubicBezTo>
                    <a:pt x="20739" y="15768"/>
                    <a:pt x="20803" y="15809"/>
                    <a:pt x="20813" y="15835"/>
                  </a:cubicBezTo>
                  <a:cubicBezTo>
                    <a:pt x="20822" y="15865"/>
                    <a:pt x="20778" y="15927"/>
                    <a:pt x="20789" y="15957"/>
                  </a:cubicBezTo>
                  <a:cubicBezTo>
                    <a:pt x="20798" y="15979"/>
                    <a:pt x="20843" y="16016"/>
                    <a:pt x="20868" y="16034"/>
                  </a:cubicBezTo>
                  <a:cubicBezTo>
                    <a:pt x="20889" y="16049"/>
                    <a:pt x="20948" y="16068"/>
                    <a:pt x="20970" y="16083"/>
                  </a:cubicBezTo>
                  <a:cubicBezTo>
                    <a:pt x="20998" y="16105"/>
                    <a:pt x="21024" y="16162"/>
                    <a:pt x="21056" y="16181"/>
                  </a:cubicBezTo>
                  <a:cubicBezTo>
                    <a:pt x="21092" y="16203"/>
                    <a:pt x="21199" y="16214"/>
                    <a:pt x="21232" y="16237"/>
                  </a:cubicBezTo>
                  <a:cubicBezTo>
                    <a:pt x="21268" y="16262"/>
                    <a:pt x="21279" y="16336"/>
                    <a:pt x="21310" y="16364"/>
                  </a:cubicBezTo>
                  <a:cubicBezTo>
                    <a:pt x="21340" y="16390"/>
                    <a:pt x="21433" y="16421"/>
                    <a:pt x="21462" y="16447"/>
                  </a:cubicBezTo>
                  <a:cubicBezTo>
                    <a:pt x="21501" y="16482"/>
                    <a:pt x="21538" y="16565"/>
                    <a:pt x="21559" y="16607"/>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42" name="Shape 4724"/>
            <p:cNvSpPr/>
            <p:nvPr/>
          </p:nvSpPr>
          <p:spPr>
            <a:xfrm>
              <a:off x="7777967" y="3842960"/>
              <a:ext cx="1146299" cy="1164385"/>
            </a:xfrm>
            <a:custGeom>
              <a:avLst/>
              <a:gdLst/>
              <a:ahLst/>
              <a:cxnLst>
                <a:cxn ang="0">
                  <a:pos x="wd2" y="hd2"/>
                </a:cxn>
                <a:cxn ang="5400000">
                  <a:pos x="wd2" y="hd2"/>
                </a:cxn>
                <a:cxn ang="10800000">
                  <a:pos x="wd2" y="hd2"/>
                </a:cxn>
                <a:cxn ang="16200000">
                  <a:pos x="wd2" y="hd2"/>
                </a:cxn>
              </a:cxnLst>
              <a:rect l="0" t="0" r="r" b="b"/>
              <a:pathLst>
                <a:path w="21595" h="21600" extrusionOk="0">
                  <a:moveTo>
                    <a:pt x="5065" y="880"/>
                  </a:moveTo>
                  <a:cubicBezTo>
                    <a:pt x="5431" y="820"/>
                    <a:pt x="5922" y="741"/>
                    <a:pt x="6196" y="694"/>
                  </a:cubicBezTo>
                  <a:cubicBezTo>
                    <a:pt x="6692" y="609"/>
                    <a:pt x="7684" y="441"/>
                    <a:pt x="8177" y="343"/>
                  </a:cubicBezTo>
                  <a:cubicBezTo>
                    <a:pt x="8477" y="282"/>
                    <a:pt x="9073" y="141"/>
                    <a:pt x="9372" y="79"/>
                  </a:cubicBezTo>
                  <a:cubicBezTo>
                    <a:pt x="9461" y="61"/>
                    <a:pt x="9639" y="31"/>
                    <a:pt x="9727" y="11"/>
                  </a:cubicBezTo>
                  <a:cubicBezTo>
                    <a:pt x="9741" y="8"/>
                    <a:pt x="9758" y="4"/>
                    <a:pt x="9777" y="0"/>
                  </a:cubicBezTo>
                  <a:cubicBezTo>
                    <a:pt x="9778" y="62"/>
                    <a:pt x="9781" y="147"/>
                    <a:pt x="9781" y="187"/>
                  </a:cubicBezTo>
                  <a:cubicBezTo>
                    <a:pt x="9781" y="231"/>
                    <a:pt x="9801" y="325"/>
                    <a:pt x="9779" y="362"/>
                  </a:cubicBezTo>
                  <a:cubicBezTo>
                    <a:pt x="9763" y="389"/>
                    <a:pt x="9694" y="404"/>
                    <a:pt x="9669" y="423"/>
                  </a:cubicBezTo>
                  <a:cubicBezTo>
                    <a:pt x="9647" y="441"/>
                    <a:pt x="9608" y="483"/>
                    <a:pt x="9591" y="505"/>
                  </a:cubicBezTo>
                  <a:cubicBezTo>
                    <a:pt x="9570" y="533"/>
                    <a:pt x="9548" y="601"/>
                    <a:pt x="9522" y="624"/>
                  </a:cubicBezTo>
                  <a:cubicBezTo>
                    <a:pt x="9494" y="648"/>
                    <a:pt x="9409" y="654"/>
                    <a:pt x="9384" y="681"/>
                  </a:cubicBezTo>
                  <a:cubicBezTo>
                    <a:pt x="9344" y="723"/>
                    <a:pt x="9338" y="850"/>
                    <a:pt x="9308" y="901"/>
                  </a:cubicBezTo>
                  <a:cubicBezTo>
                    <a:pt x="9291" y="929"/>
                    <a:pt x="9237" y="971"/>
                    <a:pt x="9219" y="997"/>
                  </a:cubicBezTo>
                  <a:cubicBezTo>
                    <a:pt x="9197" y="1028"/>
                    <a:pt x="9152" y="1092"/>
                    <a:pt x="9147" y="1129"/>
                  </a:cubicBezTo>
                  <a:cubicBezTo>
                    <a:pt x="9144" y="1157"/>
                    <a:pt x="9170" y="1211"/>
                    <a:pt x="9174" y="1239"/>
                  </a:cubicBezTo>
                  <a:cubicBezTo>
                    <a:pt x="9179" y="1276"/>
                    <a:pt x="9192" y="1350"/>
                    <a:pt x="9183" y="1386"/>
                  </a:cubicBezTo>
                  <a:cubicBezTo>
                    <a:pt x="9172" y="1427"/>
                    <a:pt x="9088" y="1485"/>
                    <a:pt x="9090" y="1526"/>
                  </a:cubicBezTo>
                  <a:cubicBezTo>
                    <a:pt x="9090" y="1564"/>
                    <a:pt x="9152" y="1621"/>
                    <a:pt x="9181" y="1645"/>
                  </a:cubicBezTo>
                  <a:cubicBezTo>
                    <a:pt x="9208" y="1668"/>
                    <a:pt x="9277" y="1692"/>
                    <a:pt x="9308" y="1711"/>
                  </a:cubicBezTo>
                  <a:cubicBezTo>
                    <a:pt x="9382" y="1757"/>
                    <a:pt x="9512" y="1876"/>
                    <a:pt x="9589" y="1917"/>
                  </a:cubicBezTo>
                  <a:cubicBezTo>
                    <a:pt x="9621" y="1935"/>
                    <a:pt x="9691" y="1963"/>
                    <a:pt x="9727" y="1968"/>
                  </a:cubicBezTo>
                  <a:cubicBezTo>
                    <a:pt x="9767" y="1974"/>
                    <a:pt x="9848" y="1947"/>
                    <a:pt x="9888" y="1955"/>
                  </a:cubicBezTo>
                  <a:cubicBezTo>
                    <a:pt x="9926" y="1962"/>
                    <a:pt x="9995" y="2001"/>
                    <a:pt x="10026" y="2023"/>
                  </a:cubicBezTo>
                  <a:cubicBezTo>
                    <a:pt x="10069" y="2053"/>
                    <a:pt x="10139" y="2132"/>
                    <a:pt x="10180" y="2163"/>
                  </a:cubicBezTo>
                  <a:cubicBezTo>
                    <a:pt x="10216" y="2191"/>
                    <a:pt x="10298" y="2233"/>
                    <a:pt x="10332" y="2262"/>
                  </a:cubicBezTo>
                  <a:cubicBezTo>
                    <a:pt x="10371" y="2297"/>
                    <a:pt x="10425" y="2392"/>
                    <a:pt x="10470" y="2418"/>
                  </a:cubicBezTo>
                  <a:cubicBezTo>
                    <a:pt x="10523" y="2449"/>
                    <a:pt x="10648" y="2474"/>
                    <a:pt x="10709" y="2471"/>
                  </a:cubicBezTo>
                  <a:cubicBezTo>
                    <a:pt x="10749" y="2470"/>
                    <a:pt x="10827" y="2444"/>
                    <a:pt x="10863" y="2425"/>
                  </a:cubicBezTo>
                  <a:cubicBezTo>
                    <a:pt x="10891" y="2410"/>
                    <a:pt x="10931" y="2356"/>
                    <a:pt x="10961" y="2346"/>
                  </a:cubicBezTo>
                  <a:cubicBezTo>
                    <a:pt x="10998" y="2333"/>
                    <a:pt x="11080" y="2333"/>
                    <a:pt x="11117" y="2344"/>
                  </a:cubicBezTo>
                  <a:cubicBezTo>
                    <a:pt x="11155" y="2355"/>
                    <a:pt x="11219" y="2403"/>
                    <a:pt x="11247" y="2430"/>
                  </a:cubicBezTo>
                  <a:cubicBezTo>
                    <a:pt x="11284" y="2466"/>
                    <a:pt x="11345" y="2552"/>
                    <a:pt x="11369" y="2598"/>
                  </a:cubicBezTo>
                  <a:cubicBezTo>
                    <a:pt x="11400" y="2660"/>
                    <a:pt x="11410" y="2804"/>
                    <a:pt x="11451" y="2858"/>
                  </a:cubicBezTo>
                  <a:cubicBezTo>
                    <a:pt x="11480" y="2895"/>
                    <a:pt x="11575" y="2928"/>
                    <a:pt x="11610" y="2958"/>
                  </a:cubicBezTo>
                  <a:cubicBezTo>
                    <a:pt x="11649" y="2992"/>
                    <a:pt x="11709" y="3078"/>
                    <a:pt x="11744" y="3115"/>
                  </a:cubicBezTo>
                  <a:cubicBezTo>
                    <a:pt x="11769" y="3142"/>
                    <a:pt x="11832" y="3185"/>
                    <a:pt x="11851" y="3216"/>
                  </a:cubicBezTo>
                  <a:cubicBezTo>
                    <a:pt x="11876" y="3257"/>
                    <a:pt x="11890" y="3355"/>
                    <a:pt x="11904" y="3401"/>
                  </a:cubicBezTo>
                  <a:cubicBezTo>
                    <a:pt x="11924" y="3460"/>
                    <a:pt x="11962" y="3581"/>
                    <a:pt x="11989" y="3638"/>
                  </a:cubicBezTo>
                  <a:cubicBezTo>
                    <a:pt x="12016" y="3690"/>
                    <a:pt x="12069" y="3799"/>
                    <a:pt x="12117" y="3834"/>
                  </a:cubicBezTo>
                  <a:cubicBezTo>
                    <a:pt x="12154" y="3861"/>
                    <a:pt x="12255" y="3860"/>
                    <a:pt x="12296" y="3882"/>
                  </a:cubicBezTo>
                  <a:cubicBezTo>
                    <a:pt x="12333" y="3902"/>
                    <a:pt x="12397" y="3961"/>
                    <a:pt x="12422" y="3996"/>
                  </a:cubicBezTo>
                  <a:cubicBezTo>
                    <a:pt x="12441" y="4022"/>
                    <a:pt x="12454" y="4089"/>
                    <a:pt x="12473" y="4114"/>
                  </a:cubicBezTo>
                  <a:cubicBezTo>
                    <a:pt x="12505" y="4155"/>
                    <a:pt x="12600" y="4204"/>
                    <a:pt x="12634" y="4242"/>
                  </a:cubicBezTo>
                  <a:cubicBezTo>
                    <a:pt x="12676" y="4288"/>
                    <a:pt x="12741" y="4397"/>
                    <a:pt x="12773" y="4451"/>
                  </a:cubicBezTo>
                  <a:cubicBezTo>
                    <a:pt x="12795" y="4489"/>
                    <a:pt x="12818" y="4582"/>
                    <a:pt x="12855" y="4607"/>
                  </a:cubicBezTo>
                  <a:cubicBezTo>
                    <a:pt x="12903" y="4639"/>
                    <a:pt x="13035" y="4606"/>
                    <a:pt x="13085" y="4635"/>
                  </a:cubicBezTo>
                  <a:cubicBezTo>
                    <a:pt x="13119" y="4654"/>
                    <a:pt x="13150" y="4733"/>
                    <a:pt x="13179" y="4761"/>
                  </a:cubicBezTo>
                  <a:cubicBezTo>
                    <a:pt x="13214" y="4794"/>
                    <a:pt x="13297" y="4850"/>
                    <a:pt x="13342" y="4870"/>
                  </a:cubicBezTo>
                  <a:cubicBezTo>
                    <a:pt x="13380" y="4888"/>
                    <a:pt x="13463" y="4907"/>
                    <a:pt x="13504" y="4916"/>
                  </a:cubicBezTo>
                  <a:cubicBezTo>
                    <a:pt x="13549" y="4927"/>
                    <a:pt x="13641" y="4934"/>
                    <a:pt x="13685" y="4949"/>
                  </a:cubicBezTo>
                  <a:cubicBezTo>
                    <a:pt x="13760" y="4976"/>
                    <a:pt x="13899" y="5054"/>
                    <a:pt x="13964" y="5099"/>
                  </a:cubicBezTo>
                  <a:cubicBezTo>
                    <a:pt x="14013" y="5133"/>
                    <a:pt x="14098" y="5221"/>
                    <a:pt x="14147" y="5257"/>
                  </a:cubicBezTo>
                  <a:cubicBezTo>
                    <a:pt x="14182" y="5282"/>
                    <a:pt x="14267" y="5312"/>
                    <a:pt x="14296" y="5345"/>
                  </a:cubicBezTo>
                  <a:cubicBezTo>
                    <a:pt x="14343" y="5397"/>
                    <a:pt x="14362" y="5545"/>
                    <a:pt x="14406" y="5600"/>
                  </a:cubicBezTo>
                  <a:cubicBezTo>
                    <a:pt x="14438" y="5639"/>
                    <a:pt x="14536" y="5682"/>
                    <a:pt x="14571" y="5719"/>
                  </a:cubicBezTo>
                  <a:cubicBezTo>
                    <a:pt x="14613" y="5763"/>
                    <a:pt x="14658" y="5882"/>
                    <a:pt x="14702" y="5923"/>
                  </a:cubicBezTo>
                  <a:cubicBezTo>
                    <a:pt x="14730" y="5947"/>
                    <a:pt x="14800" y="5977"/>
                    <a:pt x="14834" y="5991"/>
                  </a:cubicBezTo>
                  <a:cubicBezTo>
                    <a:pt x="14858" y="5999"/>
                    <a:pt x="14907" y="6019"/>
                    <a:pt x="14932" y="6017"/>
                  </a:cubicBezTo>
                  <a:cubicBezTo>
                    <a:pt x="14960" y="6014"/>
                    <a:pt x="15007" y="5966"/>
                    <a:pt x="15035" y="5969"/>
                  </a:cubicBezTo>
                  <a:cubicBezTo>
                    <a:pt x="15054" y="5970"/>
                    <a:pt x="15079" y="6005"/>
                    <a:pt x="15097" y="6013"/>
                  </a:cubicBezTo>
                  <a:cubicBezTo>
                    <a:pt x="15142" y="6033"/>
                    <a:pt x="15245" y="6037"/>
                    <a:pt x="15289" y="6061"/>
                  </a:cubicBezTo>
                  <a:cubicBezTo>
                    <a:pt x="15313" y="6073"/>
                    <a:pt x="15347" y="6115"/>
                    <a:pt x="15367" y="6132"/>
                  </a:cubicBezTo>
                  <a:cubicBezTo>
                    <a:pt x="15390" y="6150"/>
                    <a:pt x="15442" y="6180"/>
                    <a:pt x="15463" y="6199"/>
                  </a:cubicBezTo>
                  <a:cubicBezTo>
                    <a:pt x="15495" y="6228"/>
                    <a:pt x="15546" y="6296"/>
                    <a:pt x="15574" y="6327"/>
                  </a:cubicBezTo>
                  <a:cubicBezTo>
                    <a:pt x="15600" y="6354"/>
                    <a:pt x="15644" y="6418"/>
                    <a:pt x="15678" y="6434"/>
                  </a:cubicBezTo>
                  <a:cubicBezTo>
                    <a:pt x="15716" y="6455"/>
                    <a:pt x="15812" y="6439"/>
                    <a:pt x="15851" y="6459"/>
                  </a:cubicBezTo>
                  <a:cubicBezTo>
                    <a:pt x="15880" y="6474"/>
                    <a:pt x="15932" y="6520"/>
                    <a:pt x="15941" y="6550"/>
                  </a:cubicBezTo>
                  <a:cubicBezTo>
                    <a:pt x="15953" y="6598"/>
                    <a:pt x="15891" y="6695"/>
                    <a:pt x="15894" y="6744"/>
                  </a:cubicBezTo>
                  <a:cubicBezTo>
                    <a:pt x="15895" y="6776"/>
                    <a:pt x="15934" y="6833"/>
                    <a:pt x="15938" y="6865"/>
                  </a:cubicBezTo>
                  <a:cubicBezTo>
                    <a:pt x="15944" y="6901"/>
                    <a:pt x="15915" y="6977"/>
                    <a:pt x="15932" y="7010"/>
                  </a:cubicBezTo>
                  <a:cubicBezTo>
                    <a:pt x="15946" y="7038"/>
                    <a:pt x="16007" y="7071"/>
                    <a:pt x="16037" y="7083"/>
                  </a:cubicBezTo>
                  <a:cubicBezTo>
                    <a:pt x="16071" y="7096"/>
                    <a:pt x="16148" y="7092"/>
                    <a:pt x="16184" y="7102"/>
                  </a:cubicBezTo>
                  <a:cubicBezTo>
                    <a:pt x="16212" y="7110"/>
                    <a:pt x="16267" y="7132"/>
                    <a:pt x="16289" y="7151"/>
                  </a:cubicBezTo>
                  <a:cubicBezTo>
                    <a:pt x="16320" y="7177"/>
                    <a:pt x="16376" y="7243"/>
                    <a:pt x="16380" y="7282"/>
                  </a:cubicBezTo>
                  <a:cubicBezTo>
                    <a:pt x="16383" y="7319"/>
                    <a:pt x="16308" y="7382"/>
                    <a:pt x="16322" y="7417"/>
                  </a:cubicBezTo>
                  <a:cubicBezTo>
                    <a:pt x="16334" y="7448"/>
                    <a:pt x="16415" y="7454"/>
                    <a:pt x="16445" y="7470"/>
                  </a:cubicBezTo>
                  <a:cubicBezTo>
                    <a:pt x="16487" y="7492"/>
                    <a:pt x="16558" y="7578"/>
                    <a:pt x="16606" y="7571"/>
                  </a:cubicBezTo>
                  <a:cubicBezTo>
                    <a:pt x="16634" y="7565"/>
                    <a:pt x="16650" y="7481"/>
                    <a:pt x="16679" y="7482"/>
                  </a:cubicBezTo>
                  <a:cubicBezTo>
                    <a:pt x="16712" y="7485"/>
                    <a:pt x="16741" y="7561"/>
                    <a:pt x="16750" y="7592"/>
                  </a:cubicBezTo>
                  <a:cubicBezTo>
                    <a:pt x="16760" y="7622"/>
                    <a:pt x="16743" y="7687"/>
                    <a:pt x="16750" y="7717"/>
                  </a:cubicBezTo>
                  <a:cubicBezTo>
                    <a:pt x="16760" y="7756"/>
                    <a:pt x="16819" y="7856"/>
                    <a:pt x="16826" y="7858"/>
                  </a:cubicBezTo>
                  <a:cubicBezTo>
                    <a:pt x="16833" y="7860"/>
                    <a:pt x="17018" y="7942"/>
                    <a:pt x="17085" y="7961"/>
                  </a:cubicBezTo>
                  <a:cubicBezTo>
                    <a:pt x="17136" y="7976"/>
                    <a:pt x="17242" y="7999"/>
                    <a:pt x="17295" y="7999"/>
                  </a:cubicBezTo>
                  <a:cubicBezTo>
                    <a:pt x="17333" y="7998"/>
                    <a:pt x="17407" y="7959"/>
                    <a:pt x="17444" y="7968"/>
                  </a:cubicBezTo>
                  <a:cubicBezTo>
                    <a:pt x="17504" y="7981"/>
                    <a:pt x="17586" y="8082"/>
                    <a:pt x="17638" y="8113"/>
                  </a:cubicBezTo>
                  <a:cubicBezTo>
                    <a:pt x="17675" y="8135"/>
                    <a:pt x="17752" y="8171"/>
                    <a:pt x="17792" y="8185"/>
                  </a:cubicBezTo>
                  <a:cubicBezTo>
                    <a:pt x="17827" y="8198"/>
                    <a:pt x="17907" y="8201"/>
                    <a:pt x="17938" y="8223"/>
                  </a:cubicBezTo>
                  <a:cubicBezTo>
                    <a:pt x="17967" y="8245"/>
                    <a:pt x="18013" y="8344"/>
                    <a:pt x="18013" y="8351"/>
                  </a:cubicBezTo>
                  <a:cubicBezTo>
                    <a:pt x="18013" y="8357"/>
                    <a:pt x="18001" y="8472"/>
                    <a:pt x="18007" y="8513"/>
                  </a:cubicBezTo>
                  <a:cubicBezTo>
                    <a:pt x="18010" y="8541"/>
                    <a:pt x="18020" y="8600"/>
                    <a:pt x="18038" y="8623"/>
                  </a:cubicBezTo>
                  <a:cubicBezTo>
                    <a:pt x="18064" y="8657"/>
                    <a:pt x="18160" y="8682"/>
                    <a:pt x="18185" y="8717"/>
                  </a:cubicBezTo>
                  <a:cubicBezTo>
                    <a:pt x="18206" y="8747"/>
                    <a:pt x="18206" y="8828"/>
                    <a:pt x="18221" y="8862"/>
                  </a:cubicBezTo>
                  <a:cubicBezTo>
                    <a:pt x="18230" y="8884"/>
                    <a:pt x="18256" y="8927"/>
                    <a:pt x="18274" y="8943"/>
                  </a:cubicBezTo>
                  <a:cubicBezTo>
                    <a:pt x="18301" y="8968"/>
                    <a:pt x="18377" y="8985"/>
                    <a:pt x="18402" y="9011"/>
                  </a:cubicBezTo>
                  <a:cubicBezTo>
                    <a:pt x="18423" y="9036"/>
                    <a:pt x="18443" y="9101"/>
                    <a:pt x="18450" y="9132"/>
                  </a:cubicBezTo>
                  <a:cubicBezTo>
                    <a:pt x="18459" y="9168"/>
                    <a:pt x="18449" y="9245"/>
                    <a:pt x="18461" y="9280"/>
                  </a:cubicBezTo>
                  <a:cubicBezTo>
                    <a:pt x="18479" y="9326"/>
                    <a:pt x="18571" y="9391"/>
                    <a:pt x="18580" y="9440"/>
                  </a:cubicBezTo>
                  <a:cubicBezTo>
                    <a:pt x="18586" y="9479"/>
                    <a:pt x="18525" y="9554"/>
                    <a:pt x="18533" y="9594"/>
                  </a:cubicBezTo>
                  <a:cubicBezTo>
                    <a:pt x="18539" y="9629"/>
                    <a:pt x="18618" y="9701"/>
                    <a:pt x="18622" y="9708"/>
                  </a:cubicBezTo>
                  <a:cubicBezTo>
                    <a:pt x="18626" y="9714"/>
                    <a:pt x="18708" y="9838"/>
                    <a:pt x="18707" y="9888"/>
                  </a:cubicBezTo>
                  <a:cubicBezTo>
                    <a:pt x="18707" y="9921"/>
                    <a:pt x="18646" y="9974"/>
                    <a:pt x="18649" y="10006"/>
                  </a:cubicBezTo>
                  <a:cubicBezTo>
                    <a:pt x="18651" y="10037"/>
                    <a:pt x="18694" y="10090"/>
                    <a:pt x="18721" y="10107"/>
                  </a:cubicBezTo>
                  <a:cubicBezTo>
                    <a:pt x="18752" y="10129"/>
                    <a:pt x="18835" y="10125"/>
                    <a:pt x="18867" y="10145"/>
                  </a:cubicBezTo>
                  <a:cubicBezTo>
                    <a:pt x="18898" y="10163"/>
                    <a:pt x="18931" y="10232"/>
                    <a:pt x="18961" y="10251"/>
                  </a:cubicBezTo>
                  <a:cubicBezTo>
                    <a:pt x="18999" y="10274"/>
                    <a:pt x="19124" y="10295"/>
                    <a:pt x="19133" y="10295"/>
                  </a:cubicBezTo>
                  <a:cubicBezTo>
                    <a:pt x="19142" y="10295"/>
                    <a:pt x="19195" y="10236"/>
                    <a:pt x="19222" y="10235"/>
                  </a:cubicBezTo>
                  <a:cubicBezTo>
                    <a:pt x="19257" y="10235"/>
                    <a:pt x="19309" y="10290"/>
                    <a:pt x="19334" y="10314"/>
                  </a:cubicBezTo>
                  <a:cubicBezTo>
                    <a:pt x="19357" y="10336"/>
                    <a:pt x="19384" y="10400"/>
                    <a:pt x="19412" y="10415"/>
                  </a:cubicBezTo>
                  <a:cubicBezTo>
                    <a:pt x="19441" y="10431"/>
                    <a:pt x="19513" y="10412"/>
                    <a:pt x="19541" y="10429"/>
                  </a:cubicBezTo>
                  <a:cubicBezTo>
                    <a:pt x="19575" y="10447"/>
                    <a:pt x="19612" y="10519"/>
                    <a:pt x="19635" y="10549"/>
                  </a:cubicBezTo>
                  <a:cubicBezTo>
                    <a:pt x="19652" y="10572"/>
                    <a:pt x="19697" y="10632"/>
                    <a:pt x="19700" y="10639"/>
                  </a:cubicBezTo>
                  <a:cubicBezTo>
                    <a:pt x="19702" y="10646"/>
                    <a:pt x="19712" y="10764"/>
                    <a:pt x="19729" y="10802"/>
                  </a:cubicBezTo>
                  <a:cubicBezTo>
                    <a:pt x="19747" y="10841"/>
                    <a:pt x="19820" y="10896"/>
                    <a:pt x="19842" y="10933"/>
                  </a:cubicBezTo>
                  <a:cubicBezTo>
                    <a:pt x="19858" y="10959"/>
                    <a:pt x="19873" y="11020"/>
                    <a:pt x="19888" y="11046"/>
                  </a:cubicBezTo>
                  <a:cubicBezTo>
                    <a:pt x="19899" y="11069"/>
                    <a:pt x="19926" y="11115"/>
                    <a:pt x="19947" y="11129"/>
                  </a:cubicBezTo>
                  <a:cubicBezTo>
                    <a:pt x="19977" y="11150"/>
                    <a:pt x="20059" y="11145"/>
                    <a:pt x="20086" y="11169"/>
                  </a:cubicBezTo>
                  <a:cubicBezTo>
                    <a:pt x="20112" y="11191"/>
                    <a:pt x="20122" y="11264"/>
                    <a:pt x="20142" y="11292"/>
                  </a:cubicBezTo>
                  <a:cubicBezTo>
                    <a:pt x="20152" y="11307"/>
                    <a:pt x="20185" y="11326"/>
                    <a:pt x="20190" y="11342"/>
                  </a:cubicBezTo>
                  <a:cubicBezTo>
                    <a:pt x="20203" y="11378"/>
                    <a:pt x="20182" y="11453"/>
                    <a:pt x="20173" y="11490"/>
                  </a:cubicBezTo>
                  <a:cubicBezTo>
                    <a:pt x="20162" y="11533"/>
                    <a:pt x="20099" y="11612"/>
                    <a:pt x="20106" y="11657"/>
                  </a:cubicBezTo>
                  <a:cubicBezTo>
                    <a:pt x="20111" y="11694"/>
                    <a:pt x="20175" y="11749"/>
                    <a:pt x="20202" y="11777"/>
                  </a:cubicBezTo>
                  <a:cubicBezTo>
                    <a:pt x="20224" y="11801"/>
                    <a:pt x="20286" y="11833"/>
                    <a:pt x="20300" y="11863"/>
                  </a:cubicBezTo>
                  <a:cubicBezTo>
                    <a:pt x="20322" y="11910"/>
                    <a:pt x="20289" y="12018"/>
                    <a:pt x="20304" y="12067"/>
                  </a:cubicBezTo>
                  <a:cubicBezTo>
                    <a:pt x="20315" y="12100"/>
                    <a:pt x="20353" y="12159"/>
                    <a:pt x="20380" y="12180"/>
                  </a:cubicBezTo>
                  <a:cubicBezTo>
                    <a:pt x="20404" y="12197"/>
                    <a:pt x="20468" y="12200"/>
                    <a:pt x="20494" y="12215"/>
                  </a:cubicBezTo>
                  <a:cubicBezTo>
                    <a:pt x="20529" y="12235"/>
                    <a:pt x="20572" y="12316"/>
                    <a:pt x="20612" y="12325"/>
                  </a:cubicBezTo>
                  <a:cubicBezTo>
                    <a:pt x="20647" y="12331"/>
                    <a:pt x="20717" y="12294"/>
                    <a:pt x="20743" y="12271"/>
                  </a:cubicBezTo>
                  <a:cubicBezTo>
                    <a:pt x="20762" y="12256"/>
                    <a:pt x="20771" y="12203"/>
                    <a:pt x="20790" y="12191"/>
                  </a:cubicBezTo>
                  <a:cubicBezTo>
                    <a:pt x="20814" y="12175"/>
                    <a:pt x="20877" y="12172"/>
                    <a:pt x="20904" y="12180"/>
                  </a:cubicBezTo>
                  <a:cubicBezTo>
                    <a:pt x="20939" y="12189"/>
                    <a:pt x="20990" y="12248"/>
                    <a:pt x="21023" y="12263"/>
                  </a:cubicBezTo>
                  <a:cubicBezTo>
                    <a:pt x="21043" y="12272"/>
                    <a:pt x="21091" y="12270"/>
                    <a:pt x="21110" y="12282"/>
                  </a:cubicBezTo>
                  <a:cubicBezTo>
                    <a:pt x="21136" y="12301"/>
                    <a:pt x="21152" y="12370"/>
                    <a:pt x="21176" y="12390"/>
                  </a:cubicBezTo>
                  <a:cubicBezTo>
                    <a:pt x="21198" y="12409"/>
                    <a:pt x="21253" y="12440"/>
                    <a:pt x="21281" y="12437"/>
                  </a:cubicBezTo>
                  <a:cubicBezTo>
                    <a:pt x="21293" y="12435"/>
                    <a:pt x="21310" y="12423"/>
                    <a:pt x="21325" y="12409"/>
                  </a:cubicBezTo>
                  <a:cubicBezTo>
                    <a:pt x="21338" y="12424"/>
                    <a:pt x="21354" y="12438"/>
                    <a:pt x="21367" y="12443"/>
                  </a:cubicBezTo>
                  <a:cubicBezTo>
                    <a:pt x="21412" y="12464"/>
                    <a:pt x="21531" y="12411"/>
                    <a:pt x="21569" y="12443"/>
                  </a:cubicBezTo>
                  <a:cubicBezTo>
                    <a:pt x="21600" y="12469"/>
                    <a:pt x="21596" y="12561"/>
                    <a:pt x="21592" y="12601"/>
                  </a:cubicBezTo>
                  <a:cubicBezTo>
                    <a:pt x="21587" y="12645"/>
                    <a:pt x="21558" y="12729"/>
                    <a:pt x="21531" y="12764"/>
                  </a:cubicBezTo>
                  <a:cubicBezTo>
                    <a:pt x="21504" y="12798"/>
                    <a:pt x="21423" y="12842"/>
                    <a:pt x="21384" y="12863"/>
                  </a:cubicBezTo>
                  <a:cubicBezTo>
                    <a:pt x="21365" y="12873"/>
                    <a:pt x="21325" y="12898"/>
                    <a:pt x="21304" y="12895"/>
                  </a:cubicBezTo>
                  <a:cubicBezTo>
                    <a:pt x="21276" y="12892"/>
                    <a:pt x="21241" y="12830"/>
                    <a:pt x="21212" y="12827"/>
                  </a:cubicBezTo>
                  <a:cubicBezTo>
                    <a:pt x="21189" y="12825"/>
                    <a:pt x="21143" y="12854"/>
                    <a:pt x="21127" y="12871"/>
                  </a:cubicBezTo>
                  <a:cubicBezTo>
                    <a:pt x="21111" y="12890"/>
                    <a:pt x="21087" y="12941"/>
                    <a:pt x="21092" y="12966"/>
                  </a:cubicBezTo>
                  <a:cubicBezTo>
                    <a:pt x="21096" y="12989"/>
                    <a:pt x="21137" y="13025"/>
                    <a:pt x="21159" y="13034"/>
                  </a:cubicBezTo>
                  <a:cubicBezTo>
                    <a:pt x="21186" y="13044"/>
                    <a:pt x="21251" y="13011"/>
                    <a:pt x="21273" y="13029"/>
                  </a:cubicBezTo>
                  <a:cubicBezTo>
                    <a:pt x="21294" y="13047"/>
                    <a:pt x="21291" y="13113"/>
                    <a:pt x="21284" y="13140"/>
                  </a:cubicBezTo>
                  <a:cubicBezTo>
                    <a:pt x="21274" y="13173"/>
                    <a:pt x="21220" y="13222"/>
                    <a:pt x="21199" y="13249"/>
                  </a:cubicBezTo>
                  <a:cubicBezTo>
                    <a:pt x="21179" y="13275"/>
                    <a:pt x="21147" y="13337"/>
                    <a:pt x="21117" y="13351"/>
                  </a:cubicBezTo>
                  <a:cubicBezTo>
                    <a:pt x="21097" y="13359"/>
                    <a:pt x="21051" y="13353"/>
                    <a:pt x="21032" y="13344"/>
                  </a:cubicBezTo>
                  <a:cubicBezTo>
                    <a:pt x="21010" y="13333"/>
                    <a:pt x="20990" y="13284"/>
                    <a:pt x="20969" y="13271"/>
                  </a:cubicBezTo>
                  <a:cubicBezTo>
                    <a:pt x="20945" y="13256"/>
                    <a:pt x="20884" y="13232"/>
                    <a:pt x="20858" y="13242"/>
                  </a:cubicBezTo>
                  <a:cubicBezTo>
                    <a:pt x="20840" y="13250"/>
                    <a:pt x="20820" y="13288"/>
                    <a:pt x="20820" y="13307"/>
                  </a:cubicBezTo>
                  <a:cubicBezTo>
                    <a:pt x="20820" y="13322"/>
                    <a:pt x="20850" y="13346"/>
                    <a:pt x="20853" y="13361"/>
                  </a:cubicBezTo>
                  <a:cubicBezTo>
                    <a:pt x="20857" y="13379"/>
                    <a:pt x="20857" y="13418"/>
                    <a:pt x="20846" y="13431"/>
                  </a:cubicBezTo>
                  <a:cubicBezTo>
                    <a:pt x="20836" y="13446"/>
                    <a:pt x="20789" y="13444"/>
                    <a:pt x="20778" y="13458"/>
                  </a:cubicBezTo>
                  <a:cubicBezTo>
                    <a:pt x="20766" y="13472"/>
                    <a:pt x="20758" y="13516"/>
                    <a:pt x="20771" y="13528"/>
                  </a:cubicBezTo>
                  <a:cubicBezTo>
                    <a:pt x="20785" y="13543"/>
                    <a:pt x="20834" y="13524"/>
                    <a:pt x="20856" y="13524"/>
                  </a:cubicBezTo>
                  <a:cubicBezTo>
                    <a:pt x="20882" y="13524"/>
                    <a:pt x="20939" y="13511"/>
                    <a:pt x="20960" y="13526"/>
                  </a:cubicBezTo>
                  <a:cubicBezTo>
                    <a:pt x="20983" y="13544"/>
                    <a:pt x="20994" y="13609"/>
                    <a:pt x="20992" y="13638"/>
                  </a:cubicBezTo>
                  <a:cubicBezTo>
                    <a:pt x="20989" y="13667"/>
                    <a:pt x="20959" y="13717"/>
                    <a:pt x="20945" y="13741"/>
                  </a:cubicBezTo>
                  <a:cubicBezTo>
                    <a:pt x="20928" y="13770"/>
                    <a:pt x="20886" y="13821"/>
                    <a:pt x="20867" y="13847"/>
                  </a:cubicBezTo>
                  <a:cubicBezTo>
                    <a:pt x="20843" y="13877"/>
                    <a:pt x="20793" y="13935"/>
                    <a:pt x="20773" y="13968"/>
                  </a:cubicBezTo>
                  <a:cubicBezTo>
                    <a:pt x="20758" y="13992"/>
                    <a:pt x="20750" y="14056"/>
                    <a:pt x="20726" y="14071"/>
                  </a:cubicBezTo>
                  <a:cubicBezTo>
                    <a:pt x="20698" y="14089"/>
                    <a:pt x="20626" y="14071"/>
                    <a:pt x="20592" y="14069"/>
                  </a:cubicBezTo>
                  <a:cubicBezTo>
                    <a:pt x="20568" y="14067"/>
                    <a:pt x="20520" y="14053"/>
                    <a:pt x="20496" y="14058"/>
                  </a:cubicBezTo>
                  <a:cubicBezTo>
                    <a:pt x="20471" y="14063"/>
                    <a:pt x="20419" y="14084"/>
                    <a:pt x="20407" y="14106"/>
                  </a:cubicBezTo>
                  <a:cubicBezTo>
                    <a:pt x="20396" y="14126"/>
                    <a:pt x="20399" y="14179"/>
                    <a:pt x="20411" y="14199"/>
                  </a:cubicBezTo>
                  <a:cubicBezTo>
                    <a:pt x="20424" y="14217"/>
                    <a:pt x="20470" y="14236"/>
                    <a:pt x="20492" y="14240"/>
                  </a:cubicBezTo>
                  <a:cubicBezTo>
                    <a:pt x="20518" y="14245"/>
                    <a:pt x="20574" y="14244"/>
                    <a:pt x="20599" y="14233"/>
                  </a:cubicBezTo>
                  <a:cubicBezTo>
                    <a:pt x="20617" y="14226"/>
                    <a:pt x="20638" y="14181"/>
                    <a:pt x="20659" y="14181"/>
                  </a:cubicBezTo>
                  <a:cubicBezTo>
                    <a:pt x="20678" y="14181"/>
                    <a:pt x="20705" y="14218"/>
                    <a:pt x="20715" y="14233"/>
                  </a:cubicBezTo>
                  <a:cubicBezTo>
                    <a:pt x="20737" y="14268"/>
                    <a:pt x="20759" y="14351"/>
                    <a:pt x="20766" y="14392"/>
                  </a:cubicBezTo>
                  <a:cubicBezTo>
                    <a:pt x="20773" y="14438"/>
                    <a:pt x="20771" y="14533"/>
                    <a:pt x="20766" y="14580"/>
                  </a:cubicBezTo>
                  <a:cubicBezTo>
                    <a:pt x="20761" y="14636"/>
                    <a:pt x="20745" y="14749"/>
                    <a:pt x="20724" y="14801"/>
                  </a:cubicBezTo>
                  <a:cubicBezTo>
                    <a:pt x="20713" y="14826"/>
                    <a:pt x="20688" y="14882"/>
                    <a:pt x="20662" y="14892"/>
                  </a:cubicBezTo>
                  <a:cubicBezTo>
                    <a:pt x="20630" y="14905"/>
                    <a:pt x="20563" y="14861"/>
                    <a:pt x="20530" y="14866"/>
                  </a:cubicBezTo>
                  <a:cubicBezTo>
                    <a:pt x="20499" y="14871"/>
                    <a:pt x="20449" y="14909"/>
                    <a:pt x="20424" y="14925"/>
                  </a:cubicBezTo>
                  <a:cubicBezTo>
                    <a:pt x="20391" y="14948"/>
                    <a:pt x="20310" y="14991"/>
                    <a:pt x="20298" y="15029"/>
                  </a:cubicBezTo>
                  <a:cubicBezTo>
                    <a:pt x="20291" y="15053"/>
                    <a:pt x="20312" y="15107"/>
                    <a:pt x="20330" y="15125"/>
                  </a:cubicBezTo>
                  <a:cubicBezTo>
                    <a:pt x="20354" y="15147"/>
                    <a:pt x="20423" y="15162"/>
                    <a:pt x="20454" y="15156"/>
                  </a:cubicBezTo>
                  <a:cubicBezTo>
                    <a:pt x="20484" y="15151"/>
                    <a:pt x="20527" y="15107"/>
                    <a:pt x="20550" y="15089"/>
                  </a:cubicBezTo>
                  <a:cubicBezTo>
                    <a:pt x="20566" y="15075"/>
                    <a:pt x="20589" y="15033"/>
                    <a:pt x="20610" y="15031"/>
                  </a:cubicBezTo>
                  <a:cubicBezTo>
                    <a:pt x="20635" y="15028"/>
                    <a:pt x="20684" y="15059"/>
                    <a:pt x="20695" y="15081"/>
                  </a:cubicBezTo>
                  <a:cubicBezTo>
                    <a:pt x="20711" y="15109"/>
                    <a:pt x="20693" y="15178"/>
                    <a:pt x="20687" y="15211"/>
                  </a:cubicBezTo>
                  <a:cubicBezTo>
                    <a:pt x="20677" y="15261"/>
                    <a:pt x="20640" y="15359"/>
                    <a:pt x="20620" y="15407"/>
                  </a:cubicBezTo>
                  <a:cubicBezTo>
                    <a:pt x="20588" y="15485"/>
                    <a:pt x="20502" y="15632"/>
                    <a:pt x="20475" y="15711"/>
                  </a:cubicBezTo>
                  <a:cubicBezTo>
                    <a:pt x="20456" y="15764"/>
                    <a:pt x="20431" y="15871"/>
                    <a:pt x="20424" y="15926"/>
                  </a:cubicBezTo>
                  <a:cubicBezTo>
                    <a:pt x="20420" y="15962"/>
                    <a:pt x="20403" y="16044"/>
                    <a:pt x="20426" y="16072"/>
                  </a:cubicBezTo>
                  <a:cubicBezTo>
                    <a:pt x="20444" y="16095"/>
                    <a:pt x="20515" y="16082"/>
                    <a:pt x="20538" y="16100"/>
                  </a:cubicBezTo>
                  <a:cubicBezTo>
                    <a:pt x="20552" y="16112"/>
                    <a:pt x="20568" y="16148"/>
                    <a:pt x="20572" y="16166"/>
                  </a:cubicBezTo>
                  <a:cubicBezTo>
                    <a:pt x="20577" y="16197"/>
                    <a:pt x="20560" y="16259"/>
                    <a:pt x="20558" y="16290"/>
                  </a:cubicBezTo>
                  <a:cubicBezTo>
                    <a:pt x="20556" y="16332"/>
                    <a:pt x="20572" y="16416"/>
                    <a:pt x="20563" y="16458"/>
                  </a:cubicBezTo>
                  <a:cubicBezTo>
                    <a:pt x="20552" y="16508"/>
                    <a:pt x="20506" y="16602"/>
                    <a:pt x="20476" y="16644"/>
                  </a:cubicBezTo>
                  <a:cubicBezTo>
                    <a:pt x="20454" y="16675"/>
                    <a:pt x="20391" y="16718"/>
                    <a:pt x="20369" y="16748"/>
                  </a:cubicBezTo>
                  <a:cubicBezTo>
                    <a:pt x="20351" y="16771"/>
                    <a:pt x="20321" y="16822"/>
                    <a:pt x="20312" y="16850"/>
                  </a:cubicBezTo>
                  <a:cubicBezTo>
                    <a:pt x="20303" y="16880"/>
                    <a:pt x="20312" y="16946"/>
                    <a:pt x="20302" y="16975"/>
                  </a:cubicBezTo>
                  <a:cubicBezTo>
                    <a:pt x="20296" y="16995"/>
                    <a:pt x="20275" y="17032"/>
                    <a:pt x="20258" y="17044"/>
                  </a:cubicBezTo>
                  <a:cubicBezTo>
                    <a:pt x="20238" y="17062"/>
                    <a:pt x="20174" y="17063"/>
                    <a:pt x="20158" y="17084"/>
                  </a:cubicBezTo>
                  <a:cubicBezTo>
                    <a:pt x="20139" y="17108"/>
                    <a:pt x="20142" y="17175"/>
                    <a:pt x="20145" y="17205"/>
                  </a:cubicBezTo>
                  <a:cubicBezTo>
                    <a:pt x="20149" y="17245"/>
                    <a:pt x="20190" y="17315"/>
                    <a:pt x="20198" y="17354"/>
                  </a:cubicBezTo>
                  <a:cubicBezTo>
                    <a:pt x="20207" y="17398"/>
                    <a:pt x="20215" y="17490"/>
                    <a:pt x="20208" y="17535"/>
                  </a:cubicBezTo>
                  <a:cubicBezTo>
                    <a:pt x="20205" y="17561"/>
                    <a:pt x="20193" y="17614"/>
                    <a:pt x="20175" y="17634"/>
                  </a:cubicBezTo>
                  <a:cubicBezTo>
                    <a:pt x="20148" y="17664"/>
                    <a:pt x="20062" y="17676"/>
                    <a:pt x="20031" y="17700"/>
                  </a:cubicBezTo>
                  <a:cubicBezTo>
                    <a:pt x="19997" y="17727"/>
                    <a:pt x="19938" y="17792"/>
                    <a:pt x="19920" y="17832"/>
                  </a:cubicBezTo>
                  <a:cubicBezTo>
                    <a:pt x="19913" y="17850"/>
                    <a:pt x="19896" y="17897"/>
                    <a:pt x="19910" y="17911"/>
                  </a:cubicBezTo>
                  <a:cubicBezTo>
                    <a:pt x="19930" y="17930"/>
                    <a:pt x="19994" y="17897"/>
                    <a:pt x="20021" y="17901"/>
                  </a:cubicBezTo>
                  <a:cubicBezTo>
                    <a:pt x="20045" y="17905"/>
                    <a:pt x="20086" y="17940"/>
                    <a:pt x="20111" y="17941"/>
                  </a:cubicBezTo>
                  <a:cubicBezTo>
                    <a:pt x="20130" y="17942"/>
                    <a:pt x="20167" y="17930"/>
                    <a:pt x="20182" y="17918"/>
                  </a:cubicBezTo>
                  <a:cubicBezTo>
                    <a:pt x="20200" y="17902"/>
                    <a:pt x="20200" y="17842"/>
                    <a:pt x="20222" y="17832"/>
                  </a:cubicBezTo>
                  <a:cubicBezTo>
                    <a:pt x="20242" y="17822"/>
                    <a:pt x="20295" y="17839"/>
                    <a:pt x="20312" y="17855"/>
                  </a:cubicBezTo>
                  <a:cubicBezTo>
                    <a:pt x="20344" y="17885"/>
                    <a:pt x="20356" y="17980"/>
                    <a:pt x="20363" y="18023"/>
                  </a:cubicBezTo>
                  <a:cubicBezTo>
                    <a:pt x="20369" y="18068"/>
                    <a:pt x="20365" y="18159"/>
                    <a:pt x="20366" y="18204"/>
                  </a:cubicBezTo>
                  <a:cubicBezTo>
                    <a:pt x="20366" y="18244"/>
                    <a:pt x="20369" y="18323"/>
                    <a:pt x="20366" y="18363"/>
                  </a:cubicBezTo>
                  <a:cubicBezTo>
                    <a:pt x="20362" y="18412"/>
                    <a:pt x="20349" y="18512"/>
                    <a:pt x="20335" y="18560"/>
                  </a:cubicBezTo>
                  <a:cubicBezTo>
                    <a:pt x="20321" y="18616"/>
                    <a:pt x="20256" y="18717"/>
                    <a:pt x="20248" y="18774"/>
                  </a:cubicBezTo>
                  <a:cubicBezTo>
                    <a:pt x="20244" y="18813"/>
                    <a:pt x="20259" y="18889"/>
                    <a:pt x="20269" y="18926"/>
                  </a:cubicBezTo>
                  <a:cubicBezTo>
                    <a:pt x="20277" y="18957"/>
                    <a:pt x="20294" y="19021"/>
                    <a:pt x="20315" y="19045"/>
                  </a:cubicBezTo>
                  <a:cubicBezTo>
                    <a:pt x="20335" y="19067"/>
                    <a:pt x="20401" y="19082"/>
                    <a:pt x="20423" y="19104"/>
                  </a:cubicBezTo>
                  <a:cubicBezTo>
                    <a:pt x="20432" y="19113"/>
                    <a:pt x="20444" y="19129"/>
                    <a:pt x="20455" y="19147"/>
                  </a:cubicBezTo>
                  <a:cubicBezTo>
                    <a:pt x="20411" y="19156"/>
                    <a:pt x="20362" y="19159"/>
                    <a:pt x="20335" y="19156"/>
                  </a:cubicBezTo>
                  <a:cubicBezTo>
                    <a:pt x="20295" y="19153"/>
                    <a:pt x="20233" y="19086"/>
                    <a:pt x="20193" y="19077"/>
                  </a:cubicBezTo>
                  <a:cubicBezTo>
                    <a:pt x="20161" y="19071"/>
                    <a:pt x="20092" y="19074"/>
                    <a:pt x="20064" y="19091"/>
                  </a:cubicBezTo>
                  <a:cubicBezTo>
                    <a:pt x="20037" y="19106"/>
                    <a:pt x="20021" y="19181"/>
                    <a:pt x="19992" y="19192"/>
                  </a:cubicBezTo>
                  <a:cubicBezTo>
                    <a:pt x="19956" y="19205"/>
                    <a:pt x="19879" y="19155"/>
                    <a:pt x="19840" y="19156"/>
                  </a:cubicBezTo>
                  <a:cubicBezTo>
                    <a:pt x="19808" y="19158"/>
                    <a:pt x="19748" y="19192"/>
                    <a:pt x="19715" y="19196"/>
                  </a:cubicBezTo>
                  <a:cubicBezTo>
                    <a:pt x="19666" y="19203"/>
                    <a:pt x="19564" y="19207"/>
                    <a:pt x="19519" y="19188"/>
                  </a:cubicBezTo>
                  <a:cubicBezTo>
                    <a:pt x="19490" y="19175"/>
                    <a:pt x="19461" y="19104"/>
                    <a:pt x="19430" y="19100"/>
                  </a:cubicBezTo>
                  <a:cubicBezTo>
                    <a:pt x="19398" y="19095"/>
                    <a:pt x="19350" y="19154"/>
                    <a:pt x="19318" y="19161"/>
                  </a:cubicBezTo>
                  <a:cubicBezTo>
                    <a:pt x="19277" y="19171"/>
                    <a:pt x="19188" y="19168"/>
                    <a:pt x="19149" y="19152"/>
                  </a:cubicBezTo>
                  <a:cubicBezTo>
                    <a:pt x="19123" y="19142"/>
                    <a:pt x="19091" y="19088"/>
                    <a:pt x="19064" y="19082"/>
                  </a:cubicBezTo>
                  <a:cubicBezTo>
                    <a:pt x="19035" y="19075"/>
                    <a:pt x="18977" y="19120"/>
                    <a:pt x="18948" y="19113"/>
                  </a:cubicBezTo>
                  <a:cubicBezTo>
                    <a:pt x="18920" y="19106"/>
                    <a:pt x="18890" y="19043"/>
                    <a:pt x="18863" y="19034"/>
                  </a:cubicBezTo>
                  <a:cubicBezTo>
                    <a:pt x="18833" y="19024"/>
                    <a:pt x="18769" y="19042"/>
                    <a:pt x="18738" y="19047"/>
                  </a:cubicBezTo>
                  <a:cubicBezTo>
                    <a:pt x="18709" y="19052"/>
                    <a:pt x="18651" y="19074"/>
                    <a:pt x="18622" y="19073"/>
                  </a:cubicBezTo>
                  <a:cubicBezTo>
                    <a:pt x="18595" y="19073"/>
                    <a:pt x="18538" y="19063"/>
                    <a:pt x="18515" y="19047"/>
                  </a:cubicBezTo>
                  <a:cubicBezTo>
                    <a:pt x="18495" y="19032"/>
                    <a:pt x="18485" y="18973"/>
                    <a:pt x="18461" y="18963"/>
                  </a:cubicBezTo>
                  <a:cubicBezTo>
                    <a:pt x="18440" y="18955"/>
                    <a:pt x="18395" y="18981"/>
                    <a:pt x="18372" y="18985"/>
                  </a:cubicBezTo>
                  <a:cubicBezTo>
                    <a:pt x="18343" y="18990"/>
                    <a:pt x="18285" y="18999"/>
                    <a:pt x="18256" y="18994"/>
                  </a:cubicBezTo>
                  <a:cubicBezTo>
                    <a:pt x="18229" y="18989"/>
                    <a:pt x="18179" y="18939"/>
                    <a:pt x="18153" y="18951"/>
                  </a:cubicBezTo>
                  <a:cubicBezTo>
                    <a:pt x="18129" y="18962"/>
                    <a:pt x="18125" y="19029"/>
                    <a:pt x="18122" y="19056"/>
                  </a:cubicBezTo>
                  <a:cubicBezTo>
                    <a:pt x="18118" y="19089"/>
                    <a:pt x="18150" y="19163"/>
                    <a:pt x="18131" y="19192"/>
                  </a:cubicBezTo>
                  <a:cubicBezTo>
                    <a:pt x="18121" y="19208"/>
                    <a:pt x="18079" y="19220"/>
                    <a:pt x="18060" y="19218"/>
                  </a:cubicBezTo>
                  <a:cubicBezTo>
                    <a:pt x="18039" y="19216"/>
                    <a:pt x="18010" y="19178"/>
                    <a:pt x="17989" y="19174"/>
                  </a:cubicBezTo>
                  <a:cubicBezTo>
                    <a:pt x="17972" y="19171"/>
                    <a:pt x="17932" y="19174"/>
                    <a:pt x="17922" y="19188"/>
                  </a:cubicBezTo>
                  <a:cubicBezTo>
                    <a:pt x="17906" y="19208"/>
                    <a:pt x="17916" y="19265"/>
                    <a:pt x="17926" y="19288"/>
                  </a:cubicBezTo>
                  <a:cubicBezTo>
                    <a:pt x="17933" y="19304"/>
                    <a:pt x="17972" y="19320"/>
                    <a:pt x="17975" y="19337"/>
                  </a:cubicBezTo>
                  <a:cubicBezTo>
                    <a:pt x="17979" y="19353"/>
                    <a:pt x="17959" y="19386"/>
                    <a:pt x="17949" y="19398"/>
                  </a:cubicBezTo>
                  <a:cubicBezTo>
                    <a:pt x="17939" y="19410"/>
                    <a:pt x="17905" y="19420"/>
                    <a:pt x="17899" y="19434"/>
                  </a:cubicBezTo>
                  <a:cubicBezTo>
                    <a:pt x="17884" y="19478"/>
                    <a:pt x="17955" y="19568"/>
                    <a:pt x="17949" y="19614"/>
                  </a:cubicBezTo>
                  <a:cubicBezTo>
                    <a:pt x="17944" y="19646"/>
                    <a:pt x="17886" y="19695"/>
                    <a:pt x="17881" y="19728"/>
                  </a:cubicBezTo>
                  <a:cubicBezTo>
                    <a:pt x="17876" y="19764"/>
                    <a:pt x="17900" y="19837"/>
                    <a:pt x="17918" y="19869"/>
                  </a:cubicBezTo>
                  <a:cubicBezTo>
                    <a:pt x="17932" y="19896"/>
                    <a:pt x="17978" y="19941"/>
                    <a:pt x="18001" y="19961"/>
                  </a:cubicBezTo>
                  <a:cubicBezTo>
                    <a:pt x="18035" y="19988"/>
                    <a:pt x="18125" y="20018"/>
                    <a:pt x="18149" y="20053"/>
                  </a:cubicBezTo>
                  <a:cubicBezTo>
                    <a:pt x="18168" y="20082"/>
                    <a:pt x="18165" y="20155"/>
                    <a:pt x="18172" y="20189"/>
                  </a:cubicBezTo>
                  <a:cubicBezTo>
                    <a:pt x="18180" y="20233"/>
                    <a:pt x="18213" y="20320"/>
                    <a:pt x="18211" y="20365"/>
                  </a:cubicBezTo>
                  <a:cubicBezTo>
                    <a:pt x="18211" y="20398"/>
                    <a:pt x="18176" y="20459"/>
                    <a:pt x="18176" y="20493"/>
                  </a:cubicBezTo>
                  <a:cubicBezTo>
                    <a:pt x="18176" y="20534"/>
                    <a:pt x="18221" y="20610"/>
                    <a:pt x="18226" y="20651"/>
                  </a:cubicBezTo>
                  <a:cubicBezTo>
                    <a:pt x="18229" y="20684"/>
                    <a:pt x="18210" y="20753"/>
                    <a:pt x="18211" y="20787"/>
                  </a:cubicBezTo>
                  <a:cubicBezTo>
                    <a:pt x="18216" y="20863"/>
                    <a:pt x="18283" y="21010"/>
                    <a:pt x="18274" y="21086"/>
                  </a:cubicBezTo>
                  <a:cubicBezTo>
                    <a:pt x="18270" y="21119"/>
                    <a:pt x="18238" y="21182"/>
                    <a:pt x="18216" y="21208"/>
                  </a:cubicBezTo>
                  <a:cubicBezTo>
                    <a:pt x="18199" y="21230"/>
                    <a:pt x="18154" y="21270"/>
                    <a:pt x="18127" y="21274"/>
                  </a:cubicBezTo>
                  <a:cubicBezTo>
                    <a:pt x="18088" y="21282"/>
                    <a:pt x="18015" y="21232"/>
                    <a:pt x="17975" y="21231"/>
                  </a:cubicBezTo>
                  <a:cubicBezTo>
                    <a:pt x="17949" y="21229"/>
                    <a:pt x="17896" y="21241"/>
                    <a:pt x="17873" y="21253"/>
                  </a:cubicBezTo>
                  <a:cubicBezTo>
                    <a:pt x="17846" y="21266"/>
                    <a:pt x="17811" y="21320"/>
                    <a:pt x="17783" y="21332"/>
                  </a:cubicBezTo>
                  <a:cubicBezTo>
                    <a:pt x="17755" y="21344"/>
                    <a:pt x="17688" y="21350"/>
                    <a:pt x="17658" y="21341"/>
                  </a:cubicBezTo>
                  <a:cubicBezTo>
                    <a:pt x="17622" y="21328"/>
                    <a:pt x="17567" y="21271"/>
                    <a:pt x="17547" y="21240"/>
                  </a:cubicBezTo>
                  <a:cubicBezTo>
                    <a:pt x="17527" y="21207"/>
                    <a:pt x="17517" y="21130"/>
                    <a:pt x="17506" y="21095"/>
                  </a:cubicBezTo>
                  <a:cubicBezTo>
                    <a:pt x="17498" y="21067"/>
                    <a:pt x="17474" y="21013"/>
                    <a:pt x="17471" y="20984"/>
                  </a:cubicBezTo>
                  <a:cubicBezTo>
                    <a:pt x="17465" y="20931"/>
                    <a:pt x="17507" y="20820"/>
                    <a:pt x="17489" y="20769"/>
                  </a:cubicBezTo>
                  <a:cubicBezTo>
                    <a:pt x="17480" y="20744"/>
                    <a:pt x="17434" y="20708"/>
                    <a:pt x="17413" y="20690"/>
                  </a:cubicBezTo>
                  <a:cubicBezTo>
                    <a:pt x="17393" y="20672"/>
                    <a:pt x="17341" y="20650"/>
                    <a:pt x="17324" y="20629"/>
                  </a:cubicBezTo>
                  <a:cubicBezTo>
                    <a:pt x="17309" y="20610"/>
                    <a:pt x="17293" y="20564"/>
                    <a:pt x="17288" y="20541"/>
                  </a:cubicBezTo>
                  <a:cubicBezTo>
                    <a:pt x="17282" y="20512"/>
                    <a:pt x="17302" y="20449"/>
                    <a:pt x="17288" y="20422"/>
                  </a:cubicBezTo>
                  <a:cubicBezTo>
                    <a:pt x="17279" y="20404"/>
                    <a:pt x="17221" y="20374"/>
                    <a:pt x="17221" y="20374"/>
                  </a:cubicBezTo>
                  <a:lnTo>
                    <a:pt x="15316" y="20606"/>
                  </a:lnTo>
                  <a:lnTo>
                    <a:pt x="12898" y="20870"/>
                  </a:lnTo>
                  <a:lnTo>
                    <a:pt x="8275" y="21363"/>
                  </a:lnTo>
                  <a:lnTo>
                    <a:pt x="6240" y="21600"/>
                  </a:lnTo>
                  <a:cubicBezTo>
                    <a:pt x="6240" y="21600"/>
                    <a:pt x="6155" y="21478"/>
                    <a:pt x="6120" y="21444"/>
                  </a:cubicBezTo>
                  <a:cubicBezTo>
                    <a:pt x="6094" y="21417"/>
                    <a:pt x="6023" y="21383"/>
                    <a:pt x="6000" y="21355"/>
                  </a:cubicBezTo>
                  <a:cubicBezTo>
                    <a:pt x="5977" y="21328"/>
                    <a:pt x="5953" y="21264"/>
                    <a:pt x="5939" y="21233"/>
                  </a:cubicBezTo>
                  <a:cubicBezTo>
                    <a:pt x="5931" y="21216"/>
                    <a:pt x="5914" y="21182"/>
                    <a:pt x="5909" y="21164"/>
                  </a:cubicBezTo>
                  <a:cubicBezTo>
                    <a:pt x="5899" y="21129"/>
                    <a:pt x="5895" y="21056"/>
                    <a:pt x="5885" y="21022"/>
                  </a:cubicBezTo>
                  <a:cubicBezTo>
                    <a:pt x="5874" y="20978"/>
                    <a:pt x="5842" y="20892"/>
                    <a:pt x="5819" y="20854"/>
                  </a:cubicBezTo>
                  <a:cubicBezTo>
                    <a:pt x="5796" y="20817"/>
                    <a:pt x="5733" y="20758"/>
                    <a:pt x="5705" y="20725"/>
                  </a:cubicBezTo>
                  <a:cubicBezTo>
                    <a:pt x="5684" y="20701"/>
                    <a:pt x="5638" y="20654"/>
                    <a:pt x="5621" y="20626"/>
                  </a:cubicBezTo>
                  <a:cubicBezTo>
                    <a:pt x="5605" y="20600"/>
                    <a:pt x="5586" y="20542"/>
                    <a:pt x="5571" y="20514"/>
                  </a:cubicBezTo>
                  <a:cubicBezTo>
                    <a:pt x="5556" y="20487"/>
                    <a:pt x="5517" y="20437"/>
                    <a:pt x="5504" y="20409"/>
                  </a:cubicBezTo>
                  <a:cubicBezTo>
                    <a:pt x="5493" y="20386"/>
                    <a:pt x="5483" y="20350"/>
                    <a:pt x="5473" y="20313"/>
                  </a:cubicBezTo>
                  <a:cubicBezTo>
                    <a:pt x="5463" y="20274"/>
                    <a:pt x="5453" y="20234"/>
                    <a:pt x="5444" y="20208"/>
                  </a:cubicBezTo>
                  <a:cubicBezTo>
                    <a:pt x="5428" y="20162"/>
                    <a:pt x="5402" y="20069"/>
                    <a:pt x="5373" y="20030"/>
                  </a:cubicBezTo>
                  <a:cubicBezTo>
                    <a:pt x="5353" y="20001"/>
                    <a:pt x="5285" y="19966"/>
                    <a:pt x="5263" y="19938"/>
                  </a:cubicBezTo>
                  <a:cubicBezTo>
                    <a:pt x="5241" y="19907"/>
                    <a:pt x="5232" y="19824"/>
                    <a:pt x="5207" y="19796"/>
                  </a:cubicBezTo>
                  <a:cubicBezTo>
                    <a:pt x="5182" y="19770"/>
                    <a:pt x="5105" y="19758"/>
                    <a:pt x="5079" y="19733"/>
                  </a:cubicBezTo>
                  <a:cubicBezTo>
                    <a:pt x="5056" y="19712"/>
                    <a:pt x="5036" y="19649"/>
                    <a:pt x="5016" y="19624"/>
                  </a:cubicBezTo>
                  <a:cubicBezTo>
                    <a:pt x="5000" y="19608"/>
                    <a:pt x="4958" y="19586"/>
                    <a:pt x="4942" y="19569"/>
                  </a:cubicBezTo>
                  <a:cubicBezTo>
                    <a:pt x="4924" y="19550"/>
                    <a:pt x="4892" y="19508"/>
                    <a:pt x="4885" y="19483"/>
                  </a:cubicBezTo>
                  <a:cubicBezTo>
                    <a:pt x="4877" y="19450"/>
                    <a:pt x="4909" y="19381"/>
                    <a:pt x="4902" y="19348"/>
                  </a:cubicBezTo>
                  <a:cubicBezTo>
                    <a:pt x="4895" y="19319"/>
                    <a:pt x="4849" y="19272"/>
                    <a:pt x="4835" y="19246"/>
                  </a:cubicBezTo>
                  <a:cubicBezTo>
                    <a:pt x="4817" y="19210"/>
                    <a:pt x="4774" y="19137"/>
                    <a:pt x="4778" y="19097"/>
                  </a:cubicBezTo>
                  <a:cubicBezTo>
                    <a:pt x="4781" y="19075"/>
                    <a:pt x="4819" y="19043"/>
                    <a:pt x="4828" y="19022"/>
                  </a:cubicBezTo>
                  <a:cubicBezTo>
                    <a:pt x="4843" y="18984"/>
                    <a:pt x="4860" y="18902"/>
                    <a:pt x="4859" y="18861"/>
                  </a:cubicBezTo>
                  <a:cubicBezTo>
                    <a:pt x="4856" y="18811"/>
                    <a:pt x="4808" y="18718"/>
                    <a:pt x="4808" y="18669"/>
                  </a:cubicBezTo>
                  <a:cubicBezTo>
                    <a:pt x="4808" y="18631"/>
                    <a:pt x="4839" y="18561"/>
                    <a:pt x="4849" y="18524"/>
                  </a:cubicBezTo>
                  <a:cubicBezTo>
                    <a:pt x="4860" y="18471"/>
                    <a:pt x="4893" y="18364"/>
                    <a:pt x="4888" y="18309"/>
                  </a:cubicBezTo>
                  <a:cubicBezTo>
                    <a:pt x="4884" y="18260"/>
                    <a:pt x="4819" y="18172"/>
                    <a:pt x="4821" y="18122"/>
                  </a:cubicBezTo>
                  <a:cubicBezTo>
                    <a:pt x="4824" y="18076"/>
                    <a:pt x="4893" y="18000"/>
                    <a:pt x="4899" y="17954"/>
                  </a:cubicBezTo>
                  <a:cubicBezTo>
                    <a:pt x="4904" y="17906"/>
                    <a:pt x="4880" y="17810"/>
                    <a:pt x="4862" y="17766"/>
                  </a:cubicBezTo>
                  <a:cubicBezTo>
                    <a:pt x="4843" y="17723"/>
                    <a:pt x="4774" y="17652"/>
                    <a:pt x="4757" y="17608"/>
                  </a:cubicBezTo>
                  <a:cubicBezTo>
                    <a:pt x="4739" y="17557"/>
                    <a:pt x="4744" y="17446"/>
                    <a:pt x="4731" y="17393"/>
                  </a:cubicBezTo>
                  <a:cubicBezTo>
                    <a:pt x="4724" y="17365"/>
                    <a:pt x="4708" y="17307"/>
                    <a:pt x="4688" y="17285"/>
                  </a:cubicBezTo>
                  <a:cubicBezTo>
                    <a:pt x="4663" y="17259"/>
                    <a:pt x="4583" y="17245"/>
                    <a:pt x="4554" y="17222"/>
                  </a:cubicBezTo>
                  <a:cubicBezTo>
                    <a:pt x="4524" y="17200"/>
                    <a:pt x="4474" y="17143"/>
                    <a:pt x="4457" y="17110"/>
                  </a:cubicBezTo>
                  <a:cubicBezTo>
                    <a:pt x="4436" y="17072"/>
                    <a:pt x="4423" y="16984"/>
                    <a:pt x="4413" y="16942"/>
                  </a:cubicBezTo>
                  <a:cubicBezTo>
                    <a:pt x="4402" y="16894"/>
                    <a:pt x="4388" y="16795"/>
                    <a:pt x="4373" y="16748"/>
                  </a:cubicBezTo>
                  <a:cubicBezTo>
                    <a:pt x="4362" y="16712"/>
                    <a:pt x="4326" y="16645"/>
                    <a:pt x="4313" y="16610"/>
                  </a:cubicBezTo>
                  <a:cubicBezTo>
                    <a:pt x="4291" y="16552"/>
                    <a:pt x="4239" y="16386"/>
                    <a:pt x="4239" y="16375"/>
                  </a:cubicBezTo>
                  <a:cubicBezTo>
                    <a:pt x="4239" y="16366"/>
                    <a:pt x="4229" y="16228"/>
                    <a:pt x="4249" y="16184"/>
                  </a:cubicBezTo>
                  <a:cubicBezTo>
                    <a:pt x="4261" y="16158"/>
                    <a:pt x="4314" y="16125"/>
                    <a:pt x="4333" y="16102"/>
                  </a:cubicBezTo>
                  <a:cubicBezTo>
                    <a:pt x="4361" y="16067"/>
                    <a:pt x="4420" y="15957"/>
                    <a:pt x="4420" y="15947"/>
                  </a:cubicBezTo>
                  <a:cubicBezTo>
                    <a:pt x="4420" y="15937"/>
                    <a:pt x="4412" y="15816"/>
                    <a:pt x="4416" y="15772"/>
                  </a:cubicBezTo>
                  <a:cubicBezTo>
                    <a:pt x="4422" y="15720"/>
                    <a:pt x="4462" y="15618"/>
                    <a:pt x="4460" y="15565"/>
                  </a:cubicBezTo>
                  <a:cubicBezTo>
                    <a:pt x="4459" y="15511"/>
                    <a:pt x="4409" y="15411"/>
                    <a:pt x="4406" y="15357"/>
                  </a:cubicBezTo>
                  <a:cubicBezTo>
                    <a:pt x="4404" y="15298"/>
                    <a:pt x="4460" y="15181"/>
                    <a:pt x="4447" y="15123"/>
                  </a:cubicBezTo>
                  <a:cubicBezTo>
                    <a:pt x="4437" y="15082"/>
                    <a:pt x="4352" y="15024"/>
                    <a:pt x="4349" y="14981"/>
                  </a:cubicBezTo>
                  <a:cubicBezTo>
                    <a:pt x="4346" y="14929"/>
                    <a:pt x="4412" y="14833"/>
                    <a:pt x="4447" y="14794"/>
                  </a:cubicBezTo>
                  <a:cubicBezTo>
                    <a:pt x="4473" y="14764"/>
                    <a:pt x="4547" y="14730"/>
                    <a:pt x="4577" y="14705"/>
                  </a:cubicBezTo>
                  <a:cubicBezTo>
                    <a:pt x="4598" y="14687"/>
                    <a:pt x="4642" y="14650"/>
                    <a:pt x="4654" y="14625"/>
                  </a:cubicBezTo>
                  <a:cubicBezTo>
                    <a:pt x="4666" y="14601"/>
                    <a:pt x="4647" y="14536"/>
                    <a:pt x="4667" y="14517"/>
                  </a:cubicBezTo>
                  <a:cubicBezTo>
                    <a:pt x="4691" y="14493"/>
                    <a:pt x="4774" y="14523"/>
                    <a:pt x="4801" y="14504"/>
                  </a:cubicBezTo>
                  <a:cubicBezTo>
                    <a:pt x="4819" y="14491"/>
                    <a:pt x="4831" y="14448"/>
                    <a:pt x="4838" y="14428"/>
                  </a:cubicBezTo>
                  <a:cubicBezTo>
                    <a:pt x="4845" y="14411"/>
                    <a:pt x="4846" y="14372"/>
                    <a:pt x="4855" y="14355"/>
                  </a:cubicBezTo>
                  <a:cubicBezTo>
                    <a:pt x="4867" y="14332"/>
                    <a:pt x="4924" y="14305"/>
                    <a:pt x="4928" y="14279"/>
                  </a:cubicBezTo>
                  <a:cubicBezTo>
                    <a:pt x="4933" y="14251"/>
                    <a:pt x="4903" y="14190"/>
                    <a:pt x="4878" y="14174"/>
                  </a:cubicBezTo>
                  <a:cubicBezTo>
                    <a:pt x="4852" y="14156"/>
                    <a:pt x="4778" y="14184"/>
                    <a:pt x="4751" y="14167"/>
                  </a:cubicBezTo>
                  <a:cubicBezTo>
                    <a:pt x="4728" y="14154"/>
                    <a:pt x="4717" y="14090"/>
                    <a:pt x="4694" y="14075"/>
                  </a:cubicBezTo>
                  <a:cubicBezTo>
                    <a:pt x="4672" y="14061"/>
                    <a:pt x="4615" y="14062"/>
                    <a:pt x="4587" y="14059"/>
                  </a:cubicBezTo>
                  <a:cubicBezTo>
                    <a:pt x="4562" y="14056"/>
                    <a:pt x="4506" y="14067"/>
                    <a:pt x="4484" y="14055"/>
                  </a:cubicBezTo>
                  <a:cubicBezTo>
                    <a:pt x="4462" y="14044"/>
                    <a:pt x="4426" y="14001"/>
                    <a:pt x="4423" y="13976"/>
                  </a:cubicBezTo>
                  <a:cubicBezTo>
                    <a:pt x="4419" y="13942"/>
                    <a:pt x="4473" y="13884"/>
                    <a:pt x="4484" y="13851"/>
                  </a:cubicBezTo>
                  <a:cubicBezTo>
                    <a:pt x="4494" y="13819"/>
                    <a:pt x="4508" y="13750"/>
                    <a:pt x="4503" y="13716"/>
                  </a:cubicBezTo>
                  <a:cubicBezTo>
                    <a:pt x="4500" y="13687"/>
                    <a:pt x="4459" y="13637"/>
                    <a:pt x="4457" y="13607"/>
                  </a:cubicBezTo>
                  <a:cubicBezTo>
                    <a:pt x="4454" y="13583"/>
                    <a:pt x="4477" y="13539"/>
                    <a:pt x="4480" y="13515"/>
                  </a:cubicBezTo>
                  <a:cubicBezTo>
                    <a:pt x="4483" y="13493"/>
                    <a:pt x="4497" y="13444"/>
                    <a:pt x="4484" y="13426"/>
                  </a:cubicBezTo>
                  <a:cubicBezTo>
                    <a:pt x="4467" y="13405"/>
                    <a:pt x="4401" y="13422"/>
                    <a:pt x="4380" y="13407"/>
                  </a:cubicBezTo>
                  <a:cubicBezTo>
                    <a:pt x="4356" y="13389"/>
                    <a:pt x="4336" y="13331"/>
                    <a:pt x="4326" y="13304"/>
                  </a:cubicBezTo>
                  <a:cubicBezTo>
                    <a:pt x="4308" y="13254"/>
                    <a:pt x="4311" y="13144"/>
                    <a:pt x="4286" y="13096"/>
                  </a:cubicBezTo>
                  <a:cubicBezTo>
                    <a:pt x="4265" y="13056"/>
                    <a:pt x="4193" y="12995"/>
                    <a:pt x="4159" y="12965"/>
                  </a:cubicBezTo>
                  <a:cubicBezTo>
                    <a:pt x="4131" y="12940"/>
                    <a:pt x="4071" y="12895"/>
                    <a:pt x="4042" y="12873"/>
                  </a:cubicBezTo>
                  <a:cubicBezTo>
                    <a:pt x="4014" y="12851"/>
                    <a:pt x="3950" y="12820"/>
                    <a:pt x="3928" y="12794"/>
                  </a:cubicBezTo>
                  <a:cubicBezTo>
                    <a:pt x="3902" y="12764"/>
                    <a:pt x="3874" y="12688"/>
                    <a:pt x="3861" y="12652"/>
                  </a:cubicBezTo>
                  <a:cubicBezTo>
                    <a:pt x="3847" y="12613"/>
                    <a:pt x="3837" y="12528"/>
                    <a:pt x="3821" y="12490"/>
                  </a:cubicBezTo>
                  <a:cubicBezTo>
                    <a:pt x="3810" y="12465"/>
                    <a:pt x="3778" y="12419"/>
                    <a:pt x="3761" y="12398"/>
                  </a:cubicBezTo>
                  <a:cubicBezTo>
                    <a:pt x="3746" y="12380"/>
                    <a:pt x="3708" y="12352"/>
                    <a:pt x="3697" y="12332"/>
                  </a:cubicBezTo>
                  <a:cubicBezTo>
                    <a:pt x="3683" y="12306"/>
                    <a:pt x="3681" y="12245"/>
                    <a:pt x="3674" y="12217"/>
                  </a:cubicBezTo>
                  <a:cubicBezTo>
                    <a:pt x="3666" y="12189"/>
                    <a:pt x="3650" y="12133"/>
                    <a:pt x="3637" y="12108"/>
                  </a:cubicBezTo>
                  <a:cubicBezTo>
                    <a:pt x="3626" y="12087"/>
                    <a:pt x="3594" y="12050"/>
                    <a:pt x="3583" y="12029"/>
                  </a:cubicBezTo>
                  <a:cubicBezTo>
                    <a:pt x="3564" y="11994"/>
                    <a:pt x="3548" y="11910"/>
                    <a:pt x="3520" y="11880"/>
                  </a:cubicBezTo>
                  <a:cubicBezTo>
                    <a:pt x="3497" y="11857"/>
                    <a:pt x="3419" y="11852"/>
                    <a:pt x="3403" y="11825"/>
                  </a:cubicBezTo>
                  <a:cubicBezTo>
                    <a:pt x="3386" y="11798"/>
                    <a:pt x="3422" y="11728"/>
                    <a:pt x="3409" y="11699"/>
                  </a:cubicBezTo>
                  <a:cubicBezTo>
                    <a:pt x="3391" y="11661"/>
                    <a:pt x="3282" y="11597"/>
                    <a:pt x="3282" y="11587"/>
                  </a:cubicBezTo>
                  <a:cubicBezTo>
                    <a:pt x="3282" y="11578"/>
                    <a:pt x="1644" y="6573"/>
                    <a:pt x="1644" y="6573"/>
                  </a:cubicBezTo>
                  <a:lnTo>
                    <a:pt x="0" y="1679"/>
                  </a:lnTo>
                  <a:cubicBezTo>
                    <a:pt x="453" y="1620"/>
                    <a:pt x="1098" y="1538"/>
                    <a:pt x="1448" y="1485"/>
                  </a:cubicBezTo>
                  <a:cubicBezTo>
                    <a:pt x="1978" y="1404"/>
                    <a:pt x="3034" y="1213"/>
                    <a:pt x="3563" y="1124"/>
                  </a:cubicBezTo>
                  <a:cubicBezTo>
                    <a:pt x="3873" y="1073"/>
                    <a:pt x="4494" y="973"/>
                    <a:pt x="4804" y="922"/>
                  </a:cubicBezTo>
                  <a:cubicBezTo>
                    <a:pt x="4877" y="910"/>
                    <a:pt x="4966" y="895"/>
                    <a:pt x="5065" y="88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43" name="Shape 4725"/>
            <p:cNvSpPr/>
            <p:nvPr/>
          </p:nvSpPr>
          <p:spPr>
            <a:xfrm>
              <a:off x="7777967" y="3842960"/>
              <a:ext cx="1146292" cy="1164385"/>
            </a:xfrm>
            <a:custGeom>
              <a:avLst/>
              <a:gdLst/>
              <a:ahLst/>
              <a:cxnLst>
                <a:cxn ang="0">
                  <a:pos x="wd2" y="hd2"/>
                </a:cxn>
                <a:cxn ang="5400000">
                  <a:pos x="wd2" y="hd2"/>
                </a:cxn>
                <a:cxn ang="10800000">
                  <a:pos x="wd2" y="hd2"/>
                </a:cxn>
                <a:cxn ang="16200000">
                  <a:pos x="wd2" y="hd2"/>
                </a:cxn>
              </a:cxnLst>
              <a:rect l="0" t="0" r="r" b="b"/>
              <a:pathLst>
                <a:path w="21594" h="21600" extrusionOk="0">
                  <a:moveTo>
                    <a:pt x="5065" y="880"/>
                  </a:moveTo>
                  <a:cubicBezTo>
                    <a:pt x="5431" y="820"/>
                    <a:pt x="5922" y="741"/>
                    <a:pt x="6196" y="694"/>
                  </a:cubicBezTo>
                  <a:cubicBezTo>
                    <a:pt x="6692" y="609"/>
                    <a:pt x="7684" y="441"/>
                    <a:pt x="8177" y="343"/>
                  </a:cubicBezTo>
                  <a:cubicBezTo>
                    <a:pt x="8477" y="282"/>
                    <a:pt x="9073" y="141"/>
                    <a:pt x="9372" y="79"/>
                  </a:cubicBezTo>
                  <a:cubicBezTo>
                    <a:pt x="9461" y="61"/>
                    <a:pt x="9639" y="31"/>
                    <a:pt x="9727" y="11"/>
                  </a:cubicBezTo>
                  <a:cubicBezTo>
                    <a:pt x="9741" y="8"/>
                    <a:pt x="9758" y="4"/>
                    <a:pt x="9777" y="0"/>
                  </a:cubicBezTo>
                  <a:cubicBezTo>
                    <a:pt x="9778" y="62"/>
                    <a:pt x="9781" y="147"/>
                    <a:pt x="9781" y="187"/>
                  </a:cubicBezTo>
                  <a:cubicBezTo>
                    <a:pt x="9781" y="231"/>
                    <a:pt x="9801" y="325"/>
                    <a:pt x="9779" y="362"/>
                  </a:cubicBezTo>
                  <a:cubicBezTo>
                    <a:pt x="9763" y="389"/>
                    <a:pt x="9694" y="404"/>
                    <a:pt x="9669" y="423"/>
                  </a:cubicBezTo>
                  <a:cubicBezTo>
                    <a:pt x="9647" y="441"/>
                    <a:pt x="9608" y="483"/>
                    <a:pt x="9591" y="505"/>
                  </a:cubicBezTo>
                  <a:cubicBezTo>
                    <a:pt x="9570" y="533"/>
                    <a:pt x="9548" y="601"/>
                    <a:pt x="9522" y="624"/>
                  </a:cubicBezTo>
                  <a:cubicBezTo>
                    <a:pt x="9494" y="648"/>
                    <a:pt x="9409" y="654"/>
                    <a:pt x="9384" y="681"/>
                  </a:cubicBezTo>
                  <a:cubicBezTo>
                    <a:pt x="9344" y="723"/>
                    <a:pt x="9338" y="850"/>
                    <a:pt x="9308" y="901"/>
                  </a:cubicBezTo>
                  <a:cubicBezTo>
                    <a:pt x="9291" y="929"/>
                    <a:pt x="9237" y="971"/>
                    <a:pt x="9219" y="997"/>
                  </a:cubicBezTo>
                  <a:cubicBezTo>
                    <a:pt x="9197" y="1028"/>
                    <a:pt x="9152" y="1092"/>
                    <a:pt x="9147" y="1129"/>
                  </a:cubicBezTo>
                  <a:cubicBezTo>
                    <a:pt x="9144" y="1157"/>
                    <a:pt x="9170" y="1211"/>
                    <a:pt x="9174" y="1239"/>
                  </a:cubicBezTo>
                  <a:cubicBezTo>
                    <a:pt x="9179" y="1276"/>
                    <a:pt x="9192" y="1350"/>
                    <a:pt x="9183" y="1386"/>
                  </a:cubicBezTo>
                  <a:cubicBezTo>
                    <a:pt x="9172" y="1427"/>
                    <a:pt x="9088" y="1485"/>
                    <a:pt x="9090" y="1526"/>
                  </a:cubicBezTo>
                  <a:cubicBezTo>
                    <a:pt x="9090" y="1564"/>
                    <a:pt x="9152" y="1621"/>
                    <a:pt x="9181" y="1645"/>
                  </a:cubicBezTo>
                  <a:cubicBezTo>
                    <a:pt x="9208" y="1668"/>
                    <a:pt x="9277" y="1692"/>
                    <a:pt x="9308" y="1711"/>
                  </a:cubicBezTo>
                  <a:cubicBezTo>
                    <a:pt x="9382" y="1757"/>
                    <a:pt x="9512" y="1876"/>
                    <a:pt x="9589" y="1917"/>
                  </a:cubicBezTo>
                  <a:cubicBezTo>
                    <a:pt x="9621" y="1935"/>
                    <a:pt x="9691" y="1963"/>
                    <a:pt x="9727" y="1968"/>
                  </a:cubicBezTo>
                  <a:cubicBezTo>
                    <a:pt x="9767" y="1974"/>
                    <a:pt x="9848" y="1947"/>
                    <a:pt x="9888" y="1955"/>
                  </a:cubicBezTo>
                  <a:cubicBezTo>
                    <a:pt x="9926" y="1962"/>
                    <a:pt x="9995" y="2001"/>
                    <a:pt x="10026" y="2023"/>
                  </a:cubicBezTo>
                  <a:cubicBezTo>
                    <a:pt x="10069" y="2053"/>
                    <a:pt x="10139" y="2132"/>
                    <a:pt x="10180" y="2163"/>
                  </a:cubicBezTo>
                  <a:cubicBezTo>
                    <a:pt x="10216" y="2191"/>
                    <a:pt x="10298" y="2233"/>
                    <a:pt x="10332" y="2262"/>
                  </a:cubicBezTo>
                  <a:cubicBezTo>
                    <a:pt x="10371" y="2297"/>
                    <a:pt x="10425" y="2392"/>
                    <a:pt x="10470" y="2418"/>
                  </a:cubicBezTo>
                  <a:cubicBezTo>
                    <a:pt x="10523" y="2449"/>
                    <a:pt x="10648" y="2474"/>
                    <a:pt x="10709" y="2471"/>
                  </a:cubicBezTo>
                  <a:cubicBezTo>
                    <a:pt x="10749" y="2470"/>
                    <a:pt x="10827" y="2444"/>
                    <a:pt x="10863" y="2425"/>
                  </a:cubicBezTo>
                  <a:cubicBezTo>
                    <a:pt x="10891" y="2410"/>
                    <a:pt x="10931" y="2356"/>
                    <a:pt x="10961" y="2346"/>
                  </a:cubicBezTo>
                  <a:cubicBezTo>
                    <a:pt x="10998" y="2333"/>
                    <a:pt x="11080" y="2333"/>
                    <a:pt x="11117" y="2344"/>
                  </a:cubicBezTo>
                  <a:cubicBezTo>
                    <a:pt x="11155" y="2355"/>
                    <a:pt x="11219" y="2403"/>
                    <a:pt x="11247" y="2430"/>
                  </a:cubicBezTo>
                  <a:cubicBezTo>
                    <a:pt x="11284" y="2466"/>
                    <a:pt x="11345" y="2552"/>
                    <a:pt x="11369" y="2598"/>
                  </a:cubicBezTo>
                  <a:cubicBezTo>
                    <a:pt x="11400" y="2660"/>
                    <a:pt x="11410" y="2804"/>
                    <a:pt x="11451" y="2858"/>
                  </a:cubicBezTo>
                  <a:cubicBezTo>
                    <a:pt x="11480" y="2895"/>
                    <a:pt x="11575" y="2928"/>
                    <a:pt x="11610" y="2958"/>
                  </a:cubicBezTo>
                  <a:cubicBezTo>
                    <a:pt x="11649" y="2992"/>
                    <a:pt x="11709" y="3078"/>
                    <a:pt x="11744" y="3115"/>
                  </a:cubicBezTo>
                  <a:cubicBezTo>
                    <a:pt x="11769" y="3142"/>
                    <a:pt x="11832" y="3185"/>
                    <a:pt x="11851" y="3216"/>
                  </a:cubicBezTo>
                  <a:cubicBezTo>
                    <a:pt x="11876" y="3257"/>
                    <a:pt x="11890" y="3355"/>
                    <a:pt x="11904" y="3401"/>
                  </a:cubicBezTo>
                  <a:cubicBezTo>
                    <a:pt x="11924" y="3460"/>
                    <a:pt x="11962" y="3581"/>
                    <a:pt x="11989" y="3638"/>
                  </a:cubicBezTo>
                  <a:cubicBezTo>
                    <a:pt x="12016" y="3690"/>
                    <a:pt x="12069" y="3799"/>
                    <a:pt x="12117" y="3834"/>
                  </a:cubicBezTo>
                  <a:cubicBezTo>
                    <a:pt x="12154" y="3861"/>
                    <a:pt x="12255" y="3860"/>
                    <a:pt x="12296" y="3882"/>
                  </a:cubicBezTo>
                  <a:cubicBezTo>
                    <a:pt x="12333" y="3902"/>
                    <a:pt x="12397" y="3961"/>
                    <a:pt x="12422" y="3996"/>
                  </a:cubicBezTo>
                  <a:cubicBezTo>
                    <a:pt x="12441" y="4022"/>
                    <a:pt x="12454" y="4089"/>
                    <a:pt x="12473" y="4114"/>
                  </a:cubicBezTo>
                  <a:cubicBezTo>
                    <a:pt x="12505" y="4155"/>
                    <a:pt x="12600" y="4204"/>
                    <a:pt x="12634" y="4242"/>
                  </a:cubicBezTo>
                  <a:cubicBezTo>
                    <a:pt x="12676" y="4288"/>
                    <a:pt x="12741" y="4397"/>
                    <a:pt x="12773" y="4451"/>
                  </a:cubicBezTo>
                  <a:cubicBezTo>
                    <a:pt x="12795" y="4489"/>
                    <a:pt x="12818" y="4582"/>
                    <a:pt x="12855" y="4607"/>
                  </a:cubicBezTo>
                  <a:cubicBezTo>
                    <a:pt x="12903" y="4639"/>
                    <a:pt x="13035" y="4606"/>
                    <a:pt x="13085" y="4635"/>
                  </a:cubicBezTo>
                  <a:cubicBezTo>
                    <a:pt x="13119" y="4654"/>
                    <a:pt x="13150" y="4733"/>
                    <a:pt x="13179" y="4761"/>
                  </a:cubicBezTo>
                  <a:cubicBezTo>
                    <a:pt x="13214" y="4794"/>
                    <a:pt x="13297" y="4850"/>
                    <a:pt x="13342" y="4870"/>
                  </a:cubicBezTo>
                  <a:cubicBezTo>
                    <a:pt x="13380" y="4888"/>
                    <a:pt x="13463" y="4907"/>
                    <a:pt x="13504" y="4916"/>
                  </a:cubicBezTo>
                  <a:cubicBezTo>
                    <a:pt x="13549" y="4927"/>
                    <a:pt x="13641" y="4934"/>
                    <a:pt x="13685" y="4949"/>
                  </a:cubicBezTo>
                  <a:cubicBezTo>
                    <a:pt x="13760" y="4976"/>
                    <a:pt x="13899" y="5054"/>
                    <a:pt x="13964" y="5099"/>
                  </a:cubicBezTo>
                  <a:cubicBezTo>
                    <a:pt x="14013" y="5133"/>
                    <a:pt x="14098" y="5221"/>
                    <a:pt x="14147" y="5257"/>
                  </a:cubicBezTo>
                  <a:cubicBezTo>
                    <a:pt x="14182" y="5282"/>
                    <a:pt x="14267" y="5312"/>
                    <a:pt x="14296" y="5345"/>
                  </a:cubicBezTo>
                  <a:cubicBezTo>
                    <a:pt x="14343" y="5397"/>
                    <a:pt x="14362" y="5545"/>
                    <a:pt x="14406" y="5600"/>
                  </a:cubicBezTo>
                  <a:cubicBezTo>
                    <a:pt x="14438" y="5639"/>
                    <a:pt x="14536" y="5682"/>
                    <a:pt x="14571" y="5719"/>
                  </a:cubicBezTo>
                  <a:cubicBezTo>
                    <a:pt x="14613" y="5763"/>
                    <a:pt x="14658" y="5882"/>
                    <a:pt x="14702" y="5923"/>
                  </a:cubicBezTo>
                  <a:cubicBezTo>
                    <a:pt x="14730" y="5947"/>
                    <a:pt x="14800" y="5977"/>
                    <a:pt x="14834" y="5991"/>
                  </a:cubicBezTo>
                  <a:cubicBezTo>
                    <a:pt x="14858" y="5999"/>
                    <a:pt x="14907" y="6019"/>
                    <a:pt x="14932" y="6017"/>
                  </a:cubicBezTo>
                  <a:cubicBezTo>
                    <a:pt x="14960" y="6014"/>
                    <a:pt x="15007" y="5966"/>
                    <a:pt x="15035" y="5969"/>
                  </a:cubicBezTo>
                  <a:cubicBezTo>
                    <a:pt x="15054" y="5970"/>
                    <a:pt x="15079" y="6005"/>
                    <a:pt x="15097" y="6013"/>
                  </a:cubicBezTo>
                  <a:cubicBezTo>
                    <a:pt x="15142" y="6033"/>
                    <a:pt x="15245" y="6037"/>
                    <a:pt x="15289" y="6061"/>
                  </a:cubicBezTo>
                  <a:cubicBezTo>
                    <a:pt x="15313" y="6073"/>
                    <a:pt x="15347" y="6115"/>
                    <a:pt x="15367" y="6132"/>
                  </a:cubicBezTo>
                  <a:cubicBezTo>
                    <a:pt x="15390" y="6150"/>
                    <a:pt x="15442" y="6180"/>
                    <a:pt x="15463" y="6199"/>
                  </a:cubicBezTo>
                  <a:cubicBezTo>
                    <a:pt x="15495" y="6228"/>
                    <a:pt x="15546" y="6296"/>
                    <a:pt x="15574" y="6327"/>
                  </a:cubicBezTo>
                  <a:cubicBezTo>
                    <a:pt x="15600" y="6354"/>
                    <a:pt x="15644" y="6418"/>
                    <a:pt x="15678" y="6434"/>
                  </a:cubicBezTo>
                  <a:cubicBezTo>
                    <a:pt x="15716" y="6455"/>
                    <a:pt x="15812" y="6439"/>
                    <a:pt x="15851" y="6459"/>
                  </a:cubicBezTo>
                  <a:cubicBezTo>
                    <a:pt x="15880" y="6474"/>
                    <a:pt x="15932" y="6520"/>
                    <a:pt x="15941" y="6550"/>
                  </a:cubicBezTo>
                  <a:cubicBezTo>
                    <a:pt x="15953" y="6598"/>
                    <a:pt x="15891" y="6695"/>
                    <a:pt x="15894" y="6744"/>
                  </a:cubicBezTo>
                  <a:cubicBezTo>
                    <a:pt x="15895" y="6776"/>
                    <a:pt x="15934" y="6833"/>
                    <a:pt x="15938" y="6865"/>
                  </a:cubicBezTo>
                  <a:cubicBezTo>
                    <a:pt x="15944" y="6901"/>
                    <a:pt x="15915" y="6977"/>
                    <a:pt x="15932" y="7010"/>
                  </a:cubicBezTo>
                  <a:cubicBezTo>
                    <a:pt x="15946" y="7038"/>
                    <a:pt x="16007" y="7071"/>
                    <a:pt x="16037" y="7083"/>
                  </a:cubicBezTo>
                  <a:cubicBezTo>
                    <a:pt x="16071" y="7096"/>
                    <a:pt x="16148" y="7092"/>
                    <a:pt x="16184" y="7102"/>
                  </a:cubicBezTo>
                  <a:cubicBezTo>
                    <a:pt x="16212" y="7110"/>
                    <a:pt x="16267" y="7132"/>
                    <a:pt x="16289" y="7151"/>
                  </a:cubicBezTo>
                  <a:cubicBezTo>
                    <a:pt x="16320" y="7177"/>
                    <a:pt x="16376" y="7243"/>
                    <a:pt x="16380" y="7282"/>
                  </a:cubicBezTo>
                  <a:cubicBezTo>
                    <a:pt x="16383" y="7319"/>
                    <a:pt x="16308" y="7382"/>
                    <a:pt x="16322" y="7417"/>
                  </a:cubicBezTo>
                  <a:cubicBezTo>
                    <a:pt x="16334" y="7448"/>
                    <a:pt x="16415" y="7454"/>
                    <a:pt x="16445" y="7470"/>
                  </a:cubicBezTo>
                  <a:cubicBezTo>
                    <a:pt x="16487" y="7492"/>
                    <a:pt x="16558" y="7578"/>
                    <a:pt x="16606" y="7571"/>
                  </a:cubicBezTo>
                  <a:cubicBezTo>
                    <a:pt x="16634" y="7565"/>
                    <a:pt x="16650" y="7481"/>
                    <a:pt x="16679" y="7482"/>
                  </a:cubicBezTo>
                  <a:cubicBezTo>
                    <a:pt x="16712" y="7485"/>
                    <a:pt x="16741" y="7561"/>
                    <a:pt x="16750" y="7592"/>
                  </a:cubicBezTo>
                  <a:cubicBezTo>
                    <a:pt x="16760" y="7622"/>
                    <a:pt x="16743" y="7687"/>
                    <a:pt x="16750" y="7717"/>
                  </a:cubicBezTo>
                  <a:cubicBezTo>
                    <a:pt x="16760" y="7756"/>
                    <a:pt x="16819" y="7856"/>
                    <a:pt x="16826" y="7858"/>
                  </a:cubicBezTo>
                  <a:cubicBezTo>
                    <a:pt x="16833" y="7860"/>
                    <a:pt x="17018" y="7942"/>
                    <a:pt x="17085" y="7961"/>
                  </a:cubicBezTo>
                  <a:cubicBezTo>
                    <a:pt x="17136" y="7976"/>
                    <a:pt x="17242" y="7999"/>
                    <a:pt x="17295" y="7999"/>
                  </a:cubicBezTo>
                  <a:cubicBezTo>
                    <a:pt x="17333" y="7998"/>
                    <a:pt x="17407" y="7959"/>
                    <a:pt x="17444" y="7968"/>
                  </a:cubicBezTo>
                  <a:cubicBezTo>
                    <a:pt x="17504" y="7981"/>
                    <a:pt x="17586" y="8082"/>
                    <a:pt x="17638" y="8113"/>
                  </a:cubicBezTo>
                  <a:cubicBezTo>
                    <a:pt x="17675" y="8135"/>
                    <a:pt x="17752" y="8171"/>
                    <a:pt x="17792" y="8185"/>
                  </a:cubicBezTo>
                  <a:cubicBezTo>
                    <a:pt x="17827" y="8198"/>
                    <a:pt x="17907" y="8201"/>
                    <a:pt x="17938" y="8223"/>
                  </a:cubicBezTo>
                  <a:cubicBezTo>
                    <a:pt x="17967" y="8245"/>
                    <a:pt x="18013" y="8344"/>
                    <a:pt x="18013" y="8351"/>
                  </a:cubicBezTo>
                  <a:cubicBezTo>
                    <a:pt x="18013" y="8357"/>
                    <a:pt x="18001" y="8472"/>
                    <a:pt x="18007" y="8513"/>
                  </a:cubicBezTo>
                  <a:cubicBezTo>
                    <a:pt x="18010" y="8541"/>
                    <a:pt x="18020" y="8600"/>
                    <a:pt x="18038" y="8623"/>
                  </a:cubicBezTo>
                  <a:cubicBezTo>
                    <a:pt x="18064" y="8657"/>
                    <a:pt x="18160" y="8682"/>
                    <a:pt x="18185" y="8717"/>
                  </a:cubicBezTo>
                  <a:cubicBezTo>
                    <a:pt x="18206" y="8747"/>
                    <a:pt x="18206" y="8828"/>
                    <a:pt x="18221" y="8862"/>
                  </a:cubicBezTo>
                  <a:cubicBezTo>
                    <a:pt x="18230" y="8884"/>
                    <a:pt x="18256" y="8927"/>
                    <a:pt x="18274" y="8943"/>
                  </a:cubicBezTo>
                  <a:cubicBezTo>
                    <a:pt x="18301" y="8968"/>
                    <a:pt x="18377" y="8985"/>
                    <a:pt x="18402" y="9011"/>
                  </a:cubicBezTo>
                  <a:cubicBezTo>
                    <a:pt x="18423" y="9036"/>
                    <a:pt x="18443" y="9101"/>
                    <a:pt x="18450" y="9132"/>
                  </a:cubicBezTo>
                  <a:cubicBezTo>
                    <a:pt x="18459" y="9168"/>
                    <a:pt x="18449" y="9245"/>
                    <a:pt x="18461" y="9280"/>
                  </a:cubicBezTo>
                  <a:cubicBezTo>
                    <a:pt x="18479" y="9326"/>
                    <a:pt x="18571" y="9391"/>
                    <a:pt x="18580" y="9440"/>
                  </a:cubicBezTo>
                  <a:cubicBezTo>
                    <a:pt x="18586" y="9479"/>
                    <a:pt x="18525" y="9554"/>
                    <a:pt x="18533" y="9594"/>
                  </a:cubicBezTo>
                  <a:cubicBezTo>
                    <a:pt x="18539" y="9629"/>
                    <a:pt x="18618" y="9701"/>
                    <a:pt x="18622" y="9708"/>
                  </a:cubicBezTo>
                  <a:cubicBezTo>
                    <a:pt x="18626" y="9714"/>
                    <a:pt x="18708" y="9838"/>
                    <a:pt x="18707" y="9888"/>
                  </a:cubicBezTo>
                  <a:cubicBezTo>
                    <a:pt x="18707" y="9921"/>
                    <a:pt x="18646" y="9974"/>
                    <a:pt x="18649" y="10006"/>
                  </a:cubicBezTo>
                  <a:cubicBezTo>
                    <a:pt x="18651" y="10037"/>
                    <a:pt x="18694" y="10090"/>
                    <a:pt x="18721" y="10107"/>
                  </a:cubicBezTo>
                  <a:cubicBezTo>
                    <a:pt x="18752" y="10129"/>
                    <a:pt x="18835" y="10125"/>
                    <a:pt x="18867" y="10145"/>
                  </a:cubicBezTo>
                  <a:cubicBezTo>
                    <a:pt x="18898" y="10163"/>
                    <a:pt x="18931" y="10232"/>
                    <a:pt x="18961" y="10251"/>
                  </a:cubicBezTo>
                  <a:cubicBezTo>
                    <a:pt x="18999" y="10274"/>
                    <a:pt x="19124" y="10295"/>
                    <a:pt x="19133" y="10295"/>
                  </a:cubicBezTo>
                  <a:cubicBezTo>
                    <a:pt x="19142" y="10295"/>
                    <a:pt x="19195" y="10236"/>
                    <a:pt x="19222" y="10235"/>
                  </a:cubicBezTo>
                  <a:cubicBezTo>
                    <a:pt x="19257" y="10235"/>
                    <a:pt x="19309" y="10290"/>
                    <a:pt x="19334" y="10314"/>
                  </a:cubicBezTo>
                  <a:cubicBezTo>
                    <a:pt x="19357" y="10336"/>
                    <a:pt x="19384" y="10400"/>
                    <a:pt x="19412" y="10415"/>
                  </a:cubicBezTo>
                  <a:cubicBezTo>
                    <a:pt x="19441" y="10431"/>
                    <a:pt x="19513" y="10412"/>
                    <a:pt x="19541" y="10429"/>
                  </a:cubicBezTo>
                  <a:cubicBezTo>
                    <a:pt x="19575" y="10447"/>
                    <a:pt x="19612" y="10519"/>
                    <a:pt x="19635" y="10549"/>
                  </a:cubicBezTo>
                  <a:cubicBezTo>
                    <a:pt x="19652" y="10572"/>
                    <a:pt x="19697" y="10632"/>
                    <a:pt x="19700" y="10639"/>
                  </a:cubicBezTo>
                  <a:cubicBezTo>
                    <a:pt x="19702" y="10646"/>
                    <a:pt x="19712" y="10764"/>
                    <a:pt x="19729" y="10802"/>
                  </a:cubicBezTo>
                  <a:cubicBezTo>
                    <a:pt x="19747" y="10841"/>
                    <a:pt x="19820" y="10896"/>
                    <a:pt x="19842" y="10933"/>
                  </a:cubicBezTo>
                  <a:cubicBezTo>
                    <a:pt x="19858" y="10959"/>
                    <a:pt x="19873" y="11020"/>
                    <a:pt x="19888" y="11046"/>
                  </a:cubicBezTo>
                  <a:cubicBezTo>
                    <a:pt x="19899" y="11069"/>
                    <a:pt x="19926" y="11115"/>
                    <a:pt x="19947" y="11129"/>
                  </a:cubicBezTo>
                  <a:cubicBezTo>
                    <a:pt x="19977" y="11150"/>
                    <a:pt x="20059" y="11145"/>
                    <a:pt x="20086" y="11169"/>
                  </a:cubicBezTo>
                  <a:cubicBezTo>
                    <a:pt x="20112" y="11191"/>
                    <a:pt x="20122" y="11264"/>
                    <a:pt x="20142" y="11292"/>
                  </a:cubicBezTo>
                  <a:cubicBezTo>
                    <a:pt x="20152" y="11307"/>
                    <a:pt x="20185" y="11326"/>
                    <a:pt x="20190" y="11342"/>
                  </a:cubicBezTo>
                  <a:cubicBezTo>
                    <a:pt x="20203" y="11378"/>
                    <a:pt x="20182" y="11453"/>
                    <a:pt x="20173" y="11490"/>
                  </a:cubicBezTo>
                  <a:cubicBezTo>
                    <a:pt x="20162" y="11533"/>
                    <a:pt x="20099" y="11612"/>
                    <a:pt x="20106" y="11657"/>
                  </a:cubicBezTo>
                  <a:cubicBezTo>
                    <a:pt x="20111" y="11694"/>
                    <a:pt x="20175" y="11749"/>
                    <a:pt x="20202" y="11777"/>
                  </a:cubicBezTo>
                  <a:cubicBezTo>
                    <a:pt x="20224" y="11801"/>
                    <a:pt x="20286" y="11833"/>
                    <a:pt x="20300" y="11863"/>
                  </a:cubicBezTo>
                  <a:cubicBezTo>
                    <a:pt x="20322" y="11910"/>
                    <a:pt x="20289" y="12018"/>
                    <a:pt x="20304" y="12067"/>
                  </a:cubicBezTo>
                  <a:cubicBezTo>
                    <a:pt x="20315" y="12100"/>
                    <a:pt x="20353" y="12159"/>
                    <a:pt x="20380" y="12180"/>
                  </a:cubicBezTo>
                  <a:cubicBezTo>
                    <a:pt x="20404" y="12197"/>
                    <a:pt x="20468" y="12200"/>
                    <a:pt x="20494" y="12215"/>
                  </a:cubicBezTo>
                  <a:cubicBezTo>
                    <a:pt x="20529" y="12235"/>
                    <a:pt x="20572" y="12316"/>
                    <a:pt x="20612" y="12325"/>
                  </a:cubicBezTo>
                  <a:cubicBezTo>
                    <a:pt x="20647" y="12331"/>
                    <a:pt x="20717" y="12294"/>
                    <a:pt x="20743" y="12271"/>
                  </a:cubicBezTo>
                  <a:cubicBezTo>
                    <a:pt x="20762" y="12256"/>
                    <a:pt x="20771" y="12203"/>
                    <a:pt x="20790" y="12191"/>
                  </a:cubicBezTo>
                  <a:cubicBezTo>
                    <a:pt x="20814" y="12175"/>
                    <a:pt x="20877" y="12172"/>
                    <a:pt x="20904" y="12180"/>
                  </a:cubicBezTo>
                  <a:cubicBezTo>
                    <a:pt x="20939" y="12189"/>
                    <a:pt x="20990" y="12248"/>
                    <a:pt x="21023" y="12263"/>
                  </a:cubicBezTo>
                  <a:cubicBezTo>
                    <a:pt x="21043" y="12272"/>
                    <a:pt x="21091" y="12270"/>
                    <a:pt x="21110" y="12282"/>
                  </a:cubicBezTo>
                  <a:cubicBezTo>
                    <a:pt x="21136" y="12301"/>
                    <a:pt x="21152" y="12370"/>
                    <a:pt x="21176" y="12390"/>
                  </a:cubicBezTo>
                  <a:cubicBezTo>
                    <a:pt x="21198" y="12409"/>
                    <a:pt x="21253" y="12440"/>
                    <a:pt x="21281" y="12437"/>
                  </a:cubicBezTo>
                  <a:cubicBezTo>
                    <a:pt x="21293" y="12435"/>
                    <a:pt x="21310" y="12423"/>
                    <a:pt x="21325" y="12409"/>
                  </a:cubicBezTo>
                  <a:cubicBezTo>
                    <a:pt x="21338" y="12424"/>
                    <a:pt x="21354" y="12438"/>
                    <a:pt x="21367" y="12443"/>
                  </a:cubicBezTo>
                  <a:cubicBezTo>
                    <a:pt x="21412" y="12464"/>
                    <a:pt x="21531" y="12411"/>
                    <a:pt x="21569" y="12443"/>
                  </a:cubicBezTo>
                  <a:cubicBezTo>
                    <a:pt x="21600" y="12469"/>
                    <a:pt x="21596" y="12561"/>
                    <a:pt x="21592" y="12601"/>
                  </a:cubicBezTo>
                  <a:cubicBezTo>
                    <a:pt x="21587" y="12645"/>
                    <a:pt x="21558" y="12729"/>
                    <a:pt x="21531" y="12764"/>
                  </a:cubicBezTo>
                  <a:cubicBezTo>
                    <a:pt x="21504" y="12798"/>
                    <a:pt x="21423" y="12842"/>
                    <a:pt x="21384" y="12863"/>
                  </a:cubicBezTo>
                  <a:cubicBezTo>
                    <a:pt x="21365" y="12873"/>
                    <a:pt x="21325" y="12898"/>
                    <a:pt x="21304" y="12895"/>
                  </a:cubicBezTo>
                  <a:cubicBezTo>
                    <a:pt x="21276" y="12892"/>
                    <a:pt x="21241" y="12830"/>
                    <a:pt x="21212" y="12827"/>
                  </a:cubicBezTo>
                  <a:cubicBezTo>
                    <a:pt x="21189" y="12825"/>
                    <a:pt x="21143" y="12854"/>
                    <a:pt x="21127" y="12871"/>
                  </a:cubicBezTo>
                  <a:cubicBezTo>
                    <a:pt x="21111" y="12890"/>
                    <a:pt x="21087" y="12941"/>
                    <a:pt x="21092" y="12966"/>
                  </a:cubicBezTo>
                  <a:cubicBezTo>
                    <a:pt x="21096" y="12989"/>
                    <a:pt x="21137" y="13025"/>
                    <a:pt x="21159" y="13034"/>
                  </a:cubicBezTo>
                  <a:cubicBezTo>
                    <a:pt x="21186" y="13044"/>
                    <a:pt x="21251" y="13011"/>
                    <a:pt x="21273" y="13029"/>
                  </a:cubicBezTo>
                  <a:cubicBezTo>
                    <a:pt x="21294" y="13047"/>
                    <a:pt x="21291" y="13113"/>
                    <a:pt x="21284" y="13140"/>
                  </a:cubicBezTo>
                  <a:cubicBezTo>
                    <a:pt x="21274" y="13173"/>
                    <a:pt x="21220" y="13222"/>
                    <a:pt x="21199" y="13249"/>
                  </a:cubicBezTo>
                  <a:cubicBezTo>
                    <a:pt x="21179" y="13275"/>
                    <a:pt x="21147" y="13337"/>
                    <a:pt x="21117" y="13351"/>
                  </a:cubicBezTo>
                  <a:cubicBezTo>
                    <a:pt x="21097" y="13359"/>
                    <a:pt x="21051" y="13353"/>
                    <a:pt x="21032" y="13344"/>
                  </a:cubicBezTo>
                  <a:cubicBezTo>
                    <a:pt x="21010" y="13333"/>
                    <a:pt x="20990" y="13284"/>
                    <a:pt x="20969" y="13271"/>
                  </a:cubicBezTo>
                  <a:cubicBezTo>
                    <a:pt x="20945" y="13256"/>
                    <a:pt x="20884" y="13232"/>
                    <a:pt x="20858" y="13242"/>
                  </a:cubicBezTo>
                  <a:cubicBezTo>
                    <a:pt x="20840" y="13250"/>
                    <a:pt x="20820" y="13288"/>
                    <a:pt x="20820" y="13307"/>
                  </a:cubicBezTo>
                  <a:cubicBezTo>
                    <a:pt x="20820" y="13322"/>
                    <a:pt x="20850" y="13346"/>
                    <a:pt x="20853" y="13361"/>
                  </a:cubicBezTo>
                  <a:cubicBezTo>
                    <a:pt x="20857" y="13379"/>
                    <a:pt x="20857" y="13418"/>
                    <a:pt x="20846" y="13431"/>
                  </a:cubicBezTo>
                  <a:cubicBezTo>
                    <a:pt x="20836" y="13446"/>
                    <a:pt x="20789" y="13444"/>
                    <a:pt x="20778" y="13458"/>
                  </a:cubicBezTo>
                  <a:cubicBezTo>
                    <a:pt x="20766" y="13472"/>
                    <a:pt x="20758" y="13516"/>
                    <a:pt x="20771" y="13528"/>
                  </a:cubicBezTo>
                  <a:cubicBezTo>
                    <a:pt x="20785" y="13543"/>
                    <a:pt x="20834" y="13524"/>
                    <a:pt x="20856" y="13524"/>
                  </a:cubicBezTo>
                  <a:cubicBezTo>
                    <a:pt x="20882" y="13524"/>
                    <a:pt x="20939" y="13511"/>
                    <a:pt x="20960" y="13526"/>
                  </a:cubicBezTo>
                  <a:cubicBezTo>
                    <a:pt x="20983" y="13544"/>
                    <a:pt x="20994" y="13609"/>
                    <a:pt x="20992" y="13638"/>
                  </a:cubicBezTo>
                  <a:cubicBezTo>
                    <a:pt x="20989" y="13667"/>
                    <a:pt x="20959" y="13717"/>
                    <a:pt x="20945" y="13741"/>
                  </a:cubicBezTo>
                  <a:cubicBezTo>
                    <a:pt x="20928" y="13770"/>
                    <a:pt x="20886" y="13821"/>
                    <a:pt x="20867" y="13847"/>
                  </a:cubicBezTo>
                  <a:cubicBezTo>
                    <a:pt x="20843" y="13877"/>
                    <a:pt x="20793" y="13935"/>
                    <a:pt x="20773" y="13968"/>
                  </a:cubicBezTo>
                  <a:cubicBezTo>
                    <a:pt x="20758" y="13992"/>
                    <a:pt x="20750" y="14056"/>
                    <a:pt x="20726" y="14071"/>
                  </a:cubicBezTo>
                  <a:cubicBezTo>
                    <a:pt x="20698" y="14089"/>
                    <a:pt x="20626" y="14071"/>
                    <a:pt x="20592" y="14069"/>
                  </a:cubicBezTo>
                  <a:cubicBezTo>
                    <a:pt x="20568" y="14067"/>
                    <a:pt x="20520" y="14053"/>
                    <a:pt x="20496" y="14058"/>
                  </a:cubicBezTo>
                  <a:cubicBezTo>
                    <a:pt x="20471" y="14063"/>
                    <a:pt x="20419" y="14084"/>
                    <a:pt x="20407" y="14106"/>
                  </a:cubicBezTo>
                  <a:cubicBezTo>
                    <a:pt x="20396" y="14126"/>
                    <a:pt x="20399" y="14179"/>
                    <a:pt x="20411" y="14199"/>
                  </a:cubicBezTo>
                  <a:cubicBezTo>
                    <a:pt x="20424" y="14217"/>
                    <a:pt x="20470" y="14236"/>
                    <a:pt x="20492" y="14240"/>
                  </a:cubicBezTo>
                  <a:cubicBezTo>
                    <a:pt x="20518" y="14245"/>
                    <a:pt x="20574" y="14244"/>
                    <a:pt x="20599" y="14233"/>
                  </a:cubicBezTo>
                  <a:cubicBezTo>
                    <a:pt x="20617" y="14226"/>
                    <a:pt x="20638" y="14181"/>
                    <a:pt x="20659" y="14181"/>
                  </a:cubicBezTo>
                  <a:cubicBezTo>
                    <a:pt x="20678" y="14181"/>
                    <a:pt x="20705" y="14218"/>
                    <a:pt x="20715" y="14233"/>
                  </a:cubicBezTo>
                  <a:cubicBezTo>
                    <a:pt x="20737" y="14268"/>
                    <a:pt x="20759" y="14351"/>
                    <a:pt x="20766" y="14392"/>
                  </a:cubicBezTo>
                  <a:cubicBezTo>
                    <a:pt x="20773" y="14438"/>
                    <a:pt x="20771" y="14533"/>
                    <a:pt x="20766" y="14580"/>
                  </a:cubicBezTo>
                  <a:cubicBezTo>
                    <a:pt x="20761" y="14636"/>
                    <a:pt x="20745" y="14749"/>
                    <a:pt x="20724" y="14801"/>
                  </a:cubicBezTo>
                  <a:cubicBezTo>
                    <a:pt x="20713" y="14826"/>
                    <a:pt x="20688" y="14882"/>
                    <a:pt x="20662" y="14892"/>
                  </a:cubicBezTo>
                  <a:cubicBezTo>
                    <a:pt x="20630" y="14905"/>
                    <a:pt x="20563" y="14861"/>
                    <a:pt x="20530" y="14866"/>
                  </a:cubicBezTo>
                  <a:cubicBezTo>
                    <a:pt x="20499" y="14871"/>
                    <a:pt x="20449" y="14909"/>
                    <a:pt x="20424" y="14925"/>
                  </a:cubicBezTo>
                  <a:cubicBezTo>
                    <a:pt x="20391" y="14948"/>
                    <a:pt x="20310" y="14991"/>
                    <a:pt x="20298" y="15029"/>
                  </a:cubicBezTo>
                  <a:cubicBezTo>
                    <a:pt x="20291" y="15053"/>
                    <a:pt x="20312" y="15107"/>
                    <a:pt x="20330" y="15125"/>
                  </a:cubicBezTo>
                  <a:cubicBezTo>
                    <a:pt x="20354" y="15147"/>
                    <a:pt x="20423" y="15162"/>
                    <a:pt x="20454" y="15156"/>
                  </a:cubicBezTo>
                  <a:cubicBezTo>
                    <a:pt x="20484" y="15151"/>
                    <a:pt x="20527" y="15107"/>
                    <a:pt x="20550" y="15089"/>
                  </a:cubicBezTo>
                  <a:cubicBezTo>
                    <a:pt x="20566" y="15075"/>
                    <a:pt x="20589" y="15033"/>
                    <a:pt x="20610" y="15031"/>
                  </a:cubicBezTo>
                  <a:cubicBezTo>
                    <a:pt x="20635" y="15028"/>
                    <a:pt x="20684" y="15059"/>
                    <a:pt x="20695" y="15081"/>
                  </a:cubicBezTo>
                  <a:cubicBezTo>
                    <a:pt x="20711" y="15109"/>
                    <a:pt x="20693" y="15178"/>
                    <a:pt x="20687" y="15211"/>
                  </a:cubicBezTo>
                  <a:cubicBezTo>
                    <a:pt x="20677" y="15261"/>
                    <a:pt x="20640" y="15359"/>
                    <a:pt x="20620" y="15407"/>
                  </a:cubicBezTo>
                  <a:cubicBezTo>
                    <a:pt x="20588" y="15485"/>
                    <a:pt x="20502" y="15632"/>
                    <a:pt x="20475" y="15711"/>
                  </a:cubicBezTo>
                  <a:cubicBezTo>
                    <a:pt x="20456" y="15764"/>
                    <a:pt x="20431" y="15871"/>
                    <a:pt x="20424" y="15926"/>
                  </a:cubicBezTo>
                  <a:cubicBezTo>
                    <a:pt x="20420" y="15962"/>
                    <a:pt x="20403" y="16044"/>
                    <a:pt x="20426" y="16072"/>
                  </a:cubicBezTo>
                  <a:cubicBezTo>
                    <a:pt x="20444" y="16095"/>
                    <a:pt x="20515" y="16082"/>
                    <a:pt x="20538" y="16100"/>
                  </a:cubicBezTo>
                  <a:cubicBezTo>
                    <a:pt x="20552" y="16112"/>
                    <a:pt x="20568" y="16148"/>
                    <a:pt x="20572" y="16166"/>
                  </a:cubicBezTo>
                  <a:cubicBezTo>
                    <a:pt x="20577" y="16197"/>
                    <a:pt x="20560" y="16259"/>
                    <a:pt x="20558" y="16290"/>
                  </a:cubicBezTo>
                  <a:cubicBezTo>
                    <a:pt x="20556" y="16332"/>
                    <a:pt x="20572" y="16416"/>
                    <a:pt x="20563" y="16458"/>
                  </a:cubicBezTo>
                  <a:cubicBezTo>
                    <a:pt x="20552" y="16508"/>
                    <a:pt x="20506" y="16602"/>
                    <a:pt x="20476" y="16644"/>
                  </a:cubicBezTo>
                  <a:cubicBezTo>
                    <a:pt x="20454" y="16675"/>
                    <a:pt x="20391" y="16718"/>
                    <a:pt x="20369" y="16748"/>
                  </a:cubicBezTo>
                  <a:cubicBezTo>
                    <a:pt x="20351" y="16771"/>
                    <a:pt x="20321" y="16822"/>
                    <a:pt x="20312" y="16850"/>
                  </a:cubicBezTo>
                  <a:cubicBezTo>
                    <a:pt x="20303" y="16880"/>
                    <a:pt x="20312" y="16946"/>
                    <a:pt x="20302" y="16975"/>
                  </a:cubicBezTo>
                  <a:cubicBezTo>
                    <a:pt x="20296" y="16995"/>
                    <a:pt x="20275" y="17032"/>
                    <a:pt x="20258" y="17044"/>
                  </a:cubicBezTo>
                  <a:cubicBezTo>
                    <a:pt x="20238" y="17062"/>
                    <a:pt x="20174" y="17063"/>
                    <a:pt x="20158" y="17084"/>
                  </a:cubicBezTo>
                  <a:cubicBezTo>
                    <a:pt x="20139" y="17108"/>
                    <a:pt x="20142" y="17175"/>
                    <a:pt x="20145" y="17205"/>
                  </a:cubicBezTo>
                  <a:cubicBezTo>
                    <a:pt x="20149" y="17245"/>
                    <a:pt x="20190" y="17315"/>
                    <a:pt x="20198" y="17354"/>
                  </a:cubicBezTo>
                  <a:cubicBezTo>
                    <a:pt x="20207" y="17398"/>
                    <a:pt x="20215" y="17490"/>
                    <a:pt x="20208" y="17535"/>
                  </a:cubicBezTo>
                  <a:cubicBezTo>
                    <a:pt x="20205" y="17561"/>
                    <a:pt x="20193" y="17614"/>
                    <a:pt x="20175" y="17634"/>
                  </a:cubicBezTo>
                  <a:cubicBezTo>
                    <a:pt x="20148" y="17664"/>
                    <a:pt x="20062" y="17676"/>
                    <a:pt x="20031" y="17700"/>
                  </a:cubicBezTo>
                  <a:cubicBezTo>
                    <a:pt x="19997" y="17727"/>
                    <a:pt x="19938" y="17792"/>
                    <a:pt x="19920" y="17832"/>
                  </a:cubicBezTo>
                  <a:cubicBezTo>
                    <a:pt x="19913" y="17850"/>
                    <a:pt x="19896" y="17897"/>
                    <a:pt x="19910" y="17911"/>
                  </a:cubicBezTo>
                  <a:cubicBezTo>
                    <a:pt x="19930" y="17930"/>
                    <a:pt x="19994" y="17897"/>
                    <a:pt x="20021" y="17901"/>
                  </a:cubicBezTo>
                  <a:cubicBezTo>
                    <a:pt x="20045" y="17905"/>
                    <a:pt x="20086" y="17940"/>
                    <a:pt x="20111" y="17941"/>
                  </a:cubicBezTo>
                  <a:cubicBezTo>
                    <a:pt x="20130" y="17942"/>
                    <a:pt x="20167" y="17930"/>
                    <a:pt x="20182" y="17918"/>
                  </a:cubicBezTo>
                  <a:cubicBezTo>
                    <a:pt x="20200" y="17902"/>
                    <a:pt x="20200" y="17842"/>
                    <a:pt x="20222" y="17832"/>
                  </a:cubicBezTo>
                  <a:cubicBezTo>
                    <a:pt x="20242" y="17822"/>
                    <a:pt x="20295" y="17839"/>
                    <a:pt x="20312" y="17855"/>
                  </a:cubicBezTo>
                  <a:cubicBezTo>
                    <a:pt x="20344" y="17885"/>
                    <a:pt x="20356" y="17980"/>
                    <a:pt x="20363" y="18023"/>
                  </a:cubicBezTo>
                  <a:cubicBezTo>
                    <a:pt x="20369" y="18068"/>
                    <a:pt x="20365" y="18159"/>
                    <a:pt x="20366" y="18204"/>
                  </a:cubicBezTo>
                  <a:cubicBezTo>
                    <a:pt x="20366" y="18244"/>
                    <a:pt x="20369" y="18323"/>
                    <a:pt x="20366" y="18363"/>
                  </a:cubicBezTo>
                  <a:cubicBezTo>
                    <a:pt x="20362" y="18412"/>
                    <a:pt x="20349" y="18512"/>
                    <a:pt x="20335" y="18560"/>
                  </a:cubicBezTo>
                  <a:cubicBezTo>
                    <a:pt x="20321" y="18616"/>
                    <a:pt x="20256" y="18717"/>
                    <a:pt x="20248" y="18774"/>
                  </a:cubicBezTo>
                  <a:cubicBezTo>
                    <a:pt x="20244" y="18813"/>
                    <a:pt x="20259" y="18889"/>
                    <a:pt x="20269" y="18926"/>
                  </a:cubicBezTo>
                  <a:cubicBezTo>
                    <a:pt x="20277" y="18957"/>
                    <a:pt x="20294" y="19021"/>
                    <a:pt x="20315" y="19045"/>
                  </a:cubicBezTo>
                  <a:cubicBezTo>
                    <a:pt x="20335" y="19067"/>
                    <a:pt x="20401" y="19082"/>
                    <a:pt x="20423" y="19104"/>
                  </a:cubicBezTo>
                  <a:cubicBezTo>
                    <a:pt x="20432" y="19113"/>
                    <a:pt x="20444" y="19129"/>
                    <a:pt x="20455" y="19147"/>
                  </a:cubicBezTo>
                  <a:cubicBezTo>
                    <a:pt x="20411" y="19156"/>
                    <a:pt x="20362" y="19159"/>
                    <a:pt x="20335" y="19156"/>
                  </a:cubicBezTo>
                  <a:cubicBezTo>
                    <a:pt x="20295" y="19153"/>
                    <a:pt x="20233" y="19086"/>
                    <a:pt x="20193" y="19077"/>
                  </a:cubicBezTo>
                  <a:cubicBezTo>
                    <a:pt x="20161" y="19071"/>
                    <a:pt x="20092" y="19074"/>
                    <a:pt x="20064" y="19091"/>
                  </a:cubicBezTo>
                  <a:cubicBezTo>
                    <a:pt x="20037" y="19106"/>
                    <a:pt x="20021" y="19181"/>
                    <a:pt x="19992" y="19192"/>
                  </a:cubicBezTo>
                  <a:cubicBezTo>
                    <a:pt x="19956" y="19205"/>
                    <a:pt x="19879" y="19155"/>
                    <a:pt x="19840" y="19156"/>
                  </a:cubicBezTo>
                  <a:cubicBezTo>
                    <a:pt x="19808" y="19158"/>
                    <a:pt x="19748" y="19192"/>
                    <a:pt x="19715" y="19196"/>
                  </a:cubicBezTo>
                  <a:cubicBezTo>
                    <a:pt x="19666" y="19203"/>
                    <a:pt x="19564" y="19207"/>
                    <a:pt x="19519" y="19188"/>
                  </a:cubicBezTo>
                  <a:cubicBezTo>
                    <a:pt x="19490" y="19175"/>
                    <a:pt x="19461" y="19104"/>
                    <a:pt x="19430" y="19100"/>
                  </a:cubicBezTo>
                  <a:cubicBezTo>
                    <a:pt x="19398" y="19095"/>
                    <a:pt x="19350" y="19154"/>
                    <a:pt x="19318" y="19161"/>
                  </a:cubicBezTo>
                  <a:cubicBezTo>
                    <a:pt x="19277" y="19171"/>
                    <a:pt x="19188" y="19168"/>
                    <a:pt x="19149" y="19152"/>
                  </a:cubicBezTo>
                  <a:cubicBezTo>
                    <a:pt x="19123" y="19142"/>
                    <a:pt x="19091" y="19088"/>
                    <a:pt x="19064" y="19082"/>
                  </a:cubicBezTo>
                  <a:cubicBezTo>
                    <a:pt x="19035" y="19075"/>
                    <a:pt x="18977" y="19120"/>
                    <a:pt x="18948" y="19113"/>
                  </a:cubicBezTo>
                  <a:cubicBezTo>
                    <a:pt x="18920" y="19106"/>
                    <a:pt x="18890" y="19043"/>
                    <a:pt x="18863" y="19034"/>
                  </a:cubicBezTo>
                  <a:cubicBezTo>
                    <a:pt x="18833" y="19024"/>
                    <a:pt x="18769" y="19042"/>
                    <a:pt x="18738" y="19047"/>
                  </a:cubicBezTo>
                  <a:cubicBezTo>
                    <a:pt x="18709" y="19052"/>
                    <a:pt x="18651" y="19074"/>
                    <a:pt x="18622" y="19073"/>
                  </a:cubicBezTo>
                  <a:cubicBezTo>
                    <a:pt x="18595" y="19073"/>
                    <a:pt x="18538" y="19063"/>
                    <a:pt x="18515" y="19047"/>
                  </a:cubicBezTo>
                  <a:cubicBezTo>
                    <a:pt x="18495" y="19032"/>
                    <a:pt x="18485" y="18973"/>
                    <a:pt x="18461" y="18963"/>
                  </a:cubicBezTo>
                  <a:cubicBezTo>
                    <a:pt x="18440" y="18955"/>
                    <a:pt x="18395" y="18981"/>
                    <a:pt x="18372" y="18985"/>
                  </a:cubicBezTo>
                  <a:cubicBezTo>
                    <a:pt x="18343" y="18990"/>
                    <a:pt x="18285" y="18999"/>
                    <a:pt x="18256" y="18994"/>
                  </a:cubicBezTo>
                  <a:cubicBezTo>
                    <a:pt x="18229" y="18989"/>
                    <a:pt x="18179" y="18939"/>
                    <a:pt x="18153" y="18951"/>
                  </a:cubicBezTo>
                  <a:cubicBezTo>
                    <a:pt x="18129" y="18962"/>
                    <a:pt x="18125" y="19029"/>
                    <a:pt x="18122" y="19056"/>
                  </a:cubicBezTo>
                  <a:cubicBezTo>
                    <a:pt x="18118" y="19089"/>
                    <a:pt x="18150" y="19163"/>
                    <a:pt x="18131" y="19192"/>
                  </a:cubicBezTo>
                  <a:cubicBezTo>
                    <a:pt x="18121" y="19208"/>
                    <a:pt x="18079" y="19220"/>
                    <a:pt x="18060" y="19218"/>
                  </a:cubicBezTo>
                  <a:cubicBezTo>
                    <a:pt x="18039" y="19216"/>
                    <a:pt x="18010" y="19178"/>
                    <a:pt x="17989" y="19174"/>
                  </a:cubicBezTo>
                  <a:cubicBezTo>
                    <a:pt x="17972" y="19171"/>
                    <a:pt x="17932" y="19174"/>
                    <a:pt x="17922" y="19188"/>
                  </a:cubicBezTo>
                  <a:cubicBezTo>
                    <a:pt x="17906" y="19208"/>
                    <a:pt x="17916" y="19265"/>
                    <a:pt x="17926" y="19288"/>
                  </a:cubicBezTo>
                  <a:cubicBezTo>
                    <a:pt x="17933" y="19304"/>
                    <a:pt x="17972" y="19320"/>
                    <a:pt x="17975" y="19337"/>
                  </a:cubicBezTo>
                  <a:cubicBezTo>
                    <a:pt x="17979" y="19353"/>
                    <a:pt x="17959" y="19386"/>
                    <a:pt x="17949" y="19398"/>
                  </a:cubicBezTo>
                  <a:cubicBezTo>
                    <a:pt x="17939" y="19410"/>
                    <a:pt x="17905" y="19420"/>
                    <a:pt x="17899" y="19434"/>
                  </a:cubicBezTo>
                  <a:cubicBezTo>
                    <a:pt x="17884" y="19478"/>
                    <a:pt x="17955" y="19568"/>
                    <a:pt x="17949" y="19614"/>
                  </a:cubicBezTo>
                  <a:cubicBezTo>
                    <a:pt x="17944" y="19646"/>
                    <a:pt x="17886" y="19695"/>
                    <a:pt x="17881" y="19728"/>
                  </a:cubicBezTo>
                  <a:cubicBezTo>
                    <a:pt x="17876" y="19764"/>
                    <a:pt x="17900" y="19837"/>
                    <a:pt x="17918" y="19869"/>
                  </a:cubicBezTo>
                  <a:cubicBezTo>
                    <a:pt x="17932" y="19896"/>
                    <a:pt x="17978" y="19941"/>
                    <a:pt x="18001" y="19961"/>
                  </a:cubicBezTo>
                  <a:cubicBezTo>
                    <a:pt x="18035" y="19988"/>
                    <a:pt x="18125" y="20018"/>
                    <a:pt x="18149" y="20053"/>
                  </a:cubicBezTo>
                  <a:cubicBezTo>
                    <a:pt x="18168" y="20082"/>
                    <a:pt x="18165" y="20155"/>
                    <a:pt x="18172" y="20189"/>
                  </a:cubicBezTo>
                  <a:cubicBezTo>
                    <a:pt x="18180" y="20233"/>
                    <a:pt x="18213" y="20320"/>
                    <a:pt x="18211" y="20365"/>
                  </a:cubicBezTo>
                  <a:cubicBezTo>
                    <a:pt x="18211" y="20398"/>
                    <a:pt x="18176" y="20459"/>
                    <a:pt x="18176" y="20493"/>
                  </a:cubicBezTo>
                  <a:cubicBezTo>
                    <a:pt x="18176" y="20534"/>
                    <a:pt x="18221" y="20610"/>
                    <a:pt x="18226" y="20651"/>
                  </a:cubicBezTo>
                  <a:cubicBezTo>
                    <a:pt x="18229" y="20684"/>
                    <a:pt x="18210" y="20753"/>
                    <a:pt x="18211" y="20787"/>
                  </a:cubicBezTo>
                  <a:cubicBezTo>
                    <a:pt x="18216" y="20863"/>
                    <a:pt x="18283" y="21010"/>
                    <a:pt x="18274" y="21086"/>
                  </a:cubicBezTo>
                  <a:cubicBezTo>
                    <a:pt x="18270" y="21119"/>
                    <a:pt x="18238" y="21182"/>
                    <a:pt x="18216" y="21208"/>
                  </a:cubicBezTo>
                  <a:cubicBezTo>
                    <a:pt x="18199" y="21230"/>
                    <a:pt x="18154" y="21270"/>
                    <a:pt x="18127" y="21274"/>
                  </a:cubicBezTo>
                  <a:cubicBezTo>
                    <a:pt x="18088" y="21282"/>
                    <a:pt x="18015" y="21232"/>
                    <a:pt x="17975" y="21231"/>
                  </a:cubicBezTo>
                  <a:cubicBezTo>
                    <a:pt x="17949" y="21229"/>
                    <a:pt x="17896" y="21241"/>
                    <a:pt x="17873" y="21253"/>
                  </a:cubicBezTo>
                  <a:cubicBezTo>
                    <a:pt x="17846" y="21266"/>
                    <a:pt x="17811" y="21320"/>
                    <a:pt x="17783" y="21332"/>
                  </a:cubicBezTo>
                  <a:cubicBezTo>
                    <a:pt x="17755" y="21344"/>
                    <a:pt x="17688" y="21350"/>
                    <a:pt x="17658" y="21341"/>
                  </a:cubicBezTo>
                  <a:cubicBezTo>
                    <a:pt x="17622" y="21328"/>
                    <a:pt x="17567" y="21271"/>
                    <a:pt x="17547" y="21240"/>
                  </a:cubicBezTo>
                  <a:cubicBezTo>
                    <a:pt x="17527" y="21207"/>
                    <a:pt x="17517" y="21130"/>
                    <a:pt x="17506" y="21095"/>
                  </a:cubicBezTo>
                  <a:cubicBezTo>
                    <a:pt x="17498" y="21067"/>
                    <a:pt x="17474" y="21013"/>
                    <a:pt x="17471" y="20984"/>
                  </a:cubicBezTo>
                  <a:cubicBezTo>
                    <a:pt x="17465" y="20931"/>
                    <a:pt x="17507" y="20820"/>
                    <a:pt x="17489" y="20769"/>
                  </a:cubicBezTo>
                  <a:cubicBezTo>
                    <a:pt x="17480" y="20744"/>
                    <a:pt x="17434" y="20708"/>
                    <a:pt x="17413" y="20690"/>
                  </a:cubicBezTo>
                  <a:cubicBezTo>
                    <a:pt x="17393" y="20672"/>
                    <a:pt x="17341" y="20650"/>
                    <a:pt x="17324" y="20629"/>
                  </a:cubicBezTo>
                  <a:cubicBezTo>
                    <a:pt x="17309" y="20610"/>
                    <a:pt x="17293" y="20564"/>
                    <a:pt x="17288" y="20541"/>
                  </a:cubicBezTo>
                  <a:cubicBezTo>
                    <a:pt x="17282" y="20512"/>
                    <a:pt x="17302" y="20449"/>
                    <a:pt x="17288" y="20422"/>
                  </a:cubicBezTo>
                  <a:cubicBezTo>
                    <a:pt x="17279" y="20404"/>
                    <a:pt x="17221" y="20374"/>
                    <a:pt x="17221" y="20374"/>
                  </a:cubicBezTo>
                  <a:lnTo>
                    <a:pt x="15316" y="20606"/>
                  </a:lnTo>
                  <a:lnTo>
                    <a:pt x="12898" y="20870"/>
                  </a:lnTo>
                  <a:lnTo>
                    <a:pt x="8275" y="21363"/>
                  </a:lnTo>
                  <a:lnTo>
                    <a:pt x="6240" y="21600"/>
                  </a:lnTo>
                  <a:cubicBezTo>
                    <a:pt x="6240" y="21600"/>
                    <a:pt x="6155" y="21478"/>
                    <a:pt x="6120" y="21444"/>
                  </a:cubicBezTo>
                  <a:cubicBezTo>
                    <a:pt x="6094" y="21417"/>
                    <a:pt x="6023" y="21383"/>
                    <a:pt x="6000" y="21355"/>
                  </a:cubicBezTo>
                  <a:cubicBezTo>
                    <a:pt x="5977" y="21328"/>
                    <a:pt x="5953" y="21264"/>
                    <a:pt x="5939" y="21233"/>
                  </a:cubicBezTo>
                  <a:cubicBezTo>
                    <a:pt x="5931" y="21216"/>
                    <a:pt x="5914" y="21182"/>
                    <a:pt x="5909" y="21164"/>
                  </a:cubicBezTo>
                  <a:cubicBezTo>
                    <a:pt x="5899" y="21129"/>
                    <a:pt x="5895" y="21056"/>
                    <a:pt x="5885" y="21022"/>
                  </a:cubicBezTo>
                  <a:cubicBezTo>
                    <a:pt x="5874" y="20978"/>
                    <a:pt x="5842" y="20892"/>
                    <a:pt x="5819" y="20854"/>
                  </a:cubicBezTo>
                  <a:cubicBezTo>
                    <a:pt x="5796" y="20817"/>
                    <a:pt x="5733" y="20758"/>
                    <a:pt x="5705" y="20725"/>
                  </a:cubicBezTo>
                  <a:cubicBezTo>
                    <a:pt x="5684" y="20701"/>
                    <a:pt x="5638" y="20654"/>
                    <a:pt x="5621" y="20626"/>
                  </a:cubicBezTo>
                  <a:cubicBezTo>
                    <a:pt x="5605" y="20600"/>
                    <a:pt x="5586" y="20542"/>
                    <a:pt x="5571" y="20514"/>
                  </a:cubicBezTo>
                  <a:cubicBezTo>
                    <a:pt x="5556" y="20487"/>
                    <a:pt x="5517" y="20437"/>
                    <a:pt x="5504" y="20409"/>
                  </a:cubicBezTo>
                  <a:cubicBezTo>
                    <a:pt x="5493" y="20386"/>
                    <a:pt x="5483" y="20350"/>
                    <a:pt x="5473" y="20313"/>
                  </a:cubicBezTo>
                  <a:cubicBezTo>
                    <a:pt x="5463" y="20274"/>
                    <a:pt x="5453" y="20234"/>
                    <a:pt x="5444" y="20208"/>
                  </a:cubicBezTo>
                  <a:cubicBezTo>
                    <a:pt x="5428" y="20162"/>
                    <a:pt x="5402" y="20069"/>
                    <a:pt x="5373" y="20030"/>
                  </a:cubicBezTo>
                  <a:cubicBezTo>
                    <a:pt x="5353" y="20001"/>
                    <a:pt x="5285" y="19966"/>
                    <a:pt x="5263" y="19938"/>
                  </a:cubicBezTo>
                  <a:cubicBezTo>
                    <a:pt x="5241" y="19907"/>
                    <a:pt x="5232" y="19824"/>
                    <a:pt x="5207" y="19796"/>
                  </a:cubicBezTo>
                  <a:cubicBezTo>
                    <a:pt x="5182" y="19770"/>
                    <a:pt x="5105" y="19758"/>
                    <a:pt x="5079" y="19733"/>
                  </a:cubicBezTo>
                  <a:cubicBezTo>
                    <a:pt x="5056" y="19712"/>
                    <a:pt x="5036" y="19649"/>
                    <a:pt x="5016" y="19624"/>
                  </a:cubicBezTo>
                  <a:cubicBezTo>
                    <a:pt x="5000" y="19608"/>
                    <a:pt x="4958" y="19586"/>
                    <a:pt x="4942" y="19569"/>
                  </a:cubicBezTo>
                  <a:cubicBezTo>
                    <a:pt x="4924" y="19550"/>
                    <a:pt x="4892" y="19508"/>
                    <a:pt x="4885" y="19483"/>
                  </a:cubicBezTo>
                  <a:cubicBezTo>
                    <a:pt x="4877" y="19450"/>
                    <a:pt x="4909" y="19381"/>
                    <a:pt x="4902" y="19348"/>
                  </a:cubicBezTo>
                  <a:cubicBezTo>
                    <a:pt x="4895" y="19319"/>
                    <a:pt x="4849" y="19272"/>
                    <a:pt x="4835" y="19246"/>
                  </a:cubicBezTo>
                  <a:cubicBezTo>
                    <a:pt x="4817" y="19210"/>
                    <a:pt x="4774" y="19137"/>
                    <a:pt x="4778" y="19097"/>
                  </a:cubicBezTo>
                  <a:cubicBezTo>
                    <a:pt x="4781" y="19075"/>
                    <a:pt x="4819" y="19043"/>
                    <a:pt x="4828" y="19022"/>
                  </a:cubicBezTo>
                  <a:cubicBezTo>
                    <a:pt x="4843" y="18984"/>
                    <a:pt x="4860" y="18902"/>
                    <a:pt x="4859" y="18861"/>
                  </a:cubicBezTo>
                  <a:cubicBezTo>
                    <a:pt x="4856" y="18811"/>
                    <a:pt x="4808" y="18718"/>
                    <a:pt x="4808" y="18669"/>
                  </a:cubicBezTo>
                  <a:cubicBezTo>
                    <a:pt x="4808" y="18631"/>
                    <a:pt x="4839" y="18561"/>
                    <a:pt x="4849" y="18524"/>
                  </a:cubicBezTo>
                  <a:cubicBezTo>
                    <a:pt x="4860" y="18471"/>
                    <a:pt x="4893" y="18364"/>
                    <a:pt x="4888" y="18309"/>
                  </a:cubicBezTo>
                  <a:cubicBezTo>
                    <a:pt x="4884" y="18260"/>
                    <a:pt x="4819" y="18172"/>
                    <a:pt x="4821" y="18122"/>
                  </a:cubicBezTo>
                  <a:cubicBezTo>
                    <a:pt x="4824" y="18076"/>
                    <a:pt x="4893" y="18000"/>
                    <a:pt x="4899" y="17954"/>
                  </a:cubicBezTo>
                  <a:cubicBezTo>
                    <a:pt x="4904" y="17906"/>
                    <a:pt x="4880" y="17810"/>
                    <a:pt x="4862" y="17766"/>
                  </a:cubicBezTo>
                  <a:cubicBezTo>
                    <a:pt x="4843" y="17723"/>
                    <a:pt x="4774" y="17652"/>
                    <a:pt x="4757" y="17608"/>
                  </a:cubicBezTo>
                  <a:cubicBezTo>
                    <a:pt x="4739" y="17557"/>
                    <a:pt x="4744" y="17446"/>
                    <a:pt x="4731" y="17393"/>
                  </a:cubicBezTo>
                  <a:cubicBezTo>
                    <a:pt x="4724" y="17365"/>
                    <a:pt x="4708" y="17307"/>
                    <a:pt x="4688" y="17285"/>
                  </a:cubicBezTo>
                  <a:cubicBezTo>
                    <a:pt x="4663" y="17259"/>
                    <a:pt x="4583" y="17245"/>
                    <a:pt x="4554" y="17222"/>
                  </a:cubicBezTo>
                  <a:cubicBezTo>
                    <a:pt x="4524" y="17200"/>
                    <a:pt x="4474" y="17143"/>
                    <a:pt x="4457" y="17110"/>
                  </a:cubicBezTo>
                  <a:cubicBezTo>
                    <a:pt x="4436" y="17072"/>
                    <a:pt x="4423" y="16984"/>
                    <a:pt x="4413" y="16942"/>
                  </a:cubicBezTo>
                  <a:cubicBezTo>
                    <a:pt x="4402" y="16894"/>
                    <a:pt x="4388" y="16795"/>
                    <a:pt x="4373" y="16748"/>
                  </a:cubicBezTo>
                  <a:cubicBezTo>
                    <a:pt x="4362" y="16712"/>
                    <a:pt x="4326" y="16645"/>
                    <a:pt x="4313" y="16610"/>
                  </a:cubicBezTo>
                  <a:cubicBezTo>
                    <a:pt x="4291" y="16552"/>
                    <a:pt x="4239" y="16386"/>
                    <a:pt x="4239" y="16375"/>
                  </a:cubicBezTo>
                  <a:cubicBezTo>
                    <a:pt x="4239" y="16366"/>
                    <a:pt x="4229" y="16228"/>
                    <a:pt x="4249" y="16184"/>
                  </a:cubicBezTo>
                  <a:cubicBezTo>
                    <a:pt x="4261" y="16158"/>
                    <a:pt x="4314" y="16125"/>
                    <a:pt x="4333" y="16102"/>
                  </a:cubicBezTo>
                  <a:cubicBezTo>
                    <a:pt x="4361" y="16067"/>
                    <a:pt x="4420" y="15957"/>
                    <a:pt x="4420" y="15947"/>
                  </a:cubicBezTo>
                  <a:cubicBezTo>
                    <a:pt x="4420" y="15937"/>
                    <a:pt x="4412" y="15816"/>
                    <a:pt x="4416" y="15772"/>
                  </a:cubicBezTo>
                  <a:cubicBezTo>
                    <a:pt x="4422" y="15720"/>
                    <a:pt x="4462" y="15618"/>
                    <a:pt x="4460" y="15565"/>
                  </a:cubicBezTo>
                  <a:cubicBezTo>
                    <a:pt x="4459" y="15511"/>
                    <a:pt x="4409" y="15411"/>
                    <a:pt x="4406" y="15357"/>
                  </a:cubicBezTo>
                  <a:cubicBezTo>
                    <a:pt x="4404" y="15298"/>
                    <a:pt x="4460" y="15181"/>
                    <a:pt x="4447" y="15123"/>
                  </a:cubicBezTo>
                  <a:cubicBezTo>
                    <a:pt x="4437" y="15082"/>
                    <a:pt x="4352" y="15024"/>
                    <a:pt x="4349" y="14981"/>
                  </a:cubicBezTo>
                  <a:cubicBezTo>
                    <a:pt x="4346" y="14929"/>
                    <a:pt x="4412" y="14833"/>
                    <a:pt x="4447" y="14794"/>
                  </a:cubicBezTo>
                  <a:cubicBezTo>
                    <a:pt x="4473" y="14764"/>
                    <a:pt x="4547" y="14730"/>
                    <a:pt x="4577" y="14705"/>
                  </a:cubicBezTo>
                  <a:cubicBezTo>
                    <a:pt x="4598" y="14687"/>
                    <a:pt x="4642" y="14650"/>
                    <a:pt x="4654" y="14625"/>
                  </a:cubicBezTo>
                  <a:cubicBezTo>
                    <a:pt x="4666" y="14601"/>
                    <a:pt x="4647" y="14536"/>
                    <a:pt x="4667" y="14517"/>
                  </a:cubicBezTo>
                  <a:cubicBezTo>
                    <a:pt x="4691" y="14493"/>
                    <a:pt x="4774" y="14523"/>
                    <a:pt x="4801" y="14504"/>
                  </a:cubicBezTo>
                  <a:cubicBezTo>
                    <a:pt x="4819" y="14491"/>
                    <a:pt x="4831" y="14448"/>
                    <a:pt x="4838" y="14428"/>
                  </a:cubicBezTo>
                  <a:cubicBezTo>
                    <a:pt x="4845" y="14411"/>
                    <a:pt x="4846" y="14372"/>
                    <a:pt x="4855" y="14355"/>
                  </a:cubicBezTo>
                  <a:cubicBezTo>
                    <a:pt x="4867" y="14332"/>
                    <a:pt x="4924" y="14305"/>
                    <a:pt x="4928" y="14279"/>
                  </a:cubicBezTo>
                  <a:cubicBezTo>
                    <a:pt x="4933" y="14251"/>
                    <a:pt x="4903" y="14190"/>
                    <a:pt x="4878" y="14174"/>
                  </a:cubicBezTo>
                  <a:cubicBezTo>
                    <a:pt x="4852" y="14156"/>
                    <a:pt x="4778" y="14184"/>
                    <a:pt x="4751" y="14167"/>
                  </a:cubicBezTo>
                  <a:cubicBezTo>
                    <a:pt x="4728" y="14154"/>
                    <a:pt x="4717" y="14090"/>
                    <a:pt x="4694" y="14075"/>
                  </a:cubicBezTo>
                  <a:cubicBezTo>
                    <a:pt x="4672" y="14061"/>
                    <a:pt x="4615" y="14062"/>
                    <a:pt x="4587" y="14059"/>
                  </a:cubicBezTo>
                  <a:cubicBezTo>
                    <a:pt x="4562" y="14056"/>
                    <a:pt x="4506" y="14067"/>
                    <a:pt x="4484" y="14055"/>
                  </a:cubicBezTo>
                  <a:cubicBezTo>
                    <a:pt x="4462" y="14044"/>
                    <a:pt x="4426" y="14001"/>
                    <a:pt x="4423" y="13976"/>
                  </a:cubicBezTo>
                  <a:cubicBezTo>
                    <a:pt x="4419" y="13942"/>
                    <a:pt x="4473" y="13884"/>
                    <a:pt x="4484" y="13851"/>
                  </a:cubicBezTo>
                  <a:cubicBezTo>
                    <a:pt x="4494" y="13819"/>
                    <a:pt x="4508" y="13750"/>
                    <a:pt x="4503" y="13716"/>
                  </a:cubicBezTo>
                  <a:cubicBezTo>
                    <a:pt x="4500" y="13687"/>
                    <a:pt x="4459" y="13637"/>
                    <a:pt x="4457" y="13607"/>
                  </a:cubicBezTo>
                  <a:cubicBezTo>
                    <a:pt x="4454" y="13583"/>
                    <a:pt x="4477" y="13539"/>
                    <a:pt x="4480" y="13515"/>
                  </a:cubicBezTo>
                  <a:cubicBezTo>
                    <a:pt x="4483" y="13493"/>
                    <a:pt x="4497" y="13444"/>
                    <a:pt x="4484" y="13426"/>
                  </a:cubicBezTo>
                  <a:cubicBezTo>
                    <a:pt x="4467" y="13405"/>
                    <a:pt x="4401" y="13422"/>
                    <a:pt x="4380" y="13407"/>
                  </a:cubicBezTo>
                  <a:cubicBezTo>
                    <a:pt x="4356" y="13389"/>
                    <a:pt x="4336" y="13331"/>
                    <a:pt x="4326" y="13304"/>
                  </a:cubicBezTo>
                  <a:cubicBezTo>
                    <a:pt x="4308" y="13254"/>
                    <a:pt x="4311" y="13144"/>
                    <a:pt x="4286" y="13096"/>
                  </a:cubicBezTo>
                  <a:cubicBezTo>
                    <a:pt x="4265" y="13056"/>
                    <a:pt x="4193" y="12995"/>
                    <a:pt x="4159" y="12965"/>
                  </a:cubicBezTo>
                  <a:cubicBezTo>
                    <a:pt x="4131" y="12940"/>
                    <a:pt x="4071" y="12895"/>
                    <a:pt x="4042" y="12873"/>
                  </a:cubicBezTo>
                  <a:cubicBezTo>
                    <a:pt x="4014" y="12851"/>
                    <a:pt x="3950" y="12820"/>
                    <a:pt x="3928" y="12794"/>
                  </a:cubicBezTo>
                  <a:cubicBezTo>
                    <a:pt x="3902" y="12764"/>
                    <a:pt x="3874" y="12688"/>
                    <a:pt x="3861" y="12652"/>
                  </a:cubicBezTo>
                  <a:cubicBezTo>
                    <a:pt x="3847" y="12613"/>
                    <a:pt x="3837" y="12528"/>
                    <a:pt x="3821" y="12490"/>
                  </a:cubicBezTo>
                  <a:cubicBezTo>
                    <a:pt x="3810" y="12465"/>
                    <a:pt x="3778" y="12419"/>
                    <a:pt x="3761" y="12398"/>
                  </a:cubicBezTo>
                  <a:cubicBezTo>
                    <a:pt x="3746" y="12380"/>
                    <a:pt x="3708" y="12352"/>
                    <a:pt x="3697" y="12332"/>
                  </a:cubicBezTo>
                  <a:cubicBezTo>
                    <a:pt x="3683" y="12306"/>
                    <a:pt x="3681" y="12245"/>
                    <a:pt x="3674" y="12217"/>
                  </a:cubicBezTo>
                  <a:cubicBezTo>
                    <a:pt x="3666" y="12189"/>
                    <a:pt x="3650" y="12133"/>
                    <a:pt x="3637" y="12108"/>
                  </a:cubicBezTo>
                  <a:cubicBezTo>
                    <a:pt x="3626" y="12087"/>
                    <a:pt x="3594" y="12050"/>
                    <a:pt x="3583" y="12029"/>
                  </a:cubicBezTo>
                  <a:cubicBezTo>
                    <a:pt x="3564" y="11994"/>
                    <a:pt x="3548" y="11910"/>
                    <a:pt x="3520" y="11880"/>
                  </a:cubicBezTo>
                  <a:cubicBezTo>
                    <a:pt x="3497" y="11857"/>
                    <a:pt x="3419" y="11852"/>
                    <a:pt x="3403" y="11825"/>
                  </a:cubicBezTo>
                  <a:cubicBezTo>
                    <a:pt x="3386" y="11798"/>
                    <a:pt x="3422" y="11728"/>
                    <a:pt x="3409" y="11699"/>
                  </a:cubicBezTo>
                  <a:cubicBezTo>
                    <a:pt x="3391" y="11661"/>
                    <a:pt x="3282" y="11597"/>
                    <a:pt x="3282" y="11587"/>
                  </a:cubicBezTo>
                  <a:cubicBezTo>
                    <a:pt x="3282" y="11578"/>
                    <a:pt x="1644" y="6573"/>
                    <a:pt x="1644" y="6573"/>
                  </a:cubicBezTo>
                  <a:lnTo>
                    <a:pt x="0" y="1679"/>
                  </a:lnTo>
                  <a:cubicBezTo>
                    <a:pt x="453" y="1620"/>
                    <a:pt x="1098" y="1538"/>
                    <a:pt x="1448" y="1485"/>
                  </a:cubicBezTo>
                  <a:cubicBezTo>
                    <a:pt x="1978" y="1404"/>
                    <a:pt x="3034" y="1213"/>
                    <a:pt x="3563" y="1124"/>
                  </a:cubicBezTo>
                  <a:cubicBezTo>
                    <a:pt x="3873" y="1073"/>
                    <a:pt x="4494" y="973"/>
                    <a:pt x="4804" y="922"/>
                  </a:cubicBezTo>
                  <a:cubicBezTo>
                    <a:pt x="4877" y="910"/>
                    <a:pt x="4966" y="895"/>
                    <a:pt x="5065" y="880"/>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44" name="Shape 4726"/>
            <p:cNvSpPr/>
            <p:nvPr/>
          </p:nvSpPr>
          <p:spPr>
            <a:xfrm>
              <a:off x="6811474" y="3359713"/>
              <a:ext cx="1707688" cy="666624"/>
            </a:xfrm>
            <a:custGeom>
              <a:avLst/>
              <a:gdLst/>
              <a:ahLst/>
              <a:cxnLst>
                <a:cxn ang="0">
                  <a:pos x="wd2" y="hd2"/>
                </a:cxn>
                <a:cxn ang="5400000">
                  <a:pos x="wd2" y="hd2"/>
                </a:cxn>
                <a:cxn ang="10800000">
                  <a:pos x="wd2" y="hd2"/>
                </a:cxn>
                <a:cxn ang="16200000">
                  <a:pos x="wd2" y="hd2"/>
                </a:cxn>
              </a:cxnLst>
              <a:rect l="0" t="0" r="r" b="b"/>
              <a:pathLst>
                <a:path w="21596" h="21520" extrusionOk="0">
                  <a:moveTo>
                    <a:pt x="997" y="13149"/>
                  </a:moveTo>
                  <a:cubicBezTo>
                    <a:pt x="1015" y="13090"/>
                    <a:pt x="1056" y="13026"/>
                    <a:pt x="1066" y="12973"/>
                  </a:cubicBezTo>
                  <a:cubicBezTo>
                    <a:pt x="1079" y="12910"/>
                    <a:pt x="1088" y="12767"/>
                    <a:pt x="1089" y="12697"/>
                  </a:cubicBezTo>
                  <a:cubicBezTo>
                    <a:pt x="1090" y="12631"/>
                    <a:pt x="1069" y="12492"/>
                    <a:pt x="1078" y="12431"/>
                  </a:cubicBezTo>
                  <a:cubicBezTo>
                    <a:pt x="1084" y="12393"/>
                    <a:pt x="1112" y="12350"/>
                    <a:pt x="1125" y="12327"/>
                  </a:cubicBezTo>
                  <a:cubicBezTo>
                    <a:pt x="1154" y="12271"/>
                    <a:pt x="1227" y="12203"/>
                    <a:pt x="1250" y="12131"/>
                  </a:cubicBezTo>
                  <a:cubicBezTo>
                    <a:pt x="1268" y="12080"/>
                    <a:pt x="1294" y="11948"/>
                    <a:pt x="1291" y="11880"/>
                  </a:cubicBezTo>
                  <a:cubicBezTo>
                    <a:pt x="1289" y="11801"/>
                    <a:pt x="1248" y="11666"/>
                    <a:pt x="1225" y="11615"/>
                  </a:cubicBezTo>
                  <a:cubicBezTo>
                    <a:pt x="1207" y="11576"/>
                    <a:pt x="1159" y="11540"/>
                    <a:pt x="1137" y="11520"/>
                  </a:cubicBezTo>
                  <a:cubicBezTo>
                    <a:pt x="1105" y="11493"/>
                    <a:pt x="1038" y="11471"/>
                    <a:pt x="1008" y="11432"/>
                  </a:cubicBezTo>
                  <a:cubicBezTo>
                    <a:pt x="984" y="11401"/>
                    <a:pt x="937" y="11322"/>
                    <a:pt x="926" y="11260"/>
                  </a:cubicBezTo>
                  <a:cubicBezTo>
                    <a:pt x="918" y="11218"/>
                    <a:pt x="916" y="11114"/>
                    <a:pt x="927" y="11077"/>
                  </a:cubicBezTo>
                  <a:cubicBezTo>
                    <a:pt x="941" y="11030"/>
                    <a:pt x="992" y="11015"/>
                    <a:pt x="1014" y="11007"/>
                  </a:cubicBezTo>
                  <a:cubicBezTo>
                    <a:pt x="1035" y="11001"/>
                    <a:pt x="1079" y="10999"/>
                    <a:pt x="1099" y="11015"/>
                  </a:cubicBezTo>
                  <a:cubicBezTo>
                    <a:pt x="1120" y="11031"/>
                    <a:pt x="1152" y="11118"/>
                    <a:pt x="1173" y="11130"/>
                  </a:cubicBezTo>
                  <a:cubicBezTo>
                    <a:pt x="1196" y="11143"/>
                    <a:pt x="1245" y="11125"/>
                    <a:pt x="1267" y="11104"/>
                  </a:cubicBezTo>
                  <a:cubicBezTo>
                    <a:pt x="1289" y="11083"/>
                    <a:pt x="1327" y="11014"/>
                    <a:pt x="1342" y="10970"/>
                  </a:cubicBezTo>
                  <a:cubicBezTo>
                    <a:pt x="1357" y="10922"/>
                    <a:pt x="1389" y="10804"/>
                    <a:pt x="1382" y="10744"/>
                  </a:cubicBezTo>
                  <a:cubicBezTo>
                    <a:pt x="1376" y="10684"/>
                    <a:pt x="1324" y="10625"/>
                    <a:pt x="1302" y="10606"/>
                  </a:cubicBezTo>
                  <a:cubicBezTo>
                    <a:pt x="1277" y="10587"/>
                    <a:pt x="1223" y="10621"/>
                    <a:pt x="1198" y="10602"/>
                  </a:cubicBezTo>
                  <a:cubicBezTo>
                    <a:pt x="1182" y="10591"/>
                    <a:pt x="1150" y="10549"/>
                    <a:pt x="1140" y="10515"/>
                  </a:cubicBezTo>
                  <a:cubicBezTo>
                    <a:pt x="1129" y="10481"/>
                    <a:pt x="1116" y="10394"/>
                    <a:pt x="1120" y="10355"/>
                  </a:cubicBezTo>
                  <a:cubicBezTo>
                    <a:pt x="1125" y="10303"/>
                    <a:pt x="1159" y="10225"/>
                    <a:pt x="1179" y="10209"/>
                  </a:cubicBezTo>
                  <a:cubicBezTo>
                    <a:pt x="1214" y="10180"/>
                    <a:pt x="1289" y="10291"/>
                    <a:pt x="1324" y="10262"/>
                  </a:cubicBezTo>
                  <a:cubicBezTo>
                    <a:pt x="1338" y="10251"/>
                    <a:pt x="1359" y="10188"/>
                    <a:pt x="1368" y="10155"/>
                  </a:cubicBezTo>
                  <a:cubicBezTo>
                    <a:pt x="1383" y="10089"/>
                    <a:pt x="1410" y="9935"/>
                    <a:pt x="1404" y="9861"/>
                  </a:cubicBezTo>
                  <a:cubicBezTo>
                    <a:pt x="1398" y="9799"/>
                    <a:pt x="1348" y="9730"/>
                    <a:pt x="1335" y="9677"/>
                  </a:cubicBezTo>
                  <a:cubicBezTo>
                    <a:pt x="1324" y="9634"/>
                    <a:pt x="1305" y="9534"/>
                    <a:pt x="1304" y="9482"/>
                  </a:cubicBezTo>
                  <a:cubicBezTo>
                    <a:pt x="1304" y="9443"/>
                    <a:pt x="1319" y="9372"/>
                    <a:pt x="1322" y="9333"/>
                  </a:cubicBezTo>
                  <a:cubicBezTo>
                    <a:pt x="1327" y="9288"/>
                    <a:pt x="1337" y="9196"/>
                    <a:pt x="1336" y="9149"/>
                  </a:cubicBezTo>
                  <a:cubicBezTo>
                    <a:pt x="1334" y="9094"/>
                    <a:pt x="1315" y="8993"/>
                    <a:pt x="1304" y="8943"/>
                  </a:cubicBezTo>
                  <a:cubicBezTo>
                    <a:pt x="1294" y="8890"/>
                    <a:pt x="1267" y="8789"/>
                    <a:pt x="1252" y="8744"/>
                  </a:cubicBezTo>
                  <a:cubicBezTo>
                    <a:pt x="1237" y="8699"/>
                    <a:pt x="1193" y="8637"/>
                    <a:pt x="1182" y="8583"/>
                  </a:cubicBezTo>
                  <a:cubicBezTo>
                    <a:pt x="1172" y="8537"/>
                    <a:pt x="1165" y="8426"/>
                    <a:pt x="1170" y="8373"/>
                  </a:cubicBezTo>
                  <a:cubicBezTo>
                    <a:pt x="1175" y="8318"/>
                    <a:pt x="1204" y="8221"/>
                    <a:pt x="1222" y="8186"/>
                  </a:cubicBezTo>
                  <a:cubicBezTo>
                    <a:pt x="1235" y="8162"/>
                    <a:pt x="1265" y="8135"/>
                    <a:pt x="1281" y="8129"/>
                  </a:cubicBezTo>
                  <a:cubicBezTo>
                    <a:pt x="1300" y="8121"/>
                    <a:pt x="1342" y="8127"/>
                    <a:pt x="1361" y="8140"/>
                  </a:cubicBezTo>
                  <a:cubicBezTo>
                    <a:pt x="1382" y="8156"/>
                    <a:pt x="1423" y="8205"/>
                    <a:pt x="1438" y="8248"/>
                  </a:cubicBezTo>
                  <a:cubicBezTo>
                    <a:pt x="1448" y="8278"/>
                    <a:pt x="1461" y="8359"/>
                    <a:pt x="1463" y="8400"/>
                  </a:cubicBezTo>
                  <a:cubicBezTo>
                    <a:pt x="1467" y="8456"/>
                    <a:pt x="1463" y="8570"/>
                    <a:pt x="1457" y="8627"/>
                  </a:cubicBezTo>
                  <a:cubicBezTo>
                    <a:pt x="1453" y="8665"/>
                    <a:pt x="1439" y="8738"/>
                    <a:pt x="1432" y="8775"/>
                  </a:cubicBezTo>
                  <a:cubicBezTo>
                    <a:pt x="1426" y="8805"/>
                    <a:pt x="1409" y="8857"/>
                    <a:pt x="1407" y="8890"/>
                  </a:cubicBezTo>
                  <a:cubicBezTo>
                    <a:pt x="1404" y="8925"/>
                    <a:pt x="1410" y="8999"/>
                    <a:pt x="1415" y="9031"/>
                  </a:cubicBezTo>
                  <a:cubicBezTo>
                    <a:pt x="1425" y="9087"/>
                    <a:pt x="1451" y="9205"/>
                    <a:pt x="1474" y="9222"/>
                  </a:cubicBezTo>
                  <a:cubicBezTo>
                    <a:pt x="1486" y="9232"/>
                    <a:pt x="1511" y="9198"/>
                    <a:pt x="1522" y="9179"/>
                  </a:cubicBezTo>
                  <a:cubicBezTo>
                    <a:pt x="1543" y="9147"/>
                    <a:pt x="1581" y="9061"/>
                    <a:pt x="1594" y="9005"/>
                  </a:cubicBezTo>
                  <a:cubicBezTo>
                    <a:pt x="1602" y="8965"/>
                    <a:pt x="1607" y="8889"/>
                    <a:pt x="1611" y="8827"/>
                  </a:cubicBezTo>
                  <a:cubicBezTo>
                    <a:pt x="1718" y="8757"/>
                    <a:pt x="1971" y="8597"/>
                    <a:pt x="2071" y="8553"/>
                  </a:cubicBezTo>
                  <a:cubicBezTo>
                    <a:pt x="2549" y="8346"/>
                    <a:pt x="3516" y="8172"/>
                    <a:pt x="3997" y="8033"/>
                  </a:cubicBezTo>
                  <a:cubicBezTo>
                    <a:pt x="4225" y="7968"/>
                    <a:pt x="4680" y="7825"/>
                    <a:pt x="4908" y="7754"/>
                  </a:cubicBezTo>
                  <a:cubicBezTo>
                    <a:pt x="4972" y="7735"/>
                    <a:pt x="5164" y="7674"/>
                    <a:pt x="5164" y="7674"/>
                  </a:cubicBezTo>
                  <a:lnTo>
                    <a:pt x="5164" y="7192"/>
                  </a:lnTo>
                  <a:lnTo>
                    <a:pt x="5025" y="6172"/>
                  </a:lnTo>
                  <a:lnTo>
                    <a:pt x="5617" y="6172"/>
                  </a:lnTo>
                  <a:lnTo>
                    <a:pt x="5617" y="6446"/>
                  </a:lnTo>
                  <a:cubicBezTo>
                    <a:pt x="5617" y="6446"/>
                    <a:pt x="5923" y="6255"/>
                    <a:pt x="6026" y="6206"/>
                  </a:cubicBezTo>
                  <a:cubicBezTo>
                    <a:pt x="6249" y="6098"/>
                    <a:pt x="6701" y="5960"/>
                    <a:pt x="6925" y="5873"/>
                  </a:cubicBezTo>
                  <a:cubicBezTo>
                    <a:pt x="7296" y="5731"/>
                    <a:pt x="8038" y="5443"/>
                    <a:pt x="8408" y="5288"/>
                  </a:cubicBezTo>
                  <a:cubicBezTo>
                    <a:pt x="8519" y="5243"/>
                    <a:pt x="8745" y="5006"/>
                    <a:pt x="8852" y="5093"/>
                  </a:cubicBezTo>
                  <a:cubicBezTo>
                    <a:pt x="8867" y="5106"/>
                    <a:pt x="8882" y="5194"/>
                    <a:pt x="8897" y="5208"/>
                  </a:cubicBezTo>
                  <a:cubicBezTo>
                    <a:pt x="8919" y="5227"/>
                    <a:pt x="8966" y="5207"/>
                    <a:pt x="8987" y="5185"/>
                  </a:cubicBezTo>
                  <a:cubicBezTo>
                    <a:pt x="9018" y="5154"/>
                    <a:pt x="9060" y="5008"/>
                    <a:pt x="9090" y="4978"/>
                  </a:cubicBezTo>
                  <a:cubicBezTo>
                    <a:pt x="9425" y="4646"/>
                    <a:pt x="10166" y="4778"/>
                    <a:pt x="10524" y="4692"/>
                  </a:cubicBezTo>
                  <a:cubicBezTo>
                    <a:pt x="10788" y="4628"/>
                    <a:pt x="11317" y="4497"/>
                    <a:pt x="11580" y="4394"/>
                  </a:cubicBezTo>
                  <a:cubicBezTo>
                    <a:pt x="11671" y="4358"/>
                    <a:pt x="11852" y="4254"/>
                    <a:pt x="11943" y="4210"/>
                  </a:cubicBezTo>
                  <a:cubicBezTo>
                    <a:pt x="12042" y="4163"/>
                    <a:pt x="12240" y="4068"/>
                    <a:pt x="12339" y="4027"/>
                  </a:cubicBezTo>
                  <a:cubicBezTo>
                    <a:pt x="12491" y="3964"/>
                    <a:pt x="12796" y="3847"/>
                    <a:pt x="12950" y="3809"/>
                  </a:cubicBezTo>
                  <a:cubicBezTo>
                    <a:pt x="13102" y="3770"/>
                    <a:pt x="13408" y="3753"/>
                    <a:pt x="13561" y="3718"/>
                  </a:cubicBezTo>
                  <a:cubicBezTo>
                    <a:pt x="13719" y="3679"/>
                    <a:pt x="14033" y="3564"/>
                    <a:pt x="14190" y="3511"/>
                  </a:cubicBezTo>
                  <a:cubicBezTo>
                    <a:pt x="14389" y="3442"/>
                    <a:pt x="14787" y="3301"/>
                    <a:pt x="14985" y="3224"/>
                  </a:cubicBezTo>
                  <a:cubicBezTo>
                    <a:pt x="15155" y="3158"/>
                    <a:pt x="15494" y="3003"/>
                    <a:pt x="15664" y="2938"/>
                  </a:cubicBezTo>
                  <a:cubicBezTo>
                    <a:pt x="15809" y="2881"/>
                    <a:pt x="16102" y="2793"/>
                    <a:pt x="16248" y="2730"/>
                  </a:cubicBezTo>
                  <a:cubicBezTo>
                    <a:pt x="16277" y="2718"/>
                    <a:pt x="16339" y="2711"/>
                    <a:pt x="16365" y="2674"/>
                  </a:cubicBezTo>
                  <a:cubicBezTo>
                    <a:pt x="16384" y="2645"/>
                    <a:pt x="16405" y="2568"/>
                    <a:pt x="16425" y="2497"/>
                  </a:cubicBezTo>
                  <a:lnTo>
                    <a:pt x="17541" y="2053"/>
                  </a:lnTo>
                  <a:cubicBezTo>
                    <a:pt x="17541" y="2053"/>
                    <a:pt x="18786" y="1538"/>
                    <a:pt x="19199" y="1343"/>
                  </a:cubicBezTo>
                  <a:cubicBezTo>
                    <a:pt x="19556" y="1175"/>
                    <a:pt x="20268" y="793"/>
                    <a:pt x="20623" y="609"/>
                  </a:cubicBezTo>
                  <a:cubicBezTo>
                    <a:pt x="20678" y="581"/>
                    <a:pt x="20796" y="571"/>
                    <a:pt x="20843" y="494"/>
                  </a:cubicBezTo>
                  <a:cubicBezTo>
                    <a:pt x="20864" y="462"/>
                    <a:pt x="20884" y="340"/>
                    <a:pt x="20902" y="299"/>
                  </a:cubicBezTo>
                  <a:cubicBezTo>
                    <a:pt x="20925" y="249"/>
                    <a:pt x="20977" y="169"/>
                    <a:pt x="21005" y="150"/>
                  </a:cubicBezTo>
                  <a:cubicBezTo>
                    <a:pt x="21039" y="128"/>
                    <a:pt x="21110" y="159"/>
                    <a:pt x="21145" y="150"/>
                  </a:cubicBezTo>
                  <a:cubicBezTo>
                    <a:pt x="21190" y="139"/>
                    <a:pt x="21274" y="136"/>
                    <a:pt x="21319" y="107"/>
                  </a:cubicBezTo>
                  <a:cubicBezTo>
                    <a:pt x="21356" y="83"/>
                    <a:pt x="21433" y="27"/>
                    <a:pt x="21472" y="10"/>
                  </a:cubicBezTo>
                  <a:cubicBezTo>
                    <a:pt x="21493" y="0"/>
                    <a:pt x="21518" y="-9"/>
                    <a:pt x="21537" y="18"/>
                  </a:cubicBezTo>
                  <a:cubicBezTo>
                    <a:pt x="21552" y="40"/>
                    <a:pt x="21574" y="67"/>
                    <a:pt x="21588" y="91"/>
                  </a:cubicBezTo>
                  <a:cubicBezTo>
                    <a:pt x="21573" y="159"/>
                    <a:pt x="21557" y="239"/>
                    <a:pt x="21552" y="282"/>
                  </a:cubicBezTo>
                  <a:cubicBezTo>
                    <a:pt x="21545" y="331"/>
                    <a:pt x="21544" y="433"/>
                    <a:pt x="21542" y="483"/>
                  </a:cubicBezTo>
                  <a:cubicBezTo>
                    <a:pt x="21540" y="546"/>
                    <a:pt x="21532" y="673"/>
                    <a:pt x="21535" y="735"/>
                  </a:cubicBezTo>
                  <a:cubicBezTo>
                    <a:pt x="21539" y="791"/>
                    <a:pt x="21562" y="892"/>
                    <a:pt x="21567" y="948"/>
                  </a:cubicBezTo>
                  <a:cubicBezTo>
                    <a:pt x="21573" y="1013"/>
                    <a:pt x="21582" y="1151"/>
                    <a:pt x="21576" y="1217"/>
                  </a:cubicBezTo>
                  <a:cubicBezTo>
                    <a:pt x="21573" y="1257"/>
                    <a:pt x="21547" y="1319"/>
                    <a:pt x="21545" y="1361"/>
                  </a:cubicBezTo>
                  <a:cubicBezTo>
                    <a:pt x="21541" y="1422"/>
                    <a:pt x="21568" y="1543"/>
                    <a:pt x="21565" y="1607"/>
                  </a:cubicBezTo>
                  <a:cubicBezTo>
                    <a:pt x="21561" y="1665"/>
                    <a:pt x="21519" y="1754"/>
                    <a:pt x="21520" y="1813"/>
                  </a:cubicBezTo>
                  <a:cubicBezTo>
                    <a:pt x="21520" y="1864"/>
                    <a:pt x="21554" y="1939"/>
                    <a:pt x="21563" y="1986"/>
                  </a:cubicBezTo>
                  <a:cubicBezTo>
                    <a:pt x="21573" y="2040"/>
                    <a:pt x="21591" y="2154"/>
                    <a:pt x="21594" y="2215"/>
                  </a:cubicBezTo>
                  <a:cubicBezTo>
                    <a:pt x="21596" y="2256"/>
                    <a:pt x="21598" y="2349"/>
                    <a:pt x="21587" y="2381"/>
                  </a:cubicBezTo>
                  <a:cubicBezTo>
                    <a:pt x="21576" y="2413"/>
                    <a:pt x="21539" y="2426"/>
                    <a:pt x="21522" y="2422"/>
                  </a:cubicBezTo>
                  <a:cubicBezTo>
                    <a:pt x="21498" y="2414"/>
                    <a:pt x="21459" y="2335"/>
                    <a:pt x="21437" y="2312"/>
                  </a:cubicBezTo>
                  <a:cubicBezTo>
                    <a:pt x="21425" y="2300"/>
                    <a:pt x="21400" y="2269"/>
                    <a:pt x="21387" y="2272"/>
                  </a:cubicBezTo>
                  <a:cubicBezTo>
                    <a:pt x="21366" y="2278"/>
                    <a:pt x="21332" y="2349"/>
                    <a:pt x="21316" y="2381"/>
                  </a:cubicBezTo>
                  <a:cubicBezTo>
                    <a:pt x="21296" y="2418"/>
                    <a:pt x="21258" y="2497"/>
                    <a:pt x="21244" y="2547"/>
                  </a:cubicBezTo>
                  <a:cubicBezTo>
                    <a:pt x="21230" y="2593"/>
                    <a:pt x="21220" y="2709"/>
                    <a:pt x="21203" y="2748"/>
                  </a:cubicBezTo>
                  <a:cubicBezTo>
                    <a:pt x="21191" y="2775"/>
                    <a:pt x="21155" y="2780"/>
                    <a:pt x="21145" y="2811"/>
                  </a:cubicBezTo>
                  <a:cubicBezTo>
                    <a:pt x="21123" y="2874"/>
                    <a:pt x="21118" y="3053"/>
                    <a:pt x="21108" y="3133"/>
                  </a:cubicBezTo>
                  <a:cubicBezTo>
                    <a:pt x="21093" y="3266"/>
                    <a:pt x="21054" y="3530"/>
                    <a:pt x="21042" y="3665"/>
                  </a:cubicBezTo>
                  <a:cubicBezTo>
                    <a:pt x="21032" y="3771"/>
                    <a:pt x="21028" y="3992"/>
                    <a:pt x="21015" y="4095"/>
                  </a:cubicBezTo>
                  <a:cubicBezTo>
                    <a:pt x="21005" y="4172"/>
                    <a:pt x="20978" y="4323"/>
                    <a:pt x="20956" y="4382"/>
                  </a:cubicBezTo>
                  <a:cubicBezTo>
                    <a:pt x="20945" y="4411"/>
                    <a:pt x="20915" y="4438"/>
                    <a:pt x="20902" y="4463"/>
                  </a:cubicBezTo>
                  <a:cubicBezTo>
                    <a:pt x="20885" y="4496"/>
                    <a:pt x="20858" y="4583"/>
                    <a:pt x="20841" y="4617"/>
                  </a:cubicBezTo>
                  <a:cubicBezTo>
                    <a:pt x="20820" y="4662"/>
                    <a:pt x="20774" y="4753"/>
                    <a:pt x="20747" y="4766"/>
                  </a:cubicBezTo>
                  <a:cubicBezTo>
                    <a:pt x="20728" y="4776"/>
                    <a:pt x="20686" y="4773"/>
                    <a:pt x="20673" y="4738"/>
                  </a:cubicBezTo>
                  <a:cubicBezTo>
                    <a:pt x="20657" y="4697"/>
                    <a:pt x="20675" y="4556"/>
                    <a:pt x="20662" y="4508"/>
                  </a:cubicBezTo>
                  <a:cubicBezTo>
                    <a:pt x="20652" y="4471"/>
                    <a:pt x="20616" y="4422"/>
                    <a:pt x="20599" y="4428"/>
                  </a:cubicBezTo>
                  <a:cubicBezTo>
                    <a:pt x="20582" y="4434"/>
                    <a:pt x="20566" y="4539"/>
                    <a:pt x="20550" y="4543"/>
                  </a:cubicBezTo>
                  <a:cubicBezTo>
                    <a:pt x="20532" y="4547"/>
                    <a:pt x="20507" y="4464"/>
                    <a:pt x="20491" y="4452"/>
                  </a:cubicBezTo>
                  <a:cubicBezTo>
                    <a:pt x="20472" y="4436"/>
                    <a:pt x="20427" y="4417"/>
                    <a:pt x="20410" y="4446"/>
                  </a:cubicBezTo>
                  <a:cubicBezTo>
                    <a:pt x="20397" y="4467"/>
                    <a:pt x="20395" y="4562"/>
                    <a:pt x="20385" y="4594"/>
                  </a:cubicBezTo>
                  <a:cubicBezTo>
                    <a:pt x="20376" y="4630"/>
                    <a:pt x="20350" y="4694"/>
                    <a:pt x="20334" y="4709"/>
                  </a:cubicBezTo>
                  <a:cubicBezTo>
                    <a:pt x="20311" y="4731"/>
                    <a:pt x="20257" y="4674"/>
                    <a:pt x="20235" y="4704"/>
                  </a:cubicBezTo>
                  <a:cubicBezTo>
                    <a:pt x="20214" y="4732"/>
                    <a:pt x="20202" y="4871"/>
                    <a:pt x="20183" y="4909"/>
                  </a:cubicBezTo>
                  <a:cubicBezTo>
                    <a:pt x="20161" y="4958"/>
                    <a:pt x="20098" y="4976"/>
                    <a:pt x="20073" y="5019"/>
                  </a:cubicBezTo>
                  <a:cubicBezTo>
                    <a:pt x="20046" y="5066"/>
                    <a:pt x="20002" y="5188"/>
                    <a:pt x="19986" y="5260"/>
                  </a:cubicBezTo>
                  <a:cubicBezTo>
                    <a:pt x="19965" y="5349"/>
                    <a:pt x="19945" y="5554"/>
                    <a:pt x="19934" y="5655"/>
                  </a:cubicBezTo>
                  <a:cubicBezTo>
                    <a:pt x="19926" y="5733"/>
                    <a:pt x="19921" y="5898"/>
                    <a:pt x="19907" y="5971"/>
                  </a:cubicBezTo>
                  <a:cubicBezTo>
                    <a:pt x="19895" y="6035"/>
                    <a:pt x="19858" y="6145"/>
                    <a:pt x="19837" y="6195"/>
                  </a:cubicBezTo>
                  <a:cubicBezTo>
                    <a:pt x="19818" y="6241"/>
                    <a:pt x="19771" y="6308"/>
                    <a:pt x="19749" y="6349"/>
                  </a:cubicBezTo>
                  <a:cubicBezTo>
                    <a:pt x="19727" y="6392"/>
                    <a:pt x="19691" y="6514"/>
                    <a:pt x="19664" y="6533"/>
                  </a:cubicBezTo>
                  <a:cubicBezTo>
                    <a:pt x="19641" y="6548"/>
                    <a:pt x="19593" y="6509"/>
                    <a:pt x="19570" y="6493"/>
                  </a:cubicBezTo>
                  <a:cubicBezTo>
                    <a:pt x="19558" y="6484"/>
                    <a:pt x="19533" y="6469"/>
                    <a:pt x="19525" y="6446"/>
                  </a:cubicBezTo>
                  <a:cubicBezTo>
                    <a:pt x="19509" y="6399"/>
                    <a:pt x="19499" y="6264"/>
                    <a:pt x="19503" y="6201"/>
                  </a:cubicBezTo>
                  <a:cubicBezTo>
                    <a:pt x="19505" y="6156"/>
                    <a:pt x="19530" y="6083"/>
                    <a:pt x="19534" y="6040"/>
                  </a:cubicBezTo>
                  <a:cubicBezTo>
                    <a:pt x="19537" y="6003"/>
                    <a:pt x="19540" y="5924"/>
                    <a:pt x="19534" y="5890"/>
                  </a:cubicBezTo>
                  <a:cubicBezTo>
                    <a:pt x="19525" y="5840"/>
                    <a:pt x="19485" y="5774"/>
                    <a:pt x="19465" y="5752"/>
                  </a:cubicBezTo>
                  <a:cubicBezTo>
                    <a:pt x="19445" y="5733"/>
                    <a:pt x="19400" y="5721"/>
                    <a:pt x="19379" y="5735"/>
                  </a:cubicBezTo>
                  <a:cubicBezTo>
                    <a:pt x="19354" y="5753"/>
                    <a:pt x="19315" y="5845"/>
                    <a:pt x="19296" y="5890"/>
                  </a:cubicBezTo>
                  <a:cubicBezTo>
                    <a:pt x="19274" y="5943"/>
                    <a:pt x="19241" y="6075"/>
                    <a:pt x="19220" y="6131"/>
                  </a:cubicBezTo>
                  <a:cubicBezTo>
                    <a:pt x="19201" y="6181"/>
                    <a:pt x="19162" y="6273"/>
                    <a:pt x="19141" y="6315"/>
                  </a:cubicBezTo>
                  <a:cubicBezTo>
                    <a:pt x="19130" y="6337"/>
                    <a:pt x="19104" y="6367"/>
                    <a:pt x="19096" y="6395"/>
                  </a:cubicBezTo>
                  <a:cubicBezTo>
                    <a:pt x="19087" y="6430"/>
                    <a:pt x="19078" y="6515"/>
                    <a:pt x="19080" y="6556"/>
                  </a:cubicBezTo>
                  <a:cubicBezTo>
                    <a:pt x="19082" y="6604"/>
                    <a:pt x="19117" y="6679"/>
                    <a:pt x="19116" y="6728"/>
                  </a:cubicBezTo>
                  <a:cubicBezTo>
                    <a:pt x="19115" y="6781"/>
                    <a:pt x="19078" y="6855"/>
                    <a:pt x="19071" y="6906"/>
                  </a:cubicBezTo>
                  <a:cubicBezTo>
                    <a:pt x="19065" y="6955"/>
                    <a:pt x="19080" y="7072"/>
                    <a:pt x="19067" y="7112"/>
                  </a:cubicBezTo>
                  <a:cubicBezTo>
                    <a:pt x="19052" y="7156"/>
                    <a:pt x="18997" y="7184"/>
                    <a:pt x="18977" y="7158"/>
                  </a:cubicBezTo>
                  <a:cubicBezTo>
                    <a:pt x="18963" y="7140"/>
                    <a:pt x="18960" y="7048"/>
                    <a:pt x="18950" y="7020"/>
                  </a:cubicBezTo>
                  <a:cubicBezTo>
                    <a:pt x="18942" y="6999"/>
                    <a:pt x="18922" y="6971"/>
                    <a:pt x="18912" y="6963"/>
                  </a:cubicBezTo>
                  <a:cubicBezTo>
                    <a:pt x="18893" y="6950"/>
                    <a:pt x="18852" y="6942"/>
                    <a:pt x="18835" y="6963"/>
                  </a:cubicBezTo>
                  <a:cubicBezTo>
                    <a:pt x="18805" y="7002"/>
                    <a:pt x="18753" y="7152"/>
                    <a:pt x="18752" y="7238"/>
                  </a:cubicBezTo>
                  <a:cubicBezTo>
                    <a:pt x="18752" y="7294"/>
                    <a:pt x="18791" y="7373"/>
                    <a:pt x="18802" y="7421"/>
                  </a:cubicBezTo>
                  <a:cubicBezTo>
                    <a:pt x="18812" y="7467"/>
                    <a:pt x="18835" y="7559"/>
                    <a:pt x="18835" y="7610"/>
                  </a:cubicBezTo>
                  <a:cubicBezTo>
                    <a:pt x="18836" y="7673"/>
                    <a:pt x="18802" y="7779"/>
                    <a:pt x="18800" y="7840"/>
                  </a:cubicBezTo>
                  <a:cubicBezTo>
                    <a:pt x="18798" y="7880"/>
                    <a:pt x="18815" y="7958"/>
                    <a:pt x="18811" y="7995"/>
                  </a:cubicBezTo>
                  <a:cubicBezTo>
                    <a:pt x="18805" y="8045"/>
                    <a:pt x="18763" y="8096"/>
                    <a:pt x="18752" y="8139"/>
                  </a:cubicBezTo>
                  <a:cubicBezTo>
                    <a:pt x="18738" y="8193"/>
                    <a:pt x="18727" y="8327"/>
                    <a:pt x="18714" y="8385"/>
                  </a:cubicBezTo>
                  <a:cubicBezTo>
                    <a:pt x="18705" y="8426"/>
                    <a:pt x="18684" y="8506"/>
                    <a:pt x="18669" y="8534"/>
                  </a:cubicBezTo>
                  <a:cubicBezTo>
                    <a:pt x="18655" y="8561"/>
                    <a:pt x="18623" y="8598"/>
                    <a:pt x="18606" y="8597"/>
                  </a:cubicBezTo>
                  <a:cubicBezTo>
                    <a:pt x="18585" y="8595"/>
                    <a:pt x="18549" y="8517"/>
                    <a:pt x="18528" y="8505"/>
                  </a:cubicBezTo>
                  <a:cubicBezTo>
                    <a:pt x="18505" y="8493"/>
                    <a:pt x="18456" y="8479"/>
                    <a:pt x="18436" y="8505"/>
                  </a:cubicBezTo>
                  <a:cubicBezTo>
                    <a:pt x="18422" y="8523"/>
                    <a:pt x="18410" y="8602"/>
                    <a:pt x="18399" y="8632"/>
                  </a:cubicBezTo>
                  <a:cubicBezTo>
                    <a:pt x="18378" y="8691"/>
                    <a:pt x="18329" y="8794"/>
                    <a:pt x="18303" y="8839"/>
                  </a:cubicBezTo>
                  <a:cubicBezTo>
                    <a:pt x="18283" y="8871"/>
                    <a:pt x="18235" y="8902"/>
                    <a:pt x="18220" y="8947"/>
                  </a:cubicBezTo>
                  <a:cubicBezTo>
                    <a:pt x="18204" y="8994"/>
                    <a:pt x="18207" y="9140"/>
                    <a:pt x="18188" y="9183"/>
                  </a:cubicBezTo>
                  <a:cubicBezTo>
                    <a:pt x="18164" y="9239"/>
                    <a:pt x="18092" y="9227"/>
                    <a:pt x="18062" y="9262"/>
                  </a:cubicBezTo>
                  <a:cubicBezTo>
                    <a:pt x="18046" y="9282"/>
                    <a:pt x="18014" y="9332"/>
                    <a:pt x="18004" y="9372"/>
                  </a:cubicBezTo>
                  <a:cubicBezTo>
                    <a:pt x="17992" y="9423"/>
                    <a:pt x="17995" y="9554"/>
                    <a:pt x="17986" y="9613"/>
                  </a:cubicBezTo>
                  <a:cubicBezTo>
                    <a:pt x="17977" y="9673"/>
                    <a:pt x="17949" y="9785"/>
                    <a:pt x="17932" y="9836"/>
                  </a:cubicBezTo>
                  <a:cubicBezTo>
                    <a:pt x="17922" y="9869"/>
                    <a:pt x="17900" y="9958"/>
                    <a:pt x="17883" y="9956"/>
                  </a:cubicBezTo>
                  <a:cubicBezTo>
                    <a:pt x="17870" y="9956"/>
                    <a:pt x="17860" y="9863"/>
                    <a:pt x="17847" y="9859"/>
                  </a:cubicBezTo>
                  <a:cubicBezTo>
                    <a:pt x="17825" y="9851"/>
                    <a:pt x="17786" y="9936"/>
                    <a:pt x="17771" y="9980"/>
                  </a:cubicBezTo>
                  <a:cubicBezTo>
                    <a:pt x="17755" y="10023"/>
                    <a:pt x="17741" y="10143"/>
                    <a:pt x="17728" y="10192"/>
                  </a:cubicBezTo>
                  <a:cubicBezTo>
                    <a:pt x="17711" y="10252"/>
                    <a:pt x="17672" y="10370"/>
                    <a:pt x="17647" y="10409"/>
                  </a:cubicBezTo>
                  <a:cubicBezTo>
                    <a:pt x="17629" y="10437"/>
                    <a:pt x="17583" y="10440"/>
                    <a:pt x="17566" y="10472"/>
                  </a:cubicBezTo>
                  <a:cubicBezTo>
                    <a:pt x="17543" y="10518"/>
                    <a:pt x="17518" y="10663"/>
                    <a:pt x="17501" y="10726"/>
                  </a:cubicBezTo>
                  <a:cubicBezTo>
                    <a:pt x="17487" y="10773"/>
                    <a:pt x="17464" y="10888"/>
                    <a:pt x="17443" y="10914"/>
                  </a:cubicBezTo>
                  <a:cubicBezTo>
                    <a:pt x="17413" y="10951"/>
                    <a:pt x="17342" y="10887"/>
                    <a:pt x="17310" y="10914"/>
                  </a:cubicBezTo>
                  <a:cubicBezTo>
                    <a:pt x="17287" y="10934"/>
                    <a:pt x="17255" y="11085"/>
                    <a:pt x="17231" y="11069"/>
                  </a:cubicBezTo>
                  <a:cubicBezTo>
                    <a:pt x="17220" y="11061"/>
                    <a:pt x="17220" y="10977"/>
                    <a:pt x="17211" y="10954"/>
                  </a:cubicBezTo>
                  <a:cubicBezTo>
                    <a:pt x="17200" y="10923"/>
                    <a:pt x="17170" y="10860"/>
                    <a:pt x="17153" y="10868"/>
                  </a:cubicBezTo>
                  <a:cubicBezTo>
                    <a:pt x="17133" y="10876"/>
                    <a:pt x="17118" y="10997"/>
                    <a:pt x="17101" y="11023"/>
                  </a:cubicBezTo>
                  <a:cubicBezTo>
                    <a:pt x="17085" y="11047"/>
                    <a:pt x="17044" y="11051"/>
                    <a:pt x="17025" y="11057"/>
                  </a:cubicBezTo>
                  <a:cubicBezTo>
                    <a:pt x="17003" y="11065"/>
                    <a:pt x="16957" y="11058"/>
                    <a:pt x="16935" y="11074"/>
                  </a:cubicBezTo>
                  <a:cubicBezTo>
                    <a:pt x="16909" y="11095"/>
                    <a:pt x="16866" y="11187"/>
                    <a:pt x="16840" y="11206"/>
                  </a:cubicBezTo>
                  <a:cubicBezTo>
                    <a:pt x="16815" y="11226"/>
                    <a:pt x="16758" y="11197"/>
                    <a:pt x="16735" y="11229"/>
                  </a:cubicBezTo>
                  <a:cubicBezTo>
                    <a:pt x="16712" y="11262"/>
                    <a:pt x="16686" y="11392"/>
                    <a:pt x="16670" y="11447"/>
                  </a:cubicBezTo>
                  <a:cubicBezTo>
                    <a:pt x="16656" y="11494"/>
                    <a:pt x="16635" y="11604"/>
                    <a:pt x="16616" y="11636"/>
                  </a:cubicBezTo>
                  <a:cubicBezTo>
                    <a:pt x="16600" y="11664"/>
                    <a:pt x="16560" y="11669"/>
                    <a:pt x="16542" y="11683"/>
                  </a:cubicBezTo>
                  <a:cubicBezTo>
                    <a:pt x="16528" y="11693"/>
                    <a:pt x="16497" y="11710"/>
                    <a:pt x="16486" y="11734"/>
                  </a:cubicBezTo>
                  <a:cubicBezTo>
                    <a:pt x="16472" y="11761"/>
                    <a:pt x="16455" y="11842"/>
                    <a:pt x="16450" y="11884"/>
                  </a:cubicBezTo>
                  <a:cubicBezTo>
                    <a:pt x="16442" y="11939"/>
                    <a:pt x="16453" y="12072"/>
                    <a:pt x="16438" y="12118"/>
                  </a:cubicBezTo>
                  <a:cubicBezTo>
                    <a:pt x="16427" y="12155"/>
                    <a:pt x="16385" y="12158"/>
                    <a:pt x="16369" y="12181"/>
                  </a:cubicBezTo>
                  <a:cubicBezTo>
                    <a:pt x="16352" y="12206"/>
                    <a:pt x="16321" y="12274"/>
                    <a:pt x="16308" y="12313"/>
                  </a:cubicBezTo>
                  <a:cubicBezTo>
                    <a:pt x="16286" y="12385"/>
                    <a:pt x="16259" y="12560"/>
                    <a:pt x="16241" y="12640"/>
                  </a:cubicBezTo>
                  <a:cubicBezTo>
                    <a:pt x="16231" y="12683"/>
                    <a:pt x="16202" y="12757"/>
                    <a:pt x="16200" y="12807"/>
                  </a:cubicBezTo>
                  <a:cubicBezTo>
                    <a:pt x="16199" y="12854"/>
                    <a:pt x="16228" y="12936"/>
                    <a:pt x="16230" y="12985"/>
                  </a:cubicBezTo>
                  <a:cubicBezTo>
                    <a:pt x="16231" y="13040"/>
                    <a:pt x="16217" y="13148"/>
                    <a:pt x="16210" y="13203"/>
                  </a:cubicBezTo>
                  <a:cubicBezTo>
                    <a:pt x="16204" y="13247"/>
                    <a:pt x="16182" y="13327"/>
                    <a:pt x="16180" y="13374"/>
                  </a:cubicBezTo>
                  <a:cubicBezTo>
                    <a:pt x="16179" y="13421"/>
                    <a:pt x="16189" y="13516"/>
                    <a:pt x="16198" y="13558"/>
                  </a:cubicBezTo>
                  <a:cubicBezTo>
                    <a:pt x="16207" y="13597"/>
                    <a:pt x="16246" y="13644"/>
                    <a:pt x="16248" y="13689"/>
                  </a:cubicBezTo>
                  <a:cubicBezTo>
                    <a:pt x="16250" y="13747"/>
                    <a:pt x="16216" y="13843"/>
                    <a:pt x="16200" y="13884"/>
                  </a:cubicBezTo>
                  <a:cubicBezTo>
                    <a:pt x="16190" y="13912"/>
                    <a:pt x="16161" y="13944"/>
                    <a:pt x="16151" y="13971"/>
                  </a:cubicBezTo>
                  <a:cubicBezTo>
                    <a:pt x="16135" y="14009"/>
                    <a:pt x="16115" y="14110"/>
                    <a:pt x="16099" y="14148"/>
                  </a:cubicBezTo>
                  <a:cubicBezTo>
                    <a:pt x="16086" y="14181"/>
                    <a:pt x="16056" y="14241"/>
                    <a:pt x="16039" y="14256"/>
                  </a:cubicBezTo>
                  <a:cubicBezTo>
                    <a:pt x="16012" y="14282"/>
                    <a:pt x="15954" y="14270"/>
                    <a:pt x="15926" y="14285"/>
                  </a:cubicBezTo>
                  <a:cubicBezTo>
                    <a:pt x="15907" y="14298"/>
                    <a:pt x="15872" y="14349"/>
                    <a:pt x="15852" y="14355"/>
                  </a:cubicBezTo>
                  <a:cubicBezTo>
                    <a:pt x="15833" y="14360"/>
                    <a:pt x="15790" y="14366"/>
                    <a:pt x="15776" y="14332"/>
                  </a:cubicBezTo>
                  <a:cubicBezTo>
                    <a:pt x="15764" y="14303"/>
                    <a:pt x="15778" y="14190"/>
                    <a:pt x="15765" y="14166"/>
                  </a:cubicBezTo>
                  <a:cubicBezTo>
                    <a:pt x="15746" y="14132"/>
                    <a:pt x="15691" y="14166"/>
                    <a:pt x="15675" y="14206"/>
                  </a:cubicBezTo>
                  <a:cubicBezTo>
                    <a:pt x="15659" y="14242"/>
                    <a:pt x="15667" y="14370"/>
                    <a:pt x="15657" y="14418"/>
                  </a:cubicBezTo>
                  <a:cubicBezTo>
                    <a:pt x="15645" y="14474"/>
                    <a:pt x="15587" y="14601"/>
                    <a:pt x="15587" y="14601"/>
                  </a:cubicBezTo>
                  <a:lnTo>
                    <a:pt x="15629" y="16630"/>
                  </a:lnTo>
                  <a:cubicBezTo>
                    <a:pt x="15563" y="16657"/>
                    <a:pt x="15503" y="16682"/>
                    <a:pt x="15454" y="16703"/>
                  </a:cubicBezTo>
                  <a:cubicBezTo>
                    <a:pt x="15246" y="16793"/>
                    <a:pt x="14829" y="16966"/>
                    <a:pt x="14621" y="17055"/>
                  </a:cubicBezTo>
                  <a:cubicBezTo>
                    <a:pt x="14266" y="17209"/>
                    <a:pt x="13557" y="17543"/>
                    <a:pt x="13202" y="17682"/>
                  </a:cubicBezTo>
                  <a:cubicBezTo>
                    <a:pt x="12966" y="17776"/>
                    <a:pt x="12534" y="17918"/>
                    <a:pt x="12229" y="18021"/>
                  </a:cubicBezTo>
                  <a:cubicBezTo>
                    <a:pt x="12165" y="18042"/>
                    <a:pt x="12107" y="18062"/>
                    <a:pt x="12057" y="18080"/>
                  </a:cubicBezTo>
                  <a:cubicBezTo>
                    <a:pt x="11639" y="18228"/>
                    <a:pt x="10803" y="18523"/>
                    <a:pt x="10386" y="18677"/>
                  </a:cubicBezTo>
                  <a:cubicBezTo>
                    <a:pt x="10076" y="18791"/>
                    <a:pt x="9456" y="19044"/>
                    <a:pt x="9146" y="19151"/>
                  </a:cubicBezTo>
                  <a:cubicBezTo>
                    <a:pt x="8877" y="19245"/>
                    <a:pt x="8337" y="19401"/>
                    <a:pt x="8068" y="19487"/>
                  </a:cubicBezTo>
                  <a:cubicBezTo>
                    <a:pt x="7782" y="19577"/>
                    <a:pt x="7210" y="19772"/>
                    <a:pt x="6924" y="19854"/>
                  </a:cubicBezTo>
                  <a:cubicBezTo>
                    <a:pt x="6677" y="19925"/>
                    <a:pt x="6182" y="20020"/>
                    <a:pt x="5935" y="20099"/>
                  </a:cubicBezTo>
                  <a:cubicBezTo>
                    <a:pt x="5798" y="20142"/>
                    <a:pt x="5532" y="20253"/>
                    <a:pt x="5380" y="20316"/>
                  </a:cubicBezTo>
                  <a:cubicBezTo>
                    <a:pt x="5371" y="20320"/>
                    <a:pt x="5362" y="20324"/>
                    <a:pt x="5354" y="20328"/>
                  </a:cubicBezTo>
                  <a:cubicBezTo>
                    <a:pt x="5245" y="20375"/>
                    <a:pt x="5027" y="20486"/>
                    <a:pt x="4917" y="20527"/>
                  </a:cubicBezTo>
                  <a:cubicBezTo>
                    <a:pt x="4644" y="20629"/>
                    <a:pt x="4094" y="20768"/>
                    <a:pt x="3821" y="20848"/>
                  </a:cubicBezTo>
                  <a:cubicBezTo>
                    <a:pt x="3549" y="20927"/>
                    <a:pt x="3007" y="21090"/>
                    <a:pt x="2737" y="21169"/>
                  </a:cubicBezTo>
                  <a:cubicBezTo>
                    <a:pt x="2440" y="21255"/>
                    <a:pt x="1847" y="21423"/>
                    <a:pt x="1550" y="21506"/>
                  </a:cubicBezTo>
                  <a:cubicBezTo>
                    <a:pt x="1246" y="21591"/>
                    <a:pt x="532" y="21260"/>
                    <a:pt x="96" y="21388"/>
                  </a:cubicBezTo>
                  <a:cubicBezTo>
                    <a:pt x="101" y="21352"/>
                    <a:pt x="104" y="21318"/>
                    <a:pt x="105" y="21291"/>
                  </a:cubicBezTo>
                  <a:cubicBezTo>
                    <a:pt x="109" y="21208"/>
                    <a:pt x="87" y="21037"/>
                    <a:pt x="94" y="20956"/>
                  </a:cubicBezTo>
                  <a:cubicBezTo>
                    <a:pt x="100" y="20893"/>
                    <a:pt x="125" y="20772"/>
                    <a:pt x="147" y="20742"/>
                  </a:cubicBezTo>
                  <a:cubicBezTo>
                    <a:pt x="165" y="20715"/>
                    <a:pt x="211" y="20725"/>
                    <a:pt x="231" y="20742"/>
                  </a:cubicBezTo>
                  <a:cubicBezTo>
                    <a:pt x="248" y="20755"/>
                    <a:pt x="271" y="20837"/>
                    <a:pt x="289" y="20845"/>
                  </a:cubicBezTo>
                  <a:cubicBezTo>
                    <a:pt x="310" y="20852"/>
                    <a:pt x="355" y="20815"/>
                    <a:pt x="370" y="20776"/>
                  </a:cubicBezTo>
                  <a:cubicBezTo>
                    <a:pt x="384" y="20737"/>
                    <a:pt x="400" y="20622"/>
                    <a:pt x="393" y="20573"/>
                  </a:cubicBezTo>
                  <a:cubicBezTo>
                    <a:pt x="387" y="20537"/>
                    <a:pt x="356" y="20504"/>
                    <a:pt x="341" y="20492"/>
                  </a:cubicBezTo>
                  <a:cubicBezTo>
                    <a:pt x="323" y="20477"/>
                    <a:pt x="280" y="20500"/>
                    <a:pt x="264" y="20474"/>
                  </a:cubicBezTo>
                  <a:cubicBezTo>
                    <a:pt x="249" y="20449"/>
                    <a:pt x="229" y="20365"/>
                    <a:pt x="229" y="20320"/>
                  </a:cubicBezTo>
                  <a:cubicBezTo>
                    <a:pt x="230" y="20275"/>
                    <a:pt x="258" y="20205"/>
                    <a:pt x="268" y="20167"/>
                  </a:cubicBezTo>
                  <a:cubicBezTo>
                    <a:pt x="278" y="20131"/>
                    <a:pt x="308" y="20070"/>
                    <a:pt x="311" y="20026"/>
                  </a:cubicBezTo>
                  <a:cubicBezTo>
                    <a:pt x="316" y="19966"/>
                    <a:pt x="299" y="19842"/>
                    <a:pt x="285" y="19794"/>
                  </a:cubicBezTo>
                  <a:cubicBezTo>
                    <a:pt x="276" y="19762"/>
                    <a:pt x="249" y="19712"/>
                    <a:pt x="234" y="19708"/>
                  </a:cubicBezTo>
                  <a:cubicBezTo>
                    <a:pt x="215" y="19705"/>
                    <a:pt x="183" y="19788"/>
                    <a:pt x="163" y="19789"/>
                  </a:cubicBezTo>
                  <a:cubicBezTo>
                    <a:pt x="142" y="19789"/>
                    <a:pt x="101" y="19742"/>
                    <a:pt x="85" y="19705"/>
                  </a:cubicBezTo>
                  <a:cubicBezTo>
                    <a:pt x="70" y="19669"/>
                    <a:pt x="51" y="19567"/>
                    <a:pt x="50" y="19514"/>
                  </a:cubicBezTo>
                  <a:cubicBezTo>
                    <a:pt x="48" y="19471"/>
                    <a:pt x="56" y="19376"/>
                    <a:pt x="69" y="19349"/>
                  </a:cubicBezTo>
                  <a:cubicBezTo>
                    <a:pt x="90" y="19304"/>
                    <a:pt x="155" y="19351"/>
                    <a:pt x="178" y="19315"/>
                  </a:cubicBezTo>
                  <a:cubicBezTo>
                    <a:pt x="192" y="19294"/>
                    <a:pt x="212" y="19220"/>
                    <a:pt x="216" y="19181"/>
                  </a:cubicBezTo>
                  <a:cubicBezTo>
                    <a:pt x="221" y="19131"/>
                    <a:pt x="200" y="19027"/>
                    <a:pt x="205" y="18979"/>
                  </a:cubicBezTo>
                  <a:cubicBezTo>
                    <a:pt x="209" y="18937"/>
                    <a:pt x="239" y="18881"/>
                    <a:pt x="244" y="18841"/>
                  </a:cubicBezTo>
                  <a:cubicBezTo>
                    <a:pt x="250" y="18796"/>
                    <a:pt x="253" y="18698"/>
                    <a:pt x="247" y="18653"/>
                  </a:cubicBezTo>
                  <a:cubicBezTo>
                    <a:pt x="241" y="18608"/>
                    <a:pt x="208" y="18547"/>
                    <a:pt x="196" y="18509"/>
                  </a:cubicBezTo>
                  <a:cubicBezTo>
                    <a:pt x="187" y="18479"/>
                    <a:pt x="178" y="18398"/>
                    <a:pt x="165" y="18382"/>
                  </a:cubicBezTo>
                  <a:cubicBezTo>
                    <a:pt x="152" y="18366"/>
                    <a:pt x="120" y="18374"/>
                    <a:pt x="108" y="18393"/>
                  </a:cubicBezTo>
                  <a:cubicBezTo>
                    <a:pt x="98" y="18410"/>
                    <a:pt x="85" y="18469"/>
                    <a:pt x="87" y="18497"/>
                  </a:cubicBezTo>
                  <a:cubicBezTo>
                    <a:pt x="89" y="18538"/>
                    <a:pt x="125" y="18582"/>
                    <a:pt x="127" y="18623"/>
                  </a:cubicBezTo>
                  <a:cubicBezTo>
                    <a:pt x="130" y="18667"/>
                    <a:pt x="113" y="18760"/>
                    <a:pt x="99" y="18784"/>
                  </a:cubicBezTo>
                  <a:cubicBezTo>
                    <a:pt x="82" y="18811"/>
                    <a:pt x="35" y="18814"/>
                    <a:pt x="20" y="18784"/>
                  </a:cubicBezTo>
                  <a:cubicBezTo>
                    <a:pt x="6" y="18757"/>
                    <a:pt x="3" y="18659"/>
                    <a:pt x="2" y="18615"/>
                  </a:cubicBezTo>
                  <a:cubicBezTo>
                    <a:pt x="-1" y="18549"/>
                    <a:pt x="-2" y="18410"/>
                    <a:pt x="11" y="18352"/>
                  </a:cubicBezTo>
                  <a:cubicBezTo>
                    <a:pt x="20" y="18310"/>
                    <a:pt x="58" y="18270"/>
                    <a:pt x="70" y="18233"/>
                  </a:cubicBezTo>
                  <a:cubicBezTo>
                    <a:pt x="81" y="18202"/>
                    <a:pt x="97" y="18131"/>
                    <a:pt x="102" y="18092"/>
                  </a:cubicBezTo>
                  <a:cubicBezTo>
                    <a:pt x="107" y="18047"/>
                    <a:pt x="99" y="17947"/>
                    <a:pt x="106" y="17905"/>
                  </a:cubicBezTo>
                  <a:cubicBezTo>
                    <a:pt x="113" y="17869"/>
                    <a:pt x="135" y="17809"/>
                    <a:pt x="150" y="17794"/>
                  </a:cubicBezTo>
                  <a:cubicBezTo>
                    <a:pt x="167" y="17776"/>
                    <a:pt x="206" y="17773"/>
                    <a:pt x="222" y="17794"/>
                  </a:cubicBezTo>
                  <a:cubicBezTo>
                    <a:pt x="233" y="17808"/>
                    <a:pt x="250" y="17866"/>
                    <a:pt x="253" y="17898"/>
                  </a:cubicBezTo>
                  <a:cubicBezTo>
                    <a:pt x="258" y="17937"/>
                    <a:pt x="245" y="18023"/>
                    <a:pt x="247" y="18064"/>
                  </a:cubicBezTo>
                  <a:cubicBezTo>
                    <a:pt x="250" y="18125"/>
                    <a:pt x="261" y="18247"/>
                    <a:pt x="277" y="18291"/>
                  </a:cubicBezTo>
                  <a:cubicBezTo>
                    <a:pt x="287" y="18317"/>
                    <a:pt x="316" y="18350"/>
                    <a:pt x="330" y="18344"/>
                  </a:cubicBezTo>
                  <a:cubicBezTo>
                    <a:pt x="347" y="18336"/>
                    <a:pt x="372" y="18258"/>
                    <a:pt x="382" y="18221"/>
                  </a:cubicBezTo>
                  <a:cubicBezTo>
                    <a:pt x="396" y="18172"/>
                    <a:pt x="421" y="18058"/>
                    <a:pt x="423" y="17996"/>
                  </a:cubicBezTo>
                  <a:cubicBezTo>
                    <a:pt x="423" y="17943"/>
                    <a:pt x="410" y="17831"/>
                    <a:pt x="396" y="17790"/>
                  </a:cubicBezTo>
                  <a:cubicBezTo>
                    <a:pt x="382" y="17750"/>
                    <a:pt x="335" y="17734"/>
                    <a:pt x="321" y="17694"/>
                  </a:cubicBezTo>
                  <a:cubicBezTo>
                    <a:pt x="303" y="17644"/>
                    <a:pt x="285" y="17511"/>
                    <a:pt x="285" y="17445"/>
                  </a:cubicBezTo>
                  <a:cubicBezTo>
                    <a:pt x="285" y="17372"/>
                    <a:pt x="306" y="17226"/>
                    <a:pt x="325" y="17171"/>
                  </a:cubicBezTo>
                  <a:cubicBezTo>
                    <a:pt x="340" y="17125"/>
                    <a:pt x="383" y="17064"/>
                    <a:pt x="406" y="17052"/>
                  </a:cubicBezTo>
                  <a:cubicBezTo>
                    <a:pt x="421" y="17044"/>
                    <a:pt x="451" y="17052"/>
                    <a:pt x="464" y="17067"/>
                  </a:cubicBezTo>
                  <a:cubicBezTo>
                    <a:pt x="476" y="17081"/>
                    <a:pt x="497" y="17129"/>
                    <a:pt x="503" y="17159"/>
                  </a:cubicBezTo>
                  <a:cubicBezTo>
                    <a:pt x="512" y="17203"/>
                    <a:pt x="504" y="17316"/>
                    <a:pt x="515" y="17358"/>
                  </a:cubicBezTo>
                  <a:cubicBezTo>
                    <a:pt x="526" y="17397"/>
                    <a:pt x="562" y="17442"/>
                    <a:pt x="580" y="17453"/>
                  </a:cubicBezTo>
                  <a:cubicBezTo>
                    <a:pt x="594" y="17462"/>
                    <a:pt x="625" y="17464"/>
                    <a:pt x="638" y="17445"/>
                  </a:cubicBezTo>
                  <a:cubicBezTo>
                    <a:pt x="652" y="17426"/>
                    <a:pt x="671" y="17348"/>
                    <a:pt x="675" y="17307"/>
                  </a:cubicBezTo>
                  <a:cubicBezTo>
                    <a:pt x="682" y="17251"/>
                    <a:pt x="688" y="17120"/>
                    <a:pt x="675" y="17071"/>
                  </a:cubicBezTo>
                  <a:cubicBezTo>
                    <a:pt x="667" y="17039"/>
                    <a:pt x="635" y="17014"/>
                    <a:pt x="620" y="17006"/>
                  </a:cubicBezTo>
                  <a:cubicBezTo>
                    <a:pt x="605" y="16999"/>
                    <a:pt x="573" y="17028"/>
                    <a:pt x="560" y="17010"/>
                  </a:cubicBezTo>
                  <a:cubicBezTo>
                    <a:pt x="544" y="16988"/>
                    <a:pt x="521" y="16900"/>
                    <a:pt x="520" y="16853"/>
                  </a:cubicBezTo>
                  <a:cubicBezTo>
                    <a:pt x="519" y="16788"/>
                    <a:pt x="551" y="16666"/>
                    <a:pt x="569" y="16620"/>
                  </a:cubicBezTo>
                  <a:cubicBezTo>
                    <a:pt x="589" y="16571"/>
                    <a:pt x="645" y="16531"/>
                    <a:pt x="669" y="16497"/>
                  </a:cubicBezTo>
                  <a:cubicBezTo>
                    <a:pt x="691" y="16468"/>
                    <a:pt x="738" y="16420"/>
                    <a:pt x="751" y="16367"/>
                  </a:cubicBezTo>
                  <a:cubicBezTo>
                    <a:pt x="760" y="16323"/>
                    <a:pt x="760" y="16213"/>
                    <a:pt x="753" y="16164"/>
                  </a:cubicBezTo>
                  <a:cubicBezTo>
                    <a:pt x="749" y="16129"/>
                    <a:pt x="730" y="16054"/>
                    <a:pt x="716" y="16050"/>
                  </a:cubicBezTo>
                  <a:cubicBezTo>
                    <a:pt x="706" y="16048"/>
                    <a:pt x="693" y="16093"/>
                    <a:pt x="688" y="16111"/>
                  </a:cubicBezTo>
                  <a:cubicBezTo>
                    <a:pt x="678" y="16142"/>
                    <a:pt x="669" y="16229"/>
                    <a:pt x="656" y="16249"/>
                  </a:cubicBezTo>
                  <a:cubicBezTo>
                    <a:pt x="639" y="16276"/>
                    <a:pt x="595" y="16273"/>
                    <a:pt x="577" y="16257"/>
                  </a:cubicBezTo>
                  <a:cubicBezTo>
                    <a:pt x="555" y="16238"/>
                    <a:pt x="522" y="16150"/>
                    <a:pt x="506" y="16108"/>
                  </a:cubicBezTo>
                  <a:cubicBezTo>
                    <a:pt x="491" y="16066"/>
                    <a:pt x="463" y="15976"/>
                    <a:pt x="455" y="15924"/>
                  </a:cubicBezTo>
                  <a:cubicBezTo>
                    <a:pt x="445" y="15860"/>
                    <a:pt x="435" y="15718"/>
                    <a:pt x="442" y="15653"/>
                  </a:cubicBezTo>
                  <a:cubicBezTo>
                    <a:pt x="450" y="15575"/>
                    <a:pt x="498" y="15459"/>
                    <a:pt x="521" y="15404"/>
                  </a:cubicBezTo>
                  <a:cubicBezTo>
                    <a:pt x="538" y="15367"/>
                    <a:pt x="571" y="15272"/>
                    <a:pt x="593" y="15278"/>
                  </a:cubicBezTo>
                  <a:cubicBezTo>
                    <a:pt x="616" y="15285"/>
                    <a:pt x="632" y="15443"/>
                    <a:pt x="654" y="15454"/>
                  </a:cubicBezTo>
                  <a:cubicBezTo>
                    <a:pt x="674" y="15463"/>
                    <a:pt x="706" y="15380"/>
                    <a:pt x="725" y="15366"/>
                  </a:cubicBezTo>
                  <a:cubicBezTo>
                    <a:pt x="744" y="15351"/>
                    <a:pt x="786" y="15358"/>
                    <a:pt x="804" y="15340"/>
                  </a:cubicBezTo>
                  <a:cubicBezTo>
                    <a:pt x="825" y="15319"/>
                    <a:pt x="866" y="15260"/>
                    <a:pt x="875" y="15209"/>
                  </a:cubicBezTo>
                  <a:cubicBezTo>
                    <a:pt x="884" y="15156"/>
                    <a:pt x="858" y="15035"/>
                    <a:pt x="864" y="14980"/>
                  </a:cubicBezTo>
                  <a:cubicBezTo>
                    <a:pt x="868" y="14943"/>
                    <a:pt x="887" y="14877"/>
                    <a:pt x="900" y="14857"/>
                  </a:cubicBezTo>
                  <a:cubicBezTo>
                    <a:pt x="917" y="14833"/>
                    <a:pt x="956" y="14836"/>
                    <a:pt x="975" y="14831"/>
                  </a:cubicBezTo>
                  <a:cubicBezTo>
                    <a:pt x="990" y="14826"/>
                    <a:pt x="1021" y="14830"/>
                    <a:pt x="1035" y="14815"/>
                  </a:cubicBezTo>
                  <a:cubicBezTo>
                    <a:pt x="1052" y="14798"/>
                    <a:pt x="1084" y="14742"/>
                    <a:pt x="1093" y="14701"/>
                  </a:cubicBezTo>
                  <a:cubicBezTo>
                    <a:pt x="1103" y="14656"/>
                    <a:pt x="1112" y="14543"/>
                    <a:pt x="1102" y="14498"/>
                  </a:cubicBezTo>
                  <a:cubicBezTo>
                    <a:pt x="1092" y="14449"/>
                    <a:pt x="1044" y="14413"/>
                    <a:pt x="1023" y="14402"/>
                  </a:cubicBezTo>
                  <a:cubicBezTo>
                    <a:pt x="1003" y="14393"/>
                    <a:pt x="963" y="14427"/>
                    <a:pt x="944" y="14414"/>
                  </a:cubicBezTo>
                  <a:cubicBezTo>
                    <a:pt x="930" y="14405"/>
                    <a:pt x="903" y="14369"/>
                    <a:pt x="897" y="14338"/>
                  </a:cubicBezTo>
                  <a:cubicBezTo>
                    <a:pt x="889" y="14295"/>
                    <a:pt x="897" y="14197"/>
                    <a:pt x="903" y="14155"/>
                  </a:cubicBezTo>
                  <a:cubicBezTo>
                    <a:pt x="910" y="14106"/>
                    <a:pt x="931" y="14015"/>
                    <a:pt x="948" y="13990"/>
                  </a:cubicBezTo>
                  <a:cubicBezTo>
                    <a:pt x="967" y="13962"/>
                    <a:pt x="1014" y="13965"/>
                    <a:pt x="1036" y="13967"/>
                  </a:cubicBezTo>
                  <a:cubicBezTo>
                    <a:pt x="1058" y="13968"/>
                    <a:pt x="1103" y="13975"/>
                    <a:pt x="1122" y="14001"/>
                  </a:cubicBezTo>
                  <a:cubicBezTo>
                    <a:pt x="1137" y="14020"/>
                    <a:pt x="1150" y="14117"/>
                    <a:pt x="1167" y="14124"/>
                  </a:cubicBezTo>
                  <a:cubicBezTo>
                    <a:pt x="1179" y="14129"/>
                    <a:pt x="1205" y="14089"/>
                    <a:pt x="1211" y="14062"/>
                  </a:cubicBezTo>
                  <a:cubicBezTo>
                    <a:pt x="1223" y="14020"/>
                    <a:pt x="1224" y="13909"/>
                    <a:pt x="1219" y="13859"/>
                  </a:cubicBezTo>
                  <a:cubicBezTo>
                    <a:pt x="1214" y="13813"/>
                    <a:pt x="1192" y="13727"/>
                    <a:pt x="1177" y="13699"/>
                  </a:cubicBezTo>
                  <a:cubicBezTo>
                    <a:pt x="1155" y="13657"/>
                    <a:pt x="1093" y="13660"/>
                    <a:pt x="1070" y="13623"/>
                  </a:cubicBezTo>
                  <a:cubicBezTo>
                    <a:pt x="1049" y="13591"/>
                    <a:pt x="1015" y="13498"/>
                    <a:pt x="1005" y="13443"/>
                  </a:cubicBezTo>
                  <a:cubicBezTo>
                    <a:pt x="994" y="13384"/>
                    <a:pt x="983" y="13246"/>
                    <a:pt x="990" y="13183"/>
                  </a:cubicBezTo>
                  <a:cubicBezTo>
                    <a:pt x="991" y="13172"/>
                    <a:pt x="994" y="13161"/>
                    <a:pt x="997" y="13149"/>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45" name="Shape 4727"/>
            <p:cNvSpPr/>
            <p:nvPr/>
          </p:nvSpPr>
          <p:spPr>
            <a:xfrm>
              <a:off x="6811474" y="3359713"/>
              <a:ext cx="1707688" cy="666624"/>
            </a:xfrm>
            <a:custGeom>
              <a:avLst/>
              <a:gdLst/>
              <a:ahLst/>
              <a:cxnLst>
                <a:cxn ang="0">
                  <a:pos x="wd2" y="hd2"/>
                </a:cxn>
                <a:cxn ang="5400000">
                  <a:pos x="wd2" y="hd2"/>
                </a:cxn>
                <a:cxn ang="10800000">
                  <a:pos x="wd2" y="hd2"/>
                </a:cxn>
                <a:cxn ang="16200000">
                  <a:pos x="wd2" y="hd2"/>
                </a:cxn>
              </a:cxnLst>
              <a:rect l="0" t="0" r="r" b="b"/>
              <a:pathLst>
                <a:path w="21596" h="21520" extrusionOk="0">
                  <a:moveTo>
                    <a:pt x="997" y="13149"/>
                  </a:moveTo>
                  <a:cubicBezTo>
                    <a:pt x="1015" y="13090"/>
                    <a:pt x="1056" y="13026"/>
                    <a:pt x="1066" y="12973"/>
                  </a:cubicBezTo>
                  <a:cubicBezTo>
                    <a:pt x="1079" y="12910"/>
                    <a:pt x="1088" y="12767"/>
                    <a:pt x="1089" y="12697"/>
                  </a:cubicBezTo>
                  <a:cubicBezTo>
                    <a:pt x="1090" y="12631"/>
                    <a:pt x="1069" y="12492"/>
                    <a:pt x="1078" y="12431"/>
                  </a:cubicBezTo>
                  <a:cubicBezTo>
                    <a:pt x="1084" y="12393"/>
                    <a:pt x="1112" y="12350"/>
                    <a:pt x="1125" y="12327"/>
                  </a:cubicBezTo>
                  <a:cubicBezTo>
                    <a:pt x="1154" y="12271"/>
                    <a:pt x="1227" y="12203"/>
                    <a:pt x="1250" y="12131"/>
                  </a:cubicBezTo>
                  <a:cubicBezTo>
                    <a:pt x="1268" y="12080"/>
                    <a:pt x="1294" y="11948"/>
                    <a:pt x="1291" y="11880"/>
                  </a:cubicBezTo>
                  <a:cubicBezTo>
                    <a:pt x="1289" y="11801"/>
                    <a:pt x="1248" y="11666"/>
                    <a:pt x="1225" y="11615"/>
                  </a:cubicBezTo>
                  <a:cubicBezTo>
                    <a:pt x="1207" y="11576"/>
                    <a:pt x="1159" y="11540"/>
                    <a:pt x="1137" y="11520"/>
                  </a:cubicBezTo>
                  <a:cubicBezTo>
                    <a:pt x="1105" y="11493"/>
                    <a:pt x="1038" y="11471"/>
                    <a:pt x="1008" y="11432"/>
                  </a:cubicBezTo>
                  <a:cubicBezTo>
                    <a:pt x="984" y="11401"/>
                    <a:pt x="937" y="11322"/>
                    <a:pt x="926" y="11260"/>
                  </a:cubicBezTo>
                  <a:cubicBezTo>
                    <a:pt x="918" y="11218"/>
                    <a:pt x="916" y="11114"/>
                    <a:pt x="927" y="11077"/>
                  </a:cubicBezTo>
                  <a:cubicBezTo>
                    <a:pt x="941" y="11030"/>
                    <a:pt x="992" y="11015"/>
                    <a:pt x="1014" y="11007"/>
                  </a:cubicBezTo>
                  <a:cubicBezTo>
                    <a:pt x="1035" y="11001"/>
                    <a:pt x="1079" y="10999"/>
                    <a:pt x="1099" y="11015"/>
                  </a:cubicBezTo>
                  <a:cubicBezTo>
                    <a:pt x="1120" y="11031"/>
                    <a:pt x="1152" y="11118"/>
                    <a:pt x="1173" y="11130"/>
                  </a:cubicBezTo>
                  <a:cubicBezTo>
                    <a:pt x="1196" y="11143"/>
                    <a:pt x="1245" y="11125"/>
                    <a:pt x="1267" y="11104"/>
                  </a:cubicBezTo>
                  <a:cubicBezTo>
                    <a:pt x="1289" y="11083"/>
                    <a:pt x="1327" y="11014"/>
                    <a:pt x="1342" y="10970"/>
                  </a:cubicBezTo>
                  <a:cubicBezTo>
                    <a:pt x="1357" y="10922"/>
                    <a:pt x="1389" y="10804"/>
                    <a:pt x="1382" y="10744"/>
                  </a:cubicBezTo>
                  <a:cubicBezTo>
                    <a:pt x="1376" y="10684"/>
                    <a:pt x="1324" y="10625"/>
                    <a:pt x="1302" y="10606"/>
                  </a:cubicBezTo>
                  <a:cubicBezTo>
                    <a:pt x="1277" y="10587"/>
                    <a:pt x="1223" y="10621"/>
                    <a:pt x="1198" y="10602"/>
                  </a:cubicBezTo>
                  <a:cubicBezTo>
                    <a:pt x="1182" y="10591"/>
                    <a:pt x="1150" y="10549"/>
                    <a:pt x="1140" y="10515"/>
                  </a:cubicBezTo>
                  <a:cubicBezTo>
                    <a:pt x="1129" y="10481"/>
                    <a:pt x="1116" y="10394"/>
                    <a:pt x="1120" y="10355"/>
                  </a:cubicBezTo>
                  <a:cubicBezTo>
                    <a:pt x="1125" y="10303"/>
                    <a:pt x="1159" y="10225"/>
                    <a:pt x="1179" y="10209"/>
                  </a:cubicBezTo>
                  <a:cubicBezTo>
                    <a:pt x="1214" y="10180"/>
                    <a:pt x="1289" y="10291"/>
                    <a:pt x="1324" y="10262"/>
                  </a:cubicBezTo>
                  <a:cubicBezTo>
                    <a:pt x="1338" y="10251"/>
                    <a:pt x="1359" y="10188"/>
                    <a:pt x="1368" y="10156"/>
                  </a:cubicBezTo>
                  <a:cubicBezTo>
                    <a:pt x="1383" y="10089"/>
                    <a:pt x="1410" y="9935"/>
                    <a:pt x="1404" y="9861"/>
                  </a:cubicBezTo>
                  <a:cubicBezTo>
                    <a:pt x="1398" y="9799"/>
                    <a:pt x="1348" y="9730"/>
                    <a:pt x="1335" y="9677"/>
                  </a:cubicBezTo>
                  <a:cubicBezTo>
                    <a:pt x="1324" y="9634"/>
                    <a:pt x="1305" y="9534"/>
                    <a:pt x="1304" y="9482"/>
                  </a:cubicBezTo>
                  <a:cubicBezTo>
                    <a:pt x="1304" y="9443"/>
                    <a:pt x="1319" y="9372"/>
                    <a:pt x="1322" y="9333"/>
                  </a:cubicBezTo>
                  <a:cubicBezTo>
                    <a:pt x="1327" y="9288"/>
                    <a:pt x="1337" y="9196"/>
                    <a:pt x="1336" y="9149"/>
                  </a:cubicBezTo>
                  <a:cubicBezTo>
                    <a:pt x="1334" y="9094"/>
                    <a:pt x="1315" y="8993"/>
                    <a:pt x="1304" y="8943"/>
                  </a:cubicBezTo>
                  <a:cubicBezTo>
                    <a:pt x="1294" y="8890"/>
                    <a:pt x="1267" y="8789"/>
                    <a:pt x="1252" y="8744"/>
                  </a:cubicBezTo>
                  <a:cubicBezTo>
                    <a:pt x="1237" y="8699"/>
                    <a:pt x="1193" y="8637"/>
                    <a:pt x="1182" y="8583"/>
                  </a:cubicBezTo>
                  <a:cubicBezTo>
                    <a:pt x="1172" y="8537"/>
                    <a:pt x="1165" y="8426"/>
                    <a:pt x="1170" y="8373"/>
                  </a:cubicBezTo>
                  <a:cubicBezTo>
                    <a:pt x="1175" y="8318"/>
                    <a:pt x="1204" y="8221"/>
                    <a:pt x="1222" y="8186"/>
                  </a:cubicBezTo>
                  <a:cubicBezTo>
                    <a:pt x="1235" y="8162"/>
                    <a:pt x="1265" y="8135"/>
                    <a:pt x="1281" y="8129"/>
                  </a:cubicBezTo>
                  <a:cubicBezTo>
                    <a:pt x="1300" y="8121"/>
                    <a:pt x="1342" y="8127"/>
                    <a:pt x="1361" y="8140"/>
                  </a:cubicBezTo>
                  <a:cubicBezTo>
                    <a:pt x="1382" y="8156"/>
                    <a:pt x="1423" y="8205"/>
                    <a:pt x="1438" y="8248"/>
                  </a:cubicBezTo>
                  <a:cubicBezTo>
                    <a:pt x="1448" y="8278"/>
                    <a:pt x="1461" y="8359"/>
                    <a:pt x="1463" y="8400"/>
                  </a:cubicBezTo>
                  <a:cubicBezTo>
                    <a:pt x="1467" y="8456"/>
                    <a:pt x="1463" y="8570"/>
                    <a:pt x="1457" y="8627"/>
                  </a:cubicBezTo>
                  <a:cubicBezTo>
                    <a:pt x="1453" y="8665"/>
                    <a:pt x="1439" y="8738"/>
                    <a:pt x="1432" y="8775"/>
                  </a:cubicBezTo>
                  <a:cubicBezTo>
                    <a:pt x="1426" y="8805"/>
                    <a:pt x="1409" y="8857"/>
                    <a:pt x="1407" y="8890"/>
                  </a:cubicBezTo>
                  <a:cubicBezTo>
                    <a:pt x="1404" y="8925"/>
                    <a:pt x="1410" y="8999"/>
                    <a:pt x="1415" y="9031"/>
                  </a:cubicBezTo>
                  <a:cubicBezTo>
                    <a:pt x="1425" y="9087"/>
                    <a:pt x="1451" y="9205"/>
                    <a:pt x="1474" y="9222"/>
                  </a:cubicBezTo>
                  <a:cubicBezTo>
                    <a:pt x="1486" y="9232"/>
                    <a:pt x="1511" y="9198"/>
                    <a:pt x="1522" y="9179"/>
                  </a:cubicBezTo>
                  <a:cubicBezTo>
                    <a:pt x="1543" y="9147"/>
                    <a:pt x="1581" y="9061"/>
                    <a:pt x="1594" y="9005"/>
                  </a:cubicBezTo>
                  <a:cubicBezTo>
                    <a:pt x="1602" y="8965"/>
                    <a:pt x="1607" y="8889"/>
                    <a:pt x="1611" y="8827"/>
                  </a:cubicBezTo>
                  <a:cubicBezTo>
                    <a:pt x="1718" y="8757"/>
                    <a:pt x="1971" y="8597"/>
                    <a:pt x="2071" y="8553"/>
                  </a:cubicBezTo>
                  <a:cubicBezTo>
                    <a:pt x="2549" y="8346"/>
                    <a:pt x="3516" y="8172"/>
                    <a:pt x="3997" y="8033"/>
                  </a:cubicBezTo>
                  <a:cubicBezTo>
                    <a:pt x="4225" y="7968"/>
                    <a:pt x="4680" y="7825"/>
                    <a:pt x="4908" y="7754"/>
                  </a:cubicBezTo>
                  <a:cubicBezTo>
                    <a:pt x="4972" y="7735"/>
                    <a:pt x="5164" y="7674"/>
                    <a:pt x="5164" y="7674"/>
                  </a:cubicBezTo>
                  <a:lnTo>
                    <a:pt x="5164" y="7192"/>
                  </a:lnTo>
                  <a:lnTo>
                    <a:pt x="5025" y="6172"/>
                  </a:lnTo>
                  <a:lnTo>
                    <a:pt x="5617" y="6172"/>
                  </a:lnTo>
                  <a:lnTo>
                    <a:pt x="5617" y="6446"/>
                  </a:lnTo>
                  <a:cubicBezTo>
                    <a:pt x="5617" y="6446"/>
                    <a:pt x="5923" y="6255"/>
                    <a:pt x="6026" y="6206"/>
                  </a:cubicBezTo>
                  <a:cubicBezTo>
                    <a:pt x="6249" y="6098"/>
                    <a:pt x="6701" y="5960"/>
                    <a:pt x="6925" y="5873"/>
                  </a:cubicBezTo>
                  <a:cubicBezTo>
                    <a:pt x="7296" y="5731"/>
                    <a:pt x="8038" y="5443"/>
                    <a:pt x="8408" y="5288"/>
                  </a:cubicBezTo>
                  <a:cubicBezTo>
                    <a:pt x="8519" y="5243"/>
                    <a:pt x="8745" y="5006"/>
                    <a:pt x="8852" y="5093"/>
                  </a:cubicBezTo>
                  <a:cubicBezTo>
                    <a:pt x="8867" y="5106"/>
                    <a:pt x="8882" y="5194"/>
                    <a:pt x="8897" y="5208"/>
                  </a:cubicBezTo>
                  <a:cubicBezTo>
                    <a:pt x="8919" y="5227"/>
                    <a:pt x="8966" y="5207"/>
                    <a:pt x="8987" y="5185"/>
                  </a:cubicBezTo>
                  <a:cubicBezTo>
                    <a:pt x="9018" y="5154"/>
                    <a:pt x="9060" y="5008"/>
                    <a:pt x="9090" y="4978"/>
                  </a:cubicBezTo>
                  <a:cubicBezTo>
                    <a:pt x="9425" y="4646"/>
                    <a:pt x="10166" y="4778"/>
                    <a:pt x="10524" y="4692"/>
                  </a:cubicBezTo>
                  <a:cubicBezTo>
                    <a:pt x="10788" y="4628"/>
                    <a:pt x="11317" y="4497"/>
                    <a:pt x="11580" y="4394"/>
                  </a:cubicBezTo>
                  <a:cubicBezTo>
                    <a:pt x="11671" y="4358"/>
                    <a:pt x="11852" y="4254"/>
                    <a:pt x="11943" y="4210"/>
                  </a:cubicBezTo>
                  <a:cubicBezTo>
                    <a:pt x="12042" y="4163"/>
                    <a:pt x="12240" y="4068"/>
                    <a:pt x="12339" y="4027"/>
                  </a:cubicBezTo>
                  <a:cubicBezTo>
                    <a:pt x="12491" y="3964"/>
                    <a:pt x="12796" y="3847"/>
                    <a:pt x="12950" y="3809"/>
                  </a:cubicBezTo>
                  <a:cubicBezTo>
                    <a:pt x="13102" y="3770"/>
                    <a:pt x="13408" y="3753"/>
                    <a:pt x="13561" y="3718"/>
                  </a:cubicBezTo>
                  <a:cubicBezTo>
                    <a:pt x="13719" y="3679"/>
                    <a:pt x="14033" y="3564"/>
                    <a:pt x="14190" y="3511"/>
                  </a:cubicBezTo>
                  <a:cubicBezTo>
                    <a:pt x="14389" y="3442"/>
                    <a:pt x="14787" y="3301"/>
                    <a:pt x="14985" y="3224"/>
                  </a:cubicBezTo>
                  <a:cubicBezTo>
                    <a:pt x="15155" y="3158"/>
                    <a:pt x="15494" y="3003"/>
                    <a:pt x="15664" y="2938"/>
                  </a:cubicBezTo>
                  <a:cubicBezTo>
                    <a:pt x="15809" y="2881"/>
                    <a:pt x="16102" y="2793"/>
                    <a:pt x="16248" y="2730"/>
                  </a:cubicBezTo>
                  <a:cubicBezTo>
                    <a:pt x="16277" y="2718"/>
                    <a:pt x="16339" y="2711"/>
                    <a:pt x="16365" y="2674"/>
                  </a:cubicBezTo>
                  <a:cubicBezTo>
                    <a:pt x="16384" y="2645"/>
                    <a:pt x="16405" y="2568"/>
                    <a:pt x="16425" y="2498"/>
                  </a:cubicBezTo>
                  <a:lnTo>
                    <a:pt x="17541" y="2053"/>
                  </a:lnTo>
                  <a:cubicBezTo>
                    <a:pt x="17541" y="2053"/>
                    <a:pt x="18786" y="1538"/>
                    <a:pt x="19199" y="1343"/>
                  </a:cubicBezTo>
                  <a:cubicBezTo>
                    <a:pt x="19556" y="1175"/>
                    <a:pt x="20268" y="793"/>
                    <a:pt x="20623" y="609"/>
                  </a:cubicBezTo>
                  <a:cubicBezTo>
                    <a:pt x="20678" y="581"/>
                    <a:pt x="20796" y="571"/>
                    <a:pt x="20843" y="495"/>
                  </a:cubicBezTo>
                  <a:cubicBezTo>
                    <a:pt x="20864" y="462"/>
                    <a:pt x="20884" y="340"/>
                    <a:pt x="20902" y="299"/>
                  </a:cubicBezTo>
                  <a:cubicBezTo>
                    <a:pt x="20925" y="249"/>
                    <a:pt x="20977" y="170"/>
                    <a:pt x="21005" y="150"/>
                  </a:cubicBezTo>
                  <a:cubicBezTo>
                    <a:pt x="21039" y="128"/>
                    <a:pt x="21110" y="159"/>
                    <a:pt x="21145" y="150"/>
                  </a:cubicBezTo>
                  <a:cubicBezTo>
                    <a:pt x="21190" y="139"/>
                    <a:pt x="21274" y="136"/>
                    <a:pt x="21319" y="107"/>
                  </a:cubicBezTo>
                  <a:cubicBezTo>
                    <a:pt x="21356" y="83"/>
                    <a:pt x="21433" y="27"/>
                    <a:pt x="21472" y="10"/>
                  </a:cubicBezTo>
                  <a:cubicBezTo>
                    <a:pt x="21493" y="0"/>
                    <a:pt x="21518" y="-9"/>
                    <a:pt x="21537" y="18"/>
                  </a:cubicBezTo>
                  <a:cubicBezTo>
                    <a:pt x="21552" y="40"/>
                    <a:pt x="21574" y="67"/>
                    <a:pt x="21588" y="91"/>
                  </a:cubicBezTo>
                  <a:cubicBezTo>
                    <a:pt x="21573" y="159"/>
                    <a:pt x="21557" y="239"/>
                    <a:pt x="21552" y="282"/>
                  </a:cubicBezTo>
                  <a:cubicBezTo>
                    <a:pt x="21545" y="331"/>
                    <a:pt x="21544" y="433"/>
                    <a:pt x="21542" y="483"/>
                  </a:cubicBezTo>
                  <a:cubicBezTo>
                    <a:pt x="21540" y="546"/>
                    <a:pt x="21532" y="673"/>
                    <a:pt x="21535" y="735"/>
                  </a:cubicBezTo>
                  <a:cubicBezTo>
                    <a:pt x="21539" y="791"/>
                    <a:pt x="21562" y="892"/>
                    <a:pt x="21567" y="948"/>
                  </a:cubicBezTo>
                  <a:cubicBezTo>
                    <a:pt x="21573" y="1013"/>
                    <a:pt x="21582" y="1151"/>
                    <a:pt x="21576" y="1217"/>
                  </a:cubicBezTo>
                  <a:cubicBezTo>
                    <a:pt x="21573" y="1257"/>
                    <a:pt x="21547" y="1319"/>
                    <a:pt x="21545" y="1361"/>
                  </a:cubicBezTo>
                  <a:cubicBezTo>
                    <a:pt x="21541" y="1422"/>
                    <a:pt x="21568" y="1544"/>
                    <a:pt x="21565" y="1607"/>
                  </a:cubicBezTo>
                  <a:cubicBezTo>
                    <a:pt x="21561" y="1665"/>
                    <a:pt x="21519" y="1754"/>
                    <a:pt x="21520" y="1813"/>
                  </a:cubicBezTo>
                  <a:cubicBezTo>
                    <a:pt x="21520" y="1864"/>
                    <a:pt x="21554" y="1939"/>
                    <a:pt x="21563" y="1986"/>
                  </a:cubicBezTo>
                  <a:cubicBezTo>
                    <a:pt x="21573" y="2040"/>
                    <a:pt x="21591" y="2154"/>
                    <a:pt x="21594" y="2215"/>
                  </a:cubicBezTo>
                  <a:cubicBezTo>
                    <a:pt x="21596" y="2256"/>
                    <a:pt x="21598" y="2349"/>
                    <a:pt x="21587" y="2381"/>
                  </a:cubicBezTo>
                  <a:cubicBezTo>
                    <a:pt x="21576" y="2413"/>
                    <a:pt x="21539" y="2426"/>
                    <a:pt x="21522" y="2422"/>
                  </a:cubicBezTo>
                  <a:cubicBezTo>
                    <a:pt x="21498" y="2414"/>
                    <a:pt x="21459" y="2335"/>
                    <a:pt x="21437" y="2312"/>
                  </a:cubicBezTo>
                  <a:cubicBezTo>
                    <a:pt x="21425" y="2300"/>
                    <a:pt x="21400" y="2269"/>
                    <a:pt x="21387" y="2272"/>
                  </a:cubicBezTo>
                  <a:cubicBezTo>
                    <a:pt x="21366" y="2278"/>
                    <a:pt x="21332" y="2349"/>
                    <a:pt x="21316" y="2381"/>
                  </a:cubicBezTo>
                  <a:cubicBezTo>
                    <a:pt x="21296" y="2418"/>
                    <a:pt x="21258" y="2498"/>
                    <a:pt x="21244" y="2547"/>
                  </a:cubicBezTo>
                  <a:cubicBezTo>
                    <a:pt x="21230" y="2593"/>
                    <a:pt x="21220" y="2709"/>
                    <a:pt x="21203" y="2748"/>
                  </a:cubicBezTo>
                  <a:cubicBezTo>
                    <a:pt x="21191" y="2775"/>
                    <a:pt x="21155" y="2780"/>
                    <a:pt x="21145" y="2811"/>
                  </a:cubicBezTo>
                  <a:cubicBezTo>
                    <a:pt x="21123" y="2874"/>
                    <a:pt x="21118" y="3053"/>
                    <a:pt x="21108" y="3133"/>
                  </a:cubicBezTo>
                  <a:cubicBezTo>
                    <a:pt x="21093" y="3266"/>
                    <a:pt x="21054" y="3530"/>
                    <a:pt x="21042" y="3665"/>
                  </a:cubicBezTo>
                  <a:cubicBezTo>
                    <a:pt x="21032" y="3771"/>
                    <a:pt x="21028" y="3992"/>
                    <a:pt x="21015" y="4095"/>
                  </a:cubicBezTo>
                  <a:cubicBezTo>
                    <a:pt x="21005" y="4172"/>
                    <a:pt x="20978" y="4323"/>
                    <a:pt x="20956" y="4382"/>
                  </a:cubicBezTo>
                  <a:cubicBezTo>
                    <a:pt x="20945" y="4411"/>
                    <a:pt x="20915" y="4438"/>
                    <a:pt x="20902" y="4463"/>
                  </a:cubicBezTo>
                  <a:cubicBezTo>
                    <a:pt x="20885" y="4496"/>
                    <a:pt x="20858" y="4583"/>
                    <a:pt x="20841" y="4617"/>
                  </a:cubicBezTo>
                  <a:cubicBezTo>
                    <a:pt x="20820" y="4662"/>
                    <a:pt x="20774" y="4753"/>
                    <a:pt x="20747" y="4766"/>
                  </a:cubicBezTo>
                  <a:cubicBezTo>
                    <a:pt x="20728" y="4776"/>
                    <a:pt x="20686" y="4773"/>
                    <a:pt x="20673" y="4738"/>
                  </a:cubicBezTo>
                  <a:cubicBezTo>
                    <a:pt x="20657" y="4697"/>
                    <a:pt x="20675" y="4556"/>
                    <a:pt x="20662" y="4508"/>
                  </a:cubicBezTo>
                  <a:cubicBezTo>
                    <a:pt x="20652" y="4472"/>
                    <a:pt x="20616" y="4422"/>
                    <a:pt x="20599" y="4428"/>
                  </a:cubicBezTo>
                  <a:cubicBezTo>
                    <a:pt x="20582" y="4434"/>
                    <a:pt x="20566" y="4539"/>
                    <a:pt x="20550" y="4543"/>
                  </a:cubicBezTo>
                  <a:cubicBezTo>
                    <a:pt x="20532" y="4547"/>
                    <a:pt x="20507" y="4464"/>
                    <a:pt x="20491" y="4452"/>
                  </a:cubicBezTo>
                  <a:cubicBezTo>
                    <a:pt x="20472" y="4436"/>
                    <a:pt x="20427" y="4417"/>
                    <a:pt x="20410" y="4446"/>
                  </a:cubicBezTo>
                  <a:cubicBezTo>
                    <a:pt x="20397" y="4467"/>
                    <a:pt x="20395" y="4562"/>
                    <a:pt x="20385" y="4594"/>
                  </a:cubicBezTo>
                  <a:cubicBezTo>
                    <a:pt x="20376" y="4630"/>
                    <a:pt x="20350" y="4694"/>
                    <a:pt x="20334" y="4709"/>
                  </a:cubicBezTo>
                  <a:cubicBezTo>
                    <a:pt x="20311" y="4731"/>
                    <a:pt x="20257" y="4674"/>
                    <a:pt x="20235" y="4704"/>
                  </a:cubicBezTo>
                  <a:cubicBezTo>
                    <a:pt x="20214" y="4732"/>
                    <a:pt x="20202" y="4871"/>
                    <a:pt x="20183" y="4909"/>
                  </a:cubicBezTo>
                  <a:cubicBezTo>
                    <a:pt x="20161" y="4958"/>
                    <a:pt x="20098" y="4976"/>
                    <a:pt x="20073" y="5019"/>
                  </a:cubicBezTo>
                  <a:cubicBezTo>
                    <a:pt x="20046" y="5066"/>
                    <a:pt x="20002" y="5188"/>
                    <a:pt x="19986" y="5260"/>
                  </a:cubicBezTo>
                  <a:cubicBezTo>
                    <a:pt x="19965" y="5349"/>
                    <a:pt x="19945" y="5554"/>
                    <a:pt x="19934" y="5655"/>
                  </a:cubicBezTo>
                  <a:cubicBezTo>
                    <a:pt x="19926" y="5733"/>
                    <a:pt x="19921" y="5898"/>
                    <a:pt x="19907" y="5971"/>
                  </a:cubicBezTo>
                  <a:cubicBezTo>
                    <a:pt x="19895" y="6035"/>
                    <a:pt x="19858" y="6145"/>
                    <a:pt x="19837" y="6195"/>
                  </a:cubicBezTo>
                  <a:cubicBezTo>
                    <a:pt x="19818" y="6241"/>
                    <a:pt x="19771" y="6308"/>
                    <a:pt x="19749" y="6349"/>
                  </a:cubicBezTo>
                  <a:cubicBezTo>
                    <a:pt x="19727" y="6392"/>
                    <a:pt x="19691" y="6514"/>
                    <a:pt x="19664" y="6533"/>
                  </a:cubicBezTo>
                  <a:cubicBezTo>
                    <a:pt x="19641" y="6549"/>
                    <a:pt x="19593" y="6509"/>
                    <a:pt x="19570" y="6493"/>
                  </a:cubicBezTo>
                  <a:cubicBezTo>
                    <a:pt x="19558" y="6484"/>
                    <a:pt x="19533" y="6469"/>
                    <a:pt x="19525" y="6446"/>
                  </a:cubicBezTo>
                  <a:cubicBezTo>
                    <a:pt x="19509" y="6399"/>
                    <a:pt x="19499" y="6264"/>
                    <a:pt x="19503" y="6201"/>
                  </a:cubicBezTo>
                  <a:cubicBezTo>
                    <a:pt x="19505" y="6156"/>
                    <a:pt x="19530" y="6083"/>
                    <a:pt x="19534" y="6040"/>
                  </a:cubicBezTo>
                  <a:cubicBezTo>
                    <a:pt x="19537" y="6003"/>
                    <a:pt x="19540" y="5924"/>
                    <a:pt x="19534" y="5890"/>
                  </a:cubicBezTo>
                  <a:cubicBezTo>
                    <a:pt x="19525" y="5840"/>
                    <a:pt x="19485" y="5774"/>
                    <a:pt x="19465" y="5752"/>
                  </a:cubicBezTo>
                  <a:cubicBezTo>
                    <a:pt x="19445" y="5733"/>
                    <a:pt x="19400" y="5721"/>
                    <a:pt x="19379" y="5735"/>
                  </a:cubicBezTo>
                  <a:cubicBezTo>
                    <a:pt x="19354" y="5753"/>
                    <a:pt x="19315" y="5845"/>
                    <a:pt x="19296" y="5890"/>
                  </a:cubicBezTo>
                  <a:cubicBezTo>
                    <a:pt x="19274" y="5943"/>
                    <a:pt x="19241" y="6075"/>
                    <a:pt x="19220" y="6131"/>
                  </a:cubicBezTo>
                  <a:cubicBezTo>
                    <a:pt x="19201" y="6181"/>
                    <a:pt x="19162" y="6273"/>
                    <a:pt x="19141" y="6315"/>
                  </a:cubicBezTo>
                  <a:cubicBezTo>
                    <a:pt x="19130" y="6337"/>
                    <a:pt x="19104" y="6367"/>
                    <a:pt x="19096" y="6395"/>
                  </a:cubicBezTo>
                  <a:cubicBezTo>
                    <a:pt x="19087" y="6430"/>
                    <a:pt x="19078" y="6515"/>
                    <a:pt x="19080" y="6556"/>
                  </a:cubicBezTo>
                  <a:cubicBezTo>
                    <a:pt x="19082" y="6604"/>
                    <a:pt x="19117" y="6679"/>
                    <a:pt x="19116" y="6728"/>
                  </a:cubicBezTo>
                  <a:cubicBezTo>
                    <a:pt x="19115" y="6781"/>
                    <a:pt x="19078" y="6855"/>
                    <a:pt x="19071" y="6906"/>
                  </a:cubicBezTo>
                  <a:cubicBezTo>
                    <a:pt x="19065" y="6955"/>
                    <a:pt x="19080" y="7072"/>
                    <a:pt x="19067" y="7112"/>
                  </a:cubicBezTo>
                  <a:cubicBezTo>
                    <a:pt x="19052" y="7156"/>
                    <a:pt x="18997" y="7184"/>
                    <a:pt x="18977" y="7158"/>
                  </a:cubicBezTo>
                  <a:cubicBezTo>
                    <a:pt x="18963" y="7141"/>
                    <a:pt x="18960" y="7048"/>
                    <a:pt x="18950" y="7020"/>
                  </a:cubicBezTo>
                  <a:cubicBezTo>
                    <a:pt x="18942" y="6999"/>
                    <a:pt x="18922" y="6971"/>
                    <a:pt x="18912" y="6963"/>
                  </a:cubicBezTo>
                  <a:cubicBezTo>
                    <a:pt x="18893" y="6950"/>
                    <a:pt x="18852" y="6942"/>
                    <a:pt x="18835" y="6963"/>
                  </a:cubicBezTo>
                  <a:cubicBezTo>
                    <a:pt x="18805" y="7002"/>
                    <a:pt x="18753" y="7152"/>
                    <a:pt x="18752" y="7238"/>
                  </a:cubicBezTo>
                  <a:cubicBezTo>
                    <a:pt x="18752" y="7294"/>
                    <a:pt x="18791" y="7373"/>
                    <a:pt x="18802" y="7421"/>
                  </a:cubicBezTo>
                  <a:cubicBezTo>
                    <a:pt x="18812" y="7467"/>
                    <a:pt x="18835" y="7559"/>
                    <a:pt x="18835" y="7610"/>
                  </a:cubicBezTo>
                  <a:cubicBezTo>
                    <a:pt x="18836" y="7673"/>
                    <a:pt x="18802" y="7779"/>
                    <a:pt x="18800" y="7840"/>
                  </a:cubicBezTo>
                  <a:cubicBezTo>
                    <a:pt x="18798" y="7880"/>
                    <a:pt x="18815" y="7958"/>
                    <a:pt x="18811" y="7995"/>
                  </a:cubicBezTo>
                  <a:cubicBezTo>
                    <a:pt x="18805" y="8045"/>
                    <a:pt x="18763" y="8096"/>
                    <a:pt x="18752" y="8139"/>
                  </a:cubicBezTo>
                  <a:cubicBezTo>
                    <a:pt x="18738" y="8193"/>
                    <a:pt x="18727" y="8327"/>
                    <a:pt x="18714" y="8385"/>
                  </a:cubicBezTo>
                  <a:cubicBezTo>
                    <a:pt x="18705" y="8426"/>
                    <a:pt x="18684" y="8506"/>
                    <a:pt x="18669" y="8534"/>
                  </a:cubicBezTo>
                  <a:cubicBezTo>
                    <a:pt x="18655" y="8561"/>
                    <a:pt x="18623" y="8598"/>
                    <a:pt x="18606" y="8597"/>
                  </a:cubicBezTo>
                  <a:cubicBezTo>
                    <a:pt x="18585" y="8595"/>
                    <a:pt x="18549" y="8517"/>
                    <a:pt x="18528" y="8505"/>
                  </a:cubicBezTo>
                  <a:cubicBezTo>
                    <a:pt x="18505" y="8493"/>
                    <a:pt x="18456" y="8479"/>
                    <a:pt x="18436" y="8505"/>
                  </a:cubicBezTo>
                  <a:cubicBezTo>
                    <a:pt x="18422" y="8523"/>
                    <a:pt x="18410" y="8602"/>
                    <a:pt x="18399" y="8632"/>
                  </a:cubicBezTo>
                  <a:cubicBezTo>
                    <a:pt x="18378" y="8691"/>
                    <a:pt x="18329" y="8794"/>
                    <a:pt x="18303" y="8839"/>
                  </a:cubicBezTo>
                  <a:cubicBezTo>
                    <a:pt x="18283" y="8871"/>
                    <a:pt x="18235" y="8902"/>
                    <a:pt x="18220" y="8947"/>
                  </a:cubicBezTo>
                  <a:cubicBezTo>
                    <a:pt x="18204" y="8994"/>
                    <a:pt x="18207" y="9140"/>
                    <a:pt x="18188" y="9183"/>
                  </a:cubicBezTo>
                  <a:cubicBezTo>
                    <a:pt x="18164" y="9239"/>
                    <a:pt x="18092" y="9227"/>
                    <a:pt x="18062" y="9262"/>
                  </a:cubicBezTo>
                  <a:cubicBezTo>
                    <a:pt x="18046" y="9282"/>
                    <a:pt x="18014" y="9332"/>
                    <a:pt x="18004" y="9372"/>
                  </a:cubicBezTo>
                  <a:cubicBezTo>
                    <a:pt x="17992" y="9424"/>
                    <a:pt x="17995" y="9554"/>
                    <a:pt x="17986" y="9613"/>
                  </a:cubicBezTo>
                  <a:cubicBezTo>
                    <a:pt x="17977" y="9673"/>
                    <a:pt x="17949" y="9785"/>
                    <a:pt x="17932" y="9836"/>
                  </a:cubicBezTo>
                  <a:cubicBezTo>
                    <a:pt x="17922" y="9869"/>
                    <a:pt x="17900" y="9958"/>
                    <a:pt x="17883" y="9956"/>
                  </a:cubicBezTo>
                  <a:cubicBezTo>
                    <a:pt x="17870" y="9956"/>
                    <a:pt x="17860" y="9863"/>
                    <a:pt x="17847" y="9859"/>
                  </a:cubicBezTo>
                  <a:cubicBezTo>
                    <a:pt x="17825" y="9851"/>
                    <a:pt x="17786" y="9936"/>
                    <a:pt x="17771" y="9980"/>
                  </a:cubicBezTo>
                  <a:cubicBezTo>
                    <a:pt x="17755" y="10023"/>
                    <a:pt x="17741" y="10143"/>
                    <a:pt x="17728" y="10192"/>
                  </a:cubicBezTo>
                  <a:cubicBezTo>
                    <a:pt x="17711" y="10252"/>
                    <a:pt x="17672" y="10370"/>
                    <a:pt x="17647" y="10409"/>
                  </a:cubicBezTo>
                  <a:cubicBezTo>
                    <a:pt x="17629" y="10437"/>
                    <a:pt x="17583" y="10440"/>
                    <a:pt x="17566" y="10472"/>
                  </a:cubicBezTo>
                  <a:cubicBezTo>
                    <a:pt x="17543" y="10518"/>
                    <a:pt x="17518" y="10663"/>
                    <a:pt x="17501" y="10726"/>
                  </a:cubicBezTo>
                  <a:cubicBezTo>
                    <a:pt x="17487" y="10773"/>
                    <a:pt x="17464" y="10888"/>
                    <a:pt x="17443" y="10914"/>
                  </a:cubicBezTo>
                  <a:cubicBezTo>
                    <a:pt x="17413" y="10951"/>
                    <a:pt x="17342" y="10887"/>
                    <a:pt x="17310" y="10914"/>
                  </a:cubicBezTo>
                  <a:cubicBezTo>
                    <a:pt x="17287" y="10934"/>
                    <a:pt x="17255" y="11085"/>
                    <a:pt x="17231" y="11069"/>
                  </a:cubicBezTo>
                  <a:cubicBezTo>
                    <a:pt x="17220" y="11061"/>
                    <a:pt x="17220" y="10977"/>
                    <a:pt x="17211" y="10954"/>
                  </a:cubicBezTo>
                  <a:cubicBezTo>
                    <a:pt x="17200" y="10923"/>
                    <a:pt x="17170" y="10860"/>
                    <a:pt x="17153" y="10868"/>
                  </a:cubicBezTo>
                  <a:cubicBezTo>
                    <a:pt x="17133" y="10876"/>
                    <a:pt x="17118" y="10997"/>
                    <a:pt x="17101" y="11023"/>
                  </a:cubicBezTo>
                  <a:cubicBezTo>
                    <a:pt x="17085" y="11047"/>
                    <a:pt x="17044" y="11051"/>
                    <a:pt x="17025" y="11057"/>
                  </a:cubicBezTo>
                  <a:cubicBezTo>
                    <a:pt x="17003" y="11065"/>
                    <a:pt x="16957" y="11058"/>
                    <a:pt x="16935" y="11074"/>
                  </a:cubicBezTo>
                  <a:cubicBezTo>
                    <a:pt x="16909" y="11095"/>
                    <a:pt x="16866" y="11187"/>
                    <a:pt x="16840" y="11206"/>
                  </a:cubicBezTo>
                  <a:cubicBezTo>
                    <a:pt x="16815" y="11226"/>
                    <a:pt x="16758" y="11197"/>
                    <a:pt x="16735" y="11229"/>
                  </a:cubicBezTo>
                  <a:cubicBezTo>
                    <a:pt x="16712" y="11262"/>
                    <a:pt x="16686" y="11392"/>
                    <a:pt x="16670" y="11447"/>
                  </a:cubicBezTo>
                  <a:cubicBezTo>
                    <a:pt x="16656" y="11494"/>
                    <a:pt x="16635" y="11604"/>
                    <a:pt x="16616" y="11636"/>
                  </a:cubicBezTo>
                  <a:cubicBezTo>
                    <a:pt x="16600" y="11664"/>
                    <a:pt x="16560" y="11669"/>
                    <a:pt x="16542" y="11683"/>
                  </a:cubicBezTo>
                  <a:cubicBezTo>
                    <a:pt x="16528" y="11694"/>
                    <a:pt x="16497" y="11710"/>
                    <a:pt x="16486" y="11734"/>
                  </a:cubicBezTo>
                  <a:cubicBezTo>
                    <a:pt x="16472" y="11761"/>
                    <a:pt x="16455" y="11842"/>
                    <a:pt x="16450" y="11884"/>
                  </a:cubicBezTo>
                  <a:cubicBezTo>
                    <a:pt x="16442" y="11939"/>
                    <a:pt x="16453" y="12072"/>
                    <a:pt x="16438" y="12118"/>
                  </a:cubicBezTo>
                  <a:cubicBezTo>
                    <a:pt x="16427" y="12155"/>
                    <a:pt x="16385" y="12158"/>
                    <a:pt x="16369" y="12181"/>
                  </a:cubicBezTo>
                  <a:cubicBezTo>
                    <a:pt x="16352" y="12206"/>
                    <a:pt x="16321" y="12274"/>
                    <a:pt x="16308" y="12313"/>
                  </a:cubicBezTo>
                  <a:cubicBezTo>
                    <a:pt x="16286" y="12385"/>
                    <a:pt x="16259" y="12560"/>
                    <a:pt x="16241" y="12640"/>
                  </a:cubicBezTo>
                  <a:cubicBezTo>
                    <a:pt x="16231" y="12683"/>
                    <a:pt x="16202" y="12757"/>
                    <a:pt x="16200" y="12807"/>
                  </a:cubicBezTo>
                  <a:cubicBezTo>
                    <a:pt x="16199" y="12854"/>
                    <a:pt x="16228" y="12936"/>
                    <a:pt x="16230" y="12985"/>
                  </a:cubicBezTo>
                  <a:cubicBezTo>
                    <a:pt x="16231" y="13040"/>
                    <a:pt x="16217" y="13148"/>
                    <a:pt x="16210" y="13203"/>
                  </a:cubicBezTo>
                  <a:cubicBezTo>
                    <a:pt x="16204" y="13247"/>
                    <a:pt x="16182" y="13327"/>
                    <a:pt x="16180" y="13374"/>
                  </a:cubicBezTo>
                  <a:cubicBezTo>
                    <a:pt x="16179" y="13421"/>
                    <a:pt x="16189" y="13516"/>
                    <a:pt x="16198" y="13558"/>
                  </a:cubicBezTo>
                  <a:cubicBezTo>
                    <a:pt x="16207" y="13597"/>
                    <a:pt x="16246" y="13644"/>
                    <a:pt x="16248" y="13689"/>
                  </a:cubicBezTo>
                  <a:cubicBezTo>
                    <a:pt x="16250" y="13747"/>
                    <a:pt x="16216" y="13843"/>
                    <a:pt x="16200" y="13884"/>
                  </a:cubicBezTo>
                  <a:cubicBezTo>
                    <a:pt x="16190" y="13912"/>
                    <a:pt x="16161" y="13944"/>
                    <a:pt x="16151" y="13971"/>
                  </a:cubicBezTo>
                  <a:cubicBezTo>
                    <a:pt x="16135" y="14009"/>
                    <a:pt x="16115" y="14110"/>
                    <a:pt x="16099" y="14148"/>
                  </a:cubicBezTo>
                  <a:cubicBezTo>
                    <a:pt x="16086" y="14181"/>
                    <a:pt x="16056" y="14241"/>
                    <a:pt x="16039" y="14256"/>
                  </a:cubicBezTo>
                  <a:cubicBezTo>
                    <a:pt x="16012" y="14282"/>
                    <a:pt x="15954" y="14270"/>
                    <a:pt x="15926" y="14285"/>
                  </a:cubicBezTo>
                  <a:cubicBezTo>
                    <a:pt x="15907" y="14298"/>
                    <a:pt x="15872" y="14349"/>
                    <a:pt x="15852" y="14355"/>
                  </a:cubicBezTo>
                  <a:cubicBezTo>
                    <a:pt x="15833" y="14360"/>
                    <a:pt x="15790" y="14366"/>
                    <a:pt x="15776" y="14332"/>
                  </a:cubicBezTo>
                  <a:cubicBezTo>
                    <a:pt x="15764" y="14303"/>
                    <a:pt x="15778" y="14190"/>
                    <a:pt x="15765" y="14166"/>
                  </a:cubicBezTo>
                  <a:cubicBezTo>
                    <a:pt x="15746" y="14132"/>
                    <a:pt x="15691" y="14166"/>
                    <a:pt x="15675" y="14206"/>
                  </a:cubicBezTo>
                  <a:cubicBezTo>
                    <a:pt x="15659" y="14242"/>
                    <a:pt x="15667" y="14370"/>
                    <a:pt x="15657" y="14418"/>
                  </a:cubicBezTo>
                  <a:cubicBezTo>
                    <a:pt x="15645" y="14474"/>
                    <a:pt x="15587" y="14601"/>
                    <a:pt x="15587" y="14601"/>
                  </a:cubicBezTo>
                  <a:lnTo>
                    <a:pt x="15629" y="16630"/>
                  </a:lnTo>
                  <a:cubicBezTo>
                    <a:pt x="15563" y="16657"/>
                    <a:pt x="15503" y="16682"/>
                    <a:pt x="15454" y="16703"/>
                  </a:cubicBezTo>
                  <a:cubicBezTo>
                    <a:pt x="15246" y="16793"/>
                    <a:pt x="14829" y="16966"/>
                    <a:pt x="14621" y="17055"/>
                  </a:cubicBezTo>
                  <a:cubicBezTo>
                    <a:pt x="14266" y="17209"/>
                    <a:pt x="13557" y="17543"/>
                    <a:pt x="13202" y="17682"/>
                  </a:cubicBezTo>
                  <a:cubicBezTo>
                    <a:pt x="12966" y="17776"/>
                    <a:pt x="12534" y="17918"/>
                    <a:pt x="12229" y="18021"/>
                  </a:cubicBezTo>
                  <a:cubicBezTo>
                    <a:pt x="12165" y="18042"/>
                    <a:pt x="12107" y="18062"/>
                    <a:pt x="12057" y="18080"/>
                  </a:cubicBezTo>
                  <a:cubicBezTo>
                    <a:pt x="11639" y="18228"/>
                    <a:pt x="10803" y="18523"/>
                    <a:pt x="10386" y="18677"/>
                  </a:cubicBezTo>
                  <a:cubicBezTo>
                    <a:pt x="10076" y="18791"/>
                    <a:pt x="9456" y="19044"/>
                    <a:pt x="9146" y="19151"/>
                  </a:cubicBezTo>
                  <a:cubicBezTo>
                    <a:pt x="8877" y="19245"/>
                    <a:pt x="8337" y="19401"/>
                    <a:pt x="8068" y="19487"/>
                  </a:cubicBezTo>
                  <a:cubicBezTo>
                    <a:pt x="7782" y="19577"/>
                    <a:pt x="7210" y="19772"/>
                    <a:pt x="6924" y="19854"/>
                  </a:cubicBezTo>
                  <a:cubicBezTo>
                    <a:pt x="6677" y="19925"/>
                    <a:pt x="6182" y="20020"/>
                    <a:pt x="5935" y="20099"/>
                  </a:cubicBezTo>
                  <a:cubicBezTo>
                    <a:pt x="5798" y="20142"/>
                    <a:pt x="5532" y="20253"/>
                    <a:pt x="5380" y="20316"/>
                  </a:cubicBezTo>
                  <a:cubicBezTo>
                    <a:pt x="5371" y="20320"/>
                    <a:pt x="5362" y="20324"/>
                    <a:pt x="5354" y="20328"/>
                  </a:cubicBezTo>
                  <a:cubicBezTo>
                    <a:pt x="5245" y="20375"/>
                    <a:pt x="5027" y="20486"/>
                    <a:pt x="4917" y="20527"/>
                  </a:cubicBezTo>
                  <a:cubicBezTo>
                    <a:pt x="4644" y="20629"/>
                    <a:pt x="4094" y="20768"/>
                    <a:pt x="3821" y="20848"/>
                  </a:cubicBezTo>
                  <a:cubicBezTo>
                    <a:pt x="3549" y="20927"/>
                    <a:pt x="3007" y="21090"/>
                    <a:pt x="2737" y="21169"/>
                  </a:cubicBezTo>
                  <a:cubicBezTo>
                    <a:pt x="2440" y="21255"/>
                    <a:pt x="1847" y="21423"/>
                    <a:pt x="1550" y="21506"/>
                  </a:cubicBezTo>
                  <a:cubicBezTo>
                    <a:pt x="1246" y="21591"/>
                    <a:pt x="532" y="21260"/>
                    <a:pt x="96" y="21388"/>
                  </a:cubicBezTo>
                  <a:cubicBezTo>
                    <a:pt x="101" y="21352"/>
                    <a:pt x="104" y="21318"/>
                    <a:pt x="105" y="21291"/>
                  </a:cubicBezTo>
                  <a:cubicBezTo>
                    <a:pt x="109" y="21208"/>
                    <a:pt x="87" y="21037"/>
                    <a:pt x="94" y="20956"/>
                  </a:cubicBezTo>
                  <a:cubicBezTo>
                    <a:pt x="100" y="20893"/>
                    <a:pt x="125" y="20772"/>
                    <a:pt x="147" y="20742"/>
                  </a:cubicBezTo>
                  <a:cubicBezTo>
                    <a:pt x="165" y="20715"/>
                    <a:pt x="211" y="20725"/>
                    <a:pt x="231" y="20742"/>
                  </a:cubicBezTo>
                  <a:cubicBezTo>
                    <a:pt x="248" y="20755"/>
                    <a:pt x="271" y="20837"/>
                    <a:pt x="289" y="20845"/>
                  </a:cubicBezTo>
                  <a:cubicBezTo>
                    <a:pt x="310" y="20852"/>
                    <a:pt x="355" y="20815"/>
                    <a:pt x="370" y="20776"/>
                  </a:cubicBezTo>
                  <a:cubicBezTo>
                    <a:pt x="384" y="20737"/>
                    <a:pt x="400" y="20622"/>
                    <a:pt x="393" y="20573"/>
                  </a:cubicBezTo>
                  <a:cubicBezTo>
                    <a:pt x="387" y="20537"/>
                    <a:pt x="356" y="20504"/>
                    <a:pt x="341" y="20492"/>
                  </a:cubicBezTo>
                  <a:cubicBezTo>
                    <a:pt x="323" y="20477"/>
                    <a:pt x="280" y="20500"/>
                    <a:pt x="264" y="20474"/>
                  </a:cubicBezTo>
                  <a:cubicBezTo>
                    <a:pt x="249" y="20449"/>
                    <a:pt x="229" y="20365"/>
                    <a:pt x="229" y="20320"/>
                  </a:cubicBezTo>
                  <a:cubicBezTo>
                    <a:pt x="230" y="20275"/>
                    <a:pt x="258" y="20205"/>
                    <a:pt x="268" y="20167"/>
                  </a:cubicBezTo>
                  <a:cubicBezTo>
                    <a:pt x="278" y="20131"/>
                    <a:pt x="308" y="20070"/>
                    <a:pt x="311" y="20026"/>
                  </a:cubicBezTo>
                  <a:cubicBezTo>
                    <a:pt x="316" y="19966"/>
                    <a:pt x="299" y="19842"/>
                    <a:pt x="285" y="19794"/>
                  </a:cubicBezTo>
                  <a:cubicBezTo>
                    <a:pt x="276" y="19762"/>
                    <a:pt x="249" y="19712"/>
                    <a:pt x="234" y="19708"/>
                  </a:cubicBezTo>
                  <a:cubicBezTo>
                    <a:pt x="215" y="19705"/>
                    <a:pt x="183" y="19788"/>
                    <a:pt x="163" y="19789"/>
                  </a:cubicBezTo>
                  <a:cubicBezTo>
                    <a:pt x="142" y="19789"/>
                    <a:pt x="101" y="19742"/>
                    <a:pt x="85" y="19705"/>
                  </a:cubicBezTo>
                  <a:cubicBezTo>
                    <a:pt x="70" y="19669"/>
                    <a:pt x="51" y="19567"/>
                    <a:pt x="50" y="19514"/>
                  </a:cubicBezTo>
                  <a:cubicBezTo>
                    <a:pt x="48" y="19471"/>
                    <a:pt x="56" y="19376"/>
                    <a:pt x="69" y="19349"/>
                  </a:cubicBezTo>
                  <a:cubicBezTo>
                    <a:pt x="90" y="19304"/>
                    <a:pt x="155" y="19351"/>
                    <a:pt x="178" y="19315"/>
                  </a:cubicBezTo>
                  <a:cubicBezTo>
                    <a:pt x="192" y="19294"/>
                    <a:pt x="212" y="19220"/>
                    <a:pt x="216" y="19181"/>
                  </a:cubicBezTo>
                  <a:cubicBezTo>
                    <a:pt x="221" y="19131"/>
                    <a:pt x="200" y="19027"/>
                    <a:pt x="205" y="18979"/>
                  </a:cubicBezTo>
                  <a:cubicBezTo>
                    <a:pt x="209" y="18937"/>
                    <a:pt x="239" y="18881"/>
                    <a:pt x="244" y="18841"/>
                  </a:cubicBezTo>
                  <a:cubicBezTo>
                    <a:pt x="250" y="18796"/>
                    <a:pt x="253" y="18698"/>
                    <a:pt x="247" y="18653"/>
                  </a:cubicBezTo>
                  <a:cubicBezTo>
                    <a:pt x="241" y="18608"/>
                    <a:pt x="208" y="18547"/>
                    <a:pt x="196" y="18509"/>
                  </a:cubicBezTo>
                  <a:cubicBezTo>
                    <a:pt x="187" y="18479"/>
                    <a:pt x="178" y="18398"/>
                    <a:pt x="165" y="18382"/>
                  </a:cubicBezTo>
                  <a:cubicBezTo>
                    <a:pt x="152" y="18366"/>
                    <a:pt x="120" y="18374"/>
                    <a:pt x="108" y="18393"/>
                  </a:cubicBezTo>
                  <a:cubicBezTo>
                    <a:pt x="98" y="18410"/>
                    <a:pt x="85" y="18469"/>
                    <a:pt x="87" y="18497"/>
                  </a:cubicBezTo>
                  <a:cubicBezTo>
                    <a:pt x="89" y="18538"/>
                    <a:pt x="125" y="18582"/>
                    <a:pt x="127" y="18623"/>
                  </a:cubicBezTo>
                  <a:cubicBezTo>
                    <a:pt x="130" y="18667"/>
                    <a:pt x="113" y="18760"/>
                    <a:pt x="99" y="18784"/>
                  </a:cubicBezTo>
                  <a:cubicBezTo>
                    <a:pt x="82" y="18811"/>
                    <a:pt x="35" y="18814"/>
                    <a:pt x="20" y="18784"/>
                  </a:cubicBezTo>
                  <a:cubicBezTo>
                    <a:pt x="6" y="18757"/>
                    <a:pt x="3" y="18659"/>
                    <a:pt x="2" y="18615"/>
                  </a:cubicBezTo>
                  <a:cubicBezTo>
                    <a:pt x="-1" y="18549"/>
                    <a:pt x="-2" y="18410"/>
                    <a:pt x="11" y="18352"/>
                  </a:cubicBezTo>
                  <a:cubicBezTo>
                    <a:pt x="20" y="18310"/>
                    <a:pt x="58" y="18270"/>
                    <a:pt x="70" y="18233"/>
                  </a:cubicBezTo>
                  <a:cubicBezTo>
                    <a:pt x="81" y="18202"/>
                    <a:pt x="97" y="18131"/>
                    <a:pt x="102" y="18092"/>
                  </a:cubicBezTo>
                  <a:cubicBezTo>
                    <a:pt x="107" y="18047"/>
                    <a:pt x="99" y="17947"/>
                    <a:pt x="106" y="17905"/>
                  </a:cubicBezTo>
                  <a:cubicBezTo>
                    <a:pt x="113" y="17869"/>
                    <a:pt x="135" y="17809"/>
                    <a:pt x="150" y="17794"/>
                  </a:cubicBezTo>
                  <a:cubicBezTo>
                    <a:pt x="167" y="17776"/>
                    <a:pt x="206" y="17773"/>
                    <a:pt x="222" y="17794"/>
                  </a:cubicBezTo>
                  <a:cubicBezTo>
                    <a:pt x="233" y="17808"/>
                    <a:pt x="250" y="17866"/>
                    <a:pt x="253" y="17898"/>
                  </a:cubicBezTo>
                  <a:cubicBezTo>
                    <a:pt x="258" y="17937"/>
                    <a:pt x="245" y="18023"/>
                    <a:pt x="247" y="18064"/>
                  </a:cubicBezTo>
                  <a:cubicBezTo>
                    <a:pt x="250" y="18125"/>
                    <a:pt x="261" y="18247"/>
                    <a:pt x="277" y="18291"/>
                  </a:cubicBezTo>
                  <a:cubicBezTo>
                    <a:pt x="287" y="18317"/>
                    <a:pt x="316" y="18350"/>
                    <a:pt x="330" y="18344"/>
                  </a:cubicBezTo>
                  <a:cubicBezTo>
                    <a:pt x="347" y="18336"/>
                    <a:pt x="372" y="18258"/>
                    <a:pt x="382" y="18221"/>
                  </a:cubicBezTo>
                  <a:cubicBezTo>
                    <a:pt x="396" y="18172"/>
                    <a:pt x="421" y="18058"/>
                    <a:pt x="423" y="17996"/>
                  </a:cubicBezTo>
                  <a:cubicBezTo>
                    <a:pt x="423" y="17943"/>
                    <a:pt x="410" y="17831"/>
                    <a:pt x="396" y="17790"/>
                  </a:cubicBezTo>
                  <a:cubicBezTo>
                    <a:pt x="382" y="17750"/>
                    <a:pt x="335" y="17734"/>
                    <a:pt x="321" y="17694"/>
                  </a:cubicBezTo>
                  <a:cubicBezTo>
                    <a:pt x="303" y="17644"/>
                    <a:pt x="285" y="17511"/>
                    <a:pt x="285" y="17445"/>
                  </a:cubicBezTo>
                  <a:cubicBezTo>
                    <a:pt x="285" y="17372"/>
                    <a:pt x="306" y="17226"/>
                    <a:pt x="325" y="17171"/>
                  </a:cubicBezTo>
                  <a:cubicBezTo>
                    <a:pt x="340" y="17125"/>
                    <a:pt x="383" y="17064"/>
                    <a:pt x="406" y="17052"/>
                  </a:cubicBezTo>
                  <a:cubicBezTo>
                    <a:pt x="421" y="17044"/>
                    <a:pt x="451" y="17052"/>
                    <a:pt x="464" y="17067"/>
                  </a:cubicBezTo>
                  <a:cubicBezTo>
                    <a:pt x="476" y="17081"/>
                    <a:pt x="497" y="17129"/>
                    <a:pt x="503" y="17159"/>
                  </a:cubicBezTo>
                  <a:cubicBezTo>
                    <a:pt x="512" y="17203"/>
                    <a:pt x="504" y="17316"/>
                    <a:pt x="515" y="17358"/>
                  </a:cubicBezTo>
                  <a:cubicBezTo>
                    <a:pt x="526" y="17397"/>
                    <a:pt x="562" y="17442"/>
                    <a:pt x="580" y="17453"/>
                  </a:cubicBezTo>
                  <a:cubicBezTo>
                    <a:pt x="594" y="17462"/>
                    <a:pt x="625" y="17464"/>
                    <a:pt x="638" y="17445"/>
                  </a:cubicBezTo>
                  <a:cubicBezTo>
                    <a:pt x="652" y="17426"/>
                    <a:pt x="671" y="17348"/>
                    <a:pt x="675" y="17307"/>
                  </a:cubicBezTo>
                  <a:cubicBezTo>
                    <a:pt x="682" y="17251"/>
                    <a:pt x="688" y="17120"/>
                    <a:pt x="675" y="17071"/>
                  </a:cubicBezTo>
                  <a:cubicBezTo>
                    <a:pt x="667" y="17039"/>
                    <a:pt x="635" y="17014"/>
                    <a:pt x="620" y="17006"/>
                  </a:cubicBezTo>
                  <a:cubicBezTo>
                    <a:pt x="605" y="16999"/>
                    <a:pt x="573" y="17028"/>
                    <a:pt x="560" y="17010"/>
                  </a:cubicBezTo>
                  <a:cubicBezTo>
                    <a:pt x="544" y="16988"/>
                    <a:pt x="521" y="16900"/>
                    <a:pt x="520" y="16853"/>
                  </a:cubicBezTo>
                  <a:cubicBezTo>
                    <a:pt x="519" y="16788"/>
                    <a:pt x="551" y="16666"/>
                    <a:pt x="569" y="16620"/>
                  </a:cubicBezTo>
                  <a:cubicBezTo>
                    <a:pt x="589" y="16571"/>
                    <a:pt x="645" y="16531"/>
                    <a:pt x="669" y="16497"/>
                  </a:cubicBezTo>
                  <a:cubicBezTo>
                    <a:pt x="691" y="16468"/>
                    <a:pt x="738" y="16420"/>
                    <a:pt x="751" y="16367"/>
                  </a:cubicBezTo>
                  <a:cubicBezTo>
                    <a:pt x="760" y="16323"/>
                    <a:pt x="760" y="16213"/>
                    <a:pt x="753" y="16164"/>
                  </a:cubicBezTo>
                  <a:cubicBezTo>
                    <a:pt x="749" y="16129"/>
                    <a:pt x="730" y="16054"/>
                    <a:pt x="716" y="16050"/>
                  </a:cubicBezTo>
                  <a:cubicBezTo>
                    <a:pt x="706" y="16048"/>
                    <a:pt x="693" y="16093"/>
                    <a:pt x="688" y="16111"/>
                  </a:cubicBezTo>
                  <a:cubicBezTo>
                    <a:pt x="678" y="16142"/>
                    <a:pt x="669" y="16229"/>
                    <a:pt x="656" y="16249"/>
                  </a:cubicBezTo>
                  <a:cubicBezTo>
                    <a:pt x="639" y="16276"/>
                    <a:pt x="595" y="16273"/>
                    <a:pt x="577" y="16257"/>
                  </a:cubicBezTo>
                  <a:cubicBezTo>
                    <a:pt x="555" y="16238"/>
                    <a:pt x="522" y="16150"/>
                    <a:pt x="506" y="16108"/>
                  </a:cubicBezTo>
                  <a:cubicBezTo>
                    <a:pt x="491" y="16066"/>
                    <a:pt x="463" y="15976"/>
                    <a:pt x="455" y="15924"/>
                  </a:cubicBezTo>
                  <a:cubicBezTo>
                    <a:pt x="445" y="15860"/>
                    <a:pt x="435" y="15718"/>
                    <a:pt x="442" y="15653"/>
                  </a:cubicBezTo>
                  <a:cubicBezTo>
                    <a:pt x="450" y="15575"/>
                    <a:pt x="498" y="15459"/>
                    <a:pt x="521" y="15404"/>
                  </a:cubicBezTo>
                  <a:cubicBezTo>
                    <a:pt x="538" y="15367"/>
                    <a:pt x="571" y="15272"/>
                    <a:pt x="593" y="15278"/>
                  </a:cubicBezTo>
                  <a:cubicBezTo>
                    <a:pt x="616" y="15285"/>
                    <a:pt x="632" y="15443"/>
                    <a:pt x="654" y="15454"/>
                  </a:cubicBezTo>
                  <a:cubicBezTo>
                    <a:pt x="674" y="15463"/>
                    <a:pt x="706" y="15380"/>
                    <a:pt x="725" y="15366"/>
                  </a:cubicBezTo>
                  <a:cubicBezTo>
                    <a:pt x="744" y="15351"/>
                    <a:pt x="786" y="15358"/>
                    <a:pt x="804" y="15340"/>
                  </a:cubicBezTo>
                  <a:cubicBezTo>
                    <a:pt x="825" y="15319"/>
                    <a:pt x="866" y="15260"/>
                    <a:pt x="875" y="15209"/>
                  </a:cubicBezTo>
                  <a:cubicBezTo>
                    <a:pt x="884" y="15156"/>
                    <a:pt x="858" y="15035"/>
                    <a:pt x="864" y="14980"/>
                  </a:cubicBezTo>
                  <a:cubicBezTo>
                    <a:pt x="868" y="14943"/>
                    <a:pt x="887" y="14877"/>
                    <a:pt x="900" y="14857"/>
                  </a:cubicBezTo>
                  <a:cubicBezTo>
                    <a:pt x="917" y="14833"/>
                    <a:pt x="956" y="14836"/>
                    <a:pt x="975" y="14831"/>
                  </a:cubicBezTo>
                  <a:cubicBezTo>
                    <a:pt x="990" y="14826"/>
                    <a:pt x="1021" y="14830"/>
                    <a:pt x="1035" y="14815"/>
                  </a:cubicBezTo>
                  <a:cubicBezTo>
                    <a:pt x="1052" y="14798"/>
                    <a:pt x="1084" y="14742"/>
                    <a:pt x="1093" y="14701"/>
                  </a:cubicBezTo>
                  <a:cubicBezTo>
                    <a:pt x="1103" y="14656"/>
                    <a:pt x="1112" y="14543"/>
                    <a:pt x="1102" y="14498"/>
                  </a:cubicBezTo>
                  <a:cubicBezTo>
                    <a:pt x="1092" y="14449"/>
                    <a:pt x="1044" y="14413"/>
                    <a:pt x="1023" y="14402"/>
                  </a:cubicBezTo>
                  <a:cubicBezTo>
                    <a:pt x="1003" y="14393"/>
                    <a:pt x="963" y="14427"/>
                    <a:pt x="944" y="14414"/>
                  </a:cubicBezTo>
                  <a:cubicBezTo>
                    <a:pt x="930" y="14405"/>
                    <a:pt x="903" y="14369"/>
                    <a:pt x="897" y="14338"/>
                  </a:cubicBezTo>
                  <a:cubicBezTo>
                    <a:pt x="889" y="14295"/>
                    <a:pt x="897" y="14197"/>
                    <a:pt x="903" y="14155"/>
                  </a:cubicBezTo>
                  <a:cubicBezTo>
                    <a:pt x="910" y="14106"/>
                    <a:pt x="931" y="14015"/>
                    <a:pt x="948" y="13990"/>
                  </a:cubicBezTo>
                  <a:cubicBezTo>
                    <a:pt x="967" y="13962"/>
                    <a:pt x="1014" y="13965"/>
                    <a:pt x="1036" y="13967"/>
                  </a:cubicBezTo>
                  <a:cubicBezTo>
                    <a:pt x="1058" y="13968"/>
                    <a:pt x="1103" y="13975"/>
                    <a:pt x="1122" y="14001"/>
                  </a:cubicBezTo>
                  <a:cubicBezTo>
                    <a:pt x="1137" y="14020"/>
                    <a:pt x="1150" y="14117"/>
                    <a:pt x="1167" y="14124"/>
                  </a:cubicBezTo>
                  <a:cubicBezTo>
                    <a:pt x="1179" y="14129"/>
                    <a:pt x="1205" y="14089"/>
                    <a:pt x="1211" y="14062"/>
                  </a:cubicBezTo>
                  <a:cubicBezTo>
                    <a:pt x="1223" y="14020"/>
                    <a:pt x="1224" y="13909"/>
                    <a:pt x="1219" y="13859"/>
                  </a:cubicBezTo>
                  <a:cubicBezTo>
                    <a:pt x="1214" y="13813"/>
                    <a:pt x="1192" y="13727"/>
                    <a:pt x="1177" y="13699"/>
                  </a:cubicBezTo>
                  <a:cubicBezTo>
                    <a:pt x="1155" y="13657"/>
                    <a:pt x="1093" y="13660"/>
                    <a:pt x="1070" y="13623"/>
                  </a:cubicBezTo>
                  <a:cubicBezTo>
                    <a:pt x="1049" y="13591"/>
                    <a:pt x="1015" y="13498"/>
                    <a:pt x="1005" y="13443"/>
                  </a:cubicBezTo>
                  <a:cubicBezTo>
                    <a:pt x="994" y="13384"/>
                    <a:pt x="983" y="13246"/>
                    <a:pt x="990" y="13183"/>
                  </a:cubicBezTo>
                  <a:cubicBezTo>
                    <a:pt x="991" y="13172"/>
                    <a:pt x="994" y="13161"/>
                    <a:pt x="997" y="13149"/>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46" name="Shape 4728"/>
            <p:cNvSpPr/>
            <p:nvPr/>
          </p:nvSpPr>
          <p:spPr>
            <a:xfrm>
              <a:off x="6949544" y="2830443"/>
              <a:ext cx="1466753" cy="817798"/>
            </a:xfrm>
            <a:custGeom>
              <a:avLst/>
              <a:gdLst/>
              <a:ahLst/>
              <a:cxnLst>
                <a:cxn ang="0">
                  <a:pos x="wd2" y="hd2"/>
                </a:cxn>
                <a:cxn ang="5400000">
                  <a:pos x="wd2" y="hd2"/>
                </a:cxn>
                <a:cxn ang="10800000">
                  <a:pos x="wd2" y="hd2"/>
                </a:cxn>
                <a:cxn ang="16200000">
                  <a:pos x="wd2" y="hd2"/>
                </a:cxn>
              </a:cxnLst>
              <a:rect l="0" t="0" r="r" b="b"/>
              <a:pathLst>
                <a:path w="21600" h="21599" extrusionOk="0">
                  <a:moveTo>
                    <a:pt x="12271" y="428"/>
                  </a:moveTo>
                  <a:cubicBezTo>
                    <a:pt x="12276" y="417"/>
                    <a:pt x="12280" y="409"/>
                    <a:pt x="12283" y="402"/>
                  </a:cubicBezTo>
                  <a:cubicBezTo>
                    <a:pt x="12303" y="366"/>
                    <a:pt x="12356" y="318"/>
                    <a:pt x="12371" y="275"/>
                  </a:cubicBezTo>
                  <a:cubicBezTo>
                    <a:pt x="12386" y="230"/>
                    <a:pt x="12373" y="103"/>
                    <a:pt x="12395" y="69"/>
                  </a:cubicBezTo>
                  <a:cubicBezTo>
                    <a:pt x="12412" y="43"/>
                    <a:pt x="12464" y="55"/>
                    <a:pt x="12486" y="62"/>
                  </a:cubicBezTo>
                  <a:cubicBezTo>
                    <a:pt x="12507" y="70"/>
                    <a:pt x="12550" y="99"/>
                    <a:pt x="12566" y="125"/>
                  </a:cubicBezTo>
                  <a:cubicBezTo>
                    <a:pt x="12584" y="154"/>
                    <a:pt x="12592" y="251"/>
                    <a:pt x="12611" y="275"/>
                  </a:cubicBezTo>
                  <a:cubicBezTo>
                    <a:pt x="12628" y="295"/>
                    <a:pt x="12669" y="284"/>
                    <a:pt x="12688" y="294"/>
                  </a:cubicBezTo>
                  <a:cubicBezTo>
                    <a:pt x="12714" y="309"/>
                    <a:pt x="12763" y="355"/>
                    <a:pt x="12786" y="381"/>
                  </a:cubicBezTo>
                  <a:cubicBezTo>
                    <a:pt x="12802" y="400"/>
                    <a:pt x="12827" y="460"/>
                    <a:pt x="12845" y="469"/>
                  </a:cubicBezTo>
                  <a:cubicBezTo>
                    <a:pt x="12871" y="482"/>
                    <a:pt x="12927" y="463"/>
                    <a:pt x="12949" y="438"/>
                  </a:cubicBezTo>
                  <a:cubicBezTo>
                    <a:pt x="12970" y="415"/>
                    <a:pt x="12988" y="330"/>
                    <a:pt x="13005" y="300"/>
                  </a:cubicBezTo>
                  <a:cubicBezTo>
                    <a:pt x="13018" y="279"/>
                    <a:pt x="13045" y="242"/>
                    <a:pt x="13061" y="231"/>
                  </a:cubicBezTo>
                  <a:cubicBezTo>
                    <a:pt x="13085" y="214"/>
                    <a:pt x="13141" y="231"/>
                    <a:pt x="13162" y="207"/>
                  </a:cubicBezTo>
                  <a:cubicBezTo>
                    <a:pt x="13180" y="186"/>
                    <a:pt x="13192" y="105"/>
                    <a:pt x="13208" y="81"/>
                  </a:cubicBezTo>
                  <a:cubicBezTo>
                    <a:pt x="13231" y="48"/>
                    <a:pt x="13289" y="1"/>
                    <a:pt x="13320" y="0"/>
                  </a:cubicBezTo>
                  <a:cubicBezTo>
                    <a:pt x="13331" y="-1"/>
                    <a:pt x="13353" y="12"/>
                    <a:pt x="13361" y="25"/>
                  </a:cubicBezTo>
                  <a:cubicBezTo>
                    <a:pt x="13380" y="54"/>
                    <a:pt x="13396" y="140"/>
                    <a:pt x="13403" y="182"/>
                  </a:cubicBezTo>
                  <a:cubicBezTo>
                    <a:pt x="13410" y="224"/>
                    <a:pt x="13403" y="320"/>
                    <a:pt x="13417" y="357"/>
                  </a:cubicBezTo>
                  <a:cubicBezTo>
                    <a:pt x="13435" y="406"/>
                    <a:pt x="13497" y="469"/>
                    <a:pt x="13529" y="482"/>
                  </a:cubicBezTo>
                  <a:cubicBezTo>
                    <a:pt x="13559" y="494"/>
                    <a:pt x="13623" y="448"/>
                    <a:pt x="13654" y="457"/>
                  </a:cubicBezTo>
                  <a:cubicBezTo>
                    <a:pt x="13684" y="465"/>
                    <a:pt x="13736" y="519"/>
                    <a:pt x="13762" y="544"/>
                  </a:cubicBezTo>
                  <a:cubicBezTo>
                    <a:pt x="13786" y="568"/>
                    <a:pt x="13839" y="609"/>
                    <a:pt x="13853" y="650"/>
                  </a:cubicBezTo>
                  <a:cubicBezTo>
                    <a:pt x="13865" y="687"/>
                    <a:pt x="13852" y="780"/>
                    <a:pt x="13860" y="820"/>
                  </a:cubicBezTo>
                  <a:cubicBezTo>
                    <a:pt x="13871" y="878"/>
                    <a:pt x="13913" y="979"/>
                    <a:pt x="13937" y="1026"/>
                  </a:cubicBezTo>
                  <a:cubicBezTo>
                    <a:pt x="13959" y="1070"/>
                    <a:pt x="14016" y="1132"/>
                    <a:pt x="14038" y="1176"/>
                  </a:cubicBezTo>
                  <a:cubicBezTo>
                    <a:pt x="14057" y="1214"/>
                    <a:pt x="14090" y="1298"/>
                    <a:pt x="14101" y="1345"/>
                  </a:cubicBezTo>
                  <a:cubicBezTo>
                    <a:pt x="14115" y="1413"/>
                    <a:pt x="14117" y="1562"/>
                    <a:pt x="14125" y="1633"/>
                  </a:cubicBezTo>
                  <a:cubicBezTo>
                    <a:pt x="14131" y="1683"/>
                    <a:pt x="14133" y="1796"/>
                    <a:pt x="14153" y="1833"/>
                  </a:cubicBezTo>
                  <a:cubicBezTo>
                    <a:pt x="14178" y="1878"/>
                    <a:pt x="14255" y="1890"/>
                    <a:pt x="14289" y="1902"/>
                  </a:cubicBezTo>
                  <a:cubicBezTo>
                    <a:pt x="14329" y="1915"/>
                    <a:pt x="14411" y="1911"/>
                    <a:pt x="14450" y="1933"/>
                  </a:cubicBezTo>
                  <a:cubicBezTo>
                    <a:pt x="14473" y="1947"/>
                    <a:pt x="14513" y="2008"/>
                    <a:pt x="14537" y="2021"/>
                  </a:cubicBezTo>
                  <a:cubicBezTo>
                    <a:pt x="14577" y="2041"/>
                    <a:pt x="14663" y="2045"/>
                    <a:pt x="14705" y="2033"/>
                  </a:cubicBezTo>
                  <a:cubicBezTo>
                    <a:pt x="14736" y="2024"/>
                    <a:pt x="14798" y="1979"/>
                    <a:pt x="14826" y="1952"/>
                  </a:cubicBezTo>
                  <a:cubicBezTo>
                    <a:pt x="14850" y="1929"/>
                    <a:pt x="14888" y="1854"/>
                    <a:pt x="14914" y="1840"/>
                  </a:cubicBezTo>
                  <a:cubicBezTo>
                    <a:pt x="14942" y="1823"/>
                    <a:pt x="15004" y="1827"/>
                    <a:pt x="15032" y="1840"/>
                  </a:cubicBezTo>
                  <a:cubicBezTo>
                    <a:pt x="15055" y="1850"/>
                    <a:pt x="15095" y="1910"/>
                    <a:pt x="15120" y="1920"/>
                  </a:cubicBezTo>
                  <a:cubicBezTo>
                    <a:pt x="15152" y="1936"/>
                    <a:pt x="15223" y="1910"/>
                    <a:pt x="15255" y="1927"/>
                  </a:cubicBezTo>
                  <a:cubicBezTo>
                    <a:pt x="15273" y="1936"/>
                    <a:pt x="15307" y="1970"/>
                    <a:pt x="15318" y="1996"/>
                  </a:cubicBezTo>
                  <a:cubicBezTo>
                    <a:pt x="15336" y="2039"/>
                    <a:pt x="15329" y="2173"/>
                    <a:pt x="15353" y="2208"/>
                  </a:cubicBezTo>
                  <a:cubicBezTo>
                    <a:pt x="15365" y="2227"/>
                    <a:pt x="15400" y="2218"/>
                    <a:pt x="15416" y="2221"/>
                  </a:cubicBezTo>
                  <a:cubicBezTo>
                    <a:pt x="15444" y="2225"/>
                    <a:pt x="15507" y="2207"/>
                    <a:pt x="15527" y="2239"/>
                  </a:cubicBezTo>
                  <a:cubicBezTo>
                    <a:pt x="15545" y="2268"/>
                    <a:pt x="15541" y="2367"/>
                    <a:pt x="15548" y="2408"/>
                  </a:cubicBezTo>
                  <a:cubicBezTo>
                    <a:pt x="15554" y="2447"/>
                    <a:pt x="15559" y="2533"/>
                    <a:pt x="15576" y="2559"/>
                  </a:cubicBezTo>
                  <a:cubicBezTo>
                    <a:pt x="15597" y="2590"/>
                    <a:pt x="15657" y="2577"/>
                    <a:pt x="15684" y="2584"/>
                  </a:cubicBezTo>
                  <a:cubicBezTo>
                    <a:pt x="15726" y="2595"/>
                    <a:pt x="15809" y="2636"/>
                    <a:pt x="15851" y="2633"/>
                  </a:cubicBezTo>
                  <a:cubicBezTo>
                    <a:pt x="15880" y="2631"/>
                    <a:pt x="15943" y="2621"/>
                    <a:pt x="15963" y="2584"/>
                  </a:cubicBezTo>
                  <a:cubicBezTo>
                    <a:pt x="15994" y="2526"/>
                    <a:pt x="15968" y="2331"/>
                    <a:pt x="15998" y="2271"/>
                  </a:cubicBezTo>
                  <a:cubicBezTo>
                    <a:pt x="16016" y="2235"/>
                    <a:pt x="16078" y="2241"/>
                    <a:pt x="16099" y="2215"/>
                  </a:cubicBezTo>
                  <a:cubicBezTo>
                    <a:pt x="16125" y="2183"/>
                    <a:pt x="16153" y="2069"/>
                    <a:pt x="16180" y="2039"/>
                  </a:cubicBezTo>
                  <a:cubicBezTo>
                    <a:pt x="16207" y="2009"/>
                    <a:pt x="16276" y="1989"/>
                    <a:pt x="16309" y="1989"/>
                  </a:cubicBezTo>
                  <a:cubicBezTo>
                    <a:pt x="16341" y="1989"/>
                    <a:pt x="16405" y="2011"/>
                    <a:pt x="16434" y="2033"/>
                  </a:cubicBezTo>
                  <a:cubicBezTo>
                    <a:pt x="16463" y="2054"/>
                    <a:pt x="16509" y="2141"/>
                    <a:pt x="16539" y="2158"/>
                  </a:cubicBezTo>
                  <a:cubicBezTo>
                    <a:pt x="16571" y="2178"/>
                    <a:pt x="16641" y="2170"/>
                    <a:pt x="16675" y="2170"/>
                  </a:cubicBezTo>
                  <a:cubicBezTo>
                    <a:pt x="16708" y="2172"/>
                    <a:pt x="16775" y="2157"/>
                    <a:pt x="16807" y="2170"/>
                  </a:cubicBezTo>
                  <a:cubicBezTo>
                    <a:pt x="16833" y="2182"/>
                    <a:pt x="16882" y="2225"/>
                    <a:pt x="16902" y="2258"/>
                  </a:cubicBezTo>
                  <a:cubicBezTo>
                    <a:pt x="16920" y="2290"/>
                    <a:pt x="16935" y="2384"/>
                    <a:pt x="16954" y="2415"/>
                  </a:cubicBezTo>
                  <a:cubicBezTo>
                    <a:pt x="16978" y="2453"/>
                    <a:pt x="17039" y="2528"/>
                    <a:pt x="17069" y="2508"/>
                  </a:cubicBezTo>
                  <a:cubicBezTo>
                    <a:pt x="17097" y="2490"/>
                    <a:pt x="17097" y="2353"/>
                    <a:pt x="17118" y="2315"/>
                  </a:cubicBezTo>
                  <a:cubicBezTo>
                    <a:pt x="17131" y="2289"/>
                    <a:pt x="17168" y="2257"/>
                    <a:pt x="17188" y="2252"/>
                  </a:cubicBezTo>
                  <a:cubicBezTo>
                    <a:pt x="17219" y="2244"/>
                    <a:pt x="17281" y="2300"/>
                    <a:pt x="17313" y="2295"/>
                  </a:cubicBezTo>
                  <a:cubicBezTo>
                    <a:pt x="17359" y="2289"/>
                    <a:pt x="17457" y="2246"/>
                    <a:pt x="17488" y="2184"/>
                  </a:cubicBezTo>
                  <a:cubicBezTo>
                    <a:pt x="17505" y="2147"/>
                    <a:pt x="17506" y="2043"/>
                    <a:pt x="17508" y="1996"/>
                  </a:cubicBezTo>
                  <a:cubicBezTo>
                    <a:pt x="17511" y="1957"/>
                    <a:pt x="17497" y="1873"/>
                    <a:pt x="17508" y="1840"/>
                  </a:cubicBezTo>
                  <a:cubicBezTo>
                    <a:pt x="17524" y="1794"/>
                    <a:pt x="17593" y="1779"/>
                    <a:pt x="17613" y="1739"/>
                  </a:cubicBezTo>
                  <a:cubicBezTo>
                    <a:pt x="17630" y="1705"/>
                    <a:pt x="17643" y="1613"/>
                    <a:pt x="17651" y="1571"/>
                  </a:cubicBezTo>
                  <a:cubicBezTo>
                    <a:pt x="17661" y="1526"/>
                    <a:pt x="17663" y="1420"/>
                    <a:pt x="17683" y="1389"/>
                  </a:cubicBezTo>
                  <a:cubicBezTo>
                    <a:pt x="17706" y="1351"/>
                    <a:pt x="17775" y="1362"/>
                    <a:pt x="17805" y="1345"/>
                  </a:cubicBezTo>
                  <a:cubicBezTo>
                    <a:pt x="17828" y="1331"/>
                    <a:pt x="17875" y="1295"/>
                    <a:pt x="17895" y="1270"/>
                  </a:cubicBezTo>
                  <a:cubicBezTo>
                    <a:pt x="17923" y="1236"/>
                    <a:pt x="17963" y="1134"/>
                    <a:pt x="17993" y="1108"/>
                  </a:cubicBezTo>
                  <a:cubicBezTo>
                    <a:pt x="18020" y="1084"/>
                    <a:pt x="18079" y="1064"/>
                    <a:pt x="18108" y="1070"/>
                  </a:cubicBezTo>
                  <a:cubicBezTo>
                    <a:pt x="18136" y="1076"/>
                    <a:pt x="18194" y="1110"/>
                    <a:pt x="18210" y="1151"/>
                  </a:cubicBezTo>
                  <a:cubicBezTo>
                    <a:pt x="18226" y="1196"/>
                    <a:pt x="18215" y="1311"/>
                    <a:pt x="18213" y="1363"/>
                  </a:cubicBezTo>
                  <a:cubicBezTo>
                    <a:pt x="18210" y="1411"/>
                    <a:pt x="18183" y="1506"/>
                    <a:pt x="18192" y="1552"/>
                  </a:cubicBezTo>
                  <a:cubicBezTo>
                    <a:pt x="18200" y="1596"/>
                    <a:pt x="18258" y="1635"/>
                    <a:pt x="18269" y="1677"/>
                  </a:cubicBezTo>
                  <a:cubicBezTo>
                    <a:pt x="18281" y="1720"/>
                    <a:pt x="18270" y="1823"/>
                    <a:pt x="18276" y="1871"/>
                  </a:cubicBezTo>
                  <a:cubicBezTo>
                    <a:pt x="18285" y="1936"/>
                    <a:pt x="18311" y="2068"/>
                    <a:pt x="18335" y="2121"/>
                  </a:cubicBezTo>
                  <a:cubicBezTo>
                    <a:pt x="18366" y="2189"/>
                    <a:pt x="18450" y="2313"/>
                    <a:pt x="18499" y="2321"/>
                  </a:cubicBezTo>
                  <a:cubicBezTo>
                    <a:pt x="18536" y="2327"/>
                    <a:pt x="18598" y="2223"/>
                    <a:pt x="18635" y="2215"/>
                  </a:cubicBezTo>
                  <a:cubicBezTo>
                    <a:pt x="18670" y="2207"/>
                    <a:pt x="18744" y="2225"/>
                    <a:pt x="18775" y="2258"/>
                  </a:cubicBezTo>
                  <a:cubicBezTo>
                    <a:pt x="18800" y="2285"/>
                    <a:pt x="18825" y="2388"/>
                    <a:pt x="18848" y="2421"/>
                  </a:cubicBezTo>
                  <a:cubicBezTo>
                    <a:pt x="18877" y="2463"/>
                    <a:pt x="18947" y="2510"/>
                    <a:pt x="18980" y="2540"/>
                  </a:cubicBezTo>
                  <a:cubicBezTo>
                    <a:pt x="19013" y="2569"/>
                    <a:pt x="19087" y="2608"/>
                    <a:pt x="19109" y="2659"/>
                  </a:cubicBezTo>
                  <a:cubicBezTo>
                    <a:pt x="19124" y="2691"/>
                    <a:pt x="19125" y="2782"/>
                    <a:pt x="19134" y="2821"/>
                  </a:cubicBezTo>
                  <a:cubicBezTo>
                    <a:pt x="19149" y="2890"/>
                    <a:pt x="19178" y="3040"/>
                    <a:pt x="19211" y="3084"/>
                  </a:cubicBezTo>
                  <a:cubicBezTo>
                    <a:pt x="19212" y="3086"/>
                    <a:pt x="19214" y="3089"/>
                    <a:pt x="19217" y="3091"/>
                  </a:cubicBezTo>
                  <a:cubicBezTo>
                    <a:pt x="19209" y="3164"/>
                    <a:pt x="19202" y="3242"/>
                    <a:pt x="19204" y="3284"/>
                  </a:cubicBezTo>
                  <a:cubicBezTo>
                    <a:pt x="19206" y="3342"/>
                    <a:pt x="19225" y="3454"/>
                    <a:pt x="19242" y="3503"/>
                  </a:cubicBezTo>
                  <a:cubicBezTo>
                    <a:pt x="19255" y="3540"/>
                    <a:pt x="19298" y="3587"/>
                    <a:pt x="19312" y="3622"/>
                  </a:cubicBezTo>
                  <a:cubicBezTo>
                    <a:pt x="19337" y="3687"/>
                    <a:pt x="19374" y="3833"/>
                    <a:pt x="19385" y="3909"/>
                  </a:cubicBezTo>
                  <a:cubicBezTo>
                    <a:pt x="19391" y="3954"/>
                    <a:pt x="19402" y="4048"/>
                    <a:pt x="19396" y="4091"/>
                  </a:cubicBezTo>
                  <a:cubicBezTo>
                    <a:pt x="19389" y="4135"/>
                    <a:pt x="19346" y="4196"/>
                    <a:pt x="19333" y="4235"/>
                  </a:cubicBezTo>
                  <a:cubicBezTo>
                    <a:pt x="19322" y="4267"/>
                    <a:pt x="19299" y="4335"/>
                    <a:pt x="19298" y="4373"/>
                  </a:cubicBezTo>
                  <a:cubicBezTo>
                    <a:pt x="19296" y="4431"/>
                    <a:pt x="19340" y="4534"/>
                    <a:pt x="19340" y="4592"/>
                  </a:cubicBezTo>
                  <a:cubicBezTo>
                    <a:pt x="19339" y="4629"/>
                    <a:pt x="19320" y="4699"/>
                    <a:pt x="19308" y="4730"/>
                  </a:cubicBezTo>
                  <a:cubicBezTo>
                    <a:pt x="19299" y="4754"/>
                    <a:pt x="19266" y="4783"/>
                    <a:pt x="19259" y="4810"/>
                  </a:cubicBezTo>
                  <a:cubicBezTo>
                    <a:pt x="19252" y="4841"/>
                    <a:pt x="19256" y="4912"/>
                    <a:pt x="19263" y="4942"/>
                  </a:cubicBezTo>
                  <a:cubicBezTo>
                    <a:pt x="19274" y="4986"/>
                    <a:pt x="19314" y="5053"/>
                    <a:pt x="19336" y="5079"/>
                  </a:cubicBezTo>
                  <a:cubicBezTo>
                    <a:pt x="19357" y="5104"/>
                    <a:pt x="19410" y="5115"/>
                    <a:pt x="19430" y="5142"/>
                  </a:cubicBezTo>
                  <a:cubicBezTo>
                    <a:pt x="19445" y="5161"/>
                    <a:pt x="19459" y="5222"/>
                    <a:pt x="19472" y="5242"/>
                  </a:cubicBezTo>
                  <a:cubicBezTo>
                    <a:pt x="19492" y="5272"/>
                    <a:pt x="19546" y="5293"/>
                    <a:pt x="19567" y="5324"/>
                  </a:cubicBezTo>
                  <a:cubicBezTo>
                    <a:pt x="19599" y="5374"/>
                    <a:pt x="19641" y="5514"/>
                    <a:pt x="19664" y="5580"/>
                  </a:cubicBezTo>
                  <a:cubicBezTo>
                    <a:pt x="19679" y="5626"/>
                    <a:pt x="19697" y="5733"/>
                    <a:pt x="19720" y="5767"/>
                  </a:cubicBezTo>
                  <a:cubicBezTo>
                    <a:pt x="19748" y="5810"/>
                    <a:pt x="19836" y="5799"/>
                    <a:pt x="19860" y="5849"/>
                  </a:cubicBezTo>
                  <a:cubicBezTo>
                    <a:pt x="19887" y="5907"/>
                    <a:pt x="19892" y="6075"/>
                    <a:pt x="19884" y="6150"/>
                  </a:cubicBezTo>
                  <a:cubicBezTo>
                    <a:pt x="19879" y="6190"/>
                    <a:pt x="19830" y="6255"/>
                    <a:pt x="19839" y="6293"/>
                  </a:cubicBezTo>
                  <a:cubicBezTo>
                    <a:pt x="19849" y="6337"/>
                    <a:pt x="19915" y="6327"/>
                    <a:pt x="19940" y="6343"/>
                  </a:cubicBezTo>
                  <a:cubicBezTo>
                    <a:pt x="19977" y="6367"/>
                    <a:pt x="20058" y="6410"/>
                    <a:pt x="20086" y="6462"/>
                  </a:cubicBezTo>
                  <a:cubicBezTo>
                    <a:pt x="20115" y="6516"/>
                    <a:pt x="20133" y="6669"/>
                    <a:pt x="20149" y="6738"/>
                  </a:cubicBezTo>
                  <a:cubicBezTo>
                    <a:pt x="20160" y="6787"/>
                    <a:pt x="20190" y="6919"/>
                    <a:pt x="20190" y="6937"/>
                  </a:cubicBezTo>
                  <a:cubicBezTo>
                    <a:pt x="20190" y="6956"/>
                    <a:pt x="20267" y="7022"/>
                    <a:pt x="20295" y="7044"/>
                  </a:cubicBezTo>
                  <a:cubicBezTo>
                    <a:pt x="20326" y="7067"/>
                    <a:pt x="20392" y="7095"/>
                    <a:pt x="20417" y="7132"/>
                  </a:cubicBezTo>
                  <a:cubicBezTo>
                    <a:pt x="20433" y="7154"/>
                    <a:pt x="20457" y="7216"/>
                    <a:pt x="20463" y="7250"/>
                  </a:cubicBezTo>
                  <a:cubicBezTo>
                    <a:pt x="20471" y="7301"/>
                    <a:pt x="20450" y="7415"/>
                    <a:pt x="20463" y="7463"/>
                  </a:cubicBezTo>
                  <a:cubicBezTo>
                    <a:pt x="20476" y="7513"/>
                    <a:pt x="20542" y="7556"/>
                    <a:pt x="20560" y="7600"/>
                  </a:cubicBezTo>
                  <a:cubicBezTo>
                    <a:pt x="20579" y="7644"/>
                    <a:pt x="20589" y="7756"/>
                    <a:pt x="20606" y="7801"/>
                  </a:cubicBezTo>
                  <a:cubicBezTo>
                    <a:pt x="20617" y="7831"/>
                    <a:pt x="20646" y="7889"/>
                    <a:pt x="20665" y="7901"/>
                  </a:cubicBezTo>
                  <a:cubicBezTo>
                    <a:pt x="20704" y="7925"/>
                    <a:pt x="20791" y="7855"/>
                    <a:pt x="20829" y="7882"/>
                  </a:cubicBezTo>
                  <a:cubicBezTo>
                    <a:pt x="20852" y="7899"/>
                    <a:pt x="20870" y="8012"/>
                    <a:pt x="20895" y="8014"/>
                  </a:cubicBezTo>
                  <a:cubicBezTo>
                    <a:pt x="20926" y="8015"/>
                    <a:pt x="20952" y="7850"/>
                    <a:pt x="20983" y="7857"/>
                  </a:cubicBezTo>
                  <a:cubicBezTo>
                    <a:pt x="21024" y="7867"/>
                    <a:pt x="21036" y="8066"/>
                    <a:pt x="21066" y="8120"/>
                  </a:cubicBezTo>
                  <a:cubicBezTo>
                    <a:pt x="21085" y="8154"/>
                    <a:pt x="21147" y="8171"/>
                    <a:pt x="21161" y="8214"/>
                  </a:cubicBezTo>
                  <a:cubicBezTo>
                    <a:pt x="21173" y="8255"/>
                    <a:pt x="21137" y="8365"/>
                    <a:pt x="21153" y="8401"/>
                  </a:cubicBezTo>
                  <a:cubicBezTo>
                    <a:pt x="21167" y="8431"/>
                    <a:pt x="21216" y="8420"/>
                    <a:pt x="21237" y="8420"/>
                  </a:cubicBezTo>
                  <a:cubicBezTo>
                    <a:pt x="21261" y="8420"/>
                    <a:pt x="21308" y="8386"/>
                    <a:pt x="21331" y="8395"/>
                  </a:cubicBezTo>
                  <a:cubicBezTo>
                    <a:pt x="21361" y="8406"/>
                    <a:pt x="21403" y="8504"/>
                    <a:pt x="21433" y="8514"/>
                  </a:cubicBezTo>
                  <a:cubicBezTo>
                    <a:pt x="21467" y="8526"/>
                    <a:pt x="21538" y="8478"/>
                    <a:pt x="21572" y="8457"/>
                  </a:cubicBezTo>
                  <a:cubicBezTo>
                    <a:pt x="21580" y="8453"/>
                    <a:pt x="21589" y="8444"/>
                    <a:pt x="21600" y="8434"/>
                  </a:cubicBezTo>
                  <a:lnTo>
                    <a:pt x="21600" y="8595"/>
                  </a:lnTo>
                  <a:lnTo>
                    <a:pt x="20770" y="10528"/>
                  </a:lnTo>
                  <a:cubicBezTo>
                    <a:pt x="20770" y="10528"/>
                    <a:pt x="20709" y="10670"/>
                    <a:pt x="20682" y="10703"/>
                  </a:cubicBezTo>
                  <a:cubicBezTo>
                    <a:pt x="20647" y="10748"/>
                    <a:pt x="20557" y="10778"/>
                    <a:pt x="20519" y="10815"/>
                  </a:cubicBezTo>
                  <a:cubicBezTo>
                    <a:pt x="20474" y="10860"/>
                    <a:pt x="20396" y="10982"/>
                    <a:pt x="20355" y="11035"/>
                  </a:cubicBezTo>
                  <a:cubicBezTo>
                    <a:pt x="20308" y="11094"/>
                    <a:pt x="20208" y="11197"/>
                    <a:pt x="20166" y="11266"/>
                  </a:cubicBezTo>
                  <a:cubicBezTo>
                    <a:pt x="20134" y="11320"/>
                    <a:pt x="20084" y="11452"/>
                    <a:pt x="20055" y="11510"/>
                  </a:cubicBezTo>
                  <a:cubicBezTo>
                    <a:pt x="20020" y="11581"/>
                    <a:pt x="19950" y="11723"/>
                    <a:pt x="19908" y="11779"/>
                  </a:cubicBezTo>
                  <a:cubicBezTo>
                    <a:pt x="19882" y="11816"/>
                    <a:pt x="19811" y="11847"/>
                    <a:pt x="19789" y="11892"/>
                  </a:cubicBezTo>
                  <a:cubicBezTo>
                    <a:pt x="19773" y="11925"/>
                    <a:pt x="19757" y="12011"/>
                    <a:pt x="19755" y="12054"/>
                  </a:cubicBezTo>
                  <a:cubicBezTo>
                    <a:pt x="19752" y="12106"/>
                    <a:pt x="19778" y="12203"/>
                    <a:pt x="19779" y="12255"/>
                  </a:cubicBezTo>
                  <a:cubicBezTo>
                    <a:pt x="19781" y="12308"/>
                    <a:pt x="19777" y="12418"/>
                    <a:pt x="19765" y="12468"/>
                  </a:cubicBezTo>
                  <a:cubicBezTo>
                    <a:pt x="19754" y="12514"/>
                    <a:pt x="19707" y="12580"/>
                    <a:pt x="19692" y="12624"/>
                  </a:cubicBezTo>
                  <a:cubicBezTo>
                    <a:pt x="19677" y="12667"/>
                    <a:pt x="19667" y="12784"/>
                    <a:pt x="19643" y="12812"/>
                  </a:cubicBezTo>
                  <a:cubicBezTo>
                    <a:pt x="19615" y="12844"/>
                    <a:pt x="19539" y="12780"/>
                    <a:pt x="19511" y="12812"/>
                  </a:cubicBezTo>
                  <a:cubicBezTo>
                    <a:pt x="19483" y="12842"/>
                    <a:pt x="19474" y="12972"/>
                    <a:pt x="19455" y="13018"/>
                  </a:cubicBezTo>
                  <a:cubicBezTo>
                    <a:pt x="19441" y="13052"/>
                    <a:pt x="19391" y="13090"/>
                    <a:pt x="19385" y="13131"/>
                  </a:cubicBezTo>
                  <a:cubicBezTo>
                    <a:pt x="19376" y="13191"/>
                    <a:pt x="19425" y="13306"/>
                    <a:pt x="19430" y="13368"/>
                  </a:cubicBezTo>
                  <a:cubicBezTo>
                    <a:pt x="19435" y="13427"/>
                    <a:pt x="19434" y="13547"/>
                    <a:pt x="19430" y="13606"/>
                  </a:cubicBezTo>
                  <a:cubicBezTo>
                    <a:pt x="19428" y="13644"/>
                    <a:pt x="19422" y="13725"/>
                    <a:pt x="19409" y="13757"/>
                  </a:cubicBezTo>
                  <a:cubicBezTo>
                    <a:pt x="19392" y="13799"/>
                    <a:pt x="19338" y="13851"/>
                    <a:pt x="19312" y="13875"/>
                  </a:cubicBezTo>
                  <a:cubicBezTo>
                    <a:pt x="19285" y="13900"/>
                    <a:pt x="19224" y="13924"/>
                    <a:pt x="19196" y="13950"/>
                  </a:cubicBezTo>
                  <a:cubicBezTo>
                    <a:pt x="19166" y="13980"/>
                    <a:pt x="19117" y="14073"/>
                    <a:pt x="19085" y="14100"/>
                  </a:cubicBezTo>
                  <a:cubicBezTo>
                    <a:pt x="19066" y="14117"/>
                    <a:pt x="19023" y="14137"/>
                    <a:pt x="19001" y="14137"/>
                  </a:cubicBezTo>
                  <a:cubicBezTo>
                    <a:pt x="18983" y="14138"/>
                    <a:pt x="18947" y="14102"/>
                    <a:pt x="18928" y="14107"/>
                  </a:cubicBezTo>
                  <a:cubicBezTo>
                    <a:pt x="18896" y="14114"/>
                    <a:pt x="18830" y="14169"/>
                    <a:pt x="18813" y="14219"/>
                  </a:cubicBezTo>
                  <a:cubicBezTo>
                    <a:pt x="18802" y="14252"/>
                    <a:pt x="18812" y="14336"/>
                    <a:pt x="18809" y="14375"/>
                  </a:cubicBezTo>
                  <a:cubicBezTo>
                    <a:pt x="18806" y="14424"/>
                    <a:pt x="18794" y="14518"/>
                    <a:pt x="18785" y="14563"/>
                  </a:cubicBezTo>
                  <a:cubicBezTo>
                    <a:pt x="18779" y="14596"/>
                    <a:pt x="18754" y="14654"/>
                    <a:pt x="18750" y="14688"/>
                  </a:cubicBezTo>
                  <a:cubicBezTo>
                    <a:pt x="18744" y="14740"/>
                    <a:pt x="18764" y="14851"/>
                    <a:pt x="18754" y="14901"/>
                  </a:cubicBezTo>
                  <a:cubicBezTo>
                    <a:pt x="18745" y="14941"/>
                    <a:pt x="18709" y="15008"/>
                    <a:pt x="18687" y="15026"/>
                  </a:cubicBezTo>
                  <a:cubicBezTo>
                    <a:pt x="18661" y="15047"/>
                    <a:pt x="18600" y="15019"/>
                    <a:pt x="18572" y="15032"/>
                  </a:cubicBezTo>
                  <a:cubicBezTo>
                    <a:pt x="18539" y="15048"/>
                    <a:pt x="18482" y="15120"/>
                    <a:pt x="18452" y="15148"/>
                  </a:cubicBezTo>
                  <a:cubicBezTo>
                    <a:pt x="18400" y="15196"/>
                    <a:pt x="18294" y="15285"/>
                    <a:pt x="18243" y="15336"/>
                  </a:cubicBezTo>
                  <a:cubicBezTo>
                    <a:pt x="18205" y="15373"/>
                    <a:pt x="18130" y="15448"/>
                    <a:pt x="18096" y="15495"/>
                  </a:cubicBezTo>
                  <a:cubicBezTo>
                    <a:pt x="18063" y="15542"/>
                    <a:pt x="18013" y="15674"/>
                    <a:pt x="17976" y="15711"/>
                  </a:cubicBezTo>
                  <a:cubicBezTo>
                    <a:pt x="17951" y="15736"/>
                    <a:pt x="17894" y="15749"/>
                    <a:pt x="17866" y="15758"/>
                  </a:cubicBezTo>
                  <a:cubicBezTo>
                    <a:pt x="17822" y="15771"/>
                    <a:pt x="17729" y="15764"/>
                    <a:pt x="17688" y="15796"/>
                  </a:cubicBezTo>
                  <a:cubicBezTo>
                    <a:pt x="17651" y="15825"/>
                    <a:pt x="17596" y="15943"/>
                    <a:pt x="17562" y="15983"/>
                  </a:cubicBezTo>
                  <a:cubicBezTo>
                    <a:pt x="17532" y="16020"/>
                    <a:pt x="17462" y="16067"/>
                    <a:pt x="17432" y="16105"/>
                  </a:cubicBezTo>
                  <a:cubicBezTo>
                    <a:pt x="17393" y="16153"/>
                    <a:pt x="17324" y="16270"/>
                    <a:pt x="17291" y="16330"/>
                  </a:cubicBezTo>
                  <a:cubicBezTo>
                    <a:pt x="17279" y="16352"/>
                    <a:pt x="17265" y="16385"/>
                    <a:pt x="17252" y="16421"/>
                  </a:cubicBezTo>
                  <a:cubicBezTo>
                    <a:pt x="17228" y="16479"/>
                    <a:pt x="17203" y="16542"/>
                    <a:pt x="17181" y="16565"/>
                  </a:cubicBezTo>
                  <a:cubicBezTo>
                    <a:pt x="17151" y="16596"/>
                    <a:pt x="17079" y="16602"/>
                    <a:pt x="17045" y="16611"/>
                  </a:cubicBezTo>
                  <a:cubicBezTo>
                    <a:pt x="16875" y="16662"/>
                    <a:pt x="16534" y="16735"/>
                    <a:pt x="16365" y="16781"/>
                  </a:cubicBezTo>
                  <a:cubicBezTo>
                    <a:pt x="16167" y="16835"/>
                    <a:pt x="15772" y="16961"/>
                    <a:pt x="15574" y="17015"/>
                  </a:cubicBezTo>
                  <a:cubicBezTo>
                    <a:pt x="15343" y="17079"/>
                    <a:pt x="14880" y="17194"/>
                    <a:pt x="14648" y="17250"/>
                  </a:cubicBezTo>
                  <a:cubicBezTo>
                    <a:pt x="14465" y="17294"/>
                    <a:pt x="14100" y="17388"/>
                    <a:pt x="13916" y="17419"/>
                  </a:cubicBezTo>
                  <a:cubicBezTo>
                    <a:pt x="13738" y="17448"/>
                    <a:pt x="13381" y="17462"/>
                    <a:pt x="13204" y="17494"/>
                  </a:cubicBezTo>
                  <a:cubicBezTo>
                    <a:pt x="13026" y="17525"/>
                    <a:pt x="12670" y="17621"/>
                    <a:pt x="12493" y="17672"/>
                  </a:cubicBezTo>
                  <a:cubicBezTo>
                    <a:pt x="12377" y="17705"/>
                    <a:pt x="12147" y="17784"/>
                    <a:pt x="12032" y="17822"/>
                  </a:cubicBezTo>
                  <a:cubicBezTo>
                    <a:pt x="11926" y="17858"/>
                    <a:pt x="11715" y="17943"/>
                    <a:pt x="11609" y="17973"/>
                  </a:cubicBezTo>
                  <a:cubicBezTo>
                    <a:pt x="11303" y="18057"/>
                    <a:pt x="10687" y="18164"/>
                    <a:pt x="10379" y="18216"/>
                  </a:cubicBezTo>
                  <a:cubicBezTo>
                    <a:pt x="9962" y="18287"/>
                    <a:pt x="9100" y="18179"/>
                    <a:pt x="8710" y="18451"/>
                  </a:cubicBezTo>
                  <a:cubicBezTo>
                    <a:pt x="8674" y="18475"/>
                    <a:pt x="8625" y="18594"/>
                    <a:pt x="8590" y="18620"/>
                  </a:cubicBezTo>
                  <a:cubicBezTo>
                    <a:pt x="8565" y="18637"/>
                    <a:pt x="8510" y="18654"/>
                    <a:pt x="8485" y="18638"/>
                  </a:cubicBezTo>
                  <a:cubicBezTo>
                    <a:pt x="8468" y="18627"/>
                    <a:pt x="8450" y="18555"/>
                    <a:pt x="8433" y="18545"/>
                  </a:cubicBezTo>
                  <a:cubicBezTo>
                    <a:pt x="8308" y="18474"/>
                    <a:pt x="8045" y="18667"/>
                    <a:pt x="7915" y="18704"/>
                  </a:cubicBezTo>
                  <a:cubicBezTo>
                    <a:pt x="7484" y="18831"/>
                    <a:pt x="6620" y="19067"/>
                    <a:pt x="6188" y="19183"/>
                  </a:cubicBezTo>
                  <a:cubicBezTo>
                    <a:pt x="5927" y="19253"/>
                    <a:pt x="5401" y="19367"/>
                    <a:pt x="5142" y="19455"/>
                  </a:cubicBezTo>
                  <a:cubicBezTo>
                    <a:pt x="5022" y="19495"/>
                    <a:pt x="4665" y="19651"/>
                    <a:pt x="4665" y="19651"/>
                  </a:cubicBezTo>
                  <a:lnTo>
                    <a:pt x="4665" y="19427"/>
                  </a:lnTo>
                  <a:lnTo>
                    <a:pt x="3975" y="19427"/>
                  </a:lnTo>
                  <a:lnTo>
                    <a:pt x="4137" y="20262"/>
                  </a:lnTo>
                  <a:lnTo>
                    <a:pt x="4137" y="20656"/>
                  </a:lnTo>
                  <a:cubicBezTo>
                    <a:pt x="4137" y="20656"/>
                    <a:pt x="3914" y="20706"/>
                    <a:pt x="3839" y="20721"/>
                  </a:cubicBezTo>
                  <a:cubicBezTo>
                    <a:pt x="3574" y="20780"/>
                    <a:pt x="3044" y="20897"/>
                    <a:pt x="2779" y="20950"/>
                  </a:cubicBezTo>
                  <a:cubicBezTo>
                    <a:pt x="2218" y="21064"/>
                    <a:pt x="1092" y="21206"/>
                    <a:pt x="536" y="21375"/>
                  </a:cubicBezTo>
                  <a:cubicBezTo>
                    <a:pt x="419" y="21411"/>
                    <a:pt x="125" y="21542"/>
                    <a:pt x="0" y="21599"/>
                  </a:cubicBezTo>
                  <a:cubicBezTo>
                    <a:pt x="2" y="21580"/>
                    <a:pt x="3" y="21563"/>
                    <a:pt x="4" y="21550"/>
                  </a:cubicBezTo>
                  <a:cubicBezTo>
                    <a:pt x="8" y="21495"/>
                    <a:pt x="8" y="21384"/>
                    <a:pt x="12" y="21329"/>
                  </a:cubicBezTo>
                  <a:cubicBezTo>
                    <a:pt x="17" y="21254"/>
                    <a:pt x="35" y="21106"/>
                    <a:pt x="38" y="21031"/>
                  </a:cubicBezTo>
                  <a:cubicBezTo>
                    <a:pt x="41" y="20953"/>
                    <a:pt x="18" y="20790"/>
                    <a:pt x="35" y="20716"/>
                  </a:cubicBezTo>
                  <a:cubicBezTo>
                    <a:pt x="47" y="20670"/>
                    <a:pt x="92" y="20599"/>
                    <a:pt x="118" y="20577"/>
                  </a:cubicBezTo>
                  <a:cubicBezTo>
                    <a:pt x="135" y="20561"/>
                    <a:pt x="175" y="20546"/>
                    <a:pt x="194" y="20553"/>
                  </a:cubicBezTo>
                  <a:cubicBezTo>
                    <a:pt x="219" y="20562"/>
                    <a:pt x="279" y="20652"/>
                    <a:pt x="279" y="20658"/>
                  </a:cubicBezTo>
                  <a:cubicBezTo>
                    <a:pt x="279" y="20665"/>
                    <a:pt x="297" y="20783"/>
                    <a:pt x="311" y="20815"/>
                  </a:cubicBezTo>
                  <a:cubicBezTo>
                    <a:pt x="341" y="20881"/>
                    <a:pt x="419" y="21004"/>
                    <a:pt x="465" y="21003"/>
                  </a:cubicBezTo>
                  <a:cubicBezTo>
                    <a:pt x="492" y="21003"/>
                    <a:pt x="536" y="20933"/>
                    <a:pt x="552" y="20896"/>
                  </a:cubicBezTo>
                  <a:cubicBezTo>
                    <a:pt x="570" y="20852"/>
                    <a:pt x="586" y="20744"/>
                    <a:pt x="594" y="20691"/>
                  </a:cubicBezTo>
                  <a:cubicBezTo>
                    <a:pt x="604" y="20628"/>
                    <a:pt x="609" y="20497"/>
                    <a:pt x="620" y="20435"/>
                  </a:cubicBezTo>
                  <a:cubicBezTo>
                    <a:pt x="627" y="20398"/>
                    <a:pt x="658" y="20334"/>
                    <a:pt x="660" y="20295"/>
                  </a:cubicBezTo>
                  <a:cubicBezTo>
                    <a:pt x="665" y="20241"/>
                    <a:pt x="654" y="20128"/>
                    <a:pt x="637" y="20084"/>
                  </a:cubicBezTo>
                  <a:cubicBezTo>
                    <a:pt x="624" y="20049"/>
                    <a:pt x="572" y="20026"/>
                    <a:pt x="556" y="19994"/>
                  </a:cubicBezTo>
                  <a:cubicBezTo>
                    <a:pt x="543" y="19968"/>
                    <a:pt x="523" y="19899"/>
                    <a:pt x="523" y="19864"/>
                  </a:cubicBezTo>
                  <a:cubicBezTo>
                    <a:pt x="525" y="19808"/>
                    <a:pt x="557" y="19704"/>
                    <a:pt x="581" y="19670"/>
                  </a:cubicBezTo>
                  <a:cubicBezTo>
                    <a:pt x="605" y="19637"/>
                    <a:pt x="669" y="19614"/>
                    <a:pt x="700" y="19617"/>
                  </a:cubicBezTo>
                  <a:cubicBezTo>
                    <a:pt x="718" y="19618"/>
                    <a:pt x="751" y="19673"/>
                    <a:pt x="768" y="19661"/>
                  </a:cubicBezTo>
                  <a:cubicBezTo>
                    <a:pt x="784" y="19651"/>
                    <a:pt x="802" y="19584"/>
                    <a:pt x="799" y="19553"/>
                  </a:cubicBezTo>
                  <a:cubicBezTo>
                    <a:pt x="793" y="19484"/>
                    <a:pt x="725" y="19379"/>
                    <a:pt x="688" y="19354"/>
                  </a:cubicBezTo>
                  <a:cubicBezTo>
                    <a:pt x="668" y="19340"/>
                    <a:pt x="620" y="19383"/>
                    <a:pt x="602" y="19363"/>
                  </a:cubicBezTo>
                  <a:cubicBezTo>
                    <a:pt x="579" y="19339"/>
                    <a:pt x="556" y="19238"/>
                    <a:pt x="556" y="19190"/>
                  </a:cubicBezTo>
                  <a:cubicBezTo>
                    <a:pt x="556" y="19139"/>
                    <a:pt x="582" y="19039"/>
                    <a:pt x="600" y="19002"/>
                  </a:cubicBezTo>
                  <a:cubicBezTo>
                    <a:pt x="613" y="18979"/>
                    <a:pt x="651" y="18963"/>
                    <a:pt x="665" y="18942"/>
                  </a:cubicBezTo>
                  <a:cubicBezTo>
                    <a:pt x="683" y="18911"/>
                    <a:pt x="709" y="18834"/>
                    <a:pt x="718" y="18794"/>
                  </a:cubicBezTo>
                  <a:cubicBezTo>
                    <a:pt x="730" y="18743"/>
                    <a:pt x="741" y="18636"/>
                    <a:pt x="746" y="18582"/>
                  </a:cubicBezTo>
                  <a:cubicBezTo>
                    <a:pt x="752" y="18514"/>
                    <a:pt x="767" y="18377"/>
                    <a:pt x="760" y="18310"/>
                  </a:cubicBezTo>
                  <a:cubicBezTo>
                    <a:pt x="755" y="18258"/>
                    <a:pt x="727" y="18160"/>
                    <a:pt x="708" y="18121"/>
                  </a:cubicBezTo>
                  <a:cubicBezTo>
                    <a:pt x="694" y="18093"/>
                    <a:pt x="661" y="18044"/>
                    <a:pt x="641" y="18043"/>
                  </a:cubicBezTo>
                  <a:cubicBezTo>
                    <a:pt x="623" y="18041"/>
                    <a:pt x="587" y="18075"/>
                    <a:pt x="576" y="18101"/>
                  </a:cubicBezTo>
                  <a:cubicBezTo>
                    <a:pt x="567" y="18121"/>
                    <a:pt x="570" y="18178"/>
                    <a:pt x="561" y="18195"/>
                  </a:cubicBezTo>
                  <a:cubicBezTo>
                    <a:pt x="548" y="18220"/>
                    <a:pt x="505" y="18251"/>
                    <a:pt x="487" y="18238"/>
                  </a:cubicBezTo>
                  <a:cubicBezTo>
                    <a:pt x="467" y="18223"/>
                    <a:pt x="451" y="18140"/>
                    <a:pt x="445" y="18103"/>
                  </a:cubicBezTo>
                  <a:cubicBezTo>
                    <a:pt x="439" y="18068"/>
                    <a:pt x="446" y="17989"/>
                    <a:pt x="438" y="17953"/>
                  </a:cubicBezTo>
                  <a:cubicBezTo>
                    <a:pt x="434" y="17935"/>
                    <a:pt x="426" y="17910"/>
                    <a:pt x="415" y="17886"/>
                  </a:cubicBezTo>
                  <a:cubicBezTo>
                    <a:pt x="438" y="17865"/>
                    <a:pt x="467" y="17845"/>
                    <a:pt x="475" y="17819"/>
                  </a:cubicBezTo>
                  <a:cubicBezTo>
                    <a:pt x="486" y="17780"/>
                    <a:pt x="478" y="17688"/>
                    <a:pt x="478" y="17644"/>
                  </a:cubicBezTo>
                  <a:cubicBezTo>
                    <a:pt x="479" y="17600"/>
                    <a:pt x="471" y="17510"/>
                    <a:pt x="478" y="17469"/>
                  </a:cubicBezTo>
                  <a:cubicBezTo>
                    <a:pt x="483" y="17444"/>
                    <a:pt x="504" y="17403"/>
                    <a:pt x="515" y="17384"/>
                  </a:cubicBezTo>
                  <a:cubicBezTo>
                    <a:pt x="536" y="17347"/>
                    <a:pt x="588" y="17297"/>
                    <a:pt x="608" y="17260"/>
                  </a:cubicBezTo>
                  <a:cubicBezTo>
                    <a:pt x="624" y="17228"/>
                    <a:pt x="649" y="17152"/>
                    <a:pt x="658" y="17112"/>
                  </a:cubicBezTo>
                  <a:cubicBezTo>
                    <a:pt x="675" y="17039"/>
                    <a:pt x="682" y="16876"/>
                    <a:pt x="698" y="16802"/>
                  </a:cubicBezTo>
                  <a:cubicBezTo>
                    <a:pt x="712" y="16742"/>
                    <a:pt x="748" y="16627"/>
                    <a:pt x="771" y="16577"/>
                  </a:cubicBezTo>
                  <a:cubicBezTo>
                    <a:pt x="791" y="16537"/>
                    <a:pt x="839" y="16476"/>
                    <a:pt x="862" y="16443"/>
                  </a:cubicBezTo>
                  <a:cubicBezTo>
                    <a:pt x="886" y="16408"/>
                    <a:pt x="934" y="16331"/>
                    <a:pt x="963" y="16309"/>
                  </a:cubicBezTo>
                  <a:cubicBezTo>
                    <a:pt x="991" y="16286"/>
                    <a:pt x="1053" y="16267"/>
                    <a:pt x="1084" y="16264"/>
                  </a:cubicBezTo>
                  <a:cubicBezTo>
                    <a:pt x="1123" y="16261"/>
                    <a:pt x="1203" y="16276"/>
                    <a:pt x="1242" y="16292"/>
                  </a:cubicBezTo>
                  <a:cubicBezTo>
                    <a:pt x="1274" y="16306"/>
                    <a:pt x="1335" y="16358"/>
                    <a:pt x="1366" y="16377"/>
                  </a:cubicBezTo>
                  <a:cubicBezTo>
                    <a:pt x="1402" y="16400"/>
                    <a:pt x="1477" y="16435"/>
                    <a:pt x="1512" y="16458"/>
                  </a:cubicBezTo>
                  <a:cubicBezTo>
                    <a:pt x="1543" y="16478"/>
                    <a:pt x="1606" y="16510"/>
                    <a:pt x="1631" y="16546"/>
                  </a:cubicBezTo>
                  <a:cubicBezTo>
                    <a:pt x="1646" y="16567"/>
                    <a:pt x="1660" y="16641"/>
                    <a:pt x="1677" y="16659"/>
                  </a:cubicBezTo>
                  <a:cubicBezTo>
                    <a:pt x="1701" y="16685"/>
                    <a:pt x="1760" y="16683"/>
                    <a:pt x="1788" y="16690"/>
                  </a:cubicBezTo>
                  <a:cubicBezTo>
                    <a:pt x="1818" y="16697"/>
                    <a:pt x="1881" y="16698"/>
                    <a:pt x="1910" y="16712"/>
                  </a:cubicBezTo>
                  <a:cubicBezTo>
                    <a:pt x="1935" y="16723"/>
                    <a:pt x="1980" y="16769"/>
                    <a:pt x="2004" y="16784"/>
                  </a:cubicBezTo>
                  <a:cubicBezTo>
                    <a:pt x="2053" y="16813"/>
                    <a:pt x="2159" y="16825"/>
                    <a:pt x="2201" y="16874"/>
                  </a:cubicBezTo>
                  <a:cubicBezTo>
                    <a:pt x="2232" y="16909"/>
                    <a:pt x="2261" y="17040"/>
                    <a:pt x="2292" y="17075"/>
                  </a:cubicBezTo>
                  <a:cubicBezTo>
                    <a:pt x="2325" y="17111"/>
                    <a:pt x="2404" y="17134"/>
                    <a:pt x="2442" y="17134"/>
                  </a:cubicBezTo>
                  <a:cubicBezTo>
                    <a:pt x="2485" y="17135"/>
                    <a:pt x="2576" y="17116"/>
                    <a:pt x="2611" y="17071"/>
                  </a:cubicBezTo>
                  <a:cubicBezTo>
                    <a:pt x="2643" y="17031"/>
                    <a:pt x="2683" y="16899"/>
                    <a:pt x="2693" y="16830"/>
                  </a:cubicBezTo>
                  <a:cubicBezTo>
                    <a:pt x="2706" y="16748"/>
                    <a:pt x="2695" y="16574"/>
                    <a:pt x="2690" y="16490"/>
                  </a:cubicBezTo>
                  <a:cubicBezTo>
                    <a:pt x="2686" y="16418"/>
                    <a:pt x="2681" y="16267"/>
                    <a:pt x="2660" y="16205"/>
                  </a:cubicBezTo>
                  <a:cubicBezTo>
                    <a:pt x="2646" y="16162"/>
                    <a:pt x="2593" y="16115"/>
                    <a:pt x="2571" y="16083"/>
                  </a:cubicBezTo>
                  <a:cubicBezTo>
                    <a:pt x="2531" y="16024"/>
                    <a:pt x="2446" y="15913"/>
                    <a:pt x="2414" y="15839"/>
                  </a:cubicBezTo>
                  <a:cubicBezTo>
                    <a:pt x="2395" y="15796"/>
                    <a:pt x="2367" y="15699"/>
                    <a:pt x="2360" y="15645"/>
                  </a:cubicBezTo>
                  <a:cubicBezTo>
                    <a:pt x="2353" y="15593"/>
                    <a:pt x="2352" y="15481"/>
                    <a:pt x="2360" y="15430"/>
                  </a:cubicBezTo>
                  <a:cubicBezTo>
                    <a:pt x="2370" y="15369"/>
                    <a:pt x="2424" y="15275"/>
                    <a:pt x="2433" y="15213"/>
                  </a:cubicBezTo>
                  <a:cubicBezTo>
                    <a:pt x="2444" y="15141"/>
                    <a:pt x="2419" y="14984"/>
                    <a:pt x="2428" y="14911"/>
                  </a:cubicBezTo>
                  <a:cubicBezTo>
                    <a:pt x="2435" y="14857"/>
                    <a:pt x="2464" y="14758"/>
                    <a:pt x="2484" y="14717"/>
                  </a:cubicBezTo>
                  <a:cubicBezTo>
                    <a:pt x="2503" y="14676"/>
                    <a:pt x="2552" y="14609"/>
                    <a:pt x="2580" y="14594"/>
                  </a:cubicBezTo>
                  <a:cubicBezTo>
                    <a:pt x="2600" y="14584"/>
                    <a:pt x="2644" y="14591"/>
                    <a:pt x="2664" y="14603"/>
                  </a:cubicBezTo>
                  <a:cubicBezTo>
                    <a:pt x="2677" y="14613"/>
                    <a:pt x="2697" y="14661"/>
                    <a:pt x="2711" y="14666"/>
                  </a:cubicBezTo>
                  <a:cubicBezTo>
                    <a:pt x="2725" y="14671"/>
                    <a:pt x="2756" y="14653"/>
                    <a:pt x="2768" y="14638"/>
                  </a:cubicBezTo>
                  <a:cubicBezTo>
                    <a:pt x="2789" y="14613"/>
                    <a:pt x="2811" y="14530"/>
                    <a:pt x="2827" y="14497"/>
                  </a:cubicBezTo>
                  <a:cubicBezTo>
                    <a:pt x="2846" y="14461"/>
                    <a:pt x="2886" y="14391"/>
                    <a:pt x="2909" y="14366"/>
                  </a:cubicBezTo>
                  <a:cubicBezTo>
                    <a:pt x="2960" y="14312"/>
                    <a:pt x="3074" y="14251"/>
                    <a:pt x="3131" y="14222"/>
                  </a:cubicBezTo>
                  <a:cubicBezTo>
                    <a:pt x="3175" y="14200"/>
                    <a:pt x="3265" y="14174"/>
                    <a:pt x="3309" y="14153"/>
                  </a:cubicBezTo>
                  <a:cubicBezTo>
                    <a:pt x="3353" y="14133"/>
                    <a:pt x="3439" y="14083"/>
                    <a:pt x="3482" y="14053"/>
                  </a:cubicBezTo>
                  <a:cubicBezTo>
                    <a:pt x="3510" y="14033"/>
                    <a:pt x="3575" y="14006"/>
                    <a:pt x="3591" y="13959"/>
                  </a:cubicBezTo>
                  <a:cubicBezTo>
                    <a:pt x="3614" y="13895"/>
                    <a:pt x="3607" y="13725"/>
                    <a:pt x="3589" y="13656"/>
                  </a:cubicBezTo>
                  <a:cubicBezTo>
                    <a:pt x="3574" y="13596"/>
                    <a:pt x="3510" y="13518"/>
                    <a:pt x="3480" y="13481"/>
                  </a:cubicBezTo>
                  <a:cubicBezTo>
                    <a:pt x="3445" y="13438"/>
                    <a:pt x="3356" y="13402"/>
                    <a:pt x="3330" y="13343"/>
                  </a:cubicBezTo>
                  <a:cubicBezTo>
                    <a:pt x="3312" y="13304"/>
                    <a:pt x="3313" y="13192"/>
                    <a:pt x="3301" y="13146"/>
                  </a:cubicBezTo>
                  <a:cubicBezTo>
                    <a:pt x="3289" y="13096"/>
                    <a:pt x="3240" y="13018"/>
                    <a:pt x="3232" y="12965"/>
                  </a:cubicBezTo>
                  <a:cubicBezTo>
                    <a:pt x="3222" y="12901"/>
                    <a:pt x="3229" y="12763"/>
                    <a:pt x="3239" y="12699"/>
                  </a:cubicBezTo>
                  <a:cubicBezTo>
                    <a:pt x="3249" y="12638"/>
                    <a:pt x="3288" y="12528"/>
                    <a:pt x="3309" y="12476"/>
                  </a:cubicBezTo>
                  <a:cubicBezTo>
                    <a:pt x="3325" y="12438"/>
                    <a:pt x="3362" y="12367"/>
                    <a:pt x="3382" y="12336"/>
                  </a:cubicBezTo>
                  <a:cubicBezTo>
                    <a:pt x="3409" y="12294"/>
                    <a:pt x="3478" y="12242"/>
                    <a:pt x="3501" y="12192"/>
                  </a:cubicBezTo>
                  <a:cubicBezTo>
                    <a:pt x="3525" y="12138"/>
                    <a:pt x="3547" y="12001"/>
                    <a:pt x="3553" y="11932"/>
                  </a:cubicBezTo>
                  <a:cubicBezTo>
                    <a:pt x="3556" y="11898"/>
                    <a:pt x="3559" y="11825"/>
                    <a:pt x="3551" y="11792"/>
                  </a:cubicBezTo>
                  <a:cubicBezTo>
                    <a:pt x="3546" y="11770"/>
                    <a:pt x="3529" y="11745"/>
                    <a:pt x="3514" y="11721"/>
                  </a:cubicBezTo>
                  <a:cubicBezTo>
                    <a:pt x="3539" y="11716"/>
                    <a:pt x="3566" y="11710"/>
                    <a:pt x="3580" y="11709"/>
                  </a:cubicBezTo>
                  <a:cubicBezTo>
                    <a:pt x="3607" y="11706"/>
                    <a:pt x="3666" y="11681"/>
                    <a:pt x="3688" y="11709"/>
                  </a:cubicBezTo>
                  <a:cubicBezTo>
                    <a:pt x="3703" y="11730"/>
                    <a:pt x="3694" y="11824"/>
                    <a:pt x="3711" y="11845"/>
                  </a:cubicBezTo>
                  <a:cubicBezTo>
                    <a:pt x="3728" y="11867"/>
                    <a:pt x="3777" y="11861"/>
                    <a:pt x="3794" y="11840"/>
                  </a:cubicBezTo>
                  <a:cubicBezTo>
                    <a:pt x="3811" y="11821"/>
                    <a:pt x="3815" y="11738"/>
                    <a:pt x="3828" y="11714"/>
                  </a:cubicBezTo>
                  <a:cubicBezTo>
                    <a:pt x="3840" y="11693"/>
                    <a:pt x="3877" y="11688"/>
                    <a:pt x="3889" y="11667"/>
                  </a:cubicBezTo>
                  <a:cubicBezTo>
                    <a:pt x="3907" y="11632"/>
                    <a:pt x="3925" y="11536"/>
                    <a:pt x="3925" y="11488"/>
                  </a:cubicBezTo>
                  <a:cubicBezTo>
                    <a:pt x="3926" y="11452"/>
                    <a:pt x="3912" y="11380"/>
                    <a:pt x="3899" y="11353"/>
                  </a:cubicBezTo>
                  <a:cubicBezTo>
                    <a:pt x="3887" y="11327"/>
                    <a:pt x="3849" y="11311"/>
                    <a:pt x="3834" y="11292"/>
                  </a:cubicBezTo>
                  <a:cubicBezTo>
                    <a:pt x="3818" y="11270"/>
                    <a:pt x="3788" y="11221"/>
                    <a:pt x="3782" y="11188"/>
                  </a:cubicBezTo>
                  <a:cubicBezTo>
                    <a:pt x="3773" y="11145"/>
                    <a:pt x="3782" y="11047"/>
                    <a:pt x="3792" y="11005"/>
                  </a:cubicBezTo>
                  <a:cubicBezTo>
                    <a:pt x="3809" y="10936"/>
                    <a:pt x="3862" y="10803"/>
                    <a:pt x="3902" y="10775"/>
                  </a:cubicBezTo>
                  <a:cubicBezTo>
                    <a:pt x="3918" y="10764"/>
                    <a:pt x="3957" y="10773"/>
                    <a:pt x="3973" y="10789"/>
                  </a:cubicBezTo>
                  <a:cubicBezTo>
                    <a:pt x="3993" y="10812"/>
                    <a:pt x="4011" y="10899"/>
                    <a:pt x="4025" y="10935"/>
                  </a:cubicBezTo>
                  <a:cubicBezTo>
                    <a:pt x="4038" y="10967"/>
                    <a:pt x="4060" y="11044"/>
                    <a:pt x="4080" y="11061"/>
                  </a:cubicBezTo>
                  <a:cubicBezTo>
                    <a:pt x="4107" y="11085"/>
                    <a:pt x="4171" y="11079"/>
                    <a:pt x="4200" y="11061"/>
                  </a:cubicBezTo>
                  <a:cubicBezTo>
                    <a:pt x="4237" y="11038"/>
                    <a:pt x="4287" y="10910"/>
                    <a:pt x="4323" y="10883"/>
                  </a:cubicBezTo>
                  <a:cubicBezTo>
                    <a:pt x="4348" y="10866"/>
                    <a:pt x="4403" y="10877"/>
                    <a:pt x="4427" y="10865"/>
                  </a:cubicBezTo>
                  <a:cubicBezTo>
                    <a:pt x="4447" y="10855"/>
                    <a:pt x="4479" y="10807"/>
                    <a:pt x="4498" y="10803"/>
                  </a:cubicBezTo>
                  <a:cubicBezTo>
                    <a:pt x="4525" y="10799"/>
                    <a:pt x="4588" y="10814"/>
                    <a:pt x="4603" y="10855"/>
                  </a:cubicBezTo>
                  <a:cubicBezTo>
                    <a:pt x="4612" y="10879"/>
                    <a:pt x="4597" y="10940"/>
                    <a:pt x="4592" y="10968"/>
                  </a:cubicBezTo>
                  <a:cubicBezTo>
                    <a:pt x="4586" y="11008"/>
                    <a:pt x="4558" y="11081"/>
                    <a:pt x="4558" y="11123"/>
                  </a:cubicBezTo>
                  <a:cubicBezTo>
                    <a:pt x="4558" y="11179"/>
                    <a:pt x="4579" y="11302"/>
                    <a:pt x="4606" y="11333"/>
                  </a:cubicBezTo>
                  <a:cubicBezTo>
                    <a:pt x="4622" y="11353"/>
                    <a:pt x="4665" y="11338"/>
                    <a:pt x="4684" y="11329"/>
                  </a:cubicBezTo>
                  <a:cubicBezTo>
                    <a:pt x="4707" y="11317"/>
                    <a:pt x="4752" y="11276"/>
                    <a:pt x="4768" y="11245"/>
                  </a:cubicBezTo>
                  <a:cubicBezTo>
                    <a:pt x="4782" y="11216"/>
                    <a:pt x="4795" y="11140"/>
                    <a:pt x="4802" y="11104"/>
                  </a:cubicBezTo>
                  <a:cubicBezTo>
                    <a:pt x="4811" y="11056"/>
                    <a:pt x="4838" y="10954"/>
                    <a:pt x="4828" y="10907"/>
                  </a:cubicBezTo>
                  <a:cubicBezTo>
                    <a:pt x="4821" y="10874"/>
                    <a:pt x="4779" y="10852"/>
                    <a:pt x="4765" y="10827"/>
                  </a:cubicBezTo>
                  <a:cubicBezTo>
                    <a:pt x="4740" y="10780"/>
                    <a:pt x="4682" y="10676"/>
                    <a:pt x="4684" y="10611"/>
                  </a:cubicBezTo>
                  <a:cubicBezTo>
                    <a:pt x="4685" y="10582"/>
                    <a:pt x="4721" y="10550"/>
                    <a:pt x="4726" y="10522"/>
                  </a:cubicBezTo>
                  <a:cubicBezTo>
                    <a:pt x="4735" y="10474"/>
                    <a:pt x="4713" y="10368"/>
                    <a:pt x="4723" y="10320"/>
                  </a:cubicBezTo>
                  <a:cubicBezTo>
                    <a:pt x="4731" y="10282"/>
                    <a:pt x="4763" y="10204"/>
                    <a:pt x="4786" y="10203"/>
                  </a:cubicBezTo>
                  <a:cubicBezTo>
                    <a:pt x="4798" y="10202"/>
                    <a:pt x="4815" y="10242"/>
                    <a:pt x="4823" y="10259"/>
                  </a:cubicBezTo>
                  <a:cubicBezTo>
                    <a:pt x="4833" y="10283"/>
                    <a:pt x="4846" y="10339"/>
                    <a:pt x="4852" y="10368"/>
                  </a:cubicBezTo>
                  <a:cubicBezTo>
                    <a:pt x="4860" y="10407"/>
                    <a:pt x="4862" y="10499"/>
                    <a:pt x="4878" y="10532"/>
                  </a:cubicBezTo>
                  <a:cubicBezTo>
                    <a:pt x="4894" y="10566"/>
                    <a:pt x="4947" y="10584"/>
                    <a:pt x="4969" y="10607"/>
                  </a:cubicBezTo>
                  <a:cubicBezTo>
                    <a:pt x="4991" y="10629"/>
                    <a:pt x="5028" y="10714"/>
                    <a:pt x="5053" y="10709"/>
                  </a:cubicBezTo>
                  <a:cubicBezTo>
                    <a:pt x="5075" y="10705"/>
                    <a:pt x="5101" y="10624"/>
                    <a:pt x="5116" y="10593"/>
                  </a:cubicBezTo>
                  <a:cubicBezTo>
                    <a:pt x="5129" y="10561"/>
                    <a:pt x="5147" y="10481"/>
                    <a:pt x="5165" y="10457"/>
                  </a:cubicBezTo>
                  <a:cubicBezTo>
                    <a:pt x="5200" y="10407"/>
                    <a:pt x="5289" y="10355"/>
                    <a:pt x="5333" y="10348"/>
                  </a:cubicBezTo>
                  <a:cubicBezTo>
                    <a:pt x="5369" y="10343"/>
                    <a:pt x="5441" y="10368"/>
                    <a:pt x="5474" y="10395"/>
                  </a:cubicBezTo>
                  <a:cubicBezTo>
                    <a:pt x="5500" y="10417"/>
                    <a:pt x="5537" y="10501"/>
                    <a:pt x="5563" y="10522"/>
                  </a:cubicBezTo>
                  <a:cubicBezTo>
                    <a:pt x="5585" y="10540"/>
                    <a:pt x="5637" y="10533"/>
                    <a:pt x="5660" y="10550"/>
                  </a:cubicBezTo>
                  <a:cubicBezTo>
                    <a:pt x="5691" y="10573"/>
                    <a:pt x="5744" y="10647"/>
                    <a:pt x="5770" y="10686"/>
                  </a:cubicBezTo>
                  <a:cubicBezTo>
                    <a:pt x="5788" y="10714"/>
                    <a:pt x="5814" y="10791"/>
                    <a:pt x="5835" y="10813"/>
                  </a:cubicBezTo>
                  <a:cubicBezTo>
                    <a:pt x="5860" y="10838"/>
                    <a:pt x="5917" y="10857"/>
                    <a:pt x="5945" y="10860"/>
                  </a:cubicBezTo>
                  <a:cubicBezTo>
                    <a:pt x="5971" y="10863"/>
                    <a:pt x="6024" y="10836"/>
                    <a:pt x="6049" y="10841"/>
                  </a:cubicBezTo>
                  <a:cubicBezTo>
                    <a:pt x="6074" y="10846"/>
                    <a:pt x="6126" y="10867"/>
                    <a:pt x="6144" y="10897"/>
                  </a:cubicBezTo>
                  <a:cubicBezTo>
                    <a:pt x="6166" y="10936"/>
                    <a:pt x="6171" y="11061"/>
                    <a:pt x="6191" y="11104"/>
                  </a:cubicBezTo>
                  <a:cubicBezTo>
                    <a:pt x="6214" y="11156"/>
                    <a:pt x="6279" y="11262"/>
                    <a:pt x="6316" y="11253"/>
                  </a:cubicBezTo>
                  <a:cubicBezTo>
                    <a:pt x="6359" y="11245"/>
                    <a:pt x="6419" y="11097"/>
                    <a:pt x="6434" y="11024"/>
                  </a:cubicBezTo>
                  <a:cubicBezTo>
                    <a:pt x="6451" y="10946"/>
                    <a:pt x="6435" y="10774"/>
                    <a:pt x="6434" y="10690"/>
                  </a:cubicBezTo>
                  <a:cubicBezTo>
                    <a:pt x="6434" y="10615"/>
                    <a:pt x="6417" y="10458"/>
                    <a:pt x="6432" y="10386"/>
                  </a:cubicBezTo>
                  <a:cubicBezTo>
                    <a:pt x="6446" y="10315"/>
                    <a:pt x="6509" y="10207"/>
                    <a:pt x="6541" y="10161"/>
                  </a:cubicBezTo>
                  <a:cubicBezTo>
                    <a:pt x="6556" y="10140"/>
                    <a:pt x="6589" y="10109"/>
                    <a:pt x="6607" y="10100"/>
                  </a:cubicBezTo>
                  <a:cubicBezTo>
                    <a:pt x="6635" y="10084"/>
                    <a:pt x="6700" y="10093"/>
                    <a:pt x="6727" y="10072"/>
                  </a:cubicBezTo>
                  <a:cubicBezTo>
                    <a:pt x="6750" y="10054"/>
                    <a:pt x="6789" y="9992"/>
                    <a:pt x="6806" y="9959"/>
                  </a:cubicBezTo>
                  <a:cubicBezTo>
                    <a:pt x="6831" y="9911"/>
                    <a:pt x="6867" y="9795"/>
                    <a:pt x="6890" y="9743"/>
                  </a:cubicBezTo>
                  <a:cubicBezTo>
                    <a:pt x="6906" y="9706"/>
                    <a:pt x="6940" y="9629"/>
                    <a:pt x="6962" y="9603"/>
                  </a:cubicBezTo>
                  <a:cubicBezTo>
                    <a:pt x="6983" y="9579"/>
                    <a:pt x="7030" y="9547"/>
                    <a:pt x="7054" y="9546"/>
                  </a:cubicBezTo>
                  <a:cubicBezTo>
                    <a:pt x="7077" y="9546"/>
                    <a:pt x="7126" y="9565"/>
                    <a:pt x="7143" y="9593"/>
                  </a:cubicBezTo>
                  <a:cubicBezTo>
                    <a:pt x="7169" y="9634"/>
                    <a:pt x="7181" y="9767"/>
                    <a:pt x="7195" y="9823"/>
                  </a:cubicBezTo>
                  <a:cubicBezTo>
                    <a:pt x="7211" y="9882"/>
                    <a:pt x="7238" y="10003"/>
                    <a:pt x="7261" y="10053"/>
                  </a:cubicBezTo>
                  <a:cubicBezTo>
                    <a:pt x="7280" y="10097"/>
                    <a:pt x="7327" y="10189"/>
                    <a:pt x="7357" y="10194"/>
                  </a:cubicBezTo>
                  <a:cubicBezTo>
                    <a:pt x="7378" y="10197"/>
                    <a:pt x="7416" y="10145"/>
                    <a:pt x="7431" y="10118"/>
                  </a:cubicBezTo>
                  <a:cubicBezTo>
                    <a:pt x="7442" y="10099"/>
                    <a:pt x="7453" y="10042"/>
                    <a:pt x="7465" y="10025"/>
                  </a:cubicBezTo>
                  <a:cubicBezTo>
                    <a:pt x="7484" y="9996"/>
                    <a:pt x="7532" y="9949"/>
                    <a:pt x="7556" y="9959"/>
                  </a:cubicBezTo>
                  <a:cubicBezTo>
                    <a:pt x="7579" y="9969"/>
                    <a:pt x="7612" y="10045"/>
                    <a:pt x="7616" y="10086"/>
                  </a:cubicBezTo>
                  <a:cubicBezTo>
                    <a:pt x="7620" y="10117"/>
                    <a:pt x="7601" y="10178"/>
                    <a:pt x="7596" y="10208"/>
                  </a:cubicBezTo>
                  <a:cubicBezTo>
                    <a:pt x="7588" y="10249"/>
                    <a:pt x="7559" y="10329"/>
                    <a:pt x="7564" y="10372"/>
                  </a:cubicBezTo>
                  <a:cubicBezTo>
                    <a:pt x="7569" y="10409"/>
                    <a:pt x="7604" y="10473"/>
                    <a:pt x="7625" y="10480"/>
                  </a:cubicBezTo>
                  <a:cubicBezTo>
                    <a:pt x="7653" y="10488"/>
                    <a:pt x="7709" y="10425"/>
                    <a:pt x="7729" y="10386"/>
                  </a:cubicBezTo>
                  <a:cubicBezTo>
                    <a:pt x="7748" y="10348"/>
                    <a:pt x="7770" y="10249"/>
                    <a:pt x="7771" y="10199"/>
                  </a:cubicBezTo>
                  <a:cubicBezTo>
                    <a:pt x="7771" y="10153"/>
                    <a:pt x="7741" y="10074"/>
                    <a:pt x="7740" y="10030"/>
                  </a:cubicBezTo>
                  <a:cubicBezTo>
                    <a:pt x="7738" y="9991"/>
                    <a:pt x="7741" y="9907"/>
                    <a:pt x="7755" y="9879"/>
                  </a:cubicBezTo>
                  <a:cubicBezTo>
                    <a:pt x="7767" y="9856"/>
                    <a:pt x="7804" y="9843"/>
                    <a:pt x="7820" y="9842"/>
                  </a:cubicBezTo>
                  <a:cubicBezTo>
                    <a:pt x="7852" y="9839"/>
                    <a:pt x="7912" y="9903"/>
                    <a:pt x="7943" y="9893"/>
                  </a:cubicBezTo>
                  <a:cubicBezTo>
                    <a:pt x="7956" y="9889"/>
                    <a:pt x="7980" y="9862"/>
                    <a:pt x="7985" y="9842"/>
                  </a:cubicBezTo>
                  <a:cubicBezTo>
                    <a:pt x="7998" y="9795"/>
                    <a:pt x="7986" y="9685"/>
                    <a:pt x="7978" y="9635"/>
                  </a:cubicBezTo>
                  <a:cubicBezTo>
                    <a:pt x="7970" y="9592"/>
                    <a:pt x="7933" y="9523"/>
                    <a:pt x="7923" y="9481"/>
                  </a:cubicBezTo>
                  <a:cubicBezTo>
                    <a:pt x="7907" y="9419"/>
                    <a:pt x="7886" y="9289"/>
                    <a:pt x="7883" y="9222"/>
                  </a:cubicBezTo>
                  <a:cubicBezTo>
                    <a:pt x="7881" y="9166"/>
                    <a:pt x="7877" y="9038"/>
                    <a:pt x="7899" y="8997"/>
                  </a:cubicBezTo>
                  <a:cubicBezTo>
                    <a:pt x="7918" y="8962"/>
                    <a:pt x="7980" y="8982"/>
                    <a:pt x="8006" y="8969"/>
                  </a:cubicBezTo>
                  <a:cubicBezTo>
                    <a:pt x="8034" y="8955"/>
                    <a:pt x="8096" y="8926"/>
                    <a:pt x="8114" y="8885"/>
                  </a:cubicBezTo>
                  <a:cubicBezTo>
                    <a:pt x="8129" y="8851"/>
                    <a:pt x="8139" y="8757"/>
                    <a:pt x="8132" y="8716"/>
                  </a:cubicBezTo>
                  <a:cubicBezTo>
                    <a:pt x="8125" y="8680"/>
                    <a:pt x="8088" y="8635"/>
                    <a:pt x="8072" y="8612"/>
                  </a:cubicBezTo>
                  <a:cubicBezTo>
                    <a:pt x="8060" y="8596"/>
                    <a:pt x="8027" y="8584"/>
                    <a:pt x="8020" y="8561"/>
                  </a:cubicBezTo>
                  <a:cubicBezTo>
                    <a:pt x="8012" y="8539"/>
                    <a:pt x="8011" y="8481"/>
                    <a:pt x="8017" y="8457"/>
                  </a:cubicBezTo>
                  <a:cubicBezTo>
                    <a:pt x="8025" y="8426"/>
                    <a:pt x="8058" y="8379"/>
                    <a:pt x="8077" y="8369"/>
                  </a:cubicBezTo>
                  <a:cubicBezTo>
                    <a:pt x="8094" y="8359"/>
                    <a:pt x="8133" y="8362"/>
                    <a:pt x="8147" y="8378"/>
                  </a:cubicBezTo>
                  <a:cubicBezTo>
                    <a:pt x="8169" y="8400"/>
                    <a:pt x="8176" y="8514"/>
                    <a:pt x="8200" y="8523"/>
                  </a:cubicBezTo>
                  <a:cubicBezTo>
                    <a:pt x="8219" y="8530"/>
                    <a:pt x="8256" y="8475"/>
                    <a:pt x="8265" y="8443"/>
                  </a:cubicBezTo>
                  <a:cubicBezTo>
                    <a:pt x="8274" y="8411"/>
                    <a:pt x="8251" y="8327"/>
                    <a:pt x="8263" y="8298"/>
                  </a:cubicBezTo>
                  <a:cubicBezTo>
                    <a:pt x="8271" y="8279"/>
                    <a:pt x="8302" y="8276"/>
                    <a:pt x="8315" y="8274"/>
                  </a:cubicBezTo>
                  <a:cubicBezTo>
                    <a:pt x="8336" y="8273"/>
                    <a:pt x="8380" y="8322"/>
                    <a:pt x="8399" y="8303"/>
                  </a:cubicBezTo>
                  <a:cubicBezTo>
                    <a:pt x="8409" y="8292"/>
                    <a:pt x="8413" y="8244"/>
                    <a:pt x="8414" y="8223"/>
                  </a:cubicBezTo>
                  <a:cubicBezTo>
                    <a:pt x="8417" y="8189"/>
                    <a:pt x="8399" y="8119"/>
                    <a:pt x="8407" y="8087"/>
                  </a:cubicBezTo>
                  <a:cubicBezTo>
                    <a:pt x="8414" y="8054"/>
                    <a:pt x="8447" y="8000"/>
                    <a:pt x="8467" y="7998"/>
                  </a:cubicBezTo>
                  <a:cubicBezTo>
                    <a:pt x="8486" y="7996"/>
                    <a:pt x="8515" y="8052"/>
                    <a:pt x="8529" y="8072"/>
                  </a:cubicBezTo>
                  <a:cubicBezTo>
                    <a:pt x="8546" y="8096"/>
                    <a:pt x="8589" y="8138"/>
                    <a:pt x="8592" y="8176"/>
                  </a:cubicBezTo>
                  <a:cubicBezTo>
                    <a:pt x="8597" y="8218"/>
                    <a:pt x="8552" y="8288"/>
                    <a:pt x="8550" y="8331"/>
                  </a:cubicBezTo>
                  <a:cubicBezTo>
                    <a:pt x="8548" y="8387"/>
                    <a:pt x="8575" y="8496"/>
                    <a:pt x="8590" y="8547"/>
                  </a:cubicBezTo>
                  <a:cubicBezTo>
                    <a:pt x="8607" y="8607"/>
                    <a:pt x="8646" y="8726"/>
                    <a:pt x="8676" y="8767"/>
                  </a:cubicBezTo>
                  <a:cubicBezTo>
                    <a:pt x="8698" y="8799"/>
                    <a:pt x="8754" y="8825"/>
                    <a:pt x="8780" y="8842"/>
                  </a:cubicBezTo>
                  <a:cubicBezTo>
                    <a:pt x="8801" y="8856"/>
                    <a:pt x="8844" y="8877"/>
                    <a:pt x="8864" y="8894"/>
                  </a:cubicBezTo>
                  <a:cubicBezTo>
                    <a:pt x="8884" y="8911"/>
                    <a:pt x="8918" y="8971"/>
                    <a:pt x="8940" y="8974"/>
                  </a:cubicBezTo>
                  <a:cubicBezTo>
                    <a:pt x="8968" y="8977"/>
                    <a:pt x="9017" y="8910"/>
                    <a:pt x="9045" y="8898"/>
                  </a:cubicBezTo>
                  <a:cubicBezTo>
                    <a:pt x="9072" y="8888"/>
                    <a:pt x="9130" y="8877"/>
                    <a:pt x="9157" y="8889"/>
                  </a:cubicBezTo>
                  <a:cubicBezTo>
                    <a:pt x="9175" y="8897"/>
                    <a:pt x="9207" y="8932"/>
                    <a:pt x="9220" y="8955"/>
                  </a:cubicBezTo>
                  <a:cubicBezTo>
                    <a:pt x="9234" y="8980"/>
                    <a:pt x="9250" y="9048"/>
                    <a:pt x="9262" y="9077"/>
                  </a:cubicBezTo>
                  <a:cubicBezTo>
                    <a:pt x="9279" y="9117"/>
                    <a:pt x="9308" y="9231"/>
                    <a:pt x="9335" y="9227"/>
                  </a:cubicBezTo>
                  <a:cubicBezTo>
                    <a:pt x="9363" y="9223"/>
                    <a:pt x="9386" y="9105"/>
                    <a:pt x="9395" y="9058"/>
                  </a:cubicBezTo>
                  <a:cubicBezTo>
                    <a:pt x="9404" y="9018"/>
                    <a:pt x="9395" y="8917"/>
                    <a:pt x="9411" y="8885"/>
                  </a:cubicBezTo>
                  <a:cubicBezTo>
                    <a:pt x="9430" y="8847"/>
                    <a:pt x="9493" y="8846"/>
                    <a:pt x="9521" y="8833"/>
                  </a:cubicBezTo>
                  <a:cubicBezTo>
                    <a:pt x="9542" y="8823"/>
                    <a:pt x="9587" y="8812"/>
                    <a:pt x="9605" y="8791"/>
                  </a:cubicBezTo>
                  <a:cubicBezTo>
                    <a:pt x="9622" y="8770"/>
                    <a:pt x="9648" y="8707"/>
                    <a:pt x="9657" y="8674"/>
                  </a:cubicBezTo>
                  <a:cubicBezTo>
                    <a:pt x="9676" y="8598"/>
                    <a:pt x="9687" y="8432"/>
                    <a:pt x="9688" y="8350"/>
                  </a:cubicBezTo>
                  <a:cubicBezTo>
                    <a:pt x="9690" y="8271"/>
                    <a:pt x="9677" y="8114"/>
                    <a:pt x="9670" y="8035"/>
                  </a:cubicBezTo>
                  <a:cubicBezTo>
                    <a:pt x="9664" y="7964"/>
                    <a:pt x="9635" y="7826"/>
                    <a:pt x="9636" y="7754"/>
                  </a:cubicBezTo>
                  <a:cubicBezTo>
                    <a:pt x="9637" y="7665"/>
                    <a:pt x="9662" y="7486"/>
                    <a:pt x="9688" y="7411"/>
                  </a:cubicBezTo>
                  <a:cubicBezTo>
                    <a:pt x="9705" y="7364"/>
                    <a:pt x="9766" y="7311"/>
                    <a:pt x="9785" y="7266"/>
                  </a:cubicBezTo>
                  <a:cubicBezTo>
                    <a:pt x="9798" y="7237"/>
                    <a:pt x="9817" y="7167"/>
                    <a:pt x="9819" y="7130"/>
                  </a:cubicBezTo>
                  <a:cubicBezTo>
                    <a:pt x="9822" y="7077"/>
                    <a:pt x="9786" y="6974"/>
                    <a:pt x="9793" y="6923"/>
                  </a:cubicBezTo>
                  <a:cubicBezTo>
                    <a:pt x="9798" y="6888"/>
                    <a:pt x="9827" y="6826"/>
                    <a:pt x="9846" y="6810"/>
                  </a:cubicBezTo>
                  <a:cubicBezTo>
                    <a:pt x="9858" y="6801"/>
                    <a:pt x="9889" y="6821"/>
                    <a:pt x="9903" y="6815"/>
                  </a:cubicBezTo>
                  <a:cubicBezTo>
                    <a:pt x="9918" y="6809"/>
                    <a:pt x="9941" y="6759"/>
                    <a:pt x="9955" y="6764"/>
                  </a:cubicBezTo>
                  <a:cubicBezTo>
                    <a:pt x="9979" y="6772"/>
                    <a:pt x="9994" y="6877"/>
                    <a:pt x="10015" y="6896"/>
                  </a:cubicBezTo>
                  <a:cubicBezTo>
                    <a:pt x="10031" y="6908"/>
                    <a:pt x="10068" y="6906"/>
                    <a:pt x="10084" y="6896"/>
                  </a:cubicBezTo>
                  <a:cubicBezTo>
                    <a:pt x="10124" y="6867"/>
                    <a:pt x="10189" y="6751"/>
                    <a:pt x="10212" y="6684"/>
                  </a:cubicBezTo>
                  <a:cubicBezTo>
                    <a:pt x="10228" y="6636"/>
                    <a:pt x="10233" y="6521"/>
                    <a:pt x="10243" y="6468"/>
                  </a:cubicBezTo>
                  <a:cubicBezTo>
                    <a:pt x="10251" y="6428"/>
                    <a:pt x="10272" y="6353"/>
                    <a:pt x="10279" y="6314"/>
                  </a:cubicBezTo>
                  <a:cubicBezTo>
                    <a:pt x="10290" y="6265"/>
                    <a:pt x="10309" y="6168"/>
                    <a:pt x="10313" y="6116"/>
                  </a:cubicBezTo>
                  <a:cubicBezTo>
                    <a:pt x="10317" y="6075"/>
                    <a:pt x="10312" y="5990"/>
                    <a:pt x="10313" y="5947"/>
                  </a:cubicBezTo>
                  <a:cubicBezTo>
                    <a:pt x="10319" y="5849"/>
                    <a:pt x="10323" y="5640"/>
                    <a:pt x="10353" y="5558"/>
                  </a:cubicBezTo>
                  <a:cubicBezTo>
                    <a:pt x="10368" y="5517"/>
                    <a:pt x="10419" y="5468"/>
                    <a:pt x="10444" y="5450"/>
                  </a:cubicBezTo>
                  <a:cubicBezTo>
                    <a:pt x="10472" y="5431"/>
                    <a:pt x="10534" y="5441"/>
                    <a:pt x="10562" y="5422"/>
                  </a:cubicBezTo>
                  <a:cubicBezTo>
                    <a:pt x="10594" y="5401"/>
                    <a:pt x="10657" y="5341"/>
                    <a:pt x="10678" y="5290"/>
                  </a:cubicBezTo>
                  <a:cubicBezTo>
                    <a:pt x="10697" y="5241"/>
                    <a:pt x="10692" y="5108"/>
                    <a:pt x="10709" y="5056"/>
                  </a:cubicBezTo>
                  <a:cubicBezTo>
                    <a:pt x="10721" y="5019"/>
                    <a:pt x="10761" y="4967"/>
                    <a:pt x="10779" y="4939"/>
                  </a:cubicBezTo>
                  <a:cubicBezTo>
                    <a:pt x="10797" y="4913"/>
                    <a:pt x="10841" y="4876"/>
                    <a:pt x="10852" y="4840"/>
                  </a:cubicBezTo>
                  <a:cubicBezTo>
                    <a:pt x="10865" y="4801"/>
                    <a:pt x="10869" y="4706"/>
                    <a:pt x="10866" y="4662"/>
                  </a:cubicBezTo>
                  <a:cubicBezTo>
                    <a:pt x="10860" y="4589"/>
                    <a:pt x="10815" y="4458"/>
                    <a:pt x="10800" y="4389"/>
                  </a:cubicBezTo>
                  <a:cubicBezTo>
                    <a:pt x="10791" y="4348"/>
                    <a:pt x="10774" y="4264"/>
                    <a:pt x="10766" y="4221"/>
                  </a:cubicBezTo>
                  <a:cubicBezTo>
                    <a:pt x="10754" y="4148"/>
                    <a:pt x="10745" y="3992"/>
                    <a:pt x="10724" y="3925"/>
                  </a:cubicBezTo>
                  <a:cubicBezTo>
                    <a:pt x="10714" y="3893"/>
                    <a:pt x="10677" y="3851"/>
                    <a:pt x="10667" y="3818"/>
                  </a:cubicBezTo>
                  <a:cubicBezTo>
                    <a:pt x="10652" y="3771"/>
                    <a:pt x="10633" y="3664"/>
                    <a:pt x="10638" y="3611"/>
                  </a:cubicBezTo>
                  <a:cubicBezTo>
                    <a:pt x="10644" y="3554"/>
                    <a:pt x="10683" y="3448"/>
                    <a:pt x="10711" y="3419"/>
                  </a:cubicBezTo>
                  <a:cubicBezTo>
                    <a:pt x="10739" y="3391"/>
                    <a:pt x="10806" y="3415"/>
                    <a:pt x="10837" y="3405"/>
                  </a:cubicBezTo>
                  <a:cubicBezTo>
                    <a:pt x="10867" y="3394"/>
                    <a:pt x="10925" y="3350"/>
                    <a:pt x="10955" y="3334"/>
                  </a:cubicBezTo>
                  <a:cubicBezTo>
                    <a:pt x="10970" y="3327"/>
                    <a:pt x="11000" y="3316"/>
                    <a:pt x="11015" y="3306"/>
                  </a:cubicBezTo>
                  <a:cubicBezTo>
                    <a:pt x="11038" y="3290"/>
                    <a:pt x="11081" y="3230"/>
                    <a:pt x="11106" y="3221"/>
                  </a:cubicBezTo>
                  <a:cubicBezTo>
                    <a:pt x="11147" y="3209"/>
                    <a:pt x="11236" y="3217"/>
                    <a:pt x="11269" y="3259"/>
                  </a:cubicBezTo>
                  <a:cubicBezTo>
                    <a:pt x="11292" y="3290"/>
                    <a:pt x="11297" y="3411"/>
                    <a:pt x="11318" y="3447"/>
                  </a:cubicBezTo>
                  <a:cubicBezTo>
                    <a:pt x="11341" y="3485"/>
                    <a:pt x="11402" y="3523"/>
                    <a:pt x="11433" y="3527"/>
                  </a:cubicBezTo>
                  <a:cubicBezTo>
                    <a:pt x="11458" y="3529"/>
                    <a:pt x="11505" y="3504"/>
                    <a:pt x="11527" y="3485"/>
                  </a:cubicBezTo>
                  <a:cubicBezTo>
                    <a:pt x="11556" y="3459"/>
                    <a:pt x="11604" y="3384"/>
                    <a:pt x="11627" y="3344"/>
                  </a:cubicBezTo>
                  <a:cubicBezTo>
                    <a:pt x="11662" y="3282"/>
                    <a:pt x="11717" y="3133"/>
                    <a:pt x="11750" y="3067"/>
                  </a:cubicBezTo>
                  <a:cubicBezTo>
                    <a:pt x="11776" y="3013"/>
                    <a:pt x="11831" y="2909"/>
                    <a:pt x="11862" y="2865"/>
                  </a:cubicBezTo>
                  <a:cubicBezTo>
                    <a:pt x="11888" y="2828"/>
                    <a:pt x="11943" y="2755"/>
                    <a:pt x="11975" y="2738"/>
                  </a:cubicBezTo>
                  <a:cubicBezTo>
                    <a:pt x="12007" y="2721"/>
                    <a:pt x="12077" y="2759"/>
                    <a:pt x="12108" y="2738"/>
                  </a:cubicBezTo>
                  <a:cubicBezTo>
                    <a:pt x="12136" y="2721"/>
                    <a:pt x="12170" y="2624"/>
                    <a:pt x="12197" y="2603"/>
                  </a:cubicBezTo>
                  <a:cubicBezTo>
                    <a:pt x="12229" y="2577"/>
                    <a:pt x="12301" y="2563"/>
                    <a:pt x="12336" y="2569"/>
                  </a:cubicBezTo>
                  <a:cubicBezTo>
                    <a:pt x="12357" y="2573"/>
                    <a:pt x="12396" y="2624"/>
                    <a:pt x="12417" y="2617"/>
                  </a:cubicBezTo>
                  <a:cubicBezTo>
                    <a:pt x="12432" y="2610"/>
                    <a:pt x="12459" y="2568"/>
                    <a:pt x="12464" y="2541"/>
                  </a:cubicBezTo>
                  <a:cubicBezTo>
                    <a:pt x="12471" y="2504"/>
                    <a:pt x="12460" y="2422"/>
                    <a:pt x="12451" y="2387"/>
                  </a:cubicBezTo>
                  <a:cubicBezTo>
                    <a:pt x="12443" y="2354"/>
                    <a:pt x="12406" y="2309"/>
                    <a:pt x="12401" y="2274"/>
                  </a:cubicBezTo>
                  <a:cubicBezTo>
                    <a:pt x="12398" y="2252"/>
                    <a:pt x="12405" y="2204"/>
                    <a:pt x="12412" y="2185"/>
                  </a:cubicBezTo>
                  <a:cubicBezTo>
                    <a:pt x="12430" y="2139"/>
                    <a:pt x="12502" y="2115"/>
                    <a:pt x="12519" y="2068"/>
                  </a:cubicBezTo>
                  <a:cubicBezTo>
                    <a:pt x="12533" y="2028"/>
                    <a:pt x="12545" y="1920"/>
                    <a:pt x="12532" y="1880"/>
                  </a:cubicBezTo>
                  <a:cubicBezTo>
                    <a:pt x="12516" y="1830"/>
                    <a:pt x="12446" y="1789"/>
                    <a:pt x="12414" y="1790"/>
                  </a:cubicBezTo>
                  <a:cubicBezTo>
                    <a:pt x="12393" y="1793"/>
                    <a:pt x="12360" y="1854"/>
                    <a:pt x="12338" y="1861"/>
                  </a:cubicBezTo>
                  <a:cubicBezTo>
                    <a:pt x="12318" y="1868"/>
                    <a:pt x="12272" y="1868"/>
                    <a:pt x="12255" y="1848"/>
                  </a:cubicBezTo>
                  <a:cubicBezTo>
                    <a:pt x="12236" y="1824"/>
                    <a:pt x="12213" y="1743"/>
                    <a:pt x="12213" y="1702"/>
                  </a:cubicBezTo>
                  <a:cubicBezTo>
                    <a:pt x="12212" y="1656"/>
                    <a:pt x="12240" y="1573"/>
                    <a:pt x="12255" y="1537"/>
                  </a:cubicBezTo>
                  <a:cubicBezTo>
                    <a:pt x="12267" y="1507"/>
                    <a:pt x="12311" y="1474"/>
                    <a:pt x="12318" y="1439"/>
                  </a:cubicBezTo>
                  <a:cubicBezTo>
                    <a:pt x="12328" y="1386"/>
                    <a:pt x="12306" y="1270"/>
                    <a:pt x="12294" y="1218"/>
                  </a:cubicBezTo>
                  <a:cubicBezTo>
                    <a:pt x="12282" y="1169"/>
                    <a:pt x="12246" y="1078"/>
                    <a:pt x="12223" y="1044"/>
                  </a:cubicBezTo>
                  <a:cubicBezTo>
                    <a:pt x="12203" y="1015"/>
                    <a:pt x="12145" y="1003"/>
                    <a:pt x="12126" y="970"/>
                  </a:cubicBezTo>
                  <a:cubicBezTo>
                    <a:pt x="12112" y="942"/>
                    <a:pt x="12094" y="867"/>
                    <a:pt x="12092" y="829"/>
                  </a:cubicBezTo>
                  <a:cubicBezTo>
                    <a:pt x="12091" y="783"/>
                    <a:pt x="12108" y="692"/>
                    <a:pt x="12124" y="655"/>
                  </a:cubicBezTo>
                  <a:cubicBezTo>
                    <a:pt x="12141" y="614"/>
                    <a:pt x="12199" y="578"/>
                    <a:pt x="12221" y="543"/>
                  </a:cubicBezTo>
                  <a:cubicBezTo>
                    <a:pt x="12235" y="519"/>
                    <a:pt x="12255" y="465"/>
                    <a:pt x="12271" y="42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47" name="Shape 4729"/>
            <p:cNvSpPr/>
            <p:nvPr/>
          </p:nvSpPr>
          <p:spPr>
            <a:xfrm>
              <a:off x="6949544" y="2830443"/>
              <a:ext cx="1466753" cy="817798"/>
            </a:xfrm>
            <a:custGeom>
              <a:avLst/>
              <a:gdLst/>
              <a:ahLst/>
              <a:cxnLst>
                <a:cxn ang="0">
                  <a:pos x="wd2" y="hd2"/>
                </a:cxn>
                <a:cxn ang="5400000">
                  <a:pos x="wd2" y="hd2"/>
                </a:cxn>
                <a:cxn ang="10800000">
                  <a:pos x="wd2" y="hd2"/>
                </a:cxn>
                <a:cxn ang="16200000">
                  <a:pos x="wd2" y="hd2"/>
                </a:cxn>
              </a:cxnLst>
              <a:rect l="0" t="0" r="r" b="b"/>
              <a:pathLst>
                <a:path w="21600" h="21599" extrusionOk="0">
                  <a:moveTo>
                    <a:pt x="12271" y="428"/>
                  </a:moveTo>
                  <a:cubicBezTo>
                    <a:pt x="12276" y="417"/>
                    <a:pt x="12280" y="409"/>
                    <a:pt x="12283" y="402"/>
                  </a:cubicBezTo>
                  <a:cubicBezTo>
                    <a:pt x="12303" y="366"/>
                    <a:pt x="12356" y="318"/>
                    <a:pt x="12371" y="275"/>
                  </a:cubicBezTo>
                  <a:cubicBezTo>
                    <a:pt x="12386" y="230"/>
                    <a:pt x="12373" y="103"/>
                    <a:pt x="12395" y="69"/>
                  </a:cubicBezTo>
                  <a:cubicBezTo>
                    <a:pt x="12412" y="43"/>
                    <a:pt x="12464" y="55"/>
                    <a:pt x="12486" y="62"/>
                  </a:cubicBezTo>
                  <a:cubicBezTo>
                    <a:pt x="12507" y="70"/>
                    <a:pt x="12550" y="99"/>
                    <a:pt x="12566" y="125"/>
                  </a:cubicBezTo>
                  <a:cubicBezTo>
                    <a:pt x="12584" y="154"/>
                    <a:pt x="12592" y="251"/>
                    <a:pt x="12611" y="275"/>
                  </a:cubicBezTo>
                  <a:cubicBezTo>
                    <a:pt x="12628" y="295"/>
                    <a:pt x="12669" y="284"/>
                    <a:pt x="12688" y="294"/>
                  </a:cubicBezTo>
                  <a:cubicBezTo>
                    <a:pt x="12714" y="309"/>
                    <a:pt x="12763" y="355"/>
                    <a:pt x="12786" y="381"/>
                  </a:cubicBezTo>
                  <a:cubicBezTo>
                    <a:pt x="12802" y="400"/>
                    <a:pt x="12827" y="460"/>
                    <a:pt x="12845" y="469"/>
                  </a:cubicBezTo>
                  <a:cubicBezTo>
                    <a:pt x="12871" y="482"/>
                    <a:pt x="12927" y="463"/>
                    <a:pt x="12949" y="438"/>
                  </a:cubicBezTo>
                  <a:cubicBezTo>
                    <a:pt x="12970" y="415"/>
                    <a:pt x="12988" y="330"/>
                    <a:pt x="13005" y="300"/>
                  </a:cubicBezTo>
                  <a:cubicBezTo>
                    <a:pt x="13018" y="279"/>
                    <a:pt x="13045" y="242"/>
                    <a:pt x="13061" y="231"/>
                  </a:cubicBezTo>
                  <a:cubicBezTo>
                    <a:pt x="13085" y="214"/>
                    <a:pt x="13141" y="231"/>
                    <a:pt x="13162" y="207"/>
                  </a:cubicBezTo>
                  <a:cubicBezTo>
                    <a:pt x="13180" y="186"/>
                    <a:pt x="13192" y="105"/>
                    <a:pt x="13208" y="81"/>
                  </a:cubicBezTo>
                  <a:cubicBezTo>
                    <a:pt x="13231" y="48"/>
                    <a:pt x="13289" y="1"/>
                    <a:pt x="13320" y="0"/>
                  </a:cubicBezTo>
                  <a:cubicBezTo>
                    <a:pt x="13331" y="-1"/>
                    <a:pt x="13353" y="12"/>
                    <a:pt x="13361" y="25"/>
                  </a:cubicBezTo>
                  <a:cubicBezTo>
                    <a:pt x="13380" y="54"/>
                    <a:pt x="13396" y="140"/>
                    <a:pt x="13403" y="182"/>
                  </a:cubicBezTo>
                  <a:cubicBezTo>
                    <a:pt x="13410" y="224"/>
                    <a:pt x="13403" y="320"/>
                    <a:pt x="13417" y="357"/>
                  </a:cubicBezTo>
                  <a:cubicBezTo>
                    <a:pt x="13435" y="406"/>
                    <a:pt x="13497" y="469"/>
                    <a:pt x="13529" y="482"/>
                  </a:cubicBezTo>
                  <a:cubicBezTo>
                    <a:pt x="13559" y="494"/>
                    <a:pt x="13623" y="448"/>
                    <a:pt x="13654" y="457"/>
                  </a:cubicBezTo>
                  <a:cubicBezTo>
                    <a:pt x="13684" y="465"/>
                    <a:pt x="13736" y="519"/>
                    <a:pt x="13762" y="544"/>
                  </a:cubicBezTo>
                  <a:cubicBezTo>
                    <a:pt x="13786" y="568"/>
                    <a:pt x="13839" y="609"/>
                    <a:pt x="13853" y="650"/>
                  </a:cubicBezTo>
                  <a:cubicBezTo>
                    <a:pt x="13865" y="687"/>
                    <a:pt x="13852" y="780"/>
                    <a:pt x="13860" y="820"/>
                  </a:cubicBezTo>
                  <a:cubicBezTo>
                    <a:pt x="13871" y="878"/>
                    <a:pt x="13913" y="979"/>
                    <a:pt x="13937" y="1026"/>
                  </a:cubicBezTo>
                  <a:cubicBezTo>
                    <a:pt x="13959" y="1070"/>
                    <a:pt x="14016" y="1132"/>
                    <a:pt x="14038" y="1176"/>
                  </a:cubicBezTo>
                  <a:cubicBezTo>
                    <a:pt x="14057" y="1214"/>
                    <a:pt x="14090" y="1298"/>
                    <a:pt x="14101" y="1345"/>
                  </a:cubicBezTo>
                  <a:cubicBezTo>
                    <a:pt x="14115" y="1413"/>
                    <a:pt x="14117" y="1562"/>
                    <a:pt x="14125" y="1633"/>
                  </a:cubicBezTo>
                  <a:cubicBezTo>
                    <a:pt x="14131" y="1683"/>
                    <a:pt x="14133" y="1796"/>
                    <a:pt x="14153" y="1833"/>
                  </a:cubicBezTo>
                  <a:cubicBezTo>
                    <a:pt x="14178" y="1878"/>
                    <a:pt x="14255" y="1890"/>
                    <a:pt x="14289" y="1902"/>
                  </a:cubicBezTo>
                  <a:cubicBezTo>
                    <a:pt x="14329" y="1915"/>
                    <a:pt x="14411" y="1911"/>
                    <a:pt x="14450" y="1933"/>
                  </a:cubicBezTo>
                  <a:cubicBezTo>
                    <a:pt x="14473" y="1947"/>
                    <a:pt x="14513" y="2008"/>
                    <a:pt x="14537" y="2021"/>
                  </a:cubicBezTo>
                  <a:cubicBezTo>
                    <a:pt x="14577" y="2041"/>
                    <a:pt x="14663" y="2045"/>
                    <a:pt x="14705" y="2033"/>
                  </a:cubicBezTo>
                  <a:cubicBezTo>
                    <a:pt x="14736" y="2024"/>
                    <a:pt x="14798" y="1979"/>
                    <a:pt x="14826" y="1952"/>
                  </a:cubicBezTo>
                  <a:cubicBezTo>
                    <a:pt x="14850" y="1929"/>
                    <a:pt x="14888" y="1854"/>
                    <a:pt x="14914" y="1840"/>
                  </a:cubicBezTo>
                  <a:cubicBezTo>
                    <a:pt x="14942" y="1823"/>
                    <a:pt x="15004" y="1827"/>
                    <a:pt x="15032" y="1840"/>
                  </a:cubicBezTo>
                  <a:cubicBezTo>
                    <a:pt x="15055" y="1850"/>
                    <a:pt x="15095" y="1910"/>
                    <a:pt x="15120" y="1920"/>
                  </a:cubicBezTo>
                  <a:cubicBezTo>
                    <a:pt x="15152" y="1936"/>
                    <a:pt x="15223" y="1910"/>
                    <a:pt x="15255" y="1927"/>
                  </a:cubicBezTo>
                  <a:cubicBezTo>
                    <a:pt x="15273" y="1936"/>
                    <a:pt x="15307" y="1970"/>
                    <a:pt x="15318" y="1996"/>
                  </a:cubicBezTo>
                  <a:cubicBezTo>
                    <a:pt x="15336" y="2039"/>
                    <a:pt x="15329" y="2173"/>
                    <a:pt x="15353" y="2208"/>
                  </a:cubicBezTo>
                  <a:cubicBezTo>
                    <a:pt x="15365" y="2227"/>
                    <a:pt x="15400" y="2218"/>
                    <a:pt x="15416" y="2221"/>
                  </a:cubicBezTo>
                  <a:cubicBezTo>
                    <a:pt x="15444" y="2225"/>
                    <a:pt x="15507" y="2207"/>
                    <a:pt x="15527" y="2239"/>
                  </a:cubicBezTo>
                  <a:cubicBezTo>
                    <a:pt x="15545" y="2268"/>
                    <a:pt x="15541" y="2367"/>
                    <a:pt x="15548" y="2408"/>
                  </a:cubicBezTo>
                  <a:cubicBezTo>
                    <a:pt x="15554" y="2447"/>
                    <a:pt x="15559" y="2533"/>
                    <a:pt x="15576" y="2559"/>
                  </a:cubicBezTo>
                  <a:cubicBezTo>
                    <a:pt x="15597" y="2590"/>
                    <a:pt x="15657" y="2577"/>
                    <a:pt x="15684" y="2584"/>
                  </a:cubicBezTo>
                  <a:cubicBezTo>
                    <a:pt x="15726" y="2595"/>
                    <a:pt x="15809" y="2636"/>
                    <a:pt x="15851" y="2633"/>
                  </a:cubicBezTo>
                  <a:cubicBezTo>
                    <a:pt x="15880" y="2631"/>
                    <a:pt x="15943" y="2621"/>
                    <a:pt x="15963" y="2584"/>
                  </a:cubicBezTo>
                  <a:cubicBezTo>
                    <a:pt x="15994" y="2526"/>
                    <a:pt x="15968" y="2331"/>
                    <a:pt x="15998" y="2271"/>
                  </a:cubicBezTo>
                  <a:cubicBezTo>
                    <a:pt x="16016" y="2235"/>
                    <a:pt x="16078" y="2241"/>
                    <a:pt x="16099" y="2215"/>
                  </a:cubicBezTo>
                  <a:cubicBezTo>
                    <a:pt x="16125" y="2183"/>
                    <a:pt x="16153" y="2069"/>
                    <a:pt x="16180" y="2039"/>
                  </a:cubicBezTo>
                  <a:cubicBezTo>
                    <a:pt x="16207" y="2009"/>
                    <a:pt x="16276" y="1989"/>
                    <a:pt x="16309" y="1989"/>
                  </a:cubicBezTo>
                  <a:cubicBezTo>
                    <a:pt x="16341" y="1989"/>
                    <a:pt x="16405" y="2011"/>
                    <a:pt x="16434" y="2033"/>
                  </a:cubicBezTo>
                  <a:cubicBezTo>
                    <a:pt x="16463" y="2054"/>
                    <a:pt x="16509" y="2141"/>
                    <a:pt x="16539" y="2158"/>
                  </a:cubicBezTo>
                  <a:cubicBezTo>
                    <a:pt x="16571" y="2178"/>
                    <a:pt x="16641" y="2170"/>
                    <a:pt x="16675" y="2170"/>
                  </a:cubicBezTo>
                  <a:cubicBezTo>
                    <a:pt x="16708" y="2172"/>
                    <a:pt x="16775" y="2157"/>
                    <a:pt x="16807" y="2170"/>
                  </a:cubicBezTo>
                  <a:cubicBezTo>
                    <a:pt x="16833" y="2182"/>
                    <a:pt x="16882" y="2225"/>
                    <a:pt x="16902" y="2258"/>
                  </a:cubicBezTo>
                  <a:cubicBezTo>
                    <a:pt x="16920" y="2290"/>
                    <a:pt x="16935" y="2384"/>
                    <a:pt x="16954" y="2415"/>
                  </a:cubicBezTo>
                  <a:cubicBezTo>
                    <a:pt x="16978" y="2453"/>
                    <a:pt x="17039" y="2528"/>
                    <a:pt x="17069" y="2508"/>
                  </a:cubicBezTo>
                  <a:cubicBezTo>
                    <a:pt x="17097" y="2490"/>
                    <a:pt x="17097" y="2353"/>
                    <a:pt x="17118" y="2315"/>
                  </a:cubicBezTo>
                  <a:cubicBezTo>
                    <a:pt x="17131" y="2289"/>
                    <a:pt x="17168" y="2257"/>
                    <a:pt x="17188" y="2252"/>
                  </a:cubicBezTo>
                  <a:cubicBezTo>
                    <a:pt x="17219" y="2244"/>
                    <a:pt x="17281" y="2300"/>
                    <a:pt x="17313" y="2295"/>
                  </a:cubicBezTo>
                  <a:cubicBezTo>
                    <a:pt x="17359" y="2289"/>
                    <a:pt x="17457" y="2246"/>
                    <a:pt x="17488" y="2184"/>
                  </a:cubicBezTo>
                  <a:cubicBezTo>
                    <a:pt x="17505" y="2147"/>
                    <a:pt x="17506" y="2043"/>
                    <a:pt x="17508" y="1996"/>
                  </a:cubicBezTo>
                  <a:cubicBezTo>
                    <a:pt x="17511" y="1957"/>
                    <a:pt x="17497" y="1873"/>
                    <a:pt x="17508" y="1840"/>
                  </a:cubicBezTo>
                  <a:cubicBezTo>
                    <a:pt x="17524" y="1794"/>
                    <a:pt x="17593" y="1779"/>
                    <a:pt x="17613" y="1739"/>
                  </a:cubicBezTo>
                  <a:cubicBezTo>
                    <a:pt x="17630" y="1705"/>
                    <a:pt x="17643" y="1613"/>
                    <a:pt x="17651" y="1571"/>
                  </a:cubicBezTo>
                  <a:cubicBezTo>
                    <a:pt x="17661" y="1526"/>
                    <a:pt x="17663" y="1420"/>
                    <a:pt x="17683" y="1389"/>
                  </a:cubicBezTo>
                  <a:cubicBezTo>
                    <a:pt x="17706" y="1351"/>
                    <a:pt x="17775" y="1362"/>
                    <a:pt x="17805" y="1345"/>
                  </a:cubicBezTo>
                  <a:cubicBezTo>
                    <a:pt x="17828" y="1331"/>
                    <a:pt x="17875" y="1295"/>
                    <a:pt x="17895" y="1270"/>
                  </a:cubicBezTo>
                  <a:cubicBezTo>
                    <a:pt x="17923" y="1236"/>
                    <a:pt x="17963" y="1134"/>
                    <a:pt x="17993" y="1108"/>
                  </a:cubicBezTo>
                  <a:cubicBezTo>
                    <a:pt x="18020" y="1084"/>
                    <a:pt x="18079" y="1064"/>
                    <a:pt x="18108" y="1070"/>
                  </a:cubicBezTo>
                  <a:cubicBezTo>
                    <a:pt x="18136" y="1076"/>
                    <a:pt x="18194" y="1110"/>
                    <a:pt x="18210" y="1151"/>
                  </a:cubicBezTo>
                  <a:cubicBezTo>
                    <a:pt x="18226" y="1196"/>
                    <a:pt x="18215" y="1311"/>
                    <a:pt x="18213" y="1363"/>
                  </a:cubicBezTo>
                  <a:cubicBezTo>
                    <a:pt x="18210" y="1411"/>
                    <a:pt x="18183" y="1506"/>
                    <a:pt x="18192" y="1552"/>
                  </a:cubicBezTo>
                  <a:cubicBezTo>
                    <a:pt x="18200" y="1596"/>
                    <a:pt x="18258" y="1635"/>
                    <a:pt x="18269" y="1677"/>
                  </a:cubicBezTo>
                  <a:cubicBezTo>
                    <a:pt x="18281" y="1720"/>
                    <a:pt x="18270" y="1823"/>
                    <a:pt x="18276" y="1871"/>
                  </a:cubicBezTo>
                  <a:cubicBezTo>
                    <a:pt x="18285" y="1936"/>
                    <a:pt x="18311" y="2068"/>
                    <a:pt x="18335" y="2121"/>
                  </a:cubicBezTo>
                  <a:cubicBezTo>
                    <a:pt x="18366" y="2189"/>
                    <a:pt x="18450" y="2313"/>
                    <a:pt x="18499" y="2321"/>
                  </a:cubicBezTo>
                  <a:cubicBezTo>
                    <a:pt x="18536" y="2327"/>
                    <a:pt x="18598" y="2223"/>
                    <a:pt x="18635" y="2215"/>
                  </a:cubicBezTo>
                  <a:cubicBezTo>
                    <a:pt x="18670" y="2207"/>
                    <a:pt x="18744" y="2225"/>
                    <a:pt x="18775" y="2258"/>
                  </a:cubicBezTo>
                  <a:cubicBezTo>
                    <a:pt x="18800" y="2285"/>
                    <a:pt x="18825" y="2388"/>
                    <a:pt x="18848" y="2421"/>
                  </a:cubicBezTo>
                  <a:cubicBezTo>
                    <a:pt x="18877" y="2463"/>
                    <a:pt x="18947" y="2510"/>
                    <a:pt x="18980" y="2540"/>
                  </a:cubicBezTo>
                  <a:cubicBezTo>
                    <a:pt x="19013" y="2569"/>
                    <a:pt x="19087" y="2608"/>
                    <a:pt x="19109" y="2659"/>
                  </a:cubicBezTo>
                  <a:cubicBezTo>
                    <a:pt x="19124" y="2691"/>
                    <a:pt x="19125" y="2782"/>
                    <a:pt x="19134" y="2821"/>
                  </a:cubicBezTo>
                  <a:cubicBezTo>
                    <a:pt x="19149" y="2890"/>
                    <a:pt x="19178" y="3040"/>
                    <a:pt x="19211" y="3084"/>
                  </a:cubicBezTo>
                  <a:cubicBezTo>
                    <a:pt x="19212" y="3086"/>
                    <a:pt x="19214" y="3089"/>
                    <a:pt x="19217" y="3091"/>
                  </a:cubicBezTo>
                  <a:cubicBezTo>
                    <a:pt x="19209" y="3164"/>
                    <a:pt x="19202" y="3242"/>
                    <a:pt x="19204" y="3284"/>
                  </a:cubicBezTo>
                  <a:cubicBezTo>
                    <a:pt x="19206" y="3342"/>
                    <a:pt x="19225" y="3454"/>
                    <a:pt x="19242" y="3503"/>
                  </a:cubicBezTo>
                  <a:cubicBezTo>
                    <a:pt x="19255" y="3540"/>
                    <a:pt x="19298" y="3587"/>
                    <a:pt x="19312" y="3622"/>
                  </a:cubicBezTo>
                  <a:cubicBezTo>
                    <a:pt x="19337" y="3687"/>
                    <a:pt x="19374" y="3833"/>
                    <a:pt x="19385" y="3909"/>
                  </a:cubicBezTo>
                  <a:cubicBezTo>
                    <a:pt x="19391" y="3954"/>
                    <a:pt x="19402" y="4048"/>
                    <a:pt x="19396" y="4091"/>
                  </a:cubicBezTo>
                  <a:cubicBezTo>
                    <a:pt x="19389" y="4135"/>
                    <a:pt x="19346" y="4196"/>
                    <a:pt x="19333" y="4235"/>
                  </a:cubicBezTo>
                  <a:cubicBezTo>
                    <a:pt x="19322" y="4267"/>
                    <a:pt x="19299" y="4335"/>
                    <a:pt x="19298" y="4373"/>
                  </a:cubicBezTo>
                  <a:cubicBezTo>
                    <a:pt x="19296" y="4431"/>
                    <a:pt x="19340" y="4534"/>
                    <a:pt x="19340" y="4592"/>
                  </a:cubicBezTo>
                  <a:cubicBezTo>
                    <a:pt x="19339" y="4629"/>
                    <a:pt x="19320" y="4699"/>
                    <a:pt x="19308" y="4730"/>
                  </a:cubicBezTo>
                  <a:cubicBezTo>
                    <a:pt x="19299" y="4754"/>
                    <a:pt x="19266" y="4783"/>
                    <a:pt x="19259" y="4810"/>
                  </a:cubicBezTo>
                  <a:cubicBezTo>
                    <a:pt x="19252" y="4841"/>
                    <a:pt x="19256" y="4912"/>
                    <a:pt x="19263" y="4942"/>
                  </a:cubicBezTo>
                  <a:cubicBezTo>
                    <a:pt x="19274" y="4986"/>
                    <a:pt x="19314" y="5053"/>
                    <a:pt x="19336" y="5079"/>
                  </a:cubicBezTo>
                  <a:cubicBezTo>
                    <a:pt x="19357" y="5104"/>
                    <a:pt x="19410" y="5115"/>
                    <a:pt x="19430" y="5142"/>
                  </a:cubicBezTo>
                  <a:cubicBezTo>
                    <a:pt x="19445" y="5161"/>
                    <a:pt x="19459" y="5222"/>
                    <a:pt x="19472" y="5242"/>
                  </a:cubicBezTo>
                  <a:cubicBezTo>
                    <a:pt x="19492" y="5272"/>
                    <a:pt x="19546" y="5293"/>
                    <a:pt x="19567" y="5324"/>
                  </a:cubicBezTo>
                  <a:cubicBezTo>
                    <a:pt x="19599" y="5374"/>
                    <a:pt x="19641" y="5514"/>
                    <a:pt x="19664" y="5580"/>
                  </a:cubicBezTo>
                  <a:cubicBezTo>
                    <a:pt x="19679" y="5626"/>
                    <a:pt x="19697" y="5733"/>
                    <a:pt x="19720" y="5767"/>
                  </a:cubicBezTo>
                  <a:cubicBezTo>
                    <a:pt x="19748" y="5810"/>
                    <a:pt x="19836" y="5799"/>
                    <a:pt x="19860" y="5849"/>
                  </a:cubicBezTo>
                  <a:cubicBezTo>
                    <a:pt x="19887" y="5907"/>
                    <a:pt x="19892" y="6075"/>
                    <a:pt x="19884" y="6150"/>
                  </a:cubicBezTo>
                  <a:cubicBezTo>
                    <a:pt x="19879" y="6190"/>
                    <a:pt x="19830" y="6255"/>
                    <a:pt x="19839" y="6293"/>
                  </a:cubicBezTo>
                  <a:cubicBezTo>
                    <a:pt x="19849" y="6337"/>
                    <a:pt x="19915" y="6327"/>
                    <a:pt x="19940" y="6343"/>
                  </a:cubicBezTo>
                  <a:cubicBezTo>
                    <a:pt x="19977" y="6367"/>
                    <a:pt x="20058" y="6410"/>
                    <a:pt x="20086" y="6462"/>
                  </a:cubicBezTo>
                  <a:cubicBezTo>
                    <a:pt x="20115" y="6516"/>
                    <a:pt x="20133" y="6669"/>
                    <a:pt x="20149" y="6738"/>
                  </a:cubicBezTo>
                  <a:cubicBezTo>
                    <a:pt x="20160" y="6787"/>
                    <a:pt x="20190" y="6919"/>
                    <a:pt x="20190" y="6937"/>
                  </a:cubicBezTo>
                  <a:cubicBezTo>
                    <a:pt x="20190" y="6956"/>
                    <a:pt x="20267" y="7022"/>
                    <a:pt x="20295" y="7044"/>
                  </a:cubicBezTo>
                  <a:cubicBezTo>
                    <a:pt x="20326" y="7067"/>
                    <a:pt x="20392" y="7095"/>
                    <a:pt x="20417" y="7132"/>
                  </a:cubicBezTo>
                  <a:cubicBezTo>
                    <a:pt x="20433" y="7154"/>
                    <a:pt x="20457" y="7216"/>
                    <a:pt x="20463" y="7250"/>
                  </a:cubicBezTo>
                  <a:cubicBezTo>
                    <a:pt x="20471" y="7301"/>
                    <a:pt x="20450" y="7415"/>
                    <a:pt x="20463" y="7463"/>
                  </a:cubicBezTo>
                  <a:cubicBezTo>
                    <a:pt x="20476" y="7513"/>
                    <a:pt x="20542" y="7556"/>
                    <a:pt x="20560" y="7600"/>
                  </a:cubicBezTo>
                  <a:cubicBezTo>
                    <a:pt x="20579" y="7644"/>
                    <a:pt x="20589" y="7756"/>
                    <a:pt x="20606" y="7801"/>
                  </a:cubicBezTo>
                  <a:cubicBezTo>
                    <a:pt x="20617" y="7831"/>
                    <a:pt x="20646" y="7889"/>
                    <a:pt x="20665" y="7901"/>
                  </a:cubicBezTo>
                  <a:cubicBezTo>
                    <a:pt x="20704" y="7925"/>
                    <a:pt x="20791" y="7855"/>
                    <a:pt x="20829" y="7882"/>
                  </a:cubicBezTo>
                  <a:cubicBezTo>
                    <a:pt x="20852" y="7899"/>
                    <a:pt x="20870" y="8012"/>
                    <a:pt x="20895" y="8014"/>
                  </a:cubicBezTo>
                  <a:cubicBezTo>
                    <a:pt x="20926" y="8015"/>
                    <a:pt x="20952" y="7850"/>
                    <a:pt x="20983" y="7857"/>
                  </a:cubicBezTo>
                  <a:cubicBezTo>
                    <a:pt x="21024" y="7867"/>
                    <a:pt x="21036" y="8066"/>
                    <a:pt x="21066" y="8120"/>
                  </a:cubicBezTo>
                  <a:cubicBezTo>
                    <a:pt x="21085" y="8154"/>
                    <a:pt x="21147" y="8171"/>
                    <a:pt x="21161" y="8214"/>
                  </a:cubicBezTo>
                  <a:cubicBezTo>
                    <a:pt x="21173" y="8255"/>
                    <a:pt x="21137" y="8365"/>
                    <a:pt x="21153" y="8401"/>
                  </a:cubicBezTo>
                  <a:cubicBezTo>
                    <a:pt x="21167" y="8431"/>
                    <a:pt x="21216" y="8420"/>
                    <a:pt x="21237" y="8420"/>
                  </a:cubicBezTo>
                  <a:cubicBezTo>
                    <a:pt x="21261" y="8420"/>
                    <a:pt x="21308" y="8386"/>
                    <a:pt x="21331" y="8395"/>
                  </a:cubicBezTo>
                  <a:cubicBezTo>
                    <a:pt x="21361" y="8406"/>
                    <a:pt x="21403" y="8504"/>
                    <a:pt x="21433" y="8514"/>
                  </a:cubicBezTo>
                  <a:cubicBezTo>
                    <a:pt x="21467" y="8526"/>
                    <a:pt x="21538" y="8478"/>
                    <a:pt x="21572" y="8457"/>
                  </a:cubicBezTo>
                  <a:cubicBezTo>
                    <a:pt x="21580" y="8453"/>
                    <a:pt x="21589" y="8444"/>
                    <a:pt x="21600" y="8434"/>
                  </a:cubicBezTo>
                  <a:lnTo>
                    <a:pt x="21600" y="8595"/>
                  </a:lnTo>
                  <a:lnTo>
                    <a:pt x="20770" y="10528"/>
                  </a:lnTo>
                  <a:cubicBezTo>
                    <a:pt x="20770" y="10528"/>
                    <a:pt x="20709" y="10670"/>
                    <a:pt x="20682" y="10703"/>
                  </a:cubicBezTo>
                  <a:cubicBezTo>
                    <a:pt x="20647" y="10748"/>
                    <a:pt x="20557" y="10778"/>
                    <a:pt x="20519" y="10815"/>
                  </a:cubicBezTo>
                  <a:cubicBezTo>
                    <a:pt x="20474" y="10860"/>
                    <a:pt x="20396" y="10982"/>
                    <a:pt x="20355" y="11035"/>
                  </a:cubicBezTo>
                  <a:cubicBezTo>
                    <a:pt x="20308" y="11094"/>
                    <a:pt x="20208" y="11197"/>
                    <a:pt x="20166" y="11266"/>
                  </a:cubicBezTo>
                  <a:cubicBezTo>
                    <a:pt x="20134" y="11320"/>
                    <a:pt x="20084" y="11452"/>
                    <a:pt x="20055" y="11510"/>
                  </a:cubicBezTo>
                  <a:cubicBezTo>
                    <a:pt x="20020" y="11581"/>
                    <a:pt x="19950" y="11723"/>
                    <a:pt x="19908" y="11779"/>
                  </a:cubicBezTo>
                  <a:cubicBezTo>
                    <a:pt x="19882" y="11816"/>
                    <a:pt x="19811" y="11847"/>
                    <a:pt x="19789" y="11892"/>
                  </a:cubicBezTo>
                  <a:cubicBezTo>
                    <a:pt x="19773" y="11925"/>
                    <a:pt x="19757" y="12011"/>
                    <a:pt x="19755" y="12054"/>
                  </a:cubicBezTo>
                  <a:cubicBezTo>
                    <a:pt x="19752" y="12106"/>
                    <a:pt x="19778" y="12203"/>
                    <a:pt x="19779" y="12255"/>
                  </a:cubicBezTo>
                  <a:cubicBezTo>
                    <a:pt x="19781" y="12308"/>
                    <a:pt x="19777" y="12418"/>
                    <a:pt x="19765" y="12468"/>
                  </a:cubicBezTo>
                  <a:cubicBezTo>
                    <a:pt x="19754" y="12514"/>
                    <a:pt x="19707" y="12580"/>
                    <a:pt x="19692" y="12624"/>
                  </a:cubicBezTo>
                  <a:cubicBezTo>
                    <a:pt x="19677" y="12667"/>
                    <a:pt x="19667" y="12784"/>
                    <a:pt x="19643" y="12812"/>
                  </a:cubicBezTo>
                  <a:cubicBezTo>
                    <a:pt x="19615" y="12844"/>
                    <a:pt x="19539" y="12780"/>
                    <a:pt x="19511" y="12812"/>
                  </a:cubicBezTo>
                  <a:cubicBezTo>
                    <a:pt x="19483" y="12842"/>
                    <a:pt x="19474" y="12972"/>
                    <a:pt x="19455" y="13018"/>
                  </a:cubicBezTo>
                  <a:cubicBezTo>
                    <a:pt x="19441" y="13052"/>
                    <a:pt x="19391" y="13090"/>
                    <a:pt x="19385" y="13131"/>
                  </a:cubicBezTo>
                  <a:cubicBezTo>
                    <a:pt x="19376" y="13191"/>
                    <a:pt x="19425" y="13306"/>
                    <a:pt x="19430" y="13368"/>
                  </a:cubicBezTo>
                  <a:cubicBezTo>
                    <a:pt x="19435" y="13427"/>
                    <a:pt x="19434" y="13547"/>
                    <a:pt x="19430" y="13606"/>
                  </a:cubicBezTo>
                  <a:cubicBezTo>
                    <a:pt x="19428" y="13644"/>
                    <a:pt x="19422" y="13725"/>
                    <a:pt x="19409" y="13757"/>
                  </a:cubicBezTo>
                  <a:cubicBezTo>
                    <a:pt x="19392" y="13799"/>
                    <a:pt x="19338" y="13851"/>
                    <a:pt x="19312" y="13875"/>
                  </a:cubicBezTo>
                  <a:cubicBezTo>
                    <a:pt x="19285" y="13900"/>
                    <a:pt x="19224" y="13924"/>
                    <a:pt x="19196" y="13950"/>
                  </a:cubicBezTo>
                  <a:cubicBezTo>
                    <a:pt x="19166" y="13980"/>
                    <a:pt x="19117" y="14073"/>
                    <a:pt x="19085" y="14100"/>
                  </a:cubicBezTo>
                  <a:cubicBezTo>
                    <a:pt x="19066" y="14117"/>
                    <a:pt x="19023" y="14137"/>
                    <a:pt x="19001" y="14137"/>
                  </a:cubicBezTo>
                  <a:cubicBezTo>
                    <a:pt x="18983" y="14138"/>
                    <a:pt x="18947" y="14102"/>
                    <a:pt x="18928" y="14107"/>
                  </a:cubicBezTo>
                  <a:cubicBezTo>
                    <a:pt x="18896" y="14114"/>
                    <a:pt x="18830" y="14169"/>
                    <a:pt x="18813" y="14219"/>
                  </a:cubicBezTo>
                  <a:cubicBezTo>
                    <a:pt x="18802" y="14252"/>
                    <a:pt x="18812" y="14336"/>
                    <a:pt x="18809" y="14375"/>
                  </a:cubicBezTo>
                  <a:cubicBezTo>
                    <a:pt x="18806" y="14424"/>
                    <a:pt x="18794" y="14518"/>
                    <a:pt x="18785" y="14563"/>
                  </a:cubicBezTo>
                  <a:cubicBezTo>
                    <a:pt x="18779" y="14596"/>
                    <a:pt x="18754" y="14654"/>
                    <a:pt x="18750" y="14688"/>
                  </a:cubicBezTo>
                  <a:cubicBezTo>
                    <a:pt x="18744" y="14740"/>
                    <a:pt x="18764" y="14851"/>
                    <a:pt x="18754" y="14901"/>
                  </a:cubicBezTo>
                  <a:cubicBezTo>
                    <a:pt x="18745" y="14941"/>
                    <a:pt x="18709" y="15008"/>
                    <a:pt x="18687" y="15026"/>
                  </a:cubicBezTo>
                  <a:cubicBezTo>
                    <a:pt x="18661" y="15047"/>
                    <a:pt x="18600" y="15019"/>
                    <a:pt x="18572" y="15032"/>
                  </a:cubicBezTo>
                  <a:cubicBezTo>
                    <a:pt x="18539" y="15048"/>
                    <a:pt x="18482" y="15120"/>
                    <a:pt x="18452" y="15148"/>
                  </a:cubicBezTo>
                  <a:cubicBezTo>
                    <a:pt x="18400" y="15196"/>
                    <a:pt x="18294" y="15285"/>
                    <a:pt x="18243" y="15336"/>
                  </a:cubicBezTo>
                  <a:cubicBezTo>
                    <a:pt x="18205" y="15373"/>
                    <a:pt x="18130" y="15448"/>
                    <a:pt x="18096" y="15495"/>
                  </a:cubicBezTo>
                  <a:cubicBezTo>
                    <a:pt x="18063" y="15542"/>
                    <a:pt x="18013" y="15674"/>
                    <a:pt x="17976" y="15711"/>
                  </a:cubicBezTo>
                  <a:cubicBezTo>
                    <a:pt x="17951" y="15736"/>
                    <a:pt x="17894" y="15749"/>
                    <a:pt x="17866" y="15758"/>
                  </a:cubicBezTo>
                  <a:cubicBezTo>
                    <a:pt x="17822" y="15771"/>
                    <a:pt x="17729" y="15764"/>
                    <a:pt x="17688" y="15796"/>
                  </a:cubicBezTo>
                  <a:cubicBezTo>
                    <a:pt x="17651" y="15825"/>
                    <a:pt x="17596" y="15943"/>
                    <a:pt x="17562" y="15983"/>
                  </a:cubicBezTo>
                  <a:cubicBezTo>
                    <a:pt x="17532" y="16020"/>
                    <a:pt x="17462" y="16067"/>
                    <a:pt x="17432" y="16105"/>
                  </a:cubicBezTo>
                  <a:cubicBezTo>
                    <a:pt x="17393" y="16153"/>
                    <a:pt x="17324" y="16270"/>
                    <a:pt x="17291" y="16330"/>
                  </a:cubicBezTo>
                  <a:cubicBezTo>
                    <a:pt x="17279" y="16352"/>
                    <a:pt x="17265" y="16385"/>
                    <a:pt x="17252" y="16421"/>
                  </a:cubicBezTo>
                  <a:cubicBezTo>
                    <a:pt x="17228" y="16479"/>
                    <a:pt x="17203" y="16542"/>
                    <a:pt x="17181" y="16565"/>
                  </a:cubicBezTo>
                  <a:cubicBezTo>
                    <a:pt x="17151" y="16596"/>
                    <a:pt x="17079" y="16602"/>
                    <a:pt x="17045" y="16611"/>
                  </a:cubicBezTo>
                  <a:cubicBezTo>
                    <a:pt x="16875" y="16662"/>
                    <a:pt x="16534" y="16735"/>
                    <a:pt x="16365" y="16781"/>
                  </a:cubicBezTo>
                  <a:cubicBezTo>
                    <a:pt x="16167" y="16835"/>
                    <a:pt x="15772" y="16961"/>
                    <a:pt x="15574" y="17015"/>
                  </a:cubicBezTo>
                  <a:cubicBezTo>
                    <a:pt x="15343" y="17079"/>
                    <a:pt x="14880" y="17194"/>
                    <a:pt x="14648" y="17250"/>
                  </a:cubicBezTo>
                  <a:cubicBezTo>
                    <a:pt x="14465" y="17294"/>
                    <a:pt x="14100" y="17388"/>
                    <a:pt x="13916" y="17419"/>
                  </a:cubicBezTo>
                  <a:cubicBezTo>
                    <a:pt x="13738" y="17448"/>
                    <a:pt x="13381" y="17462"/>
                    <a:pt x="13204" y="17494"/>
                  </a:cubicBezTo>
                  <a:cubicBezTo>
                    <a:pt x="13026" y="17525"/>
                    <a:pt x="12670" y="17621"/>
                    <a:pt x="12493" y="17672"/>
                  </a:cubicBezTo>
                  <a:cubicBezTo>
                    <a:pt x="12377" y="17705"/>
                    <a:pt x="12147" y="17784"/>
                    <a:pt x="12032" y="17822"/>
                  </a:cubicBezTo>
                  <a:cubicBezTo>
                    <a:pt x="11926" y="17858"/>
                    <a:pt x="11715" y="17943"/>
                    <a:pt x="11609" y="17973"/>
                  </a:cubicBezTo>
                  <a:cubicBezTo>
                    <a:pt x="11303" y="18057"/>
                    <a:pt x="10687" y="18164"/>
                    <a:pt x="10379" y="18216"/>
                  </a:cubicBezTo>
                  <a:cubicBezTo>
                    <a:pt x="9962" y="18287"/>
                    <a:pt x="9100" y="18179"/>
                    <a:pt x="8710" y="18451"/>
                  </a:cubicBezTo>
                  <a:cubicBezTo>
                    <a:pt x="8674" y="18475"/>
                    <a:pt x="8625" y="18594"/>
                    <a:pt x="8590" y="18620"/>
                  </a:cubicBezTo>
                  <a:cubicBezTo>
                    <a:pt x="8565" y="18637"/>
                    <a:pt x="8510" y="18654"/>
                    <a:pt x="8485" y="18638"/>
                  </a:cubicBezTo>
                  <a:cubicBezTo>
                    <a:pt x="8468" y="18627"/>
                    <a:pt x="8450" y="18555"/>
                    <a:pt x="8433" y="18545"/>
                  </a:cubicBezTo>
                  <a:cubicBezTo>
                    <a:pt x="8308" y="18474"/>
                    <a:pt x="8045" y="18667"/>
                    <a:pt x="7915" y="18704"/>
                  </a:cubicBezTo>
                  <a:cubicBezTo>
                    <a:pt x="7484" y="18831"/>
                    <a:pt x="6620" y="19067"/>
                    <a:pt x="6188" y="19183"/>
                  </a:cubicBezTo>
                  <a:cubicBezTo>
                    <a:pt x="5927" y="19253"/>
                    <a:pt x="5401" y="19367"/>
                    <a:pt x="5142" y="19455"/>
                  </a:cubicBezTo>
                  <a:cubicBezTo>
                    <a:pt x="5022" y="19495"/>
                    <a:pt x="4665" y="19651"/>
                    <a:pt x="4665" y="19651"/>
                  </a:cubicBezTo>
                  <a:lnTo>
                    <a:pt x="4665" y="19427"/>
                  </a:lnTo>
                  <a:lnTo>
                    <a:pt x="3975" y="19427"/>
                  </a:lnTo>
                  <a:lnTo>
                    <a:pt x="4137" y="20262"/>
                  </a:lnTo>
                  <a:lnTo>
                    <a:pt x="4137" y="20656"/>
                  </a:lnTo>
                  <a:cubicBezTo>
                    <a:pt x="4137" y="20656"/>
                    <a:pt x="3914" y="20706"/>
                    <a:pt x="3839" y="20721"/>
                  </a:cubicBezTo>
                  <a:cubicBezTo>
                    <a:pt x="3574" y="20780"/>
                    <a:pt x="3044" y="20897"/>
                    <a:pt x="2779" y="20950"/>
                  </a:cubicBezTo>
                  <a:cubicBezTo>
                    <a:pt x="2218" y="21064"/>
                    <a:pt x="1092" y="21205"/>
                    <a:pt x="536" y="21375"/>
                  </a:cubicBezTo>
                  <a:cubicBezTo>
                    <a:pt x="419" y="21411"/>
                    <a:pt x="125" y="21542"/>
                    <a:pt x="0" y="21599"/>
                  </a:cubicBezTo>
                  <a:cubicBezTo>
                    <a:pt x="2" y="21580"/>
                    <a:pt x="3" y="21563"/>
                    <a:pt x="4" y="21550"/>
                  </a:cubicBezTo>
                  <a:cubicBezTo>
                    <a:pt x="8" y="21495"/>
                    <a:pt x="8" y="21384"/>
                    <a:pt x="12" y="21329"/>
                  </a:cubicBezTo>
                  <a:cubicBezTo>
                    <a:pt x="17" y="21254"/>
                    <a:pt x="35" y="21106"/>
                    <a:pt x="38" y="21031"/>
                  </a:cubicBezTo>
                  <a:cubicBezTo>
                    <a:pt x="41" y="20953"/>
                    <a:pt x="18" y="20790"/>
                    <a:pt x="35" y="20716"/>
                  </a:cubicBezTo>
                  <a:cubicBezTo>
                    <a:pt x="47" y="20670"/>
                    <a:pt x="92" y="20599"/>
                    <a:pt x="118" y="20577"/>
                  </a:cubicBezTo>
                  <a:cubicBezTo>
                    <a:pt x="135" y="20561"/>
                    <a:pt x="175" y="20546"/>
                    <a:pt x="194" y="20553"/>
                  </a:cubicBezTo>
                  <a:cubicBezTo>
                    <a:pt x="219" y="20562"/>
                    <a:pt x="279" y="20652"/>
                    <a:pt x="279" y="20658"/>
                  </a:cubicBezTo>
                  <a:cubicBezTo>
                    <a:pt x="279" y="20665"/>
                    <a:pt x="297" y="20783"/>
                    <a:pt x="311" y="20815"/>
                  </a:cubicBezTo>
                  <a:cubicBezTo>
                    <a:pt x="341" y="20881"/>
                    <a:pt x="419" y="21004"/>
                    <a:pt x="465" y="21003"/>
                  </a:cubicBezTo>
                  <a:cubicBezTo>
                    <a:pt x="492" y="21003"/>
                    <a:pt x="536" y="20933"/>
                    <a:pt x="552" y="20896"/>
                  </a:cubicBezTo>
                  <a:cubicBezTo>
                    <a:pt x="570" y="20852"/>
                    <a:pt x="586" y="20744"/>
                    <a:pt x="594" y="20691"/>
                  </a:cubicBezTo>
                  <a:cubicBezTo>
                    <a:pt x="604" y="20628"/>
                    <a:pt x="609" y="20497"/>
                    <a:pt x="620" y="20435"/>
                  </a:cubicBezTo>
                  <a:cubicBezTo>
                    <a:pt x="627" y="20398"/>
                    <a:pt x="658" y="20334"/>
                    <a:pt x="660" y="20295"/>
                  </a:cubicBezTo>
                  <a:cubicBezTo>
                    <a:pt x="665" y="20241"/>
                    <a:pt x="654" y="20128"/>
                    <a:pt x="637" y="20084"/>
                  </a:cubicBezTo>
                  <a:cubicBezTo>
                    <a:pt x="624" y="20049"/>
                    <a:pt x="572" y="20026"/>
                    <a:pt x="556" y="19994"/>
                  </a:cubicBezTo>
                  <a:cubicBezTo>
                    <a:pt x="543" y="19968"/>
                    <a:pt x="523" y="19899"/>
                    <a:pt x="523" y="19864"/>
                  </a:cubicBezTo>
                  <a:cubicBezTo>
                    <a:pt x="525" y="19808"/>
                    <a:pt x="557" y="19704"/>
                    <a:pt x="581" y="19670"/>
                  </a:cubicBezTo>
                  <a:cubicBezTo>
                    <a:pt x="605" y="19637"/>
                    <a:pt x="669" y="19614"/>
                    <a:pt x="700" y="19617"/>
                  </a:cubicBezTo>
                  <a:cubicBezTo>
                    <a:pt x="718" y="19618"/>
                    <a:pt x="751" y="19673"/>
                    <a:pt x="768" y="19661"/>
                  </a:cubicBezTo>
                  <a:cubicBezTo>
                    <a:pt x="784" y="19651"/>
                    <a:pt x="802" y="19584"/>
                    <a:pt x="799" y="19553"/>
                  </a:cubicBezTo>
                  <a:cubicBezTo>
                    <a:pt x="793" y="19484"/>
                    <a:pt x="725" y="19379"/>
                    <a:pt x="688" y="19354"/>
                  </a:cubicBezTo>
                  <a:cubicBezTo>
                    <a:pt x="668" y="19340"/>
                    <a:pt x="620" y="19383"/>
                    <a:pt x="602" y="19363"/>
                  </a:cubicBezTo>
                  <a:cubicBezTo>
                    <a:pt x="579" y="19339"/>
                    <a:pt x="556" y="19238"/>
                    <a:pt x="556" y="19190"/>
                  </a:cubicBezTo>
                  <a:cubicBezTo>
                    <a:pt x="556" y="19139"/>
                    <a:pt x="582" y="19039"/>
                    <a:pt x="600" y="19002"/>
                  </a:cubicBezTo>
                  <a:cubicBezTo>
                    <a:pt x="613" y="18979"/>
                    <a:pt x="651" y="18963"/>
                    <a:pt x="665" y="18942"/>
                  </a:cubicBezTo>
                  <a:cubicBezTo>
                    <a:pt x="683" y="18911"/>
                    <a:pt x="709" y="18834"/>
                    <a:pt x="718" y="18794"/>
                  </a:cubicBezTo>
                  <a:cubicBezTo>
                    <a:pt x="730" y="18743"/>
                    <a:pt x="741" y="18636"/>
                    <a:pt x="746" y="18582"/>
                  </a:cubicBezTo>
                  <a:cubicBezTo>
                    <a:pt x="752" y="18514"/>
                    <a:pt x="767" y="18377"/>
                    <a:pt x="760" y="18310"/>
                  </a:cubicBezTo>
                  <a:cubicBezTo>
                    <a:pt x="755" y="18258"/>
                    <a:pt x="727" y="18160"/>
                    <a:pt x="708" y="18121"/>
                  </a:cubicBezTo>
                  <a:cubicBezTo>
                    <a:pt x="694" y="18093"/>
                    <a:pt x="661" y="18044"/>
                    <a:pt x="641" y="18043"/>
                  </a:cubicBezTo>
                  <a:cubicBezTo>
                    <a:pt x="623" y="18041"/>
                    <a:pt x="587" y="18075"/>
                    <a:pt x="576" y="18101"/>
                  </a:cubicBezTo>
                  <a:cubicBezTo>
                    <a:pt x="567" y="18121"/>
                    <a:pt x="570" y="18178"/>
                    <a:pt x="561" y="18195"/>
                  </a:cubicBezTo>
                  <a:cubicBezTo>
                    <a:pt x="548" y="18220"/>
                    <a:pt x="505" y="18251"/>
                    <a:pt x="487" y="18238"/>
                  </a:cubicBezTo>
                  <a:cubicBezTo>
                    <a:pt x="467" y="18223"/>
                    <a:pt x="451" y="18140"/>
                    <a:pt x="445" y="18103"/>
                  </a:cubicBezTo>
                  <a:cubicBezTo>
                    <a:pt x="439" y="18068"/>
                    <a:pt x="446" y="17989"/>
                    <a:pt x="438" y="17953"/>
                  </a:cubicBezTo>
                  <a:cubicBezTo>
                    <a:pt x="434" y="17935"/>
                    <a:pt x="426" y="17910"/>
                    <a:pt x="415" y="17886"/>
                  </a:cubicBezTo>
                  <a:cubicBezTo>
                    <a:pt x="438" y="17865"/>
                    <a:pt x="467" y="17845"/>
                    <a:pt x="475" y="17819"/>
                  </a:cubicBezTo>
                  <a:cubicBezTo>
                    <a:pt x="486" y="17780"/>
                    <a:pt x="478" y="17688"/>
                    <a:pt x="478" y="17644"/>
                  </a:cubicBezTo>
                  <a:cubicBezTo>
                    <a:pt x="479" y="17600"/>
                    <a:pt x="471" y="17510"/>
                    <a:pt x="478" y="17469"/>
                  </a:cubicBezTo>
                  <a:cubicBezTo>
                    <a:pt x="483" y="17444"/>
                    <a:pt x="504" y="17403"/>
                    <a:pt x="515" y="17384"/>
                  </a:cubicBezTo>
                  <a:cubicBezTo>
                    <a:pt x="536" y="17347"/>
                    <a:pt x="588" y="17297"/>
                    <a:pt x="608" y="17260"/>
                  </a:cubicBezTo>
                  <a:cubicBezTo>
                    <a:pt x="624" y="17228"/>
                    <a:pt x="649" y="17152"/>
                    <a:pt x="658" y="17112"/>
                  </a:cubicBezTo>
                  <a:cubicBezTo>
                    <a:pt x="675" y="17039"/>
                    <a:pt x="682" y="16876"/>
                    <a:pt x="698" y="16802"/>
                  </a:cubicBezTo>
                  <a:cubicBezTo>
                    <a:pt x="712" y="16742"/>
                    <a:pt x="748" y="16627"/>
                    <a:pt x="771" y="16577"/>
                  </a:cubicBezTo>
                  <a:cubicBezTo>
                    <a:pt x="791" y="16537"/>
                    <a:pt x="839" y="16476"/>
                    <a:pt x="862" y="16443"/>
                  </a:cubicBezTo>
                  <a:cubicBezTo>
                    <a:pt x="886" y="16408"/>
                    <a:pt x="934" y="16331"/>
                    <a:pt x="963" y="16309"/>
                  </a:cubicBezTo>
                  <a:cubicBezTo>
                    <a:pt x="991" y="16286"/>
                    <a:pt x="1053" y="16267"/>
                    <a:pt x="1084" y="16264"/>
                  </a:cubicBezTo>
                  <a:cubicBezTo>
                    <a:pt x="1123" y="16261"/>
                    <a:pt x="1203" y="16276"/>
                    <a:pt x="1242" y="16292"/>
                  </a:cubicBezTo>
                  <a:cubicBezTo>
                    <a:pt x="1274" y="16306"/>
                    <a:pt x="1335" y="16358"/>
                    <a:pt x="1366" y="16377"/>
                  </a:cubicBezTo>
                  <a:cubicBezTo>
                    <a:pt x="1402" y="16400"/>
                    <a:pt x="1477" y="16435"/>
                    <a:pt x="1512" y="16458"/>
                  </a:cubicBezTo>
                  <a:cubicBezTo>
                    <a:pt x="1543" y="16478"/>
                    <a:pt x="1606" y="16510"/>
                    <a:pt x="1631" y="16546"/>
                  </a:cubicBezTo>
                  <a:cubicBezTo>
                    <a:pt x="1646" y="16567"/>
                    <a:pt x="1660" y="16641"/>
                    <a:pt x="1677" y="16659"/>
                  </a:cubicBezTo>
                  <a:cubicBezTo>
                    <a:pt x="1701" y="16685"/>
                    <a:pt x="1760" y="16683"/>
                    <a:pt x="1788" y="16690"/>
                  </a:cubicBezTo>
                  <a:cubicBezTo>
                    <a:pt x="1818" y="16697"/>
                    <a:pt x="1881" y="16698"/>
                    <a:pt x="1910" y="16712"/>
                  </a:cubicBezTo>
                  <a:cubicBezTo>
                    <a:pt x="1935" y="16723"/>
                    <a:pt x="1980" y="16769"/>
                    <a:pt x="2004" y="16784"/>
                  </a:cubicBezTo>
                  <a:cubicBezTo>
                    <a:pt x="2053" y="16813"/>
                    <a:pt x="2159" y="16825"/>
                    <a:pt x="2201" y="16874"/>
                  </a:cubicBezTo>
                  <a:cubicBezTo>
                    <a:pt x="2232" y="16909"/>
                    <a:pt x="2261" y="17040"/>
                    <a:pt x="2292" y="17075"/>
                  </a:cubicBezTo>
                  <a:cubicBezTo>
                    <a:pt x="2325" y="17111"/>
                    <a:pt x="2404" y="17134"/>
                    <a:pt x="2442" y="17134"/>
                  </a:cubicBezTo>
                  <a:cubicBezTo>
                    <a:pt x="2485" y="17135"/>
                    <a:pt x="2576" y="17116"/>
                    <a:pt x="2611" y="17071"/>
                  </a:cubicBezTo>
                  <a:cubicBezTo>
                    <a:pt x="2643" y="17031"/>
                    <a:pt x="2683" y="16899"/>
                    <a:pt x="2693" y="16830"/>
                  </a:cubicBezTo>
                  <a:cubicBezTo>
                    <a:pt x="2706" y="16748"/>
                    <a:pt x="2695" y="16574"/>
                    <a:pt x="2690" y="16490"/>
                  </a:cubicBezTo>
                  <a:cubicBezTo>
                    <a:pt x="2686" y="16418"/>
                    <a:pt x="2681" y="16267"/>
                    <a:pt x="2660" y="16205"/>
                  </a:cubicBezTo>
                  <a:cubicBezTo>
                    <a:pt x="2646" y="16162"/>
                    <a:pt x="2593" y="16115"/>
                    <a:pt x="2571" y="16083"/>
                  </a:cubicBezTo>
                  <a:cubicBezTo>
                    <a:pt x="2531" y="16024"/>
                    <a:pt x="2446" y="15913"/>
                    <a:pt x="2414" y="15839"/>
                  </a:cubicBezTo>
                  <a:cubicBezTo>
                    <a:pt x="2395" y="15796"/>
                    <a:pt x="2367" y="15699"/>
                    <a:pt x="2360" y="15645"/>
                  </a:cubicBezTo>
                  <a:cubicBezTo>
                    <a:pt x="2353" y="15593"/>
                    <a:pt x="2352" y="15481"/>
                    <a:pt x="2360" y="15430"/>
                  </a:cubicBezTo>
                  <a:cubicBezTo>
                    <a:pt x="2370" y="15369"/>
                    <a:pt x="2424" y="15275"/>
                    <a:pt x="2433" y="15213"/>
                  </a:cubicBezTo>
                  <a:cubicBezTo>
                    <a:pt x="2444" y="15141"/>
                    <a:pt x="2419" y="14984"/>
                    <a:pt x="2428" y="14911"/>
                  </a:cubicBezTo>
                  <a:cubicBezTo>
                    <a:pt x="2435" y="14857"/>
                    <a:pt x="2464" y="14758"/>
                    <a:pt x="2484" y="14717"/>
                  </a:cubicBezTo>
                  <a:cubicBezTo>
                    <a:pt x="2503" y="14676"/>
                    <a:pt x="2552" y="14609"/>
                    <a:pt x="2580" y="14594"/>
                  </a:cubicBezTo>
                  <a:cubicBezTo>
                    <a:pt x="2600" y="14584"/>
                    <a:pt x="2644" y="14591"/>
                    <a:pt x="2664" y="14603"/>
                  </a:cubicBezTo>
                  <a:cubicBezTo>
                    <a:pt x="2677" y="14613"/>
                    <a:pt x="2697" y="14661"/>
                    <a:pt x="2711" y="14666"/>
                  </a:cubicBezTo>
                  <a:cubicBezTo>
                    <a:pt x="2725" y="14671"/>
                    <a:pt x="2756" y="14653"/>
                    <a:pt x="2768" y="14638"/>
                  </a:cubicBezTo>
                  <a:cubicBezTo>
                    <a:pt x="2789" y="14613"/>
                    <a:pt x="2811" y="14530"/>
                    <a:pt x="2827" y="14497"/>
                  </a:cubicBezTo>
                  <a:cubicBezTo>
                    <a:pt x="2846" y="14461"/>
                    <a:pt x="2886" y="14391"/>
                    <a:pt x="2909" y="14366"/>
                  </a:cubicBezTo>
                  <a:cubicBezTo>
                    <a:pt x="2960" y="14312"/>
                    <a:pt x="3074" y="14251"/>
                    <a:pt x="3131" y="14222"/>
                  </a:cubicBezTo>
                  <a:cubicBezTo>
                    <a:pt x="3175" y="14200"/>
                    <a:pt x="3265" y="14174"/>
                    <a:pt x="3309" y="14153"/>
                  </a:cubicBezTo>
                  <a:cubicBezTo>
                    <a:pt x="3353" y="14133"/>
                    <a:pt x="3439" y="14083"/>
                    <a:pt x="3482" y="14053"/>
                  </a:cubicBezTo>
                  <a:cubicBezTo>
                    <a:pt x="3510" y="14033"/>
                    <a:pt x="3575" y="14006"/>
                    <a:pt x="3591" y="13959"/>
                  </a:cubicBezTo>
                  <a:cubicBezTo>
                    <a:pt x="3614" y="13895"/>
                    <a:pt x="3607" y="13725"/>
                    <a:pt x="3589" y="13656"/>
                  </a:cubicBezTo>
                  <a:cubicBezTo>
                    <a:pt x="3574" y="13596"/>
                    <a:pt x="3510" y="13518"/>
                    <a:pt x="3480" y="13481"/>
                  </a:cubicBezTo>
                  <a:cubicBezTo>
                    <a:pt x="3445" y="13438"/>
                    <a:pt x="3356" y="13402"/>
                    <a:pt x="3330" y="13343"/>
                  </a:cubicBezTo>
                  <a:cubicBezTo>
                    <a:pt x="3312" y="13304"/>
                    <a:pt x="3313" y="13192"/>
                    <a:pt x="3301" y="13146"/>
                  </a:cubicBezTo>
                  <a:cubicBezTo>
                    <a:pt x="3289" y="13096"/>
                    <a:pt x="3240" y="13018"/>
                    <a:pt x="3232" y="12965"/>
                  </a:cubicBezTo>
                  <a:cubicBezTo>
                    <a:pt x="3222" y="12901"/>
                    <a:pt x="3229" y="12763"/>
                    <a:pt x="3239" y="12699"/>
                  </a:cubicBezTo>
                  <a:cubicBezTo>
                    <a:pt x="3249" y="12638"/>
                    <a:pt x="3288" y="12528"/>
                    <a:pt x="3309" y="12476"/>
                  </a:cubicBezTo>
                  <a:cubicBezTo>
                    <a:pt x="3325" y="12438"/>
                    <a:pt x="3362" y="12367"/>
                    <a:pt x="3382" y="12336"/>
                  </a:cubicBezTo>
                  <a:cubicBezTo>
                    <a:pt x="3409" y="12294"/>
                    <a:pt x="3478" y="12242"/>
                    <a:pt x="3501" y="12192"/>
                  </a:cubicBezTo>
                  <a:cubicBezTo>
                    <a:pt x="3525" y="12138"/>
                    <a:pt x="3547" y="12001"/>
                    <a:pt x="3553" y="11932"/>
                  </a:cubicBezTo>
                  <a:cubicBezTo>
                    <a:pt x="3556" y="11898"/>
                    <a:pt x="3559" y="11825"/>
                    <a:pt x="3551" y="11792"/>
                  </a:cubicBezTo>
                  <a:cubicBezTo>
                    <a:pt x="3546" y="11770"/>
                    <a:pt x="3529" y="11745"/>
                    <a:pt x="3514" y="11721"/>
                  </a:cubicBezTo>
                  <a:cubicBezTo>
                    <a:pt x="3539" y="11716"/>
                    <a:pt x="3566" y="11710"/>
                    <a:pt x="3580" y="11709"/>
                  </a:cubicBezTo>
                  <a:cubicBezTo>
                    <a:pt x="3607" y="11706"/>
                    <a:pt x="3666" y="11681"/>
                    <a:pt x="3688" y="11709"/>
                  </a:cubicBezTo>
                  <a:cubicBezTo>
                    <a:pt x="3703" y="11730"/>
                    <a:pt x="3694" y="11824"/>
                    <a:pt x="3711" y="11845"/>
                  </a:cubicBezTo>
                  <a:cubicBezTo>
                    <a:pt x="3728" y="11867"/>
                    <a:pt x="3777" y="11861"/>
                    <a:pt x="3794" y="11840"/>
                  </a:cubicBezTo>
                  <a:cubicBezTo>
                    <a:pt x="3811" y="11821"/>
                    <a:pt x="3815" y="11738"/>
                    <a:pt x="3828" y="11714"/>
                  </a:cubicBezTo>
                  <a:cubicBezTo>
                    <a:pt x="3840" y="11693"/>
                    <a:pt x="3877" y="11688"/>
                    <a:pt x="3889" y="11667"/>
                  </a:cubicBezTo>
                  <a:cubicBezTo>
                    <a:pt x="3907" y="11632"/>
                    <a:pt x="3925" y="11536"/>
                    <a:pt x="3925" y="11488"/>
                  </a:cubicBezTo>
                  <a:cubicBezTo>
                    <a:pt x="3926" y="11452"/>
                    <a:pt x="3912" y="11380"/>
                    <a:pt x="3899" y="11353"/>
                  </a:cubicBezTo>
                  <a:cubicBezTo>
                    <a:pt x="3887" y="11327"/>
                    <a:pt x="3849" y="11311"/>
                    <a:pt x="3834" y="11292"/>
                  </a:cubicBezTo>
                  <a:cubicBezTo>
                    <a:pt x="3818" y="11270"/>
                    <a:pt x="3788" y="11221"/>
                    <a:pt x="3782" y="11188"/>
                  </a:cubicBezTo>
                  <a:cubicBezTo>
                    <a:pt x="3773" y="11145"/>
                    <a:pt x="3782" y="11047"/>
                    <a:pt x="3792" y="11005"/>
                  </a:cubicBezTo>
                  <a:cubicBezTo>
                    <a:pt x="3809" y="10936"/>
                    <a:pt x="3862" y="10803"/>
                    <a:pt x="3902" y="10775"/>
                  </a:cubicBezTo>
                  <a:cubicBezTo>
                    <a:pt x="3918" y="10764"/>
                    <a:pt x="3957" y="10773"/>
                    <a:pt x="3973" y="10789"/>
                  </a:cubicBezTo>
                  <a:cubicBezTo>
                    <a:pt x="3993" y="10812"/>
                    <a:pt x="4011" y="10899"/>
                    <a:pt x="4025" y="10935"/>
                  </a:cubicBezTo>
                  <a:cubicBezTo>
                    <a:pt x="4038" y="10967"/>
                    <a:pt x="4060" y="11044"/>
                    <a:pt x="4080" y="11061"/>
                  </a:cubicBezTo>
                  <a:cubicBezTo>
                    <a:pt x="4107" y="11085"/>
                    <a:pt x="4171" y="11079"/>
                    <a:pt x="4200" y="11061"/>
                  </a:cubicBezTo>
                  <a:cubicBezTo>
                    <a:pt x="4237" y="11038"/>
                    <a:pt x="4287" y="10910"/>
                    <a:pt x="4323" y="10883"/>
                  </a:cubicBezTo>
                  <a:cubicBezTo>
                    <a:pt x="4348" y="10866"/>
                    <a:pt x="4403" y="10877"/>
                    <a:pt x="4427" y="10865"/>
                  </a:cubicBezTo>
                  <a:cubicBezTo>
                    <a:pt x="4447" y="10855"/>
                    <a:pt x="4479" y="10807"/>
                    <a:pt x="4498" y="10803"/>
                  </a:cubicBezTo>
                  <a:cubicBezTo>
                    <a:pt x="4525" y="10799"/>
                    <a:pt x="4588" y="10814"/>
                    <a:pt x="4603" y="10855"/>
                  </a:cubicBezTo>
                  <a:cubicBezTo>
                    <a:pt x="4612" y="10879"/>
                    <a:pt x="4597" y="10940"/>
                    <a:pt x="4592" y="10968"/>
                  </a:cubicBezTo>
                  <a:cubicBezTo>
                    <a:pt x="4586" y="11008"/>
                    <a:pt x="4558" y="11081"/>
                    <a:pt x="4558" y="11123"/>
                  </a:cubicBezTo>
                  <a:cubicBezTo>
                    <a:pt x="4558" y="11179"/>
                    <a:pt x="4579" y="11302"/>
                    <a:pt x="4606" y="11333"/>
                  </a:cubicBezTo>
                  <a:cubicBezTo>
                    <a:pt x="4622" y="11353"/>
                    <a:pt x="4665" y="11338"/>
                    <a:pt x="4684" y="11329"/>
                  </a:cubicBezTo>
                  <a:cubicBezTo>
                    <a:pt x="4707" y="11317"/>
                    <a:pt x="4752" y="11276"/>
                    <a:pt x="4768" y="11245"/>
                  </a:cubicBezTo>
                  <a:cubicBezTo>
                    <a:pt x="4782" y="11216"/>
                    <a:pt x="4795" y="11140"/>
                    <a:pt x="4802" y="11104"/>
                  </a:cubicBezTo>
                  <a:cubicBezTo>
                    <a:pt x="4811" y="11056"/>
                    <a:pt x="4838" y="10954"/>
                    <a:pt x="4828" y="10907"/>
                  </a:cubicBezTo>
                  <a:cubicBezTo>
                    <a:pt x="4821" y="10874"/>
                    <a:pt x="4779" y="10852"/>
                    <a:pt x="4765" y="10827"/>
                  </a:cubicBezTo>
                  <a:cubicBezTo>
                    <a:pt x="4740" y="10780"/>
                    <a:pt x="4682" y="10676"/>
                    <a:pt x="4684" y="10611"/>
                  </a:cubicBezTo>
                  <a:cubicBezTo>
                    <a:pt x="4685" y="10582"/>
                    <a:pt x="4721" y="10550"/>
                    <a:pt x="4726" y="10522"/>
                  </a:cubicBezTo>
                  <a:cubicBezTo>
                    <a:pt x="4735" y="10474"/>
                    <a:pt x="4713" y="10368"/>
                    <a:pt x="4723" y="10320"/>
                  </a:cubicBezTo>
                  <a:cubicBezTo>
                    <a:pt x="4731" y="10282"/>
                    <a:pt x="4763" y="10204"/>
                    <a:pt x="4786" y="10203"/>
                  </a:cubicBezTo>
                  <a:cubicBezTo>
                    <a:pt x="4798" y="10202"/>
                    <a:pt x="4815" y="10242"/>
                    <a:pt x="4823" y="10259"/>
                  </a:cubicBezTo>
                  <a:cubicBezTo>
                    <a:pt x="4833" y="10283"/>
                    <a:pt x="4846" y="10339"/>
                    <a:pt x="4852" y="10368"/>
                  </a:cubicBezTo>
                  <a:cubicBezTo>
                    <a:pt x="4860" y="10407"/>
                    <a:pt x="4862" y="10499"/>
                    <a:pt x="4878" y="10532"/>
                  </a:cubicBezTo>
                  <a:cubicBezTo>
                    <a:pt x="4894" y="10566"/>
                    <a:pt x="4947" y="10584"/>
                    <a:pt x="4969" y="10607"/>
                  </a:cubicBezTo>
                  <a:cubicBezTo>
                    <a:pt x="4991" y="10629"/>
                    <a:pt x="5028" y="10714"/>
                    <a:pt x="5053" y="10709"/>
                  </a:cubicBezTo>
                  <a:cubicBezTo>
                    <a:pt x="5075" y="10705"/>
                    <a:pt x="5101" y="10624"/>
                    <a:pt x="5116" y="10593"/>
                  </a:cubicBezTo>
                  <a:cubicBezTo>
                    <a:pt x="5129" y="10561"/>
                    <a:pt x="5147" y="10481"/>
                    <a:pt x="5165" y="10457"/>
                  </a:cubicBezTo>
                  <a:cubicBezTo>
                    <a:pt x="5200" y="10407"/>
                    <a:pt x="5289" y="10355"/>
                    <a:pt x="5333" y="10348"/>
                  </a:cubicBezTo>
                  <a:cubicBezTo>
                    <a:pt x="5369" y="10343"/>
                    <a:pt x="5441" y="10368"/>
                    <a:pt x="5474" y="10395"/>
                  </a:cubicBezTo>
                  <a:cubicBezTo>
                    <a:pt x="5500" y="10417"/>
                    <a:pt x="5537" y="10501"/>
                    <a:pt x="5563" y="10522"/>
                  </a:cubicBezTo>
                  <a:cubicBezTo>
                    <a:pt x="5585" y="10540"/>
                    <a:pt x="5637" y="10533"/>
                    <a:pt x="5660" y="10550"/>
                  </a:cubicBezTo>
                  <a:cubicBezTo>
                    <a:pt x="5691" y="10573"/>
                    <a:pt x="5744" y="10647"/>
                    <a:pt x="5770" y="10686"/>
                  </a:cubicBezTo>
                  <a:cubicBezTo>
                    <a:pt x="5788" y="10714"/>
                    <a:pt x="5814" y="10791"/>
                    <a:pt x="5835" y="10813"/>
                  </a:cubicBezTo>
                  <a:cubicBezTo>
                    <a:pt x="5860" y="10838"/>
                    <a:pt x="5917" y="10857"/>
                    <a:pt x="5945" y="10860"/>
                  </a:cubicBezTo>
                  <a:cubicBezTo>
                    <a:pt x="5971" y="10863"/>
                    <a:pt x="6024" y="10836"/>
                    <a:pt x="6049" y="10841"/>
                  </a:cubicBezTo>
                  <a:cubicBezTo>
                    <a:pt x="6074" y="10846"/>
                    <a:pt x="6126" y="10867"/>
                    <a:pt x="6144" y="10897"/>
                  </a:cubicBezTo>
                  <a:cubicBezTo>
                    <a:pt x="6166" y="10936"/>
                    <a:pt x="6171" y="11061"/>
                    <a:pt x="6191" y="11104"/>
                  </a:cubicBezTo>
                  <a:cubicBezTo>
                    <a:pt x="6214" y="11156"/>
                    <a:pt x="6279" y="11262"/>
                    <a:pt x="6316" y="11253"/>
                  </a:cubicBezTo>
                  <a:cubicBezTo>
                    <a:pt x="6359" y="11245"/>
                    <a:pt x="6419" y="11097"/>
                    <a:pt x="6434" y="11024"/>
                  </a:cubicBezTo>
                  <a:cubicBezTo>
                    <a:pt x="6451" y="10946"/>
                    <a:pt x="6435" y="10774"/>
                    <a:pt x="6434" y="10690"/>
                  </a:cubicBezTo>
                  <a:cubicBezTo>
                    <a:pt x="6434" y="10615"/>
                    <a:pt x="6417" y="10458"/>
                    <a:pt x="6432" y="10386"/>
                  </a:cubicBezTo>
                  <a:cubicBezTo>
                    <a:pt x="6446" y="10315"/>
                    <a:pt x="6509" y="10207"/>
                    <a:pt x="6541" y="10161"/>
                  </a:cubicBezTo>
                  <a:cubicBezTo>
                    <a:pt x="6556" y="10140"/>
                    <a:pt x="6589" y="10109"/>
                    <a:pt x="6607" y="10100"/>
                  </a:cubicBezTo>
                  <a:cubicBezTo>
                    <a:pt x="6635" y="10084"/>
                    <a:pt x="6700" y="10093"/>
                    <a:pt x="6727" y="10072"/>
                  </a:cubicBezTo>
                  <a:cubicBezTo>
                    <a:pt x="6750" y="10054"/>
                    <a:pt x="6789" y="9992"/>
                    <a:pt x="6806" y="9959"/>
                  </a:cubicBezTo>
                  <a:cubicBezTo>
                    <a:pt x="6831" y="9911"/>
                    <a:pt x="6867" y="9795"/>
                    <a:pt x="6890" y="9743"/>
                  </a:cubicBezTo>
                  <a:cubicBezTo>
                    <a:pt x="6906" y="9706"/>
                    <a:pt x="6940" y="9629"/>
                    <a:pt x="6962" y="9603"/>
                  </a:cubicBezTo>
                  <a:cubicBezTo>
                    <a:pt x="6983" y="9579"/>
                    <a:pt x="7030" y="9547"/>
                    <a:pt x="7054" y="9546"/>
                  </a:cubicBezTo>
                  <a:cubicBezTo>
                    <a:pt x="7077" y="9546"/>
                    <a:pt x="7126" y="9565"/>
                    <a:pt x="7143" y="9593"/>
                  </a:cubicBezTo>
                  <a:cubicBezTo>
                    <a:pt x="7169" y="9634"/>
                    <a:pt x="7181" y="9767"/>
                    <a:pt x="7195" y="9823"/>
                  </a:cubicBezTo>
                  <a:cubicBezTo>
                    <a:pt x="7211" y="9882"/>
                    <a:pt x="7238" y="10003"/>
                    <a:pt x="7261" y="10053"/>
                  </a:cubicBezTo>
                  <a:cubicBezTo>
                    <a:pt x="7280" y="10097"/>
                    <a:pt x="7327" y="10189"/>
                    <a:pt x="7357" y="10194"/>
                  </a:cubicBezTo>
                  <a:cubicBezTo>
                    <a:pt x="7378" y="10197"/>
                    <a:pt x="7416" y="10145"/>
                    <a:pt x="7431" y="10118"/>
                  </a:cubicBezTo>
                  <a:cubicBezTo>
                    <a:pt x="7442" y="10099"/>
                    <a:pt x="7453" y="10042"/>
                    <a:pt x="7465" y="10025"/>
                  </a:cubicBezTo>
                  <a:cubicBezTo>
                    <a:pt x="7484" y="9996"/>
                    <a:pt x="7532" y="9949"/>
                    <a:pt x="7556" y="9959"/>
                  </a:cubicBezTo>
                  <a:cubicBezTo>
                    <a:pt x="7579" y="9969"/>
                    <a:pt x="7612" y="10045"/>
                    <a:pt x="7616" y="10086"/>
                  </a:cubicBezTo>
                  <a:cubicBezTo>
                    <a:pt x="7620" y="10117"/>
                    <a:pt x="7601" y="10178"/>
                    <a:pt x="7596" y="10208"/>
                  </a:cubicBezTo>
                  <a:cubicBezTo>
                    <a:pt x="7588" y="10249"/>
                    <a:pt x="7559" y="10329"/>
                    <a:pt x="7564" y="10372"/>
                  </a:cubicBezTo>
                  <a:cubicBezTo>
                    <a:pt x="7569" y="10409"/>
                    <a:pt x="7604" y="10473"/>
                    <a:pt x="7625" y="10480"/>
                  </a:cubicBezTo>
                  <a:cubicBezTo>
                    <a:pt x="7653" y="10488"/>
                    <a:pt x="7709" y="10425"/>
                    <a:pt x="7729" y="10386"/>
                  </a:cubicBezTo>
                  <a:cubicBezTo>
                    <a:pt x="7748" y="10348"/>
                    <a:pt x="7770" y="10249"/>
                    <a:pt x="7771" y="10199"/>
                  </a:cubicBezTo>
                  <a:cubicBezTo>
                    <a:pt x="7771" y="10153"/>
                    <a:pt x="7741" y="10074"/>
                    <a:pt x="7740" y="10030"/>
                  </a:cubicBezTo>
                  <a:cubicBezTo>
                    <a:pt x="7738" y="9991"/>
                    <a:pt x="7741" y="9907"/>
                    <a:pt x="7755" y="9879"/>
                  </a:cubicBezTo>
                  <a:cubicBezTo>
                    <a:pt x="7767" y="9856"/>
                    <a:pt x="7804" y="9843"/>
                    <a:pt x="7820" y="9842"/>
                  </a:cubicBezTo>
                  <a:cubicBezTo>
                    <a:pt x="7852" y="9839"/>
                    <a:pt x="7912" y="9903"/>
                    <a:pt x="7943" y="9893"/>
                  </a:cubicBezTo>
                  <a:cubicBezTo>
                    <a:pt x="7956" y="9889"/>
                    <a:pt x="7980" y="9862"/>
                    <a:pt x="7985" y="9842"/>
                  </a:cubicBezTo>
                  <a:cubicBezTo>
                    <a:pt x="7998" y="9795"/>
                    <a:pt x="7986" y="9685"/>
                    <a:pt x="7978" y="9635"/>
                  </a:cubicBezTo>
                  <a:cubicBezTo>
                    <a:pt x="7970" y="9592"/>
                    <a:pt x="7933" y="9523"/>
                    <a:pt x="7923" y="9481"/>
                  </a:cubicBezTo>
                  <a:cubicBezTo>
                    <a:pt x="7907" y="9419"/>
                    <a:pt x="7886" y="9289"/>
                    <a:pt x="7883" y="9222"/>
                  </a:cubicBezTo>
                  <a:cubicBezTo>
                    <a:pt x="7881" y="9166"/>
                    <a:pt x="7877" y="9038"/>
                    <a:pt x="7899" y="8997"/>
                  </a:cubicBezTo>
                  <a:cubicBezTo>
                    <a:pt x="7918" y="8962"/>
                    <a:pt x="7980" y="8982"/>
                    <a:pt x="8006" y="8969"/>
                  </a:cubicBezTo>
                  <a:cubicBezTo>
                    <a:pt x="8034" y="8955"/>
                    <a:pt x="8096" y="8926"/>
                    <a:pt x="8114" y="8885"/>
                  </a:cubicBezTo>
                  <a:cubicBezTo>
                    <a:pt x="8129" y="8851"/>
                    <a:pt x="8139" y="8757"/>
                    <a:pt x="8132" y="8716"/>
                  </a:cubicBezTo>
                  <a:cubicBezTo>
                    <a:pt x="8125" y="8680"/>
                    <a:pt x="8088" y="8635"/>
                    <a:pt x="8072" y="8612"/>
                  </a:cubicBezTo>
                  <a:cubicBezTo>
                    <a:pt x="8060" y="8596"/>
                    <a:pt x="8027" y="8584"/>
                    <a:pt x="8020" y="8561"/>
                  </a:cubicBezTo>
                  <a:cubicBezTo>
                    <a:pt x="8012" y="8539"/>
                    <a:pt x="8011" y="8481"/>
                    <a:pt x="8017" y="8457"/>
                  </a:cubicBezTo>
                  <a:cubicBezTo>
                    <a:pt x="8025" y="8426"/>
                    <a:pt x="8058" y="8379"/>
                    <a:pt x="8077" y="8369"/>
                  </a:cubicBezTo>
                  <a:cubicBezTo>
                    <a:pt x="8094" y="8359"/>
                    <a:pt x="8133" y="8362"/>
                    <a:pt x="8147" y="8378"/>
                  </a:cubicBezTo>
                  <a:cubicBezTo>
                    <a:pt x="8169" y="8400"/>
                    <a:pt x="8176" y="8514"/>
                    <a:pt x="8200" y="8523"/>
                  </a:cubicBezTo>
                  <a:cubicBezTo>
                    <a:pt x="8219" y="8530"/>
                    <a:pt x="8256" y="8475"/>
                    <a:pt x="8265" y="8443"/>
                  </a:cubicBezTo>
                  <a:cubicBezTo>
                    <a:pt x="8274" y="8411"/>
                    <a:pt x="8251" y="8327"/>
                    <a:pt x="8263" y="8298"/>
                  </a:cubicBezTo>
                  <a:cubicBezTo>
                    <a:pt x="8271" y="8279"/>
                    <a:pt x="8302" y="8276"/>
                    <a:pt x="8315" y="8274"/>
                  </a:cubicBezTo>
                  <a:cubicBezTo>
                    <a:pt x="8336" y="8273"/>
                    <a:pt x="8380" y="8322"/>
                    <a:pt x="8399" y="8303"/>
                  </a:cubicBezTo>
                  <a:cubicBezTo>
                    <a:pt x="8409" y="8292"/>
                    <a:pt x="8413" y="8244"/>
                    <a:pt x="8414" y="8223"/>
                  </a:cubicBezTo>
                  <a:cubicBezTo>
                    <a:pt x="8417" y="8189"/>
                    <a:pt x="8399" y="8119"/>
                    <a:pt x="8407" y="8087"/>
                  </a:cubicBezTo>
                  <a:cubicBezTo>
                    <a:pt x="8414" y="8054"/>
                    <a:pt x="8447" y="8000"/>
                    <a:pt x="8467" y="7998"/>
                  </a:cubicBezTo>
                  <a:cubicBezTo>
                    <a:pt x="8486" y="7996"/>
                    <a:pt x="8515" y="8052"/>
                    <a:pt x="8529" y="8072"/>
                  </a:cubicBezTo>
                  <a:cubicBezTo>
                    <a:pt x="8546" y="8096"/>
                    <a:pt x="8589" y="8138"/>
                    <a:pt x="8592" y="8176"/>
                  </a:cubicBezTo>
                  <a:cubicBezTo>
                    <a:pt x="8597" y="8218"/>
                    <a:pt x="8552" y="8288"/>
                    <a:pt x="8550" y="8331"/>
                  </a:cubicBezTo>
                  <a:cubicBezTo>
                    <a:pt x="8548" y="8387"/>
                    <a:pt x="8575" y="8496"/>
                    <a:pt x="8590" y="8547"/>
                  </a:cubicBezTo>
                  <a:cubicBezTo>
                    <a:pt x="8607" y="8607"/>
                    <a:pt x="8646" y="8726"/>
                    <a:pt x="8676" y="8767"/>
                  </a:cubicBezTo>
                  <a:cubicBezTo>
                    <a:pt x="8698" y="8799"/>
                    <a:pt x="8754" y="8825"/>
                    <a:pt x="8780" y="8842"/>
                  </a:cubicBezTo>
                  <a:cubicBezTo>
                    <a:pt x="8801" y="8856"/>
                    <a:pt x="8844" y="8877"/>
                    <a:pt x="8864" y="8894"/>
                  </a:cubicBezTo>
                  <a:cubicBezTo>
                    <a:pt x="8884" y="8911"/>
                    <a:pt x="8918" y="8971"/>
                    <a:pt x="8940" y="8974"/>
                  </a:cubicBezTo>
                  <a:cubicBezTo>
                    <a:pt x="8968" y="8977"/>
                    <a:pt x="9017" y="8910"/>
                    <a:pt x="9045" y="8898"/>
                  </a:cubicBezTo>
                  <a:cubicBezTo>
                    <a:pt x="9072" y="8888"/>
                    <a:pt x="9130" y="8877"/>
                    <a:pt x="9157" y="8889"/>
                  </a:cubicBezTo>
                  <a:cubicBezTo>
                    <a:pt x="9175" y="8897"/>
                    <a:pt x="9207" y="8932"/>
                    <a:pt x="9220" y="8955"/>
                  </a:cubicBezTo>
                  <a:cubicBezTo>
                    <a:pt x="9234" y="8980"/>
                    <a:pt x="9250" y="9048"/>
                    <a:pt x="9262" y="9077"/>
                  </a:cubicBezTo>
                  <a:cubicBezTo>
                    <a:pt x="9279" y="9117"/>
                    <a:pt x="9308" y="9231"/>
                    <a:pt x="9335" y="9227"/>
                  </a:cubicBezTo>
                  <a:cubicBezTo>
                    <a:pt x="9363" y="9223"/>
                    <a:pt x="9386" y="9105"/>
                    <a:pt x="9395" y="9058"/>
                  </a:cubicBezTo>
                  <a:cubicBezTo>
                    <a:pt x="9404" y="9018"/>
                    <a:pt x="9395" y="8917"/>
                    <a:pt x="9411" y="8885"/>
                  </a:cubicBezTo>
                  <a:cubicBezTo>
                    <a:pt x="9430" y="8847"/>
                    <a:pt x="9493" y="8846"/>
                    <a:pt x="9521" y="8833"/>
                  </a:cubicBezTo>
                  <a:cubicBezTo>
                    <a:pt x="9542" y="8823"/>
                    <a:pt x="9587" y="8812"/>
                    <a:pt x="9605" y="8791"/>
                  </a:cubicBezTo>
                  <a:cubicBezTo>
                    <a:pt x="9622" y="8770"/>
                    <a:pt x="9648" y="8707"/>
                    <a:pt x="9657" y="8674"/>
                  </a:cubicBezTo>
                  <a:cubicBezTo>
                    <a:pt x="9676" y="8598"/>
                    <a:pt x="9687" y="8432"/>
                    <a:pt x="9688" y="8350"/>
                  </a:cubicBezTo>
                  <a:cubicBezTo>
                    <a:pt x="9690" y="8271"/>
                    <a:pt x="9677" y="8114"/>
                    <a:pt x="9670" y="8035"/>
                  </a:cubicBezTo>
                  <a:cubicBezTo>
                    <a:pt x="9664" y="7964"/>
                    <a:pt x="9635" y="7826"/>
                    <a:pt x="9636" y="7754"/>
                  </a:cubicBezTo>
                  <a:cubicBezTo>
                    <a:pt x="9637" y="7665"/>
                    <a:pt x="9662" y="7486"/>
                    <a:pt x="9688" y="7411"/>
                  </a:cubicBezTo>
                  <a:cubicBezTo>
                    <a:pt x="9705" y="7364"/>
                    <a:pt x="9766" y="7311"/>
                    <a:pt x="9785" y="7266"/>
                  </a:cubicBezTo>
                  <a:cubicBezTo>
                    <a:pt x="9798" y="7237"/>
                    <a:pt x="9817" y="7167"/>
                    <a:pt x="9819" y="7130"/>
                  </a:cubicBezTo>
                  <a:cubicBezTo>
                    <a:pt x="9822" y="7077"/>
                    <a:pt x="9786" y="6974"/>
                    <a:pt x="9793" y="6923"/>
                  </a:cubicBezTo>
                  <a:cubicBezTo>
                    <a:pt x="9798" y="6888"/>
                    <a:pt x="9827" y="6826"/>
                    <a:pt x="9846" y="6810"/>
                  </a:cubicBezTo>
                  <a:cubicBezTo>
                    <a:pt x="9858" y="6801"/>
                    <a:pt x="9889" y="6821"/>
                    <a:pt x="9903" y="6815"/>
                  </a:cubicBezTo>
                  <a:cubicBezTo>
                    <a:pt x="9918" y="6809"/>
                    <a:pt x="9941" y="6759"/>
                    <a:pt x="9955" y="6764"/>
                  </a:cubicBezTo>
                  <a:cubicBezTo>
                    <a:pt x="9979" y="6772"/>
                    <a:pt x="9994" y="6877"/>
                    <a:pt x="10015" y="6896"/>
                  </a:cubicBezTo>
                  <a:cubicBezTo>
                    <a:pt x="10031" y="6908"/>
                    <a:pt x="10068" y="6906"/>
                    <a:pt x="10084" y="6896"/>
                  </a:cubicBezTo>
                  <a:cubicBezTo>
                    <a:pt x="10124" y="6867"/>
                    <a:pt x="10189" y="6751"/>
                    <a:pt x="10212" y="6684"/>
                  </a:cubicBezTo>
                  <a:cubicBezTo>
                    <a:pt x="10228" y="6636"/>
                    <a:pt x="10233" y="6521"/>
                    <a:pt x="10243" y="6468"/>
                  </a:cubicBezTo>
                  <a:cubicBezTo>
                    <a:pt x="10251" y="6428"/>
                    <a:pt x="10272" y="6353"/>
                    <a:pt x="10279" y="6314"/>
                  </a:cubicBezTo>
                  <a:cubicBezTo>
                    <a:pt x="10290" y="6265"/>
                    <a:pt x="10309" y="6168"/>
                    <a:pt x="10313" y="6116"/>
                  </a:cubicBezTo>
                  <a:cubicBezTo>
                    <a:pt x="10317" y="6075"/>
                    <a:pt x="10312" y="5990"/>
                    <a:pt x="10313" y="5947"/>
                  </a:cubicBezTo>
                  <a:cubicBezTo>
                    <a:pt x="10319" y="5849"/>
                    <a:pt x="10323" y="5640"/>
                    <a:pt x="10353" y="5558"/>
                  </a:cubicBezTo>
                  <a:cubicBezTo>
                    <a:pt x="10368" y="5517"/>
                    <a:pt x="10419" y="5468"/>
                    <a:pt x="10444" y="5450"/>
                  </a:cubicBezTo>
                  <a:cubicBezTo>
                    <a:pt x="10472" y="5431"/>
                    <a:pt x="10534" y="5441"/>
                    <a:pt x="10562" y="5422"/>
                  </a:cubicBezTo>
                  <a:cubicBezTo>
                    <a:pt x="10594" y="5401"/>
                    <a:pt x="10657" y="5341"/>
                    <a:pt x="10678" y="5290"/>
                  </a:cubicBezTo>
                  <a:cubicBezTo>
                    <a:pt x="10697" y="5241"/>
                    <a:pt x="10692" y="5108"/>
                    <a:pt x="10709" y="5056"/>
                  </a:cubicBezTo>
                  <a:cubicBezTo>
                    <a:pt x="10721" y="5019"/>
                    <a:pt x="10761" y="4967"/>
                    <a:pt x="10779" y="4939"/>
                  </a:cubicBezTo>
                  <a:cubicBezTo>
                    <a:pt x="10797" y="4913"/>
                    <a:pt x="10841" y="4876"/>
                    <a:pt x="10852" y="4840"/>
                  </a:cubicBezTo>
                  <a:cubicBezTo>
                    <a:pt x="10865" y="4801"/>
                    <a:pt x="10869" y="4706"/>
                    <a:pt x="10866" y="4662"/>
                  </a:cubicBezTo>
                  <a:cubicBezTo>
                    <a:pt x="10860" y="4589"/>
                    <a:pt x="10815" y="4458"/>
                    <a:pt x="10800" y="4389"/>
                  </a:cubicBezTo>
                  <a:cubicBezTo>
                    <a:pt x="10791" y="4348"/>
                    <a:pt x="10774" y="4264"/>
                    <a:pt x="10766" y="4221"/>
                  </a:cubicBezTo>
                  <a:cubicBezTo>
                    <a:pt x="10754" y="4148"/>
                    <a:pt x="10745" y="3992"/>
                    <a:pt x="10724" y="3925"/>
                  </a:cubicBezTo>
                  <a:cubicBezTo>
                    <a:pt x="10714" y="3893"/>
                    <a:pt x="10677" y="3851"/>
                    <a:pt x="10667" y="3818"/>
                  </a:cubicBezTo>
                  <a:cubicBezTo>
                    <a:pt x="10652" y="3771"/>
                    <a:pt x="10633" y="3664"/>
                    <a:pt x="10638" y="3611"/>
                  </a:cubicBezTo>
                  <a:cubicBezTo>
                    <a:pt x="10644" y="3554"/>
                    <a:pt x="10683" y="3448"/>
                    <a:pt x="10711" y="3419"/>
                  </a:cubicBezTo>
                  <a:cubicBezTo>
                    <a:pt x="10739" y="3391"/>
                    <a:pt x="10806" y="3415"/>
                    <a:pt x="10837" y="3405"/>
                  </a:cubicBezTo>
                  <a:cubicBezTo>
                    <a:pt x="10867" y="3394"/>
                    <a:pt x="10925" y="3350"/>
                    <a:pt x="10955" y="3334"/>
                  </a:cubicBezTo>
                  <a:cubicBezTo>
                    <a:pt x="10970" y="3327"/>
                    <a:pt x="11000" y="3316"/>
                    <a:pt x="11015" y="3306"/>
                  </a:cubicBezTo>
                  <a:cubicBezTo>
                    <a:pt x="11038" y="3290"/>
                    <a:pt x="11081" y="3230"/>
                    <a:pt x="11106" y="3221"/>
                  </a:cubicBezTo>
                  <a:cubicBezTo>
                    <a:pt x="11147" y="3209"/>
                    <a:pt x="11236" y="3217"/>
                    <a:pt x="11269" y="3259"/>
                  </a:cubicBezTo>
                  <a:cubicBezTo>
                    <a:pt x="11292" y="3290"/>
                    <a:pt x="11297" y="3411"/>
                    <a:pt x="11318" y="3447"/>
                  </a:cubicBezTo>
                  <a:cubicBezTo>
                    <a:pt x="11341" y="3485"/>
                    <a:pt x="11402" y="3523"/>
                    <a:pt x="11433" y="3527"/>
                  </a:cubicBezTo>
                  <a:cubicBezTo>
                    <a:pt x="11458" y="3529"/>
                    <a:pt x="11505" y="3504"/>
                    <a:pt x="11527" y="3485"/>
                  </a:cubicBezTo>
                  <a:cubicBezTo>
                    <a:pt x="11556" y="3459"/>
                    <a:pt x="11604" y="3384"/>
                    <a:pt x="11627" y="3344"/>
                  </a:cubicBezTo>
                  <a:cubicBezTo>
                    <a:pt x="11662" y="3282"/>
                    <a:pt x="11717" y="3133"/>
                    <a:pt x="11750" y="3067"/>
                  </a:cubicBezTo>
                  <a:cubicBezTo>
                    <a:pt x="11776" y="3013"/>
                    <a:pt x="11831" y="2909"/>
                    <a:pt x="11862" y="2865"/>
                  </a:cubicBezTo>
                  <a:cubicBezTo>
                    <a:pt x="11888" y="2828"/>
                    <a:pt x="11943" y="2755"/>
                    <a:pt x="11975" y="2738"/>
                  </a:cubicBezTo>
                  <a:cubicBezTo>
                    <a:pt x="12007" y="2721"/>
                    <a:pt x="12077" y="2759"/>
                    <a:pt x="12108" y="2738"/>
                  </a:cubicBezTo>
                  <a:cubicBezTo>
                    <a:pt x="12136" y="2721"/>
                    <a:pt x="12170" y="2624"/>
                    <a:pt x="12197" y="2603"/>
                  </a:cubicBezTo>
                  <a:cubicBezTo>
                    <a:pt x="12229" y="2577"/>
                    <a:pt x="12301" y="2563"/>
                    <a:pt x="12336" y="2569"/>
                  </a:cubicBezTo>
                  <a:cubicBezTo>
                    <a:pt x="12357" y="2573"/>
                    <a:pt x="12396" y="2624"/>
                    <a:pt x="12417" y="2617"/>
                  </a:cubicBezTo>
                  <a:cubicBezTo>
                    <a:pt x="12432" y="2610"/>
                    <a:pt x="12459" y="2568"/>
                    <a:pt x="12464" y="2541"/>
                  </a:cubicBezTo>
                  <a:cubicBezTo>
                    <a:pt x="12471" y="2504"/>
                    <a:pt x="12460" y="2422"/>
                    <a:pt x="12451" y="2387"/>
                  </a:cubicBezTo>
                  <a:cubicBezTo>
                    <a:pt x="12443" y="2354"/>
                    <a:pt x="12406" y="2309"/>
                    <a:pt x="12401" y="2274"/>
                  </a:cubicBezTo>
                  <a:cubicBezTo>
                    <a:pt x="12398" y="2252"/>
                    <a:pt x="12405" y="2204"/>
                    <a:pt x="12412" y="2185"/>
                  </a:cubicBezTo>
                  <a:cubicBezTo>
                    <a:pt x="12430" y="2139"/>
                    <a:pt x="12502" y="2115"/>
                    <a:pt x="12519" y="2068"/>
                  </a:cubicBezTo>
                  <a:cubicBezTo>
                    <a:pt x="12533" y="2028"/>
                    <a:pt x="12545" y="1920"/>
                    <a:pt x="12532" y="1880"/>
                  </a:cubicBezTo>
                  <a:cubicBezTo>
                    <a:pt x="12516" y="1830"/>
                    <a:pt x="12446" y="1789"/>
                    <a:pt x="12414" y="1790"/>
                  </a:cubicBezTo>
                  <a:cubicBezTo>
                    <a:pt x="12393" y="1793"/>
                    <a:pt x="12360" y="1854"/>
                    <a:pt x="12338" y="1861"/>
                  </a:cubicBezTo>
                  <a:cubicBezTo>
                    <a:pt x="12318" y="1868"/>
                    <a:pt x="12272" y="1868"/>
                    <a:pt x="12255" y="1848"/>
                  </a:cubicBezTo>
                  <a:cubicBezTo>
                    <a:pt x="12236" y="1824"/>
                    <a:pt x="12213" y="1743"/>
                    <a:pt x="12213" y="1702"/>
                  </a:cubicBezTo>
                  <a:cubicBezTo>
                    <a:pt x="12212" y="1656"/>
                    <a:pt x="12240" y="1573"/>
                    <a:pt x="12255" y="1537"/>
                  </a:cubicBezTo>
                  <a:cubicBezTo>
                    <a:pt x="12267" y="1507"/>
                    <a:pt x="12311" y="1474"/>
                    <a:pt x="12318" y="1439"/>
                  </a:cubicBezTo>
                  <a:cubicBezTo>
                    <a:pt x="12328" y="1386"/>
                    <a:pt x="12306" y="1270"/>
                    <a:pt x="12294" y="1218"/>
                  </a:cubicBezTo>
                  <a:cubicBezTo>
                    <a:pt x="12282" y="1169"/>
                    <a:pt x="12246" y="1078"/>
                    <a:pt x="12223" y="1044"/>
                  </a:cubicBezTo>
                  <a:cubicBezTo>
                    <a:pt x="12203" y="1015"/>
                    <a:pt x="12145" y="1003"/>
                    <a:pt x="12126" y="970"/>
                  </a:cubicBezTo>
                  <a:cubicBezTo>
                    <a:pt x="12112" y="942"/>
                    <a:pt x="12094" y="867"/>
                    <a:pt x="12092" y="829"/>
                  </a:cubicBezTo>
                  <a:cubicBezTo>
                    <a:pt x="12091" y="783"/>
                    <a:pt x="12108" y="692"/>
                    <a:pt x="12124" y="655"/>
                  </a:cubicBezTo>
                  <a:cubicBezTo>
                    <a:pt x="12141" y="614"/>
                    <a:pt x="12199" y="578"/>
                    <a:pt x="12221" y="543"/>
                  </a:cubicBezTo>
                  <a:cubicBezTo>
                    <a:pt x="12235" y="519"/>
                    <a:pt x="12255" y="465"/>
                    <a:pt x="12271" y="428"/>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48" name="Shape 4730"/>
            <p:cNvSpPr/>
            <p:nvPr/>
          </p:nvSpPr>
          <p:spPr>
            <a:xfrm>
              <a:off x="8054107" y="2117079"/>
              <a:ext cx="14873" cy="14483"/>
            </a:xfrm>
            <a:custGeom>
              <a:avLst/>
              <a:gdLst/>
              <a:ahLst/>
              <a:cxnLst>
                <a:cxn ang="0">
                  <a:pos x="wd2" y="hd2"/>
                </a:cxn>
                <a:cxn ang="5400000">
                  <a:pos x="wd2" y="hd2"/>
                </a:cxn>
                <a:cxn ang="10800000">
                  <a:pos x="wd2" y="hd2"/>
                </a:cxn>
                <a:cxn ang="16200000">
                  <a:pos x="wd2" y="hd2"/>
                </a:cxn>
              </a:cxnLst>
              <a:rect l="0" t="0" r="r" b="b"/>
              <a:pathLst>
                <a:path w="20837" h="20682" extrusionOk="0">
                  <a:moveTo>
                    <a:pt x="16581" y="15143"/>
                  </a:moveTo>
                  <a:cubicBezTo>
                    <a:pt x="17588" y="13666"/>
                    <a:pt x="20548" y="11259"/>
                    <a:pt x="20800" y="9494"/>
                  </a:cubicBezTo>
                  <a:cubicBezTo>
                    <a:pt x="21115" y="6990"/>
                    <a:pt x="19352" y="1085"/>
                    <a:pt x="17022" y="90"/>
                  </a:cubicBezTo>
                  <a:cubicBezTo>
                    <a:pt x="15321" y="-584"/>
                    <a:pt x="12110" y="2722"/>
                    <a:pt x="10346" y="3171"/>
                  </a:cubicBezTo>
                  <a:cubicBezTo>
                    <a:pt x="8268" y="3685"/>
                    <a:pt x="3419" y="2240"/>
                    <a:pt x="1845" y="3685"/>
                  </a:cubicBezTo>
                  <a:cubicBezTo>
                    <a:pt x="271" y="5065"/>
                    <a:pt x="-485" y="10104"/>
                    <a:pt x="334" y="12061"/>
                  </a:cubicBezTo>
                  <a:cubicBezTo>
                    <a:pt x="963" y="13313"/>
                    <a:pt x="3955" y="14051"/>
                    <a:pt x="5088" y="14854"/>
                  </a:cubicBezTo>
                  <a:cubicBezTo>
                    <a:pt x="7072" y="16170"/>
                    <a:pt x="10221" y="21016"/>
                    <a:pt x="12614" y="20663"/>
                  </a:cubicBezTo>
                  <a:cubicBezTo>
                    <a:pt x="14251" y="20406"/>
                    <a:pt x="15510" y="16458"/>
                    <a:pt x="16581" y="1514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49" name="Shape 4731"/>
            <p:cNvSpPr/>
            <p:nvPr/>
          </p:nvSpPr>
          <p:spPr>
            <a:xfrm>
              <a:off x="8054107" y="2117079"/>
              <a:ext cx="14873" cy="14483"/>
            </a:xfrm>
            <a:custGeom>
              <a:avLst/>
              <a:gdLst/>
              <a:ahLst/>
              <a:cxnLst>
                <a:cxn ang="0">
                  <a:pos x="wd2" y="hd2"/>
                </a:cxn>
                <a:cxn ang="5400000">
                  <a:pos x="wd2" y="hd2"/>
                </a:cxn>
                <a:cxn ang="10800000">
                  <a:pos x="wd2" y="hd2"/>
                </a:cxn>
                <a:cxn ang="16200000">
                  <a:pos x="wd2" y="hd2"/>
                </a:cxn>
              </a:cxnLst>
              <a:rect l="0" t="0" r="r" b="b"/>
              <a:pathLst>
                <a:path w="20837" h="20682" extrusionOk="0">
                  <a:moveTo>
                    <a:pt x="16581" y="15143"/>
                  </a:moveTo>
                  <a:cubicBezTo>
                    <a:pt x="17588" y="13666"/>
                    <a:pt x="20548" y="11259"/>
                    <a:pt x="20800" y="9494"/>
                  </a:cubicBezTo>
                  <a:cubicBezTo>
                    <a:pt x="21115" y="6990"/>
                    <a:pt x="19352" y="1085"/>
                    <a:pt x="17022" y="90"/>
                  </a:cubicBezTo>
                  <a:cubicBezTo>
                    <a:pt x="15321" y="-584"/>
                    <a:pt x="12110" y="2722"/>
                    <a:pt x="10315" y="3171"/>
                  </a:cubicBezTo>
                  <a:cubicBezTo>
                    <a:pt x="8268" y="3685"/>
                    <a:pt x="3419" y="2240"/>
                    <a:pt x="1845" y="3685"/>
                  </a:cubicBezTo>
                  <a:cubicBezTo>
                    <a:pt x="271" y="5065"/>
                    <a:pt x="-485" y="10104"/>
                    <a:pt x="334" y="12061"/>
                  </a:cubicBezTo>
                  <a:cubicBezTo>
                    <a:pt x="963" y="13313"/>
                    <a:pt x="3955" y="14051"/>
                    <a:pt x="5088" y="14854"/>
                  </a:cubicBezTo>
                  <a:cubicBezTo>
                    <a:pt x="7072" y="16170"/>
                    <a:pt x="10221" y="21016"/>
                    <a:pt x="12614" y="20663"/>
                  </a:cubicBezTo>
                  <a:cubicBezTo>
                    <a:pt x="14251" y="20406"/>
                    <a:pt x="15510" y="16458"/>
                    <a:pt x="16581" y="1514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50" name="Shape 4732"/>
            <p:cNvSpPr/>
            <p:nvPr/>
          </p:nvSpPr>
          <p:spPr>
            <a:xfrm>
              <a:off x="8054107" y="2117079"/>
              <a:ext cx="11201" cy="9943"/>
            </a:xfrm>
            <a:custGeom>
              <a:avLst/>
              <a:gdLst/>
              <a:ahLst/>
              <a:cxnLst>
                <a:cxn ang="0">
                  <a:pos x="wd2" y="hd2"/>
                </a:cxn>
                <a:cxn ang="5400000">
                  <a:pos x="wd2" y="hd2"/>
                </a:cxn>
                <a:cxn ang="10800000">
                  <a:pos x="wd2" y="hd2"/>
                </a:cxn>
                <a:cxn ang="16200000">
                  <a:pos x="wd2" y="hd2"/>
                </a:cxn>
              </a:cxnLst>
              <a:rect l="0" t="0" r="r" b="b"/>
              <a:pathLst>
                <a:path w="21024" h="20201" extrusionOk="0">
                  <a:moveTo>
                    <a:pt x="20790" y="9346"/>
                  </a:moveTo>
                  <a:cubicBezTo>
                    <a:pt x="20115" y="12040"/>
                    <a:pt x="16909" y="16927"/>
                    <a:pt x="14799" y="18388"/>
                  </a:cubicBezTo>
                  <a:cubicBezTo>
                    <a:pt x="12817" y="19621"/>
                    <a:pt x="7839" y="20854"/>
                    <a:pt x="5729" y="19804"/>
                  </a:cubicBezTo>
                  <a:cubicBezTo>
                    <a:pt x="3282" y="18571"/>
                    <a:pt x="-388" y="12634"/>
                    <a:pt x="34" y="9757"/>
                  </a:cubicBezTo>
                  <a:cubicBezTo>
                    <a:pt x="582" y="6332"/>
                    <a:pt x="6784" y="2222"/>
                    <a:pt x="9779" y="1035"/>
                  </a:cubicBezTo>
                  <a:cubicBezTo>
                    <a:pt x="12099" y="122"/>
                    <a:pt x="17921" y="-746"/>
                    <a:pt x="19778" y="1035"/>
                  </a:cubicBezTo>
                  <a:cubicBezTo>
                    <a:pt x="21170" y="2405"/>
                    <a:pt x="21212" y="7291"/>
                    <a:pt x="20790" y="934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51" name="Shape 4733"/>
            <p:cNvSpPr/>
            <p:nvPr/>
          </p:nvSpPr>
          <p:spPr>
            <a:xfrm>
              <a:off x="8054107" y="2117079"/>
              <a:ext cx="11206" cy="9943"/>
            </a:xfrm>
            <a:custGeom>
              <a:avLst/>
              <a:gdLst/>
              <a:ahLst/>
              <a:cxnLst>
                <a:cxn ang="0">
                  <a:pos x="wd2" y="hd2"/>
                </a:cxn>
                <a:cxn ang="5400000">
                  <a:pos x="wd2" y="hd2"/>
                </a:cxn>
                <a:cxn ang="10800000">
                  <a:pos x="wd2" y="hd2"/>
                </a:cxn>
                <a:cxn ang="16200000">
                  <a:pos x="wd2" y="hd2"/>
                </a:cxn>
              </a:cxnLst>
              <a:rect l="0" t="0" r="r" b="b"/>
              <a:pathLst>
                <a:path w="21037" h="20201" extrusionOk="0">
                  <a:moveTo>
                    <a:pt x="20832" y="9346"/>
                  </a:moveTo>
                  <a:cubicBezTo>
                    <a:pt x="20115" y="12040"/>
                    <a:pt x="16909" y="16927"/>
                    <a:pt x="14800" y="18388"/>
                  </a:cubicBezTo>
                  <a:cubicBezTo>
                    <a:pt x="12817" y="19621"/>
                    <a:pt x="7839" y="20854"/>
                    <a:pt x="5729" y="19804"/>
                  </a:cubicBezTo>
                  <a:cubicBezTo>
                    <a:pt x="3282" y="18571"/>
                    <a:pt x="-388" y="12634"/>
                    <a:pt x="34" y="9757"/>
                  </a:cubicBezTo>
                  <a:cubicBezTo>
                    <a:pt x="582" y="6332"/>
                    <a:pt x="6784" y="2222"/>
                    <a:pt x="9779" y="1035"/>
                  </a:cubicBezTo>
                  <a:cubicBezTo>
                    <a:pt x="12099" y="122"/>
                    <a:pt x="17921" y="-746"/>
                    <a:pt x="19778" y="1035"/>
                  </a:cubicBezTo>
                  <a:cubicBezTo>
                    <a:pt x="21170" y="2451"/>
                    <a:pt x="21212" y="7291"/>
                    <a:pt x="20832" y="934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52" name="Shape 4734"/>
            <p:cNvSpPr/>
            <p:nvPr/>
          </p:nvSpPr>
          <p:spPr>
            <a:xfrm>
              <a:off x="8054107" y="2117079"/>
              <a:ext cx="14505" cy="12994"/>
            </a:xfrm>
            <a:custGeom>
              <a:avLst/>
              <a:gdLst/>
              <a:ahLst/>
              <a:cxnLst>
                <a:cxn ang="0">
                  <a:pos x="wd2" y="hd2"/>
                </a:cxn>
                <a:cxn ang="5400000">
                  <a:pos x="wd2" y="hd2"/>
                </a:cxn>
                <a:cxn ang="10800000">
                  <a:pos x="wd2" y="hd2"/>
                </a:cxn>
                <a:cxn ang="16200000">
                  <a:pos x="wd2" y="hd2"/>
                </a:cxn>
              </a:cxnLst>
              <a:rect l="0" t="0" r="r" b="b"/>
              <a:pathLst>
                <a:path w="21122" h="20954" extrusionOk="0">
                  <a:moveTo>
                    <a:pt x="17028" y="20125"/>
                  </a:moveTo>
                  <a:cubicBezTo>
                    <a:pt x="15686" y="20886"/>
                    <a:pt x="12250" y="21393"/>
                    <a:pt x="11072" y="20414"/>
                  </a:cubicBezTo>
                  <a:cubicBezTo>
                    <a:pt x="9828" y="19327"/>
                    <a:pt x="10941" y="14725"/>
                    <a:pt x="9762" y="13529"/>
                  </a:cubicBezTo>
                  <a:cubicBezTo>
                    <a:pt x="8290" y="12006"/>
                    <a:pt x="3250" y="13855"/>
                    <a:pt x="1777" y="12405"/>
                  </a:cubicBezTo>
                  <a:cubicBezTo>
                    <a:pt x="468" y="11137"/>
                    <a:pt x="-383" y="6933"/>
                    <a:pt x="173" y="5229"/>
                  </a:cubicBezTo>
                  <a:cubicBezTo>
                    <a:pt x="762" y="3345"/>
                    <a:pt x="3937" y="916"/>
                    <a:pt x="5606" y="337"/>
                  </a:cubicBezTo>
                  <a:cubicBezTo>
                    <a:pt x="7275" y="-207"/>
                    <a:pt x="11399" y="-207"/>
                    <a:pt x="12577" y="1206"/>
                  </a:cubicBezTo>
                  <a:cubicBezTo>
                    <a:pt x="13362" y="2112"/>
                    <a:pt x="12250" y="5084"/>
                    <a:pt x="12872" y="6063"/>
                  </a:cubicBezTo>
                  <a:cubicBezTo>
                    <a:pt x="13624" y="7259"/>
                    <a:pt x="16733" y="7186"/>
                    <a:pt x="17748" y="8092"/>
                  </a:cubicBezTo>
                  <a:cubicBezTo>
                    <a:pt x="19057" y="9180"/>
                    <a:pt x="21217" y="12333"/>
                    <a:pt x="21119" y="14108"/>
                  </a:cubicBezTo>
                  <a:cubicBezTo>
                    <a:pt x="21086" y="15993"/>
                    <a:pt x="18501" y="19219"/>
                    <a:pt x="17028" y="2012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53" name="Shape 4735"/>
            <p:cNvSpPr/>
            <p:nvPr/>
          </p:nvSpPr>
          <p:spPr>
            <a:xfrm>
              <a:off x="8054107" y="2117079"/>
              <a:ext cx="14505" cy="12994"/>
            </a:xfrm>
            <a:custGeom>
              <a:avLst/>
              <a:gdLst/>
              <a:ahLst/>
              <a:cxnLst>
                <a:cxn ang="0">
                  <a:pos x="wd2" y="hd2"/>
                </a:cxn>
                <a:cxn ang="5400000">
                  <a:pos x="wd2" y="hd2"/>
                </a:cxn>
                <a:cxn ang="10800000">
                  <a:pos x="wd2" y="hd2"/>
                </a:cxn>
                <a:cxn ang="16200000">
                  <a:pos x="wd2" y="hd2"/>
                </a:cxn>
              </a:cxnLst>
              <a:rect l="0" t="0" r="r" b="b"/>
              <a:pathLst>
                <a:path w="21122" h="20954" extrusionOk="0">
                  <a:moveTo>
                    <a:pt x="17028" y="20125"/>
                  </a:moveTo>
                  <a:cubicBezTo>
                    <a:pt x="15686" y="20886"/>
                    <a:pt x="12250" y="21393"/>
                    <a:pt x="11072" y="20414"/>
                  </a:cubicBezTo>
                  <a:cubicBezTo>
                    <a:pt x="9828" y="19327"/>
                    <a:pt x="10941" y="14725"/>
                    <a:pt x="9762" y="13529"/>
                  </a:cubicBezTo>
                  <a:cubicBezTo>
                    <a:pt x="8290" y="12006"/>
                    <a:pt x="3250" y="13855"/>
                    <a:pt x="1777" y="12405"/>
                  </a:cubicBezTo>
                  <a:cubicBezTo>
                    <a:pt x="468" y="11137"/>
                    <a:pt x="-383" y="6933"/>
                    <a:pt x="173" y="5229"/>
                  </a:cubicBezTo>
                  <a:cubicBezTo>
                    <a:pt x="762" y="3345"/>
                    <a:pt x="3937" y="880"/>
                    <a:pt x="5606" y="337"/>
                  </a:cubicBezTo>
                  <a:cubicBezTo>
                    <a:pt x="7275" y="-207"/>
                    <a:pt x="11399" y="-207"/>
                    <a:pt x="12577" y="1206"/>
                  </a:cubicBezTo>
                  <a:cubicBezTo>
                    <a:pt x="13362" y="2112"/>
                    <a:pt x="12250" y="5084"/>
                    <a:pt x="12872" y="6063"/>
                  </a:cubicBezTo>
                  <a:cubicBezTo>
                    <a:pt x="13624" y="7259"/>
                    <a:pt x="16701" y="7186"/>
                    <a:pt x="17748" y="8092"/>
                  </a:cubicBezTo>
                  <a:cubicBezTo>
                    <a:pt x="19057" y="9180"/>
                    <a:pt x="21217" y="12333"/>
                    <a:pt x="21119" y="14108"/>
                  </a:cubicBezTo>
                  <a:cubicBezTo>
                    <a:pt x="21086" y="15993"/>
                    <a:pt x="18501" y="19219"/>
                    <a:pt x="17028" y="2012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54" name="Shape 4736"/>
            <p:cNvSpPr/>
            <p:nvPr/>
          </p:nvSpPr>
          <p:spPr>
            <a:xfrm>
              <a:off x="7662908" y="1955997"/>
              <a:ext cx="868735" cy="993339"/>
            </a:xfrm>
            <a:custGeom>
              <a:avLst/>
              <a:gdLst/>
              <a:ahLst/>
              <a:cxnLst>
                <a:cxn ang="0">
                  <a:pos x="wd2" y="hd2"/>
                </a:cxn>
                <a:cxn ang="5400000">
                  <a:pos x="wd2" y="hd2"/>
                </a:cxn>
                <a:cxn ang="10800000">
                  <a:pos x="wd2" y="hd2"/>
                </a:cxn>
                <a:cxn ang="16200000">
                  <a:pos x="wd2" y="hd2"/>
                </a:cxn>
              </a:cxnLst>
              <a:rect l="0" t="0" r="r" b="b"/>
              <a:pathLst>
                <a:path w="21593" h="21596" extrusionOk="0">
                  <a:moveTo>
                    <a:pt x="14330" y="21570"/>
                  </a:moveTo>
                  <a:cubicBezTo>
                    <a:pt x="14326" y="21568"/>
                    <a:pt x="14322" y="21565"/>
                    <a:pt x="14320" y="21564"/>
                  </a:cubicBezTo>
                  <a:cubicBezTo>
                    <a:pt x="14264" y="21528"/>
                    <a:pt x="14216" y="21404"/>
                    <a:pt x="14190" y="21347"/>
                  </a:cubicBezTo>
                  <a:cubicBezTo>
                    <a:pt x="14175" y="21316"/>
                    <a:pt x="14174" y="21241"/>
                    <a:pt x="14149" y="21214"/>
                  </a:cubicBezTo>
                  <a:cubicBezTo>
                    <a:pt x="14111" y="21172"/>
                    <a:pt x="13986" y="21140"/>
                    <a:pt x="13931" y="21116"/>
                  </a:cubicBezTo>
                  <a:cubicBezTo>
                    <a:pt x="13876" y="21092"/>
                    <a:pt x="13757" y="21053"/>
                    <a:pt x="13708" y="21018"/>
                  </a:cubicBezTo>
                  <a:cubicBezTo>
                    <a:pt x="13669" y="20991"/>
                    <a:pt x="13626" y="20906"/>
                    <a:pt x="13584" y="20884"/>
                  </a:cubicBezTo>
                  <a:cubicBezTo>
                    <a:pt x="13533" y="20857"/>
                    <a:pt x="13407" y="20842"/>
                    <a:pt x="13349" y="20848"/>
                  </a:cubicBezTo>
                  <a:cubicBezTo>
                    <a:pt x="13286" y="20855"/>
                    <a:pt x="13181" y="20941"/>
                    <a:pt x="13119" y="20936"/>
                  </a:cubicBezTo>
                  <a:cubicBezTo>
                    <a:pt x="13036" y="20929"/>
                    <a:pt x="12895" y="20827"/>
                    <a:pt x="12842" y="20771"/>
                  </a:cubicBezTo>
                  <a:cubicBezTo>
                    <a:pt x="12801" y="20728"/>
                    <a:pt x="12757" y="20619"/>
                    <a:pt x="12742" y="20565"/>
                  </a:cubicBezTo>
                  <a:cubicBezTo>
                    <a:pt x="12732" y="20526"/>
                    <a:pt x="12750" y="20442"/>
                    <a:pt x="12730" y="20406"/>
                  </a:cubicBezTo>
                  <a:cubicBezTo>
                    <a:pt x="12712" y="20371"/>
                    <a:pt x="12614" y="20339"/>
                    <a:pt x="12601" y="20303"/>
                  </a:cubicBezTo>
                  <a:cubicBezTo>
                    <a:pt x="12586" y="20265"/>
                    <a:pt x="12632" y="20187"/>
                    <a:pt x="12636" y="20148"/>
                  </a:cubicBezTo>
                  <a:cubicBezTo>
                    <a:pt x="12640" y="20104"/>
                    <a:pt x="12657" y="20010"/>
                    <a:pt x="12630" y="19973"/>
                  </a:cubicBezTo>
                  <a:cubicBezTo>
                    <a:pt x="12604" y="19939"/>
                    <a:pt x="12506" y="19911"/>
                    <a:pt x="12459" y="19906"/>
                  </a:cubicBezTo>
                  <a:cubicBezTo>
                    <a:pt x="12410" y="19901"/>
                    <a:pt x="12310" y="19918"/>
                    <a:pt x="12265" y="19937"/>
                  </a:cubicBezTo>
                  <a:cubicBezTo>
                    <a:pt x="12215" y="19959"/>
                    <a:pt x="12147" y="20043"/>
                    <a:pt x="12100" y="20071"/>
                  </a:cubicBezTo>
                  <a:cubicBezTo>
                    <a:pt x="12065" y="20091"/>
                    <a:pt x="11987" y="20121"/>
                    <a:pt x="11948" y="20133"/>
                  </a:cubicBezTo>
                  <a:cubicBezTo>
                    <a:pt x="11896" y="20147"/>
                    <a:pt x="11780" y="20138"/>
                    <a:pt x="11742" y="20169"/>
                  </a:cubicBezTo>
                  <a:cubicBezTo>
                    <a:pt x="11708" y="20194"/>
                    <a:pt x="11704" y="20281"/>
                    <a:pt x="11688" y="20318"/>
                  </a:cubicBezTo>
                  <a:cubicBezTo>
                    <a:pt x="11674" y="20353"/>
                    <a:pt x="11652" y="20429"/>
                    <a:pt x="11623" y="20457"/>
                  </a:cubicBezTo>
                  <a:cubicBezTo>
                    <a:pt x="11590" y="20490"/>
                    <a:pt x="11472" y="20502"/>
                    <a:pt x="11447" y="20540"/>
                  </a:cubicBezTo>
                  <a:cubicBezTo>
                    <a:pt x="11428" y="20567"/>
                    <a:pt x="11451" y="20637"/>
                    <a:pt x="11447" y="20668"/>
                  </a:cubicBezTo>
                  <a:cubicBezTo>
                    <a:pt x="11443" y="20707"/>
                    <a:pt x="11441" y="20793"/>
                    <a:pt x="11412" y="20823"/>
                  </a:cubicBezTo>
                  <a:cubicBezTo>
                    <a:pt x="11361" y="20874"/>
                    <a:pt x="11195" y="20909"/>
                    <a:pt x="11117" y="20915"/>
                  </a:cubicBezTo>
                  <a:cubicBezTo>
                    <a:pt x="11063" y="20919"/>
                    <a:pt x="10959" y="20873"/>
                    <a:pt x="10906" y="20879"/>
                  </a:cubicBezTo>
                  <a:cubicBezTo>
                    <a:pt x="10872" y="20883"/>
                    <a:pt x="10809" y="20909"/>
                    <a:pt x="10788" y="20931"/>
                  </a:cubicBezTo>
                  <a:cubicBezTo>
                    <a:pt x="10753" y="20962"/>
                    <a:pt x="10751" y="21075"/>
                    <a:pt x="10704" y="21090"/>
                  </a:cubicBezTo>
                  <a:cubicBezTo>
                    <a:pt x="10655" y="21106"/>
                    <a:pt x="10551" y="21044"/>
                    <a:pt x="10511" y="21013"/>
                  </a:cubicBezTo>
                  <a:cubicBezTo>
                    <a:pt x="10479" y="20988"/>
                    <a:pt x="10454" y="20910"/>
                    <a:pt x="10423" y="20884"/>
                  </a:cubicBezTo>
                  <a:cubicBezTo>
                    <a:pt x="10389" y="20857"/>
                    <a:pt x="10307" y="20821"/>
                    <a:pt x="10263" y="20812"/>
                  </a:cubicBezTo>
                  <a:cubicBezTo>
                    <a:pt x="10208" y="20801"/>
                    <a:pt x="10096" y="20813"/>
                    <a:pt x="10039" y="20812"/>
                  </a:cubicBezTo>
                  <a:cubicBezTo>
                    <a:pt x="9982" y="20811"/>
                    <a:pt x="9864" y="20818"/>
                    <a:pt x="9810" y="20802"/>
                  </a:cubicBezTo>
                  <a:cubicBezTo>
                    <a:pt x="9760" y="20788"/>
                    <a:pt x="9683" y="20716"/>
                    <a:pt x="9633" y="20699"/>
                  </a:cubicBezTo>
                  <a:cubicBezTo>
                    <a:pt x="9584" y="20681"/>
                    <a:pt x="9476" y="20662"/>
                    <a:pt x="9422" y="20663"/>
                  </a:cubicBezTo>
                  <a:cubicBezTo>
                    <a:pt x="9366" y="20663"/>
                    <a:pt x="9251" y="20679"/>
                    <a:pt x="9204" y="20704"/>
                  </a:cubicBezTo>
                  <a:cubicBezTo>
                    <a:pt x="9159" y="20729"/>
                    <a:pt x="9111" y="20822"/>
                    <a:pt x="9068" y="20848"/>
                  </a:cubicBezTo>
                  <a:cubicBezTo>
                    <a:pt x="9032" y="20870"/>
                    <a:pt x="8928" y="20865"/>
                    <a:pt x="8898" y="20895"/>
                  </a:cubicBezTo>
                  <a:cubicBezTo>
                    <a:pt x="8847" y="20944"/>
                    <a:pt x="8891" y="21104"/>
                    <a:pt x="8839" y="21152"/>
                  </a:cubicBezTo>
                  <a:cubicBezTo>
                    <a:pt x="8805" y="21183"/>
                    <a:pt x="8699" y="21191"/>
                    <a:pt x="8650" y="21193"/>
                  </a:cubicBezTo>
                  <a:cubicBezTo>
                    <a:pt x="8579" y="21195"/>
                    <a:pt x="8439" y="21161"/>
                    <a:pt x="8367" y="21152"/>
                  </a:cubicBezTo>
                  <a:cubicBezTo>
                    <a:pt x="8323" y="21146"/>
                    <a:pt x="8220" y="21157"/>
                    <a:pt x="8186" y="21131"/>
                  </a:cubicBezTo>
                  <a:cubicBezTo>
                    <a:pt x="8156" y="21111"/>
                    <a:pt x="8148" y="21039"/>
                    <a:pt x="8138" y="21008"/>
                  </a:cubicBezTo>
                  <a:cubicBezTo>
                    <a:pt x="8127" y="20974"/>
                    <a:pt x="8133" y="20892"/>
                    <a:pt x="8103" y="20869"/>
                  </a:cubicBezTo>
                  <a:cubicBezTo>
                    <a:pt x="8068" y="20842"/>
                    <a:pt x="7962" y="20857"/>
                    <a:pt x="7915" y="20853"/>
                  </a:cubicBezTo>
                  <a:cubicBezTo>
                    <a:pt x="7888" y="20851"/>
                    <a:pt x="7829" y="20858"/>
                    <a:pt x="7809" y="20843"/>
                  </a:cubicBezTo>
                  <a:cubicBezTo>
                    <a:pt x="7768" y="20814"/>
                    <a:pt x="7781" y="20704"/>
                    <a:pt x="7750" y="20668"/>
                  </a:cubicBezTo>
                  <a:cubicBezTo>
                    <a:pt x="7730" y="20647"/>
                    <a:pt x="7673" y="20619"/>
                    <a:pt x="7644" y="20612"/>
                  </a:cubicBezTo>
                  <a:cubicBezTo>
                    <a:pt x="7589" y="20597"/>
                    <a:pt x="7470" y="20619"/>
                    <a:pt x="7414" y="20606"/>
                  </a:cubicBezTo>
                  <a:cubicBezTo>
                    <a:pt x="7374" y="20597"/>
                    <a:pt x="7306" y="20548"/>
                    <a:pt x="7267" y="20540"/>
                  </a:cubicBezTo>
                  <a:cubicBezTo>
                    <a:pt x="7219" y="20529"/>
                    <a:pt x="7114" y="20526"/>
                    <a:pt x="7067" y="20540"/>
                  </a:cubicBezTo>
                  <a:cubicBezTo>
                    <a:pt x="7023" y="20551"/>
                    <a:pt x="6960" y="20613"/>
                    <a:pt x="6920" y="20633"/>
                  </a:cubicBezTo>
                  <a:cubicBezTo>
                    <a:pt x="6870" y="20655"/>
                    <a:pt x="6768" y="20691"/>
                    <a:pt x="6714" y="20699"/>
                  </a:cubicBezTo>
                  <a:cubicBezTo>
                    <a:pt x="6644" y="20709"/>
                    <a:pt x="6498" y="20706"/>
                    <a:pt x="6431" y="20689"/>
                  </a:cubicBezTo>
                  <a:cubicBezTo>
                    <a:pt x="6391" y="20679"/>
                    <a:pt x="6324" y="20628"/>
                    <a:pt x="6284" y="20616"/>
                  </a:cubicBezTo>
                  <a:cubicBezTo>
                    <a:pt x="6219" y="20598"/>
                    <a:pt x="6080" y="20602"/>
                    <a:pt x="6012" y="20591"/>
                  </a:cubicBezTo>
                  <a:cubicBezTo>
                    <a:pt x="5955" y="20581"/>
                    <a:pt x="5825" y="20572"/>
                    <a:pt x="5783" y="20534"/>
                  </a:cubicBezTo>
                  <a:cubicBezTo>
                    <a:pt x="5750" y="20504"/>
                    <a:pt x="5745" y="20411"/>
                    <a:pt x="5737" y="20369"/>
                  </a:cubicBezTo>
                  <a:cubicBezTo>
                    <a:pt x="5723" y="20311"/>
                    <a:pt x="5719" y="20188"/>
                    <a:pt x="5695" y="20133"/>
                  </a:cubicBezTo>
                  <a:cubicBezTo>
                    <a:pt x="5678" y="20094"/>
                    <a:pt x="5621" y="20025"/>
                    <a:pt x="5589" y="19993"/>
                  </a:cubicBezTo>
                  <a:cubicBezTo>
                    <a:pt x="5552" y="19957"/>
                    <a:pt x="5456" y="19906"/>
                    <a:pt x="5418" y="19870"/>
                  </a:cubicBezTo>
                  <a:cubicBezTo>
                    <a:pt x="5379" y="19832"/>
                    <a:pt x="5308" y="19748"/>
                    <a:pt x="5287" y="19700"/>
                  </a:cubicBezTo>
                  <a:cubicBezTo>
                    <a:pt x="5276" y="19667"/>
                    <a:pt x="5297" y="19591"/>
                    <a:pt x="5278" y="19561"/>
                  </a:cubicBezTo>
                  <a:cubicBezTo>
                    <a:pt x="5254" y="19527"/>
                    <a:pt x="5163" y="19493"/>
                    <a:pt x="5123" y="19473"/>
                  </a:cubicBezTo>
                  <a:cubicBezTo>
                    <a:pt x="5080" y="19452"/>
                    <a:pt x="4991" y="19408"/>
                    <a:pt x="4942" y="19401"/>
                  </a:cubicBezTo>
                  <a:cubicBezTo>
                    <a:pt x="4889" y="19394"/>
                    <a:pt x="4781" y="19432"/>
                    <a:pt x="4729" y="19422"/>
                  </a:cubicBezTo>
                  <a:cubicBezTo>
                    <a:pt x="4675" y="19411"/>
                    <a:pt x="4571" y="19360"/>
                    <a:pt x="4541" y="19319"/>
                  </a:cubicBezTo>
                  <a:cubicBezTo>
                    <a:pt x="4518" y="19289"/>
                    <a:pt x="4529" y="19209"/>
                    <a:pt x="4517" y="19175"/>
                  </a:cubicBezTo>
                  <a:cubicBezTo>
                    <a:pt x="4505" y="19140"/>
                    <a:pt x="4478" y="19070"/>
                    <a:pt x="4447" y="19046"/>
                  </a:cubicBezTo>
                  <a:cubicBezTo>
                    <a:pt x="4432" y="19035"/>
                    <a:pt x="4395" y="19025"/>
                    <a:pt x="4377" y="19026"/>
                  </a:cubicBezTo>
                  <a:cubicBezTo>
                    <a:pt x="4324" y="19027"/>
                    <a:pt x="4227" y="19064"/>
                    <a:pt x="4188" y="19092"/>
                  </a:cubicBezTo>
                  <a:cubicBezTo>
                    <a:pt x="4161" y="19112"/>
                    <a:pt x="4141" y="19179"/>
                    <a:pt x="4111" y="19196"/>
                  </a:cubicBezTo>
                  <a:cubicBezTo>
                    <a:pt x="4075" y="19215"/>
                    <a:pt x="3980" y="19202"/>
                    <a:pt x="3941" y="19216"/>
                  </a:cubicBezTo>
                  <a:cubicBezTo>
                    <a:pt x="3913" y="19225"/>
                    <a:pt x="3866" y="19255"/>
                    <a:pt x="3846" y="19272"/>
                  </a:cubicBezTo>
                  <a:cubicBezTo>
                    <a:pt x="3818" y="19297"/>
                    <a:pt x="3786" y="19367"/>
                    <a:pt x="3751" y="19386"/>
                  </a:cubicBezTo>
                  <a:cubicBezTo>
                    <a:pt x="3713" y="19406"/>
                    <a:pt x="3618" y="19422"/>
                    <a:pt x="3576" y="19412"/>
                  </a:cubicBezTo>
                  <a:cubicBezTo>
                    <a:pt x="3544" y="19404"/>
                    <a:pt x="3503" y="19355"/>
                    <a:pt x="3475" y="19339"/>
                  </a:cubicBezTo>
                  <a:cubicBezTo>
                    <a:pt x="3437" y="19318"/>
                    <a:pt x="3355" y="19279"/>
                    <a:pt x="3311" y="19268"/>
                  </a:cubicBezTo>
                  <a:cubicBezTo>
                    <a:pt x="3279" y="19259"/>
                    <a:pt x="3208" y="19268"/>
                    <a:pt x="3181" y="19252"/>
                  </a:cubicBezTo>
                  <a:cubicBezTo>
                    <a:pt x="3148" y="19232"/>
                    <a:pt x="3135" y="19152"/>
                    <a:pt x="3105" y="19128"/>
                  </a:cubicBezTo>
                  <a:cubicBezTo>
                    <a:pt x="3078" y="19106"/>
                    <a:pt x="3006" y="19083"/>
                    <a:pt x="2969" y="19077"/>
                  </a:cubicBezTo>
                  <a:cubicBezTo>
                    <a:pt x="2931" y="19071"/>
                    <a:pt x="2845" y="19060"/>
                    <a:pt x="2816" y="19082"/>
                  </a:cubicBezTo>
                  <a:cubicBezTo>
                    <a:pt x="2778" y="19110"/>
                    <a:pt x="2801" y="19215"/>
                    <a:pt x="2776" y="19252"/>
                  </a:cubicBezTo>
                  <a:cubicBezTo>
                    <a:pt x="2750" y="19287"/>
                    <a:pt x="2661" y="19326"/>
                    <a:pt x="2626" y="19356"/>
                  </a:cubicBezTo>
                  <a:cubicBezTo>
                    <a:pt x="2622" y="19362"/>
                    <a:pt x="2615" y="19369"/>
                    <a:pt x="2607" y="19377"/>
                  </a:cubicBezTo>
                  <a:lnTo>
                    <a:pt x="0" y="4839"/>
                  </a:lnTo>
                  <a:cubicBezTo>
                    <a:pt x="355" y="4782"/>
                    <a:pt x="1630" y="4576"/>
                    <a:pt x="2098" y="4491"/>
                  </a:cubicBezTo>
                  <a:cubicBezTo>
                    <a:pt x="2787" y="4367"/>
                    <a:pt x="4158" y="4095"/>
                    <a:pt x="4844" y="3958"/>
                  </a:cubicBezTo>
                  <a:cubicBezTo>
                    <a:pt x="5184" y="3891"/>
                    <a:pt x="6055" y="3711"/>
                    <a:pt x="6415" y="3636"/>
                  </a:cubicBezTo>
                  <a:cubicBezTo>
                    <a:pt x="6398" y="3664"/>
                    <a:pt x="6370" y="3697"/>
                    <a:pt x="6367" y="3719"/>
                  </a:cubicBezTo>
                  <a:cubicBezTo>
                    <a:pt x="6365" y="3745"/>
                    <a:pt x="6378" y="3800"/>
                    <a:pt x="6398" y="3819"/>
                  </a:cubicBezTo>
                  <a:cubicBezTo>
                    <a:pt x="6445" y="3863"/>
                    <a:pt x="6588" y="3888"/>
                    <a:pt x="6655" y="3897"/>
                  </a:cubicBezTo>
                  <a:cubicBezTo>
                    <a:pt x="6696" y="3902"/>
                    <a:pt x="6781" y="3899"/>
                    <a:pt x="6822" y="3889"/>
                  </a:cubicBezTo>
                  <a:cubicBezTo>
                    <a:pt x="6854" y="3881"/>
                    <a:pt x="6907" y="3846"/>
                    <a:pt x="6937" y="3834"/>
                  </a:cubicBezTo>
                  <a:cubicBezTo>
                    <a:pt x="6969" y="3822"/>
                    <a:pt x="7035" y="3794"/>
                    <a:pt x="7069" y="3796"/>
                  </a:cubicBezTo>
                  <a:cubicBezTo>
                    <a:pt x="7135" y="3801"/>
                    <a:pt x="7246" y="3876"/>
                    <a:pt x="7304" y="3904"/>
                  </a:cubicBezTo>
                  <a:cubicBezTo>
                    <a:pt x="7374" y="3940"/>
                    <a:pt x="7504" y="4032"/>
                    <a:pt x="7582" y="4054"/>
                  </a:cubicBezTo>
                  <a:cubicBezTo>
                    <a:pt x="7632" y="4070"/>
                    <a:pt x="7741" y="4073"/>
                    <a:pt x="7794" y="4074"/>
                  </a:cubicBezTo>
                  <a:cubicBezTo>
                    <a:pt x="7843" y="4075"/>
                    <a:pt x="7938" y="4063"/>
                    <a:pt x="7988" y="4067"/>
                  </a:cubicBezTo>
                  <a:cubicBezTo>
                    <a:pt x="8060" y="4071"/>
                    <a:pt x="8207" y="4084"/>
                    <a:pt x="8271" y="4113"/>
                  </a:cubicBezTo>
                  <a:cubicBezTo>
                    <a:pt x="8333" y="4141"/>
                    <a:pt x="8415" y="4244"/>
                    <a:pt x="8470" y="4283"/>
                  </a:cubicBezTo>
                  <a:cubicBezTo>
                    <a:pt x="8539" y="4335"/>
                    <a:pt x="8687" y="4438"/>
                    <a:pt x="8768" y="4476"/>
                  </a:cubicBezTo>
                  <a:cubicBezTo>
                    <a:pt x="8838" y="4508"/>
                    <a:pt x="8984" y="4579"/>
                    <a:pt x="9061" y="4568"/>
                  </a:cubicBezTo>
                  <a:cubicBezTo>
                    <a:pt x="9140" y="4558"/>
                    <a:pt x="9272" y="4457"/>
                    <a:pt x="9317" y="4398"/>
                  </a:cubicBezTo>
                  <a:cubicBezTo>
                    <a:pt x="9337" y="4372"/>
                    <a:pt x="9362" y="4307"/>
                    <a:pt x="9357" y="4275"/>
                  </a:cubicBezTo>
                  <a:cubicBezTo>
                    <a:pt x="9353" y="4250"/>
                    <a:pt x="9302" y="4214"/>
                    <a:pt x="9295" y="4190"/>
                  </a:cubicBezTo>
                  <a:cubicBezTo>
                    <a:pt x="9286" y="4159"/>
                    <a:pt x="9282" y="4091"/>
                    <a:pt x="9299" y="4063"/>
                  </a:cubicBezTo>
                  <a:cubicBezTo>
                    <a:pt x="9317" y="4033"/>
                    <a:pt x="9385" y="3984"/>
                    <a:pt x="9423" y="3985"/>
                  </a:cubicBezTo>
                  <a:cubicBezTo>
                    <a:pt x="9473" y="3987"/>
                    <a:pt x="9550" y="4062"/>
                    <a:pt x="9582" y="4097"/>
                  </a:cubicBezTo>
                  <a:cubicBezTo>
                    <a:pt x="9611" y="4131"/>
                    <a:pt x="9623" y="4225"/>
                    <a:pt x="9662" y="4251"/>
                  </a:cubicBezTo>
                  <a:cubicBezTo>
                    <a:pt x="9688" y="4270"/>
                    <a:pt x="9760" y="4280"/>
                    <a:pt x="9794" y="4275"/>
                  </a:cubicBezTo>
                  <a:cubicBezTo>
                    <a:pt x="9835" y="4269"/>
                    <a:pt x="9895" y="4208"/>
                    <a:pt x="9935" y="4198"/>
                  </a:cubicBezTo>
                  <a:cubicBezTo>
                    <a:pt x="9965" y="4190"/>
                    <a:pt x="10033" y="4182"/>
                    <a:pt x="10059" y="4198"/>
                  </a:cubicBezTo>
                  <a:cubicBezTo>
                    <a:pt x="10091" y="4217"/>
                    <a:pt x="10098" y="4295"/>
                    <a:pt x="10116" y="4325"/>
                  </a:cubicBezTo>
                  <a:cubicBezTo>
                    <a:pt x="10135" y="4355"/>
                    <a:pt x="10177" y="4413"/>
                    <a:pt x="10204" y="4437"/>
                  </a:cubicBezTo>
                  <a:cubicBezTo>
                    <a:pt x="10265" y="4492"/>
                    <a:pt x="10414" y="4577"/>
                    <a:pt x="10488" y="4618"/>
                  </a:cubicBezTo>
                  <a:cubicBezTo>
                    <a:pt x="10551" y="4655"/>
                    <a:pt x="10684" y="4720"/>
                    <a:pt x="10751" y="4750"/>
                  </a:cubicBezTo>
                  <a:cubicBezTo>
                    <a:pt x="10845" y="4791"/>
                    <a:pt x="11032" y="4876"/>
                    <a:pt x="11132" y="4901"/>
                  </a:cubicBezTo>
                  <a:cubicBezTo>
                    <a:pt x="11180" y="4913"/>
                    <a:pt x="11285" y="4935"/>
                    <a:pt x="11335" y="4924"/>
                  </a:cubicBezTo>
                  <a:cubicBezTo>
                    <a:pt x="11386" y="4912"/>
                    <a:pt x="11466" y="4844"/>
                    <a:pt x="11503" y="4812"/>
                  </a:cubicBezTo>
                  <a:cubicBezTo>
                    <a:pt x="11549" y="4772"/>
                    <a:pt x="11613" y="4671"/>
                    <a:pt x="11662" y="4634"/>
                  </a:cubicBezTo>
                  <a:cubicBezTo>
                    <a:pt x="11709" y="4597"/>
                    <a:pt x="11821" y="4539"/>
                    <a:pt x="11883" y="4522"/>
                  </a:cubicBezTo>
                  <a:cubicBezTo>
                    <a:pt x="11964" y="4499"/>
                    <a:pt x="12144" y="4523"/>
                    <a:pt x="12222" y="4495"/>
                  </a:cubicBezTo>
                  <a:cubicBezTo>
                    <a:pt x="12273" y="4477"/>
                    <a:pt x="12351" y="4402"/>
                    <a:pt x="12395" y="4372"/>
                  </a:cubicBezTo>
                  <a:cubicBezTo>
                    <a:pt x="12468" y="4320"/>
                    <a:pt x="12614" y="4215"/>
                    <a:pt x="12691" y="4167"/>
                  </a:cubicBezTo>
                  <a:cubicBezTo>
                    <a:pt x="12760" y="4123"/>
                    <a:pt x="12900" y="4038"/>
                    <a:pt x="12973" y="4001"/>
                  </a:cubicBezTo>
                  <a:cubicBezTo>
                    <a:pt x="13082" y="3945"/>
                    <a:pt x="13300" y="3824"/>
                    <a:pt x="13424" y="3804"/>
                  </a:cubicBezTo>
                  <a:cubicBezTo>
                    <a:pt x="13467" y="3797"/>
                    <a:pt x="13557" y="3811"/>
                    <a:pt x="13600" y="3819"/>
                  </a:cubicBezTo>
                  <a:cubicBezTo>
                    <a:pt x="13654" y="3830"/>
                    <a:pt x="13753" y="3880"/>
                    <a:pt x="13808" y="3885"/>
                  </a:cubicBezTo>
                  <a:cubicBezTo>
                    <a:pt x="13882" y="3891"/>
                    <a:pt x="14034" y="3872"/>
                    <a:pt x="14104" y="3847"/>
                  </a:cubicBezTo>
                  <a:cubicBezTo>
                    <a:pt x="14148" y="3830"/>
                    <a:pt x="14212" y="3761"/>
                    <a:pt x="14258" y="3745"/>
                  </a:cubicBezTo>
                  <a:cubicBezTo>
                    <a:pt x="14317" y="3727"/>
                    <a:pt x="14447" y="3736"/>
                    <a:pt x="14509" y="3730"/>
                  </a:cubicBezTo>
                  <a:cubicBezTo>
                    <a:pt x="14558" y="3726"/>
                    <a:pt x="14661" y="3727"/>
                    <a:pt x="14705" y="3707"/>
                  </a:cubicBezTo>
                  <a:cubicBezTo>
                    <a:pt x="14733" y="3694"/>
                    <a:pt x="14771" y="3644"/>
                    <a:pt x="14792" y="3623"/>
                  </a:cubicBezTo>
                  <a:cubicBezTo>
                    <a:pt x="14825" y="3588"/>
                    <a:pt x="14884" y="3515"/>
                    <a:pt x="14921" y="3483"/>
                  </a:cubicBezTo>
                  <a:cubicBezTo>
                    <a:pt x="14959" y="3449"/>
                    <a:pt x="15048" y="3389"/>
                    <a:pt x="15093" y="3359"/>
                  </a:cubicBezTo>
                  <a:cubicBezTo>
                    <a:pt x="15136" y="3331"/>
                    <a:pt x="15237" y="3289"/>
                    <a:pt x="15269" y="3251"/>
                  </a:cubicBezTo>
                  <a:cubicBezTo>
                    <a:pt x="15300" y="3213"/>
                    <a:pt x="15302" y="3110"/>
                    <a:pt x="15331" y="3070"/>
                  </a:cubicBezTo>
                  <a:cubicBezTo>
                    <a:pt x="15364" y="3023"/>
                    <a:pt x="15472" y="2959"/>
                    <a:pt x="15516" y="2919"/>
                  </a:cubicBezTo>
                  <a:cubicBezTo>
                    <a:pt x="15558" y="2880"/>
                    <a:pt x="15649" y="2801"/>
                    <a:pt x="15680" y="2754"/>
                  </a:cubicBezTo>
                  <a:cubicBezTo>
                    <a:pt x="15711" y="2706"/>
                    <a:pt x="15730" y="2593"/>
                    <a:pt x="15758" y="2545"/>
                  </a:cubicBezTo>
                  <a:cubicBezTo>
                    <a:pt x="15798" y="2480"/>
                    <a:pt x="15910" y="2369"/>
                    <a:pt x="15963" y="2313"/>
                  </a:cubicBezTo>
                  <a:cubicBezTo>
                    <a:pt x="16018" y="2253"/>
                    <a:pt x="16133" y="2135"/>
                    <a:pt x="16196" y="2081"/>
                  </a:cubicBezTo>
                  <a:cubicBezTo>
                    <a:pt x="16247" y="2038"/>
                    <a:pt x="16357" y="1961"/>
                    <a:pt x="16412" y="1923"/>
                  </a:cubicBezTo>
                  <a:cubicBezTo>
                    <a:pt x="16454" y="1894"/>
                    <a:pt x="16542" y="1837"/>
                    <a:pt x="16590" y="1815"/>
                  </a:cubicBezTo>
                  <a:cubicBezTo>
                    <a:pt x="16629" y="1797"/>
                    <a:pt x="16720" y="1781"/>
                    <a:pt x="16757" y="1761"/>
                  </a:cubicBezTo>
                  <a:cubicBezTo>
                    <a:pt x="16823" y="1726"/>
                    <a:pt x="16928" y="1629"/>
                    <a:pt x="16983" y="1583"/>
                  </a:cubicBezTo>
                  <a:cubicBezTo>
                    <a:pt x="17024" y="1549"/>
                    <a:pt x="17098" y="1473"/>
                    <a:pt x="17141" y="1440"/>
                  </a:cubicBezTo>
                  <a:cubicBezTo>
                    <a:pt x="17227" y="1376"/>
                    <a:pt x="17413" y="1270"/>
                    <a:pt x="17503" y="1212"/>
                  </a:cubicBezTo>
                  <a:cubicBezTo>
                    <a:pt x="17560" y="1176"/>
                    <a:pt x="17664" y="1090"/>
                    <a:pt x="17728" y="1066"/>
                  </a:cubicBezTo>
                  <a:cubicBezTo>
                    <a:pt x="17796" y="1040"/>
                    <a:pt x="17950" y="1040"/>
                    <a:pt x="18020" y="1020"/>
                  </a:cubicBezTo>
                  <a:cubicBezTo>
                    <a:pt x="18104" y="994"/>
                    <a:pt x="18268" y="926"/>
                    <a:pt x="18338" y="876"/>
                  </a:cubicBezTo>
                  <a:cubicBezTo>
                    <a:pt x="18389" y="840"/>
                    <a:pt x="18455" y="737"/>
                    <a:pt x="18503" y="696"/>
                  </a:cubicBezTo>
                  <a:cubicBezTo>
                    <a:pt x="18534" y="669"/>
                    <a:pt x="18599" y="615"/>
                    <a:pt x="18641" y="604"/>
                  </a:cubicBezTo>
                  <a:cubicBezTo>
                    <a:pt x="18679" y="593"/>
                    <a:pt x="18759" y="623"/>
                    <a:pt x="18797" y="614"/>
                  </a:cubicBezTo>
                  <a:cubicBezTo>
                    <a:pt x="18872" y="596"/>
                    <a:pt x="18989" y="497"/>
                    <a:pt x="19053" y="459"/>
                  </a:cubicBezTo>
                  <a:cubicBezTo>
                    <a:pt x="19163" y="396"/>
                    <a:pt x="19389" y="279"/>
                    <a:pt x="19495" y="212"/>
                  </a:cubicBezTo>
                  <a:cubicBezTo>
                    <a:pt x="19577" y="161"/>
                    <a:pt x="19690" y="83"/>
                    <a:pt x="19806" y="0"/>
                  </a:cubicBezTo>
                  <a:lnTo>
                    <a:pt x="21580" y="7478"/>
                  </a:lnTo>
                  <a:cubicBezTo>
                    <a:pt x="21550" y="7483"/>
                    <a:pt x="21521" y="7488"/>
                    <a:pt x="21504" y="7492"/>
                  </a:cubicBezTo>
                  <a:cubicBezTo>
                    <a:pt x="21475" y="7499"/>
                    <a:pt x="21414" y="7505"/>
                    <a:pt x="21393" y="7523"/>
                  </a:cubicBezTo>
                  <a:cubicBezTo>
                    <a:pt x="21377" y="7537"/>
                    <a:pt x="21382" y="7589"/>
                    <a:pt x="21362" y="7600"/>
                  </a:cubicBezTo>
                  <a:cubicBezTo>
                    <a:pt x="21340" y="7614"/>
                    <a:pt x="21280" y="7597"/>
                    <a:pt x="21252" y="7600"/>
                  </a:cubicBezTo>
                  <a:cubicBezTo>
                    <a:pt x="21210" y="7605"/>
                    <a:pt x="21119" y="7613"/>
                    <a:pt x="21089" y="7639"/>
                  </a:cubicBezTo>
                  <a:cubicBezTo>
                    <a:pt x="21062" y="7661"/>
                    <a:pt x="21067" y="7736"/>
                    <a:pt x="21044" y="7762"/>
                  </a:cubicBezTo>
                  <a:cubicBezTo>
                    <a:pt x="21025" y="7787"/>
                    <a:pt x="20948" y="7805"/>
                    <a:pt x="20934" y="7832"/>
                  </a:cubicBezTo>
                  <a:cubicBezTo>
                    <a:pt x="20920" y="7859"/>
                    <a:pt x="20930" y="7920"/>
                    <a:pt x="20943" y="7947"/>
                  </a:cubicBezTo>
                  <a:cubicBezTo>
                    <a:pt x="20957" y="7977"/>
                    <a:pt x="21009" y="8023"/>
                    <a:pt x="21036" y="8044"/>
                  </a:cubicBezTo>
                  <a:cubicBezTo>
                    <a:pt x="21064" y="8067"/>
                    <a:pt x="21139" y="8092"/>
                    <a:pt x="21163" y="8117"/>
                  </a:cubicBezTo>
                  <a:cubicBezTo>
                    <a:pt x="21203" y="8158"/>
                    <a:pt x="21221" y="8271"/>
                    <a:pt x="21261" y="8311"/>
                  </a:cubicBezTo>
                  <a:cubicBezTo>
                    <a:pt x="21288" y="8338"/>
                    <a:pt x="21380" y="8354"/>
                    <a:pt x="21402" y="8384"/>
                  </a:cubicBezTo>
                  <a:cubicBezTo>
                    <a:pt x="21451" y="8453"/>
                    <a:pt x="21434" y="8624"/>
                    <a:pt x="21428" y="8704"/>
                  </a:cubicBezTo>
                  <a:cubicBezTo>
                    <a:pt x="21425" y="8763"/>
                    <a:pt x="21363" y="8877"/>
                    <a:pt x="21380" y="8933"/>
                  </a:cubicBezTo>
                  <a:cubicBezTo>
                    <a:pt x="21392" y="8972"/>
                    <a:pt x="21483" y="9019"/>
                    <a:pt x="21499" y="9056"/>
                  </a:cubicBezTo>
                  <a:cubicBezTo>
                    <a:pt x="21516" y="9094"/>
                    <a:pt x="21491" y="9180"/>
                    <a:pt x="21504" y="9219"/>
                  </a:cubicBezTo>
                  <a:cubicBezTo>
                    <a:pt x="21516" y="9254"/>
                    <a:pt x="21585" y="9309"/>
                    <a:pt x="21592" y="9346"/>
                  </a:cubicBezTo>
                  <a:cubicBezTo>
                    <a:pt x="21600" y="9385"/>
                    <a:pt x="21561" y="9461"/>
                    <a:pt x="21557" y="9501"/>
                  </a:cubicBezTo>
                  <a:cubicBezTo>
                    <a:pt x="21551" y="9543"/>
                    <a:pt x="21578" y="9632"/>
                    <a:pt x="21557" y="9671"/>
                  </a:cubicBezTo>
                  <a:cubicBezTo>
                    <a:pt x="21546" y="9691"/>
                    <a:pt x="21492" y="9709"/>
                    <a:pt x="21477" y="9728"/>
                  </a:cubicBezTo>
                  <a:cubicBezTo>
                    <a:pt x="21451" y="9763"/>
                    <a:pt x="21426" y="9845"/>
                    <a:pt x="21420" y="9887"/>
                  </a:cubicBezTo>
                  <a:cubicBezTo>
                    <a:pt x="21412" y="9934"/>
                    <a:pt x="21441" y="10033"/>
                    <a:pt x="21428" y="10079"/>
                  </a:cubicBezTo>
                  <a:cubicBezTo>
                    <a:pt x="21417" y="10129"/>
                    <a:pt x="21337" y="10212"/>
                    <a:pt x="21322" y="10261"/>
                  </a:cubicBezTo>
                  <a:cubicBezTo>
                    <a:pt x="21308" y="10310"/>
                    <a:pt x="21302" y="10412"/>
                    <a:pt x="21308" y="10462"/>
                  </a:cubicBezTo>
                  <a:cubicBezTo>
                    <a:pt x="21314" y="10511"/>
                    <a:pt x="21386" y="10608"/>
                    <a:pt x="21367" y="10655"/>
                  </a:cubicBezTo>
                  <a:cubicBezTo>
                    <a:pt x="21352" y="10693"/>
                    <a:pt x="21235" y="10710"/>
                    <a:pt x="21220" y="10748"/>
                  </a:cubicBezTo>
                  <a:cubicBezTo>
                    <a:pt x="21188" y="10826"/>
                    <a:pt x="21299" y="10986"/>
                    <a:pt x="21320" y="11067"/>
                  </a:cubicBezTo>
                  <a:cubicBezTo>
                    <a:pt x="21331" y="11112"/>
                    <a:pt x="21362" y="11204"/>
                    <a:pt x="21358" y="11250"/>
                  </a:cubicBezTo>
                  <a:cubicBezTo>
                    <a:pt x="21355" y="11292"/>
                    <a:pt x="21297" y="11369"/>
                    <a:pt x="21299" y="11412"/>
                  </a:cubicBezTo>
                  <a:cubicBezTo>
                    <a:pt x="21301" y="11469"/>
                    <a:pt x="21396" y="11568"/>
                    <a:pt x="21393" y="11626"/>
                  </a:cubicBezTo>
                  <a:cubicBezTo>
                    <a:pt x="21392" y="11649"/>
                    <a:pt x="21369" y="11696"/>
                    <a:pt x="21346" y="11708"/>
                  </a:cubicBezTo>
                  <a:cubicBezTo>
                    <a:pt x="21304" y="11731"/>
                    <a:pt x="21186" y="11679"/>
                    <a:pt x="21146" y="11706"/>
                  </a:cubicBezTo>
                  <a:cubicBezTo>
                    <a:pt x="21122" y="11721"/>
                    <a:pt x="21108" y="11781"/>
                    <a:pt x="21117" y="11806"/>
                  </a:cubicBezTo>
                  <a:cubicBezTo>
                    <a:pt x="21129" y="11838"/>
                    <a:pt x="21219" y="11860"/>
                    <a:pt x="21235" y="11891"/>
                  </a:cubicBezTo>
                  <a:cubicBezTo>
                    <a:pt x="21252" y="11923"/>
                    <a:pt x="21242" y="11999"/>
                    <a:pt x="21228" y="12033"/>
                  </a:cubicBezTo>
                  <a:cubicBezTo>
                    <a:pt x="21216" y="12064"/>
                    <a:pt x="21143" y="12108"/>
                    <a:pt x="21137" y="12140"/>
                  </a:cubicBezTo>
                  <a:cubicBezTo>
                    <a:pt x="21127" y="12205"/>
                    <a:pt x="21257" y="12319"/>
                    <a:pt x="21243" y="12383"/>
                  </a:cubicBezTo>
                  <a:cubicBezTo>
                    <a:pt x="21231" y="12439"/>
                    <a:pt x="21091" y="12497"/>
                    <a:pt x="21067" y="12550"/>
                  </a:cubicBezTo>
                  <a:cubicBezTo>
                    <a:pt x="21050" y="12586"/>
                    <a:pt x="21043" y="12670"/>
                    <a:pt x="21064" y="12704"/>
                  </a:cubicBezTo>
                  <a:cubicBezTo>
                    <a:pt x="21088" y="12744"/>
                    <a:pt x="21202" y="12767"/>
                    <a:pt x="21232" y="12803"/>
                  </a:cubicBezTo>
                  <a:cubicBezTo>
                    <a:pt x="21266" y="12844"/>
                    <a:pt x="21312" y="12954"/>
                    <a:pt x="21293" y="13003"/>
                  </a:cubicBezTo>
                  <a:cubicBezTo>
                    <a:pt x="21279" y="13041"/>
                    <a:pt x="21163" y="13064"/>
                    <a:pt x="21149" y="13101"/>
                  </a:cubicBezTo>
                  <a:cubicBezTo>
                    <a:pt x="21130" y="13150"/>
                    <a:pt x="21211" y="13250"/>
                    <a:pt x="21208" y="13302"/>
                  </a:cubicBezTo>
                  <a:cubicBezTo>
                    <a:pt x="21206" y="13339"/>
                    <a:pt x="21180" y="13417"/>
                    <a:pt x="21149" y="13443"/>
                  </a:cubicBezTo>
                  <a:cubicBezTo>
                    <a:pt x="21112" y="13475"/>
                    <a:pt x="20995" y="13475"/>
                    <a:pt x="20951" y="13500"/>
                  </a:cubicBezTo>
                  <a:cubicBezTo>
                    <a:pt x="20889" y="13538"/>
                    <a:pt x="20809" y="13654"/>
                    <a:pt x="20764" y="13706"/>
                  </a:cubicBezTo>
                  <a:cubicBezTo>
                    <a:pt x="20698" y="13780"/>
                    <a:pt x="20574" y="13930"/>
                    <a:pt x="20516" y="14008"/>
                  </a:cubicBezTo>
                  <a:cubicBezTo>
                    <a:pt x="20478" y="14058"/>
                    <a:pt x="20398" y="14158"/>
                    <a:pt x="20369" y="14213"/>
                  </a:cubicBezTo>
                  <a:cubicBezTo>
                    <a:pt x="20336" y="14277"/>
                    <a:pt x="20309" y="14419"/>
                    <a:pt x="20272" y="14481"/>
                  </a:cubicBezTo>
                  <a:cubicBezTo>
                    <a:pt x="20245" y="14527"/>
                    <a:pt x="20176" y="14614"/>
                    <a:pt x="20128" y="14643"/>
                  </a:cubicBezTo>
                  <a:cubicBezTo>
                    <a:pt x="20094" y="14664"/>
                    <a:pt x="20004" y="14665"/>
                    <a:pt x="19974" y="14689"/>
                  </a:cubicBezTo>
                  <a:cubicBezTo>
                    <a:pt x="19934" y="14724"/>
                    <a:pt x="19916" y="14828"/>
                    <a:pt x="19896" y="14872"/>
                  </a:cubicBezTo>
                  <a:cubicBezTo>
                    <a:pt x="19878" y="14907"/>
                    <a:pt x="19862" y="14988"/>
                    <a:pt x="19827" y="15009"/>
                  </a:cubicBezTo>
                  <a:cubicBezTo>
                    <a:pt x="19783" y="15036"/>
                    <a:pt x="19660" y="15002"/>
                    <a:pt x="19610" y="15019"/>
                  </a:cubicBezTo>
                  <a:cubicBezTo>
                    <a:pt x="19553" y="15039"/>
                    <a:pt x="19460" y="15118"/>
                    <a:pt x="19421" y="15161"/>
                  </a:cubicBezTo>
                  <a:cubicBezTo>
                    <a:pt x="19384" y="15202"/>
                    <a:pt x="19351" y="15309"/>
                    <a:pt x="19309" y="15346"/>
                  </a:cubicBezTo>
                  <a:cubicBezTo>
                    <a:pt x="19275" y="15376"/>
                    <a:pt x="19187" y="15428"/>
                    <a:pt x="19139" y="15426"/>
                  </a:cubicBezTo>
                  <a:cubicBezTo>
                    <a:pt x="19088" y="15424"/>
                    <a:pt x="18999" y="15365"/>
                    <a:pt x="18971" y="15329"/>
                  </a:cubicBezTo>
                  <a:cubicBezTo>
                    <a:pt x="18940" y="15287"/>
                    <a:pt x="18960" y="15175"/>
                    <a:pt x="18926" y="15135"/>
                  </a:cubicBezTo>
                  <a:cubicBezTo>
                    <a:pt x="18906" y="15109"/>
                    <a:pt x="18836" y="15081"/>
                    <a:pt x="18799" y="15073"/>
                  </a:cubicBezTo>
                  <a:cubicBezTo>
                    <a:pt x="18760" y="15065"/>
                    <a:pt x="18667" y="15054"/>
                    <a:pt x="18635" y="15076"/>
                  </a:cubicBezTo>
                  <a:cubicBezTo>
                    <a:pt x="18600" y="15099"/>
                    <a:pt x="18611" y="15189"/>
                    <a:pt x="18591" y="15223"/>
                  </a:cubicBezTo>
                  <a:cubicBezTo>
                    <a:pt x="18564" y="15268"/>
                    <a:pt x="18476" y="15341"/>
                    <a:pt x="18438" y="15380"/>
                  </a:cubicBezTo>
                  <a:cubicBezTo>
                    <a:pt x="18415" y="15402"/>
                    <a:pt x="18363" y="15443"/>
                    <a:pt x="18344" y="15467"/>
                  </a:cubicBezTo>
                  <a:cubicBezTo>
                    <a:pt x="18312" y="15508"/>
                    <a:pt x="18257" y="15599"/>
                    <a:pt x="18247" y="15647"/>
                  </a:cubicBezTo>
                  <a:cubicBezTo>
                    <a:pt x="18235" y="15704"/>
                    <a:pt x="18286" y="15821"/>
                    <a:pt x="18270" y="15877"/>
                  </a:cubicBezTo>
                  <a:cubicBezTo>
                    <a:pt x="18262" y="15909"/>
                    <a:pt x="18217" y="15967"/>
                    <a:pt x="18188" y="15987"/>
                  </a:cubicBezTo>
                  <a:cubicBezTo>
                    <a:pt x="18151" y="16012"/>
                    <a:pt x="18059" y="16033"/>
                    <a:pt x="18014" y="16039"/>
                  </a:cubicBezTo>
                  <a:cubicBezTo>
                    <a:pt x="17960" y="16045"/>
                    <a:pt x="17845" y="16008"/>
                    <a:pt x="17796" y="16029"/>
                  </a:cubicBezTo>
                  <a:cubicBezTo>
                    <a:pt x="17758" y="16045"/>
                    <a:pt x="17708" y="16116"/>
                    <a:pt x="17700" y="16152"/>
                  </a:cubicBezTo>
                  <a:cubicBezTo>
                    <a:pt x="17689" y="16193"/>
                    <a:pt x="17733" y="16275"/>
                    <a:pt x="17734" y="16317"/>
                  </a:cubicBezTo>
                  <a:cubicBezTo>
                    <a:pt x="17735" y="16342"/>
                    <a:pt x="17737" y="16396"/>
                    <a:pt x="17723" y="16417"/>
                  </a:cubicBezTo>
                  <a:cubicBezTo>
                    <a:pt x="17697" y="16456"/>
                    <a:pt x="17583" y="16484"/>
                    <a:pt x="17558" y="16523"/>
                  </a:cubicBezTo>
                  <a:cubicBezTo>
                    <a:pt x="17530" y="16568"/>
                    <a:pt x="17520" y="16679"/>
                    <a:pt x="17540" y="16726"/>
                  </a:cubicBezTo>
                  <a:cubicBezTo>
                    <a:pt x="17557" y="16768"/>
                    <a:pt x="17665" y="16811"/>
                    <a:pt x="17682" y="16852"/>
                  </a:cubicBezTo>
                  <a:cubicBezTo>
                    <a:pt x="17702" y="16903"/>
                    <a:pt x="17675" y="17013"/>
                    <a:pt x="17658" y="17064"/>
                  </a:cubicBezTo>
                  <a:cubicBezTo>
                    <a:pt x="17646" y="17094"/>
                    <a:pt x="17616" y="17160"/>
                    <a:pt x="17585" y="17177"/>
                  </a:cubicBezTo>
                  <a:cubicBezTo>
                    <a:pt x="17555" y="17193"/>
                    <a:pt x="17475" y="17175"/>
                    <a:pt x="17443" y="17187"/>
                  </a:cubicBezTo>
                  <a:cubicBezTo>
                    <a:pt x="17410" y="17200"/>
                    <a:pt x="17347" y="17244"/>
                    <a:pt x="17337" y="17274"/>
                  </a:cubicBezTo>
                  <a:cubicBezTo>
                    <a:pt x="17327" y="17307"/>
                    <a:pt x="17357" y="17377"/>
                    <a:pt x="17381" y="17403"/>
                  </a:cubicBezTo>
                  <a:cubicBezTo>
                    <a:pt x="17407" y="17431"/>
                    <a:pt x="17494" y="17447"/>
                    <a:pt x="17525" y="17470"/>
                  </a:cubicBezTo>
                  <a:cubicBezTo>
                    <a:pt x="17554" y="17492"/>
                    <a:pt x="17598" y="17549"/>
                    <a:pt x="17612" y="17580"/>
                  </a:cubicBezTo>
                  <a:cubicBezTo>
                    <a:pt x="17634" y="17631"/>
                    <a:pt x="17611" y="17749"/>
                    <a:pt x="17642" y="17796"/>
                  </a:cubicBezTo>
                  <a:cubicBezTo>
                    <a:pt x="17668" y="17833"/>
                    <a:pt x="17782" y="17861"/>
                    <a:pt x="17801" y="17900"/>
                  </a:cubicBezTo>
                  <a:cubicBezTo>
                    <a:pt x="17817" y="17932"/>
                    <a:pt x="17813" y="18014"/>
                    <a:pt x="17785" y="18038"/>
                  </a:cubicBezTo>
                  <a:cubicBezTo>
                    <a:pt x="17756" y="18063"/>
                    <a:pt x="17663" y="18059"/>
                    <a:pt x="17624" y="18052"/>
                  </a:cubicBezTo>
                  <a:cubicBezTo>
                    <a:pt x="17579" y="18044"/>
                    <a:pt x="17508" y="17965"/>
                    <a:pt x="17463" y="17973"/>
                  </a:cubicBezTo>
                  <a:cubicBezTo>
                    <a:pt x="17422" y="17982"/>
                    <a:pt x="17381" y="18058"/>
                    <a:pt x="17365" y="18092"/>
                  </a:cubicBezTo>
                  <a:cubicBezTo>
                    <a:pt x="17343" y="18140"/>
                    <a:pt x="17361" y="18251"/>
                    <a:pt x="17337" y="18298"/>
                  </a:cubicBezTo>
                  <a:cubicBezTo>
                    <a:pt x="17316" y="18339"/>
                    <a:pt x="17245" y="18415"/>
                    <a:pt x="17199" y="18434"/>
                  </a:cubicBezTo>
                  <a:cubicBezTo>
                    <a:pt x="17168" y="18448"/>
                    <a:pt x="17089" y="18459"/>
                    <a:pt x="17063" y="18440"/>
                  </a:cubicBezTo>
                  <a:cubicBezTo>
                    <a:pt x="17019" y="18407"/>
                    <a:pt x="17035" y="18289"/>
                    <a:pt x="17036" y="18239"/>
                  </a:cubicBezTo>
                  <a:cubicBezTo>
                    <a:pt x="17038" y="18209"/>
                    <a:pt x="17068" y="18150"/>
                    <a:pt x="17061" y="18121"/>
                  </a:cubicBezTo>
                  <a:cubicBezTo>
                    <a:pt x="17054" y="18096"/>
                    <a:pt x="17002" y="18064"/>
                    <a:pt x="16991" y="18041"/>
                  </a:cubicBezTo>
                  <a:cubicBezTo>
                    <a:pt x="16978" y="18013"/>
                    <a:pt x="16986" y="17949"/>
                    <a:pt x="16969" y="17923"/>
                  </a:cubicBezTo>
                  <a:cubicBezTo>
                    <a:pt x="16941" y="17881"/>
                    <a:pt x="16849" y="17807"/>
                    <a:pt x="16792" y="17800"/>
                  </a:cubicBezTo>
                  <a:cubicBezTo>
                    <a:pt x="16758" y="17796"/>
                    <a:pt x="16698" y="17846"/>
                    <a:pt x="16663" y="17846"/>
                  </a:cubicBezTo>
                  <a:cubicBezTo>
                    <a:pt x="16631" y="17846"/>
                    <a:pt x="16564" y="17832"/>
                    <a:pt x="16545" y="17810"/>
                  </a:cubicBezTo>
                  <a:cubicBezTo>
                    <a:pt x="16526" y="17789"/>
                    <a:pt x="16555" y="17721"/>
                    <a:pt x="16534" y="17702"/>
                  </a:cubicBezTo>
                  <a:cubicBezTo>
                    <a:pt x="16504" y="17677"/>
                    <a:pt x="16412" y="17682"/>
                    <a:pt x="16374" y="17691"/>
                  </a:cubicBezTo>
                  <a:cubicBezTo>
                    <a:pt x="16343" y="17700"/>
                    <a:pt x="16287" y="17740"/>
                    <a:pt x="16269" y="17764"/>
                  </a:cubicBezTo>
                  <a:cubicBezTo>
                    <a:pt x="16243" y="17797"/>
                    <a:pt x="16248" y="17886"/>
                    <a:pt x="16222" y="17918"/>
                  </a:cubicBezTo>
                  <a:cubicBezTo>
                    <a:pt x="16199" y="17946"/>
                    <a:pt x="16111" y="17965"/>
                    <a:pt x="16092" y="17995"/>
                  </a:cubicBezTo>
                  <a:cubicBezTo>
                    <a:pt x="16072" y="18026"/>
                    <a:pt x="16092" y="18100"/>
                    <a:pt x="16086" y="18135"/>
                  </a:cubicBezTo>
                  <a:cubicBezTo>
                    <a:pt x="16076" y="18190"/>
                    <a:pt x="16038" y="18298"/>
                    <a:pt x="16015" y="18351"/>
                  </a:cubicBezTo>
                  <a:cubicBezTo>
                    <a:pt x="16002" y="18383"/>
                    <a:pt x="15960" y="18442"/>
                    <a:pt x="15951" y="18474"/>
                  </a:cubicBezTo>
                  <a:cubicBezTo>
                    <a:pt x="15939" y="18512"/>
                    <a:pt x="15932" y="18591"/>
                    <a:pt x="15939" y="18628"/>
                  </a:cubicBezTo>
                  <a:cubicBezTo>
                    <a:pt x="15946" y="18675"/>
                    <a:pt x="16017" y="18758"/>
                    <a:pt x="16010" y="18804"/>
                  </a:cubicBezTo>
                  <a:cubicBezTo>
                    <a:pt x="16003" y="18847"/>
                    <a:pt x="15930" y="18915"/>
                    <a:pt x="15898" y="18948"/>
                  </a:cubicBezTo>
                  <a:cubicBezTo>
                    <a:pt x="15854" y="18992"/>
                    <a:pt x="15731" y="19055"/>
                    <a:pt x="15703" y="19108"/>
                  </a:cubicBezTo>
                  <a:cubicBezTo>
                    <a:pt x="15689" y="19136"/>
                    <a:pt x="15682" y="19204"/>
                    <a:pt x="15698" y="19231"/>
                  </a:cubicBezTo>
                  <a:cubicBezTo>
                    <a:pt x="15716" y="19264"/>
                    <a:pt x="15804" y="19289"/>
                    <a:pt x="15833" y="19314"/>
                  </a:cubicBezTo>
                  <a:cubicBezTo>
                    <a:pt x="15863" y="19341"/>
                    <a:pt x="15914" y="19403"/>
                    <a:pt x="15933" y="19438"/>
                  </a:cubicBezTo>
                  <a:cubicBezTo>
                    <a:pt x="15960" y="19487"/>
                    <a:pt x="15994" y="19594"/>
                    <a:pt x="16004" y="19648"/>
                  </a:cubicBezTo>
                  <a:cubicBezTo>
                    <a:pt x="16012" y="19696"/>
                    <a:pt x="15990" y="19794"/>
                    <a:pt x="16010" y="19839"/>
                  </a:cubicBezTo>
                  <a:cubicBezTo>
                    <a:pt x="16025" y="19876"/>
                    <a:pt x="16114" y="19920"/>
                    <a:pt x="16127" y="19957"/>
                  </a:cubicBezTo>
                  <a:cubicBezTo>
                    <a:pt x="16148" y="20013"/>
                    <a:pt x="16132" y="20140"/>
                    <a:pt x="16098" y="20189"/>
                  </a:cubicBezTo>
                  <a:cubicBezTo>
                    <a:pt x="16082" y="20213"/>
                    <a:pt x="16023" y="20245"/>
                    <a:pt x="15992" y="20251"/>
                  </a:cubicBezTo>
                  <a:cubicBezTo>
                    <a:pt x="15935" y="20264"/>
                    <a:pt x="15814" y="20220"/>
                    <a:pt x="15757" y="20230"/>
                  </a:cubicBezTo>
                  <a:cubicBezTo>
                    <a:pt x="15716" y="20237"/>
                    <a:pt x="15634" y="20269"/>
                    <a:pt x="15609" y="20297"/>
                  </a:cubicBezTo>
                  <a:cubicBezTo>
                    <a:pt x="15574" y="20336"/>
                    <a:pt x="15548" y="20438"/>
                    <a:pt x="15551" y="20488"/>
                  </a:cubicBezTo>
                  <a:cubicBezTo>
                    <a:pt x="15552" y="20552"/>
                    <a:pt x="15633" y="20667"/>
                    <a:pt x="15644" y="20730"/>
                  </a:cubicBezTo>
                  <a:cubicBezTo>
                    <a:pt x="15653" y="20777"/>
                    <a:pt x="15650" y="20873"/>
                    <a:pt x="15644" y="20921"/>
                  </a:cubicBezTo>
                  <a:cubicBezTo>
                    <a:pt x="15638" y="20972"/>
                    <a:pt x="15626" y="21080"/>
                    <a:pt x="15596" y="21126"/>
                  </a:cubicBezTo>
                  <a:cubicBezTo>
                    <a:pt x="15572" y="21167"/>
                    <a:pt x="15493" y="21237"/>
                    <a:pt x="15445" y="21255"/>
                  </a:cubicBezTo>
                  <a:cubicBezTo>
                    <a:pt x="15388" y="21278"/>
                    <a:pt x="15253" y="21253"/>
                    <a:pt x="15197" y="21276"/>
                  </a:cubicBezTo>
                  <a:cubicBezTo>
                    <a:pt x="15163" y="21290"/>
                    <a:pt x="15124" y="21353"/>
                    <a:pt x="15091" y="21368"/>
                  </a:cubicBezTo>
                  <a:cubicBezTo>
                    <a:pt x="15043" y="21390"/>
                    <a:pt x="14929" y="21382"/>
                    <a:pt x="14879" y="21399"/>
                  </a:cubicBezTo>
                  <a:cubicBezTo>
                    <a:pt x="14821" y="21419"/>
                    <a:pt x="14728" y="21496"/>
                    <a:pt x="14673" y="21523"/>
                  </a:cubicBezTo>
                  <a:cubicBezTo>
                    <a:pt x="14630" y="21544"/>
                    <a:pt x="14544" y="21590"/>
                    <a:pt x="14496" y="21595"/>
                  </a:cubicBezTo>
                  <a:cubicBezTo>
                    <a:pt x="14455" y="21600"/>
                    <a:pt x="14370" y="21590"/>
                    <a:pt x="14330" y="2157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55" name="Shape 4737"/>
            <p:cNvSpPr/>
            <p:nvPr/>
          </p:nvSpPr>
          <p:spPr>
            <a:xfrm>
              <a:off x="7662908" y="1955997"/>
              <a:ext cx="868735" cy="993347"/>
            </a:xfrm>
            <a:custGeom>
              <a:avLst/>
              <a:gdLst/>
              <a:ahLst/>
              <a:cxnLst>
                <a:cxn ang="0">
                  <a:pos x="wd2" y="hd2"/>
                </a:cxn>
                <a:cxn ang="5400000">
                  <a:pos x="wd2" y="hd2"/>
                </a:cxn>
                <a:cxn ang="10800000">
                  <a:pos x="wd2" y="hd2"/>
                </a:cxn>
                <a:cxn ang="16200000">
                  <a:pos x="wd2" y="hd2"/>
                </a:cxn>
              </a:cxnLst>
              <a:rect l="0" t="0" r="r" b="b"/>
              <a:pathLst>
                <a:path w="21593" h="21596" extrusionOk="0">
                  <a:moveTo>
                    <a:pt x="14330" y="21570"/>
                  </a:moveTo>
                  <a:cubicBezTo>
                    <a:pt x="14326" y="21568"/>
                    <a:pt x="14322" y="21565"/>
                    <a:pt x="14320" y="21564"/>
                  </a:cubicBezTo>
                  <a:cubicBezTo>
                    <a:pt x="14264" y="21528"/>
                    <a:pt x="14216" y="21404"/>
                    <a:pt x="14190" y="21347"/>
                  </a:cubicBezTo>
                  <a:cubicBezTo>
                    <a:pt x="14175" y="21316"/>
                    <a:pt x="14174" y="21241"/>
                    <a:pt x="14149" y="21214"/>
                  </a:cubicBezTo>
                  <a:cubicBezTo>
                    <a:pt x="14111" y="21172"/>
                    <a:pt x="13986" y="21140"/>
                    <a:pt x="13931" y="21116"/>
                  </a:cubicBezTo>
                  <a:cubicBezTo>
                    <a:pt x="13876" y="21092"/>
                    <a:pt x="13757" y="21053"/>
                    <a:pt x="13708" y="21018"/>
                  </a:cubicBezTo>
                  <a:cubicBezTo>
                    <a:pt x="13669" y="20991"/>
                    <a:pt x="13626" y="20906"/>
                    <a:pt x="13584" y="20884"/>
                  </a:cubicBezTo>
                  <a:cubicBezTo>
                    <a:pt x="13533" y="20857"/>
                    <a:pt x="13407" y="20842"/>
                    <a:pt x="13349" y="20848"/>
                  </a:cubicBezTo>
                  <a:cubicBezTo>
                    <a:pt x="13286" y="20855"/>
                    <a:pt x="13181" y="20941"/>
                    <a:pt x="13119" y="20936"/>
                  </a:cubicBezTo>
                  <a:cubicBezTo>
                    <a:pt x="13036" y="20929"/>
                    <a:pt x="12895" y="20827"/>
                    <a:pt x="12842" y="20771"/>
                  </a:cubicBezTo>
                  <a:cubicBezTo>
                    <a:pt x="12801" y="20728"/>
                    <a:pt x="12757" y="20619"/>
                    <a:pt x="12742" y="20565"/>
                  </a:cubicBezTo>
                  <a:cubicBezTo>
                    <a:pt x="12732" y="20526"/>
                    <a:pt x="12750" y="20442"/>
                    <a:pt x="12730" y="20406"/>
                  </a:cubicBezTo>
                  <a:cubicBezTo>
                    <a:pt x="12712" y="20371"/>
                    <a:pt x="12614" y="20339"/>
                    <a:pt x="12601" y="20303"/>
                  </a:cubicBezTo>
                  <a:cubicBezTo>
                    <a:pt x="12586" y="20265"/>
                    <a:pt x="12632" y="20187"/>
                    <a:pt x="12636" y="20148"/>
                  </a:cubicBezTo>
                  <a:cubicBezTo>
                    <a:pt x="12640" y="20104"/>
                    <a:pt x="12657" y="20010"/>
                    <a:pt x="12630" y="19973"/>
                  </a:cubicBezTo>
                  <a:cubicBezTo>
                    <a:pt x="12604" y="19939"/>
                    <a:pt x="12506" y="19911"/>
                    <a:pt x="12459" y="19906"/>
                  </a:cubicBezTo>
                  <a:cubicBezTo>
                    <a:pt x="12410" y="19901"/>
                    <a:pt x="12310" y="19918"/>
                    <a:pt x="12265" y="19937"/>
                  </a:cubicBezTo>
                  <a:cubicBezTo>
                    <a:pt x="12215" y="19959"/>
                    <a:pt x="12147" y="20043"/>
                    <a:pt x="12100" y="20071"/>
                  </a:cubicBezTo>
                  <a:cubicBezTo>
                    <a:pt x="12065" y="20091"/>
                    <a:pt x="11987" y="20121"/>
                    <a:pt x="11948" y="20133"/>
                  </a:cubicBezTo>
                  <a:cubicBezTo>
                    <a:pt x="11896" y="20147"/>
                    <a:pt x="11780" y="20138"/>
                    <a:pt x="11742" y="20169"/>
                  </a:cubicBezTo>
                  <a:cubicBezTo>
                    <a:pt x="11708" y="20194"/>
                    <a:pt x="11704" y="20281"/>
                    <a:pt x="11688" y="20318"/>
                  </a:cubicBezTo>
                  <a:cubicBezTo>
                    <a:pt x="11674" y="20353"/>
                    <a:pt x="11652" y="20429"/>
                    <a:pt x="11623" y="20457"/>
                  </a:cubicBezTo>
                  <a:cubicBezTo>
                    <a:pt x="11590" y="20490"/>
                    <a:pt x="11472" y="20502"/>
                    <a:pt x="11447" y="20540"/>
                  </a:cubicBezTo>
                  <a:cubicBezTo>
                    <a:pt x="11428" y="20567"/>
                    <a:pt x="11451" y="20637"/>
                    <a:pt x="11447" y="20668"/>
                  </a:cubicBezTo>
                  <a:cubicBezTo>
                    <a:pt x="11443" y="20707"/>
                    <a:pt x="11441" y="20793"/>
                    <a:pt x="11412" y="20823"/>
                  </a:cubicBezTo>
                  <a:cubicBezTo>
                    <a:pt x="11361" y="20874"/>
                    <a:pt x="11195" y="20909"/>
                    <a:pt x="11117" y="20915"/>
                  </a:cubicBezTo>
                  <a:cubicBezTo>
                    <a:pt x="11063" y="20919"/>
                    <a:pt x="10959" y="20873"/>
                    <a:pt x="10906" y="20879"/>
                  </a:cubicBezTo>
                  <a:cubicBezTo>
                    <a:pt x="10872" y="20883"/>
                    <a:pt x="10809" y="20909"/>
                    <a:pt x="10788" y="20931"/>
                  </a:cubicBezTo>
                  <a:cubicBezTo>
                    <a:pt x="10753" y="20962"/>
                    <a:pt x="10752" y="21075"/>
                    <a:pt x="10704" y="21090"/>
                  </a:cubicBezTo>
                  <a:cubicBezTo>
                    <a:pt x="10655" y="21106"/>
                    <a:pt x="10551" y="21044"/>
                    <a:pt x="10511" y="21013"/>
                  </a:cubicBezTo>
                  <a:cubicBezTo>
                    <a:pt x="10479" y="20988"/>
                    <a:pt x="10454" y="20910"/>
                    <a:pt x="10423" y="20884"/>
                  </a:cubicBezTo>
                  <a:cubicBezTo>
                    <a:pt x="10389" y="20857"/>
                    <a:pt x="10307" y="20821"/>
                    <a:pt x="10263" y="20812"/>
                  </a:cubicBezTo>
                  <a:cubicBezTo>
                    <a:pt x="10208" y="20801"/>
                    <a:pt x="10096" y="20813"/>
                    <a:pt x="10039" y="20812"/>
                  </a:cubicBezTo>
                  <a:cubicBezTo>
                    <a:pt x="9982" y="20811"/>
                    <a:pt x="9865" y="20818"/>
                    <a:pt x="9810" y="20802"/>
                  </a:cubicBezTo>
                  <a:cubicBezTo>
                    <a:pt x="9760" y="20788"/>
                    <a:pt x="9683" y="20716"/>
                    <a:pt x="9633" y="20699"/>
                  </a:cubicBezTo>
                  <a:cubicBezTo>
                    <a:pt x="9584" y="20681"/>
                    <a:pt x="9476" y="20662"/>
                    <a:pt x="9422" y="20663"/>
                  </a:cubicBezTo>
                  <a:cubicBezTo>
                    <a:pt x="9366" y="20663"/>
                    <a:pt x="9251" y="20679"/>
                    <a:pt x="9204" y="20704"/>
                  </a:cubicBezTo>
                  <a:cubicBezTo>
                    <a:pt x="9159" y="20729"/>
                    <a:pt x="9111" y="20822"/>
                    <a:pt x="9068" y="20848"/>
                  </a:cubicBezTo>
                  <a:cubicBezTo>
                    <a:pt x="9032" y="20870"/>
                    <a:pt x="8928" y="20865"/>
                    <a:pt x="8898" y="20895"/>
                  </a:cubicBezTo>
                  <a:cubicBezTo>
                    <a:pt x="8847" y="20944"/>
                    <a:pt x="8891" y="21104"/>
                    <a:pt x="8839" y="21152"/>
                  </a:cubicBezTo>
                  <a:cubicBezTo>
                    <a:pt x="8805" y="21183"/>
                    <a:pt x="8699" y="21191"/>
                    <a:pt x="8650" y="21193"/>
                  </a:cubicBezTo>
                  <a:cubicBezTo>
                    <a:pt x="8579" y="21195"/>
                    <a:pt x="8439" y="21161"/>
                    <a:pt x="8367" y="21152"/>
                  </a:cubicBezTo>
                  <a:cubicBezTo>
                    <a:pt x="8323" y="21146"/>
                    <a:pt x="8220" y="21157"/>
                    <a:pt x="8186" y="21131"/>
                  </a:cubicBezTo>
                  <a:cubicBezTo>
                    <a:pt x="8156" y="21111"/>
                    <a:pt x="8148" y="21039"/>
                    <a:pt x="8138" y="21008"/>
                  </a:cubicBezTo>
                  <a:cubicBezTo>
                    <a:pt x="8127" y="20974"/>
                    <a:pt x="8133" y="20892"/>
                    <a:pt x="8103" y="20869"/>
                  </a:cubicBezTo>
                  <a:cubicBezTo>
                    <a:pt x="8068" y="20842"/>
                    <a:pt x="7962" y="20857"/>
                    <a:pt x="7915" y="20853"/>
                  </a:cubicBezTo>
                  <a:cubicBezTo>
                    <a:pt x="7888" y="20851"/>
                    <a:pt x="7829" y="20858"/>
                    <a:pt x="7809" y="20843"/>
                  </a:cubicBezTo>
                  <a:cubicBezTo>
                    <a:pt x="7768" y="20814"/>
                    <a:pt x="7781" y="20704"/>
                    <a:pt x="7750" y="20668"/>
                  </a:cubicBezTo>
                  <a:cubicBezTo>
                    <a:pt x="7730" y="20647"/>
                    <a:pt x="7673" y="20619"/>
                    <a:pt x="7644" y="20612"/>
                  </a:cubicBezTo>
                  <a:cubicBezTo>
                    <a:pt x="7589" y="20597"/>
                    <a:pt x="7470" y="20619"/>
                    <a:pt x="7414" y="20606"/>
                  </a:cubicBezTo>
                  <a:cubicBezTo>
                    <a:pt x="7374" y="20597"/>
                    <a:pt x="7306" y="20548"/>
                    <a:pt x="7267" y="20540"/>
                  </a:cubicBezTo>
                  <a:cubicBezTo>
                    <a:pt x="7219" y="20529"/>
                    <a:pt x="7114" y="20526"/>
                    <a:pt x="7067" y="20540"/>
                  </a:cubicBezTo>
                  <a:cubicBezTo>
                    <a:pt x="7023" y="20551"/>
                    <a:pt x="6960" y="20613"/>
                    <a:pt x="6920" y="20633"/>
                  </a:cubicBezTo>
                  <a:cubicBezTo>
                    <a:pt x="6870" y="20655"/>
                    <a:pt x="6768" y="20691"/>
                    <a:pt x="6714" y="20699"/>
                  </a:cubicBezTo>
                  <a:cubicBezTo>
                    <a:pt x="6644" y="20709"/>
                    <a:pt x="6498" y="20706"/>
                    <a:pt x="6431" y="20689"/>
                  </a:cubicBezTo>
                  <a:cubicBezTo>
                    <a:pt x="6391" y="20679"/>
                    <a:pt x="6324" y="20628"/>
                    <a:pt x="6284" y="20616"/>
                  </a:cubicBezTo>
                  <a:cubicBezTo>
                    <a:pt x="6219" y="20598"/>
                    <a:pt x="6080" y="20602"/>
                    <a:pt x="6012" y="20591"/>
                  </a:cubicBezTo>
                  <a:cubicBezTo>
                    <a:pt x="5954" y="20581"/>
                    <a:pt x="5825" y="20572"/>
                    <a:pt x="5783" y="20534"/>
                  </a:cubicBezTo>
                  <a:cubicBezTo>
                    <a:pt x="5750" y="20504"/>
                    <a:pt x="5745" y="20411"/>
                    <a:pt x="5737" y="20369"/>
                  </a:cubicBezTo>
                  <a:cubicBezTo>
                    <a:pt x="5723" y="20311"/>
                    <a:pt x="5719" y="20188"/>
                    <a:pt x="5695" y="20133"/>
                  </a:cubicBezTo>
                  <a:cubicBezTo>
                    <a:pt x="5678" y="20094"/>
                    <a:pt x="5621" y="20025"/>
                    <a:pt x="5589" y="19993"/>
                  </a:cubicBezTo>
                  <a:cubicBezTo>
                    <a:pt x="5552" y="19957"/>
                    <a:pt x="5456" y="19906"/>
                    <a:pt x="5418" y="19870"/>
                  </a:cubicBezTo>
                  <a:cubicBezTo>
                    <a:pt x="5379" y="19832"/>
                    <a:pt x="5308" y="19748"/>
                    <a:pt x="5287" y="19700"/>
                  </a:cubicBezTo>
                  <a:cubicBezTo>
                    <a:pt x="5276" y="19667"/>
                    <a:pt x="5296" y="19591"/>
                    <a:pt x="5277" y="19561"/>
                  </a:cubicBezTo>
                  <a:cubicBezTo>
                    <a:pt x="5254" y="19527"/>
                    <a:pt x="5163" y="19493"/>
                    <a:pt x="5123" y="19473"/>
                  </a:cubicBezTo>
                  <a:cubicBezTo>
                    <a:pt x="5080" y="19452"/>
                    <a:pt x="4991" y="19408"/>
                    <a:pt x="4942" y="19401"/>
                  </a:cubicBezTo>
                  <a:cubicBezTo>
                    <a:pt x="4889" y="19394"/>
                    <a:pt x="4781" y="19432"/>
                    <a:pt x="4729" y="19422"/>
                  </a:cubicBezTo>
                  <a:cubicBezTo>
                    <a:pt x="4675" y="19411"/>
                    <a:pt x="4571" y="19360"/>
                    <a:pt x="4541" y="19319"/>
                  </a:cubicBezTo>
                  <a:cubicBezTo>
                    <a:pt x="4518" y="19289"/>
                    <a:pt x="4529" y="19209"/>
                    <a:pt x="4517" y="19175"/>
                  </a:cubicBezTo>
                  <a:cubicBezTo>
                    <a:pt x="4505" y="19140"/>
                    <a:pt x="4478" y="19070"/>
                    <a:pt x="4447" y="19046"/>
                  </a:cubicBezTo>
                  <a:cubicBezTo>
                    <a:pt x="4432" y="19035"/>
                    <a:pt x="4395" y="19025"/>
                    <a:pt x="4377" y="19026"/>
                  </a:cubicBezTo>
                  <a:cubicBezTo>
                    <a:pt x="4324" y="19027"/>
                    <a:pt x="4227" y="19064"/>
                    <a:pt x="4188" y="19092"/>
                  </a:cubicBezTo>
                  <a:cubicBezTo>
                    <a:pt x="4161" y="19112"/>
                    <a:pt x="4141" y="19179"/>
                    <a:pt x="4111" y="19196"/>
                  </a:cubicBezTo>
                  <a:cubicBezTo>
                    <a:pt x="4075" y="19215"/>
                    <a:pt x="3980" y="19202"/>
                    <a:pt x="3941" y="19216"/>
                  </a:cubicBezTo>
                  <a:cubicBezTo>
                    <a:pt x="3914" y="19225"/>
                    <a:pt x="3866" y="19255"/>
                    <a:pt x="3846" y="19272"/>
                  </a:cubicBezTo>
                  <a:cubicBezTo>
                    <a:pt x="3818" y="19297"/>
                    <a:pt x="3786" y="19367"/>
                    <a:pt x="3751" y="19386"/>
                  </a:cubicBezTo>
                  <a:cubicBezTo>
                    <a:pt x="3713" y="19406"/>
                    <a:pt x="3618" y="19422"/>
                    <a:pt x="3576" y="19412"/>
                  </a:cubicBezTo>
                  <a:cubicBezTo>
                    <a:pt x="3544" y="19404"/>
                    <a:pt x="3503" y="19355"/>
                    <a:pt x="3475" y="19339"/>
                  </a:cubicBezTo>
                  <a:cubicBezTo>
                    <a:pt x="3437" y="19318"/>
                    <a:pt x="3355" y="19279"/>
                    <a:pt x="3311" y="19268"/>
                  </a:cubicBezTo>
                  <a:cubicBezTo>
                    <a:pt x="3279" y="19259"/>
                    <a:pt x="3208" y="19268"/>
                    <a:pt x="3181" y="19252"/>
                  </a:cubicBezTo>
                  <a:cubicBezTo>
                    <a:pt x="3148" y="19232"/>
                    <a:pt x="3135" y="19152"/>
                    <a:pt x="3105" y="19128"/>
                  </a:cubicBezTo>
                  <a:cubicBezTo>
                    <a:pt x="3078" y="19106"/>
                    <a:pt x="3006" y="19083"/>
                    <a:pt x="2969" y="19077"/>
                  </a:cubicBezTo>
                  <a:cubicBezTo>
                    <a:pt x="2931" y="19071"/>
                    <a:pt x="2845" y="19060"/>
                    <a:pt x="2816" y="19082"/>
                  </a:cubicBezTo>
                  <a:cubicBezTo>
                    <a:pt x="2778" y="19110"/>
                    <a:pt x="2801" y="19215"/>
                    <a:pt x="2776" y="19252"/>
                  </a:cubicBezTo>
                  <a:cubicBezTo>
                    <a:pt x="2750" y="19287"/>
                    <a:pt x="2661" y="19326"/>
                    <a:pt x="2626" y="19356"/>
                  </a:cubicBezTo>
                  <a:cubicBezTo>
                    <a:pt x="2622" y="19362"/>
                    <a:pt x="2615" y="19369"/>
                    <a:pt x="2607" y="19377"/>
                  </a:cubicBezTo>
                  <a:lnTo>
                    <a:pt x="0" y="4839"/>
                  </a:lnTo>
                  <a:cubicBezTo>
                    <a:pt x="355" y="4782"/>
                    <a:pt x="1630" y="4576"/>
                    <a:pt x="2098" y="4491"/>
                  </a:cubicBezTo>
                  <a:cubicBezTo>
                    <a:pt x="2787" y="4367"/>
                    <a:pt x="4158" y="4095"/>
                    <a:pt x="4844" y="3958"/>
                  </a:cubicBezTo>
                  <a:cubicBezTo>
                    <a:pt x="5184" y="3891"/>
                    <a:pt x="6055" y="3711"/>
                    <a:pt x="6415" y="3636"/>
                  </a:cubicBezTo>
                  <a:cubicBezTo>
                    <a:pt x="6398" y="3664"/>
                    <a:pt x="6370" y="3697"/>
                    <a:pt x="6367" y="3719"/>
                  </a:cubicBezTo>
                  <a:cubicBezTo>
                    <a:pt x="6365" y="3745"/>
                    <a:pt x="6378" y="3800"/>
                    <a:pt x="6398" y="3819"/>
                  </a:cubicBezTo>
                  <a:cubicBezTo>
                    <a:pt x="6445" y="3863"/>
                    <a:pt x="6588" y="3888"/>
                    <a:pt x="6655" y="3897"/>
                  </a:cubicBezTo>
                  <a:cubicBezTo>
                    <a:pt x="6696" y="3902"/>
                    <a:pt x="6781" y="3899"/>
                    <a:pt x="6822" y="3889"/>
                  </a:cubicBezTo>
                  <a:cubicBezTo>
                    <a:pt x="6854" y="3881"/>
                    <a:pt x="6907" y="3846"/>
                    <a:pt x="6937" y="3834"/>
                  </a:cubicBezTo>
                  <a:cubicBezTo>
                    <a:pt x="6969" y="3822"/>
                    <a:pt x="7035" y="3794"/>
                    <a:pt x="7069" y="3796"/>
                  </a:cubicBezTo>
                  <a:cubicBezTo>
                    <a:pt x="7135" y="3801"/>
                    <a:pt x="7246" y="3876"/>
                    <a:pt x="7304" y="3904"/>
                  </a:cubicBezTo>
                  <a:cubicBezTo>
                    <a:pt x="7374" y="3940"/>
                    <a:pt x="7504" y="4032"/>
                    <a:pt x="7582" y="4054"/>
                  </a:cubicBezTo>
                  <a:cubicBezTo>
                    <a:pt x="7632" y="4070"/>
                    <a:pt x="7741" y="4073"/>
                    <a:pt x="7794" y="4074"/>
                  </a:cubicBezTo>
                  <a:cubicBezTo>
                    <a:pt x="7843" y="4075"/>
                    <a:pt x="7938" y="4063"/>
                    <a:pt x="7988" y="4067"/>
                  </a:cubicBezTo>
                  <a:cubicBezTo>
                    <a:pt x="8060" y="4071"/>
                    <a:pt x="8207" y="4084"/>
                    <a:pt x="8271" y="4113"/>
                  </a:cubicBezTo>
                  <a:cubicBezTo>
                    <a:pt x="8333" y="4141"/>
                    <a:pt x="8415" y="4244"/>
                    <a:pt x="8470" y="4283"/>
                  </a:cubicBezTo>
                  <a:cubicBezTo>
                    <a:pt x="8539" y="4335"/>
                    <a:pt x="8687" y="4438"/>
                    <a:pt x="8768" y="4476"/>
                  </a:cubicBezTo>
                  <a:cubicBezTo>
                    <a:pt x="8838" y="4508"/>
                    <a:pt x="8984" y="4579"/>
                    <a:pt x="9061" y="4568"/>
                  </a:cubicBezTo>
                  <a:cubicBezTo>
                    <a:pt x="9140" y="4558"/>
                    <a:pt x="9272" y="4457"/>
                    <a:pt x="9317" y="4398"/>
                  </a:cubicBezTo>
                  <a:cubicBezTo>
                    <a:pt x="9337" y="4372"/>
                    <a:pt x="9362" y="4307"/>
                    <a:pt x="9357" y="4275"/>
                  </a:cubicBezTo>
                  <a:cubicBezTo>
                    <a:pt x="9353" y="4250"/>
                    <a:pt x="9302" y="4214"/>
                    <a:pt x="9295" y="4190"/>
                  </a:cubicBezTo>
                  <a:cubicBezTo>
                    <a:pt x="9286" y="4159"/>
                    <a:pt x="9282" y="4091"/>
                    <a:pt x="9299" y="4063"/>
                  </a:cubicBezTo>
                  <a:cubicBezTo>
                    <a:pt x="9317" y="4033"/>
                    <a:pt x="9385" y="3984"/>
                    <a:pt x="9423" y="3985"/>
                  </a:cubicBezTo>
                  <a:cubicBezTo>
                    <a:pt x="9474" y="3987"/>
                    <a:pt x="9550" y="4062"/>
                    <a:pt x="9582" y="4097"/>
                  </a:cubicBezTo>
                  <a:cubicBezTo>
                    <a:pt x="9611" y="4131"/>
                    <a:pt x="9623" y="4225"/>
                    <a:pt x="9662" y="4251"/>
                  </a:cubicBezTo>
                  <a:cubicBezTo>
                    <a:pt x="9688" y="4270"/>
                    <a:pt x="9760" y="4280"/>
                    <a:pt x="9794" y="4275"/>
                  </a:cubicBezTo>
                  <a:cubicBezTo>
                    <a:pt x="9835" y="4269"/>
                    <a:pt x="9895" y="4208"/>
                    <a:pt x="9935" y="4198"/>
                  </a:cubicBezTo>
                  <a:cubicBezTo>
                    <a:pt x="9965" y="4190"/>
                    <a:pt x="10033" y="4182"/>
                    <a:pt x="10059" y="4198"/>
                  </a:cubicBezTo>
                  <a:cubicBezTo>
                    <a:pt x="10091" y="4217"/>
                    <a:pt x="10098" y="4295"/>
                    <a:pt x="10116" y="4325"/>
                  </a:cubicBezTo>
                  <a:cubicBezTo>
                    <a:pt x="10135" y="4355"/>
                    <a:pt x="10177" y="4413"/>
                    <a:pt x="10204" y="4437"/>
                  </a:cubicBezTo>
                  <a:cubicBezTo>
                    <a:pt x="10265" y="4492"/>
                    <a:pt x="10414" y="4577"/>
                    <a:pt x="10488" y="4618"/>
                  </a:cubicBezTo>
                  <a:cubicBezTo>
                    <a:pt x="10551" y="4655"/>
                    <a:pt x="10684" y="4720"/>
                    <a:pt x="10752" y="4750"/>
                  </a:cubicBezTo>
                  <a:cubicBezTo>
                    <a:pt x="10845" y="4791"/>
                    <a:pt x="11032" y="4876"/>
                    <a:pt x="11132" y="4901"/>
                  </a:cubicBezTo>
                  <a:cubicBezTo>
                    <a:pt x="11181" y="4913"/>
                    <a:pt x="11285" y="4935"/>
                    <a:pt x="11335" y="4924"/>
                  </a:cubicBezTo>
                  <a:cubicBezTo>
                    <a:pt x="11386" y="4912"/>
                    <a:pt x="11466" y="4844"/>
                    <a:pt x="11503" y="4812"/>
                  </a:cubicBezTo>
                  <a:cubicBezTo>
                    <a:pt x="11549" y="4772"/>
                    <a:pt x="11613" y="4671"/>
                    <a:pt x="11662" y="4634"/>
                  </a:cubicBezTo>
                  <a:cubicBezTo>
                    <a:pt x="11709" y="4597"/>
                    <a:pt x="11821" y="4539"/>
                    <a:pt x="11883" y="4522"/>
                  </a:cubicBezTo>
                  <a:cubicBezTo>
                    <a:pt x="11964" y="4499"/>
                    <a:pt x="12144" y="4523"/>
                    <a:pt x="12222" y="4495"/>
                  </a:cubicBezTo>
                  <a:cubicBezTo>
                    <a:pt x="12273" y="4477"/>
                    <a:pt x="12351" y="4402"/>
                    <a:pt x="12395" y="4372"/>
                  </a:cubicBezTo>
                  <a:cubicBezTo>
                    <a:pt x="12468" y="4320"/>
                    <a:pt x="12614" y="4215"/>
                    <a:pt x="12691" y="4167"/>
                  </a:cubicBezTo>
                  <a:cubicBezTo>
                    <a:pt x="12760" y="4123"/>
                    <a:pt x="12900" y="4038"/>
                    <a:pt x="12973" y="4001"/>
                  </a:cubicBezTo>
                  <a:cubicBezTo>
                    <a:pt x="13082" y="3945"/>
                    <a:pt x="13300" y="3824"/>
                    <a:pt x="13424" y="3804"/>
                  </a:cubicBezTo>
                  <a:cubicBezTo>
                    <a:pt x="13467" y="3797"/>
                    <a:pt x="13557" y="3811"/>
                    <a:pt x="13600" y="3819"/>
                  </a:cubicBezTo>
                  <a:cubicBezTo>
                    <a:pt x="13654" y="3830"/>
                    <a:pt x="13753" y="3880"/>
                    <a:pt x="13808" y="3885"/>
                  </a:cubicBezTo>
                  <a:cubicBezTo>
                    <a:pt x="13882" y="3891"/>
                    <a:pt x="14034" y="3872"/>
                    <a:pt x="14104" y="3847"/>
                  </a:cubicBezTo>
                  <a:cubicBezTo>
                    <a:pt x="14148" y="3830"/>
                    <a:pt x="14212" y="3761"/>
                    <a:pt x="14258" y="3745"/>
                  </a:cubicBezTo>
                  <a:cubicBezTo>
                    <a:pt x="14317" y="3727"/>
                    <a:pt x="14447" y="3736"/>
                    <a:pt x="14509" y="3730"/>
                  </a:cubicBezTo>
                  <a:cubicBezTo>
                    <a:pt x="14558" y="3726"/>
                    <a:pt x="14661" y="3727"/>
                    <a:pt x="14705" y="3707"/>
                  </a:cubicBezTo>
                  <a:cubicBezTo>
                    <a:pt x="14733" y="3694"/>
                    <a:pt x="14771" y="3644"/>
                    <a:pt x="14792" y="3623"/>
                  </a:cubicBezTo>
                  <a:cubicBezTo>
                    <a:pt x="14825" y="3588"/>
                    <a:pt x="14884" y="3515"/>
                    <a:pt x="14921" y="3483"/>
                  </a:cubicBezTo>
                  <a:cubicBezTo>
                    <a:pt x="14959" y="3449"/>
                    <a:pt x="15048" y="3389"/>
                    <a:pt x="15093" y="3359"/>
                  </a:cubicBezTo>
                  <a:cubicBezTo>
                    <a:pt x="15136" y="3331"/>
                    <a:pt x="15237" y="3289"/>
                    <a:pt x="15269" y="3251"/>
                  </a:cubicBezTo>
                  <a:cubicBezTo>
                    <a:pt x="15301" y="3213"/>
                    <a:pt x="15302" y="3110"/>
                    <a:pt x="15331" y="3070"/>
                  </a:cubicBezTo>
                  <a:cubicBezTo>
                    <a:pt x="15364" y="3023"/>
                    <a:pt x="15472" y="2959"/>
                    <a:pt x="15516" y="2919"/>
                  </a:cubicBezTo>
                  <a:cubicBezTo>
                    <a:pt x="15558" y="2880"/>
                    <a:pt x="15649" y="2801"/>
                    <a:pt x="15680" y="2754"/>
                  </a:cubicBezTo>
                  <a:cubicBezTo>
                    <a:pt x="15711" y="2706"/>
                    <a:pt x="15730" y="2593"/>
                    <a:pt x="15758" y="2545"/>
                  </a:cubicBezTo>
                  <a:cubicBezTo>
                    <a:pt x="15798" y="2480"/>
                    <a:pt x="15910" y="2369"/>
                    <a:pt x="15963" y="2313"/>
                  </a:cubicBezTo>
                  <a:cubicBezTo>
                    <a:pt x="16018" y="2253"/>
                    <a:pt x="16133" y="2135"/>
                    <a:pt x="16196" y="2081"/>
                  </a:cubicBezTo>
                  <a:cubicBezTo>
                    <a:pt x="16247" y="2038"/>
                    <a:pt x="16357" y="1961"/>
                    <a:pt x="16412" y="1923"/>
                  </a:cubicBezTo>
                  <a:cubicBezTo>
                    <a:pt x="16455" y="1894"/>
                    <a:pt x="16542" y="1837"/>
                    <a:pt x="16590" y="1815"/>
                  </a:cubicBezTo>
                  <a:cubicBezTo>
                    <a:pt x="16629" y="1797"/>
                    <a:pt x="16720" y="1781"/>
                    <a:pt x="16757" y="1761"/>
                  </a:cubicBezTo>
                  <a:cubicBezTo>
                    <a:pt x="16823" y="1726"/>
                    <a:pt x="16928" y="1629"/>
                    <a:pt x="16983" y="1583"/>
                  </a:cubicBezTo>
                  <a:cubicBezTo>
                    <a:pt x="17024" y="1549"/>
                    <a:pt x="17098" y="1473"/>
                    <a:pt x="17141" y="1440"/>
                  </a:cubicBezTo>
                  <a:cubicBezTo>
                    <a:pt x="17227" y="1376"/>
                    <a:pt x="17413" y="1270"/>
                    <a:pt x="17503" y="1212"/>
                  </a:cubicBezTo>
                  <a:cubicBezTo>
                    <a:pt x="17560" y="1176"/>
                    <a:pt x="17664" y="1090"/>
                    <a:pt x="17728" y="1066"/>
                  </a:cubicBezTo>
                  <a:cubicBezTo>
                    <a:pt x="17796" y="1040"/>
                    <a:pt x="17950" y="1040"/>
                    <a:pt x="18020" y="1020"/>
                  </a:cubicBezTo>
                  <a:cubicBezTo>
                    <a:pt x="18104" y="994"/>
                    <a:pt x="18268" y="926"/>
                    <a:pt x="18338" y="876"/>
                  </a:cubicBezTo>
                  <a:cubicBezTo>
                    <a:pt x="18389" y="840"/>
                    <a:pt x="18455" y="737"/>
                    <a:pt x="18503" y="696"/>
                  </a:cubicBezTo>
                  <a:cubicBezTo>
                    <a:pt x="18534" y="669"/>
                    <a:pt x="18599" y="615"/>
                    <a:pt x="18641" y="604"/>
                  </a:cubicBezTo>
                  <a:cubicBezTo>
                    <a:pt x="18679" y="593"/>
                    <a:pt x="18759" y="623"/>
                    <a:pt x="18797" y="614"/>
                  </a:cubicBezTo>
                  <a:cubicBezTo>
                    <a:pt x="18872" y="596"/>
                    <a:pt x="18989" y="497"/>
                    <a:pt x="19053" y="459"/>
                  </a:cubicBezTo>
                  <a:cubicBezTo>
                    <a:pt x="19163" y="396"/>
                    <a:pt x="19389" y="279"/>
                    <a:pt x="19495" y="212"/>
                  </a:cubicBezTo>
                  <a:cubicBezTo>
                    <a:pt x="19577" y="161"/>
                    <a:pt x="19690" y="83"/>
                    <a:pt x="19806" y="0"/>
                  </a:cubicBezTo>
                  <a:lnTo>
                    <a:pt x="21580" y="7478"/>
                  </a:lnTo>
                  <a:cubicBezTo>
                    <a:pt x="21550" y="7483"/>
                    <a:pt x="21521" y="7488"/>
                    <a:pt x="21504" y="7492"/>
                  </a:cubicBezTo>
                  <a:cubicBezTo>
                    <a:pt x="21475" y="7499"/>
                    <a:pt x="21414" y="7505"/>
                    <a:pt x="21393" y="7523"/>
                  </a:cubicBezTo>
                  <a:cubicBezTo>
                    <a:pt x="21377" y="7537"/>
                    <a:pt x="21382" y="7589"/>
                    <a:pt x="21362" y="7600"/>
                  </a:cubicBezTo>
                  <a:cubicBezTo>
                    <a:pt x="21340" y="7614"/>
                    <a:pt x="21280" y="7597"/>
                    <a:pt x="21252" y="7600"/>
                  </a:cubicBezTo>
                  <a:cubicBezTo>
                    <a:pt x="21210" y="7605"/>
                    <a:pt x="21119" y="7613"/>
                    <a:pt x="21089" y="7639"/>
                  </a:cubicBezTo>
                  <a:cubicBezTo>
                    <a:pt x="21062" y="7661"/>
                    <a:pt x="21067" y="7736"/>
                    <a:pt x="21044" y="7762"/>
                  </a:cubicBezTo>
                  <a:cubicBezTo>
                    <a:pt x="21025" y="7787"/>
                    <a:pt x="20948" y="7805"/>
                    <a:pt x="20934" y="7832"/>
                  </a:cubicBezTo>
                  <a:cubicBezTo>
                    <a:pt x="20920" y="7859"/>
                    <a:pt x="20930" y="7920"/>
                    <a:pt x="20943" y="7947"/>
                  </a:cubicBezTo>
                  <a:cubicBezTo>
                    <a:pt x="20957" y="7977"/>
                    <a:pt x="21009" y="8023"/>
                    <a:pt x="21036" y="8044"/>
                  </a:cubicBezTo>
                  <a:cubicBezTo>
                    <a:pt x="21064" y="8067"/>
                    <a:pt x="21139" y="8092"/>
                    <a:pt x="21163" y="8117"/>
                  </a:cubicBezTo>
                  <a:cubicBezTo>
                    <a:pt x="21203" y="8158"/>
                    <a:pt x="21221" y="8271"/>
                    <a:pt x="21261" y="8311"/>
                  </a:cubicBezTo>
                  <a:cubicBezTo>
                    <a:pt x="21288" y="8338"/>
                    <a:pt x="21380" y="8354"/>
                    <a:pt x="21402" y="8384"/>
                  </a:cubicBezTo>
                  <a:cubicBezTo>
                    <a:pt x="21451" y="8453"/>
                    <a:pt x="21434" y="8624"/>
                    <a:pt x="21428" y="8704"/>
                  </a:cubicBezTo>
                  <a:cubicBezTo>
                    <a:pt x="21425" y="8763"/>
                    <a:pt x="21363" y="8877"/>
                    <a:pt x="21380" y="8933"/>
                  </a:cubicBezTo>
                  <a:cubicBezTo>
                    <a:pt x="21392" y="8972"/>
                    <a:pt x="21483" y="9019"/>
                    <a:pt x="21499" y="9056"/>
                  </a:cubicBezTo>
                  <a:cubicBezTo>
                    <a:pt x="21516" y="9094"/>
                    <a:pt x="21491" y="9180"/>
                    <a:pt x="21504" y="9219"/>
                  </a:cubicBezTo>
                  <a:cubicBezTo>
                    <a:pt x="21516" y="9254"/>
                    <a:pt x="21585" y="9309"/>
                    <a:pt x="21592" y="9346"/>
                  </a:cubicBezTo>
                  <a:cubicBezTo>
                    <a:pt x="21600" y="9385"/>
                    <a:pt x="21561" y="9461"/>
                    <a:pt x="21557" y="9501"/>
                  </a:cubicBezTo>
                  <a:cubicBezTo>
                    <a:pt x="21551" y="9543"/>
                    <a:pt x="21578" y="9632"/>
                    <a:pt x="21557" y="9671"/>
                  </a:cubicBezTo>
                  <a:cubicBezTo>
                    <a:pt x="21546" y="9691"/>
                    <a:pt x="21492" y="9709"/>
                    <a:pt x="21477" y="9728"/>
                  </a:cubicBezTo>
                  <a:cubicBezTo>
                    <a:pt x="21451" y="9763"/>
                    <a:pt x="21426" y="9845"/>
                    <a:pt x="21420" y="9887"/>
                  </a:cubicBezTo>
                  <a:cubicBezTo>
                    <a:pt x="21412" y="9934"/>
                    <a:pt x="21441" y="10033"/>
                    <a:pt x="21428" y="10079"/>
                  </a:cubicBezTo>
                  <a:cubicBezTo>
                    <a:pt x="21417" y="10129"/>
                    <a:pt x="21337" y="10212"/>
                    <a:pt x="21322" y="10261"/>
                  </a:cubicBezTo>
                  <a:cubicBezTo>
                    <a:pt x="21308" y="10310"/>
                    <a:pt x="21302" y="10412"/>
                    <a:pt x="21308" y="10462"/>
                  </a:cubicBezTo>
                  <a:cubicBezTo>
                    <a:pt x="21314" y="10511"/>
                    <a:pt x="21386" y="10608"/>
                    <a:pt x="21367" y="10655"/>
                  </a:cubicBezTo>
                  <a:cubicBezTo>
                    <a:pt x="21352" y="10693"/>
                    <a:pt x="21235" y="10710"/>
                    <a:pt x="21220" y="10748"/>
                  </a:cubicBezTo>
                  <a:cubicBezTo>
                    <a:pt x="21188" y="10826"/>
                    <a:pt x="21299" y="10986"/>
                    <a:pt x="21320" y="11067"/>
                  </a:cubicBezTo>
                  <a:cubicBezTo>
                    <a:pt x="21331" y="11112"/>
                    <a:pt x="21362" y="11204"/>
                    <a:pt x="21358" y="11250"/>
                  </a:cubicBezTo>
                  <a:cubicBezTo>
                    <a:pt x="21355" y="11292"/>
                    <a:pt x="21297" y="11369"/>
                    <a:pt x="21299" y="11412"/>
                  </a:cubicBezTo>
                  <a:cubicBezTo>
                    <a:pt x="21301" y="11469"/>
                    <a:pt x="21396" y="11568"/>
                    <a:pt x="21393" y="11626"/>
                  </a:cubicBezTo>
                  <a:cubicBezTo>
                    <a:pt x="21392" y="11649"/>
                    <a:pt x="21369" y="11696"/>
                    <a:pt x="21346" y="11708"/>
                  </a:cubicBezTo>
                  <a:cubicBezTo>
                    <a:pt x="21304" y="11731"/>
                    <a:pt x="21186" y="11679"/>
                    <a:pt x="21146" y="11706"/>
                  </a:cubicBezTo>
                  <a:cubicBezTo>
                    <a:pt x="21122" y="11721"/>
                    <a:pt x="21108" y="11781"/>
                    <a:pt x="21117" y="11806"/>
                  </a:cubicBezTo>
                  <a:cubicBezTo>
                    <a:pt x="21129" y="11838"/>
                    <a:pt x="21219" y="11860"/>
                    <a:pt x="21235" y="11891"/>
                  </a:cubicBezTo>
                  <a:cubicBezTo>
                    <a:pt x="21252" y="11923"/>
                    <a:pt x="21242" y="11999"/>
                    <a:pt x="21228" y="12033"/>
                  </a:cubicBezTo>
                  <a:cubicBezTo>
                    <a:pt x="21216" y="12064"/>
                    <a:pt x="21143" y="12108"/>
                    <a:pt x="21137" y="12140"/>
                  </a:cubicBezTo>
                  <a:cubicBezTo>
                    <a:pt x="21127" y="12205"/>
                    <a:pt x="21257" y="12319"/>
                    <a:pt x="21243" y="12383"/>
                  </a:cubicBezTo>
                  <a:cubicBezTo>
                    <a:pt x="21231" y="12439"/>
                    <a:pt x="21091" y="12497"/>
                    <a:pt x="21067" y="12550"/>
                  </a:cubicBezTo>
                  <a:cubicBezTo>
                    <a:pt x="21050" y="12586"/>
                    <a:pt x="21043" y="12670"/>
                    <a:pt x="21064" y="12704"/>
                  </a:cubicBezTo>
                  <a:cubicBezTo>
                    <a:pt x="21088" y="12744"/>
                    <a:pt x="21202" y="12767"/>
                    <a:pt x="21232" y="12803"/>
                  </a:cubicBezTo>
                  <a:cubicBezTo>
                    <a:pt x="21266" y="12844"/>
                    <a:pt x="21312" y="12954"/>
                    <a:pt x="21293" y="13003"/>
                  </a:cubicBezTo>
                  <a:cubicBezTo>
                    <a:pt x="21279" y="13041"/>
                    <a:pt x="21163" y="13064"/>
                    <a:pt x="21149" y="13101"/>
                  </a:cubicBezTo>
                  <a:cubicBezTo>
                    <a:pt x="21130" y="13150"/>
                    <a:pt x="21211" y="13250"/>
                    <a:pt x="21208" y="13302"/>
                  </a:cubicBezTo>
                  <a:cubicBezTo>
                    <a:pt x="21206" y="13339"/>
                    <a:pt x="21180" y="13417"/>
                    <a:pt x="21149" y="13443"/>
                  </a:cubicBezTo>
                  <a:cubicBezTo>
                    <a:pt x="21112" y="13475"/>
                    <a:pt x="20995" y="13475"/>
                    <a:pt x="20951" y="13500"/>
                  </a:cubicBezTo>
                  <a:cubicBezTo>
                    <a:pt x="20889" y="13538"/>
                    <a:pt x="20809" y="13654"/>
                    <a:pt x="20764" y="13706"/>
                  </a:cubicBezTo>
                  <a:cubicBezTo>
                    <a:pt x="20699" y="13780"/>
                    <a:pt x="20575" y="13930"/>
                    <a:pt x="20516" y="14008"/>
                  </a:cubicBezTo>
                  <a:cubicBezTo>
                    <a:pt x="20478" y="14058"/>
                    <a:pt x="20398" y="14158"/>
                    <a:pt x="20369" y="14213"/>
                  </a:cubicBezTo>
                  <a:cubicBezTo>
                    <a:pt x="20336" y="14277"/>
                    <a:pt x="20309" y="14419"/>
                    <a:pt x="20272" y="14481"/>
                  </a:cubicBezTo>
                  <a:cubicBezTo>
                    <a:pt x="20245" y="14527"/>
                    <a:pt x="20176" y="14614"/>
                    <a:pt x="20128" y="14643"/>
                  </a:cubicBezTo>
                  <a:cubicBezTo>
                    <a:pt x="20094" y="14664"/>
                    <a:pt x="20004" y="14665"/>
                    <a:pt x="19974" y="14689"/>
                  </a:cubicBezTo>
                  <a:cubicBezTo>
                    <a:pt x="19934" y="14724"/>
                    <a:pt x="19916" y="14828"/>
                    <a:pt x="19896" y="14872"/>
                  </a:cubicBezTo>
                  <a:cubicBezTo>
                    <a:pt x="19878" y="14907"/>
                    <a:pt x="19862" y="14988"/>
                    <a:pt x="19827" y="15009"/>
                  </a:cubicBezTo>
                  <a:cubicBezTo>
                    <a:pt x="19783" y="15036"/>
                    <a:pt x="19660" y="15002"/>
                    <a:pt x="19610" y="15019"/>
                  </a:cubicBezTo>
                  <a:cubicBezTo>
                    <a:pt x="19553" y="15039"/>
                    <a:pt x="19460" y="15118"/>
                    <a:pt x="19421" y="15161"/>
                  </a:cubicBezTo>
                  <a:cubicBezTo>
                    <a:pt x="19384" y="15202"/>
                    <a:pt x="19351" y="15309"/>
                    <a:pt x="19309" y="15346"/>
                  </a:cubicBezTo>
                  <a:cubicBezTo>
                    <a:pt x="19275" y="15376"/>
                    <a:pt x="19187" y="15428"/>
                    <a:pt x="19139" y="15426"/>
                  </a:cubicBezTo>
                  <a:cubicBezTo>
                    <a:pt x="19088" y="15424"/>
                    <a:pt x="18999" y="15365"/>
                    <a:pt x="18971" y="15329"/>
                  </a:cubicBezTo>
                  <a:cubicBezTo>
                    <a:pt x="18940" y="15287"/>
                    <a:pt x="18960" y="15175"/>
                    <a:pt x="18926" y="15135"/>
                  </a:cubicBezTo>
                  <a:cubicBezTo>
                    <a:pt x="18906" y="15109"/>
                    <a:pt x="18836" y="15081"/>
                    <a:pt x="18799" y="15073"/>
                  </a:cubicBezTo>
                  <a:cubicBezTo>
                    <a:pt x="18760" y="15065"/>
                    <a:pt x="18667" y="15054"/>
                    <a:pt x="18635" y="15076"/>
                  </a:cubicBezTo>
                  <a:cubicBezTo>
                    <a:pt x="18600" y="15099"/>
                    <a:pt x="18611" y="15189"/>
                    <a:pt x="18591" y="15223"/>
                  </a:cubicBezTo>
                  <a:cubicBezTo>
                    <a:pt x="18564" y="15268"/>
                    <a:pt x="18476" y="15341"/>
                    <a:pt x="18438" y="15380"/>
                  </a:cubicBezTo>
                  <a:cubicBezTo>
                    <a:pt x="18415" y="15402"/>
                    <a:pt x="18363" y="15443"/>
                    <a:pt x="18344" y="15467"/>
                  </a:cubicBezTo>
                  <a:cubicBezTo>
                    <a:pt x="18312" y="15508"/>
                    <a:pt x="18257" y="15599"/>
                    <a:pt x="18247" y="15647"/>
                  </a:cubicBezTo>
                  <a:cubicBezTo>
                    <a:pt x="18235" y="15704"/>
                    <a:pt x="18286" y="15821"/>
                    <a:pt x="18270" y="15877"/>
                  </a:cubicBezTo>
                  <a:cubicBezTo>
                    <a:pt x="18262" y="15909"/>
                    <a:pt x="18217" y="15967"/>
                    <a:pt x="18188" y="15987"/>
                  </a:cubicBezTo>
                  <a:cubicBezTo>
                    <a:pt x="18151" y="16012"/>
                    <a:pt x="18059" y="16033"/>
                    <a:pt x="18014" y="16039"/>
                  </a:cubicBezTo>
                  <a:cubicBezTo>
                    <a:pt x="17960" y="16045"/>
                    <a:pt x="17845" y="16008"/>
                    <a:pt x="17796" y="16029"/>
                  </a:cubicBezTo>
                  <a:cubicBezTo>
                    <a:pt x="17758" y="16045"/>
                    <a:pt x="17708" y="16116"/>
                    <a:pt x="17700" y="16152"/>
                  </a:cubicBezTo>
                  <a:cubicBezTo>
                    <a:pt x="17689" y="16193"/>
                    <a:pt x="17733" y="16275"/>
                    <a:pt x="17734" y="16317"/>
                  </a:cubicBezTo>
                  <a:cubicBezTo>
                    <a:pt x="17735" y="16342"/>
                    <a:pt x="17737" y="16396"/>
                    <a:pt x="17723" y="16417"/>
                  </a:cubicBezTo>
                  <a:cubicBezTo>
                    <a:pt x="17697" y="16456"/>
                    <a:pt x="17583" y="16484"/>
                    <a:pt x="17558" y="16523"/>
                  </a:cubicBezTo>
                  <a:cubicBezTo>
                    <a:pt x="17530" y="16568"/>
                    <a:pt x="17520" y="16679"/>
                    <a:pt x="17540" y="16726"/>
                  </a:cubicBezTo>
                  <a:cubicBezTo>
                    <a:pt x="17557" y="16768"/>
                    <a:pt x="17665" y="16811"/>
                    <a:pt x="17682" y="16852"/>
                  </a:cubicBezTo>
                  <a:cubicBezTo>
                    <a:pt x="17702" y="16903"/>
                    <a:pt x="17675" y="17013"/>
                    <a:pt x="17658" y="17064"/>
                  </a:cubicBezTo>
                  <a:cubicBezTo>
                    <a:pt x="17646" y="17094"/>
                    <a:pt x="17616" y="17160"/>
                    <a:pt x="17585" y="17177"/>
                  </a:cubicBezTo>
                  <a:cubicBezTo>
                    <a:pt x="17555" y="17193"/>
                    <a:pt x="17475" y="17175"/>
                    <a:pt x="17443" y="17187"/>
                  </a:cubicBezTo>
                  <a:cubicBezTo>
                    <a:pt x="17410" y="17200"/>
                    <a:pt x="17347" y="17244"/>
                    <a:pt x="17337" y="17274"/>
                  </a:cubicBezTo>
                  <a:cubicBezTo>
                    <a:pt x="17327" y="17307"/>
                    <a:pt x="17357" y="17377"/>
                    <a:pt x="17381" y="17403"/>
                  </a:cubicBezTo>
                  <a:cubicBezTo>
                    <a:pt x="17407" y="17431"/>
                    <a:pt x="17494" y="17447"/>
                    <a:pt x="17525" y="17470"/>
                  </a:cubicBezTo>
                  <a:cubicBezTo>
                    <a:pt x="17554" y="17492"/>
                    <a:pt x="17598" y="17549"/>
                    <a:pt x="17612" y="17580"/>
                  </a:cubicBezTo>
                  <a:cubicBezTo>
                    <a:pt x="17634" y="17631"/>
                    <a:pt x="17611" y="17749"/>
                    <a:pt x="17642" y="17796"/>
                  </a:cubicBezTo>
                  <a:cubicBezTo>
                    <a:pt x="17668" y="17833"/>
                    <a:pt x="17782" y="17861"/>
                    <a:pt x="17801" y="17900"/>
                  </a:cubicBezTo>
                  <a:cubicBezTo>
                    <a:pt x="17817" y="17932"/>
                    <a:pt x="17813" y="18014"/>
                    <a:pt x="17785" y="18038"/>
                  </a:cubicBezTo>
                  <a:cubicBezTo>
                    <a:pt x="17756" y="18063"/>
                    <a:pt x="17663" y="18059"/>
                    <a:pt x="17624" y="18052"/>
                  </a:cubicBezTo>
                  <a:cubicBezTo>
                    <a:pt x="17579" y="18044"/>
                    <a:pt x="17508" y="17965"/>
                    <a:pt x="17463" y="17973"/>
                  </a:cubicBezTo>
                  <a:cubicBezTo>
                    <a:pt x="17422" y="17982"/>
                    <a:pt x="17381" y="18058"/>
                    <a:pt x="17365" y="18092"/>
                  </a:cubicBezTo>
                  <a:cubicBezTo>
                    <a:pt x="17343" y="18140"/>
                    <a:pt x="17361" y="18251"/>
                    <a:pt x="17337" y="18298"/>
                  </a:cubicBezTo>
                  <a:cubicBezTo>
                    <a:pt x="17316" y="18339"/>
                    <a:pt x="17245" y="18415"/>
                    <a:pt x="17198" y="18434"/>
                  </a:cubicBezTo>
                  <a:cubicBezTo>
                    <a:pt x="17168" y="18448"/>
                    <a:pt x="17089" y="18459"/>
                    <a:pt x="17063" y="18440"/>
                  </a:cubicBezTo>
                  <a:cubicBezTo>
                    <a:pt x="17019" y="18407"/>
                    <a:pt x="17035" y="18289"/>
                    <a:pt x="17036" y="18239"/>
                  </a:cubicBezTo>
                  <a:cubicBezTo>
                    <a:pt x="17038" y="18209"/>
                    <a:pt x="17068" y="18150"/>
                    <a:pt x="17061" y="18121"/>
                  </a:cubicBezTo>
                  <a:cubicBezTo>
                    <a:pt x="17054" y="18096"/>
                    <a:pt x="17002" y="18064"/>
                    <a:pt x="16991" y="18041"/>
                  </a:cubicBezTo>
                  <a:cubicBezTo>
                    <a:pt x="16978" y="18013"/>
                    <a:pt x="16986" y="17949"/>
                    <a:pt x="16969" y="17923"/>
                  </a:cubicBezTo>
                  <a:cubicBezTo>
                    <a:pt x="16941" y="17881"/>
                    <a:pt x="16849" y="17807"/>
                    <a:pt x="16792" y="17800"/>
                  </a:cubicBezTo>
                  <a:cubicBezTo>
                    <a:pt x="16758" y="17796"/>
                    <a:pt x="16698" y="17846"/>
                    <a:pt x="16663" y="17846"/>
                  </a:cubicBezTo>
                  <a:cubicBezTo>
                    <a:pt x="16631" y="17846"/>
                    <a:pt x="16564" y="17832"/>
                    <a:pt x="16545" y="17810"/>
                  </a:cubicBezTo>
                  <a:cubicBezTo>
                    <a:pt x="16526" y="17789"/>
                    <a:pt x="16555" y="17721"/>
                    <a:pt x="16534" y="17702"/>
                  </a:cubicBezTo>
                  <a:cubicBezTo>
                    <a:pt x="16504" y="17677"/>
                    <a:pt x="16412" y="17682"/>
                    <a:pt x="16374" y="17691"/>
                  </a:cubicBezTo>
                  <a:cubicBezTo>
                    <a:pt x="16343" y="17700"/>
                    <a:pt x="16287" y="17740"/>
                    <a:pt x="16269" y="17764"/>
                  </a:cubicBezTo>
                  <a:cubicBezTo>
                    <a:pt x="16243" y="17797"/>
                    <a:pt x="16248" y="17886"/>
                    <a:pt x="16222" y="17918"/>
                  </a:cubicBezTo>
                  <a:cubicBezTo>
                    <a:pt x="16199" y="17946"/>
                    <a:pt x="16111" y="17965"/>
                    <a:pt x="16092" y="17995"/>
                  </a:cubicBezTo>
                  <a:cubicBezTo>
                    <a:pt x="16072" y="18026"/>
                    <a:pt x="16092" y="18100"/>
                    <a:pt x="16086" y="18135"/>
                  </a:cubicBezTo>
                  <a:cubicBezTo>
                    <a:pt x="16076" y="18190"/>
                    <a:pt x="16038" y="18298"/>
                    <a:pt x="16015" y="18351"/>
                  </a:cubicBezTo>
                  <a:cubicBezTo>
                    <a:pt x="16002" y="18383"/>
                    <a:pt x="15960" y="18442"/>
                    <a:pt x="15951" y="18474"/>
                  </a:cubicBezTo>
                  <a:cubicBezTo>
                    <a:pt x="15940" y="18512"/>
                    <a:pt x="15932" y="18591"/>
                    <a:pt x="15939" y="18628"/>
                  </a:cubicBezTo>
                  <a:cubicBezTo>
                    <a:pt x="15946" y="18675"/>
                    <a:pt x="16017" y="18758"/>
                    <a:pt x="16010" y="18804"/>
                  </a:cubicBezTo>
                  <a:cubicBezTo>
                    <a:pt x="16003" y="18847"/>
                    <a:pt x="15930" y="18915"/>
                    <a:pt x="15898" y="18948"/>
                  </a:cubicBezTo>
                  <a:cubicBezTo>
                    <a:pt x="15854" y="18992"/>
                    <a:pt x="15731" y="19055"/>
                    <a:pt x="15703" y="19108"/>
                  </a:cubicBezTo>
                  <a:cubicBezTo>
                    <a:pt x="15689" y="19136"/>
                    <a:pt x="15682" y="19204"/>
                    <a:pt x="15698" y="19231"/>
                  </a:cubicBezTo>
                  <a:cubicBezTo>
                    <a:pt x="15716" y="19264"/>
                    <a:pt x="15804" y="19289"/>
                    <a:pt x="15833" y="19314"/>
                  </a:cubicBezTo>
                  <a:cubicBezTo>
                    <a:pt x="15863" y="19341"/>
                    <a:pt x="15914" y="19403"/>
                    <a:pt x="15933" y="19438"/>
                  </a:cubicBezTo>
                  <a:cubicBezTo>
                    <a:pt x="15960" y="19487"/>
                    <a:pt x="15994" y="19594"/>
                    <a:pt x="16004" y="19648"/>
                  </a:cubicBezTo>
                  <a:cubicBezTo>
                    <a:pt x="16012" y="19696"/>
                    <a:pt x="15990" y="19794"/>
                    <a:pt x="16010" y="19839"/>
                  </a:cubicBezTo>
                  <a:cubicBezTo>
                    <a:pt x="16025" y="19876"/>
                    <a:pt x="16114" y="19920"/>
                    <a:pt x="16127" y="19957"/>
                  </a:cubicBezTo>
                  <a:cubicBezTo>
                    <a:pt x="16148" y="20013"/>
                    <a:pt x="16132" y="20140"/>
                    <a:pt x="16098" y="20189"/>
                  </a:cubicBezTo>
                  <a:cubicBezTo>
                    <a:pt x="16082" y="20213"/>
                    <a:pt x="16023" y="20245"/>
                    <a:pt x="15992" y="20251"/>
                  </a:cubicBezTo>
                  <a:cubicBezTo>
                    <a:pt x="15935" y="20264"/>
                    <a:pt x="15814" y="20220"/>
                    <a:pt x="15757" y="20230"/>
                  </a:cubicBezTo>
                  <a:cubicBezTo>
                    <a:pt x="15716" y="20237"/>
                    <a:pt x="15634" y="20269"/>
                    <a:pt x="15609" y="20297"/>
                  </a:cubicBezTo>
                  <a:cubicBezTo>
                    <a:pt x="15574" y="20336"/>
                    <a:pt x="15548" y="20438"/>
                    <a:pt x="15551" y="20488"/>
                  </a:cubicBezTo>
                  <a:cubicBezTo>
                    <a:pt x="15552" y="20552"/>
                    <a:pt x="15633" y="20667"/>
                    <a:pt x="15644" y="20730"/>
                  </a:cubicBezTo>
                  <a:cubicBezTo>
                    <a:pt x="15654" y="20777"/>
                    <a:pt x="15650" y="20873"/>
                    <a:pt x="15644" y="20921"/>
                  </a:cubicBezTo>
                  <a:cubicBezTo>
                    <a:pt x="15638" y="20972"/>
                    <a:pt x="15626" y="21080"/>
                    <a:pt x="15596" y="21126"/>
                  </a:cubicBezTo>
                  <a:cubicBezTo>
                    <a:pt x="15572" y="21167"/>
                    <a:pt x="15493" y="21236"/>
                    <a:pt x="15445" y="21255"/>
                  </a:cubicBezTo>
                  <a:cubicBezTo>
                    <a:pt x="15388" y="21278"/>
                    <a:pt x="15253" y="21253"/>
                    <a:pt x="15197" y="21276"/>
                  </a:cubicBezTo>
                  <a:cubicBezTo>
                    <a:pt x="15163" y="21290"/>
                    <a:pt x="15124" y="21353"/>
                    <a:pt x="15091" y="21368"/>
                  </a:cubicBezTo>
                  <a:cubicBezTo>
                    <a:pt x="15043" y="21390"/>
                    <a:pt x="14929" y="21382"/>
                    <a:pt x="14879" y="21399"/>
                  </a:cubicBezTo>
                  <a:cubicBezTo>
                    <a:pt x="14821" y="21419"/>
                    <a:pt x="14728" y="21496"/>
                    <a:pt x="14673" y="21523"/>
                  </a:cubicBezTo>
                  <a:cubicBezTo>
                    <a:pt x="14630" y="21544"/>
                    <a:pt x="14544" y="21590"/>
                    <a:pt x="14496" y="21595"/>
                  </a:cubicBezTo>
                  <a:cubicBezTo>
                    <a:pt x="14455" y="21600"/>
                    <a:pt x="14370" y="21590"/>
                    <a:pt x="14330" y="21570"/>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56" name="Shape 4738"/>
            <p:cNvSpPr/>
            <p:nvPr/>
          </p:nvSpPr>
          <p:spPr>
            <a:xfrm>
              <a:off x="7110626" y="1265645"/>
              <a:ext cx="26882" cy="37540"/>
            </a:xfrm>
            <a:custGeom>
              <a:avLst/>
              <a:gdLst/>
              <a:ahLst/>
              <a:cxnLst>
                <a:cxn ang="0">
                  <a:pos x="wd2" y="hd2"/>
                </a:cxn>
                <a:cxn ang="5400000">
                  <a:pos x="wd2" y="hd2"/>
                </a:cxn>
                <a:cxn ang="10800000">
                  <a:pos x="wd2" y="hd2"/>
                </a:cxn>
                <a:cxn ang="16200000">
                  <a:pos x="wd2" y="hd2"/>
                </a:cxn>
              </a:cxnLst>
              <a:rect l="0" t="0" r="r" b="b"/>
              <a:pathLst>
                <a:path w="21075" h="21400" extrusionOk="0">
                  <a:moveTo>
                    <a:pt x="10520" y="21386"/>
                  </a:moveTo>
                  <a:cubicBezTo>
                    <a:pt x="9339" y="21117"/>
                    <a:pt x="8916" y="18939"/>
                    <a:pt x="8000" y="18337"/>
                  </a:cubicBezTo>
                  <a:cubicBezTo>
                    <a:pt x="6943" y="17619"/>
                    <a:pt x="3613" y="17312"/>
                    <a:pt x="2856" y="16415"/>
                  </a:cubicBezTo>
                  <a:cubicBezTo>
                    <a:pt x="2186" y="15608"/>
                    <a:pt x="3226" y="13571"/>
                    <a:pt x="2856" y="12661"/>
                  </a:cubicBezTo>
                  <a:cubicBezTo>
                    <a:pt x="2486" y="11752"/>
                    <a:pt x="266" y="10368"/>
                    <a:pt x="72" y="9420"/>
                  </a:cubicBezTo>
                  <a:cubicBezTo>
                    <a:pt x="-210" y="8190"/>
                    <a:pt x="336" y="5307"/>
                    <a:pt x="1728" y="4564"/>
                  </a:cubicBezTo>
                  <a:cubicBezTo>
                    <a:pt x="2538" y="4154"/>
                    <a:pt x="4688" y="4872"/>
                    <a:pt x="5639" y="4769"/>
                  </a:cubicBezTo>
                  <a:cubicBezTo>
                    <a:pt x="7348" y="4564"/>
                    <a:pt x="10520" y="3437"/>
                    <a:pt x="12035" y="2835"/>
                  </a:cubicBezTo>
                  <a:cubicBezTo>
                    <a:pt x="13603" y="2233"/>
                    <a:pt x="16140" y="-99"/>
                    <a:pt x="17902" y="3"/>
                  </a:cubicBezTo>
                  <a:cubicBezTo>
                    <a:pt x="18941" y="80"/>
                    <a:pt x="20632" y="1400"/>
                    <a:pt x="20967" y="2143"/>
                  </a:cubicBezTo>
                  <a:cubicBezTo>
                    <a:pt x="21390" y="3142"/>
                    <a:pt x="20474" y="5346"/>
                    <a:pt x="19822" y="6281"/>
                  </a:cubicBezTo>
                  <a:cubicBezTo>
                    <a:pt x="19241" y="7191"/>
                    <a:pt x="16633" y="8357"/>
                    <a:pt x="16245" y="9317"/>
                  </a:cubicBezTo>
                  <a:cubicBezTo>
                    <a:pt x="15840" y="10317"/>
                    <a:pt x="17373" y="12366"/>
                    <a:pt x="17056" y="13366"/>
                  </a:cubicBezTo>
                  <a:cubicBezTo>
                    <a:pt x="16739" y="14327"/>
                    <a:pt x="14519" y="15710"/>
                    <a:pt x="14026" y="16620"/>
                  </a:cubicBezTo>
                  <a:cubicBezTo>
                    <a:pt x="13462" y="17542"/>
                    <a:pt x="13744" y="19771"/>
                    <a:pt x="12863" y="20553"/>
                  </a:cubicBezTo>
                  <a:cubicBezTo>
                    <a:pt x="12475" y="20924"/>
                    <a:pt x="11136" y="21501"/>
                    <a:pt x="10520" y="2138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57" name="Shape 4739"/>
            <p:cNvSpPr/>
            <p:nvPr/>
          </p:nvSpPr>
          <p:spPr>
            <a:xfrm>
              <a:off x="7110626" y="1265645"/>
              <a:ext cx="26882" cy="37540"/>
            </a:xfrm>
            <a:custGeom>
              <a:avLst/>
              <a:gdLst/>
              <a:ahLst/>
              <a:cxnLst>
                <a:cxn ang="0">
                  <a:pos x="wd2" y="hd2"/>
                </a:cxn>
                <a:cxn ang="5400000">
                  <a:pos x="wd2" y="hd2"/>
                </a:cxn>
                <a:cxn ang="10800000">
                  <a:pos x="wd2" y="hd2"/>
                </a:cxn>
                <a:cxn ang="16200000">
                  <a:pos x="wd2" y="hd2"/>
                </a:cxn>
              </a:cxnLst>
              <a:rect l="0" t="0" r="r" b="b"/>
              <a:pathLst>
                <a:path w="21075" h="21400" extrusionOk="0">
                  <a:moveTo>
                    <a:pt x="10520" y="21386"/>
                  </a:moveTo>
                  <a:cubicBezTo>
                    <a:pt x="9339" y="21117"/>
                    <a:pt x="8916" y="18939"/>
                    <a:pt x="8000" y="18337"/>
                  </a:cubicBezTo>
                  <a:cubicBezTo>
                    <a:pt x="6943" y="17632"/>
                    <a:pt x="3613" y="17312"/>
                    <a:pt x="2856" y="16415"/>
                  </a:cubicBezTo>
                  <a:cubicBezTo>
                    <a:pt x="2186" y="15608"/>
                    <a:pt x="3226" y="13571"/>
                    <a:pt x="2856" y="12661"/>
                  </a:cubicBezTo>
                  <a:cubicBezTo>
                    <a:pt x="2486" y="11752"/>
                    <a:pt x="266" y="10368"/>
                    <a:pt x="72" y="9420"/>
                  </a:cubicBezTo>
                  <a:cubicBezTo>
                    <a:pt x="-210" y="8190"/>
                    <a:pt x="336" y="5307"/>
                    <a:pt x="1728" y="4564"/>
                  </a:cubicBezTo>
                  <a:cubicBezTo>
                    <a:pt x="2538" y="4154"/>
                    <a:pt x="4688" y="4872"/>
                    <a:pt x="5639" y="4769"/>
                  </a:cubicBezTo>
                  <a:cubicBezTo>
                    <a:pt x="7348" y="4564"/>
                    <a:pt x="10520" y="3437"/>
                    <a:pt x="12035" y="2835"/>
                  </a:cubicBezTo>
                  <a:cubicBezTo>
                    <a:pt x="13603" y="2233"/>
                    <a:pt x="16140" y="-99"/>
                    <a:pt x="17902" y="3"/>
                  </a:cubicBezTo>
                  <a:cubicBezTo>
                    <a:pt x="18941" y="80"/>
                    <a:pt x="20632" y="1400"/>
                    <a:pt x="20967" y="2143"/>
                  </a:cubicBezTo>
                  <a:cubicBezTo>
                    <a:pt x="21390" y="3142"/>
                    <a:pt x="20474" y="5346"/>
                    <a:pt x="19822" y="6281"/>
                  </a:cubicBezTo>
                  <a:cubicBezTo>
                    <a:pt x="19241" y="7191"/>
                    <a:pt x="16633" y="8357"/>
                    <a:pt x="16245" y="9317"/>
                  </a:cubicBezTo>
                  <a:cubicBezTo>
                    <a:pt x="15840" y="10317"/>
                    <a:pt x="17373" y="12366"/>
                    <a:pt x="17056" y="13366"/>
                  </a:cubicBezTo>
                  <a:cubicBezTo>
                    <a:pt x="16739" y="14339"/>
                    <a:pt x="14519" y="15710"/>
                    <a:pt x="14008" y="16620"/>
                  </a:cubicBezTo>
                  <a:cubicBezTo>
                    <a:pt x="13462" y="17542"/>
                    <a:pt x="13744" y="19771"/>
                    <a:pt x="12863" y="20553"/>
                  </a:cubicBezTo>
                  <a:cubicBezTo>
                    <a:pt x="12475" y="20924"/>
                    <a:pt x="11136" y="21501"/>
                    <a:pt x="10520" y="2138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58" name="Shape 4740"/>
            <p:cNvSpPr/>
            <p:nvPr/>
          </p:nvSpPr>
          <p:spPr>
            <a:xfrm>
              <a:off x="6397263" y="966492"/>
              <a:ext cx="40273" cy="37673"/>
            </a:xfrm>
            <a:custGeom>
              <a:avLst/>
              <a:gdLst/>
              <a:ahLst/>
              <a:cxnLst>
                <a:cxn ang="0">
                  <a:pos x="wd2" y="hd2"/>
                </a:cxn>
                <a:cxn ang="5400000">
                  <a:pos x="wd2" y="hd2"/>
                </a:cxn>
                <a:cxn ang="10800000">
                  <a:pos x="wd2" y="hd2"/>
                </a:cxn>
                <a:cxn ang="16200000">
                  <a:pos x="wd2" y="hd2"/>
                </a:cxn>
              </a:cxnLst>
              <a:rect l="0" t="0" r="r" b="b"/>
              <a:pathLst>
                <a:path w="21446" h="21489" extrusionOk="0">
                  <a:moveTo>
                    <a:pt x="7126" y="16631"/>
                  </a:moveTo>
                  <a:cubicBezTo>
                    <a:pt x="6288" y="17208"/>
                    <a:pt x="4517" y="18208"/>
                    <a:pt x="3859" y="18990"/>
                  </a:cubicBezTo>
                  <a:cubicBezTo>
                    <a:pt x="3416" y="19515"/>
                    <a:pt x="3201" y="21477"/>
                    <a:pt x="2531" y="21490"/>
                  </a:cubicBezTo>
                  <a:cubicBezTo>
                    <a:pt x="1370" y="21528"/>
                    <a:pt x="90" y="18541"/>
                    <a:pt x="6" y="17311"/>
                  </a:cubicBezTo>
                  <a:cubicBezTo>
                    <a:pt x="-90" y="16093"/>
                    <a:pt x="1071" y="13798"/>
                    <a:pt x="1789" y="12837"/>
                  </a:cubicBezTo>
                  <a:cubicBezTo>
                    <a:pt x="2435" y="11978"/>
                    <a:pt x="4338" y="10940"/>
                    <a:pt x="5187" y="10273"/>
                  </a:cubicBezTo>
                  <a:cubicBezTo>
                    <a:pt x="6073" y="9568"/>
                    <a:pt x="7868" y="8094"/>
                    <a:pt x="8706" y="7299"/>
                  </a:cubicBezTo>
                  <a:cubicBezTo>
                    <a:pt x="9519" y="6530"/>
                    <a:pt x="11183" y="4992"/>
                    <a:pt x="11865" y="4069"/>
                  </a:cubicBezTo>
                  <a:cubicBezTo>
                    <a:pt x="12439" y="3287"/>
                    <a:pt x="13014" y="1197"/>
                    <a:pt x="13756" y="620"/>
                  </a:cubicBezTo>
                  <a:cubicBezTo>
                    <a:pt x="14282" y="197"/>
                    <a:pt x="15682" y="-72"/>
                    <a:pt x="16340" y="18"/>
                  </a:cubicBezTo>
                  <a:cubicBezTo>
                    <a:pt x="17010" y="82"/>
                    <a:pt x="18135" y="928"/>
                    <a:pt x="18734" y="1223"/>
                  </a:cubicBezTo>
                  <a:cubicBezTo>
                    <a:pt x="19212" y="1479"/>
                    <a:pt x="20337" y="1735"/>
                    <a:pt x="20696" y="2171"/>
                  </a:cubicBezTo>
                  <a:cubicBezTo>
                    <a:pt x="21079" y="2633"/>
                    <a:pt x="21510" y="3928"/>
                    <a:pt x="21438" y="4543"/>
                  </a:cubicBezTo>
                  <a:cubicBezTo>
                    <a:pt x="21402" y="5030"/>
                    <a:pt x="20840" y="5914"/>
                    <a:pt x="20433" y="6158"/>
                  </a:cubicBezTo>
                  <a:cubicBezTo>
                    <a:pt x="19811" y="6530"/>
                    <a:pt x="18279" y="6107"/>
                    <a:pt x="17609" y="6286"/>
                  </a:cubicBezTo>
                  <a:cubicBezTo>
                    <a:pt x="16939" y="6479"/>
                    <a:pt x="15814" y="7286"/>
                    <a:pt x="15215" y="7581"/>
                  </a:cubicBezTo>
                  <a:cubicBezTo>
                    <a:pt x="14569" y="7876"/>
                    <a:pt x="13193" y="8183"/>
                    <a:pt x="12607" y="8581"/>
                  </a:cubicBezTo>
                  <a:cubicBezTo>
                    <a:pt x="12068" y="8965"/>
                    <a:pt x="10608" y="9940"/>
                    <a:pt x="10788" y="10619"/>
                  </a:cubicBezTo>
                  <a:cubicBezTo>
                    <a:pt x="10979" y="11350"/>
                    <a:pt x="13133" y="10786"/>
                    <a:pt x="13516" y="11427"/>
                  </a:cubicBezTo>
                  <a:cubicBezTo>
                    <a:pt x="13756" y="11862"/>
                    <a:pt x="13325" y="12978"/>
                    <a:pt x="13133" y="13452"/>
                  </a:cubicBezTo>
                  <a:cubicBezTo>
                    <a:pt x="12918" y="13965"/>
                    <a:pt x="12331" y="14977"/>
                    <a:pt x="11865" y="15208"/>
                  </a:cubicBezTo>
                  <a:cubicBezTo>
                    <a:pt x="11314" y="15477"/>
                    <a:pt x="10094" y="14926"/>
                    <a:pt x="9519" y="15080"/>
                  </a:cubicBezTo>
                  <a:cubicBezTo>
                    <a:pt x="8849" y="15260"/>
                    <a:pt x="7724" y="16221"/>
                    <a:pt x="7126" y="1663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59" name="Shape 4741"/>
            <p:cNvSpPr/>
            <p:nvPr/>
          </p:nvSpPr>
          <p:spPr>
            <a:xfrm>
              <a:off x="6397263" y="966492"/>
              <a:ext cx="40273" cy="37673"/>
            </a:xfrm>
            <a:custGeom>
              <a:avLst/>
              <a:gdLst/>
              <a:ahLst/>
              <a:cxnLst>
                <a:cxn ang="0">
                  <a:pos x="wd2" y="hd2"/>
                </a:cxn>
                <a:cxn ang="5400000">
                  <a:pos x="wd2" y="hd2"/>
                </a:cxn>
                <a:cxn ang="10800000">
                  <a:pos x="wd2" y="hd2"/>
                </a:cxn>
                <a:cxn ang="16200000">
                  <a:pos x="wd2" y="hd2"/>
                </a:cxn>
              </a:cxnLst>
              <a:rect l="0" t="0" r="r" b="b"/>
              <a:pathLst>
                <a:path w="21446" h="21489" extrusionOk="0">
                  <a:moveTo>
                    <a:pt x="7126" y="16631"/>
                  </a:moveTo>
                  <a:cubicBezTo>
                    <a:pt x="6288" y="17208"/>
                    <a:pt x="4517" y="18208"/>
                    <a:pt x="3859" y="18990"/>
                  </a:cubicBezTo>
                  <a:cubicBezTo>
                    <a:pt x="3416" y="19528"/>
                    <a:pt x="3201" y="21477"/>
                    <a:pt x="2531" y="21490"/>
                  </a:cubicBezTo>
                  <a:cubicBezTo>
                    <a:pt x="1370" y="21528"/>
                    <a:pt x="90" y="18541"/>
                    <a:pt x="6" y="17311"/>
                  </a:cubicBezTo>
                  <a:cubicBezTo>
                    <a:pt x="-90" y="16093"/>
                    <a:pt x="1071" y="13798"/>
                    <a:pt x="1789" y="12837"/>
                  </a:cubicBezTo>
                  <a:cubicBezTo>
                    <a:pt x="2435" y="11978"/>
                    <a:pt x="4338" y="10940"/>
                    <a:pt x="5187" y="10273"/>
                  </a:cubicBezTo>
                  <a:cubicBezTo>
                    <a:pt x="6073" y="9568"/>
                    <a:pt x="7868" y="8094"/>
                    <a:pt x="8706" y="7299"/>
                  </a:cubicBezTo>
                  <a:cubicBezTo>
                    <a:pt x="9519" y="6543"/>
                    <a:pt x="11183" y="4992"/>
                    <a:pt x="11865" y="4069"/>
                  </a:cubicBezTo>
                  <a:cubicBezTo>
                    <a:pt x="12439" y="3287"/>
                    <a:pt x="13014" y="1197"/>
                    <a:pt x="13756" y="620"/>
                  </a:cubicBezTo>
                  <a:cubicBezTo>
                    <a:pt x="14282" y="197"/>
                    <a:pt x="15682" y="-72"/>
                    <a:pt x="16340" y="18"/>
                  </a:cubicBezTo>
                  <a:cubicBezTo>
                    <a:pt x="17010" y="95"/>
                    <a:pt x="18135" y="928"/>
                    <a:pt x="18734" y="1223"/>
                  </a:cubicBezTo>
                  <a:cubicBezTo>
                    <a:pt x="19212" y="1479"/>
                    <a:pt x="20337" y="1735"/>
                    <a:pt x="20696" y="2171"/>
                  </a:cubicBezTo>
                  <a:cubicBezTo>
                    <a:pt x="21079" y="2633"/>
                    <a:pt x="21510" y="3928"/>
                    <a:pt x="21438" y="4543"/>
                  </a:cubicBezTo>
                  <a:cubicBezTo>
                    <a:pt x="21402" y="5030"/>
                    <a:pt x="20840" y="5914"/>
                    <a:pt x="20433" y="6158"/>
                  </a:cubicBezTo>
                  <a:cubicBezTo>
                    <a:pt x="19811" y="6543"/>
                    <a:pt x="18279" y="6107"/>
                    <a:pt x="17609" y="6286"/>
                  </a:cubicBezTo>
                  <a:cubicBezTo>
                    <a:pt x="16939" y="6479"/>
                    <a:pt x="15814" y="7286"/>
                    <a:pt x="15215" y="7581"/>
                  </a:cubicBezTo>
                  <a:cubicBezTo>
                    <a:pt x="14569" y="7876"/>
                    <a:pt x="13193" y="8183"/>
                    <a:pt x="12607" y="8581"/>
                  </a:cubicBezTo>
                  <a:cubicBezTo>
                    <a:pt x="12056" y="8965"/>
                    <a:pt x="10608" y="9940"/>
                    <a:pt x="10788" y="10619"/>
                  </a:cubicBezTo>
                  <a:cubicBezTo>
                    <a:pt x="10979" y="11350"/>
                    <a:pt x="13133" y="10786"/>
                    <a:pt x="13516" y="11427"/>
                  </a:cubicBezTo>
                  <a:cubicBezTo>
                    <a:pt x="13756" y="11862"/>
                    <a:pt x="13325" y="12991"/>
                    <a:pt x="13133" y="13452"/>
                  </a:cubicBezTo>
                  <a:cubicBezTo>
                    <a:pt x="12918" y="13965"/>
                    <a:pt x="12331" y="14977"/>
                    <a:pt x="11865" y="15208"/>
                  </a:cubicBezTo>
                  <a:cubicBezTo>
                    <a:pt x="11314" y="15477"/>
                    <a:pt x="10094" y="14926"/>
                    <a:pt x="9519" y="15080"/>
                  </a:cubicBezTo>
                  <a:cubicBezTo>
                    <a:pt x="8849" y="15260"/>
                    <a:pt x="7724" y="16221"/>
                    <a:pt x="7126" y="1663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60" name="Shape 4742"/>
            <p:cNvSpPr/>
            <p:nvPr/>
          </p:nvSpPr>
          <p:spPr>
            <a:xfrm>
              <a:off x="6420274" y="966492"/>
              <a:ext cx="26437" cy="21095"/>
            </a:xfrm>
            <a:custGeom>
              <a:avLst/>
              <a:gdLst/>
              <a:ahLst/>
              <a:cxnLst>
                <a:cxn ang="0">
                  <a:pos x="wd2" y="hd2"/>
                </a:cxn>
                <a:cxn ang="5400000">
                  <a:pos x="wd2" y="hd2"/>
                </a:cxn>
                <a:cxn ang="10800000">
                  <a:pos x="wd2" y="hd2"/>
                </a:cxn>
                <a:cxn ang="16200000">
                  <a:pos x="wd2" y="hd2"/>
                </a:cxn>
              </a:cxnLst>
              <a:rect l="0" t="0" r="r" b="b"/>
              <a:pathLst>
                <a:path w="21086" h="21318" extrusionOk="0">
                  <a:moveTo>
                    <a:pt x="9637" y="17366"/>
                  </a:moveTo>
                  <a:cubicBezTo>
                    <a:pt x="11017" y="16390"/>
                    <a:pt x="13993" y="14891"/>
                    <a:pt x="15319" y="13778"/>
                  </a:cubicBezTo>
                  <a:cubicBezTo>
                    <a:pt x="16861" y="12460"/>
                    <a:pt x="20446" y="9826"/>
                    <a:pt x="20984" y="7554"/>
                  </a:cubicBezTo>
                  <a:cubicBezTo>
                    <a:pt x="21360" y="5987"/>
                    <a:pt x="20643" y="2308"/>
                    <a:pt x="19675" y="1195"/>
                  </a:cubicBezTo>
                  <a:cubicBezTo>
                    <a:pt x="18546" y="-32"/>
                    <a:pt x="15212" y="-259"/>
                    <a:pt x="13813" y="263"/>
                  </a:cubicBezTo>
                  <a:cubicBezTo>
                    <a:pt x="12541" y="695"/>
                    <a:pt x="10802" y="3602"/>
                    <a:pt x="9637" y="4443"/>
                  </a:cubicBezTo>
                  <a:cubicBezTo>
                    <a:pt x="8490" y="5283"/>
                    <a:pt x="5783" y="6101"/>
                    <a:pt x="4636" y="6964"/>
                  </a:cubicBezTo>
                  <a:cubicBezTo>
                    <a:pt x="3417" y="7827"/>
                    <a:pt x="836" y="9757"/>
                    <a:pt x="298" y="11370"/>
                  </a:cubicBezTo>
                  <a:cubicBezTo>
                    <a:pt x="-240" y="12915"/>
                    <a:pt x="-7" y="16639"/>
                    <a:pt x="656" y="18070"/>
                  </a:cubicBezTo>
                  <a:cubicBezTo>
                    <a:pt x="1302" y="19365"/>
                    <a:pt x="3453" y="21318"/>
                    <a:pt x="4636" y="21318"/>
                  </a:cubicBezTo>
                  <a:cubicBezTo>
                    <a:pt x="6106" y="21341"/>
                    <a:pt x="8346" y="18297"/>
                    <a:pt x="9637" y="1736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61" name="Shape 4743"/>
            <p:cNvSpPr/>
            <p:nvPr/>
          </p:nvSpPr>
          <p:spPr>
            <a:xfrm>
              <a:off x="6420274" y="966492"/>
              <a:ext cx="26427" cy="21100"/>
            </a:xfrm>
            <a:custGeom>
              <a:avLst/>
              <a:gdLst/>
              <a:ahLst/>
              <a:cxnLst>
                <a:cxn ang="0">
                  <a:pos x="wd2" y="hd2"/>
                </a:cxn>
                <a:cxn ang="5400000">
                  <a:pos x="wd2" y="hd2"/>
                </a:cxn>
                <a:cxn ang="10800000">
                  <a:pos x="wd2" y="hd2"/>
                </a:cxn>
                <a:cxn ang="16200000">
                  <a:pos x="wd2" y="hd2"/>
                </a:cxn>
              </a:cxnLst>
              <a:rect l="0" t="0" r="r" b="b"/>
              <a:pathLst>
                <a:path w="21095" h="21325" extrusionOk="0">
                  <a:moveTo>
                    <a:pt x="9637" y="17373"/>
                  </a:moveTo>
                  <a:cubicBezTo>
                    <a:pt x="11019" y="16397"/>
                    <a:pt x="13997" y="14898"/>
                    <a:pt x="15324" y="13785"/>
                  </a:cubicBezTo>
                  <a:cubicBezTo>
                    <a:pt x="16867" y="12467"/>
                    <a:pt x="20455" y="9833"/>
                    <a:pt x="20993" y="7561"/>
                  </a:cubicBezTo>
                  <a:cubicBezTo>
                    <a:pt x="21370" y="5994"/>
                    <a:pt x="20652" y="2315"/>
                    <a:pt x="19684" y="1202"/>
                  </a:cubicBezTo>
                  <a:cubicBezTo>
                    <a:pt x="18553" y="-25"/>
                    <a:pt x="15234" y="-252"/>
                    <a:pt x="13817" y="248"/>
                  </a:cubicBezTo>
                  <a:cubicBezTo>
                    <a:pt x="12543" y="702"/>
                    <a:pt x="10803" y="3609"/>
                    <a:pt x="9637" y="4450"/>
                  </a:cubicBezTo>
                  <a:cubicBezTo>
                    <a:pt x="8489" y="5290"/>
                    <a:pt x="5780" y="6108"/>
                    <a:pt x="4632" y="6971"/>
                  </a:cubicBezTo>
                  <a:cubicBezTo>
                    <a:pt x="3412" y="7834"/>
                    <a:pt x="828" y="9764"/>
                    <a:pt x="290" y="11377"/>
                  </a:cubicBezTo>
                  <a:cubicBezTo>
                    <a:pt x="-230" y="12922"/>
                    <a:pt x="-15" y="16646"/>
                    <a:pt x="649" y="18077"/>
                  </a:cubicBezTo>
                  <a:cubicBezTo>
                    <a:pt x="1295" y="19372"/>
                    <a:pt x="3448" y="21325"/>
                    <a:pt x="4632" y="21325"/>
                  </a:cubicBezTo>
                  <a:cubicBezTo>
                    <a:pt x="6103" y="21348"/>
                    <a:pt x="8345" y="18304"/>
                    <a:pt x="9637" y="1737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62" name="Shape 4744"/>
            <p:cNvSpPr/>
            <p:nvPr/>
          </p:nvSpPr>
          <p:spPr>
            <a:xfrm>
              <a:off x="6443286" y="920469"/>
              <a:ext cx="15065" cy="24323"/>
            </a:xfrm>
            <a:custGeom>
              <a:avLst/>
              <a:gdLst/>
              <a:ahLst/>
              <a:cxnLst>
                <a:cxn ang="0">
                  <a:pos x="wd2" y="hd2"/>
                </a:cxn>
                <a:cxn ang="5400000">
                  <a:pos x="wd2" y="hd2"/>
                </a:cxn>
                <a:cxn ang="10800000">
                  <a:pos x="wd2" y="hd2"/>
                </a:cxn>
                <a:cxn ang="16200000">
                  <a:pos x="wd2" y="hd2"/>
                </a:cxn>
              </a:cxnLst>
              <a:rect l="0" t="0" r="r" b="b"/>
              <a:pathLst>
                <a:path w="21230" h="20781" extrusionOk="0">
                  <a:moveTo>
                    <a:pt x="5044" y="20737"/>
                  </a:moveTo>
                  <a:cubicBezTo>
                    <a:pt x="8338" y="21255"/>
                    <a:pt x="13532" y="17146"/>
                    <a:pt x="15559" y="15437"/>
                  </a:cubicBezTo>
                  <a:cubicBezTo>
                    <a:pt x="17902" y="13479"/>
                    <a:pt x="21323" y="8717"/>
                    <a:pt x="21228" y="6260"/>
                  </a:cubicBezTo>
                  <a:cubicBezTo>
                    <a:pt x="21133" y="4609"/>
                    <a:pt x="19233" y="1114"/>
                    <a:pt x="16952" y="289"/>
                  </a:cubicBezTo>
                  <a:cubicBezTo>
                    <a:pt x="15179" y="-345"/>
                    <a:pt x="10681" y="193"/>
                    <a:pt x="8844" y="692"/>
                  </a:cubicBezTo>
                  <a:cubicBezTo>
                    <a:pt x="6342" y="1402"/>
                    <a:pt x="2193" y="3975"/>
                    <a:pt x="990" y="5549"/>
                  </a:cubicBezTo>
                  <a:cubicBezTo>
                    <a:pt x="-277" y="7393"/>
                    <a:pt x="-150" y="11559"/>
                    <a:pt x="388" y="13537"/>
                  </a:cubicBezTo>
                  <a:cubicBezTo>
                    <a:pt x="927" y="15437"/>
                    <a:pt x="1940" y="20257"/>
                    <a:pt x="5044" y="2073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63" name="Shape 4745"/>
            <p:cNvSpPr/>
            <p:nvPr/>
          </p:nvSpPr>
          <p:spPr>
            <a:xfrm>
              <a:off x="6443286" y="920469"/>
              <a:ext cx="15065" cy="24323"/>
            </a:xfrm>
            <a:custGeom>
              <a:avLst/>
              <a:gdLst/>
              <a:ahLst/>
              <a:cxnLst>
                <a:cxn ang="0">
                  <a:pos x="wd2" y="hd2"/>
                </a:cxn>
                <a:cxn ang="5400000">
                  <a:pos x="wd2" y="hd2"/>
                </a:cxn>
                <a:cxn ang="10800000">
                  <a:pos x="wd2" y="hd2"/>
                </a:cxn>
                <a:cxn ang="16200000">
                  <a:pos x="wd2" y="hd2"/>
                </a:cxn>
              </a:cxnLst>
              <a:rect l="0" t="0" r="r" b="b"/>
              <a:pathLst>
                <a:path w="21230" h="20781" extrusionOk="0">
                  <a:moveTo>
                    <a:pt x="5044" y="20737"/>
                  </a:moveTo>
                  <a:cubicBezTo>
                    <a:pt x="8338" y="21255"/>
                    <a:pt x="13532" y="17146"/>
                    <a:pt x="15559" y="15437"/>
                  </a:cubicBezTo>
                  <a:cubicBezTo>
                    <a:pt x="17902" y="13479"/>
                    <a:pt x="21323" y="8717"/>
                    <a:pt x="21228" y="6260"/>
                  </a:cubicBezTo>
                  <a:cubicBezTo>
                    <a:pt x="21133" y="4609"/>
                    <a:pt x="19233" y="1114"/>
                    <a:pt x="16921" y="289"/>
                  </a:cubicBezTo>
                  <a:cubicBezTo>
                    <a:pt x="15179" y="-345"/>
                    <a:pt x="10681" y="193"/>
                    <a:pt x="8844" y="692"/>
                  </a:cubicBezTo>
                  <a:cubicBezTo>
                    <a:pt x="6342" y="1402"/>
                    <a:pt x="2193" y="3975"/>
                    <a:pt x="990" y="5549"/>
                  </a:cubicBezTo>
                  <a:cubicBezTo>
                    <a:pt x="-277" y="7393"/>
                    <a:pt x="-150" y="11559"/>
                    <a:pt x="388" y="13537"/>
                  </a:cubicBezTo>
                  <a:cubicBezTo>
                    <a:pt x="927" y="15437"/>
                    <a:pt x="1940" y="20257"/>
                    <a:pt x="5044" y="2073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64" name="Shape 4746"/>
            <p:cNvSpPr/>
            <p:nvPr/>
          </p:nvSpPr>
          <p:spPr>
            <a:xfrm>
              <a:off x="6029075" y="966492"/>
              <a:ext cx="1085947" cy="1147709"/>
            </a:xfrm>
            <a:custGeom>
              <a:avLst/>
              <a:gdLst/>
              <a:ahLst/>
              <a:cxnLst>
                <a:cxn ang="0">
                  <a:pos x="wd2" y="hd2"/>
                </a:cxn>
                <a:cxn ang="5400000">
                  <a:pos x="wd2" y="hd2"/>
                </a:cxn>
                <a:cxn ang="10800000">
                  <a:pos x="wd2" y="hd2"/>
                </a:cxn>
                <a:cxn ang="16200000">
                  <a:pos x="wd2" y="hd2"/>
                </a:cxn>
              </a:cxnLst>
              <a:rect l="0" t="0" r="r" b="b"/>
              <a:pathLst>
                <a:path w="21582" h="21595" extrusionOk="0">
                  <a:moveTo>
                    <a:pt x="7032" y="16945"/>
                  </a:moveTo>
                  <a:cubicBezTo>
                    <a:pt x="7023" y="16919"/>
                    <a:pt x="7011" y="16895"/>
                    <a:pt x="7002" y="16880"/>
                  </a:cubicBezTo>
                  <a:cubicBezTo>
                    <a:pt x="6984" y="16851"/>
                    <a:pt x="6920" y="16809"/>
                    <a:pt x="6907" y="16778"/>
                  </a:cubicBezTo>
                  <a:cubicBezTo>
                    <a:pt x="6893" y="16740"/>
                    <a:pt x="6918" y="16656"/>
                    <a:pt x="6907" y="16617"/>
                  </a:cubicBezTo>
                  <a:cubicBezTo>
                    <a:pt x="6897" y="16577"/>
                    <a:pt x="6834" y="16510"/>
                    <a:pt x="6823" y="16470"/>
                  </a:cubicBezTo>
                  <a:cubicBezTo>
                    <a:pt x="6812" y="16429"/>
                    <a:pt x="6830" y="16341"/>
                    <a:pt x="6818" y="16301"/>
                  </a:cubicBezTo>
                  <a:cubicBezTo>
                    <a:pt x="6809" y="16270"/>
                    <a:pt x="6761" y="16220"/>
                    <a:pt x="6752" y="16189"/>
                  </a:cubicBezTo>
                  <a:cubicBezTo>
                    <a:pt x="6737" y="16141"/>
                    <a:pt x="6731" y="16038"/>
                    <a:pt x="6738" y="15989"/>
                  </a:cubicBezTo>
                  <a:cubicBezTo>
                    <a:pt x="6744" y="15943"/>
                    <a:pt x="6788" y="15859"/>
                    <a:pt x="6800" y="15815"/>
                  </a:cubicBezTo>
                  <a:cubicBezTo>
                    <a:pt x="6812" y="15767"/>
                    <a:pt x="6842" y="15667"/>
                    <a:pt x="6833" y="15619"/>
                  </a:cubicBezTo>
                  <a:cubicBezTo>
                    <a:pt x="6823" y="15575"/>
                    <a:pt x="6756" y="15507"/>
                    <a:pt x="6734" y="15467"/>
                  </a:cubicBezTo>
                  <a:cubicBezTo>
                    <a:pt x="6711" y="15428"/>
                    <a:pt x="6679" y="15344"/>
                    <a:pt x="6653" y="15307"/>
                  </a:cubicBezTo>
                  <a:cubicBezTo>
                    <a:pt x="6610" y="15245"/>
                    <a:pt x="6499" y="15139"/>
                    <a:pt x="6446" y="15084"/>
                  </a:cubicBezTo>
                  <a:cubicBezTo>
                    <a:pt x="6384" y="15019"/>
                    <a:pt x="6251" y="14893"/>
                    <a:pt x="6192" y="14826"/>
                  </a:cubicBezTo>
                  <a:cubicBezTo>
                    <a:pt x="6139" y="14764"/>
                    <a:pt x="6061" y="14610"/>
                    <a:pt x="5990" y="14567"/>
                  </a:cubicBezTo>
                  <a:cubicBezTo>
                    <a:pt x="5928" y="14531"/>
                    <a:pt x="5779" y="14519"/>
                    <a:pt x="5707" y="14514"/>
                  </a:cubicBezTo>
                  <a:cubicBezTo>
                    <a:pt x="5640" y="14508"/>
                    <a:pt x="5503" y="14540"/>
                    <a:pt x="5439" y="14522"/>
                  </a:cubicBezTo>
                  <a:cubicBezTo>
                    <a:pt x="5376" y="14506"/>
                    <a:pt x="5272" y="14425"/>
                    <a:pt x="5222" y="14384"/>
                  </a:cubicBezTo>
                  <a:cubicBezTo>
                    <a:pt x="5177" y="14345"/>
                    <a:pt x="5105" y="14245"/>
                    <a:pt x="5058" y="14206"/>
                  </a:cubicBezTo>
                  <a:cubicBezTo>
                    <a:pt x="5029" y="14182"/>
                    <a:pt x="4961" y="14147"/>
                    <a:pt x="4931" y="14126"/>
                  </a:cubicBezTo>
                  <a:cubicBezTo>
                    <a:pt x="4912" y="14112"/>
                    <a:pt x="4876" y="14081"/>
                    <a:pt x="4855" y="14068"/>
                  </a:cubicBezTo>
                  <a:cubicBezTo>
                    <a:pt x="4803" y="14033"/>
                    <a:pt x="4696" y="13970"/>
                    <a:pt x="4639" y="13943"/>
                  </a:cubicBezTo>
                  <a:cubicBezTo>
                    <a:pt x="4588" y="13919"/>
                    <a:pt x="4472" y="13897"/>
                    <a:pt x="4427" y="13863"/>
                  </a:cubicBezTo>
                  <a:cubicBezTo>
                    <a:pt x="4392" y="13837"/>
                    <a:pt x="4347" y="13761"/>
                    <a:pt x="4324" y="13725"/>
                  </a:cubicBezTo>
                  <a:cubicBezTo>
                    <a:pt x="4301" y="13690"/>
                    <a:pt x="4261" y="13619"/>
                    <a:pt x="4243" y="13582"/>
                  </a:cubicBezTo>
                  <a:cubicBezTo>
                    <a:pt x="4225" y="13543"/>
                    <a:pt x="4208" y="13457"/>
                    <a:pt x="4182" y="13422"/>
                  </a:cubicBezTo>
                  <a:cubicBezTo>
                    <a:pt x="4166" y="13401"/>
                    <a:pt x="4108" y="13382"/>
                    <a:pt x="4098" y="13359"/>
                  </a:cubicBezTo>
                  <a:cubicBezTo>
                    <a:pt x="4083" y="13329"/>
                    <a:pt x="4113" y="13259"/>
                    <a:pt x="4107" y="13225"/>
                  </a:cubicBezTo>
                  <a:cubicBezTo>
                    <a:pt x="4100" y="13190"/>
                    <a:pt x="4073" y="13118"/>
                    <a:pt x="4046" y="13092"/>
                  </a:cubicBezTo>
                  <a:cubicBezTo>
                    <a:pt x="4005" y="13050"/>
                    <a:pt x="3889" y="13009"/>
                    <a:pt x="3834" y="12985"/>
                  </a:cubicBezTo>
                  <a:cubicBezTo>
                    <a:pt x="3780" y="12961"/>
                    <a:pt x="3664" y="12925"/>
                    <a:pt x="3608" y="12905"/>
                  </a:cubicBezTo>
                  <a:cubicBezTo>
                    <a:pt x="3526" y="12876"/>
                    <a:pt x="3367" y="12810"/>
                    <a:pt x="3283" y="12789"/>
                  </a:cubicBezTo>
                  <a:cubicBezTo>
                    <a:pt x="3190" y="12765"/>
                    <a:pt x="2988" y="12772"/>
                    <a:pt x="2902" y="12731"/>
                  </a:cubicBezTo>
                  <a:cubicBezTo>
                    <a:pt x="2843" y="12703"/>
                    <a:pt x="2752" y="12606"/>
                    <a:pt x="2709" y="12557"/>
                  </a:cubicBezTo>
                  <a:cubicBezTo>
                    <a:pt x="2672" y="12515"/>
                    <a:pt x="2612" y="12421"/>
                    <a:pt x="2582" y="12375"/>
                  </a:cubicBezTo>
                  <a:cubicBezTo>
                    <a:pt x="2551" y="12327"/>
                    <a:pt x="2512" y="12209"/>
                    <a:pt x="2459" y="12183"/>
                  </a:cubicBezTo>
                  <a:cubicBezTo>
                    <a:pt x="2409" y="12158"/>
                    <a:pt x="2289" y="12205"/>
                    <a:pt x="2234" y="12196"/>
                  </a:cubicBezTo>
                  <a:cubicBezTo>
                    <a:pt x="2202" y="12191"/>
                    <a:pt x="2147" y="12155"/>
                    <a:pt x="2116" y="12147"/>
                  </a:cubicBezTo>
                  <a:cubicBezTo>
                    <a:pt x="2065" y="12136"/>
                    <a:pt x="1961" y="12132"/>
                    <a:pt x="1909" y="12134"/>
                  </a:cubicBezTo>
                  <a:cubicBezTo>
                    <a:pt x="1865" y="12136"/>
                    <a:pt x="1775" y="12177"/>
                    <a:pt x="1734" y="12160"/>
                  </a:cubicBezTo>
                  <a:cubicBezTo>
                    <a:pt x="1698" y="12146"/>
                    <a:pt x="1673" y="12061"/>
                    <a:pt x="1641" y="12040"/>
                  </a:cubicBezTo>
                  <a:cubicBezTo>
                    <a:pt x="1611" y="12022"/>
                    <a:pt x="1535" y="12020"/>
                    <a:pt x="1505" y="12005"/>
                  </a:cubicBezTo>
                  <a:cubicBezTo>
                    <a:pt x="1472" y="11988"/>
                    <a:pt x="1415" y="11941"/>
                    <a:pt x="1391" y="11915"/>
                  </a:cubicBezTo>
                  <a:cubicBezTo>
                    <a:pt x="1366" y="11890"/>
                    <a:pt x="1332" y="11824"/>
                    <a:pt x="1306" y="11799"/>
                  </a:cubicBezTo>
                  <a:cubicBezTo>
                    <a:pt x="1264" y="11760"/>
                    <a:pt x="1159" y="11709"/>
                    <a:pt x="1113" y="11675"/>
                  </a:cubicBezTo>
                  <a:cubicBezTo>
                    <a:pt x="1073" y="11644"/>
                    <a:pt x="1001" y="11574"/>
                    <a:pt x="962" y="11541"/>
                  </a:cubicBezTo>
                  <a:cubicBezTo>
                    <a:pt x="934" y="11517"/>
                    <a:pt x="878" y="11468"/>
                    <a:pt x="845" y="11447"/>
                  </a:cubicBezTo>
                  <a:cubicBezTo>
                    <a:pt x="806" y="11422"/>
                    <a:pt x="710" y="11397"/>
                    <a:pt x="680" y="11363"/>
                  </a:cubicBezTo>
                  <a:cubicBezTo>
                    <a:pt x="661" y="11340"/>
                    <a:pt x="641" y="11280"/>
                    <a:pt x="647" y="11251"/>
                  </a:cubicBezTo>
                  <a:cubicBezTo>
                    <a:pt x="655" y="11215"/>
                    <a:pt x="732" y="11170"/>
                    <a:pt x="746" y="11136"/>
                  </a:cubicBezTo>
                  <a:cubicBezTo>
                    <a:pt x="759" y="11101"/>
                    <a:pt x="746" y="11025"/>
                    <a:pt x="752" y="10989"/>
                  </a:cubicBezTo>
                  <a:cubicBezTo>
                    <a:pt x="756" y="10941"/>
                    <a:pt x="794" y="10848"/>
                    <a:pt x="788" y="10801"/>
                  </a:cubicBezTo>
                  <a:cubicBezTo>
                    <a:pt x="784" y="10765"/>
                    <a:pt x="725" y="10704"/>
                    <a:pt x="727" y="10668"/>
                  </a:cubicBezTo>
                  <a:cubicBezTo>
                    <a:pt x="730" y="10628"/>
                    <a:pt x="805" y="10569"/>
                    <a:pt x="812" y="10529"/>
                  </a:cubicBezTo>
                  <a:cubicBezTo>
                    <a:pt x="821" y="10484"/>
                    <a:pt x="797" y="10390"/>
                    <a:pt x="779" y="10347"/>
                  </a:cubicBezTo>
                  <a:cubicBezTo>
                    <a:pt x="767" y="10319"/>
                    <a:pt x="716" y="10278"/>
                    <a:pt x="710" y="10248"/>
                  </a:cubicBezTo>
                  <a:cubicBezTo>
                    <a:pt x="696" y="10203"/>
                    <a:pt x="744" y="10107"/>
                    <a:pt x="732" y="10062"/>
                  </a:cubicBezTo>
                  <a:cubicBezTo>
                    <a:pt x="722" y="10022"/>
                    <a:pt x="660" y="9960"/>
                    <a:pt x="633" y="9928"/>
                  </a:cubicBezTo>
                  <a:cubicBezTo>
                    <a:pt x="615" y="9907"/>
                    <a:pt x="563" y="9874"/>
                    <a:pt x="558" y="9847"/>
                  </a:cubicBezTo>
                  <a:cubicBezTo>
                    <a:pt x="550" y="9813"/>
                    <a:pt x="583" y="9742"/>
                    <a:pt x="605" y="9714"/>
                  </a:cubicBezTo>
                  <a:cubicBezTo>
                    <a:pt x="629" y="9682"/>
                    <a:pt x="720" y="9655"/>
                    <a:pt x="741" y="9620"/>
                  </a:cubicBezTo>
                  <a:cubicBezTo>
                    <a:pt x="756" y="9595"/>
                    <a:pt x="759" y="9533"/>
                    <a:pt x="752" y="9505"/>
                  </a:cubicBezTo>
                  <a:cubicBezTo>
                    <a:pt x="744" y="9475"/>
                    <a:pt x="687" y="9432"/>
                    <a:pt x="680" y="9402"/>
                  </a:cubicBezTo>
                  <a:cubicBezTo>
                    <a:pt x="674" y="9375"/>
                    <a:pt x="702" y="9321"/>
                    <a:pt x="699" y="9295"/>
                  </a:cubicBezTo>
                  <a:cubicBezTo>
                    <a:pt x="696" y="9264"/>
                    <a:pt x="655" y="9210"/>
                    <a:pt x="657" y="9179"/>
                  </a:cubicBezTo>
                  <a:cubicBezTo>
                    <a:pt x="658" y="9147"/>
                    <a:pt x="712" y="9092"/>
                    <a:pt x="714" y="9059"/>
                  </a:cubicBezTo>
                  <a:cubicBezTo>
                    <a:pt x="715" y="9000"/>
                    <a:pt x="630" y="8898"/>
                    <a:pt x="629" y="8840"/>
                  </a:cubicBezTo>
                  <a:cubicBezTo>
                    <a:pt x="627" y="8792"/>
                    <a:pt x="665" y="8696"/>
                    <a:pt x="689" y="8653"/>
                  </a:cubicBezTo>
                  <a:cubicBezTo>
                    <a:pt x="712" y="8614"/>
                    <a:pt x="794" y="8558"/>
                    <a:pt x="807" y="8515"/>
                  </a:cubicBezTo>
                  <a:cubicBezTo>
                    <a:pt x="819" y="8479"/>
                    <a:pt x="782" y="8404"/>
                    <a:pt x="788" y="8368"/>
                  </a:cubicBezTo>
                  <a:cubicBezTo>
                    <a:pt x="794" y="8338"/>
                    <a:pt x="823" y="8282"/>
                    <a:pt x="840" y="8257"/>
                  </a:cubicBezTo>
                  <a:cubicBezTo>
                    <a:pt x="857" y="8232"/>
                    <a:pt x="911" y="8198"/>
                    <a:pt x="925" y="8172"/>
                  </a:cubicBezTo>
                  <a:cubicBezTo>
                    <a:pt x="943" y="8138"/>
                    <a:pt x="957" y="8062"/>
                    <a:pt x="953" y="8025"/>
                  </a:cubicBezTo>
                  <a:cubicBezTo>
                    <a:pt x="949" y="7983"/>
                    <a:pt x="913" y="7903"/>
                    <a:pt x="887" y="7869"/>
                  </a:cubicBezTo>
                  <a:cubicBezTo>
                    <a:pt x="869" y="7844"/>
                    <a:pt x="812" y="7810"/>
                    <a:pt x="788" y="7789"/>
                  </a:cubicBezTo>
                  <a:cubicBezTo>
                    <a:pt x="759" y="7762"/>
                    <a:pt x="695" y="7708"/>
                    <a:pt x="675" y="7673"/>
                  </a:cubicBezTo>
                  <a:cubicBezTo>
                    <a:pt x="658" y="7642"/>
                    <a:pt x="654" y="7572"/>
                    <a:pt x="642" y="7539"/>
                  </a:cubicBezTo>
                  <a:cubicBezTo>
                    <a:pt x="635" y="7516"/>
                    <a:pt x="619" y="7469"/>
                    <a:pt x="605" y="7450"/>
                  </a:cubicBezTo>
                  <a:cubicBezTo>
                    <a:pt x="579" y="7415"/>
                    <a:pt x="518" y="7341"/>
                    <a:pt x="473" y="7339"/>
                  </a:cubicBezTo>
                  <a:cubicBezTo>
                    <a:pt x="434" y="7336"/>
                    <a:pt x="379" y="7413"/>
                    <a:pt x="342" y="7423"/>
                  </a:cubicBezTo>
                  <a:cubicBezTo>
                    <a:pt x="301" y="7434"/>
                    <a:pt x="213" y="7429"/>
                    <a:pt x="171" y="7419"/>
                  </a:cubicBezTo>
                  <a:cubicBezTo>
                    <a:pt x="126" y="7407"/>
                    <a:pt x="25" y="7371"/>
                    <a:pt x="8" y="7330"/>
                  </a:cubicBezTo>
                  <a:cubicBezTo>
                    <a:pt x="-13" y="7282"/>
                    <a:pt x="75" y="7184"/>
                    <a:pt x="69" y="7134"/>
                  </a:cubicBezTo>
                  <a:cubicBezTo>
                    <a:pt x="66" y="7102"/>
                    <a:pt x="14" y="7053"/>
                    <a:pt x="8" y="7022"/>
                  </a:cubicBezTo>
                  <a:cubicBezTo>
                    <a:pt x="-7" y="6961"/>
                    <a:pt x="1" y="6833"/>
                    <a:pt x="16" y="6773"/>
                  </a:cubicBezTo>
                  <a:cubicBezTo>
                    <a:pt x="27" y="6734"/>
                    <a:pt x="64" y="6660"/>
                    <a:pt x="92" y="6630"/>
                  </a:cubicBezTo>
                  <a:cubicBezTo>
                    <a:pt x="125" y="6594"/>
                    <a:pt x="221" y="6556"/>
                    <a:pt x="256" y="6523"/>
                  </a:cubicBezTo>
                  <a:cubicBezTo>
                    <a:pt x="285" y="6496"/>
                    <a:pt x="338" y="6435"/>
                    <a:pt x="351" y="6398"/>
                  </a:cubicBezTo>
                  <a:cubicBezTo>
                    <a:pt x="360" y="6373"/>
                    <a:pt x="345" y="6318"/>
                    <a:pt x="351" y="6291"/>
                  </a:cubicBezTo>
                  <a:cubicBezTo>
                    <a:pt x="356" y="6269"/>
                    <a:pt x="384" y="6229"/>
                    <a:pt x="388" y="6207"/>
                  </a:cubicBezTo>
                  <a:cubicBezTo>
                    <a:pt x="394" y="6174"/>
                    <a:pt x="368" y="6106"/>
                    <a:pt x="384" y="6077"/>
                  </a:cubicBezTo>
                  <a:cubicBezTo>
                    <a:pt x="394" y="6057"/>
                    <a:pt x="451" y="6044"/>
                    <a:pt x="464" y="6024"/>
                  </a:cubicBezTo>
                  <a:cubicBezTo>
                    <a:pt x="493" y="5982"/>
                    <a:pt x="477" y="5872"/>
                    <a:pt x="501" y="5828"/>
                  </a:cubicBezTo>
                  <a:cubicBezTo>
                    <a:pt x="535" y="5769"/>
                    <a:pt x="646" y="5680"/>
                    <a:pt x="704" y="5641"/>
                  </a:cubicBezTo>
                  <a:cubicBezTo>
                    <a:pt x="753" y="5607"/>
                    <a:pt x="870" y="5567"/>
                    <a:pt x="920" y="5534"/>
                  </a:cubicBezTo>
                  <a:cubicBezTo>
                    <a:pt x="953" y="5512"/>
                    <a:pt x="1016" y="5463"/>
                    <a:pt x="1038" y="5431"/>
                  </a:cubicBezTo>
                  <a:cubicBezTo>
                    <a:pt x="1056" y="5404"/>
                    <a:pt x="1055" y="5328"/>
                    <a:pt x="1080" y="5307"/>
                  </a:cubicBezTo>
                  <a:cubicBezTo>
                    <a:pt x="1101" y="5289"/>
                    <a:pt x="1160" y="5284"/>
                    <a:pt x="1189" y="5284"/>
                  </a:cubicBezTo>
                  <a:cubicBezTo>
                    <a:pt x="1224" y="5284"/>
                    <a:pt x="1291" y="5323"/>
                    <a:pt x="1325" y="5315"/>
                  </a:cubicBezTo>
                  <a:cubicBezTo>
                    <a:pt x="1353" y="5309"/>
                    <a:pt x="1396" y="5267"/>
                    <a:pt x="1410" y="5244"/>
                  </a:cubicBezTo>
                  <a:cubicBezTo>
                    <a:pt x="1428" y="5215"/>
                    <a:pt x="1421" y="5140"/>
                    <a:pt x="1438" y="5110"/>
                  </a:cubicBezTo>
                  <a:cubicBezTo>
                    <a:pt x="1451" y="5089"/>
                    <a:pt x="1489" y="5052"/>
                    <a:pt x="1513" y="5044"/>
                  </a:cubicBezTo>
                  <a:cubicBezTo>
                    <a:pt x="1533" y="5036"/>
                    <a:pt x="1577" y="5039"/>
                    <a:pt x="1598" y="5044"/>
                  </a:cubicBezTo>
                  <a:cubicBezTo>
                    <a:pt x="1617" y="5047"/>
                    <a:pt x="1650" y="5069"/>
                    <a:pt x="1669" y="5070"/>
                  </a:cubicBezTo>
                  <a:cubicBezTo>
                    <a:pt x="1691" y="5072"/>
                    <a:pt x="1741" y="5067"/>
                    <a:pt x="1758" y="5052"/>
                  </a:cubicBezTo>
                  <a:cubicBezTo>
                    <a:pt x="1784" y="5030"/>
                    <a:pt x="1794" y="4960"/>
                    <a:pt x="1800" y="4927"/>
                  </a:cubicBezTo>
                  <a:cubicBezTo>
                    <a:pt x="1807" y="4894"/>
                    <a:pt x="1786" y="4813"/>
                    <a:pt x="1812" y="4789"/>
                  </a:cubicBezTo>
                  <a:cubicBezTo>
                    <a:pt x="1831" y="4772"/>
                    <a:pt x="1898" y="4801"/>
                    <a:pt x="1918" y="4785"/>
                  </a:cubicBezTo>
                  <a:cubicBezTo>
                    <a:pt x="1945" y="4763"/>
                    <a:pt x="1949" y="4654"/>
                    <a:pt x="1949" y="4654"/>
                  </a:cubicBezTo>
                  <a:lnTo>
                    <a:pt x="1695" y="1899"/>
                  </a:lnTo>
                  <a:cubicBezTo>
                    <a:pt x="1695" y="1899"/>
                    <a:pt x="1771" y="1928"/>
                    <a:pt x="1798" y="1936"/>
                  </a:cubicBezTo>
                  <a:cubicBezTo>
                    <a:pt x="1840" y="1950"/>
                    <a:pt x="1924" y="1992"/>
                    <a:pt x="1967" y="1983"/>
                  </a:cubicBezTo>
                  <a:cubicBezTo>
                    <a:pt x="2015" y="1972"/>
                    <a:pt x="2096" y="1897"/>
                    <a:pt x="2114" y="1852"/>
                  </a:cubicBezTo>
                  <a:cubicBezTo>
                    <a:pt x="2127" y="1824"/>
                    <a:pt x="2127" y="1754"/>
                    <a:pt x="2107" y="1729"/>
                  </a:cubicBezTo>
                  <a:cubicBezTo>
                    <a:pt x="2092" y="1708"/>
                    <a:pt x="2019" y="1713"/>
                    <a:pt x="2009" y="1689"/>
                  </a:cubicBezTo>
                  <a:cubicBezTo>
                    <a:pt x="2000" y="1666"/>
                    <a:pt x="2030" y="1615"/>
                    <a:pt x="2052" y="1602"/>
                  </a:cubicBezTo>
                  <a:cubicBezTo>
                    <a:pt x="2078" y="1586"/>
                    <a:pt x="2152" y="1619"/>
                    <a:pt x="2179" y="1602"/>
                  </a:cubicBezTo>
                  <a:cubicBezTo>
                    <a:pt x="2208" y="1583"/>
                    <a:pt x="2203" y="1499"/>
                    <a:pt x="2231" y="1478"/>
                  </a:cubicBezTo>
                  <a:cubicBezTo>
                    <a:pt x="2263" y="1455"/>
                    <a:pt x="2352" y="1469"/>
                    <a:pt x="2390" y="1458"/>
                  </a:cubicBezTo>
                  <a:cubicBezTo>
                    <a:pt x="2403" y="1455"/>
                    <a:pt x="2423" y="1450"/>
                    <a:pt x="2444" y="1445"/>
                  </a:cubicBezTo>
                  <a:cubicBezTo>
                    <a:pt x="2464" y="1475"/>
                    <a:pt x="2492" y="1507"/>
                    <a:pt x="2509" y="1525"/>
                  </a:cubicBezTo>
                  <a:cubicBezTo>
                    <a:pt x="2537" y="1553"/>
                    <a:pt x="2603" y="1603"/>
                    <a:pt x="2641" y="1619"/>
                  </a:cubicBezTo>
                  <a:cubicBezTo>
                    <a:pt x="2679" y="1634"/>
                    <a:pt x="2763" y="1638"/>
                    <a:pt x="2803" y="1650"/>
                  </a:cubicBezTo>
                  <a:cubicBezTo>
                    <a:pt x="2840" y="1660"/>
                    <a:pt x="2909" y="1696"/>
                    <a:pt x="2947" y="1706"/>
                  </a:cubicBezTo>
                  <a:cubicBezTo>
                    <a:pt x="2981" y="1714"/>
                    <a:pt x="3053" y="1730"/>
                    <a:pt x="3088" y="1723"/>
                  </a:cubicBezTo>
                  <a:cubicBezTo>
                    <a:pt x="3117" y="1717"/>
                    <a:pt x="3161" y="1670"/>
                    <a:pt x="3189" y="1663"/>
                  </a:cubicBezTo>
                  <a:cubicBezTo>
                    <a:pt x="3234" y="1653"/>
                    <a:pt x="3330" y="1688"/>
                    <a:pt x="3375" y="1678"/>
                  </a:cubicBezTo>
                  <a:cubicBezTo>
                    <a:pt x="3447" y="1663"/>
                    <a:pt x="3567" y="1577"/>
                    <a:pt x="3630" y="1540"/>
                  </a:cubicBezTo>
                  <a:cubicBezTo>
                    <a:pt x="3674" y="1514"/>
                    <a:pt x="3757" y="1452"/>
                    <a:pt x="3803" y="1429"/>
                  </a:cubicBezTo>
                  <a:cubicBezTo>
                    <a:pt x="3861" y="1400"/>
                    <a:pt x="3990" y="1367"/>
                    <a:pt x="4048" y="1338"/>
                  </a:cubicBezTo>
                  <a:cubicBezTo>
                    <a:pt x="4082" y="1320"/>
                    <a:pt x="4137" y="1263"/>
                    <a:pt x="4175" y="1253"/>
                  </a:cubicBezTo>
                  <a:cubicBezTo>
                    <a:pt x="4221" y="1241"/>
                    <a:pt x="4322" y="1276"/>
                    <a:pt x="4368" y="1264"/>
                  </a:cubicBezTo>
                  <a:cubicBezTo>
                    <a:pt x="4402" y="1256"/>
                    <a:pt x="4452" y="1208"/>
                    <a:pt x="4483" y="1196"/>
                  </a:cubicBezTo>
                  <a:cubicBezTo>
                    <a:pt x="4517" y="1182"/>
                    <a:pt x="4591" y="1177"/>
                    <a:pt x="4623" y="1162"/>
                  </a:cubicBezTo>
                  <a:cubicBezTo>
                    <a:pt x="4672" y="1137"/>
                    <a:pt x="4740" y="1044"/>
                    <a:pt x="4791" y="1024"/>
                  </a:cubicBezTo>
                  <a:cubicBezTo>
                    <a:pt x="4829" y="1009"/>
                    <a:pt x="4918" y="1032"/>
                    <a:pt x="4949" y="1010"/>
                  </a:cubicBezTo>
                  <a:cubicBezTo>
                    <a:pt x="4972" y="996"/>
                    <a:pt x="4980" y="939"/>
                    <a:pt x="4997" y="919"/>
                  </a:cubicBezTo>
                  <a:cubicBezTo>
                    <a:pt x="5023" y="887"/>
                    <a:pt x="5086" y="828"/>
                    <a:pt x="5126" y="814"/>
                  </a:cubicBezTo>
                  <a:cubicBezTo>
                    <a:pt x="5173" y="798"/>
                    <a:pt x="5286" y="841"/>
                    <a:pt x="5326" y="814"/>
                  </a:cubicBezTo>
                  <a:cubicBezTo>
                    <a:pt x="5356" y="794"/>
                    <a:pt x="5358" y="715"/>
                    <a:pt x="5376" y="685"/>
                  </a:cubicBezTo>
                  <a:cubicBezTo>
                    <a:pt x="5389" y="662"/>
                    <a:pt x="5416" y="603"/>
                    <a:pt x="5445" y="603"/>
                  </a:cubicBezTo>
                  <a:cubicBezTo>
                    <a:pt x="5478" y="602"/>
                    <a:pt x="5500" y="693"/>
                    <a:pt x="5534" y="700"/>
                  </a:cubicBezTo>
                  <a:cubicBezTo>
                    <a:pt x="5564" y="708"/>
                    <a:pt x="5626" y="675"/>
                    <a:pt x="5651" y="656"/>
                  </a:cubicBezTo>
                  <a:cubicBezTo>
                    <a:pt x="5676" y="637"/>
                    <a:pt x="5693" y="562"/>
                    <a:pt x="5724" y="558"/>
                  </a:cubicBezTo>
                  <a:cubicBezTo>
                    <a:pt x="5760" y="553"/>
                    <a:pt x="5805" y="646"/>
                    <a:pt x="5842" y="640"/>
                  </a:cubicBezTo>
                  <a:cubicBezTo>
                    <a:pt x="5873" y="636"/>
                    <a:pt x="5889" y="560"/>
                    <a:pt x="5915" y="542"/>
                  </a:cubicBezTo>
                  <a:cubicBezTo>
                    <a:pt x="5936" y="527"/>
                    <a:pt x="5999" y="529"/>
                    <a:pt x="6018" y="511"/>
                  </a:cubicBezTo>
                  <a:cubicBezTo>
                    <a:pt x="6044" y="486"/>
                    <a:pt x="6058" y="384"/>
                    <a:pt x="6063" y="377"/>
                  </a:cubicBezTo>
                  <a:cubicBezTo>
                    <a:pt x="6068" y="371"/>
                    <a:pt x="6116" y="346"/>
                    <a:pt x="6131" y="333"/>
                  </a:cubicBezTo>
                  <a:cubicBezTo>
                    <a:pt x="6155" y="311"/>
                    <a:pt x="6184" y="253"/>
                    <a:pt x="6206" y="230"/>
                  </a:cubicBezTo>
                  <a:cubicBezTo>
                    <a:pt x="6231" y="205"/>
                    <a:pt x="6283" y="138"/>
                    <a:pt x="6320" y="141"/>
                  </a:cubicBezTo>
                  <a:cubicBezTo>
                    <a:pt x="6345" y="144"/>
                    <a:pt x="6361" y="207"/>
                    <a:pt x="6385" y="217"/>
                  </a:cubicBezTo>
                  <a:cubicBezTo>
                    <a:pt x="6405" y="225"/>
                    <a:pt x="6453" y="222"/>
                    <a:pt x="6470" y="210"/>
                  </a:cubicBezTo>
                  <a:cubicBezTo>
                    <a:pt x="6492" y="195"/>
                    <a:pt x="6493" y="135"/>
                    <a:pt x="6510" y="115"/>
                  </a:cubicBezTo>
                  <a:cubicBezTo>
                    <a:pt x="6523" y="98"/>
                    <a:pt x="6563" y="78"/>
                    <a:pt x="6581" y="65"/>
                  </a:cubicBezTo>
                  <a:cubicBezTo>
                    <a:pt x="6602" y="49"/>
                    <a:pt x="6636" y="6"/>
                    <a:pt x="6663" y="1"/>
                  </a:cubicBezTo>
                  <a:cubicBezTo>
                    <a:pt x="6694" y="-5"/>
                    <a:pt x="6755" y="23"/>
                    <a:pt x="6783" y="37"/>
                  </a:cubicBezTo>
                  <a:cubicBezTo>
                    <a:pt x="6821" y="55"/>
                    <a:pt x="6885" y="110"/>
                    <a:pt x="6917" y="137"/>
                  </a:cubicBezTo>
                  <a:cubicBezTo>
                    <a:pt x="6952" y="165"/>
                    <a:pt x="7032" y="216"/>
                    <a:pt x="7054" y="255"/>
                  </a:cubicBezTo>
                  <a:cubicBezTo>
                    <a:pt x="7069" y="282"/>
                    <a:pt x="7078" y="347"/>
                    <a:pt x="7073" y="377"/>
                  </a:cubicBezTo>
                  <a:cubicBezTo>
                    <a:pt x="7066" y="415"/>
                    <a:pt x="7013" y="476"/>
                    <a:pt x="6999" y="511"/>
                  </a:cubicBezTo>
                  <a:cubicBezTo>
                    <a:pt x="6984" y="552"/>
                    <a:pt x="6975" y="641"/>
                    <a:pt x="6955" y="681"/>
                  </a:cubicBezTo>
                  <a:cubicBezTo>
                    <a:pt x="6935" y="718"/>
                    <a:pt x="6874" y="779"/>
                    <a:pt x="6846" y="812"/>
                  </a:cubicBezTo>
                  <a:cubicBezTo>
                    <a:pt x="6827" y="835"/>
                    <a:pt x="6782" y="879"/>
                    <a:pt x="6769" y="906"/>
                  </a:cubicBezTo>
                  <a:cubicBezTo>
                    <a:pt x="6746" y="950"/>
                    <a:pt x="6702" y="1050"/>
                    <a:pt x="6717" y="1097"/>
                  </a:cubicBezTo>
                  <a:cubicBezTo>
                    <a:pt x="6727" y="1128"/>
                    <a:pt x="6803" y="1155"/>
                    <a:pt x="6818" y="1184"/>
                  </a:cubicBezTo>
                  <a:cubicBezTo>
                    <a:pt x="6834" y="1217"/>
                    <a:pt x="6829" y="1295"/>
                    <a:pt x="6823" y="1332"/>
                  </a:cubicBezTo>
                  <a:cubicBezTo>
                    <a:pt x="6820" y="1353"/>
                    <a:pt x="6807" y="1397"/>
                    <a:pt x="6792" y="1413"/>
                  </a:cubicBezTo>
                  <a:cubicBezTo>
                    <a:pt x="6771" y="1440"/>
                    <a:pt x="6699" y="1463"/>
                    <a:pt x="6672" y="1485"/>
                  </a:cubicBezTo>
                  <a:cubicBezTo>
                    <a:pt x="6649" y="1505"/>
                    <a:pt x="6605" y="1551"/>
                    <a:pt x="6592" y="1579"/>
                  </a:cubicBezTo>
                  <a:cubicBezTo>
                    <a:pt x="6577" y="1614"/>
                    <a:pt x="6589" y="1695"/>
                    <a:pt x="6576" y="1732"/>
                  </a:cubicBezTo>
                  <a:cubicBezTo>
                    <a:pt x="6563" y="1768"/>
                    <a:pt x="6482" y="1825"/>
                    <a:pt x="6493" y="1861"/>
                  </a:cubicBezTo>
                  <a:cubicBezTo>
                    <a:pt x="6503" y="1894"/>
                    <a:pt x="6583" y="1923"/>
                    <a:pt x="6618" y="1924"/>
                  </a:cubicBezTo>
                  <a:cubicBezTo>
                    <a:pt x="6662" y="1925"/>
                    <a:pt x="6744" y="1883"/>
                    <a:pt x="6778" y="1857"/>
                  </a:cubicBezTo>
                  <a:cubicBezTo>
                    <a:pt x="6802" y="1839"/>
                    <a:pt x="6828" y="1784"/>
                    <a:pt x="6851" y="1766"/>
                  </a:cubicBezTo>
                  <a:cubicBezTo>
                    <a:pt x="6902" y="1726"/>
                    <a:pt x="7044" y="1699"/>
                    <a:pt x="7087" y="1652"/>
                  </a:cubicBezTo>
                  <a:cubicBezTo>
                    <a:pt x="7107" y="1630"/>
                    <a:pt x="7119" y="1571"/>
                    <a:pt x="7127" y="1543"/>
                  </a:cubicBezTo>
                  <a:cubicBezTo>
                    <a:pt x="7138" y="1500"/>
                    <a:pt x="7138" y="1408"/>
                    <a:pt x="7157" y="1367"/>
                  </a:cubicBezTo>
                  <a:cubicBezTo>
                    <a:pt x="7167" y="1345"/>
                    <a:pt x="7193" y="1302"/>
                    <a:pt x="7216" y="1293"/>
                  </a:cubicBezTo>
                  <a:cubicBezTo>
                    <a:pt x="7249" y="1280"/>
                    <a:pt x="7326" y="1295"/>
                    <a:pt x="7357" y="1311"/>
                  </a:cubicBezTo>
                  <a:cubicBezTo>
                    <a:pt x="7399" y="1333"/>
                    <a:pt x="7445" y="1421"/>
                    <a:pt x="7480" y="1451"/>
                  </a:cubicBezTo>
                  <a:cubicBezTo>
                    <a:pt x="7520" y="1488"/>
                    <a:pt x="7615" y="1547"/>
                    <a:pt x="7661" y="1579"/>
                  </a:cubicBezTo>
                  <a:cubicBezTo>
                    <a:pt x="7708" y="1611"/>
                    <a:pt x="7803" y="1675"/>
                    <a:pt x="7851" y="1706"/>
                  </a:cubicBezTo>
                  <a:cubicBezTo>
                    <a:pt x="7875" y="1721"/>
                    <a:pt x="7920" y="1755"/>
                    <a:pt x="7948" y="1761"/>
                  </a:cubicBezTo>
                  <a:cubicBezTo>
                    <a:pt x="7985" y="1769"/>
                    <a:pt x="8061" y="1741"/>
                    <a:pt x="8098" y="1746"/>
                  </a:cubicBezTo>
                  <a:cubicBezTo>
                    <a:pt x="8138" y="1751"/>
                    <a:pt x="8209" y="1797"/>
                    <a:pt x="8249" y="1804"/>
                  </a:cubicBezTo>
                  <a:cubicBezTo>
                    <a:pt x="8288" y="1809"/>
                    <a:pt x="8371" y="1809"/>
                    <a:pt x="8407" y="1795"/>
                  </a:cubicBezTo>
                  <a:cubicBezTo>
                    <a:pt x="8415" y="1792"/>
                    <a:pt x="8424" y="1786"/>
                    <a:pt x="8433" y="1780"/>
                  </a:cubicBezTo>
                  <a:cubicBezTo>
                    <a:pt x="8433" y="1784"/>
                    <a:pt x="8434" y="1789"/>
                    <a:pt x="8434" y="1793"/>
                  </a:cubicBezTo>
                  <a:cubicBezTo>
                    <a:pt x="8438" y="1824"/>
                    <a:pt x="8436" y="1896"/>
                    <a:pt x="8462" y="1916"/>
                  </a:cubicBezTo>
                  <a:cubicBezTo>
                    <a:pt x="8487" y="1935"/>
                    <a:pt x="8559" y="1926"/>
                    <a:pt x="8590" y="1919"/>
                  </a:cubicBezTo>
                  <a:cubicBezTo>
                    <a:pt x="8627" y="1911"/>
                    <a:pt x="8688" y="1848"/>
                    <a:pt x="8727" y="1849"/>
                  </a:cubicBezTo>
                  <a:cubicBezTo>
                    <a:pt x="8754" y="1850"/>
                    <a:pt x="8803" y="1885"/>
                    <a:pt x="8819" y="1906"/>
                  </a:cubicBezTo>
                  <a:cubicBezTo>
                    <a:pt x="8831" y="1922"/>
                    <a:pt x="8826" y="1966"/>
                    <a:pt x="8840" y="1980"/>
                  </a:cubicBezTo>
                  <a:cubicBezTo>
                    <a:pt x="8860" y="2000"/>
                    <a:pt x="8924" y="2007"/>
                    <a:pt x="8953" y="2013"/>
                  </a:cubicBezTo>
                  <a:cubicBezTo>
                    <a:pt x="8989" y="2020"/>
                    <a:pt x="9065" y="2015"/>
                    <a:pt x="9098" y="2029"/>
                  </a:cubicBezTo>
                  <a:cubicBezTo>
                    <a:pt x="9137" y="2047"/>
                    <a:pt x="9192" y="2114"/>
                    <a:pt x="9221" y="2143"/>
                  </a:cubicBezTo>
                  <a:cubicBezTo>
                    <a:pt x="9258" y="2181"/>
                    <a:pt x="9334" y="2257"/>
                    <a:pt x="9363" y="2300"/>
                  </a:cubicBezTo>
                  <a:cubicBezTo>
                    <a:pt x="9385" y="2335"/>
                    <a:pt x="9416" y="2412"/>
                    <a:pt x="9429" y="2451"/>
                  </a:cubicBezTo>
                  <a:cubicBezTo>
                    <a:pt x="9439" y="2479"/>
                    <a:pt x="9446" y="2539"/>
                    <a:pt x="9461" y="2564"/>
                  </a:cubicBezTo>
                  <a:cubicBezTo>
                    <a:pt x="9473" y="2584"/>
                    <a:pt x="9510" y="2611"/>
                    <a:pt x="9525" y="2628"/>
                  </a:cubicBezTo>
                  <a:cubicBezTo>
                    <a:pt x="9551" y="2656"/>
                    <a:pt x="9596" y="2718"/>
                    <a:pt x="9624" y="2745"/>
                  </a:cubicBezTo>
                  <a:cubicBezTo>
                    <a:pt x="9649" y="2769"/>
                    <a:pt x="9733" y="2832"/>
                    <a:pt x="9733" y="2832"/>
                  </a:cubicBezTo>
                  <a:lnTo>
                    <a:pt x="13408" y="3403"/>
                  </a:lnTo>
                  <a:lnTo>
                    <a:pt x="14382" y="3851"/>
                  </a:lnTo>
                  <a:cubicBezTo>
                    <a:pt x="14382" y="3851"/>
                    <a:pt x="14450" y="3805"/>
                    <a:pt x="14477" y="3805"/>
                  </a:cubicBezTo>
                  <a:cubicBezTo>
                    <a:pt x="14499" y="3805"/>
                    <a:pt x="14532" y="3842"/>
                    <a:pt x="14555" y="3842"/>
                  </a:cubicBezTo>
                  <a:cubicBezTo>
                    <a:pt x="14584" y="3843"/>
                    <a:pt x="14632" y="3795"/>
                    <a:pt x="14663" y="3793"/>
                  </a:cubicBezTo>
                  <a:cubicBezTo>
                    <a:pt x="14689" y="3791"/>
                    <a:pt x="14738" y="3817"/>
                    <a:pt x="14764" y="3822"/>
                  </a:cubicBezTo>
                  <a:cubicBezTo>
                    <a:pt x="14802" y="3830"/>
                    <a:pt x="14885" y="3824"/>
                    <a:pt x="14919" y="3842"/>
                  </a:cubicBezTo>
                  <a:cubicBezTo>
                    <a:pt x="14944" y="3856"/>
                    <a:pt x="14964" y="3918"/>
                    <a:pt x="14990" y="3929"/>
                  </a:cubicBezTo>
                  <a:cubicBezTo>
                    <a:pt x="15010" y="3938"/>
                    <a:pt x="15058" y="3932"/>
                    <a:pt x="15079" y="3925"/>
                  </a:cubicBezTo>
                  <a:cubicBezTo>
                    <a:pt x="15134" y="3907"/>
                    <a:pt x="15217" y="3823"/>
                    <a:pt x="15270" y="3800"/>
                  </a:cubicBezTo>
                  <a:cubicBezTo>
                    <a:pt x="15311" y="3783"/>
                    <a:pt x="15399" y="3752"/>
                    <a:pt x="15444" y="3757"/>
                  </a:cubicBezTo>
                  <a:cubicBezTo>
                    <a:pt x="15479" y="3762"/>
                    <a:pt x="15532" y="3814"/>
                    <a:pt x="15566" y="3822"/>
                  </a:cubicBezTo>
                  <a:cubicBezTo>
                    <a:pt x="15603" y="3831"/>
                    <a:pt x="15680" y="3811"/>
                    <a:pt x="15715" y="3820"/>
                  </a:cubicBezTo>
                  <a:cubicBezTo>
                    <a:pt x="15762" y="3833"/>
                    <a:pt x="15831" y="3926"/>
                    <a:pt x="15880" y="3923"/>
                  </a:cubicBezTo>
                  <a:cubicBezTo>
                    <a:pt x="15906" y="3921"/>
                    <a:pt x="15932" y="3861"/>
                    <a:pt x="15957" y="3856"/>
                  </a:cubicBezTo>
                  <a:cubicBezTo>
                    <a:pt x="15995" y="3848"/>
                    <a:pt x="16068" y="3885"/>
                    <a:pt x="16103" y="3900"/>
                  </a:cubicBezTo>
                  <a:cubicBezTo>
                    <a:pt x="16151" y="3921"/>
                    <a:pt x="16230" y="4000"/>
                    <a:pt x="16282" y="4003"/>
                  </a:cubicBezTo>
                  <a:cubicBezTo>
                    <a:pt x="16336" y="4006"/>
                    <a:pt x="16427" y="3919"/>
                    <a:pt x="16482" y="3918"/>
                  </a:cubicBezTo>
                  <a:cubicBezTo>
                    <a:pt x="16528" y="3917"/>
                    <a:pt x="16606" y="3981"/>
                    <a:pt x="16651" y="3983"/>
                  </a:cubicBezTo>
                  <a:cubicBezTo>
                    <a:pt x="16681" y="3984"/>
                    <a:pt x="16735" y="3948"/>
                    <a:pt x="16764" y="3950"/>
                  </a:cubicBezTo>
                  <a:cubicBezTo>
                    <a:pt x="16816" y="3951"/>
                    <a:pt x="16911" y="3997"/>
                    <a:pt x="16955" y="4021"/>
                  </a:cubicBezTo>
                  <a:cubicBezTo>
                    <a:pt x="16979" y="4033"/>
                    <a:pt x="17030" y="4061"/>
                    <a:pt x="17045" y="4083"/>
                  </a:cubicBezTo>
                  <a:cubicBezTo>
                    <a:pt x="17062" y="4108"/>
                    <a:pt x="17056" y="4173"/>
                    <a:pt x="17068" y="4201"/>
                  </a:cubicBezTo>
                  <a:cubicBezTo>
                    <a:pt x="17078" y="4222"/>
                    <a:pt x="17122" y="4254"/>
                    <a:pt x="17122" y="4277"/>
                  </a:cubicBezTo>
                  <a:cubicBezTo>
                    <a:pt x="17122" y="4305"/>
                    <a:pt x="17075" y="4349"/>
                    <a:pt x="17056" y="4371"/>
                  </a:cubicBezTo>
                  <a:cubicBezTo>
                    <a:pt x="17039" y="4391"/>
                    <a:pt x="16983" y="4420"/>
                    <a:pt x="16976" y="4446"/>
                  </a:cubicBezTo>
                  <a:cubicBezTo>
                    <a:pt x="16963" y="4493"/>
                    <a:pt x="17001" y="4594"/>
                    <a:pt x="17033" y="4631"/>
                  </a:cubicBezTo>
                  <a:cubicBezTo>
                    <a:pt x="17065" y="4669"/>
                    <a:pt x="17161" y="4722"/>
                    <a:pt x="17211" y="4720"/>
                  </a:cubicBezTo>
                  <a:cubicBezTo>
                    <a:pt x="17250" y="4719"/>
                    <a:pt x="17307" y="4658"/>
                    <a:pt x="17343" y="4644"/>
                  </a:cubicBezTo>
                  <a:cubicBezTo>
                    <a:pt x="17380" y="4631"/>
                    <a:pt x="17464" y="4596"/>
                    <a:pt x="17499" y="4613"/>
                  </a:cubicBezTo>
                  <a:cubicBezTo>
                    <a:pt x="17523" y="4626"/>
                    <a:pt x="17521" y="4691"/>
                    <a:pt x="17539" y="4711"/>
                  </a:cubicBezTo>
                  <a:cubicBezTo>
                    <a:pt x="17556" y="4731"/>
                    <a:pt x="17601" y="4766"/>
                    <a:pt x="17628" y="4769"/>
                  </a:cubicBezTo>
                  <a:cubicBezTo>
                    <a:pt x="17669" y="4774"/>
                    <a:pt x="17742" y="4712"/>
                    <a:pt x="17784" y="4711"/>
                  </a:cubicBezTo>
                  <a:cubicBezTo>
                    <a:pt x="17824" y="4710"/>
                    <a:pt x="17907" y="4736"/>
                    <a:pt x="17939" y="4760"/>
                  </a:cubicBezTo>
                  <a:cubicBezTo>
                    <a:pt x="17962" y="4777"/>
                    <a:pt x="17975" y="4837"/>
                    <a:pt x="17997" y="4854"/>
                  </a:cubicBezTo>
                  <a:cubicBezTo>
                    <a:pt x="18046" y="4890"/>
                    <a:pt x="18185" y="4885"/>
                    <a:pt x="18233" y="4921"/>
                  </a:cubicBezTo>
                  <a:cubicBezTo>
                    <a:pt x="18269" y="4948"/>
                    <a:pt x="18338" y="5030"/>
                    <a:pt x="18325" y="5073"/>
                  </a:cubicBezTo>
                  <a:cubicBezTo>
                    <a:pt x="18317" y="5100"/>
                    <a:pt x="18231" y="5102"/>
                    <a:pt x="18217" y="5128"/>
                  </a:cubicBezTo>
                  <a:cubicBezTo>
                    <a:pt x="18205" y="5148"/>
                    <a:pt x="18212" y="5201"/>
                    <a:pt x="18224" y="5222"/>
                  </a:cubicBezTo>
                  <a:cubicBezTo>
                    <a:pt x="18255" y="5279"/>
                    <a:pt x="18414" y="5323"/>
                    <a:pt x="18437" y="5385"/>
                  </a:cubicBezTo>
                  <a:cubicBezTo>
                    <a:pt x="18454" y="5427"/>
                    <a:pt x="18429" y="5526"/>
                    <a:pt x="18400" y="5563"/>
                  </a:cubicBezTo>
                  <a:cubicBezTo>
                    <a:pt x="18382" y="5585"/>
                    <a:pt x="18312" y="5590"/>
                    <a:pt x="18296" y="5614"/>
                  </a:cubicBezTo>
                  <a:cubicBezTo>
                    <a:pt x="18281" y="5637"/>
                    <a:pt x="18290" y="5696"/>
                    <a:pt x="18294" y="5723"/>
                  </a:cubicBezTo>
                  <a:cubicBezTo>
                    <a:pt x="18307" y="5802"/>
                    <a:pt x="18400" y="5948"/>
                    <a:pt x="18400" y="6028"/>
                  </a:cubicBezTo>
                  <a:cubicBezTo>
                    <a:pt x="18400" y="6060"/>
                    <a:pt x="18381" y="6124"/>
                    <a:pt x="18360" y="6149"/>
                  </a:cubicBezTo>
                  <a:cubicBezTo>
                    <a:pt x="18342" y="6171"/>
                    <a:pt x="18277" y="6185"/>
                    <a:pt x="18257" y="6207"/>
                  </a:cubicBezTo>
                  <a:cubicBezTo>
                    <a:pt x="18239" y="6225"/>
                    <a:pt x="18216" y="6271"/>
                    <a:pt x="18215" y="6296"/>
                  </a:cubicBezTo>
                  <a:cubicBezTo>
                    <a:pt x="18211" y="6343"/>
                    <a:pt x="18285" y="6429"/>
                    <a:pt x="18273" y="6474"/>
                  </a:cubicBezTo>
                  <a:cubicBezTo>
                    <a:pt x="18265" y="6503"/>
                    <a:pt x="18195" y="6531"/>
                    <a:pt x="18183" y="6559"/>
                  </a:cubicBezTo>
                  <a:cubicBezTo>
                    <a:pt x="18171" y="6590"/>
                    <a:pt x="18165" y="6668"/>
                    <a:pt x="18189" y="6692"/>
                  </a:cubicBezTo>
                  <a:cubicBezTo>
                    <a:pt x="18211" y="6716"/>
                    <a:pt x="18289" y="6713"/>
                    <a:pt x="18322" y="6708"/>
                  </a:cubicBezTo>
                  <a:cubicBezTo>
                    <a:pt x="18359" y="6702"/>
                    <a:pt x="18420" y="6655"/>
                    <a:pt x="18457" y="6648"/>
                  </a:cubicBezTo>
                  <a:cubicBezTo>
                    <a:pt x="18497" y="6639"/>
                    <a:pt x="18582" y="6659"/>
                    <a:pt x="18621" y="6648"/>
                  </a:cubicBezTo>
                  <a:cubicBezTo>
                    <a:pt x="18652" y="6639"/>
                    <a:pt x="18708" y="6605"/>
                    <a:pt x="18727" y="6581"/>
                  </a:cubicBezTo>
                  <a:cubicBezTo>
                    <a:pt x="18746" y="6556"/>
                    <a:pt x="18741" y="6486"/>
                    <a:pt x="18765" y="6465"/>
                  </a:cubicBezTo>
                  <a:cubicBezTo>
                    <a:pt x="18789" y="6445"/>
                    <a:pt x="18861" y="6432"/>
                    <a:pt x="18892" y="6440"/>
                  </a:cubicBezTo>
                  <a:cubicBezTo>
                    <a:pt x="18923" y="6449"/>
                    <a:pt x="18968" y="6501"/>
                    <a:pt x="18986" y="6528"/>
                  </a:cubicBezTo>
                  <a:cubicBezTo>
                    <a:pt x="19003" y="6552"/>
                    <a:pt x="19028" y="6607"/>
                    <a:pt x="19028" y="6637"/>
                  </a:cubicBezTo>
                  <a:cubicBezTo>
                    <a:pt x="19029" y="6660"/>
                    <a:pt x="19007" y="6705"/>
                    <a:pt x="18998" y="6726"/>
                  </a:cubicBezTo>
                  <a:cubicBezTo>
                    <a:pt x="18981" y="6764"/>
                    <a:pt x="18929" y="6834"/>
                    <a:pt x="18913" y="6873"/>
                  </a:cubicBezTo>
                  <a:cubicBezTo>
                    <a:pt x="18896" y="6916"/>
                    <a:pt x="18879" y="7006"/>
                    <a:pt x="18869" y="7051"/>
                  </a:cubicBezTo>
                  <a:cubicBezTo>
                    <a:pt x="18854" y="7112"/>
                    <a:pt x="18816" y="7234"/>
                    <a:pt x="18814" y="7296"/>
                  </a:cubicBezTo>
                  <a:cubicBezTo>
                    <a:pt x="18814" y="7339"/>
                    <a:pt x="18822" y="7429"/>
                    <a:pt x="18845" y="7466"/>
                  </a:cubicBezTo>
                  <a:cubicBezTo>
                    <a:pt x="18863" y="7495"/>
                    <a:pt x="18928" y="7529"/>
                    <a:pt x="18955" y="7550"/>
                  </a:cubicBezTo>
                  <a:cubicBezTo>
                    <a:pt x="18983" y="7572"/>
                    <a:pt x="19045" y="7609"/>
                    <a:pt x="19064" y="7637"/>
                  </a:cubicBezTo>
                  <a:cubicBezTo>
                    <a:pt x="19076" y="7655"/>
                    <a:pt x="19073" y="7703"/>
                    <a:pt x="19087" y="7720"/>
                  </a:cubicBezTo>
                  <a:cubicBezTo>
                    <a:pt x="19115" y="7750"/>
                    <a:pt x="19201" y="7777"/>
                    <a:pt x="19243" y="7786"/>
                  </a:cubicBezTo>
                  <a:cubicBezTo>
                    <a:pt x="19266" y="7792"/>
                    <a:pt x="19316" y="7793"/>
                    <a:pt x="19357" y="7793"/>
                  </a:cubicBezTo>
                  <a:cubicBezTo>
                    <a:pt x="19360" y="7834"/>
                    <a:pt x="19371" y="7908"/>
                    <a:pt x="19368" y="7946"/>
                  </a:cubicBezTo>
                  <a:cubicBezTo>
                    <a:pt x="19364" y="7983"/>
                    <a:pt x="19332" y="8053"/>
                    <a:pt x="19329" y="8090"/>
                  </a:cubicBezTo>
                  <a:cubicBezTo>
                    <a:pt x="19324" y="8137"/>
                    <a:pt x="19351" y="8233"/>
                    <a:pt x="19339" y="8280"/>
                  </a:cubicBezTo>
                  <a:cubicBezTo>
                    <a:pt x="19334" y="8302"/>
                    <a:pt x="19306" y="8341"/>
                    <a:pt x="19292" y="8359"/>
                  </a:cubicBezTo>
                  <a:cubicBezTo>
                    <a:pt x="19277" y="8379"/>
                    <a:pt x="19244" y="8419"/>
                    <a:pt x="19222" y="8430"/>
                  </a:cubicBezTo>
                  <a:cubicBezTo>
                    <a:pt x="19181" y="8450"/>
                    <a:pt x="19084" y="8444"/>
                    <a:pt x="19038" y="8453"/>
                  </a:cubicBezTo>
                  <a:cubicBezTo>
                    <a:pt x="19001" y="8460"/>
                    <a:pt x="18927" y="8478"/>
                    <a:pt x="18892" y="8492"/>
                  </a:cubicBezTo>
                  <a:cubicBezTo>
                    <a:pt x="18857" y="8508"/>
                    <a:pt x="18795" y="8550"/>
                    <a:pt x="18765" y="8573"/>
                  </a:cubicBezTo>
                  <a:cubicBezTo>
                    <a:pt x="18731" y="8599"/>
                    <a:pt x="18658" y="8652"/>
                    <a:pt x="18638" y="8689"/>
                  </a:cubicBezTo>
                  <a:cubicBezTo>
                    <a:pt x="18622" y="8719"/>
                    <a:pt x="18604" y="8792"/>
                    <a:pt x="18619" y="8823"/>
                  </a:cubicBezTo>
                  <a:cubicBezTo>
                    <a:pt x="18629" y="8843"/>
                    <a:pt x="18694" y="8850"/>
                    <a:pt x="18699" y="8872"/>
                  </a:cubicBezTo>
                  <a:cubicBezTo>
                    <a:pt x="18709" y="8909"/>
                    <a:pt x="18634" y="8970"/>
                    <a:pt x="18619" y="9005"/>
                  </a:cubicBezTo>
                  <a:cubicBezTo>
                    <a:pt x="18605" y="9037"/>
                    <a:pt x="18597" y="9108"/>
                    <a:pt x="18581" y="9139"/>
                  </a:cubicBezTo>
                  <a:cubicBezTo>
                    <a:pt x="18571" y="9159"/>
                    <a:pt x="18538" y="9192"/>
                    <a:pt x="18525" y="9210"/>
                  </a:cubicBezTo>
                  <a:cubicBezTo>
                    <a:pt x="18503" y="9242"/>
                    <a:pt x="18457" y="9307"/>
                    <a:pt x="18445" y="9344"/>
                  </a:cubicBezTo>
                  <a:cubicBezTo>
                    <a:pt x="18434" y="9376"/>
                    <a:pt x="18446" y="9446"/>
                    <a:pt x="18436" y="9478"/>
                  </a:cubicBezTo>
                  <a:cubicBezTo>
                    <a:pt x="18424" y="9510"/>
                    <a:pt x="18379" y="9564"/>
                    <a:pt x="18360" y="9594"/>
                  </a:cubicBezTo>
                  <a:cubicBezTo>
                    <a:pt x="18342" y="9621"/>
                    <a:pt x="18301" y="9674"/>
                    <a:pt x="18290" y="9705"/>
                  </a:cubicBezTo>
                  <a:cubicBezTo>
                    <a:pt x="18277" y="9743"/>
                    <a:pt x="18276" y="9825"/>
                    <a:pt x="18275" y="9866"/>
                  </a:cubicBezTo>
                  <a:cubicBezTo>
                    <a:pt x="18275" y="9902"/>
                    <a:pt x="18288" y="9976"/>
                    <a:pt x="18285" y="10012"/>
                  </a:cubicBezTo>
                  <a:cubicBezTo>
                    <a:pt x="18279" y="10070"/>
                    <a:pt x="18222" y="10178"/>
                    <a:pt x="18224" y="10236"/>
                  </a:cubicBezTo>
                  <a:cubicBezTo>
                    <a:pt x="18225" y="10265"/>
                    <a:pt x="18267" y="10321"/>
                    <a:pt x="18261" y="10351"/>
                  </a:cubicBezTo>
                  <a:cubicBezTo>
                    <a:pt x="18255" y="10379"/>
                    <a:pt x="18204" y="10417"/>
                    <a:pt x="18186" y="10440"/>
                  </a:cubicBezTo>
                  <a:cubicBezTo>
                    <a:pt x="18166" y="10467"/>
                    <a:pt x="18111" y="10520"/>
                    <a:pt x="18116" y="10552"/>
                  </a:cubicBezTo>
                  <a:cubicBezTo>
                    <a:pt x="18119" y="10582"/>
                    <a:pt x="18182" y="10623"/>
                    <a:pt x="18210" y="10641"/>
                  </a:cubicBezTo>
                  <a:cubicBezTo>
                    <a:pt x="18226" y="10652"/>
                    <a:pt x="18267" y="10663"/>
                    <a:pt x="18285" y="10672"/>
                  </a:cubicBezTo>
                  <a:cubicBezTo>
                    <a:pt x="18321" y="10689"/>
                    <a:pt x="18385" y="10749"/>
                    <a:pt x="18426" y="10748"/>
                  </a:cubicBezTo>
                  <a:cubicBezTo>
                    <a:pt x="18457" y="10747"/>
                    <a:pt x="18509" y="10707"/>
                    <a:pt x="18530" y="10685"/>
                  </a:cubicBezTo>
                  <a:cubicBezTo>
                    <a:pt x="18561" y="10652"/>
                    <a:pt x="18590" y="10567"/>
                    <a:pt x="18605" y="10525"/>
                  </a:cubicBezTo>
                  <a:cubicBezTo>
                    <a:pt x="18618" y="10489"/>
                    <a:pt x="18626" y="10412"/>
                    <a:pt x="18642" y="10378"/>
                  </a:cubicBezTo>
                  <a:cubicBezTo>
                    <a:pt x="18657" y="10346"/>
                    <a:pt x="18697" y="10287"/>
                    <a:pt x="18723" y="10262"/>
                  </a:cubicBezTo>
                  <a:cubicBezTo>
                    <a:pt x="18754" y="10231"/>
                    <a:pt x="18829" y="10180"/>
                    <a:pt x="18869" y="10159"/>
                  </a:cubicBezTo>
                  <a:cubicBezTo>
                    <a:pt x="18907" y="10139"/>
                    <a:pt x="18999" y="10122"/>
                    <a:pt x="19034" y="10097"/>
                  </a:cubicBezTo>
                  <a:cubicBezTo>
                    <a:pt x="19058" y="10079"/>
                    <a:pt x="19093" y="10029"/>
                    <a:pt x="19108" y="10003"/>
                  </a:cubicBezTo>
                  <a:cubicBezTo>
                    <a:pt x="19126" y="9970"/>
                    <a:pt x="19151" y="9897"/>
                    <a:pt x="19159" y="9861"/>
                  </a:cubicBezTo>
                  <a:cubicBezTo>
                    <a:pt x="19170" y="9815"/>
                    <a:pt x="19167" y="9718"/>
                    <a:pt x="19178" y="9672"/>
                  </a:cubicBezTo>
                  <a:cubicBezTo>
                    <a:pt x="19188" y="9637"/>
                    <a:pt x="19217" y="9570"/>
                    <a:pt x="19232" y="9537"/>
                  </a:cubicBezTo>
                  <a:cubicBezTo>
                    <a:pt x="19261" y="9469"/>
                    <a:pt x="19321" y="9331"/>
                    <a:pt x="19360" y="9268"/>
                  </a:cubicBezTo>
                  <a:cubicBezTo>
                    <a:pt x="19387" y="9224"/>
                    <a:pt x="19450" y="9142"/>
                    <a:pt x="19486" y="9106"/>
                  </a:cubicBezTo>
                  <a:cubicBezTo>
                    <a:pt x="19517" y="9074"/>
                    <a:pt x="19582" y="9010"/>
                    <a:pt x="19623" y="8992"/>
                  </a:cubicBezTo>
                  <a:cubicBezTo>
                    <a:pt x="19657" y="8977"/>
                    <a:pt x="19733" y="8979"/>
                    <a:pt x="19769" y="8966"/>
                  </a:cubicBezTo>
                  <a:cubicBezTo>
                    <a:pt x="19792" y="8959"/>
                    <a:pt x="19832" y="8928"/>
                    <a:pt x="19857" y="8920"/>
                  </a:cubicBezTo>
                  <a:cubicBezTo>
                    <a:pt x="19891" y="8908"/>
                    <a:pt x="19969" y="8911"/>
                    <a:pt x="20000" y="8892"/>
                  </a:cubicBezTo>
                  <a:cubicBezTo>
                    <a:pt x="20030" y="8872"/>
                    <a:pt x="20050" y="8794"/>
                    <a:pt x="20081" y="8773"/>
                  </a:cubicBezTo>
                  <a:cubicBezTo>
                    <a:pt x="20092" y="8765"/>
                    <a:pt x="20121" y="8754"/>
                    <a:pt x="20133" y="8760"/>
                  </a:cubicBezTo>
                  <a:cubicBezTo>
                    <a:pt x="20158" y="8770"/>
                    <a:pt x="20162" y="8833"/>
                    <a:pt x="20181" y="8852"/>
                  </a:cubicBezTo>
                  <a:cubicBezTo>
                    <a:pt x="20194" y="8864"/>
                    <a:pt x="20228" y="8883"/>
                    <a:pt x="20246" y="8887"/>
                  </a:cubicBezTo>
                  <a:cubicBezTo>
                    <a:pt x="20268" y="8891"/>
                    <a:pt x="20316" y="8896"/>
                    <a:pt x="20331" y="8882"/>
                  </a:cubicBezTo>
                  <a:cubicBezTo>
                    <a:pt x="20347" y="8867"/>
                    <a:pt x="20338" y="8819"/>
                    <a:pt x="20337" y="8798"/>
                  </a:cubicBezTo>
                  <a:cubicBezTo>
                    <a:pt x="20334" y="8768"/>
                    <a:pt x="20326" y="8707"/>
                    <a:pt x="20310" y="8681"/>
                  </a:cubicBezTo>
                  <a:cubicBezTo>
                    <a:pt x="20298" y="8661"/>
                    <a:pt x="20253" y="8638"/>
                    <a:pt x="20240" y="8619"/>
                  </a:cubicBezTo>
                  <a:cubicBezTo>
                    <a:pt x="20228" y="8603"/>
                    <a:pt x="20209" y="8566"/>
                    <a:pt x="20209" y="8546"/>
                  </a:cubicBezTo>
                  <a:cubicBezTo>
                    <a:pt x="20210" y="8524"/>
                    <a:pt x="20238" y="8488"/>
                    <a:pt x="20245" y="8467"/>
                  </a:cubicBezTo>
                  <a:cubicBezTo>
                    <a:pt x="20255" y="8433"/>
                    <a:pt x="20259" y="8363"/>
                    <a:pt x="20266" y="8328"/>
                  </a:cubicBezTo>
                  <a:cubicBezTo>
                    <a:pt x="20273" y="8294"/>
                    <a:pt x="20282" y="8223"/>
                    <a:pt x="20300" y="8191"/>
                  </a:cubicBezTo>
                  <a:cubicBezTo>
                    <a:pt x="20310" y="8172"/>
                    <a:pt x="20350" y="8145"/>
                    <a:pt x="20361" y="8126"/>
                  </a:cubicBezTo>
                  <a:cubicBezTo>
                    <a:pt x="20376" y="8102"/>
                    <a:pt x="20385" y="8044"/>
                    <a:pt x="20395" y="8018"/>
                  </a:cubicBezTo>
                  <a:cubicBezTo>
                    <a:pt x="20405" y="7990"/>
                    <a:pt x="20429" y="7937"/>
                    <a:pt x="20441" y="7911"/>
                  </a:cubicBezTo>
                  <a:cubicBezTo>
                    <a:pt x="20448" y="7894"/>
                    <a:pt x="20461" y="7861"/>
                    <a:pt x="20469" y="7845"/>
                  </a:cubicBezTo>
                  <a:cubicBezTo>
                    <a:pt x="20488" y="7813"/>
                    <a:pt x="20543" y="7756"/>
                    <a:pt x="20557" y="7722"/>
                  </a:cubicBezTo>
                  <a:cubicBezTo>
                    <a:pt x="20570" y="7690"/>
                    <a:pt x="20566" y="7617"/>
                    <a:pt x="20579" y="7585"/>
                  </a:cubicBezTo>
                  <a:cubicBezTo>
                    <a:pt x="20588" y="7559"/>
                    <a:pt x="20632" y="7518"/>
                    <a:pt x="20638" y="7491"/>
                  </a:cubicBezTo>
                  <a:cubicBezTo>
                    <a:pt x="20644" y="7468"/>
                    <a:pt x="20625" y="7421"/>
                    <a:pt x="20624" y="7398"/>
                  </a:cubicBezTo>
                  <a:cubicBezTo>
                    <a:pt x="20624" y="7371"/>
                    <a:pt x="20626" y="7319"/>
                    <a:pt x="20635" y="7294"/>
                  </a:cubicBezTo>
                  <a:cubicBezTo>
                    <a:pt x="20639" y="7278"/>
                    <a:pt x="20651" y="7243"/>
                    <a:pt x="20667" y="7237"/>
                  </a:cubicBezTo>
                  <a:cubicBezTo>
                    <a:pt x="20689" y="7228"/>
                    <a:pt x="20735" y="7266"/>
                    <a:pt x="20758" y="7264"/>
                  </a:cubicBezTo>
                  <a:cubicBezTo>
                    <a:pt x="20774" y="7263"/>
                    <a:pt x="20802" y="7245"/>
                    <a:pt x="20815" y="7237"/>
                  </a:cubicBezTo>
                  <a:cubicBezTo>
                    <a:pt x="20834" y="7225"/>
                    <a:pt x="20868" y="7195"/>
                    <a:pt x="20886" y="7180"/>
                  </a:cubicBezTo>
                  <a:cubicBezTo>
                    <a:pt x="20901" y="7167"/>
                    <a:pt x="20927" y="7132"/>
                    <a:pt x="20946" y="7123"/>
                  </a:cubicBezTo>
                  <a:cubicBezTo>
                    <a:pt x="20964" y="7115"/>
                    <a:pt x="21011" y="7126"/>
                    <a:pt x="21026" y="7114"/>
                  </a:cubicBezTo>
                  <a:cubicBezTo>
                    <a:pt x="21048" y="7097"/>
                    <a:pt x="21061" y="7040"/>
                    <a:pt x="21058" y="7013"/>
                  </a:cubicBezTo>
                  <a:cubicBezTo>
                    <a:pt x="21055" y="6982"/>
                    <a:pt x="21006" y="6931"/>
                    <a:pt x="20998" y="6899"/>
                  </a:cubicBezTo>
                  <a:cubicBezTo>
                    <a:pt x="20992" y="6873"/>
                    <a:pt x="20983" y="6812"/>
                    <a:pt x="20998" y="6789"/>
                  </a:cubicBezTo>
                  <a:cubicBezTo>
                    <a:pt x="21014" y="6766"/>
                    <a:pt x="21080" y="6757"/>
                    <a:pt x="21105" y="6743"/>
                  </a:cubicBezTo>
                  <a:cubicBezTo>
                    <a:pt x="21121" y="6732"/>
                    <a:pt x="21151" y="6709"/>
                    <a:pt x="21164" y="6696"/>
                  </a:cubicBezTo>
                  <a:cubicBezTo>
                    <a:pt x="21185" y="6675"/>
                    <a:pt x="21205" y="6616"/>
                    <a:pt x="21232" y="6602"/>
                  </a:cubicBezTo>
                  <a:cubicBezTo>
                    <a:pt x="21252" y="6591"/>
                    <a:pt x="21303" y="6598"/>
                    <a:pt x="21327" y="6596"/>
                  </a:cubicBezTo>
                  <a:cubicBezTo>
                    <a:pt x="21362" y="6592"/>
                    <a:pt x="21430" y="6566"/>
                    <a:pt x="21464" y="6575"/>
                  </a:cubicBezTo>
                  <a:cubicBezTo>
                    <a:pt x="21501" y="6585"/>
                    <a:pt x="21573" y="6633"/>
                    <a:pt x="21581" y="6669"/>
                  </a:cubicBezTo>
                  <a:cubicBezTo>
                    <a:pt x="21587" y="6698"/>
                    <a:pt x="21526" y="6746"/>
                    <a:pt x="21524" y="6776"/>
                  </a:cubicBezTo>
                  <a:cubicBezTo>
                    <a:pt x="21523" y="6791"/>
                    <a:pt x="21546" y="6818"/>
                    <a:pt x="21546" y="6833"/>
                  </a:cubicBezTo>
                  <a:cubicBezTo>
                    <a:pt x="21546" y="6860"/>
                    <a:pt x="21521" y="6912"/>
                    <a:pt x="21507" y="6936"/>
                  </a:cubicBezTo>
                  <a:cubicBezTo>
                    <a:pt x="21497" y="6953"/>
                    <a:pt x="21477" y="6993"/>
                    <a:pt x="21457" y="6993"/>
                  </a:cubicBezTo>
                  <a:cubicBezTo>
                    <a:pt x="21432" y="6994"/>
                    <a:pt x="21410" y="6935"/>
                    <a:pt x="21386" y="6926"/>
                  </a:cubicBezTo>
                  <a:cubicBezTo>
                    <a:pt x="21370" y="6920"/>
                    <a:pt x="21327" y="6918"/>
                    <a:pt x="21313" y="6930"/>
                  </a:cubicBezTo>
                  <a:cubicBezTo>
                    <a:pt x="21284" y="6953"/>
                    <a:pt x="21283" y="7032"/>
                    <a:pt x="21281" y="7067"/>
                  </a:cubicBezTo>
                  <a:cubicBezTo>
                    <a:pt x="21279" y="7101"/>
                    <a:pt x="21294" y="7170"/>
                    <a:pt x="21302" y="7204"/>
                  </a:cubicBezTo>
                  <a:cubicBezTo>
                    <a:pt x="21310" y="7236"/>
                    <a:pt x="21347" y="7298"/>
                    <a:pt x="21344" y="7331"/>
                  </a:cubicBezTo>
                  <a:cubicBezTo>
                    <a:pt x="21343" y="7353"/>
                    <a:pt x="21307" y="7389"/>
                    <a:pt x="21305" y="7411"/>
                  </a:cubicBezTo>
                  <a:cubicBezTo>
                    <a:pt x="21303" y="7450"/>
                    <a:pt x="21357" y="7522"/>
                    <a:pt x="21355" y="7561"/>
                  </a:cubicBezTo>
                  <a:cubicBezTo>
                    <a:pt x="21352" y="7611"/>
                    <a:pt x="21308" y="7705"/>
                    <a:pt x="21278" y="7745"/>
                  </a:cubicBezTo>
                  <a:cubicBezTo>
                    <a:pt x="21266" y="7759"/>
                    <a:pt x="21237" y="7781"/>
                    <a:pt x="21221" y="7789"/>
                  </a:cubicBezTo>
                  <a:cubicBezTo>
                    <a:pt x="21200" y="7799"/>
                    <a:pt x="21146" y="7793"/>
                    <a:pt x="21129" y="7809"/>
                  </a:cubicBezTo>
                  <a:cubicBezTo>
                    <a:pt x="21105" y="7832"/>
                    <a:pt x="21116" y="7905"/>
                    <a:pt x="21105" y="7936"/>
                  </a:cubicBezTo>
                  <a:cubicBezTo>
                    <a:pt x="21094" y="7964"/>
                    <a:pt x="21055" y="8013"/>
                    <a:pt x="21041" y="8039"/>
                  </a:cubicBezTo>
                  <a:cubicBezTo>
                    <a:pt x="21019" y="8079"/>
                    <a:pt x="20974" y="8157"/>
                    <a:pt x="20963" y="8200"/>
                  </a:cubicBezTo>
                  <a:cubicBezTo>
                    <a:pt x="20956" y="8229"/>
                    <a:pt x="20948" y="8292"/>
                    <a:pt x="20959" y="8320"/>
                  </a:cubicBezTo>
                  <a:cubicBezTo>
                    <a:pt x="20969" y="8342"/>
                    <a:pt x="21021" y="8365"/>
                    <a:pt x="21031" y="8387"/>
                  </a:cubicBezTo>
                  <a:cubicBezTo>
                    <a:pt x="21038" y="8406"/>
                    <a:pt x="21036" y="8452"/>
                    <a:pt x="21026" y="8470"/>
                  </a:cubicBezTo>
                  <a:cubicBezTo>
                    <a:pt x="21013" y="8498"/>
                    <a:pt x="20946" y="8525"/>
                    <a:pt x="20928" y="8551"/>
                  </a:cubicBezTo>
                  <a:cubicBezTo>
                    <a:pt x="20914" y="8571"/>
                    <a:pt x="20893" y="8621"/>
                    <a:pt x="20899" y="8644"/>
                  </a:cubicBezTo>
                  <a:cubicBezTo>
                    <a:pt x="20907" y="8668"/>
                    <a:pt x="20977" y="8686"/>
                    <a:pt x="20977" y="8711"/>
                  </a:cubicBezTo>
                  <a:cubicBezTo>
                    <a:pt x="20977" y="8741"/>
                    <a:pt x="20909" y="8773"/>
                    <a:pt x="20886" y="8792"/>
                  </a:cubicBezTo>
                  <a:cubicBezTo>
                    <a:pt x="20862" y="8810"/>
                    <a:pt x="20811" y="8840"/>
                    <a:pt x="20787" y="8859"/>
                  </a:cubicBezTo>
                  <a:cubicBezTo>
                    <a:pt x="20766" y="8873"/>
                    <a:pt x="20719" y="8901"/>
                    <a:pt x="20706" y="8922"/>
                  </a:cubicBezTo>
                  <a:cubicBezTo>
                    <a:pt x="20687" y="8949"/>
                    <a:pt x="20684" y="9019"/>
                    <a:pt x="20670" y="9049"/>
                  </a:cubicBezTo>
                  <a:cubicBezTo>
                    <a:pt x="20659" y="9073"/>
                    <a:pt x="20618" y="9113"/>
                    <a:pt x="20610" y="9139"/>
                  </a:cubicBezTo>
                  <a:cubicBezTo>
                    <a:pt x="20597" y="9182"/>
                    <a:pt x="20620" y="9275"/>
                    <a:pt x="20610" y="9320"/>
                  </a:cubicBezTo>
                  <a:cubicBezTo>
                    <a:pt x="20599" y="9372"/>
                    <a:pt x="20544" y="9470"/>
                    <a:pt x="20522" y="9520"/>
                  </a:cubicBezTo>
                  <a:cubicBezTo>
                    <a:pt x="20506" y="9555"/>
                    <a:pt x="20471" y="9623"/>
                    <a:pt x="20462" y="9660"/>
                  </a:cubicBezTo>
                  <a:cubicBezTo>
                    <a:pt x="20448" y="9713"/>
                    <a:pt x="20466" y="9828"/>
                    <a:pt x="20441" y="9878"/>
                  </a:cubicBezTo>
                  <a:cubicBezTo>
                    <a:pt x="20427" y="9906"/>
                    <a:pt x="20366" y="9939"/>
                    <a:pt x="20349" y="9965"/>
                  </a:cubicBezTo>
                  <a:cubicBezTo>
                    <a:pt x="20310" y="10022"/>
                    <a:pt x="20266" y="10153"/>
                    <a:pt x="20250" y="10219"/>
                  </a:cubicBezTo>
                  <a:cubicBezTo>
                    <a:pt x="20225" y="10323"/>
                    <a:pt x="20210" y="10536"/>
                    <a:pt x="20208" y="10643"/>
                  </a:cubicBezTo>
                  <a:cubicBezTo>
                    <a:pt x="20206" y="10707"/>
                    <a:pt x="20223" y="10836"/>
                    <a:pt x="20222" y="10901"/>
                  </a:cubicBezTo>
                  <a:cubicBezTo>
                    <a:pt x="20220" y="10996"/>
                    <a:pt x="20206" y="11188"/>
                    <a:pt x="20186" y="11281"/>
                  </a:cubicBezTo>
                  <a:cubicBezTo>
                    <a:pt x="20172" y="11349"/>
                    <a:pt x="20097" y="11476"/>
                    <a:pt x="20098" y="11546"/>
                  </a:cubicBezTo>
                  <a:cubicBezTo>
                    <a:pt x="20099" y="11584"/>
                    <a:pt x="20134" y="11659"/>
                    <a:pt x="20155" y="11693"/>
                  </a:cubicBezTo>
                  <a:cubicBezTo>
                    <a:pt x="20181" y="11737"/>
                    <a:pt x="20269" y="11806"/>
                    <a:pt x="20292" y="11853"/>
                  </a:cubicBezTo>
                  <a:cubicBezTo>
                    <a:pt x="20318" y="11904"/>
                    <a:pt x="20342" y="12017"/>
                    <a:pt x="20342" y="12073"/>
                  </a:cubicBezTo>
                  <a:cubicBezTo>
                    <a:pt x="20341" y="12107"/>
                    <a:pt x="20323" y="12173"/>
                    <a:pt x="20310" y="12204"/>
                  </a:cubicBezTo>
                  <a:cubicBezTo>
                    <a:pt x="20293" y="12243"/>
                    <a:pt x="20242" y="12314"/>
                    <a:pt x="20215" y="12347"/>
                  </a:cubicBezTo>
                  <a:cubicBezTo>
                    <a:pt x="20191" y="12375"/>
                    <a:pt x="20143" y="12430"/>
                    <a:pt x="20113" y="12451"/>
                  </a:cubicBezTo>
                  <a:cubicBezTo>
                    <a:pt x="20076" y="12477"/>
                    <a:pt x="19980" y="12498"/>
                    <a:pt x="19946" y="12528"/>
                  </a:cubicBezTo>
                  <a:cubicBezTo>
                    <a:pt x="19903" y="12566"/>
                    <a:pt x="19832" y="12666"/>
                    <a:pt x="19827" y="12722"/>
                  </a:cubicBezTo>
                  <a:cubicBezTo>
                    <a:pt x="19822" y="12771"/>
                    <a:pt x="19904" y="12858"/>
                    <a:pt x="19897" y="12906"/>
                  </a:cubicBezTo>
                  <a:cubicBezTo>
                    <a:pt x="19891" y="12946"/>
                    <a:pt x="19813" y="13000"/>
                    <a:pt x="19795" y="13036"/>
                  </a:cubicBezTo>
                  <a:cubicBezTo>
                    <a:pt x="19759" y="13107"/>
                    <a:pt x="19719" y="13262"/>
                    <a:pt x="19710" y="13340"/>
                  </a:cubicBezTo>
                  <a:cubicBezTo>
                    <a:pt x="19699" y="13426"/>
                    <a:pt x="19718" y="13599"/>
                    <a:pt x="19720" y="13684"/>
                  </a:cubicBezTo>
                  <a:cubicBezTo>
                    <a:pt x="19721" y="13713"/>
                    <a:pt x="19725" y="13770"/>
                    <a:pt x="19724" y="13798"/>
                  </a:cubicBezTo>
                  <a:cubicBezTo>
                    <a:pt x="19723" y="13834"/>
                    <a:pt x="19710" y="13932"/>
                    <a:pt x="19706" y="13942"/>
                  </a:cubicBezTo>
                  <a:cubicBezTo>
                    <a:pt x="19703" y="13952"/>
                    <a:pt x="19764" y="14086"/>
                    <a:pt x="19788" y="14133"/>
                  </a:cubicBezTo>
                  <a:cubicBezTo>
                    <a:pt x="19811" y="14177"/>
                    <a:pt x="19871" y="14259"/>
                    <a:pt x="19886" y="14307"/>
                  </a:cubicBezTo>
                  <a:cubicBezTo>
                    <a:pt x="19901" y="14353"/>
                    <a:pt x="19897" y="14452"/>
                    <a:pt x="19904" y="14501"/>
                  </a:cubicBezTo>
                  <a:cubicBezTo>
                    <a:pt x="19914" y="14561"/>
                    <a:pt x="19952" y="14679"/>
                    <a:pt x="19957" y="14741"/>
                  </a:cubicBezTo>
                  <a:cubicBezTo>
                    <a:pt x="19961" y="14786"/>
                    <a:pt x="19961" y="14879"/>
                    <a:pt x="19946" y="14921"/>
                  </a:cubicBezTo>
                  <a:cubicBezTo>
                    <a:pt x="19931" y="14965"/>
                    <a:pt x="19868" y="15039"/>
                    <a:pt x="19844" y="15078"/>
                  </a:cubicBezTo>
                  <a:cubicBezTo>
                    <a:pt x="19818" y="15121"/>
                    <a:pt x="19763" y="15205"/>
                    <a:pt x="19749" y="15252"/>
                  </a:cubicBezTo>
                  <a:cubicBezTo>
                    <a:pt x="19732" y="15308"/>
                    <a:pt x="19719" y="15426"/>
                    <a:pt x="19728" y="15483"/>
                  </a:cubicBezTo>
                  <a:cubicBezTo>
                    <a:pt x="19733" y="15525"/>
                    <a:pt x="19789" y="15600"/>
                    <a:pt x="19791" y="15643"/>
                  </a:cubicBezTo>
                  <a:cubicBezTo>
                    <a:pt x="19793" y="15690"/>
                    <a:pt x="19759" y="15779"/>
                    <a:pt x="19738" y="15821"/>
                  </a:cubicBezTo>
                  <a:cubicBezTo>
                    <a:pt x="19716" y="15864"/>
                    <a:pt x="19647" y="15937"/>
                    <a:pt x="19622" y="15978"/>
                  </a:cubicBezTo>
                  <a:cubicBezTo>
                    <a:pt x="19592" y="16024"/>
                    <a:pt x="19534" y="16119"/>
                    <a:pt x="19519" y="16171"/>
                  </a:cubicBezTo>
                  <a:cubicBezTo>
                    <a:pt x="19503" y="16230"/>
                    <a:pt x="19509" y="16354"/>
                    <a:pt x="19509" y="16415"/>
                  </a:cubicBezTo>
                  <a:cubicBezTo>
                    <a:pt x="19509" y="16470"/>
                    <a:pt x="19524" y="16579"/>
                    <a:pt x="19516" y="16633"/>
                  </a:cubicBezTo>
                  <a:cubicBezTo>
                    <a:pt x="19507" y="16689"/>
                    <a:pt x="19439" y="16790"/>
                    <a:pt x="19438" y="16847"/>
                  </a:cubicBezTo>
                  <a:cubicBezTo>
                    <a:pt x="19437" y="16892"/>
                    <a:pt x="19474" y="16978"/>
                    <a:pt x="19491" y="17021"/>
                  </a:cubicBezTo>
                  <a:cubicBezTo>
                    <a:pt x="19508" y="17061"/>
                    <a:pt x="19553" y="17138"/>
                    <a:pt x="19573" y="17177"/>
                  </a:cubicBezTo>
                  <a:cubicBezTo>
                    <a:pt x="19586" y="17205"/>
                    <a:pt x="19627" y="17260"/>
                    <a:pt x="19625" y="17292"/>
                  </a:cubicBezTo>
                  <a:cubicBezTo>
                    <a:pt x="19624" y="17317"/>
                    <a:pt x="19581" y="17357"/>
                    <a:pt x="19573" y="17382"/>
                  </a:cubicBezTo>
                  <a:cubicBezTo>
                    <a:pt x="19564" y="17403"/>
                    <a:pt x="19551" y="17449"/>
                    <a:pt x="19558" y="17471"/>
                  </a:cubicBezTo>
                  <a:cubicBezTo>
                    <a:pt x="19573" y="17521"/>
                    <a:pt x="19670" y="17584"/>
                    <a:pt x="19695" y="17629"/>
                  </a:cubicBezTo>
                  <a:cubicBezTo>
                    <a:pt x="19714" y="17659"/>
                    <a:pt x="19745" y="17725"/>
                    <a:pt x="19742" y="17759"/>
                  </a:cubicBezTo>
                  <a:cubicBezTo>
                    <a:pt x="19738" y="17797"/>
                    <a:pt x="19678" y="17859"/>
                    <a:pt x="19667" y="17896"/>
                  </a:cubicBezTo>
                  <a:cubicBezTo>
                    <a:pt x="19660" y="17922"/>
                    <a:pt x="19653" y="17977"/>
                    <a:pt x="19659" y="18003"/>
                  </a:cubicBezTo>
                  <a:cubicBezTo>
                    <a:pt x="19665" y="18030"/>
                    <a:pt x="19699" y="18078"/>
                    <a:pt x="19716" y="18101"/>
                  </a:cubicBezTo>
                  <a:cubicBezTo>
                    <a:pt x="19748" y="18146"/>
                    <a:pt x="19831" y="18221"/>
                    <a:pt x="19862" y="18266"/>
                  </a:cubicBezTo>
                  <a:cubicBezTo>
                    <a:pt x="19886" y="18302"/>
                    <a:pt x="19928" y="18380"/>
                    <a:pt x="19937" y="18422"/>
                  </a:cubicBezTo>
                  <a:cubicBezTo>
                    <a:pt x="19949" y="18479"/>
                    <a:pt x="19919" y="18596"/>
                    <a:pt x="19928" y="18654"/>
                  </a:cubicBezTo>
                  <a:cubicBezTo>
                    <a:pt x="19933" y="18688"/>
                    <a:pt x="19953" y="18756"/>
                    <a:pt x="19975" y="18783"/>
                  </a:cubicBezTo>
                  <a:cubicBezTo>
                    <a:pt x="20004" y="18820"/>
                    <a:pt x="20102" y="18855"/>
                    <a:pt x="20135" y="18890"/>
                  </a:cubicBezTo>
                  <a:cubicBezTo>
                    <a:pt x="20170" y="18928"/>
                    <a:pt x="20214" y="19023"/>
                    <a:pt x="20238" y="19068"/>
                  </a:cubicBezTo>
                  <a:cubicBezTo>
                    <a:pt x="20254" y="19097"/>
                    <a:pt x="20291" y="19152"/>
                    <a:pt x="20295" y="19184"/>
                  </a:cubicBezTo>
                  <a:cubicBezTo>
                    <a:pt x="20299" y="19218"/>
                    <a:pt x="20269" y="19284"/>
                    <a:pt x="20267" y="19318"/>
                  </a:cubicBezTo>
                  <a:cubicBezTo>
                    <a:pt x="20263" y="19377"/>
                    <a:pt x="20285" y="19495"/>
                    <a:pt x="20285" y="19554"/>
                  </a:cubicBezTo>
                  <a:cubicBezTo>
                    <a:pt x="20285" y="19584"/>
                    <a:pt x="20284" y="19645"/>
                    <a:pt x="20276" y="19674"/>
                  </a:cubicBezTo>
                  <a:cubicBezTo>
                    <a:pt x="20266" y="19708"/>
                    <a:pt x="20220" y="19765"/>
                    <a:pt x="20210" y="19799"/>
                  </a:cubicBezTo>
                  <a:cubicBezTo>
                    <a:pt x="20201" y="19830"/>
                    <a:pt x="20191" y="19897"/>
                    <a:pt x="20201" y="19928"/>
                  </a:cubicBezTo>
                  <a:cubicBezTo>
                    <a:pt x="20214" y="19972"/>
                    <a:pt x="20292" y="20035"/>
                    <a:pt x="20313" y="20075"/>
                  </a:cubicBezTo>
                  <a:cubicBezTo>
                    <a:pt x="20341" y="20128"/>
                    <a:pt x="20369" y="20242"/>
                    <a:pt x="20384" y="20298"/>
                  </a:cubicBezTo>
                  <a:cubicBezTo>
                    <a:pt x="20397" y="20344"/>
                    <a:pt x="20422" y="20435"/>
                    <a:pt x="20427" y="20481"/>
                  </a:cubicBezTo>
                  <a:cubicBezTo>
                    <a:pt x="20428" y="20496"/>
                    <a:pt x="20429" y="20514"/>
                    <a:pt x="20430" y="20533"/>
                  </a:cubicBezTo>
                  <a:lnTo>
                    <a:pt x="14449" y="21171"/>
                  </a:lnTo>
                  <a:lnTo>
                    <a:pt x="9653" y="21595"/>
                  </a:lnTo>
                  <a:cubicBezTo>
                    <a:pt x="9655" y="21590"/>
                    <a:pt x="9656" y="21586"/>
                    <a:pt x="9657" y="21582"/>
                  </a:cubicBezTo>
                  <a:cubicBezTo>
                    <a:pt x="9660" y="21546"/>
                    <a:pt x="9637" y="21477"/>
                    <a:pt x="9624" y="21444"/>
                  </a:cubicBezTo>
                  <a:cubicBezTo>
                    <a:pt x="9605" y="21398"/>
                    <a:pt x="9546" y="21316"/>
                    <a:pt x="9520" y="21274"/>
                  </a:cubicBezTo>
                  <a:cubicBezTo>
                    <a:pt x="9480" y="21209"/>
                    <a:pt x="9417" y="21063"/>
                    <a:pt x="9355" y="21016"/>
                  </a:cubicBezTo>
                  <a:cubicBezTo>
                    <a:pt x="9308" y="20979"/>
                    <a:pt x="9185" y="20952"/>
                    <a:pt x="9124" y="20940"/>
                  </a:cubicBezTo>
                  <a:cubicBezTo>
                    <a:pt x="9017" y="20918"/>
                    <a:pt x="8794" y="20926"/>
                    <a:pt x="8687" y="20904"/>
                  </a:cubicBezTo>
                  <a:cubicBezTo>
                    <a:pt x="8609" y="20889"/>
                    <a:pt x="8459" y="20836"/>
                    <a:pt x="8386" y="20806"/>
                  </a:cubicBezTo>
                  <a:cubicBezTo>
                    <a:pt x="8309" y="20775"/>
                    <a:pt x="8159" y="20704"/>
                    <a:pt x="8089" y="20659"/>
                  </a:cubicBezTo>
                  <a:cubicBezTo>
                    <a:pt x="8051" y="20634"/>
                    <a:pt x="7974" y="20580"/>
                    <a:pt x="7948" y="20543"/>
                  </a:cubicBezTo>
                  <a:cubicBezTo>
                    <a:pt x="7899" y="20472"/>
                    <a:pt x="7861" y="20301"/>
                    <a:pt x="7840" y="20218"/>
                  </a:cubicBezTo>
                  <a:cubicBezTo>
                    <a:pt x="7825" y="20163"/>
                    <a:pt x="7830" y="20043"/>
                    <a:pt x="7797" y="19995"/>
                  </a:cubicBezTo>
                  <a:cubicBezTo>
                    <a:pt x="7773" y="19959"/>
                    <a:pt x="7681" y="19929"/>
                    <a:pt x="7651" y="19897"/>
                  </a:cubicBezTo>
                  <a:cubicBezTo>
                    <a:pt x="7625" y="19869"/>
                    <a:pt x="7588" y="19803"/>
                    <a:pt x="7576" y="19768"/>
                  </a:cubicBezTo>
                  <a:cubicBezTo>
                    <a:pt x="7554" y="19703"/>
                    <a:pt x="7557" y="19562"/>
                    <a:pt x="7539" y="19496"/>
                  </a:cubicBezTo>
                  <a:cubicBezTo>
                    <a:pt x="7520" y="19432"/>
                    <a:pt x="7443" y="19316"/>
                    <a:pt x="7425" y="19251"/>
                  </a:cubicBezTo>
                  <a:cubicBezTo>
                    <a:pt x="7396" y="19142"/>
                    <a:pt x="7357" y="18914"/>
                    <a:pt x="7383" y="18805"/>
                  </a:cubicBezTo>
                  <a:cubicBezTo>
                    <a:pt x="7397" y="18747"/>
                    <a:pt x="7485" y="18654"/>
                    <a:pt x="7510" y="18601"/>
                  </a:cubicBezTo>
                  <a:cubicBezTo>
                    <a:pt x="7534" y="18550"/>
                    <a:pt x="7555" y="18440"/>
                    <a:pt x="7581" y="18391"/>
                  </a:cubicBezTo>
                  <a:cubicBezTo>
                    <a:pt x="7599" y="18356"/>
                    <a:pt x="7659" y="18298"/>
                    <a:pt x="7675" y="18262"/>
                  </a:cubicBezTo>
                  <a:cubicBezTo>
                    <a:pt x="7687" y="18232"/>
                    <a:pt x="7700" y="18168"/>
                    <a:pt x="7698" y="18137"/>
                  </a:cubicBezTo>
                  <a:cubicBezTo>
                    <a:pt x="7697" y="18102"/>
                    <a:pt x="7678" y="18033"/>
                    <a:pt x="7661" y="18003"/>
                  </a:cubicBezTo>
                  <a:cubicBezTo>
                    <a:pt x="7632" y="17952"/>
                    <a:pt x="7545" y="17868"/>
                    <a:pt x="7496" y="17834"/>
                  </a:cubicBezTo>
                  <a:cubicBezTo>
                    <a:pt x="7454" y="17804"/>
                    <a:pt x="7356" y="17764"/>
                    <a:pt x="7308" y="17744"/>
                  </a:cubicBezTo>
                  <a:cubicBezTo>
                    <a:pt x="7258" y="17724"/>
                    <a:pt x="7142" y="17711"/>
                    <a:pt x="7106" y="17674"/>
                  </a:cubicBezTo>
                  <a:cubicBezTo>
                    <a:pt x="7089" y="17657"/>
                    <a:pt x="7081" y="17611"/>
                    <a:pt x="7082" y="17589"/>
                  </a:cubicBezTo>
                  <a:cubicBezTo>
                    <a:pt x="7083" y="17560"/>
                    <a:pt x="7119" y="17510"/>
                    <a:pt x="7124" y="17482"/>
                  </a:cubicBezTo>
                  <a:cubicBezTo>
                    <a:pt x="7133" y="17440"/>
                    <a:pt x="7145" y="17352"/>
                    <a:pt x="7129" y="17313"/>
                  </a:cubicBezTo>
                  <a:cubicBezTo>
                    <a:pt x="7112" y="17272"/>
                    <a:pt x="7012" y="17230"/>
                    <a:pt x="7002" y="17187"/>
                  </a:cubicBezTo>
                  <a:cubicBezTo>
                    <a:pt x="6992" y="17147"/>
                    <a:pt x="7054" y="17069"/>
                    <a:pt x="7054" y="17027"/>
                  </a:cubicBezTo>
                  <a:cubicBezTo>
                    <a:pt x="7054" y="17006"/>
                    <a:pt x="7044" y="16975"/>
                    <a:pt x="7032" y="1694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65" name="Shape 4747"/>
            <p:cNvSpPr/>
            <p:nvPr/>
          </p:nvSpPr>
          <p:spPr>
            <a:xfrm>
              <a:off x="6029075" y="966492"/>
              <a:ext cx="1085947" cy="1147709"/>
            </a:xfrm>
            <a:custGeom>
              <a:avLst/>
              <a:gdLst/>
              <a:ahLst/>
              <a:cxnLst>
                <a:cxn ang="0">
                  <a:pos x="wd2" y="hd2"/>
                </a:cxn>
                <a:cxn ang="5400000">
                  <a:pos x="wd2" y="hd2"/>
                </a:cxn>
                <a:cxn ang="10800000">
                  <a:pos x="wd2" y="hd2"/>
                </a:cxn>
                <a:cxn ang="16200000">
                  <a:pos x="wd2" y="hd2"/>
                </a:cxn>
              </a:cxnLst>
              <a:rect l="0" t="0" r="r" b="b"/>
              <a:pathLst>
                <a:path w="21582" h="21595" extrusionOk="0">
                  <a:moveTo>
                    <a:pt x="7032" y="16945"/>
                  </a:moveTo>
                  <a:cubicBezTo>
                    <a:pt x="7023" y="16919"/>
                    <a:pt x="7011" y="16895"/>
                    <a:pt x="7002" y="16880"/>
                  </a:cubicBezTo>
                  <a:cubicBezTo>
                    <a:pt x="6984" y="16851"/>
                    <a:pt x="6920" y="16809"/>
                    <a:pt x="6907" y="16778"/>
                  </a:cubicBezTo>
                  <a:cubicBezTo>
                    <a:pt x="6893" y="16740"/>
                    <a:pt x="6918" y="16656"/>
                    <a:pt x="6907" y="16617"/>
                  </a:cubicBezTo>
                  <a:cubicBezTo>
                    <a:pt x="6897" y="16577"/>
                    <a:pt x="6834" y="16510"/>
                    <a:pt x="6823" y="16470"/>
                  </a:cubicBezTo>
                  <a:cubicBezTo>
                    <a:pt x="6812" y="16429"/>
                    <a:pt x="6830" y="16341"/>
                    <a:pt x="6818" y="16301"/>
                  </a:cubicBezTo>
                  <a:cubicBezTo>
                    <a:pt x="6809" y="16270"/>
                    <a:pt x="6761" y="16220"/>
                    <a:pt x="6752" y="16189"/>
                  </a:cubicBezTo>
                  <a:cubicBezTo>
                    <a:pt x="6737" y="16141"/>
                    <a:pt x="6731" y="16038"/>
                    <a:pt x="6738" y="15989"/>
                  </a:cubicBezTo>
                  <a:cubicBezTo>
                    <a:pt x="6744" y="15943"/>
                    <a:pt x="6788" y="15859"/>
                    <a:pt x="6800" y="15815"/>
                  </a:cubicBezTo>
                  <a:cubicBezTo>
                    <a:pt x="6812" y="15767"/>
                    <a:pt x="6842" y="15667"/>
                    <a:pt x="6833" y="15619"/>
                  </a:cubicBezTo>
                  <a:cubicBezTo>
                    <a:pt x="6823" y="15575"/>
                    <a:pt x="6756" y="15507"/>
                    <a:pt x="6734" y="15467"/>
                  </a:cubicBezTo>
                  <a:cubicBezTo>
                    <a:pt x="6711" y="15428"/>
                    <a:pt x="6679" y="15344"/>
                    <a:pt x="6653" y="15307"/>
                  </a:cubicBezTo>
                  <a:cubicBezTo>
                    <a:pt x="6610" y="15245"/>
                    <a:pt x="6499" y="15139"/>
                    <a:pt x="6446" y="15084"/>
                  </a:cubicBezTo>
                  <a:cubicBezTo>
                    <a:pt x="6384" y="15019"/>
                    <a:pt x="6251" y="14893"/>
                    <a:pt x="6192" y="14826"/>
                  </a:cubicBezTo>
                  <a:cubicBezTo>
                    <a:pt x="6138" y="14764"/>
                    <a:pt x="6061" y="14610"/>
                    <a:pt x="5990" y="14567"/>
                  </a:cubicBezTo>
                  <a:cubicBezTo>
                    <a:pt x="5928" y="14531"/>
                    <a:pt x="5779" y="14519"/>
                    <a:pt x="5707" y="14514"/>
                  </a:cubicBezTo>
                  <a:cubicBezTo>
                    <a:pt x="5640" y="14508"/>
                    <a:pt x="5503" y="14540"/>
                    <a:pt x="5439" y="14522"/>
                  </a:cubicBezTo>
                  <a:cubicBezTo>
                    <a:pt x="5376" y="14506"/>
                    <a:pt x="5272" y="14425"/>
                    <a:pt x="5222" y="14384"/>
                  </a:cubicBezTo>
                  <a:cubicBezTo>
                    <a:pt x="5176" y="14345"/>
                    <a:pt x="5105" y="14245"/>
                    <a:pt x="5058" y="14206"/>
                  </a:cubicBezTo>
                  <a:cubicBezTo>
                    <a:pt x="5029" y="14182"/>
                    <a:pt x="4961" y="14147"/>
                    <a:pt x="4931" y="14126"/>
                  </a:cubicBezTo>
                  <a:cubicBezTo>
                    <a:pt x="4912" y="14112"/>
                    <a:pt x="4875" y="14081"/>
                    <a:pt x="4855" y="14068"/>
                  </a:cubicBezTo>
                  <a:cubicBezTo>
                    <a:pt x="4803" y="14033"/>
                    <a:pt x="4696" y="13970"/>
                    <a:pt x="4639" y="13943"/>
                  </a:cubicBezTo>
                  <a:cubicBezTo>
                    <a:pt x="4588" y="13919"/>
                    <a:pt x="4472" y="13897"/>
                    <a:pt x="4427" y="13863"/>
                  </a:cubicBezTo>
                  <a:cubicBezTo>
                    <a:pt x="4392" y="13837"/>
                    <a:pt x="4347" y="13761"/>
                    <a:pt x="4324" y="13725"/>
                  </a:cubicBezTo>
                  <a:cubicBezTo>
                    <a:pt x="4301" y="13690"/>
                    <a:pt x="4261" y="13619"/>
                    <a:pt x="4243" y="13582"/>
                  </a:cubicBezTo>
                  <a:cubicBezTo>
                    <a:pt x="4225" y="13543"/>
                    <a:pt x="4208" y="13457"/>
                    <a:pt x="4182" y="13422"/>
                  </a:cubicBezTo>
                  <a:cubicBezTo>
                    <a:pt x="4166" y="13401"/>
                    <a:pt x="4108" y="13382"/>
                    <a:pt x="4098" y="13359"/>
                  </a:cubicBezTo>
                  <a:cubicBezTo>
                    <a:pt x="4083" y="13329"/>
                    <a:pt x="4113" y="13259"/>
                    <a:pt x="4107" y="13225"/>
                  </a:cubicBezTo>
                  <a:cubicBezTo>
                    <a:pt x="4100" y="13190"/>
                    <a:pt x="4073" y="13118"/>
                    <a:pt x="4046" y="13092"/>
                  </a:cubicBezTo>
                  <a:cubicBezTo>
                    <a:pt x="4005" y="13050"/>
                    <a:pt x="3889" y="13009"/>
                    <a:pt x="3834" y="12985"/>
                  </a:cubicBezTo>
                  <a:cubicBezTo>
                    <a:pt x="3779" y="12961"/>
                    <a:pt x="3664" y="12925"/>
                    <a:pt x="3608" y="12905"/>
                  </a:cubicBezTo>
                  <a:cubicBezTo>
                    <a:pt x="3526" y="12876"/>
                    <a:pt x="3367" y="12810"/>
                    <a:pt x="3283" y="12789"/>
                  </a:cubicBezTo>
                  <a:cubicBezTo>
                    <a:pt x="3190" y="12765"/>
                    <a:pt x="2988" y="12772"/>
                    <a:pt x="2902" y="12731"/>
                  </a:cubicBezTo>
                  <a:cubicBezTo>
                    <a:pt x="2843" y="12703"/>
                    <a:pt x="2752" y="12606"/>
                    <a:pt x="2709" y="12557"/>
                  </a:cubicBezTo>
                  <a:cubicBezTo>
                    <a:pt x="2672" y="12515"/>
                    <a:pt x="2612" y="12421"/>
                    <a:pt x="2582" y="12375"/>
                  </a:cubicBezTo>
                  <a:cubicBezTo>
                    <a:pt x="2551" y="12327"/>
                    <a:pt x="2512" y="12209"/>
                    <a:pt x="2459" y="12183"/>
                  </a:cubicBezTo>
                  <a:cubicBezTo>
                    <a:pt x="2409" y="12158"/>
                    <a:pt x="2289" y="12205"/>
                    <a:pt x="2234" y="12196"/>
                  </a:cubicBezTo>
                  <a:cubicBezTo>
                    <a:pt x="2202" y="12191"/>
                    <a:pt x="2147" y="12155"/>
                    <a:pt x="2116" y="12147"/>
                  </a:cubicBezTo>
                  <a:cubicBezTo>
                    <a:pt x="2065" y="12136"/>
                    <a:pt x="1961" y="12132"/>
                    <a:pt x="1909" y="12134"/>
                  </a:cubicBezTo>
                  <a:cubicBezTo>
                    <a:pt x="1865" y="12136"/>
                    <a:pt x="1775" y="12177"/>
                    <a:pt x="1734" y="12160"/>
                  </a:cubicBezTo>
                  <a:cubicBezTo>
                    <a:pt x="1698" y="12146"/>
                    <a:pt x="1673" y="12061"/>
                    <a:pt x="1641" y="12040"/>
                  </a:cubicBezTo>
                  <a:cubicBezTo>
                    <a:pt x="1611" y="12022"/>
                    <a:pt x="1535" y="12020"/>
                    <a:pt x="1505" y="12005"/>
                  </a:cubicBezTo>
                  <a:cubicBezTo>
                    <a:pt x="1472" y="11988"/>
                    <a:pt x="1415" y="11941"/>
                    <a:pt x="1391" y="11915"/>
                  </a:cubicBezTo>
                  <a:cubicBezTo>
                    <a:pt x="1366" y="11890"/>
                    <a:pt x="1332" y="11824"/>
                    <a:pt x="1306" y="11799"/>
                  </a:cubicBezTo>
                  <a:cubicBezTo>
                    <a:pt x="1264" y="11760"/>
                    <a:pt x="1159" y="11709"/>
                    <a:pt x="1113" y="11675"/>
                  </a:cubicBezTo>
                  <a:cubicBezTo>
                    <a:pt x="1073" y="11644"/>
                    <a:pt x="1001" y="11574"/>
                    <a:pt x="962" y="11541"/>
                  </a:cubicBezTo>
                  <a:cubicBezTo>
                    <a:pt x="934" y="11517"/>
                    <a:pt x="878" y="11468"/>
                    <a:pt x="845" y="11447"/>
                  </a:cubicBezTo>
                  <a:cubicBezTo>
                    <a:pt x="806" y="11422"/>
                    <a:pt x="709" y="11397"/>
                    <a:pt x="680" y="11363"/>
                  </a:cubicBezTo>
                  <a:cubicBezTo>
                    <a:pt x="661" y="11340"/>
                    <a:pt x="641" y="11280"/>
                    <a:pt x="647" y="11251"/>
                  </a:cubicBezTo>
                  <a:cubicBezTo>
                    <a:pt x="655" y="11215"/>
                    <a:pt x="732" y="11170"/>
                    <a:pt x="746" y="11136"/>
                  </a:cubicBezTo>
                  <a:cubicBezTo>
                    <a:pt x="759" y="11101"/>
                    <a:pt x="746" y="11025"/>
                    <a:pt x="752" y="10989"/>
                  </a:cubicBezTo>
                  <a:cubicBezTo>
                    <a:pt x="756" y="10941"/>
                    <a:pt x="794" y="10848"/>
                    <a:pt x="788" y="10801"/>
                  </a:cubicBezTo>
                  <a:cubicBezTo>
                    <a:pt x="784" y="10765"/>
                    <a:pt x="725" y="10704"/>
                    <a:pt x="727" y="10668"/>
                  </a:cubicBezTo>
                  <a:cubicBezTo>
                    <a:pt x="730" y="10628"/>
                    <a:pt x="805" y="10569"/>
                    <a:pt x="812" y="10529"/>
                  </a:cubicBezTo>
                  <a:cubicBezTo>
                    <a:pt x="821" y="10484"/>
                    <a:pt x="797" y="10390"/>
                    <a:pt x="779" y="10347"/>
                  </a:cubicBezTo>
                  <a:cubicBezTo>
                    <a:pt x="767" y="10319"/>
                    <a:pt x="716" y="10278"/>
                    <a:pt x="709" y="10248"/>
                  </a:cubicBezTo>
                  <a:cubicBezTo>
                    <a:pt x="696" y="10203"/>
                    <a:pt x="744" y="10107"/>
                    <a:pt x="732" y="10062"/>
                  </a:cubicBezTo>
                  <a:cubicBezTo>
                    <a:pt x="722" y="10022"/>
                    <a:pt x="660" y="9960"/>
                    <a:pt x="633" y="9928"/>
                  </a:cubicBezTo>
                  <a:cubicBezTo>
                    <a:pt x="615" y="9907"/>
                    <a:pt x="563" y="9874"/>
                    <a:pt x="558" y="9847"/>
                  </a:cubicBezTo>
                  <a:cubicBezTo>
                    <a:pt x="550" y="9813"/>
                    <a:pt x="583" y="9742"/>
                    <a:pt x="605" y="9714"/>
                  </a:cubicBezTo>
                  <a:cubicBezTo>
                    <a:pt x="629" y="9682"/>
                    <a:pt x="720" y="9655"/>
                    <a:pt x="741" y="9620"/>
                  </a:cubicBezTo>
                  <a:cubicBezTo>
                    <a:pt x="756" y="9595"/>
                    <a:pt x="759" y="9533"/>
                    <a:pt x="752" y="9505"/>
                  </a:cubicBezTo>
                  <a:cubicBezTo>
                    <a:pt x="744" y="9475"/>
                    <a:pt x="687" y="9432"/>
                    <a:pt x="680" y="9402"/>
                  </a:cubicBezTo>
                  <a:cubicBezTo>
                    <a:pt x="674" y="9375"/>
                    <a:pt x="702" y="9321"/>
                    <a:pt x="699" y="9295"/>
                  </a:cubicBezTo>
                  <a:cubicBezTo>
                    <a:pt x="696" y="9264"/>
                    <a:pt x="655" y="9210"/>
                    <a:pt x="657" y="9179"/>
                  </a:cubicBezTo>
                  <a:cubicBezTo>
                    <a:pt x="658" y="9147"/>
                    <a:pt x="712" y="9092"/>
                    <a:pt x="714" y="9059"/>
                  </a:cubicBezTo>
                  <a:cubicBezTo>
                    <a:pt x="715" y="9000"/>
                    <a:pt x="630" y="8898"/>
                    <a:pt x="629" y="8840"/>
                  </a:cubicBezTo>
                  <a:cubicBezTo>
                    <a:pt x="627" y="8792"/>
                    <a:pt x="665" y="8696"/>
                    <a:pt x="689" y="8653"/>
                  </a:cubicBezTo>
                  <a:cubicBezTo>
                    <a:pt x="712" y="8614"/>
                    <a:pt x="794" y="8558"/>
                    <a:pt x="807" y="8515"/>
                  </a:cubicBezTo>
                  <a:cubicBezTo>
                    <a:pt x="819" y="8479"/>
                    <a:pt x="782" y="8404"/>
                    <a:pt x="788" y="8368"/>
                  </a:cubicBezTo>
                  <a:cubicBezTo>
                    <a:pt x="794" y="8338"/>
                    <a:pt x="823" y="8282"/>
                    <a:pt x="840" y="8257"/>
                  </a:cubicBezTo>
                  <a:cubicBezTo>
                    <a:pt x="857" y="8232"/>
                    <a:pt x="911" y="8198"/>
                    <a:pt x="925" y="8172"/>
                  </a:cubicBezTo>
                  <a:cubicBezTo>
                    <a:pt x="943" y="8138"/>
                    <a:pt x="957" y="8062"/>
                    <a:pt x="953" y="8025"/>
                  </a:cubicBezTo>
                  <a:cubicBezTo>
                    <a:pt x="949" y="7983"/>
                    <a:pt x="913" y="7903"/>
                    <a:pt x="887" y="7869"/>
                  </a:cubicBezTo>
                  <a:cubicBezTo>
                    <a:pt x="868" y="7844"/>
                    <a:pt x="812" y="7810"/>
                    <a:pt x="788" y="7789"/>
                  </a:cubicBezTo>
                  <a:cubicBezTo>
                    <a:pt x="759" y="7762"/>
                    <a:pt x="695" y="7708"/>
                    <a:pt x="675" y="7673"/>
                  </a:cubicBezTo>
                  <a:cubicBezTo>
                    <a:pt x="658" y="7642"/>
                    <a:pt x="654" y="7572"/>
                    <a:pt x="642" y="7539"/>
                  </a:cubicBezTo>
                  <a:cubicBezTo>
                    <a:pt x="635" y="7516"/>
                    <a:pt x="619" y="7469"/>
                    <a:pt x="605" y="7450"/>
                  </a:cubicBezTo>
                  <a:cubicBezTo>
                    <a:pt x="579" y="7415"/>
                    <a:pt x="518" y="7341"/>
                    <a:pt x="473" y="7339"/>
                  </a:cubicBezTo>
                  <a:cubicBezTo>
                    <a:pt x="433" y="7336"/>
                    <a:pt x="379" y="7413"/>
                    <a:pt x="342" y="7423"/>
                  </a:cubicBezTo>
                  <a:cubicBezTo>
                    <a:pt x="301" y="7434"/>
                    <a:pt x="213" y="7429"/>
                    <a:pt x="171" y="7419"/>
                  </a:cubicBezTo>
                  <a:cubicBezTo>
                    <a:pt x="126" y="7407"/>
                    <a:pt x="25" y="7371"/>
                    <a:pt x="8" y="7330"/>
                  </a:cubicBezTo>
                  <a:cubicBezTo>
                    <a:pt x="-13" y="7282"/>
                    <a:pt x="75" y="7184"/>
                    <a:pt x="69" y="7134"/>
                  </a:cubicBezTo>
                  <a:cubicBezTo>
                    <a:pt x="66" y="7102"/>
                    <a:pt x="14" y="7053"/>
                    <a:pt x="8" y="7022"/>
                  </a:cubicBezTo>
                  <a:cubicBezTo>
                    <a:pt x="-7" y="6961"/>
                    <a:pt x="1" y="6833"/>
                    <a:pt x="16" y="6773"/>
                  </a:cubicBezTo>
                  <a:cubicBezTo>
                    <a:pt x="27" y="6734"/>
                    <a:pt x="64" y="6660"/>
                    <a:pt x="92" y="6630"/>
                  </a:cubicBezTo>
                  <a:cubicBezTo>
                    <a:pt x="125" y="6594"/>
                    <a:pt x="221" y="6556"/>
                    <a:pt x="256" y="6523"/>
                  </a:cubicBezTo>
                  <a:cubicBezTo>
                    <a:pt x="285" y="6496"/>
                    <a:pt x="338" y="6435"/>
                    <a:pt x="351" y="6398"/>
                  </a:cubicBezTo>
                  <a:cubicBezTo>
                    <a:pt x="360" y="6373"/>
                    <a:pt x="345" y="6318"/>
                    <a:pt x="351" y="6291"/>
                  </a:cubicBezTo>
                  <a:cubicBezTo>
                    <a:pt x="356" y="6269"/>
                    <a:pt x="384" y="6229"/>
                    <a:pt x="388" y="6207"/>
                  </a:cubicBezTo>
                  <a:cubicBezTo>
                    <a:pt x="394" y="6174"/>
                    <a:pt x="368" y="6106"/>
                    <a:pt x="384" y="6077"/>
                  </a:cubicBezTo>
                  <a:cubicBezTo>
                    <a:pt x="394" y="6057"/>
                    <a:pt x="451" y="6044"/>
                    <a:pt x="464" y="6024"/>
                  </a:cubicBezTo>
                  <a:cubicBezTo>
                    <a:pt x="493" y="5982"/>
                    <a:pt x="477" y="5872"/>
                    <a:pt x="501" y="5828"/>
                  </a:cubicBezTo>
                  <a:cubicBezTo>
                    <a:pt x="535" y="5769"/>
                    <a:pt x="646" y="5680"/>
                    <a:pt x="704" y="5641"/>
                  </a:cubicBezTo>
                  <a:cubicBezTo>
                    <a:pt x="753" y="5607"/>
                    <a:pt x="870" y="5567"/>
                    <a:pt x="920" y="5534"/>
                  </a:cubicBezTo>
                  <a:cubicBezTo>
                    <a:pt x="953" y="5512"/>
                    <a:pt x="1016" y="5463"/>
                    <a:pt x="1038" y="5431"/>
                  </a:cubicBezTo>
                  <a:cubicBezTo>
                    <a:pt x="1056" y="5404"/>
                    <a:pt x="1055" y="5328"/>
                    <a:pt x="1080" y="5307"/>
                  </a:cubicBezTo>
                  <a:cubicBezTo>
                    <a:pt x="1101" y="5289"/>
                    <a:pt x="1160" y="5284"/>
                    <a:pt x="1189" y="5284"/>
                  </a:cubicBezTo>
                  <a:cubicBezTo>
                    <a:pt x="1224" y="5284"/>
                    <a:pt x="1291" y="5323"/>
                    <a:pt x="1325" y="5315"/>
                  </a:cubicBezTo>
                  <a:cubicBezTo>
                    <a:pt x="1353" y="5309"/>
                    <a:pt x="1396" y="5267"/>
                    <a:pt x="1410" y="5244"/>
                  </a:cubicBezTo>
                  <a:cubicBezTo>
                    <a:pt x="1428" y="5215"/>
                    <a:pt x="1420" y="5140"/>
                    <a:pt x="1438" y="5110"/>
                  </a:cubicBezTo>
                  <a:cubicBezTo>
                    <a:pt x="1451" y="5089"/>
                    <a:pt x="1489" y="5052"/>
                    <a:pt x="1513" y="5044"/>
                  </a:cubicBezTo>
                  <a:cubicBezTo>
                    <a:pt x="1533" y="5036"/>
                    <a:pt x="1577" y="5039"/>
                    <a:pt x="1598" y="5044"/>
                  </a:cubicBezTo>
                  <a:cubicBezTo>
                    <a:pt x="1617" y="5047"/>
                    <a:pt x="1650" y="5069"/>
                    <a:pt x="1669" y="5070"/>
                  </a:cubicBezTo>
                  <a:cubicBezTo>
                    <a:pt x="1691" y="5072"/>
                    <a:pt x="1741" y="5067"/>
                    <a:pt x="1758" y="5052"/>
                  </a:cubicBezTo>
                  <a:cubicBezTo>
                    <a:pt x="1784" y="5030"/>
                    <a:pt x="1794" y="4960"/>
                    <a:pt x="1800" y="4927"/>
                  </a:cubicBezTo>
                  <a:cubicBezTo>
                    <a:pt x="1807" y="4894"/>
                    <a:pt x="1786" y="4813"/>
                    <a:pt x="1812" y="4789"/>
                  </a:cubicBezTo>
                  <a:cubicBezTo>
                    <a:pt x="1831" y="4772"/>
                    <a:pt x="1898" y="4801"/>
                    <a:pt x="1918" y="4785"/>
                  </a:cubicBezTo>
                  <a:cubicBezTo>
                    <a:pt x="1945" y="4763"/>
                    <a:pt x="1949" y="4654"/>
                    <a:pt x="1949" y="4654"/>
                  </a:cubicBezTo>
                  <a:lnTo>
                    <a:pt x="1695" y="1899"/>
                  </a:lnTo>
                  <a:cubicBezTo>
                    <a:pt x="1695" y="1899"/>
                    <a:pt x="1771" y="1928"/>
                    <a:pt x="1798" y="1936"/>
                  </a:cubicBezTo>
                  <a:cubicBezTo>
                    <a:pt x="1840" y="1950"/>
                    <a:pt x="1924" y="1992"/>
                    <a:pt x="1967" y="1983"/>
                  </a:cubicBezTo>
                  <a:cubicBezTo>
                    <a:pt x="2015" y="1972"/>
                    <a:pt x="2096" y="1897"/>
                    <a:pt x="2114" y="1852"/>
                  </a:cubicBezTo>
                  <a:cubicBezTo>
                    <a:pt x="2127" y="1824"/>
                    <a:pt x="2127" y="1754"/>
                    <a:pt x="2107" y="1729"/>
                  </a:cubicBezTo>
                  <a:cubicBezTo>
                    <a:pt x="2092" y="1708"/>
                    <a:pt x="2019" y="1713"/>
                    <a:pt x="2009" y="1689"/>
                  </a:cubicBezTo>
                  <a:cubicBezTo>
                    <a:pt x="2000" y="1666"/>
                    <a:pt x="2030" y="1615"/>
                    <a:pt x="2052" y="1602"/>
                  </a:cubicBezTo>
                  <a:cubicBezTo>
                    <a:pt x="2078" y="1586"/>
                    <a:pt x="2152" y="1619"/>
                    <a:pt x="2179" y="1602"/>
                  </a:cubicBezTo>
                  <a:cubicBezTo>
                    <a:pt x="2208" y="1583"/>
                    <a:pt x="2203" y="1499"/>
                    <a:pt x="2231" y="1478"/>
                  </a:cubicBezTo>
                  <a:cubicBezTo>
                    <a:pt x="2263" y="1455"/>
                    <a:pt x="2352" y="1469"/>
                    <a:pt x="2390" y="1458"/>
                  </a:cubicBezTo>
                  <a:cubicBezTo>
                    <a:pt x="2403" y="1455"/>
                    <a:pt x="2423" y="1450"/>
                    <a:pt x="2444" y="1445"/>
                  </a:cubicBezTo>
                  <a:cubicBezTo>
                    <a:pt x="2464" y="1475"/>
                    <a:pt x="2492" y="1507"/>
                    <a:pt x="2509" y="1525"/>
                  </a:cubicBezTo>
                  <a:cubicBezTo>
                    <a:pt x="2537" y="1553"/>
                    <a:pt x="2603" y="1603"/>
                    <a:pt x="2641" y="1619"/>
                  </a:cubicBezTo>
                  <a:cubicBezTo>
                    <a:pt x="2679" y="1634"/>
                    <a:pt x="2763" y="1638"/>
                    <a:pt x="2803" y="1650"/>
                  </a:cubicBezTo>
                  <a:cubicBezTo>
                    <a:pt x="2840" y="1660"/>
                    <a:pt x="2909" y="1696"/>
                    <a:pt x="2947" y="1706"/>
                  </a:cubicBezTo>
                  <a:cubicBezTo>
                    <a:pt x="2981" y="1714"/>
                    <a:pt x="3053" y="1730"/>
                    <a:pt x="3088" y="1723"/>
                  </a:cubicBezTo>
                  <a:cubicBezTo>
                    <a:pt x="3117" y="1717"/>
                    <a:pt x="3160" y="1670"/>
                    <a:pt x="3189" y="1663"/>
                  </a:cubicBezTo>
                  <a:cubicBezTo>
                    <a:pt x="3234" y="1653"/>
                    <a:pt x="3330" y="1688"/>
                    <a:pt x="3375" y="1678"/>
                  </a:cubicBezTo>
                  <a:cubicBezTo>
                    <a:pt x="3447" y="1663"/>
                    <a:pt x="3567" y="1577"/>
                    <a:pt x="3630" y="1540"/>
                  </a:cubicBezTo>
                  <a:cubicBezTo>
                    <a:pt x="3674" y="1514"/>
                    <a:pt x="3757" y="1452"/>
                    <a:pt x="3803" y="1429"/>
                  </a:cubicBezTo>
                  <a:cubicBezTo>
                    <a:pt x="3861" y="1400"/>
                    <a:pt x="3990" y="1367"/>
                    <a:pt x="4048" y="1338"/>
                  </a:cubicBezTo>
                  <a:cubicBezTo>
                    <a:pt x="4082" y="1320"/>
                    <a:pt x="4137" y="1263"/>
                    <a:pt x="4175" y="1253"/>
                  </a:cubicBezTo>
                  <a:cubicBezTo>
                    <a:pt x="4221" y="1241"/>
                    <a:pt x="4322" y="1276"/>
                    <a:pt x="4368" y="1264"/>
                  </a:cubicBezTo>
                  <a:cubicBezTo>
                    <a:pt x="4402" y="1256"/>
                    <a:pt x="4452" y="1208"/>
                    <a:pt x="4483" y="1196"/>
                  </a:cubicBezTo>
                  <a:cubicBezTo>
                    <a:pt x="4517" y="1182"/>
                    <a:pt x="4591" y="1177"/>
                    <a:pt x="4623" y="1162"/>
                  </a:cubicBezTo>
                  <a:cubicBezTo>
                    <a:pt x="4672" y="1137"/>
                    <a:pt x="4740" y="1044"/>
                    <a:pt x="4791" y="1024"/>
                  </a:cubicBezTo>
                  <a:cubicBezTo>
                    <a:pt x="4829" y="1009"/>
                    <a:pt x="4918" y="1032"/>
                    <a:pt x="4949" y="1010"/>
                  </a:cubicBezTo>
                  <a:cubicBezTo>
                    <a:pt x="4972" y="996"/>
                    <a:pt x="4980" y="939"/>
                    <a:pt x="4997" y="919"/>
                  </a:cubicBezTo>
                  <a:cubicBezTo>
                    <a:pt x="5023" y="887"/>
                    <a:pt x="5086" y="828"/>
                    <a:pt x="5127" y="814"/>
                  </a:cubicBezTo>
                  <a:cubicBezTo>
                    <a:pt x="5173" y="798"/>
                    <a:pt x="5286" y="841"/>
                    <a:pt x="5326" y="814"/>
                  </a:cubicBezTo>
                  <a:cubicBezTo>
                    <a:pt x="5356" y="794"/>
                    <a:pt x="5358" y="715"/>
                    <a:pt x="5376" y="685"/>
                  </a:cubicBezTo>
                  <a:cubicBezTo>
                    <a:pt x="5389" y="662"/>
                    <a:pt x="5416" y="603"/>
                    <a:pt x="5445" y="603"/>
                  </a:cubicBezTo>
                  <a:cubicBezTo>
                    <a:pt x="5478" y="602"/>
                    <a:pt x="5500" y="693"/>
                    <a:pt x="5534" y="700"/>
                  </a:cubicBezTo>
                  <a:cubicBezTo>
                    <a:pt x="5564" y="708"/>
                    <a:pt x="5626" y="675"/>
                    <a:pt x="5651" y="656"/>
                  </a:cubicBezTo>
                  <a:cubicBezTo>
                    <a:pt x="5676" y="637"/>
                    <a:pt x="5693" y="562"/>
                    <a:pt x="5724" y="558"/>
                  </a:cubicBezTo>
                  <a:cubicBezTo>
                    <a:pt x="5760" y="553"/>
                    <a:pt x="5805" y="646"/>
                    <a:pt x="5842" y="640"/>
                  </a:cubicBezTo>
                  <a:cubicBezTo>
                    <a:pt x="5873" y="636"/>
                    <a:pt x="5889" y="560"/>
                    <a:pt x="5915" y="542"/>
                  </a:cubicBezTo>
                  <a:cubicBezTo>
                    <a:pt x="5936" y="527"/>
                    <a:pt x="5999" y="529"/>
                    <a:pt x="6018" y="511"/>
                  </a:cubicBezTo>
                  <a:cubicBezTo>
                    <a:pt x="6044" y="486"/>
                    <a:pt x="6058" y="384"/>
                    <a:pt x="6063" y="377"/>
                  </a:cubicBezTo>
                  <a:cubicBezTo>
                    <a:pt x="6068" y="371"/>
                    <a:pt x="6116" y="346"/>
                    <a:pt x="6131" y="333"/>
                  </a:cubicBezTo>
                  <a:cubicBezTo>
                    <a:pt x="6155" y="311"/>
                    <a:pt x="6184" y="253"/>
                    <a:pt x="6206" y="230"/>
                  </a:cubicBezTo>
                  <a:cubicBezTo>
                    <a:pt x="6231" y="205"/>
                    <a:pt x="6283" y="138"/>
                    <a:pt x="6320" y="141"/>
                  </a:cubicBezTo>
                  <a:cubicBezTo>
                    <a:pt x="6345" y="144"/>
                    <a:pt x="6361" y="207"/>
                    <a:pt x="6385" y="217"/>
                  </a:cubicBezTo>
                  <a:cubicBezTo>
                    <a:pt x="6405" y="225"/>
                    <a:pt x="6453" y="222"/>
                    <a:pt x="6470" y="210"/>
                  </a:cubicBezTo>
                  <a:cubicBezTo>
                    <a:pt x="6492" y="195"/>
                    <a:pt x="6493" y="135"/>
                    <a:pt x="6510" y="115"/>
                  </a:cubicBezTo>
                  <a:cubicBezTo>
                    <a:pt x="6523" y="98"/>
                    <a:pt x="6563" y="78"/>
                    <a:pt x="6581" y="65"/>
                  </a:cubicBezTo>
                  <a:cubicBezTo>
                    <a:pt x="6602" y="49"/>
                    <a:pt x="6636" y="6"/>
                    <a:pt x="6663" y="1"/>
                  </a:cubicBezTo>
                  <a:cubicBezTo>
                    <a:pt x="6694" y="-5"/>
                    <a:pt x="6755" y="23"/>
                    <a:pt x="6783" y="37"/>
                  </a:cubicBezTo>
                  <a:cubicBezTo>
                    <a:pt x="6821" y="55"/>
                    <a:pt x="6885" y="110"/>
                    <a:pt x="6917" y="137"/>
                  </a:cubicBezTo>
                  <a:cubicBezTo>
                    <a:pt x="6952" y="165"/>
                    <a:pt x="7032" y="216"/>
                    <a:pt x="7054" y="255"/>
                  </a:cubicBezTo>
                  <a:cubicBezTo>
                    <a:pt x="7069" y="282"/>
                    <a:pt x="7078" y="347"/>
                    <a:pt x="7073" y="377"/>
                  </a:cubicBezTo>
                  <a:cubicBezTo>
                    <a:pt x="7066" y="415"/>
                    <a:pt x="7013" y="476"/>
                    <a:pt x="6999" y="511"/>
                  </a:cubicBezTo>
                  <a:cubicBezTo>
                    <a:pt x="6984" y="552"/>
                    <a:pt x="6975" y="641"/>
                    <a:pt x="6955" y="681"/>
                  </a:cubicBezTo>
                  <a:cubicBezTo>
                    <a:pt x="6935" y="718"/>
                    <a:pt x="6874" y="779"/>
                    <a:pt x="6846" y="812"/>
                  </a:cubicBezTo>
                  <a:cubicBezTo>
                    <a:pt x="6827" y="835"/>
                    <a:pt x="6782" y="879"/>
                    <a:pt x="6769" y="906"/>
                  </a:cubicBezTo>
                  <a:cubicBezTo>
                    <a:pt x="6746" y="950"/>
                    <a:pt x="6702" y="1050"/>
                    <a:pt x="6717" y="1097"/>
                  </a:cubicBezTo>
                  <a:cubicBezTo>
                    <a:pt x="6727" y="1128"/>
                    <a:pt x="6803" y="1155"/>
                    <a:pt x="6818" y="1184"/>
                  </a:cubicBezTo>
                  <a:cubicBezTo>
                    <a:pt x="6834" y="1217"/>
                    <a:pt x="6829" y="1295"/>
                    <a:pt x="6823" y="1332"/>
                  </a:cubicBezTo>
                  <a:cubicBezTo>
                    <a:pt x="6820" y="1353"/>
                    <a:pt x="6807" y="1397"/>
                    <a:pt x="6792" y="1413"/>
                  </a:cubicBezTo>
                  <a:cubicBezTo>
                    <a:pt x="6771" y="1440"/>
                    <a:pt x="6699" y="1463"/>
                    <a:pt x="6672" y="1485"/>
                  </a:cubicBezTo>
                  <a:cubicBezTo>
                    <a:pt x="6649" y="1505"/>
                    <a:pt x="6605" y="1551"/>
                    <a:pt x="6592" y="1579"/>
                  </a:cubicBezTo>
                  <a:cubicBezTo>
                    <a:pt x="6577" y="1614"/>
                    <a:pt x="6589" y="1695"/>
                    <a:pt x="6576" y="1732"/>
                  </a:cubicBezTo>
                  <a:cubicBezTo>
                    <a:pt x="6563" y="1768"/>
                    <a:pt x="6482" y="1825"/>
                    <a:pt x="6493" y="1861"/>
                  </a:cubicBezTo>
                  <a:cubicBezTo>
                    <a:pt x="6503" y="1894"/>
                    <a:pt x="6583" y="1923"/>
                    <a:pt x="6618" y="1924"/>
                  </a:cubicBezTo>
                  <a:cubicBezTo>
                    <a:pt x="6662" y="1925"/>
                    <a:pt x="6744" y="1883"/>
                    <a:pt x="6778" y="1857"/>
                  </a:cubicBezTo>
                  <a:cubicBezTo>
                    <a:pt x="6802" y="1839"/>
                    <a:pt x="6828" y="1784"/>
                    <a:pt x="6851" y="1766"/>
                  </a:cubicBezTo>
                  <a:cubicBezTo>
                    <a:pt x="6902" y="1726"/>
                    <a:pt x="7044" y="1699"/>
                    <a:pt x="7087" y="1652"/>
                  </a:cubicBezTo>
                  <a:cubicBezTo>
                    <a:pt x="7107" y="1630"/>
                    <a:pt x="7119" y="1571"/>
                    <a:pt x="7127" y="1543"/>
                  </a:cubicBezTo>
                  <a:cubicBezTo>
                    <a:pt x="7138" y="1500"/>
                    <a:pt x="7138" y="1408"/>
                    <a:pt x="7157" y="1367"/>
                  </a:cubicBezTo>
                  <a:cubicBezTo>
                    <a:pt x="7167" y="1345"/>
                    <a:pt x="7193" y="1302"/>
                    <a:pt x="7216" y="1293"/>
                  </a:cubicBezTo>
                  <a:cubicBezTo>
                    <a:pt x="7249" y="1280"/>
                    <a:pt x="7326" y="1295"/>
                    <a:pt x="7357" y="1311"/>
                  </a:cubicBezTo>
                  <a:cubicBezTo>
                    <a:pt x="7399" y="1333"/>
                    <a:pt x="7445" y="1421"/>
                    <a:pt x="7480" y="1451"/>
                  </a:cubicBezTo>
                  <a:cubicBezTo>
                    <a:pt x="7520" y="1488"/>
                    <a:pt x="7615" y="1547"/>
                    <a:pt x="7661" y="1579"/>
                  </a:cubicBezTo>
                  <a:cubicBezTo>
                    <a:pt x="7708" y="1611"/>
                    <a:pt x="7803" y="1675"/>
                    <a:pt x="7851" y="1706"/>
                  </a:cubicBezTo>
                  <a:cubicBezTo>
                    <a:pt x="7875" y="1721"/>
                    <a:pt x="7920" y="1755"/>
                    <a:pt x="7948" y="1761"/>
                  </a:cubicBezTo>
                  <a:cubicBezTo>
                    <a:pt x="7985" y="1769"/>
                    <a:pt x="8061" y="1741"/>
                    <a:pt x="8098" y="1746"/>
                  </a:cubicBezTo>
                  <a:cubicBezTo>
                    <a:pt x="8138" y="1751"/>
                    <a:pt x="8209" y="1797"/>
                    <a:pt x="8249" y="1804"/>
                  </a:cubicBezTo>
                  <a:cubicBezTo>
                    <a:pt x="8288" y="1809"/>
                    <a:pt x="8371" y="1809"/>
                    <a:pt x="8407" y="1795"/>
                  </a:cubicBezTo>
                  <a:cubicBezTo>
                    <a:pt x="8415" y="1792"/>
                    <a:pt x="8424" y="1786"/>
                    <a:pt x="8433" y="1780"/>
                  </a:cubicBezTo>
                  <a:cubicBezTo>
                    <a:pt x="8433" y="1784"/>
                    <a:pt x="8434" y="1789"/>
                    <a:pt x="8434" y="1793"/>
                  </a:cubicBezTo>
                  <a:cubicBezTo>
                    <a:pt x="8438" y="1824"/>
                    <a:pt x="8436" y="1896"/>
                    <a:pt x="8462" y="1916"/>
                  </a:cubicBezTo>
                  <a:cubicBezTo>
                    <a:pt x="8487" y="1935"/>
                    <a:pt x="8559" y="1926"/>
                    <a:pt x="8590" y="1919"/>
                  </a:cubicBezTo>
                  <a:cubicBezTo>
                    <a:pt x="8627" y="1911"/>
                    <a:pt x="8688" y="1848"/>
                    <a:pt x="8727" y="1849"/>
                  </a:cubicBezTo>
                  <a:cubicBezTo>
                    <a:pt x="8754" y="1850"/>
                    <a:pt x="8803" y="1885"/>
                    <a:pt x="8819" y="1906"/>
                  </a:cubicBezTo>
                  <a:cubicBezTo>
                    <a:pt x="8831" y="1922"/>
                    <a:pt x="8826" y="1966"/>
                    <a:pt x="8840" y="1980"/>
                  </a:cubicBezTo>
                  <a:cubicBezTo>
                    <a:pt x="8860" y="2000"/>
                    <a:pt x="8924" y="2007"/>
                    <a:pt x="8953" y="2013"/>
                  </a:cubicBezTo>
                  <a:cubicBezTo>
                    <a:pt x="8989" y="2020"/>
                    <a:pt x="9065" y="2015"/>
                    <a:pt x="9098" y="2029"/>
                  </a:cubicBezTo>
                  <a:cubicBezTo>
                    <a:pt x="9137" y="2047"/>
                    <a:pt x="9192" y="2114"/>
                    <a:pt x="9221" y="2143"/>
                  </a:cubicBezTo>
                  <a:cubicBezTo>
                    <a:pt x="9258" y="2181"/>
                    <a:pt x="9334" y="2257"/>
                    <a:pt x="9363" y="2300"/>
                  </a:cubicBezTo>
                  <a:cubicBezTo>
                    <a:pt x="9385" y="2335"/>
                    <a:pt x="9416" y="2412"/>
                    <a:pt x="9429" y="2451"/>
                  </a:cubicBezTo>
                  <a:cubicBezTo>
                    <a:pt x="9439" y="2479"/>
                    <a:pt x="9446" y="2539"/>
                    <a:pt x="9461" y="2564"/>
                  </a:cubicBezTo>
                  <a:cubicBezTo>
                    <a:pt x="9473" y="2584"/>
                    <a:pt x="9510" y="2611"/>
                    <a:pt x="9525" y="2628"/>
                  </a:cubicBezTo>
                  <a:cubicBezTo>
                    <a:pt x="9551" y="2656"/>
                    <a:pt x="9596" y="2718"/>
                    <a:pt x="9624" y="2745"/>
                  </a:cubicBezTo>
                  <a:cubicBezTo>
                    <a:pt x="9649" y="2769"/>
                    <a:pt x="9733" y="2832"/>
                    <a:pt x="9733" y="2832"/>
                  </a:cubicBezTo>
                  <a:lnTo>
                    <a:pt x="13408" y="3403"/>
                  </a:lnTo>
                  <a:lnTo>
                    <a:pt x="14382" y="3851"/>
                  </a:lnTo>
                  <a:cubicBezTo>
                    <a:pt x="14382" y="3851"/>
                    <a:pt x="14450" y="3805"/>
                    <a:pt x="14477" y="3805"/>
                  </a:cubicBezTo>
                  <a:cubicBezTo>
                    <a:pt x="14499" y="3805"/>
                    <a:pt x="14532" y="3842"/>
                    <a:pt x="14555" y="3842"/>
                  </a:cubicBezTo>
                  <a:cubicBezTo>
                    <a:pt x="14584" y="3843"/>
                    <a:pt x="14632" y="3795"/>
                    <a:pt x="14663" y="3793"/>
                  </a:cubicBezTo>
                  <a:cubicBezTo>
                    <a:pt x="14689" y="3791"/>
                    <a:pt x="14738" y="3817"/>
                    <a:pt x="14764" y="3822"/>
                  </a:cubicBezTo>
                  <a:cubicBezTo>
                    <a:pt x="14802" y="3830"/>
                    <a:pt x="14885" y="3824"/>
                    <a:pt x="14919" y="3842"/>
                  </a:cubicBezTo>
                  <a:cubicBezTo>
                    <a:pt x="14944" y="3856"/>
                    <a:pt x="14964" y="3918"/>
                    <a:pt x="14990" y="3929"/>
                  </a:cubicBezTo>
                  <a:cubicBezTo>
                    <a:pt x="15010" y="3938"/>
                    <a:pt x="15058" y="3932"/>
                    <a:pt x="15079" y="3925"/>
                  </a:cubicBezTo>
                  <a:cubicBezTo>
                    <a:pt x="15134" y="3907"/>
                    <a:pt x="15217" y="3823"/>
                    <a:pt x="15270" y="3800"/>
                  </a:cubicBezTo>
                  <a:cubicBezTo>
                    <a:pt x="15311" y="3783"/>
                    <a:pt x="15399" y="3752"/>
                    <a:pt x="15444" y="3757"/>
                  </a:cubicBezTo>
                  <a:cubicBezTo>
                    <a:pt x="15479" y="3762"/>
                    <a:pt x="15532" y="3814"/>
                    <a:pt x="15566" y="3822"/>
                  </a:cubicBezTo>
                  <a:cubicBezTo>
                    <a:pt x="15603" y="3831"/>
                    <a:pt x="15680" y="3811"/>
                    <a:pt x="15715" y="3820"/>
                  </a:cubicBezTo>
                  <a:cubicBezTo>
                    <a:pt x="15762" y="3833"/>
                    <a:pt x="15831" y="3926"/>
                    <a:pt x="15880" y="3923"/>
                  </a:cubicBezTo>
                  <a:cubicBezTo>
                    <a:pt x="15906" y="3921"/>
                    <a:pt x="15932" y="3861"/>
                    <a:pt x="15957" y="3856"/>
                  </a:cubicBezTo>
                  <a:cubicBezTo>
                    <a:pt x="15995" y="3848"/>
                    <a:pt x="16068" y="3885"/>
                    <a:pt x="16103" y="3900"/>
                  </a:cubicBezTo>
                  <a:cubicBezTo>
                    <a:pt x="16151" y="3921"/>
                    <a:pt x="16230" y="4000"/>
                    <a:pt x="16282" y="4003"/>
                  </a:cubicBezTo>
                  <a:cubicBezTo>
                    <a:pt x="16336" y="4006"/>
                    <a:pt x="16427" y="3919"/>
                    <a:pt x="16482" y="3918"/>
                  </a:cubicBezTo>
                  <a:cubicBezTo>
                    <a:pt x="16528" y="3917"/>
                    <a:pt x="16606" y="3981"/>
                    <a:pt x="16651" y="3983"/>
                  </a:cubicBezTo>
                  <a:cubicBezTo>
                    <a:pt x="16681" y="3984"/>
                    <a:pt x="16735" y="3948"/>
                    <a:pt x="16764" y="3950"/>
                  </a:cubicBezTo>
                  <a:cubicBezTo>
                    <a:pt x="16816" y="3951"/>
                    <a:pt x="16911" y="3997"/>
                    <a:pt x="16955" y="4021"/>
                  </a:cubicBezTo>
                  <a:cubicBezTo>
                    <a:pt x="16979" y="4033"/>
                    <a:pt x="17030" y="4061"/>
                    <a:pt x="17045" y="4083"/>
                  </a:cubicBezTo>
                  <a:cubicBezTo>
                    <a:pt x="17062" y="4108"/>
                    <a:pt x="17056" y="4173"/>
                    <a:pt x="17068" y="4201"/>
                  </a:cubicBezTo>
                  <a:cubicBezTo>
                    <a:pt x="17078" y="4222"/>
                    <a:pt x="17122" y="4254"/>
                    <a:pt x="17122" y="4277"/>
                  </a:cubicBezTo>
                  <a:cubicBezTo>
                    <a:pt x="17122" y="4305"/>
                    <a:pt x="17075" y="4349"/>
                    <a:pt x="17056" y="4371"/>
                  </a:cubicBezTo>
                  <a:cubicBezTo>
                    <a:pt x="17039" y="4391"/>
                    <a:pt x="16983" y="4420"/>
                    <a:pt x="16976" y="4446"/>
                  </a:cubicBezTo>
                  <a:cubicBezTo>
                    <a:pt x="16963" y="4493"/>
                    <a:pt x="17001" y="4594"/>
                    <a:pt x="17033" y="4631"/>
                  </a:cubicBezTo>
                  <a:cubicBezTo>
                    <a:pt x="17065" y="4669"/>
                    <a:pt x="17161" y="4722"/>
                    <a:pt x="17211" y="4720"/>
                  </a:cubicBezTo>
                  <a:cubicBezTo>
                    <a:pt x="17250" y="4719"/>
                    <a:pt x="17307" y="4658"/>
                    <a:pt x="17343" y="4644"/>
                  </a:cubicBezTo>
                  <a:cubicBezTo>
                    <a:pt x="17380" y="4631"/>
                    <a:pt x="17464" y="4596"/>
                    <a:pt x="17499" y="4613"/>
                  </a:cubicBezTo>
                  <a:cubicBezTo>
                    <a:pt x="17523" y="4626"/>
                    <a:pt x="17521" y="4691"/>
                    <a:pt x="17539" y="4711"/>
                  </a:cubicBezTo>
                  <a:cubicBezTo>
                    <a:pt x="17556" y="4731"/>
                    <a:pt x="17601" y="4766"/>
                    <a:pt x="17628" y="4769"/>
                  </a:cubicBezTo>
                  <a:cubicBezTo>
                    <a:pt x="17669" y="4774"/>
                    <a:pt x="17742" y="4712"/>
                    <a:pt x="17784" y="4711"/>
                  </a:cubicBezTo>
                  <a:cubicBezTo>
                    <a:pt x="17824" y="4710"/>
                    <a:pt x="17907" y="4736"/>
                    <a:pt x="17939" y="4760"/>
                  </a:cubicBezTo>
                  <a:cubicBezTo>
                    <a:pt x="17962" y="4777"/>
                    <a:pt x="17975" y="4837"/>
                    <a:pt x="17997" y="4854"/>
                  </a:cubicBezTo>
                  <a:cubicBezTo>
                    <a:pt x="18046" y="4890"/>
                    <a:pt x="18185" y="4885"/>
                    <a:pt x="18233" y="4921"/>
                  </a:cubicBezTo>
                  <a:cubicBezTo>
                    <a:pt x="18269" y="4948"/>
                    <a:pt x="18338" y="5030"/>
                    <a:pt x="18325" y="5073"/>
                  </a:cubicBezTo>
                  <a:cubicBezTo>
                    <a:pt x="18317" y="5100"/>
                    <a:pt x="18231" y="5102"/>
                    <a:pt x="18217" y="5128"/>
                  </a:cubicBezTo>
                  <a:cubicBezTo>
                    <a:pt x="18205" y="5148"/>
                    <a:pt x="18212" y="5201"/>
                    <a:pt x="18224" y="5222"/>
                  </a:cubicBezTo>
                  <a:cubicBezTo>
                    <a:pt x="18255" y="5279"/>
                    <a:pt x="18414" y="5323"/>
                    <a:pt x="18437" y="5385"/>
                  </a:cubicBezTo>
                  <a:cubicBezTo>
                    <a:pt x="18454" y="5427"/>
                    <a:pt x="18429" y="5526"/>
                    <a:pt x="18400" y="5563"/>
                  </a:cubicBezTo>
                  <a:cubicBezTo>
                    <a:pt x="18382" y="5585"/>
                    <a:pt x="18312" y="5590"/>
                    <a:pt x="18296" y="5614"/>
                  </a:cubicBezTo>
                  <a:cubicBezTo>
                    <a:pt x="18281" y="5637"/>
                    <a:pt x="18290" y="5696"/>
                    <a:pt x="18294" y="5723"/>
                  </a:cubicBezTo>
                  <a:cubicBezTo>
                    <a:pt x="18307" y="5802"/>
                    <a:pt x="18400" y="5948"/>
                    <a:pt x="18400" y="6028"/>
                  </a:cubicBezTo>
                  <a:cubicBezTo>
                    <a:pt x="18400" y="6060"/>
                    <a:pt x="18381" y="6124"/>
                    <a:pt x="18360" y="6149"/>
                  </a:cubicBezTo>
                  <a:cubicBezTo>
                    <a:pt x="18342" y="6171"/>
                    <a:pt x="18277" y="6185"/>
                    <a:pt x="18257" y="6207"/>
                  </a:cubicBezTo>
                  <a:cubicBezTo>
                    <a:pt x="18239" y="6225"/>
                    <a:pt x="18216" y="6271"/>
                    <a:pt x="18215" y="6296"/>
                  </a:cubicBezTo>
                  <a:cubicBezTo>
                    <a:pt x="18211" y="6343"/>
                    <a:pt x="18285" y="6429"/>
                    <a:pt x="18273" y="6474"/>
                  </a:cubicBezTo>
                  <a:cubicBezTo>
                    <a:pt x="18265" y="6503"/>
                    <a:pt x="18195" y="6531"/>
                    <a:pt x="18183" y="6559"/>
                  </a:cubicBezTo>
                  <a:cubicBezTo>
                    <a:pt x="18171" y="6590"/>
                    <a:pt x="18165" y="6668"/>
                    <a:pt x="18189" y="6692"/>
                  </a:cubicBezTo>
                  <a:cubicBezTo>
                    <a:pt x="18211" y="6716"/>
                    <a:pt x="18289" y="6713"/>
                    <a:pt x="18322" y="6708"/>
                  </a:cubicBezTo>
                  <a:cubicBezTo>
                    <a:pt x="18359" y="6702"/>
                    <a:pt x="18420" y="6655"/>
                    <a:pt x="18457" y="6648"/>
                  </a:cubicBezTo>
                  <a:cubicBezTo>
                    <a:pt x="18497" y="6639"/>
                    <a:pt x="18582" y="6659"/>
                    <a:pt x="18621" y="6648"/>
                  </a:cubicBezTo>
                  <a:cubicBezTo>
                    <a:pt x="18652" y="6639"/>
                    <a:pt x="18708" y="6605"/>
                    <a:pt x="18727" y="6581"/>
                  </a:cubicBezTo>
                  <a:cubicBezTo>
                    <a:pt x="18746" y="6556"/>
                    <a:pt x="18741" y="6486"/>
                    <a:pt x="18765" y="6465"/>
                  </a:cubicBezTo>
                  <a:cubicBezTo>
                    <a:pt x="18789" y="6445"/>
                    <a:pt x="18861" y="6432"/>
                    <a:pt x="18892" y="6440"/>
                  </a:cubicBezTo>
                  <a:cubicBezTo>
                    <a:pt x="18923" y="6449"/>
                    <a:pt x="18968" y="6501"/>
                    <a:pt x="18986" y="6528"/>
                  </a:cubicBezTo>
                  <a:cubicBezTo>
                    <a:pt x="19003" y="6552"/>
                    <a:pt x="19028" y="6607"/>
                    <a:pt x="19028" y="6637"/>
                  </a:cubicBezTo>
                  <a:cubicBezTo>
                    <a:pt x="19029" y="6660"/>
                    <a:pt x="19007" y="6705"/>
                    <a:pt x="18998" y="6726"/>
                  </a:cubicBezTo>
                  <a:cubicBezTo>
                    <a:pt x="18981" y="6764"/>
                    <a:pt x="18929" y="6834"/>
                    <a:pt x="18913" y="6873"/>
                  </a:cubicBezTo>
                  <a:cubicBezTo>
                    <a:pt x="18896" y="6916"/>
                    <a:pt x="18879" y="7006"/>
                    <a:pt x="18869" y="7051"/>
                  </a:cubicBezTo>
                  <a:cubicBezTo>
                    <a:pt x="18854" y="7112"/>
                    <a:pt x="18816" y="7234"/>
                    <a:pt x="18814" y="7296"/>
                  </a:cubicBezTo>
                  <a:cubicBezTo>
                    <a:pt x="18814" y="7339"/>
                    <a:pt x="18822" y="7429"/>
                    <a:pt x="18845" y="7466"/>
                  </a:cubicBezTo>
                  <a:cubicBezTo>
                    <a:pt x="18863" y="7495"/>
                    <a:pt x="18928" y="7529"/>
                    <a:pt x="18955" y="7550"/>
                  </a:cubicBezTo>
                  <a:cubicBezTo>
                    <a:pt x="18983" y="7572"/>
                    <a:pt x="19045" y="7609"/>
                    <a:pt x="19064" y="7637"/>
                  </a:cubicBezTo>
                  <a:cubicBezTo>
                    <a:pt x="19076" y="7655"/>
                    <a:pt x="19073" y="7703"/>
                    <a:pt x="19087" y="7720"/>
                  </a:cubicBezTo>
                  <a:cubicBezTo>
                    <a:pt x="19115" y="7750"/>
                    <a:pt x="19201" y="7777"/>
                    <a:pt x="19243" y="7786"/>
                  </a:cubicBezTo>
                  <a:cubicBezTo>
                    <a:pt x="19266" y="7792"/>
                    <a:pt x="19316" y="7793"/>
                    <a:pt x="19357" y="7793"/>
                  </a:cubicBezTo>
                  <a:cubicBezTo>
                    <a:pt x="19360" y="7834"/>
                    <a:pt x="19371" y="7908"/>
                    <a:pt x="19368" y="7946"/>
                  </a:cubicBezTo>
                  <a:cubicBezTo>
                    <a:pt x="19364" y="7983"/>
                    <a:pt x="19332" y="8053"/>
                    <a:pt x="19329" y="8090"/>
                  </a:cubicBezTo>
                  <a:cubicBezTo>
                    <a:pt x="19324" y="8137"/>
                    <a:pt x="19351" y="8233"/>
                    <a:pt x="19339" y="8280"/>
                  </a:cubicBezTo>
                  <a:cubicBezTo>
                    <a:pt x="19334" y="8302"/>
                    <a:pt x="19306" y="8341"/>
                    <a:pt x="19292" y="8359"/>
                  </a:cubicBezTo>
                  <a:cubicBezTo>
                    <a:pt x="19277" y="8379"/>
                    <a:pt x="19244" y="8419"/>
                    <a:pt x="19222" y="8430"/>
                  </a:cubicBezTo>
                  <a:cubicBezTo>
                    <a:pt x="19181" y="8450"/>
                    <a:pt x="19084" y="8444"/>
                    <a:pt x="19038" y="8453"/>
                  </a:cubicBezTo>
                  <a:cubicBezTo>
                    <a:pt x="19001" y="8460"/>
                    <a:pt x="18927" y="8478"/>
                    <a:pt x="18892" y="8492"/>
                  </a:cubicBezTo>
                  <a:cubicBezTo>
                    <a:pt x="18857" y="8508"/>
                    <a:pt x="18795" y="8550"/>
                    <a:pt x="18765" y="8573"/>
                  </a:cubicBezTo>
                  <a:cubicBezTo>
                    <a:pt x="18731" y="8599"/>
                    <a:pt x="18658" y="8652"/>
                    <a:pt x="18638" y="8689"/>
                  </a:cubicBezTo>
                  <a:cubicBezTo>
                    <a:pt x="18622" y="8719"/>
                    <a:pt x="18604" y="8792"/>
                    <a:pt x="18619" y="8823"/>
                  </a:cubicBezTo>
                  <a:cubicBezTo>
                    <a:pt x="18629" y="8843"/>
                    <a:pt x="18694" y="8850"/>
                    <a:pt x="18699" y="8872"/>
                  </a:cubicBezTo>
                  <a:cubicBezTo>
                    <a:pt x="18709" y="8909"/>
                    <a:pt x="18634" y="8970"/>
                    <a:pt x="18619" y="9005"/>
                  </a:cubicBezTo>
                  <a:cubicBezTo>
                    <a:pt x="18605" y="9037"/>
                    <a:pt x="18597" y="9108"/>
                    <a:pt x="18581" y="9139"/>
                  </a:cubicBezTo>
                  <a:cubicBezTo>
                    <a:pt x="18571" y="9159"/>
                    <a:pt x="18538" y="9192"/>
                    <a:pt x="18525" y="9210"/>
                  </a:cubicBezTo>
                  <a:cubicBezTo>
                    <a:pt x="18503" y="9242"/>
                    <a:pt x="18457" y="9307"/>
                    <a:pt x="18445" y="9344"/>
                  </a:cubicBezTo>
                  <a:cubicBezTo>
                    <a:pt x="18434" y="9376"/>
                    <a:pt x="18446" y="9446"/>
                    <a:pt x="18436" y="9478"/>
                  </a:cubicBezTo>
                  <a:cubicBezTo>
                    <a:pt x="18424" y="9510"/>
                    <a:pt x="18379" y="9564"/>
                    <a:pt x="18360" y="9594"/>
                  </a:cubicBezTo>
                  <a:cubicBezTo>
                    <a:pt x="18342" y="9621"/>
                    <a:pt x="18301" y="9674"/>
                    <a:pt x="18290" y="9705"/>
                  </a:cubicBezTo>
                  <a:cubicBezTo>
                    <a:pt x="18277" y="9743"/>
                    <a:pt x="18276" y="9825"/>
                    <a:pt x="18275" y="9866"/>
                  </a:cubicBezTo>
                  <a:cubicBezTo>
                    <a:pt x="18275" y="9902"/>
                    <a:pt x="18288" y="9976"/>
                    <a:pt x="18285" y="10012"/>
                  </a:cubicBezTo>
                  <a:cubicBezTo>
                    <a:pt x="18279" y="10070"/>
                    <a:pt x="18222" y="10178"/>
                    <a:pt x="18224" y="10236"/>
                  </a:cubicBezTo>
                  <a:cubicBezTo>
                    <a:pt x="18225" y="10265"/>
                    <a:pt x="18267" y="10321"/>
                    <a:pt x="18261" y="10351"/>
                  </a:cubicBezTo>
                  <a:cubicBezTo>
                    <a:pt x="18255" y="10379"/>
                    <a:pt x="18204" y="10417"/>
                    <a:pt x="18186" y="10440"/>
                  </a:cubicBezTo>
                  <a:cubicBezTo>
                    <a:pt x="18166" y="10467"/>
                    <a:pt x="18111" y="10520"/>
                    <a:pt x="18116" y="10552"/>
                  </a:cubicBezTo>
                  <a:cubicBezTo>
                    <a:pt x="18119" y="10582"/>
                    <a:pt x="18182" y="10623"/>
                    <a:pt x="18210" y="10641"/>
                  </a:cubicBezTo>
                  <a:cubicBezTo>
                    <a:pt x="18226" y="10652"/>
                    <a:pt x="18267" y="10663"/>
                    <a:pt x="18285" y="10672"/>
                  </a:cubicBezTo>
                  <a:cubicBezTo>
                    <a:pt x="18321" y="10689"/>
                    <a:pt x="18385" y="10749"/>
                    <a:pt x="18426" y="10748"/>
                  </a:cubicBezTo>
                  <a:cubicBezTo>
                    <a:pt x="18457" y="10747"/>
                    <a:pt x="18509" y="10707"/>
                    <a:pt x="18530" y="10685"/>
                  </a:cubicBezTo>
                  <a:cubicBezTo>
                    <a:pt x="18561" y="10652"/>
                    <a:pt x="18590" y="10567"/>
                    <a:pt x="18605" y="10525"/>
                  </a:cubicBezTo>
                  <a:cubicBezTo>
                    <a:pt x="18618" y="10489"/>
                    <a:pt x="18626" y="10412"/>
                    <a:pt x="18642" y="10378"/>
                  </a:cubicBezTo>
                  <a:cubicBezTo>
                    <a:pt x="18657" y="10346"/>
                    <a:pt x="18697" y="10287"/>
                    <a:pt x="18723" y="10262"/>
                  </a:cubicBezTo>
                  <a:cubicBezTo>
                    <a:pt x="18754" y="10231"/>
                    <a:pt x="18829" y="10180"/>
                    <a:pt x="18869" y="10159"/>
                  </a:cubicBezTo>
                  <a:cubicBezTo>
                    <a:pt x="18907" y="10139"/>
                    <a:pt x="18999" y="10122"/>
                    <a:pt x="19034" y="10097"/>
                  </a:cubicBezTo>
                  <a:cubicBezTo>
                    <a:pt x="19058" y="10079"/>
                    <a:pt x="19093" y="10029"/>
                    <a:pt x="19108" y="10003"/>
                  </a:cubicBezTo>
                  <a:cubicBezTo>
                    <a:pt x="19126" y="9970"/>
                    <a:pt x="19151" y="9897"/>
                    <a:pt x="19159" y="9861"/>
                  </a:cubicBezTo>
                  <a:cubicBezTo>
                    <a:pt x="19170" y="9815"/>
                    <a:pt x="19167" y="9718"/>
                    <a:pt x="19178" y="9672"/>
                  </a:cubicBezTo>
                  <a:cubicBezTo>
                    <a:pt x="19188" y="9637"/>
                    <a:pt x="19217" y="9570"/>
                    <a:pt x="19232" y="9537"/>
                  </a:cubicBezTo>
                  <a:cubicBezTo>
                    <a:pt x="19261" y="9469"/>
                    <a:pt x="19321" y="9331"/>
                    <a:pt x="19360" y="9268"/>
                  </a:cubicBezTo>
                  <a:cubicBezTo>
                    <a:pt x="19387" y="9224"/>
                    <a:pt x="19450" y="9142"/>
                    <a:pt x="19486" y="9106"/>
                  </a:cubicBezTo>
                  <a:cubicBezTo>
                    <a:pt x="19517" y="9074"/>
                    <a:pt x="19582" y="9010"/>
                    <a:pt x="19623" y="8992"/>
                  </a:cubicBezTo>
                  <a:cubicBezTo>
                    <a:pt x="19657" y="8977"/>
                    <a:pt x="19733" y="8979"/>
                    <a:pt x="19769" y="8966"/>
                  </a:cubicBezTo>
                  <a:cubicBezTo>
                    <a:pt x="19792" y="8959"/>
                    <a:pt x="19832" y="8928"/>
                    <a:pt x="19857" y="8920"/>
                  </a:cubicBezTo>
                  <a:cubicBezTo>
                    <a:pt x="19891" y="8908"/>
                    <a:pt x="19969" y="8911"/>
                    <a:pt x="20000" y="8892"/>
                  </a:cubicBezTo>
                  <a:cubicBezTo>
                    <a:pt x="20030" y="8872"/>
                    <a:pt x="20050" y="8794"/>
                    <a:pt x="20081" y="8773"/>
                  </a:cubicBezTo>
                  <a:cubicBezTo>
                    <a:pt x="20092" y="8765"/>
                    <a:pt x="20121" y="8754"/>
                    <a:pt x="20133" y="8760"/>
                  </a:cubicBezTo>
                  <a:cubicBezTo>
                    <a:pt x="20158" y="8770"/>
                    <a:pt x="20162" y="8833"/>
                    <a:pt x="20181" y="8852"/>
                  </a:cubicBezTo>
                  <a:cubicBezTo>
                    <a:pt x="20194" y="8864"/>
                    <a:pt x="20228" y="8883"/>
                    <a:pt x="20246" y="8887"/>
                  </a:cubicBezTo>
                  <a:cubicBezTo>
                    <a:pt x="20268" y="8891"/>
                    <a:pt x="20316" y="8896"/>
                    <a:pt x="20331" y="8882"/>
                  </a:cubicBezTo>
                  <a:cubicBezTo>
                    <a:pt x="20347" y="8867"/>
                    <a:pt x="20338" y="8819"/>
                    <a:pt x="20337" y="8798"/>
                  </a:cubicBezTo>
                  <a:cubicBezTo>
                    <a:pt x="20334" y="8768"/>
                    <a:pt x="20326" y="8707"/>
                    <a:pt x="20310" y="8681"/>
                  </a:cubicBezTo>
                  <a:cubicBezTo>
                    <a:pt x="20298" y="8661"/>
                    <a:pt x="20253" y="8638"/>
                    <a:pt x="20240" y="8619"/>
                  </a:cubicBezTo>
                  <a:cubicBezTo>
                    <a:pt x="20228" y="8603"/>
                    <a:pt x="20209" y="8566"/>
                    <a:pt x="20209" y="8546"/>
                  </a:cubicBezTo>
                  <a:cubicBezTo>
                    <a:pt x="20210" y="8524"/>
                    <a:pt x="20238" y="8488"/>
                    <a:pt x="20245" y="8467"/>
                  </a:cubicBezTo>
                  <a:cubicBezTo>
                    <a:pt x="20255" y="8433"/>
                    <a:pt x="20259" y="8363"/>
                    <a:pt x="20266" y="8328"/>
                  </a:cubicBezTo>
                  <a:cubicBezTo>
                    <a:pt x="20273" y="8294"/>
                    <a:pt x="20282" y="8223"/>
                    <a:pt x="20300" y="8191"/>
                  </a:cubicBezTo>
                  <a:cubicBezTo>
                    <a:pt x="20310" y="8172"/>
                    <a:pt x="20350" y="8145"/>
                    <a:pt x="20361" y="8126"/>
                  </a:cubicBezTo>
                  <a:cubicBezTo>
                    <a:pt x="20376" y="8102"/>
                    <a:pt x="20385" y="8044"/>
                    <a:pt x="20395" y="8018"/>
                  </a:cubicBezTo>
                  <a:cubicBezTo>
                    <a:pt x="20405" y="7990"/>
                    <a:pt x="20429" y="7937"/>
                    <a:pt x="20441" y="7911"/>
                  </a:cubicBezTo>
                  <a:cubicBezTo>
                    <a:pt x="20448" y="7894"/>
                    <a:pt x="20461" y="7861"/>
                    <a:pt x="20469" y="7845"/>
                  </a:cubicBezTo>
                  <a:cubicBezTo>
                    <a:pt x="20488" y="7813"/>
                    <a:pt x="20543" y="7756"/>
                    <a:pt x="20557" y="7722"/>
                  </a:cubicBezTo>
                  <a:cubicBezTo>
                    <a:pt x="20570" y="7690"/>
                    <a:pt x="20566" y="7617"/>
                    <a:pt x="20579" y="7585"/>
                  </a:cubicBezTo>
                  <a:cubicBezTo>
                    <a:pt x="20588" y="7559"/>
                    <a:pt x="20632" y="7518"/>
                    <a:pt x="20638" y="7491"/>
                  </a:cubicBezTo>
                  <a:cubicBezTo>
                    <a:pt x="20644" y="7468"/>
                    <a:pt x="20625" y="7421"/>
                    <a:pt x="20624" y="7398"/>
                  </a:cubicBezTo>
                  <a:cubicBezTo>
                    <a:pt x="20624" y="7371"/>
                    <a:pt x="20626" y="7319"/>
                    <a:pt x="20635" y="7294"/>
                  </a:cubicBezTo>
                  <a:cubicBezTo>
                    <a:pt x="20639" y="7278"/>
                    <a:pt x="20651" y="7243"/>
                    <a:pt x="20667" y="7237"/>
                  </a:cubicBezTo>
                  <a:cubicBezTo>
                    <a:pt x="20689" y="7228"/>
                    <a:pt x="20735" y="7266"/>
                    <a:pt x="20758" y="7264"/>
                  </a:cubicBezTo>
                  <a:cubicBezTo>
                    <a:pt x="20774" y="7263"/>
                    <a:pt x="20802" y="7245"/>
                    <a:pt x="20815" y="7237"/>
                  </a:cubicBezTo>
                  <a:cubicBezTo>
                    <a:pt x="20834" y="7225"/>
                    <a:pt x="20868" y="7195"/>
                    <a:pt x="20886" y="7180"/>
                  </a:cubicBezTo>
                  <a:cubicBezTo>
                    <a:pt x="20901" y="7167"/>
                    <a:pt x="20927" y="7132"/>
                    <a:pt x="20946" y="7123"/>
                  </a:cubicBezTo>
                  <a:cubicBezTo>
                    <a:pt x="20964" y="7115"/>
                    <a:pt x="21011" y="7126"/>
                    <a:pt x="21026" y="7114"/>
                  </a:cubicBezTo>
                  <a:cubicBezTo>
                    <a:pt x="21048" y="7097"/>
                    <a:pt x="21061" y="7040"/>
                    <a:pt x="21058" y="7013"/>
                  </a:cubicBezTo>
                  <a:cubicBezTo>
                    <a:pt x="21055" y="6982"/>
                    <a:pt x="21006" y="6931"/>
                    <a:pt x="20998" y="6899"/>
                  </a:cubicBezTo>
                  <a:cubicBezTo>
                    <a:pt x="20992" y="6873"/>
                    <a:pt x="20983" y="6812"/>
                    <a:pt x="20998" y="6789"/>
                  </a:cubicBezTo>
                  <a:cubicBezTo>
                    <a:pt x="21014" y="6766"/>
                    <a:pt x="21080" y="6757"/>
                    <a:pt x="21105" y="6743"/>
                  </a:cubicBezTo>
                  <a:cubicBezTo>
                    <a:pt x="21121" y="6732"/>
                    <a:pt x="21151" y="6709"/>
                    <a:pt x="21164" y="6696"/>
                  </a:cubicBezTo>
                  <a:cubicBezTo>
                    <a:pt x="21185" y="6675"/>
                    <a:pt x="21205" y="6616"/>
                    <a:pt x="21232" y="6602"/>
                  </a:cubicBezTo>
                  <a:cubicBezTo>
                    <a:pt x="21252" y="6591"/>
                    <a:pt x="21303" y="6598"/>
                    <a:pt x="21327" y="6596"/>
                  </a:cubicBezTo>
                  <a:cubicBezTo>
                    <a:pt x="21362" y="6592"/>
                    <a:pt x="21430" y="6566"/>
                    <a:pt x="21464" y="6575"/>
                  </a:cubicBezTo>
                  <a:cubicBezTo>
                    <a:pt x="21501" y="6585"/>
                    <a:pt x="21573" y="6633"/>
                    <a:pt x="21581" y="6669"/>
                  </a:cubicBezTo>
                  <a:cubicBezTo>
                    <a:pt x="21587" y="6698"/>
                    <a:pt x="21526" y="6746"/>
                    <a:pt x="21524" y="6776"/>
                  </a:cubicBezTo>
                  <a:cubicBezTo>
                    <a:pt x="21523" y="6791"/>
                    <a:pt x="21546" y="6818"/>
                    <a:pt x="21546" y="6833"/>
                  </a:cubicBezTo>
                  <a:cubicBezTo>
                    <a:pt x="21546" y="6860"/>
                    <a:pt x="21521" y="6912"/>
                    <a:pt x="21507" y="6936"/>
                  </a:cubicBezTo>
                  <a:cubicBezTo>
                    <a:pt x="21497" y="6953"/>
                    <a:pt x="21477" y="6993"/>
                    <a:pt x="21457" y="6993"/>
                  </a:cubicBezTo>
                  <a:cubicBezTo>
                    <a:pt x="21432" y="6994"/>
                    <a:pt x="21410" y="6935"/>
                    <a:pt x="21386" y="6926"/>
                  </a:cubicBezTo>
                  <a:cubicBezTo>
                    <a:pt x="21370" y="6920"/>
                    <a:pt x="21327" y="6918"/>
                    <a:pt x="21313" y="6930"/>
                  </a:cubicBezTo>
                  <a:cubicBezTo>
                    <a:pt x="21284" y="6953"/>
                    <a:pt x="21283" y="7032"/>
                    <a:pt x="21281" y="7067"/>
                  </a:cubicBezTo>
                  <a:cubicBezTo>
                    <a:pt x="21279" y="7101"/>
                    <a:pt x="21294" y="7170"/>
                    <a:pt x="21302" y="7204"/>
                  </a:cubicBezTo>
                  <a:cubicBezTo>
                    <a:pt x="21310" y="7236"/>
                    <a:pt x="21347" y="7298"/>
                    <a:pt x="21344" y="7331"/>
                  </a:cubicBezTo>
                  <a:cubicBezTo>
                    <a:pt x="21343" y="7353"/>
                    <a:pt x="21307" y="7389"/>
                    <a:pt x="21305" y="7411"/>
                  </a:cubicBezTo>
                  <a:cubicBezTo>
                    <a:pt x="21303" y="7450"/>
                    <a:pt x="21357" y="7522"/>
                    <a:pt x="21355" y="7561"/>
                  </a:cubicBezTo>
                  <a:cubicBezTo>
                    <a:pt x="21352" y="7611"/>
                    <a:pt x="21308" y="7705"/>
                    <a:pt x="21278" y="7745"/>
                  </a:cubicBezTo>
                  <a:cubicBezTo>
                    <a:pt x="21266" y="7759"/>
                    <a:pt x="21237" y="7781"/>
                    <a:pt x="21221" y="7789"/>
                  </a:cubicBezTo>
                  <a:cubicBezTo>
                    <a:pt x="21200" y="7799"/>
                    <a:pt x="21146" y="7793"/>
                    <a:pt x="21129" y="7809"/>
                  </a:cubicBezTo>
                  <a:cubicBezTo>
                    <a:pt x="21105" y="7832"/>
                    <a:pt x="21116" y="7905"/>
                    <a:pt x="21105" y="7936"/>
                  </a:cubicBezTo>
                  <a:cubicBezTo>
                    <a:pt x="21094" y="7964"/>
                    <a:pt x="21055" y="8013"/>
                    <a:pt x="21041" y="8039"/>
                  </a:cubicBezTo>
                  <a:cubicBezTo>
                    <a:pt x="21019" y="8079"/>
                    <a:pt x="20974" y="8157"/>
                    <a:pt x="20963" y="8200"/>
                  </a:cubicBezTo>
                  <a:cubicBezTo>
                    <a:pt x="20956" y="8229"/>
                    <a:pt x="20948" y="8292"/>
                    <a:pt x="20959" y="8320"/>
                  </a:cubicBezTo>
                  <a:cubicBezTo>
                    <a:pt x="20969" y="8342"/>
                    <a:pt x="21021" y="8365"/>
                    <a:pt x="21031" y="8387"/>
                  </a:cubicBezTo>
                  <a:cubicBezTo>
                    <a:pt x="21038" y="8406"/>
                    <a:pt x="21036" y="8452"/>
                    <a:pt x="21026" y="8470"/>
                  </a:cubicBezTo>
                  <a:cubicBezTo>
                    <a:pt x="21013" y="8498"/>
                    <a:pt x="20946" y="8525"/>
                    <a:pt x="20928" y="8551"/>
                  </a:cubicBezTo>
                  <a:cubicBezTo>
                    <a:pt x="20914" y="8571"/>
                    <a:pt x="20893" y="8621"/>
                    <a:pt x="20899" y="8644"/>
                  </a:cubicBezTo>
                  <a:cubicBezTo>
                    <a:pt x="20907" y="8668"/>
                    <a:pt x="20977" y="8686"/>
                    <a:pt x="20977" y="8711"/>
                  </a:cubicBezTo>
                  <a:cubicBezTo>
                    <a:pt x="20977" y="8741"/>
                    <a:pt x="20909" y="8773"/>
                    <a:pt x="20886" y="8792"/>
                  </a:cubicBezTo>
                  <a:cubicBezTo>
                    <a:pt x="20862" y="8810"/>
                    <a:pt x="20811" y="8840"/>
                    <a:pt x="20787" y="8859"/>
                  </a:cubicBezTo>
                  <a:cubicBezTo>
                    <a:pt x="20766" y="8873"/>
                    <a:pt x="20719" y="8901"/>
                    <a:pt x="20706" y="8922"/>
                  </a:cubicBezTo>
                  <a:cubicBezTo>
                    <a:pt x="20687" y="8949"/>
                    <a:pt x="20684" y="9019"/>
                    <a:pt x="20670" y="9049"/>
                  </a:cubicBezTo>
                  <a:cubicBezTo>
                    <a:pt x="20659" y="9073"/>
                    <a:pt x="20618" y="9113"/>
                    <a:pt x="20610" y="9139"/>
                  </a:cubicBezTo>
                  <a:cubicBezTo>
                    <a:pt x="20597" y="9182"/>
                    <a:pt x="20620" y="9275"/>
                    <a:pt x="20610" y="9320"/>
                  </a:cubicBezTo>
                  <a:cubicBezTo>
                    <a:pt x="20599" y="9372"/>
                    <a:pt x="20544" y="9470"/>
                    <a:pt x="20522" y="9520"/>
                  </a:cubicBezTo>
                  <a:cubicBezTo>
                    <a:pt x="20506" y="9555"/>
                    <a:pt x="20471" y="9623"/>
                    <a:pt x="20462" y="9660"/>
                  </a:cubicBezTo>
                  <a:cubicBezTo>
                    <a:pt x="20448" y="9713"/>
                    <a:pt x="20466" y="9828"/>
                    <a:pt x="20441" y="9878"/>
                  </a:cubicBezTo>
                  <a:cubicBezTo>
                    <a:pt x="20427" y="9906"/>
                    <a:pt x="20366" y="9939"/>
                    <a:pt x="20349" y="9965"/>
                  </a:cubicBezTo>
                  <a:cubicBezTo>
                    <a:pt x="20310" y="10022"/>
                    <a:pt x="20266" y="10153"/>
                    <a:pt x="20250" y="10219"/>
                  </a:cubicBezTo>
                  <a:cubicBezTo>
                    <a:pt x="20225" y="10323"/>
                    <a:pt x="20210" y="10536"/>
                    <a:pt x="20208" y="10643"/>
                  </a:cubicBezTo>
                  <a:cubicBezTo>
                    <a:pt x="20206" y="10707"/>
                    <a:pt x="20223" y="10836"/>
                    <a:pt x="20222" y="10901"/>
                  </a:cubicBezTo>
                  <a:cubicBezTo>
                    <a:pt x="20220" y="10996"/>
                    <a:pt x="20206" y="11188"/>
                    <a:pt x="20186" y="11281"/>
                  </a:cubicBezTo>
                  <a:cubicBezTo>
                    <a:pt x="20172" y="11349"/>
                    <a:pt x="20097" y="11476"/>
                    <a:pt x="20098" y="11546"/>
                  </a:cubicBezTo>
                  <a:cubicBezTo>
                    <a:pt x="20099" y="11584"/>
                    <a:pt x="20134" y="11659"/>
                    <a:pt x="20155" y="11693"/>
                  </a:cubicBezTo>
                  <a:cubicBezTo>
                    <a:pt x="20181" y="11737"/>
                    <a:pt x="20269" y="11806"/>
                    <a:pt x="20292" y="11853"/>
                  </a:cubicBezTo>
                  <a:cubicBezTo>
                    <a:pt x="20318" y="11904"/>
                    <a:pt x="20342" y="12017"/>
                    <a:pt x="20342" y="12073"/>
                  </a:cubicBezTo>
                  <a:cubicBezTo>
                    <a:pt x="20341" y="12107"/>
                    <a:pt x="20323" y="12173"/>
                    <a:pt x="20310" y="12204"/>
                  </a:cubicBezTo>
                  <a:cubicBezTo>
                    <a:pt x="20293" y="12243"/>
                    <a:pt x="20242" y="12314"/>
                    <a:pt x="20215" y="12347"/>
                  </a:cubicBezTo>
                  <a:cubicBezTo>
                    <a:pt x="20191" y="12375"/>
                    <a:pt x="20143" y="12430"/>
                    <a:pt x="20113" y="12451"/>
                  </a:cubicBezTo>
                  <a:cubicBezTo>
                    <a:pt x="20076" y="12477"/>
                    <a:pt x="19980" y="12498"/>
                    <a:pt x="19946" y="12528"/>
                  </a:cubicBezTo>
                  <a:cubicBezTo>
                    <a:pt x="19903" y="12566"/>
                    <a:pt x="19832" y="12666"/>
                    <a:pt x="19827" y="12722"/>
                  </a:cubicBezTo>
                  <a:cubicBezTo>
                    <a:pt x="19822" y="12771"/>
                    <a:pt x="19904" y="12858"/>
                    <a:pt x="19897" y="12906"/>
                  </a:cubicBezTo>
                  <a:cubicBezTo>
                    <a:pt x="19891" y="12946"/>
                    <a:pt x="19813" y="13000"/>
                    <a:pt x="19795" y="13036"/>
                  </a:cubicBezTo>
                  <a:cubicBezTo>
                    <a:pt x="19759" y="13107"/>
                    <a:pt x="19719" y="13262"/>
                    <a:pt x="19710" y="13340"/>
                  </a:cubicBezTo>
                  <a:cubicBezTo>
                    <a:pt x="19699" y="13426"/>
                    <a:pt x="19718" y="13599"/>
                    <a:pt x="19720" y="13684"/>
                  </a:cubicBezTo>
                  <a:cubicBezTo>
                    <a:pt x="19721" y="13713"/>
                    <a:pt x="19725" y="13770"/>
                    <a:pt x="19724" y="13798"/>
                  </a:cubicBezTo>
                  <a:cubicBezTo>
                    <a:pt x="19723" y="13834"/>
                    <a:pt x="19710" y="13932"/>
                    <a:pt x="19706" y="13942"/>
                  </a:cubicBezTo>
                  <a:cubicBezTo>
                    <a:pt x="19703" y="13952"/>
                    <a:pt x="19764" y="14086"/>
                    <a:pt x="19788" y="14133"/>
                  </a:cubicBezTo>
                  <a:cubicBezTo>
                    <a:pt x="19811" y="14177"/>
                    <a:pt x="19871" y="14259"/>
                    <a:pt x="19886" y="14307"/>
                  </a:cubicBezTo>
                  <a:cubicBezTo>
                    <a:pt x="19901" y="14353"/>
                    <a:pt x="19897" y="14452"/>
                    <a:pt x="19904" y="14501"/>
                  </a:cubicBezTo>
                  <a:cubicBezTo>
                    <a:pt x="19914" y="14561"/>
                    <a:pt x="19952" y="14679"/>
                    <a:pt x="19957" y="14741"/>
                  </a:cubicBezTo>
                  <a:cubicBezTo>
                    <a:pt x="19961" y="14786"/>
                    <a:pt x="19961" y="14879"/>
                    <a:pt x="19946" y="14921"/>
                  </a:cubicBezTo>
                  <a:cubicBezTo>
                    <a:pt x="19931" y="14965"/>
                    <a:pt x="19868" y="15039"/>
                    <a:pt x="19844" y="15078"/>
                  </a:cubicBezTo>
                  <a:cubicBezTo>
                    <a:pt x="19818" y="15121"/>
                    <a:pt x="19763" y="15205"/>
                    <a:pt x="19749" y="15252"/>
                  </a:cubicBezTo>
                  <a:cubicBezTo>
                    <a:pt x="19732" y="15308"/>
                    <a:pt x="19719" y="15426"/>
                    <a:pt x="19728" y="15483"/>
                  </a:cubicBezTo>
                  <a:cubicBezTo>
                    <a:pt x="19733" y="15525"/>
                    <a:pt x="19789" y="15600"/>
                    <a:pt x="19791" y="15643"/>
                  </a:cubicBezTo>
                  <a:cubicBezTo>
                    <a:pt x="19793" y="15690"/>
                    <a:pt x="19759" y="15779"/>
                    <a:pt x="19738" y="15821"/>
                  </a:cubicBezTo>
                  <a:cubicBezTo>
                    <a:pt x="19716" y="15864"/>
                    <a:pt x="19647" y="15937"/>
                    <a:pt x="19622" y="15978"/>
                  </a:cubicBezTo>
                  <a:cubicBezTo>
                    <a:pt x="19592" y="16024"/>
                    <a:pt x="19534" y="16119"/>
                    <a:pt x="19519" y="16171"/>
                  </a:cubicBezTo>
                  <a:cubicBezTo>
                    <a:pt x="19503" y="16230"/>
                    <a:pt x="19509" y="16354"/>
                    <a:pt x="19509" y="16415"/>
                  </a:cubicBezTo>
                  <a:cubicBezTo>
                    <a:pt x="19509" y="16470"/>
                    <a:pt x="19524" y="16579"/>
                    <a:pt x="19516" y="16633"/>
                  </a:cubicBezTo>
                  <a:cubicBezTo>
                    <a:pt x="19507" y="16689"/>
                    <a:pt x="19439" y="16790"/>
                    <a:pt x="19438" y="16847"/>
                  </a:cubicBezTo>
                  <a:cubicBezTo>
                    <a:pt x="19437" y="16892"/>
                    <a:pt x="19474" y="16978"/>
                    <a:pt x="19491" y="17021"/>
                  </a:cubicBezTo>
                  <a:cubicBezTo>
                    <a:pt x="19508" y="17061"/>
                    <a:pt x="19553" y="17138"/>
                    <a:pt x="19573" y="17177"/>
                  </a:cubicBezTo>
                  <a:cubicBezTo>
                    <a:pt x="19586" y="17205"/>
                    <a:pt x="19627" y="17260"/>
                    <a:pt x="19625" y="17292"/>
                  </a:cubicBezTo>
                  <a:cubicBezTo>
                    <a:pt x="19624" y="17317"/>
                    <a:pt x="19581" y="17357"/>
                    <a:pt x="19573" y="17382"/>
                  </a:cubicBezTo>
                  <a:cubicBezTo>
                    <a:pt x="19564" y="17403"/>
                    <a:pt x="19551" y="17449"/>
                    <a:pt x="19558" y="17471"/>
                  </a:cubicBezTo>
                  <a:cubicBezTo>
                    <a:pt x="19573" y="17521"/>
                    <a:pt x="19670" y="17584"/>
                    <a:pt x="19695" y="17629"/>
                  </a:cubicBezTo>
                  <a:cubicBezTo>
                    <a:pt x="19714" y="17659"/>
                    <a:pt x="19745" y="17725"/>
                    <a:pt x="19742" y="17759"/>
                  </a:cubicBezTo>
                  <a:cubicBezTo>
                    <a:pt x="19738" y="17797"/>
                    <a:pt x="19678" y="17859"/>
                    <a:pt x="19667" y="17896"/>
                  </a:cubicBezTo>
                  <a:cubicBezTo>
                    <a:pt x="19660" y="17922"/>
                    <a:pt x="19653" y="17977"/>
                    <a:pt x="19659" y="18003"/>
                  </a:cubicBezTo>
                  <a:cubicBezTo>
                    <a:pt x="19665" y="18030"/>
                    <a:pt x="19699" y="18078"/>
                    <a:pt x="19716" y="18101"/>
                  </a:cubicBezTo>
                  <a:cubicBezTo>
                    <a:pt x="19748" y="18146"/>
                    <a:pt x="19831" y="18221"/>
                    <a:pt x="19862" y="18266"/>
                  </a:cubicBezTo>
                  <a:cubicBezTo>
                    <a:pt x="19886" y="18302"/>
                    <a:pt x="19928" y="18380"/>
                    <a:pt x="19937" y="18422"/>
                  </a:cubicBezTo>
                  <a:cubicBezTo>
                    <a:pt x="19949" y="18479"/>
                    <a:pt x="19919" y="18596"/>
                    <a:pt x="19928" y="18654"/>
                  </a:cubicBezTo>
                  <a:cubicBezTo>
                    <a:pt x="19933" y="18688"/>
                    <a:pt x="19953" y="18756"/>
                    <a:pt x="19975" y="18783"/>
                  </a:cubicBezTo>
                  <a:cubicBezTo>
                    <a:pt x="20004" y="18820"/>
                    <a:pt x="20102" y="18855"/>
                    <a:pt x="20135" y="18890"/>
                  </a:cubicBezTo>
                  <a:cubicBezTo>
                    <a:pt x="20170" y="18928"/>
                    <a:pt x="20214" y="19023"/>
                    <a:pt x="20238" y="19068"/>
                  </a:cubicBezTo>
                  <a:cubicBezTo>
                    <a:pt x="20254" y="19097"/>
                    <a:pt x="20291" y="19152"/>
                    <a:pt x="20295" y="19184"/>
                  </a:cubicBezTo>
                  <a:cubicBezTo>
                    <a:pt x="20299" y="19218"/>
                    <a:pt x="20269" y="19284"/>
                    <a:pt x="20267" y="19318"/>
                  </a:cubicBezTo>
                  <a:cubicBezTo>
                    <a:pt x="20263" y="19377"/>
                    <a:pt x="20285" y="19495"/>
                    <a:pt x="20285" y="19554"/>
                  </a:cubicBezTo>
                  <a:cubicBezTo>
                    <a:pt x="20285" y="19584"/>
                    <a:pt x="20284" y="19645"/>
                    <a:pt x="20276" y="19674"/>
                  </a:cubicBezTo>
                  <a:cubicBezTo>
                    <a:pt x="20266" y="19708"/>
                    <a:pt x="20220" y="19765"/>
                    <a:pt x="20210" y="19799"/>
                  </a:cubicBezTo>
                  <a:cubicBezTo>
                    <a:pt x="20201" y="19830"/>
                    <a:pt x="20191" y="19897"/>
                    <a:pt x="20201" y="19928"/>
                  </a:cubicBezTo>
                  <a:cubicBezTo>
                    <a:pt x="20214" y="19972"/>
                    <a:pt x="20292" y="20035"/>
                    <a:pt x="20313" y="20075"/>
                  </a:cubicBezTo>
                  <a:cubicBezTo>
                    <a:pt x="20341" y="20128"/>
                    <a:pt x="20369" y="20242"/>
                    <a:pt x="20384" y="20298"/>
                  </a:cubicBezTo>
                  <a:cubicBezTo>
                    <a:pt x="20397" y="20344"/>
                    <a:pt x="20422" y="20435"/>
                    <a:pt x="20427" y="20481"/>
                  </a:cubicBezTo>
                  <a:cubicBezTo>
                    <a:pt x="20428" y="20496"/>
                    <a:pt x="20429" y="20514"/>
                    <a:pt x="20430" y="20533"/>
                  </a:cubicBezTo>
                  <a:lnTo>
                    <a:pt x="14449" y="21171"/>
                  </a:lnTo>
                  <a:lnTo>
                    <a:pt x="9653" y="21595"/>
                  </a:lnTo>
                  <a:cubicBezTo>
                    <a:pt x="9655" y="21590"/>
                    <a:pt x="9656" y="21586"/>
                    <a:pt x="9657" y="21582"/>
                  </a:cubicBezTo>
                  <a:cubicBezTo>
                    <a:pt x="9660" y="21546"/>
                    <a:pt x="9637" y="21477"/>
                    <a:pt x="9624" y="21444"/>
                  </a:cubicBezTo>
                  <a:cubicBezTo>
                    <a:pt x="9605" y="21398"/>
                    <a:pt x="9546" y="21316"/>
                    <a:pt x="9520" y="21274"/>
                  </a:cubicBezTo>
                  <a:cubicBezTo>
                    <a:pt x="9480" y="21209"/>
                    <a:pt x="9417" y="21063"/>
                    <a:pt x="9355" y="21016"/>
                  </a:cubicBezTo>
                  <a:cubicBezTo>
                    <a:pt x="9308" y="20979"/>
                    <a:pt x="9185" y="20952"/>
                    <a:pt x="9124" y="20940"/>
                  </a:cubicBezTo>
                  <a:cubicBezTo>
                    <a:pt x="9017" y="20918"/>
                    <a:pt x="8794" y="20926"/>
                    <a:pt x="8687" y="20904"/>
                  </a:cubicBezTo>
                  <a:cubicBezTo>
                    <a:pt x="8609" y="20889"/>
                    <a:pt x="8459" y="20836"/>
                    <a:pt x="8386" y="20806"/>
                  </a:cubicBezTo>
                  <a:cubicBezTo>
                    <a:pt x="8309" y="20775"/>
                    <a:pt x="8159" y="20704"/>
                    <a:pt x="8089" y="20659"/>
                  </a:cubicBezTo>
                  <a:cubicBezTo>
                    <a:pt x="8051" y="20634"/>
                    <a:pt x="7974" y="20580"/>
                    <a:pt x="7948" y="20543"/>
                  </a:cubicBezTo>
                  <a:cubicBezTo>
                    <a:pt x="7899" y="20472"/>
                    <a:pt x="7861" y="20301"/>
                    <a:pt x="7840" y="20218"/>
                  </a:cubicBezTo>
                  <a:cubicBezTo>
                    <a:pt x="7825" y="20163"/>
                    <a:pt x="7830" y="20043"/>
                    <a:pt x="7797" y="19995"/>
                  </a:cubicBezTo>
                  <a:cubicBezTo>
                    <a:pt x="7773" y="19959"/>
                    <a:pt x="7681" y="19929"/>
                    <a:pt x="7651" y="19897"/>
                  </a:cubicBezTo>
                  <a:cubicBezTo>
                    <a:pt x="7625" y="19869"/>
                    <a:pt x="7588" y="19803"/>
                    <a:pt x="7576" y="19768"/>
                  </a:cubicBezTo>
                  <a:cubicBezTo>
                    <a:pt x="7554" y="19703"/>
                    <a:pt x="7557" y="19562"/>
                    <a:pt x="7539" y="19496"/>
                  </a:cubicBezTo>
                  <a:cubicBezTo>
                    <a:pt x="7520" y="19432"/>
                    <a:pt x="7443" y="19316"/>
                    <a:pt x="7425" y="19251"/>
                  </a:cubicBezTo>
                  <a:cubicBezTo>
                    <a:pt x="7396" y="19142"/>
                    <a:pt x="7357" y="18914"/>
                    <a:pt x="7383" y="18805"/>
                  </a:cubicBezTo>
                  <a:cubicBezTo>
                    <a:pt x="7397" y="18747"/>
                    <a:pt x="7485" y="18654"/>
                    <a:pt x="7510" y="18601"/>
                  </a:cubicBezTo>
                  <a:cubicBezTo>
                    <a:pt x="7534" y="18550"/>
                    <a:pt x="7555" y="18440"/>
                    <a:pt x="7581" y="18391"/>
                  </a:cubicBezTo>
                  <a:cubicBezTo>
                    <a:pt x="7599" y="18356"/>
                    <a:pt x="7659" y="18298"/>
                    <a:pt x="7675" y="18262"/>
                  </a:cubicBezTo>
                  <a:cubicBezTo>
                    <a:pt x="7687" y="18232"/>
                    <a:pt x="7700" y="18168"/>
                    <a:pt x="7698" y="18137"/>
                  </a:cubicBezTo>
                  <a:cubicBezTo>
                    <a:pt x="7697" y="18102"/>
                    <a:pt x="7678" y="18033"/>
                    <a:pt x="7661" y="18003"/>
                  </a:cubicBezTo>
                  <a:cubicBezTo>
                    <a:pt x="7632" y="17952"/>
                    <a:pt x="7545" y="17868"/>
                    <a:pt x="7496" y="17834"/>
                  </a:cubicBezTo>
                  <a:cubicBezTo>
                    <a:pt x="7454" y="17804"/>
                    <a:pt x="7356" y="17764"/>
                    <a:pt x="7308" y="17744"/>
                  </a:cubicBezTo>
                  <a:cubicBezTo>
                    <a:pt x="7258" y="17724"/>
                    <a:pt x="7142" y="17711"/>
                    <a:pt x="7106" y="17674"/>
                  </a:cubicBezTo>
                  <a:cubicBezTo>
                    <a:pt x="7089" y="17657"/>
                    <a:pt x="7081" y="17611"/>
                    <a:pt x="7082" y="17589"/>
                  </a:cubicBezTo>
                  <a:cubicBezTo>
                    <a:pt x="7083" y="17560"/>
                    <a:pt x="7119" y="17510"/>
                    <a:pt x="7124" y="17482"/>
                  </a:cubicBezTo>
                  <a:cubicBezTo>
                    <a:pt x="7133" y="17440"/>
                    <a:pt x="7145" y="17352"/>
                    <a:pt x="7129" y="17313"/>
                  </a:cubicBezTo>
                  <a:cubicBezTo>
                    <a:pt x="7112" y="17272"/>
                    <a:pt x="7012" y="17230"/>
                    <a:pt x="7002" y="17187"/>
                  </a:cubicBezTo>
                  <a:cubicBezTo>
                    <a:pt x="6992" y="17147"/>
                    <a:pt x="7054" y="17069"/>
                    <a:pt x="7054" y="17027"/>
                  </a:cubicBezTo>
                  <a:cubicBezTo>
                    <a:pt x="7054" y="17006"/>
                    <a:pt x="7044" y="16975"/>
                    <a:pt x="7032" y="16945"/>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66" name="Shape 4748"/>
            <p:cNvSpPr/>
            <p:nvPr/>
          </p:nvSpPr>
          <p:spPr>
            <a:xfrm>
              <a:off x="7156649" y="2163103"/>
              <a:ext cx="641782" cy="1120737"/>
            </a:xfrm>
            <a:custGeom>
              <a:avLst/>
              <a:gdLst/>
              <a:ahLst/>
              <a:cxnLst>
                <a:cxn ang="0">
                  <a:pos x="wd2" y="hd2"/>
                </a:cxn>
                <a:cxn ang="5400000">
                  <a:pos x="wd2" y="hd2"/>
                </a:cxn>
                <a:cxn ang="10800000">
                  <a:pos x="wd2" y="hd2"/>
                </a:cxn>
                <a:cxn ang="16200000">
                  <a:pos x="wd2" y="hd2"/>
                </a:cxn>
              </a:cxnLst>
              <a:rect l="0" t="0" r="r" b="b"/>
              <a:pathLst>
                <a:path w="21583" h="21594" extrusionOk="0">
                  <a:moveTo>
                    <a:pt x="17446" y="370"/>
                  </a:moveTo>
                  <a:lnTo>
                    <a:pt x="20974" y="13255"/>
                  </a:lnTo>
                  <a:cubicBezTo>
                    <a:pt x="20938" y="13282"/>
                    <a:pt x="20893" y="13321"/>
                    <a:pt x="20859" y="13339"/>
                  </a:cubicBezTo>
                  <a:cubicBezTo>
                    <a:pt x="20809" y="13364"/>
                    <a:pt x="20678" y="13391"/>
                    <a:pt x="20639" y="13421"/>
                  </a:cubicBezTo>
                  <a:cubicBezTo>
                    <a:pt x="20602" y="13447"/>
                    <a:pt x="20563" y="13514"/>
                    <a:pt x="20566" y="13547"/>
                  </a:cubicBezTo>
                  <a:cubicBezTo>
                    <a:pt x="20569" y="13575"/>
                    <a:pt x="20610" y="13630"/>
                    <a:pt x="20643" y="13650"/>
                  </a:cubicBezTo>
                  <a:cubicBezTo>
                    <a:pt x="20687" y="13675"/>
                    <a:pt x="20819" y="13683"/>
                    <a:pt x="20865" y="13705"/>
                  </a:cubicBezTo>
                  <a:cubicBezTo>
                    <a:pt x="20918" y="13729"/>
                    <a:pt x="20998" y="13796"/>
                    <a:pt x="21027" y="13832"/>
                  </a:cubicBezTo>
                  <a:cubicBezTo>
                    <a:pt x="21054" y="13869"/>
                    <a:pt x="21104" y="13954"/>
                    <a:pt x="21081" y="13993"/>
                  </a:cubicBezTo>
                  <a:cubicBezTo>
                    <a:pt x="21065" y="14018"/>
                    <a:pt x="20965" y="14042"/>
                    <a:pt x="20936" y="14064"/>
                  </a:cubicBezTo>
                  <a:cubicBezTo>
                    <a:pt x="20902" y="14090"/>
                    <a:pt x="20840" y="14151"/>
                    <a:pt x="20841" y="14184"/>
                  </a:cubicBezTo>
                  <a:cubicBezTo>
                    <a:pt x="20843" y="14214"/>
                    <a:pt x="20894" y="14273"/>
                    <a:pt x="20936" y="14291"/>
                  </a:cubicBezTo>
                  <a:cubicBezTo>
                    <a:pt x="20977" y="14305"/>
                    <a:pt x="21082" y="14305"/>
                    <a:pt x="21128" y="14300"/>
                  </a:cubicBezTo>
                  <a:cubicBezTo>
                    <a:pt x="21177" y="14295"/>
                    <a:pt x="21252" y="14251"/>
                    <a:pt x="21301" y="14249"/>
                  </a:cubicBezTo>
                  <a:cubicBezTo>
                    <a:pt x="21375" y="14248"/>
                    <a:pt x="21533" y="14278"/>
                    <a:pt x="21571" y="14314"/>
                  </a:cubicBezTo>
                  <a:cubicBezTo>
                    <a:pt x="21600" y="14344"/>
                    <a:pt x="21573" y="14422"/>
                    <a:pt x="21540" y="14451"/>
                  </a:cubicBezTo>
                  <a:cubicBezTo>
                    <a:pt x="21502" y="14486"/>
                    <a:pt x="21337" y="14503"/>
                    <a:pt x="21295" y="14537"/>
                  </a:cubicBezTo>
                  <a:cubicBezTo>
                    <a:pt x="21280" y="14550"/>
                    <a:pt x="21264" y="14586"/>
                    <a:pt x="21270" y="14602"/>
                  </a:cubicBezTo>
                  <a:cubicBezTo>
                    <a:pt x="21282" y="14627"/>
                    <a:pt x="21366" y="14660"/>
                    <a:pt x="21385" y="14684"/>
                  </a:cubicBezTo>
                  <a:cubicBezTo>
                    <a:pt x="21405" y="14710"/>
                    <a:pt x="21431" y="14770"/>
                    <a:pt x="21415" y="14797"/>
                  </a:cubicBezTo>
                  <a:cubicBezTo>
                    <a:pt x="21403" y="14816"/>
                    <a:pt x="21342" y="14847"/>
                    <a:pt x="21308" y="14852"/>
                  </a:cubicBezTo>
                  <a:cubicBezTo>
                    <a:pt x="21260" y="14857"/>
                    <a:pt x="21171" y="14820"/>
                    <a:pt x="21122" y="14817"/>
                  </a:cubicBezTo>
                  <a:cubicBezTo>
                    <a:pt x="21042" y="14813"/>
                    <a:pt x="20878" y="14823"/>
                    <a:pt x="20806" y="14841"/>
                  </a:cubicBezTo>
                  <a:cubicBezTo>
                    <a:pt x="20744" y="14857"/>
                    <a:pt x="20666" y="14928"/>
                    <a:pt x="20602" y="14940"/>
                  </a:cubicBezTo>
                  <a:cubicBezTo>
                    <a:pt x="20531" y="14956"/>
                    <a:pt x="20370" y="14928"/>
                    <a:pt x="20297" y="14940"/>
                  </a:cubicBezTo>
                  <a:cubicBezTo>
                    <a:pt x="20225" y="14953"/>
                    <a:pt x="20100" y="15006"/>
                    <a:pt x="20040" y="15033"/>
                  </a:cubicBezTo>
                  <a:cubicBezTo>
                    <a:pt x="19970" y="15065"/>
                    <a:pt x="19845" y="15141"/>
                    <a:pt x="19783" y="15180"/>
                  </a:cubicBezTo>
                  <a:cubicBezTo>
                    <a:pt x="19709" y="15228"/>
                    <a:pt x="19584" y="15337"/>
                    <a:pt x="19503" y="15382"/>
                  </a:cubicBezTo>
                  <a:cubicBezTo>
                    <a:pt x="19452" y="15411"/>
                    <a:pt x="19340" y="15466"/>
                    <a:pt x="19275" y="15485"/>
                  </a:cubicBezTo>
                  <a:cubicBezTo>
                    <a:pt x="19225" y="15499"/>
                    <a:pt x="19117" y="15517"/>
                    <a:pt x="19061" y="15516"/>
                  </a:cubicBezTo>
                  <a:cubicBezTo>
                    <a:pt x="18990" y="15513"/>
                    <a:pt x="18851" y="15485"/>
                    <a:pt x="18798" y="15457"/>
                  </a:cubicBezTo>
                  <a:cubicBezTo>
                    <a:pt x="18749" y="15432"/>
                    <a:pt x="18739" y="15343"/>
                    <a:pt x="18684" y="15321"/>
                  </a:cubicBezTo>
                  <a:cubicBezTo>
                    <a:pt x="18610" y="15289"/>
                    <a:pt x="18406" y="15284"/>
                    <a:pt x="18315" y="15293"/>
                  </a:cubicBezTo>
                  <a:cubicBezTo>
                    <a:pt x="18256" y="15299"/>
                    <a:pt x="18160" y="15343"/>
                    <a:pt x="18105" y="15355"/>
                  </a:cubicBezTo>
                  <a:cubicBezTo>
                    <a:pt x="18072" y="15362"/>
                    <a:pt x="18001" y="15370"/>
                    <a:pt x="17968" y="15375"/>
                  </a:cubicBezTo>
                  <a:cubicBezTo>
                    <a:pt x="17900" y="15387"/>
                    <a:pt x="17768" y="15419"/>
                    <a:pt x="17700" y="15427"/>
                  </a:cubicBezTo>
                  <a:cubicBezTo>
                    <a:pt x="17629" y="15434"/>
                    <a:pt x="17475" y="15417"/>
                    <a:pt x="17413" y="15437"/>
                  </a:cubicBezTo>
                  <a:cubicBezTo>
                    <a:pt x="17348" y="15458"/>
                    <a:pt x="17259" y="15535"/>
                    <a:pt x="17245" y="15577"/>
                  </a:cubicBezTo>
                  <a:cubicBezTo>
                    <a:pt x="17233" y="15615"/>
                    <a:pt x="17278" y="15694"/>
                    <a:pt x="17310" y="15728"/>
                  </a:cubicBezTo>
                  <a:cubicBezTo>
                    <a:pt x="17334" y="15752"/>
                    <a:pt x="17419" y="15783"/>
                    <a:pt x="17442" y="15806"/>
                  </a:cubicBezTo>
                  <a:cubicBezTo>
                    <a:pt x="17489" y="15855"/>
                    <a:pt x="17508" y="15969"/>
                    <a:pt x="17537" y="16022"/>
                  </a:cubicBezTo>
                  <a:cubicBezTo>
                    <a:pt x="17555" y="16054"/>
                    <a:pt x="17594" y="16115"/>
                    <a:pt x="17616" y="16145"/>
                  </a:cubicBezTo>
                  <a:cubicBezTo>
                    <a:pt x="17649" y="16195"/>
                    <a:pt x="17752" y="16291"/>
                    <a:pt x="17765" y="16344"/>
                  </a:cubicBezTo>
                  <a:cubicBezTo>
                    <a:pt x="17773" y="16376"/>
                    <a:pt x="17764" y="16446"/>
                    <a:pt x="17734" y="16474"/>
                  </a:cubicBezTo>
                  <a:cubicBezTo>
                    <a:pt x="17708" y="16500"/>
                    <a:pt x="17608" y="16527"/>
                    <a:pt x="17567" y="16546"/>
                  </a:cubicBezTo>
                  <a:cubicBezTo>
                    <a:pt x="17526" y="16566"/>
                    <a:pt x="17434" y="16604"/>
                    <a:pt x="17407" y="16632"/>
                  </a:cubicBezTo>
                  <a:cubicBezTo>
                    <a:pt x="17368" y="16669"/>
                    <a:pt x="17378" y="16767"/>
                    <a:pt x="17335" y="16802"/>
                  </a:cubicBezTo>
                  <a:cubicBezTo>
                    <a:pt x="17289" y="16839"/>
                    <a:pt x="17145" y="16883"/>
                    <a:pt x="17072" y="16898"/>
                  </a:cubicBezTo>
                  <a:cubicBezTo>
                    <a:pt x="17007" y="16912"/>
                    <a:pt x="16866" y="16905"/>
                    <a:pt x="16802" y="16919"/>
                  </a:cubicBezTo>
                  <a:cubicBezTo>
                    <a:pt x="16745" y="16932"/>
                    <a:pt x="16627" y="16968"/>
                    <a:pt x="16594" y="16998"/>
                  </a:cubicBezTo>
                  <a:cubicBezTo>
                    <a:pt x="16524" y="17058"/>
                    <a:pt x="16515" y="17210"/>
                    <a:pt x="16503" y="17282"/>
                  </a:cubicBezTo>
                  <a:cubicBezTo>
                    <a:pt x="16500" y="17313"/>
                    <a:pt x="16512" y="17375"/>
                    <a:pt x="16503" y="17405"/>
                  </a:cubicBezTo>
                  <a:cubicBezTo>
                    <a:pt x="16494" y="17442"/>
                    <a:pt x="16449" y="17513"/>
                    <a:pt x="16426" y="17549"/>
                  </a:cubicBezTo>
                  <a:cubicBezTo>
                    <a:pt x="16408" y="17577"/>
                    <a:pt x="16360" y="17633"/>
                    <a:pt x="16342" y="17661"/>
                  </a:cubicBezTo>
                  <a:cubicBezTo>
                    <a:pt x="16319" y="17700"/>
                    <a:pt x="16308" y="17784"/>
                    <a:pt x="16270" y="17819"/>
                  </a:cubicBezTo>
                  <a:cubicBezTo>
                    <a:pt x="16220" y="17868"/>
                    <a:pt x="16071" y="17952"/>
                    <a:pt x="15979" y="17973"/>
                  </a:cubicBezTo>
                  <a:cubicBezTo>
                    <a:pt x="15942" y="17981"/>
                    <a:pt x="15859" y="17983"/>
                    <a:pt x="15823" y="17973"/>
                  </a:cubicBezTo>
                  <a:cubicBezTo>
                    <a:pt x="15773" y="17960"/>
                    <a:pt x="15738" y="17883"/>
                    <a:pt x="15686" y="17878"/>
                  </a:cubicBezTo>
                  <a:cubicBezTo>
                    <a:pt x="15652" y="17874"/>
                    <a:pt x="15599" y="17910"/>
                    <a:pt x="15566" y="17915"/>
                  </a:cubicBezTo>
                  <a:cubicBezTo>
                    <a:pt x="15534" y="17919"/>
                    <a:pt x="15465" y="17904"/>
                    <a:pt x="15435" y="17911"/>
                  </a:cubicBezTo>
                  <a:cubicBezTo>
                    <a:pt x="15392" y="17922"/>
                    <a:pt x="15327" y="17968"/>
                    <a:pt x="15315" y="17993"/>
                  </a:cubicBezTo>
                  <a:cubicBezTo>
                    <a:pt x="15299" y="18031"/>
                    <a:pt x="15382" y="18106"/>
                    <a:pt x="15375" y="18144"/>
                  </a:cubicBezTo>
                  <a:cubicBezTo>
                    <a:pt x="15371" y="18171"/>
                    <a:pt x="15324" y="18222"/>
                    <a:pt x="15297" y="18243"/>
                  </a:cubicBezTo>
                  <a:cubicBezTo>
                    <a:pt x="15253" y="18277"/>
                    <a:pt x="15115" y="18315"/>
                    <a:pt x="15076" y="18350"/>
                  </a:cubicBezTo>
                  <a:cubicBezTo>
                    <a:pt x="15014" y="18404"/>
                    <a:pt x="14960" y="18535"/>
                    <a:pt x="14957" y="18600"/>
                  </a:cubicBezTo>
                  <a:cubicBezTo>
                    <a:pt x="14955" y="18652"/>
                    <a:pt x="15020" y="18753"/>
                    <a:pt x="15034" y="18805"/>
                  </a:cubicBezTo>
                  <a:cubicBezTo>
                    <a:pt x="15050" y="18862"/>
                    <a:pt x="15079" y="18977"/>
                    <a:pt x="15076" y="19034"/>
                  </a:cubicBezTo>
                  <a:cubicBezTo>
                    <a:pt x="15073" y="19094"/>
                    <a:pt x="15048" y="19215"/>
                    <a:pt x="15005" y="19271"/>
                  </a:cubicBezTo>
                  <a:cubicBezTo>
                    <a:pt x="14985" y="19295"/>
                    <a:pt x="14924" y="19341"/>
                    <a:pt x="14886" y="19356"/>
                  </a:cubicBezTo>
                  <a:cubicBezTo>
                    <a:pt x="14844" y="19371"/>
                    <a:pt x="14742" y="19379"/>
                    <a:pt x="14694" y="19387"/>
                  </a:cubicBezTo>
                  <a:cubicBezTo>
                    <a:pt x="14631" y="19397"/>
                    <a:pt x="14487" y="19397"/>
                    <a:pt x="14444" y="19425"/>
                  </a:cubicBezTo>
                  <a:cubicBezTo>
                    <a:pt x="14405" y="19448"/>
                    <a:pt x="14426" y="19521"/>
                    <a:pt x="14407" y="19551"/>
                  </a:cubicBezTo>
                  <a:cubicBezTo>
                    <a:pt x="14385" y="19585"/>
                    <a:pt x="14334" y="19671"/>
                    <a:pt x="14269" y="19674"/>
                  </a:cubicBezTo>
                  <a:cubicBezTo>
                    <a:pt x="14207" y="19677"/>
                    <a:pt x="14141" y="19594"/>
                    <a:pt x="14101" y="19565"/>
                  </a:cubicBezTo>
                  <a:cubicBezTo>
                    <a:pt x="14076" y="19544"/>
                    <a:pt x="14039" y="19494"/>
                    <a:pt x="14006" y="19476"/>
                  </a:cubicBezTo>
                  <a:cubicBezTo>
                    <a:pt x="13978" y="19459"/>
                    <a:pt x="13903" y="19434"/>
                    <a:pt x="13863" y="19428"/>
                  </a:cubicBezTo>
                  <a:cubicBezTo>
                    <a:pt x="13802" y="19419"/>
                    <a:pt x="13670" y="19427"/>
                    <a:pt x="13607" y="19434"/>
                  </a:cubicBezTo>
                  <a:cubicBezTo>
                    <a:pt x="13544" y="19443"/>
                    <a:pt x="13432" y="19492"/>
                    <a:pt x="13367" y="19490"/>
                  </a:cubicBezTo>
                  <a:cubicBezTo>
                    <a:pt x="13318" y="19487"/>
                    <a:pt x="13240" y="19443"/>
                    <a:pt x="13194" y="19431"/>
                  </a:cubicBezTo>
                  <a:cubicBezTo>
                    <a:pt x="13148" y="19419"/>
                    <a:pt x="13051" y="19404"/>
                    <a:pt x="13003" y="19393"/>
                  </a:cubicBezTo>
                  <a:cubicBezTo>
                    <a:pt x="12943" y="19381"/>
                    <a:pt x="12815" y="19362"/>
                    <a:pt x="12764" y="19339"/>
                  </a:cubicBezTo>
                  <a:cubicBezTo>
                    <a:pt x="12697" y="19309"/>
                    <a:pt x="12606" y="19222"/>
                    <a:pt x="12567" y="19178"/>
                  </a:cubicBezTo>
                  <a:cubicBezTo>
                    <a:pt x="12534" y="19141"/>
                    <a:pt x="12473" y="19062"/>
                    <a:pt x="12477" y="19020"/>
                  </a:cubicBezTo>
                  <a:cubicBezTo>
                    <a:pt x="12481" y="18989"/>
                    <a:pt x="12584" y="18938"/>
                    <a:pt x="12573" y="18908"/>
                  </a:cubicBezTo>
                  <a:cubicBezTo>
                    <a:pt x="12564" y="18880"/>
                    <a:pt x="12468" y="18849"/>
                    <a:pt x="12430" y="18832"/>
                  </a:cubicBezTo>
                  <a:cubicBezTo>
                    <a:pt x="12396" y="18817"/>
                    <a:pt x="12330" y="18776"/>
                    <a:pt x="12286" y="18778"/>
                  </a:cubicBezTo>
                  <a:cubicBezTo>
                    <a:pt x="12242" y="18779"/>
                    <a:pt x="12166" y="18819"/>
                    <a:pt x="12149" y="18843"/>
                  </a:cubicBezTo>
                  <a:cubicBezTo>
                    <a:pt x="12132" y="18866"/>
                    <a:pt x="12171" y="18917"/>
                    <a:pt x="12167" y="18942"/>
                  </a:cubicBezTo>
                  <a:cubicBezTo>
                    <a:pt x="12164" y="18957"/>
                    <a:pt x="12154" y="18992"/>
                    <a:pt x="12130" y="19000"/>
                  </a:cubicBezTo>
                  <a:cubicBezTo>
                    <a:pt x="12089" y="19014"/>
                    <a:pt x="11988" y="18978"/>
                    <a:pt x="11941" y="18979"/>
                  </a:cubicBezTo>
                  <a:cubicBezTo>
                    <a:pt x="11909" y="18980"/>
                    <a:pt x="11839" y="18983"/>
                    <a:pt x="11821" y="18996"/>
                  </a:cubicBezTo>
                  <a:cubicBezTo>
                    <a:pt x="11793" y="19018"/>
                    <a:pt x="11847" y="19079"/>
                    <a:pt x="11826" y="19103"/>
                  </a:cubicBezTo>
                  <a:cubicBezTo>
                    <a:pt x="11805" y="19126"/>
                    <a:pt x="11722" y="19166"/>
                    <a:pt x="11678" y="19161"/>
                  </a:cubicBezTo>
                  <a:cubicBezTo>
                    <a:pt x="11623" y="19154"/>
                    <a:pt x="11604" y="19071"/>
                    <a:pt x="11557" y="19055"/>
                  </a:cubicBezTo>
                  <a:cubicBezTo>
                    <a:pt x="11524" y="19043"/>
                    <a:pt x="11435" y="19041"/>
                    <a:pt x="11397" y="19048"/>
                  </a:cubicBezTo>
                  <a:cubicBezTo>
                    <a:pt x="11354" y="19056"/>
                    <a:pt x="11276" y="19090"/>
                    <a:pt x="11258" y="19113"/>
                  </a:cubicBezTo>
                  <a:cubicBezTo>
                    <a:pt x="11246" y="19130"/>
                    <a:pt x="11247" y="19172"/>
                    <a:pt x="11264" y="19188"/>
                  </a:cubicBezTo>
                  <a:cubicBezTo>
                    <a:pt x="11283" y="19205"/>
                    <a:pt x="11357" y="19214"/>
                    <a:pt x="11384" y="19226"/>
                  </a:cubicBezTo>
                  <a:cubicBezTo>
                    <a:pt x="11422" y="19242"/>
                    <a:pt x="11507" y="19275"/>
                    <a:pt x="11521" y="19301"/>
                  </a:cubicBezTo>
                  <a:cubicBezTo>
                    <a:pt x="11538" y="19331"/>
                    <a:pt x="11514" y="19400"/>
                    <a:pt x="11480" y="19425"/>
                  </a:cubicBezTo>
                  <a:cubicBezTo>
                    <a:pt x="11439" y="19455"/>
                    <a:pt x="11299" y="19476"/>
                    <a:pt x="11235" y="19486"/>
                  </a:cubicBezTo>
                  <a:cubicBezTo>
                    <a:pt x="11175" y="19496"/>
                    <a:pt x="11034" y="19481"/>
                    <a:pt x="10991" y="19507"/>
                  </a:cubicBezTo>
                  <a:cubicBezTo>
                    <a:pt x="10939" y="19536"/>
                    <a:pt x="10949" y="19629"/>
                    <a:pt x="10954" y="19671"/>
                  </a:cubicBezTo>
                  <a:cubicBezTo>
                    <a:pt x="10960" y="19719"/>
                    <a:pt x="11007" y="19814"/>
                    <a:pt x="11044" y="19859"/>
                  </a:cubicBezTo>
                  <a:cubicBezTo>
                    <a:pt x="11066" y="19890"/>
                    <a:pt x="11151" y="19940"/>
                    <a:pt x="11170" y="19972"/>
                  </a:cubicBezTo>
                  <a:cubicBezTo>
                    <a:pt x="11190" y="20008"/>
                    <a:pt x="11216" y="20088"/>
                    <a:pt x="11186" y="20123"/>
                  </a:cubicBezTo>
                  <a:cubicBezTo>
                    <a:pt x="11174" y="20138"/>
                    <a:pt x="11119" y="20158"/>
                    <a:pt x="11091" y="20161"/>
                  </a:cubicBezTo>
                  <a:cubicBezTo>
                    <a:pt x="11020" y="20168"/>
                    <a:pt x="10883" y="20121"/>
                    <a:pt x="10809" y="20123"/>
                  </a:cubicBezTo>
                  <a:cubicBezTo>
                    <a:pt x="10772" y="20124"/>
                    <a:pt x="10688" y="20133"/>
                    <a:pt x="10662" y="20150"/>
                  </a:cubicBezTo>
                  <a:cubicBezTo>
                    <a:pt x="10629" y="20171"/>
                    <a:pt x="10622" y="20232"/>
                    <a:pt x="10626" y="20260"/>
                  </a:cubicBezTo>
                  <a:cubicBezTo>
                    <a:pt x="10629" y="20292"/>
                    <a:pt x="10698" y="20350"/>
                    <a:pt x="10697" y="20383"/>
                  </a:cubicBezTo>
                  <a:cubicBezTo>
                    <a:pt x="10695" y="20420"/>
                    <a:pt x="10645" y="20492"/>
                    <a:pt x="10601" y="20520"/>
                  </a:cubicBezTo>
                  <a:cubicBezTo>
                    <a:pt x="10556" y="20548"/>
                    <a:pt x="10428" y="20594"/>
                    <a:pt x="10363" y="20588"/>
                  </a:cubicBezTo>
                  <a:cubicBezTo>
                    <a:pt x="10315" y="20584"/>
                    <a:pt x="10237" y="20537"/>
                    <a:pt x="10224" y="20510"/>
                  </a:cubicBezTo>
                  <a:cubicBezTo>
                    <a:pt x="10212" y="20479"/>
                    <a:pt x="10279" y="20420"/>
                    <a:pt x="10297" y="20390"/>
                  </a:cubicBezTo>
                  <a:cubicBezTo>
                    <a:pt x="10309" y="20368"/>
                    <a:pt x="10353" y="20324"/>
                    <a:pt x="10344" y="20301"/>
                  </a:cubicBezTo>
                  <a:cubicBezTo>
                    <a:pt x="10334" y="20271"/>
                    <a:pt x="10259" y="20216"/>
                    <a:pt x="10207" y="20208"/>
                  </a:cubicBezTo>
                  <a:cubicBezTo>
                    <a:pt x="10153" y="20201"/>
                    <a:pt x="10042" y="20236"/>
                    <a:pt x="9999" y="20256"/>
                  </a:cubicBezTo>
                  <a:cubicBezTo>
                    <a:pt x="9971" y="20269"/>
                    <a:pt x="9946" y="20311"/>
                    <a:pt x="9920" y="20324"/>
                  </a:cubicBezTo>
                  <a:cubicBezTo>
                    <a:pt x="9886" y="20344"/>
                    <a:pt x="9801" y="20382"/>
                    <a:pt x="9753" y="20380"/>
                  </a:cubicBezTo>
                  <a:cubicBezTo>
                    <a:pt x="9683" y="20376"/>
                    <a:pt x="9577" y="20309"/>
                    <a:pt x="9533" y="20277"/>
                  </a:cubicBezTo>
                  <a:cubicBezTo>
                    <a:pt x="9480" y="20240"/>
                    <a:pt x="9417" y="20152"/>
                    <a:pt x="9383" y="20109"/>
                  </a:cubicBezTo>
                  <a:cubicBezTo>
                    <a:pt x="9351" y="20068"/>
                    <a:pt x="9322" y="19971"/>
                    <a:pt x="9264" y="19941"/>
                  </a:cubicBezTo>
                  <a:cubicBezTo>
                    <a:pt x="9225" y="19921"/>
                    <a:pt x="9113" y="19907"/>
                    <a:pt x="9060" y="19907"/>
                  </a:cubicBezTo>
                  <a:cubicBezTo>
                    <a:pt x="9005" y="19908"/>
                    <a:pt x="8897" y="19931"/>
                    <a:pt x="8851" y="19948"/>
                  </a:cubicBezTo>
                  <a:cubicBezTo>
                    <a:pt x="8800" y="19967"/>
                    <a:pt x="8722" y="20024"/>
                    <a:pt x="8684" y="20051"/>
                  </a:cubicBezTo>
                  <a:cubicBezTo>
                    <a:pt x="8632" y="20088"/>
                    <a:pt x="8550" y="20173"/>
                    <a:pt x="8493" y="20208"/>
                  </a:cubicBezTo>
                  <a:cubicBezTo>
                    <a:pt x="8454" y="20233"/>
                    <a:pt x="8366" y="20278"/>
                    <a:pt x="8314" y="20290"/>
                  </a:cubicBezTo>
                  <a:cubicBezTo>
                    <a:pt x="8250" y="20306"/>
                    <a:pt x="8104" y="20299"/>
                    <a:pt x="8039" y="20311"/>
                  </a:cubicBezTo>
                  <a:cubicBezTo>
                    <a:pt x="7998" y="20318"/>
                    <a:pt x="7922" y="20341"/>
                    <a:pt x="7889" y="20356"/>
                  </a:cubicBezTo>
                  <a:cubicBezTo>
                    <a:pt x="7815" y="20389"/>
                    <a:pt x="7672" y="20468"/>
                    <a:pt x="7639" y="20520"/>
                  </a:cubicBezTo>
                  <a:cubicBezTo>
                    <a:pt x="7605" y="20572"/>
                    <a:pt x="7643" y="20687"/>
                    <a:pt x="7644" y="20742"/>
                  </a:cubicBezTo>
                  <a:cubicBezTo>
                    <a:pt x="7645" y="20803"/>
                    <a:pt x="7683" y="20929"/>
                    <a:pt x="7644" y="20986"/>
                  </a:cubicBezTo>
                  <a:cubicBezTo>
                    <a:pt x="7609" y="21038"/>
                    <a:pt x="7474" y="21146"/>
                    <a:pt x="7375" y="21153"/>
                  </a:cubicBezTo>
                  <a:cubicBezTo>
                    <a:pt x="7290" y="21159"/>
                    <a:pt x="7143" y="21082"/>
                    <a:pt x="7089" y="21044"/>
                  </a:cubicBezTo>
                  <a:cubicBezTo>
                    <a:pt x="7043" y="21012"/>
                    <a:pt x="7033" y="20921"/>
                    <a:pt x="6981" y="20893"/>
                  </a:cubicBezTo>
                  <a:cubicBezTo>
                    <a:pt x="6940" y="20871"/>
                    <a:pt x="6822" y="20855"/>
                    <a:pt x="6766" y="20852"/>
                  </a:cubicBezTo>
                  <a:cubicBezTo>
                    <a:pt x="6707" y="20848"/>
                    <a:pt x="6587" y="20868"/>
                    <a:pt x="6527" y="20866"/>
                  </a:cubicBezTo>
                  <a:cubicBezTo>
                    <a:pt x="6463" y="20863"/>
                    <a:pt x="6332" y="20850"/>
                    <a:pt x="6276" y="20831"/>
                  </a:cubicBezTo>
                  <a:cubicBezTo>
                    <a:pt x="6228" y="20815"/>
                    <a:pt x="6169" y="20759"/>
                    <a:pt x="6127" y="20739"/>
                  </a:cubicBezTo>
                  <a:cubicBezTo>
                    <a:pt x="6069" y="20710"/>
                    <a:pt x="5947" y="20656"/>
                    <a:pt x="5877" y="20639"/>
                  </a:cubicBezTo>
                  <a:cubicBezTo>
                    <a:pt x="5825" y="20627"/>
                    <a:pt x="5706" y="20632"/>
                    <a:pt x="5656" y="20619"/>
                  </a:cubicBezTo>
                  <a:cubicBezTo>
                    <a:pt x="5595" y="20604"/>
                    <a:pt x="5511" y="20542"/>
                    <a:pt x="5451" y="20527"/>
                  </a:cubicBezTo>
                  <a:cubicBezTo>
                    <a:pt x="5377" y="20507"/>
                    <a:pt x="5211" y="20489"/>
                    <a:pt x="5130" y="20492"/>
                  </a:cubicBezTo>
                  <a:cubicBezTo>
                    <a:pt x="5028" y="20497"/>
                    <a:pt x="4826" y="20535"/>
                    <a:pt x="4746" y="20572"/>
                  </a:cubicBezTo>
                  <a:cubicBezTo>
                    <a:pt x="4706" y="20589"/>
                    <a:pt x="4665" y="20647"/>
                    <a:pt x="4633" y="20671"/>
                  </a:cubicBezTo>
                  <a:cubicBezTo>
                    <a:pt x="4601" y="20693"/>
                    <a:pt x="4541" y="20753"/>
                    <a:pt x="4490" y="20756"/>
                  </a:cubicBezTo>
                  <a:cubicBezTo>
                    <a:pt x="4432" y="20759"/>
                    <a:pt x="4350" y="20697"/>
                    <a:pt x="4299" y="20681"/>
                  </a:cubicBezTo>
                  <a:cubicBezTo>
                    <a:pt x="4248" y="20665"/>
                    <a:pt x="4126" y="20651"/>
                    <a:pt x="4090" y="20626"/>
                  </a:cubicBezTo>
                  <a:cubicBezTo>
                    <a:pt x="4055" y="20602"/>
                    <a:pt x="4049" y="20535"/>
                    <a:pt x="4030" y="20506"/>
                  </a:cubicBezTo>
                  <a:cubicBezTo>
                    <a:pt x="4016" y="20485"/>
                    <a:pt x="3987" y="20445"/>
                    <a:pt x="3964" y="20428"/>
                  </a:cubicBezTo>
                  <a:cubicBezTo>
                    <a:pt x="3947" y="20415"/>
                    <a:pt x="3909" y="20386"/>
                    <a:pt x="3881" y="20386"/>
                  </a:cubicBezTo>
                  <a:cubicBezTo>
                    <a:pt x="3829" y="20387"/>
                    <a:pt x="3756" y="20444"/>
                    <a:pt x="3737" y="20472"/>
                  </a:cubicBezTo>
                  <a:cubicBezTo>
                    <a:pt x="3714" y="20506"/>
                    <a:pt x="3765" y="20584"/>
                    <a:pt x="3743" y="20619"/>
                  </a:cubicBezTo>
                  <a:cubicBezTo>
                    <a:pt x="3733" y="20639"/>
                    <a:pt x="3650" y="20663"/>
                    <a:pt x="3648" y="20684"/>
                  </a:cubicBezTo>
                  <a:cubicBezTo>
                    <a:pt x="3643" y="20732"/>
                    <a:pt x="3776" y="20807"/>
                    <a:pt x="3833" y="20841"/>
                  </a:cubicBezTo>
                  <a:cubicBezTo>
                    <a:pt x="3864" y="20860"/>
                    <a:pt x="3961" y="20876"/>
                    <a:pt x="3977" y="20900"/>
                  </a:cubicBezTo>
                  <a:cubicBezTo>
                    <a:pt x="4000" y="20934"/>
                    <a:pt x="3937" y="21008"/>
                    <a:pt x="3916" y="21044"/>
                  </a:cubicBezTo>
                  <a:cubicBezTo>
                    <a:pt x="3901" y="21070"/>
                    <a:pt x="3871" y="21125"/>
                    <a:pt x="3838" y="21146"/>
                  </a:cubicBezTo>
                  <a:cubicBezTo>
                    <a:pt x="3802" y="21169"/>
                    <a:pt x="3700" y="21199"/>
                    <a:pt x="3648" y="21208"/>
                  </a:cubicBezTo>
                  <a:cubicBezTo>
                    <a:pt x="3604" y="21214"/>
                    <a:pt x="3505" y="21225"/>
                    <a:pt x="3470" y="21211"/>
                  </a:cubicBezTo>
                  <a:cubicBezTo>
                    <a:pt x="3408" y="21188"/>
                    <a:pt x="3361" y="21098"/>
                    <a:pt x="3361" y="21057"/>
                  </a:cubicBezTo>
                  <a:cubicBezTo>
                    <a:pt x="3361" y="21027"/>
                    <a:pt x="3425" y="20974"/>
                    <a:pt x="3438" y="20944"/>
                  </a:cubicBezTo>
                  <a:cubicBezTo>
                    <a:pt x="3448" y="20924"/>
                    <a:pt x="3482" y="20880"/>
                    <a:pt x="3462" y="20862"/>
                  </a:cubicBezTo>
                  <a:cubicBezTo>
                    <a:pt x="3429" y="20832"/>
                    <a:pt x="3285" y="20821"/>
                    <a:pt x="3224" y="20824"/>
                  </a:cubicBezTo>
                  <a:cubicBezTo>
                    <a:pt x="3179" y="20827"/>
                    <a:pt x="3105" y="20862"/>
                    <a:pt x="3062" y="20869"/>
                  </a:cubicBezTo>
                  <a:cubicBezTo>
                    <a:pt x="3006" y="20878"/>
                    <a:pt x="2879" y="20870"/>
                    <a:pt x="2824" y="20882"/>
                  </a:cubicBezTo>
                  <a:cubicBezTo>
                    <a:pt x="2740" y="20902"/>
                    <a:pt x="2628" y="20996"/>
                    <a:pt x="2542" y="21013"/>
                  </a:cubicBezTo>
                  <a:cubicBezTo>
                    <a:pt x="2477" y="21026"/>
                    <a:pt x="2329" y="21030"/>
                    <a:pt x="2267" y="21013"/>
                  </a:cubicBezTo>
                  <a:cubicBezTo>
                    <a:pt x="2221" y="21000"/>
                    <a:pt x="2172" y="20944"/>
                    <a:pt x="2143" y="20920"/>
                  </a:cubicBezTo>
                  <a:cubicBezTo>
                    <a:pt x="2110" y="20894"/>
                    <a:pt x="2070" y="20831"/>
                    <a:pt x="2023" y="20814"/>
                  </a:cubicBezTo>
                  <a:cubicBezTo>
                    <a:pt x="1988" y="20802"/>
                    <a:pt x="1899" y="20795"/>
                    <a:pt x="1862" y="20804"/>
                  </a:cubicBezTo>
                  <a:cubicBezTo>
                    <a:pt x="1771" y="20824"/>
                    <a:pt x="1648" y="20921"/>
                    <a:pt x="1611" y="20972"/>
                  </a:cubicBezTo>
                  <a:cubicBezTo>
                    <a:pt x="1588" y="21002"/>
                    <a:pt x="1568" y="21073"/>
                    <a:pt x="1587" y="21105"/>
                  </a:cubicBezTo>
                  <a:cubicBezTo>
                    <a:pt x="1600" y="21129"/>
                    <a:pt x="1670" y="21165"/>
                    <a:pt x="1706" y="21181"/>
                  </a:cubicBezTo>
                  <a:cubicBezTo>
                    <a:pt x="1740" y="21195"/>
                    <a:pt x="1828" y="21206"/>
                    <a:pt x="1856" y="21225"/>
                  </a:cubicBezTo>
                  <a:cubicBezTo>
                    <a:pt x="1886" y="21245"/>
                    <a:pt x="1916" y="21298"/>
                    <a:pt x="1915" y="21324"/>
                  </a:cubicBezTo>
                  <a:cubicBezTo>
                    <a:pt x="1915" y="21359"/>
                    <a:pt x="1873" y="21429"/>
                    <a:pt x="1832" y="21454"/>
                  </a:cubicBezTo>
                  <a:cubicBezTo>
                    <a:pt x="1806" y="21470"/>
                    <a:pt x="1721" y="21473"/>
                    <a:pt x="1694" y="21488"/>
                  </a:cubicBezTo>
                  <a:cubicBezTo>
                    <a:pt x="1662" y="21506"/>
                    <a:pt x="1654" y="21567"/>
                    <a:pt x="1617" y="21580"/>
                  </a:cubicBezTo>
                  <a:cubicBezTo>
                    <a:pt x="1576" y="21596"/>
                    <a:pt x="1464" y="21600"/>
                    <a:pt x="1425" y="21584"/>
                  </a:cubicBezTo>
                  <a:cubicBezTo>
                    <a:pt x="1388" y="21569"/>
                    <a:pt x="1408" y="21500"/>
                    <a:pt x="1372" y="21485"/>
                  </a:cubicBezTo>
                  <a:cubicBezTo>
                    <a:pt x="1323" y="21464"/>
                    <a:pt x="1188" y="21483"/>
                    <a:pt x="1126" y="21485"/>
                  </a:cubicBezTo>
                  <a:cubicBezTo>
                    <a:pt x="1094" y="21486"/>
                    <a:pt x="1033" y="21490"/>
                    <a:pt x="976" y="21494"/>
                  </a:cubicBezTo>
                  <a:cubicBezTo>
                    <a:pt x="956" y="21483"/>
                    <a:pt x="939" y="21473"/>
                    <a:pt x="933" y="21463"/>
                  </a:cubicBezTo>
                  <a:cubicBezTo>
                    <a:pt x="916" y="21438"/>
                    <a:pt x="951" y="21380"/>
                    <a:pt x="937" y="21354"/>
                  </a:cubicBezTo>
                  <a:cubicBezTo>
                    <a:pt x="924" y="21329"/>
                    <a:pt x="846" y="21294"/>
                    <a:pt x="834" y="21269"/>
                  </a:cubicBezTo>
                  <a:cubicBezTo>
                    <a:pt x="817" y="21233"/>
                    <a:pt x="843" y="21157"/>
                    <a:pt x="858" y="21121"/>
                  </a:cubicBezTo>
                  <a:cubicBezTo>
                    <a:pt x="868" y="21095"/>
                    <a:pt x="924" y="21049"/>
                    <a:pt x="926" y="21023"/>
                  </a:cubicBezTo>
                  <a:cubicBezTo>
                    <a:pt x="928" y="20980"/>
                    <a:pt x="825" y="20902"/>
                    <a:pt x="834" y="20858"/>
                  </a:cubicBezTo>
                  <a:cubicBezTo>
                    <a:pt x="840" y="20834"/>
                    <a:pt x="912" y="20799"/>
                    <a:pt x="929" y="20777"/>
                  </a:cubicBezTo>
                  <a:cubicBezTo>
                    <a:pt x="971" y="20720"/>
                    <a:pt x="1053" y="20594"/>
                    <a:pt x="1017" y="20537"/>
                  </a:cubicBezTo>
                  <a:cubicBezTo>
                    <a:pt x="994" y="20500"/>
                    <a:pt x="825" y="20476"/>
                    <a:pt x="802" y="20439"/>
                  </a:cubicBezTo>
                  <a:cubicBezTo>
                    <a:pt x="781" y="20402"/>
                    <a:pt x="831" y="20322"/>
                    <a:pt x="865" y="20288"/>
                  </a:cubicBezTo>
                  <a:cubicBezTo>
                    <a:pt x="887" y="20267"/>
                    <a:pt x="973" y="20246"/>
                    <a:pt x="993" y="20224"/>
                  </a:cubicBezTo>
                  <a:cubicBezTo>
                    <a:pt x="1014" y="20204"/>
                    <a:pt x="1024" y="20155"/>
                    <a:pt x="1017" y="20131"/>
                  </a:cubicBezTo>
                  <a:cubicBezTo>
                    <a:pt x="1010" y="20105"/>
                    <a:pt x="934" y="20065"/>
                    <a:pt x="933" y="20040"/>
                  </a:cubicBezTo>
                  <a:cubicBezTo>
                    <a:pt x="932" y="20004"/>
                    <a:pt x="993" y="19934"/>
                    <a:pt x="1041" y="19911"/>
                  </a:cubicBezTo>
                  <a:cubicBezTo>
                    <a:pt x="1094" y="19887"/>
                    <a:pt x="1248" y="19897"/>
                    <a:pt x="1301" y="19873"/>
                  </a:cubicBezTo>
                  <a:cubicBezTo>
                    <a:pt x="1346" y="19851"/>
                    <a:pt x="1399" y="19784"/>
                    <a:pt x="1399" y="19749"/>
                  </a:cubicBezTo>
                  <a:cubicBezTo>
                    <a:pt x="1400" y="19723"/>
                    <a:pt x="1351" y="19673"/>
                    <a:pt x="1324" y="19652"/>
                  </a:cubicBezTo>
                  <a:cubicBezTo>
                    <a:pt x="1289" y="19623"/>
                    <a:pt x="1196" y="19577"/>
                    <a:pt x="1145" y="19558"/>
                  </a:cubicBezTo>
                  <a:cubicBezTo>
                    <a:pt x="1103" y="19543"/>
                    <a:pt x="995" y="19536"/>
                    <a:pt x="958" y="19517"/>
                  </a:cubicBezTo>
                  <a:cubicBezTo>
                    <a:pt x="914" y="19495"/>
                    <a:pt x="837" y="19433"/>
                    <a:pt x="849" y="19401"/>
                  </a:cubicBezTo>
                  <a:cubicBezTo>
                    <a:pt x="862" y="19371"/>
                    <a:pt x="982" y="19354"/>
                    <a:pt x="1017" y="19332"/>
                  </a:cubicBezTo>
                  <a:cubicBezTo>
                    <a:pt x="1056" y="19308"/>
                    <a:pt x="1129" y="19251"/>
                    <a:pt x="1132" y="19218"/>
                  </a:cubicBezTo>
                  <a:cubicBezTo>
                    <a:pt x="1135" y="19196"/>
                    <a:pt x="1072" y="19160"/>
                    <a:pt x="1072" y="19138"/>
                  </a:cubicBezTo>
                  <a:cubicBezTo>
                    <a:pt x="1074" y="19103"/>
                    <a:pt x="1116" y="19018"/>
                    <a:pt x="1177" y="19010"/>
                  </a:cubicBezTo>
                  <a:cubicBezTo>
                    <a:pt x="1236" y="19002"/>
                    <a:pt x="1304" y="19097"/>
                    <a:pt x="1364" y="19097"/>
                  </a:cubicBezTo>
                  <a:cubicBezTo>
                    <a:pt x="1394" y="19097"/>
                    <a:pt x="1440" y="19067"/>
                    <a:pt x="1459" y="19053"/>
                  </a:cubicBezTo>
                  <a:cubicBezTo>
                    <a:pt x="1493" y="19031"/>
                    <a:pt x="1511" y="18955"/>
                    <a:pt x="1564" y="18949"/>
                  </a:cubicBezTo>
                  <a:cubicBezTo>
                    <a:pt x="1602" y="18944"/>
                    <a:pt x="1654" y="19004"/>
                    <a:pt x="1694" y="19003"/>
                  </a:cubicBezTo>
                  <a:cubicBezTo>
                    <a:pt x="1735" y="19003"/>
                    <a:pt x="1799" y="18964"/>
                    <a:pt x="1821" y="18944"/>
                  </a:cubicBezTo>
                  <a:cubicBezTo>
                    <a:pt x="1855" y="18914"/>
                    <a:pt x="1877" y="18840"/>
                    <a:pt x="1877" y="18805"/>
                  </a:cubicBezTo>
                  <a:cubicBezTo>
                    <a:pt x="1878" y="18770"/>
                    <a:pt x="1809" y="18700"/>
                    <a:pt x="1834" y="18668"/>
                  </a:cubicBezTo>
                  <a:cubicBezTo>
                    <a:pt x="1863" y="18631"/>
                    <a:pt x="2028" y="18615"/>
                    <a:pt x="2078" y="18586"/>
                  </a:cubicBezTo>
                  <a:cubicBezTo>
                    <a:pt x="2126" y="18557"/>
                    <a:pt x="2184" y="18480"/>
                    <a:pt x="2217" y="18445"/>
                  </a:cubicBezTo>
                  <a:cubicBezTo>
                    <a:pt x="2248" y="18409"/>
                    <a:pt x="2318" y="18338"/>
                    <a:pt x="2335" y="18299"/>
                  </a:cubicBezTo>
                  <a:cubicBezTo>
                    <a:pt x="2350" y="18266"/>
                    <a:pt x="2359" y="18197"/>
                    <a:pt x="2347" y="18164"/>
                  </a:cubicBezTo>
                  <a:cubicBezTo>
                    <a:pt x="2336" y="18129"/>
                    <a:pt x="2234" y="18070"/>
                    <a:pt x="2248" y="18036"/>
                  </a:cubicBezTo>
                  <a:cubicBezTo>
                    <a:pt x="2259" y="18007"/>
                    <a:pt x="2359" y="17970"/>
                    <a:pt x="2407" y="17958"/>
                  </a:cubicBezTo>
                  <a:cubicBezTo>
                    <a:pt x="2446" y="17949"/>
                    <a:pt x="2536" y="17962"/>
                    <a:pt x="2570" y="17949"/>
                  </a:cubicBezTo>
                  <a:cubicBezTo>
                    <a:pt x="2610" y="17935"/>
                    <a:pt x="2627" y="17875"/>
                    <a:pt x="2662" y="17858"/>
                  </a:cubicBezTo>
                  <a:cubicBezTo>
                    <a:pt x="2687" y="17846"/>
                    <a:pt x="2769" y="17847"/>
                    <a:pt x="2789" y="17831"/>
                  </a:cubicBezTo>
                  <a:cubicBezTo>
                    <a:pt x="2811" y="17814"/>
                    <a:pt x="2802" y="17768"/>
                    <a:pt x="2793" y="17748"/>
                  </a:cubicBezTo>
                  <a:cubicBezTo>
                    <a:pt x="2783" y="17724"/>
                    <a:pt x="2705" y="17685"/>
                    <a:pt x="2706" y="17660"/>
                  </a:cubicBezTo>
                  <a:cubicBezTo>
                    <a:pt x="2706" y="17631"/>
                    <a:pt x="2802" y="17590"/>
                    <a:pt x="2806" y="17561"/>
                  </a:cubicBezTo>
                  <a:cubicBezTo>
                    <a:pt x="2808" y="17543"/>
                    <a:pt x="2756" y="17511"/>
                    <a:pt x="2758" y="17493"/>
                  </a:cubicBezTo>
                  <a:cubicBezTo>
                    <a:pt x="2760" y="17471"/>
                    <a:pt x="2820" y="17435"/>
                    <a:pt x="2833" y="17413"/>
                  </a:cubicBezTo>
                  <a:cubicBezTo>
                    <a:pt x="2853" y="17379"/>
                    <a:pt x="2864" y="17306"/>
                    <a:pt x="2870" y="17269"/>
                  </a:cubicBezTo>
                  <a:cubicBezTo>
                    <a:pt x="2876" y="17223"/>
                    <a:pt x="2848" y="17127"/>
                    <a:pt x="2877" y="17084"/>
                  </a:cubicBezTo>
                  <a:cubicBezTo>
                    <a:pt x="2897" y="17055"/>
                    <a:pt x="2980" y="17008"/>
                    <a:pt x="3025" y="16989"/>
                  </a:cubicBezTo>
                  <a:cubicBezTo>
                    <a:pt x="3054" y="16976"/>
                    <a:pt x="3127" y="16964"/>
                    <a:pt x="3160" y="16954"/>
                  </a:cubicBezTo>
                  <a:cubicBezTo>
                    <a:pt x="3207" y="16941"/>
                    <a:pt x="3302" y="16914"/>
                    <a:pt x="3343" y="16895"/>
                  </a:cubicBezTo>
                  <a:cubicBezTo>
                    <a:pt x="3390" y="16874"/>
                    <a:pt x="3468" y="16822"/>
                    <a:pt x="3494" y="16792"/>
                  </a:cubicBezTo>
                  <a:cubicBezTo>
                    <a:pt x="3544" y="16737"/>
                    <a:pt x="3602" y="16613"/>
                    <a:pt x="3602" y="16550"/>
                  </a:cubicBezTo>
                  <a:cubicBezTo>
                    <a:pt x="3602" y="16492"/>
                    <a:pt x="3543" y="16380"/>
                    <a:pt x="3502" y="16327"/>
                  </a:cubicBezTo>
                  <a:cubicBezTo>
                    <a:pt x="3479" y="16298"/>
                    <a:pt x="3405" y="16250"/>
                    <a:pt x="3379" y="16222"/>
                  </a:cubicBezTo>
                  <a:cubicBezTo>
                    <a:pt x="3355" y="16195"/>
                    <a:pt x="3335" y="16132"/>
                    <a:pt x="3303" y="16107"/>
                  </a:cubicBezTo>
                  <a:cubicBezTo>
                    <a:pt x="3266" y="16078"/>
                    <a:pt x="3139" y="16046"/>
                    <a:pt x="3104" y="16014"/>
                  </a:cubicBezTo>
                  <a:cubicBezTo>
                    <a:pt x="3079" y="15991"/>
                    <a:pt x="3054" y="15936"/>
                    <a:pt x="3060" y="15909"/>
                  </a:cubicBezTo>
                  <a:cubicBezTo>
                    <a:pt x="3071" y="15869"/>
                    <a:pt x="3168" y="15804"/>
                    <a:pt x="3192" y="15766"/>
                  </a:cubicBezTo>
                  <a:cubicBezTo>
                    <a:pt x="3210" y="15735"/>
                    <a:pt x="3235" y="15672"/>
                    <a:pt x="3235" y="15640"/>
                  </a:cubicBezTo>
                  <a:cubicBezTo>
                    <a:pt x="3236" y="15586"/>
                    <a:pt x="3223" y="15470"/>
                    <a:pt x="3168" y="15425"/>
                  </a:cubicBezTo>
                  <a:cubicBezTo>
                    <a:pt x="3139" y="15401"/>
                    <a:pt x="3035" y="15375"/>
                    <a:pt x="2985" y="15366"/>
                  </a:cubicBezTo>
                  <a:cubicBezTo>
                    <a:pt x="2938" y="15358"/>
                    <a:pt x="2832" y="15373"/>
                    <a:pt x="2789" y="15360"/>
                  </a:cubicBezTo>
                  <a:cubicBezTo>
                    <a:pt x="2759" y="15349"/>
                    <a:pt x="2719" y="15311"/>
                    <a:pt x="2709" y="15291"/>
                  </a:cubicBezTo>
                  <a:cubicBezTo>
                    <a:pt x="2693" y="15249"/>
                    <a:pt x="2751" y="15163"/>
                    <a:pt x="2746" y="15120"/>
                  </a:cubicBezTo>
                  <a:cubicBezTo>
                    <a:pt x="2743" y="15083"/>
                    <a:pt x="2716" y="15009"/>
                    <a:pt x="2682" y="14978"/>
                  </a:cubicBezTo>
                  <a:cubicBezTo>
                    <a:pt x="2648" y="14947"/>
                    <a:pt x="2533" y="14906"/>
                    <a:pt x="2483" y="14883"/>
                  </a:cubicBezTo>
                  <a:cubicBezTo>
                    <a:pt x="2415" y="14850"/>
                    <a:pt x="2256" y="14797"/>
                    <a:pt x="2208" y="14754"/>
                  </a:cubicBezTo>
                  <a:cubicBezTo>
                    <a:pt x="2163" y="14714"/>
                    <a:pt x="2105" y="14615"/>
                    <a:pt x="2120" y="14568"/>
                  </a:cubicBezTo>
                  <a:cubicBezTo>
                    <a:pt x="2133" y="14525"/>
                    <a:pt x="2253" y="14463"/>
                    <a:pt x="2300" y="14428"/>
                  </a:cubicBezTo>
                  <a:cubicBezTo>
                    <a:pt x="2348" y="14393"/>
                    <a:pt x="2474" y="14331"/>
                    <a:pt x="2503" y="14289"/>
                  </a:cubicBezTo>
                  <a:cubicBezTo>
                    <a:pt x="2522" y="14261"/>
                    <a:pt x="2528" y="14198"/>
                    <a:pt x="2510" y="14170"/>
                  </a:cubicBezTo>
                  <a:cubicBezTo>
                    <a:pt x="2489" y="14137"/>
                    <a:pt x="2374" y="14095"/>
                    <a:pt x="2341" y="14065"/>
                  </a:cubicBezTo>
                  <a:cubicBezTo>
                    <a:pt x="2299" y="14030"/>
                    <a:pt x="2229" y="13952"/>
                    <a:pt x="2220" y="13910"/>
                  </a:cubicBezTo>
                  <a:cubicBezTo>
                    <a:pt x="2211" y="13860"/>
                    <a:pt x="2248" y="13758"/>
                    <a:pt x="2283" y="13712"/>
                  </a:cubicBezTo>
                  <a:cubicBezTo>
                    <a:pt x="2310" y="13677"/>
                    <a:pt x="2397" y="13617"/>
                    <a:pt x="2447" y="13591"/>
                  </a:cubicBezTo>
                  <a:cubicBezTo>
                    <a:pt x="2483" y="13571"/>
                    <a:pt x="2585" y="13553"/>
                    <a:pt x="2610" y="13529"/>
                  </a:cubicBezTo>
                  <a:cubicBezTo>
                    <a:pt x="2641" y="13500"/>
                    <a:pt x="2636" y="13392"/>
                    <a:pt x="2636" y="13392"/>
                  </a:cubicBezTo>
                  <a:lnTo>
                    <a:pt x="0" y="1645"/>
                  </a:lnTo>
                  <a:cubicBezTo>
                    <a:pt x="19" y="1670"/>
                    <a:pt x="40" y="1692"/>
                    <a:pt x="61" y="1707"/>
                  </a:cubicBezTo>
                  <a:cubicBezTo>
                    <a:pt x="108" y="1739"/>
                    <a:pt x="241" y="1775"/>
                    <a:pt x="300" y="1798"/>
                  </a:cubicBezTo>
                  <a:cubicBezTo>
                    <a:pt x="399" y="1837"/>
                    <a:pt x="583" y="1928"/>
                    <a:pt x="690" y="1958"/>
                  </a:cubicBezTo>
                  <a:cubicBezTo>
                    <a:pt x="787" y="1985"/>
                    <a:pt x="997" y="2018"/>
                    <a:pt x="1106" y="2026"/>
                  </a:cubicBezTo>
                  <a:cubicBezTo>
                    <a:pt x="1337" y="2043"/>
                    <a:pt x="1819" y="2050"/>
                    <a:pt x="2044" y="2013"/>
                  </a:cubicBezTo>
                  <a:cubicBezTo>
                    <a:pt x="2248" y="1979"/>
                    <a:pt x="2584" y="1820"/>
                    <a:pt x="2769" y="1761"/>
                  </a:cubicBezTo>
                  <a:cubicBezTo>
                    <a:pt x="2929" y="1712"/>
                    <a:pt x="3266" y="1631"/>
                    <a:pt x="3423" y="1579"/>
                  </a:cubicBezTo>
                  <a:cubicBezTo>
                    <a:pt x="3602" y="1520"/>
                    <a:pt x="3955" y="1393"/>
                    <a:pt x="4117" y="1319"/>
                  </a:cubicBezTo>
                  <a:cubicBezTo>
                    <a:pt x="4206" y="1277"/>
                    <a:pt x="4334" y="1207"/>
                    <a:pt x="4457" y="1137"/>
                  </a:cubicBezTo>
                  <a:cubicBezTo>
                    <a:pt x="4909" y="1107"/>
                    <a:pt x="5975" y="1037"/>
                    <a:pt x="6390" y="1007"/>
                  </a:cubicBezTo>
                  <a:cubicBezTo>
                    <a:pt x="7138" y="951"/>
                    <a:pt x="8621" y="823"/>
                    <a:pt x="9364" y="753"/>
                  </a:cubicBezTo>
                  <a:cubicBezTo>
                    <a:pt x="11360" y="565"/>
                    <a:pt x="17347" y="0"/>
                    <a:pt x="17347" y="0"/>
                  </a:cubicBezTo>
                  <a:cubicBezTo>
                    <a:pt x="17347" y="0"/>
                    <a:pt x="17446" y="370"/>
                    <a:pt x="17446" y="37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67" name="Shape 4749"/>
            <p:cNvSpPr/>
            <p:nvPr/>
          </p:nvSpPr>
          <p:spPr>
            <a:xfrm>
              <a:off x="7156649" y="2163103"/>
              <a:ext cx="641782" cy="1120737"/>
            </a:xfrm>
            <a:custGeom>
              <a:avLst/>
              <a:gdLst/>
              <a:ahLst/>
              <a:cxnLst>
                <a:cxn ang="0">
                  <a:pos x="wd2" y="hd2"/>
                </a:cxn>
                <a:cxn ang="5400000">
                  <a:pos x="wd2" y="hd2"/>
                </a:cxn>
                <a:cxn ang="10800000">
                  <a:pos x="wd2" y="hd2"/>
                </a:cxn>
                <a:cxn ang="16200000">
                  <a:pos x="wd2" y="hd2"/>
                </a:cxn>
              </a:cxnLst>
              <a:rect l="0" t="0" r="r" b="b"/>
              <a:pathLst>
                <a:path w="21583" h="21594" extrusionOk="0">
                  <a:moveTo>
                    <a:pt x="17446" y="370"/>
                  </a:moveTo>
                  <a:lnTo>
                    <a:pt x="20974" y="13255"/>
                  </a:lnTo>
                  <a:cubicBezTo>
                    <a:pt x="20938" y="13282"/>
                    <a:pt x="20893" y="13321"/>
                    <a:pt x="20859" y="13339"/>
                  </a:cubicBezTo>
                  <a:cubicBezTo>
                    <a:pt x="20809" y="13364"/>
                    <a:pt x="20678" y="13391"/>
                    <a:pt x="20639" y="13421"/>
                  </a:cubicBezTo>
                  <a:cubicBezTo>
                    <a:pt x="20602" y="13447"/>
                    <a:pt x="20563" y="13514"/>
                    <a:pt x="20566" y="13547"/>
                  </a:cubicBezTo>
                  <a:cubicBezTo>
                    <a:pt x="20569" y="13575"/>
                    <a:pt x="20610" y="13630"/>
                    <a:pt x="20643" y="13650"/>
                  </a:cubicBezTo>
                  <a:cubicBezTo>
                    <a:pt x="20687" y="13675"/>
                    <a:pt x="20819" y="13683"/>
                    <a:pt x="20865" y="13705"/>
                  </a:cubicBezTo>
                  <a:cubicBezTo>
                    <a:pt x="20918" y="13729"/>
                    <a:pt x="20998" y="13796"/>
                    <a:pt x="21027" y="13832"/>
                  </a:cubicBezTo>
                  <a:cubicBezTo>
                    <a:pt x="21054" y="13869"/>
                    <a:pt x="21104" y="13954"/>
                    <a:pt x="21081" y="13993"/>
                  </a:cubicBezTo>
                  <a:cubicBezTo>
                    <a:pt x="21065" y="14018"/>
                    <a:pt x="20965" y="14042"/>
                    <a:pt x="20936" y="14064"/>
                  </a:cubicBezTo>
                  <a:cubicBezTo>
                    <a:pt x="20902" y="14090"/>
                    <a:pt x="20840" y="14151"/>
                    <a:pt x="20841" y="14184"/>
                  </a:cubicBezTo>
                  <a:cubicBezTo>
                    <a:pt x="20843" y="14214"/>
                    <a:pt x="20894" y="14273"/>
                    <a:pt x="20936" y="14291"/>
                  </a:cubicBezTo>
                  <a:cubicBezTo>
                    <a:pt x="20977" y="14305"/>
                    <a:pt x="21082" y="14305"/>
                    <a:pt x="21128" y="14300"/>
                  </a:cubicBezTo>
                  <a:cubicBezTo>
                    <a:pt x="21177" y="14295"/>
                    <a:pt x="21252" y="14251"/>
                    <a:pt x="21301" y="14249"/>
                  </a:cubicBezTo>
                  <a:cubicBezTo>
                    <a:pt x="21375" y="14248"/>
                    <a:pt x="21533" y="14278"/>
                    <a:pt x="21571" y="14314"/>
                  </a:cubicBezTo>
                  <a:cubicBezTo>
                    <a:pt x="21600" y="14344"/>
                    <a:pt x="21573" y="14422"/>
                    <a:pt x="21540" y="14451"/>
                  </a:cubicBezTo>
                  <a:cubicBezTo>
                    <a:pt x="21502" y="14486"/>
                    <a:pt x="21337" y="14503"/>
                    <a:pt x="21295" y="14537"/>
                  </a:cubicBezTo>
                  <a:cubicBezTo>
                    <a:pt x="21280" y="14550"/>
                    <a:pt x="21264" y="14586"/>
                    <a:pt x="21270" y="14602"/>
                  </a:cubicBezTo>
                  <a:cubicBezTo>
                    <a:pt x="21281" y="14627"/>
                    <a:pt x="21366" y="14660"/>
                    <a:pt x="21385" y="14684"/>
                  </a:cubicBezTo>
                  <a:cubicBezTo>
                    <a:pt x="21405" y="14710"/>
                    <a:pt x="21431" y="14770"/>
                    <a:pt x="21414" y="14797"/>
                  </a:cubicBezTo>
                  <a:cubicBezTo>
                    <a:pt x="21403" y="14816"/>
                    <a:pt x="21342" y="14847"/>
                    <a:pt x="21308" y="14852"/>
                  </a:cubicBezTo>
                  <a:cubicBezTo>
                    <a:pt x="21260" y="14857"/>
                    <a:pt x="21171" y="14820"/>
                    <a:pt x="21122" y="14817"/>
                  </a:cubicBezTo>
                  <a:cubicBezTo>
                    <a:pt x="21042" y="14813"/>
                    <a:pt x="20878" y="14823"/>
                    <a:pt x="20806" y="14841"/>
                  </a:cubicBezTo>
                  <a:cubicBezTo>
                    <a:pt x="20744" y="14857"/>
                    <a:pt x="20666" y="14928"/>
                    <a:pt x="20602" y="14940"/>
                  </a:cubicBezTo>
                  <a:cubicBezTo>
                    <a:pt x="20531" y="14956"/>
                    <a:pt x="20370" y="14928"/>
                    <a:pt x="20298" y="14940"/>
                  </a:cubicBezTo>
                  <a:cubicBezTo>
                    <a:pt x="20225" y="14953"/>
                    <a:pt x="20100" y="15006"/>
                    <a:pt x="20040" y="15033"/>
                  </a:cubicBezTo>
                  <a:cubicBezTo>
                    <a:pt x="19970" y="15065"/>
                    <a:pt x="19845" y="15141"/>
                    <a:pt x="19783" y="15180"/>
                  </a:cubicBezTo>
                  <a:cubicBezTo>
                    <a:pt x="19709" y="15228"/>
                    <a:pt x="19584" y="15337"/>
                    <a:pt x="19503" y="15382"/>
                  </a:cubicBezTo>
                  <a:cubicBezTo>
                    <a:pt x="19452" y="15411"/>
                    <a:pt x="19340" y="15466"/>
                    <a:pt x="19275" y="15485"/>
                  </a:cubicBezTo>
                  <a:cubicBezTo>
                    <a:pt x="19225" y="15499"/>
                    <a:pt x="19117" y="15517"/>
                    <a:pt x="19061" y="15516"/>
                  </a:cubicBezTo>
                  <a:cubicBezTo>
                    <a:pt x="18990" y="15513"/>
                    <a:pt x="18851" y="15485"/>
                    <a:pt x="18798" y="15457"/>
                  </a:cubicBezTo>
                  <a:cubicBezTo>
                    <a:pt x="18749" y="15432"/>
                    <a:pt x="18739" y="15343"/>
                    <a:pt x="18684" y="15321"/>
                  </a:cubicBezTo>
                  <a:cubicBezTo>
                    <a:pt x="18610" y="15289"/>
                    <a:pt x="18406" y="15284"/>
                    <a:pt x="18315" y="15293"/>
                  </a:cubicBezTo>
                  <a:cubicBezTo>
                    <a:pt x="18256" y="15299"/>
                    <a:pt x="18160" y="15343"/>
                    <a:pt x="18105" y="15355"/>
                  </a:cubicBezTo>
                  <a:cubicBezTo>
                    <a:pt x="18072" y="15362"/>
                    <a:pt x="18002" y="15370"/>
                    <a:pt x="17968" y="15375"/>
                  </a:cubicBezTo>
                  <a:cubicBezTo>
                    <a:pt x="17900" y="15387"/>
                    <a:pt x="17768" y="15419"/>
                    <a:pt x="17700" y="15427"/>
                  </a:cubicBezTo>
                  <a:cubicBezTo>
                    <a:pt x="17629" y="15434"/>
                    <a:pt x="17475" y="15417"/>
                    <a:pt x="17413" y="15437"/>
                  </a:cubicBezTo>
                  <a:cubicBezTo>
                    <a:pt x="17348" y="15458"/>
                    <a:pt x="17259" y="15535"/>
                    <a:pt x="17245" y="15577"/>
                  </a:cubicBezTo>
                  <a:cubicBezTo>
                    <a:pt x="17233" y="15615"/>
                    <a:pt x="17278" y="15694"/>
                    <a:pt x="17310" y="15728"/>
                  </a:cubicBezTo>
                  <a:cubicBezTo>
                    <a:pt x="17334" y="15752"/>
                    <a:pt x="17419" y="15783"/>
                    <a:pt x="17442" y="15806"/>
                  </a:cubicBezTo>
                  <a:cubicBezTo>
                    <a:pt x="17489" y="15855"/>
                    <a:pt x="17508" y="15969"/>
                    <a:pt x="17537" y="16022"/>
                  </a:cubicBezTo>
                  <a:cubicBezTo>
                    <a:pt x="17555" y="16054"/>
                    <a:pt x="17594" y="16115"/>
                    <a:pt x="17616" y="16145"/>
                  </a:cubicBezTo>
                  <a:cubicBezTo>
                    <a:pt x="17649" y="16195"/>
                    <a:pt x="17752" y="16291"/>
                    <a:pt x="17765" y="16344"/>
                  </a:cubicBezTo>
                  <a:cubicBezTo>
                    <a:pt x="17773" y="16376"/>
                    <a:pt x="17764" y="16446"/>
                    <a:pt x="17734" y="16474"/>
                  </a:cubicBezTo>
                  <a:cubicBezTo>
                    <a:pt x="17708" y="16500"/>
                    <a:pt x="17608" y="16527"/>
                    <a:pt x="17567" y="16546"/>
                  </a:cubicBezTo>
                  <a:cubicBezTo>
                    <a:pt x="17526" y="16566"/>
                    <a:pt x="17434" y="16604"/>
                    <a:pt x="17407" y="16632"/>
                  </a:cubicBezTo>
                  <a:cubicBezTo>
                    <a:pt x="17368" y="16669"/>
                    <a:pt x="17378" y="16767"/>
                    <a:pt x="17335" y="16802"/>
                  </a:cubicBezTo>
                  <a:cubicBezTo>
                    <a:pt x="17289" y="16839"/>
                    <a:pt x="17145" y="16883"/>
                    <a:pt x="17072" y="16898"/>
                  </a:cubicBezTo>
                  <a:cubicBezTo>
                    <a:pt x="17007" y="16912"/>
                    <a:pt x="16866" y="16905"/>
                    <a:pt x="16802" y="16919"/>
                  </a:cubicBezTo>
                  <a:cubicBezTo>
                    <a:pt x="16745" y="16932"/>
                    <a:pt x="16628" y="16968"/>
                    <a:pt x="16594" y="16998"/>
                  </a:cubicBezTo>
                  <a:cubicBezTo>
                    <a:pt x="16524" y="17058"/>
                    <a:pt x="16515" y="17210"/>
                    <a:pt x="16503" y="17282"/>
                  </a:cubicBezTo>
                  <a:cubicBezTo>
                    <a:pt x="16500" y="17313"/>
                    <a:pt x="16512" y="17375"/>
                    <a:pt x="16503" y="17405"/>
                  </a:cubicBezTo>
                  <a:cubicBezTo>
                    <a:pt x="16494" y="17442"/>
                    <a:pt x="16449" y="17513"/>
                    <a:pt x="16426" y="17549"/>
                  </a:cubicBezTo>
                  <a:cubicBezTo>
                    <a:pt x="16408" y="17577"/>
                    <a:pt x="16360" y="17633"/>
                    <a:pt x="16342" y="17661"/>
                  </a:cubicBezTo>
                  <a:cubicBezTo>
                    <a:pt x="16319" y="17700"/>
                    <a:pt x="16308" y="17784"/>
                    <a:pt x="16270" y="17819"/>
                  </a:cubicBezTo>
                  <a:cubicBezTo>
                    <a:pt x="16220" y="17868"/>
                    <a:pt x="16071" y="17952"/>
                    <a:pt x="15979" y="17973"/>
                  </a:cubicBezTo>
                  <a:cubicBezTo>
                    <a:pt x="15942" y="17981"/>
                    <a:pt x="15859" y="17983"/>
                    <a:pt x="15823" y="17973"/>
                  </a:cubicBezTo>
                  <a:cubicBezTo>
                    <a:pt x="15774" y="17960"/>
                    <a:pt x="15738" y="17883"/>
                    <a:pt x="15686" y="17878"/>
                  </a:cubicBezTo>
                  <a:cubicBezTo>
                    <a:pt x="15652" y="17874"/>
                    <a:pt x="15599" y="17910"/>
                    <a:pt x="15566" y="17915"/>
                  </a:cubicBezTo>
                  <a:cubicBezTo>
                    <a:pt x="15534" y="17919"/>
                    <a:pt x="15465" y="17904"/>
                    <a:pt x="15435" y="17911"/>
                  </a:cubicBezTo>
                  <a:cubicBezTo>
                    <a:pt x="15392" y="17922"/>
                    <a:pt x="15327" y="17968"/>
                    <a:pt x="15315" y="17993"/>
                  </a:cubicBezTo>
                  <a:cubicBezTo>
                    <a:pt x="15299" y="18031"/>
                    <a:pt x="15382" y="18106"/>
                    <a:pt x="15375" y="18144"/>
                  </a:cubicBezTo>
                  <a:cubicBezTo>
                    <a:pt x="15371" y="18171"/>
                    <a:pt x="15324" y="18222"/>
                    <a:pt x="15297" y="18243"/>
                  </a:cubicBezTo>
                  <a:cubicBezTo>
                    <a:pt x="15253" y="18277"/>
                    <a:pt x="15115" y="18315"/>
                    <a:pt x="15076" y="18350"/>
                  </a:cubicBezTo>
                  <a:cubicBezTo>
                    <a:pt x="15014" y="18404"/>
                    <a:pt x="14960" y="18535"/>
                    <a:pt x="14957" y="18600"/>
                  </a:cubicBezTo>
                  <a:cubicBezTo>
                    <a:pt x="14955" y="18652"/>
                    <a:pt x="15020" y="18753"/>
                    <a:pt x="15034" y="18805"/>
                  </a:cubicBezTo>
                  <a:cubicBezTo>
                    <a:pt x="15050" y="18862"/>
                    <a:pt x="15079" y="18977"/>
                    <a:pt x="15076" y="19034"/>
                  </a:cubicBezTo>
                  <a:cubicBezTo>
                    <a:pt x="15073" y="19094"/>
                    <a:pt x="15048" y="19215"/>
                    <a:pt x="15005" y="19271"/>
                  </a:cubicBezTo>
                  <a:cubicBezTo>
                    <a:pt x="14985" y="19295"/>
                    <a:pt x="14924" y="19341"/>
                    <a:pt x="14886" y="19356"/>
                  </a:cubicBezTo>
                  <a:cubicBezTo>
                    <a:pt x="14844" y="19371"/>
                    <a:pt x="14742" y="19379"/>
                    <a:pt x="14694" y="19387"/>
                  </a:cubicBezTo>
                  <a:cubicBezTo>
                    <a:pt x="14631" y="19397"/>
                    <a:pt x="14487" y="19397"/>
                    <a:pt x="14444" y="19425"/>
                  </a:cubicBezTo>
                  <a:cubicBezTo>
                    <a:pt x="14405" y="19448"/>
                    <a:pt x="14426" y="19521"/>
                    <a:pt x="14407" y="19551"/>
                  </a:cubicBezTo>
                  <a:cubicBezTo>
                    <a:pt x="14385" y="19585"/>
                    <a:pt x="14334" y="19671"/>
                    <a:pt x="14269" y="19674"/>
                  </a:cubicBezTo>
                  <a:cubicBezTo>
                    <a:pt x="14207" y="19677"/>
                    <a:pt x="14141" y="19594"/>
                    <a:pt x="14101" y="19565"/>
                  </a:cubicBezTo>
                  <a:cubicBezTo>
                    <a:pt x="14076" y="19544"/>
                    <a:pt x="14039" y="19494"/>
                    <a:pt x="14007" y="19476"/>
                  </a:cubicBezTo>
                  <a:cubicBezTo>
                    <a:pt x="13978" y="19459"/>
                    <a:pt x="13903" y="19434"/>
                    <a:pt x="13863" y="19428"/>
                  </a:cubicBezTo>
                  <a:cubicBezTo>
                    <a:pt x="13802" y="19419"/>
                    <a:pt x="13670" y="19427"/>
                    <a:pt x="13607" y="19434"/>
                  </a:cubicBezTo>
                  <a:cubicBezTo>
                    <a:pt x="13544" y="19443"/>
                    <a:pt x="13432" y="19492"/>
                    <a:pt x="13367" y="19490"/>
                  </a:cubicBezTo>
                  <a:cubicBezTo>
                    <a:pt x="13318" y="19487"/>
                    <a:pt x="13240" y="19443"/>
                    <a:pt x="13194" y="19431"/>
                  </a:cubicBezTo>
                  <a:cubicBezTo>
                    <a:pt x="13148" y="19419"/>
                    <a:pt x="13051" y="19404"/>
                    <a:pt x="13003" y="19393"/>
                  </a:cubicBezTo>
                  <a:cubicBezTo>
                    <a:pt x="12943" y="19381"/>
                    <a:pt x="12815" y="19362"/>
                    <a:pt x="12764" y="19339"/>
                  </a:cubicBezTo>
                  <a:cubicBezTo>
                    <a:pt x="12697" y="19309"/>
                    <a:pt x="12606" y="19222"/>
                    <a:pt x="12567" y="19178"/>
                  </a:cubicBezTo>
                  <a:cubicBezTo>
                    <a:pt x="12534" y="19141"/>
                    <a:pt x="12473" y="19062"/>
                    <a:pt x="12477" y="19020"/>
                  </a:cubicBezTo>
                  <a:cubicBezTo>
                    <a:pt x="12481" y="18989"/>
                    <a:pt x="12584" y="18938"/>
                    <a:pt x="12573" y="18908"/>
                  </a:cubicBezTo>
                  <a:cubicBezTo>
                    <a:pt x="12565" y="18880"/>
                    <a:pt x="12468" y="18849"/>
                    <a:pt x="12430" y="18832"/>
                  </a:cubicBezTo>
                  <a:cubicBezTo>
                    <a:pt x="12396" y="18817"/>
                    <a:pt x="12330" y="18776"/>
                    <a:pt x="12286" y="18778"/>
                  </a:cubicBezTo>
                  <a:cubicBezTo>
                    <a:pt x="12242" y="18779"/>
                    <a:pt x="12166" y="18819"/>
                    <a:pt x="12149" y="18843"/>
                  </a:cubicBezTo>
                  <a:cubicBezTo>
                    <a:pt x="12132" y="18866"/>
                    <a:pt x="12172" y="18917"/>
                    <a:pt x="12167" y="18942"/>
                  </a:cubicBezTo>
                  <a:cubicBezTo>
                    <a:pt x="12164" y="18957"/>
                    <a:pt x="12154" y="18992"/>
                    <a:pt x="12130" y="19000"/>
                  </a:cubicBezTo>
                  <a:cubicBezTo>
                    <a:pt x="12089" y="19014"/>
                    <a:pt x="11988" y="18978"/>
                    <a:pt x="11941" y="18979"/>
                  </a:cubicBezTo>
                  <a:cubicBezTo>
                    <a:pt x="11909" y="18980"/>
                    <a:pt x="11839" y="18983"/>
                    <a:pt x="11821" y="18996"/>
                  </a:cubicBezTo>
                  <a:cubicBezTo>
                    <a:pt x="11793" y="19018"/>
                    <a:pt x="11846" y="19079"/>
                    <a:pt x="11826" y="19103"/>
                  </a:cubicBezTo>
                  <a:cubicBezTo>
                    <a:pt x="11805" y="19126"/>
                    <a:pt x="11722" y="19166"/>
                    <a:pt x="11678" y="19161"/>
                  </a:cubicBezTo>
                  <a:cubicBezTo>
                    <a:pt x="11623" y="19154"/>
                    <a:pt x="11604" y="19071"/>
                    <a:pt x="11557" y="19055"/>
                  </a:cubicBezTo>
                  <a:cubicBezTo>
                    <a:pt x="11524" y="19043"/>
                    <a:pt x="11435" y="19041"/>
                    <a:pt x="11397" y="19048"/>
                  </a:cubicBezTo>
                  <a:cubicBezTo>
                    <a:pt x="11354" y="19056"/>
                    <a:pt x="11276" y="19090"/>
                    <a:pt x="11258" y="19113"/>
                  </a:cubicBezTo>
                  <a:cubicBezTo>
                    <a:pt x="11246" y="19130"/>
                    <a:pt x="11247" y="19172"/>
                    <a:pt x="11264" y="19188"/>
                  </a:cubicBezTo>
                  <a:cubicBezTo>
                    <a:pt x="11283" y="19205"/>
                    <a:pt x="11357" y="19214"/>
                    <a:pt x="11384" y="19226"/>
                  </a:cubicBezTo>
                  <a:cubicBezTo>
                    <a:pt x="11422" y="19242"/>
                    <a:pt x="11507" y="19275"/>
                    <a:pt x="11521" y="19301"/>
                  </a:cubicBezTo>
                  <a:cubicBezTo>
                    <a:pt x="11538" y="19331"/>
                    <a:pt x="11514" y="19400"/>
                    <a:pt x="11480" y="19425"/>
                  </a:cubicBezTo>
                  <a:cubicBezTo>
                    <a:pt x="11439" y="19455"/>
                    <a:pt x="11299" y="19476"/>
                    <a:pt x="11235" y="19486"/>
                  </a:cubicBezTo>
                  <a:cubicBezTo>
                    <a:pt x="11175" y="19496"/>
                    <a:pt x="11034" y="19481"/>
                    <a:pt x="10991" y="19507"/>
                  </a:cubicBezTo>
                  <a:cubicBezTo>
                    <a:pt x="10939" y="19536"/>
                    <a:pt x="10949" y="19629"/>
                    <a:pt x="10954" y="19671"/>
                  </a:cubicBezTo>
                  <a:cubicBezTo>
                    <a:pt x="10960" y="19719"/>
                    <a:pt x="11007" y="19814"/>
                    <a:pt x="11044" y="19859"/>
                  </a:cubicBezTo>
                  <a:cubicBezTo>
                    <a:pt x="11066" y="19890"/>
                    <a:pt x="11151" y="19940"/>
                    <a:pt x="11170" y="19972"/>
                  </a:cubicBezTo>
                  <a:cubicBezTo>
                    <a:pt x="11190" y="20008"/>
                    <a:pt x="11216" y="20088"/>
                    <a:pt x="11186" y="20123"/>
                  </a:cubicBezTo>
                  <a:cubicBezTo>
                    <a:pt x="11174" y="20138"/>
                    <a:pt x="11119" y="20158"/>
                    <a:pt x="11091" y="20161"/>
                  </a:cubicBezTo>
                  <a:cubicBezTo>
                    <a:pt x="11020" y="20168"/>
                    <a:pt x="10883" y="20121"/>
                    <a:pt x="10809" y="20123"/>
                  </a:cubicBezTo>
                  <a:cubicBezTo>
                    <a:pt x="10772" y="20124"/>
                    <a:pt x="10688" y="20133"/>
                    <a:pt x="10662" y="20150"/>
                  </a:cubicBezTo>
                  <a:cubicBezTo>
                    <a:pt x="10629" y="20171"/>
                    <a:pt x="10622" y="20232"/>
                    <a:pt x="10626" y="20260"/>
                  </a:cubicBezTo>
                  <a:cubicBezTo>
                    <a:pt x="10629" y="20292"/>
                    <a:pt x="10698" y="20350"/>
                    <a:pt x="10697" y="20383"/>
                  </a:cubicBezTo>
                  <a:cubicBezTo>
                    <a:pt x="10695" y="20420"/>
                    <a:pt x="10645" y="20492"/>
                    <a:pt x="10601" y="20520"/>
                  </a:cubicBezTo>
                  <a:cubicBezTo>
                    <a:pt x="10556" y="20548"/>
                    <a:pt x="10428" y="20594"/>
                    <a:pt x="10363" y="20588"/>
                  </a:cubicBezTo>
                  <a:cubicBezTo>
                    <a:pt x="10315" y="20584"/>
                    <a:pt x="10237" y="20537"/>
                    <a:pt x="10224" y="20510"/>
                  </a:cubicBezTo>
                  <a:cubicBezTo>
                    <a:pt x="10212" y="20479"/>
                    <a:pt x="10279" y="20420"/>
                    <a:pt x="10297" y="20390"/>
                  </a:cubicBezTo>
                  <a:cubicBezTo>
                    <a:pt x="10309" y="20368"/>
                    <a:pt x="10353" y="20324"/>
                    <a:pt x="10344" y="20301"/>
                  </a:cubicBezTo>
                  <a:cubicBezTo>
                    <a:pt x="10334" y="20271"/>
                    <a:pt x="10259" y="20216"/>
                    <a:pt x="10207" y="20208"/>
                  </a:cubicBezTo>
                  <a:cubicBezTo>
                    <a:pt x="10153" y="20201"/>
                    <a:pt x="10042" y="20236"/>
                    <a:pt x="9999" y="20256"/>
                  </a:cubicBezTo>
                  <a:cubicBezTo>
                    <a:pt x="9971" y="20269"/>
                    <a:pt x="9946" y="20311"/>
                    <a:pt x="9920" y="20324"/>
                  </a:cubicBezTo>
                  <a:cubicBezTo>
                    <a:pt x="9886" y="20344"/>
                    <a:pt x="9801" y="20382"/>
                    <a:pt x="9753" y="20380"/>
                  </a:cubicBezTo>
                  <a:cubicBezTo>
                    <a:pt x="9683" y="20376"/>
                    <a:pt x="9577" y="20309"/>
                    <a:pt x="9533" y="20277"/>
                  </a:cubicBezTo>
                  <a:cubicBezTo>
                    <a:pt x="9480" y="20240"/>
                    <a:pt x="9418" y="20152"/>
                    <a:pt x="9383" y="20109"/>
                  </a:cubicBezTo>
                  <a:cubicBezTo>
                    <a:pt x="9351" y="20068"/>
                    <a:pt x="9322" y="19971"/>
                    <a:pt x="9264" y="19941"/>
                  </a:cubicBezTo>
                  <a:cubicBezTo>
                    <a:pt x="9225" y="19921"/>
                    <a:pt x="9113" y="19907"/>
                    <a:pt x="9060" y="19907"/>
                  </a:cubicBezTo>
                  <a:cubicBezTo>
                    <a:pt x="9005" y="19908"/>
                    <a:pt x="8897" y="19931"/>
                    <a:pt x="8851" y="19948"/>
                  </a:cubicBezTo>
                  <a:cubicBezTo>
                    <a:pt x="8800" y="19967"/>
                    <a:pt x="8722" y="20024"/>
                    <a:pt x="8684" y="20051"/>
                  </a:cubicBezTo>
                  <a:cubicBezTo>
                    <a:pt x="8632" y="20088"/>
                    <a:pt x="8550" y="20173"/>
                    <a:pt x="8493" y="20208"/>
                  </a:cubicBezTo>
                  <a:cubicBezTo>
                    <a:pt x="8454" y="20233"/>
                    <a:pt x="8366" y="20278"/>
                    <a:pt x="8314" y="20290"/>
                  </a:cubicBezTo>
                  <a:cubicBezTo>
                    <a:pt x="8250" y="20306"/>
                    <a:pt x="8104" y="20299"/>
                    <a:pt x="8039" y="20311"/>
                  </a:cubicBezTo>
                  <a:cubicBezTo>
                    <a:pt x="7998" y="20318"/>
                    <a:pt x="7922" y="20341"/>
                    <a:pt x="7889" y="20356"/>
                  </a:cubicBezTo>
                  <a:cubicBezTo>
                    <a:pt x="7815" y="20389"/>
                    <a:pt x="7672" y="20468"/>
                    <a:pt x="7639" y="20520"/>
                  </a:cubicBezTo>
                  <a:cubicBezTo>
                    <a:pt x="7605" y="20572"/>
                    <a:pt x="7643" y="20687"/>
                    <a:pt x="7644" y="20742"/>
                  </a:cubicBezTo>
                  <a:cubicBezTo>
                    <a:pt x="7645" y="20803"/>
                    <a:pt x="7683" y="20929"/>
                    <a:pt x="7644" y="20986"/>
                  </a:cubicBezTo>
                  <a:cubicBezTo>
                    <a:pt x="7609" y="21038"/>
                    <a:pt x="7474" y="21146"/>
                    <a:pt x="7375" y="21153"/>
                  </a:cubicBezTo>
                  <a:cubicBezTo>
                    <a:pt x="7290" y="21159"/>
                    <a:pt x="7143" y="21082"/>
                    <a:pt x="7089" y="21044"/>
                  </a:cubicBezTo>
                  <a:cubicBezTo>
                    <a:pt x="7043" y="21012"/>
                    <a:pt x="7033" y="20921"/>
                    <a:pt x="6981" y="20893"/>
                  </a:cubicBezTo>
                  <a:cubicBezTo>
                    <a:pt x="6940" y="20871"/>
                    <a:pt x="6822" y="20855"/>
                    <a:pt x="6766" y="20852"/>
                  </a:cubicBezTo>
                  <a:cubicBezTo>
                    <a:pt x="6707" y="20848"/>
                    <a:pt x="6587" y="20868"/>
                    <a:pt x="6527" y="20866"/>
                  </a:cubicBezTo>
                  <a:cubicBezTo>
                    <a:pt x="6463" y="20863"/>
                    <a:pt x="6332" y="20850"/>
                    <a:pt x="6276" y="20831"/>
                  </a:cubicBezTo>
                  <a:cubicBezTo>
                    <a:pt x="6228" y="20815"/>
                    <a:pt x="6169" y="20759"/>
                    <a:pt x="6127" y="20739"/>
                  </a:cubicBezTo>
                  <a:cubicBezTo>
                    <a:pt x="6069" y="20710"/>
                    <a:pt x="5947" y="20656"/>
                    <a:pt x="5877" y="20639"/>
                  </a:cubicBezTo>
                  <a:cubicBezTo>
                    <a:pt x="5825" y="20627"/>
                    <a:pt x="5706" y="20632"/>
                    <a:pt x="5656" y="20619"/>
                  </a:cubicBezTo>
                  <a:cubicBezTo>
                    <a:pt x="5595" y="20604"/>
                    <a:pt x="5511" y="20542"/>
                    <a:pt x="5451" y="20527"/>
                  </a:cubicBezTo>
                  <a:cubicBezTo>
                    <a:pt x="5377" y="20507"/>
                    <a:pt x="5211" y="20489"/>
                    <a:pt x="5130" y="20492"/>
                  </a:cubicBezTo>
                  <a:cubicBezTo>
                    <a:pt x="5028" y="20497"/>
                    <a:pt x="4826" y="20535"/>
                    <a:pt x="4746" y="20572"/>
                  </a:cubicBezTo>
                  <a:cubicBezTo>
                    <a:pt x="4706" y="20589"/>
                    <a:pt x="4665" y="20647"/>
                    <a:pt x="4633" y="20671"/>
                  </a:cubicBezTo>
                  <a:cubicBezTo>
                    <a:pt x="4601" y="20693"/>
                    <a:pt x="4541" y="20753"/>
                    <a:pt x="4490" y="20756"/>
                  </a:cubicBezTo>
                  <a:cubicBezTo>
                    <a:pt x="4432" y="20759"/>
                    <a:pt x="4350" y="20697"/>
                    <a:pt x="4299" y="20681"/>
                  </a:cubicBezTo>
                  <a:cubicBezTo>
                    <a:pt x="4248" y="20665"/>
                    <a:pt x="4126" y="20651"/>
                    <a:pt x="4090" y="20626"/>
                  </a:cubicBezTo>
                  <a:cubicBezTo>
                    <a:pt x="4055" y="20602"/>
                    <a:pt x="4049" y="20535"/>
                    <a:pt x="4030" y="20506"/>
                  </a:cubicBezTo>
                  <a:cubicBezTo>
                    <a:pt x="4016" y="20485"/>
                    <a:pt x="3987" y="20445"/>
                    <a:pt x="3964" y="20428"/>
                  </a:cubicBezTo>
                  <a:cubicBezTo>
                    <a:pt x="3947" y="20415"/>
                    <a:pt x="3909" y="20386"/>
                    <a:pt x="3881" y="20386"/>
                  </a:cubicBezTo>
                  <a:cubicBezTo>
                    <a:pt x="3829" y="20387"/>
                    <a:pt x="3756" y="20444"/>
                    <a:pt x="3737" y="20472"/>
                  </a:cubicBezTo>
                  <a:cubicBezTo>
                    <a:pt x="3714" y="20506"/>
                    <a:pt x="3765" y="20584"/>
                    <a:pt x="3743" y="20619"/>
                  </a:cubicBezTo>
                  <a:cubicBezTo>
                    <a:pt x="3733" y="20639"/>
                    <a:pt x="3650" y="20663"/>
                    <a:pt x="3648" y="20684"/>
                  </a:cubicBezTo>
                  <a:cubicBezTo>
                    <a:pt x="3643" y="20732"/>
                    <a:pt x="3776" y="20807"/>
                    <a:pt x="3833" y="20841"/>
                  </a:cubicBezTo>
                  <a:cubicBezTo>
                    <a:pt x="3864" y="20860"/>
                    <a:pt x="3961" y="20876"/>
                    <a:pt x="3977" y="20900"/>
                  </a:cubicBezTo>
                  <a:cubicBezTo>
                    <a:pt x="4000" y="20934"/>
                    <a:pt x="3937" y="21008"/>
                    <a:pt x="3916" y="21044"/>
                  </a:cubicBezTo>
                  <a:cubicBezTo>
                    <a:pt x="3901" y="21070"/>
                    <a:pt x="3871" y="21125"/>
                    <a:pt x="3838" y="21146"/>
                  </a:cubicBezTo>
                  <a:cubicBezTo>
                    <a:pt x="3802" y="21169"/>
                    <a:pt x="3700" y="21199"/>
                    <a:pt x="3648" y="21208"/>
                  </a:cubicBezTo>
                  <a:cubicBezTo>
                    <a:pt x="3604" y="21214"/>
                    <a:pt x="3505" y="21225"/>
                    <a:pt x="3470" y="21211"/>
                  </a:cubicBezTo>
                  <a:cubicBezTo>
                    <a:pt x="3408" y="21188"/>
                    <a:pt x="3361" y="21098"/>
                    <a:pt x="3361" y="21057"/>
                  </a:cubicBezTo>
                  <a:cubicBezTo>
                    <a:pt x="3361" y="21027"/>
                    <a:pt x="3425" y="20974"/>
                    <a:pt x="3438" y="20944"/>
                  </a:cubicBezTo>
                  <a:cubicBezTo>
                    <a:pt x="3448" y="20924"/>
                    <a:pt x="3482" y="20880"/>
                    <a:pt x="3462" y="20862"/>
                  </a:cubicBezTo>
                  <a:cubicBezTo>
                    <a:pt x="3429" y="20832"/>
                    <a:pt x="3285" y="20821"/>
                    <a:pt x="3224" y="20824"/>
                  </a:cubicBezTo>
                  <a:cubicBezTo>
                    <a:pt x="3179" y="20827"/>
                    <a:pt x="3105" y="20862"/>
                    <a:pt x="3062" y="20869"/>
                  </a:cubicBezTo>
                  <a:cubicBezTo>
                    <a:pt x="3006" y="20878"/>
                    <a:pt x="2879" y="20870"/>
                    <a:pt x="2824" y="20882"/>
                  </a:cubicBezTo>
                  <a:cubicBezTo>
                    <a:pt x="2740" y="20902"/>
                    <a:pt x="2628" y="20996"/>
                    <a:pt x="2542" y="21013"/>
                  </a:cubicBezTo>
                  <a:cubicBezTo>
                    <a:pt x="2477" y="21026"/>
                    <a:pt x="2329" y="21030"/>
                    <a:pt x="2267" y="21013"/>
                  </a:cubicBezTo>
                  <a:cubicBezTo>
                    <a:pt x="2221" y="21000"/>
                    <a:pt x="2172" y="20944"/>
                    <a:pt x="2143" y="20920"/>
                  </a:cubicBezTo>
                  <a:cubicBezTo>
                    <a:pt x="2110" y="20894"/>
                    <a:pt x="2070" y="20831"/>
                    <a:pt x="2023" y="20814"/>
                  </a:cubicBezTo>
                  <a:cubicBezTo>
                    <a:pt x="1988" y="20802"/>
                    <a:pt x="1899" y="20795"/>
                    <a:pt x="1862" y="20804"/>
                  </a:cubicBezTo>
                  <a:cubicBezTo>
                    <a:pt x="1771" y="20824"/>
                    <a:pt x="1648" y="20921"/>
                    <a:pt x="1611" y="20972"/>
                  </a:cubicBezTo>
                  <a:cubicBezTo>
                    <a:pt x="1588" y="21002"/>
                    <a:pt x="1568" y="21073"/>
                    <a:pt x="1587" y="21105"/>
                  </a:cubicBezTo>
                  <a:cubicBezTo>
                    <a:pt x="1600" y="21129"/>
                    <a:pt x="1670" y="21165"/>
                    <a:pt x="1706" y="21181"/>
                  </a:cubicBezTo>
                  <a:cubicBezTo>
                    <a:pt x="1740" y="21195"/>
                    <a:pt x="1828" y="21206"/>
                    <a:pt x="1856" y="21225"/>
                  </a:cubicBezTo>
                  <a:cubicBezTo>
                    <a:pt x="1886" y="21245"/>
                    <a:pt x="1916" y="21298"/>
                    <a:pt x="1915" y="21324"/>
                  </a:cubicBezTo>
                  <a:cubicBezTo>
                    <a:pt x="1915" y="21359"/>
                    <a:pt x="1873" y="21429"/>
                    <a:pt x="1833" y="21454"/>
                  </a:cubicBezTo>
                  <a:cubicBezTo>
                    <a:pt x="1806" y="21470"/>
                    <a:pt x="1721" y="21473"/>
                    <a:pt x="1694" y="21488"/>
                  </a:cubicBezTo>
                  <a:cubicBezTo>
                    <a:pt x="1662" y="21506"/>
                    <a:pt x="1654" y="21567"/>
                    <a:pt x="1617" y="21580"/>
                  </a:cubicBezTo>
                  <a:cubicBezTo>
                    <a:pt x="1576" y="21596"/>
                    <a:pt x="1464" y="21600"/>
                    <a:pt x="1425" y="21584"/>
                  </a:cubicBezTo>
                  <a:cubicBezTo>
                    <a:pt x="1388" y="21569"/>
                    <a:pt x="1408" y="21500"/>
                    <a:pt x="1372" y="21485"/>
                  </a:cubicBezTo>
                  <a:cubicBezTo>
                    <a:pt x="1323" y="21464"/>
                    <a:pt x="1188" y="21483"/>
                    <a:pt x="1126" y="21485"/>
                  </a:cubicBezTo>
                  <a:cubicBezTo>
                    <a:pt x="1094" y="21486"/>
                    <a:pt x="1033" y="21490"/>
                    <a:pt x="976" y="21494"/>
                  </a:cubicBezTo>
                  <a:cubicBezTo>
                    <a:pt x="956" y="21483"/>
                    <a:pt x="939" y="21473"/>
                    <a:pt x="933" y="21463"/>
                  </a:cubicBezTo>
                  <a:cubicBezTo>
                    <a:pt x="916" y="21438"/>
                    <a:pt x="951" y="21380"/>
                    <a:pt x="937" y="21354"/>
                  </a:cubicBezTo>
                  <a:cubicBezTo>
                    <a:pt x="924" y="21329"/>
                    <a:pt x="846" y="21294"/>
                    <a:pt x="834" y="21269"/>
                  </a:cubicBezTo>
                  <a:cubicBezTo>
                    <a:pt x="817" y="21233"/>
                    <a:pt x="843" y="21157"/>
                    <a:pt x="858" y="21121"/>
                  </a:cubicBezTo>
                  <a:cubicBezTo>
                    <a:pt x="868" y="21095"/>
                    <a:pt x="924" y="21049"/>
                    <a:pt x="926" y="21023"/>
                  </a:cubicBezTo>
                  <a:cubicBezTo>
                    <a:pt x="928" y="20980"/>
                    <a:pt x="825" y="20902"/>
                    <a:pt x="834" y="20858"/>
                  </a:cubicBezTo>
                  <a:cubicBezTo>
                    <a:pt x="840" y="20834"/>
                    <a:pt x="912" y="20799"/>
                    <a:pt x="929" y="20777"/>
                  </a:cubicBezTo>
                  <a:cubicBezTo>
                    <a:pt x="971" y="20720"/>
                    <a:pt x="1053" y="20594"/>
                    <a:pt x="1017" y="20537"/>
                  </a:cubicBezTo>
                  <a:cubicBezTo>
                    <a:pt x="994" y="20500"/>
                    <a:pt x="825" y="20476"/>
                    <a:pt x="802" y="20439"/>
                  </a:cubicBezTo>
                  <a:cubicBezTo>
                    <a:pt x="781" y="20402"/>
                    <a:pt x="831" y="20322"/>
                    <a:pt x="865" y="20288"/>
                  </a:cubicBezTo>
                  <a:cubicBezTo>
                    <a:pt x="887" y="20267"/>
                    <a:pt x="973" y="20246"/>
                    <a:pt x="993" y="20224"/>
                  </a:cubicBezTo>
                  <a:cubicBezTo>
                    <a:pt x="1014" y="20204"/>
                    <a:pt x="1024" y="20155"/>
                    <a:pt x="1017" y="20131"/>
                  </a:cubicBezTo>
                  <a:cubicBezTo>
                    <a:pt x="1010" y="20105"/>
                    <a:pt x="934" y="20065"/>
                    <a:pt x="933" y="20040"/>
                  </a:cubicBezTo>
                  <a:cubicBezTo>
                    <a:pt x="932" y="20004"/>
                    <a:pt x="993" y="19934"/>
                    <a:pt x="1041" y="19911"/>
                  </a:cubicBezTo>
                  <a:cubicBezTo>
                    <a:pt x="1094" y="19887"/>
                    <a:pt x="1248" y="19897"/>
                    <a:pt x="1301" y="19873"/>
                  </a:cubicBezTo>
                  <a:cubicBezTo>
                    <a:pt x="1346" y="19851"/>
                    <a:pt x="1399" y="19784"/>
                    <a:pt x="1399" y="19749"/>
                  </a:cubicBezTo>
                  <a:cubicBezTo>
                    <a:pt x="1400" y="19723"/>
                    <a:pt x="1351" y="19673"/>
                    <a:pt x="1324" y="19652"/>
                  </a:cubicBezTo>
                  <a:cubicBezTo>
                    <a:pt x="1289" y="19623"/>
                    <a:pt x="1196" y="19577"/>
                    <a:pt x="1145" y="19558"/>
                  </a:cubicBezTo>
                  <a:cubicBezTo>
                    <a:pt x="1103" y="19543"/>
                    <a:pt x="995" y="19536"/>
                    <a:pt x="958" y="19517"/>
                  </a:cubicBezTo>
                  <a:cubicBezTo>
                    <a:pt x="914" y="19495"/>
                    <a:pt x="837" y="19433"/>
                    <a:pt x="849" y="19401"/>
                  </a:cubicBezTo>
                  <a:cubicBezTo>
                    <a:pt x="862" y="19371"/>
                    <a:pt x="982" y="19354"/>
                    <a:pt x="1017" y="19332"/>
                  </a:cubicBezTo>
                  <a:cubicBezTo>
                    <a:pt x="1056" y="19308"/>
                    <a:pt x="1129" y="19251"/>
                    <a:pt x="1132" y="19218"/>
                  </a:cubicBezTo>
                  <a:cubicBezTo>
                    <a:pt x="1135" y="19196"/>
                    <a:pt x="1072" y="19160"/>
                    <a:pt x="1072" y="19138"/>
                  </a:cubicBezTo>
                  <a:cubicBezTo>
                    <a:pt x="1074" y="19103"/>
                    <a:pt x="1116" y="19018"/>
                    <a:pt x="1177" y="19010"/>
                  </a:cubicBezTo>
                  <a:cubicBezTo>
                    <a:pt x="1236" y="19002"/>
                    <a:pt x="1304" y="19097"/>
                    <a:pt x="1364" y="19097"/>
                  </a:cubicBezTo>
                  <a:cubicBezTo>
                    <a:pt x="1394" y="19097"/>
                    <a:pt x="1440" y="19067"/>
                    <a:pt x="1459" y="19053"/>
                  </a:cubicBezTo>
                  <a:cubicBezTo>
                    <a:pt x="1493" y="19031"/>
                    <a:pt x="1511" y="18955"/>
                    <a:pt x="1564" y="18949"/>
                  </a:cubicBezTo>
                  <a:cubicBezTo>
                    <a:pt x="1602" y="18944"/>
                    <a:pt x="1654" y="19004"/>
                    <a:pt x="1694" y="19003"/>
                  </a:cubicBezTo>
                  <a:cubicBezTo>
                    <a:pt x="1735" y="19003"/>
                    <a:pt x="1799" y="18964"/>
                    <a:pt x="1821" y="18944"/>
                  </a:cubicBezTo>
                  <a:cubicBezTo>
                    <a:pt x="1855" y="18914"/>
                    <a:pt x="1877" y="18840"/>
                    <a:pt x="1877" y="18805"/>
                  </a:cubicBezTo>
                  <a:cubicBezTo>
                    <a:pt x="1878" y="18770"/>
                    <a:pt x="1809" y="18700"/>
                    <a:pt x="1834" y="18668"/>
                  </a:cubicBezTo>
                  <a:cubicBezTo>
                    <a:pt x="1863" y="18631"/>
                    <a:pt x="2028" y="18615"/>
                    <a:pt x="2078" y="18586"/>
                  </a:cubicBezTo>
                  <a:cubicBezTo>
                    <a:pt x="2126" y="18557"/>
                    <a:pt x="2184" y="18480"/>
                    <a:pt x="2217" y="18445"/>
                  </a:cubicBezTo>
                  <a:cubicBezTo>
                    <a:pt x="2248" y="18409"/>
                    <a:pt x="2318" y="18338"/>
                    <a:pt x="2335" y="18299"/>
                  </a:cubicBezTo>
                  <a:cubicBezTo>
                    <a:pt x="2350" y="18266"/>
                    <a:pt x="2358" y="18197"/>
                    <a:pt x="2347" y="18164"/>
                  </a:cubicBezTo>
                  <a:cubicBezTo>
                    <a:pt x="2336" y="18129"/>
                    <a:pt x="2234" y="18070"/>
                    <a:pt x="2248" y="18036"/>
                  </a:cubicBezTo>
                  <a:cubicBezTo>
                    <a:pt x="2259" y="18007"/>
                    <a:pt x="2359" y="17970"/>
                    <a:pt x="2407" y="17958"/>
                  </a:cubicBezTo>
                  <a:cubicBezTo>
                    <a:pt x="2446" y="17949"/>
                    <a:pt x="2536" y="17962"/>
                    <a:pt x="2570" y="17949"/>
                  </a:cubicBezTo>
                  <a:cubicBezTo>
                    <a:pt x="2610" y="17935"/>
                    <a:pt x="2627" y="17875"/>
                    <a:pt x="2662" y="17858"/>
                  </a:cubicBezTo>
                  <a:cubicBezTo>
                    <a:pt x="2687" y="17846"/>
                    <a:pt x="2769" y="17847"/>
                    <a:pt x="2789" y="17831"/>
                  </a:cubicBezTo>
                  <a:cubicBezTo>
                    <a:pt x="2811" y="17814"/>
                    <a:pt x="2802" y="17768"/>
                    <a:pt x="2793" y="17748"/>
                  </a:cubicBezTo>
                  <a:cubicBezTo>
                    <a:pt x="2783" y="17724"/>
                    <a:pt x="2705" y="17685"/>
                    <a:pt x="2706" y="17660"/>
                  </a:cubicBezTo>
                  <a:cubicBezTo>
                    <a:pt x="2706" y="17631"/>
                    <a:pt x="2802" y="17590"/>
                    <a:pt x="2806" y="17561"/>
                  </a:cubicBezTo>
                  <a:cubicBezTo>
                    <a:pt x="2808" y="17543"/>
                    <a:pt x="2756" y="17511"/>
                    <a:pt x="2758" y="17493"/>
                  </a:cubicBezTo>
                  <a:cubicBezTo>
                    <a:pt x="2760" y="17471"/>
                    <a:pt x="2820" y="17435"/>
                    <a:pt x="2833" y="17413"/>
                  </a:cubicBezTo>
                  <a:cubicBezTo>
                    <a:pt x="2853" y="17379"/>
                    <a:pt x="2864" y="17306"/>
                    <a:pt x="2870" y="17269"/>
                  </a:cubicBezTo>
                  <a:cubicBezTo>
                    <a:pt x="2876" y="17223"/>
                    <a:pt x="2848" y="17127"/>
                    <a:pt x="2877" y="17084"/>
                  </a:cubicBezTo>
                  <a:cubicBezTo>
                    <a:pt x="2897" y="17055"/>
                    <a:pt x="2980" y="17008"/>
                    <a:pt x="3025" y="16989"/>
                  </a:cubicBezTo>
                  <a:cubicBezTo>
                    <a:pt x="3054" y="16976"/>
                    <a:pt x="3127" y="16964"/>
                    <a:pt x="3160" y="16954"/>
                  </a:cubicBezTo>
                  <a:cubicBezTo>
                    <a:pt x="3207" y="16941"/>
                    <a:pt x="3302" y="16914"/>
                    <a:pt x="3343" y="16895"/>
                  </a:cubicBezTo>
                  <a:cubicBezTo>
                    <a:pt x="3390" y="16874"/>
                    <a:pt x="3468" y="16822"/>
                    <a:pt x="3494" y="16792"/>
                  </a:cubicBezTo>
                  <a:cubicBezTo>
                    <a:pt x="3544" y="16737"/>
                    <a:pt x="3603" y="16613"/>
                    <a:pt x="3603" y="16550"/>
                  </a:cubicBezTo>
                  <a:cubicBezTo>
                    <a:pt x="3603" y="16492"/>
                    <a:pt x="3543" y="16380"/>
                    <a:pt x="3502" y="16327"/>
                  </a:cubicBezTo>
                  <a:cubicBezTo>
                    <a:pt x="3479" y="16298"/>
                    <a:pt x="3405" y="16250"/>
                    <a:pt x="3379" y="16222"/>
                  </a:cubicBezTo>
                  <a:cubicBezTo>
                    <a:pt x="3355" y="16195"/>
                    <a:pt x="3335" y="16132"/>
                    <a:pt x="3303" y="16107"/>
                  </a:cubicBezTo>
                  <a:cubicBezTo>
                    <a:pt x="3266" y="16078"/>
                    <a:pt x="3139" y="16046"/>
                    <a:pt x="3104" y="16014"/>
                  </a:cubicBezTo>
                  <a:cubicBezTo>
                    <a:pt x="3079" y="15991"/>
                    <a:pt x="3054" y="15936"/>
                    <a:pt x="3060" y="15909"/>
                  </a:cubicBezTo>
                  <a:cubicBezTo>
                    <a:pt x="3071" y="15869"/>
                    <a:pt x="3168" y="15804"/>
                    <a:pt x="3192" y="15766"/>
                  </a:cubicBezTo>
                  <a:cubicBezTo>
                    <a:pt x="3210" y="15735"/>
                    <a:pt x="3235" y="15672"/>
                    <a:pt x="3235" y="15640"/>
                  </a:cubicBezTo>
                  <a:cubicBezTo>
                    <a:pt x="3236" y="15586"/>
                    <a:pt x="3223" y="15470"/>
                    <a:pt x="3168" y="15425"/>
                  </a:cubicBezTo>
                  <a:cubicBezTo>
                    <a:pt x="3139" y="15401"/>
                    <a:pt x="3035" y="15375"/>
                    <a:pt x="2985" y="15366"/>
                  </a:cubicBezTo>
                  <a:cubicBezTo>
                    <a:pt x="2938" y="15358"/>
                    <a:pt x="2832" y="15373"/>
                    <a:pt x="2789" y="15360"/>
                  </a:cubicBezTo>
                  <a:cubicBezTo>
                    <a:pt x="2759" y="15349"/>
                    <a:pt x="2719" y="15311"/>
                    <a:pt x="2709" y="15291"/>
                  </a:cubicBezTo>
                  <a:cubicBezTo>
                    <a:pt x="2693" y="15249"/>
                    <a:pt x="2751" y="15163"/>
                    <a:pt x="2746" y="15120"/>
                  </a:cubicBezTo>
                  <a:cubicBezTo>
                    <a:pt x="2743" y="15083"/>
                    <a:pt x="2716" y="15009"/>
                    <a:pt x="2682" y="14978"/>
                  </a:cubicBezTo>
                  <a:cubicBezTo>
                    <a:pt x="2648" y="14947"/>
                    <a:pt x="2533" y="14906"/>
                    <a:pt x="2483" y="14883"/>
                  </a:cubicBezTo>
                  <a:cubicBezTo>
                    <a:pt x="2415" y="14850"/>
                    <a:pt x="2256" y="14797"/>
                    <a:pt x="2208" y="14754"/>
                  </a:cubicBezTo>
                  <a:cubicBezTo>
                    <a:pt x="2163" y="14714"/>
                    <a:pt x="2105" y="14615"/>
                    <a:pt x="2120" y="14568"/>
                  </a:cubicBezTo>
                  <a:cubicBezTo>
                    <a:pt x="2133" y="14525"/>
                    <a:pt x="2253" y="14463"/>
                    <a:pt x="2300" y="14428"/>
                  </a:cubicBezTo>
                  <a:cubicBezTo>
                    <a:pt x="2348" y="14393"/>
                    <a:pt x="2474" y="14331"/>
                    <a:pt x="2503" y="14289"/>
                  </a:cubicBezTo>
                  <a:cubicBezTo>
                    <a:pt x="2522" y="14261"/>
                    <a:pt x="2528" y="14198"/>
                    <a:pt x="2510" y="14170"/>
                  </a:cubicBezTo>
                  <a:cubicBezTo>
                    <a:pt x="2489" y="14137"/>
                    <a:pt x="2374" y="14095"/>
                    <a:pt x="2341" y="14065"/>
                  </a:cubicBezTo>
                  <a:cubicBezTo>
                    <a:pt x="2299" y="14030"/>
                    <a:pt x="2229" y="13952"/>
                    <a:pt x="2220" y="13910"/>
                  </a:cubicBezTo>
                  <a:cubicBezTo>
                    <a:pt x="2211" y="13860"/>
                    <a:pt x="2248" y="13758"/>
                    <a:pt x="2283" y="13712"/>
                  </a:cubicBezTo>
                  <a:cubicBezTo>
                    <a:pt x="2310" y="13677"/>
                    <a:pt x="2397" y="13617"/>
                    <a:pt x="2447" y="13591"/>
                  </a:cubicBezTo>
                  <a:cubicBezTo>
                    <a:pt x="2483" y="13571"/>
                    <a:pt x="2585" y="13553"/>
                    <a:pt x="2610" y="13529"/>
                  </a:cubicBezTo>
                  <a:cubicBezTo>
                    <a:pt x="2641" y="13500"/>
                    <a:pt x="2636" y="13392"/>
                    <a:pt x="2636" y="13392"/>
                  </a:cubicBezTo>
                  <a:lnTo>
                    <a:pt x="0" y="1645"/>
                  </a:lnTo>
                  <a:cubicBezTo>
                    <a:pt x="19" y="1670"/>
                    <a:pt x="40" y="1692"/>
                    <a:pt x="61" y="1707"/>
                  </a:cubicBezTo>
                  <a:cubicBezTo>
                    <a:pt x="108" y="1739"/>
                    <a:pt x="241" y="1775"/>
                    <a:pt x="300" y="1798"/>
                  </a:cubicBezTo>
                  <a:cubicBezTo>
                    <a:pt x="399" y="1837"/>
                    <a:pt x="583" y="1928"/>
                    <a:pt x="690" y="1958"/>
                  </a:cubicBezTo>
                  <a:cubicBezTo>
                    <a:pt x="787" y="1985"/>
                    <a:pt x="997" y="2018"/>
                    <a:pt x="1106" y="2026"/>
                  </a:cubicBezTo>
                  <a:cubicBezTo>
                    <a:pt x="1337" y="2043"/>
                    <a:pt x="1819" y="2050"/>
                    <a:pt x="2044" y="2013"/>
                  </a:cubicBezTo>
                  <a:cubicBezTo>
                    <a:pt x="2248" y="1979"/>
                    <a:pt x="2584" y="1820"/>
                    <a:pt x="2769" y="1761"/>
                  </a:cubicBezTo>
                  <a:cubicBezTo>
                    <a:pt x="2929" y="1712"/>
                    <a:pt x="3266" y="1631"/>
                    <a:pt x="3423" y="1579"/>
                  </a:cubicBezTo>
                  <a:cubicBezTo>
                    <a:pt x="3603" y="1520"/>
                    <a:pt x="3955" y="1393"/>
                    <a:pt x="4117" y="1319"/>
                  </a:cubicBezTo>
                  <a:cubicBezTo>
                    <a:pt x="4206" y="1277"/>
                    <a:pt x="4334" y="1207"/>
                    <a:pt x="4457" y="1137"/>
                  </a:cubicBezTo>
                  <a:cubicBezTo>
                    <a:pt x="4909" y="1107"/>
                    <a:pt x="5975" y="1037"/>
                    <a:pt x="6390" y="1007"/>
                  </a:cubicBezTo>
                  <a:cubicBezTo>
                    <a:pt x="7138" y="951"/>
                    <a:pt x="8621" y="823"/>
                    <a:pt x="9364" y="753"/>
                  </a:cubicBezTo>
                  <a:cubicBezTo>
                    <a:pt x="11360" y="565"/>
                    <a:pt x="17347" y="0"/>
                    <a:pt x="17347" y="0"/>
                  </a:cubicBezTo>
                  <a:cubicBezTo>
                    <a:pt x="17347" y="0"/>
                    <a:pt x="17446" y="370"/>
                    <a:pt x="17446" y="370"/>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68" name="Shape 4750"/>
            <p:cNvSpPr/>
            <p:nvPr/>
          </p:nvSpPr>
          <p:spPr>
            <a:xfrm>
              <a:off x="6420274" y="2048044"/>
              <a:ext cx="835243" cy="1461601"/>
            </a:xfrm>
            <a:custGeom>
              <a:avLst/>
              <a:gdLst/>
              <a:ahLst/>
              <a:cxnLst>
                <a:cxn ang="0">
                  <a:pos x="wd2" y="hd2"/>
                </a:cxn>
                <a:cxn ang="5400000">
                  <a:pos x="wd2" y="hd2"/>
                </a:cxn>
                <a:cxn ang="10800000">
                  <a:pos x="wd2" y="hd2"/>
                </a:cxn>
                <a:cxn ang="16200000">
                  <a:pos x="wd2" y="hd2"/>
                </a:cxn>
              </a:cxnLst>
              <a:rect l="0" t="0" r="r" b="b"/>
              <a:pathLst>
                <a:path w="21589" h="21596" extrusionOk="0">
                  <a:moveTo>
                    <a:pt x="295" y="9268"/>
                  </a:moveTo>
                  <a:cubicBezTo>
                    <a:pt x="303" y="9261"/>
                    <a:pt x="312" y="9255"/>
                    <a:pt x="319" y="9250"/>
                  </a:cubicBezTo>
                  <a:cubicBezTo>
                    <a:pt x="352" y="9229"/>
                    <a:pt x="441" y="9203"/>
                    <a:pt x="477" y="9184"/>
                  </a:cubicBezTo>
                  <a:cubicBezTo>
                    <a:pt x="510" y="9168"/>
                    <a:pt x="583" y="9137"/>
                    <a:pt x="594" y="9114"/>
                  </a:cubicBezTo>
                  <a:cubicBezTo>
                    <a:pt x="610" y="9082"/>
                    <a:pt x="544" y="9017"/>
                    <a:pt x="545" y="8984"/>
                  </a:cubicBezTo>
                  <a:cubicBezTo>
                    <a:pt x="548" y="8947"/>
                    <a:pt x="618" y="8878"/>
                    <a:pt x="619" y="8841"/>
                  </a:cubicBezTo>
                  <a:cubicBezTo>
                    <a:pt x="620" y="8798"/>
                    <a:pt x="595" y="8706"/>
                    <a:pt x="545" y="8673"/>
                  </a:cubicBezTo>
                  <a:cubicBezTo>
                    <a:pt x="507" y="8648"/>
                    <a:pt x="364" y="8651"/>
                    <a:pt x="331" y="8624"/>
                  </a:cubicBezTo>
                  <a:cubicBezTo>
                    <a:pt x="304" y="8601"/>
                    <a:pt x="318" y="8539"/>
                    <a:pt x="331" y="8512"/>
                  </a:cubicBezTo>
                  <a:cubicBezTo>
                    <a:pt x="354" y="8466"/>
                    <a:pt x="448" y="8386"/>
                    <a:pt x="503" y="8351"/>
                  </a:cubicBezTo>
                  <a:cubicBezTo>
                    <a:pt x="554" y="8318"/>
                    <a:pt x="679" y="8263"/>
                    <a:pt x="747" y="8243"/>
                  </a:cubicBezTo>
                  <a:cubicBezTo>
                    <a:pt x="823" y="8220"/>
                    <a:pt x="988" y="8193"/>
                    <a:pt x="1072" y="8183"/>
                  </a:cubicBezTo>
                  <a:cubicBezTo>
                    <a:pt x="1143" y="8175"/>
                    <a:pt x="1293" y="8185"/>
                    <a:pt x="1360" y="8169"/>
                  </a:cubicBezTo>
                  <a:cubicBezTo>
                    <a:pt x="1421" y="8154"/>
                    <a:pt x="1505" y="8089"/>
                    <a:pt x="1562" y="8067"/>
                  </a:cubicBezTo>
                  <a:cubicBezTo>
                    <a:pt x="1597" y="8054"/>
                    <a:pt x="1689" y="8045"/>
                    <a:pt x="1715" y="8025"/>
                  </a:cubicBezTo>
                  <a:cubicBezTo>
                    <a:pt x="1749" y="7999"/>
                    <a:pt x="1764" y="7929"/>
                    <a:pt x="1757" y="7896"/>
                  </a:cubicBezTo>
                  <a:cubicBezTo>
                    <a:pt x="1752" y="7866"/>
                    <a:pt x="1683" y="7817"/>
                    <a:pt x="1678" y="7787"/>
                  </a:cubicBezTo>
                  <a:cubicBezTo>
                    <a:pt x="1674" y="7764"/>
                    <a:pt x="1699" y="7719"/>
                    <a:pt x="1709" y="7697"/>
                  </a:cubicBezTo>
                  <a:cubicBezTo>
                    <a:pt x="1721" y="7671"/>
                    <a:pt x="1765" y="7622"/>
                    <a:pt x="1769" y="7595"/>
                  </a:cubicBezTo>
                  <a:cubicBezTo>
                    <a:pt x="1779" y="7548"/>
                    <a:pt x="1712" y="7452"/>
                    <a:pt x="1733" y="7406"/>
                  </a:cubicBezTo>
                  <a:cubicBezTo>
                    <a:pt x="1760" y="7348"/>
                    <a:pt x="1911" y="7257"/>
                    <a:pt x="1978" y="7210"/>
                  </a:cubicBezTo>
                  <a:cubicBezTo>
                    <a:pt x="2029" y="7175"/>
                    <a:pt x="2149" y="7113"/>
                    <a:pt x="2198" y="7077"/>
                  </a:cubicBezTo>
                  <a:cubicBezTo>
                    <a:pt x="2235" y="7051"/>
                    <a:pt x="2309" y="6997"/>
                    <a:pt x="2327" y="6965"/>
                  </a:cubicBezTo>
                  <a:cubicBezTo>
                    <a:pt x="2344" y="6935"/>
                    <a:pt x="2341" y="6871"/>
                    <a:pt x="2338" y="6839"/>
                  </a:cubicBezTo>
                  <a:cubicBezTo>
                    <a:pt x="2337" y="6789"/>
                    <a:pt x="2310" y="6689"/>
                    <a:pt x="2302" y="6640"/>
                  </a:cubicBezTo>
                  <a:cubicBezTo>
                    <a:pt x="2294" y="6591"/>
                    <a:pt x="2283" y="6492"/>
                    <a:pt x="2272" y="6444"/>
                  </a:cubicBezTo>
                  <a:cubicBezTo>
                    <a:pt x="2262" y="6404"/>
                    <a:pt x="2252" y="6322"/>
                    <a:pt x="2223" y="6286"/>
                  </a:cubicBezTo>
                  <a:cubicBezTo>
                    <a:pt x="2202" y="6261"/>
                    <a:pt x="2124" y="6224"/>
                    <a:pt x="2095" y="6202"/>
                  </a:cubicBezTo>
                  <a:cubicBezTo>
                    <a:pt x="2069" y="6184"/>
                    <a:pt x="2035" y="6134"/>
                    <a:pt x="1996" y="6125"/>
                  </a:cubicBezTo>
                  <a:cubicBezTo>
                    <a:pt x="1951" y="6116"/>
                    <a:pt x="1852" y="6159"/>
                    <a:pt x="1806" y="6150"/>
                  </a:cubicBezTo>
                  <a:cubicBezTo>
                    <a:pt x="1763" y="6141"/>
                    <a:pt x="1720" y="6089"/>
                    <a:pt x="1696" y="6066"/>
                  </a:cubicBezTo>
                  <a:cubicBezTo>
                    <a:pt x="1668" y="6038"/>
                    <a:pt x="1641" y="5974"/>
                    <a:pt x="1604" y="5950"/>
                  </a:cubicBezTo>
                  <a:cubicBezTo>
                    <a:pt x="1571" y="5928"/>
                    <a:pt x="1471" y="5907"/>
                    <a:pt x="1434" y="5887"/>
                  </a:cubicBezTo>
                  <a:cubicBezTo>
                    <a:pt x="1401" y="5870"/>
                    <a:pt x="1334" y="5832"/>
                    <a:pt x="1329" y="5807"/>
                  </a:cubicBezTo>
                  <a:cubicBezTo>
                    <a:pt x="1320" y="5767"/>
                    <a:pt x="1401" y="5695"/>
                    <a:pt x="1434" y="5660"/>
                  </a:cubicBezTo>
                  <a:cubicBezTo>
                    <a:pt x="1452" y="5639"/>
                    <a:pt x="1509" y="5601"/>
                    <a:pt x="1525" y="5579"/>
                  </a:cubicBezTo>
                  <a:cubicBezTo>
                    <a:pt x="1546" y="5550"/>
                    <a:pt x="1567" y="5486"/>
                    <a:pt x="1574" y="5453"/>
                  </a:cubicBezTo>
                  <a:cubicBezTo>
                    <a:pt x="1583" y="5412"/>
                    <a:pt x="1577" y="5327"/>
                    <a:pt x="1580" y="5285"/>
                  </a:cubicBezTo>
                  <a:cubicBezTo>
                    <a:pt x="1582" y="5252"/>
                    <a:pt x="1555" y="5176"/>
                    <a:pt x="1592" y="5149"/>
                  </a:cubicBezTo>
                  <a:cubicBezTo>
                    <a:pt x="1623" y="5126"/>
                    <a:pt x="1741" y="5131"/>
                    <a:pt x="1782" y="5114"/>
                  </a:cubicBezTo>
                  <a:cubicBezTo>
                    <a:pt x="1810" y="5102"/>
                    <a:pt x="1834" y="5055"/>
                    <a:pt x="1868" y="5047"/>
                  </a:cubicBezTo>
                  <a:cubicBezTo>
                    <a:pt x="1901" y="5040"/>
                    <a:pt x="1972" y="5062"/>
                    <a:pt x="2008" y="5065"/>
                  </a:cubicBezTo>
                  <a:cubicBezTo>
                    <a:pt x="2066" y="5069"/>
                    <a:pt x="2186" y="5080"/>
                    <a:pt x="2241" y="5068"/>
                  </a:cubicBezTo>
                  <a:cubicBezTo>
                    <a:pt x="2304" y="5056"/>
                    <a:pt x="2385" y="4987"/>
                    <a:pt x="2443" y="4967"/>
                  </a:cubicBezTo>
                  <a:cubicBezTo>
                    <a:pt x="2497" y="4948"/>
                    <a:pt x="2619" y="4922"/>
                    <a:pt x="2682" y="4918"/>
                  </a:cubicBezTo>
                  <a:cubicBezTo>
                    <a:pt x="2755" y="4912"/>
                    <a:pt x="2902" y="4936"/>
                    <a:pt x="2976" y="4935"/>
                  </a:cubicBezTo>
                  <a:cubicBezTo>
                    <a:pt x="3042" y="4935"/>
                    <a:pt x="3176" y="4925"/>
                    <a:pt x="3238" y="4915"/>
                  </a:cubicBezTo>
                  <a:cubicBezTo>
                    <a:pt x="3337" y="4899"/>
                    <a:pt x="3541" y="4865"/>
                    <a:pt x="3612" y="4824"/>
                  </a:cubicBezTo>
                  <a:cubicBezTo>
                    <a:pt x="3669" y="4791"/>
                    <a:pt x="3689" y="4693"/>
                    <a:pt x="3735" y="4655"/>
                  </a:cubicBezTo>
                  <a:cubicBezTo>
                    <a:pt x="3762" y="4633"/>
                    <a:pt x="3832" y="4592"/>
                    <a:pt x="3876" y="4582"/>
                  </a:cubicBezTo>
                  <a:cubicBezTo>
                    <a:pt x="3917" y="4573"/>
                    <a:pt x="4009" y="4581"/>
                    <a:pt x="4053" y="4582"/>
                  </a:cubicBezTo>
                  <a:cubicBezTo>
                    <a:pt x="4107" y="4583"/>
                    <a:pt x="4214" y="4592"/>
                    <a:pt x="4268" y="4589"/>
                  </a:cubicBezTo>
                  <a:cubicBezTo>
                    <a:pt x="4324" y="4586"/>
                    <a:pt x="4448" y="4580"/>
                    <a:pt x="4488" y="4558"/>
                  </a:cubicBezTo>
                  <a:cubicBezTo>
                    <a:pt x="4520" y="4539"/>
                    <a:pt x="4509" y="4479"/>
                    <a:pt x="4531" y="4456"/>
                  </a:cubicBezTo>
                  <a:cubicBezTo>
                    <a:pt x="4557" y="4428"/>
                    <a:pt x="4631" y="4380"/>
                    <a:pt x="4677" y="4365"/>
                  </a:cubicBezTo>
                  <a:cubicBezTo>
                    <a:pt x="4719" y="4352"/>
                    <a:pt x="4822" y="4356"/>
                    <a:pt x="4861" y="4341"/>
                  </a:cubicBezTo>
                  <a:cubicBezTo>
                    <a:pt x="4900" y="4325"/>
                    <a:pt x="4953" y="4276"/>
                    <a:pt x="4966" y="4249"/>
                  </a:cubicBezTo>
                  <a:cubicBezTo>
                    <a:pt x="4980" y="4220"/>
                    <a:pt x="4970" y="4154"/>
                    <a:pt x="4959" y="4124"/>
                  </a:cubicBezTo>
                  <a:cubicBezTo>
                    <a:pt x="4954" y="4106"/>
                    <a:pt x="4922" y="4074"/>
                    <a:pt x="4917" y="4057"/>
                  </a:cubicBezTo>
                  <a:cubicBezTo>
                    <a:pt x="4906" y="4026"/>
                    <a:pt x="4895" y="3962"/>
                    <a:pt x="4910" y="3931"/>
                  </a:cubicBezTo>
                  <a:cubicBezTo>
                    <a:pt x="4925" y="3900"/>
                    <a:pt x="5017" y="3853"/>
                    <a:pt x="5033" y="3822"/>
                  </a:cubicBezTo>
                  <a:cubicBezTo>
                    <a:pt x="5050" y="3789"/>
                    <a:pt x="5012" y="3715"/>
                    <a:pt x="5033" y="3683"/>
                  </a:cubicBezTo>
                  <a:cubicBezTo>
                    <a:pt x="5057" y="3643"/>
                    <a:pt x="5171" y="3583"/>
                    <a:pt x="5222" y="3553"/>
                  </a:cubicBezTo>
                  <a:cubicBezTo>
                    <a:pt x="5262" y="3530"/>
                    <a:pt x="5350" y="3489"/>
                    <a:pt x="5394" y="3469"/>
                  </a:cubicBezTo>
                  <a:cubicBezTo>
                    <a:pt x="5436" y="3450"/>
                    <a:pt x="5545" y="3426"/>
                    <a:pt x="5571" y="3399"/>
                  </a:cubicBezTo>
                  <a:cubicBezTo>
                    <a:pt x="5607" y="3363"/>
                    <a:pt x="5578" y="3275"/>
                    <a:pt x="5589" y="3235"/>
                  </a:cubicBezTo>
                  <a:cubicBezTo>
                    <a:pt x="5601" y="3199"/>
                    <a:pt x="5647" y="3130"/>
                    <a:pt x="5657" y="3095"/>
                  </a:cubicBezTo>
                  <a:cubicBezTo>
                    <a:pt x="5668" y="3053"/>
                    <a:pt x="5684" y="2968"/>
                    <a:pt x="5669" y="2927"/>
                  </a:cubicBezTo>
                  <a:cubicBezTo>
                    <a:pt x="5660" y="2899"/>
                    <a:pt x="5585" y="2853"/>
                    <a:pt x="5589" y="2825"/>
                  </a:cubicBezTo>
                  <a:cubicBezTo>
                    <a:pt x="5594" y="2794"/>
                    <a:pt x="5699" y="2751"/>
                    <a:pt x="5713" y="2720"/>
                  </a:cubicBezTo>
                  <a:cubicBezTo>
                    <a:pt x="5732" y="2676"/>
                    <a:pt x="5721" y="2578"/>
                    <a:pt x="5681" y="2538"/>
                  </a:cubicBezTo>
                  <a:cubicBezTo>
                    <a:pt x="5655" y="2511"/>
                    <a:pt x="5530" y="2490"/>
                    <a:pt x="5511" y="2461"/>
                  </a:cubicBezTo>
                  <a:cubicBezTo>
                    <a:pt x="5488" y="2428"/>
                    <a:pt x="5556" y="2357"/>
                    <a:pt x="5553" y="2322"/>
                  </a:cubicBezTo>
                  <a:cubicBezTo>
                    <a:pt x="5551" y="2289"/>
                    <a:pt x="5533" y="2224"/>
                    <a:pt x="5498" y="2199"/>
                  </a:cubicBezTo>
                  <a:cubicBezTo>
                    <a:pt x="5469" y="2178"/>
                    <a:pt x="5370" y="2169"/>
                    <a:pt x="5333" y="2154"/>
                  </a:cubicBezTo>
                  <a:cubicBezTo>
                    <a:pt x="5288" y="2135"/>
                    <a:pt x="5223" y="2082"/>
                    <a:pt x="5180" y="2062"/>
                  </a:cubicBezTo>
                  <a:cubicBezTo>
                    <a:pt x="5126" y="2038"/>
                    <a:pt x="5004" y="2000"/>
                    <a:pt x="4941" y="1985"/>
                  </a:cubicBezTo>
                  <a:cubicBezTo>
                    <a:pt x="4867" y="1969"/>
                    <a:pt x="4710" y="1957"/>
                    <a:pt x="4635" y="1943"/>
                  </a:cubicBezTo>
                  <a:cubicBezTo>
                    <a:pt x="4572" y="1932"/>
                    <a:pt x="4447" y="1909"/>
                    <a:pt x="4390" y="1891"/>
                  </a:cubicBezTo>
                  <a:cubicBezTo>
                    <a:pt x="4322" y="1870"/>
                    <a:pt x="4185" y="1822"/>
                    <a:pt x="4139" y="1786"/>
                  </a:cubicBezTo>
                  <a:cubicBezTo>
                    <a:pt x="4094" y="1751"/>
                    <a:pt x="4046" y="1665"/>
                    <a:pt x="4042" y="1621"/>
                  </a:cubicBezTo>
                  <a:cubicBezTo>
                    <a:pt x="4036" y="1574"/>
                    <a:pt x="4132" y="1481"/>
                    <a:pt x="4108" y="1436"/>
                  </a:cubicBezTo>
                  <a:cubicBezTo>
                    <a:pt x="4086" y="1392"/>
                    <a:pt x="3950" y="1331"/>
                    <a:pt x="3888" y="1303"/>
                  </a:cubicBezTo>
                  <a:cubicBezTo>
                    <a:pt x="3819" y="1271"/>
                    <a:pt x="3663" y="1219"/>
                    <a:pt x="3582" y="1198"/>
                  </a:cubicBezTo>
                  <a:cubicBezTo>
                    <a:pt x="3523" y="1183"/>
                    <a:pt x="3394" y="1171"/>
                    <a:pt x="3337" y="1152"/>
                  </a:cubicBezTo>
                  <a:cubicBezTo>
                    <a:pt x="3290" y="1137"/>
                    <a:pt x="3220" y="1086"/>
                    <a:pt x="3172" y="1072"/>
                  </a:cubicBezTo>
                  <a:cubicBezTo>
                    <a:pt x="3138" y="1062"/>
                    <a:pt x="3059" y="1060"/>
                    <a:pt x="3024" y="1051"/>
                  </a:cubicBezTo>
                  <a:cubicBezTo>
                    <a:pt x="2967" y="1036"/>
                    <a:pt x="2852" y="1001"/>
                    <a:pt x="2817" y="971"/>
                  </a:cubicBezTo>
                  <a:cubicBezTo>
                    <a:pt x="2800" y="956"/>
                    <a:pt x="2789" y="918"/>
                    <a:pt x="2792" y="900"/>
                  </a:cubicBezTo>
                  <a:cubicBezTo>
                    <a:pt x="2796" y="883"/>
                    <a:pt x="2830" y="855"/>
                    <a:pt x="2843" y="834"/>
                  </a:cubicBezTo>
                  <a:lnTo>
                    <a:pt x="9079" y="501"/>
                  </a:lnTo>
                  <a:lnTo>
                    <a:pt x="16859" y="0"/>
                  </a:lnTo>
                  <a:cubicBezTo>
                    <a:pt x="16861" y="77"/>
                    <a:pt x="16848" y="189"/>
                    <a:pt x="16842" y="250"/>
                  </a:cubicBezTo>
                  <a:cubicBezTo>
                    <a:pt x="16835" y="311"/>
                    <a:pt x="16809" y="433"/>
                    <a:pt x="16799" y="495"/>
                  </a:cubicBezTo>
                  <a:cubicBezTo>
                    <a:pt x="16789" y="555"/>
                    <a:pt x="16746" y="676"/>
                    <a:pt x="16762" y="736"/>
                  </a:cubicBezTo>
                  <a:cubicBezTo>
                    <a:pt x="16777" y="795"/>
                    <a:pt x="16874" y="903"/>
                    <a:pt x="16921" y="956"/>
                  </a:cubicBezTo>
                  <a:cubicBezTo>
                    <a:pt x="16971" y="1012"/>
                    <a:pt x="17086" y="1118"/>
                    <a:pt x="17148" y="1170"/>
                  </a:cubicBezTo>
                  <a:cubicBezTo>
                    <a:pt x="17211" y="1223"/>
                    <a:pt x="17337" y="1329"/>
                    <a:pt x="17412" y="1376"/>
                  </a:cubicBezTo>
                  <a:cubicBezTo>
                    <a:pt x="17459" y="1407"/>
                    <a:pt x="17573" y="1460"/>
                    <a:pt x="17625" y="1488"/>
                  </a:cubicBezTo>
                  <a:cubicBezTo>
                    <a:pt x="17665" y="1510"/>
                    <a:pt x="17751" y="1551"/>
                    <a:pt x="17784" y="1576"/>
                  </a:cubicBezTo>
                  <a:cubicBezTo>
                    <a:pt x="17819" y="1602"/>
                    <a:pt x="17863" y="1662"/>
                    <a:pt x="17889" y="1692"/>
                  </a:cubicBezTo>
                  <a:cubicBezTo>
                    <a:pt x="17912" y="1718"/>
                    <a:pt x="17955" y="1774"/>
                    <a:pt x="17980" y="1800"/>
                  </a:cubicBezTo>
                  <a:cubicBezTo>
                    <a:pt x="18002" y="1823"/>
                    <a:pt x="18056" y="1865"/>
                    <a:pt x="18078" y="1887"/>
                  </a:cubicBezTo>
                  <a:cubicBezTo>
                    <a:pt x="18099" y="1909"/>
                    <a:pt x="18126" y="1958"/>
                    <a:pt x="18152" y="1978"/>
                  </a:cubicBezTo>
                  <a:cubicBezTo>
                    <a:pt x="18178" y="1999"/>
                    <a:pt x="18262" y="2023"/>
                    <a:pt x="18287" y="2045"/>
                  </a:cubicBezTo>
                  <a:cubicBezTo>
                    <a:pt x="18335" y="2090"/>
                    <a:pt x="18348" y="2198"/>
                    <a:pt x="18378" y="2248"/>
                  </a:cubicBezTo>
                  <a:cubicBezTo>
                    <a:pt x="18415" y="2308"/>
                    <a:pt x="18514" y="2421"/>
                    <a:pt x="18562" y="2479"/>
                  </a:cubicBezTo>
                  <a:cubicBezTo>
                    <a:pt x="18602" y="2526"/>
                    <a:pt x="18687" y="2617"/>
                    <a:pt x="18728" y="2664"/>
                  </a:cubicBezTo>
                  <a:cubicBezTo>
                    <a:pt x="18754" y="2697"/>
                    <a:pt x="18785" y="2756"/>
                    <a:pt x="18821" y="2802"/>
                  </a:cubicBezTo>
                  <a:lnTo>
                    <a:pt x="20847" y="11810"/>
                  </a:lnTo>
                  <a:cubicBezTo>
                    <a:pt x="20847" y="11810"/>
                    <a:pt x="20851" y="11893"/>
                    <a:pt x="20827" y="11915"/>
                  </a:cubicBezTo>
                  <a:cubicBezTo>
                    <a:pt x="20807" y="11933"/>
                    <a:pt x="20729" y="11948"/>
                    <a:pt x="20701" y="11962"/>
                  </a:cubicBezTo>
                  <a:cubicBezTo>
                    <a:pt x="20663" y="11983"/>
                    <a:pt x="20597" y="12029"/>
                    <a:pt x="20576" y="12055"/>
                  </a:cubicBezTo>
                  <a:cubicBezTo>
                    <a:pt x="20548" y="12091"/>
                    <a:pt x="20519" y="12169"/>
                    <a:pt x="20527" y="12208"/>
                  </a:cubicBezTo>
                  <a:cubicBezTo>
                    <a:pt x="20534" y="12240"/>
                    <a:pt x="20588" y="12299"/>
                    <a:pt x="20619" y="12326"/>
                  </a:cubicBezTo>
                  <a:cubicBezTo>
                    <a:pt x="20646" y="12349"/>
                    <a:pt x="20733" y="12381"/>
                    <a:pt x="20750" y="12407"/>
                  </a:cubicBezTo>
                  <a:cubicBezTo>
                    <a:pt x="20764" y="12428"/>
                    <a:pt x="20760" y="12477"/>
                    <a:pt x="20746" y="12498"/>
                  </a:cubicBezTo>
                  <a:cubicBezTo>
                    <a:pt x="20722" y="12530"/>
                    <a:pt x="20626" y="12578"/>
                    <a:pt x="20589" y="12605"/>
                  </a:cubicBezTo>
                  <a:cubicBezTo>
                    <a:pt x="20553" y="12631"/>
                    <a:pt x="20461" y="12679"/>
                    <a:pt x="20451" y="12711"/>
                  </a:cubicBezTo>
                  <a:cubicBezTo>
                    <a:pt x="20440" y="12748"/>
                    <a:pt x="20483" y="12824"/>
                    <a:pt x="20518" y="12855"/>
                  </a:cubicBezTo>
                  <a:cubicBezTo>
                    <a:pt x="20555" y="12888"/>
                    <a:pt x="20676" y="12928"/>
                    <a:pt x="20729" y="12953"/>
                  </a:cubicBezTo>
                  <a:cubicBezTo>
                    <a:pt x="20768" y="12971"/>
                    <a:pt x="20856" y="13002"/>
                    <a:pt x="20883" y="13026"/>
                  </a:cubicBezTo>
                  <a:cubicBezTo>
                    <a:pt x="20908" y="13050"/>
                    <a:pt x="20928" y="13107"/>
                    <a:pt x="20931" y="13135"/>
                  </a:cubicBezTo>
                  <a:cubicBezTo>
                    <a:pt x="20935" y="13168"/>
                    <a:pt x="20890" y="13234"/>
                    <a:pt x="20904" y="13266"/>
                  </a:cubicBezTo>
                  <a:cubicBezTo>
                    <a:pt x="20911" y="13282"/>
                    <a:pt x="20941" y="13311"/>
                    <a:pt x="20964" y="13319"/>
                  </a:cubicBezTo>
                  <a:cubicBezTo>
                    <a:pt x="20998" y="13329"/>
                    <a:pt x="21079" y="13318"/>
                    <a:pt x="21115" y="13324"/>
                  </a:cubicBezTo>
                  <a:cubicBezTo>
                    <a:pt x="21155" y="13330"/>
                    <a:pt x="21232" y="13351"/>
                    <a:pt x="21257" y="13369"/>
                  </a:cubicBezTo>
                  <a:cubicBezTo>
                    <a:pt x="21299" y="13403"/>
                    <a:pt x="21308" y="13492"/>
                    <a:pt x="21307" y="13534"/>
                  </a:cubicBezTo>
                  <a:cubicBezTo>
                    <a:pt x="21307" y="13558"/>
                    <a:pt x="21288" y="13607"/>
                    <a:pt x="21273" y="13630"/>
                  </a:cubicBezTo>
                  <a:cubicBezTo>
                    <a:pt x="21257" y="13660"/>
                    <a:pt x="21180" y="13709"/>
                    <a:pt x="21173" y="13740"/>
                  </a:cubicBezTo>
                  <a:cubicBezTo>
                    <a:pt x="21168" y="13761"/>
                    <a:pt x="21187" y="13803"/>
                    <a:pt x="21207" y="13821"/>
                  </a:cubicBezTo>
                  <a:cubicBezTo>
                    <a:pt x="21232" y="13845"/>
                    <a:pt x="21331" y="13870"/>
                    <a:pt x="21360" y="13892"/>
                  </a:cubicBezTo>
                  <a:cubicBezTo>
                    <a:pt x="21385" y="13911"/>
                    <a:pt x="21400" y="13959"/>
                    <a:pt x="21418" y="13980"/>
                  </a:cubicBezTo>
                  <a:cubicBezTo>
                    <a:pt x="21437" y="14002"/>
                    <a:pt x="21495" y="14038"/>
                    <a:pt x="21513" y="14061"/>
                  </a:cubicBezTo>
                  <a:cubicBezTo>
                    <a:pt x="21544" y="14101"/>
                    <a:pt x="21589" y="14188"/>
                    <a:pt x="21589" y="14232"/>
                  </a:cubicBezTo>
                  <a:cubicBezTo>
                    <a:pt x="21589" y="14280"/>
                    <a:pt x="21545" y="14375"/>
                    <a:pt x="21507" y="14418"/>
                  </a:cubicBezTo>
                  <a:cubicBezTo>
                    <a:pt x="21487" y="14440"/>
                    <a:pt x="21426" y="14480"/>
                    <a:pt x="21390" y="14496"/>
                  </a:cubicBezTo>
                  <a:cubicBezTo>
                    <a:pt x="21359" y="14511"/>
                    <a:pt x="21286" y="14531"/>
                    <a:pt x="21249" y="14542"/>
                  </a:cubicBezTo>
                  <a:cubicBezTo>
                    <a:pt x="21224" y="14549"/>
                    <a:pt x="21168" y="14558"/>
                    <a:pt x="21146" y="14568"/>
                  </a:cubicBezTo>
                  <a:cubicBezTo>
                    <a:pt x="21112" y="14583"/>
                    <a:pt x="21048" y="14619"/>
                    <a:pt x="21033" y="14641"/>
                  </a:cubicBezTo>
                  <a:cubicBezTo>
                    <a:pt x="21009" y="14674"/>
                    <a:pt x="21031" y="14748"/>
                    <a:pt x="21027" y="14783"/>
                  </a:cubicBezTo>
                  <a:cubicBezTo>
                    <a:pt x="21022" y="14811"/>
                    <a:pt x="21014" y="14867"/>
                    <a:pt x="20998" y="14894"/>
                  </a:cubicBezTo>
                  <a:cubicBezTo>
                    <a:pt x="20990" y="14910"/>
                    <a:pt x="20943" y="14937"/>
                    <a:pt x="20940" y="14955"/>
                  </a:cubicBezTo>
                  <a:cubicBezTo>
                    <a:pt x="20940" y="14969"/>
                    <a:pt x="20978" y="14993"/>
                    <a:pt x="20977" y="15007"/>
                  </a:cubicBezTo>
                  <a:cubicBezTo>
                    <a:pt x="20974" y="15029"/>
                    <a:pt x="20901" y="15061"/>
                    <a:pt x="20901" y="15082"/>
                  </a:cubicBezTo>
                  <a:cubicBezTo>
                    <a:pt x="20900" y="15102"/>
                    <a:pt x="20961" y="15132"/>
                    <a:pt x="20969" y="15151"/>
                  </a:cubicBezTo>
                  <a:cubicBezTo>
                    <a:pt x="20974" y="15166"/>
                    <a:pt x="20981" y="15201"/>
                    <a:pt x="20964" y="15214"/>
                  </a:cubicBezTo>
                  <a:cubicBezTo>
                    <a:pt x="20949" y="15226"/>
                    <a:pt x="20886" y="15225"/>
                    <a:pt x="20868" y="15235"/>
                  </a:cubicBezTo>
                  <a:cubicBezTo>
                    <a:pt x="20840" y="15248"/>
                    <a:pt x="20826" y="15294"/>
                    <a:pt x="20797" y="15305"/>
                  </a:cubicBezTo>
                  <a:cubicBezTo>
                    <a:pt x="20770" y="15315"/>
                    <a:pt x="20700" y="15305"/>
                    <a:pt x="20671" y="15312"/>
                  </a:cubicBezTo>
                  <a:cubicBezTo>
                    <a:pt x="20634" y="15321"/>
                    <a:pt x="20557" y="15349"/>
                    <a:pt x="20548" y="15371"/>
                  </a:cubicBezTo>
                  <a:cubicBezTo>
                    <a:pt x="20538" y="15397"/>
                    <a:pt x="20617" y="15443"/>
                    <a:pt x="20625" y="15469"/>
                  </a:cubicBezTo>
                  <a:cubicBezTo>
                    <a:pt x="20634" y="15495"/>
                    <a:pt x="20627" y="15547"/>
                    <a:pt x="20615" y="15572"/>
                  </a:cubicBezTo>
                  <a:cubicBezTo>
                    <a:pt x="20603" y="15602"/>
                    <a:pt x="20548" y="15657"/>
                    <a:pt x="20524" y="15684"/>
                  </a:cubicBezTo>
                  <a:cubicBezTo>
                    <a:pt x="20499" y="15712"/>
                    <a:pt x="20455" y="15771"/>
                    <a:pt x="20417" y="15793"/>
                  </a:cubicBezTo>
                  <a:cubicBezTo>
                    <a:pt x="20379" y="15815"/>
                    <a:pt x="20253" y="15828"/>
                    <a:pt x="20230" y="15856"/>
                  </a:cubicBezTo>
                  <a:cubicBezTo>
                    <a:pt x="20211" y="15880"/>
                    <a:pt x="20265" y="15934"/>
                    <a:pt x="20264" y="15961"/>
                  </a:cubicBezTo>
                  <a:cubicBezTo>
                    <a:pt x="20264" y="15988"/>
                    <a:pt x="20246" y="16045"/>
                    <a:pt x="20222" y="16068"/>
                  </a:cubicBezTo>
                  <a:cubicBezTo>
                    <a:pt x="20204" y="16083"/>
                    <a:pt x="20155" y="16113"/>
                    <a:pt x="20122" y="16113"/>
                  </a:cubicBezTo>
                  <a:cubicBezTo>
                    <a:pt x="20093" y="16114"/>
                    <a:pt x="20052" y="16067"/>
                    <a:pt x="20022" y="16071"/>
                  </a:cubicBezTo>
                  <a:cubicBezTo>
                    <a:pt x="19982" y="16076"/>
                    <a:pt x="19970" y="16134"/>
                    <a:pt x="19942" y="16151"/>
                  </a:cubicBezTo>
                  <a:cubicBezTo>
                    <a:pt x="19928" y="16161"/>
                    <a:pt x="19892" y="16185"/>
                    <a:pt x="19870" y="16185"/>
                  </a:cubicBezTo>
                  <a:cubicBezTo>
                    <a:pt x="19822" y="16185"/>
                    <a:pt x="19770" y="16112"/>
                    <a:pt x="19726" y="16118"/>
                  </a:cubicBezTo>
                  <a:cubicBezTo>
                    <a:pt x="19679" y="16124"/>
                    <a:pt x="19647" y="16189"/>
                    <a:pt x="19645" y="16216"/>
                  </a:cubicBezTo>
                  <a:cubicBezTo>
                    <a:pt x="19645" y="16233"/>
                    <a:pt x="19693" y="16261"/>
                    <a:pt x="19691" y="16277"/>
                  </a:cubicBezTo>
                  <a:cubicBezTo>
                    <a:pt x="19690" y="16303"/>
                    <a:pt x="19633" y="16346"/>
                    <a:pt x="19604" y="16365"/>
                  </a:cubicBezTo>
                  <a:cubicBezTo>
                    <a:pt x="19576" y="16382"/>
                    <a:pt x="19483" y="16395"/>
                    <a:pt x="19475" y="16418"/>
                  </a:cubicBezTo>
                  <a:cubicBezTo>
                    <a:pt x="19464" y="16442"/>
                    <a:pt x="19525" y="16490"/>
                    <a:pt x="19557" y="16506"/>
                  </a:cubicBezTo>
                  <a:cubicBezTo>
                    <a:pt x="19586" y="16521"/>
                    <a:pt x="19669" y="16527"/>
                    <a:pt x="19701" y="16538"/>
                  </a:cubicBezTo>
                  <a:cubicBezTo>
                    <a:pt x="19741" y="16553"/>
                    <a:pt x="19812" y="16588"/>
                    <a:pt x="19838" y="16610"/>
                  </a:cubicBezTo>
                  <a:cubicBezTo>
                    <a:pt x="19859" y="16627"/>
                    <a:pt x="19898" y="16665"/>
                    <a:pt x="19896" y="16685"/>
                  </a:cubicBezTo>
                  <a:cubicBezTo>
                    <a:pt x="19896" y="16711"/>
                    <a:pt x="19856" y="16763"/>
                    <a:pt x="19821" y="16780"/>
                  </a:cubicBezTo>
                  <a:cubicBezTo>
                    <a:pt x="19780" y="16798"/>
                    <a:pt x="19661" y="16791"/>
                    <a:pt x="19621" y="16809"/>
                  </a:cubicBezTo>
                  <a:cubicBezTo>
                    <a:pt x="19584" y="16827"/>
                    <a:pt x="19537" y="16880"/>
                    <a:pt x="19539" y="16907"/>
                  </a:cubicBezTo>
                  <a:cubicBezTo>
                    <a:pt x="19539" y="16927"/>
                    <a:pt x="19597" y="16958"/>
                    <a:pt x="19604" y="16978"/>
                  </a:cubicBezTo>
                  <a:cubicBezTo>
                    <a:pt x="19608" y="16996"/>
                    <a:pt x="19600" y="17033"/>
                    <a:pt x="19584" y="17049"/>
                  </a:cubicBezTo>
                  <a:cubicBezTo>
                    <a:pt x="19569" y="17066"/>
                    <a:pt x="19504" y="17082"/>
                    <a:pt x="19486" y="17098"/>
                  </a:cubicBezTo>
                  <a:cubicBezTo>
                    <a:pt x="19460" y="17124"/>
                    <a:pt x="19421" y="17186"/>
                    <a:pt x="19439" y="17214"/>
                  </a:cubicBezTo>
                  <a:cubicBezTo>
                    <a:pt x="19454" y="17242"/>
                    <a:pt x="19585" y="17261"/>
                    <a:pt x="19604" y="17289"/>
                  </a:cubicBezTo>
                  <a:cubicBezTo>
                    <a:pt x="19630" y="17333"/>
                    <a:pt x="19568" y="17429"/>
                    <a:pt x="19535" y="17473"/>
                  </a:cubicBezTo>
                  <a:cubicBezTo>
                    <a:pt x="19522" y="17490"/>
                    <a:pt x="19468" y="17517"/>
                    <a:pt x="19462" y="17535"/>
                  </a:cubicBezTo>
                  <a:cubicBezTo>
                    <a:pt x="19454" y="17568"/>
                    <a:pt x="19534" y="17628"/>
                    <a:pt x="19533" y="17661"/>
                  </a:cubicBezTo>
                  <a:cubicBezTo>
                    <a:pt x="19532" y="17682"/>
                    <a:pt x="19489" y="17717"/>
                    <a:pt x="19481" y="17736"/>
                  </a:cubicBezTo>
                  <a:cubicBezTo>
                    <a:pt x="19468" y="17765"/>
                    <a:pt x="19449" y="17823"/>
                    <a:pt x="19462" y="17851"/>
                  </a:cubicBezTo>
                  <a:cubicBezTo>
                    <a:pt x="19471" y="17869"/>
                    <a:pt x="19532" y="17897"/>
                    <a:pt x="19541" y="17915"/>
                  </a:cubicBezTo>
                  <a:cubicBezTo>
                    <a:pt x="19553" y="17935"/>
                    <a:pt x="19525" y="17980"/>
                    <a:pt x="19539" y="17999"/>
                  </a:cubicBezTo>
                  <a:cubicBezTo>
                    <a:pt x="19543" y="18006"/>
                    <a:pt x="19556" y="18015"/>
                    <a:pt x="19570" y="18023"/>
                  </a:cubicBezTo>
                  <a:cubicBezTo>
                    <a:pt x="19597" y="18036"/>
                    <a:pt x="19627" y="18050"/>
                    <a:pt x="19636" y="18062"/>
                  </a:cubicBezTo>
                  <a:cubicBezTo>
                    <a:pt x="19649" y="18081"/>
                    <a:pt x="19645" y="18122"/>
                    <a:pt x="19640" y="18141"/>
                  </a:cubicBezTo>
                  <a:cubicBezTo>
                    <a:pt x="19628" y="18179"/>
                    <a:pt x="19590" y="18256"/>
                    <a:pt x="19548" y="18286"/>
                  </a:cubicBezTo>
                  <a:cubicBezTo>
                    <a:pt x="19508" y="18314"/>
                    <a:pt x="19388" y="18343"/>
                    <a:pt x="19339" y="18367"/>
                  </a:cubicBezTo>
                  <a:cubicBezTo>
                    <a:pt x="19304" y="18384"/>
                    <a:pt x="19239" y="18424"/>
                    <a:pt x="19211" y="18445"/>
                  </a:cubicBezTo>
                  <a:cubicBezTo>
                    <a:pt x="19174" y="18474"/>
                    <a:pt x="19105" y="18535"/>
                    <a:pt x="19088" y="18570"/>
                  </a:cubicBezTo>
                  <a:cubicBezTo>
                    <a:pt x="19070" y="18605"/>
                    <a:pt x="19058" y="18683"/>
                    <a:pt x="19076" y="18718"/>
                  </a:cubicBezTo>
                  <a:cubicBezTo>
                    <a:pt x="19091" y="18748"/>
                    <a:pt x="19176" y="18792"/>
                    <a:pt x="19198" y="18820"/>
                  </a:cubicBezTo>
                  <a:cubicBezTo>
                    <a:pt x="19219" y="18846"/>
                    <a:pt x="19216" y="18908"/>
                    <a:pt x="19248" y="18930"/>
                  </a:cubicBezTo>
                  <a:cubicBezTo>
                    <a:pt x="19293" y="18963"/>
                    <a:pt x="19450" y="18983"/>
                    <a:pt x="19511" y="19007"/>
                  </a:cubicBezTo>
                  <a:cubicBezTo>
                    <a:pt x="19563" y="19028"/>
                    <a:pt x="19677" y="19072"/>
                    <a:pt x="19704" y="19105"/>
                  </a:cubicBezTo>
                  <a:cubicBezTo>
                    <a:pt x="19735" y="19144"/>
                    <a:pt x="19747" y="19239"/>
                    <a:pt x="19706" y="19275"/>
                  </a:cubicBezTo>
                  <a:cubicBezTo>
                    <a:pt x="19678" y="19301"/>
                    <a:pt x="19563" y="19316"/>
                    <a:pt x="19514" y="19327"/>
                  </a:cubicBezTo>
                  <a:cubicBezTo>
                    <a:pt x="19440" y="19344"/>
                    <a:pt x="19288" y="19372"/>
                    <a:pt x="19211" y="19383"/>
                  </a:cubicBezTo>
                  <a:cubicBezTo>
                    <a:pt x="19134" y="19395"/>
                    <a:pt x="18976" y="19409"/>
                    <a:pt x="18900" y="19422"/>
                  </a:cubicBezTo>
                  <a:cubicBezTo>
                    <a:pt x="18799" y="19438"/>
                    <a:pt x="18599" y="19472"/>
                    <a:pt x="18509" y="19502"/>
                  </a:cubicBezTo>
                  <a:cubicBezTo>
                    <a:pt x="18469" y="19516"/>
                    <a:pt x="18398" y="19555"/>
                    <a:pt x="18365" y="19576"/>
                  </a:cubicBezTo>
                  <a:cubicBezTo>
                    <a:pt x="18336" y="19594"/>
                    <a:pt x="18299" y="19641"/>
                    <a:pt x="18262" y="19655"/>
                  </a:cubicBezTo>
                  <a:cubicBezTo>
                    <a:pt x="18241" y="19663"/>
                    <a:pt x="18186" y="19673"/>
                    <a:pt x="18161" y="19670"/>
                  </a:cubicBezTo>
                  <a:cubicBezTo>
                    <a:pt x="18136" y="19668"/>
                    <a:pt x="18102" y="19640"/>
                    <a:pt x="18078" y="19635"/>
                  </a:cubicBezTo>
                  <a:cubicBezTo>
                    <a:pt x="18044" y="19628"/>
                    <a:pt x="17967" y="19624"/>
                    <a:pt x="17931" y="19630"/>
                  </a:cubicBezTo>
                  <a:cubicBezTo>
                    <a:pt x="17882" y="19638"/>
                    <a:pt x="17796" y="19676"/>
                    <a:pt x="17764" y="19699"/>
                  </a:cubicBezTo>
                  <a:cubicBezTo>
                    <a:pt x="17729" y="19721"/>
                    <a:pt x="17678" y="19777"/>
                    <a:pt x="17665" y="19807"/>
                  </a:cubicBezTo>
                  <a:cubicBezTo>
                    <a:pt x="17649" y="19848"/>
                    <a:pt x="17693" y="19936"/>
                    <a:pt x="17674" y="19976"/>
                  </a:cubicBezTo>
                  <a:cubicBezTo>
                    <a:pt x="17658" y="20011"/>
                    <a:pt x="17563" y="20063"/>
                    <a:pt x="17545" y="20097"/>
                  </a:cubicBezTo>
                  <a:cubicBezTo>
                    <a:pt x="17532" y="20126"/>
                    <a:pt x="17534" y="20189"/>
                    <a:pt x="17545" y="20218"/>
                  </a:cubicBezTo>
                  <a:cubicBezTo>
                    <a:pt x="17558" y="20248"/>
                    <a:pt x="17607" y="20302"/>
                    <a:pt x="17640" y="20326"/>
                  </a:cubicBezTo>
                  <a:cubicBezTo>
                    <a:pt x="17697" y="20368"/>
                    <a:pt x="17845" y="20430"/>
                    <a:pt x="17916" y="20463"/>
                  </a:cubicBezTo>
                  <a:cubicBezTo>
                    <a:pt x="17954" y="20481"/>
                    <a:pt x="18047" y="20507"/>
                    <a:pt x="18073" y="20531"/>
                  </a:cubicBezTo>
                  <a:cubicBezTo>
                    <a:pt x="18110" y="20566"/>
                    <a:pt x="18117" y="20650"/>
                    <a:pt x="18124" y="20690"/>
                  </a:cubicBezTo>
                  <a:cubicBezTo>
                    <a:pt x="18133" y="20738"/>
                    <a:pt x="18152" y="20835"/>
                    <a:pt x="18131" y="20881"/>
                  </a:cubicBezTo>
                  <a:cubicBezTo>
                    <a:pt x="18113" y="20919"/>
                    <a:pt x="18044" y="20993"/>
                    <a:pt x="17987" y="21016"/>
                  </a:cubicBezTo>
                  <a:cubicBezTo>
                    <a:pt x="17924" y="21041"/>
                    <a:pt x="17765" y="21051"/>
                    <a:pt x="17689" y="21051"/>
                  </a:cubicBezTo>
                  <a:cubicBezTo>
                    <a:pt x="17623" y="21051"/>
                    <a:pt x="17484" y="21038"/>
                    <a:pt x="17427" y="21017"/>
                  </a:cubicBezTo>
                  <a:cubicBezTo>
                    <a:pt x="17372" y="20998"/>
                    <a:pt x="17320" y="20925"/>
                    <a:pt x="17267" y="20905"/>
                  </a:cubicBezTo>
                  <a:cubicBezTo>
                    <a:pt x="17192" y="20878"/>
                    <a:pt x="17006" y="20871"/>
                    <a:pt x="16921" y="20855"/>
                  </a:cubicBezTo>
                  <a:cubicBezTo>
                    <a:pt x="16879" y="20846"/>
                    <a:pt x="16799" y="20821"/>
                    <a:pt x="16756" y="20815"/>
                  </a:cubicBezTo>
                  <a:cubicBezTo>
                    <a:pt x="16704" y="20807"/>
                    <a:pt x="16595" y="20806"/>
                    <a:pt x="16543" y="20802"/>
                  </a:cubicBezTo>
                  <a:cubicBezTo>
                    <a:pt x="16493" y="20798"/>
                    <a:pt x="16389" y="20800"/>
                    <a:pt x="16346" y="20785"/>
                  </a:cubicBezTo>
                  <a:cubicBezTo>
                    <a:pt x="16316" y="20775"/>
                    <a:pt x="16293" y="20734"/>
                    <a:pt x="16266" y="20722"/>
                  </a:cubicBezTo>
                  <a:cubicBezTo>
                    <a:pt x="16222" y="20702"/>
                    <a:pt x="16112" y="20684"/>
                    <a:pt x="16058" y="20673"/>
                  </a:cubicBezTo>
                  <a:cubicBezTo>
                    <a:pt x="15995" y="20660"/>
                    <a:pt x="15865" y="20640"/>
                    <a:pt x="15801" y="20627"/>
                  </a:cubicBezTo>
                  <a:cubicBezTo>
                    <a:pt x="15746" y="20617"/>
                    <a:pt x="15640" y="20588"/>
                    <a:pt x="15584" y="20580"/>
                  </a:cubicBezTo>
                  <a:cubicBezTo>
                    <a:pt x="15515" y="20571"/>
                    <a:pt x="15374" y="20562"/>
                    <a:pt x="15305" y="20564"/>
                  </a:cubicBezTo>
                  <a:cubicBezTo>
                    <a:pt x="15251" y="20566"/>
                    <a:pt x="15143" y="20576"/>
                    <a:pt x="15094" y="20589"/>
                  </a:cubicBezTo>
                  <a:cubicBezTo>
                    <a:pt x="15043" y="20602"/>
                    <a:pt x="14959" y="20645"/>
                    <a:pt x="14916" y="20664"/>
                  </a:cubicBezTo>
                  <a:cubicBezTo>
                    <a:pt x="14876" y="20683"/>
                    <a:pt x="14791" y="20717"/>
                    <a:pt x="14757" y="20739"/>
                  </a:cubicBezTo>
                  <a:cubicBezTo>
                    <a:pt x="14716" y="20767"/>
                    <a:pt x="14653" y="20832"/>
                    <a:pt x="14628" y="20865"/>
                  </a:cubicBezTo>
                  <a:cubicBezTo>
                    <a:pt x="14600" y="20907"/>
                    <a:pt x="14589" y="20998"/>
                    <a:pt x="14558" y="21038"/>
                  </a:cubicBezTo>
                  <a:cubicBezTo>
                    <a:pt x="14542" y="21061"/>
                    <a:pt x="14498" y="21103"/>
                    <a:pt x="14470" y="21121"/>
                  </a:cubicBezTo>
                  <a:cubicBezTo>
                    <a:pt x="14435" y="21142"/>
                    <a:pt x="14343" y="21170"/>
                    <a:pt x="14307" y="21190"/>
                  </a:cubicBezTo>
                  <a:cubicBezTo>
                    <a:pt x="14289" y="21201"/>
                    <a:pt x="14252" y="21224"/>
                    <a:pt x="14244" y="21238"/>
                  </a:cubicBezTo>
                  <a:cubicBezTo>
                    <a:pt x="14230" y="21261"/>
                    <a:pt x="14244" y="21312"/>
                    <a:pt x="14244" y="21336"/>
                  </a:cubicBezTo>
                  <a:cubicBezTo>
                    <a:pt x="14244" y="21361"/>
                    <a:pt x="14256" y="21412"/>
                    <a:pt x="14237" y="21434"/>
                  </a:cubicBezTo>
                  <a:cubicBezTo>
                    <a:pt x="14223" y="21449"/>
                    <a:pt x="14172" y="21459"/>
                    <a:pt x="14133" y="21472"/>
                  </a:cubicBezTo>
                  <a:cubicBezTo>
                    <a:pt x="14107" y="21452"/>
                    <a:pt x="14076" y="21433"/>
                    <a:pt x="14057" y="21422"/>
                  </a:cubicBezTo>
                  <a:cubicBezTo>
                    <a:pt x="14033" y="21410"/>
                    <a:pt x="13974" y="21395"/>
                    <a:pt x="13952" y="21382"/>
                  </a:cubicBezTo>
                  <a:cubicBezTo>
                    <a:pt x="13926" y="21366"/>
                    <a:pt x="13906" y="21320"/>
                    <a:pt x="13876" y="21308"/>
                  </a:cubicBezTo>
                  <a:cubicBezTo>
                    <a:pt x="13836" y="21292"/>
                    <a:pt x="13732" y="21288"/>
                    <a:pt x="13683" y="21289"/>
                  </a:cubicBezTo>
                  <a:cubicBezTo>
                    <a:pt x="13655" y="21290"/>
                    <a:pt x="13597" y="21296"/>
                    <a:pt x="13576" y="21306"/>
                  </a:cubicBezTo>
                  <a:cubicBezTo>
                    <a:pt x="13555" y="21317"/>
                    <a:pt x="13521" y="21353"/>
                    <a:pt x="13532" y="21368"/>
                  </a:cubicBezTo>
                  <a:cubicBezTo>
                    <a:pt x="13549" y="21388"/>
                    <a:pt x="13642" y="21387"/>
                    <a:pt x="13679" y="21394"/>
                  </a:cubicBezTo>
                  <a:cubicBezTo>
                    <a:pt x="13709" y="21399"/>
                    <a:pt x="13778" y="21402"/>
                    <a:pt x="13799" y="21415"/>
                  </a:cubicBezTo>
                  <a:cubicBezTo>
                    <a:pt x="13823" y="21430"/>
                    <a:pt x="13828" y="21475"/>
                    <a:pt x="13827" y="21495"/>
                  </a:cubicBezTo>
                  <a:cubicBezTo>
                    <a:pt x="13825" y="21517"/>
                    <a:pt x="13815" y="21565"/>
                    <a:pt x="13786" y="21579"/>
                  </a:cubicBezTo>
                  <a:cubicBezTo>
                    <a:pt x="13761" y="21592"/>
                    <a:pt x="13684" y="21600"/>
                    <a:pt x="13652" y="21593"/>
                  </a:cubicBezTo>
                  <a:cubicBezTo>
                    <a:pt x="13608" y="21584"/>
                    <a:pt x="13571" y="21525"/>
                    <a:pt x="13532" y="21509"/>
                  </a:cubicBezTo>
                  <a:cubicBezTo>
                    <a:pt x="13497" y="21493"/>
                    <a:pt x="13406" y="21478"/>
                    <a:pt x="13361" y="21471"/>
                  </a:cubicBezTo>
                  <a:cubicBezTo>
                    <a:pt x="13313" y="21463"/>
                    <a:pt x="13204" y="21470"/>
                    <a:pt x="13163" y="21453"/>
                  </a:cubicBezTo>
                  <a:cubicBezTo>
                    <a:pt x="13128" y="21439"/>
                    <a:pt x="13087" y="21393"/>
                    <a:pt x="13082" y="21369"/>
                  </a:cubicBezTo>
                  <a:cubicBezTo>
                    <a:pt x="13080" y="21346"/>
                    <a:pt x="13138" y="21302"/>
                    <a:pt x="13134" y="21278"/>
                  </a:cubicBezTo>
                  <a:cubicBezTo>
                    <a:pt x="13132" y="21255"/>
                    <a:pt x="13092" y="21212"/>
                    <a:pt x="13064" y="21195"/>
                  </a:cubicBezTo>
                  <a:cubicBezTo>
                    <a:pt x="13038" y="21177"/>
                    <a:pt x="12955" y="21162"/>
                    <a:pt x="12927" y="21145"/>
                  </a:cubicBezTo>
                  <a:cubicBezTo>
                    <a:pt x="12872" y="21112"/>
                    <a:pt x="12815" y="21024"/>
                    <a:pt x="12771" y="20986"/>
                  </a:cubicBezTo>
                  <a:cubicBezTo>
                    <a:pt x="12740" y="20960"/>
                    <a:pt x="12656" y="20914"/>
                    <a:pt x="12633" y="20885"/>
                  </a:cubicBezTo>
                  <a:cubicBezTo>
                    <a:pt x="12614" y="20862"/>
                    <a:pt x="12602" y="20811"/>
                    <a:pt x="12596" y="20787"/>
                  </a:cubicBezTo>
                  <a:cubicBezTo>
                    <a:pt x="12591" y="20763"/>
                    <a:pt x="12607" y="20712"/>
                    <a:pt x="12591" y="20690"/>
                  </a:cubicBezTo>
                  <a:cubicBezTo>
                    <a:pt x="12579" y="20677"/>
                    <a:pt x="12538" y="20654"/>
                    <a:pt x="12513" y="20648"/>
                  </a:cubicBezTo>
                  <a:cubicBezTo>
                    <a:pt x="12486" y="20642"/>
                    <a:pt x="12423" y="20658"/>
                    <a:pt x="12397" y="20650"/>
                  </a:cubicBezTo>
                  <a:cubicBezTo>
                    <a:pt x="12375" y="20644"/>
                    <a:pt x="12355" y="20616"/>
                    <a:pt x="12342" y="20605"/>
                  </a:cubicBezTo>
                  <a:cubicBezTo>
                    <a:pt x="12322" y="20587"/>
                    <a:pt x="12275" y="20555"/>
                    <a:pt x="12265" y="20534"/>
                  </a:cubicBezTo>
                  <a:cubicBezTo>
                    <a:pt x="12255" y="20508"/>
                    <a:pt x="12271" y="20450"/>
                    <a:pt x="12287" y="20424"/>
                  </a:cubicBezTo>
                  <a:cubicBezTo>
                    <a:pt x="12306" y="20395"/>
                    <a:pt x="12362" y="20337"/>
                    <a:pt x="12409" y="20321"/>
                  </a:cubicBezTo>
                  <a:cubicBezTo>
                    <a:pt x="12449" y="20308"/>
                    <a:pt x="12553" y="20327"/>
                    <a:pt x="12593" y="20314"/>
                  </a:cubicBezTo>
                  <a:cubicBezTo>
                    <a:pt x="12620" y="20305"/>
                    <a:pt x="12647" y="20272"/>
                    <a:pt x="12664" y="20256"/>
                  </a:cubicBezTo>
                  <a:cubicBezTo>
                    <a:pt x="12685" y="20237"/>
                    <a:pt x="12730" y="20197"/>
                    <a:pt x="12735" y="20174"/>
                  </a:cubicBezTo>
                  <a:cubicBezTo>
                    <a:pt x="12742" y="20120"/>
                    <a:pt x="12678" y="20014"/>
                    <a:pt x="12630" y="19968"/>
                  </a:cubicBezTo>
                  <a:cubicBezTo>
                    <a:pt x="12591" y="19930"/>
                    <a:pt x="12459" y="19878"/>
                    <a:pt x="12407" y="19845"/>
                  </a:cubicBezTo>
                  <a:cubicBezTo>
                    <a:pt x="12355" y="19813"/>
                    <a:pt x="12255" y="19746"/>
                    <a:pt x="12210" y="19711"/>
                  </a:cubicBezTo>
                  <a:cubicBezTo>
                    <a:pt x="12163" y="19672"/>
                    <a:pt x="12069" y="19595"/>
                    <a:pt x="12040" y="19551"/>
                  </a:cubicBezTo>
                  <a:cubicBezTo>
                    <a:pt x="12019" y="19522"/>
                    <a:pt x="11981" y="19459"/>
                    <a:pt x="11996" y="19429"/>
                  </a:cubicBezTo>
                  <a:cubicBezTo>
                    <a:pt x="12004" y="19414"/>
                    <a:pt x="12045" y="19387"/>
                    <a:pt x="12072" y="19383"/>
                  </a:cubicBezTo>
                  <a:cubicBezTo>
                    <a:pt x="12106" y="19379"/>
                    <a:pt x="12169" y="19420"/>
                    <a:pt x="12198" y="19411"/>
                  </a:cubicBezTo>
                  <a:cubicBezTo>
                    <a:pt x="12233" y="19401"/>
                    <a:pt x="12241" y="19346"/>
                    <a:pt x="12239" y="19324"/>
                  </a:cubicBezTo>
                  <a:cubicBezTo>
                    <a:pt x="12234" y="19299"/>
                    <a:pt x="12194" y="19253"/>
                    <a:pt x="12165" y="19235"/>
                  </a:cubicBezTo>
                  <a:cubicBezTo>
                    <a:pt x="12141" y="19220"/>
                    <a:pt x="12068" y="19208"/>
                    <a:pt x="12045" y="19193"/>
                  </a:cubicBezTo>
                  <a:cubicBezTo>
                    <a:pt x="12019" y="19174"/>
                    <a:pt x="11990" y="19112"/>
                    <a:pt x="11990" y="19103"/>
                  </a:cubicBezTo>
                  <a:cubicBezTo>
                    <a:pt x="11990" y="19095"/>
                    <a:pt x="12000" y="19027"/>
                    <a:pt x="11981" y="19005"/>
                  </a:cubicBezTo>
                  <a:cubicBezTo>
                    <a:pt x="11956" y="18978"/>
                    <a:pt x="11861" y="18939"/>
                    <a:pt x="11810" y="18929"/>
                  </a:cubicBezTo>
                  <a:cubicBezTo>
                    <a:pt x="11774" y="18921"/>
                    <a:pt x="11693" y="18936"/>
                    <a:pt x="11660" y="18926"/>
                  </a:cubicBezTo>
                  <a:cubicBezTo>
                    <a:pt x="11620" y="18916"/>
                    <a:pt x="11581" y="18865"/>
                    <a:pt x="11546" y="18849"/>
                  </a:cubicBezTo>
                  <a:cubicBezTo>
                    <a:pt x="11520" y="18838"/>
                    <a:pt x="11459" y="18820"/>
                    <a:pt x="11426" y="18816"/>
                  </a:cubicBezTo>
                  <a:cubicBezTo>
                    <a:pt x="11377" y="18810"/>
                    <a:pt x="11264" y="18833"/>
                    <a:pt x="11219" y="18818"/>
                  </a:cubicBezTo>
                  <a:cubicBezTo>
                    <a:pt x="11190" y="18809"/>
                    <a:pt x="11164" y="18771"/>
                    <a:pt x="11151" y="18753"/>
                  </a:cubicBezTo>
                  <a:cubicBezTo>
                    <a:pt x="11133" y="18727"/>
                    <a:pt x="11122" y="18670"/>
                    <a:pt x="11099" y="18645"/>
                  </a:cubicBezTo>
                  <a:cubicBezTo>
                    <a:pt x="11084" y="18628"/>
                    <a:pt x="11043" y="18598"/>
                    <a:pt x="11017" y="18587"/>
                  </a:cubicBezTo>
                  <a:cubicBezTo>
                    <a:pt x="10982" y="18573"/>
                    <a:pt x="10885" y="18572"/>
                    <a:pt x="10848" y="18557"/>
                  </a:cubicBezTo>
                  <a:cubicBezTo>
                    <a:pt x="10813" y="18544"/>
                    <a:pt x="10775" y="18497"/>
                    <a:pt x="10741" y="18482"/>
                  </a:cubicBezTo>
                  <a:cubicBezTo>
                    <a:pt x="10712" y="18469"/>
                    <a:pt x="10641" y="18448"/>
                    <a:pt x="10603" y="18447"/>
                  </a:cubicBezTo>
                  <a:cubicBezTo>
                    <a:pt x="10570" y="18446"/>
                    <a:pt x="10508" y="18474"/>
                    <a:pt x="10474" y="18472"/>
                  </a:cubicBezTo>
                  <a:cubicBezTo>
                    <a:pt x="10451" y="18470"/>
                    <a:pt x="10408" y="18453"/>
                    <a:pt x="10395" y="18442"/>
                  </a:cubicBezTo>
                  <a:cubicBezTo>
                    <a:pt x="10370" y="18418"/>
                    <a:pt x="10408" y="18354"/>
                    <a:pt x="10380" y="18332"/>
                  </a:cubicBezTo>
                  <a:cubicBezTo>
                    <a:pt x="10358" y="18314"/>
                    <a:pt x="10279" y="18304"/>
                    <a:pt x="10246" y="18295"/>
                  </a:cubicBezTo>
                  <a:cubicBezTo>
                    <a:pt x="10200" y="18283"/>
                    <a:pt x="10109" y="18238"/>
                    <a:pt x="10061" y="18248"/>
                  </a:cubicBezTo>
                  <a:cubicBezTo>
                    <a:pt x="10030" y="18254"/>
                    <a:pt x="10016" y="18298"/>
                    <a:pt x="10003" y="18316"/>
                  </a:cubicBezTo>
                  <a:cubicBezTo>
                    <a:pt x="9992" y="18333"/>
                    <a:pt x="9983" y="18370"/>
                    <a:pt x="9964" y="18384"/>
                  </a:cubicBezTo>
                  <a:cubicBezTo>
                    <a:pt x="9928" y="18410"/>
                    <a:pt x="9826" y="18451"/>
                    <a:pt x="9768" y="18454"/>
                  </a:cubicBezTo>
                  <a:cubicBezTo>
                    <a:pt x="9709" y="18457"/>
                    <a:pt x="9595" y="18424"/>
                    <a:pt x="9552" y="18402"/>
                  </a:cubicBezTo>
                  <a:cubicBezTo>
                    <a:pt x="9512" y="18382"/>
                    <a:pt x="9459" y="18329"/>
                    <a:pt x="9443" y="18302"/>
                  </a:cubicBezTo>
                  <a:cubicBezTo>
                    <a:pt x="9432" y="18282"/>
                    <a:pt x="9409" y="18234"/>
                    <a:pt x="9432" y="18216"/>
                  </a:cubicBezTo>
                  <a:cubicBezTo>
                    <a:pt x="9453" y="18199"/>
                    <a:pt x="9566" y="18195"/>
                    <a:pt x="9574" y="18192"/>
                  </a:cubicBezTo>
                  <a:cubicBezTo>
                    <a:pt x="9584" y="18188"/>
                    <a:pt x="9675" y="18150"/>
                    <a:pt x="9676" y="18129"/>
                  </a:cubicBezTo>
                  <a:cubicBezTo>
                    <a:pt x="9677" y="18106"/>
                    <a:pt x="9611" y="18067"/>
                    <a:pt x="9574" y="18057"/>
                  </a:cubicBezTo>
                  <a:cubicBezTo>
                    <a:pt x="9538" y="18047"/>
                    <a:pt x="9450" y="18048"/>
                    <a:pt x="9413" y="18057"/>
                  </a:cubicBezTo>
                  <a:cubicBezTo>
                    <a:pt x="9383" y="18064"/>
                    <a:pt x="9351" y="18107"/>
                    <a:pt x="9318" y="18110"/>
                  </a:cubicBezTo>
                  <a:cubicBezTo>
                    <a:pt x="9281" y="18112"/>
                    <a:pt x="9217" y="18080"/>
                    <a:pt x="9186" y="18067"/>
                  </a:cubicBezTo>
                  <a:cubicBezTo>
                    <a:pt x="9139" y="18048"/>
                    <a:pt x="9053" y="18002"/>
                    <a:pt x="9012" y="17978"/>
                  </a:cubicBezTo>
                  <a:cubicBezTo>
                    <a:pt x="8977" y="17958"/>
                    <a:pt x="8932" y="17898"/>
                    <a:pt x="8883" y="17891"/>
                  </a:cubicBezTo>
                  <a:cubicBezTo>
                    <a:pt x="8852" y="17886"/>
                    <a:pt x="8794" y="17917"/>
                    <a:pt x="8761" y="17919"/>
                  </a:cubicBezTo>
                  <a:cubicBezTo>
                    <a:pt x="8718" y="17920"/>
                    <a:pt x="8624" y="17913"/>
                    <a:pt x="8596" y="17894"/>
                  </a:cubicBezTo>
                  <a:cubicBezTo>
                    <a:pt x="8568" y="17875"/>
                    <a:pt x="8597" y="17818"/>
                    <a:pt x="8577" y="17796"/>
                  </a:cubicBezTo>
                  <a:cubicBezTo>
                    <a:pt x="8559" y="17777"/>
                    <a:pt x="8497" y="17746"/>
                    <a:pt x="8460" y="17741"/>
                  </a:cubicBezTo>
                  <a:cubicBezTo>
                    <a:pt x="8411" y="17733"/>
                    <a:pt x="8315" y="17768"/>
                    <a:pt x="8266" y="17765"/>
                  </a:cubicBezTo>
                  <a:cubicBezTo>
                    <a:pt x="8204" y="17762"/>
                    <a:pt x="8085" y="17732"/>
                    <a:pt x="8039" y="17709"/>
                  </a:cubicBezTo>
                  <a:cubicBezTo>
                    <a:pt x="7996" y="17687"/>
                    <a:pt x="7952" y="17625"/>
                    <a:pt x="7922" y="17597"/>
                  </a:cubicBezTo>
                  <a:cubicBezTo>
                    <a:pt x="7887" y="17562"/>
                    <a:pt x="7820" y="17491"/>
                    <a:pt x="7775" y="17460"/>
                  </a:cubicBezTo>
                  <a:cubicBezTo>
                    <a:pt x="7736" y="17433"/>
                    <a:pt x="7648" y="17381"/>
                    <a:pt x="7592" y="17366"/>
                  </a:cubicBezTo>
                  <a:cubicBezTo>
                    <a:pt x="7558" y="17356"/>
                    <a:pt x="7479" y="17360"/>
                    <a:pt x="7445" y="17352"/>
                  </a:cubicBezTo>
                  <a:cubicBezTo>
                    <a:pt x="7404" y="17342"/>
                    <a:pt x="7334" y="17310"/>
                    <a:pt x="7304" y="17292"/>
                  </a:cubicBezTo>
                  <a:cubicBezTo>
                    <a:pt x="7255" y="17263"/>
                    <a:pt x="7171" y="17197"/>
                    <a:pt x="7144" y="17159"/>
                  </a:cubicBezTo>
                  <a:cubicBezTo>
                    <a:pt x="7123" y="17126"/>
                    <a:pt x="7124" y="17054"/>
                    <a:pt x="7108" y="17020"/>
                  </a:cubicBezTo>
                  <a:cubicBezTo>
                    <a:pt x="7095" y="16991"/>
                    <a:pt x="7042" y="16937"/>
                    <a:pt x="7034" y="16907"/>
                  </a:cubicBezTo>
                  <a:cubicBezTo>
                    <a:pt x="7021" y="16858"/>
                    <a:pt x="7029" y="16759"/>
                    <a:pt x="7053" y="16711"/>
                  </a:cubicBezTo>
                  <a:cubicBezTo>
                    <a:pt x="7073" y="16673"/>
                    <a:pt x="7157" y="16606"/>
                    <a:pt x="7194" y="16571"/>
                  </a:cubicBezTo>
                  <a:cubicBezTo>
                    <a:pt x="7230" y="16538"/>
                    <a:pt x="7306" y="16472"/>
                    <a:pt x="7341" y="16438"/>
                  </a:cubicBezTo>
                  <a:cubicBezTo>
                    <a:pt x="7370" y="16409"/>
                    <a:pt x="7437" y="16352"/>
                    <a:pt x="7451" y="16319"/>
                  </a:cubicBezTo>
                  <a:cubicBezTo>
                    <a:pt x="7465" y="16285"/>
                    <a:pt x="7443" y="16214"/>
                    <a:pt x="7445" y="16180"/>
                  </a:cubicBezTo>
                  <a:cubicBezTo>
                    <a:pt x="7447" y="16132"/>
                    <a:pt x="7452" y="16037"/>
                    <a:pt x="7470" y="15990"/>
                  </a:cubicBezTo>
                  <a:cubicBezTo>
                    <a:pt x="7483" y="15955"/>
                    <a:pt x="7521" y="15885"/>
                    <a:pt x="7555" y="15854"/>
                  </a:cubicBezTo>
                  <a:cubicBezTo>
                    <a:pt x="7582" y="15829"/>
                    <a:pt x="7663" y="15792"/>
                    <a:pt x="7696" y="15770"/>
                  </a:cubicBezTo>
                  <a:cubicBezTo>
                    <a:pt x="7723" y="15751"/>
                    <a:pt x="7773" y="15711"/>
                    <a:pt x="7794" y="15689"/>
                  </a:cubicBezTo>
                  <a:cubicBezTo>
                    <a:pt x="7824" y="15657"/>
                    <a:pt x="7883" y="15589"/>
                    <a:pt x="7886" y="15553"/>
                  </a:cubicBezTo>
                  <a:cubicBezTo>
                    <a:pt x="7887" y="15521"/>
                    <a:pt x="7844" y="15459"/>
                    <a:pt x="7818" y="15431"/>
                  </a:cubicBezTo>
                  <a:cubicBezTo>
                    <a:pt x="7797" y="15408"/>
                    <a:pt x="7731" y="15372"/>
                    <a:pt x="7708" y="15350"/>
                  </a:cubicBezTo>
                  <a:cubicBezTo>
                    <a:pt x="7689" y="15332"/>
                    <a:pt x="7651" y="15294"/>
                    <a:pt x="7646" y="15273"/>
                  </a:cubicBezTo>
                  <a:cubicBezTo>
                    <a:pt x="7643" y="15247"/>
                    <a:pt x="7673" y="15196"/>
                    <a:pt x="7689" y="15172"/>
                  </a:cubicBezTo>
                  <a:cubicBezTo>
                    <a:pt x="7711" y="15139"/>
                    <a:pt x="7769" y="15074"/>
                    <a:pt x="7806" y="15046"/>
                  </a:cubicBezTo>
                  <a:cubicBezTo>
                    <a:pt x="7840" y="15019"/>
                    <a:pt x="7933" y="14979"/>
                    <a:pt x="7972" y="14955"/>
                  </a:cubicBezTo>
                  <a:cubicBezTo>
                    <a:pt x="8003" y="14934"/>
                    <a:pt x="8077" y="14894"/>
                    <a:pt x="8087" y="14867"/>
                  </a:cubicBezTo>
                  <a:cubicBezTo>
                    <a:pt x="8101" y="14828"/>
                    <a:pt x="8063" y="14741"/>
                    <a:pt x="8020" y="14710"/>
                  </a:cubicBezTo>
                  <a:cubicBezTo>
                    <a:pt x="7989" y="14686"/>
                    <a:pt x="7884" y="14665"/>
                    <a:pt x="7837" y="14654"/>
                  </a:cubicBezTo>
                  <a:cubicBezTo>
                    <a:pt x="7782" y="14641"/>
                    <a:pt x="7662" y="14631"/>
                    <a:pt x="7610" y="14615"/>
                  </a:cubicBezTo>
                  <a:cubicBezTo>
                    <a:pt x="7545" y="14596"/>
                    <a:pt x="7448" y="14530"/>
                    <a:pt x="7384" y="14511"/>
                  </a:cubicBezTo>
                  <a:cubicBezTo>
                    <a:pt x="7335" y="14495"/>
                    <a:pt x="7230" y="14473"/>
                    <a:pt x="7176" y="14472"/>
                  </a:cubicBezTo>
                  <a:cubicBezTo>
                    <a:pt x="7132" y="14470"/>
                    <a:pt x="7048" y="14493"/>
                    <a:pt x="7004" y="14493"/>
                  </a:cubicBezTo>
                  <a:cubicBezTo>
                    <a:pt x="6947" y="14492"/>
                    <a:pt x="6836" y="14473"/>
                    <a:pt x="6783" y="14461"/>
                  </a:cubicBezTo>
                  <a:cubicBezTo>
                    <a:pt x="6720" y="14447"/>
                    <a:pt x="6609" y="14399"/>
                    <a:pt x="6545" y="14388"/>
                  </a:cubicBezTo>
                  <a:cubicBezTo>
                    <a:pt x="6470" y="14375"/>
                    <a:pt x="6309" y="14364"/>
                    <a:pt x="6233" y="14374"/>
                  </a:cubicBezTo>
                  <a:cubicBezTo>
                    <a:pt x="6190" y="14379"/>
                    <a:pt x="6106" y="14403"/>
                    <a:pt x="6080" y="14423"/>
                  </a:cubicBezTo>
                  <a:cubicBezTo>
                    <a:pt x="6039" y="14453"/>
                    <a:pt x="6041" y="14534"/>
                    <a:pt x="6018" y="14569"/>
                  </a:cubicBezTo>
                  <a:cubicBezTo>
                    <a:pt x="5997" y="14602"/>
                    <a:pt x="5942" y="14663"/>
                    <a:pt x="5908" y="14692"/>
                  </a:cubicBezTo>
                  <a:cubicBezTo>
                    <a:pt x="5883" y="14713"/>
                    <a:pt x="5831" y="14757"/>
                    <a:pt x="5791" y="14769"/>
                  </a:cubicBezTo>
                  <a:cubicBezTo>
                    <a:pt x="5747" y="14784"/>
                    <a:pt x="5641" y="14792"/>
                    <a:pt x="5589" y="14790"/>
                  </a:cubicBezTo>
                  <a:cubicBezTo>
                    <a:pt x="5534" y="14788"/>
                    <a:pt x="5422" y="14770"/>
                    <a:pt x="5375" y="14752"/>
                  </a:cubicBezTo>
                  <a:cubicBezTo>
                    <a:pt x="5325" y="14732"/>
                    <a:pt x="5257" y="14672"/>
                    <a:pt x="5222" y="14643"/>
                  </a:cubicBezTo>
                  <a:cubicBezTo>
                    <a:pt x="5185" y="14612"/>
                    <a:pt x="5117" y="14548"/>
                    <a:pt x="5094" y="14514"/>
                  </a:cubicBezTo>
                  <a:cubicBezTo>
                    <a:pt x="5073" y="14485"/>
                    <a:pt x="5064" y="14421"/>
                    <a:pt x="5045" y="14391"/>
                  </a:cubicBezTo>
                  <a:cubicBezTo>
                    <a:pt x="5026" y="14362"/>
                    <a:pt x="4970" y="14309"/>
                    <a:pt x="4941" y="14283"/>
                  </a:cubicBezTo>
                  <a:cubicBezTo>
                    <a:pt x="4914" y="14258"/>
                    <a:pt x="4846" y="14215"/>
                    <a:pt x="4825" y="14188"/>
                  </a:cubicBezTo>
                  <a:cubicBezTo>
                    <a:pt x="4811" y="14171"/>
                    <a:pt x="4791" y="14133"/>
                    <a:pt x="4794" y="14115"/>
                  </a:cubicBezTo>
                  <a:cubicBezTo>
                    <a:pt x="4799" y="14089"/>
                    <a:pt x="4851" y="14043"/>
                    <a:pt x="4874" y="14020"/>
                  </a:cubicBezTo>
                  <a:cubicBezTo>
                    <a:pt x="4892" y="14001"/>
                    <a:pt x="4950" y="13968"/>
                    <a:pt x="4959" y="13947"/>
                  </a:cubicBezTo>
                  <a:cubicBezTo>
                    <a:pt x="4966" y="13928"/>
                    <a:pt x="4954" y="13890"/>
                    <a:pt x="4941" y="13873"/>
                  </a:cubicBezTo>
                  <a:cubicBezTo>
                    <a:pt x="4919" y="13847"/>
                    <a:pt x="4830" y="13810"/>
                    <a:pt x="4800" y="13786"/>
                  </a:cubicBezTo>
                  <a:cubicBezTo>
                    <a:pt x="4757" y="13752"/>
                    <a:pt x="4687" y="13677"/>
                    <a:pt x="4660" y="13639"/>
                  </a:cubicBezTo>
                  <a:cubicBezTo>
                    <a:pt x="4634" y="13603"/>
                    <a:pt x="4601" y="13529"/>
                    <a:pt x="4586" y="13492"/>
                  </a:cubicBezTo>
                  <a:cubicBezTo>
                    <a:pt x="4570" y="13455"/>
                    <a:pt x="4570" y="13377"/>
                    <a:pt x="4537" y="13345"/>
                  </a:cubicBezTo>
                  <a:cubicBezTo>
                    <a:pt x="4509" y="13319"/>
                    <a:pt x="4411" y="13288"/>
                    <a:pt x="4372" y="13268"/>
                  </a:cubicBezTo>
                  <a:cubicBezTo>
                    <a:pt x="4282" y="13223"/>
                    <a:pt x="4120" y="13123"/>
                    <a:pt x="4029" y="13079"/>
                  </a:cubicBezTo>
                  <a:cubicBezTo>
                    <a:pt x="3963" y="13047"/>
                    <a:pt x="3819" y="12991"/>
                    <a:pt x="3747" y="12963"/>
                  </a:cubicBezTo>
                  <a:cubicBezTo>
                    <a:pt x="3663" y="12932"/>
                    <a:pt x="3495" y="12871"/>
                    <a:pt x="3404" y="12848"/>
                  </a:cubicBezTo>
                  <a:cubicBezTo>
                    <a:pt x="3324" y="12827"/>
                    <a:pt x="3147" y="12808"/>
                    <a:pt x="3068" y="12785"/>
                  </a:cubicBezTo>
                  <a:cubicBezTo>
                    <a:pt x="3005" y="12767"/>
                    <a:pt x="2883" y="12723"/>
                    <a:pt x="2835" y="12694"/>
                  </a:cubicBezTo>
                  <a:cubicBezTo>
                    <a:pt x="2786" y="12664"/>
                    <a:pt x="2721" y="12590"/>
                    <a:pt x="2688" y="12554"/>
                  </a:cubicBezTo>
                  <a:cubicBezTo>
                    <a:pt x="2657" y="12520"/>
                    <a:pt x="2621" y="12443"/>
                    <a:pt x="2578" y="12414"/>
                  </a:cubicBezTo>
                  <a:cubicBezTo>
                    <a:pt x="2553" y="12397"/>
                    <a:pt x="2487" y="12370"/>
                    <a:pt x="2449" y="12365"/>
                  </a:cubicBezTo>
                  <a:cubicBezTo>
                    <a:pt x="2399" y="12358"/>
                    <a:pt x="2289" y="12387"/>
                    <a:pt x="2241" y="12376"/>
                  </a:cubicBezTo>
                  <a:cubicBezTo>
                    <a:pt x="2199" y="12365"/>
                    <a:pt x="2145" y="12319"/>
                    <a:pt x="2124" y="12295"/>
                  </a:cubicBezTo>
                  <a:cubicBezTo>
                    <a:pt x="2103" y="12269"/>
                    <a:pt x="2102" y="12208"/>
                    <a:pt x="2076" y="12183"/>
                  </a:cubicBezTo>
                  <a:cubicBezTo>
                    <a:pt x="2055" y="12162"/>
                    <a:pt x="1987" y="12132"/>
                    <a:pt x="1953" y="12117"/>
                  </a:cubicBezTo>
                  <a:cubicBezTo>
                    <a:pt x="1904" y="12094"/>
                    <a:pt x="1794" y="12059"/>
                    <a:pt x="1745" y="12036"/>
                  </a:cubicBezTo>
                  <a:cubicBezTo>
                    <a:pt x="1693" y="12012"/>
                    <a:pt x="1601" y="11956"/>
                    <a:pt x="1550" y="11931"/>
                  </a:cubicBezTo>
                  <a:cubicBezTo>
                    <a:pt x="1503" y="11909"/>
                    <a:pt x="1406" y="11866"/>
                    <a:pt x="1353" y="11847"/>
                  </a:cubicBezTo>
                  <a:cubicBezTo>
                    <a:pt x="1299" y="11828"/>
                    <a:pt x="1178" y="11803"/>
                    <a:pt x="1127" y="11781"/>
                  </a:cubicBezTo>
                  <a:cubicBezTo>
                    <a:pt x="1087" y="11763"/>
                    <a:pt x="1011" y="11723"/>
                    <a:pt x="993" y="11696"/>
                  </a:cubicBezTo>
                  <a:cubicBezTo>
                    <a:pt x="973" y="11670"/>
                    <a:pt x="983" y="11610"/>
                    <a:pt x="986" y="11581"/>
                  </a:cubicBezTo>
                  <a:cubicBezTo>
                    <a:pt x="989" y="11551"/>
                    <a:pt x="1031" y="11491"/>
                    <a:pt x="1017" y="11462"/>
                  </a:cubicBezTo>
                  <a:cubicBezTo>
                    <a:pt x="1006" y="11439"/>
                    <a:pt x="947" y="11402"/>
                    <a:pt x="913" y="11389"/>
                  </a:cubicBezTo>
                  <a:cubicBezTo>
                    <a:pt x="869" y="11371"/>
                    <a:pt x="756" y="11363"/>
                    <a:pt x="711" y="11347"/>
                  </a:cubicBezTo>
                  <a:cubicBezTo>
                    <a:pt x="652" y="11325"/>
                    <a:pt x="549" y="11269"/>
                    <a:pt x="515" y="11235"/>
                  </a:cubicBezTo>
                  <a:cubicBezTo>
                    <a:pt x="490" y="11209"/>
                    <a:pt x="453" y="11150"/>
                    <a:pt x="465" y="11123"/>
                  </a:cubicBezTo>
                  <a:cubicBezTo>
                    <a:pt x="476" y="11101"/>
                    <a:pt x="553" y="11075"/>
                    <a:pt x="576" y="11056"/>
                  </a:cubicBezTo>
                  <a:cubicBezTo>
                    <a:pt x="593" y="11043"/>
                    <a:pt x="625" y="11013"/>
                    <a:pt x="630" y="10997"/>
                  </a:cubicBezTo>
                  <a:cubicBezTo>
                    <a:pt x="643" y="10969"/>
                    <a:pt x="647" y="10907"/>
                    <a:pt x="626" y="10881"/>
                  </a:cubicBezTo>
                  <a:cubicBezTo>
                    <a:pt x="605" y="10856"/>
                    <a:pt x="511" y="10831"/>
                    <a:pt x="477" y="10811"/>
                  </a:cubicBezTo>
                  <a:cubicBezTo>
                    <a:pt x="432" y="10784"/>
                    <a:pt x="354" y="10724"/>
                    <a:pt x="319" y="10692"/>
                  </a:cubicBezTo>
                  <a:cubicBezTo>
                    <a:pt x="293" y="10670"/>
                    <a:pt x="239" y="10623"/>
                    <a:pt x="227" y="10598"/>
                  </a:cubicBezTo>
                  <a:cubicBezTo>
                    <a:pt x="214" y="10571"/>
                    <a:pt x="230" y="10516"/>
                    <a:pt x="221" y="10489"/>
                  </a:cubicBezTo>
                  <a:cubicBezTo>
                    <a:pt x="210" y="10453"/>
                    <a:pt x="156" y="10384"/>
                    <a:pt x="135" y="10349"/>
                  </a:cubicBezTo>
                  <a:cubicBezTo>
                    <a:pt x="102" y="10293"/>
                    <a:pt x="22" y="10181"/>
                    <a:pt x="7" y="10122"/>
                  </a:cubicBezTo>
                  <a:cubicBezTo>
                    <a:pt x="-11" y="10052"/>
                    <a:pt x="13" y="9912"/>
                    <a:pt x="19" y="9842"/>
                  </a:cubicBezTo>
                  <a:cubicBezTo>
                    <a:pt x="24" y="9779"/>
                    <a:pt x="27" y="9652"/>
                    <a:pt x="49" y="9590"/>
                  </a:cubicBezTo>
                  <a:cubicBezTo>
                    <a:pt x="69" y="9537"/>
                    <a:pt x="138" y="9436"/>
                    <a:pt x="178" y="9387"/>
                  </a:cubicBezTo>
                  <a:cubicBezTo>
                    <a:pt x="202" y="9357"/>
                    <a:pt x="252" y="9302"/>
                    <a:pt x="295" y="926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69" name="Shape 4751"/>
            <p:cNvSpPr/>
            <p:nvPr/>
          </p:nvSpPr>
          <p:spPr>
            <a:xfrm>
              <a:off x="6420274" y="2048044"/>
              <a:ext cx="835243" cy="1461601"/>
            </a:xfrm>
            <a:custGeom>
              <a:avLst/>
              <a:gdLst/>
              <a:ahLst/>
              <a:cxnLst>
                <a:cxn ang="0">
                  <a:pos x="wd2" y="hd2"/>
                </a:cxn>
                <a:cxn ang="5400000">
                  <a:pos x="wd2" y="hd2"/>
                </a:cxn>
                <a:cxn ang="10800000">
                  <a:pos x="wd2" y="hd2"/>
                </a:cxn>
                <a:cxn ang="16200000">
                  <a:pos x="wd2" y="hd2"/>
                </a:cxn>
              </a:cxnLst>
              <a:rect l="0" t="0" r="r" b="b"/>
              <a:pathLst>
                <a:path w="21589" h="21596" extrusionOk="0">
                  <a:moveTo>
                    <a:pt x="295" y="9268"/>
                  </a:moveTo>
                  <a:cubicBezTo>
                    <a:pt x="303" y="9261"/>
                    <a:pt x="312" y="9255"/>
                    <a:pt x="319" y="9250"/>
                  </a:cubicBezTo>
                  <a:cubicBezTo>
                    <a:pt x="352" y="9229"/>
                    <a:pt x="441" y="9203"/>
                    <a:pt x="478" y="9184"/>
                  </a:cubicBezTo>
                  <a:cubicBezTo>
                    <a:pt x="510" y="9168"/>
                    <a:pt x="583" y="9137"/>
                    <a:pt x="594" y="9114"/>
                  </a:cubicBezTo>
                  <a:cubicBezTo>
                    <a:pt x="610" y="9082"/>
                    <a:pt x="544" y="9017"/>
                    <a:pt x="545" y="8984"/>
                  </a:cubicBezTo>
                  <a:cubicBezTo>
                    <a:pt x="548" y="8947"/>
                    <a:pt x="618" y="8878"/>
                    <a:pt x="619" y="8841"/>
                  </a:cubicBezTo>
                  <a:cubicBezTo>
                    <a:pt x="620" y="8798"/>
                    <a:pt x="595" y="8706"/>
                    <a:pt x="545" y="8673"/>
                  </a:cubicBezTo>
                  <a:cubicBezTo>
                    <a:pt x="507" y="8648"/>
                    <a:pt x="364" y="8651"/>
                    <a:pt x="331" y="8624"/>
                  </a:cubicBezTo>
                  <a:cubicBezTo>
                    <a:pt x="304" y="8601"/>
                    <a:pt x="318" y="8539"/>
                    <a:pt x="331" y="8512"/>
                  </a:cubicBezTo>
                  <a:cubicBezTo>
                    <a:pt x="354" y="8466"/>
                    <a:pt x="448" y="8386"/>
                    <a:pt x="503" y="8351"/>
                  </a:cubicBezTo>
                  <a:cubicBezTo>
                    <a:pt x="554" y="8318"/>
                    <a:pt x="679" y="8263"/>
                    <a:pt x="747" y="8243"/>
                  </a:cubicBezTo>
                  <a:cubicBezTo>
                    <a:pt x="823" y="8220"/>
                    <a:pt x="988" y="8193"/>
                    <a:pt x="1072" y="8183"/>
                  </a:cubicBezTo>
                  <a:cubicBezTo>
                    <a:pt x="1143" y="8175"/>
                    <a:pt x="1293" y="8185"/>
                    <a:pt x="1360" y="8169"/>
                  </a:cubicBezTo>
                  <a:cubicBezTo>
                    <a:pt x="1421" y="8154"/>
                    <a:pt x="1505" y="8089"/>
                    <a:pt x="1562" y="8067"/>
                  </a:cubicBezTo>
                  <a:cubicBezTo>
                    <a:pt x="1597" y="8054"/>
                    <a:pt x="1689" y="8045"/>
                    <a:pt x="1715" y="8025"/>
                  </a:cubicBezTo>
                  <a:cubicBezTo>
                    <a:pt x="1749" y="7999"/>
                    <a:pt x="1764" y="7929"/>
                    <a:pt x="1757" y="7896"/>
                  </a:cubicBezTo>
                  <a:cubicBezTo>
                    <a:pt x="1752" y="7866"/>
                    <a:pt x="1683" y="7817"/>
                    <a:pt x="1678" y="7787"/>
                  </a:cubicBezTo>
                  <a:cubicBezTo>
                    <a:pt x="1674" y="7764"/>
                    <a:pt x="1699" y="7719"/>
                    <a:pt x="1709" y="7697"/>
                  </a:cubicBezTo>
                  <a:cubicBezTo>
                    <a:pt x="1721" y="7671"/>
                    <a:pt x="1765" y="7622"/>
                    <a:pt x="1769" y="7595"/>
                  </a:cubicBezTo>
                  <a:cubicBezTo>
                    <a:pt x="1779" y="7548"/>
                    <a:pt x="1712" y="7452"/>
                    <a:pt x="1733" y="7406"/>
                  </a:cubicBezTo>
                  <a:cubicBezTo>
                    <a:pt x="1760" y="7348"/>
                    <a:pt x="1911" y="7257"/>
                    <a:pt x="1978" y="7210"/>
                  </a:cubicBezTo>
                  <a:cubicBezTo>
                    <a:pt x="2029" y="7175"/>
                    <a:pt x="2149" y="7113"/>
                    <a:pt x="2198" y="7077"/>
                  </a:cubicBezTo>
                  <a:cubicBezTo>
                    <a:pt x="2235" y="7051"/>
                    <a:pt x="2309" y="6997"/>
                    <a:pt x="2327" y="6965"/>
                  </a:cubicBezTo>
                  <a:cubicBezTo>
                    <a:pt x="2344" y="6935"/>
                    <a:pt x="2341" y="6871"/>
                    <a:pt x="2338" y="6839"/>
                  </a:cubicBezTo>
                  <a:cubicBezTo>
                    <a:pt x="2337" y="6789"/>
                    <a:pt x="2310" y="6689"/>
                    <a:pt x="2302" y="6640"/>
                  </a:cubicBezTo>
                  <a:cubicBezTo>
                    <a:pt x="2294" y="6591"/>
                    <a:pt x="2283" y="6492"/>
                    <a:pt x="2272" y="6444"/>
                  </a:cubicBezTo>
                  <a:cubicBezTo>
                    <a:pt x="2262" y="6404"/>
                    <a:pt x="2252" y="6322"/>
                    <a:pt x="2223" y="6286"/>
                  </a:cubicBezTo>
                  <a:cubicBezTo>
                    <a:pt x="2202" y="6261"/>
                    <a:pt x="2124" y="6224"/>
                    <a:pt x="2095" y="6202"/>
                  </a:cubicBezTo>
                  <a:cubicBezTo>
                    <a:pt x="2069" y="6184"/>
                    <a:pt x="2035" y="6134"/>
                    <a:pt x="1996" y="6125"/>
                  </a:cubicBezTo>
                  <a:cubicBezTo>
                    <a:pt x="1951" y="6116"/>
                    <a:pt x="1852" y="6159"/>
                    <a:pt x="1806" y="6150"/>
                  </a:cubicBezTo>
                  <a:cubicBezTo>
                    <a:pt x="1763" y="6141"/>
                    <a:pt x="1720" y="6089"/>
                    <a:pt x="1696" y="6066"/>
                  </a:cubicBezTo>
                  <a:cubicBezTo>
                    <a:pt x="1668" y="6038"/>
                    <a:pt x="1641" y="5974"/>
                    <a:pt x="1604" y="5950"/>
                  </a:cubicBezTo>
                  <a:cubicBezTo>
                    <a:pt x="1571" y="5928"/>
                    <a:pt x="1471" y="5907"/>
                    <a:pt x="1434" y="5887"/>
                  </a:cubicBezTo>
                  <a:cubicBezTo>
                    <a:pt x="1401" y="5870"/>
                    <a:pt x="1334" y="5832"/>
                    <a:pt x="1329" y="5807"/>
                  </a:cubicBezTo>
                  <a:cubicBezTo>
                    <a:pt x="1320" y="5767"/>
                    <a:pt x="1401" y="5695"/>
                    <a:pt x="1434" y="5660"/>
                  </a:cubicBezTo>
                  <a:cubicBezTo>
                    <a:pt x="1452" y="5639"/>
                    <a:pt x="1509" y="5601"/>
                    <a:pt x="1525" y="5579"/>
                  </a:cubicBezTo>
                  <a:cubicBezTo>
                    <a:pt x="1546" y="5550"/>
                    <a:pt x="1567" y="5486"/>
                    <a:pt x="1574" y="5453"/>
                  </a:cubicBezTo>
                  <a:cubicBezTo>
                    <a:pt x="1583" y="5412"/>
                    <a:pt x="1577" y="5327"/>
                    <a:pt x="1580" y="5285"/>
                  </a:cubicBezTo>
                  <a:cubicBezTo>
                    <a:pt x="1582" y="5252"/>
                    <a:pt x="1555" y="5176"/>
                    <a:pt x="1592" y="5149"/>
                  </a:cubicBezTo>
                  <a:cubicBezTo>
                    <a:pt x="1623" y="5126"/>
                    <a:pt x="1741" y="5131"/>
                    <a:pt x="1782" y="5114"/>
                  </a:cubicBezTo>
                  <a:cubicBezTo>
                    <a:pt x="1810" y="5102"/>
                    <a:pt x="1834" y="5055"/>
                    <a:pt x="1868" y="5047"/>
                  </a:cubicBezTo>
                  <a:cubicBezTo>
                    <a:pt x="1901" y="5040"/>
                    <a:pt x="1972" y="5062"/>
                    <a:pt x="2008" y="5065"/>
                  </a:cubicBezTo>
                  <a:cubicBezTo>
                    <a:pt x="2066" y="5069"/>
                    <a:pt x="2186" y="5080"/>
                    <a:pt x="2241" y="5068"/>
                  </a:cubicBezTo>
                  <a:cubicBezTo>
                    <a:pt x="2304" y="5056"/>
                    <a:pt x="2385" y="4987"/>
                    <a:pt x="2443" y="4967"/>
                  </a:cubicBezTo>
                  <a:cubicBezTo>
                    <a:pt x="2497" y="4948"/>
                    <a:pt x="2619" y="4922"/>
                    <a:pt x="2682" y="4918"/>
                  </a:cubicBezTo>
                  <a:cubicBezTo>
                    <a:pt x="2755" y="4912"/>
                    <a:pt x="2902" y="4936"/>
                    <a:pt x="2976" y="4935"/>
                  </a:cubicBezTo>
                  <a:cubicBezTo>
                    <a:pt x="3042" y="4935"/>
                    <a:pt x="3176" y="4925"/>
                    <a:pt x="3238" y="4915"/>
                  </a:cubicBezTo>
                  <a:cubicBezTo>
                    <a:pt x="3337" y="4899"/>
                    <a:pt x="3541" y="4865"/>
                    <a:pt x="3612" y="4824"/>
                  </a:cubicBezTo>
                  <a:cubicBezTo>
                    <a:pt x="3669" y="4791"/>
                    <a:pt x="3689" y="4693"/>
                    <a:pt x="3735" y="4655"/>
                  </a:cubicBezTo>
                  <a:cubicBezTo>
                    <a:pt x="3762" y="4633"/>
                    <a:pt x="3832" y="4592"/>
                    <a:pt x="3876" y="4582"/>
                  </a:cubicBezTo>
                  <a:cubicBezTo>
                    <a:pt x="3917" y="4573"/>
                    <a:pt x="4009" y="4581"/>
                    <a:pt x="4053" y="4582"/>
                  </a:cubicBezTo>
                  <a:cubicBezTo>
                    <a:pt x="4107" y="4583"/>
                    <a:pt x="4214" y="4592"/>
                    <a:pt x="4268" y="4589"/>
                  </a:cubicBezTo>
                  <a:cubicBezTo>
                    <a:pt x="4324" y="4586"/>
                    <a:pt x="4448" y="4580"/>
                    <a:pt x="4488" y="4558"/>
                  </a:cubicBezTo>
                  <a:cubicBezTo>
                    <a:pt x="4520" y="4539"/>
                    <a:pt x="4509" y="4479"/>
                    <a:pt x="4531" y="4456"/>
                  </a:cubicBezTo>
                  <a:cubicBezTo>
                    <a:pt x="4557" y="4428"/>
                    <a:pt x="4631" y="4380"/>
                    <a:pt x="4677" y="4365"/>
                  </a:cubicBezTo>
                  <a:cubicBezTo>
                    <a:pt x="4719" y="4352"/>
                    <a:pt x="4822" y="4356"/>
                    <a:pt x="4861" y="4341"/>
                  </a:cubicBezTo>
                  <a:cubicBezTo>
                    <a:pt x="4900" y="4325"/>
                    <a:pt x="4953" y="4276"/>
                    <a:pt x="4966" y="4249"/>
                  </a:cubicBezTo>
                  <a:cubicBezTo>
                    <a:pt x="4980" y="4220"/>
                    <a:pt x="4970" y="4154"/>
                    <a:pt x="4959" y="4124"/>
                  </a:cubicBezTo>
                  <a:cubicBezTo>
                    <a:pt x="4954" y="4106"/>
                    <a:pt x="4922" y="4074"/>
                    <a:pt x="4917" y="4057"/>
                  </a:cubicBezTo>
                  <a:cubicBezTo>
                    <a:pt x="4906" y="4026"/>
                    <a:pt x="4895" y="3962"/>
                    <a:pt x="4910" y="3931"/>
                  </a:cubicBezTo>
                  <a:cubicBezTo>
                    <a:pt x="4925" y="3900"/>
                    <a:pt x="5017" y="3853"/>
                    <a:pt x="5033" y="3822"/>
                  </a:cubicBezTo>
                  <a:cubicBezTo>
                    <a:pt x="5050" y="3789"/>
                    <a:pt x="5012" y="3715"/>
                    <a:pt x="5033" y="3683"/>
                  </a:cubicBezTo>
                  <a:cubicBezTo>
                    <a:pt x="5057" y="3643"/>
                    <a:pt x="5171" y="3583"/>
                    <a:pt x="5222" y="3553"/>
                  </a:cubicBezTo>
                  <a:cubicBezTo>
                    <a:pt x="5262" y="3530"/>
                    <a:pt x="5350" y="3489"/>
                    <a:pt x="5394" y="3469"/>
                  </a:cubicBezTo>
                  <a:cubicBezTo>
                    <a:pt x="5436" y="3450"/>
                    <a:pt x="5545" y="3426"/>
                    <a:pt x="5571" y="3399"/>
                  </a:cubicBezTo>
                  <a:cubicBezTo>
                    <a:pt x="5607" y="3363"/>
                    <a:pt x="5578" y="3275"/>
                    <a:pt x="5589" y="3235"/>
                  </a:cubicBezTo>
                  <a:cubicBezTo>
                    <a:pt x="5601" y="3199"/>
                    <a:pt x="5647" y="3130"/>
                    <a:pt x="5657" y="3095"/>
                  </a:cubicBezTo>
                  <a:cubicBezTo>
                    <a:pt x="5668" y="3053"/>
                    <a:pt x="5684" y="2968"/>
                    <a:pt x="5669" y="2927"/>
                  </a:cubicBezTo>
                  <a:cubicBezTo>
                    <a:pt x="5660" y="2899"/>
                    <a:pt x="5585" y="2853"/>
                    <a:pt x="5589" y="2825"/>
                  </a:cubicBezTo>
                  <a:cubicBezTo>
                    <a:pt x="5594" y="2794"/>
                    <a:pt x="5699" y="2751"/>
                    <a:pt x="5713" y="2720"/>
                  </a:cubicBezTo>
                  <a:cubicBezTo>
                    <a:pt x="5732" y="2676"/>
                    <a:pt x="5721" y="2578"/>
                    <a:pt x="5681" y="2538"/>
                  </a:cubicBezTo>
                  <a:cubicBezTo>
                    <a:pt x="5655" y="2511"/>
                    <a:pt x="5530" y="2490"/>
                    <a:pt x="5511" y="2461"/>
                  </a:cubicBezTo>
                  <a:cubicBezTo>
                    <a:pt x="5488" y="2428"/>
                    <a:pt x="5556" y="2357"/>
                    <a:pt x="5553" y="2322"/>
                  </a:cubicBezTo>
                  <a:cubicBezTo>
                    <a:pt x="5551" y="2289"/>
                    <a:pt x="5533" y="2224"/>
                    <a:pt x="5498" y="2199"/>
                  </a:cubicBezTo>
                  <a:cubicBezTo>
                    <a:pt x="5469" y="2178"/>
                    <a:pt x="5370" y="2169"/>
                    <a:pt x="5333" y="2154"/>
                  </a:cubicBezTo>
                  <a:cubicBezTo>
                    <a:pt x="5288" y="2135"/>
                    <a:pt x="5223" y="2082"/>
                    <a:pt x="5180" y="2062"/>
                  </a:cubicBezTo>
                  <a:cubicBezTo>
                    <a:pt x="5126" y="2038"/>
                    <a:pt x="5004" y="2000"/>
                    <a:pt x="4941" y="1985"/>
                  </a:cubicBezTo>
                  <a:cubicBezTo>
                    <a:pt x="4867" y="1969"/>
                    <a:pt x="4710" y="1957"/>
                    <a:pt x="4635" y="1943"/>
                  </a:cubicBezTo>
                  <a:cubicBezTo>
                    <a:pt x="4572" y="1932"/>
                    <a:pt x="4447" y="1909"/>
                    <a:pt x="4390" y="1891"/>
                  </a:cubicBezTo>
                  <a:cubicBezTo>
                    <a:pt x="4322" y="1870"/>
                    <a:pt x="4185" y="1822"/>
                    <a:pt x="4139" y="1786"/>
                  </a:cubicBezTo>
                  <a:cubicBezTo>
                    <a:pt x="4094" y="1751"/>
                    <a:pt x="4046" y="1665"/>
                    <a:pt x="4042" y="1621"/>
                  </a:cubicBezTo>
                  <a:cubicBezTo>
                    <a:pt x="4036" y="1574"/>
                    <a:pt x="4132" y="1481"/>
                    <a:pt x="4108" y="1436"/>
                  </a:cubicBezTo>
                  <a:cubicBezTo>
                    <a:pt x="4086" y="1392"/>
                    <a:pt x="3950" y="1331"/>
                    <a:pt x="3888" y="1303"/>
                  </a:cubicBezTo>
                  <a:cubicBezTo>
                    <a:pt x="3819" y="1271"/>
                    <a:pt x="3663" y="1219"/>
                    <a:pt x="3582" y="1198"/>
                  </a:cubicBezTo>
                  <a:cubicBezTo>
                    <a:pt x="3523" y="1183"/>
                    <a:pt x="3394" y="1171"/>
                    <a:pt x="3337" y="1152"/>
                  </a:cubicBezTo>
                  <a:cubicBezTo>
                    <a:pt x="3290" y="1137"/>
                    <a:pt x="3220" y="1086"/>
                    <a:pt x="3172" y="1072"/>
                  </a:cubicBezTo>
                  <a:cubicBezTo>
                    <a:pt x="3138" y="1062"/>
                    <a:pt x="3059" y="1060"/>
                    <a:pt x="3024" y="1051"/>
                  </a:cubicBezTo>
                  <a:cubicBezTo>
                    <a:pt x="2967" y="1036"/>
                    <a:pt x="2852" y="1001"/>
                    <a:pt x="2817" y="971"/>
                  </a:cubicBezTo>
                  <a:cubicBezTo>
                    <a:pt x="2800" y="956"/>
                    <a:pt x="2789" y="918"/>
                    <a:pt x="2792" y="900"/>
                  </a:cubicBezTo>
                  <a:cubicBezTo>
                    <a:pt x="2796" y="883"/>
                    <a:pt x="2830" y="855"/>
                    <a:pt x="2843" y="834"/>
                  </a:cubicBezTo>
                  <a:lnTo>
                    <a:pt x="9079" y="501"/>
                  </a:lnTo>
                  <a:lnTo>
                    <a:pt x="16859" y="0"/>
                  </a:lnTo>
                  <a:cubicBezTo>
                    <a:pt x="16861" y="77"/>
                    <a:pt x="16848" y="189"/>
                    <a:pt x="16842" y="250"/>
                  </a:cubicBezTo>
                  <a:cubicBezTo>
                    <a:pt x="16835" y="311"/>
                    <a:pt x="16809" y="433"/>
                    <a:pt x="16799" y="495"/>
                  </a:cubicBezTo>
                  <a:cubicBezTo>
                    <a:pt x="16789" y="555"/>
                    <a:pt x="16746" y="676"/>
                    <a:pt x="16762" y="736"/>
                  </a:cubicBezTo>
                  <a:cubicBezTo>
                    <a:pt x="16777" y="795"/>
                    <a:pt x="16874" y="903"/>
                    <a:pt x="16921" y="956"/>
                  </a:cubicBezTo>
                  <a:cubicBezTo>
                    <a:pt x="16971" y="1012"/>
                    <a:pt x="17086" y="1118"/>
                    <a:pt x="17148" y="1170"/>
                  </a:cubicBezTo>
                  <a:cubicBezTo>
                    <a:pt x="17211" y="1223"/>
                    <a:pt x="17337" y="1329"/>
                    <a:pt x="17412" y="1376"/>
                  </a:cubicBezTo>
                  <a:cubicBezTo>
                    <a:pt x="17459" y="1407"/>
                    <a:pt x="17573" y="1460"/>
                    <a:pt x="17625" y="1488"/>
                  </a:cubicBezTo>
                  <a:cubicBezTo>
                    <a:pt x="17665" y="1510"/>
                    <a:pt x="17751" y="1551"/>
                    <a:pt x="17784" y="1576"/>
                  </a:cubicBezTo>
                  <a:cubicBezTo>
                    <a:pt x="17819" y="1602"/>
                    <a:pt x="17863" y="1662"/>
                    <a:pt x="17889" y="1692"/>
                  </a:cubicBezTo>
                  <a:cubicBezTo>
                    <a:pt x="17912" y="1718"/>
                    <a:pt x="17955" y="1774"/>
                    <a:pt x="17980" y="1800"/>
                  </a:cubicBezTo>
                  <a:cubicBezTo>
                    <a:pt x="18002" y="1823"/>
                    <a:pt x="18056" y="1865"/>
                    <a:pt x="18078" y="1887"/>
                  </a:cubicBezTo>
                  <a:cubicBezTo>
                    <a:pt x="18099" y="1909"/>
                    <a:pt x="18126" y="1958"/>
                    <a:pt x="18152" y="1978"/>
                  </a:cubicBezTo>
                  <a:cubicBezTo>
                    <a:pt x="18178" y="1999"/>
                    <a:pt x="18262" y="2023"/>
                    <a:pt x="18287" y="2045"/>
                  </a:cubicBezTo>
                  <a:cubicBezTo>
                    <a:pt x="18335" y="2090"/>
                    <a:pt x="18348" y="2198"/>
                    <a:pt x="18378" y="2248"/>
                  </a:cubicBezTo>
                  <a:cubicBezTo>
                    <a:pt x="18415" y="2308"/>
                    <a:pt x="18514" y="2421"/>
                    <a:pt x="18562" y="2479"/>
                  </a:cubicBezTo>
                  <a:cubicBezTo>
                    <a:pt x="18602" y="2526"/>
                    <a:pt x="18687" y="2617"/>
                    <a:pt x="18728" y="2664"/>
                  </a:cubicBezTo>
                  <a:cubicBezTo>
                    <a:pt x="18754" y="2697"/>
                    <a:pt x="18785" y="2756"/>
                    <a:pt x="18821" y="2802"/>
                  </a:cubicBezTo>
                  <a:lnTo>
                    <a:pt x="20847" y="11810"/>
                  </a:lnTo>
                  <a:cubicBezTo>
                    <a:pt x="20847" y="11810"/>
                    <a:pt x="20851" y="11893"/>
                    <a:pt x="20828" y="11915"/>
                  </a:cubicBezTo>
                  <a:cubicBezTo>
                    <a:pt x="20807" y="11933"/>
                    <a:pt x="20729" y="11948"/>
                    <a:pt x="20701" y="11962"/>
                  </a:cubicBezTo>
                  <a:cubicBezTo>
                    <a:pt x="20663" y="11983"/>
                    <a:pt x="20597" y="12029"/>
                    <a:pt x="20576" y="12055"/>
                  </a:cubicBezTo>
                  <a:cubicBezTo>
                    <a:pt x="20548" y="12091"/>
                    <a:pt x="20519" y="12169"/>
                    <a:pt x="20527" y="12208"/>
                  </a:cubicBezTo>
                  <a:cubicBezTo>
                    <a:pt x="20534" y="12240"/>
                    <a:pt x="20589" y="12299"/>
                    <a:pt x="20619" y="12326"/>
                  </a:cubicBezTo>
                  <a:cubicBezTo>
                    <a:pt x="20646" y="12349"/>
                    <a:pt x="20733" y="12381"/>
                    <a:pt x="20750" y="12407"/>
                  </a:cubicBezTo>
                  <a:cubicBezTo>
                    <a:pt x="20764" y="12428"/>
                    <a:pt x="20760" y="12477"/>
                    <a:pt x="20746" y="12498"/>
                  </a:cubicBezTo>
                  <a:cubicBezTo>
                    <a:pt x="20722" y="12530"/>
                    <a:pt x="20626" y="12578"/>
                    <a:pt x="20589" y="12605"/>
                  </a:cubicBezTo>
                  <a:cubicBezTo>
                    <a:pt x="20553" y="12631"/>
                    <a:pt x="20461" y="12679"/>
                    <a:pt x="20451" y="12711"/>
                  </a:cubicBezTo>
                  <a:cubicBezTo>
                    <a:pt x="20440" y="12748"/>
                    <a:pt x="20483" y="12824"/>
                    <a:pt x="20518" y="12855"/>
                  </a:cubicBezTo>
                  <a:cubicBezTo>
                    <a:pt x="20555" y="12888"/>
                    <a:pt x="20676" y="12928"/>
                    <a:pt x="20729" y="12953"/>
                  </a:cubicBezTo>
                  <a:cubicBezTo>
                    <a:pt x="20768" y="12971"/>
                    <a:pt x="20856" y="13002"/>
                    <a:pt x="20883" y="13026"/>
                  </a:cubicBezTo>
                  <a:cubicBezTo>
                    <a:pt x="20908" y="13050"/>
                    <a:pt x="20928" y="13107"/>
                    <a:pt x="20931" y="13135"/>
                  </a:cubicBezTo>
                  <a:cubicBezTo>
                    <a:pt x="20935" y="13168"/>
                    <a:pt x="20890" y="13234"/>
                    <a:pt x="20904" y="13266"/>
                  </a:cubicBezTo>
                  <a:cubicBezTo>
                    <a:pt x="20911" y="13282"/>
                    <a:pt x="20941" y="13311"/>
                    <a:pt x="20964" y="13319"/>
                  </a:cubicBezTo>
                  <a:cubicBezTo>
                    <a:pt x="20998" y="13329"/>
                    <a:pt x="21079" y="13318"/>
                    <a:pt x="21115" y="13324"/>
                  </a:cubicBezTo>
                  <a:cubicBezTo>
                    <a:pt x="21155" y="13330"/>
                    <a:pt x="21232" y="13351"/>
                    <a:pt x="21257" y="13369"/>
                  </a:cubicBezTo>
                  <a:cubicBezTo>
                    <a:pt x="21299" y="13403"/>
                    <a:pt x="21308" y="13492"/>
                    <a:pt x="21307" y="13534"/>
                  </a:cubicBezTo>
                  <a:cubicBezTo>
                    <a:pt x="21307" y="13558"/>
                    <a:pt x="21288" y="13607"/>
                    <a:pt x="21273" y="13630"/>
                  </a:cubicBezTo>
                  <a:cubicBezTo>
                    <a:pt x="21257" y="13660"/>
                    <a:pt x="21180" y="13709"/>
                    <a:pt x="21173" y="13740"/>
                  </a:cubicBezTo>
                  <a:cubicBezTo>
                    <a:pt x="21168" y="13761"/>
                    <a:pt x="21187" y="13803"/>
                    <a:pt x="21207" y="13821"/>
                  </a:cubicBezTo>
                  <a:cubicBezTo>
                    <a:pt x="21232" y="13845"/>
                    <a:pt x="21331" y="13870"/>
                    <a:pt x="21360" y="13892"/>
                  </a:cubicBezTo>
                  <a:cubicBezTo>
                    <a:pt x="21385" y="13911"/>
                    <a:pt x="21400" y="13959"/>
                    <a:pt x="21418" y="13980"/>
                  </a:cubicBezTo>
                  <a:cubicBezTo>
                    <a:pt x="21437" y="14002"/>
                    <a:pt x="21495" y="14038"/>
                    <a:pt x="21513" y="14061"/>
                  </a:cubicBezTo>
                  <a:cubicBezTo>
                    <a:pt x="21544" y="14101"/>
                    <a:pt x="21589" y="14188"/>
                    <a:pt x="21589" y="14232"/>
                  </a:cubicBezTo>
                  <a:cubicBezTo>
                    <a:pt x="21589" y="14280"/>
                    <a:pt x="21545" y="14375"/>
                    <a:pt x="21507" y="14418"/>
                  </a:cubicBezTo>
                  <a:cubicBezTo>
                    <a:pt x="21487" y="14440"/>
                    <a:pt x="21426" y="14480"/>
                    <a:pt x="21390" y="14496"/>
                  </a:cubicBezTo>
                  <a:cubicBezTo>
                    <a:pt x="21359" y="14511"/>
                    <a:pt x="21286" y="14531"/>
                    <a:pt x="21250" y="14542"/>
                  </a:cubicBezTo>
                  <a:cubicBezTo>
                    <a:pt x="21224" y="14549"/>
                    <a:pt x="21168" y="14558"/>
                    <a:pt x="21146" y="14568"/>
                  </a:cubicBezTo>
                  <a:cubicBezTo>
                    <a:pt x="21112" y="14583"/>
                    <a:pt x="21048" y="14619"/>
                    <a:pt x="21033" y="14641"/>
                  </a:cubicBezTo>
                  <a:cubicBezTo>
                    <a:pt x="21009" y="14674"/>
                    <a:pt x="21031" y="14748"/>
                    <a:pt x="21027" y="14783"/>
                  </a:cubicBezTo>
                  <a:cubicBezTo>
                    <a:pt x="21022" y="14811"/>
                    <a:pt x="21014" y="14867"/>
                    <a:pt x="20998" y="14894"/>
                  </a:cubicBezTo>
                  <a:cubicBezTo>
                    <a:pt x="20990" y="14910"/>
                    <a:pt x="20943" y="14937"/>
                    <a:pt x="20941" y="14955"/>
                  </a:cubicBezTo>
                  <a:cubicBezTo>
                    <a:pt x="20940" y="14969"/>
                    <a:pt x="20979" y="14993"/>
                    <a:pt x="20977" y="15007"/>
                  </a:cubicBezTo>
                  <a:cubicBezTo>
                    <a:pt x="20974" y="15029"/>
                    <a:pt x="20901" y="15061"/>
                    <a:pt x="20901" y="15082"/>
                  </a:cubicBezTo>
                  <a:cubicBezTo>
                    <a:pt x="20900" y="15102"/>
                    <a:pt x="20961" y="15132"/>
                    <a:pt x="20969" y="15151"/>
                  </a:cubicBezTo>
                  <a:cubicBezTo>
                    <a:pt x="20974" y="15166"/>
                    <a:pt x="20981" y="15201"/>
                    <a:pt x="20964" y="15214"/>
                  </a:cubicBezTo>
                  <a:cubicBezTo>
                    <a:pt x="20949" y="15226"/>
                    <a:pt x="20886" y="15225"/>
                    <a:pt x="20868" y="15235"/>
                  </a:cubicBezTo>
                  <a:cubicBezTo>
                    <a:pt x="20840" y="15248"/>
                    <a:pt x="20826" y="15294"/>
                    <a:pt x="20797" y="15305"/>
                  </a:cubicBezTo>
                  <a:cubicBezTo>
                    <a:pt x="20770" y="15315"/>
                    <a:pt x="20700" y="15305"/>
                    <a:pt x="20671" y="15312"/>
                  </a:cubicBezTo>
                  <a:cubicBezTo>
                    <a:pt x="20634" y="15321"/>
                    <a:pt x="20557" y="15349"/>
                    <a:pt x="20548" y="15371"/>
                  </a:cubicBezTo>
                  <a:cubicBezTo>
                    <a:pt x="20538" y="15397"/>
                    <a:pt x="20617" y="15443"/>
                    <a:pt x="20625" y="15469"/>
                  </a:cubicBezTo>
                  <a:cubicBezTo>
                    <a:pt x="20634" y="15495"/>
                    <a:pt x="20627" y="15547"/>
                    <a:pt x="20615" y="15572"/>
                  </a:cubicBezTo>
                  <a:cubicBezTo>
                    <a:pt x="20603" y="15602"/>
                    <a:pt x="20548" y="15657"/>
                    <a:pt x="20524" y="15684"/>
                  </a:cubicBezTo>
                  <a:cubicBezTo>
                    <a:pt x="20499" y="15712"/>
                    <a:pt x="20455" y="15771"/>
                    <a:pt x="20417" y="15793"/>
                  </a:cubicBezTo>
                  <a:cubicBezTo>
                    <a:pt x="20379" y="15815"/>
                    <a:pt x="20253" y="15828"/>
                    <a:pt x="20230" y="15856"/>
                  </a:cubicBezTo>
                  <a:cubicBezTo>
                    <a:pt x="20211" y="15880"/>
                    <a:pt x="20265" y="15934"/>
                    <a:pt x="20264" y="15961"/>
                  </a:cubicBezTo>
                  <a:cubicBezTo>
                    <a:pt x="20264" y="15988"/>
                    <a:pt x="20246" y="16045"/>
                    <a:pt x="20222" y="16068"/>
                  </a:cubicBezTo>
                  <a:cubicBezTo>
                    <a:pt x="20204" y="16083"/>
                    <a:pt x="20155" y="16113"/>
                    <a:pt x="20122" y="16113"/>
                  </a:cubicBezTo>
                  <a:cubicBezTo>
                    <a:pt x="20093" y="16114"/>
                    <a:pt x="20052" y="16067"/>
                    <a:pt x="20022" y="16071"/>
                  </a:cubicBezTo>
                  <a:cubicBezTo>
                    <a:pt x="19982" y="16076"/>
                    <a:pt x="19970" y="16134"/>
                    <a:pt x="19942" y="16151"/>
                  </a:cubicBezTo>
                  <a:cubicBezTo>
                    <a:pt x="19928" y="16161"/>
                    <a:pt x="19892" y="16185"/>
                    <a:pt x="19870" y="16185"/>
                  </a:cubicBezTo>
                  <a:cubicBezTo>
                    <a:pt x="19822" y="16185"/>
                    <a:pt x="19770" y="16112"/>
                    <a:pt x="19726" y="16118"/>
                  </a:cubicBezTo>
                  <a:cubicBezTo>
                    <a:pt x="19679" y="16124"/>
                    <a:pt x="19647" y="16189"/>
                    <a:pt x="19645" y="16216"/>
                  </a:cubicBezTo>
                  <a:cubicBezTo>
                    <a:pt x="19645" y="16233"/>
                    <a:pt x="19693" y="16261"/>
                    <a:pt x="19691" y="16277"/>
                  </a:cubicBezTo>
                  <a:cubicBezTo>
                    <a:pt x="19690" y="16303"/>
                    <a:pt x="19633" y="16346"/>
                    <a:pt x="19604" y="16365"/>
                  </a:cubicBezTo>
                  <a:cubicBezTo>
                    <a:pt x="19576" y="16382"/>
                    <a:pt x="19483" y="16395"/>
                    <a:pt x="19475" y="16418"/>
                  </a:cubicBezTo>
                  <a:cubicBezTo>
                    <a:pt x="19464" y="16442"/>
                    <a:pt x="19525" y="16490"/>
                    <a:pt x="19557" y="16506"/>
                  </a:cubicBezTo>
                  <a:cubicBezTo>
                    <a:pt x="19586" y="16521"/>
                    <a:pt x="19669" y="16527"/>
                    <a:pt x="19701" y="16538"/>
                  </a:cubicBezTo>
                  <a:cubicBezTo>
                    <a:pt x="19741" y="16553"/>
                    <a:pt x="19812" y="16588"/>
                    <a:pt x="19838" y="16610"/>
                  </a:cubicBezTo>
                  <a:cubicBezTo>
                    <a:pt x="19859" y="16627"/>
                    <a:pt x="19898" y="16665"/>
                    <a:pt x="19896" y="16685"/>
                  </a:cubicBezTo>
                  <a:cubicBezTo>
                    <a:pt x="19896" y="16711"/>
                    <a:pt x="19856" y="16763"/>
                    <a:pt x="19821" y="16780"/>
                  </a:cubicBezTo>
                  <a:cubicBezTo>
                    <a:pt x="19780" y="16798"/>
                    <a:pt x="19662" y="16791"/>
                    <a:pt x="19621" y="16809"/>
                  </a:cubicBezTo>
                  <a:cubicBezTo>
                    <a:pt x="19584" y="16827"/>
                    <a:pt x="19537" y="16880"/>
                    <a:pt x="19539" y="16907"/>
                  </a:cubicBezTo>
                  <a:cubicBezTo>
                    <a:pt x="19540" y="16927"/>
                    <a:pt x="19597" y="16958"/>
                    <a:pt x="19604" y="16978"/>
                  </a:cubicBezTo>
                  <a:cubicBezTo>
                    <a:pt x="19608" y="16996"/>
                    <a:pt x="19600" y="17033"/>
                    <a:pt x="19584" y="17049"/>
                  </a:cubicBezTo>
                  <a:cubicBezTo>
                    <a:pt x="19569" y="17066"/>
                    <a:pt x="19504" y="17082"/>
                    <a:pt x="19486" y="17098"/>
                  </a:cubicBezTo>
                  <a:cubicBezTo>
                    <a:pt x="19460" y="17124"/>
                    <a:pt x="19421" y="17186"/>
                    <a:pt x="19439" y="17214"/>
                  </a:cubicBezTo>
                  <a:cubicBezTo>
                    <a:pt x="19454" y="17242"/>
                    <a:pt x="19585" y="17261"/>
                    <a:pt x="19604" y="17289"/>
                  </a:cubicBezTo>
                  <a:cubicBezTo>
                    <a:pt x="19630" y="17333"/>
                    <a:pt x="19568" y="17429"/>
                    <a:pt x="19535" y="17473"/>
                  </a:cubicBezTo>
                  <a:cubicBezTo>
                    <a:pt x="19522" y="17490"/>
                    <a:pt x="19468" y="17517"/>
                    <a:pt x="19462" y="17535"/>
                  </a:cubicBezTo>
                  <a:cubicBezTo>
                    <a:pt x="19454" y="17568"/>
                    <a:pt x="19534" y="17628"/>
                    <a:pt x="19533" y="17661"/>
                  </a:cubicBezTo>
                  <a:cubicBezTo>
                    <a:pt x="19532" y="17682"/>
                    <a:pt x="19489" y="17717"/>
                    <a:pt x="19481" y="17736"/>
                  </a:cubicBezTo>
                  <a:cubicBezTo>
                    <a:pt x="19468" y="17765"/>
                    <a:pt x="19449" y="17823"/>
                    <a:pt x="19462" y="17851"/>
                  </a:cubicBezTo>
                  <a:cubicBezTo>
                    <a:pt x="19471" y="17869"/>
                    <a:pt x="19532" y="17897"/>
                    <a:pt x="19541" y="17915"/>
                  </a:cubicBezTo>
                  <a:cubicBezTo>
                    <a:pt x="19553" y="17935"/>
                    <a:pt x="19525" y="17980"/>
                    <a:pt x="19539" y="17999"/>
                  </a:cubicBezTo>
                  <a:cubicBezTo>
                    <a:pt x="19543" y="18006"/>
                    <a:pt x="19556" y="18015"/>
                    <a:pt x="19570" y="18023"/>
                  </a:cubicBezTo>
                  <a:cubicBezTo>
                    <a:pt x="19597" y="18036"/>
                    <a:pt x="19627" y="18050"/>
                    <a:pt x="19636" y="18062"/>
                  </a:cubicBezTo>
                  <a:cubicBezTo>
                    <a:pt x="19649" y="18081"/>
                    <a:pt x="19645" y="18122"/>
                    <a:pt x="19640" y="18141"/>
                  </a:cubicBezTo>
                  <a:cubicBezTo>
                    <a:pt x="19628" y="18179"/>
                    <a:pt x="19590" y="18256"/>
                    <a:pt x="19548" y="18286"/>
                  </a:cubicBezTo>
                  <a:cubicBezTo>
                    <a:pt x="19508" y="18314"/>
                    <a:pt x="19388" y="18343"/>
                    <a:pt x="19339" y="18367"/>
                  </a:cubicBezTo>
                  <a:cubicBezTo>
                    <a:pt x="19304" y="18384"/>
                    <a:pt x="19239" y="18424"/>
                    <a:pt x="19211" y="18445"/>
                  </a:cubicBezTo>
                  <a:cubicBezTo>
                    <a:pt x="19174" y="18474"/>
                    <a:pt x="19105" y="18535"/>
                    <a:pt x="19088" y="18570"/>
                  </a:cubicBezTo>
                  <a:cubicBezTo>
                    <a:pt x="19070" y="18605"/>
                    <a:pt x="19058" y="18683"/>
                    <a:pt x="19076" y="18718"/>
                  </a:cubicBezTo>
                  <a:cubicBezTo>
                    <a:pt x="19091" y="18748"/>
                    <a:pt x="19176" y="18792"/>
                    <a:pt x="19198" y="18820"/>
                  </a:cubicBezTo>
                  <a:cubicBezTo>
                    <a:pt x="19219" y="18846"/>
                    <a:pt x="19216" y="18908"/>
                    <a:pt x="19248" y="18930"/>
                  </a:cubicBezTo>
                  <a:cubicBezTo>
                    <a:pt x="19293" y="18963"/>
                    <a:pt x="19450" y="18983"/>
                    <a:pt x="19511" y="19007"/>
                  </a:cubicBezTo>
                  <a:cubicBezTo>
                    <a:pt x="19563" y="19028"/>
                    <a:pt x="19677" y="19072"/>
                    <a:pt x="19704" y="19105"/>
                  </a:cubicBezTo>
                  <a:cubicBezTo>
                    <a:pt x="19735" y="19144"/>
                    <a:pt x="19747" y="19239"/>
                    <a:pt x="19706" y="19275"/>
                  </a:cubicBezTo>
                  <a:cubicBezTo>
                    <a:pt x="19678" y="19301"/>
                    <a:pt x="19563" y="19316"/>
                    <a:pt x="19514" y="19327"/>
                  </a:cubicBezTo>
                  <a:cubicBezTo>
                    <a:pt x="19440" y="19344"/>
                    <a:pt x="19288" y="19372"/>
                    <a:pt x="19211" y="19383"/>
                  </a:cubicBezTo>
                  <a:cubicBezTo>
                    <a:pt x="19134" y="19395"/>
                    <a:pt x="18976" y="19409"/>
                    <a:pt x="18900" y="19422"/>
                  </a:cubicBezTo>
                  <a:cubicBezTo>
                    <a:pt x="18799" y="19438"/>
                    <a:pt x="18599" y="19472"/>
                    <a:pt x="18509" y="19502"/>
                  </a:cubicBezTo>
                  <a:cubicBezTo>
                    <a:pt x="18469" y="19516"/>
                    <a:pt x="18398" y="19555"/>
                    <a:pt x="18365" y="19576"/>
                  </a:cubicBezTo>
                  <a:cubicBezTo>
                    <a:pt x="18336" y="19594"/>
                    <a:pt x="18299" y="19641"/>
                    <a:pt x="18262" y="19655"/>
                  </a:cubicBezTo>
                  <a:cubicBezTo>
                    <a:pt x="18241" y="19663"/>
                    <a:pt x="18186" y="19673"/>
                    <a:pt x="18161" y="19670"/>
                  </a:cubicBezTo>
                  <a:cubicBezTo>
                    <a:pt x="18136" y="19668"/>
                    <a:pt x="18102" y="19640"/>
                    <a:pt x="18078" y="19635"/>
                  </a:cubicBezTo>
                  <a:cubicBezTo>
                    <a:pt x="18044" y="19628"/>
                    <a:pt x="17967" y="19624"/>
                    <a:pt x="17931" y="19630"/>
                  </a:cubicBezTo>
                  <a:cubicBezTo>
                    <a:pt x="17882" y="19638"/>
                    <a:pt x="17796" y="19676"/>
                    <a:pt x="17764" y="19699"/>
                  </a:cubicBezTo>
                  <a:cubicBezTo>
                    <a:pt x="17729" y="19721"/>
                    <a:pt x="17678" y="19777"/>
                    <a:pt x="17665" y="19807"/>
                  </a:cubicBezTo>
                  <a:cubicBezTo>
                    <a:pt x="17649" y="19848"/>
                    <a:pt x="17693" y="19936"/>
                    <a:pt x="17674" y="19976"/>
                  </a:cubicBezTo>
                  <a:cubicBezTo>
                    <a:pt x="17658" y="20011"/>
                    <a:pt x="17563" y="20063"/>
                    <a:pt x="17545" y="20097"/>
                  </a:cubicBezTo>
                  <a:cubicBezTo>
                    <a:pt x="17532" y="20126"/>
                    <a:pt x="17534" y="20189"/>
                    <a:pt x="17545" y="20218"/>
                  </a:cubicBezTo>
                  <a:cubicBezTo>
                    <a:pt x="17558" y="20248"/>
                    <a:pt x="17607" y="20302"/>
                    <a:pt x="17640" y="20326"/>
                  </a:cubicBezTo>
                  <a:cubicBezTo>
                    <a:pt x="17697" y="20368"/>
                    <a:pt x="17845" y="20430"/>
                    <a:pt x="17916" y="20463"/>
                  </a:cubicBezTo>
                  <a:cubicBezTo>
                    <a:pt x="17954" y="20481"/>
                    <a:pt x="18047" y="20507"/>
                    <a:pt x="18073" y="20531"/>
                  </a:cubicBezTo>
                  <a:cubicBezTo>
                    <a:pt x="18110" y="20566"/>
                    <a:pt x="18117" y="20650"/>
                    <a:pt x="18124" y="20690"/>
                  </a:cubicBezTo>
                  <a:cubicBezTo>
                    <a:pt x="18133" y="20738"/>
                    <a:pt x="18153" y="20835"/>
                    <a:pt x="18131" y="20881"/>
                  </a:cubicBezTo>
                  <a:cubicBezTo>
                    <a:pt x="18113" y="20919"/>
                    <a:pt x="18044" y="20993"/>
                    <a:pt x="17987" y="21016"/>
                  </a:cubicBezTo>
                  <a:cubicBezTo>
                    <a:pt x="17924" y="21041"/>
                    <a:pt x="17765" y="21051"/>
                    <a:pt x="17689" y="21051"/>
                  </a:cubicBezTo>
                  <a:cubicBezTo>
                    <a:pt x="17623" y="21051"/>
                    <a:pt x="17484" y="21038"/>
                    <a:pt x="17427" y="21017"/>
                  </a:cubicBezTo>
                  <a:cubicBezTo>
                    <a:pt x="17372" y="20998"/>
                    <a:pt x="17320" y="20925"/>
                    <a:pt x="17267" y="20905"/>
                  </a:cubicBezTo>
                  <a:cubicBezTo>
                    <a:pt x="17192" y="20878"/>
                    <a:pt x="17006" y="20871"/>
                    <a:pt x="16921" y="20855"/>
                  </a:cubicBezTo>
                  <a:cubicBezTo>
                    <a:pt x="16879" y="20846"/>
                    <a:pt x="16799" y="20821"/>
                    <a:pt x="16756" y="20815"/>
                  </a:cubicBezTo>
                  <a:cubicBezTo>
                    <a:pt x="16704" y="20807"/>
                    <a:pt x="16595" y="20806"/>
                    <a:pt x="16543" y="20802"/>
                  </a:cubicBezTo>
                  <a:cubicBezTo>
                    <a:pt x="16493" y="20798"/>
                    <a:pt x="16389" y="20800"/>
                    <a:pt x="16346" y="20785"/>
                  </a:cubicBezTo>
                  <a:cubicBezTo>
                    <a:pt x="16316" y="20775"/>
                    <a:pt x="16293" y="20734"/>
                    <a:pt x="16266" y="20722"/>
                  </a:cubicBezTo>
                  <a:cubicBezTo>
                    <a:pt x="16222" y="20702"/>
                    <a:pt x="16112" y="20684"/>
                    <a:pt x="16058" y="20673"/>
                  </a:cubicBezTo>
                  <a:cubicBezTo>
                    <a:pt x="15995" y="20660"/>
                    <a:pt x="15865" y="20640"/>
                    <a:pt x="15801" y="20627"/>
                  </a:cubicBezTo>
                  <a:cubicBezTo>
                    <a:pt x="15746" y="20617"/>
                    <a:pt x="15640" y="20588"/>
                    <a:pt x="15584" y="20580"/>
                  </a:cubicBezTo>
                  <a:cubicBezTo>
                    <a:pt x="15516" y="20571"/>
                    <a:pt x="15374" y="20562"/>
                    <a:pt x="15305" y="20564"/>
                  </a:cubicBezTo>
                  <a:cubicBezTo>
                    <a:pt x="15251" y="20566"/>
                    <a:pt x="15143" y="20576"/>
                    <a:pt x="15094" y="20589"/>
                  </a:cubicBezTo>
                  <a:cubicBezTo>
                    <a:pt x="15043" y="20602"/>
                    <a:pt x="14959" y="20645"/>
                    <a:pt x="14916" y="20664"/>
                  </a:cubicBezTo>
                  <a:cubicBezTo>
                    <a:pt x="14876" y="20683"/>
                    <a:pt x="14791" y="20717"/>
                    <a:pt x="14757" y="20739"/>
                  </a:cubicBezTo>
                  <a:cubicBezTo>
                    <a:pt x="14716" y="20767"/>
                    <a:pt x="14653" y="20832"/>
                    <a:pt x="14628" y="20865"/>
                  </a:cubicBezTo>
                  <a:cubicBezTo>
                    <a:pt x="14600" y="20907"/>
                    <a:pt x="14589" y="20998"/>
                    <a:pt x="14558" y="21038"/>
                  </a:cubicBezTo>
                  <a:cubicBezTo>
                    <a:pt x="14542" y="21061"/>
                    <a:pt x="14498" y="21103"/>
                    <a:pt x="14470" y="21121"/>
                  </a:cubicBezTo>
                  <a:cubicBezTo>
                    <a:pt x="14435" y="21142"/>
                    <a:pt x="14343" y="21170"/>
                    <a:pt x="14307" y="21190"/>
                  </a:cubicBezTo>
                  <a:cubicBezTo>
                    <a:pt x="14289" y="21201"/>
                    <a:pt x="14252" y="21224"/>
                    <a:pt x="14244" y="21238"/>
                  </a:cubicBezTo>
                  <a:cubicBezTo>
                    <a:pt x="14230" y="21261"/>
                    <a:pt x="14244" y="21312"/>
                    <a:pt x="14244" y="21336"/>
                  </a:cubicBezTo>
                  <a:cubicBezTo>
                    <a:pt x="14244" y="21361"/>
                    <a:pt x="14256" y="21412"/>
                    <a:pt x="14237" y="21434"/>
                  </a:cubicBezTo>
                  <a:cubicBezTo>
                    <a:pt x="14223" y="21449"/>
                    <a:pt x="14172" y="21459"/>
                    <a:pt x="14133" y="21472"/>
                  </a:cubicBezTo>
                  <a:cubicBezTo>
                    <a:pt x="14107" y="21452"/>
                    <a:pt x="14076" y="21433"/>
                    <a:pt x="14057" y="21422"/>
                  </a:cubicBezTo>
                  <a:cubicBezTo>
                    <a:pt x="14033" y="21410"/>
                    <a:pt x="13974" y="21395"/>
                    <a:pt x="13952" y="21382"/>
                  </a:cubicBezTo>
                  <a:cubicBezTo>
                    <a:pt x="13926" y="21366"/>
                    <a:pt x="13906" y="21320"/>
                    <a:pt x="13876" y="21308"/>
                  </a:cubicBezTo>
                  <a:cubicBezTo>
                    <a:pt x="13836" y="21292"/>
                    <a:pt x="13732" y="21288"/>
                    <a:pt x="13683" y="21289"/>
                  </a:cubicBezTo>
                  <a:cubicBezTo>
                    <a:pt x="13655" y="21290"/>
                    <a:pt x="13597" y="21296"/>
                    <a:pt x="13576" y="21306"/>
                  </a:cubicBezTo>
                  <a:cubicBezTo>
                    <a:pt x="13555" y="21317"/>
                    <a:pt x="13521" y="21353"/>
                    <a:pt x="13533" y="21368"/>
                  </a:cubicBezTo>
                  <a:cubicBezTo>
                    <a:pt x="13549" y="21388"/>
                    <a:pt x="13642" y="21387"/>
                    <a:pt x="13679" y="21394"/>
                  </a:cubicBezTo>
                  <a:cubicBezTo>
                    <a:pt x="13709" y="21399"/>
                    <a:pt x="13778" y="21402"/>
                    <a:pt x="13799" y="21415"/>
                  </a:cubicBezTo>
                  <a:cubicBezTo>
                    <a:pt x="13823" y="21430"/>
                    <a:pt x="13828" y="21475"/>
                    <a:pt x="13827" y="21495"/>
                  </a:cubicBezTo>
                  <a:cubicBezTo>
                    <a:pt x="13825" y="21517"/>
                    <a:pt x="13815" y="21565"/>
                    <a:pt x="13786" y="21579"/>
                  </a:cubicBezTo>
                  <a:cubicBezTo>
                    <a:pt x="13761" y="21592"/>
                    <a:pt x="13684" y="21600"/>
                    <a:pt x="13652" y="21593"/>
                  </a:cubicBezTo>
                  <a:cubicBezTo>
                    <a:pt x="13608" y="21584"/>
                    <a:pt x="13571" y="21525"/>
                    <a:pt x="13533" y="21509"/>
                  </a:cubicBezTo>
                  <a:cubicBezTo>
                    <a:pt x="13497" y="21493"/>
                    <a:pt x="13406" y="21478"/>
                    <a:pt x="13361" y="21471"/>
                  </a:cubicBezTo>
                  <a:cubicBezTo>
                    <a:pt x="13313" y="21463"/>
                    <a:pt x="13204" y="21470"/>
                    <a:pt x="13163" y="21453"/>
                  </a:cubicBezTo>
                  <a:cubicBezTo>
                    <a:pt x="13128" y="21439"/>
                    <a:pt x="13087" y="21393"/>
                    <a:pt x="13082" y="21369"/>
                  </a:cubicBezTo>
                  <a:cubicBezTo>
                    <a:pt x="13080" y="21346"/>
                    <a:pt x="13138" y="21302"/>
                    <a:pt x="13134" y="21278"/>
                  </a:cubicBezTo>
                  <a:cubicBezTo>
                    <a:pt x="13132" y="21255"/>
                    <a:pt x="13092" y="21212"/>
                    <a:pt x="13064" y="21195"/>
                  </a:cubicBezTo>
                  <a:cubicBezTo>
                    <a:pt x="13038" y="21177"/>
                    <a:pt x="12955" y="21162"/>
                    <a:pt x="12927" y="21145"/>
                  </a:cubicBezTo>
                  <a:cubicBezTo>
                    <a:pt x="12872" y="21112"/>
                    <a:pt x="12815" y="21024"/>
                    <a:pt x="12771" y="20986"/>
                  </a:cubicBezTo>
                  <a:cubicBezTo>
                    <a:pt x="12740" y="20960"/>
                    <a:pt x="12656" y="20914"/>
                    <a:pt x="12633" y="20885"/>
                  </a:cubicBezTo>
                  <a:cubicBezTo>
                    <a:pt x="12614" y="20862"/>
                    <a:pt x="12602" y="20811"/>
                    <a:pt x="12596" y="20787"/>
                  </a:cubicBezTo>
                  <a:cubicBezTo>
                    <a:pt x="12591" y="20763"/>
                    <a:pt x="12607" y="20712"/>
                    <a:pt x="12591" y="20690"/>
                  </a:cubicBezTo>
                  <a:cubicBezTo>
                    <a:pt x="12579" y="20677"/>
                    <a:pt x="12538" y="20654"/>
                    <a:pt x="12513" y="20648"/>
                  </a:cubicBezTo>
                  <a:cubicBezTo>
                    <a:pt x="12486" y="20642"/>
                    <a:pt x="12423" y="20658"/>
                    <a:pt x="12397" y="20650"/>
                  </a:cubicBezTo>
                  <a:cubicBezTo>
                    <a:pt x="12376" y="20644"/>
                    <a:pt x="12355" y="20616"/>
                    <a:pt x="12342" y="20605"/>
                  </a:cubicBezTo>
                  <a:cubicBezTo>
                    <a:pt x="12322" y="20587"/>
                    <a:pt x="12275" y="20555"/>
                    <a:pt x="12265" y="20534"/>
                  </a:cubicBezTo>
                  <a:cubicBezTo>
                    <a:pt x="12255" y="20508"/>
                    <a:pt x="12271" y="20450"/>
                    <a:pt x="12287" y="20424"/>
                  </a:cubicBezTo>
                  <a:cubicBezTo>
                    <a:pt x="12306" y="20395"/>
                    <a:pt x="12362" y="20337"/>
                    <a:pt x="12409" y="20321"/>
                  </a:cubicBezTo>
                  <a:cubicBezTo>
                    <a:pt x="12449" y="20308"/>
                    <a:pt x="12553" y="20327"/>
                    <a:pt x="12593" y="20314"/>
                  </a:cubicBezTo>
                  <a:cubicBezTo>
                    <a:pt x="12620" y="20305"/>
                    <a:pt x="12647" y="20272"/>
                    <a:pt x="12664" y="20256"/>
                  </a:cubicBezTo>
                  <a:cubicBezTo>
                    <a:pt x="12685" y="20237"/>
                    <a:pt x="12730" y="20197"/>
                    <a:pt x="12735" y="20174"/>
                  </a:cubicBezTo>
                  <a:cubicBezTo>
                    <a:pt x="12742" y="20120"/>
                    <a:pt x="12678" y="20014"/>
                    <a:pt x="12630" y="19968"/>
                  </a:cubicBezTo>
                  <a:cubicBezTo>
                    <a:pt x="12591" y="19930"/>
                    <a:pt x="12459" y="19878"/>
                    <a:pt x="12407" y="19845"/>
                  </a:cubicBezTo>
                  <a:cubicBezTo>
                    <a:pt x="12355" y="19813"/>
                    <a:pt x="12255" y="19746"/>
                    <a:pt x="12210" y="19711"/>
                  </a:cubicBezTo>
                  <a:cubicBezTo>
                    <a:pt x="12163" y="19672"/>
                    <a:pt x="12069" y="19595"/>
                    <a:pt x="12040" y="19551"/>
                  </a:cubicBezTo>
                  <a:cubicBezTo>
                    <a:pt x="12019" y="19522"/>
                    <a:pt x="11981" y="19459"/>
                    <a:pt x="11996" y="19429"/>
                  </a:cubicBezTo>
                  <a:cubicBezTo>
                    <a:pt x="12004" y="19414"/>
                    <a:pt x="12045" y="19387"/>
                    <a:pt x="12072" y="19383"/>
                  </a:cubicBezTo>
                  <a:cubicBezTo>
                    <a:pt x="12106" y="19379"/>
                    <a:pt x="12169" y="19420"/>
                    <a:pt x="12198" y="19411"/>
                  </a:cubicBezTo>
                  <a:cubicBezTo>
                    <a:pt x="12233" y="19401"/>
                    <a:pt x="12241" y="19346"/>
                    <a:pt x="12239" y="19324"/>
                  </a:cubicBezTo>
                  <a:cubicBezTo>
                    <a:pt x="12234" y="19299"/>
                    <a:pt x="12194" y="19253"/>
                    <a:pt x="12165" y="19235"/>
                  </a:cubicBezTo>
                  <a:cubicBezTo>
                    <a:pt x="12141" y="19220"/>
                    <a:pt x="12068" y="19208"/>
                    <a:pt x="12045" y="19193"/>
                  </a:cubicBezTo>
                  <a:cubicBezTo>
                    <a:pt x="12019" y="19174"/>
                    <a:pt x="11990" y="19112"/>
                    <a:pt x="11990" y="19103"/>
                  </a:cubicBezTo>
                  <a:cubicBezTo>
                    <a:pt x="11990" y="19095"/>
                    <a:pt x="12000" y="19027"/>
                    <a:pt x="11981" y="19005"/>
                  </a:cubicBezTo>
                  <a:cubicBezTo>
                    <a:pt x="11956" y="18978"/>
                    <a:pt x="11861" y="18939"/>
                    <a:pt x="11810" y="18929"/>
                  </a:cubicBezTo>
                  <a:cubicBezTo>
                    <a:pt x="11774" y="18921"/>
                    <a:pt x="11693" y="18936"/>
                    <a:pt x="11660" y="18926"/>
                  </a:cubicBezTo>
                  <a:cubicBezTo>
                    <a:pt x="11620" y="18916"/>
                    <a:pt x="11581" y="18865"/>
                    <a:pt x="11546" y="18849"/>
                  </a:cubicBezTo>
                  <a:cubicBezTo>
                    <a:pt x="11521" y="18838"/>
                    <a:pt x="11459" y="18820"/>
                    <a:pt x="11426" y="18816"/>
                  </a:cubicBezTo>
                  <a:cubicBezTo>
                    <a:pt x="11377" y="18810"/>
                    <a:pt x="11264" y="18833"/>
                    <a:pt x="11219" y="18818"/>
                  </a:cubicBezTo>
                  <a:cubicBezTo>
                    <a:pt x="11190" y="18809"/>
                    <a:pt x="11164" y="18771"/>
                    <a:pt x="11151" y="18753"/>
                  </a:cubicBezTo>
                  <a:cubicBezTo>
                    <a:pt x="11133" y="18727"/>
                    <a:pt x="11122" y="18670"/>
                    <a:pt x="11099" y="18645"/>
                  </a:cubicBezTo>
                  <a:cubicBezTo>
                    <a:pt x="11084" y="18628"/>
                    <a:pt x="11043" y="18598"/>
                    <a:pt x="11018" y="18587"/>
                  </a:cubicBezTo>
                  <a:cubicBezTo>
                    <a:pt x="10982" y="18573"/>
                    <a:pt x="10885" y="18572"/>
                    <a:pt x="10848" y="18557"/>
                  </a:cubicBezTo>
                  <a:cubicBezTo>
                    <a:pt x="10813" y="18544"/>
                    <a:pt x="10775" y="18497"/>
                    <a:pt x="10741" y="18482"/>
                  </a:cubicBezTo>
                  <a:cubicBezTo>
                    <a:pt x="10712" y="18469"/>
                    <a:pt x="10641" y="18448"/>
                    <a:pt x="10603" y="18447"/>
                  </a:cubicBezTo>
                  <a:cubicBezTo>
                    <a:pt x="10570" y="18446"/>
                    <a:pt x="10508" y="18474"/>
                    <a:pt x="10474" y="18472"/>
                  </a:cubicBezTo>
                  <a:cubicBezTo>
                    <a:pt x="10451" y="18470"/>
                    <a:pt x="10408" y="18453"/>
                    <a:pt x="10395" y="18442"/>
                  </a:cubicBezTo>
                  <a:cubicBezTo>
                    <a:pt x="10370" y="18418"/>
                    <a:pt x="10408" y="18354"/>
                    <a:pt x="10380" y="18332"/>
                  </a:cubicBezTo>
                  <a:cubicBezTo>
                    <a:pt x="10358" y="18314"/>
                    <a:pt x="10279" y="18304"/>
                    <a:pt x="10246" y="18295"/>
                  </a:cubicBezTo>
                  <a:cubicBezTo>
                    <a:pt x="10200" y="18283"/>
                    <a:pt x="10109" y="18238"/>
                    <a:pt x="10061" y="18248"/>
                  </a:cubicBezTo>
                  <a:cubicBezTo>
                    <a:pt x="10030" y="18254"/>
                    <a:pt x="10016" y="18298"/>
                    <a:pt x="10003" y="18316"/>
                  </a:cubicBezTo>
                  <a:cubicBezTo>
                    <a:pt x="9992" y="18333"/>
                    <a:pt x="9983" y="18370"/>
                    <a:pt x="9964" y="18384"/>
                  </a:cubicBezTo>
                  <a:cubicBezTo>
                    <a:pt x="9928" y="18410"/>
                    <a:pt x="9826" y="18451"/>
                    <a:pt x="9768" y="18454"/>
                  </a:cubicBezTo>
                  <a:cubicBezTo>
                    <a:pt x="9709" y="18457"/>
                    <a:pt x="9595" y="18424"/>
                    <a:pt x="9552" y="18402"/>
                  </a:cubicBezTo>
                  <a:cubicBezTo>
                    <a:pt x="9512" y="18382"/>
                    <a:pt x="9459" y="18329"/>
                    <a:pt x="9443" y="18302"/>
                  </a:cubicBezTo>
                  <a:cubicBezTo>
                    <a:pt x="9432" y="18282"/>
                    <a:pt x="9409" y="18234"/>
                    <a:pt x="9432" y="18216"/>
                  </a:cubicBezTo>
                  <a:cubicBezTo>
                    <a:pt x="9453" y="18199"/>
                    <a:pt x="9566" y="18195"/>
                    <a:pt x="9574" y="18192"/>
                  </a:cubicBezTo>
                  <a:cubicBezTo>
                    <a:pt x="9584" y="18188"/>
                    <a:pt x="9675" y="18150"/>
                    <a:pt x="9676" y="18129"/>
                  </a:cubicBezTo>
                  <a:cubicBezTo>
                    <a:pt x="9677" y="18106"/>
                    <a:pt x="9611" y="18067"/>
                    <a:pt x="9574" y="18057"/>
                  </a:cubicBezTo>
                  <a:cubicBezTo>
                    <a:pt x="9538" y="18047"/>
                    <a:pt x="9450" y="18048"/>
                    <a:pt x="9413" y="18057"/>
                  </a:cubicBezTo>
                  <a:cubicBezTo>
                    <a:pt x="9383" y="18064"/>
                    <a:pt x="9351" y="18107"/>
                    <a:pt x="9318" y="18110"/>
                  </a:cubicBezTo>
                  <a:cubicBezTo>
                    <a:pt x="9281" y="18112"/>
                    <a:pt x="9217" y="18080"/>
                    <a:pt x="9186" y="18067"/>
                  </a:cubicBezTo>
                  <a:cubicBezTo>
                    <a:pt x="9139" y="18048"/>
                    <a:pt x="9053" y="18002"/>
                    <a:pt x="9012" y="17978"/>
                  </a:cubicBezTo>
                  <a:cubicBezTo>
                    <a:pt x="8977" y="17958"/>
                    <a:pt x="8932" y="17898"/>
                    <a:pt x="8884" y="17891"/>
                  </a:cubicBezTo>
                  <a:cubicBezTo>
                    <a:pt x="8852" y="17886"/>
                    <a:pt x="8794" y="17917"/>
                    <a:pt x="8761" y="17919"/>
                  </a:cubicBezTo>
                  <a:cubicBezTo>
                    <a:pt x="8718" y="17920"/>
                    <a:pt x="8624" y="17913"/>
                    <a:pt x="8596" y="17894"/>
                  </a:cubicBezTo>
                  <a:cubicBezTo>
                    <a:pt x="8568" y="17875"/>
                    <a:pt x="8597" y="17818"/>
                    <a:pt x="8577" y="17796"/>
                  </a:cubicBezTo>
                  <a:cubicBezTo>
                    <a:pt x="8559" y="17777"/>
                    <a:pt x="8497" y="17746"/>
                    <a:pt x="8460" y="17741"/>
                  </a:cubicBezTo>
                  <a:cubicBezTo>
                    <a:pt x="8411" y="17733"/>
                    <a:pt x="8315" y="17768"/>
                    <a:pt x="8266" y="17765"/>
                  </a:cubicBezTo>
                  <a:cubicBezTo>
                    <a:pt x="8204" y="17762"/>
                    <a:pt x="8085" y="17732"/>
                    <a:pt x="8039" y="17709"/>
                  </a:cubicBezTo>
                  <a:cubicBezTo>
                    <a:pt x="7996" y="17687"/>
                    <a:pt x="7952" y="17625"/>
                    <a:pt x="7922" y="17597"/>
                  </a:cubicBezTo>
                  <a:cubicBezTo>
                    <a:pt x="7887" y="17562"/>
                    <a:pt x="7820" y="17491"/>
                    <a:pt x="7775" y="17460"/>
                  </a:cubicBezTo>
                  <a:cubicBezTo>
                    <a:pt x="7736" y="17433"/>
                    <a:pt x="7648" y="17381"/>
                    <a:pt x="7592" y="17366"/>
                  </a:cubicBezTo>
                  <a:cubicBezTo>
                    <a:pt x="7558" y="17356"/>
                    <a:pt x="7479" y="17360"/>
                    <a:pt x="7445" y="17352"/>
                  </a:cubicBezTo>
                  <a:cubicBezTo>
                    <a:pt x="7404" y="17342"/>
                    <a:pt x="7334" y="17310"/>
                    <a:pt x="7304" y="17292"/>
                  </a:cubicBezTo>
                  <a:cubicBezTo>
                    <a:pt x="7255" y="17263"/>
                    <a:pt x="7171" y="17197"/>
                    <a:pt x="7144" y="17159"/>
                  </a:cubicBezTo>
                  <a:cubicBezTo>
                    <a:pt x="7123" y="17126"/>
                    <a:pt x="7124" y="17054"/>
                    <a:pt x="7108" y="17020"/>
                  </a:cubicBezTo>
                  <a:cubicBezTo>
                    <a:pt x="7095" y="16991"/>
                    <a:pt x="7042" y="16937"/>
                    <a:pt x="7034" y="16907"/>
                  </a:cubicBezTo>
                  <a:cubicBezTo>
                    <a:pt x="7021" y="16858"/>
                    <a:pt x="7029" y="16759"/>
                    <a:pt x="7053" y="16711"/>
                  </a:cubicBezTo>
                  <a:cubicBezTo>
                    <a:pt x="7073" y="16673"/>
                    <a:pt x="7157" y="16606"/>
                    <a:pt x="7194" y="16571"/>
                  </a:cubicBezTo>
                  <a:cubicBezTo>
                    <a:pt x="7230" y="16538"/>
                    <a:pt x="7306" y="16472"/>
                    <a:pt x="7341" y="16438"/>
                  </a:cubicBezTo>
                  <a:cubicBezTo>
                    <a:pt x="7370" y="16409"/>
                    <a:pt x="7437" y="16352"/>
                    <a:pt x="7451" y="16319"/>
                  </a:cubicBezTo>
                  <a:cubicBezTo>
                    <a:pt x="7465" y="16285"/>
                    <a:pt x="7443" y="16214"/>
                    <a:pt x="7445" y="16180"/>
                  </a:cubicBezTo>
                  <a:cubicBezTo>
                    <a:pt x="7447" y="16132"/>
                    <a:pt x="7452" y="16037"/>
                    <a:pt x="7470" y="15990"/>
                  </a:cubicBezTo>
                  <a:cubicBezTo>
                    <a:pt x="7483" y="15955"/>
                    <a:pt x="7521" y="15885"/>
                    <a:pt x="7555" y="15854"/>
                  </a:cubicBezTo>
                  <a:cubicBezTo>
                    <a:pt x="7582" y="15829"/>
                    <a:pt x="7663" y="15792"/>
                    <a:pt x="7696" y="15770"/>
                  </a:cubicBezTo>
                  <a:cubicBezTo>
                    <a:pt x="7723" y="15751"/>
                    <a:pt x="7773" y="15711"/>
                    <a:pt x="7794" y="15689"/>
                  </a:cubicBezTo>
                  <a:cubicBezTo>
                    <a:pt x="7824" y="15657"/>
                    <a:pt x="7883" y="15589"/>
                    <a:pt x="7886" y="15553"/>
                  </a:cubicBezTo>
                  <a:cubicBezTo>
                    <a:pt x="7887" y="15521"/>
                    <a:pt x="7844" y="15459"/>
                    <a:pt x="7818" y="15431"/>
                  </a:cubicBezTo>
                  <a:cubicBezTo>
                    <a:pt x="7797" y="15408"/>
                    <a:pt x="7731" y="15372"/>
                    <a:pt x="7708" y="15350"/>
                  </a:cubicBezTo>
                  <a:cubicBezTo>
                    <a:pt x="7689" y="15332"/>
                    <a:pt x="7651" y="15294"/>
                    <a:pt x="7646" y="15273"/>
                  </a:cubicBezTo>
                  <a:cubicBezTo>
                    <a:pt x="7643" y="15247"/>
                    <a:pt x="7673" y="15196"/>
                    <a:pt x="7689" y="15172"/>
                  </a:cubicBezTo>
                  <a:cubicBezTo>
                    <a:pt x="7711" y="15139"/>
                    <a:pt x="7769" y="15074"/>
                    <a:pt x="7806" y="15046"/>
                  </a:cubicBezTo>
                  <a:cubicBezTo>
                    <a:pt x="7840" y="15019"/>
                    <a:pt x="7933" y="14979"/>
                    <a:pt x="7972" y="14955"/>
                  </a:cubicBezTo>
                  <a:cubicBezTo>
                    <a:pt x="8003" y="14934"/>
                    <a:pt x="8077" y="14894"/>
                    <a:pt x="8087" y="14867"/>
                  </a:cubicBezTo>
                  <a:cubicBezTo>
                    <a:pt x="8101" y="14828"/>
                    <a:pt x="8063" y="14741"/>
                    <a:pt x="8020" y="14710"/>
                  </a:cubicBezTo>
                  <a:cubicBezTo>
                    <a:pt x="7989" y="14686"/>
                    <a:pt x="7884" y="14665"/>
                    <a:pt x="7837" y="14654"/>
                  </a:cubicBezTo>
                  <a:cubicBezTo>
                    <a:pt x="7782" y="14641"/>
                    <a:pt x="7662" y="14631"/>
                    <a:pt x="7610" y="14615"/>
                  </a:cubicBezTo>
                  <a:cubicBezTo>
                    <a:pt x="7545" y="14596"/>
                    <a:pt x="7448" y="14530"/>
                    <a:pt x="7384" y="14511"/>
                  </a:cubicBezTo>
                  <a:cubicBezTo>
                    <a:pt x="7335" y="14495"/>
                    <a:pt x="7230" y="14473"/>
                    <a:pt x="7176" y="14472"/>
                  </a:cubicBezTo>
                  <a:cubicBezTo>
                    <a:pt x="7132" y="14470"/>
                    <a:pt x="7048" y="14493"/>
                    <a:pt x="7004" y="14493"/>
                  </a:cubicBezTo>
                  <a:cubicBezTo>
                    <a:pt x="6947" y="14492"/>
                    <a:pt x="6836" y="14473"/>
                    <a:pt x="6783" y="14461"/>
                  </a:cubicBezTo>
                  <a:cubicBezTo>
                    <a:pt x="6720" y="14447"/>
                    <a:pt x="6609" y="14399"/>
                    <a:pt x="6545" y="14388"/>
                  </a:cubicBezTo>
                  <a:cubicBezTo>
                    <a:pt x="6470" y="14375"/>
                    <a:pt x="6309" y="14364"/>
                    <a:pt x="6233" y="14374"/>
                  </a:cubicBezTo>
                  <a:cubicBezTo>
                    <a:pt x="6190" y="14379"/>
                    <a:pt x="6106" y="14403"/>
                    <a:pt x="6080" y="14423"/>
                  </a:cubicBezTo>
                  <a:cubicBezTo>
                    <a:pt x="6039" y="14453"/>
                    <a:pt x="6041" y="14534"/>
                    <a:pt x="6018" y="14569"/>
                  </a:cubicBezTo>
                  <a:cubicBezTo>
                    <a:pt x="5997" y="14602"/>
                    <a:pt x="5942" y="14663"/>
                    <a:pt x="5908" y="14692"/>
                  </a:cubicBezTo>
                  <a:cubicBezTo>
                    <a:pt x="5883" y="14713"/>
                    <a:pt x="5831" y="14757"/>
                    <a:pt x="5791" y="14769"/>
                  </a:cubicBezTo>
                  <a:cubicBezTo>
                    <a:pt x="5747" y="14784"/>
                    <a:pt x="5641" y="14792"/>
                    <a:pt x="5589" y="14790"/>
                  </a:cubicBezTo>
                  <a:cubicBezTo>
                    <a:pt x="5534" y="14788"/>
                    <a:pt x="5422" y="14770"/>
                    <a:pt x="5375" y="14752"/>
                  </a:cubicBezTo>
                  <a:cubicBezTo>
                    <a:pt x="5325" y="14732"/>
                    <a:pt x="5257" y="14672"/>
                    <a:pt x="5222" y="14643"/>
                  </a:cubicBezTo>
                  <a:cubicBezTo>
                    <a:pt x="5185" y="14612"/>
                    <a:pt x="5117" y="14548"/>
                    <a:pt x="5094" y="14514"/>
                  </a:cubicBezTo>
                  <a:cubicBezTo>
                    <a:pt x="5073" y="14485"/>
                    <a:pt x="5064" y="14421"/>
                    <a:pt x="5045" y="14391"/>
                  </a:cubicBezTo>
                  <a:cubicBezTo>
                    <a:pt x="5026" y="14362"/>
                    <a:pt x="4970" y="14309"/>
                    <a:pt x="4941" y="14283"/>
                  </a:cubicBezTo>
                  <a:cubicBezTo>
                    <a:pt x="4914" y="14258"/>
                    <a:pt x="4846" y="14215"/>
                    <a:pt x="4825" y="14188"/>
                  </a:cubicBezTo>
                  <a:cubicBezTo>
                    <a:pt x="4811" y="14171"/>
                    <a:pt x="4791" y="14133"/>
                    <a:pt x="4794" y="14115"/>
                  </a:cubicBezTo>
                  <a:cubicBezTo>
                    <a:pt x="4799" y="14089"/>
                    <a:pt x="4851" y="14043"/>
                    <a:pt x="4874" y="14020"/>
                  </a:cubicBezTo>
                  <a:cubicBezTo>
                    <a:pt x="4892" y="14001"/>
                    <a:pt x="4950" y="13968"/>
                    <a:pt x="4959" y="13947"/>
                  </a:cubicBezTo>
                  <a:cubicBezTo>
                    <a:pt x="4966" y="13928"/>
                    <a:pt x="4954" y="13890"/>
                    <a:pt x="4941" y="13873"/>
                  </a:cubicBezTo>
                  <a:cubicBezTo>
                    <a:pt x="4919" y="13847"/>
                    <a:pt x="4830" y="13810"/>
                    <a:pt x="4800" y="13786"/>
                  </a:cubicBezTo>
                  <a:cubicBezTo>
                    <a:pt x="4757" y="13752"/>
                    <a:pt x="4687" y="13677"/>
                    <a:pt x="4660" y="13639"/>
                  </a:cubicBezTo>
                  <a:cubicBezTo>
                    <a:pt x="4634" y="13603"/>
                    <a:pt x="4601" y="13529"/>
                    <a:pt x="4586" y="13492"/>
                  </a:cubicBezTo>
                  <a:cubicBezTo>
                    <a:pt x="4570" y="13455"/>
                    <a:pt x="4570" y="13377"/>
                    <a:pt x="4537" y="13345"/>
                  </a:cubicBezTo>
                  <a:cubicBezTo>
                    <a:pt x="4509" y="13319"/>
                    <a:pt x="4411" y="13288"/>
                    <a:pt x="4372" y="13268"/>
                  </a:cubicBezTo>
                  <a:cubicBezTo>
                    <a:pt x="4282" y="13223"/>
                    <a:pt x="4120" y="13123"/>
                    <a:pt x="4029" y="13079"/>
                  </a:cubicBezTo>
                  <a:cubicBezTo>
                    <a:pt x="3963" y="13047"/>
                    <a:pt x="3819" y="12991"/>
                    <a:pt x="3747" y="12963"/>
                  </a:cubicBezTo>
                  <a:cubicBezTo>
                    <a:pt x="3663" y="12932"/>
                    <a:pt x="3495" y="12871"/>
                    <a:pt x="3404" y="12848"/>
                  </a:cubicBezTo>
                  <a:cubicBezTo>
                    <a:pt x="3324" y="12827"/>
                    <a:pt x="3147" y="12808"/>
                    <a:pt x="3068" y="12785"/>
                  </a:cubicBezTo>
                  <a:cubicBezTo>
                    <a:pt x="3005" y="12767"/>
                    <a:pt x="2883" y="12723"/>
                    <a:pt x="2835" y="12694"/>
                  </a:cubicBezTo>
                  <a:cubicBezTo>
                    <a:pt x="2786" y="12664"/>
                    <a:pt x="2721" y="12590"/>
                    <a:pt x="2688" y="12554"/>
                  </a:cubicBezTo>
                  <a:cubicBezTo>
                    <a:pt x="2657" y="12520"/>
                    <a:pt x="2621" y="12443"/>
                    <a:pt x="2578" y="12414"/>
                  </a:cubicBezTo>
                  <a:cubicBezTo>
                    <a:pt x="2553" y="12397"/>
                    <a:pt x="2487" y="12370"/>
                    <a:pt x="2449" y="12365"/>
                  </a:cubicBezTo>
                  <a:cubicBezTo>
                    <a:pt x="2399" y="12358"/>
                    <a:pt x="2289" y="12387"/>
                    <a:pt x="2241" y="12376"/>
                  </a:cubicBezTo>
                  <a:cubicBezTo>
                    <a:pt x="2199" y="12365"/>
                    <a:pt x="2145" y="12319"/>
                    <a:pt x="2124" y="12295"/>
                  </a:cubicBezTo>
                  <a:cubicBezTo>
                    <a:pt x="2103" y="12269"/>
                    <a:pt x="2102" y="12208"/>
                    <a:pt x="2076" y="12183"/>
                  </a:cubicBezTo>
                  <a:cubicBezTo>
                    <a:pt x="2055" y="12162"/>
                    <a:pt x="1987" y="12132"/>
                    <a:pt x="1953" y="12117"/>
                  </a:cubicBezTo>
                  <a:cubicBezTo>
                    <a:pt x="1904" y="12094"/>
                    <a:pt x="1794" y="12059"/>
                    <a:pt x="1745" y="12036"/>
                  </a:cubicBezTo>
                  <a:cubicBezTo>
                    <a:pt x="1693" y="12012"/>
                    <a:pt x="1601" y="11956"/>
                    <a:pt x="1550" y="11931"/>
                  </a:cubicBezTo>
                  <a:cubicBezTo>
                    <a:pt x="1503" y="11909"/>
                    <a:pt x="1406" y="11866"/>
                    <a:pt x="1353" y="11847"/>
                  </a:cubicBezTo>
                  <a:cubicBezTo>
                    <a:pt x="1299" y="11828"/>
                    <a:pt x="1178" y="11803"/>
                    <a:pt x="1127" y="11781"/>
                  </a:cubicBezTo>
                  <a:cubicBezTo>
                    <a:pt x="1087" y="11763"/>
                    <a:pt x="1011" y="11723"/>
                    <a:pt x="993" y="11696"/>
                  </a:cubicBezTo>
                  <a:cubicBezTo>
                    <a:pt x="973" y="11670"/>
                    <a:pt x="983" y="11610"/>
                    <a:pt x="986" y="11581"/>
                  </a:cubicBezTo>
                  <a:cubicBezTo>
                    <a:pt x="989" y="11551"/>
                    <a:pt x="1031" y="11491"/>
                    <a:pt x="1017" y="11462"/>
                  </a:cubicBezTo>
                  <a:cubicBezTo>
                    <a:pt x="1006" y="11439"/>
                    <a:pt x="947" y="11402"/>
                    <a:pt x="913" y="11389"/>
                  </a:cubicBezTo>
                  <a:cubicBezTo>
                    <a:pt x="869" y="11371"/>
                    <a:pt x="756" y="11363"/>
                    <a:pt x="711" y="11347"/>
                  </a:cubicBezTo>
                  <a:cubicBezTo>
                    <a:pt x="652" y="11325"/>
                    <a:pt x="549" y="11269"/>
                    <a:pt x="515" y="11235"/>
                  </a:cubicBezTo>
                  <a:cubicBezTo>
                    <a:pt x="490" y="11209"/>
                    <a:pt x="453" y="11150"/>
                    <a:pt x="465" y="11123"/>
                  </a:cubicBezTo>
                  <a:cubicBezTo>
                    <a:pt x="476" y="11101"/>
                    <a:pt x="553" y="11075"/>
                    <a:pt x="576" y="11056"/>
                  </a:cubicBezTo>
                  <a:cubicBezTo>
                    <a:pt x="593" y="11043"/>
                    <a:pt x="625" y="11013"/>
                    <a:pt x="630" y="10997"/>
                  </a:cubicBezTo>
                  <a:cubicBezTo>
                    <a:pt x="643" y="10969"/>
                    <a:pt x="647" y="10907"/>
                    <a:pt x="626" y="10881"/>
                  </a:cubicBezTo>
                  <a:cubicBezTo>
                    <a:pt x="605" y="10856"/>
                    <a:pt x="511" y="10831"/>
                    <a:pt x="478" y="10811"/>
                  </a:cubicBezTo>
                  <a:cubicBezTo>
                    <a:pt x="432" y="10784"/>
                    <a:pt x="354" y="10724"/>
                    <a:pt x="319" y="10692"/>
                  </a:cubicBezTo>
                  <a:cubicBezTo>
                    <a:pt x="293" y="10670"/>
                    <a:pt x="239" y="10623"/>
                    <a:pt x="227" y="10598"/>
                  </a:cubicBezTo>
                  <a:cubicBezTo>
                    <a:pt x="214" y="10571"/>
                    <a:pt x="230" y="10516"/>
                    <a:pt x="221" y="10489"/>
                  </a:cubicBezTo>
                  <a:cubicBezTo>
                    <a:pt x="210" y="10453"/>
                    <a:pt x="156" y="10384"/>
                    <a:pt x="135" y="10349"/>
                  </a:cubicBezTo>
                  <a:cubicBezTo>
                    <a:pt x="102" y="10293"/>
                    <a:pt x="22" y="10181"/>
                    <a:pt x="7" y="10122"/>
                  </a:cubicBezTo>
                  <a:cubicBezTo>
                    <a:pt x="-11" y="10052"/>
                    <a:pt x="13" y="9912"/>
                    <a:pt x="19" y="9842"/>
                  </a:cubicBezTo>
                  <a:cubicBezTo>
                    <a:pt x="24" y="9779"/>
                    <a:pt x="27" y="9652"/>
                    <a:pt x="49" y="9590"/>
                  </a:cubicBezTo>
                  <a:cubicBezTo>
                    <a:pt x="69" y="9537"/>
                    <a:pt x="138" y="9436"/>
                    <a:pt x="178" y="9387"/>
                  </a:cubicBezTo>
                  <a:cubicBezTo>
                    <a:pt x="202" y="9357"/>
                    <a:pt x="252" y="9302"/>
                    <a:pt x="295" y="9268"/>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70" name="Shape 4752"/>
            <p:cNvSpPr/>
            <p:nvPr/>
          </p:nvSpPr>
          <p:spPr>
            <a:xfrm>
              <a:off x="4326206" y="2830443"/>
              <a:ext cx="1526977" cy="807053"/>
            </a:xfrm>
            <a:custGeom>
              <a:avLst/>
              <a:gdLst/>
              <a:ahLst/>
              <a:cxnLst>
                <a:cxn ang="0">
                  <a:pos x="wd2" y="hd2"/>
                </a:cxn>
                <a:cxn ang="5400000">
                  <a:pos x="wd2" y="hd2"/>
                </a:cxn>
                <a:cxn ang="10800000">
                  <a:pos x="wd2" y="hd2"/>
                </a:cxn>
                <a:cxn ang="16200000">
                  <a:pos x="wd2" y="hd2"/>
                </a:cxn>
              </a:cxnLst>
              <a:rect l="0" t="0" r="r" b="b"/>
              <a:pathLst>
                <a:path w="21600" h="21600" extrusionOk="0">
                  <a:moveTo>
                    <a:pt x="21177" y="5958"/>
                  </a:moveTo>
                  <a:lnTo>
                    <a:pt x="21600" y="20774"/>
                  </a:lnTo>
                  <a:lnTo>
                    <a:pt x="17714" y="21162"/>
                  </a:lnTo>
                  <a:lnTo>
                    <a:pt x="14237" y="21410"/>
                  </a:lnTo>
                  <a:lnTo>
                    <a:pt x="10739" y="21562"/>
                  </a:lnTo>
                  <a:lnTo>
                    <a:pt x="5693" y="21600"/>
                  </a:lnTo>
                  <a:lnTo>
                    <a:pt x="64" y="21542"/>
                  </a:lnTo>
                  <a:lnTo>
                    <a:pt x="0" y="21539"/>
                  </a:lnTo>
                  <a:lnTo>
                    <a:pt x="230" y="455"/>
                  </a:lnTo>
                  <a:lnTo>
                    <a:pt x="3864" y="586"/>
                  </a:lnTo>
                  <a:lnTo>
                    <a:pt x="7000" y="593"/>
                  </a:lnTo>
                  <a:lnTo>
                    <a:pt x="12025" y="491"/>
                  </a:lnTo>
                  <a:lnTo>
                    <a:pt x="15818" y="288"/>
                  </a:lnTo>
                  <a:lnTo>
                    <a:pt x="19012" y="0"/>
                  </a:lnTo>
                  <a:cubicBezTo>
                    <a:pt x="19014" y="7"/>
                    <a:pt x="19015" y="13"/>
                    <a:pt x="19017" y="18"/>
                  </a:cubicBezTo>
                  <a:cubicBezTo>
                    <a:pt x="19025" y="43"/>
                    <a:pt x="19039" y="94"/>
                    <a:pt x="19050" y="113"/>
                  </a:cubicBezTo>
                  <a:cubicBezTo>
                    <a:pt x="19061" y="133"/>
                    <a:pt x="19089" y="155"/>
                    <a:pt x="19102" y="170"/>
                  </a:cubicBezTo>
                  <a:cubicBezTo>
                    <a:pt x="19120" y="191"/>
                    <a:pt x="19158" y="232"/>
                    <a:pt x="19175" y="258"/>
                  </a:cubicBezTo>
                  <a:cubicBezTo>
                    <a:pt x="19187" y="278"/>
                    <a:pt x="19206" y="336"/>
                    <a:pt x="19221" y="351"/>
                  </a:cubicBezTo>
                  <a:cubicBezTo>
                    <a:pt x="19238" y="367"/>
                    <a:pt x="19278" y="353"/>
                    <a:pt x="19294" y="373"/>
                  </a:cubicBezTo>
                  <a:cubicBezTo>
                    <a:pt x="19311" y="393"/>
                    <a:pt x="19332" y="464"/>
                    <a:pt x="19339" y="500"/>
                  </a:cubicBezTo>
                  <a:cubicBezTo>
                    <a:pt x="19347" y="537"/>
                    <a:pt x="19339" y="627"/>
                    <a:pt x="19353" y="658"/>
                  </a:cubicBezTo>
                  <a:cubicBezTo>
                    <a:pt x="19367" y="689"/>
                    <a:pt x="19413" y="713"/>
                    <a:pt x="19434" y="712"/>
                  </a:cubicBezTo>
                  <a:cubicBezTo>
                    <a:pt x="19453" y="712"/>
                    <a:pt x="19487" y="649"/>
                    <a:pt x="19505" y="660"/>
                  </a:cubicBezTo>
                  <a:cubicBezTo>
                    <a:pt x="19529" y="675"/>
                    <a:pt x="19541" y="791"/>
                    <a:pt x="19560" y="823"/>
                  </a:cubicBezTo>
                  <a:cubicBezTo>
                    <a:pt x="19582" y="862"/>
                    <a:pt x="19638" y="918"/>
                    <a:pt x="19667" y="931"/>
                  </a:cubicBezTo>
                  <a:cubicBezTo>
                    <a:pt x="19689" y="941"/>
                    <a:pt x="19737" y="933"/>
                    <a:pt x="19760" y="926"/>
                  </a:cubicBezTo>
                  <a:cubicBezTo>
                    <a:pt x="19778" y="920"/>
                    <a:pt x="19818" y="906"/>
                    <a:pt x="19831" y="883"/>
                  </a:cubicBezTo>
                  <a:cubicBezTo>
                    <a:pt x="19846" y="859"/>
                    <a:pt x="19860" y="786"/>
                    <a:pt x="19865" y="750"/>
                  </a:cubicBezTo>
                  <a:cubicBezTo>
                    <a:pt x="19869" y="727"/>
                    <a:pt x="19860" y="673"/>
                    <a:pt x="19869" y="658"/>
                  </a:cubicBezTo>
                  <a:cubicBezTo>
                    <a:pt x="19885" y="630"/>
                    <a:pt x="19933" y="666"/>
                    <a:pt x="19953" y="655"/>
                  </a:cubicBezTo>
                  <a:cubicBezTo>
                    <a:pt x="19966" y="648"/>
                    <a:pt x="19986" y="612"/>
                    <a:pt x="19999" y="605"/>
                  </a:cubicBezTo>
                  <a:cubicBezTo>
                    <a:pt x="20017" y="594"/>
                    <a:pt x="20058" y="584"/>
                    <a:pt x="20075" y="598"/>
                  </a:cubicBezTo>
                  <a:cubicBezTo>
                    <a:pt x="20095" y="613"/>
                    <a:pt x="20128" y="673"/>
                    <a:pt x="20132" y="712"/>
                  </a:cubicBezTo>
                  <a:cubicBezTo>
                    <a:pt x="20137" y="764"/>
                    <a:pt x="20090" y="861"/>
                    <a:pt x="20095" y="914"/>
                  </a:cubicBezTo>
                  <a:cubicBezTo>
                    <a:pt x="20097" y="947"/>
                    <a:pt x="20119" y="1009"/>
                    <a:pt x="20134" y="1023"/>
                  </a:cubicBezTo>
                  <a:cubicBezTo>
                    <a:pt x="20152" y="1038"/>
                    <a:pt x="20191" y="1004"/>
                    <a:pt x="20210" y="1009"/>
                  </a:cubicBezTo>
                  <a:cubicBezTo>
                    <a:pt x="20225" y="1013"/>
                    <a:pt x="20256" y="1032"/>
                    <a:pt x="20267" y="1052"/>
                  </a:cubicBezTo>
                  <a:cubicBezTo>
                    <a:pt x="20279" y="1073"/>
                    <a:pt x="20294" y="1133"/>
                    <a:pt x="20294" y="1164"/>
                  </a:cubicBezTo>
                  <a:cubicBezTo>
                    <a:pt x="20294" y="1201"/>
                    <a:pt x="20271" y="1268"/>
                    <a:pt x="20263" y="1301"/>
                  </a:cubicBezTo>
                  <a:cubicBezTo>
                    <a:pt x="20257" y="1322"/>
                    <a:pt x="20248" y="1371"/>
                    <a:pt x="20237" y="1382"/>
                  </a:cubicBezTo>
                  <a:cubicBezTo>
                    <a:pt x="20217" y="1404"/>
                    <a:pt x="20165" y="1369"/>
                    <a:pt x="20143" y="1384"/>
                  </a:cubicBezTo>
                  <a:cubicBezTo>
                    <a:pt x="20129" y="1396"/>
                    <a:pt x="20096" y="1434"/>
                    <a:pt x="20096" y="1463"/>
                  </a:cubicBezTo>
                  <a:cubicBezTo>
                    <a:pt x="20095" y="1500"/>
                    <a:pt x="20135" y="1546"/>
                    <a:pt x="20152" y="1565"/>
                  </a:cubicBezTo>
                  <a:cubicBezTo>
                    <a:pt x="20167" y="1583"/>
                    <a:pt x="20200" y="1617"/>
                    <a:pt x="20217" y="1610"/>
                  </a:cubicBezTo>
                  <a:cubicBezTo>
                    <a:pt x="20232" y="1605"/>
                    <a:pt x="20249" y="1547"/>
                    <a:pt x="20263" y="1534"/>
                  </a:cubicBezTo>
                  <a:cubicBezTo>
                    <a:pt x="20276" y="1523"/>
                    <a:pt x="20307" y="1505"/>
                    <a:pt x="20320" y="1518"/>
                  </a:cubicBezTo>
                  <a:cubicBezTo>
                    <a:pt x="20336" y="1533"/>
                    <a:pt x="20350" y="1602"/>
                    <a:pt x="20353" y="1634"/>
                  </a:cubicBezTo>
                  <a:cubicBezTo>
                    <a:pt x="20356" y="1664"/>
                    <a:pt x="20350" y="1726"/>
                    <a:pt x="20343" y="1754"/>
                  </a:cubicBezTo>
                  <a:cubicBezTo>
                    <a:pt x="20334" y="1789"/>
                    <a:pt x="20302" y="1850"/>
                    <a:pt x="20282" y="1864"/>
                  </a:cubicBezTo>
                  <a:cubicBezTo>
                    <a:pt x="20263" y="1880"/>
                    <a:pt x="20217" y="1879"/>
                    <a:pt x="20197" y="1864"/>
                  </a:cubicBezTo>
                  <a:cubicBezTo>
                    <a:pt x="20182" y="1854"/>
                    <a:pt x="20162" y="1804"/>
                    <a:pt x="20149" y="1784"/>
                  </a:cubicBezTo>
                  <a:cubicBezTo>
                    <a:pt x="20136" y="1762"/>
                    <a:pt x="20112" y="1705"/>
                    <a:pt x="20095" y="1699"/>
                  </a:cubicBezTo>
                  <a:cubicBezTo>
                    <a:pt x="20083" y="1694"/>
                    <a:pt x="20060" y="1708"/>
                    <a:pt x="20052" y="1722"/>
                  </a:cubicBezTo>
                  <a:cubicBezTo>
                    <a:pt x="20035" y="1752"/>
                    <a:pt x="20023" y="1839"/>
                    <a:pt x="20023" y="1881"/>
                  </a:cubicBezTo>
                  <a:cubicBezTo>
                    <a:pt x="20022" y="1935"/>
                    <a:pt x="20054" y="2037"/>
                    <a:pt x="20052" y="2090"/>
                  </a:cubicBezTo>
                  <a:cubicBezTo>
                    <a:pt x="20050" y="2117"/>
                    <a:pt x="20040" y="2174"/>
                    <a:pt x="20027" y="2188"/>
                  </a:cubicBezTo>
                  <a:cubicBezTo>
                    <a:pt x="20006" y="2215"/>
                    <a:pt x="19949" y="2172"/>
                    <a:pt x="19925" y="2188"/>
                  </a:cubicBezTo>
                  <a:cubicBezTo>
                    <a:pt x="19904" y="2202"/>
                    <a:pt x="19869" y="2259"/>
                    <a:pt x="19856" y="2293"/>
                  </a:cubicBezTo>
                  <a:cubicBezTo>
                    <a:pt x="19842" y="2327"/>
                    <a:pt x="19828" y="2412"/>
                    <a:pt x="19823" y="2455"/>
                  </a:cubicBezTo>
                  <a:cubicBezTo>
                    <a:pt x="19818" y="2494"/>
                    <a:pt x="19809" y="2578"/>
                    <a:pt x="19816" y="2616"/>
                  </a:cubicBezTo>
                  <a:cubicBezTo>
                    <a:pt x="19824" y="2657"/>
                    <a:pt x="19875" y="2700"/>
                    <a:pt x="19878" y="2742"/>
                  </a:cubicBezTo>
                  <a:cubicBezTo>
                    <a:pt x="19881" y="2785"/>
                    <a:pt x="19856" y="2877"/>
                    <a:pt x="19835" y="2897"/>
                  </a:cubicBezTo>
                  <a:cubicBezTo>
                    <a:pt x="19821" y="2910"/>
                    <a:pt x="19788" y="2878"/>
                    <a:pt x="19773" y="2880"/>
                  </a:cubicBezTo>
                  <a:cubicBezTo>
                    <a:pt x="19749" y="2883"/>
                    <a:pt x="19693" y="2892"/>
                    <a:pt x="19679" y="2930"/>
                  </a:cubicBezTo>
                  <a:cubicBezTo>
                    <a:pt x="19663" y="2975"/>
                    <a:pt x="19680" y="3097"/>
                    <a:pt x="19689" y="3149"/>
                  </a:cubicBezTo>
                  <a:cubicBezTo>
                    <a:pt x="19697" y="3189"/>
                    <a:pt x="19725" y="3262"/>
                    <a:pt x="19741" y="3291"/>
                  </a:cubicBezTo>
                  <a:cubicBezTo>
                    <a:pt x="19756" y="3317"/>
                    <a:pt x="19793" y="3344"/>
                    <a:pt x="19809" y="3367"/>
                  </a:cubicBezTo>
                  <a:cubicBezTo>
                    <a:pt x="19822" y="3386"/>
                    <a:pt x="19845" y="3430"/>
                    <a:pt x="19854" y="3456"/>
                  </a:cubicBezTo>
                  <a:cubicBezTo>
                    <a:pt x="19869" y="3496"/>
                    <a:pt x="19886" y="3594"/>
                    <a:pt x="19900" y="3636"/>
                  </a:cubicBezTo>
                  <a:cubicBezTo>
                    <a:pt x="19908" y="3661"/>
                    <a:pt x="19926" y="3712"/>
                    <a:pt x="19940" y="3726"/>
                  </a:cubicBezTo>
                  <a:cubicBezTo>
                    <a:pt x="19958" y="3745"/>
                    <a:pt x="20004" y="3721"/>
                    <a:pt x="20022" y="3743"/>
                  </a:cubicBezTo>
                  <a:cubicBezTo>
                    <a:pt x="20046" y="3776"/>
                    <a:pt x="20054" y="3911"/>
                    <a:pt x="20075" y="3952"/>
                  </a:cubicBezTo>
                  <a:cubicBezTo>
                    <a:pt x="20091" y="3982"/>
                    <a:pt x="20140" y="3998"/>
                    <a:pt x="20156" y="4028"/>
                  </a:cubicBezTo>
                  <a:cubicBezTo>
                    <a:pt x="20172" y="4059"/>
                    <a:pt x="20181" y="4154"/>
                    <a:pt x="20198" y="4182"/>
                  </a:cubicBezTo>
                  <a:cubicBezTo>
                    <a:pt x="20209" y="4200"/>
                    <a:pt x="20237" y="4221"/>
                    <a:pt x="20251" y="4216"/>
                  </a:cubicBezTo>
                  <a:cubicBezTo>
                    <a:pt x="20269" y="4210"/>
                    <a:pt x="20290" y="4133"/>
                    <a:pt x="20308" y="4127"/>
                  </a:cubicBezTo>
                  <a:cubicBezTo>
                    <a:pt x="20321" y="4124"/>
                    <a:pt x="20348" y="4146"/>
                    <a:pt x="20358" y="4163"/>
                  </a:cubicBezTo>
                  <a:cubicBezTo>
                    <a:pt x="20375" y="4196"/>
                    <a:pt x="20399" y="4294"/>
                    <a:pt x="20390" y="4337"/>
                  </a:cubicBezTo>
                  <a:cubicBezTo>
                    <a:pt x="20382" y="4382"/>
                    <a:pt x="20318" y="4389"/>
                    <a:pt x="20304" y="4427"/>
                  </a:cubicBezTo>
                  <a:cubicBezTo>
                    <a:pt x="20295" y="4452"/>
                    <a:pt x="20295" y="4516"/>
                    <a:pt x="20295" y="4546"/>
                  </a:cubicBezTo>
                  <a:cubicBezTo>
                    <a:pt x="20296" y="4603"/>
                    <a:pt x="20301" y="4720"/>
                    <a:pt x="20314" y="4772"/>
                  </a:cubicBezTo>
                  <a:cubicBezTo>
                    <a:pt x="20324" y="4815"/>
                    <a:pt x="20357" y="4892"/>
                    <a:pt x="20378" y="4917"/>
                  </a:cubicBezTo>
                  <a:cubicBezTo>
                    <a:pt x="20395" y="4937"/>
                    <a:pt x="20437" y="4933"/>
                    <a:pt x="20455" y="4948"/>
                  </a:cubicBezTo>
                  <a:cubicBezTo>
                    <a:pt x="20474" y="4963"/>
                    <a:pt x="20511" y="5006"/>
                    <a:pt x="20525" y="5036"/>
                  </a:cubicBezTo>
                  <a:cubicBezTo>
                    <a:pt x="20540" y="5068"/>
                    <a:pt x="20560" y="5147"/>
                    <a:pt x="20563" y="5188"/>
                  </a:cubicBezTo>
                  <a:cubicBezTo>
                    <a:pt x="20566" y="5233"/>
                    <a:pt x="20541" y="5327"/>
                    <a:pt x="20549" y="5368"/>
                  </a:cubicBezTo>
                  <a:cubicBezTo>
                    <a:pt x="20553" y="5391"/>
                    <a:pt x="20575" y="5423"/>
                    <a:pt x="20587" y="5431"/>
                  </a:cubicBezTo>
                  <a:cubicBezTo>
                    <a:pt x="20604" y="5441"/>
                    <a:pt x="20641" y="5404"/>
                    <a:pt x="20657" y="5418"/>
                  </a:cubicBezTo>
                  <a:cubicBezTo>
                    <a:pt x="20678" y="5437"/>
                    <a:pt x="20693" y="5527"/>
                    <a:pt x="20709" y="5559"/>
                  </a:cubicBezTo>
                  <a:cubicBezTo>
                    <a:pt x="20722" y="5588"/>
                    <a:pt x="20751" y="5648"/>
                    <a:pt x="20770" y="5661"/>
                  </a:cubicBezTo>
                  <a:cubicBezTo>
                    <a:pt x="20791" y="5677"/>
                    <a:pt x="20839" y="5681"/>
                    <a:pt x="20860" y="5666"/>
                  </a:cubicBezTo>
                  <a:cubicBezTo>
                    <a:pt x="20876" y="5656"/>
                    <a:pt x="20895" y="5601"/>
                    <a:pt x="20909" y="5585"/>
                  </a:cubicBezTo>
                  <a:cubicBezTo>
                    <a:pt x="20921" y="5570"/>
                    <a:pt x="20949" y="5545"/>
                    <a:pt x="20963" y="5547"/>
                  </a:cubicBezTo>
                  <a:cubicBezTo>
                    <a:pt x="20978" y="5550"/>
                    <a:pt x="21006" y="5580"/>
                    <a:pt x="21015" y="5602"/>
                  </a:cubicBezTo>
                  <a:cubicBezTo>
                    <a:pt x="21027" y="5629"/>
                    <a:pt x="21021" y="5718"/>
                    <a:pt x="21037" y="5738"/>
                  </a:cubicBezTo>
                  <a:cubicBezTo>
                    <a:pt x="21054" y="5759"/>
                    <a:pt x="21100" y="5736"/>
                    <a:pt x="21119" y="5720"/>
                  </a:cubicBezTo>
                  <a:cubicBezTo>
                    <a:pt x="21128" y="5714"/>
                    <a:pt x="21140" y="5684"/>
                    <a:pt x="21148" y="5678"/>
                  </a:cubicBezTo>
                  <a:cubicBezTo>
                    <a:pt x="21158" y="5671"/>
                    <a:pt x="21182" y="5666"/>
                    <a:pt x="21191" y="5675"/>
                  </a:cubicBezTo>
                  <a:cubicBezTo>
                    <a:pt x="21204" y="5688"/>
                    <a:pt x="21219" y="5739"/>
                    <a:pt x="21222" y="5766"/>
                  </a:cubicBezTo>
                  <a:cubicBezTo>
                    <a:pt x="21226" y="5793"/>
                    <a:pt x="21224" y="5853"/>
                    <a:pt x="21217" y="5880"/>
                  </a:cubicBezTo>
                  <a:cubicBezTo>
                    <a:pt x="21211" y="5905"/>
                    <a:pt x="21177" y="5958"/>
                    <a:pt x="21177" y="595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71" name="Shape 4753"/>
            <p:cNvSpPr/>
            <p:nvPr/>
          </p:nvSpPr>
          <p:spPr>
            <a:xfrm>
              <a:off x="4326206" y="2830443"/>
              <a:ext cx="1526977" cy="807053"/>
            </a:xfrm>
            <a:custGeom>
              <a:avLst/>
              <a:gdLst/>
              <a:ahLst/>
              <a:cxnLst>
                <a:cxn ang="0">
                  <a:pos x="wd2" y="hd2"/>
                </a:cxn>
                <a:cxn ang="5400000">
                  <a:pos x="wd2" y="hd2"/>
                </a:cxn>
                <a:cxn ang="10800000">
                  <a:pos x="wd2" y="hd2"/>
                </a:cxn>
                <a:cxn ang="16200000">
                  <a:pos x="wd2" y="hd2"/>
                </a:cxn>
              </a:cxnLst>
              <a:rect l="0" t="0" r="r" b="b"/>
              <a:pathLst>
                <a:path w="21600" h="21600" extrusionOk="0">
                  <a:moveTo>
                    <a:pt x="21177" y="5958"/>
                  </a:moveTo>
                  <a:lnTo>
                    <a:pt x="21600" y="20774"/>
                  </a:lnTo>
                  <a:lnTo>
                    <a:pt x="17714" y="21162"/>
                  </a:lnTo>
                  <a:lnTo>
                    <a:pt x="14237" y="21410"/>
                  </a:lnTo>
                  <a:lnTo>
                    <a:pt x="10739" y="21562"/>
                  </a:lnTo>
                  <a:lnTo>
                    <a:pt x="5693" y="21600"/>
                  </a:lnTo>
                  <a:lnTo>
                    <a:pt x="64" y="21542"/>
                  </a:lnTo>
                  <a:lnTo>
                    <a:pt x="0" y="21539"/>
                  </a:lnTo>
                  <a:lnTo>
                    <a:pt x="230" y="455"/>
                  </a:lnTo>
                  <a:lnTo>
                    <a:pt x="3864" y="586"/>
                  </a:lnTo>
                  <a:lnTo>
                    <a:pt x="7000" y="593"/>
                  </a:lnTo>
                  <a:lnTo>
                    <a:pt x="12025" y="491"/>
                  </a:lnTo>
                  <a:lnTo>
                    <a:pt x="15818" y="288"/>
                  </a:lnTo>
                  <a:lnTo>
                    <a:pt x="19012" y="0"/>
                  </a:lnTo>
                  <a:cubicBezTo>
                    <a:pt x="19014" y="7"/>
                    <a:pt x="19015" y="13"/>
                    <a:pt x="19017" y="18"/>
                  </a:cubicBezTo>
                  <a:cubicBezTo>
                    <a:pt x="19025" y="43"/>
                    <a:pt x="19039" y="94"/>
                    <a:pt x="19050" y="113"/>
                  </a:cubicBezTo>
                  <a:cubicBezTo>
                    <a:pt x="19061" y="133"/>
                    <a:pt x="19089" y="155"/>
                    <a:pt x="19102" y="170"/>
                  </a:cubicBezTo>
                  <a:cubicBezTo>
                    <a:pt x="19120" y="191"/>
                    <a:pt x="19158" y="232"/>
                    <a:pt x="19175" y="258"/>
                  </a:cubicBezTo>
                  <a:cubicBezTo>
                    <a:pt x="19187" y="278"/>
                    <a:pt x="19206" y="336"/>
                    <a:pt x="19221" y="351"/>
                  </a:cubicBezTo>
                  <a:cubicBezTo>
                    <a:pt x="19238" y="367"/>
                    <a:pt x="19278" y="353"/>
                    <a:pt x="19294" y="373"/>
                  </a:cubicBezTo>
                  <a:cubicBezTo>
                    <a:pt x="19311" y="393"/>
                    <a:pt x="19332" y="464"/>
                    <a:pt x="19339" y="500"/>
                  </a:cubicBezTo>
                  <a:cubicBezTo>
                    <a:pt x="19347" y="537"/>
                    <a:pt x="19339" y="627"/>
                    <a:pt x="19353" y="658"/>
                  </a:cubicBezTo>
                  <a:cubicBezTo>
                    <a:pt x="19367" y="689"/>
                    <a:pt x="19413" y="713"/>
                    <a:pt x="19434" y="712"/>
                  </a:cubicBezTo>
                  <a:cubicBezTo>
                    <a:pt x="19453" y="712"/>
                    <a:pt x="19487" y="649"/>
                    <a:pt x="19505" y="660"/>
                  </a:cubicBezTo>
                  <a:cubicBezTo>
                    <a:pt x="19529" y="675"/>
                    <a:pt x="19541" y="791"/>
                    <a:pt x="19560" y="823"/>
                  </a:cubicBezTo>
                  <a:cubicBezTo>
                    <a:pt x="19582" y="862"/>
                    <a:pt x="19638" y="918"/>
                    <a:pt x="19667" y="931"/>
                  </a:cubicBezTo>
                  <a:cubicBezTo>
                    <a:pt x="19689" y="941"/>
                    <a:pt x="19737" y="933"/>
                    <a:pt x="19760" y="926"/>
                  </a:cubicBezTo>
                  <a:cubicBezTo>
                    <a:pt x="19778" y="920"/>
                    <a:pt x="19818" y="906"/>
                    <a:pt x="19831" y="883"/>
                  </a:cubicBezTo>
                  <a:cubicBezTo>
                    <a:pt x="19846" y="859"/>
                    <a:pt x="19860" y="786"/>
                    <a:pt x="19865" y="750"/>
                  </a:cubicBezTo>
                  <a:cubicBezTo>
                    <a:pt x="19869" y="727"/>
                    <a:pt x="19860" y="673"/>
                    <a:pt x="19869" y="658"/>
                  </a:cubicBezTo>
                  <a:cubicBezTo>
                    <a:pt x="19885" y="630"/>
                    <a:pt x="19933" y="666"/>
                    <a:pt x="19953" y="655"/>
                  </a:cubicBezTo>
                  <a:cubicBezTo>
                    <a:pt x="19966" y="648"/>
                    <a:pt x="19986" y="612"/>
                    <a:pt x="19999" y="605"/>
                  </a:cubicBezTo>
                  <a:cubicBezTo>
                    <a:pt x="20017" y="594"/>
                    <a:pt x="20058" y="584"/>
                    <a:pt x="20075" y="598"/>
                  </a:cubicBezTo>
                  <a:cubicBezTo>
                    <a:pt x="20095" y="613"/>
                    <a:pt x="20128" y="673"/>
                    <a:pt x="20132" y="712"/>
                  </a:cubicBezTo>
                  <a:cubicBezTo>
                    <a:pt x="20137" y="764"/>
                    <a:pt x="20090" y="861"/>
                    <a:pt x="20095" y="914"/>
                  </a:cubicBezTo>
                  <a:cubicBezTo>
                    <a:pt x="20097" y="947"/>
                    <a:pt x="20119" y="1009"/>
                    <a:pt x="20134" y="1023"/>
                  </a:cubicBezTo>
                  <a:cubicBezTo>
                    <a:pt x="20152" y="1038"/>
                    <a:pt x="20191" y="1004"/>
                    <a:pt x="20210" y="1009"/>
                  </a:cubicBezTo>
                  <a:cubicBezTo>
                    <a:pt x="20225" y="1013"/>
                    <a:pt x="20256" y="1032"/>
                    <a:pt x="20267" y="1052"/>
                  </a:cubicBezTo>
                  <a:cubicBezTo>
                    <a:pt x="20279" y="1073"/>
                    <a:pt x="20294" y="1133"/>
                    <a:pt x="20294" y="1164"/>
                  </a:cubicBezTo>
                  <a:cubicBezTo>
                    <a:pt x="20294" y="1201"/>
                    <a:pt x="20271" y="1268"/>
                    <a:pt x="20263" y="1301"/>
                  </a:cubicBezTo>
                  <a:cubicBezTo>
                    <a:pt x="20257" y="1322"/>
                    <a:pt x="20248" y="1371"/>
                    <a:pt x="20237" y="1382"/>
                  </a:cubicBezTo>
                  <a:cubicBezTo>
                    <a:pt x="20217" y="1404"/>
                    <a:pt x="20165" y="1369"/>
                    <a:pt x="20143" y="1384"/>
                  </a:cubicBezTo>
                  <a:cubicBezTo>
                    <a:pt x="20129" y="1396"/>
                    <a:pt x="20096" y="1434"/>
                    <a:pt x="20096" y="1463"/>
                  </a:cubicBezTo>
                  <a:cubicBezTo>
                    <a:pt x="20095" y="1500"/>
                    <a:pt x="20135" y="1546"/>
                    <a:pt x="20152" y="1565"/>
                  </a:cubicBezTo>
                  <a:cubicBezTo>
                    <a:pt x="20167" y="1583"/>
                    <a:pt x="20200" y="1617"/>
                    <a:pt x="20217" y="1610"/>
                  </a:cubicBezTo>
                  <a:cubicBezTo>
                    <a:pt x="20232" y="1605"/>
                    <a:pt x="20249" y="1547"/>
                    <a:pt x="20263" y="1534"/>
                  </a:cubicBezTo>
                  <a:cubicBezTo>
                    <a:pt x="20276" y="1523"/>
                    <a:pt x="20307" y="1505"/>
                    <a:pt x="20320" y="1518"/>
                  </a:cubicBezTo>
                  <a:cubicBezTo>
                    <a:pt x="20336" y="1533"/>
                    <a:pt x="20350" y="1602"/>
                    <a:pt x="20353" y="1634"/>
                  </a:cubicBezTo>
                  <a:cubicBezTo>
                    <a:pt x="20356" y="1664"/>
                    <a:pt x="20350" y="1726"/>
                    <a:pt x="20343" y="1754"/>
                  </a:cubicBezTo>
                  <a:cubicBezTo>
                    <a:pt x="20334" y="1789"/>
                    <a:pt x="20302" y="1850"/>
                    <a:pt x="20282" y="1864"/>
                  </a:cubicBezTo>
                  <a:cubicBezTo>
                    <a:pt x="20263" y="1880"/>
                    <a:pt x="20217" y="1879"/>
                    <a:pt x="20197" y="1864"/>
                  </a:cubicBezTo>
                  <a:cubicBezTo>
                    <a:pt x="20182" y="1854"/>
                    <a:pt x="20162" y="1804"/>
                    <a:pt x="20149" y="1784"/>
                  </a:cubicBezTo>
                  <a:cubicBezTo>
                    <a:pt x="20136" y="1762"/>
                    <a:pt x="20112" y="1705"/>
                    <a:pt x="20095" y="1699"/>
                  </a:cubicBezTo>
                  <a:cubicBezTo>
                    <a:pt x="20083" y="1694"/>
                    <a:pt x="20060" y="1708"/>
                    <a:pt x="20052" y="1722"/>
                  </a:cubicBezTo>
                  <a:cubicBezTo>
                    <a:pt x="20035" y="1752"/>
                    <a:pt x="20023" y="1839"/>
                    <a:pt x="20023" y="1881"/>
                  </a:cubicBezTo>
                  <a:cubicBezTo>
                    <a:pt x="20022" y="1935"/>
                    <a:pt x="20054" y="2037"/>
                    <a:pt x="20052" y="2090"/>
                  </a:cubicBezTo>
                  <a:cubicBezTo>
                    <a:pt x="20050" y="2117"/>
                    <a:pt x="20040" y="2174"/>
                    <a:pt x="20027" y="2188"/>
                  </a:cubicBezTo>
                  <a:cubicBezTo>
                    <a:pt x="20006" y="2215"/>
                    <a:pt x="19949" y="2172"/>
                    <a:pt x="19925" y="2188"/>
                  </a:cubicBezTo>
                  <a:cubicBezTo>
                    <a:pt x="19904" y="2202"/>
                    <a:pt x="19869" y="2259"/>
                    <a:pt x="19856" y="2293"/>
                  </a:cubicBezTo>
                  <a:cubicBezTo>
                    <a:pt x="19842" y="2327"/>
                    <a:pt x="19828" y="2412"/>
                    <a:pt x="19823" y="2455"/>
                  </a:cubicBezTo>
                  <a:cubicBezTo>
                    <a:pt x="19818" y="2494"/>
                    <a:pt x="19809" y="2578"/>
                    <a:pt x="19816" y="2616"/>
                  </a:cubicBezTo>
                  <a:cubicBezTo>
                    <a:pt x="19824" y="2657"/>
                    <a:pt x="19875" y="2700"/>
                    <a:pt x="19878" y="2742"/>
                  </a:cubicBezTo>
                  <a:cubicBezTo>
                    <a:pt x="19881" y="2785"/>
                    <a:pt x="19856" y="2877"/>
                    <a:pt x="19835" y="2897"/>
                  </a:cubicBezTo>
                  <a:cubicBezTo>
                    <a:pt x="19821" y="2910"/>
                    <a:pt x="19788" y="2878"/>
                    <a:pt x="19773" y="2880"/>
                  </a:cubicBezTo>
                  <a:cubicBezTo>
                    <a:pt x="19749" y="2883"/>
                    <a:pt x="19693" y="2892"/>
                    <a:pt x="19679" y="2930"/>
                  </a:cubicBezTo>
                  <a:cubicBezTo>
                    <a:pt x="19663" y="2975"/>
                    <a:pt x="19680" y="3097"/>
                    <a:pt x="19689" y="3149"/>
                  </a:cubicBezTo>
                  <a:cubicBezTo>
                    <a:pt x="19697" y="3189"/>
                    <a:pt x="19725" y="3262"/>
                    <a:pt x="19741" y="3291"/>
                  </a:cubicBezTo>
                  <a:cubicBezTo>
                    <a:pt x="19756" y="3317"/>
                    <a:pt x="19793" y="3344"/>
                    <a:pt x="19809" y="3367"/>
                  </a:cubicBezTo>
                  <a:cubicBezTo>
                    <a:pt x="19822" y="3386"/>
                    <a:pt x="19845" y="3430"/>
                    <a:pt x="19854" y="3456"/>
                  </a:cubicBezTo>
                  <a:cubicBezTo>
                    <a:pt x="19869" y="3496"/>
                    <a:pt x="19886" y="3594"/>
                    <a:pt x="19900" y="3636"/>
                  </a:cubicBezTo>
                  <a:cubicBezTo>
                    <a:pt x="19908" y="3661"/>
                    <a:pt x="19926" y="3712"/>
                    <a:pt x="19940" y="3726"/>
                  </a:cubicBezTo>
                  <a:cubicBezTo>
                    <a:pt x="19958" y="3745"/>
                    <a:pt x="20004" y="3721"/>
                    <a:pt x="20022" y="3743"/>
                  </a:cubicBezTo>
                  <a:cubicBezTo>
                    <a:pt x="20046" y="3776"/>
                    <a:pt x="20054" y="3911"/>
                    <a:pt x="20075" y="3952"/>
                  </a:cubicBezTo>
                  <a:cubicBezTo>
                    <a:pt x="20091" y="3982"/>
                    <a:pt x="20140" y="3998"/>
                    <a:pt x="20156" y="4028"/>
                  </a:cubicBezTo>
                  <a:cubicBezTo>
                    <a:pt x="20172" y="4059"/>
                    <a:pt x="20181" y="4154"/>
                    <a:pt x="20198" y="4182"/>
                  </a:cubicBezTo>
                  <a:cubicBezTo>
                    <a:pt x="20209" y="4200"/>
                    <a:pt x="20237" y="4221"/>
                    <a:pt x="20251" y="4216"/>
                  </a:cubicBezTo>
                  <a:cubicBezTo>
                    <a:pt x="20269" y="4210"/>
                    <a:pt x="20290" y="4133"/>
                    <a:pt x="20308" y="4127"/>
                  </a:cubicBezTo>
                  <a:cubicBezTo>
                    <a:pt x="20321" y="4124"/>
                    <a:pt x="20348" y="4146"/>
                    <a:pt x="20358" y="4163"/>
                  </a:cubicBezTo>
                  <a:cubicBezTo>
                    <a:pt x="20375" y="4196"/>
                    <a:pt x="20399" y="4294"/>
                    <a:pt x="20390" y="4337"/>
                  </a:cubicBezTo>
                  <a:cubicBezTo>
                    <a:pt x="20382" y="4382"/>
                    <a:pt x="20318" y="4389"/>
                    <a:pt x="20304" y="4427"/>
                  </a:cubicBezTo>
                  <a:cubicBezTo>
                    <a:pt x="20295" y="4452"/>
                    <a:pt x="20295" y="4516"/>
                    <a:pt x="20295" y="4546"/>
                  </a:cubicBezTo>
                  <a:cubicBezTo>
                    <a:pt x="20296" y="4603"/>
                    <a:pt x="20301" y="4720"/>
                    <a:pt x="20314" y="4772"/>
                  </a:cubicBezTo>
                  <a:cubicBezTo>
                    <a:pt x="20324" y="4815"/>
                    <a:pt x="20357" y="4892"/>
                    <a:pt x="20378" y="4917"/>
                  </a:cubicBezTo>
                  <a:cubicBezTo>
                    <a:pt x="20395" y="4937"/>
                    <a:pt x="20437" y="4933"/>
                    <a:pt x="20455" y="4948"/>
                  </a:cubicBezTo>
                  <a:cubicBezTo>
                    <a:pt x="20474" y="4963"/>
                    <a:pt x="20511" y="5006"/>
                    <a:pt x="20525" y="5036"/>
                  </a:cubicBezTo>
                  <a:cubicBezTo>
                    <a:pt x="20540" y="5068"/>
                    <a:pt x="20560" y="5147"/>
                    <a:pt x="20563" y="5188"/>
                  </a:cubicBezTo>
                  <a:cubicBezTo>
                    <a:pt x="20566" y="5233"/>
                    <a:pt x="20541" y="5327"/>
                    <a:pt x="20549" y="5368"/>
                  </a:cubicBezTo>
                  <a:cubicBezTo>
                    <a:pt x="20553" y="5391"/>
                    <a:pt x="20575" y="5423"/>
                    <a:pt x="20587" y="5431"/>
                  </a:cubicBezTo>
                  <a:cubicBezTo>
                    <a:pt x="20604" y="5441"/>
                    <a:pt x="20641" y="5404"/>
                    <a:pt x="20657" y="5418"/>
                  </a:cubicBezTo>
                  <a:cubicBezTo>
                    <a:pt x="20678" y="5437"/>
                    <a:pt x="20693" y="5527"/>
                    <a:pt x="20709" y="5559"/>
                  </a:cubicBezTo>
                  <a:cubicBezTo>
                    <a:pt x="20722" y="5588"/>
                    <a:pt x="20751" y="5648"/>
                    <a:pt x="20770" y="5661"/>
                  </a:cubicBezTo>
                  <a:cubicBezTo>
                    <a:pt x="20791" y="5677"/>
                    <a:pt x="20839" y="5681"/>
                    <a:pt x="20860" y="5666"/>
                  </a:cubicBezTo>
                  <a:cubicBezTo>
                    <a:pt x="20876" y="5656"/>
                    <a:pt x="20895" y="5601"/>
                    <a:pt x="20909" y="5585"/>
                  </a:cubicBezTo>
                  <a:cubicBezTo>
                    <a:pt x="20921" y="5570"/>
                    <a:pt x="20949" y="5545"/>
                    <a:pt x="20963" y="5547"/>
                  </a:cubicBezTo>
                  <a:cubicBezTo>
                    <a:pt x="20978" y="5550"/>
                    <a:pt x="21006" y="5580"/>
                    <a:pt x="21015" y="5602"/>
                  </a:cubicBezTo>
                  <a:cubicBezTo>
                    <a:pt x="21027" y="5629"/>
                    <a:pt x="21021" y="5718"/>
                    <a:pt x="21037" y="5738"/>
                  </a:cubicBezTo>
                  <a:cubicBezTo>
                    <a:pt x="21054" y="5759"/>
                    <a:pt x="21100" y="5736"/>
                    <a:pt x="21119" y="5720"/>
                  </a:cubicBezTo>
                  <a:cubicBezTo>
                    <a:pt x="21128" y="5714"/>
                    <a:pt x="21140" y="5684"/>
                    <a:pt x="21148" y="5678"/>
                  </a:cubicBezTo>
                  <a:cubicBezTo>
                    <a:pt x="21158" y="5671"/>
                    <a:pt x="21182" y="5666"/>
                    <a:pt x="21191" y="5675"/>
                  </a:cubicBezTo>
                  <a:cubicBezTo>
                    <a:pt x="21204" y="5688"/>
                    <a:pt x="21219" y="5739"/>
                    <a:pt x="21222" y="5766"/>
                  </a:cubicBezTo>
                  <a:cubicBezTo>
                    <a:pt x="21226" y="5793"/>
                    <a:pt x="21224" y="5853"/>
                    <a:pt x="21217" y="5880"/>
                  </a:cubicBezTo>
                  <a:cubicBezTo>
                    <a:pt x="21211" y="5905"/>
                    <a:pt x="21177" y="5958"/>
                    <a:pt x="21177" y="5958"/>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72" name="Shape 4754"/>
            <p:cNvSpPr/>
            <p:nvPr/>
          </p:nvSpPr>
          <p:spPr>
            <a:xfrm>
              <a:off x="3958018" y="2048044"/>
              <a:ext cx="1711881" cy="797434"/>
            </a:xfrm>
            <a:custGeom>
              <a:avLst/>
              <a:gdLst/>
              <a:ahLst/>
              <a:cxnLst>
                <a:cxn ang="0">
                  <a:pos x="wd2" y="hd2"/>
                </a:cxn>
                <a:cxn ang="5400000">
                  <a:pos x="wd2" y="hd2"/>
                </a:cxn>
                <a:cxn ang="10800000">
                  <a:pos x="wd2" y="hd2"/>
                </a:cxn>
                <a:cxn ang="16200000">
                  <a:pos x="wd2" y="hd2"/>
                </a:cxn>
              </a:cxnLst>
              <a:rect l="0" t="0" r="r" b="b"/>
              <a:pathLst>
                <a:path w="21600" h="21600" extrusionOk="0">
                  <a:moveTo>
                    <a:pt x="18448" y="3769"/>
                  </a:moveTo>
                  <a:cubicBezTo>
                    <a:pt x="18451" y="3762"/>
                    <a:pt x="18455" y="3755"/>
                    <a:pt x="18458" y="3749"/>
                  </a:cubicBezTo>
                  <a:cubicBezTo>
                    <a:pt x="18464" y="3731"/>
                    <a:pt x="18458" y="3676"/>
                    <a:pt x="18465" y="3662"/>
                  </a:cubicBezTo>
                  <a:cubicBezTo>
                    <a:pt x="18484" y="3625"/>
                    <a:pt x="18540" y="3632"/>
                    <a:pt x="18564" y="3643"/>
                  </a:cubicBezTo>
                  <a:cubicBezTo>
                    <a:pt x="18592" y="3654"/>
                    <a:pt x="18647" y="3707"/>
                    <a:pt x="18664" y="3755"/>
                  </a:cubicBezTo>
                  <a:cubicBezTo>
                    <a:pt x="18681" y="3801"/>
                    <a:pt x="18695" y="3926"/>
                    <a:pt x="18688" y="3982"/>
                  </a:cubicBezTo>
                  <a:cubicBezTo>
                    <a:pt x="18681" y="4043"/>
                    <a:pt x="18627" y="4116"/>
                    <a:pt x="18612" y="4169"/>
                  </a:cubicBezTo>
                  <a:cubicBezTo>
                    <a:pt x="18601" y="4206"/>
                    <a:pt x="18581" y="4286"/>
                    <a:pt x="18580" y="4329"/>
                  </a:cubicBezTo>
                  <a:cubicBezTo>
                    <a:pt x="18580" y="4364"/>
                    <a:pt x="18604" y="4425"/>
                    <a:pt x="18604" y="4461"/>
                  </a:cubicBezTo>
                  <a:cubicBezTo>
                    <a:pt x="18604" y="4496"/>
                    <a:pt x="18581" y="4554"/>
                    <a:pt x="18579" y="4589"/>
                  </a:cubicBezTo>
                  <a:cubicBezTo>
                    <a:pt x="18577" y="4631"/>
                    <a:pt x="18582" y="4720"/>
                    <a:pt x="18593" y="4755"/>
                  </a:cubicBezTo>
                  <a:cubicBezTo>
                    <a:pt x="18602" y="4787"/>
                    <a:pt x="18638" y="4812"/>
                    <a:pt x="18651" y="4839"/>
                  </a:cubicBezTo>
                  <a:cubicBezTo>
                    <a:pt x="18662" y="4865"/>
                    <a:pt x="18681" y="4927"/>
                    <a:pt x="18686" y="4961"/>
                  </a:cubicBezTo>
                  <a:cubicBezTo>
                    <a:pt x="18697" y="5016"/>
                    <a:pt x="18689" y="5146"/>
                    <a:pt x="18706" y="5192"/>
                  </a:cubicBezTo>
                  <a:cubicBezTo>
                    <a:pt x="18723" y="5238"/>
                    <a:pt x="18790" y="5240"/>
                    <a:pt x="18807" y="5285"/>
                  </a:cubicBezTo>
                  <a:cubicBezTo>
                    <a:pt x="18820" y="5316"/>
                    <a:pt x="18825" y="5404"/>
                    <a:pt x="18826" y="5445"/>
                  </a:cubicBezTo>
                  <a:cubicBezTo>
                    <a:pt x="18826" y="5482"/>
                    <a:pt x="18823" y="5562"/>
                    <a:pt x="18814" y="5593"/>
                  </a:cubicBezTo>
                  <a:cubicBezTo>
                    <a:pt x="18802" y="5630"/>
                    <a:pt x="18750" y="5648"/>
                    <a:pt x="18740" y="5689"/>
                  </a:cubicBezTo>
                  <a:cubicBezTo>
                    <a:pt x="18733" y="5721"/>
                    <a:pt x="18744" y="5793"/>
                    <a:pt x="18748" y="5827"/>
                  </a:cubicBezTo>
                  <a:cubicBezTo>
                    <a:pt x="18753" y="5878"/>
                    <a:pt x="18763" y="5986"/>
                    <a:pt x="18779" y="6026"/>
                  </a:cubicBezTo>
                  <a:cubicBezTo>
                    <a:pt x="18787" y="6046"/>
                    <a:pt x="18815" y="6059"/>
                    <a:pt x="18824" y="6077"/>
                  </a:cubicBezTo>
                  <a:cubicBezTo>
                    <a:pt x="18840" y="6109"/>
                    <a:pt x="18854" y="6206"/>
                    <a:pt x="18872" y="6231"/>
                  </a:cubicBezTo>
                  <a:cubicBezTo>
                    <a:pt x="18889" y="6256"/>
                    <a:pt x="18938" y="6233"/>
                    <a:pt x="18952" y="6263"/>
                  </a:cubicBezTo>
                  <a:cubicBezTo>
                    <a:pt x="18969" y="6296"/>
                    <a:pt x="18977" y="6402"/>
                    <a:pt x="18973" y="6449"/>
                  </a:cubicBezTo>
                  <a:cubicBezTo>
                    <a:pt x="18971" y="6491"/>
                    <a:pt x="18935" y="6552"/>
                    <a:pt x="18933" y="6593"/>
                  </a:cubicBezTo>
                  <a:cubicBezTo>
                    <a:pt x="18931" y="6655"/>
                    <a:pt x="18953" y="6783"/>
                    <a:pt x="18975" y="6822"/>
                  </a:cubicBezTo>
                  <a:cubicBezTo>
                    <a:pt x="18990" y="6847"/>
                    <a:pt x="19035" y="6825"/>
                    <a:pt x="19050" y="6850"/>
                  </a:cubicBezTo>
                  <a:cubicBezTo>
                    <a:pt x="19059" y="6865"/>
                    <a:pt x="19068" y="6918"/>
                    <a:pt x="19069" y="6943"/>
                  </a:cubicBezTo>
                  <a:cubicBezTo>
                    <a:pt x="19070" y="6978"/>
                    <a:pt x="19046" y="7044"/>
                    <a:pt x="19051" y="7078"/>
                  </a:cubicBezTo>
                  <a:cubicBezTo>
                    <a:pt x="19056" y="7109"/>
                    <a:pt x="19085" y="7156"/>
                    <a:pt x="19101" y="7158"/>
                  </a:cubicBezTo>
                  <a:cubicBezTo>
                    <a:pt x="19118" y="7161"/>
                    <a:pt x="19145" y="7075"/>
                    <a:pt x="19162" y="7088"/>
                  </a:cubicBezTo>
                  <a:cubicBezTo>
                    <a:pt x="19181" y="7102"/>
                    <a:pt x="19177" y="7223"/>
                    <a:pt x="19194" y="7245"/>
                  </a:cubicBezTo>
                  <a:cubicBezTo>
                    <a:pt x="19208" y="7261"/>
                    <a:pt x="19242" y="7220"/>
                    <a:pt x="19256" y="7232"/>
                  </a:cubicBezTo>
                  <a:cubicBezTo>
                    <a:pt x="19279" y="7252"/>
                    <a:pt x="19310" y="7350"/>
                    <a:pt x="19320" y="7399"/>
                  </a:cubicBezTo>
                  <a:cubicBezTo>
                    <a:pt x="19330" y="7447"/>
                    <a:pt x="19347" y="7560"/>
                    <a:pt x="19337" y="7608"/>
                  </a:cubicBezTo>
                  <a:cubicBezTo>
                    <a:pt x="19329" y="7640"/>
                    <a:pt x="19288" y="7650"/>
                    <a:pt x="19277" y="7678"/>
                  </a:cubicBezTo>
                  <a:cubicBezTo>
                    <a:pt x="19263" y="7714"/>
                    <a:pt x="19250" y="7810"/>
                    <a:pt x="19250" y="7857"/>
                  </a:cubicBezTo>
                  <a:cubicBezTo>
                    <a:pt x="19250" y="7893"/>
                    <a:pt x="19262" y="7963"/>
                    <a:pt x="19271" y="7992"/>
                  </a:cubicBezTo>
                  <a:cubicBezTo>
                    <a:pt x="19284" y="8035"/>
                    <a:pt x="19326" y="8091"/>
                    <a:pt x="19344" y="8124"/>
                  </a:cubicBezTo>
                  <a:cubicBezTo>
                    <a:pt x="19354" y="8142"/>
                    <a:pt x="19379" y="8169"/>
                    <a:pt x="19384" y="8195"/>
                  </a:cubicBezTo>
                  <a:cubicBezTo>
                    <a:pt x="19392" y="8231"/>
                    <a:pt x="19371" y="8322"/>
                    <a:pt x="19382" y="8355"/>
                  </a:cubicBezTo>
                  <a:cubicBezTo>
                    <a:pt x="19392" y="8390"/>
                    <a:pt x="19438" y="8386"/>
                    <a:pt x="19455" y="8409"/>
                  </a:cubicBezTo>
                  <a:cubicBezTo>
                    <a:pt x="19472" y="8434"/>
                    <a:pt x="19507" y="8499"/>
                    <a:pt x="19510" y="8544"/>
                  </a:cubicBezTo>
                  <a:cubicBezTo>
                    <a:pt x="19511" y="8574"/>
                    <a:pt x="19486" y="8623"/>
                    <a:pt x="19483" y="8653"/>
                  </a:cubicBezTo>
                  <a:cubicBezTo>
                    <a:pt x="19480" y="8683"/>
                    <a:pt x="19493" y="8750"/>
                    <a:pt x="19484" y="8775"/>
                  </a:cubicBezTo>
                  <a:cubicBezTo>
                    <a:pt x="19475" y="8803"/>
                    <a:pt x="19436" y="8795"/>
                    <a:pt x="19424" y="8816"/>
                  </a:cubicBezTo>
                  <a:cubicBezTo>
                    <a:pt x="19411" y="8839"/>
                    <a:pt x="19387" y="8908"/>
                    <a:pt x="19392" y="8942"/>
                  </a:cubicBezTo>
                  <a:cubicBezTo>
                    <a:pt x="19396" y="8968"/>
                    <a:pt x="19429" y="8972"/>
                    <a:pt x="19440" y="8987"/>
                  </a:cubicBezTo>
                  <a:cubicBezTo>
                    <a:pt x="19459" y="9013"/>
                    <a:pt x="19508" y="9066"/>
                    <a:pt x="19508" y="9115"/>
                  </a:cubicBezTo>
                  <a:cubicBezTo>
                    <a:pt x="19508" y="9158"/>
                    <a:pt x="19468" y="9214"/>
                    <a:pt x="19450" y="9231"/>
                  </a:cubicBezTo>
                  <a:cubicBezTo>
                    <a:pt x="19433" y="9246"/>
                    <a:pt x="19392" y="9217"/>
                    <a:pt x="19377" y="9240"/>
                  </a:cubicBezTo>
                  <a:cubicBezTo>
                    <a:pt x="19368" y="9253"/>
                    <a:pt x="19361" y="9304"/>
                    <a:pt x="19362" y="9326"/>
                  </a:cubicBezTo>
                  <a:cubicBezTo>
                    <a:pt x="19362" y="9350"/>
                    <a:pt x="19372" y="9396"/>
                    <a:pt x="19380" y="9413"/>
                  </a:cubicBezTo>
                  <a:cubicBezTo>
                    <a:pt x="19392" y="9440"/>
                    <a:pt x="19430" y="9449"/>
                    <a:pt x="19441" y="9477"/>
                  </a:cubicBezTo>
                  <a:cubicBezTo>
                    <a:pt x="19451" y="9502"/>
                    <a:pt x="19457" y="9571"/>
                    <a:pt x="19455" y="9602"/>
                  </a:cubicBezTo>
                  <a:cubicBezTo>
                    <a:pt x="19452" y="9637"/>
                    <a:pt x="19432" y="9697"/>
                    <a:pt x="19422" y="9724"/>
                  </a:cubicBezTo>
                  <a:cubicBezTo>
                    <a:pt x="19414" y="9745"/>
                    <a:pt x="19388" y="9772"/>
                    <a:pt x="19386" y="9798"/>
                  </a:cubicBezTo>
                  <a:cubicBezTo>
                    <a:pt x="19383" y="9832"/>
                    <a:pt x="19402" y="9897"/>
                    <a:pt x="19413" y="9920"/>
                  </a:cubicBezTo>
                  <a:cubicBezTo>
                    <a:pt x="19423" y="9941"/>
                    <a:pt x="19453" y="9948"/>
                    <a:pt x="19465" y="9965"/>
                  </a:cubicBezTo>
                  <a:cubicBezTo>
                    <a:pt x="19478" y="9984"/>
                    <a:pt x="19506" y="10029"/>
                    <a:pt x="19507" y="10061"/>
                  </a:cubicBezTo>
                  <a:cubicBezTo>
                    <a:pt x="19509" y="10121"/>
                    <a:pt x="19440" y="10198"/>
                    <a:pt x="19444" y="10257"/>
                  </a:cubicBezTo>
                  <a:cubicBezTo>
                    <a:pt x="19446" y="10286"/>
                    <a:pt x="19477" y="10309"/>
                    <a:pt x="19486" y="10331"/>
                  </a:cubicBezTo>
                  <a:cubicBezTo>
                    <a:pt x="19500" y="10363"/>
                    <a:pt x="19516" y="10444"/>
                    <a:pt x="19531" y="10475"/>
                  </a:cubicBezTo>
                  <a:cubicBezTo>
                    <a:pt x="19541" y="10496"/>
                    <a:pt x="19565" y="10548"/>
                    <a:pt x="19578" y="10539"/>
                  </a:cubicBezTo>
                  <a:cubicBezTo>
                    <a:pt x="19595" y="10529"/>
                    <a:pt x="19604" y="10443"/>
                    <a:pt x="19609" y="10408"/>
                  </a:cubicBezTo>
                  <a:cubicBezTo>
                    <a:pt x="19612" y="10382"/>
                    <a:pt x="19609" y="10324"/>
                    <a:pt x="19616" y="10302"/>
                  </a:cubicBezTo>
                  <a:cubicBezTo>
                    <a:pt x="19623" y="10279"/>
                    <a:pt x="19648" y="10247"/>
                    <a:pt x="19661" y="10247"/>
                  </a:cubicBezTo>
                  <a:cubicBezTo>
                    <a:pt x="19680" y="10248"/>
                    <a:pt x="19716" y="10296"/>
                    <a:pt x="19725" y="10331"/>
                  </a:cubicBezTo>
                  <a:cubicBezTo>
                    <a:pt x="19735" y="10371"/>
                    <a:pt x="19731" y="10470"/>
                    <a:pt x="19725" y="10514"/>
                  </a:cubicBezTo>
                  <a:cubicBezTo>
                    <a:pt x="19720" y="10546"/>
                    <a:pt x="19697" y="10596"/>
                    <a:pt x="19689" y="10626"/>
                  </a:cubicBezTo>
                  <a:cubicBezTo>
                    <a:pt x="19683" y="10651"/>
                    <a:pt x="19666" y="10703"/>
                    <a:pt x="19667" y="10732"/>
                  </a:cubicBezTo>
                  <a:cubicBezTo>
                    <a:pt x="19668" y="10761"/>
                    <a:pt x="19685" y="10813"/>
                    <a:pt x="19697" y="10827"/>
                  </a:cubicBezTo>
                  <a:cubicBezTo>
                    <a:pt x="19713" y="10849"/>
                    <a:pt x="19753" y="10846"/>
                    <a:pt x="19771" y="10841"/>
                  </a:cubicBezTo>
                  <a:cubicBezTo>
                    <a:pt x="19790" y="10836"/>
                    <a:pt x="19824" y="10778"/>
                    <a:pt x="19842" y="10789"/>
                  </a:cubicBezTo>
                  <a:cubicBezTo>
                    <a:pt x="19861" y="10803"/>
                    <a:pt x="19886" y="10885"/>
                    <a:pt x="19890" y="10928"/>
                  </a:cubicBezTo>
                  <a:cubicBezTo>
                    <a:pt x="19893" y="10975"/>
                    <a:pt x="19865" y="11065"/>
                    <a:pt x="19863" y="11113"/>
                  </a:cubicBezTo>
                  <a:cubicBezTo>
                    <a:pt x="19860" y="11175"/>
                    <a:pt x="19872" y="11298"/>
                    <a:pt x="19873" y="11361"/>
                  </a:cubicBezTo>
                  <a:cubicBezTo>
                    <a:pt x="19874" y="11407"/>
                    <a:pt x="19878" y="11503"/>
                    <a:pt x="19870" y="11547"/>
                  </a:cubicBezTo>
                  <a:cubicBezTo>
                    <a:pt x="19863" y="11586"/>
                    <a:pt x="19819" y="11632"/>
                    <a:pt x="19818" y="11675"/>
                  </a:cubicBezTo>
                  <a:cubicBezTo>
                    <a:pt x="19816" y="11709"/>
                    <a:pt x="19841" y="11766"/>
                    <a:pt x="19852" y="11790"/>
                  </a:cubicBezTo>
                  <a:cubicBezTo>
                    <a:pt x="19866" y="11822"/>
                    <a:pt x="19901" y="11882"/>
                    <a:pt x="19921" y="11889"/>
                  </a:cubicBezTo>
                  <a:cubicBezTo>
                    <a:pt x="19937" y="11896"/>
                    <a:pt x="19968" y="11849"/>
                    <a:pt x="19984" y="11857"/>
                  </a:cubicBezTo>
                  <a:cubicBezTo>
                    <a:pt x="20002" y="11867"/>
                    <a:pt x="20033" y="11927"/>
                    <a:pt x="20039" y="11964"/>
                  </a:cubicBezTo>
                  <a:cubicBezTo>
                    <a:pt x="20046" y="12005"/>
                    <a:pt x="20041" y="12105"/>
                    <a:pt x="20029" y="12140"/>
                  </a:cubicBezTo>
                  <a:cubicBezTo>
                    <a:pt x="20018" y="12169"/>
                    <a:pt x="19979" y="12173"/>
                    <a:pt x="19964" y="12191"/>
                  </a:cubicBezTo>
                  <a:cubicBezTo>
                    <a:pt x="19950" y="12208"/>
                    <a:pt x="19921" y="12246"/>
                    <a:pt x="19917" y="12277"/>
                  </a:cubicBezTo>
                  <a:cubicBezTo>
                    <a:pt x="19908" y="12333"/>
                    <a:pt x="19954" y="12443"/>
                    <a:pt x="19948" y="12499"/>
                  </a:cubicBezTo>
                  <a:cubicBezTo>
                    <a:pt x="19944" y="12530"/>
                    <a:pt x="19913" y="12562"/>
                    <a:pt x="19909" y="12592"/>
                  </a:cubicBezTo>
                  <a:cubicBezTo>
                    <a:pt x="19903" y="12644"/>
                    <a:pt x="19912" y="12767"/>
                    <a:pt x="19931" y="12801"/>
                  </a:cubicBezTo>
                  <a:cubicBezTo>
                    <a:pt x="19947" y="12828"/>
                    <a:pt x="19992" y="12826"/>
                    <a:pt x="20011" y="12811"/>
                  </a:cubicBezTo>
                  <a:cubicBezTo>
                    <a:pt x="20025" y="12799"/>
                    <a:pt x="20039" y="12726"/>
                    <a:pt x="20054" y="12718"/>
                  </a:cubicBezTo>
                  <a:cubicBezTo>
                    <a:pt x="20068" y="12708"/>
                    <a:pt x="20102" y="12728"/>
                    <a:pt x="20114" y="12749"/>
                  </a:cubicBezTo>
                  <a:cubicBezTo>
                    <a:pt x="20132" y="12785"/>
                    <a:pt x="20163" y="12904"/>
                    <a:pt x="20151" y="12952"/>
                  </a:cubicBezTo>
                  <a:cubicBezTo>
                    <a:pt x="20139" y="12994"/>
                    <a:pt x="20079" y="12955"/>
                    <a:pt x="20060" y="12983"/>
                  </a:cubicBezTo>
                  <a:cubicBezTo>
                    <a:pt x="20047" y="13004"/>
                    <a:pt x="20029" y="13071"/>
                    <a:pt x="20030" y="13106"/>
                  </a:cubicBezTo>
                  <a:cubicBezTo>
                    <a:pt x="20031" y="13153"/>
                    <a:pt x="20075" y="13215"/>
                    <a:pt x="20081" y="13259"/>
                  </a:cubicBezTo>
                  <a:cubicBezTo>
                    <a:pt x="20090" y="13327"/>
                    <a:pt x="20084" y="13471"/>
                    <a:pt x="20076" y="13538"/>
                  </a:cubicBezTo>
                  <a:cubicBezTo>
                    <a:pt x="20071" y="13580"/>
                    <a:pt x="20039" y="13650"/>
                    <a:pt x="20042" y="13692"/>
                  </a:cubicBezTo>
                  <a:cubicBezTo>
                    <a:pt x="20044" y="13720"/>
                    <a:pt x="20068" y="13754"/>
                    <a:pt x="20076" y="13776"/>
                  </a:cubicBezTo>
                  <a:cubicBezTo>
                    <a:pt x="20085" y="13801"/>
                    <a:pt x="20107" y="13850"/>
                    <a:pt x="20107" y="13882"/>
                  </a:cubicBezTo>
                  <a:cubicBezTo>
                    <a:pt x="20108" y="13922"/>
                    <a:pt x="20072" y="13986"/>
                    <a:pt x="20075" y="14026"/>
                  </a:cubicBezTo>
                  <a:cubicBezTo>
                    <a:pt x="20077" y="14059"/>
                    <a:pt x="20105" y="14102"/>
                    <a:pt x="20115" y="14126"/>
                  </a:cubicBezTo>
                  <a:cubicBezTo>
                    <a:pt x="20127" y="14151"/>
                    <a:pt x="20156" y="14189"/>
                    <a:pt x="20163" y="14222"/>
                  </a:cubicBezTo>
                  <a:cubicBezTo>
                    <a:pt x="20172" y="14271"/>
                    <a:pt x="20161" y="14381"/>
                    <a:pt x="20163" y="14433"/>
                  </a:cubicBezTo>
                  <a:cubicBezTo>
                    <a:pt x="20165" y="14475"/>
                    <a:pt x="20167" y="14563"/>
                    <a:pt x="20178" y="14597"/>
                  </a:cubicBezTo>
                  <a:cubicBezTo>
                    <a:pt x="20187" y="14623"/>
                    <a:pt x="20219" y="14640"/>
                    <a:pt x="20229" y="14665"/>
                  </a:cubicBezTo>
                  <a:cubicBezTo>
                    <a:pt x="20240" y="14690"/>
                    <a:pt x="20255" y="14755"/>
                    <a:pt x="20257" y="14789"/>
                  </a:cubicBezTo>
                  <a:cubicBezTo>
                    <a:pt x="20259" y="14828"/>
                    <a:pt x="20256" y="14915"/>
                    <a:pt x="20244" y="14943"/>
                  </a:cubicBezTo>
                  <a:cubicBezTo>
                    <a:pt x="20234" y="14966"/>
                    <a:pt x="20201" y="14957"/>
                    <a:pt x="20190" y="14975"/>
                  </a:cubicBezTo>
                  <a:cubicBezTo>
                    <a:pt x="20176" y="14999"/>
                    <a:pt x="20156" y="15067"/>
                    <a:pt x="20155" y="15104"/>
                  </a:cubicBezTo>
                  <a:cubicBezTo>
                    <a:pt x="20155" y="15143"/>
                    <a:pt x="20183" y="15209"/>
                    <a:pt x="20185" y="15248"/>
                  </a:cubicBezTo>
                  <a:cubicBezTo>
                    <a:pt x="20188" y="15290"/>
                    <a:pt x="20171" y="15376"/>
                    <a:pt x="20173" y="15418"/>
                  </a:cubicBezTo>
                  <a:cubicBezTo>
                    <a:pt x="20176" y="15461"/>
                    <a:pt x="20206" y="15533"/>
                    <a:pt x="20206" y="15576"/>
                  </a:cubicBezTo>
                  <a:cubicBezTo>
                    <a:pt x="20207" y="15613"/>
                    <a:pt x="20190" y="15683"/>
                    <a:pt x="20179" y="15713"/>
                  </a:cubicBezTo>
                  <a:cubicBezTo>
                    <a:pt x="20171" y="15738"/>
                    <a:pt x="20143" y="15770"/>
                    <a:pt x="20134" y="15793"/>
                  </a:cubicBezTo>
                  <a:cubicBezTo>
                    <a:pt x="20118" y="15837"/>
                    <a:pt x="20088" y="15937"/>
                    <a:pt x="20087" y="15992"/>
                  </a:cubicBezTo>
                  <a:cubicBezTo>
                    <a:pt x="20086" y="16021"/>
                    <a:pt x="20097" y="16078"/>
                    <a:pt x="20106" y="16099"/>
                  </a:cubicBezTo>
                  <a:cubicBezTo>
                    <a:pt x="20118" y="16122"/>
                    <a:pt x="20157" y="16118"/>
                    <a:pt x="20169" y="16143"/>
                  </a:cubicBezTo>
                  <a:cubicBezTo>
                    <a:pt x="20189" y="16185"/>
                    <a:pt x="20189" y="16321"/>
                    <a:pt x="20205" y="16371"/>
                  </a:cubicBezTo>
                  <a:cubicBezTo>
                    <a:pt x="20213" y="16397"/>
                    <a:pt x="20234" y="16445"/>
                    <a:pt x="20248" y="16455"/>
                  </a:cubicBezTo>
                  <a:cubicBezTo>
                    <a:pt x="20270" y="16470"/>
                    <a:pt x="20319" y="16412"/>
                    <a:pt x="20339" y="16435"/>
                  </a:cubicBezTo>
                  <a:cubicBezTo>
                    <a:pt x="20368" y="16469"/>
                    <a:pt x="20385" y="16622"/>
                    <a:pt x="20399" y="16686"/>
                  </a:cubicBezTo>
                  <a:cubicBezTo>
                    <a:pt x="20408" y="16724"/>
                    <a:pt x="20433" y="16797"/>
                    <a:pt x="20433" y="16839"/>
                  </a:cubicBezTo>
                  <a:cubicBezTo>
                    <a:pt x="20434" y="16875"/>
                    <a:pt x="20417" y="16936"/>
                    <a:pt x="20407" y="16976"/>
                  </a:cubicBezTo>
                  <a:cubicBezTo>
                    <a:pt x="20405" y="16982"/>
                    <a:pt x="20403" y="16988"/>
                    <a:pt x="20402" y="16994"/>
                  </a:cubicBezTo>
                  <a:cubicBezTo>
                    <a:pt x="20396" y="17019"/>
                    <a:pt x="20375" y="17064"/>
                    <a:pt x="20375" y="17092"/>
                  </a:cubicBezTo>
                  <a:cubicBezTo>
                    <a:pt x="20374" y="17138"/>
                    <a:pt x="20407" y="17211"/>
                    <a:pt x="20414" y="17253"/>
                  </a:cubicBezTo>
                  <a:cubicBezTo>
                    <a:pt x="20419" y="17283"/>
                    <a:pt x="20417" y="17355"/>
                    <a:pt x="20427" y="17378"/>
                  </a:cubicBezTo>
                  <a:cubicBezTo>
                    <a:pt x="20438" y="17404"/>
                    <a:pt x="20474" y="17420"/>
                    <a:pt x="20490" y="17420"/>
                  </a:cubicBezTo>
                  <a:cubicBezTo>
                    <a:pt x="20506" y="17420"/>
                    <a:pt x="20536" y="17398"/>
                    <a:pt x="20550" y="17382"/>
                  </a:cubicBezTo>
                  <a:cubicBezTo>
                    <a:pt x="20559" y="17371"/>
                    <a:pt x="20577" y="17344"/>
                    <a:pt x="20581" y="17323"/>
                  </a:cubicBezTo>
                  <a:cubicBezTo>
                    <a:pt x="20587" y="17295"/>
                    <a:pt x="20573" y="17222"/>
                    <a:pt x="20581" y="17195"/>
                  </a:cubicBezTo>
                  <a:cubicBezTo>
                    <a:pt x="20589" y="17168"/>
                    <a:pt x="20622" y="17140"/>
                    <a:pt x="20637" y="17144"/>
                  </a:cubicBezTo>
                  <a:cubicBezTo>
                    <a:pt x="20649" y="17147"/>
                    <a:pt x="20667" y="17187"/>
                    <a:pt x="20675" y="17205"/>
                  </a:cubicBezTo>
                  <a:cubicBezTo>
                    <a:pt x="20688" y="17230"/>
                    <a:pt x="20713" y="17282"/>
                    <a:pt x="20716" y="17317"/>
                  </a:cubicBezTo>
                  <a:cubicBezTo>
                    <a:pt x="20719" y="17358"/>
                    <a:pt x="20706" y="17441"/>
                    <a:pt x="20695" y="17474"/>
                  </a:cubicBezTo>
                  <a:cubicBezTo>
                    <a:pt x="20685" y="17503"/>
                    <a:pt x="20652" y="17530"/>
                    <a:pt x="20639" y="17554"/>
                  </a:cubicBezTo>
                  <a:cubicBezTo>
                    <a:pt x="20629" y="17576"/>
                    <a:pt x="20608" y="17624"/>
                    <a:pt x="20602" y="17654"/>
                  </a:cubicBezTo>
                  <a:cubicBezTo>
                    <a:pt x="20596" y="17688"/>
                    <a:pt x="20589" y="17764"/>
                    <a:pt x="20595" y="17798"/>
                  </a:cubicBezTo>
                  <a:cubicBezTo>
                    <a:pt x="20598" y="17824"/>
                    <a:pt x="20618" y="17865"/>
                    <a:pt x="20629" y="17879"/>
                  </a:cubicBezTo>
                  <a:cubicBezTo>
                    <a:pt x="20645" y="17900"/>
                    <a:pt x="20689" y="17891"/>
                    <a:pt x="20702" y="17920"/>
                  </a:cubicBezTo>
                  <a:cubicBezTo>
                    <a:pt x="20713" y="17944"/>
                    <a:pt x="20716" y="18015"/>
                    <a:pt x="20716" y="18049"/>
                  </a:cubicBezTo>
                  <a:cubicBezTo>
                    <a:pt x="20715" y="18093"/>
                    <a:pt x="20693" y="18174"/>
                    <a:pt x="20695" y="18219"/>
                  </a:cubicBezTo>
                  <a:cubicBezTo>
                    <a:pt x="20696" y="18252"/>
                    <a:pt x="20714" y="18312"/>
                    <a:pt x="20720" y="18344"/>
                  </a:cubicBezTo>
                  <a:cubicBezTo>
                    <a:pt x="20727" y="18379"/>
                    <a:pt x="20734" y="18453"/>
                    <a:pt x="20743" y="18485"/>
                  </a:cubicBezTo>
                  <a:cubicBezTo>
                    <a:pt x="20753" y="18521"/>
                    <a:pt x="20794" y="18565"/>
                    <a:pt x="20796" y="18606"/>
                  </a:cubicBezTo>
                  <a:cubicBezTo>
                    <a:pt x="20799" y="18645"/>
                    <a:pt x="20772" y="18710"/>
                    <a:pt x="20762" y="18742"/>
                  </a:cubicBezTo>
                  <a:cubicBezTo>
                    <a:pt x="20753" y="18769"/>
                    <a:pt x="20724" y="18809"/>
                    <a:pt x="20722" y="18841"/>
                  </a:cubicBezTo>
                  <a:cubicBezTo>
                    <a:pt x="20720" y="18864"/>
                    <a:pt x="20730" y="18912"/>
                    <a:pt x="20739" y="18924"/>
                  </a:cubicBezTo>
                  <a:cubicBezTo>
                    <a:pt x="20752" y="18940"/>
                    <a:pt x="20782" y="18929"/>
                    <a:pt x="20796" y="18924"/>
                  </a:cubicBezTo>
                  <a:cubicBezTo>
                    <a:pt x="20813" y="18918"/>
                    <a:pt x="20846" y="18872"/>
                    <a:pt x="20862" y="18880"/>
                  </a:cubicBezTo>
                  <a:cubicBezTo>
                    <a:pt x="20876" y="18885"/>
                    <a:pt x="20893" y="18943"/>
                    <a:pt x="20905" y="18956"/>
                  </a:cubicBezTo>
                  <a:cubicBezTo>
                    <a:pt x="20919" y="18970"/>
                    <a:pt x="20955" y="18959"/>
                    <a:pt x="20964" y="18985"/>
                  </a:cubicBezTo>
                  <a:cubicBezTo>
                    <a:pt x="20974" y="19014"/>
                    <a:pt x="20956" y="19092"/>
                    <a:pt x="20959" y="19127"/>
                  </a:cubicBezTo>
                  <a:cubicBezTo>
                    <a:pt x="20962" y="19158"/>
                    <a:pt x="20975" y="19220"/>
                    <a:pt x="20986" y="19242"/>
                  </a:cubicBezTo>
                  <a:cubicBezTo>
                    <a:pt x="21001" y="19272"/>
                    <a:pt x="21042" y="19301"/>
                    <a:pt x="21062" y="19306"/>
                  </a:cubicBezTo>
                  <a:cubicBezTo>
                    <a:pt x="21077" y="19310"/>
                    <a:pt x="21106" y="19282"/>
                    <a:pt x="21121" y="19290"/>
                  </a:cubicBezTo>
                  <a:cubicBezTo>
                    <a:pt x="21136" y="19299"/>
                    <a:pt x="21163" y="19344"/>
                    <a:pt x="21171" y="19374"/>
                  </a:cubicBezTo>
                  <a:cubicBezTo>
                    <a:pt x="21180" y="19406"/>
                    <a:pt x="21183" y="19487"/>
                    <a:pt x="21182" y="19525"/>
                  </a:cubicBezTo>
                  <a:cubicBezTo>
                    <a:pt x="21180" y="19565"/>
                    <a:pt x="21156" y="19637"/>
                    <a:pt x="21156" y="19678"/>
                  </a:cubicBezTo>
                  <a:cubicBezTo>
                    <a:pt x="21157" y="19708"/>
                    <a:pt x="21170" y="19763"/>
                    <a:pt x="21179" y="19784"/>
                  </a:cubicBezTo>
                  <a:cubicBezTo>
                    <a:pt x="21190" y="19810"/>
                    <a:pt x="21222" y="19833"/>
                    <a:pt x="21234" y="19855"/>
                  </a:cubicBezTo>
                  <a:cubicBezTo>
                    <a:pt x="21246" y="19877"/>
                    <a:pt x="21267" y="19928"/>
                    <a:pt x="21275" y="19957"/>
                  </a:cubicBezTo>
                  <a:cubicBezTo>
                    <a:pt x="21283" y="19986"/>
                    <a:pt x="21289" y="20056"/>
                    <a:pt x="21299" y="20080"/>
                  </a:cubicBezTo>
                  <a:cubicBezTo>
                    <a:pt x="21314" y="20112"/>
                    <a:pt x="21361" y="20123"/>
                    <a:pt x="21376" y="20154"/>
                  </a:cubicBezTo>
                  <a:cubicBezTo>
                    <a:pt x="21394" y="20193"/>
                    <a:pt x="21418" y="20299"/>
                    <a:pt x="21419" y="20354"/>
                  </a:cubicBezTo>
                  <a:cubicBezTo>
                    <a:pt x="21421" y="20397"/>
                    <a:pt x="21409" y="20484"/>
                    <a:pt x="21397" y="20518"/>
                  </a:cubicBezTo>
                  <a:cubicBezTo>
                    <a:pt x="21388" y="20544"/>
                    <a:pt x="21351" y="20557"/>
                    <a:pt x="21346" y="20588"/>
                  </a:cubicBezTo>
                  <a:cubicBezTo>
                    <a:pt x="21338" y="20633"/>
                    <a:pt x="21359" y="20735"/>
                    <a:pt x="21371" y="20775"/>
                  </a:cubicBezTo>
                  <a:cubicBezTo>
                    <a:pt x="21380" y="20801"/>
                    <a:pt x="21402" y="20846"/>
                    <a:pt x="21415" y="20854"/>
                  </a:cubicBezTo>
                  <a:cubicBezTo>
                    <a:pt x="21428" y="20862"/>
                    <a:pt x="21454" y="20848"/>
                    <a:pt x="21466" y="20843"/>
                  </a:cubicBezTo>
                  <a:cubicBezTo>
                    <a:pt x="21481" y="20837"/>
                    <a:pt x="21510" y="20803"/>
                    <a:pt x="21525" y="20809"/>
                  </a:cubicBezTo>
                  <a:cubicBezTo>
                    <a:pt x="21538" y="20814"/>
                    <a:pt x="21558" y="20851"/>
                    <a:pt x="21567" y="20871"/>
                  </a:cubicBezTo>
                  <a:cubicBezTo>
                    <a:pt x="21578" y="20898"/>
                    <a:pt x="21590" y="20961"/>
                    <a:pt x="21600" y="21000"/>
                  </a:cubicBezTo>
                  <a:lnTo>
                    <a:pt x="18751" y="21292"/>
                  </a:lnTo>
                  <a:lnTo>
                    <a:pt x="15368" y="21497"/>
                  </a:lnTo>
                  <a:lnTo>
                    <a:pt x="10885" y="21600"/>
                  </a:lnTo>
                  <a:lnTo>
                    <a:pt x="8088" y="21593"/>
                  </a:lnTo>
                  <a:lnTo>
                    <a:pt x="4846" y="21460"/>
                  </a:lnTo>
                  <a:lnTo>
                    <a:pt x="4914" y="14433"/>
                  </a:lnTo>
                  <a:lnTo>
                    <a:pt x="0" y="14040"/>
                  </a:lnTo>
                  <a:lnTo>
                    <a:pt x="292" y="0"/>
                  </a:lnTo>
                  <a:lnTo>
                    <a:pt x="3288" y="261"/>
                  </a:lnTo>
                  <a:lnTo>
                    <a:pt x="9480" y="466"/>
                  </a:lnTo>
                  <a:lnTo>
                    <a:pt x="13517" y="388"/>
                  </a:lnTo>
                  <a:cubicBezTo>
                    <a:pt x="13517" y="388"/>
                    <a:pt x="13568" y="663"/>
                    <a:pt x="13599" y="732"/>
                  </a:cubicBezTo>
                  <a:cubicBezTo>
                    <a:pt x="13618" y="772"/>
                    <a:pt x="13668" y="813"/>
                    <a:pt x="13692" y="836"/>
                  </a:cubicBezTo>
                  <a:cubicBezTo>
                    <a:pt x="13724" y="865"/>
                    <a:pt x="13791" y="906"/>
                    <a:pt x="13822" y="940"/>
                  </a:cubicBezTo>
                  <a:cubicBezTo>
                    <a:pt x="13848" y="966"/>
                    <a:pt x="13899" y="1027"/>
                    <a:pt x="13921" y="1069"/>
                  </a:cubicBezTo>
                  <a:cubicBezTo>
                    <a:pt x="13933" y="1092"/>
                    <a:pt x="13948" y="1162"/>
                    <a:pt x="13961" y="1182"/>
                  </a:cubicBezTo>
                  <a:cubicBezTo>
                    <a:pt x="13976" y="1205"/>
                    <a:pt x="14015" y="1222"/>
                    <a:pt x="14033" y="1232"/>
                  </a:cubicBezTo>
                  <a:cubicBezTo>
                    <a:pt x="14055" y="1245"/>
                    <a:pt x="14101" y="1251"/>
                    <a:pt x="14122" y="1271"/>
                  </a:cubicBezTo>
                  <a:cubicBezTo>
                    <a:pt x="14146" y="1296"/>
                    <a:pt x="14184" y="1386"/>
                    <a:pt x="14208" y="1415"/>
                  </a:cubicBezTo>
                  <a:cubicBezTo>
                    <a:pt x="14232" y="1445"/>
                    <a:pt x="14284" y="1492"/>
                    <a:pt x="14311" y="1502"/>
                  </a:cubicBezTo>
                  <a:cubicBezTo>
                    <a:pt x="14335" y="1511"/>
                    <a:pt x="14385" y="1478"/>
                    <a:pt x="14408" y="1495"/>
                  </a:cubicBezTo>
                  <a:cubicBezTo>
                    <a:pt x="14434" y="1514"/>
                    <a:pt x="14473" y="1606"/>
                    <a:pt x="14492" y="1649"/>
                  </a:cubicBezTo>
                  <a:cubicBezTo>
                    <a:pt x="14516" y="1702"/>
                    <a:pt x="14551" y="1832"/>
                    <a:pt x="14577" y="1882"/>
                  </a:cubicBezTo>
                  <a:cubicBezTo>
                    <a:pt x="14603" y="1935"/>
                    <a:pt x="14662" y="2043"/>
                    <a:pt x="14699" y="2053"/>
                  </a:cubicBezTo>
                  <a:cubicBezTo>
                    <a:pt x="14723" y="2060"/>
                    <a:pt x="14769" y="2006"/>
                    <a:pt x="14792" y="1990"/>
                  </a:cubicBezTo>
                  <a:cubicBezTo>
                    <a:pt x="14813" y="1977"/>
                    <a:pt x="14856" y="1961"/>
                    <a:pt x="14875" y="1938"/>
                  </a:cubicBezTo>
                  <a:cubicBezTo>
                    <a:pt x="14900" y="1905"/>
                    <a:pt x="14942" y="1810"/>
                    <a:pt x="14959" y="1757"/>
                  </a:cubicBezTo>
                  <a:cubicBezTo>
                    <a:pt x="14975" y="1704"/>
                    <a:pt x="14992" y="1580"/>
                    <a:pt x="15003" y="1521"/>
                  </a:cubicBezTo>
                  <a:cubicBezTo>
                    <a:pt x="15014" y="1469"/>
                    <a:pt x="15032" y="1358"/>
                    <a:pt x="15047" y="1312"/>
                  </a:cubicBezTo>
                  <a:cubicBezTo>
                    <a:pt x="15058" y="1278"/>
                    <a:pt x="15085" y="1203"/>
                    <a:pt x="15104" y="1196"/>
                  </a:cubicBezTo>
                  <a:cubicBezTo>
                    <a:pt x="15122" y="1190"/>
                    <a:pt x="15154" y="1245"/>
                    <a:pt x="15169" y="1264"/>
                  </a:cubicBezTo>
                  <a:cubicBezTo>
                    <a:pt x="15186" y="1284"/>
                    <a:pt x="15214" y="1345"/>
                    <a:pt x="15233" y="1353"/>
                  </a:cubicBezTo>
                  <a:cubicBezTo>
                    <a:pt x="15257" y="1364"/>
                    <a:pt x="15304" y="1323"/>
                    <a:pt x="15329" y="1322"/>
                  </a:cubicBezTo>
                  <a:cubicBezTo>
                    <a:pt x="15349" y="1320"/>
                    <a:pt x="15390" y="1325"/>
                    <a:pt x="15409" y="1334"/>
                  </a:cubicBezTo>
                  <a:cubicBezTo>
                    <a:pt x="15439" y="1347"/>
                    <a:pt x="15496" y="1431"/>
                    <a:pt x="15527" y="1420"/>
                  </a:cubicBezTo>
                  <a:cubicBezTo>
                    <a:pt x="15547" y="1412"/>
                    <a:pt x="15574" y="1328"/>
                    <a:pt x="15593" y="1310"/>
                  </a:cubicBezTo>
                  <a:cubicBezTo>
                    <a:pt x="15617" y="1287"/>
                    <a:pt x="15671" y="1264"/>
                    <a:pt x="15697" y="1273"/>
                  </a:cubicBezTo>
                  <a:cubicBezTo>
                    <a:pt x="15715" y="1280"/>
                    <a:pt x="15743" y="1335"/>
                    <a:pt x="15760" y="1348"/>
                  </a:cubicBezTo>
                  <a:cubicBezTo>
                    <a:pt x="15782" y="1365"/>
                    <a:pt x="15830" y="1399"/>
                    <a:pt x="15853" y="1384"/>
                  </a:cubicBezTo>
                  <a:cubicBezTo>
                    <a:pt x="15874" y="1371"/>
                    <a:pt x="15894" y="1269"/>
                    <a:pt x="15915" y="1254"/>
                  </a:cubicBezTo>
                  <a:cubicBezTo>
                    <a:pt x="15935" y="1240"/>
                    <a:pt x="15976" y="1271"/>
                    <a:pt x="15997" y="1280"/>
                  </a:cubicBezTo>
                  <a:cubicBezTo>
                    <a:pt x="16018" y="1291"/>
                    <a:pt x="16059" y="1345"/>
                    <a:pt x="16081" y="1334"/>
                  </a:cubicBezTo>
                  <a:cubicBezTo>
                    <a:pt x="16102" y="1323"/>
                    <a:pt x="16124" y="1223"/>
                    <a:pt x="16145" y="1206"/>
                  </a:cubicBezTo>
                  <a:cubicBezTo>
                    <a:pt x="16161" y="1192"/>
                    <a:pt x="16199" y="1194"/>
                    <a:pt x="16216" y="1206"/>
                  </a:cubicBezTo>
                  <a:cubicBezTo>
                    <a:pt x="16242" y="1224"/>
                    <a:pt x="16277" y="1357"/>
                    <a:pt x="16304" y="1343"/>
                  </a:cubicBezTo>
                  <a:cubicBezTo>
                    <a:pt x="16317" y="1336"/>
                    <a:pt x="16317" y="1256"/>
                    <a:pt x="16328" y="1237"/>
                  </a:cubicBezTo>
                  <a:cubicBezTo>
                    <a:pt x="16344" y="1211"/>
                    <a:pt x="16387" y="1188"/>
                    <a:pt x="16407" y="1196"/>
                  </a:cubicBezTo>
                  <a:cubicBezTo>
                    <a:pt x="16429" y="1207"/>
                    <a:pt x="16457" y="1316"/>
                    <a:pt x="16480" y="1319"/>
                  </a:cubicBezTo>
                  <a:cubicBezTo>
                    <a:pt x="16498" y="1321"/>
                    <a:pt x="16524" y="1235"/>
                    <a:pt x="16542" y="1237"/>
                  </a:cubicBezTo>
                  <a:cubicBezTo>
                    <a:pt x="16560" y="1239"/>
                    <a:pt x="16592" y="1296"/>
                    <a:pt x="16601" y="1329"/>
                  </a:cubicBezTo>
                  <a:cubicBezTo>
                    <a:pt x="16611" y="1367"/>
                    <a:pt x="16602" y="1465"/>
                    <a:pt x="16609" y="1507"/>
                  </a:cubicBezTo>
                  <a:cubicBezTo>
                    <a:pt x="16615" y="1537"/>
                    <a:pt x="16632" y="1600"/>
                    <a:pt x="16646" y="1613"/>
                  </a:cubicBezTo>
                  <a:cubicBezTo>
                    <a:pt x="16660" y="1626"/>
                    <a:pt x="16692" y="1591"/>
                    <a:pt x="16707" y="1596"/>
                  </a:cubicBezTo>
                  <a:cubicBezTo>
                    <a:pt x="16721" y="1600"/>
                    <a:pt x="16746" y="1624"/>
                    <a:pt x="16756" y="1641"/>
                  </a:cubicBezTo>
                  <a:cubicBezTo>
                    <a:pt x="16770" y="1664"/>
                    <a:pt x="16784" y="1737"/>
                    <a:pt x="16798" y="1760"/>
                  </a:cubicBezTo>
                  <a:cubicBezTo>
                    <a:pt x="16816" y="1790"/>
                    <a:pt x="16860" y="1829"/>
                    <a:pt x="16883" y="1834"/>
                  </a:cubicBezTo>
                  <a:cubicBezTo>
                    <a:pt x="16902" y="1838"/>
                    <a:pt x="16938" y="1809"/>
                    <a:pt x="16957" y="1808"/>
                  </a:cubicBezTo>
                  <a:cubicBezTo>
                    <a:pt x="16975" y="1807"/>
                    <a:pt x="17011" y="1818"/>
                    <a:pt x="17027" y="1827"/>
                  </a:cubicBezTo>
                  <a:cubicBezTo>
                    <a:pt x="17051" y="1839"/>
                    <a:pt x="17095" y="1891"/>
                    <a:pt x="17118" y="1901"/>
                  </a:cubicBezTo>
                  <a:cubicBezTo>
                    <a:pt x="17138" y="1911"/>
                    <a:pt x="17185" y="1880"/>
                    <a:pt x="17200" y="1908"/>
                  </a:cubicBezTo>
                  <a:cubicBezTo>
                    <a:pt x="17215" y="1936"/>
                    <a:pt x="17208" y="2034"/>
                    <a:pt x="17216" y="2073"/>
                  </a:cubicBezTo>
                  <a:cubicBezTo>
                    <a:pt x="17223" y="2110"/>
                    <a:pt x="17239" y="2209"/>
                    <a:pt x="17259" y="2209"/>
                  </a:cubicBezTo>
                  <a:cubicBezTo>
                    <a:pt x="17273" y="2209"/>
                    <a:pt x="17279" y="2127"/>
                    <a:pt x="17291" y="2108"/>
                  </a:cubicBezTo>
                  <a:cubicBezTo>
                    <a:pt x="17308" y="2081"/>
                    <a:pt x="17352" y="2046"/>
                    <a:pt x="17374" y="2051"/>
                  </a:cubicBezTo>
                  <a:cubicBezTo>
                    <a:pt x="17397" y="2055"/>
                    <a:pt x="17438" y="2113"/>
                    <a:pt x="17457" y="2142"/>
                  </a:cubicBezTo>
                  <a:cubicBezTo>
                    <a:pt x="17472" y="2164"/>
                    <a:pt x="17495" y="2230"/>
                    <a:pt x="17512" y="2248"/>
                  </a:cubicBezTo>
                  <a:cubicBezTo>
                    <a:pt x="17536" y="2273"/>
                    <a:pt x="17599" y="2245"/>
                    <a:pt x="17617" y="2286"/>
                  </a:cubicBezTo>
                  <a:cubicBezTo>
                    <a:pt x="17629" y="2315"/>
                    <a:pt x="17619" y="2405"/>
                    <a:pt x="17626" y="2440"/>
                  </a:cubicBezTo>
                  <a:cubicBezTo>
                    <a:pt x="17632" y="2468"/>
                    <a:pt x="17650" y="2519"/>
                    <a:pt x="17663" y="2531"/>
                  </a:cubicBezTo>
                  <a:cubicBezTo>
                    <a:pt x="17678" y="2547"/>
                    <a:pt x="17714" y="2545"/>
                    <a:pt x="17730" y="2539"/>
                  </a:cubicBezTo>
                  <a:cubicBezTo>
                    <a:pt x="17751" y="2531"/>
                    <a:pt x="17787" y="2464"/>
                    <a:pt x="17807" y="2464"/>
                  </a:cubicBezTo>
                  <a:cubicBezTo>
                    <a:pt x="17825" y="2464"/>
                    <a:pt x="17859" y="2499"/>
                    <a:pt x="17871" y="2525"/>
                  </a:cubicBezTo>
                  <a:cubicBezTo>
                    <a:pt x="17887" y="2558"/>
                    <a:pt x="17914" y="2653"/>
                    <a:pt x="17908" y="2701"/>
                  </a:cubicBezTo>
                  <a:cubicBezTo>
                    <a:pt x="17904" y="2741"/>
                    <a:pt x="17857" y="2768"/>
                    <a:pt x="17848" y="2806"/>
                  </a:cubicBezTo>
                  <a:cubicBezTo>
                    <a:pt x="17839" y="2844"/>
                    <a:pt x="17837" y="2934"/>
                    <a:pt x="17842" y="2974"/>
                  </a:cubicBezTo>
                  <a:cubicBezTo>
                    <a:pt x="17848" y="3018"/>
                    <a:pt x="17876" y="3095"/>
                    <a:pt x="17893" y="3124"/>
                  </a:cubicBezTo>
                  <a:cubicBezTo>
                    <a:pt x="17909" y="3152"/>
                    <a:pt x="17953" y="3172"/>
                    <a:pt x="17970" y="3198"/>
                  </a:cubicBezTo>
                  <a:cubicBezTo>
                    <a:pt x="17983" y="3218"/>
                    <a:pt x="18005" y="3267"/>
                    <a:pt x="18013" y="3297"/>
                  </a:cubicBezTo>
                  <a:cubicBezTo>
                    <a:pt x="18028" y="3357"/>
                    <a:pt x="18029" y="3502"/>
                    <a:pt x="18045" y="3561"/>
                  </a:cubicBezTo>
                  <a:cubicBezTo>
                    <a:pt x="18053" y="3589"/>
                    <a:pt x="18073" y="3646"/>
                    <a:pt x="18088" y="3653"/>
                  </a:cubicBezTo>
                  <a:cubicBezTo>
                    <a:pt x="18102" y="3660"/>
                    <a:pt x="18130" y="3627"/>
                    <a:pt x="18143" y="3612"/>
                  </a:cubicBezTo>
                  <a:cubicBezTo>
                    <a:pt x="18159" y="3593"/>
                    <a:pt x="18183" y="3527"/>
                    <a:pt x="18201" y="3518"/>
                  </a:cubicBezTo>
                  <a:cubicBezTo>
                    <a:pt x="18219" y="3509"/>
                    <a:pt x="18258" y="3531"/>
                    <a:pt x="18275" y="3547"/>
                  </a:cubicBezTo>
                  <a:cubicBezTo>
                    <a:pt x="18287" y="3559"/>
                    <a:pt x="18310" y="3596"/>
                    <a:pt x="18317" y="3620"/>
                  </a:cubicBezTo>
                  <a:cubicBezTo>
                    <a:pt x="18327" y="3649"/>
                    <a:pt x="18329" y="3732"/>
                    <a:pt x="18341" y="3759"/>
                  </a:cubicBezTo>
                  <a:cubicBezTo>
                    <a:pt x="18352" y="3784"/>
                    <a:pt x="18384" y="3813"/>
                    <a:pt x="18400" y="3811"/>
                  </a:cubicBezTo>
                  <a:cubicBezTo>
                    <a:pt x="18413" y="3811"/>
                    <a:pt x="18434" y="3791"/>
                    <a:pt x="18448" y="3769"/>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73" name="Shape 4755"/>
            <p:cNvSpPr/>
            <p:nvPr/>
          </p:nvSpPr>
          <p:spPr>
            <a:xfrm>
              <a:off x="3958018" y="2048044"/>
              <a:ext cx="1711881" cy="797434"/>
            </a:xfrm>
            <a:custGeom>
              <a:avLst/>
              <a:gdLst/>
              <a:ahLst/>
              <a:cxnLst>
                <a:cxn ang="0">
                  <a:pos x="wd2" y="hd2"/>
                </a:cxn>
                <a:cxn ang="5400000">
                  <a:pos x="wd2" y="hd2"/>
                </a:cxn>
                <a:cxn ang="10800000">
                  <a:pos x="wd2" y="hd2"/>
                </a:cxn>
                <a:cxn ang="16200000">
                  <a:pos x="wd2" y="hd2"/>
                </a:cxn>
              </a:cxnLst>
              <a:rect l="0" t="0" r="r" b="b"/>
              <a:pathLst>
                <a:path w="21600" h="21600" extrusionOk="0">
                  <a:moveTo>
                    <a:pt x="18448" y="3769"/>
                  </a:moveTo>
                  <a:cubicBezTo>
                    <a:pt x="18451" y="3762"/>
                    <a:pt x="18455" y="3755"/>
                    <a:pt x="18458" y="3749"/>
                  </a:cubicBezTo>
                  <a:cubicBezTo>
                    <a:pt x="18464" y="3731"/>
                    <a:pt x="18458" y="3676"/>
                    <a:pt x="18465" y="3662"/>
                  </a:cubicBezTo>
                  <a:cubicBezTo>
                    <a:pt x="18484" y="3625"/>
                    <a:pt x="18540" y="3632"/>
                    <a:pt x="18564" y="3643"/>
                  </a:cubicBezTo>
                  <a:cubicBezTo>
                    <a:pt x="18592" y="3654"/>
                    <a:pt x="18647" y="3707"/>
                    <a:pt x="18664" y="3755"/>
                  </a:cubicBezTo>
                  <a:cubicBezTo>
                    <a:pt x="18681" y="3801"/>
                    <a:pt x="18695" y="3926"/>
                    <a:pt x="18688" y="3982"/>
                  </a:cubicBezTo>
                  <a:cubicBezTo>
                    <a:pt x="18681" y="4043"/>
                    <a:pt x="18627" y="4116"/>
                    <a:pt x="18612" y="4169"/>
                  </a:cubicBezTo>
                  <a:cubicBezTo>
                    <a:pt x="18601" y="4206"/>
                    <a:pt x="18581" y="4286"/>
                    <a:pt x="18580" y="4329"/>
                  </a:cubicBezTo>
                  <a:cubicBezTo>
                    <a:pt x="18580" y="4364"/>
                    <a:pt x="18604" y="4425"/>
                    <a:pt x="18604" y="4461"/>
                  </a:cubicBezTo>
                  <a:cubicBezTo>
                    <a:pt x="18604" y="4496"/>
                    <a:pt x="18581" y="4554"/>
                    <a:pt x="18579" y="4589"/>
                  </a:cubicBezTo>
                  <a:cubicBezTo>
                    <a:pt x="18577" y="4631"/>
                    <a:pt x="18582" y="4720"/>
                    <a:pt x="18593" y="4755"/>
                  </a:cubicBezTo>
                  <a:cubicBezTo>
                    <a:pt x="18602" y="4787"/>
                    <a:pt x="18638" y="4812"/>
                    <a:pt x="18651" y="4839"/>
                  </a:cubicBezTo>
                  <a:cubicBezTo>
                    <a:pt x="18662" y="4865"/>
                    <a:pt x="18681" y="4927"/>
                    <a:pt x="18686" y="4961"/>
                  </a:cubicBezTo>
                  <a:cubicBezTo>
                    <a:pt x="18697" y="5016"/>
                    <a:pt x="18689" y="5146"/>
                    <a:pt x="18706" y="5192"/>
                  </a:cubicBezTo>
                  <a:cubicBezTo>
                    <a:pt x="18723" y="5238"/>
                    <a:pt x="18790" y="5240"/>
                    <a:pt x="18807" y="5285"/>
                  </a:cubicBezTo>
                  <a:cubicBezTo>
                    <a:pt x="18820" y="5316"/>
                    <a:pt x="18825" y="5404"/>
                    <a:pt x="18826" y="5445"/>
                  </a:cubicBezTo>
                  <a:cubicBezTo>
                    <a:pt x="18826" y="5482"/>
                    <a:pt x="18823" y="5562"/>
                    <a:pt x="18814" y="5593"/>
                  </a:cubicBezTo>
                  <a:cubicBezTo>
                    <a:pt x="18802" y="5630"/>
                    <a:pt x="18750" y="5648"/>
                    <a:pt x="18740" y="5689"/>
                  </a:cubicBezTo>
                  <a:cubicBezTo>
                    <a:pt x="18733" y="5721"/>
                    <a:pt x="18744" y="5793"/>
                    <a:pt x="18748" y="5827"/>
                  </a:cubicBezTo>
                  <a:cubicBezTo>
                    <a:pt x="18753" y="5878"/>
                    <a:pt x="18763" y="5986"/>
                    <a:pt x="18779" y="6026"/>
                  </a:cubicBezTo>
                  <a:cubicBezTo>
                    <a:pt x="18787" y="6046"/>
                    <a:pt x="18815" y="6059"/>
                    <a:pt x="18824" y="6077"/>
                  </a:cubicBezTo>
                  <a:cubicBezTo>
                    <a:pt x="18840" y="6109"/>
                    <a:pt x="18854" y="6206"/>
                    <a:pt x="18872" y="6231"/>
                  </a:cubicBezTo>
                  <a:cubicBezTo>
                    <a:pt x="18889" y="6256"/>
                    <a:pt x="18938" y="6233"/>
                    <a:pt x="18952" y="6263"/>
                  </a:cubicBezTo>
                  <a:cubicBezTo>
                    <a:pt x="18969" y="6296"/>
                    <a:pt x="18977" y="6402"/>
                    <a:pt x="18973" y="6449"/>
                  </a:cubicBezTo>
                  <a:cubicBezTo>
                    <a:pt x="18971" y="6491"/>
                    <a:pt x="18935" y="6552"/>
                    <a:pt x="18933" y="6593"/>
                  </a:cubicBezTo>
                  <a:cubicBezTo>
                    <a:pt x="18931" y="6655"/>
                    <a:pt x="18953" y="6783"/>
                    <a:pt x="18975" y="6822"/>
                  </a:cubicBezTo>
                  <a:cubicBezTo>
                    <a:pt x="18990" y="6847"/>
                    <a:pt x="19035" y="6825"/>
                    <a:pt x="19050" y="6850"/>
                  </a:cubicBezTo>
                  <a:cubicBezTo>
                    <a:pt x="19059" y="6865"/>
                    <a:pt x="19068" y="6918"/>
                    <a:pt x="19069" y="6943"/>
                  </a:cubicBezTo>
                  <a:cubicBezTo>
                    <a:pt x="19070" y="6978"/>
                    <a:pt x="19046" y="7044"/>
                    <a:pt x="19051" y="7078"/>
                  </a:cubicBezTo>
                  <a:cubicBezTo>
                    <a:pt x="19056" y="7109"/>
                    <a:pt x="19085" y="7156"/>
                    <a:pt x="19101" y="7158"/>
                  </a:cubicBezTo>
                  <a:cubicBezTo>
                    <a:pt x="19118" y="7161"/>
                    <a:pt x="19145" y="7075"/>
                    <a:pt x="19162" y="7088"/>
                  </a:cubicBezTo>
                  <a:cubicBezTo>
                    <a:pt x="19181" y="7102"/>
                    <a:pt x="19177" y="7223"/>
                    <a:pt x="19194" y="7245"/>
                  </a:cubicBezTo>
                  <a:cubicBezTo>
                    <a:pt x="19208" y="7261"/>
                    <a:pt x="19242" y="7220"/>
                    <a:pt x="19256" y="7232"/>
                  </a:cubicBezTo>
                  <a:cubicBezTo>
                    <a:pt x="19279" y="7252"/>
                    <a:pt x="19310" y="7350"/>
                    <a:pt x="19320" y="7399"/>
                  </a:cubicBezTo>
                  <a:cubicBezTo>
                    <a:pt x="19330" y="7447"/>
                    <a:pt x="19347" y="7560"/>
                    <a:pt x="19337" y="7608"/>
                  </a:cubicBezTo>
                  <a:cubicBezTo>
                    <a:pt x="19329" y="7640"/>
                    <a:pt x="19288" y="7650"/>
                    <a:pt x="19277" y="7678"/>
                  </a:cubicBezTo>
                  <a:cubicBezTo>
                    <a:pt x="19263" y="7714"/>
                    <a:pt x="19250" y="7810"/>
                    <a:pt x="19250" y="7857"/>
                  </a:cubicBezTo>
                  <a:cubicBezTo>
                    <a:pt x="19250" y="7893"/>
                    <a:pt x="19262" y="7963"/>
                    <a:pt x="19271" y="7992"/>
                  </a:cubicBezTo>
                  <a:cubicBezTo>
                    <a:pt x="19284" y="8035"/>
                    <a:pt x="19326" y="8091"/>
                    <a:pt x="19344" y="8124"/>
                  </a:cubicBezTo>
                  <a:cubicBezTo>
                    <a:pt x="19354" y="8142"/>
                    <a:pt x="19379" y="8169"/>
                    <a:pt x="19384" y="8195"/>
                  </a:cubicBezTo>
                  <a:cubicBezTo>
                    <a:pt x="19392" y="8231"/>
                    <a:pt x="19371" y="8322"/>
                    <a:pt x="19382" y="8355"/>
                  </a:cubicBezTo>
                  <a:cubicBezTo>
                    <a:pt x="19392" y="8390"/>
                    <a:pt x="19438" y="8386"/>
                    <a:pt x="19455" y="8409"/>
                  </a:cubicBezTo>
                  <a:cubicBezTo>
                    <a:pt x="19472" y="8434"/>
                    <a:pt x="19507" y="8499"/>
                    <a:pt x="19510" y="8544"/>
                  </a:cubicBezTo>
                  <a:cubicBezTo>
                    <a:pt x="19511" y="8574"/>
                    <a:pt x="19486" y="8623"/>
                    <a:pt x="19483" y="8653"/>
                  </a:cubicBezTo>
                  <a:cubicBezTo>
                    <a:pt x="19480" y="8683"/>
                    <a:pt x="19493" y="8750"/>
                    <a:pt x="19484" y="8775"/>
                  </a:cubicBezTo>
                  <a:cubicBezTo>
                    <a:pt x="19475" y="8803"/>
                    <a:pt x="19436" y="8795"/>
                    <a:pt x="19424" y="8816"/>
                  </a:cubicBezTo>
                  <a:cubicBezTo>
                    <a:pt x="19411" y="8839"/>
                    <a:pt x="19387" y="8908"/>
                    <a:pt x="19392" y="8942"/>
                  </a:cubicBezTo>
                  <a:cubicBezTo>
                    <a:pt x="19396" y="8968"/>
                    <a:pt x="19429" y="8972"/>
                    <a:pt x="19440" y="8987"/>
                  </a:cubicBezTo>
                  <a:cubicBezTo>
                    <a:pt x="19459" y="9013"/>
                    <a:pt x="19508" y="9066"/>
                    <a:pt x="19508" y="9115"/>
                  </a:cubicBezTo>
                  <a:cubicBezTo>
                    <a:pt x="19508" y="9158"/>
                    <a:pt x="19468" y="9214"/>
                    <a:pt x="19450" y="9231"/>
                  </a:cubicBezTo>
                  <a:cubicBezTo>
                    <a:pt x="19433" y="9246"/>
                    <a:pt x="19392" y="9217"/>
                    <a:pt x="19377" y="9240"/>
                  </a:cubicBezTo>
                  <a:cubicBezTo>
                    <a:pt x="19368" y="9253"/>
                    <a:pt x="19361" y="9304"/>
                    <a:pt x="19362" y="9326"/>
                  </a:cubicBezTo>
                  <a:cubicBezTo>
                    <a:pt x="19362" y="9350"/>
                    <a:pt x="19372" y="9396"/>
                    <a:pt x="19380" y="9413"/>
                  </a:cubicBezTo>
                  <a:cubicBezTo>
                    <a:pt x="19392" y="9440"/>
                    <a:pt x="19430" y="9449"/>
                    <a:pt x="19441" y="9477"/>
                  </a:cubicBezTo>
                  <a:cubicBezTo>
                    <a:pt x="19451" y="9502"/>
                    <a:pt x="19457" y="9571"/>
                    <a:pt x="19455" y="9602"/>
                  </a:cubicBezTo>
                  <a:cubicBezTo>
                    <a:pt x="19452" y="9637"/>
                    <a:pt x="19432" y="9697"/>
                    <a:pt x="19422" y="9724"/>
                  </a:cubicBezTo>
                  <a:cubicBezTo>
                    <a:pt x="19414" y="9745"/>
                    <a:pt x="19388" y="9772"/>
                    <a:pt x="19386" y="9798"/>
                  </a:cubicBezTo>
                  <a:cubicBezTo>
                    <a:pt x="19383" y="9832"/>
                    <a:pt x="19402" y="9897"/>
                    <a:pt x="19413" y="9920"/>
                  </a:cubicBezTo>
                  <a:cubicBezTo>
                    <a:pt x="19423" y="9941"/>
                    <a:pt x="19453" y="9948"/>
                    <a:pt x="19465" y="9965"/>
                  </a:cubicBezTo>
                  <a:cubicBezTo>
                    <a:pt x="19478" y="9984"/>
                    <a:pt x="19506" y="10029"/>
                    <a:pt x="19507" y="10061"/>
                  </a:cubicBezTo>
                  <a:cubicBezTo>
                    <a:pt x="19509" y="10121"/>
                    <a:pt x="19440" y="10198"/>
                    <a:pt x="19444" y="10257"/>
                  </a:cubicBezTo>
                  <a:cubicBezTo>
                    <a:pt x="19446" y="10286"/>
                    <a:pt x="19477" y="10309"/>
                    <a:pt x="19486" y="10331"/>
                  </a:cubicBezTo>
                  <a:cubicBezTo>
                    <a:pt x="19500" y="10363"/>
                    <a:pt x="19516" y="10444"/>
                    <a:pt x="19531" y="10475"/>
                  </a:cubicBezTo>
                  <a:cubicBezTo>
                    <a:pt x="19541" y="10496"/>
                    <a:pt x="19565" y="10548"/>
                    <a:pt x="19578" y="10539"/>
                  </a:cubicBezTo>
                  <a:cubicBezTo>
                    <a:pt x="19595" y="10529"/>
                    <a:pt x="19604" y="10443"/>
                    <a:pt x="19609" y="10408"/>
                  </a:cubicBezTo>
                  <a:cubicBezTo>
                    <a:pt x="19612" y="10382"/>
                    <a:pt x="19609" y="10324"/>
                    <a:pt x="19616" y="10302"/>
                  </a:cubicBezTo>
                  <a:cubicBezTo>
                    <a:pt x="19623" y="10279"/>
                    <a:pt x="19648" y="10247"/>
                    <a:pt x="19661" y="10247"/>
                  </a:cubicBezTo>
                  <a:cubicBezTo>
                    <a:pt x="19680" y="10248"/>
                    <a:pt x="19716" y="10296"/>
                    <a:pt x="19725" y="10331"/>
                  </a:cubicBezTo>
                  <a:cubicBezTo>
                    <a:pt x="19735" y="10371"/>
                    <a:pt x="19731" y="10470"/>
                    <a:pt x="19725" y="10514"/>
                  </a:cubicBezTo>
                  <a:cubicBezTo>
                    <a:pt x="19720" y="10546"/>
                    <a:pt x="19697" y="10596"/>
                    <a:pt x="19689" y="10626"/>
                  </a:cubicBezTo>
                  <a:cubicBezTo>
                    <a:pt x="19683" y="10651"/>
                    <a:pt x="19666" y="10703"/>
                    <a:pt x="19667" y="10732"/>
                  </a:cubicBezTo>
                  <a:cubicBezTo>
                    <a:pt x="19668" y="10761"/>
                    <a:pt x="19685" y="10813"/>
                    <a:pt x="19697" y="10827"/>
                  </a:cubicBezTo>
                  <a:cubicBezTo>
                    <a:pt x="19713" y="10849"/>
                    <a:pt x="19753" y="10846"/>
                    <a:pt x="19771" y="10841"/>
                  </a:cubicBezTo>
                  <a:cubicBezTo>
                    <a:pt x="19790" y="10836"/>
                    <a:pt x="19824" y="10778"/>
                    <a:pt x="19842" y="10789"/>
                  </a:cubicBezTo>
                  <a:cubicBezTo>
                    <a:pt x="19861" y="10803"/>
                    <a:pt x="19886" y="10885"/>
                    <a:pt x="19890" y="10928"/>
                  </a:cubicBezTo>
                  <a:cubicBezTo>
                    <a:pt x="19893" y="10975"/>
                    <a:pt x="19865" y="11065"/>
                    <a:pt x="19863" y="11113"/>
                  </a:cubicBezTo>
                  <a:cubicBezTo>
                    <a:pt x="19860" y="11175"/>
                    <a:pt x="19872" y="11298"/>
                    <a:pt x="19873" y="11361"/>
                  </a:cubicBezTo>
                  <a:cubicBezTo>
                    <a:pt x="19874" y="11407"/>
                    <a:pt x="19878" y="11503"/>
                    <a:pt x="19870" y="11547"/>
                  </a:cubicBezTo>
                  <a:cubicBezTo>
                    <a:pt x="19863" y="11586"/>
                    <a:pt x="19819" y="11632"/>
                    <a:pt x="19818" y="11675"/>
                  </a:cubicBezTo>
                  <a:cubicBezTo>
                    <a:pt x="19816" y="11709"/>
                    <a:pt x="19841" y="11766"/>
                    <a:pt x="19852" y="11790"/>
                  </a:cubicBezTo>
                  <a:cubicBezTo>
                    <a:pt x="19866" y="11822"/>
                    <a:pt x="19901" y="11882"/>
                    <a:pt x="19921" y="11889"/>
                  </a:cubicBezTo>
                  <a:cubicBezTo>
                    <a:pt x="19937" y="11896"/>
                    <a:pt x="19968" y="11849"/>
                    <a:pt x="19984" y="11857"/>
                  </a:cubicBezTo>
                  <a:cubicBezTo>
                    <a:pt x="20002" y="11867"/>
                    <a:pt x="20033" y="11927"/>
                    <a:pt x="20039" y="11964"/>
                  </a:cubicBezTo>
                  <a:cubicBezTo>
                    <a:pt x="20046" y="12005"/>
                    <a:pt x="20041" y="12105"/>
                    <a:pt x="20029" y="12140"/>
                  </a:cubicBezTo>
                  <a:cubicBezTo>
                    <a:pt x="20018" y="12169"/>
                    <a:pt x="19979" y="12173"/>
                    <a:pt x="19964" y="12191"/>
                  </a:cubicBezTo>
                  <a:cubicBezTo>
                    <a:pt x="19950" y="12208"/>
                    <a:pt x="19921" y="12246"/>
                    <a:pt x="19917" y="12277"/>
                  </a:cubicBezTo>
                  <a:cubicBezTo>
                    <a:pt x="19908" y="12333"/>
                    <a:pt x="19954" y="12443"/>
                    <a:pt x="19948" y="12499"/>
                  </a:cubicBezTo>
                  <a:cubicBezTo>
                    <a:pt x="19944" y="12530"/>
                    <a:pt x="19913" y="12562"/>
                    <a:pt x="19909" y="12592"/>
                  </a:cubicBezTo>
                  <a:cubicBezTo>
                    <a:pt x="19903" y="12644"/>
                    <a:pt x="19912" y="12767"/>
                    <a:pt x="19931" y="12801"/>
                  </a:cubicBezTo>
                  <a:cubicBezTo>
                    <a:pt x="19947" y="12828"/>
                    <a:pt x="19992" y="12826"/>
                    <a:pt x="20011" y="12811"/>
                  </a:cubicBezTo>
                  <a:cubicBezTo>
                    <a:pt x="20025" y="12799"/>
                    <a:pt x="20039" y="12726"/>
                    <a:pt x="20054" y="12718"/>
                  </a:cubicBezTo>
                  <a:cubicBezTo>
                    <a:pt x="20068" y="12708"/>
                    <a:pt x="20102" y="12728"/>
                    <a:pt x="20114" y="12749"/>
                  </a:cubicBezTo>
                  <a:cubicBezTo>
                    <a:pt x="20132" y="12785"/>
                    <a:pt x="20163" y="12904"/>
                    <a:pt x="20151" y="12952"/>
                  </a:cubicBezTo>
                  <a:cubicBezTo>
                    <a:pt x="20139" y="12994"/>
                    <a:pt x="20079" y="12955"/>
                    <a:pt x="20060" y="12983"/>
                  </a:cubicBezTo>
                  <a:cubicBezTo>
                    <a:pt x="20047" y="13004"/>
                    <a:pt x="20029" y="13071"/>
                    <a:pt x="20030" y="13106"/>
                  </a:cubicBezTo>
                  <a:cubicBezTo>
                    <a:pt x="20031" y="13153"/>
                    <a:pt x="20075" y="13215"/>
                    <a:pt x="20081" y="13259"/>
                  </a:cubicBezTo>
                  <a:cubicBezTo>
                    <a:pt x="20090" y="13327"/>
                    <a:pt x="20084" y="13471"/>
                    <a:pt x="20076" y="13538"/>
                  </a:cubicBezTo>
                  <a:cubicBezTo>
                    <a:pt x="20071" y="13580"/>
                    <a:pt x="20039" y="13650"/>
                    <a:pt x="20042" y="13692"/>
                  </a:cubicBezTo>
                  <a:cubicBezTo>
                    <a:pt x="20044" y="13720"/>
                    <a:pt x="20068" y="13754"/>
                    <a:pt x="20076" y="13776"/>
                  </a:cubicBezTo>
                  <a:cubicBezTo>
                    <a:pt x="20085" y="13801"/>
                    <a:pt x="20107" y="13850"/>
                    <a:pt x="20107" y="13882"/>
                  </a:cubicBezTo>
                  <a:cubicBezTo>
                    <a:pt x="20108" y="13922"/>
                    <a:pt x="20072" y="13986"/>
                    <a:pt x="20075" y="14026"/>
                  </a:cubicBezTo>
                  <a:cubicBezTo>
                    <a:pt x="20077" y="14059"/>
                    <a:pt x="20105" y="14102"/>
                    <a:pt x="20115" y="14126"/>
                  </a:cubicBezTo>
                  <a:cubicBezTo>
                    <a:pt x="20127" y="14151"/>
                    <a:pt x="20156" y="14189"/>
                    <a:pt x="20163" y="14222"/>
                  </a:cubicBezTo>
                  <a:cubicBezTo>
                    <a:pt x="20172" y="14271"/>
                    <a:pt x="20161" y="14381"/>
                    <a:pt x="20163" y="14433"/>
                  </a:cubicBezTo>
                  <a:cubicBezTo>
                    <a:pt x="20165" y="14475"/>
                    <a:pt x="20167" y="14563"/>
                    <a:pt x="20178" y="14597"/>
                  </a:cubicBezTo>
                  <a:cubicBezTo>
                    <a:pt x="20187" y="14623"/>
                    <a:pt x="20219" y="14640"/>
                    <a:pt x="20229" y="14665"/>
                  </a:cubicBezTo>
                  <a:cubicBezTo>
                    <a:pt x="20240" y="14690"/>
                    <a:pt x="20255" y="14755"/>
                    <a:pt x="20257" y="14789"/>
                  </a:cubicBezTo>
                  <a:cubicBezTo>
                    <a:pt x="20259" y="14828"/>
                    <a:pt x="20256" y="14915"/>
                    <a:pt x="20244" y="14943"/>
                  </a:cubicBezTo>
                  <a:cubicBezTo>
                    <a:pt x="20234" y="14966"/>
                    <a:pt x="20201" y="14957"/>
                    <a:pt x="20190" y="14975"/>
                  </a:cubicBezTo>
                  <a:cubicBezTo>
                    <a:pt x="20176" y="14999"/>
                    <a:pt x="20156" y="15067"/>
                    <a:pt x="20155" y="15104"/>
                  </a:cubicBezTo>
                  <a:cubicBezTo>
                    <a:pt x="20155" y="15143"/>
                    <a:pt x="20183" y="15209"/>
                    <a:pt x="20185" y="15248"/>
                  </a:cubicBezTo>
                  <a:cubicBezTo>
                    <a:pt x="20188" y="15290"/>
                    <a:pt x="20171" y="15376"/>
                    <a:pt x="20173" y="15418"/>
                  </a:cubicBezTo>
                  <a:cubicBezTo>
                    <a:pt x="20176" y="15461"/>
                    <a:pt x="20206" y="15533"/>
                    <a:pt x="20206" y="15576"/>
                  </a:cubicBezTo>
                  <a:cubicBezTo>
                    <a:pt x="20207" y="15613"/>
                    <a:pt x="20190" y="15683"/>
                    <a:pt x="20179" y="15713"/>
                  </a:cubicBezTo>
                  <a:cubicBezTo>
                    <a:pt x="20171" y="15738"/>
                    <a:pt x="20143" y="15770"/>
                    <a:pt x="20134" y="15793"/>
                  </a:cubicBezTo>
                  <a:cubicBezTo>
                    <a:pt x="20118" y="15837"/>
                    <a:pt x="20088" y="15937"/>
                    <a:pt x="20087" y="15992"/>
                  </a:cubicBezTo>
                  <a:cubicBezTo>
                    <a:pt x="20086" y="16021"/>
                    <a:pt x="20097" y="16078"/>
                    <a:pt x="20106" y="16099"/>
                  </a:cubicBezTo>
                  <a:cubicBezTo>
                    <a:pt x="20118" y="16122"/>
                    <a:pt x="20157" y="16118"/>
                    <a:pt x="20169" y="16143"/>
                  </a:cubicBezTo>
                  <a:cubicBezTo>
                    <a:pt x="20189" y="16185"/>
                    <a:pt x="20189" y="16321"/>
                    <a:pt x="20205" y="16371"/>
                  </a:cubicBezTo>
                  <a:cubicBezTo>
                    <a:pt x="20213" y="16397"/>
                    <a:pt x="20234" y="16445"/>
                    <a:pt x="20248" y="16455"/>
                  </a:cubicBezTo>
                  <a:cubicBezTo>
                    <a:pt x="20270" y="16470"/>
                    <a:pt x="20319" y="16412"/>
                    <a:pt x="20339" y="16435"/>
                  </a:cubicBezTo>
                  <a:cubicBezTo>
                    <a:pt x="20368" y="16469"/>
                    <a:pt x="20385" y="16622"/>
                    <a:pt x="20399" y="16686"/>
                  </a:cubicBezTo>
                  <a:cubicBezTo>
                    <a:pt x="20408" y="16724"/>
                    <a:pt x="20433" y="16797"/>
                    <a:pt x="20433" y="16839"/>
                  </a:cubicBezTo>
                  <a:cubicBezTo>
                    <a:pt x="20434" y="16875"/>
                    <a:pt x="20417" y="16936"/>
                    <a:pt x="20407" y="16976"/>
                  </a:cubicBezTo>
                  <a:cubicBezTo>
                    <a:pt x="20405" y="16982"/>
                    <a:pt x="20403" y="16988"/>
                    <a:pt x="20402" y="16994"/>
                  </a:cubicBezTo>
                  <a:cubicBezTo>
                    <a:pt x="20396" y="17019"/>
                    <a:pt x="20375" y="17064"/>
                    <a:pt x="20375" y="17092"/>
                  </a:cubicBezTo>
                  <a:cubicBezTo>
                    <a:pt x="20374" y="17138"/>
                    <a:pt x="20407" y="17211"/>
                    <a:pt x="20414" y="17253"/>
                  </a:cubicBezTo>
                  <a:cubicBezTo>
                    <a:pt x="20419" y="17283"/>
                    <a:pt x="20417" y="17355"/>
                    <a:pt x="20427" y="17378"/>
                  </a:cubicBezTo>
                  <a:cubicBezTo>
                    <a:pt x="20438" y="17404"/>
                    <a:pt x="20474" y="17420"/>
                    <a:pt x="20490" y="17420"/>
                  </a:cubicBezTo>
                  <a:cubicBezTo>
                    <a:pt x="20506" y="17420"/>
                    <a:pt x="20536" y="17398"/>
                    <a:pt x="20550" y="17382"/>
                  </a:cubicBezTo>
                  <a:cubicBezTo>
                    <a:pt x="20559" y="17371"/>
                    <a:pt x="20577" y="17344"/>
                    <a:pt x="20581" y="17323"/>
                  </a:cubicBezTo>
                  <a:cubicBezTo>
                    <a:pt x="20587" y="17295"/>
                    <a:pt x="20573" y="17222"/>
                    <a:pt x="20581" y="17195"/>
                  </a:cubicBezTo>
                  <a:cubicBezTo>
                    <a:pt x="20589" y="17168"/>
                    <a:pt x="20622" y="17140"/>
                    <a:pt x="20637" y="17144"/>
                  </a:cubicBezTo>
                  <a:cubicBezTo>
                    <a:pt x="20649" y="17147"/>
                    <a:pt x="20667" y="17187"/>
                    <a:pt x="20675" y="17205"/>
                  </a:cubicBezTo>
                  <a:cubicBezTo>
                    <a:pt x="20688" y="17230"/>
                    <a:pt x="20713" y="17282"/>
                    <a:pt x="20716" y="17317"/>
                  </a:cubicBezTo>
                  <a:cubicBezTo>
                    <a:pt x="20719" y="17358"/>
                    <a:pt x="20706" y="17441"/>
                    <a:pt x="20695" y="17474"/>
                  </a:cubicBezTo>
                  <a:cubicBezTo>
                    <a:pt x="20685" y="17503"/>
                    <a:pt x="20652" y="17530"/>
                    <a:pt x="20639" y="17554"/>
                  </a:cubicBezTo>
                  <a:cubicBezTo>
                    <a:pt x="20629" y="17576"/>
                    <a:pt x="20608" y="17624"/>
                    <a:pt x="20602" y="17654"/>
                  </a:cubicBezTo>
                  <a:cubicBezTo>
                    <a:pt x="20596" y="17688"/>
                    <a:pt x="20589" y="17764"/>
                    <a:pt x="20595" y="17798"/>
                  </a:cubicBezTo>
                  <a:cubicBezTo>
                    <a:pt x="20598" y="17824"/>
                    <a:pt x="20618" y="17865"/>
                    <a:pt x="20629" y="17879"/>
                  </a:cubicBezTo>
                  <a:cubicBezTo>
                    <a:pt x="20645" y="17900"/>
                    <a:pt x="20689" y="17891"/>
                    <a:pt x="20702" y="17920"/>
                  </a:cubicBezTo>
                  <a:cubicBezTo>
                    <a:pt x="20713" y="17944"/>
                    <a:pt x="20716" y="18015"/>
                    <a:pt x="20716" y="18049"/>
                  </a:cubicBezTo>
                  <a:cubicBezTo>
                    <a:pt x="20715" y="18093"/>
                    <a:pt x="20693" y="18174"/>
                    <a:pt x="20695" y="18219"/>
                  </a:cubicBezTo>
                  <a:cubicBezTo>
                    <a:pt x="20696" y="18252"/>
                    <a:pt x="20714" y="18312"/>
                    <a:pt x="20720" y="18344"/>
                  </a:cubicBezTo>
                  <a:cubicBezTo>
                    <a:pt x="20727" y="18379"/>
                    <a:pt x="20734" y="18453"/>
                    <a:pt x="20743" y="18485"/>
                  </a:cubicBezTo>
                  <a:cubicBezTo>
                    <a:pt x="20753" y="18521"/>
                    <a:pt x="20794" y="18565"/>
                    <a:pt x="20796" y="18606"/>
                  </a:cubicBezTo>
                  <a:cubicBezTo>
                    <a:pt x="20799" y="18645"/>
                    <a:pt x="20772" y="18710"/>
                    <a:pt x="20762" y="18742"/>
                  </a:cubicBezTo>
                  <a:cubicBezTo>
                    <a:pt x="20753" y="18769"/>
                    <a:pt x="20724" y="18809"/>
                    <a:pt x="20722" y="18841"/>
                  </a:cubicBezTo>
                  <a:cubicBezTo>
                    <a:pt x="20720" y="18864"/>
                    <a:pt x="20730" y="18912"/>
                    <a:pt x="20739" y="18924"/>
                  </a:cubicBezTo>
                  <a:cubicBezTo>
                    <a:pt x="20752" y="18940"/>
                    <a:pt x="20782" y="18929"/>
                    <a:pt x="20796" y="18924"/>
                  </a:cubicBezTo>
                  <a:cubicBezTo>
                    <a:pt x="20813" y="18918"/>
                    <a:pt x="20846" y="18872"/>
                    <a:pt x="20862" y="18880"/>
                  </a:cubicBezTo>
                  <a:cubicBezTo>
                    <a:pt x="20876" y="18885"/>
                    <a:pt x="20893" y="18943"/>
                    <a:pt x="20905" y="18956"/>
                  </a:cubicBezTo>
                  <a:cubicBezTo>
                    <a:pt x="20919" y="18970"/>
                    <a:pt x="20955" y="18959"/>
                    <a:pt x="20964" y="18985"/>
                  </a:cubicBezTo>
                  <a:cubicBezTo>
                    <a:pt x="20974" y="19014"/>
                    <a:pt x="20956" y="19092"/>
                    <a:pt x="20959" y="19127"/>
                  </a:cubicBezTo>
                  <a:cubicBezTo>
                    <a:pt x="20962" y="19158"/>
                    <a:pt x="20975" y="19220"/>
                    <a:pt x="20986" y="19242"/>
                  </a:cubicBezTo>
                  <a:cubicBezTo>
                    <a:pt x="21001" y="19272"/>
                    <a:pt x="21042" y="19301"/>
                    <a:pt x="21062" y="19306"/>
                  </a:cubicBezTo>
                  <a:cubicBezTo>
                    <a:pt x="21077" y="19310"/>
                    <a:pt x="21106" y="19282"/>
                    <a:pt x="21121" y="19290"/>
                  </a:cubicBezTo>
                  <a:cubicBezTo>
                    <a:pt x="21136" y="19299"/>
                    <a:pt x="21163" y="19344"/>
                    <a:pt x="21171" y="19374"/>
                  </a:cubicBezTo>
                  <a:cubicBezTo>
                    <a:pt x="21180" y="19406"/>
                    <a:pt x="21183" y="19487"/>
                    <a:pt x="21182" y="19525"/>
                  </a:cubicBezTo>
                  <a:cubicBezTo>
                    <a:pt x="21180" y="19565"/>
                    <a:pt x="21156" y="19637"/>
                    <a:pt x="21156" y="19678"/>
                  </a:cubicBezTo>
                  <a:cubicBezTo>
                    <a:pt x="21157" y="19708"/>
                    <a:pt x="21170" y="19763"/>
                    <a:pt x="21179" y="19784"/>
                  </a:cubicBezTo>
                  <a:cubicBezTo>
                    <a:pt x="21190" y="19810"/>
                    <a:pt x="21222" y="19833"/>
                    <a:pt x="21234" y="19855"/>
                  </a:cubicBezTo>
                  <a:cubicBezTo>
                    <a:pt x="21246" y="19877"/>
                    <a:pt x="21267" y="19928"/>
                    <a:pt x="21275" y="19957"/>
                  </a:cubicBezTo>
                  <a:cubicBezTo>
                    <a:pt x="21283" y="19986"/>
                    <a:pt x="21289" y="20056"/>
                    <a:pt x="21299" y="20080"/>
                  </a:cubicBezTo>
                  <a:cubicBezTo>
                    <a:pt x="21314" y="20112"/>
                    <a:pt x="21361" y="20123"/>
                    <a:pt x="21376" y="20154"/>
                  </a:cubicBezTo>
                  <a:cubicBezTo>
                    <a:pt x="21394" y="20193"/>
                    <a:pt x="21418" y="20299"/>
                    <a:pt x="21419" y="20354"/>
                  </a:cubicBezTo>
                  <a:cubicBezTo>
                    <a:pt x="21421" y="20397"/>
                    <a:pt x="21409" y="20484"/>
                    <a:pt x="21397" y="20518"/>
                  </a:cubicBezTo>
                  <a:cubicBezTo>
                    <a:pt x="21388" y="20544"/>
                    <a:pt x="21351" y="20557"/>
                    <a:pt x="21346" y="20588"/>
                  </a:cubicBezTo>
                  <a:cubicBezTo>
                    <a:pt x="21338" y="20633"/>
                    <a:pt x="21359" y="20735"/>
                    <a:pt x="21371" y="20775"/>
                  </a:cubicBezTo>
                  <a:cubicBezTo>
                    <a:pt x="21380" y="20801"/>
                    <a:pt x="21402" y="20846"/>
                    <a:pt x="21415" y="20854"/>
                  </a:cubicBezTo>
                  <a:cubicBezTo>
                    <a:pt x="21428" y="20862"/>
                    <a:pt x="21454" y="20848"/>
                    <a:pt x="21466" y="20843"/>
                  </a:cubicBezTo>
                  <a:cubicBezTo>
                    <a:pt x="21481" y="20837"/>
                    <a:pt x="21510" y="20803"/>
                    <a:pt x="21525" y="20809"/>
                  </a:cubicBezTo>
                  <a:cubicBezTo>
                    <a:pt x="21538" y="20814"/>
                    <a:pt x="21558" y="20851"/>
                    <a:pt x="21567" y="20871"/>
                  </a:cubicBezTo>
                  <a:cubicBezTo>
                    <a:pt x="21578" y="20898"/>
                    <a:pt x="21590" y="20961"/>
                    <a:pt x="21600" y="21000"/>
                  </a:cubicBezTo>
                  <a:lnTo>
                    <a:pt x="18751" y="21292"/>
                  </a:lnTo>
                  <a:lnTo>
                    <a:pt x="15368" y="21497"/>
                  </a:lnTo>
                  <a:lnTo>
                    <a:pt x="10885" y="21600"/>
                  </a:lnTo>
                  <a:lnTo>
                    <a:pt x="8088" y="21593"/>
                  </a:lnTo>
                  <a:lnTo>
                    <a:pt x="4846" y="21460"/>
                  </a:lnTo>
                  <a:lnTo>
                    <a:pt x="4914" y="14433"/>
                  </a:lnTo>
                  <a:lnTo>
                    <a:pt x="0" y="14040"/>
                  </a:lnTo>
                  <a:lnTo>
                    <a:pt x="292" y="0"/>
                  </a:lnTo>
                  <a:lnTo>
                    <a:pt x="3288" y="261"/>
                  </a:lnTo>
                  <a:lnTo>
                    <a:pt x="9480" y="466"/>
                  </a:lnTo>
                  <a:lnTo>
                    <a:pt x="13517" y="388"/>
                  </a:lnTo>
                  <a:cubicBezTo>
                    <a:pt x="13517" y="388"/>
                    <a:pt x="13568" y="663"/>
                    <a:pt x="13599" y="732"/>
                  </a:cubicBezTo>
                  <a:cubicBezTo>
                    <a:pt x="13618" y="772"/>
                    <a:pt x="13668" y="813"/>
                    <a:pt x="13692" y="836"/>
                  </a:cubicBezTo>
                  <a:cubicBezTo>
                    <a:pt x="13724" y="865"/>
                    <a:pt x="13791" y="906"/>
                    <a:pt x="13822" y="940"/>
                  </a:cubicBezTo>
                  <a:cubicBezTo>
                    <a:pt x="13848" y="966"/>
                    <a:pt x="13899" y="1027"/>
                    <a:pt x="13921" y="1069"/>
                  </a:cubicBezTo>
                  <a:cubicBezTo>
                    <a:pt x="13933" y="1092"/>
                    <a:pt x="13948" y="1162"/>
                    <a:pt x="13961" y="1182"/>
                  </a:cubicBezTo>
                  <a:cubicBezTo>
                    <a:pt x="13976" y="1205"/>
                    <a:pt x="14015" y="1222"/>
                    <a:pt x="14033" y="1232"/>
                  </a:cubicBezTo>
                  <a:cubicBezTo>
                    <a:pt x="14055" y="1245"/>
                    <a:pt x="14101" y="1251"/>
                    <a:pt x="14122" y="1271"/>
                  </a:cubicBezTo>
                  <a:cubicBezTo>
                    <a:pt x="14146" y="1296"/>
                    <a:pt x="14184" y="1386"/>
                    <a:pt x="14208" y="1415"/>
                  </a:cubicBezTo>
                  <a:cubicBezTo>
                    <a:pt x="14232" y="1445"/>
                    <a:pt x="14284" y="1492"/>
                    <a:pt x="14311" y="1502"/>
                  </a:cubicBezTo>
                  <a:cubicBezTo>
                    <a:pt x="14335" y="1511"/>
                    <a:pt x="14385" y="1478"/>
                    <a:pt x="14408" y="1495"/>
                  </a:cubicBezTo>
                  <a:cubicBezTo>
                    <a:pt x="14434" y="1514"/>
                    <a:pt x="14473" y="1606"/>
                    <a:pt x="14492" y="1649"/>
                  </a:cubicBezTo>
                  <a:cubicBezTo>
                    <a:pt x="14516" y="1702"/>
                    <a:pt x="14551" y="1832"/>
                    <a:pt x="14577" y="1882"/>
                  </a:cubicBezTo>
                  <a:cubicBezTo>
                    <a:pt x="14603" y="1935"/>
                    <a:pt x="14662" y="2043"/>
                    <a:pt x="14699" y="2053"/>
                  </a:cubicBezTo>
                  <a:cubicBezTo>
                    <a:pt x="14723" y="2060"/>
                    <a:pt x="14769" y="2006"/>
                    <a:pt x="14792" y="1990"/>
                  </a:cubicBezTo>
                  <a:cubicBezTo>
                    <a:pt x="14813" y="1977"/>
                    <a:pt x="14856" y="1961"/>
                    <a:pt x="14875" y="1938"/>
                  </a:cubicBezTo>
                  <a:cubicBezTo>
                    <a:pt x="14900" y="1905"/>
                    <a:pt x="14942" y="1810"/>
                    <a:pt x="14959" y="1757"/>
                  </a:cubicBezTo>
                  <a:cubicBezTo>
                    <a:pt x="14975" y="1704"/>
                    <a:pt x="14992" y="1580"/>
                    <a:pt x="15003" y="1521"/>
                  </a:cubicBezTo>
                  <a:cubicBezTo>
                    <a:pt x="15014" y="1469"/>
                    <a:pt x="15032" y="1358"/>
                    <a:pt x="15047" y="1312"/>
                  </a:cubicBezTo>
                  <a:cubicBezTo>
                    <a:pt x="15058" y="1278"/>
                    <a:pt x="15085" y="1203"/>
                    <a:pt x="15104" y="1196"/>
                  </a:cubicBezTo>
                  <a:cubicBezTo>
                    <a:pt x="15122" y="1190"/>
                    <a:pt x="15154" y="1245"/>
                    <a:pt x="15169" y="1264"/>
                  </a:cubicBezTo>
                  <a:cubicBezTo>
                    <a:pt x="15186" y="1284"/>
                    <a:pt x="15214" y="1345"/>
                    <a:pt x="15233" y="1353"/>
                  </a:cubicBezTo>
                  <a:cubicBezTo>
                    <a:pt x="15257" y="1364"/>
                    <a:pt x="15304" y="1323"/>
                    <a:pt x="15329" y="1322"/>
                  </a:cubicBezTo>
                  <a:cubicBezTo>
                    <a:pt x="15349" y="1320"/>
                    <a:pt x="15390" y="1325"/>
                    <a:pt x="15409" y="1334"/>
                  </a:cubicBezTo>
                  <a:cubicBezTo>
                    <a:pt x="15439" y="1347"/>
                    <a:pt x="15496" y="1431"/>
                    <a:pt x="15527" y="1420"/>
                  </a:cubicBezTo>
                  <a:cubicBezTo>
                    <a:pt x="15547" y="1412"/>
                    <a:pt x="15574" y="1328"/>
                    <a:pt x="15593" y="1310"/>
                  </a:cubicBezTo>
                  <a:cubicBezTo>
                    <a:pt x="15617" y="1287"/>
                    <a:pt x="15671" y="1264"/>
                    <a:pt x="15697" y="1273"/>
                  </a:cubicBezTo>
                  <a:cubicBezTo>
                    <a:pt x="15715" y="1280"/>
                    <a:pt x="15743" y="1335"/>
                    <a:pt x="15760" y="1348"/>
                  </a:cubicBezTo>
                  <a:cubicBezTo>
                    <a:pt x="15782" y="1365"/>
                    <a:pt x="15830" y="1399"/>
                    <a:pt x="15853" y="1384"/>
                  </a:cubicBezTo>
                  <a:cubicBezTo>
                    <a:pt x="15874" y="1371"/>
                    <a:pt x="15894" y="1269"/>
                    <a:pt x="15915" y="1254"/>
                  </a:cubicBezTo>
                  <a:cubicBezTo>
                    <a:pt x="15935" y="1240"/>
                    <a:pt x="15976" y="1271"/>
                    <a:pt x="15997" y="1280"/>
                  </a:cubicBezTo>
                  <a:cubicBezTo>
                    <a:pt x="16018" y="1291"/>
                    <a:pt x="16059" y="1345"/>
                    <a:pt x="16081" y="1334"/>
                  </a:cubicBezTo>
                  <a:cubicBezTo>
                    <a:pt x="16102" y="1323"/>
                    <a:pt x="16124" y="1223"/>
                    <a:pt x="16145" y="1206"/>
                  </a:cubicBezTo>
                  <a:cubicBezTo>
                    <a:pt x="16161" y="1192"/>
                    <a:pt x="16199" y="1194"/>
                    <a:pt x="16216" y="1206"/>
                  </a:cubicBezTo>
                  <a:cubicBezTo>
                    <a:pt x="16242" y="1224"/>
                    <a:pt x="16277" y="1357"/>
                    <a:pt x="16304" y="1343"/>
                  </a:cubicBezTo>
                  <a:cubicBezTo>
                    <a:pt x="16317" y="1336"/>
                    <a:pt x="16317" y="1256"/>
                    <a:pt x="16328" y="1237"/>
                  </a:cubicBezTo>
                  <a:cubicBezTo>
                    <a:pt x="16344" y="1211"/>
                    <a:pt x="16387" y="1188"/>
                    <a:pt x="16407" y="1196"/>
                  </a:cubicBezTo>
                  <a:cubicBezTo>
                    <a:pt x="16429" y="1207"/>
                    <a:pt x="16457" y="1316"/>
                    <a:pt x="16480" y="1319"/>
                  </a:cubicBezTo>
                  <a:cubicBezTo>
                    <a:pt x="16498" y="1321"/>
                    <a:pt x="16524" y="1235"/>
                    <a:pt x="16542" y="1237"/>
                  </a:cubicBezTo>
                  <a:cubicBezTo>
                    <a:pt x="16560" y="1239"/>
                    <a:pt x="16592" y="1296"/>
                    <a:pt x="16601" y="1329"/>
                  </a:cubicBezTo>
                  <a:cubicBezTo>
                    <a:pt x="16611" y="1367"/>
                    <a:pt x="16602" y="1465"/>
                    <a:pt x="16609" y="1507"/>
                  </a:cubicBezTo>
                  <a:cubicBezTo>
                    <a:pt x="16615" y="1537"/>
                    <a:pt x="16632" y="1600"/>
                    <a:pt x="16646" y="1613"/>
                  </a:cubicBezTo>
                  <a:cubicBezTo>
                    <a:pt x="16660" y="1626"/>
                    <a:pt x="16692" y="1591"/>
                    <a:pt x="16707" y="1596"/>
                  </a:cubicBezTo>
                  <a:cubicBezTo>
                    <a:pt x="16721" y="1600"/>
                    <a:pt x="16746" y="1624"/>
                    <a:pt x="16756" y="1641"/>
                  </a:cubicBezTo>
                  <a:cubicBezTo>
                    <a:pt x="16770" y="1664"/>
                    <a:pt x="16784" y="1737"/>
                    <a:pt x="16798" y="1760"/>
                  </a:cubicBezTo>
                  <a:cubicBezTo>
                    <a:pt x="16816" y="1790"/>
                    <a:pt x="16860" y="1829"/>
                    <a:pt x="16883" y="1834"/>
                  </a:cubicBezTo>
                  <a:cubicBezTo>
                    <a:pt x="16902" y="1838"/>
                    <a:pt x="16938" y="1809"/>
                    <a:pt x="16957" y="1808"/>
                  </a:cubicBezTo>
                  <a:cubicBezTo>
                    <a:pt x="16975" y="1807"/>
                    <a:pt x="17011" y="1818"/>
                    <a:pt x="17027" y="1827"/>
                  </a:cubicBezTo>
                  <a:cubicBezTo>
                    <a:pt x="17051" y="1839"/>
                    <a:pt x="17095" y="1891"/>
                    <a:pt x="17118" y="1901"/>
                  </a:cubicBezTo>
                  <a:cubicBezTo>
                    <a:pt x="17138" y="1911"/>
                    <a:pt x="17185" y="1880"/>
                    <a:pt x="17200" y="1908"/>
                  </a:cubicBezTo>
                  <a:cubicBezTo>
                    <a:pt x="17215" y="1936"/>
                    <a:pt x="17208" y="2034"/>
                    <a:pt x="17216" y="2073"/>
                  </a:cubicBezTo>
                  <a:cubicBezTo>
                    <a:pt x="17223" y="2110"/>
                    <a:pt x="17239" y="2209"/>
                    <a:pt x="17259" y="2209"/>
                  </a:cubicBezTo>
                  <a:cubicBezTo>
                    <a:pt x="17273" y="2209"/>
                    <a:pt x="17279" y="2127"/>
                    <a:pt x="17291" y="2108"/>
                  </a:cubicBezTo>
                  <a:cubicBezTo>
                    <a:pt x="17308" y="2081"/>
                    <a:pt x="17352" y="2046"/>
                    <a:pt x="17374" y="2051"/>
                  </a:cubicBezTo>
                  <a:cubicBezTo>
                    <a:pt x="17397" y="2055"/>
                    <a:pt x="17438" y="2113"/>
                    <a:pt x="17457" y="2142"/>
                  </a:cubicBezTo>
                  <a:cubicBezTo>
                    <a:pt x="17472" y="2164"/>
                    <a:pt x="17495" y="2230"/>
                    <a:pt x="17512" y="2248"/>
                  </a:cubicBezTo>
                  <a:cubicBezTo>
                    <a:pt x="17536" y="2273"/>
                    <a:pt x="17599" y="2245"/>
                    <a:pt x="17617" y="2286"/>
                  </a:cubicBezTo>
                  <a:cubicBezTo>
                    <a:pt x="17629" y="2315"/>
                    <a:pt x="17619" y="2405"/>
                    <a:pt x="17626" y="2440"/>
                  </a:cubicBezTo>
                  <a:cubicBezTo>
                    <a:pt x="17632" y="2468"/>
                    <a:pt x="17650" y="2519"/>
                    <a:pt x="17663" y="2531"/>
                  </a:cubicBezTo>
                  <a:cubicBezTo>
                    <a:pt x="17678" y="2547"/>
                    <a:pt x="17714" y="2545"/>
                    <a:pt x="17730" y="2539"/>
                  </a:cubicBezTo>
                  <a:cubicBezTo>
                    <a:pt x="17751" y="2531"/>
                    <a:pt x="17787" y="2464"/>
                    <a:pt x="17807" y="2464"/>
                  </a:cubicBezTo>
                  <a:cubicBezTo>
                    <a:pt x="17825" y="2464"/>
                    <a:pt x="17859" y="2499"/>
                    <a:pt x="17871" y="2525"/>
                  </a:cubicBezTo>
                  <a:cubicBezTo>
                    <a:pt x="17887" y="2558"/>
                    <a:pt x="17914" y="2653"/>
                    <a:pt x="17908" y="2701"/>
                  </a:cubicBezTo>
                  <a:cubicBezTo>
                    <a:pt x="17904" y="2741"/>
                    <a:pt x="17857" y="2768"/>
                    <a:pt x="17848" y="2806"/>
                  </a:cubicBezTo>
                  <a:cubicBezTo>
                    <a:pt x="17839" y="2844"/>
                    <a:pt x="17837" y="2934"/>
                    <a:pt x="17842" y="2974"/>
                  </a:cubicBezTo>
                  <a:cubicBezTo>
                    <a:pt x="17848" y="3018"/>
                    <a:pt x="17876" y="3095"/>
                    <a:pt x="17893" y="3124"/>
                  </a:cubicBezTo>
                  <a:cubicBezTo>
                    <a:pt x="17909" y="3152"/>
                    <a:pt x="17953" y="3172"/>
                    <a:pt x="17970" y="3198"/>
                  </a:cubicBezTo>
                  <a:cubicBezTo>
                    <a:pt x="17983" y="3218"/>
                    <a:pt x="18005" y="3267"/>
                    <a:pt x="18013" y="3297"/>
                  </a:cubicBezTo>
                  <a:cubicBezTo>
                    <a:pt x="18028" y="3357"/>
                    <a:pt x="18029" y="3502"/>
                    <a:pt x="18045" y="3561"/>
                  </a:cubicBezTo>
                  <a:cubicBezTo>
                    <a:pt x="18053" y="3589"/>
                    <a:pt x="18073" y="3646"/>
                    <a:pt x="18088" y="3653"/>
                  </a:cubicBezTo>
                  <a:cubicBezTo>
                    <a:pt x="18102" y="3660"/>
                    <a:pt x="18130" y="3627"/>
                    <a:pt x="18143" y="3612"/>
                  </a:cubicBezTo>
                  <a:cubicBezTo>
                    <a:pt x="18159" y="3593"/>
                    <a:pt x="18183" y="3527"/>
                    <a:pt x="18201" y="3518"/>
                  </a:cubicBezTo>
                  <a:cubicBezTo>
                    <a:pt x="18219" y="3509"/>
                    <a:pt x="18258" y="3531"/>
                    <a:pt x="18275" y="3547"/>
                  </a:cubicBezTo>
                  <a:cubicBezTo>
                    <a:pt x="18287" y="3559"/>
                    <a:pt x="18310" y="3596"/>
                    <a:pt x="18317" y="3620"/>
                  </a:cubicBezTo>
                  <a:cubicBezTo>
                    <a:pt x="18327" y="3649"/>
                    <a:pt x="18329" y="3732"/>
                    <a:pt x="18341" y="3759"/>
                  </a:cubicBezTo>
                  <a:cubicBezTo>
                    <a:pt x="18352" y="3784"/>
                    <a:pt x="18384" y="3813"/>
                    <a:pt x="18400" y="3811"/>
                  </a:cubicBezTo>
                  <a:cubicBezTo>
                    <a:pt x="18413" y="3811"/>
                    <a:pt x="18434" y="3791"/>
                    <a:pt x="18448" y="3769"/>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74" name="Shape 4756"/>
            <p:cNvSpPr/>
            <p:nvPr/>
          </p:nvSpPr>
          <p:spPr>
            <a:xfrm>
              <a:off x="3981030" y="1288657"/>
              <a:ext cx="1438886" cy="904764"/>
            </a:xfrm>
            <a:custGeom>
              <a:avLst/>
              <a:gdLst/>
              <a:ahLst/>
              <a:cxnLst>
                <a:cxn ang="0">
                  <a:pos x="wd2" y="hd2"/>
                </a:cxn>
                <a:cxn ang="5400000">
                  <a:pos x="wd2" y="hd2"/>
                </a:cxn>
                <a:cxn ang="10800000">
                  <a:pos x="wd2" y="hd2"/>
                </a:cxn>
                <a:cxn ang="16200000">
                  <a:pos x="wd2" y="hd2"/>
                </a:cxn>
              </a:cxnLst>
              <a:rect l="0" t="0" r="r" b="b"/>
              <a:pathLst>
                <a:path w="21600" h="21599" extrusionOk="0">
                  <a:moveTo>
                    <a:pt x="21563" y="21484"/>
                  </a:moveTo>
                  <a:cubicBezTo>
                    <a:pt x="21569" y="21501"/>
                    <a:pt x="21587" y="21536"/>
                    <a:pt x="21600" y="21561"/>
                  </a:cubicBezTo>
                  <a:cubicBezTo>
                    <a:pt x="21584" y="21581"/>
                    <a:pt x="21559" y="21599"/>
                    <a:pt x="21544" y="21599"/>
                  </a:cubicBezTo>
                  <a:cubicBezTo>
                    <a:pt x="21525" y="21600"/>
                    <a:pt x="21486" y="21575"/>
                    <a:pt x="21473" y="21552"/>
                  </a:cubicBezTo>
                  <a:cubicBezTo>
                    <a:pt x="21459" y="21529"/>
                    <a:pt x="21457" y="21456"/>
                    <a:pt x="21445" y="21430"/>
                  </a:cubicBezTo>
                  <a:cubicBezTo>
                    <a:pt x="21436" y="21409"/>
                    <a:pt x="21409" y="21377"/>
                    <a:pt x="21394" y="21366"/>
                  </a:cubicBezTo>
                  <a:cubicBezTo>
                    <a:pt x="21374" y="21351"/>
                    <a:pt x="21328" y="21332"/>
                    <a:pt x="21306" y="21341"/>
                  </a:cubicBezTo>
                  <a:cubicBezTo>
                    <a:pt x="21285" y="21348"/>
                    <a:pt x="21256" y="21407"/>
                    <a:pt x="21237" y="21423"/>
                  </a:cubicBezTo>
                  <a:cubicBezTo>
                    <a:pt x="21222" y="21436"/>
                    <a:pt x="21189" y="21465"/>
                    <a:pt x="21172" y="21459"/>
                  </a:cubicBezTo>
                  <a:cubicBezTo>
                    <a:pt x="21154" y="21453"/>
                    <a:pt x="21130" y="21403"/>
                    <a:pt x="21121" y="21378"/>
                  </a:cubicBezTo>
                  <a:cubicBezTo>
                    <a:pt x="21103" y="21326"/>
                    <a:pt x="21101" y="21199"/>
                    <a:pt x="21083" y="21145"/>
                  </a:cubicBezTo>
                  <a:cubicBezTo>
                    <a:pt x="21074" y="21119"/>
                    <a:pt x="21047" y="21076"/>
                    <a:pt x="21032" y="21058"/>
                  </a:cubicBezTo>
                  <a:cubicBezTo>
                    <a:pt x="21011" y="21035"/>
                    <a:pt x="20960" y="21018"/>
                    <a:pt x="20940" y="20993"/>
                  </a:cubicBezTo>
                  <a:cubicBezTo>
                    <a:pt x="20920" y="20967"/>
                    <a:pt x="20887" y="20900"/>
                    <a:pt x="20880" y="20861"/>
                  </a:cubicBezTo>
                  <a:cubicBezTo>
                    <a:pt x="20874" y="20825"/>
                    <a:pt x="20876" y="20746"/>
                    <a:pt x="20887" y="20713"/>
                  </a:cubicBezTo>
                  <a:cubicBezTo>
                    <a:pt x="20897" y="20680"/>
                    <a:pt x="20953" y="20655"/>
                    <a:pt x="20959" y="20620"/>
                  </a:cubicBezTo>
                  <a:cubicBezTo>
                    <a:pt x="20965" y="20578"/>
                    <a:pt x="20933" y="20495"/>
                    <a:pt x="20914" y="20465"/>
                  </a:cubicBezTo>
                  <a:cubicBezTo>
                    <a:pt x="20900" y="20442"/>
                    <a:pt x="20860" y="20412"/>
                    <a:pt x="20838" y="20412"/>
                  </a:cubicBezTo>
                  <a:cubicBezTo>
                    <a:pt x="20814" y="20412"/>
                    <a:pt x="20771" y="20470"/>
                    <a:pt x="20747" y="20477"/>
                  </a:cubicBezTo>
                  <a:cubicBezTo>
                    <a:pt x="20727" y="20483"/>
                    <a:pt x="20685" y="20485"/>
                    <a:pt x="20666" y="20471"/>
                  </a:cubicBezTo>
                  <a:cubicBezTo>
                    <a:pt x="20651" y="20460"/>
                    <a:pt x="20630" y="20415"/>
                    <a:pt x="20623" y="20390"/>
                  </a:cubicBezTo>
                  <a:cubicBezTo>
                    <a:pt x="20614" y="20359"/>
                    <a:pt x="20627" y="20280"/>
                    <a:pt x="20612" y="20255"/>
                  </a:cubicBezTo>
                  <a:cubicBezTo>
                    <a:pt x="20590" y="20218"/>
                    <a:pt x="20515" y="20243"/>
                    <a:pt x="20486" y="20221"/>
                  </a:cubicBezTo>
                  <a:cubicBezTo>
                    <a:pt x="20467" y="20205"/>
                    <a:pt x="20439" y="20147"/>
                    <a:pt x="20421" y="20128"/>
                  </a:cubicBezTo>
                  <a:cubicBezTo>
                    <a:pt x="20399" y="20102"/>
                    <a:pt x="20350" y="20051"/>
                    <a:pt x="20323" y="20047"/>
                  </a:cubicBezTo>
                  <a:cubicBezTo>
                    <a:pt x="20297" y="20043"/>
                    <a:pt x="20245" y="20073"/>
                    <a:pt x="20224" y="20098"/>
                  </a:cubicBezTo>
                  <a:cubicBezTo>
                    <a:pt x="20210" y="20114"/>
                    <a:pt x="20202" y="20187"/>
                    <a:pt x="20185" y="20187"/>
                  </a:cubicBezTo>
                  <a:cubicBezTo>
                    <a:pt x="20163" y="20187"/>
                    <a:pt x="20143" y="20100"/>
                    <a:pt x="20135" y="20066"/>
                  </a:cubicBezTo>
                  <a:cubicBezTo>
                    <a:pt x="20126" y="20032"/>
                    <a:pt x="20134" y="19946"/>
                    <a:pt x="20116" y="19922"/>
                  </a:cubicBezTo>
                  <a:cubicBezTo>
                    <a:pt x="20098" y="19897"/>
                    <a:pt x="20042" y="19924"/>
                    <a:pt x="20019" y="19915"/>
                  </a:cubicBezTo>
                  <a:cubicBezTo>
                    <a:pt x="19990" y="19906"/>
                    <a:pt x="19939" y="19861"/>
                    <a:pt x="19911" y="19850"/>
                  </a:cubicBezTo>
                  <a:cubicBezTo>
                    <a:pt x="19890" y="19842"/>
                    <a:pt x="19848" y="19832"/>
                    <a:pt x="19826" y="19833"/>
                  </a:cubicBezTo>
                  <a:cubicBezTo>
                    <a:pt x="19804" y="19834"/>
                    <a:pt x="19761" y="19860"/>
                    <a:pt x="19739" y="19856"/>
                  </a:cubicBezTo>
                  <a:cubicBezTo>
                    <a:pt x="19711" y="19851"/>
                    <a:pt x="19659" y="19817"/>
                    <a:pt x="19638" y="19791"/>
                  </a:cubicBezTo>
                  <a:cubicBezTo>
                    <a:pt x="19621" y="19770"/>
                    <a:pt x="19604" y="19707"/>
                    <a:pt x="19588" y="19686"/>
                  </a:cubicBezTo>
                  <a:cubicBezTo>
                    <a:pt x="19575" y="19671"/>
                    <a:pt x="19545" y="19650"/>
                    <a:pt x="19529" y="19646"/>
                  </a:cubicBezTo>
                  <a:cubicBezTo>
                    <a:pt x="19511" y="19642"/>
                    <a:pt x="19473" y="19673"/>
                    <a:pt x="19456" y="19661"/>
                  </a:cubicBezTo>
                  <a:cubicBezTo>
                    <a:pt x="19440" y="19650"/>
                    <a:pt x="19420" y="19594"/>
                    <a:pt x="19413" y="19567"/>
                  </a:cubicBezTo>
                  <a:cubicBezTo>
                    <a:pt x="19404" y="19531"/>
                    <a:pt x="19415" y="19445"/>
                    <a:pt x="19403" y="19411"/>
                  </a:cubicBezTo>
                  <a:cubicBezTo>
                    <a:pt x="19392" y="19382"/>
                    <a:pt x="19355" y="19332"/>
                    <a:pt x="19333" y="19330"/>
                  </a:cubicBezTo>
                  <a:cubicBezTo>
                    <a:pt x="19312" y="19328"/>
                    <a:pt x="19280" y="19404"/>
                    <a:pt x="19259" y="19402"/>
                  </a:cubicBezTo>
                  <a:cubicBezTo>
                    <a:pt x="19231" y="19399"/>
                    <a:pt x="19199" y="19304"/>
                    <a:pt x="19172" y="19294"/>
                  </a:cubicBezTo>
                  <a:cubicBezTo>
                    <a:pt x="19149" y="19286"/>
                    <a:pt x="19097" y="19307"/>
                    <a:pt x="19079" y="19330"/>
                  </a:cubicBezTo>
                  <a:cubicBezTo>
                    <a:pt x="19066" y="19347"/>
                    <a:pt x="19065" y="19417"/>
                    <a:pt x="19049" y="19424"/>
                  </a:cubicBezTo>
                  <a:cubicBezTo>
                    <a:pt x="19018" y="19436"/>
                    <a:pt x="18976" y="19318"/>
                    <a:pt x="18945" y="19303"/>
                  </a:cubicBezTo>
                  <a:cubicBezTo>
                    <a:pt x="18925" y="19292"/>
                    <a:pt x="18880" y="19290"/>
                    <a:pt x="18860" y="19303"/>
                  </a:cubicBezTo>
                  <a:cubicBezTo>
                    <a:pt x="18836" y="19318"/>
                    <a:pt x="18809" y="19405"/>
                    <a:pt x="18784" y="19415"/>
                  </a:cubicBezTo>
                  <a:cubicBezTo>
                    <a:pt x="18759" y="19425"/>
                    <a:pt x="18709" y="19378"/>
                    <a:pt x="18684" y="19368"/>
                  </a:cubicBezTo>
                  <a:cubicBezTo>
                    <a:pt x="18660" y="19360"/>
                    <a:pt x="18610" y="19333"/>
                    <a:pt x="18587" y="19345"/>
                  </a:cubicBezTo>
                  <a:cubicBezTo>
                    <a:pt x="18562" y="19358"/>
                    <a:pt x="18538" y="19448"/>
                    <a:pt x="18513" y="19460"/>
                  </a:cubicBezTo>
                  <a:cubicBezTo>
                    <a:pt x="18486" y="19473"/>
                    <a:pt x="18429" y="19443"/>
                    <a:pt x="18403" y="19428"/>
                  </a:cubicBezTo>
                  <a:cubicBezTo>
                    <a:pt x="18382" y="19417"/>
                    <a:pt x="18349" y="19368"/>
                    <a:pt x="18328" y="19362"/>
                  </a:cubicBezTo>
                  <a:cubicBezTo>
                    <a:pt x="18297" y="19353"/>
                    <a:pt x="18233" y="19374"/>
                    <a:pt x="18204" y="19394"/>
                  </a:cubicBezTo>
                  <a:cubicBezTo>
                    <a:pt x="18181" y="19410"/>
                    <a:pt x="18150" y="19485"/>
                    <a:pt x="18125" y="19492"/>
                  </a:cubicBezTo>
                  <a:cubicBezTo>
                    <a:pt x="18089" y="19501"/>
                    <a:pt x="18021" y="19427"/>
                    <a:pt x="17985" y="19415"/>
                  </a:cubicBezTo>
                  <a:cubicBezTo>
                    <a:pt x="17962" y="19407"/>
                    <a:pt x="17913" y="19403"/>
                    <a:pt x="17889" y="19405"/>
                  </a:cubicBezTo>
                  <a:cubicBezTo>
                    <a:pt x="17860" y="19406"/>
                    <a:pt x="17804" y="19441"/>
                    <a:pt x="17776" y="19432"/>
                  </a:cubicBezTo>
                  <a:cubicBezTo>
                    <a:pt x="17754" y="19425"/>
                    <a:pt x="17719" y="19371"/>
                    <a:pt x="17700" y="19354"/>
                  </a:cubicBezTo>
                  <a:cubicBezTo>
                    <a:pt x="17681" y="19337"/>
                    <a:pt x="17644" y="19289"/>
                    <a:pt x="17623" y="19294"/>
                  </a:cubicBezTo>
                  <a:cubicBezTo>
                    <a:pt x="17599" y="19300"/>
                    <a:pt x="17568" y="19366"/>
                    <a:pt x="17555" y="19396"/>
                  </a:cubicBezTo>
                  <a:cubicBezTo>
                    <a:pt x="17536" y="19437"/>
                    <a:pt x="17515" y="19534"/>
                    <a:pt x="17503" y="19580"/>
                  </a:cubicBezTo>
                  <a:cubicBezTo>
                    <a:pt x="17489" y="19632"/>
                    <a:pt x="17469" y="19741"/>
                    <a:pt x="17449" y="19788"/>
                  </a:cubicBezTo>
                  <a:cubicBezTo>
                    <a:pt x="17430" y="19835"/>
                    <a:pt x="17380" y="19919"/>
                    <a:pt x="17349" y="19947"/>
                  </a:cubicBezTo>
                  <a:cubicBezTo>
                    <a:pt x="17327" y="19968"/>
                    <a:pt x="17275" y="19982"/>
                    <a:pt x="17251" y="19994"/>
                  </a:cubicBezTo>
                  <a:cubicBezTo>
                    <a:pt x="17223" y="20008"/>
                    <a:pt x="17168" y="20055"/>
                    <a:pt x="17140" y="20049"/>
                  </a:cubicBezTo>
                  <a:cubicBezTo>
                    <a:pt x="17097" y="20040"/>
                    <a:pt x="17027" y="19945"/>
                    <a:pt x="16995" y="19898"/>
                  </a:cubicBezTo>
                  <a:cubicBezTo>
                    <a:pt x="16965" y="19854"/>
                    <a:pt x="16923" y="19740"/>
                    <a:pt x="16894" y="19693"/>
                  </a:cubicBezTo>
                  <a:cubicBezTo>
                    <a:pt x="16872" y="19655"/>
                    <a:pt x="16825" y="19574"/>
                    <a:pt x="16794" y="19557"/>
                  </a:cubicBezTo>
                  <a:cubicBezTo>
                    <a:pt x="16767" y="19542"/>
                    <a:pt x="16707" y="19571"/>
                    <a:pt x="16679" y="19563"/>
                  </a:cubicBezTo>
                  <a:cubicBezTo>
                    <a:pt x="16646" y="19554"/>
                    <a:pt x="16584" y="19513"/>
                    <a:pt x="16556" y="19487"/>
                  </a:cubicBezTo>
                  <a:cubicBezTo>
                    <a:pt x="16528" y="19462"/>
                    <a:pt x="16483" y="19382"/>
                    <a:pt x="16453" y="19360"/>
                  </a:cubicBezTo>
                  <a:cubicBezTo>
                    <a:pt x="16429" y="19342"/>
                    <a:pt x="16374" y="19337"/>
                    <a:pt x="16348" y="19326"/>
                  </a:cubicBezTo>
                  <a:cubicBezTo>
                    <a:pt x="16326" y="19317"/>
                    <a:pt x="16281" y="19302"/>
                    <a:pt x="16263" y="19281"/>
                  </a:cubicBezTo>
                  <a:cubicBezTo>
                    <a:pt x="16246" y="19263"/>
                    <a:pt x="16229" y="19202"/>
                    <a:pt x="16214" y="19182"/>
                  </a:cubicBezTo>
                  <a:cubicBezTo>
                    <a:pt x="16189" y="19145"/>
                    <a:pt x="16128" y="19091"/>
                    <a:pt x="16097" y="19068"/>
                  </a:cubicBezTo>
                  <a:cubicBezTo>
                    <a:pt x="16060" y="19039"/>
                    <a:pt x="15980" y="19002"/>
                    <a:pt x="15943" y="18976"/>
                  </a:cubicBezTo>
                  <a:cubicBezTo>
                    <a:pt x="15914" y="18956"/>
                    <a:pt x="15854" y="18920"/>
                    <a:pt x="15832" y="18885"/>
                  </a:cubicBezTo>
                  <a:cubicBezTo>
                    <a:pt x="15794" y="18824"/>
                    <a:pt x="15735" y="18582"/>
                    <a:pt x="15735" y="18582"/>
                  </a:cubicBezTo>
                  <a:lnTo>
                    <a:pt x="10931" y="18651"/>
                  </a:lnTo>
                  <a:lnTo>
                    <a:pt x="3564" y="18470"/>
                  </a:lnTo>
                  <a:lnTo>
                    <a:pt x="0" y="18240"/>
                  </a:lnTo>
                  <a:lnTo>
                    <a:pt x="0" y="18238"/>
                  </a:lnTo>
                  <a:lnTo>
                    <a:pt x="297" y="5851"/>
                  </a:lnTo>
                  <a:lnTo>
                    <a:pt x="361" y="5856"/>
                  </a:lnTo>
                  <a:lnTo>
                    <a:pt x="511" y="0"/>
                  </a:lnTo>
                  <a:lnTo>
                    <a:pt x="6061" y="298"/>
                  </a:lnTo>
                  <a:lnTo>
                    <a:pt x="14956" y="354"/>
                  </a:lnTo>
                  <a:lnTo>
                    <a:pt x="20809" y="180"/>
                  </a:lnTo>
                  <a:cubicBezTo>
                    <a:pt x="20813" y="229"/>
                    <a:pt x="20817" y="276"/>
                    <a:pt x="20820" y="309"/>
                  </a:cubicBezTo>
                  <a:cubicBezTo>
                    <a:pt x="20826" y="385"/>
                    <a:pt x="20850" y="540"/>
                    <a:pt x="20844" y="617"/>
                  </a:cubicBezTo>
                  <a:cubicBezTo>
                    <a:pt x="20839" y="692"/>
                    <a:pt x="20806" y="835"/>
                    <a:pt x="20782" y="900"/>
                  </a:cubicBezTo>
                  <a:cubicBezTo>
                    <a:pt x="20765" y="947"/>
                    <a:pt x="20709" y="1018"/>
                    <a:pt x="20692" y="1066"/>
                  </a:cubicBezTo>
                  <a:cubicBezTo>
                    <a:pt x="20673" y="1120"/>
                    <a:pt x="20666" y="1245"/>
                    <a:pt x="20647" y="1298"/>
                  </a:cubicBezTo>
                  <a:cubicBezTo>
                    <a:pt x="20635" y="1336"/>
                    <a:pt x="20601" y="1405"/>
                    <a:pt x="20580" y="1428"/>
                  </a:cubicBezTo>
                  <a:cubicBezTo>
                    <a:pt x="20555" y="1454"/>
                    <a:pt x="20493" y="1459"/>
                    <a:pt x="20468" y="1482"/>
                  </a:cubicBezTo>
                  <a:cubicBezTo>
                    <a:pt x="20432" y="1514"/>
                    <a:pt x="20376" y="1610"/>
                    <a:pt x="20347" y="1654"/>
                  </a:cubicBezTo>
                  <a:cubicBezTo>
                    <a:pt x="20315" y="1702"/>
                    <a:pt x="20253" y="1799"/>
                    <a:pt x="20222" y="1850"/>
                  </a:cubicBezTo>
                  <a:cubicBezTo>
                    <a:pt x="20194" y="1897"/>
                    <a:pt x="20125" y="1982"/>
                    <a:pt x="20110" y="2045"/>
                  </a:cubicBezTo>
                  <a:cubicBezTo>
                    <a:pt x="20096" y="2103"/>
                    <a:pt x="20102" y="2234"/>
                    <a:pt x="20114" y="2294"/>
                  </a:cubicBezTo>
                  <a:cubicBezTo>
                    <a:pt x="20123" y="2338"/>
                    <a:pt x="20162" y="2412"/>
                    <a:pt x="20180" y="2449"/>
                  </a:cubicBezTo>
                  <a:cubicBezTo>
                    <a:pt x="20204" y="2499"/>
                    <a:pt x="20261" y="2587"/>
                    <a:pt x="20285" y="2639"/>
                  </a:cubicBezTo>
                  <a:cubicBezTo>
                    <a:pt x="20310" y="2693"/>
                    <a:pt x="20353" y="2811"/>
                    <a:pt x="20371" y="2873"/>
                  </a:cubicBezTo>
                  <a:cubicBezTo>
                    <a:pt x="20389" y="2931"/>
                    <a:pt x="20409" y="3057"/>
                    <a:pt x="20429" y="3113"/>
                  </a:cubicBezTo>
                  <a:cubicBezTo>
                    <a:pt x="20450" y="3177"/>
                    <a:pt x="20503" y="3296"/>
                    <a:pt x="20535" y="3348"/>
                  </a:cubicBezTo>
                  <a:cubicBezTo>
                    <a:pt x="20555" y="3381"/>
                    <a:pt x="20600" y="3445"/>
                    <a:pt x="20628" y="3458"/>
                  </a:cubicBezTo>
                  <a:cubicBezTo>
                    <a:pt x="20670" y="3478"/>
                    <a:pt x="20761" y="3425"/>
                    <a:pt x="20804" y="3444"/>
                  </a:cubicBezTo>
                  <a:cubicBezTo>
                    <a:pt x="20824" y="3453"/>
                    <a:pt x="20853" y="3502"/>
                    <a:pt x="20871" y="3517"/>
                  </a:cubicBezTo>
                  <a:cubicBezTo>
                    <a:pt x="20903" y="3546"/>
                    <a:pt x="20977" y="3580"/>
                    <a:pt x="21008" y="3614"/>
                  </a:cubicBezTo>
                  <a:cubicBezTo>
                    <a:pt x="21038" y="3646"/>
                    <a:pt x="21089" y="3731"/>
                    <a:pt x="21111" y="3778"/>
                  </a:cubicBezTo>
                  <a:cubicBezTo>
                    <a:pt x="21145" y="3849"/>
                    <a:pt x="21218" y="4091"/>
                    <a:pt x="21218" y="4091"/>
                  </a:cubicBezTo>
                  <a:lnTo>
                    <a:pt x="21486" y="15215"/>
                  </a:lnTo>
                  <a:lnTo>
                    <a:pt x="21124" y="15239"/>
                  </a:lnTo>
                  <a:cubicBezTo>
                    <a:pt x="21124" y="15239"/>
                    <a:pt x="21135" y="15397"/>
                    <a:pt x="21124" y="15445"/>
                  </a:cubicBezTo>
                  <a:cubicBezTo>
                    <a:pt x="21114" y="15484"/>
                    <a:pt x="21056" y="15526"/>
                    <a:pt x="21054" y="15567"/>
                  </a:cubicBezTo>
                  <a:cubicBezTo>
                    <a:pt x="21054" y="15593"/>
                    <a:pt x="21081" y="15634"/>
                    <a:pt x="21093" y="15652"/>
                  </a:cubicBezTo>
                  <a:cubicBezTo>
                    <a:pt x="21104" y="15666"/>
                    <a:pt x="21134" y="15675"/>
                    <a:pt x="21145" y="15692"/>
                  </a:cubicBezTo>
                  <a:cubicBezTo>
                    <a:pt x="21163" y="15718"/>
                    <a:pt x="21176" y="15799"/>
                    <a:pt x="21191" y="15830"/>
                  </a:cubicBezTo>
                  <a:cubicBezTo>
                    <a:pt x="21209" y="15868"/>
                    <a:pt x="21265" y="15920"/>
                    <a:pt x="21278" y="15963"/>
                  </a:cubicBezTo>
                  <a:cubicBezTo>
                    <a:pt x="21291" y="16006"/>
                    <a:pt x="21296" y="16107"/>
                    <a:pt x="21291" y="16155"/>
                  </a:cubicBezTo>
                  <a:cubicBezTo>
                    <a:pt x="21288" y="16182"/>
                    <a:pt x="21262" y="16228"/>
                    <a:pt x="21261" y="16257"/>
                  </a:cubicBezTo>
                  <a:cubicBezTo>
                    <a:pt x="21257" y="16302"/>
                    <a:pt x="21293" y="16389"/>
                    <a:pt x="21289" y="16435"/>
                  </a:cubicBezTo>
                  <a:cubicBezTo>
                    <a:pt x="21286" y="16463"/>
                    <a:pt x="21268" y="16515"/>
                    <a:pt x="21253" y="16531"/>
                  </a:cubicBezTo>
                  <a:cubicBezTo>
                    <a:pt x="21233" y="16553"/>
                    <a:pt x="21172" y="16524"/>
                    <a:pt x="21156" y="16553"/>
                  </a:cubicBezTo>
                  <a:cubicBezTo>
                    <a:pt x="21142" y="16578"/>
                    <a:pt x="21149" y="16653"/>
                    <a:pt x="21156" y="16683"/>
                  </a:cubicBezTo>
                  <a:cubicBezTo>
                    <a:pt x="21160" y="16707"/>
                    <a:pt x="21189" y="16738"/>
                    <a:pt x="21193" y="16763"/>
                  </a:cubicBezTo>
                  <a:cubicBezTo>
                    <a:pt x="21198" y="16790"/>
                    <a:pt x="21178" y="16845"/>
                    <a:pt x="21183" y="16873"/>
                  </a:cubicBezTo>
                  <a:cubicBezTo>
                    <a:pt x="21187" y="16905"/>
                    <a:pt x="21212" y="16971"/>
                    <a:pt x="21232" y="16981"/>
                  </a:cubicBezTo>
                  <a:cubicBezTo>
                    <a:pt x="21249" y="16988"/>
                    <a:pt x="21280" y="16934"/>
                    <a:pt x="21298" y="16938"/>
                  </a:cubicBezTo>
                  <a:cubicBezTo>
                    <a:pt x="21316" y="16942"/>
                    <a:pt x="21337" y="17014"/>
                    <a:pt x="21356" y="17014"/>
                  </a:cubicBezTo>
                  <a:cubicBezTo>
                    <a:pt x="21372" y="17015"/>
                    <a:pt x="21389" y="16955"/>
                    <a:pt x="21404" y="16955"/>
                  </a:cubicBezTo>
                  <a:cubicBezTo>
                    <a:pt x="21431" y="16954"/>
                    <a:pt x="21479" y="17014"/>
                    <a:pt x="21492" y="17051"/>
                  </a:cubicBezTo>
                  <a:cubicBezTo>
                    <a:pt x="21507" y="17098"/>
                    <a:pt x="21489" y="17213"/>
                    <a:pt x="21492" y="17266"/>
                  </a:cubicBezTo>
                  <a:cubicBezTo>
                    <a:pt x="21493" y="17299"/>
                    <a:pt x="21493" y="17369"/>
                    <a:pt x="21506" y="17396"/>
                  </a:cubicBezTo>
                  <a:cubicBezTo>
                    <a:pt x="21515" y="17418"/>
                    <a:pt x="21557" y="17425"/>
                    <a:pt x="21566" y="17447"/>
                  </a:cubicBezTo>
                  <a:cubicBezTo>
                    <a:pt x="21584" y="17486"/>
                    <a:pt x="21593" y="17591"/>
                    <a:pt x="21584" y="17636"/>
                  </a:cubicBezTo>
                  <a:cubicBezTo>
                    <a:pt x="21577" y="17668"/>
                    <a:pt x="21529" y="17697"/>
                    <a:pt x="21524" y="17729"/>
                  </a:cubicBezTo>
                  <a:cubicBezTo>
                    <a:pt x="21518" y="17758"/>
                    <a:pt x="21545" y="17819"/>
                    <a:pt x="21541" y="17848"/>
                  </a:cubicBezTo>
                  <a:cubicBezTo>
                    <a:pt x="21537" y="17880"/>
                    <a:pt x="21509" y="17932"/>
                    <a:pt x="21493" y="17953"/>
                  </a:cubicBezTo>
                  <a:cubicBezTo>
                    <a:pt x="21472" y="17981"/>
                    <a:pt x="21410" y="17994"/>
                    <a:pt x="21394" y="18029"/>
                  </a:cubicBezTo>
                  <a:cubicBezTo>
                    <a:pt x="21379" y="18061"/>
                    <a:pt x="21370" y="18149"/>
                    <a:pt x="21380" y="18185"/>
                  </a:cubicBezTo>
                  <a:cubicBezTo>
                    <a:pt x="21389" y="18216"/>
                    <a:pt x="21449" y="18230"/>
                    <a:pt x="21452" y="18264"/>
                  </a:cubicBezTo>
                  <a:cubicBezTo>
                    <a:pt x="21456" y="18297"/>
                    <a:pt x="21411" y="18340"/>
                    <a:pt x="21401" y="18368"/>
                  </a:cubicBezTo>
                  <a:cubicBezTo>
                    <a:pt x="21392" y="18393"/>
                    <a:pt x="21368" y="18447"/>
                    <a:pt x="21372" y="18476"/>
                  </a:cubicBezTo>
                  <a:cubicBezTo>
                    <a:pt x="21376" y="18501"/>
                    <a:pt x="21413" y="18521"/>
                    <a:pt x="21422" y="18544"/>
                  </a:cubicBezTo>
                  <a:cubicBezTo>
                    <a:pt x="21432" y="18569"/>
                    <a:pt x="21445" y="18631"/>
                    <a:pt x="21440" y="18660"/>
                  </a:cubicBezTo>
                  <a:cubicBezTo>
                    <a:pt x="21435" y="18691"/>
                    <a:pt x="21396" y="18730"/>
                    <a:pt x="21381" y="18753"/>
                  </a:cubicBezTo>
                  <a:cubicBezTo>
                    <a:pt x="21365" y="18779"/>
                    <a:pt x="21321" y="18820"/>
                    <a:pt x="21313" y="18855"/>
                  </a:cubicBezTo>
                  <a:cubicBezTo>
                    <a:pt x="21301" y="18911"/>
                    <a:pt x="21334" y="19032"/>
                    <a:pt x="21332" y="19092"/>
                  </a:cubicBezTo>
                  <a:cubicBezTo>
                    <a:pt x="21330" y="19121"/>
                    <a:pt x="21318" y="19177"/>
                    <a:pt x="21312" y="19205"/>
                  </a:cubicBezTo>
                  <a:cubicBezTo>
                    <a:pt x="21304" y="19243"/>
                    <a:pt x="21289" y="19324"/>
                    <a:pt x="21273" y="19355"/>
                  </a:cubicBezTo>
                  <a:cubicBezTo>
                    <a:pt x="21261" y="19378"/>
                    <a:pt x="21222" y="19397"/>
                    <a:pt x="21210" y="19420"/>
                  </a:cubicBezTo>
                  <a:cubicBezTo>
                    <a:pt x="21199" y="19442"/>
                    <a:pt x="21188" y="19498"/>
                    <a:pt x="21184" y="19525"/>
                  </a:cubicBezTo>
                  <a:cubicBezTo>
                    <a:pt x="21177" y="19566"/>
                    <a:pt x="21188" y="19661"/>
                    <a:pt x="21172" y="19695"/>
                  </a:cubicBezTo>
                  <a:cubicBezTo>
                    <a:pt x="21160" y="19718"/>
                    <a:pt x="21111" y="19709"/>
                    <a:pt x="21100" y="19734"/>
                  </a:cubicBezTo>
                  <a:cubicBezTo>
                    <a:pt x="21088" y="19762"/>
                    <a:pt x="21108" y="19837"/>
                    <a:pt x="21104" y="19870"/>
                  </a:cubicBezTo>
                  <a:cubicBezTo>
                    <a:pt x="21100" y="19904"/>
                    <a:pt x="21069" y="19960"/>
                    <a:pt x="21067" y="19994"/>
                  </a:cubicBezTo>
                  <a:cubicBezTo>
                    <a:pt x="21063" y="20041"/>
                    <a:pt x="21077" y="20141"/>
                    <a:pt x="21093" y="20180"/>
                  </a:cubicBezTo>
                  <a:cubicBezTo>
                    <a:pt x="21102" y="20202"/>
                    <a:pt x="21130" y="20230"/>
                    <a:pt x="21145" y="20243"/>
                  </a:cubicBezTo>
                  <a:cubicBezTo>
                    <a:pt x="21160" y="20256"/>
                    <a:pt x="21197" y="20266"/>
                    <a:pt x="21210" y="20282"/>
                  </a:cubicBezTo>
                  <a:cubicBezTo>
                    <a:pt x="21224" y="20298"/>
                    <a:pt x="21240" y="20346"/>
                    <a:pt x="21249" y="20367"/>
                  </a:cubicBezTo>
                  <a:cubicBezTo>
                    <a:pt x="21260" y="20390"/>
                    <a:pt x="21277" y="20440"/>
                    <a:pt x="21291" y="20458"/>
                  </a:cubicBezTo>
                  <a:cubicBezTo>
                    <a:pt x="21303" y="20474"/>
                    <a:pt x="21338" y="20483"/>
                    <a:pt x="21351" y="20500"/>
                  </a:cubicBezTo>
                  <a:cubicBezTo>
                    <a:pt x="21364" y="20518"/>
                    <a:pt x="21380" y="20568"/>
                    <a:pt x="21386" y="20593"/>
                  </a:cubicBezTo>
                  <a:cubicBezTo>
                    <a:pt x="21396" y="20627"/>
                    <a:pt x="21395" y="20705"/>
                    <a:pt x="21408" y="20735"/>
                  </a:cubicBezTo>
                  <a:cubicBezTo>
                    <a:pt x="21417" y="20756"/>
                    <a:pt x="21451" y="20774"/>
                    <a:pt x="21461" y="20794"/>
                  </a:cubicBezTo>
                  <a:cubicBezTo>
                    <a:pt x="21476" y="20823"/>
                    <a:pt x="21491" y="20896"/>
                    <a:pt x="21495" y="20933"/>
                  </a:cubicBezTo>
                  <a:cubicBezTo>
                    <a:pt x="21500" y="20973"/>
                    <a:pt x="21486" y="21060"/>
                    <a:pt x="21495" y="21099"/>
                  </a:cubicBezTo>
                  <a:cubicBezTo>
                    <a:pt x="21502" y="21135"/>
                    <a:pt x="21547" y="21182"/>
                    <a:pt x="21552" y="21218"/>
                  </a:cubicBezTo>
                  <a:cubicBezTo>
                    <a:pt x="21557" y="21255"/>
                    <a:pt x="21532" y="21328"/>
                    <a:pt x="21534" y="21365"/>
                  </a:cubicBezTo>
                  <a:cubicBezTo>
                    <a:pt x="21536" y="21397"/>
                    <a:pt x="21553" y="21456"/>
                    <a:pt x="21563" y="2148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75" name="Shape 4757"/>
            <p:cNvSpPr/>
            <p:nvPr/>
          </p:nvSpPr>
          <p:spPr>
            <a:xfrm>
              <a:off x="3981030" y="1288657"/>
              <a:ext cx="1438886" cy="904764"/>
            </a:xfrm>
            <a:custGeom>
              <a:avLst/>
              <a:gdLst/>
              <a:ahLst/>
              <a:cxnLst>
                <a:cxn ang="0">
                  <a:pos x="wd2" y="hd2"/>
                </a:cxn>
                <a:cxn ang="5400000">
                  <a:pos x="wd2" y="hd2"/>
                </a:cxn>
                <a:cxn ang="10800000">
                  <a:pos x="wd2" y="hd2"/>
                </a:cxn>
                <a:cxn ang="16200000">
                  <a:pos x="wd2" y="hd2"/>
                </a:cxn>
              </a:cxnLst>
              <a:rect l="0" t="0" r="r" b="b"/>
              <a:pathLst>
                <a:path w="21600" h="21599" extrusionOk="0">
                  <a:moveTo>
                    <a:pt x="21563" y="21484"/>
                  </a:moveTo>
                  <a:cubicBezTo>
                    <a:pt x="21569" y="21501"/>
                    <a:pt x="21587" y="21536"/>
                    <a:pt x="21600" y="21561"/>
                  </a:cubicBezTo>
                  <a:cubicBezTo>
                    <a:pt x="21584" y="21581"/>
                    <a:pt x="21559" y="21599"/>
                    <a:pt x="21544" y="21599"/>
                  </a:cubicBezTo>
                  <a:cubicBezTo>
                    <a:pt x="21525" y="21600"/>
                    <a:pt x="21486" y="21575"/>
                    <a:pt x="21473" y="21552"/>
                  </a:cubicBezTo>
                  <a:cubicBezTo>
                    <a:pt x="21459" y="21529"/>
                    <a:pt x="21457" y="21456"/>
                    <a:pt x="21445" y="21430"/>
                  </a:cubicBezTo>
                  <a:cubicBezTo>
                    <a:pt x="21436" y="21409"/>
                    <a:pt x="21409" y="21377"/>
                    <a:pt x="21394" y="21366"/>
                  </a:cubicBezTo>
                  <a:cubicBezTo>
                    <a:pt x="21374" y="21351"/>
                    <a:pt x="21328" y="21332"/>
                    <a:pt x="21306" y="21341"/>
                  </a:cubicBezTo>
                  <a:cubicBezTo>
                    <a:pt x="21285" y="21348"/>
                    <a:pt x="21256" y="21407"/>
                    <a:pt x="21237" y="21423"/>
                  </a:cubicBezTo>
                  <a:cubicBezTo>
                    <a:pt x="21222" y="21436"/>
                    <a:pt x="21189" y="21465"/>
                    <a:pt x="21172" y="21459"/>
                  </a:cubicBezTo>
                  <a:cubicBezTo>
                    <a:pt x="21154" y="21453"/>
                    <a:pt x="21130" y="21403"/>
                    <a:pt x="21121" y="21378"/>
                  </a:cubicBezTo>
                  <a:cubicBezTo>
                    <a:pt x="21103" y="21326"/>
                    <a:pt x="21101" y="21199"/>
                    <a:pt x="21083" y="21145"/>
                  </a:cubicBezTo>
                  <a:cubicBezTo>
                    <a:pt x="21074" y="21119"/>
                    <a:pt x="21047" y="21076"/>
                    <a:pt x="21032" y="21058"/>
                  </a:cubicBezTo>
                  <a:cubicBezTo>
                    <a:pt x="21011" y="21035"/>
                    <a:pt x="20960" y="21018"/>
                    <a:pt x="20940" y="20993"/>
                  </a:cubicBezTo>
                  <a:cubicBezTo>
                    <a:pt x="20920" y="20967"/>
                    <a:pt x="20887" y="20900"/>
                    <a:pt x="20880" y="20861"/>
                  </a:cubicBezTo>
                  <a:cubicBezTo>
                    <a:pt x="20874" y="20825"/>
                    <a:pt x="20876" y="20746"/>
                    <a:pt x="20887" y="20713"/>
                  </a:cubicBezTo>
                  <a:cubicBezTo>
                    <a:pt x="20897" y="20680"/>
                    <a:pt x="20953" y="20655"/>
                    <a:pt x="20959" y="20620"/>
                  </a:cubicBezTo>
                  <a:cubicBezTo>
                    <a:pt x="20965" y="20578"/>
                    <a:pt x="20933" y="20495"/>
                    <a:pt x="20914" y="20465"/>
                  </a:cubicBezTo>
                  <a:cubicBezTo>
                    <a:pt x="20900" y="20442"/>
                    <a:pt x="20860" y="20412"/>
                    <a:pt x="20838" y="20412"/>
                  </a:cubicBezTo>
                  <a:cubicBezTo>
                    <a:pt x="20814" y="20412"/>
                    <a:pt x="20771" y="20470"/>
                    <a:pt x="20747" y="20477"/>
                  </a:cubicBezTo>
                  <a:cubicBezTo>
                    <a:pt x="20727" y="20483"/>
                    <a:pt x="20685" y="20485"/>
                    <a:pt x="20666" y="20471"/>
                  </a:cubicBezTo>
                  <a:cubicBezTo>
                    <a:pt x="20651" y="20460"/>
                    <a:pt x="20630" y="20415"/>
                    <a:pt x="20623" y="20390"/>
                  </a:cubicBezTo>
                  <a:cubicBezTo>
                    <a:pt x="20614" y="20359"/>
                    <a:pt x="20627" y="20280"/>
                    <a:pt x="20612" y="20255"/>
                  </a:cubicBezTo>
                  <a:cubicBezTo>
                    <a:pt x="20590" y="20218"/>
                    <a:pt x="20515" y="20243"/>
                    <a:pt x="20486" y="20221"/>
                  </a:cubicBezTo>
                  <a:cubicBezTo>
                    <a:pt x="20467" y="20205"/>
                    <a:pt x="20439" y="20147"/>
                    <a:pt x="20421" y="20128"/>
                  </a:cubicBezTo>
                  <a:cubicBezTo>
                    <a:pt x="20399" y="20102"/>
                    <a:pt x="20350" y="20051"/>
                    <a:pt x="20323" y="20047"/>
                  </a:cubicBezTo>
                  <a:cubicBezTo>
                    <a:pt x="20297" y="20043"/>
                    <a:pt x="20245" y="20073"/>
                    <a:pt x="20224" y="20098"/>
                  </a:cubicBezTo>
                  <a:cubicBezTo>
                    <a:pt x="20210" y="20114"/>
                    <a:pt x="20202" y="20187"/>
                    <a:pt x="20185" y="20187"/>
                  </a:cubicBezTo>
                  <a:cubicBezTo>
                    <a:pt x="20163" y="20187"/>
                    <a:pt x="20143" y="20100"/>
                    <a:pt x="20135" y="20066"/>
                  </a:cubicBezTo>
                  <a:cubicBezTo>
                    <a:pt x="20126" y="20032"/>
                    <a:pt x="20134" y="19946"/>
                    <a:pt x="20116" y="19922"/>
                  </a:cubicBezTo>
                  <a:cubicBezTo>
                    <a:pt x="20098" y="19897"/>
                    <a:pt x="20042" y="19924"/>
                    <a:pt x="20019" y="19915"/>
                  </a:cubicBezTo>
                  <a:cubicBezTo>
                    <a:pt x="19990" y="19906"/>
                    <a:pt x="19939" y="19861"/>
                    <a:pt x="19911" y="19850"/>
                  </a:cubicBezTo>
                  <a:cubicBezTo>
                    <a:pt x="19890" y="19842"/>
                    <a:pt x="19848" y="19832"/>
                    <a:pt x="19826" y="19833"/>
                  </a:cubicBezTo>
                  <a:cubicBezTo>
                    <a:pt x="19804" y="19834"/>
                    <a:pt x="19761" y="19860"/>
                    <a:pt x="19739" y="19856"/>
                  </a:cubicBezTo>
                  <a:cubicBezTo>
                    <a:pt x="19711" y="19851"/>
                    <a:pt x="19659" y="19817"/>
                    <a:pt x="19638" y="19791"/>
                  </a:cubicBezTo>
                  <a:cubicBezTo>
                    <a:pt x="19621" y="19770"/>
                    <a:pt x="19604" y="19707"/>
                    <a:pt x="19588" y="19686"/>
                  </a:cubicBezTo>
                  <a:cubicBezTo>
                    <a:pt x="19575" y="19671"/>
                    <a:pt x="19545" y="19650"/>
                    <a:pt x="19529" y="19646"/>
                  </a:cubicBezTo>
                  <a:cubicBezTo>
                    <a:pt x="19511" y="19642"/>
                    <a:pt x="19473" y="19673"/>
                    <a:pt x="19456" y="19661"/>
                  </a:cubicBezTo>
                  <a:cubicBezTo>
                    <a:pt x="19440" y="19650"/>
                    <a:pt x="19420" y="19594"/>
                    <a:pt x="19413" y="19567"/>
                  </a:cubicBezTo>
                  <a:cubicBezTo>
                    <a:pt x="19404" y="19531"/>
                    <a:pt x="19415" y="19445"/>
                    <a:pt x="19403" y="19411"/>
                  </a:cubicBezTo>
                  <a:cubicBezTo>
                    <a:pt x="19392" y="19382"/>
                    <a:pt x="19355" y="19332"/>
                    <a:pt x="19333" y="19330"/>
                  </a:cubicBezTo>
                  <a:cubicBezTo>
                    <a:pt x="19312" y="19328"/>
                    <a:pt x="19280" y="19404"/>
                    <a:pt x="19259" y="19402"/>
                  </a:cubicBezTo>
                  <a:cubicBezTo>
                    <a:pt x="19231" y="19399"/>
                    <a:pt x="19199" y="19304"/>
                    <a:pt x="19172" y="19294"/>
                  </a:cubicBezTo>
                  <a:cubicBezTo>
                    <a:pt x="19149" y="19286"/>
                    <a:pt x="19097" y="19307"/>
                    <a:pt x="19079" y="19330"/>
                  </a:cubicBezTo>
                  <a:cubicBezTo>
                    <a:pt x="19066" y="19347"/>
                    <a:pt x="19065" y="19417"/>
                    <a:pt x="19049" y="19424"/>
                  </a:cubicBezTo>
                  <a:cubicBezTo>
                    <a:pt x="19018" y="19436"/>
                    <a:pt x="18976" y="19318"/>
                    <a:pt x="18945" y="19303"/>
                  </a:cubicBezTo>
                  <a:cubicBezTo>
                    <a:pt x="18925" y="19292"/>
                    <a:pt x="18880" y="19290"/>
                    <a:pt x="18860" y="19303"/>
                  </a:cubicBezTo>
                  <a:cubicBezTo>
                    <a:pt x="18836" y="19318"/>
                    <a:pt x="18809" y="19405"/>
                    <a:pt x="18784" y="19415"/>
                  </a:cubicBezTo>
                  <a:cubicBezTo>
                    <a:pt x="18759" y="19425"/>
                    <a:pt x="18709" y="19378"/>
                    <a:pt x="18684" y="19368"/>
                  </a:cubicBezTo>
                  <a:cubicBezTo>
                    <a:pt x="18660" y="19360"/>
                    <a:pt x="18610" y="19333"/>
                    <a:pt x="18587" y="19345"/>
                  </a:cubicBezTo>
                  <a:cubicBezTo>
                    <a:pt x="18562" y="19358"/>
                    <a:pt x="18538" y="19448"/>
                    <a:pt x="18513" y="19460"/>
                  </a:cubicBezTo>
                  <a:cubicBezTo>
                    <a:pt x="18486" y="19473"/>
                    <a:pt x="18429" y="19443"/>
                    <a:pt x="18403" y="19428"/>
                  </a:cubicBezTo>
                  <a:cubicBezTo>
                    <a:pt x="18382" y="19417"/>
                    <a:pt x="18349" y="19368"/>
                    <a:pt x="18328" y="19362"/>
                  </a:cubicBezTo>
                  <a:cubicBezTo>
                    <a:pt x="18297" y="19353"/>
                    <a:pt x="18233" y="19374"/>
                    <a:pt x="18204" y="19394"/>
                  </a:cubicBezTo>
                  <a:cubicBezTo>
                    <a:pt x="18181" y="19410"/>
                    <a:pt x="18150" y="19485"/>
                    <a:pt x="18125" y="19492"/>
                  </a:cubicBezTo>
                  <a:cubicBezTo>
                    <a:pt x="18089" y="19501"/>
                    <a:pt x="18021" y="19427"/>
                    <a:pt x="17985" y="19415"/>
                  </a:cubicBezTo>
                  <a:cubicBezTo>
                    <a:pt x="17962" y="19407"/>
                    <a:pt x="17913" y="19403"/>
                    <a:pt x="17889" y="19405"/>
                  </a:cubicBezTo>
                  <a:cubicBezTo>
                    <a:pt x="17860" y="19406"/>
                    <a:pt x="17804" y="19441"/>
                    <a:pt x="17776" y="19432"/>
                  </a:cubicBezTo>
                  <a:cubicBezTo>
                    <a:pt x="17754" y="19425"/>
                    <a:pt x="17719" y="19371"/>
                    <a:pt x="17700" y="19354"/>
                  </a:cubicBezTo>
                  <a:cubicBezTo>
                    <a:pt x="17681" y="19337"/>
                    <a:pt x="17644" y="19289"/>
                    <a:pt x="17623" y="19294"/>
                  </a:cubicBezTo>
                  <a:cubicBezTo>
                    <a:pt x="17599" y="19300"/>
                    <a:pt x="17568" y="19366"/>
                    <a:pt x="17555" y="19396"/>
                  </a:cubicBezTo>
                  <a:cubicBezTo>
                    <a:pt x="17536" y="19437"/>
                    <a:pt x="17515" y="19534"/>
                    <a:pt x="17503" y="19580"/>
                  </a:cubicBezTo>
                  <a:cubicBezTo>
                    <a:pt x="17489" y="19632"/>
                    <a:pt x="17469" y="19741"/>
                    <a:pt x="17449" y="19788"/>
                  </a:cubicBezTo>
                  <a:cubicBezTo>
                    <a:pt x="17430" y="19835"/>
                    <a:pt x="17380" y="19919"/>
                    <a:pt x="17349" y="19947"/>
                  </a:cubicBezTo>
                  <a:cubicBezTo>
                    <a:pt x="17327" y="19968"/>
                    <a:pt x="17275" y="19982"/>
                    <a:pt x="17251" y="19994"/>
                  </a:cubicBezTo>
                  <a:cubicBezTo>
                    <a:pt x="17223" y="20008"/>
                    <a:pt x="17168" y="20055"/>
                    <a:pt x="17140" y="20049"/>
                  </a:cubicBezTo>
                  <a:cubicBezTo>
                    <a:pt x="17097" y="20040"/>
                    <a:pt x="17027" y="19945"/>
                    <a:pt x="16995" y="19898"/>
                  </a:cubicBezTo>
                  <a:cubicBezTo>
                    <a:pt x="16965" y="19854"/>
                    <a:pt x="16923" y="19740"/>
                    <a:pt x="16894" y="19693"/>
                  </a:cubicBezTo>
                  <a:cubicBezTo>
                    <a:pt x="16872" y="19655"/>
                    <a:pt x="16825" y="19574"/>
                    <a:pt x="16794" y="19557"/>
                  </a:cubicBezTo>
                  <a:cubicBezTo>
                    <a:pt x="16767" y="19542"/>
                    <a:pt x="16707" y="19571"/>
                    <a:pt x="16679" y="19563"/>
                  </a:cubicBezTo>
                  <a:cubicBezTo>
                    <a:pt x="16646" y="19554"/>
                    <a:pt x="16584" y="19513"/>
                    <a:pt x="16556" y="19487"/>
                  </a:cubicBezTo>
                  <a:cubicBezTo>
                    <a:pt x="16528" y="19462"/>
                    <a:pt x="16483" y="19382"/>
                    <a:pt x="16453" y="19360"/>
                  </a:cubicBezTo>
                  <a:cubicBezTo>
                    <a:pt x="16429" y="19342"/>
                    <a:pt x="16374" y="19337"/>
                    <a:pt x="16348" y="19326"/>
                  </a:cubicBezTo>
                  <a:cubicBezTo>
                    <a:pt x="16326" y="19317"/>
                    <a:pt x="16281" y="19302"/>
                    <a:pt x="16263" y="19281"/>
                  </a:cubicBezTo>
                  <a:cubicBezTo>
                    <a:pt x="16246" y="19263"/>
                    <a:pt x="16229" y="19202"/>
                    <a:pt x="16214" y="19182"/>
                  </a:cubicBezTo>
                  <a:cubicBezTo>
                    <a:pt x="16189" y="19145"/>
                    <a:pt x="16128" y="19091"/>
                    <a:pt x="16097" y="19068"/>
                  </a:cubicBezTo>
                  <a:cubicBezTo>
                    <a:pt x="16060" y="19039"/>
                    <a:pt x="15980" y="19002"/>
                    <a:pt x="15943" y="18976"/>
                  </a:cubicBezTo>
                  <a:cubicBezTo>
                    <a:pt x="15914" y="18956"/>
                    <a:pt x="15854" y="18920"/>
                    <a:pt x="15832" y="18885"/>
                  </a:cubicBezTo>
                  <a:cubicBezTo>
                    <a:pt x="15794" y="18824"/>
                    <a:pt x="15735" y="18582"/>
                    <a:pt x="15735" y="18582"/>
                  </a:cubicBezTo>
                  <a:lnTo>
                    <a:pt x="10931" y="18651"/>
                  </a:lnTo>
                  <a:lnTo>
                    <a:pt x="3564" y="18470"/>
                  </a:lnTo>
                  <a:lnTo>
                    <a:pt x="0" y="18240"/>
                  </a:lnTo>
                  <a:lnTo>
                    <a:pt x="0" y="18238"/>
                  </a:lnTo>
                  <a:lnTo>
                    <a:pt x="297" y="5851"/>
                  </a:lnTo>
                  <a:lnTo>
                    <a:pt x="361" y="5856"/>
                  </a:lnTo>
                  <a:lnTo>
                    <a:pt x="511" y="0"/>
                  </a:lnTo>
                  <a:lnTo>
                    <a:pt x="6061" y="298"/>
                  </a:lnTo>
                  <a:lnTo>
                    <a:pt x="14956" y="354"/>
                  </a:lnTo>
                  <a:lnTo>
                    <a:pt x="20809" y="180"/>
                  </a:lnTo>
                  <a:cubicBezTo>
                    <a:pt x="20813" y="229"/>
                    <a:pt x="20817" y="276"/>
                    <a:pt x="20820" y="309"/>
                  </a:cubicBezTo>
                  <a:cubicBezTo>
                    <a:pt x="20826" y="385"/>
                    <a:pt x="20850" y="540"/>
                    <a:pt x="20844" y="617"/>
                  </a:cubicBezTo>
                  <a:cubicBezTo>
                    <a:pt x="20839" y="692"/>
                    <a:pt x="20806" y="835"/>
                    <a:pt x="20782" y="900"/>
                  </a:cubicBezTo>
                  <a:cubicBezTo>
                    <a:pt x="20765" y="947"/>
                    <a:pt x="20709" y="1018"/>
                    <a:pt x="20692" y="1066"/>
                  </a:cubicBezTo>
                  <a:cubicBezTo>
                    <a:pt x="20673" y="1120"/>
                    <a:pt x="20666" y="1245"/>
                    <a:pt x="20647" y="1298"/>
                  </a:cubicBezTo>
                  <a:cubicBezTo>
                    <a:pt x="20635" y="1336"/>
                    <a:pt x="20601" y="1405"/>
                    <a:pt x="20580" y="1428"/>
                  </a:cubicBezTo>
                  <a:cubicBezTo>
                    <a:pt x="20555" y="1454"/>
                    <a:pt x="20493" y="1459"/>
                    <a:pt x="20468" y="1482"/>
                  </a:cubicBezTo>
                  <a:cubicBezTo>
                    <a:pt x="20432" y="1514"/>
                    <a:pt x="20376" y="1610"/>
                    <a:pt x="20347" y="1654"/>
                  </a:cubicBezTo>
                  <a:cubicBezTo>
                    <a:pt x="20315" y="1702"/>
                    <a:pt x="20253" y="1799"/>
                    <a:pt x="20222" y="1850"/>
                  </a:cubicBezTo>
                  <a:cubicBezTo>
                    <a:pt x="20194" y="1897"/>
                    <a:pt x="20125" y="1982"/>
                    <a:pt x="20110" y="2045"/>
                  </a:cubicBezTo>
                  <a:cubicBezTo>
                    <a:pt x="20096" y="2103"/>
                    <a:pt x="20102" y="2234"/>
                    <a:pt x="20114" y="2294"/>
                  </a:cubicBezTo>
                  <a:cubicBezTo>
                    <a:pt x="20123" y="2338"/>
                    <a:pt x="20162" y="2412"/>
                    <a:pt x="20180" y="2449"/>
                  </a:cubicBezTo>
                  <a:cubicBezTo>
                    <a:pt x="20204" y="2499"/>
                    <a:pt x="20261" y="2587"/>
                    <a:pt x="20285" y="2639"/>
                  </a:cubicBezTo>
                  <a:cubicBezTo>
                    <a:pt x="20310" y="2693"/>
                    <a:pt x="20353" y="2811"/>
                    <a:pt x="20371" y="2873"/>
                  </a:cubicBezTo>
                  <a:cubicBezTo>
                    <a:pt x="20389" y="2931"/>
                    <a:pt x="20409" y="3057"/>
                    <a:pt x="20429" y="3113"/>
                  </a:cubicBezTo>
                  <a:cubicBezTo>
                    <a:pt x="20450" y="3177"/>
                    <a:pt x="20503" y="3296"/>
                    <a:pt x="20535" y="3348"/>
                  </a:cubicBezTo>
                  <a:cubicBezTo>
                    <a:pt x="20555" y="3381"/>
                    <a:pt x="20600" y="3445"/>
                    <a:pt x="20628" y="3458"/>
                  </a:cubicBezTo>
                  <a:cubicBezTo>
                    <a:pt x="20670" y="3478"/>
                    <a:pt x="20761" y="3425"/>
                    <a:pt x="20804" y="3444"/>
                  </a:cubicBezTo>
                  <a:cubicBezTo>
                    <a:pt x="20824" y="3453"/>
                    <a:pt x="20853" y="3502"/>
                    <a:pt x="20871" y="3517"/>
                  </a:cubicBezTo>
                  <a:cubicBezTo>
                    <a:pt x="20903" y="3546"/>
                    <a:pt x="20977" y="3580"/>
                    <a:pt x="21008" y="3614"/>
                  </a:cubicBezTo>
                  <a:cubicBezTo>
                    <a:pt x="21038" y="3646"/>
                    <a:pt x="21089" y="3731"/>
                    <a:pt x="21111" y="3778"/>
                  </a:cubicBezTo>
                  <a:cubicBezTo>
                    <a:pt x="21145" y="3849"/>
                    <a:pt x="21218" y="4091"/>
                    <a:pt x="21218" y="4091"/>
                  </a:cubicBezTo>
                  <a:lnTo>
                    <a:pt x="21486" y="15215"/>
                  </a:lnTo>
                  <a:lnTo>
                    <a:pt x="21124" y="15239"/>
                  </a:lnTo>
                  <a:cubicBezTo>
                    <a:pt x="21124" y="15239"/>
                    <a:pt x="21135" y="15397"/>
                    <a:pt x="21124" y="15445"/>
                  </a:cubicBezTo>
                  <a:cubicBezTo>
                    <a:pt x="21114" y="15484"/>
                    <a:pt x="21056" y="15526"/>
                    <a:pt x="21054" y="15567"/>
                  </a:cubicBezTo>
                  <a:cubicBezTo>
                    <a:pt x="21054" y="15593"/>
                    <a:pt x="21081" y="15634"/>
                    <a:pt x="21093" y="15652"/>
                  </a:cubicBezTo>
                  <a:cubicBezTo>
                    <a:pt x="21104" y="15666"/>
                    <a:pt x="21134" y="15675"/>
                    <a:pt x="21145" y="15692"/>
                  </a:cubicBezTo>
                  <a:cubicBezTo>
                    <a:pt x="21163" y="15718"/>
                    <a:pt x="21176" y="15799"/>
                    <a:pt x="21191" y="15830"/>
                  </a:cubicBezTo>
                  <a:cubicBezTo>
                    <a:pt x="21209" y="15868"/>
                    <a:pt x="21265" y="15920"/>
                    <a:pt x="21278" y="15963"/>
                  </a:cubicBezTo>
                  <a:cubicBezTo>
                    <a:pt x="21291" y="16006"/>
                    <a:pt x="21296" y="16107"/>
                    <a:pt x="21291" y="16155"/>
                  </a:cubicBezTo>
                  <a:cubicBezTo>
                    <a:pt x="21288" y="16182"/>
                    <a:pt x="21262" y="16228"/>
                    <a:pt x="21261" y="16257"/>
                  </a:cubicBezTo>
                  <a:cubicBezTo>
                    <a:pt x="21257" y="16302"/>
                    <a:pt x="21293" y="16389"/>
                    <a:pt x="21289" y="16435"/>
                  </a:cubicBezTo>
                  <a:cubicBezTo>
                    <a:pt x="21286" y="16463"/>
                    <a:pt x="21268" y="16515"/>
                    <a:pt x="21253" y="16531"/>
                  </a:cubicBezTo>
                  <a:cubicBezTo>
                    <a:pt x="21233" y="16553"/>
                    <a:pt x="21172" y="16524"/>
                    <a:pt x="21156" y="16553"/>
                  </a:cubicBezTo>
                  <a:cubicBezTo>
                    <a:pt x="21142" y="16578"/>
                    <a:pt x="21149" y="16653"/>
                    <a:pt x="21156" y="16683"/>
                  </a:cubicBezTo>
                  <a:cubicBezTo>
                    <a:pt x="21160" y="16707"/>
                    <a:pt x="21189" y="16738"/>
                    <a:pt x="21193" y="16763"/>
                  </a:cubicBezTo>
                  <a:cubicBezTo>
                    <a:pt x="21198" y="16790"/>
                    <a:pt x="21178" y="16845"/>
                    <a:pt x="21183" y="16873"/>
                  </a:cubicBezTo>
                  <a:cubicBezTo>
                    <a:pt x="21187" y="16905"/>
                    <a:pt x="21212" y="16971"/>
                    <a:pt x="21232" y="16981"/>
                  </a:cubicBezTo>
                  <a:cubicBezTo>
                    <a:pt x="21249" y="16988"/>
                    <a:pt x="21280" y="16934"/>
                    <a:pt x="21298" y="16938"/>
                  </a:cubicBezTo>
                  <a:cubicBezTo>
                    <a:pt x="21316" y="16942"/>
                    <a:pt x="21337" y="17014"/>
                    <a:pt x="21356" y="17014"/>
                  </a:cubicBezTo>
                  <a:cubicBezTo>
                    <a:pt x="21372" y="17015"/>
                    <a:pt x="21389" y="16955"/>
                    <a:pt x="21404" y="16955"/>
                  </a:cubicBezTo>
                  <a:cubicBezTo>
                    <a:pt x="21431" y="16954"/>
                    <a:pt x="21479" y="17014"/>
                    <a:pt x="21492" y="17051"/>
                  </a:cubicBezTo>
                  <a:cubicBezTo>
                    <a:pt x="21507" y="17098"/>
                    <a:pt x="21489" y="17213"/>
                    <a:pt x="21492" y="17266"/>
                  </a:cubicBezTo>
                  <a:cubicBezTo>
                    <a:pt x="21493" y="17299"/>
                    <a:pt x="21493" y="17369"/>
                    <a:pt x="21506" y="17396"/>
                  </a:cubicBezTo>
                  <a:cubicBezTo>
                    <a:pt x="21515" y="17418"/>
                    <a:pt x="21557" y="17425"/>
                    <a:pt x="21566" y="17447"/>
                  </a:cubicBezTo>
                  <a:cubicBezTo>
                    <a:pt x="21584" y="17486"/>
                    <a:pt x="21593" y="17591"/>
                    <a:pt x="21584" y="17636"/>
                  </a:cubicBezTo>
                  <a:cubicBezTo>
                    <a:pt x="21577" y="17668"/>
                    <a:pt x="21529" y="17697"/>
                    <a:pt x="21524" y="17729"/>
                  </a:cubicBezTo>
                  <a:cubicBezTo>
                    <a:pt x="21518" y="17758"/>
                    <a:pt x="21545" y="17819"/>
                    <a:pt x="21541" y="17848"/>
                  </a:cubicBezTo>
                  <a:cubicBezTo>
                    <a:pt x="21537" y="17880"/>
                    <a:pt x="21509" y="17932"/>
                    <a:pt x="21493" y="17953"/>
                  </a:cubicBezTo>
                  <a:cubicBezTo>
                    <a:pt x="21472" y="17981"/>
                    <a:pt x="21410" y="17994"/>
                    <a:pt x="21394" y="18029"/>
                  </a:cubicBezTo>
                  <a:cubicBezTo>
                    <a:pt x="21379" y="18061"/>
                    <a:pt x="21370" y="18149"/>
                    <a:pt x="21380" y="18185"/>
                  </a:cubicBezTo>
                  <a:cubicBezTo>
                    <a:pt x="21389" y="18216"/>
                    <a:pt x="21449" y="18230"/>
                    <a:pt x="21452" y="18264"/>
                  </a:cubicBezTo>
                  <a:cubicBezTo>
                    <a:pt x="21456" y="18297"/>
                    <a:pt x="21411" y="18340"/>
                    <a:pt x="21401" y="18368"/>
                  </a:cubicBezTo>
                  <a:cubicBezTo>
                    <a:pt x="21392" y="18393"/>
                    <a:pt x="21368" y="18447"/>
                    <a:pt x="21372" y="18476"/>
                  </a:cubicBezTo>
                  <a:cubicBezTo>
                    <a:pt x="21376" y="18501"/>
                    <a:pt x="21413" y="18521"/>
                    <a:pt x="21422" y="18544"/>
                  </a:cubicBezTo>
                  <a:cubicBezTo>
                    <a:pt x="21432" y="18569"/>
                    <a:pt x="21445" y="18631"/>
                    <a:pt x="21440" y="18660"/>
                  </a:cubicBezTo>
                  <a:cubicBezTo>
                    <a:pt x="21435" y="18691"/>
                    <a:pt x="21396" y="18730"/>
                    <a:pt x="21381" y="18753"/>
                  </a:cubicBezTo>
                  <a:cubicBezTo>
                    <a:pt x="21365" y="18779"/>
                    <a:pt x="21321" y="18820"/>
                    <a:pt x="21313" y="18855"/>
                  </a:cubicBezTo>
                  <a:cubicBezTo>
                    <a:pt x="21301" y="18911"/>
                    <a:pt x="21334" y="19032"/>
                    <a:pt x="21332" y="19092"/>
                  </a:cubicBezTo>
                  <a:cubicBezTo>
                    <a:pt x="21330" y="19121"/>
                    <a:pt x="21318" y="19177"/>
                    <a:pt x="21312" y="19205"/>
                  </a:cubicBezTo>
                  <a:cubicBezTo>
                    <a:pt x="21304" y="19243"/>
                    <a:pt x="21289" y="19324"/>
                    <a:pt x="21273" y="19355"/>
                  </a:cubicBezTo>
                  <a:cubicBezTo>
                    <a:pt x="21261" y="19378"/>
                    <a:pt x="21222" y="19397"/>
                    <a:pt x="21210" y="19420"/>
                  </a:cubicBezTo>
                  <a:cubicBezTo>
                    <a:pt x="21199" y="19442"/>
                    <a:pt x="21188" y="19498"/>
                    <a:pt x="21184" y="19525"/>
                  </a:cubicBezTo>
                  <a:cubicBezTo>
                    <a:pt x="21177" y="19566"/>
                    <a:pt x="21188" y="19661"/>
                    <a:pt x="21172" y="19695"/>
                  </a:cubicBezTo>
                  <a:cubicBezTo>
                    <a:pt x="21160" y="19718"/>
                    <a:pt x="21111" y="19709"/>
                    <a:pt x="21100" y="19734"/>
                  </a:cubicBezTo>
                  <a:cubicBezTo>
                    <a:pt x="21088" y="19762"/>
                    <a:pt x="21108" y="19837"/>
                    <a:pt x="21104" y="19870"/>
                  </a:cubicBezTo>
                  <a:cubicBezTo>
                    <a:pt x="21100" y="19904"/>
                    <a:pt x="21069" y="19960"/>
                    <a:pt x="21067" y="19994"/>
                  </a:cubicBezTo>
                  <a:cubicBezTo>
                    <a:pt x="21063" y="20041"/>
                    <a:pt x="21077" y="20141"/>
                    <a:pt x="21093" y="20180"/>
                  </a:cubicBezTo>
                  <a:cubicBezTo>
                    <a:pt x="21102" y="20202"/>
                    <a:pt x="21130" y="20230"/>
                    <a:pt x="21145" y="20243"/>
                  </a:cubicBezTo>
                  <a:cubicBezTo>
                    <a:pt x="21160" y="20256"/>
                    <a:pt x="21197" y="20266"/>
                    <a:pt x="21210" y="20282"/>
                  </a:cubicBezTo>
                  <a:cubicBezTo>
                    <a:pt x="21224" y="20298"/>
                    <a:pt x="21240" y="20346"/>
                    <a:pt x="21249" y="20367"/>
                  </a:cubicBezTo>
                  <a:cubicBezTo>
                    <a:pt x="21260" y="20390"/>
                    <a:pt x="21277" y="20440"/>
                    <a:pt x="21291" y="20458"/>
                  </a:cubicBezTo>
                  <a:cubicBezTo>
                    <a:pt x="21303" y="20474"/>
                    <a:pt x="21338" y="20483"/>
                    <a:pt x="21351" y="20500"/>
                  </a:cubicBezTo>
                  <a:cubicBezTo>
                    <a:pt x="21364" y="20518"/>
                    <a:pt x="21380" y="20568"/>
                    <a:pt x="21386" y="20593"/>
                  </a:cubicBezTo>
                  <a:cubicBezTo>
                    <a:pt x="21396" y="20627"/>
                    <a:pt x="21395" y="20705"/>
                    <a:pt x="21408" y="20735"/>
                  </a:cubicBezTo>
                  <a:cubicBezTo>
                    <a:pt x="21417" y="20756"/>
                    <a:pt x="21451" y="20774"/>
                    <a:pt x="21461" y="20794"/>
                  </a:cubicBezTo>
                  <a:cubicBezTo>
                    <a:pt x="21476" y="20823"/>
                    <a:pt x="21491" y="20896"/>
                    <a:pt x="21495" y="20933"/>
                  </a:cubicBezTo>
                  <a:cubicBezTo>
                    <a:pt x="21500" y="20973"/>
                    <a:pt x="21486" y="21060"/>
                    <a:pt x="21495" y="21099"/>
                  </a:cubicBezTo>
                  <a:cubicBezTo>
                    <a:pt x="21502" y="21135"/>
                    <a:pt x="21547" y="21182"/>
                    <a:pt x="21552" y="21218"/>
                  </a:cubicBezTo>
                  <a:cubicBezTo>
                    <a:pt x="21557" y="21255"/>
                    <a:pt x="21532" y="21328"/>
                    <a:pt x="21534" y="21365"/>
                  </a:cubicBezTo>
                  <a:cubicBezTo>
                    <a:pt x="21536" y="21397"/>
                    <a:pt x="21553" y="21456"/>
                    <a:pt x="21563" y="21484"/>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76" name="Shape 4758"/>
            <p:cNvSpPr/>
            <p:nvPr/>
          </p:nvSpPr>
          <p:spPr>
            <a:xfrm>
              <a:off x="4027053" y="506258"/>
              <a:ext cx="1353993" cy="800602"/>
            </a:xfrm>
            <a:custGeom>
              <a:avLst/>
              <a:gdLst/>
              <a:ahLst/>
              <a:cxnLst>
                <a:cxn ang="0">
                  <a:pos x="wd2" y="hd2"/>
                </a:cxn>
                <a:cxn ang="5400000">
                  <a:pos x="wd2" y="hd2"/>
                </a:cxn>
                <a:cxn ang="10800000">
                  <a:pos x="wd2" y="hd2"/>
                </a:cxn>
                <a:cxn ang="16200000">
                  <a:pos x="wd2" y="hd2"/>
                </a:cxn>
              </a:cxnLst>
              <a:rect l="0" t="0" r="r" b="b"/>
              <a:pathLst>
                <a:path w="21597" h="21600" extrusionOk="0">
                  <a:moveTo>
                    <a:pt x="21596" y="20276"/>
                  </a:moveTo>
                  <a:cubicBezTo>
                    <a:pt x="21600" y="20362"/>
                    <a:pt x="21591" y="20535"/>
                    <a:pt x="21580" y="20618"/>
                  </a:cubicBezTo>
                  <a:cubicBezTo>
                    <a:pt x="21572" y="20681"/>
                    <a:pt x="21533" y="20798"/>
                    <a:pt x="21529" y="20861"/>
                  </a:cubicBezTo>
                  <a:cubicBezTo>
                    <a:pt x="21524" y="20948"/>
                    <a:pt x="21548" y="21120"/>
                    <a:pt x="21554" y="21207"/>
                  </a:cubicBezTo>
                  <a:cubicBezTo>
                    <a:pt x="21557" y="21254"/>
                    <a:pt x="21562" y="21331"/>
                    <a:pt x="21568" y="21403"/>
                  </a:cubicBezTo>
                  <a:lnTo>
                    <a:pt x="15348" y="21600"/>
                  </a:lnTo>
                  <a:lnTo>
                    <a:pt x="5897" y="21536"/>
                  </a:lnTo>
                  <a:lnTo>
                    <a:pt x="0" y="21200"/>
                  </a:lnTo>
                  <a:lnTo>
                    <a:pt x="512" y="0"/>
                  </a:lnTo>
                  <a:lnTo>
                    <a:pt x="7528" y="345"/>
                  </a:lnTo>
                  <a:lnTo>
                    <a:pt x="14419" y="384"/>
                  </a:lnTo>
                  <a:lnTo>
                    <a:pt x="19270" y="158"/>
                  </a:lnTo>
                  <a:cubicBezTo>
                    <a:pt x="19278" y="231"/>
                    <a:pt x="19286" y="309"/>
                    <a:pt x="19288" y="350"/>
                  </a:cubicBezTo>
                  <a:cubicBezTo>
                    <a:pt x="19290" y="397"/>
                    <a:pt x="19280" y="495"/>
                    <a:pt x="19285" y="542"/>
                  </a:cubicBezTo>
                  <a:cubicBezTo>
                    <a:pt x="19297" y="643"/>
                    <a:pt x="19359" y="825"/>
                    <a:pt x="19382" y="920"/>
                  </a:cubicBezTo>
                  <a:cubicBezTo>
                    <a:pt x="19399" y="993"/>
                    <a:pt x="19436" y="1133"/>
                    <a:pt x="19447" y="1208"/>
                  </a:cubicBezTo>
                  <a:cubicBezTo>
                    <a:pt x="19455" y="1265"/>
                    <a:pt x="19450" y="1383"/>
                    <a:pt x="19461" y="1438"/>
                  </a:cubicBezTo>
                  <a:cubicBezTo>
                    <a:pt x="19469" y="1479"/>
                    <a:pt x="19504" y="1546"/>
                    <a:pt x="19512" y="1586"/>
                  </a:cubicBezTo>
                  <a:cubicBezTo>
                    <a:pt x="19527" y="1664"/>
                    <a:pt x="19516" y="1835"/>
                    <a:pt x="19532" y="1913"/>
                  </a:cubicBezTo>
                  <a:cubicBezTo>
                    <a:pt x="19550" y="2000"/>
                    <a:pt x="19625" y="2142"/>
                    <a:pt x="19651" y="2224"/>
                  </a:cubicBezTo>
                  <a:cubicBezTo>
                    <a:pt x="19667" y="2275"/>
                    <a:pt x="19698" y="2382"/>
                    <a:pt x="19705" y="2439"/>
                  </a:cubicBezTo>
                  <a:cubicBezTo>
                    <a:pt x="19709" y="2482"/>
                    <a:pt x="19709" y="2571"/>
                    <a:pt x="19702" y="2612"/>
                  </a:cubicBezTo>
                  <a:cubicBezTo>
                    <a:pt x="19693" y="2659"/>
                    <a:pt x="19650" y="2734"/>
                    <a:pt x="19639" y="2780"/>
                  </a:cubicBezTo>
                  <a:cubicBezTo>
                    <a:pt x="19624" y="2846"/>
                    <a:pt x="19620" y="2991"/>
                    <a:pt x="19605" y="3058"/>
                  </a:cubicBezTo>
                  <a:cubicBezTo>
                    <a:pt x="19589" y="3130"/>
                    <a:pt x="19525" y="3251"/>
                    <a:pt x="19518" y="3326"/>
                  </a:cubicBezTo>
                  <a:cubicBezTo>
                    <a:pt x="19511" y="3391"/>
                    <a:pt x="19533" y="3523"/>
                    <a:pt x="19546" y="3585"/>
                  </a:cubicBezTo>
                  <a:cubicBezTo>
                    <a:pt x="19564" y="3669"/>
                    <a:pt x="19637" y="3806"/>
                    <a:pt x="19651" y="3892"/>
                  </a:cubicBezTo>
                  <a:cubicBezTo>
                    <a:pt x="19665" y="3983"/>
                    <a:pt x="19660" y="4177"/>
                    <a:pt x="19651" y="4271"/>
                  </a:cubicBezTo>
                  <a:cubicBezTo>
                    <a:pt x="19646" y="4319"/>
                    <a:pt x="19619" y="4409"/>
                    <a:pt x="19614" y="4458"/>
                  </a:cubicBezTo>
                  <a:cubicBezTo>
                    <a:pt x="19608" y="4517"/>
                    <a:pt x="19603" y="4639"/>
                    <a:pt x="19611" y="4698"/>
                  </a:cubicBezTo>
                  <a:cubicBezTo>
                    <a:pt x="19623" y="4784"/>
                    <a:pt x="19701" y="4925"/>
                    <a:pt x="19708" y="5014"/>
                  </a:cubicBezTo>
                  <a:cubicBezTo>
                    <a:pt x="19713" y="5086"/>
                    <a:pt x="19681" y="5230"/>
                    <a:pt x="19671" y="5301"/>
                  </a:cubicBezTo>
                  <a:cubicBezTo>
                    <a:pt x="19664" y="5345"/>
                    <a:pt x="19646" y="5433"/>
                    <a:pt x="19642" y="5479"/>
                  </a:cubicBezTo>
                  <a:cubicBezTo>
                    <a:pt x="19637" y="5546"/>
                    <a:pt x="19646" y="5683"/>
                    <a:pt x="19648" y="5751"/>
                  </a:cubicBezTo>
                  <a:cubicBezTo>
                    <a:pt x="19650" y="5834"/>
                    <a:pt x="19643" y="6005"/>
                    <a:pt x="19659" y="6082"/>
                  </a:cubicBezTo>
                  <a:cubicBezTo>
                    <a:pt x="19666" y="6113"/>
                    <a:pt x="19698" y="6157"/>
                    <a:pt x="19705" y="6188"/>
                  </a:cubicBezTo>
                  <a:cubicBezTo>
                    <a:pt x="19712" y="6224"/>
                    <a:pt x="19701" y="6304"/>
                    <a:pt x="19708" y="6341"/>
                  </a:cubicBezTo>
                  <a:cubicBezTo>
                    <a:pt x="19713" y="6372"/>
                    <a:pt x="19741" y="6418"/>
                    <a:pt x="19750" y="6446"/>
                  </a:cubicBezTo>
                  <a:cubicBezTo>
                    <a:pt x="19761" y="6482"/>
                    <a:pt x="19774" y="6559"/>
                    <a:pt x="19784" y="6595"/>
                  </a:cubicBezTo>
                  <a:cubicBezTo>
                    <a:pt x="19793" y="6631"/>
                    <a:pt x="19820" y="6696"/>
                    <a:pt x="19827" y="6734"/>
                  </a:cubicBezTo>
                  <a:cubicBezTo>
                    <a:pt x="19835" y="6787"/>
                    <a:pt x="19828" y="6901"/>
                    <a:pt x="19835" y="6954"/>
                  </a:cubicBezTo>
                  <a:cubicBezTo>
                    <a:pt x="19846" y="7038"/>
                    <a:pt x="19897" y="7192"/>
                    <a:pt x="19909" y="7276"/>
                  </a:cubicBezTo>
                  <a:cubicBezTo>
                    <a:pt x="19917" y="7335"/>
                    <a:pt x="19902" y="7464"/>
                    <a:pt x="19920" y="7516"/>
                  </a:cubicBezTo>
                  <a:cubicBezTo>
                    <a:pt x="19932" y="7550"/>
                    <a:pt x="19988" y="7566"/>
                    <a:pt x="19999" y="7601"/>
                  </a:cubicBezTo>
                  <a:cubicBezTo>
                    <a:pt x="20017" y="7658"/>
                    <a:pt x="19980" y="7802"/>
                    <a:pt x="19997" y="7860"/>
                  </a:cubicBezTo>
                  <a:cubicBezTo>
                    <a:pt x="20008" y="7900"/>
                    <a:pt x="20062" y="7932"/>
                    <a:pt x="20079" y="7966"/>
                  </a:cubicBezTo>
                  <a:cubicBezTo>
                    <a:pt x="20103" y="8017"/>
                    <a:pt x="20139" y="8141"/>
                    <a:pt x="20147" y="8205"/>
                  </a:cubicBezTo>
                  <a:cubicBezTo>
                    <a:pt x="20153" y="8262"/>
                    <a:pt x="20129" y="8380"/>
                    <a:pt x="20138" y="8436"/>
                  </a:cubicBezTo>
                  <a:cubicBezTo>
                    <a:pt x="20146" y="8477"/>
                    <a:pt x="20183" y="8539"/>
                    <a:pt x="20198" y="8574"/>
                  </a:cubicBezTo>
                  <a:cubicBezTo>
                    <a:pt x="20220" y="8630"/>
                    <a:pt x="20272" y="8736"/>
                    <a:pt x="20285" y="8800"/>
                  </a:cubicBezTo>
                  <a:cubicBezTo>
                    <a:pt x="20301" y="8872"/>
                    <a:pt x="20289" y="9035"/>
                    <a:pt x="20305" y="9106"/>
                  </a:cubicBezTo>
                  <a:cubicBezTo>
                    <a:pt x="20317" y="9158"/>
                    <a:pt x="20371" y="9233"/>
                    <a:pt x="20385" y="9284"/>
                  </a:cubicBezTo>
                  <a:cubicBezTo>
                    <a:pt x="20403" y="9355"/>
                    <a:pt x="20397" y="9522"/>
                    <a:pt x="20419" y="9590"/>
                  </a:cubicBezTo>
                  <a:cubicBezTo>
                    <a:pt x="20430" y="9627"/>
                    <a:pt x="20472" y="9673"/>
                    <a:pt x="20487" y="9705"/>
                  </a:cubicBezTo>
                  <a:cubicBezTo>
                    <a:pt x="20502" y="9741"/>
                    <a:pt x="20530" y="9820"/>
                    <a:pt x="20535" y="9864"/>
                  </a:cubicBezTo>
                  <a:cubicBezTo>
                    <a:pt x="20542" y="9934"/>
                    <a:pt x="20519" y="10076"/>
                    <a:pt x="20515" y="10146"/>
                  </a:cubicBezTo>
                  <a:cubicBezTo>
                    <a:pt x="20512" y="10203"/>
                    <a:pt x="20503" y="10316"/>
                    <a:pt x="20509" y="10372"/>
                  </a:cubicBezTo>
                  <a:cubicBezTo>
                    <a:pt x="20517" y="10435"/>
                    <a:pt x="20568" y="10543"/>
                    <a:pt x="20572" y="10607"/>
                  </a:cubicBezTo>
                  <a:cubicBezTo>
                    <a:pt x="20575" y="10669"/>
                    <a:pt x="20541" y="10789"/>
                    <a:pt x="20535" y="10851"/>
                  </a:cubicBezTo>
                  <a:cubicBezTo>
                    <a:pt x="20529" y="10913"/>
                    <a:pt x="20512" y="11041"/>
                    <a:pt x="20523" y="11100"/>
                  </a:cubicBezTo>
                  <a:cubicBezTo>
                    <a:pt x="20532" y="11141"/>
                    <a:pt x="20585" y="11188"/>
                    <a:pt x="20591" y="11230"/>
                  </a:cubicBezTo>
                  <a:cubicBezTo>
                    <a:pt x="20603" y="11302"/>
                    <a:pt x="20547" y="11449"/>
                    <a:pt x="20555" y="11522"/>
                  </a:cubicBezTo>
                  <a:cubicBezTo>
                    <a:pt x="20562" y="11598"/>
                    <a:pt x="20641" y="11710"/>
                    <a:pt x="20648" y="11786"/>
                  </a:cubicBezTo>
                  <a:cubicBezTo>
                    <a:pt x="20655" y="11862"/>
                    <a:pt x="20608" y="12010"/>
                    <a:pt x="20606" y="12088"/>
                  </a:cubicBezTo>
                  <a:cubicBezTo>
                    <a:pt x="20604" y="12159"/>
                    <a:pt x="20631" y="12300"/>
                    <a:pt x="20628" y="12370"/>
                  </a:cubicBezTo>
                  <a:cubicBezTo>
                    <a:pt x="20625" y="12451"/>
                    <a:pt x="20573" y="12602"/>
                    <a:pt x="20580" y="12682"/>
                  </a:cubicBezTo>
                  <a:cubicBezTo>
                    <a:pt x="20586" y="12749"/>
                    <a:pt x="20655" y="12850"/>
                    <a:pt x="20662" y="12917"/>
                  </a:cubicBezTo>
                  <a:cubicBezTo>
                    <a:pt x="20666" y="12956"/>
                    <a:pt x="20644" y="13035"/>
                    <a:pt x="20645" y="13075"/>
                  </a:cubicBezTo>
                  <a:cubicBezTo>
                    <a:pt x="20647" y="13139"/>
                    <a:pt x="20685" y="13256"/>
                    <a:pt x="20691" y="13320"/>
                  </a:cubicBezTo>
                  <a:cubicBezTo>
                    <a:pt x="20698" y="13403"/>
                    <a:pt x="20698" y="13571"/>
                    <a:pt x="20693" y="13655"/>
                  </a:cubicBezTo>
                  <a:cubicBezTo>
                    <a:pt x="20689" y="13729"/>
                    <a:pt x="20654" y="13872"/>
                    <a:pt x="20657" y="13947"/>
                  </a:cubicBezTo>
                  <a:cubicBezTo>
                    <a:pt x="20658" y="14010"/>
                    <a:pt x="20679" y="14137"/>
                    <a:pt x="20702" y="14187"/>
                  </a:cubicBezTo>
                  <a:cubicBezTo>
                    <a:pt x="20713" y="14212"/>
                    <a:pt x="20754" y="14228"/>
                    <a:pt x="20764" y="14254"/>
                  </a:cubicBezTo>
                  <a:cubicBezTo>
                    <a:pt x="20782" y="14299"/>
                    <a:pt x="20770" y="14422"/>
                    <a:pt x="20790" y="14465"/>
                  </a:cubicBezTo>
                  <a:cubicBezTo>
                    <a:pt x="20809" y="14509"/>
                    <a:pt x="20892" y="14519"/>
                    <a:pt x="20903" y="14570"/>
                  </a:cubicBezTo>
                  <a:cubicBezTo>
                    <a:pt x="20921" y="14656"/>
                    <a:pt x="20831" y="14820"/>
                    <a:pt x="20827" y="14911"/>
                  </a:cubicBezTo>
                  <a:cubicBezTo>
                    <a:pt x="20824" y="14972"/>
                    <a:pt x="20862" y="15090"/>
                    <a:pt x="20855" y="15151"/>
                  </a:cubicBezTo>
                  <a:cubicBezTo>
                    <a:pt x="20849" y="15198"/>
                    <a:pt x="20794" y="15265"/>
                    <a:pt x="20790" y="15313"/>
                  </a:cubicBezTo>
                  <a:cubicBezTo>
                    <a:pt x="20781" y="15403"/>
                    <a:pt x="20842" y="15573"/>
                    <a:pt x="20849" y="15663"/>
                  </a:cubicBezTo>
                  <a:cubicBezTo>
                    <a:pt x="20855" y="15728"/>
                    <a:pt x="20857" y="15861"/>
                    <a:pt x="20852" y="15927"/>
                  </a:cubicBezTo>
                  <a:cubicBezTo>
                    <a:pt x="20850" y="15959"/>
                    <a:pt x="20832" y="16019"/>
                    <a:pt x="20832" y="16051"/>
                  </a:cubicBezTo>
                  <a:cubicBezTo>
                    <a:pt x="20833" y="16096"/>
                    <a:pt x="20866" y="16175"/>
                    <a:pt x="20866" y="16218"/>
                  </a:cubicBezTo>
                  <a:cubicBezTo>
                    <a:pt x="20866" y="16270"/>
                    <a:pt x="20827" y="16360"/>
                    <a:pt x="20827" y="16411"/>
                  </a:cubicBezTo>
                  <a:cubicBezTo>
                    <a:pt x="20827" y="16474"/>
                    <a:pt x="20859" y="16595"/>
                    <a:pt x="20878" y="16650"/>
                  </a:cubicBezTo>
                  <a:cubicBezTo>
                    <a:pt x="20901" y="16723"/>
                    <a:pt x="20979" y="16835"/>
                    <a:pt x="20994" y="16913"/>
                  </a:cubicBezTo>
                  <a:cubicBezTo>
                    <a:pt x="21015" y="17023"/>
                    <a:pt x="20977" y="17261"/>
                    <a:pt x="20988" y="17373"/>
                  </a:cubicBezTo>
                  <a:cubicBezTo>
                    <a:pt x="20998" y="17474"/>
                    <a:pt x="21057" y="17655"/>
                    <a:pt x="21073" y="17753"/>
                  </a:cubicBezTo>
                  <a:cubicBezTo>
                    <a:pt x="21081" y="17798"/>
                    <a:pt x="21084" y="17896"/>
                    <a:pt x="21096" y="17940"/>
                  </a:cubicBezTo>
                  <a:cubicBezTo>
                    <a:pt x="21110" y="17989"/>
                    <a:pt x="21160" y="18069"/>
                    <a:pt x="21178" y="18117"/>
                  </a:cubicBezTo>
                  <a:cubicBezTo>
                    <a:pt x="21201" y="18180"/>
                    <a:pt x="21227" y="18327"/>
                    <a:pt x="21255" y="18385"/>
                  </a:cubicBezTo>
                  <a:cubicBezTo>
                    <a:pt x="21273" y="18424"/>
                    <a:pt x="21326" y="18473"/>
                    <a:pt x="21345" y="18511"/>
                  </a:cubicBezTo>
                  <a:cubicBezTo>
                    <a:pt x="21373" y="18563"/>
                    <a:pt x="21419" y="18682"/>
                    <a:pt x="21430" y="18750"/>
                  </a:cubicBezTo>
                  <a:cubicBezTo>
                    <a:pt x="21444" y="18831"/>
                    <a:pt x="21428" y="19001"/>
                    <a:pt x="21430" y="19084"/>
                  </a:cubicBezTo>
                  <a:cubicBezTo>
                    <a:pt x="21433" y="19197"/>
                    <a:pt x="21438" y="19422"/>
                    <a:pt x="21452" y="19531"/>
                  </a:cubicBezTo>
                  <a:cubicBezTo>
                    <a:pt x="21467" y="19634"/>
                    <a:pt x="21523" y="19827"/>
                    <a:pt x="21542" y="19929"/>
                  </a:cubicBezTo>
                  <a:cubicBezTo>
                    <a:pt x="21559" y="20014"/>
                    <a:pt x="21591" y="20188"/>
                    <a:pt x="21596" y="2027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77" name="Shape 4759"/>
            <p:cNvSpPr/>
            <p:nvPr/>
          </p:nvSpPr>
          <p:spPr>
            <a:xfrm>
              <a:off x="4027053" y="506258"/>
              <a:ext cx="1353993" cy="800579"/>
            </a:xfrm>
            <a:custGeom>
              <a:avLst/>
              <a:gdLst/>
              <a:ahLst/>
              <a:cxnLst>
                <a:cxn ang="0">
                  <a:pos x="wd2" y="hd2"/>
                </a:cxn>
                <a:cxn ang="5400000">
                  <a:pos x="wd2" y="hd2"/>
                </a:cxn>
                <a:cxn ang="10800000">
                  <a:pos x="wd2" y="hd2"/>
                </a:cxn>
                <a:cxn ang="16200000">
                  <a:pos x="wd2" y="hd2"/>
                </a:cxn>
              </a:cxnLst>
              <a:rect l="0" t="0" r="r" b="b"/>
              <a:pathLst>
                <a:path w="21597" h="21600" extrusionOk="0">
                  <a:moveTo>
                    <a:pt x="21596" y="20277"/>
                  </a:moveTo>
                  <a:cubicBezTo>
                    <a:pt x="21600" y="20363"/>
                    <a:pt x="21591" y="20535"/>
                    <a:pt x="21580" y="20620"/>
                  </a:cubicBezTo>
                  <a:cubicBezTo>
                    <a:pt x="21572" y="20682"/>
                    <a:pt x="21533" y="20798"/>
                    <a:pt x="21529" y="20862"/>
                  </a:cubicBezTo>
                  <a:cubicBezTo>
                    <a:pt x="21524" y="20948"/>
                    <a:pt x="21548" y="21120"/>
                    <a:pt x="21554" y="21207"/>
                  </a:cubicBezTo>
                  <a:cubicBezTo>
                    <a:pt x="21557" y="21255"/>
                    <a:pt x="21562" y="21331"/>
                    <a:pt x="21568" y="21404"/>
                  </a:cubicBezTo>
                  <a:lnTo>
                    <a:pt x="15348" y="21600"/>
                  </a:lnTo>
                  <a:lnTo>
                    <a:pt x="5897" y="21536"/>
                  </a:lnTo>
                  <a:lnTo>
                    <a:pt x="0" y="21200"/>
                  </a:lnTo>
                  <a:lnTo>
                    <a:pt x="512" y="0"/>
                  </a:lnTo>
                  <a:lnTo>
                    <a:pt x="7528" y="345"/>
                  </a:lnTo>
                  <a:lnTo>
                    <a:pt x="14419" y="384"/>
                  </a:lnTo>
                  <a:lnTo>
                    <a:pt x="19270" y="158"/>
                  </a:lnTo>
                  <a:cubicBezTo>
                    <a:pt x="19278" y="231"/>
                    <a:pt x="19286" y="309"/>
                    <a:pt x="19288" y="350"/>
                  </a:cubicBezTo>
                  <a:cubicBezTo>
                    <a:pt x="19290" y="397"/>
                    <a:pt x="19280" y="495"/>
                    <a:pt x="19285" y="542"/>
                  </a:cubicBezTo>
                  <a:cubicBezTo>
                    <a:pt x="19297" y="643"/>
                    <a:pt x="19359" y="825"/>
                    <a:pt x="19382" y="920"/>
                  </a:cubicBezTo>
                  <a:cubicBezTo>
                    <a:pt x="19399" y="993"/>
                    <a:pt x="19436" y="1133"/>
                    <a:pt x="19447" y="1208"/>
                  </a:cubicBezTo>
                  <a:cubicBezTo>
                    <a:pt x="19455" y="1265"/>
                    <a:pt x="19450" y="1383"/>
                    <a:pt x="19461" y="1438"/>
                  </a:cubicBezTo>
                  <a:cubicBezTo>
                    <a:pt x="19469" y="1479"/>
                    <a:pt x="19504" y="1546"/>
                    <a:pt x="19512" y="1586"/>
                  </a:cubicBezTo>
                  <a:cubicBezTo>
                    <a:pt x="19527" y="1664"/>
                    <a:pt x="19516" y="1835"/>
                    <a:pt x="19532" y="1913"/>
                  </a:cubicBezTo>
                  <a:cubicBezTo>
                    <a:pt x="19550" y="2000"/>
                    <a:pt x="19625" y="2142"/>
                    <a:pt x="19651" y="2224"/>
                  </a:cubicBezTo>
                  <a:cubicBezTo>
                    <a:pt x="19667" y="2276"/>
                    <a:pt x="19698" y="2382"/>
                    <a:pt x="19705" y="2439"/>
                  </a:cubicBezTo>
                  <a:cubicBezTo>
                    <a:pt x="19709" y="2482"/>
                    <a:pt x="19709" y="2571"/>
                    <a:pt x="19702" y="2612"/>
                  </a:cubicBezTo>
                  <a:cubicBezTo>
                    <a:pt x="19693" y="2659"/>
                    <a:pt x="19650" y="2734"/>
                    <a:pt x="19639" y="2780"/>
                  </a:cubicBezTo>
                  <a:cubicBezTo>
                    <a:pt x="19624" y="2846"/>
                    <a:pt x="19620" y="2991"/>
                    <a:pt x="19605" y="3058"/>
                  </a:cubicBezTo>
                  <a:cubicBezTo>
                    <a:pt x="19589" y="3130"/>
                    <a:pt x="19525" y="3251"/>
                    <a:pt x="19518" y="3326"/>
                  </a:cubicBezTo>
                  <a:cubicBezTo>
                    <a:pt x="19511" y="3391"/>
                    <a:pt x="19533" y="3523"/>
                    <a:pt x="19546" y="3585"/>
                  </a:cubicBezTo>
                  <a:cubicBezTo>
                    <a:pt x="19564" y="3669"/>
                    <a:pt x="19637" y="3806"/>
                    <a:pt x="19651" y="3892"/>
                  </a:cubicBezTo>
                  <a:cubicBezTo>
                    <a:pt x="19665" y="3983"/>
                    <a:pt x="19660" y="4178"/>
                    <a:pt x="19651" y="4271"/>
                  </a:cubicBezTo>
                  <a:cubicBezTo>
                    <a:pt x="19646" y="4319"/>
                    <a:pt x="19619" y="4409"/>
                    <a:pt x="19614" y="4458"/>
                  </a:cubicBezTo>
                  <a:cubicBezTo>
                    <a:pt x="19608" y="4517"/>
                    <a:pt x="19603" y="4640"/>
                    <a:pt x="19611" y="4698"/>
                  </a:cubicBezTo>
                  <a:cubicBezTo>
                    <a:pt x="19623" y="4784"/>
                    <a:pt x="19701" y="4925"/>
                    <a:pt x="19708" y="5014"/>
                  </a:cubicBezTo>
                  <a:cubicBezTo>
                    <a:pt x="19713" y="5086"/>
                    <a:pt x="19681" y="5230"/>
                    <a:pt x="19671" y="5301"/>
                  </a:cubicBezTo>
                  <a:cubicBezTo>
                    <a:pt x="19664" y="5345"/>
                    <a:pt x="19646" y="5433"/>
                    <a:pt x="19642" y="5479"/>
                  </a:cubicBezTo>
                  <a:cubicBezTo>
                    <a:pt x="19637" y="5546"/>
                    <a:pt x="19646" y="5683"/>
                    <a:pt x="19648" y="5752"/>
                  </a:cubicBezTo>
                  <a:cubicBezTo>
                    <a:pt x="19650" y="5834"/>
                    <a:pt x="19643" y="6005"/>
                    <a:pt x="19659" y="6082"/>
                  </a:cubicBezTo>
                  <a:cubicBezTo>
                    <a:pt x="19666" y="6113"/>
                    <a:pt x="19698" y="6157"/>
                    <a:pt x="19705" y="6188"/>
                  </a:cubicBezTo>
                  <a:cubicBezTo>
                    <a:pt x="19712" y="6224"/>
                    <a:pt x="19701" y="6304"/>
                    <a:pt x="19708" y="6341"/>
                  </a:cubicBezTo>
                  <a:cubicBezTo>
                    <a:pt x="19713" y="6372"/>
                    <a:pt x="19741" y="6418"/>
                    <a:pt x="19750" y="6446"/>
                  </a:cubicBezTo>
                  <a:cubicBezTo>
                    <a:pt x="19761" y="6482"/>
                    <a:pt x="19774" y="6559"/>
                    <a:pt x="19784" y="6596"/>
                  </a:cubicBezTo>
                  <a:cubicBezTo>
                    <a:pt x="19793" y="6631"/>
                    <a:pt x="19820" y="6696"/>
                    <a:pt x="19827" y="6734"/>
                  </a:cubicBezTo>
                  <a:cubicBezTo>
                    <a:pt x="19835" y="6787"/>
                    <a:pt x="19828" y="6901"/>
                    <a:pt x="19835" y="6954"/>
                  </a:cubicBezTo>
                  <a:cubicBezTo>
                    <a:pt x="19846" y="7038"/>
                    <a:pt x="19897" y="7192"/>
                    <a:pt x="19909" y="7276"/>
                  </a:cubicBezTo>
                  <a:cubicBezTo>
                    <a:pt x="19917" y="7335"/>
                    <a:pt x="19902" y="7464"/>
                    <a:pt x="19920" y="7516"/>
                  </a:cubicBezTo>
                  <a:cubicBezTo>
                    <a:pt x="19932" y="7550"/>
                    <a:pt x="19988" y="7566"/>
                    <a:pt x="19999" y="7601"/>
                  </a:cubicBezTo>
                  <a:cubicBezTo>
                    <a:pt x="20017" y="7658"/>
                    <a:pt x="19980" y="7802"/>
                    <a:pt x="19997" y="7860"/>
                  </a:cubicBezTo>
                  <a:cubicBezTo>
                    <a:pt x="20008" y="7900"/>
                    <a:pt x="20062" y="7932"/>
                    <a:pt x="20079" y="7966"/>
                  </a:cubicBezTo>
                  <a:cubicBezTo>
                    <a:pt x="20103" y="8017"/>
                    <a:pt x="20139" y="8141"/>
                    <a:pt x="20147" y="8205"/>
                  </a:cubicBezTo>
                  <a:cubicBezTo>
                    <a:pt x="20153" y="8262"/>
                    <a:pt x="20129" y="8380"/>
                    <a:pt x="20138" y="8436"/>
                  </a:cubicBezTo>
                  <a:cubicBezTo>
                    <a:pt x="20146" y="8478"/>
                    <a:pt x="20183" y="8539"/>
                    <a:pt x="20198" y="8575"/>
                  </a:cubicBezTo>
                  <a:cubicBezTo>
                    <a:pt x="20220" y="8630"/>
                    <a:pt x="20272" y="8736"/>
                    <a:pt x="20285" y="8800"/>
                  </a:cubicBezTo>
                  <a:cubicBezTo>
                    <a:pt x="20301" y="8872"/>
                    <a:pt x="20289" y="9035"/>
                    <a:pt x="20305" y="9106"/>
                  </a:cubicBezTo>
                  <a:cubicBezTo>
                    <a:pt x="20317" y="9158"/>
                    <a:pt x="20371" y="9233"/>
                    <a:pt x="20385" y="9285"/>
                  </a:cubicBezTo>
                  <a:cubicBezTo>
                    <a:pt x="20403" y="9355"/>
                    <a:pt x="20397" y="9522"/>
                    <a:pt x="20419" y="9590"/>
                  </a:cubicBezTo>
                  <a:cubicBezTo>
                    <a:pt x="20430" y="9627"/>
                    <a:pt x="20472" y="9673"/>
                    <a:pt x="20487" y="9705"/>
                  </a:cubicBezTo>
                  <a:cubicBezTo>
                    <a:pt x="20502" y="9741"/>
                    <a:pt x="20530" y="9820"/>
                    <a:pt x="20535" y="9864"/>
                  </a:cubicBezTo>
                  <a:cubicBezTo>
                    <a:pt x="20542" y="9934"/>
                    <a:pt x="20519" y="10076"/>
                    <a:pt x="20515" y="10146"/>
                  </a:cubicBezTo>
                  <a:cubicBezTo>
                    <a:pt x="20512" y="10203"/>
                    <a:pt x="20503" y="10316"/>
                    <a:pt x="20509" y="10372"/>
                  </a:cubicBezTo>
                  <a:cubicBezTo>
                    <a:pt x="20517" y="10435"/>
                    <a:pt x="20568" y="10543"/>
                    <a:pt x="20572" y="10607"/>
                  </a:cubicBezTo>
                  <a:cubicBezTo>
                    <a:pt x="20575" y="10669"/>
                    <a:pt x="20541" y="10789"/>
                    <a:pt x="20535" y="10851"/>
                  </a:cubicBezTo>
                  <a:cubicBezTo>
                    <a:pt x="20529" y="10913"/>
                    <a:pt x="20512" y="11041"/>
                    <a:pt x="20523" y="11100"/>
                  </a:cubicBezTo>
                  <a:cubicBezTo>
                    <a:pt x="20532" y="11141"/>
                    <a:pt x="20585" y="11188"/>
                    <a:pt x="20591" y="11230"/>
                  </a:cubicBezTo>
                  <a:cubicBezTo>
                    <a:pt x="20603" y="11302"/>
                    <a:pt x="20547" y="11449"/>
                    <a:pt x="20555" y="11522"/>
                  </a:cubicBezTo>
                  <a:cubicBezTo>
                    <a:pt x="20562" y="11598"/>
                    <a:pt x="20641" y="11710"/>
                    <a:pt x="20648" y="11786"/>
                  </a:cubicBezTo>
                  <a:cubicBezTo>
                    <a:pt x="20655" y="11862"/>
                    <a:pt x="20608" y="12011"/>
                    <a:pt x="20606" y="12088"/>
                  </a:cubicBezTo>
                  <a:cubicBezTo>
                    <a:pt x="20604" y="12159"/>
                    <a:pt x="20631" y="12300"/>
                    <a:pt x="20628" y="12370"/>
                  </a:cubicBezTo>
                  <a:cubicBezTo>
                    <a:pt x="20625" y="12451"/>
                    <a:pt x="20573" y="12602"/>
                    <a:pt x="20580" y="12682"/>
                  </a:cubicBezTo>
                  <a:cubicBezTo>
                    <a:pt x="20586" y="12749"/>
                    <a:pt x="20655" y="12850"/>
                    <a:pt x="20662" y="12918"/>
                  </a:cubicBezTo>
                  <a:cubicBezTo>
                    <a:pt x="20666" y="12956"/>
                    <a:pt x="20644" y="13035"/>
                    <a:pt x="20645" y="13075"/>
                  </a:cubicBezTo>
                  <a:cubicBezTo>
                    <a:pt x="20647" y="13139"/>
                    <a:pt x="20685" y="13256"/>
                    <a:pt x="20691" y="13320"/>
                  </a:cubicBezTo>
                  <a:cubicBezTo>
                    <a:pt x="20698" y="13403"/>
                    <a:pt x="20698" y="13571"/>
                    <a:pt x="20693" y="13655"/>
                  </a:cubicBezTo>
                  <a:cubicBezTo>
                    <a:pt x="20689" y="13729"/>
                    <a:pt x="20654" y="13873"/>
                    <a:pt x="20657" y="13947"/>
                  </a:cubicBezTo>
                  <a:cubicBezTo>
                    <a:pt x="20658" y="14010"/>
                    <a:pt x="20679" y="14137"/>
                    <a:pt x="20702" y="14187"/>
                  </a:cubicBezTo>
                  <a:cubicBezTo>
                    <a:pt x="20713" y="14212"/>
                    <a:pt x="20754" y="14228"/>
                    <a:pt x="20764" y="14254"/>
                  </a:cubicBezTo>
                  <a:cubicBezTo>
                    <a:pt x="20782" y="14299"/>
                    <a:pt x="20770" y="14422"/>
                    <a:pt x="20790" y="14465"/>
                  </a:cubicBezTo>
                  <a:cubicBezTo>
                    <a:pt x="20809" y="14509"/>
                    <a:pt x="20892" y="14519"/>
                    <a:pt x="20903" y="14570"/>
                  </a:cubicBezTo>
                  <a:cubicBezTo>
                    <a:pt x="20921" y="14656"/>
                    <a:pt x="20831" y="14820"/>
                    <a:pt x="20827" y="14911"/>
                  </a:cubicBezTo>
                  <a:cubicBezTo>
                    <a:pt x="20824" y="14972"/>
                    <a:pt x="20862" y="15090"/>
                    <a:pt x="20855" y="15151"/>
                  </a:cubicBezTo>
                  <a:cubicBezTo>
                    <a:pt x="20849" y="15199"/>
                    <a:pt x="20794" y="15265"/>
                    <a:pt x="20790" y="15313"/>
                  </a:cubicBezTo>
                  <a:cubicBezTo>
                    <a:pt x="20781" y="15403"/>
                    <a:pt x="20842" y="15573"/>
                    <a:pt x="20849" y="15664"/>
                  </a:cubicBezTo>
                  <a:cubicBezTo>
                    <a:pt x="20855" y="15728"/>
                    <a:pt x="20857" y="15861"/>
                    <a:pt x="20852" y="15927"/>
                  </a:cubicBezTo>
                  <a:cubicBezTo>
                    <a:pt x="20850" y="15959"/>
                    <a:pt x="20832" y="16019"/>
                    <a:pt x="20832" y="16051"/>
                  </a:cubicBezTo>
                  <a:cubicBezTo>
                    <a:pt x="20833" y="16096"/>
                    <a:pt x="20866" y="16175"/>
                    <a:pt x="20866" y="16218"/>
                  </a:cubicBezTo>
                  <a:cubicBezTo>
                    <a:pt x="20866" y="16270"/>
                    <a:pt x="20827" y="16360"/>
                    <a:pt x="20827" y="16411"/>
                  </a:cubicBezTo>
                  <a:cubicBezTo>
                    <a:pt x="20827" y="16474"/>
                    <a:pt x="20859" y="16595"/>
                    <a:pt x="20878" y="16650"/>
                  </a:cubicBezTo>
                  <a:cubicBezTo>
                    <a:pt x="20901" y="16723"/>
                    <a:pt x="20979" y="16836"/>
                    <a:pt x="20994" y="16913"/>
                  </a:cubicBezTo>
                  <a:cubicBezTo>
                    <a:pt x="21015" y="17024"/>
                    <a:pt x="20977" y="17261"/>
                    <a:pt x="20988" y="17374"/>
                  </a:cubicBezTo>
                  <a:cubicBezTo>
                    <a:pt x="20998" y="17474"/>
                    <a:pt x="21057" y="17655"/>
                    <a:pt x="21073" y="17754"/>
                  </a:cubicBezTo>
                  <a:cubicBezTo>
                    <a:pt x="21081" y="17798"/>
                    <a:pt x="21084" y="17896"/>
                    <a:pt x="21096" y="17940"/>
                  </a:cubicBezTo>
                  <a:cubicBezTo>
                    <a:pt x="21110" y="17990"/>
                    <a:pt x="21160" y="18069"/>
                    <a:pt x="21178" y="18117"/>
                  </a:cubicBezTo>
                  <a:cubicBezTo>
                    <a:pt x="21201" y="18180"/>
                    <a:pt x="21227" y="18327"/>
                    <a:pt x="21255" y="18385"/>
                  </a:cubicBezTo>
                  <a:cubicBezTo>
                    <a:pt x="21273" y="18424"/>
                    <a:pt x="21326" y="18473"/>
                    <a:pt x="21345" y="18511"/>
                  </a:cubicBezTo>
                  <a:cubicBezTo>
                    <a:pt x="21373" y="18564"/>
                    <a:pt x="21419" y="18682"/>
                    <a:pt x="21430" y="18750"/>
                  </a:cubicBezTo>
                  <a:cubicBezTo>
                    <a:pt x="21444" y="18832"/>
                    <a:pt x="21428" y="19001"/>
                    <a:pt x="21430" y="19085"/>
                  </a:cubicBezTo>
                  <a:cubicBezTo>
                    <a:pt x="21433" y="19197"/>
                    <a:pt x="21438" y="19422"/>
                    <a:pt x="21452" y="19531"/>
                  </a:cubicBezTo>
                  <a:cubicBezTo>
                    <a:pt x="21467" y="19634"/>
                    <a:pt x="21523" y="19827"/>
                    <a:pt x="21542" y="19929"/>
                  </a:cubicBezTo>
                  <a:cubicBezTo>
                    <a:pt x="21559" y="20014"/>
                    <a:pt x="21591" y="20188"/>
                    <a:pt x="21596" y="20277"/>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78" name="Shape 4760"/>
            <p:cNvSpPr/>
            <p:nvPr/>
          </p:nvSpPr>
          <p:spPr>
            <a:xfrm>
              <a:off x="5223664" y="391199"/>
              <a:ext cx="1353426" cy="1526617"/>
            </a:xfrm>
            <a:custGeom>
              <a:avLst/>
              <a:gdLst/>
              <a:ahLst/>
              <a:cxnLst>
                <a:cxn ang="0">
                  <a:pos x="wd2" y="hd2"/>
                </a:cxn>
                <a:cxn ang="5400000">
                  <a:pos x="wd2" y="hd2"/>
                </a:cxn>
                <a:cxn ang="10800000">
                  <a:pos x="wd2" y="hd2"/>
                </a:cxn>
                <a:cxn ang="16200000">
                  <a:pos x="wd2" y="hd2"/>
                </a:cxn>
              </a:cxnLst>
              <a:rect l="0" t="0" r="r" b="b"/>
              <a:pathLst>
                <a:path w="21596" h="21594" extrusionOk="0">
                  <a:moveTo>
                    <a:pt x="2298" y="12686"/>
                  </a:moveTo>
                  <a:cubicBezTo>
                    <a:pt x="2293" y="12648"/>
                    <a:pt x="2288" y="12608"/>
                    <a:pt x="2284" y="12583"/>
                  </a:cubicBezTo>
                  <a:cubicBezTo>
                    <a:pt x="2278" y="12537"/>
                    <a:pt x="2254" y="12447"/>
                    <a:pt x="2260" y="12401"/>
                  </a:cubicBezTo>
                  <a:cubicBezTo>
                    <a:pt x="2264" y="12368"/>
                    <a:pt x="2303" y="12307"/>
                    <a:pt x="2311" y="12274"/>
                  </a:cubicBezTo>
                  <a:cubicBezTo>
                    <a:pt x="2321" y="12230"/>
                    <a:pt x="2330" y="12140"/>
                    <a:pt x="2326" y="12095"/>
                  </a:cubicBezTo>
                  <a:cubicBezTo>
                    <a:pt x="2321" y="12048"/>
                    <a:pt x="2289" y="11957"/>
                    <a:pt x="2273" y="11913"/>
                  </a:cubicBezTo>
                  <a:cubicBezTo>
                    <a:pt x="2253" y="11859"/>
                    <a:pt x="2197" y="11758"/>
                    <a:pt x="2183" y="11704"/>
                  </a:cubicBezTo>
                  <a:cubicBezTo>
                    <a:pt x="2168" y="11647"/>
                    <a:pt x="2164" y="11529"/>
                    <a:pt x="2161" y="11470"/>
                  </a:cubicBezTo>
                  <a:cubicBezTo>
                    <a:pt x="2159" y="11426"/>
                    <a:pt x="2174" y="11337"/>
                    <a:pt x="2161" y="11294"/>
                  </a:cubicBezTo>
                  <a:cubicBezTo>
                    <a:pt x="2150" y="11259"/>
                    <a:pt x="2103" y="11196"/>
                    <a:pt x="2076" y="11169"/>
                  </a:cubicBezTo>
                  <a:cubicBezTo>
                    <a:pt x="2056" y="11149"/>
                    <a:pt x="2003" y="11124"/>
                    <a:pt x="1985" y="11103"/>
                  </a:cubicBezTo>
                  <a:cubicBezTo>
                    <a:pt x="1958" y="11073"/>
                    <a:pt x="1931" y="10996"/>
                    <a:pt x="1909" y="10963"/>
                  </a:cubicBezTo>
                  <a:cubicBezTo>
                    <a:pt x="1891" y="10937"/>
                    <a:pt x="1840" y="10896"/>
                    <a:pt x="1826" y="10870"/>
                  </a:cubicBezTo>
                  <a:cubicBezTo>
                    <a:pt x="1814" y="10847"/>
                    <a:pt x="1811" y="10795"/>
                    <a:pt x="1803" y="10772"/>
                  </a:cubicBezTo>
                  <a:cubicBezTo>
                    <a:pt x="1787" y="10721"/>
                    <a:pt x="1728" y="10625"/>
                    <a:pt x="1718" y="10573"/>
                  </a:cubicBezTo>
                  <a:cubicBezTo>
                    <a:pt x="1707" y="10514"/>
                    <a:pt x="1745" y="10389"/>
                    <a:pt x="1724" y="10332"/>
                  </a:cubicBezTo>
                  <a:cubicBezTo>
                    <a:pt x="1709" y="10291"/>
                    <a:pt x="1631" y="10232"/>
                    <a:pt x="1608" y="10194"/>
                  </a:cubicBezTo>
                  <a:cubicBezTo>
                    <a:pt x="1590" y="10165"/>
                    <a:pt x="1557" y="10101"/>
                    <a:pt x="1557" y="10068"/>
                  </a:cubicBezTo>
                  <a:cubicBezTo>
                    <a:pt x="1557" y="10042"/>
                    <a:pt x="1597" y="9994"/>
                    <a:pt x="1597" y="9967"/>
                  </a:cubicBezTo>
                  <a:cubicBezTo>
                    <a:pt x="1597" y="9944"/>
                    <a:pt x="1563" y="9903"/>
                    <a:pt x="1562" y="9879"/>
                  </a:cubicBezTo>
                  <a:cubicBezTo>
                    <a:pt x="1562" y="9862"/>
                    <a:pt x="1580" y="9831"/>
                    <a:pt x="1582" y="9814"/>
                  </a:cubicBezTo>
                  <a:cubicBezTo>
                    <a:pt x="1587" y="9780"/>
                    <a:pt x="1585" y="9710"/>
                    <a:pt x="1579" y="9676"/>
                  </a:cubicBezTo>
                  <a:cubicBezTo>
                    <a:pt x="1572" y="9629"/>
                    <a:pt x="1511" y="9540"/>
                    <a:pt x="1521" y="9493"/>
                  </a:cubicBezTo>
                  <a:cubicBezTo>
                    <a:pt x="1525" y="9467"/>
                    <a:pt x="1579" y="9433"/>
                    <a:pt x="1585" y="9407"/>
                  </a:cubicBezTo>
                  <a:cubicBezTo>
                    <a:pt x="1592" y="9376"/>
                    <a:pt x="1554" y="9314"/>
                    <a:pt x="1557" y="9282"/>
                  </a:cubicBezTo>
                  <a:cubicBezTo>
                    <a:pt x="1561" y="9234"/>
                    <a:pt x="1652" y="9148"/>
                    <a:pt x="1633" y="9103"/>
                  </a:cubicBezTo>
                  <a:cubicBezTo>
                    <a:pt x="1622" y="9076"/>
                    <a:pt x="1539" y="9071"/>
                    <a:pt x="1521" y="9048"/>
                  </a:cubicBezTo>
                  <a:cubicBezTo>
                    <a:pt x="1501" y="9025"/>
                    <a:pt x="1513" y="8961"/>
                    <a:pt x="1494" y="8937"/>
                  </a:cubicBezTo>
                  <a:cubicBezTo>
                    <a:pt x="1484" y="8924"/>
                    <a:pt x="1444" y="8915"/>
                    <a:pt x="1432" y="8902"/>
                  </a:cubicBezTo>
                  <a:cubicBezTo>
                    <a:pt x="1409" y="8876"/>
                    <a:pt x="1388" y="8809"/>
                    <a:pt x="1387" y="8777"/>
                  </a:cubicBezTo>
                  <a:cubicBezTo>
                    <a:pt x="1384" y="8737"/>
                    <a:pt x="1419" y="8662"/>
                    <a:pt x="1424" y="8623"/>
                  </a:cubicBezTo>
                  <a:cubicBezTo>
                    <a:pt x="1429" y="8579"/>
                    <a:pt x="1429" y="8491"/>
                    <a:pt x="1421" y="8448"/>
                  </a:cubicBezTo>
                  <a:cubicBezTo>
                    <a:pt x="1415" y="8414"/>
                    <a:pt x="1377" y="8353"/>
                    <a:pt x="1375" y="8319"/>
                  </a:cubicBezTo>
                  <a:cubicBezTo>
                    <a:pt x="1374" y="8298"/>
                    <a:pt x="1396" y="8257"/>
                    <a:pt x="1392" y="8237"/>
                  </a:cubicBezTo>
                  <a:cubicBezTo>
                    <a:pt x="1385" y="8201"/>
                    <a:pt x="1316" y="8148"/>
                    <a:pt x="1310" y="8113"/>
                  </a:cubicBezTo>
                  <a:cubicBezTo>
                    <a:pt x="1303" y="8071"/>
                    <a:pt x="1356" y="7992"/>
                    <a:pt x="1359" y="7950"/>
                  </a:cubicBezTo>
                  <a:cubicBezTo>
                    <a:pt x="1361" y="7913"/>
                    <a:pt x="1334" y="7839"/>
                    <a:pt x="1336" y="7802"/>
                  </a:cubicBezTo>
                  <a:cubicBezTo>
                    <a:pt x="1338" y="7761"/>
                    <a:pt x="1385" y="7683"/>
                    <a:pt x="1378" y="7643"/>
                  </a:cubicBezTo>
                  <a:cubicBezTo>
                    <a:pt x="1371" y="7604"/>
                    <a:pt x="1292" y="7545"/>
                    <a:pt x="1285" y="7505"/>
                  </a:cubicBezTo>
                  <a:cubicBezTo>
                    <a:pt x="1278" y="7467"/>
                    <a:pt x="1333" y="7390"/>
                    <a:pt x="1321" y="7352"/>
                  </a:cubicBezTo>
                  <a:cubicBezTo>
                    <a:pt x="1315" y="7330"/>
                    <a:pt x="1262" y="7305"/>
                    <a:pt x="1253" y="7284"/>
                  </a:cubicBezTo>
                  <a:cubicBezTo>
                    <a:pt x="1242" y="7253"/>
                    <a:pt x="1259" y="7186"/>
                    <a:pt x="1265" y="7153"/>
                  </a:cubicBezTo>
                  <a:cubicBezTo>
                    <a:pt x="1271" y="7121"/>
                    <a:pt x="1305" y="7058"/>
                    <a:pt x="1302" y="7025"/>
                  </a:cubicBezTo>
                  <a:cubicBezTo>
                    <a:pt x="1298" y="6992"/>
                    <a:pt x="1247" y="6935"/>
                    <a:pt x="1239" y="6902"/>
                  </a:cubicBezTo>
                  <a:cubicBezTo>
                    <a:pt x="1233" y="6873"/>
                    <a:pt x="1242" y="6814"/>
                    <a:pt x="1245" y="6784"/>
                  </a:cubicBezTo>
                  <a:cubicBezTo>
                    <a:pt x="1249" y="6747"/>
                    <a:pt x="1273" y="6673"/>
                    <a:pt x="1265" y="6636"/>
                  </a:cubicBezTo>
                  <a:cubicBezTo>
                    <a:pt x="1260" y="6613"/>
                    <a:pt x="1232" y="6571"/>
                    <a:pt x="1217" y="6553"/>
                  </a:cubicBezTo>
                  <a:cubicBezTo>
                    <a:pt x="1203" y="6536"/>
                    <a:pt x="1160" y="6511"/>
                    <a:pt x="1149" y="6492"/>
                  </a:cubicBezTo>
                  <a:cubicBezTo>
                    <a:pt x="1127" y="6457"/>
                    <a:pt x="1133" y="6369"/>
                    <a:pt x="1115" y="6332"/>
                  </a:cubicBezTo>
                  <a:cubicBezTo>
                    <a:pt x="1101" y="6305"/>
                    <a:pt x="1047" y="6266"/>
                    <a:pt x="1035" y="6238"/>
                  </a:cubicBezTo>
                  <a:cubicBezTo>
                    <a:pt x="1019" y="6201"/>
                    <a:pt x="1031" y="6116"/>
                    <a:pt x="1015" y="6078"/>
                  </a:cubicBezTo>
                  <a:cubicBezTo>
                    <a:pt x="1002" y="6044"/>
                    <a:pt x="950" y="5989"/>
                    <a:pt x="928" y="5960"/>
                  </a:cubicBezTo>
                  <a:cubicBezTo>
                    <a:pt x="913" y="5941"/>
                    <a:pt x="876" y="5909"/>
                    <a:pt x="868" y="5887"/>
                  </a:cubicBezTo>
                  <a:cubicBezTo>
                    <a:pt x="859" y="5858"/>
                    <a:pt x="883" y="5796"/>
                    <a:pt x="877" y="5766"/>
                  </a:cubicBezTo>
                  <a:cubicBezTo>
                    <a:pt x="869" y="5732"/>
                    <a:pt x="833" y="5668"/>
                    <a:pt x="808" y="5641"/>
                  </a:cubicBezTo>
                  <a:cubicBezTo>
                    <a:pt x="792" y="5623"/>
                    <a:pt x="738" y="5606"/>
                    <a:pt x="726" y="5585"/>
                  </a:cubicBezTo>
                  <a:cubicBezTo>
                    <a:pt x="710" y="5555"/>
                    <a:pt x="747" y="5480"/>
                    <a:pt x="729" y="5450"/>
                  </a:cubicBezTo>
                  <a:cubicBezTo>
                    <a:pt x="718" y="5431"/>
                    <a:pt x="662" y="5422"/>
                    <a:pt x="650" y="5405"/>
                  </a:cubicBezTo>
                  <a:cubicBezTo>
                    <a:pt x="632" y="5377"/>
                    <a:pt x="646" y="5310"/>
                    <a:pt x="639" y="5279"/>
                  </a:cubicBezTo>
                  <a:cubicBezTo>
                    <a:pt x="627" y="5235"/>
                    <a:pt x="576" y="5154"/>
                    <a:pt x="564" y="5110"/>
                  </a:cubicBezTo>
                  <a:cubicBezTo>
                    <a:pt x="558" y="5082"/>
                    <a:pt x="565" y="5023"/>
                    <a:pt x="557" y="4995"/>
                  </a:cubicBezTo>
                  <a:cubicBezTo>
                    <a:pt x="550" y="4975"/>
                    <a:pt x="523" y="4941"/>
                    <a:pt x="514" y="4922"/>
                  </a:cubicBezTo>
                  <a:cubicBezTo>
                    <a:pt x="504" y="4903"/>
                    <a:pt x="491" y="4863"/>
                    <a:pt x="480" y="4844"/>
                  </a:cubicBezTo>
                  <a:cubicBezTo>
                    <a:pt x="471" y="4829"/>
                    <a:pt x="443" y="4805"/>
                    <a:pt x="437" y="4789"/>
                  </a:cubicBezTo>
                  <a:cubicBezTo>
                    <a:pt x="430" y="4769"/>
                    <a:pt x="442" y="4728"/>
                    <a:pt x="434" y="4708"/>
                  </a:cubicBezTo>
                  <a:cubicBezTo>
                    <a:pt x="428" y="4692"/>
                    <a:pt x="396" y="4669"/>
                    <a:pt x="389" y="4653"/>
                  </a:cubicBezTo>
                  <a:cubicBezTo>
                    <a:pt x="373" y="4612"/>
                    <a:pt x="380" y="4523"/>
                    <a:pt x="378" y="4480"/>
                  </a:cubicBezTo>
                  <a:cubicBezTo>
                    <a:pt x="376" y="4444"/>
                    <a:pt x="367" y="4372"/>
                    <a:pt x="372" y="4337"/>
                  </a:cubicBezTo>
                  <a:cubicBezTo>
                    <a:pt x="376" y="4313"/>
                    <a:pt x="394" y="4267"/>
                    <a:pt x="401" y="4243"/>
                  </a:cubicBezTo>
                  <a:cubicBezTo>
                    <a:pt x="410" y="4206"/>
                    <a:pt x="443" y="4131"/>
                    <a:pt x="437" y="4093"/>
                  </a:cubicBezTo>
                  <a:cubicBezTo>
                    <a:pt x="430" y="4047"/>
                    <a:pt x="353" y="3972"/>
                    <a:pt x="341" y="3927"/>
                  </a:cubicBezTo>
                  <a:cubicBezTo>
                    <a:pt x="333" y="3896"/>
                    <a:pt x="337" y="3832"/>
                    <a:pt x="344" y="3801"/>
                  </a:cubicBezTo>
                  <a:cubicBezTo>
                    <a:pt x="349" y="3776"/>
                    <a:pt x="376" y="3729"/>
                    <a:pt x="381" y="3703"/>
                  </a:cubicBezTo>
                  <a:cubicBezTo>
                    <a:pt x="390" y="3654"/>
                    <a:pt x="395" y="3553"/>
                    <a:pt x="381" y="3505"/>
                  </a:cubicBezTo>
                  <a:cubicBezTo>
                    <a:pt x="367" y="3460"/>
                    <a:pt x="294" y="3388"/>
                    <a:pt x="276" y="3344"/>
                  </a:cubicBezTo>
                  <a:cubicBezTo>
                    <a:pt x="262" y="3312"/>
                    <a:pt x="241" y="3242"/>
                    <a:pt x="247" y="3208"/>
                  </a:cubicBezTo>
                  <a:cubicBezTo>
                    <a:pt x="254" y="3169"/>
                    <a:pt x="319" y="3105"/>
                    <a:pt x="335" y="3068"/>
                  </a:cubicBezTo>
                  <a:cubicBezTo>
                    <a:pt x="350" y="3033"/>
                    <a:pt x="353" y="2956"/>
                    <a:pt x="369" y="2922"/>
                  </a:cubicBezTo>
                  <a:cubicBezTo>
                    <a:pt x="380" y="2898"/>
                    <a:pt x="423" y="2859"/>
                    <a:pt x="431" y="2834"/>
                  </a:cubicBezTo>
                  <a:cubicBezTo>
                    <a:pt x="439" y="2812"/>
                    <a:pt x="439" y="2766"/>
                    <a:pt x="434" y="2743"/>
                  </a:cubicBezTo>
                  <a:cubicBezTo>
                    <a:pt x="428" y="2713"/>
                    <a:pt x="397" y="2657"/>
                    <a:pt x="381" y="2631"/>
                  </a:cubicBezTo>
                  <a:cubicBezTo>
                    <a:pt x="355" y="2587"/>
                    <a:pt x="280" y="2513"/>
                    <a:pt x="261" y="2467"/>
                  </a:cubicBezTo>
                  <a:cubicBezTo>
                    <a:pt x="245" y="2427"/>
                    <a:pt x="256" y="2337"/>
                    <a:pt x="241" y="2296"/>
                  </a:cubicBezTo>
                  <a:cubicBezTo>
                    <a:pt x="234" y="2275"/>
                    <a:pt x="199" y="2240"/>
                    <a:pt x="190" y="2218"/>
                  </a:cubicBezTo>
                  <a:cubicBezTo>
                    <a:pt x="180" y="2189"/>
                    <a:pt x="184" y="2127"/>
                    <a:pt x="176" y="2098"/>
                  </a:cubicBezTo>
                  <a:cubicBezTo>
                    <a:pt x="166" y="2059"/>
                    <a:pt x="129" y="1985"/>
                    <a:pt x="111" y="1947"/>
                  </a:cubicBezTo>
                  <a:cubicBezTo>
                    <a:pt x="88" y="1897"/>
                    <a:pt x="26" y="1801"/>
                    <a:pt x="15" y="1749"/>
                  </a:cubicBezTo>
                  <a:cubicBezTo>
                    <a:pt x="9" y="1724"/>
                    <a:pt x="20" y="1673"/>
                    <a:pt x="17" y="1648"/>
                  </a:cubicBezTo>
                  <a:cubicBezTo>
                    <a:pt x="16" y="1626"/>
                    <a:pt x="8" y="1586"/>
                    <a:pt x="0" y="1547"/>
                  </a:cubicBezTo>
                  <a:lnTo>
                    <a:pt x="2321" y="1491"/>
                  </a:lnTo>
                  <a:lnTo>
                    <a:pt x="5735" y="1367"/>
                  </a:lnTo>
                  <a:cubicBezTo>
                    <a:pt x="5735" y="1367"/>
                    <a:pt x="5366" y="194"/>
                    <a:pt x="5684" y="2"/>
                  </a:cubicBezTo>
                  <a:cubicBezTo>
                    <a:pt x="5697" y="-6"/>
                    <a:pt x="5729" y="18"/>
                    <a:pt x="5743" y="25"/>
                  </a:cubicBezTo>
                  <a:cubicBezTo>
                    <a:pt x="5777" y="40"/>
                    <a:pt x="5834" y="90"/>
                    <a:pt x="5871" y="98"/>
                  </a:cubicBezTo>
                  <a:cubicBezTo>
                    <a:pt x="5901" y="104"/>
                    <a:pt x="5967" y="93"/>
                    <a:pt x="5996" y="83"/>
                  </a:cubicBezTo>
                  <a:cubicBezTo>
                    <a:pt x="6018" y="74"/>
                    <a:pt x="6048" y="38"/>
                    <a:pt x="6069" y="30"/>
                  </a:cubicBezTo>
                  <a:cubicBezTo>
                    <a:pt x="6106" y="15"/>
                    <a:pt x="6189" y="-3"/>
                    <a:pt x="6228" y="5"/>
                  </a:cubicBezTo>
                  <a:cubicBezTo>
                    <a:pt x="6269" y="13"/>
                    <a:pt x="6331" y="70"/>
                    <a:pt x="6364" y="93"/>
                  </a:cubicBezTo>
                  <a:cubicBezTo>
                    <a:pt x="6385" y="107"/>
                    <a:pt x="6421" y="143"/>
                    <a:pt x="6446" y="150"/>
                  </a:cubicBezTo>
                  <a:cubicBezTo>
                    <a:pt x="6470" y="157"/>
                    <a:pt x="6522" y="138"/>
                    <a:pt x="6545" y="146"/>
                  </a:cubicBezTo>
                  <a:cubicBezTo>
                    <a:pt x="6571" y="153"/>
                    <a:pt x="6617" y="186"/>
                    <a:pt x="6628" y="208"/>
                  </a:cubicBezTo>
                  <a:cubicBezTo>
                    <a:pt x="6640" y="235"/>
                    <a:pt x="6611" y="295"/>
                    <a:pt x="6616" y="323"/>
                  </a:cubicBezTo>
                  <a:cubicBezTo>
                    <a:pt x="6621" y="349"/>
                    <a:pt x="6657" y="394"/>
                    <a:pt x="6665" y="419"/>
                  </a:cubicBezTo>
                  <a:cubicBezTo>
                    <a:pt x="6687" y="488"/>
                    <a:pt x="6686" y="634"/>
                    <a:pt x="6707" y="703"/>
                  </a:cubicBezTo>
                  <a:cubicBezTo>
                    <a:pt x="6721" y="748"/>
                    <a:pt x="6763" y="834"/>
                    <a:pt x="6786" y="876"/>
                  </a:cubicBezTo>
                  <a:cubicBezTo>
                    <a:pt x="6800" y="901"/>
                    <a:pt x="6838" y="946"/>
                    <a:pt x="6849" y="972"/>
                  </a:cubicBezTo>
                  <a:cubicBezTo>
                    <a:pt x="6858" y="993"/>
                    <a:pt x="6870" y="1039"/>
                    <a:pt x="6872" y="1062"/>
                  </a:cubicBezTo>
                  <a:cubicBezTo>
                    <a:pt x="6874" y="1100"/>
                    <a:pt x="6851" y="1175"/>
                    <a:pt x="6854" y="1213"/>
                  </a:cubicBezTo>
                  <a:cubicBezTo>
                    <a:pt x="6857" y="1241"/>
                    <a:pt x="6870" y="1297"/>
                    <a:pt x="6888" y="1319"/>
                  </a:cubicBezTo>
                  <a:cubicBezTo>
                    <a:pt x="6897" y="1329"/>
                    <a:pt x="6924" y="1338"/>
                    <a:pt x="6934" y="1346"/>
                  </a:cubicBezTo>
                  <a:cubicBezTo>
                    <a:pt x="6952" y="1363"/>
                    <a:pt x="6978" y="1403"/>
                    <a:pt x="6988" y="1424"/>
                  </a:cubicBezTo>
                  <a:cubicBezTo>
                    <a:pt x="7000" y="1451"/>
                    <a:pt x="7016" y="1509"/>
                    <a:pt x="7022" y="1537"/>
                  </a:cubicBezTo>
                  <a:cubicBezTo>
                    <a:pt x="7030" y="1576"/>
                    <a:pt x="7034" y="1656"/>
                    <a:pt x="7042" y="1696"/>
                  </a:cubicBezTo>
                  <a:cubicBezTo>
                    <a:pt x="7047" y="1726"/>
                    <a:pt x="7069" y="1786"/>
                    <a:pt x="7070" y="1816"/>
                  </a:cubicBezTo>
                  <a:cubicBezTo>
                    <a:pt x="7070" y="1841"/>
                    <a:pt x="7060" y="1890"/>
                    <a:pt x="7053" y="1915"/>
                  </a:cubicBezTo>
                  <a:cubicBezTo>
                    <a:pt x="7048" y="1934"/>
                    <a:pt x="7025" y="1972"/>
                    <a:pt x="7024" y="1992"/>
                  </a:cubicBezTo>
                  <a:cubicBezTo>
                    <a:pt x="7024" y="2023"/>
                    <a:pt x="7047" y="2083"/>
                    <a:pt x="7064" y="2110"/>
                  </a:cubicBezTo>
                  <a:cubicBezTo>
                    <a:pt x="7077" y="2130"/>
                    <a:pt x="7115" y="2163"/>
                    <a:pt x="7135" y="2178"/>
                  </a:cubicBezTo>
                  <a:cubicBezTo>
                    <a:pt x="7164" y="2199"/>
                    <a:pt x="7231" y="2231"/>
                    <a:pt x="7263" y="2248"/>
                  </a:cubicBezTo>
                  <a:cubicBezTo>
                    <a:pt x="7292" y="2265"/>
                    <a:pt x="7347" y="2304"/>
                    <a:pt x="7379" y="2317"/>
                  </a:cubicBezTo>
                  <a:cubicBezTo>
                    <a:pt x="7437" y="2339"/>
                    <a:pt x="7563" y="2352"/>
                    <a:pt x="7623" y="2369"/>
                  </a:cubicBezTo>
                  <a:cubicBezTo>
                    <a:pt x="7648" y="2376"/>
                    <a:pt x="7695" y="2404"/>
                    <a:pt x="7722" y="2404"/>
                  </a:cubicBezTo>
                  <a:cubicBezTo>
                    <a:pt x="7741" y="2405"/>
                    <a:pt x="7781" y="2393"/>
                    <a:pt x="7795" y="2381"/>
                  </a:cubicBezTo>
                  <a:cubicBezTo>
                    <a:pt x="7808" y="2372"/>
                    <a:pt x="7815" y="2337"/>
                    <a:pt x="7829" y="2329"/>
                  </a:cubicBezTo>
                  <a:cubicBezTo>
                    <a:pt x="7852" y="2315"/>
                    <a:pt x="7908" y="2310"/>
                    <a:pt x="7934" y="2314"/>
                  </a:cubicBezTo>
                  <a:cubicBezTo>
                    <a:pt x="7957" y="2317"/>
                    <a:pt x="7991" y="2354"/>
                    <a:pt x="8014" y="2354"/>
                  </a:cubicBezTo>
                  <a:cubicBezTo>
                    <a:pt x="8038" y="2354"/>
                    <a:pt x="8076" y="2318"/>
                    <a:pt x="8099" y="2309"/>
                  </a:cubicBezTo>
                  <a:cubicBezTo>
                    <a:pt x="8115" y="2302"/>
                    <a:pt x="8149" y="2287"/>
                    <a:pt x="8167" y="2289"/>
                  </a:cubicBezTo>
                  <a:cubicBezTo>
                    <a:pt x="8190" y="2290"/>
                    <a:pt x="8232" y="2312"/>
                    <a:pt x="8249" y="2326"/>
                  </a:cubicBezTo>
                  <a:cubicBezTo>
                    <a:pt x="8264" y="2339"/>
                    <a:pt x="8283" y="2374"/>
                    <a:pt x="8291" y="2392"/>
                  </a:cubicBezTo>
                  <a:cubicBezTo>
                    <a:pt x="8303" y="2415"/>
                    <a:pt x="8309" y="2468"/>
                    <a:pt x="8326" y="2489"/>
                  </a:cubicBezTo>
                  <a:cubicBezTo>
                    <a:pt x="8342" y="2511"/>
                    <a:pt x="8389" y="2545"/>
                    <a:pt x="8417" y="2552"/>
                  </a:cubicBezTo>
                  <a:cubicBezTo>
                    <a:pt x="8457" y="2563"/>
                    <a:pt x="8543" y="2543"/>
                    <a:pt x="8587" y="2540"/>
                  </a:cubicBezTo>
                  <a:cubicBezTo>
                    <a:pt x="8625" y="2537"/>
                    <a:pt x="8702" y="2536"/>
                    <a:pt x="8740" y="2530"/>
                  </a:cubicBezTo>
                  <a:cubicBezTo>
                    <a:pt x="8777" y="2524"/>
                    <a:pt x="8848" y="2491"/>
                    <a:pt x="8887" y="2489"/>
                  </a:cubicBezTo>
                  <a:cubicBezTo>
                    <a:pt x="8927" y="2488"/>
                    <a:pt x="9007" y="2506"/>
                    <a:pt x="9046" y="2518"/>
                  </a:cubicBezTo>
                  <a:cubicBezTo>
                    <a:pt x="9089" y="2530"/>
                    <a:pt x="9167" y="2585"/>
                    <a:pt x="9213" y="2585"/>
                  </a:cubicBezTo>
                  <a:cubicBezTo>
                    <a:pt x="9263" y="2586"/>
                    <a:pt x="9349" y="2515"/>
                    <a:pt x="9400" y="2518"/>
                  </a:cubicBezTo>
                  <a:cubicBezTo>
                    <a:pt x="9418" y="2518"/>
                    <a:pt x="9452" y="2537"/>
                    <a:pt x="9465" y="2548"/>
                  </a:cubicBezTo>
                  <a:cubicBezTo>
                    <a:pt x="9487" y="2565"/>
                    <a:pt x="9517" y="2610"/>
                    <a:pt x="9530" y="2633"/>
                  </a:cubicBezTo>
                  <a:cubicBezTo>
                    <a:pt x="9546" y="2661"/>
                    <a:pt x="9574" y="2722"/>
                    <a:pt x="9575" y="2753"/>
                  </a:cubicBezTo>
                  <a:cubicBezTo>
                    <a:pt x="9577" y="2779"/>
                    <a:pt x="9544" y="2829"/>
                    <a:pt x="9550" y="2854"/>
                  </a:cubicBezTo>
                  <a:cubicBezTo>
                    <a:pt x="9555" y="2875"/>
                    <a:pt x="9585" y="2914"/>
                    <a:pt x="9607" y="2924"/>
                  </a:cubicBezTo>
                  <a:cubicBezTo>
                    <a:pt x="9624" y="2933"/>
                    <a:pt x="9666" y="2929"/>
                    <a:pt x="9686" y="2927"/>
                  </a:cubicBezTo>
                  <a:cubicBezTo>
                    <a:pt x="9708" y="2925"/>
                    <a:pt x="9749" y="2908"/>
                    <a:pt x="9771" y="2907"/>
                  </a:cubicBezTo>
                  <a:cubicBezTo>
                    <a:pt x="9796" y="2906"/>
                    <a:pt x="9848" y="2917"/>
                    <a:pt x="9874" y="2919"/>
                  </a:cubicBezTo>
                  <a:cubicBezTo>
                    <a:pt x="9892" y="2921"/>
                    <a:pt x="9931" y="2927"/>
                    <a:pt x="9950" y="2924"/>
                  </a:cubicBezTo>
                  <a:cubicBezTo>
                    <a:pt x="9971" y="2922"/>
                    <a:pt x="10012" y="2906"/>
                    <a:pt x="10032" y="2899"/>
                  </a:cubicBezTo>
                  <a:cubicBezTo>
                    <a:pt x="10052" y="2892"/>
                    <a:pt x="10090" y="2873"/>
                    <a:pt x="10111" y="2869"/>
                  </a:cubicBezTo>
                  <a:cubicBezTo>
                    <a:pt x="10140" y="2864"/>
                    <a:pt x="10199" y="2874"/>
                    <a:pt x="10227" y="2869"/>
                  </a:cubicBezTo>
                  <a:cubicBezTo>
                    <a:pt x="10278" y="2861"/>
                    <a:pt x="10374" y="2822"/>
                    <a:pt x="10421" y="2801"/>
                  </a:cubicBezTo>
                  <a:cubicBezTo>
                    <a:pt x="10438" y="2793"/>
                    <a:pt x="10474" y="2776"/>
                    <a:pt x="10489" y="2764"/>
                  </a:cubicBezTo>
                  <a:cubicBezTo>
                    <a:pt x="10502" y="2752"/>
                    <a:pt x="10527" y="2723"/>
                    <a:pt x="10530" y="2706"/>
                  </a:cubicBezTo>
                  <a:cubicBezTo>
                    <a:pt x="10534" y="2689"/>
                    <a:pt x="10513" y="2657"/>
                    <a:pt x="10514" y="2641"/>
                  </a:cubicBezTo>
                  <a:cubicBezTo>
                    <a:pt x="10515" y="2627"/>
                    <a:pt x="10521" y="2600"/>
                    <a:pt x="10530" y="2590"/>
                  </a:cubicBezTo>
                  <a:cubicBezTo>
                    <a:pt x="10548" y="2573"/>
                    <a:pt x="10599" y="2558"/>
                    <a:pt x="10624" y="2552"/>
                  </a:cubicBezTo>
                  <a:cubicBezTo>
                    <a:pt x="10661" y="2544"/>
                    <a:pt x="10741" y="2555"/>
                    <a:pt x="10775" y="2540"/>
                  </a:cubicBezTo>
                  <a:cubicBezTo>
                    <a:pt x="10790" y="2533"/>
                    <a:pt x="10811" y="2507"/>
                    <a:pt x="10820" y="2495"/>
                  </a:cubicBezTo>
                  <a:cubicBezTo>
                    <a:pt x="10827" y="2485"/>
                    <a:pt x="10834" y="2461"/>
                    <a:pt x="10842" y="2452"/>
                  </a:cubicBezTo>
                  <a:cubicBezTo>
                    <a:pt x="10854" y="2439"/>
                    <a:pt x="10885" y="2419"/>
                    <a:pt x="10902" y="2412"/>
                  </a:cubicBezTo>
                  <a:cubicBezTo>
                    <a:pt x="10922" y="2403"/>
                    <a:pt x="10968" y="2394"/>
                    <a:pt x="10990" y="2392"/>
                  </a:cubicBezTo>
                  <a:cubicBezTo>
                    <a:pt x="11017" y="2389"/>
                    <a:pt x="11074" y="2400"/>
                    <a:pt x="11101" y="2394"/>
                  </a:cubicBezTo>
                  <a:cubicBezTo>
                    <a:pt x="11127" y="2389"/>
                    <a:pt x="11170" y="2348"/>
                    <a:pt x="11197" y="2352"/>
                  </a:cubicBezTo>
                  <a:cubicBezTo>
                    <a:pt x="11224" y="2355"/>
                    <a:pt x="11254" y="2405"/>
                    <a:pt x="11276" y="2419"/>
                  </a:cubicBezTo>
                  <a:cubicBezTo>
                    <a:pt x="11291" y="2429"/>
                    <a:pt x="11322" y="2450"/>
                    <a:pt x="11341" y="2452"/>
                  </a:cubicBezTo>
                  <a:cubicBezTo>
                    <a:pt x="11386" y="2456"/>
                    <a:pt x="11468" y="2413"/>
                    <a:pt x="11511" y="2407"/>
                  </a:cubicBezTo>
                  <a:cubicBezTo>
                    <a:pt x="11572" y="2397"/>
                    <a:pt x="11697" y="2400"/>
                    <a:pt x="11758" y="2394"/>
                  </a:cubicBezTo>
                  <a:cubicBezTo>
                    <a:pt x="11799" y="2390"/>
                    <a:pt x="11884" y="2355"/>
                    <a:pt x="11920" y="2372"/>
                  </a:cubicBezTo>
                  <a:cubicBezTo>
                    <a:pt x="11938" y="2381"/>
                    <a:pt x="11937" y="2429"/>
                    <a:pt x="11954" y="2439"/>
                  </a:cubicBezTo>
                  <a:cubicBezTo>
                    <a:pt x="11972" y="2451"/>
                    <a:pt x="12023" y="2440"/>
                    <a:pt x="12045" y="2446"/>
                  </a:cubicBezTo>
                  <a:cubicBezTo>
                    <a:pt x="12093" y="2460"/>
                    <a:pt x="12174" y="2515"/>
                    <a:pt x="12218" y="2537"/>
                  </a:cubicBezTo>
                  <a:cubicBezTo>
                    <a:pt x="12258" y="2556"/>
                    <a:pt x="12336" y="2594"/>
                    <a:pt x="12377" y="2610"/>
                  </a:cubicBezTo>
                  <a:cubicBezTo>
                    <a:pt x="12409" y="2623"/>
                    <a:pt x="12474" y="2650"/>
                    <a:pt x="12509" y="2654"/>
                  </a:cubicBezTo>
                  <a:cubicBezTo>
                    <a:pt x="12545" y="2659"/>
                    <a:pt x="12619" y="2655"/>
                    <a:pt x="12653" y="2644"/>
                  </a:cubicBezTo>
                  <a:cubicBezTo>
                    <a:pt x="12667" y="2640"/>
                    <a:pt x="12688" y="2619"/>
                    <a:pt x="12702" y="2614"/>
                  </a:cubicBezTo>
                  <a:cubicBezTo>
                    <a:pt x="12720" y="2607"/>
                    <a:pt x="12758" y="2595"/>
                    <a:pt x="12777" y="2597"/>
                  </a:cubicBezTo>
                  <a:cubicBezTo>
                    <a:pt x="12799" y="2600"/>
                    <a:pt x="12841" y="2618"/>
                    <a:pt x="12853" y="2634"/>
                  </a:cubicBezTo>
                  <a:cubicBezTo>
                    <a:pt x="12867" y="2652"/>
                    <a:pt x="12866" y="2699"/>
                    <a:pt x="12864" y="2721"/>
                  </a:cubicBezTo>
                  <a:cubicBezTo>
                    <a:pt x="12863" y="2737"/>
                    <a:pt x="12857" y="2770"/>
                    <a:pt x="12846" y="2781"/>
                  </a:cubicBezTo>
                  <a:cubicBezTo>
                    <a:pt x="12831" y="2796"/>
                    <a:pt x="12784" y="2807"/>
                    <a:pt x="12763" y="2811"/>
                  </a:cubicBezTo>
                  <a:cubicBezTo>
                    <a:pt x="12732" y="2817"/>
                    <a:pt x="12663" y="2794"/>
                    <a:pt x="12638" y="2811"/>
                  </a:cubicBezTo>
                  <a:cubicBezTo>
                    <a:pt x="12617" y="2825"/>
                    <a:pt x="12610" y="2876"/>
                    <a:pt x="12611" y="2898"/>
                  </a:cubicBezTo>
                  <a:cubicBezTo>
                    <a:pt x="12612" y="2919"/>
                    <a:pt x="12631" y="2959"/>
                    <a:pt x="12645" y="2976"/>
                  </a:cubicBezTo>
                  <a:cubicBezTo>
                    <a:pt x="12668" y="3002"/>
                    <a:pt x="12726" y="3049"/>
                    <a:pt x="12763" y="3056"/>
                  </a:cubicBezTo>
                  <a:cubicBezTo>
                    <a:pt x="12807" y="3064"/>
                    <a:pt x="12893" y="3026"/>
                    <a:pt x="12936" y="3016"/>
                  </a:cubicBezTo>
                  <a:cubicBezTo>
                    <a:pt x="12958" y="3011"/>
                    <a:pt x="13003" y="3004"/>
                    <a:pt x="13023" y="2996"/>
                  </a:cubicBezTo>
                  <a:cubicBezTo>
                    <a:pt x="13048" y="2985"/>
                    <a:pt x="13084" y="2943"/>
                    <a:pt x="13110" y="2939"/>
                  </a:cubicBezTo>
                  <a:cubicBezTo>
                    <a:pt x="13143" y="2933"/>
                    <a:pt x="13209" y="2955"/>
                    <a:pt x="13239" y="2969"/>
                  </a:cubicBezTo>
                  <a:cubicBezTo>
                    <a:pt x="13263" y="2980"/>
                    <a:pt x="13310" y="3011"/>
                    <a:pt x="13322" y="3033"/>
                  </a:cubicBezTo>
                  <a:cubicBezTo>
                    <a:pt x="13333" y="3054"/>
                    <a:pt x="13329" y="3103"/>
                    <a:pt x="13326" y="3126"/>
                  </a:cubicBezTo>
                  <a:cubicBezTo>
                    <a:pt x="13321" y="3153"/>
                    <a:pt x="13282" y="3203"/>
                    <a:pt x="13284" y="3230"/>
                  </a:cubicBezTo>
                  <a:cubicBezTo>
                    <a:pt x="13287" y="3261"/>
                    <a:pt x="13329" y="3313"/>
                    <a:pt x="13348" y="3337"/>
                  </a:cubicBezTo>
                  <a:cubicBezTo>
                    <a:pt x="13369" y="3363"/>
                    <a:pt x="13423" y="3405"/>
                    <a:pt x="13446" y="3428"/>
                  </a:cubicBezTo>
                  <a:cubicBezTo>
                    <a:pt x="13472" y="3453"/>
                    <a:pt x="13528" y="3502"/>
                    <a:pt x="13545" y="3532"/>
                  </a:cubicBezTo>
                  <a:cubicBezTo>
                    <a:pt x="13563" y="3562"/>
                    <a:pt x="13570" y="3633"/>
                    <a:pt x="13582" y="3666"/>
                  </a:cubicBezTo>
                  <a:cubicBezTo>
                    <a:pt x="13593" y="3690"/>
                    <a:pt x="13608" y="3748"/>
                    <a:pt x="13636" y="3759"/>
                  </a:cubicBezTo>
                  <a:cubicBezTo>
                    <a:pt x="13661" y="3770"/>
                    <a:pt x="13722" y="3749"/>
                    <a:pt x="13745" y="3736"/>
                  </a:cubicBezTo>
                  <a:cubicBezTo>
                    <a:pt x="13768" y="3723"/>
                    <a:pt x="13790" y="3672"/>
                    <a:pt x="13813" y="3659"/>
                  </a:cubicBezTo>
                  <a:cubicBezTo>
                    <a:pt x="13838" y="3645"/>
                    <a:pt x="13908" y="3655"/>
                    <a:pt x="13926" y="3636"/>
                  </a:cubicBezTo>
                  <a:cubicBezTo>
                    <a:pt x="13943" y="3618"/>
                    <a:pt x="13940" y="3566"/>
                    <a:pt x="13930" y="3545"/>
                  </a:cubicBezTo>
                  <a:cubicBezTo>
                    <a:pt x="13920" y="3522"/>
                    <a:pt x="13869" y="3494"/>
                    <a:pt x="13851" y="3475"/>
                  </a:cubicBezTo>
                  <a:cubicBezTo>
                    <a:pt x="13827" y="3450"/>
                    <a:pt x="13771" y="3400"/>
                    <a:pt x="13768" y="3368"/>
                  </a:cubicBezTo>
                  <a:cubicBezTo>
                    <a:pt x="13763" y="3326"/>
                    <a:pt x="13803" y="3235"/>
                    <a:pt x="13843" y="3213"/>
                  </a:cubicBezTo>
                  <a:cubicBezTo>
                    <a:pt x="13878" y="3194"/>
                    <a:pt x="13966" y="3214"/>
                    <a:pt x="14006" y="3220"/>
                  </a:cubicBezTo>
                  <a:cubicBezTo>
                    <a:pt x="14032" y="3224"/>
                    <a:pt x="14083" y="3256"/>
                    <a:pt x="14108" y="3247"/>
                  </a:cubicBezTo>
                  <a:cubicBezTo>
                    <a:pt x="14125" y="3241"/>
                    <a:pt x="14131" y="3202"/>
                    <a:pt x="14142" y="3190"/>
                  </a:cubicBezTo>
                  <a:cubicBezTo>
                    <a:pt x="14151" y="3181"/>
                    <a:pt x="14170" y="3161"/>
                    <a:pt x="14184" y="3160"/>
                  </a:cubicBezTo>
                  <a:cubicBezTo>
                    <a:pt x="14206" y="3158"/>
                    <a:pt x="14242" y="3190"/>
                    <a:pt x="14263" y="3197"/>
                  </a:cubicBezTo>
                  <a:cubicBezTo>
                    <a:pt x="14291" y="3206"/>
                    <a:pt x="14350" y="3225"/>
                    <a:pt x="14380" y="3223"/>
                  </a:cubicBezTo>
                  <a:cubicBezTo>
                    <a:pt x="14409" y="3222"/>
                    <a:pt x="14460" y="3180"/>
                    <a:pt x="14489" y="3183"/>
                  </a:cubicBezTo>
                  <a:cubicBezTo>
                    <a:pt x="14510" y="3186"/>
                    <a:pt x="14544" y="3211"/>
                    <a:pt x="14554" y="3227"/>
                  </a:cubicBezTo>
                  <a:cubicBezTo>
                    <a:pt x="14563" y="3242"/>
                    <a:pt x="14545" y="3286"/>
                    <a:pt x="14561" y="3297"/>
                  </a:cubicBezTo>
                  <a:cubicBezTo>
                    <a:pt x="14578" y="3308"/>
                    <a:pt x="14622" y="3276"/>
                    <a:pt x="14641" y="3284"/>
                  </a:cubicBezTo>
                  <a:cubicBezTo>
                    <a:pt x="14658" y="3291"/>
                    <a:pt x="14675" y="3327"/>
                    <a:pt x="14675" y="3344"/>
                  </a:cubicBezTo>
                  <a:cubicBezTo>
                    <a:pt x="14676" y="3367"/>
                    <a:pt x="14634" y="3405"/>
                    <a:pt x="14633" y="3428"/>
                  </a:cubicBezTo>
                  <a:cubicBezTo>
                    <a:pt x="14632" y="3446"/>
                    <a:pt x="14649" y="3480"/>
                    <a:pt x="14660" y="3495"/>
                  </a:cubicBezTo>
                  <a:cubicBezTo>
                    <a:pt x="14674" y="3516"/>
                    <a:pt x="14714" y="3551"/>
                    <a:pt x="14735" y="3565"/>
                  </a:cubicBezTo>
                  <a:cubicBezTo>
                    <a:pt x="14758" y="3580"/>
                    <a:pt x="14806" y="3609"/>
                    <a:pt x="14834" y="3612"/>
                  </a:cubicBezTo>
                  <a:cubicBezTo>
                    <a:pt x="14858" y="3615"/>
                    <a:pt x="14907" y="3587"/>
                    <a:pt x="14932" y="3592"/>
                  </a:cubicBezTo>
                  <a:cubicBezTo>
                    <a:pt x="14982" y="3601"/>
                    <a:pt x="15046" y="3689"/>
                    <a:pt x="15095" y="3703"/>
                  </a:cubicBezTo>
                  <a:cubicBezTo>
                    <a:pt x="15129" y="3712"/>
                    <a:pt x="15206" y="3688"/>
                    <a:pt x="15242" y="3697"/>
                  </a:cubicBezTo>
                  <a:cubicBezTo>
                    <a:pt x="15262" y="3703"/>
                    <a:pt x="15288" y="3743"/>
                    <a:pt x="15310" y="3744"/>
                  </a:cubicBezTo>
                  <a:cubicBezTo>
                    <a:pt x="15345" y="3747"/>
                    <a:pt x="15399" y="3681"/>
                    <a:pt x="15434" y="3684"/>
                  </a:cubicBezTo>
                  <a:cubicBezTo>
                    <a:pt x="15454" y="3685"/>
                    <a:pt x="15488" y="3712"/>
                    <a:pt x="15497" y="3728"/>
                  </a:cubicBezTo>
                  <a:cubicBezTo>
                    <a:pt x="15511" y="3751"/>
                    <a:pt x="15496" y="3810"/>
                    <a:pt x="15506" y="3835"/>
                  </a:cubicBezTo>
                  <a:cubicBezTo>
                    <a:pt x="15514" y="3853"/>
                    <a:pt x="15554" y="3877"/>
                    <a:pt x="15557" y="3895"/>
                  </a:cubicBezTo>
                  <a:cubicBezTo>
                    <a:pt x="15561" y="3917"/>
                    <a:pt x="15515" y="3958"/>
                    <a:pt x="15527" y="3977"/>
                  </a:cubicBezTo>
                  <a:cubicBezTo>
                    <a:pt x="15538" y="3993"/>
                    <a:pt x="15589" y="3991"/>
                    <a:pt x="15610" y="3992"/>
                  </a:cubicBezTo>
                  <a:cubicBezTo>
                    <a:pt x="15628" y="3993"/>
                    <a:pt x="15664" y="3986"/>
                    <a:pt x="15682" y="3989"/>
                  </a:cubicBezTo>
                  <a:cubicBezTo>
                    <a:pt x="15704" y="3993"/>
                    <a:pt x="15738" y="4025"/>
                    <a:pt x="15761" y="4026"/>
                  </a:cubicBezTo>
                  <a:cubicBezTo>
                    <a:pt x="15784" y="4027"/>
                    <a:pt x="15824" y="4001"/>
                    <a:pt x="15846" y="3999"/>
                  </a:cubicBezTo>
                  <a:cubicBezTo>
                    <a:pt x="15869" y="3997"/>
                    <a:pt x="15924" y="3997"/>
                    <a:pt x="15935" y="4014"/>
                  </a:cubicBezTo>
                  <a:cubicBezTo>
                    <a:pt x="15951" y="4038"/>
                    <a:pt x="15891" y="4092"/>
                    <a:pt x="15896" y="4120"/>
                  </a:cubicBezTo>
                  <a:cubicBezTo>
                    <a:pt x="15901" y="4151"/>
                    <a:pt x="15944" y="4217"/>
                    <a:pt x="15979" y="4222"/>
                  </a:cubicBezTo>
                  <a:cubicBezTo>
                    <a:pt x="15999" y="4224"/>
                    <a:pt x="16028" y="4189"/>
                    <a:pt x="16043" y="4177"/>
                  </a:cubicBezTo>
                  <a:cubicBezTo>
                    <a:pt x="16061" y="4161"/>
                    <a:pt x="16088" y="4118"/>
                    <a:pt x="16111" y="4106"/>
                  </a:cubicBezTo>
                  <a:cubicBezTo>
                    <a:pt x="16138" y="4092"/>
                    <a:pt x="16206" y="4070"/>
                    <a:pt x="16234" y="4083"/>
                  </a:cubicBezTo>
                  <a:cubicBezTo>
                    <a:pt x="16265" y="4097"/>
                    <a:pt x="16257" y="4183"/>
                    <a:pt x="16289" y="4197"/>
                  </a:cubicBezTo>
                  <a:cubicBezTo>
                    <a:pt x="16324" y="4211"/>
                    <a:pt x="16403" y="4174"/>
                    <a:pt x="16438" y="4158"/>
                  </a:cubicBezTo>
                  <a:cubicBezTo>
                    <a:pt x="16468" y="4144"/>
                    <a:pt x="16518" y="4101"/>
                    <a:pt x="16543" y="4081"/>
                  </a:cubicBezTo>
                  <a:cubicBezTo>
                    <a:pt x="16552" y="4074"/>
                    <a:pt x="16567" y="4057"/>
                    <a:pt x="16578" y="4053"/>
                  </a:cubicBezTo>
                  <a:cubicBezTo>
                    <a:pt x="16612" y="4039"/>
                    <a:pt x="16694" y="4051"/>
                    <a:pt x="16729" y="4039"/>
                  </a:cubicBezTo>
                  <a:cubicBezTo>
                    <a:pt x="16762" y="4028"/>
                    <a:pt x="16815" y="3986"/>
                    <a:pt x="16842" y="3967"/>
                  </a:cubicBezTo>
                  <a:cubicBezTo>
                    <a:pt x="16867" y="3951"/>
                    <a:pt x="16917" y="3919"/>
                    <a:pt x="16938" y="3899"/>
                  </a:cubicBezTo>
                  <a:cubicBezTo>
                    <a:pt x="16972" y="3868"/>
                    <a:pt x="17021" y="3791"/>
                    <a:pt x="17054" y="3760"/>
                  </a:cubicBezTo>
                  <a:cubicBezTo>
                    <a:pt x="17085" y="3732"/>
                    <a:pt x="17156" y="3687"/>
                    <a:pt x="17192" y="3666"/>
                  </a:cubicBezTo>
                  <a:cubicBezTo>
                    <a:pt x="17223" y="3648"/>
                    <a:pt x="17289" y="3618"/>
                    <a:pt x="17323" y="3603"/>
                  </a:cubicBezTo>
                  <a:cubicBezTo>
                    <a:pt x="17345" y="3592"/>
                    <a:pt x="17394" y="3575"/>
                    <a:pt x="17413" y="3560"/>
                  </a:cubicBezTo>
                  <a:cubicBezTo>
                    <a:pt x="17434" y="3543"/>
                    <a:pt x="17456" y="3492"/>
                    <a:pt x="17478" y="3476"/>
                  </a:cubicBezTo>
                  <a:cubicBezTo>
                    <a:pt x="17503" y="3458"/>
                    <a:pt x="17565" y="3441"/>
                    <a:pt x="17593" y="3428"/>
                  </a:cubicBezTo>
                  <a:cubicBezTo>
                    <a:pt x="17621" y="3415"/>
                    <a:pt x="17674" y="3383"/>
                    <a:pt x="17703" y="3373"/>
                  </a:cubicBezTo>
                  <a:cubicBezTo>
                    <a:pt x="17731" y="3364"/>
                    <a:pt x="17789" y="3350"/>
                    <a:pt x="17819" y="3353"/>
                  </a:cubicBezTo>
                  <a:cubicBezTo>
                    <a:pt x="17845" y="3355"/>
                    <a:pt x="17900" y="3372"/>
                    <a:pt x="17916" y="3390"/>
                  </a:cubicBezTo>
                  <a:cubicBezTo>
                    <a:pt x="17933" y="3410"/>
                    <a:pt x="17923" y="3466"/>
                    <a:pt x="17932" y="3490"/>
                  </a:cubicBezTo>
                  <a:cubicBezTo>
                    <a:pt x="17939" y="3512"/>
                    <a:pt x="17961" y="3555"/>
                    <a:pt x="17980" y="3570"/>
                  </a:cubicBezTo>
                  <a:cubicBezTo>
                    <a:pt x="17997" y="3584"/>
                    <a:pt x="18049" y="3586"/>
                    <a:pt x="18066" y="3599"/>
                  </a:cubicBezTo>
                  <a:cubicBezTo>
                    <a:pt x="18086" y="3614"/>
                    <a:pt x="18114" y="3657"/>
                    <a:pt x="18116" y="3680"/>
                  </a:cubicBezTo>
                  <a:cubicBezTo>
                    <a:pt x="18118" y="3696"/>
                    <a:pt x="18086" y="3727"/>
                    <a:pt x="18090" y="3744"/>
                  </a:cubicBezTo>
                  <a:cubicBezTo>
                    <a:pt x="18095" y="3765"/>
                    <a:pt x="18141" y="3790"/>
                    <a:pt x="18154" y="3808"/>
                  </a:cubicBezTo>
                  <a:cubicBezTo>
                    <a:pt x="18170" y="3827"/>
                    <a:pt x="18180" y="3886"/>
                    <a:pt x="18207" y="3892"/>
                  </a:cubicBezTo>
                  <a:cubicBezTo>
                    <a:pt x="18242" y="3900"/>
                    <a:pt x="18296" y="3831"/>
                    <a:pt x="18331" y="3821"/>
                  </a:cubicBezTo>
                  <a:cubicBezTo>
                    <a:pt x="18367" y="3811"/>
                    <a:pt x="18445" y="3826"/>
                    <a:pt x="18479" y="3814"/>
                  </a:cubicBezTo>
                  <a:cubicBezTo>
                    <a:pt x="18509" y="3803"/>
                    <a:pt x="18550" y="3755"/>
                    <a:pt x="18578" y="3741"/>
                  </a:cubicBezTo>
                  <a:cubicBezTo>
                    <a:pt x="18609" y="3726"/>
                    <a:pt x="18678" y="3689"/>
                    <a:pt x="18711" y="3701"/>
                  </a:cubicBezTo>
                  <a:cubicBezTo>
                    <a:pt x="18743" y="3712"/>
                    <a:pt x="18741" y="3798"/>
                    <a:pt x="18774" y="3809"/>
                  </a:cubicBezTo>
                  <a:cubicBezTo>
                    <a:pt x="18800" y="3818"/>
                    <a:pt x="18855" y="3781"/>
                    <a:pt x="18881" y="3771"/>
                  </a:cubicBezTo>
                  <a:cubicBezTo>
                    <a:pt x="18909" y="3760"/>
                    <a:pt x="18961" y="3728"/>
                    <a:pt x="18992" y="3726"/>
                  </a:cubicBezTo>
                  <a:cubicBezTo>
                    <a:pt x="19019" y="3724"/>
                    <a:pt x="19069" y="3756"/>
                    <a:pt x="19097" y="3754"/>
                  </a:cubicBezTo>
                  <a:cubicBezTo>
                    <a:pt x="19119" y="3751"/>
                    <a:pt x="19154" y="3717"/>
                    <a:pt x="19176" y="3716"/>
                  </a:cubicBezTo>
                  <a:cubicBezTo>
                    <a:pt x="19204" y="3715"/>
                    <a:pt x="19250" y="3757"/>
                    <a:pt x="19278" y="3756"/>
                  </a:cubicBezTo>
                  <a:cubicBezTo>
                    <a:pt x="19309" y="3755"/>
                    <a:pt x="19356" y="3710"/>
                    <a:pt x="19386" y="3703"/>
                  </a:cubicBezTo>
                  <a:cubicBezTo>
                    <a:pt x="19428" y="3693"/>
                    <a:pt x="19518" y="3705"/>
                    <a:pt x="19562" y="3701"/>
                  </a:cubicBezTo>
                  <a:cubicBezTo>
                    <a:pt x="19607" y="3696"/>
                    <a:pt x="19698" y="3680"/>
                    <a:pt x="19741" y="3666"/>
                  </a:cubicBezTo>
                  <a:cubicBezTo>
                    <a:pt x="19772" y="3655"/>
                    <a:pt x="19826" y="3610"/>
                    <a:pt x="19859" y="3605"/>
                  </a:cubicBezTo>
                  <a:cubicBezTo>
                    <a:pt x="19916" y="3597"/>
                    <a:pt x="20031" y="3630"/>
                    <a:pt x="20086" y="3645"/>
                  </a:cubicBezTo>
                  <a:cubicBezTo>
                    <a:pt x="20116" y="3654"/>
                    <a:pt x="20177" y="3676"/>
                    <a:pt x="20202" y="3693"/>
                  </a:cubicBezTo>
                  <a:cubicBezTo>
                    <a:pt x="20228" y="3710"/>
                    <a:pt x="20271" y="3755"/>
                    <a:pt x="20287" y="3780"/>
                  </a:cubicBezTo>
                  <a:cubicBezTo>
                    <a:pt x="20307" y="3810"/>
                    <a:pt x="20310" y="3887"/>
                    <a:pt x="20336" y="3914"/>
                  </a:cubicBezTo>
                  <a:cubicBezTo>
                    <a:pt x="20352" y="3930"/>
                    <a:pt x="20399" y="3947"/>
                    <a:pt x="20423" y="3951"/>
                  </a:cubicBezTo>
                  <a:cubicBezTo>
                    <a:pt x="20447" y="3954"/>
                    <a:pt x="20495" y="3932"/>
                    <a:pt x="20518" y="3937"/>
                  </a:cubicBezTo>
                  <a:cubicBezTo>
                    <a:pt x="20538" y="3942"/>
                    <a:pt x="20563" y="3975"/>
                    <a:pt x="20582" y="3984"/>
                  </a:cubicBezTo>
                  <a:cubicBezTo>
                    <a:pt x="20605" y="3995"/>
                    <a:pt x="20654" y="4012"/>
                    <a:pt x="20680" y="4011"/>
                  </a:cubicBezTo>
                  <a:cubicBezTo>
                    <a:pt x="20709" y="4010"/>
                    <a:pt x="20763" y="3985"/>
                    <a:pt x="20786" y="3970"/>
                  </a:cubicBezTo>
                  <a:cubicBezTo>
                    <a:pt x="20821" y="3949"/>
                    <a:pt x="20868" y="3884"/>
                    <a:pt x="20903" y="3863"/>
                  </a:cubicBezTo>
                  <a:cubicBezTo>
                    <a:pt x="20931" y="3847"/>
                    <a:pt x="20995" y="3818"/>
                    <a:pt x="21028" y="3820"/>
                  </a:cubicBezTo>
                  <a:cubicBezTo>
                    <a:pt x="21068" y="3821"/>
                    <a:pt x="21132" y="3878"/>
                    <a:pt x="21172" y="3887"/>
                  </a:cubicBezTo>
                  <a:cubicBezTo>
                    <a:pt x="21206" y="3894"/>
                    <a:pt x="21280" y="3896"/>
                    <a:pt x="21315" y="3887"/>
                  </a:cubicBezTo>
                  <a:cubicBezTo>
                    <a:pt x="21341" y="3880"/>
                    <a:pt x="21375" y="3835"/>
                    <a:pt x="21402" y="3833"/>
                  </a:cubicBezTo>
                  <a:cubicBezTo>
                    <a:pt x="21421" y="3832"/>
                    <a:pt x="21452" y="3858"/>
                    <a:pt x="21470" y="3863"/>
                  </a:cubicBezTo>
                  <a:cubicBezTo>
                    <a:pt x="21498" y="3873"/>
                    <a:pt x="21566" y="3869"/>
                    <a:pt x="21584" y="3890"/>
                  </a:cubicBezTo>
                  <a:cubicBezTo>
                    <a:pt x="21599" y="3907"/>
                    <a:pt x="21600" y="3961"/>
                    <a:pt x="21584" y="3977"/>
                  </a:cubicBezTo>
                  <a:cubicBezTo>
                    <a:pt x="21564" y="3996"/>
                    <a:pt x="21498" y="3988"/>
                    <a:pt x="21470" y="3984"/>
                  </a:cubicBezTo>
                  <a:cubicBezTo>
                    <a:pt x="21448" y="3981"/>
                    <a:pt x="21408" y="3951"/>
                    <a:pt x="21387" y="3957"/>
                  </a:cubicBezTo>
                  <a:cubicBezTo>
                    <a:pt x="21359" y="3965"/>
                    <a:pt x="21338" y="4021"/>
                    <a:pt x="21319" y="4041"/>
                  </a:cubicBezTo>
                  <a:cubicBezTo>
                    <a:pt x="21280" y="4079"/>
                    <a:pt x="21192" y="4142"/>
                    <a:pt x="21149" y="4175"/>
                  </a:cubicBezTo>
                  <a:cubicBezTo>
                    <a:pt x="21107" y="4208"/>
                    <a:pt x="21018" y="4273"/>
                    <a:pt x="20979" y="4309"/>
                  </a:cubicBezTo>
                  <a:cubicBezTo>
                    <a:pt x="20954" y="4332"/>
                    <a:pt x="20919" y="4392"/>
                    <a:pt x="20888" y="4410"/>
                  </a:cubicBezTo>
                  <a:cubicBezTo>
                    <a:pt x="20851" y="4430"/>
                    <a:pt x="20758" y="4430"/>
                    <a:pt x="20718" y="4446"/>
                  </a:cubicBezTo>
                  <a:cubicBezTo>
                    <a:pt x="20670" y="4465"/>
                    <a:pt x="20589" y="4528"/>
                    <a:pt x="20544" y="4554"/>
                  </a:cubicBezTo>
                  <a:cubicBezTo>
                    <a:pt x="20486" y="4586"/>
                    <a:pt x="20367" y="4650"/>
                    <a:pt x="20306" y="4677"/>
                  </a:cubicBezTo>
                  <a:cubicBezTo>
                    <a:pt x="20193" y="4728"/>
                    <a:pt x="19957" y="4806"/>
                    <a:pt x="19841" y="4851"/>
                  </a:cubicBezTo>
                  <a:cubicBezTo>
                    <a:pt x="19639" y="4931"/>
                    <a:pt x="19232" y="5085"/>
                    <a:pt x="19040" y="5183"/>
                  </a:cubicBezTo>
                  <a:cubicBezTo>
                    <a:pt x="18949" y="5230"/>
                    <a:pt x="18783" y="5344"/>
                    <a:pt x="18696" y="5398"/>
                  </a:cubicBezTo>
                  <a:cubicBezTo>
                    <a:pt x="18590" y="5464"/>
                    <a:pt x="18366" y="5583"/>
                    <a:pt x="18269" y="5659"/>
                  </a:cubicBezTo>
                  <a:cubicBezTo>
                    <a:pt x="18196" y="5717"/>
                    <a:pt x="18076" y="5857"/>
                    <a:pt x="18008" y="5920"/>
                  </a:cubicBezTo>
                  <a:cubicBezTo>
                    <a:pt x="17959" y="5966"/>
                    <a:pt x="17858" y="6054"/>
                    <a:pt x="17804" y="6094"/>
                  </a:cubicBezTo>
                  <a:cubicBezTo>
                    <a:pt x="17760" y="6127"/>
                    <a:pt x="17657" y="6174"/>
                    <a:pt x="17619" y="6212"/>
                  </a:cubicBezTo>
                  <a:cubicBezTo>
                    <a:pt x="17595" y="6235"/>
                    <a:pt x="17569" y="6295"/>
                    <a:pt x="17551" y="6323"/>
                  </a:cubicBezTo>
                  <a:cubicBezTo>
                    <a:pt x="17527" y="6359"/>
                    <a:pt x="17481" y="6433"/>
                    <a:pt x="17449" y="6463"/>
                  </a:cubicBezTo>
                  <a:cubicBezTo>
                    <a:pt x="17426" y="6484"/>
                    <a:pt x="17364" y="6510"/>
                    <a:pt x="17343" y="6533"/>
                  </a:cubicBezTo>
                  <a:cubicBezTo>
                    <a:pt x="17319" y="6560"/>
                    <a:pt x="17299" y="6629"/>
                    <a:pt x="17278" y="6657"/>
                  </a:cubicBezTo>
                  <a:cubicBezTo>
                    <a:pt x="17265" y="6677"/>
                    <a:pt x="17229" y="6709"/>
                    <a:pt x="17215" y="6728"/>
                  </a:cubicBezTo>
                  <a:cubicBezTo>
                    <a:pt x="17184" y="6768"/>
                    <a:pt x="17144" y="6859"/>
                    <a:pt x="17112" y="6899"/>
                  </a:cubicBezTo>
                  <a:cubicBezTo>
                    <a:pt x="17085" y="6933"/>
                    <a:pt x="17014" y="6990"/>
                    <a:pt x="16984" y="7023"/>
                  </a:cubicBezTo>
                  <a:cubicBezTo>
                    <a:pt x="16935" y="7080"/>
                    <a:pt x="16862" y="7211"/>
                    <a:pt x="16806" y="7264"/>
                  </a:cubicBezTo>
                  <a:cubicBezTo>
                    <a:pt x="16775" y="7294"/>
                    <a:pt x="16685" y="7330"/>
                    <a:pt x="16659" y="7364"/>
                  </a:cubicBezTo>
                  <a:cubicBezTo>
                    <a:pt x="16641" y="7388"/>
                    <a:pt x="16646" y="7451"/>
                    <a:pt x="16629" y="7475"/>
                  </a:cubicBezTo>
                  <a:cubicBezTo>
                    <a:pt x="16609" y="7503"/>
                    <a:pt x="16542" y="7539"/>
                    <a:pt x="16512" y="7559"/>
                  </a:cubicBezTo>
                  <a:cubicBezTo>
                    <a:pt x="16472" y="7584"/>
                    <a:pt x="16386" y="7625"/>
                    <a:pt x="16349" y="7652"/>
                  </a:cubicBezTo>
                  <a:cubicBezTo>
                    <a:pt x="16313" y="7679"/>
                    <a:pt x="16249" y="7740"/>
                    <a:pt x="16221" y="7773"/>
                  </a:cubicBezTo>
                  <a:cubicBezTo>
                    <a:pt x="16194" y="7805"/>
                    <a:pt x="16159" y="7880"/>
                    <a:pt x="16130" y="7911"/>
                  </a:cubicBezTo>
                  <a:cubicBezTo>
                    <a:pt x="16108" y="7934"/>
                    <a:pt x="16054" y="7974"/>
                    <a:pt x="16024" y="7987"/>
                  </a:cubicBezTo>
                  <a:cubicBezTo>
                    <a:pt x="16003" y="7997"/>
                    <a:pt x="15953" y="8000"/>
                    <a:pt x="15934" y="8011"/>
                  </a:cubicBezTo>
                  <a:cubicBezTo>
                    <a:pt x="15888" y="8036"/>
                    <a:pt x="15817" y="8111"/>
                    <a:pt x="15790" y="8152"/>
                  </a:cubicBezTo>
                  <a:cubicBezTo>
                    <a:pt x="15772" y="8179"/>
                    <a:pt x="15768" y="8248"/>
                    <a:pt x="15744" y="8272"/>
                  </a:cubicBezTo>
                  <a:cubicBezTo>
                    <a:pt x="15719" y="8299"/>
                    <a:pt x="15637" y="8316"/>
                    <a:pt x="15604" y="8336"/>
                  </a:cubicBezTo>
                  <a:cubicBezTo>
                    <a:pt x="15484" y="8410"/>
                    <a:pt x="15279" y="8600"/>
                    <a:pt x="15170" y="8686"/>
                  </a:cubicBezTo>
                  <a:cubicBezTo>
                    <a:pt x="15120" y="8726"/>
                    <a:pt x="15014" y="8797"/>
                    <a:pt x="14970" y="8842"/>
                  </a:cubicBezTo>
                  <a:cubicBezTo>
                    <a:pt x="14956" y="8855"/>
                    <a:pt x="14930" y="8883"/>
                    <a:pt x="14926" y="8901"/>
                  </a:cubicBezTo>
                  <a:cubicBezTo>
                    <a:pt x="14921" y="8925"/>
                    <a:pt x="14936" y="8976"/>
                    <a:pt x="14946" y="8999"/>
                  </a:cubicBezTo>
                  <a:cubicBezTo>
                    <a:pt x="14951" y="9007"/>
                    <a:pt x="14957" y="9017"/>
                    <a:pt x="14965" y="9028"/>
                  </a:cubicBezTo>
                  <a:cubicBezTo>
                    <a:pt x="14948" y="9032"/>
                    <a:pt x="14932" y="9035"/>
                    <a:pt x="14922" y="9038"/>
                  </a:cubicBezTo>
                  <a:cubicBezTo>
                    <a:pt x="14891" y="9046"/>
                    <a:pt x="14819" y="9036"/>
                    <a:pt x="14794" y="9053"/>
                  </a:cubicBezTo>
                  <a:cubicBezTo>
                    <a:pt x="14772" y="9068"/>
                    <a:pt x="14775" y="9132"/>
                    <a:pt x="14752" y="9146"/>
                  </a:cubicBezTo>
                  <a:cubicBezTo>
                    <a:pt x="14730" y="9159"/>
                    <a:pt x="14671" y="9134"/>
                    <a:pt x="14650" y="9146"/>
                  </a:cubicBezTo>
                  <a:cubicBezTo>
                    <a:pt x="14632" y="9156"/>
                    <a:pt x="14608" y="9194"/>
                    <a:pt x="14615" y="9211"/>
                  </a:cubicBezTo>
                  <a:cubicBezTo>
                    <a:pt x="14623" y="9229"/>
                    <a:pt x="14682" y="9226"/>
                    <a:pt x="14695" y="9241"/>
                  </a:cubicBezTo>
                  <a:cubicBezTo>
                    <a:pt x="14710" y="9260"/>
                    <a:pt x="14710" y="9313"/>
                    <a:pt x="14700" y="9334"/>
                  </a:cubicBezTo>
                  <a:cubicBezTo>
                    <a:pt x="14685" y="9368"/>
                    <a:pt x="14620" y="9424"/>
                    <a:pt x="14582" y="9433"/>
                  </a:cubicBezTo>
                  <a:cubicBezTo>
                    <a:pt x="14547" y="9440"/>
                    <a:pt x="14479" y="9407"/>
                    <a:pt x="14446" y="9397"/>
                  </a:cubicBezTo>
                  <a:cubicBezTo>
                    <a:pt x="14425" y="9391"/>
                    <a:pt x="14363" y="9369"/>
                    <a:pt x="14363" y="9369"/>
                  </a:cubicBezTo>
                  <a:lnTo>
                    <a:pt x="14567" y="11440"/>
                  </a:lnTo>
                  <a:cubicBezTo>
                    <a:pt x="14567" y="11440"/>
                    <a:pt x="14564" y="11523"/>
                    <a:pt x="14542" y="11539"/>
                  </a:cubicBezTo>
                  <a:cubicBezTo>
                    <a:pt x="14526" y="11551"/>
                    <a:pt x="14473" y="11529"/>
                    <a:pt x="14457" y="11542"/>
                  </a:cubicBezTo>
                  <a:cubicBezTo>
                    <a:pt x="14436" y="11560"/>
                    <a:pt x="14454" y="11620"/>
                    <a:pt x="14448" y="11646"/>
                  </a:cubicBezTo>
                  <a:cubicBezTo>
                    <a:pt x="14443" y="11670"/>
                    <a:pt x="14435" y="11723"/>
                    <a:pt x="14414" y="11740"/>
                  </a:cubicBezTo>
                  <a:cubicBezTo>
                    <a:pt x="14400" y="11751"/>
                    <a:pt x="14361" y="11755"/>
                    <a:pt x="14342" y="11753"/>
                  </a:cubicBezTo>
                  <a:cubicBezTo>
                    <a:pt x="14327" y="11752"/>
                    <a:pt x="14300" y="11736"/>
                    <a:pt x="14286" y="11733"/>
                  </a:cubicBezTo>
                  <a:cubicBezTo>
                    <a:pt x="14269" y="11730"/>
                    <a:pt x="14233" y="11728"/>
                    <a:pt x="14217" y="11733"/>
                  </a:cubicBezTo>
                  <a:cubicBezTo>
                    <a:pt x="14198" y="11740"/>
                    <a:pt x="14167" y="11767"/>
                    <a:pt x="14157" y="11783"/>
                  </a:cubicBezTo>
                  <a:cubicBezTo>
                    <a:pt x="14143" y="11806"/>
                    <a:pt x="14149" y="11862"/>
                    <a:pt x="14134" y="11884"/>
                  </a:cubicBezTo>
                  <a:cubicBezTo>
                    <a:pt x="14123" y="11901"/>
                    <a:pt x="14089" y="11933"/>
                    <a:pt x="14066" y="11938"/>
                  </a:cubicBezTo>
                  <a:cubicBezTo>
                    <a:pt x="14039" y="11944"/>
                    <a:pt x="13985" y="11914"/>
                    <a:pt x="13957" y="11914"/>
                  </a:cubicBezTo>
                  <a:cubicBezTo>
                    <a:pt x="13934" y="11914"/>
                    <a:pt x="13887" y="11918"/>
                    <a:pt x="13870" y="11931"/>
                  </a:cubicBezTo>
                  <a:cubicBezTo>
                    <a:pt x="13849" y="11947"/>
                    <a:pt x="13851" y="12004"/>
                    <a:pt x="13836" y="12024"/>
                  </a:cubicBezTo>
                  <a:cubicBezTo>
                    <a:pt x="13818" y="12049"/>
                    <a:pt x="13768" y="12085"/>
                    <a:pt x="13741" y="12102"/>
                  </a:cubicBezTo>
                  <a:cubicBezTo>
                    <a:pt x="13701" y="12127"/>
                    <a:pt x="13607" y="12157"/>
                    <a:pt x="13568" y="12182"/>
                  </a:cubicBezTo>
                  <a:cubicBezTo>
                    <a:pt x="13521" y="12212"/>
                    <a:pt x="13431" y="12279"/>
                    <a:pt x="13405" y="12323"/>
                  </a:cubicBezTo>
                  <a:cubicBezTo>
                    <a:pt x="13385" y="12356"/>
                    <a:pt x="13398" y="12439"/>
                    <a:pt x="13375" y="12470"/>
                  </a:cubicBezTo>
                  <a:cubicBezTo>
                    <a:pt x="13364" y="12485"/>
                    <a:pt x="13319" y="12495"/>
                    <a:pt x="13310" y="12510"/>
                  </a:cubicBezTo>
                  <a:cubicBezTo>
                    <a:pt x="13298" y="12532"/>
                    <a:pt x="13319" y="12583"/>
                    <a:pt x="13314" y="12608"/>
                  </a:cubicBezTo>
                  <a:cubicBezTo>
                    <a:pt x="13311" y="12625"/>
                    <a:pt x="13288" y="12654"/>
                    <a:pt x="13284" y="12671"/>
                  </a:cubicBezTo>
                  <a:cubicBezTo>
                    <a:pt x="13280" y="12691"/>
                    <a:pt x="13291" y="12733"/>
                    <a:pt x="13284" y="12752"/>
                  </a:cubicBezTo>
                  <a:cubicBezTo>
                    <a:pt x="13274" y="12779"/>
                    <a:pt x="13232" y="12825"/>
                    <a:pt x="13208" y="12846"/>
                  </a:cubicBezTo>
                  <a:cubicBezTo>
                    <a:pt x="13180" y="12871"/>
                    <a:pt x="13103" y="12899"/>
                    <a:pt x="13076" y="12926"/>
                  </a:cubicBezTo>
                  <a:cubicBezTo>
                    <a:pt x="13054" y="12949"/>
                    <a:pt x="13024" y="13004"/>
                    <a:pt x="13015" y="13033"/>
                  </a:cubicBezTo>
                  <a:cubicBezTo>
                    <a:pt x="13003" y="13079"/>
                    <a:pt x="12997" y="13175"/>
                    <a:pt x="13008" y="13221"/>
                  </a:cubicBezTo>
                  <a:cubicBezTo>
                    <a:pt x="13014" y="13244"/>
                    <a:pt x="13055" y="13281"/>
                    <a:pt x="13058" y="13305"/>
                  </a:cubicBezTo>
                  <a:cubicBezTo>
                    <a:pt x="13062" y="13343"/>
                    <a:pt x="12992" y="13416"/>
                    <a:pt x="13008" y="13452"/>
                  </a:cubicBezTo>
                  <a:cubicBezTo>
                    <a:pt x="13022" y="13483"/>
                    <a:pt x="13104" y="13510"/>
                    <a:pt x="13140" y="13519"/>
                  </a:cubicBezTo>
                  <a:cubicBezTo>
                    <a:pt x="13173" y="13527"/>
                    <a:pt x="13244" y="13530"/>
                    <a:pt x="13276" y="13522"/>
                  </a:cubicBezTo>
                  <a:cubicBezTo>
                    <a:pt x="13307" y="13514"/>
                    <a:pt x="13350" y="13457"/>
                    <a:pt x="13382" y="13459"/>
                  </a:cubicBezTo>
                  <a:cubicBezTo>
                    <a:pt x="13418" y="13461"/>
                    <a:pt x="13468" y="13516"/>
                    <a:pt x="13488" y="13542"/>
                  </a:cubicBezTo>
                  <a:cubicBezTo>
                    <a:pt x="13499" y="13557"/>
                    <a:pt x="13512" y="13592"/>
                    <a:pt x="13518" y="13610"/>
                  </a:cubicBezTo>
                  <a:cubicBezTo>
                    <a:pt x="13527" y="13634"/>
                    <a:pt x="13531" y="13687"/>
                    <a:pt x="13545" y="13710"/>
                  </a:cubicBezTo>
                  <a:cubicBezTo>
                    <a:pt x="13561" y="13736"/>
                    <a:pt x="13612" y="13777"/>
                    <a:pt x="13636" y="13797"/>
                  </a:cubicBezTo>
                  <a:cubicBezTo>
                    <a:pt x="13654" y="13813"/>
                    <a:pt x="13700" y="13838"/>
                    <a:pt x="13715" y="13857"/>
                  </a:cubicBezTo>
                  <a:cubicBezTo>
                    <a:pt x="13735" y="13883"/>
                    <a:pt x="13764" y="13943"/>
                    <a:pt x="13768" y="13974"/>
                  </a:cubicBezTo>
                  <a:cubicBezTo>
                    <a:pt x="13771" y="14002"/>
                    <a:pt x="13759" y="14060"/>
                    <a:pt x="13745" y="14085"/>
                  </a:cubicBezTo>
                  <a:cubicBezTo>
                    <a:pt x="13734" y="14105"/>
                    <a:pt x="13691" y="14130"/>
                    <a:pt x="13677" y="14149"/>
                  </a:cubicBezTo>
                  <a:cubicBezTo>
                    <a:pt x="13663" y="14168"/>
                    <a:pt x="13640" y="14210"/>
                    <a:pt x="13636" y="14233"/>
                  </a:cubicBezTo>
                  <a:cubicBezTo>
                    <a:pt x="13631" y="14260"/>
                    <a:pt x="13659" y="14316"/>
                    <a:pt x="13651" y="14343"/>
                  </a:cubicBezTo>
                  <a:cubicBezTo>
                    <a:pt x="13640" y="14375"/>
                    <a:pt x="13574" y="14418"/>
                    <a:pt x="13556" y="14447"/>
                  </a:cubicBezTo>
                  <a:cubicBezTo>
                    <a:pt x="13536" y="14479"/>
                    <a:pt x="13506" y="14551"/>
                    <a:pt x="13507" y="14588"/>
                  </a:cubicBezTo>
                  <a:cubicBezTo>
                    <a:pt x="13508" y="14631"/>
                    <a:pt x="13576" y="14708"/>
                    <a:pt x="13575" y="14752"/>
                  </a:cubicBezTo>
                  <a:cubicBezTo>
                    <a:pt x="13574" y="14777"/>
                    <a:pt x="13531" y="14818"/>
                    <a:pt x="13530" y="14842"/>
                  </a:cubicBezTo>
                  <a:cubicBezTo>
                    <a:pt x="13529" y="14865"/>
                    <a:pt x="13562" y="14906"/>
                    <a:pt x="13564" y="14929"/>
                  </a:cubicBezTo>
                  <a:cubicBezTo>
                    <a:pt x="13566" y="14949"/>
                    <a:pt x="13544" y="14990"/>
                    <a:pt x="13549" y="15010"/>
                  </a:cubicBezTo>
                  <a:cubicBezTo>
                    <a:pt x="13554" y="15032"/>
                    <a:pt x="13599" y="15065"/>
                    <a:pt x="13605" y="15087"/>
                  </a:cubicBezTo>
                  <a:cubicBezTo>
                    <a:pt x="13612" y="15108"/>
                    <a:pt x="13610" y="15155"/>
                    <a:pt x="13598" y="15174"/>
                  </a:cubicBezTo>
                  <a:cubicBezTo>
                    <a:pt x="13581" y="15200"/>
                    <a:pt x="13508" y="15220"/>
                    <a:pt x="13488" y="15244"/>
                  </a:cubicBezTo>
                  <a:cubicBezTo>
                    <a:pt x="13471" y="15266"/>
                    <a:pt x="13444" y="15319"/>
                    <a:pt x="13450" y="15345"/>
                  </a:cubicBezTo>
                  <a:cubicBezTo>
                    <a:pt x="13455" y="15364"/>
                    <a:pt x="13496" y="15389"/>
                    <a:pt x="13511" y="15405"/>
                  </a:cubicBezTo>
                  <a:cubicBezTo>
                    <a:pt x="13532" y="15429"/>
                    <a:pt x="13582" y="15476"/>
                    <a:pt x="13590" y="15506"/>
                  </a:cubicBezTo>
                  <a:cubicBezTo>
                    <a:pt x="13600" y="15540"/>
                    <a:pt x="13562" y="15612"/>
                    <a:pt x="13571" y="15646"/>
                  </a:cubicBezTo>
                  <a:cubicBezTo>
                    <a:pt x="13577" y="15668"/>
                    <a:pt x="13619" y="15699"/>
                    <a:pt x="13628" y="15720"/>
                  </a:cubicBezTo>
                  <a:cubicBezTo>
                    <a:pt x="13643" y="15752"/>
                    <a:pt x="13661" y="15823"/>
                    <a:pt x="13654" y="15857"/>
                  </a:cubicBezTo>
                  <a:cubicBezTo>
                    <a:pt x="13649" y="15887"/>
                    <a:pt x="13588" y="15931"/>
                    <a:pt x="13586" y="15962"/>
                  </a:cubicBezTo>
                  <a:cubicBezTo>
                    <a:pt x="13584" y="15988"/>
                    <a:pt x="13632" y="16034"/>
                    <a:pt x="13636" y="16062"/>
                  </a:cubicBezTo>
                  <a:cubicBezTo>
                    <a:pt x="13640" y="16097"/>
                    <a:pt x="13610" y="16167"/>
                    <a:pt x="13605" y="16203"/>
                  </a:cubicBezTo>
                  <a:cubicBezTo>
                    <a:pt x="13602" y="16230"/>
                    <a:pt x="13612" y="16287"/>
                    <a:pt x="13602" y="16313"/>
                  </a:cubicBezTo>
                  <a:cubicBezTo>
                    <a:pt x="13590" y="16339"/>
                    <a:pt x="13529" y="16373"/>
                    <a:pt x="13522" y="16400"/>
                  </a:cubicBezTo>
                  <a:cubicBezTo>
                    <a:pt x="13517" y="16421"/>
                    <a:pt x="13533" y="16467"/>
                    <a:pt x="13549" y="16484"/>
                  </a:cubicBezTo>
                  <a:cubicBezTo>
                    <a:pt x="13572" y="16510"/>
                    <a:pt x="13650" y="16529"/>
                    <a:pt x="13681" y="16547"/>
                  </a:cubicBezTo>
                  <a:cubicBezTo>
                    <a:pt x="13707" y="16563"/>
                    <a:pt x="13752" y="16600"/>
                    <a:pt x="13775" y="16618"/>
                  </a:cubicBezTo>
                  <a:cubicBezTo>
                    <a:pt x="13807" y="16643"/>
                    <a:pt x="13864" y="16695"/>
                    <a:pt x="13896" y="16718"/>
                  </a:cubicBezTo>
                  <a:cubicBezTo>
                    <a:pt x="13933" y="16744"/>
                    <a:pt x="14018" y="16783"/>
                    <a:pt x="14052" y="16812"/>
                  </a:cubicBezTo>
                  <a:cubicBezTo>
                    <a:pt x="14072" y="16831"/>
                    <a:pt x="14099" y="16880"/>
                    <a:pt x="14120" y="16899"/>
                  </a:cubicBezTo>
                  <a:cubicBezTo>
                    <a:pt x="14139" y="16919"/>
                    <a:pt x="14184" y="16954"/>
                    <a:pt x="14210" y="16966"/>
                  </a:cubicBezTo>
                  <a:cubicBezTo>
                    <a:pt x="14235" y="16978"/>
                    <a:pt x="14296" y="16979"/>
                    <a:pt x="14320" y="16993"/>
                  </a:cubicBezTo>
                  <a:cubicBezTo>
                    <a:pt x="14346" y="17009"/>
                    <a:pt x="14366" y="17073"/>
                    <a:pt x="14395" y="17084"/>
                  </a:cubicBezTo>
                  <a:cubicBezTo>
                    <a:pt x="14428" y="17096"/>
                    <a:pt x="14499" y="17065"/>
                    <a:pt x="14535" y="17063"/>
                  </a:cubicBezTo>
                  <a:cubicBezTo>
                    <a:pt x="14577" y="17062"/>
                    <a:pt x="14661" y="17065"/>
                    <a:pt x="14701" y="17073"/>
                  </a:cubicBezTo>
                  <a:cubicBezTo>
                    <a:pt x="14726" y="17079"/>
                    <a:pt x="14771" y="17106"/>
                    <a:pt x="14796" y="17110"/>
                  </a:cubicBezTo>
                  <a:cubicBezTo>
                    <a:pt x="14841" y="17117"/>
                    <a:pt x="14937" y="17082"/>
                    <a:pt x="14977" y="17100"/>
                  </a:cubicBezTo>
                  <a:cubicBezTo>
                    <a:pt x="15019" y="17120"/>
                    <a:pt x="15050" y="17209"/>
                    <a:pt x="15076" y="17245"/>
                  </a:cubicBezTo>
                  <a:cubicBezTo>
                    <a:pt x="15100" y="17279"/>
                    <a:pt x="15148" y="17350"/>
                    <a:pt x="15177" y="17382"/>
                  </a:cubicBezTo>
                  <a:cubicBezTo>
                    <a:pt x="15212" y="17418"/>
                    <a:pt x="15285" y="17491"/>
                    <a:pt x="15333" y="17513"/>
                  </a:cubicBezTo>
                  <a:cubicBezTo>
                    <a:pt x="15402" y="17543"/>
                    <a:pt x="15564" y="17538"/>
                    <a:pt x="15639" y="17556"/>
                  </a:cubicBezTo>
                  <a:cubicBezTo>
                    <a:pt x="15706" y="17572"/>
                    <a:pt x="15834" y="17621"/>
                    <a:pt x="15899" y="17643"/>
                  </a:cubicBezTo>
                  <a:cubicBezTo>
                    <a:pt x="15945" y="17658"/>
                    <a:pt x="16037" y="17686"/>
                    <a:pt x="16081" y="17703"/>
                  </a:cubicBezTo>
                  <a:cubicBezTo>
                    <a:pt x="16125" y="17721"/>
                    <a:pt x="16218" y="17752"/>
                    <a:pt x="16251" y="17784"/>
                  </a:cubicBezTo>
                  <a:cubicBezTo>
                    <a:pt x="16272" y="17804"/>
                    <a:pt x="16295" y="17857"/>
                    <a:pt x="16300" y="17884"/>
                  </a:cubicBezTo>
                  <a:cubicBezTo>
                    <a:pt x="16304" y="17909"/>
                    <a:pt x="16281" y="17962"/>
                    <a:pt x="16293" y="17985"/>
                  </a:cubicBezTo>
                  <a:cubicBezTo>
                    <a:pt x="16301" y="18002"/>
                    <a:pt x="16348" y="18017"/>
                    <a:pt x="16360" y="18032"/>
                  </a:cubicBezTo>
                  <a:cubicBezTo>
                    <a:pt x="16381" y="18058"/>
                    <a:pt x="16395" y="18123"/>
                    <a:pt x="16409" y="18152"/>
                  </a:cubicBezTo>
                  <a:cubicBezTo>
                    <a:pt x="16424" y="18180"/>
                    <a:pt x="16456" y="18233"/>
                    <a:pt x="16474" y="18260"/>
                  </a:cubicBezTo>
                  <a:cubicBezTo>
                    <a:pt x="16493" y="18287"/>
                    <a:pt x="16529" y="18344"/>
                    <a:pt x="16557" y="18363"/>
                  </a:cubicBezTo>
                  <a:cubicBezTo>
                    <a:pt x="16593" y="18389"/>
                    <a:pt x="16686" y="18405"/>
                    <a:pt x="16727" y="18424"/>
                  </a:cubicBezTo>
                  <a:cubicBezTo>
                    <a:pt x="16773" y="18444"/>
                    <a:pt x="16859" y="18491"/>
                    <a:pt x="16901" y="18518"/>
                  </a:cubicBezTo>
                  <a:cubicBezTo>
                    <a:pt x="16917" y="18527"/>
                    <a:pt x="16946" y="18551"/>
                    <a:pt x="16961" y="18561"/>
                  </a:cubicBezTo>
                  <a:cubicBezTo>
                    <a:pt x="16986" y="18577"/>
                    <a:pt x="17040" y="18604"/>
                    <a:pt x="17063" y="18621"/>
                  </a:cubicBezTo>
                  <a:cubicBezTo>
                    <a:pt x="17101" y="18651"/>
                    <a:pt x="17158" y="18726"/>
                    <a:pt x="17195" y="18755"/>
                  </a:cubicBezTo>
                  <a:cubicBezTo>
                    <a:pt x="17235" y="18786"/>
                    <a:pt x="17319" y="18847"/>
                    <a:pt x="17370" y="18859"/>
                  </a:cubicBezTo>
                  <a:cubicBezTo>
                    <a:pt x="17421" y="18872"/>
                    <a:pt x="17531" y="18849"/>
                    <a:pt x="17585" y="18853"/>
                  </a:cubicBezTo>
                  <a:cubicBezTo>
                    <a:pt x="17643" y="18857"/>
                    <a:pt x="17762" y="18865"/>
                    <a:pt x="17812" y="18893"/>
                  </a:cubicBezTo>
                  <a:cubicBezTo>
                    <a:pt x="17869" y="18925"/>
                    <a:pt x="17931" y="19041"/>
                    <a:pt x="17974" y="19087"/>
                  </a:cubicBezTo>
                  <a:cubicBezTo>
                    <a:pt x="18022" y="19138"/>
                    <a:pt x="18128" y="19232"/>
                    <a:pt x="18178" y="19281"/>
                  </a:cubicBezTo>
                  <a:cubicBezTo>
                    <a:pt x="18221" y="19323"/>
                    <a:pt x="18310" y="19402"/>
                    <a:pt x="18344" y="19449"/>
                  </a:cubicBezTo>
                  <a:cubicBezTo>
                    <a:pt x="18365" y="19477"/>
                    <a:pt x="18391" y="19540"/>
                    <a:pt x="18409" y="19569"/>
                  </a:cubicBezTo>
                  <a:cubicBezTo>
                    <a:pt x="18427" y="19599"/>
                    <a:pt x="18481" y="19651"/>
                    <a:pt x="18488" y="19683"/>
                  </a:cubicBezTo>
                  <a:cubicBezTo>
                    <a:pt x="18496" y="19720"/>
                    <a:pt x="18471" y="19795"/>
                    <a:pt x="18462" y="19831"/>
                  </a:cubicBezTo>
                  <a:cubicBezTo>
                    <a:pt x="18453" y="19864"/>
                    <a:pt x="18417" y="19927"/>
                    <a:pt x="18412" y="19962"/>
                  </a:cubicBezTo>
                  <a:cubicBezTo>
                    <a:pt x="18407" y="19999"/>
                    <a:pt x="18412" y="20076"/>
                    <a:pt x="18424" y="20112"/>
                  </a:cubicBezTo>
                  <a:cubicBezTo>
                    <a:pt x="18431" y="20135"/>
                    <a:pt x="18469" y="20173"/>
                    <a:pt x="18477" y="20196"/>
                  </a:cubicBezTo>
                  <a:cubicBezTo>
                    <a:pt x="18486" y="20226"/>
                    <a:pt x="18471" y="20293"/>
                    <a:pt x="18480" y="20324"/>
                  </a:cubicBezTo>
                  <a:cubicBezTo>
                    <a:pt x="18490" y="20354"/>
                    <a:pt x="18540" y="20404"/>
                    <a:pt x="18549" y="20434"/>
                  </a:cubicBezTo>
                  <a:cubicBezTo>
                    <a:pt x="18557" y="20463"/>
                    <a:pt x="18537" y="20526"/>
                    <a:pt x="18549" y="20555"/>
                  </a:cubicBezTo>
                  <a:cubicBezTo>
                    <a:pt x="18558" y="20578"/>
                    <a:pt x="18610" y="20609"/>
                    <a:pt x="18625" y="20632"/>
                  </a:cubicBezTo>
                  <a:cubicBezTo>
                    <a:pt x="18631" y="20643"/>
                    <a:pt x="18641" y="20661"/>
                    <a:pt x="18648" y="20680"/>
                  </a:cubicBezTo>
                  <a:lnTo>
                    <a:pt x="17135" y="20796"/>
                  </a:lnTo>
                  <a:lnTo>
                    <a:pt x="13197" y="21111"/>
                  </a:lnTo>
                  <a:lnTo>
                    <a:pt x="9614" y="21318"/>
                  </a:lnTo>
                  <a:lnTo>
                    <a:pt x="7815" y="21392"/>
                  </a:lnTo>
                  <a:lnTo>
                    <a:pt x="5986" y="21486"/>
                  </a:lnTo>
                  <a:lnTo>
                    <a:pt x="3018" y="21594"/>
                  </a:lnTo>
                  <a:lnTo>
                    <a:pt x="2732" y="15003"/>
                  </a:lnTo>
                  <a:cubicBezTo>
                    <a:pt x="2732" y="15003"/>
                    <a:pt x="2654" y="14860"/>
                    <a:pt x="2619" y="14817"/>
                  </a:cubicBezTo>
                  <a:cubicBezTo>
                    <a:pt x="2595" y="14790"/>
                    <a:pt x="2541" y="14739"/>
                    <a:pt x="2509" y="14720"/>
                  </a:cubicBezTo>
                  <a:cubicBezTo>
                    <a:pt x="2476" y="14700"/>
                    <a:pt x="2398" y="14680"/>
                    <a:pt x="2364" y="14663"/>
                  </a:cubicBezTo>
                  <a:cubicBezTo>
                    <a:pt x="2345" y="14654"/>
                    <a:pt x="2313" y="14625"/>
                    <a:pt x="2292" y="14620"/>
                  </a:cubicBezTo>
                  <a:cubicBezTo>
                    <a:pt x="2247" y="14608"/>
                    <a:pt x="2150" y="14640"/>
                    <a:pt x="2105" y="14628"/>
                  </a:cubicBezTo>
                  <a:cubicBezTo>
                    <a:pt x="2076" y="14620"/>
                    <a:pt x="2028" y="14582"/>
                    <a:pt x="2007" y="14563"/>
                  </a:cubicBezTo>
                  <a:cubicBezTo>
                    <a:pt x="1973" y="14532"/>
                    <a:pt x="1916" y="14461"/>
                    <a:pt x="1893" y="14424"/>
                  </a:cubicBezTo>
                  <a:cubicBezTo>
                    <a:pt x="1873" y="14390"/>
                    <a:pt x="1851" y="14315"/>
                    <a:pt x="1833" y="14281"/>
                  </a:cubicBezTo>
                  <a:cubicBezTo>
                    <a:pt x="1813" y="14245"/>
                    <a:pt x="1767" y="14174"/>
                    <a:pt x="1740" y="14142"/>
                  </a:cubicBezTo>
                  <a:cubicBezTo>
                    <a:pt x="1715" y="14112"/>
                    <a:pt x="1654" y="14060"/>
                    <a:pt x="1629" y="14030"/>
                  </a:cubicBezTo>
                  <a:cubicBezTo>
                    <a:pt x="1609" y="14008"/>
                    <a:pt x="1568" y="13964"/>
                    <a:pt x="1559" y="13938"/>
                  </a:cubicBezTo>
                  <a:cubicBezTo>
                    <a:pt x="1546" y="13902"/>
                    <a:pt x="1540" y="13825"/>
                    <a:pt x="1555" y="13790"/>
                  </a:cubicBezTo>
                  <a:cubicBezTo>
                    <a:pt x="1571" y="13753"/>
                    <a:pt x="1644" y="13703"/>
                    <a:pt x="1674" y="13675"/>
                  </a:cubicBezTo>
                  <a:cubicBezTo>
                    <a:pt x="1706" y="13645"/>
                    <a:pt x="1772" y="13587"/>
                    <a:pt x="1806" y="13559"/>
                  </a:cubicBezTo>
                  <a:cubicBezTo>
                    <a:pt x="1838" y="13533"/>
                    <a:pt x="1897" y="13476"/>
                    <a:pt x="1935" y="13457"/>
                  </a:cubicBezTo>
                  <a:cubicBezTo>
                    <a:pt x="1962" y="13443"/>
                    <a:pt x="2028" y="13440"/>
                    <a:pt x="2054" y="13425"/>
                  </a:cubicBezTo>
                  <a:cubicBezTo>
                    <a:pt x="2077" y="13411"/>
                    <a:pt x="2112" y="13370"/>
                    <a:pt x="2126" y="13348"/>
                  </a:cubicBezTo>
                  <a:cubicBezTo>
                    <a:pt x="2145" y="13316"/>
                    <a:pt x="2153" y="13242"/>
                    <a:pt x="2173" y="13211"/>
                  </a:cubicBezTo>
                  <a:cubicBezTo>
                    <a:pt x="2191" y="13182"/>
                    <a:pt x="2250" y="13140"/>
                    <a:pt x="2269" y="13112"/>
                  </a:cubicBezTo>
                  <a:cubicBezTo>
                    <a:pt x="2294" y="13074"/>
                    <a:pt x="2330" y="12989"/>
                    <a:pt x="2335" y="12944"/>
                  </a:cubicBezTo>
                  <a:cubicBezTo>
                    <a:pt x="2341" y="12899"/>
                    <a:pt x="2316" y="12807"/>
                    <a:pt x="2309" y="12762"/>
                  </a:cubicBezTo>
                  <a:cubicBezTo>
                    <a:pt x="2306" y="12742"/>
                    <a:pt x="2302" y="12715"/>
                    <a:pt x="2298" y="1268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79" name="Shape 4761"/>
            <p:cNvSpPr/>
            <p:nvPr/>
          </p:nvSpPr>
          <p:spPr>
            <a:xfrm>
              <a:off x="5223664" y="391199"/>
              <a:ext cx="1353426" cy="1526617"/>
            </a:xfrm>
            <a:custGeom>
              <a:avLst/>
              <a:gdLst/>
              <a:ahLst/>
              <a:cxnLst>
                <a:cxn ang="0">
                  <a:pos x="wd2" y="hd2"/>
                </a:cxn>
                <a:cxn ang="5400000">
                  <a:pos x="wd2" y="hd2"/>
                </a:cxn>
                <a:cxn ang="10800000">
                  <a:pos x="wd2" y="hd2"/>
                </a:cxn>
                <a:cxn ang="16200000">
                  <a:pos x="wd2" y="hd2"/>
                </a:cxn>
              </a:cxnLst>
              <a:rect l="0" t="0" r="r" b="b"/>
              <a:pathLst>
                <a:path w="21596" h="21594" extrusionOk="0">
                  <a:moveTo>
                    <a:pt x="2298" y="12686"/>
                  </a:moveTo>
                  <a:cubicBezTo>
                    <a:pt x="2293" y="12648"/>
                    <a:pt x="2288" y="12608"/>
                    <a:pt x="2284" y="12583"/>
                  </a:cubicBezTo>
                  <a:cubicBezTo>
                    <a:pt x="2278" y="12537"/>
                    <a:pt x="2254" y="12447"/>
                    <a:pt x="2260" y="12401"/>
                  </a:cubicBezTo>
                  <a:cubicBezTo>
                    <a:pt x="2264" y="12368"/>
                    <a:pt x="2303" y="12307"/>
                    <a:pt x="2311" y="12274"/>
                  </a:cubicBezTo>
                  <a:cubicBezTo>
                    <a:pt x="2321" y="12230"/>
                    <a:pt x="2330" y="12140"/>
                    <a:pt x="2326" y="12095"/>
                  </a:cubicBezTo>
                  <a:cubicBezTo>
                    <a:pt x="2321" y="12048"/>
                    <a:pt x="2289" y="11957"/>
                    <a:pt x="2273" y="11913"/>
                  </a:cubicBezTo>
                  <a:cubicBezTo>
                    <a:pt x="2253" y="11859"/>
                    <a:pt x="2197" y="11758"/>
                    <a:pt x="2183" y="11704"/>
                  </a:cubicBezTo>
                  <a:cubicBezTo>
                    <a:pt x="2168" y="11647"/>
                    <a:pt x="2164" y="11529"/>
                    <a:pt x="2161" y="11470"/>
                  </a:cubicBezTo>
                  <a:cubicBezTo>
                    <a:pt x="2159" y="11426"/>
                    <a:pt x="2174" y="11337"/>
                    <a:pt x="2161" y="11294"/>
                  </a:cubicBezTo>
                  <a:cubicBezTo>
                    <a:pt x="2150" y="11259"/>
                    <a:pt x="2103" y="11196"/>
                    <a:pt x="2076" y="11169"/>
                  </a:cubicBezTo>
                  <a:cubicBezTo>
                    <a:pt x="2056" y="11149"/>
                    <a:pt x="2003" y="11124"/>
                    <a:pt x="1985" y="11103"/>
                  </a:cubicBezTo>
                  <a:cubicBezTo>
                    <a:pt x="1958" y="11073"/>
                    <a:pt x="1931" y="10996"/>
                    <a:pt x="1909" y="10963"/>
                  </a:cubicBezTo>
                  <a:cubicBezTo>
                    <a:pt x="1891" y="10937"/>
                    <a:pt x="1840" y="10896"/>
                    <a:pt x="1826" y="10870"/>
                  </a:cubicBezTo>
                  <a:cubicBezTo>
                    <a:pt x="1814" y="10847"/>
                    <a:pt x="1811" y="10795"/>
                    <a:pt x="1803" y="10772"/>
                  </a:cubicBezTo>
                  <a:cubicBezTo>
                    <a:pt x="1787" y="10721"/>
                    <a:pt x="1728" y="10625"/>
                    <a:pt x="1718" y="10573"/>
                  </a:cubicBezTo>
                  <a:cubicBezTo>
                    <a:pt x="1707" y="10514"/>
                    <a:pt x="1745" y="10389"/>
                    <a:pt x="1724" y="10332"/>
                  </a:cubicBezTo>
                  <a:cubicBezTo>
                    <a:pt x="1709" y="10291"/>
                    <a:pt x="1631" y="10232"/>
                    <a:pt x="1608" y="10194"/>
                  </a:cubicBezTo>
                  <a:cubicBezTo>
                    <a:pt x="1590" y="10165"/>
                    <a:pt x="1557" y="10101"/>
                    <a:pt x="1557" y="10068"/>
                  </a:cubicBezTo>
                  <a:cubicBezTo>
                    <a:pt x="1557" y="10042"/>
                    <a:pt x="1597" y="9994"/>
                    <a:pt x="1597" y="9967"/>
                  </a:cubicBezTo>
                  <a:cubicBezTo>
                    <a:pt x="1597" y="9944"/>
                    <a:pt x="1563" y="9903"/>
                    <a:pt x="1562" y="9879"/>
                  </a:cubicBezTo>
                  <a:cubicBezTo>
                    <a:pt x="1562" y="9862"/>
                    <a:pt x="1580" y="9831"/>
                    <a:pt x="1582" y="9814"/>
                  </a:cubicBezTo>
                  <a:cubicBezTo>
                    <a:pt x="1587" y="9780"/>
                    <a:pt x="1585" y="9710"/>
                    <a:pt x="1579" y="9676"/>
                  </a:cubicBezTo>
                  <a:cubicBezTo>
                    <a:pt x="1572" y="9629"/>
                    <a:pt x="1511" y="9540"/>
                    <a:pt x="1521" y="9493"/>
                  </a:cubicBezTo>
                  <a:cubicBezTo>
                    <a:pt x="1525" y="9467"/>
                    <a:pt x="1579" y="9433"/>
                    <a:pt x="1585" y="9407"/>
                  </a:cubicBezTo>
                  <a:cubicBezTo>
                    <a:pt x="1592" y="9376"/>
                    <a:pt x="1554" y="9314"/>
                    <a:pt x="1557" y="9282"/>
                  </a:cubicBezTo>
                  <a:cubicBezTo>
                    <a:pt x="1561" y="9234"/>
                    <a:pt x="1652" y="9148"/>
                    <a:pt x="1633" y="9103"/>
                  </a:cubicBezTo>
                  <a:cubicBezTo>
                    <a:pt x="1622" y="9076"/>
                    <a:pt x="1539" y="9071"/>
                    <a:pt x="1521" y="9048"/>
                  </a:cubicBezTo>
                  <a:cubicBezTo>
                    <a:pt x="1501" y="9025"/>
                    <a:pt x="1513" y="8961"/>
                    <a:pt x="1494" y="8937"/>
                  </a:cubicBezTo>
                  <a:cubicBezTo>
                    <a:pt x="1484" y="8924"/>
                    <a:pt x="1444" y="8915"/>
                    <a:pt x="1432" y="8902"/>
                  </a:cubicBezTo>
                  <a:cubicBezTo>
                    <a:pt x="1409" y="8876"/>
                    <a:pt x="1388" y="8809"/>
                    <a:pt x="1387" y="8777"/>
                  </a:cubicBezTo>
                  <a:cubicBezTo>
                    <a:pt x="1384" y="8737"/>
                    <a:pt x="1419" y="8662"/>
                    <a:pt x="1424" y="8623"/>
                  </a:cubicBezTo>
                  <a:cubicBezTo>
                    <a:pt x="1429" y="8579"/>
                    <a:pt x="1429" y="8491"/>
                    <a:pt x="1421" y="8448"/>
                  </a:cubicBezTo>
                  <a:cubicBezTo>
                    <a:pt x="1415" y="8414"/>
                    <a:pt x="1377" y="8353"/>
                    <a:pt x="1375" y="8319"/>
                  </a:cubicBezTo>
                  <a:cubicBezTo>
                    <a:pt x="1374" y="8298"/>
                    <a:pt x="1396" y="8257"/>
                    <a:pt x="1392" y="8237"/>
                  </a:cubicBezTo>
                  <a:cubicBezTo>
                    <a:pt x="1385" y="8201"/>
                    <a:pt x="1316" y="8148"/>
                    <a:pt x="1310" y="8113"/>
                  </a:cubicBezTo>
                  <a:cubicBezTo>
                    <a:pt x="1303" y="8071"/>
                    <a:pt x="1356" y="7992"/>
                    <a:pt x="1359" y="7950"/>
                  </a:cubicBezTo>
                  <a:cubicBezTo>
                    <a:pt x="1361" y="7913"/>
                    <a:pt x="1334" y="7839"/>
                    <a:pt x="1336" y="7802"/>
                  </a:cubicBezTo>
                  <a:cubicBezTo>
                    <a:pt x="1338" y="7761"/>
                    <a:pt x="1385" y="7683"/>
                    <a:pt x="1378" y="7643"/>
                  </a:cubicBezTo>
                  <a:cubicBezTo>
                    <a:pt x="1371" y="7604"/>
                    <a:pt x="1292" y="7545"/>
                    <a:pt x="1285" y="7505"/>
                  </a:cubicBezTo>
                  <a:cubicBezTo>
                    <a:pt x="1278" y="7467"/>
                    <a:pt x="1333" y="7390"/>
                    <a:pt x="1321" y="7352"/>
                  </a:cubicBezTo>
                  <a:cubicBezTo>
                    <a:pt x="1315" y="7330"/>
                    <a:pt x="1262" y="7305"/>
                    <a:pt x="1253" y="7284"/>
                  </a:cubicBezTo>
                  <a:cubicBezTo>
                    <a:pt x="1242" y="7253"/>
                    <a:pt x="1259" y="7186"/>
                    <a:pt x="1265" y="7153"/>
                  </a:cubicBezTo>
                  <a:cubicBezTo>
                    <a:pt x="1271" y="7121"/>
                    <a:pt x="1305" y="7058"/>
                    <a:pt x="1302" y="7025"/>
                  </a:cubicBezTo>
                  <a:cubicBezTo>
                    <a:pt x="1298" y="6992"/>
                    <a:pt x="1247" y="6935"/>
                    <a:pt x="1239" y="6902"/>
                  </a:cubicBezTo>
                  <a:cubicBezTo>
                    <a:pt x="1233" y="6873"/>
                    <a:pt x="1242" y="6814"/>
                    <a:pt x="1245" y="6784"/>
                  </a:cubicBezTo>
                  <a:cubicBezTo>
                    <a:pt x="1249" y="6747"/>
                    <a:pt x="1273" y="6673"/>
                    <a:pt x="1265" y="6636"/>
                  </a:cubicBezTo>
                  <a:cubicBezTo>
                    <a:pt x="1260" y="6613"/>
                    <a:pt x="1232" y="6571"/>
                    <a:pt x="1217" y="6553"/>
                  </a:cubicBezTo>
                  <a:cubicBezTo>
                    <a:pt x="1203" y="6536"/>
                    <a:pt x="1160" y="6511"/>
                    <a:pt x="1149" y="6492"/>
                  </a:cubicBezTo>
                  <a:cubicBezTo>
                    <a:pt x="1127" y="6457"/>
                    <a:pt x="1133" y="6369"/>
                    <a:pt x="1115" y="6332"/>
                  </a:cubicBezTo>
                  <a:cubicBezTo>
                    <a:pt x="1101" y="6305"/>
                    <a:pt x="1047" y="6266"/>
                    <a:pt x="1035" y="6238"/>
                  </a:cubicBezTo>
                  <a:cubicBezTo>
                    <a:pt x="1019" y="6201"/>
                    <a:pt x="1031" y="6116"/>
                    <a:pt x="1015" y="6078"/>
                  </a:cubicBezTo>
                  <a:cubicBezTo>
                    <a:pt x="1002" y="6044"/>
                    <a:pt x="950" y="5989"/>
                    <a:pt x="928" y="5960"/>
                  </a:cubicBezTo>
                  <a:cubicBezTo>
                    <a:pt x="913" y="5941"/>
                    <a:pt x="876" y="5909"/>
                    <a:pt x="868" y="5887"/>
                  </a:cubicBezTo>
                  <a:cubicBezTo>
                    <a:pt x="859" y="5858"/>
                    <a:pt x="883" y="5796"/>
                    <a:pt x="877" y="5766"/>
                  </a:cubicBezTo>
                  <a:cubicBezTo>
                    <a:pt x="869" y="5732"/>
                    <a:pt x="833" y="5668"/>
                    <a:pt x="808" y="5641"/>
                  </a:cubicBezTo>
                  <a:cubicBezTo>
                    <a:pt x="792" y="5623"/>
                    <a:pt x="738" y="5606"/>
                    <a:pt x="726" y="5585"/>
                  </a:cubicBezTo>
                  <a:cubicBezTo>
                    <a:pt x="710" y="5555"/>
                    <a:pt x="747" y="5480"/>
                    <a:pt x="729" y="5450"/>
                  </a:cubicBezTo>
                  <a:cubicBezTo>
                    <a:pt x="718" y="5431"/>
                    <a:pt x="662" y="5422"/>
                    <a:pt x="650" y="5405"/>
                  </a:cubicBezTo>
                  <a:cubicBezTo>
                    <a:pt x="632" y="5377"/>
                    <a:pt x="646" y="5310"/>
                    <a:pt x="639" y="5279"/>
                  </a:cubicBezTo>
                  <a:cubicBezTo>
                    <a:pt x="627" y="5235"/>
                    <a:pt x="576" y="5154"/>
                    <a:pt x="564" y="5110"/>
                  </a:cubicBezTo>
                  <a:cubicBezTo>
                    <a:pt x="558" y="5082"/>
                    <a:pt x="565" y="5023"/>
                    <a:pt x="557" y="4995"/>
                  </a:cubicBezTo>
                  <a:cubicBezTo>
                    <a:pt x="550" y="4975"/>
                    <a:pt x="523" y="4941"/>
                    <a:pt x="514" y="4922"/>
                  </a:cubicBezTo>
                  <a:cubicBezTo>
                    <a:pt x="504" y="4903"/>
                    <a:pt x="491" y="4863"/>
                    <a:pt x="480" y="4844"/>
                  </a:cubicBezTo>
                  <a:cubicBezTo>
                    <a:pt x="471" y="4829"/>
                    <a:pt x="443" y="4805"/>
                    <a:pt x="437" y="4789"/>
                  </a:cubicBezTo>
                  <a:cubicBezTo>
                    <a:pt x="430" y="4769"/>
                    <a:pt x="442" y="4728"/>
                    <a:pt x="434" y="4708"/>
                  </a:cubicBezTo>
                  <a:cubicBezTo>
                    <a:pt x="428" y="4692"/>
                    <a:pt x="396" y="4669"/>
                    <a:pt x="389" y="4653"/>
                  </a:cubicBezTo>
                  <a:cubicBezTo>
                    <a:pt x="373" y="4612"/>
                    <a:pt x="380" y="4523"/>
                    <a:pt x="378" y="4480"/>
                  </a:cubicBezTo>
                  <a:cubicBezTo>
                    <a:pt x="376" y="4444"/>
                    <a:pt x="367" y="4372"/>
                    <a:pt x="372" y="4337"/>
                  </a:cubicBezTo>
                  <a:cubicBezTo>
                    <a:pt x="376" y="4313"/>
                    <a:pt x="394" y="4267"/>
                    <a:pt x="401" y="4243"/>
                  </a:cubicBezTo>
                  <a:cubicBezTo>
                    <a:pt x="410" y="4206"/>
                    <a:pt x="443" y="4131"/>
                    <a:pt x="437" y="4093"/>
                  </a:cubicBezTo>
                  <a:cubicBezTo>
                    <a:pt x="430" y="4047"/>
                    <a:pt x="353" y="3972"/>
                    <a:pt x="341" y="3927"/>
                  </a:cubicBezTo>
                  <a:cubicBezTo>
                    <a:pt x="333" y="3896"/>
                    <a:pt x="337" y="3832"/>
                    <a:pt x="344" y="3801"/>
                  </a:cubicBezTo>
                  <a:cubicBezTo>
                    <a:pt x="349" y="3776"/>
                    <a:pt x="376" y="3729"/>
                    <a:pt x="381" y="3703"/>
                  </a:cubicBezTo>
                  <a:cubicBezTo>
                    <a:pt x="390" y="3654"/>
                    <a:pt x="395" y="3553"/>
                    <a:pt x="381" y="3505"/>
                  </a:cubicBezTo>
                  <a:cubicBezTo>
                    <a:pt x="367" y="3460"/>
                    <a:pt x="294" y="3388"/>
                    <a:pt x="276" y="3344"/>
                  </a:cubicBezTo>
                  <a:cubicBezTo>
                    <a:pt x="262" y="3312"/>
                    <a:pt x="241" y="3242"/>
                    <a:pt x="247" y="3208"/>
                  </a:cubicBezTo>
                  <a:cubicBezTo>
                    <a:pt x="254" y="3169"/>
                    <a:pt x="319" y="3105"/>
                    <a:pt x="335" y="3068"/>
                  </a:cubicBezTo>
                  <a:cubicBezTo>
                    <a:pt x="350" y="3033"/>
                    <a:pt x="353" y="2956"/>
                    <a:pt x="369" y="2922"/>
                  </a:cubicBezTo>
                  <a:cubicBezTo>
                    <a:pt x="380" y="2898"/>
                    <a:pt x="423" y="2859"/>
                    <a:pt x="431" y="2834"/>
                  </a:cubicBezTo>
                  <a:cubicBezTo>
                    <a:pt x="439" y="2812"/>
                    <a:pt x="439" y="2766"/>
                    <a:pt x="434" y="2743"/>
                  </a:cubicBezTo>
                  <a:cubicBezTo>
                    <a:pt x="428" y="2713"/>
                    <a:pt x="397" y="2657"/>
                    <a:pt x="381" y="2631"/>
                  </a:cubicBezTo>
                  <a:cubicBezTo>
                    <a:pt x="355" y="2587"/>
                    <a:pt x="280" y="2513"/>
                    <a:pt x="261" y="2467"/>
                  </a:cubicBezTo>
                  <a:cubicBezTo>
                    <a:pt x="245" y="2427"/>
                    <a:pt x="256" y="2337"/>
                    <a:pt x="241" y="2296"/>
                  </a:cubicBezTo>
                  <a:cubicBezTo>
                    <a:pt x="234" y="2275"/>
                    <a:pt x="199" y="2240"/>
                    <a:pt x="190" y="2218"/>
                  </a:cubicBezTo>
                  <a:cubicBezTo>
                    <a:pt x="180" y="2189"/>
                    <a:pt x="184" y="2127"/>
                    <a:pt x="176" y="2098"/>
                  </a:cubicBezTo>
                  <a:cubicBezTo>
                    <a:pt x="166" y="2059"/>
                    <a:pt x="129" y="1985"/>
                    <a:pt x="111" y="1947"/>
                  </a:cubicBezTo>
                  <a:cubicBezTo>
                    <a:pt x="88" y="1897"/>
                    <a:pt x="26" y="1801"/>
                    <a:pt x="15" y="1749"/>
                  </a:cubicBezTo>
                  <a:cubicBezTo>
                    <a:pt x="9" y="1724"/>
                    <a:pt x="20" y="1673"/>
                    <a:pt x="17" y="1648"/>
                  </a:cubicBezTo>
                  <a:cubicBezTo>
                    <a:pt x="16" y="1626"/>
                    <a:pt x="8" y="1586"/>
                    <a:pt x="0" y="1547"/>
                  </a:cubicBezTo>
                  <a:lnTo>
                    <a:pt x="2321" y="1491"/>
                  </a:lnTo>
                  <a:lnTo>
                    <a:pt x="5735" y="1367"/>
                  </a:lnTo>
                  <a:cubicBezTo>
                    <a:pt x="5735" y="1367"/>
                    <a:pt x="5366" y="194"/>
                    <a:pt x="5684" y="2"/>
                  </a:cubicBezTo>
                  <a:cubicBezTo>
                    <a:pt x="5697" y="-6"/>
                    <a:pt x="5729" y="18"/>
                    <a:pt x="5743" y="25"/>
                  </a:cubicBezTo>
                  <a:cubicBezTo>
                    <a:pt x="5777" y="40"/>
                    <a:pt x="5834" y="90"/>
                    <a:pt x="5871" y="98"/>
                  </a:cubicBezTo>
                  <a:cubicBezTo>
                    <a:pt x="5901" y="104"/>
                    <a:pt x="5967" y="93"/>
                    <a:pt x="5996" y="83"/>
                  </a:cubicBezTo>
                  <a:cubicBezTo>
                    <a:pt x="6018" y="74"/>
                    <a:pt x="6048" y="38"/>
                    <a:pt x="6069" y="30"/>
                  </a:cubicBezTo>
                  <a:cubicBezTo>
                    <a:pt x="6106" y="15"/>
                    <a:pt x="6189" y="-3"/>
                    <a:pt x="6228" y="5"/>
                  </a:cubicBezTo>
                  <a:cubicBezTo>
                    <a:pt x="6269" y="13"/>
                    <a:pt x="6331" y="70"/>
                    <a:pt x="6364" y="93"/>
                  </a:cubicBezTo>
                  <a:cubicBezTo>
                    <a:pt x="6385" y="107"/>
                    <a:pt x="6421" y="143"/>
                    <a:pt x="6446" y="150"/>
                  </a:cubicBezTo>
                  <a:cubicBezTo>
                    <a:pt x="6470" y="157"/>
                    <a:pt x="6522" y="138"/>
                    <a:pt x="6545" y="146"/>
                  </a:cubicBezTo>
                  <a:cubicBezTo>
                    <a:pt x="6571" y="153"/>
                    <a:pt x="6617" y="186"/>
                    <a:pt x="6628" y="208"/>
                  </a:cubicBezTo>
                  <a:cubicBezTo>
                    <a:pt x="6640" y="235"/>
                    <a:pt x="6611" y="295"/>
                    <a:pt x="6616" y="323"/>
                  </a:cubicBezTo>
                  <a:cubicBezTo>
                    <a:pt x="6621" y="349"/>
                    <a:pt x="6657" y="394"/>
                    <a:pt x="6665" y="419"/>
                  </a:cubicBezTo>
                  <a:cubicBezTo>
                    <a:pt x="6687" y="488"/>
                    <a:pt x="6686" y="634"/>
                    <a:pt x="6707" y="703"/>
                  </a:cubicBezTo>
                  <a:cubicBezTo>
                    <a:pt x="6721" y="748"/>
                    <a:pt x="6763" y="834"/>
                    <a:pt x="6786" y="876"/>
                  </a:cubicBezTo>
                  <a:cubicBezTo>
                    <a:pt x="6800" y="901"/>
                    <a:pt x="6838" y="946"/>
                    <a:pt x="6849" y="972"/>
                  </a:cubicBezTo>
                  <a:cubicBezTo>
                    <a:pt x="6858" y="993"/>
                    <a:pt x="6870" y="1039"/>
                    <a:pt x="6872" y="1062"/>
                  </a:cubicBezTo>
                  <a:cubicBezTo>
                    <a:pt x="6874" y="1100"/>
                    <a:pt x="6851" y="1175"/>
                    <a:pt x="6854" y="1213"/>
                  </a:cubicBezTo>
                  <a:cubicBezTo>
                    <a:pt x="6857" y="1241"/>
                    <a:pt x="6870" y="1297"/>
                    <a:pt x="6888" y="1319"/>
                  </a:cubicBezTo>
                  <a:cubicBezTo>
                    <a:pt x="6897" y="1329"/>
                    <a:pt x="6924" y="1338"/>
                    <a:pt x="6934" y="1346"/>
                  </a:cubicBezTo>
                  <a:cubicBezTo>
                    <a:pt x="6952" y="1363"/>
                    <a:pt x="6978" y="1403"/>
                    <a:pt x="6988" y="1424"/>
                  </a:cubicBezTo>
                  <a:cubicBezTo>
                    <a:pt x="7000" y="1451"/>
                    <a:pt x="7016" y="1509"/>
                    <a:pt x="7022" y="1537"/>
                  </a:cubicBezTo>
                  <a:cubicBezTo>
                    <a:pt x="7030" y="1576"/>
                    <a:pt x="7034" y="1656"/>
                    <a:pt x="7042" y="1696"/>
                  </a:cubicBezTo>
                  <a:cubicBezTo>
                    <a:pt x="7047" y="1726"/>
                    <a:pt x="7069" y="1786"/>
                    <a:pt x="7070" y="1816"/>
                  </a:cubicBezTo>
                  <a:cubicBezTo>
                    <a:pt x="7070" y="1841"/>
                    <a:pt x="7060" y="1890"/>
                    <a:pt x="7053" y="1915"/>
                  </a:cubicBezTo>
                  <a:cubicBezTo>
                    <a:pt x="7048" y="1934"/>
                    <a:pt x="7025" y="1972"/>
                    <a:pt x="7024" y="1992"/>
                  </a:cubicBezTo>
                  <a:cubicBezTo>
                    <a:pt x="7024" y="2023"/>
                    <a:pt x="7047" y="2083"/>
                    <a:pt x="7064" y="2110"/>
                  </a:cubicBezTo>
                  <a:cubicBezTo>
                    <a:pt x="7077" y="2130"/>
                    <a:pt x="7115" y="2163"/>
                    <a:pt x="7135" y="2178"/>
                  </a:cubicBezTo>
                  <a:cubicBezTo>
                    <a:pt x="7164" y="2199"/>
                    <a:pt x="7231" y="2231"/>
                    <a:pt x="7263" y="2248"/>
                  </a:cubicBezTo>
                  <a:cubicBezTo>
                    <a:pt x="7292" y="2265"/>
                    <a:pt x="7347" y="2304"/>
                    <a:pt x="7379" y="2317"/>
                  </a:cubicBezTo>
                  <a:cubicBezTo>
                    <a:pt x="7437" y="2339"/>
                    <a:pt x="7563" y="2352"/>
                    <a:pt x="7623" y="2369"/>
                  </a:cubicBezTo>
                  <a:cubicBezTo>
                    <a:pt x="7648" y="2376"/>
                    <a:pt x="7695" y="2404"/>
                    <a:pt x="7722" y="2404"/>
                  </a:cubicBezTo>
                  <a:cubicBezTo>
                    <a:pt x="7741" y="2405"/>
                    <a:pt x="7781" y="2393"/>
                    <a:pt x="7795" y="2381"/>
                  </a:cubicBezTo>
                  <a:cubicBezTo>
                    <a:pt x="7808" y="2372"/>
                    <a:pt x="7815" y="2337"/>
                    <a:pt x="7829" y="2329"/>
                  </a:cubicBezTo>
                  <a:cubicBezTo>
                    <a:pt x="7852" y="2315"/>
                    <a:pt x="7908" y="2310"/>
                    <a:pt x="7934" y="2314"/>
                  </a:cubicBezTo>
                  <a:cubicBezTo>
                    <a:pt x="7957" y="2317"/>
                    <a:pt x="7991" y="2354"/>
                    <a:pt x="8014" y="2354"/>
                  </a:cubicBezTo>
                  <a:cubicBezTo>
                    <a:pt x="8038" y="2354"/>
                    <a:pt x="8076" y="2318"/>
                    <a:pt x="8099" y="2309"/>
                  </a:cubicBezTo>
                  <a:cubicBezTo>
                    <a:pt x="8115" y="2302"/>
                    <a:pt x="8149" y="2287"/>
                    <a:pt x="8167" y="2289"/>
                  </a:cubicBezTo>
                  <a:cubicBezTo>
                    <a:pt x="8190" y="2290"/>
                    <a:pt x="8232" y="2312"/>
                    <a:pt x="8249" y="2326"/>
                  </a:cubicBezTo>
                  <a:cubicBezTo>
                    <a:pt x="8264" y="2339"/>
                    <a:pt x="8283" y="2374"/>
                    <a:pt x="8291" y="2392"/>
                  </a:cubicBezTo>
                  <a:cubicBezTo>
                    <a:pt x="8303" y="2415"/>
                    <a:pt x="8309" y="2468"/>
                    <a:pt x="8326" y="2489"/>
                  </a:cubicBezTo>
                  <a:cubicBezTo>
                    <a:pt x="8342" y="2511"/>
                    <a:pt x="8389" y="2545"/>
                    <a:pt x="8417" y="2552"/>
                  </a:cubicBezTo>
                  <a:cubicBezTo>
                    <a:pt x="8457" y="2563"/>
                    <a:pt x="8543" y="2543"/>
                    <a:pt x="8587" y="2540"/>
                  </a:cubicBezTo>
                  <a:cubicBezTo>
                    <a:pt x="8625" y="2537"/>
                    <a:pt x="8702" y="2536"/>
                    <a:pt x="8740" y="2530"/>
                  </a:cubicBezTo>
                  <a:cubicBezTo>
                    <a:pt x="8777" y="2524"/>
                    <a:pt x="8848" y="2491"/>
                    <a:pt x="8887" y="2489"/>
                  </a:cubicBezTo>
                  <a:cubicBezTo>
                    <a:pt x="8927" y="2488"/>
                    <a:pt x="9007" y="2506"/>
                    <a:pt x="9046" y="2518"/>
                  </a:cubicBezTo>
                  <a:cubicBezTo>
                    <a:pt x="9089" y="2530"/>
                    <a:pt x="9167" y="2585"/>
                    <a:pt x="9213" y="2585"/>
                  </a:cubicBezTo>
                  <a:cubicBezTo>
                    <a:pt x="9263" y="2586"/>
                    <a:pt x="9349" y="2515"/>
                    <a:pt x="9400" y="2518"/>
                  </a:cubicBezTo>
                  <a:cubicBezTo>
                    <a:pt x="9418" y="2518"/>
                    <a:pt x="9452" y="2537"/>
                    <a:pt x="9465" y="2548"/>
                  </a:cubicBezTo>
                  <a:cubicBezTo>
                    <a:pt x="9487" y="2565"/>
                    <a:pt x="9517" y="2610"/>
                    <a:pt x="9530" y="2633"/>
                  </a:cubicBezTo>
                  <a:cubicBezTo>
                    <a:pt x="9546" y="2661"/>
                    <a:pt x="9574" y="2722"/>
                    <a:pt x="9575" y="2753"/>
                  </a:cubicBezTo>
                  <a:cubicBezTo>
                    <a:pt x="9577" y="2779"/>
                    <a:pt x="9544" y="2829"/>
                    <a:pt x="9550" y="2854"/>
                  </a:cubicBezTo>
                  <a:cubicBezTo>
                    <a:pt x="9555" y="2875"/>
                    <a:pt x="9585" y="2914"/>
                    <a:pt x="9607" y="2924"/>
                  </a:cubicBezTo>
                  <a:cubicBezTo>
                    <a:pt x="9624" y="2933"/>
                    <a:pt x="9666" y="2929"/>
                    <a:pt x="9686" y="2927"/>
                  </a:cubicBezTo>
                  <a:cubicBezTo>
                    <a:pt x="9708" y="2925"/>
                    <a:pt x="9749" y="2908"/>
                    <a:pt x="9771" y="2907"/>
                  </a:cubicBezTo>
                  <a:cubicBezTo>
                    <a:pt x="9796" y="2906"/>
                    <a:pt x="9848" y="2917"/>
                    <a:pt x="9874" y="2919"/>
                  </a:cubicBezTo>
                  <a:cubicBezTo>
                    <a:pt x="9892" y="2921"/>
                    <a:pt x="9931" y="2927"/>
                    <a:pt x="9950" y="2924"/>
                  </a:cubicBezTo>
                  <a:cubicBezTo>
                    <a:pt x="9971" y="2922"/>
                    <a:pt x="10012" y="2906"/>
                    <a:pt x="10032" y="2899"/>
                  </a:cubicBezTo>
                  <a:cubicBezTo>
                    <a:pt x="10052" y="2892"/>
                    <a:pt x="10090" y="2873"/>
                    <a:pt x="10111" y="2869"/>
                  </a:cubicBezTo>
                  <a:cubicBezTo>
                    <a:pt x="10140" y="2864"/>
                    <a:pt x="10199" y="2874"/>
                    <a:pt x="10227" y="2869"/>
                  </a:cubicBezTo>
                  <a:cubicBezTo>
                    <a:pt x="10278" y="2861"/>
                    <a:pt x="10374" y="2822"/>
                    <a:pt x="10421" y="2801"/>
                  </a:cubicBezTo>
                  <a:cubicBezTo>
                    <a:pt x="10438" y="2793"/>
                    <a:pt x="10474" y="2776"/>
                    <a:pt x="10489" y="2764"/>
                  </a:cubicBezTo>
                  <a:cubicBezTo>
                    <a:pt x="10502" y="2752"/>
                    <a:pt x="10527" y="2723"/>
                    <a:pt x="10530" y="2706"/>
                  </a:cubicBezTo>
                  <a:cubicBezTo>
                    <a:pt x="10534" y="2689"/>
                    <a:pt x="10513" y="2657"/>
                    <a:pt x="10514" y="2641"/>
                  </a:cubicBezTo>
                  <a:cubicBezTo>
                    <a:pt x="10515" y="2627"/>
                    <a:pt x="10521" y="2600"/>
                    <a:pt x="10530" y="2590"/>
                  </a:cubicBezTo>
                  <a:cubicBezTo>
                    <a:pt x="10548" y="2573"/>
                    <a:pt x="10599" y="2558"/>
                    <a:pt x="10624" y="2552"/>
                  </a:cubicBezTo>
                  <a:cubicBezTo>
                    <a:pt x="10661" y="2544"/>
                    <a:pt x="10741" y="2555"/>
                    <a:pt x="10775" y="2540"/>
                  </a:cubicBezTo>
                  <a:cubicBezTo>
                    <a:pt x="10790" y="2533"/>
                    <a:pt x="10811" y="2507"/>
                    <a:pt x="10820" y="2495"/>
                  </a:cubicBezTo>
                  <a:cubicBezTo>
                    <a:pt x="10827" y="2485"/>
                    <a:pt x="10834" y="2461"/>
                    <a:pt x="10842" y="2452"/>
                  </a:cubicBezTo>
                  <a:cubicBezTo>
                    <a:pt x="10854" y="2439"/>
                    <a:pt x="10885" y="2419"/>
                    <a:pt x="10902" y="2412"/>
                  </a:cubicBezTo>
                  <a:cubicBezTo>
                    <a:pt x="10922" y="2403"/>
                    <a:pt x="10968" y="2394"/>
                    <a:pt x="10990" y="2392"/>
                  </a:cubicBezTo>
                  <a:cubicBezTo>
                    <a:pt x="11017" y="2389"/>
                    <a:pt x="11074" y="2400"/>
                    <a:pt x="11101" y="2394"/>
                  </a:cubicBezTo>
                  <a:cubicBezTo>
                    <a:pt x="11127" y="2389"/>
                    <a:pt x="11170" y="2348"/>
                    <a:pt x="11197" y="2352"/>
                  </a:cubicBezTo>
                  <a:cubicBezTo>
                    <a:pt x="11224" y="2355"/>
                    <a:pt x="11254" y="2405"/>
                    <a:pt x="11276" y="2419"/>
                  </a:cubicBezTo>
                  <a:cubicBezTo>
                    <a:pt x="11291" y="2429"/>
                    <a:pt x="11322" y="2450"/>
                    <a:pt x="11341" y="2452"/>
                  </a:cubicBezTo>
                  <a:cubicBezTo>
                    <a:pt x="11386" y="2456"/>
                    <a:pt x="11468" y="2413"/>
                    <a:pt x="11511" y="2407"/>
                  </a:cubicBezTo>
                  <a:cubicBezTo>
                    <a:pt x="11572" y="2397"/>
                    <a:pt x="11697" y="2400"/>
                    <a:pt x="11758" y="2394"/>
                  </a:cubicBezTo>
                  <a:cubicBezTo>
                    <a:pt x="11799" y="2390"/>
                    <a:pt x="11884" y="2355"/>
                    <a:pt x="11920" y="2372"/>
                  </a:cubicBezTo>
                  <a:cubicBezTo>
                    <a:pt x="11938" y="2381"/>
                    <a:pt x="11937" y="2429"/>
                    <a:pt x="11954" y="2439"/>
                  </a:cubicBezTo>
                  <a:cubicBezTo>
                    <a:pt x="11972" y="2451"/>
                    <a:pt x="12023" y="2440"/>
                    <a:pt x="12045" y="2446"/>
                  </a:cubicBezTo>
                  <a:cubicBezTo>
                    <a:pt x="12093" y="2460"/>
                    <a:pt x="12174" y="2515"/>
                    <a:pt x="12218" y="2537"/>
                  </a:cubicBezTo>
                  <a:cubicBezTo>
                    <a:pt x="12258" y="2556"/>
                    <a:pt x="12336" y="2594"/>
                    <a:pt x="12377" y="2610"/>
                  </a:cubicBezTo>
                  <a:cubicBezTo>
                    <a:pt x="12409" y="2623"/>
                    <a:pt x="12474" y="2650"/>
                    <a:pt x="12509" y="2654"/>
                  </a:cubicBezTo>
                  <a:cubicBezTo>
                    <a:pt x="12545" y="2659"/>
                    <a:pt x="12619" y="2655"/>
                    <a:pt x="12653" y="2644"/>
                  </a:cubicBezTo>
                  <a:cubicBezTo>
                    <a:pt x="12667" y="2640"/>
                    <a:pt x="12688" y="2619"/>
                    <a:pt x="12702" y="2614"/>
                  </a:cubicBezTo>
                  <a:cubicBezTo>
                    <a:pt x="12720" y="2607"/>
                    <a:pt x="12758" y="2595"/>
                    <a:pt x="12777" y="2597"/>
                  </a:cubicBezTo>
                  <a:cubicBezTo>
                    <a:pt x="12799" y="2600"/>
                    <a:pt x="12841" y="2618"/>
                    <a:pt x="12853" y="2634"/>
                  </a:cubicBezTo>
                  <a:cubicBezTo>
                    <a:pt x="12867" y="2652"/>
                    <a:pt x="12866" y="2699"/>
                    <a:pt x="12864" y="2721"/>
                  </a:cubicBezTo>
                  <a:cubicBezTo>
                    <a:pt x="12863" y="2737"/>
                    <a:pt x="12857" y="2770"/>
                    <a:pt x="12846" y="2781"/>
                  </a:cubicBezTo>
                  <a:cubicBezTo>
                    <a:pt x="12831" y="2796"/>
                    <a:pt x="12784" y="2807"/>
                    <a:pt x="12763" y="2811"/>
                  </a:cubicBezTo>
                  <a:cubicBezTo>
                    <a:pt x="12732" y="2817"/>
                    <a:pt x="12663" y="2794"/>
                    <a:pt x="12638" y="2811"/>
                  </a:cubicBezTo>
                  <a:cubicBezTo>
                    <a:pt x="12617" y="2825"/>
                    <a:pt x="12610" y="2876"/>
                    <a:pt x="12611" y="2898"/>
                  </a:cubicBezTo>
                  <a:cubicBezTo>
                    <a:pt x="12612" y="2919"/>
                    <a:pt x="12631" y="2959"/>
                    <a:pt x="12645" y="2976"/>
                  </a:cubicBezTo>
                  <a:cubicBezTo>
                    <a:pt x="12668" y="3002"/>
                    <a:pt x="12726" y="3049"/>
                    <a:pt x="12763" y="3056"/>
                  </a:cubicBezTo>
                  <a:cubicBezTo>
                    <a:pt x="12807" y="3064"/>
                    <a:pt x="12893" y="3026"/>
                    <a:pt x="12936" y="3016"/>
                  </a:cubicBezTo>
                  <a:cubicBezTo>
                    <a:pt x="12958" y="3011"/>
                    <a:pt x="13003" y="3004"/>
                    <a:pt x="13023" y="2996"/>
                  </a:cubicBezTo>
                  <a:cubicBezTo>
                    <a:pt x="13048" y="2985"/>
                    <a:pt x="13084" y="2943"/>
                    <a:pt x="13110" y="2939"/>
                  </a:cubicBezTo>
                  <a:cubicBezTo>
                    <a:pt x="13143" y="2933"/>
                    <a:pt x="13209" y="2955"/>
                    <a:pt x="13239" y="2969"/>
                  </a:cubicBezTo>
                  <a:cubicBezTo>
                    <a:pt x="13263" y="2980"/>
                    <a:pt x="13310" y="3011"/>
                    <a:pt x="13322" y="3033"/>
                  </a:cubicBezTo>
                  <a:cubicBezTo>
                    <a:pt x="13333" y="3054"/>
                    <a:pt x="13329" y="3103"/>
                    <a:pt x="13326" y="3126"/>
                  </a:cubicBezTo>
                  <a:cubicBezTo>
                    <a:pt x="13321" y="3153"/>
                    <a:pt x="13282" y="3203"/>
                    <a:pt x="13284" y="3230"/>
                  </a:cubicBezTo>
                  <a:cubicBezTo>
                    <a:pt x="13287" y="3261"/>
                    <a:pt x="13329" y="3313"/>
                    <a:pt x="13348" y="3337"/>
                  </a:cubicBezTo>
                  <a:cubicBezTo>
                    <a:pt x="13369" y="3363"/>
                    <a:pt x="13423" y="3405"/>
                    <a:pt x="13446" y="3428"/>
                  </a:cubicBezTo>
                  <a:cubicBezTo>
                    <a:pt x="13472" y="3453"/>
                    <a:pt x="13528" y="3502"/>
                    <a:pt x="13545" y="3532"/>
                  </a:cubicBezTo>
                  <a:cubicBezTo>
                    <a:pt x="13563" y="3562"/>
                    <a:pt x="13570" y="3633"/>
                    <a:pt x="13582" y="3666"/>
                  </a:cubicBezTo>
                  <a:cubicBezTo>
                    <a:pt x="13593" y="3690"/>
                    <a:pt x="13608" y="3748"/>
                    <a:pt x="13636" y="3759"/>
                  </a:cubicBezTo>
                  <a:cubicBezTo>
                    <a:pt x="13661" y="3770"/>
                    <a:pt x="13722" y="3749"/>
                    <a:pt x="13745" y="3736"/>
                  </a:cubicBezTo>
                  <a:cubicBezTo>
                    <a:pt x="13768" y="3723"/>
                    <a:pt x="13790" y="3672"/>
                    <a:pt x="13813" y="3659"/>
                  </a:cubicBezTo>
                  <a:cubicBezTo>
                    <a:pt x="13838" y="3645"/>
                    <a:pt x="13908" y="3655"/>
                    <a:pt x="13926" y="3636"/>
                  </a:cubicBezTo>
                  <a:cubicBezTo>
                    <a:pt x="13943" y="3618"/>
                    <a:pt x="13940" y="3566"/>
                    <a:pt x="13930" y="3545"/>
                  </a:cubicBezTo>
                  <a:cubicBezTo>
                    <a:pt x="13920" y="3522"/>
                    <a:pt x="13869" y="3494"/>
                    <a:pt x="13851" y="3475"/>
                  </a:cubicBezTo>
                  <a:cubicBezTo>
                    <a:pt x="13827" y="3450"/>
                    <a:pt x="13771" y="3400"/>
                    <a:pt x="13768" y="3368"/>
                  </a:cubicBezTo>
                  <a:cubicBezTo>
                    <a:pt x="13763" y="3326"/>
                    <a:pt x="13803" y="3235"/>
                    <a:pt x="13843" y="3213"/>
                  </a:cubicBezTo>
                  <a:cubicBezTo>
                    <a:pt x="13878" y="3194"/>
                    <a:pt x="13966" y="3214"/>
                    <a:pt x="14006" y="3220"/>
                  </a:cubicBezTo>
                  <a:cubicBezTo>
                    <a:pt x="14032" y="3224"/>
                    <a:pt x="14083" y="3256"/>
                    <a:pt x="14108" y="3247"/>
                  </a:cubicBezTo>
                  <a:cubicBezTo>
                    <a:pt x="14125" y="3241"/>
                    <a:pt x="14131" y="3202"/>
                    <a:pt x="14142" y="3190"/>
                  </a:cubicBezTo>
                  <a:cubicBezTo>
                    <a:pt x="14151" y="3181"/>
                    <a:pt x="14170" y="3161"/>
                    <a:pt x="14184" y="3160"/>
                  </a:cubicBezTo>
                  <a:cubicBezTo>
                    <a:pt x="14206" y="3158"/>
                    <a:pt x="14242" y="3190"/>
                    <a:pt x="14263" y="3197"/>
                  </a:cubicBezTo>
                  <a:cubicBezTo>
                    <a:pt x="14291" y="3206"/>
                    <a:pt x="14350" y="3225"/>
                    <a:pt x="14380" y="3223"/>
                  </a:cubicBezTo>
                  <a:cubicBezTo>
                    <a:pt x="14409" y="3222"/>
                    <a:pt x="14460" y="3180"/>
                    <a:pt x="14489" y="3183"/>
                  </a:cubicBezTo>
                  <a:cubicBezTo>
                    <a:pt x="14510" y="3186"/>
                    <a:pt x="14544" y="3211"/>
                    <a:pt x="14554" y="3227"/>
                  </a:cubicBezTo>
                  <a:cubicBezTo>
                    <a:pt x="14563" y="3242"/>
                    <a:pt x="14545" y="3286"/>
                    <a:pt x="14561" y="3297"/>
                  </a:cubicBezTo>
                  <a:cubicBezTo>
                    <a:pt x="14578" y="3308"/>
                    <a:pt x="14622" y="3276"/>
                    <a:pt x="14641" y="3284"/>
                  </a:cubicBezTo>
                  <a:cubicBezTo>
                    <a:pt x="14658" y="3291"/>
                    <a:pt x="14675" y="3327"/>
                    <a:pt x="14675" y="3344"/>
                  </a:cubicBezTo>
                  <a:cubicBezTo>
                    <a:pt x="14676" y="3367"/>
                    <a:pt x="14634" y="3405"/>
                    <a:pt x="14633" y="3428"/>
                  </a:cubicBezTo>
                  <a:cubicBezTo>
                    <a:pt x="14632" y="3446"/>
                    <a:pt x="14649" y="3480"/>
                    <a:pt x="14660" y="3495"/>
                  </a:cubicBezTo>
                  <a:cubicBezTo>
                    <a:pt x="14674" y="3516"/>
                    <a:pt x="14714" y="3551"/>
                    <a:pt x="14735" y="3565"/>
                  </a:cubicBezTo>
                  <a:cubicBezTo>
                    <a:pt x="14758" y="3580"/>
                    <a:pt x="14806" y="3609"/>
                    <a:pt x="14834" y="3612"/>
                  </a:cubicBezTo>
                  <a:cubicBezTo>
                    <a:pt x="14858" y="3615"/>
                    <a:pt x="14907" y="3587"/>
                    <a:pt x="14932" y="3592"/>
                  </a:cubicBezTo>
                  <a:cubicBezTo>
                    <a:pt x="14982" y="3601"/>
                    <a:pt x="15046" y="3689"/>
                    <a:pt x="15095" y="3703"/>
                  </a:cubicBezTo>
                  <a:cubicBezTo>
                    <a:pt x="15129" y="3712"/>
                    <a:pt x="15206" y="3688"/>
                    <a:pt x="15242" y="3697"/>
                  </a:cubicBezTo>
                  <a:cubicBezTo>
                    <a:pt x="15262" y="3703"/>
                    <a:pt x="15288" y="3743"/>
                    <a:pt x="15310" y="3744"/>
                  </a:cubicBezTo>
                  <a:cubicBezTo>
                    <a:pt x="15345" y="3747"/>
                    <a:pt x="15399" y="3681"/>
                    <a:pt x="15434" y="3684"/>
                  </a:cubicBezTo>
                  <a:cubicBezTo>
                    <a:pt x="15454" y="3685"/>
                    <a:pt x="15488" y="3712"/>
                    <a:pt x="15497" y="3728"/>
                  </a:cubicBezTo>
                  <a:cubicBezTo>
                    <a:pt x="15511" y="3751"/>
                    <a:pt x="15496" y="3810"/>
                    <a:pt x="15506" y="3835"/>
                  </a:cubicBezTo>
                  <a:cubicBezTo>
                    <a:pt x="15514" y="3853"/>
                    <a:pt x="15554" y="3877"/>
                    <a:pt x="15557" y="3895"/>
                  </a:cubicBezTo>
                  <a:cubicBezTo>
                    <a:pt x="15561" y="3917"/>
                    <a:pt x="15515" y="3958"/>
                    <a:pt x="15527" y="3977"/>
                  </a:cubicBezTo>
                  <a:cubicBezTo>
                    <a:pt x="15538" y="3993"/>
                    <a:pt x="15589" y="3991"/>
                    <a:pt x="15610" y="3992"/>
                  </a:cubicBezTo>
                  <a:cubicBezTo>
                    <a:pt x="15628" y="3993"/>
                    <a:pt x="15664" y="3986"/>
                    <a:pt x="15682" y="3989"/>
                  </a:cubicBezTo>
                  <a:cubicBezTo>
                    <a:pt x="15704" y="3993"/>
                    <a:pt x="15738" y="4025"/>
                    <a:pt x="15761" y="4026"/>
                  </a:cubicBezTo>
                  <a:cubicBezTo>
                    <a:pt x="15784" y="4027"/>
                    <a:pt x="15824" y="4001"/>
                    <a:pt x="15846" y="3999"/>
                  </a:cubicBezTo>
                  <a:cubicBezTo>
                    <a:pt x="15869" y="3997"/>
                    <a:pt x="15924" y="3997"/>
                    <a:pt x="15935" y="4014"/>
                  </a:cubicBezTo>
                  <a:cubicBezTo>
                    <a:pt x="15951" y="4038"/>
                    <a:pt x="15891" y="4092"/>
                    <a:pt x="15896" y="4120"/>
                  </a:cubicBezTo>
                  <a:cubicBezTo>
                    <a:pt x="15901" y="4151"/>
                    <a:pt x="15944" y="4217"/>
                    <a:pt x="15979" y="4222"/>
                  </a:cubicBezTo>
                  <a:cubicBezTo>
                    <a:pt x="15999" y="4224"/>
                    <a:pt x="16028" y="4189"/>
                    <a:pt x="16043" y="4177"/>
                  </a:cubicBezTo>
                  <a:cubicBezTo>
                    <a:pt x="16061" y="4161"/>
                    <a:pt x="16088" y="4118"/>
                    <a:pt x="16111" y="4106"/>
                  </a:cubicBezTo>
                  <a:cubicBezTo>
                    <a:pt x="16138" y="4092"/>
                    <a:pt x="16206" y="4070"/>
                    <a:pt x="16234" y="4083"/>
                  </a:cubicBezTo>
                  <a:cubicBezTo>
                    <a:pt x="16265" y="4097"/>
                    <a:pt x="16257" y="4183"/>
                    <a:pt x="16289" y="4197"/>
                  </a:cubicBezTo>
                  <a:cubicBezTo>
                    <a:pt x="16324" y="4211"/>
                    <a:pt x="16403" y="4174"/>
                    <a:pt x="16438" y="4158"/>
                  </a:cubicBezTo>
                  <a:cubicBezTo>
                    <a:pt x="16468" y="4144"/>
                    <a:pt x="16518" y="4101"/>
                    <a:pt x="16543" y="4081"/>
                  </a:cubicBezTo>
                  <a:cubicBezTo>
                    <a:pt x="16552" y="4074"/>
                    <a:pt x="16567" y="4057"/>
                    <a:pt x="16578" y="4053"/>
                  </a:cubicBezTo>
                  <a:cubicBezTo>
                    <a:pt x="16612" y="4039"/>
                    <a:pt x="16694" y="4051"/>
                    <a:pt x="16729" y="4039"/>
                  </a:cubicBezTo>
                  <a:cubicBezTo>
                    <a:pt x="16762" y="4028"/>
                    <a:pt x="16815" y="3986"/>
                    <a:pt x="16842" y="3967"/>
                  </a:cubicBezTo>
                  <a:cubicBezTo>
                    <a:pt x="16867" y="3951"/>
                    <a:pt x="16917" y="3919"/>
                    <a:pt x="16938" y="3899"/>
                  </a:cubicBezTo>
                  <a:cubicBezTo>
                    <a:pt x="16972" y="3868"/>
                    <a:pt x="17021" y="3791"/>
                    <a:pt x="17054" y="3760"/>
                  </a:cubicBezTo>
                  <a:cubicBezTo>
                    <a:pt x="17085" y="3732"/>
                    <a:pt x="17156" y="3687"/>
                    <a:pt x="17192" y="3666"/>
                  </a:cubicBezTo>
                  <a:cubicBezTo>
                    <a:pt x="17223" y="3648"/>
                    <a:pt x="17289" y="3618"/>
                    <a:pt x="17323" y="3603"/>
                  </a:cubicBezTo>
                  <a:cubicBezTo>
                    <a:pt x="17345" y="3592"/>
                    <a:pt x="17394" y="3575"/>
                    <a:pt x="17413" y="3560"/>
                  </a:cubicBezTo>
                  <a:cubicBezTo>
                    <a:pt x="17434" y="3543"/>
                    <a:pt x="17456" y="3492"/>
                    <a:pt x="17478" y="3476"/>
                  </a:cubicBezTo>
                  <a:cubicBezTo>
                    <a:pt x="17503" y="3458"/>
                    <a:pt x="17565" y="3441"/>
                    <a:pt x="17593" y="3428"/>
                  </a:cubicBezTo>
                  <a:cubicBezTo>
                    <a:pt x="17621" y="3415"/>
                    <a:pt x="17674" y="3383"/>
                    <a:pt x="17703" y="3373"/>
                  </a:cubicBezTo>
                  <a:cubicBezTo>
                    <a:pt x="17731" y="3364"/>
                    <a:pt x="17789" y="3350"/>
                    <a:pt x="17819" y="3353"/>
                  </a:cubicBezTo>
                  <a:cubicBezTo>
                    <a:pt x="17845" y="3355"/>
                    <a:pt x="17900" y="3372"/>
                    <a:pt x="17916" y="3390"/>
                  </a:cubicBezTo>
                  <a:cubicBezTo>
                    <a:pt x="17933" y="3410"/>
                    <a:pt x="17923" y="3466"/>
                    <a:pt x="17932" y="3490"/>
                  </a:cubicBezTo>
                  <a:cubicBezTo>
                    <a:pt x="17939" y="3512"/>
                    <a:pt x="17961" y="3555"/>
                    <a:pt x="17980" y="3570"/>
                  </a:cubicBezTo>
                  <a:cubicBezTo>
                    <a:pt x="17997" y="3584"/>
                    <a:pt x="18049" y="3586"/>
                    <a:pt x="18066" y="3599"/>
                  </a:cubicBezTo>
                  <a:cubicBezTo>
                    <a:pt x="18086" y="3614"/>
                    <a:pt x="18114" y="3657"/>
                    <a:pt x="18116" y="3680"/>
                  </a:cubicBezTo>
                  <a:cubicBezTo>
                    <a:pt x="18118" y="3696"/>
                    <a:pt x="18086" y="3727"/>
                    <a:pt x="18090" y="3744"/>
                  </a:cubicBezTo>
                  <a:cubicBezTo>
                    <a:pt x="18095" y="3765"/>
                    <a:pt x="18141" y="3790"/>
                    <a:pt x="18154" y="3808"/>
                  </a:cubicBezTo>
                  <a:cubicBezTo>
                    <a:pt x="18170" y="3827"/>
                    <a:pt x="18180" y="3886"/>
                    <a:pt x="18207" y="3892"/>
                  </a:cubicBezTo>
                  <a:cubicBezTo>
                    <a:pt x="18242" y="3900"/>
                    <a:pt x="18296" y="3831"/>
                    <a:pt x="18331" y="3821"/>
                  </a:cubicBezTo>
                  <a:cubicBezTo>
                    <a:pt x="18367" y="3811"/>
                    <a:pt x="18445" y="3826"/>
                    <a:pt x="18479" y="3814"/>
                  </a:cubicBezTo>
                  <a:cubicBezTo>
                    <a:pt x="18509" y="3803"/>
                    <a:pt x="18550" y="3755"/>
                    <a:pt x="18578" y="3741"/>
                  </a:cubicBezTo>
                  <a:cubicBezTo>
                    <a:pt x="18609" y="3726"/>
                    <a:pt x="18678" y="3689"/>
                    <a:pt x="18711" y="3701"/>
                  </a:cubicBezTo>
                  <a:cubicBezTo>
                    <a:pt x="18743" y="3712"/>
                    <a:pt x="18741" y="3798"/>
                    <a:pt x="18774" y="3809"/>
                  </a:cubicBezTo>
                  <a:cubicBezTo>
                    <a:pt x="18800" y="3818"/>
                    <a:pt x="18855" y="3781"/>
                    <a:pt x="18881" y="3771"/>
                  </a:cubicBezTo>
                  <a:cubicBezTo>
                    <a:pt x="18909" y="3760"/>
                    <a:pt x="18961" y="3728"/>
                    <a:pt x="18992" y="3726"/>
                  </a:cubicBezTo>
                  <a:cubicBezTo>
                    <a:pt x="19019" y="3724"/>
                    <a:pt x="19069" y="3756"/>
                    <a:pt x="19097" y="3754"/>
                  </a:cubicBezTo>
                  <a:cubicBezTo>
                    <a:pt x="19119" y="3751"/>
                    <a:pt x="19154" y="3717"/>
                    <a:pt x="19176" y="3716"/>
                  </a:cubicBezTo>
                  <a:cubicBezTo>
                    <a:pt x="19204" y="3715"/>
                    <a:pt x="19250" y="3757"/>
                    <a:pt x="19278" y="3756"/>
                  </a:cubicBezTo>
                  <a:cubicBezTo>
                    <a:pt x="19309" y="3755"/>
                    <a:pt x="19356" y="3710"/>
                    <a:pt x="19386" y="3703"/>
                  </a:cubicBezTo>
                  <a:cubicBezTo>
                    <a:pt x="19428" y="3693"/>
                    <a:pt x="19518" y="3705"/>
                    <a:pt x="19562" y="3701"/>
                  </a:cubicBezTo>
                  <a:cubicBezTo>
                    <a:pt x="19607" y="3696"/>
                    <a:pt x="19698" y="3680"/>
                    <a:pt x="19741" y="3666"/>
                  </a:cubicBezTo>
                  <a:cubicBezTo>
                    <a:pt x="19772" y="3655"/>
                    <a:pt x="19826" y="3610"/>
                    <a:pt x="19859" y="3605"/>
                  </a:cubicBezTo>
                  <a:cubicBezTo>
                    <a:pt x="19916" y="3597"/>
                    <a:pt x="20031" y="3630"/>
                    <a:pt x="20086" y="3645"/>
                  </a:cubicBezTo>
                  <a:cubicBezTo>
                    <a:pt x="20116" y="3654"/>
                    <a:pt x="20177" y="3676"/>
                    <a:pt x="20202" y="3693"/>
                  </a:cubicBezTo>
                  <a:cubicBezTo>
                    <a:pt x="20228" y="3710"/>
                    <a:pt x="20271" y="3755"/>
                    <a:pt x="20287" y="3780"/>
                  </a:cubicBezTo>
                  <a:cubicBezTo>
                    <a:pt x="20307" y="3810"/>
                    <a:pt x="20310" y="3887"/>
                    <a:pt x="20336" y="3914"/>
                  </a:cubicBezTo>
                  <a:cubicBezTo>
                    <a:pt x="20352" y="3930"/>
                    <a:pt x="20399" y="3947"/>
                    <a:pt x="20423" y="3951"/>
                  </a:cubicBezTo>
                  <a:cubicBezTo>
                    <a:pt x="20447" y="3954"/>
                    <a:pt x="20495" y="3932"/>
                    <a:pt x="20518" y="3937"/>
                  </a:cubicBezTo>
                  <a:cubicBezTo>
                    <a:pt x="20538" y="3942"/>
                    <a:pt x="20563" y="3975"/>
                    <a:pt x="20582" y="3984"/>
                  </a:cubicBezTo>
                  <a:cubicBezTo>
                    <a:pt x="20605" y="3995"/>
                    <a:pt x="20654" y="4012"/>
                    <a:pt x="20680" y="4011"/>
                  </a:cubicBezTo>
                  <a:cubicBezTo>
                    <a:pt x="20709" y="4010"/>
                    <a:pt x="20763" y="3985"/>
                    <a:pt x="20786" y="3970"/>
                  </a:cubicBezTo>
                  <a:cubicBezTo>
                    <a:pt x="20821" y="3949"/>
                    <a:pt x="20868" y="3884"/>
                    <a:pt x="20903" y="3863"/>
                  </a:cubicBezTo>
                  <a:cubicBezTo>
                    <a:pt x="20931" y="3847"/>
                    <a:pt x="20995" y="3818"/>
                    <a:pt x="21028" y="3820"/>
                  </a:cubicBezTo>
                  <a:cubicBezTo>
                    <a:pt x="21068" y="3821"/>
                    <a:pt x="21132" y="3878"/>
                    <a:pt x="21172" y="3887"/>
                  </a:cubicBezTo>
                  <a:cubicBezTo>
                    <a:pt x="21206" y="3894"/>
                    <a:pt x="21280" y="3896"/>
                    <a:pt x="21315" y="3887"/>
                  </a:cubicBezTo>
                  <a:cubicBezTo>
                    <a:pt x="21341" y="3880"/>
                    <a:pt x="21375" y="3835"/>
                    <a:pt x="21402" y="3833"/>
                  </a:cubicBezTo>
                  <a:cubicBezTo>
                    <a:pt x="21421" y="3832"/>
                    <a:pt x="21452" y="3858"/>
                    <a:pt x="21470" y="3863"/>
                  </a:cubicBezTo>
                  <a:cubicBezTo>
                    <a:pt x="21498" y="3873"/>
                    <a:pt x="21566" y="3869"/>
                    <a:pt x="21584" y="3890"/>
                  </a:cubicBezTo>
                  <a:cubicBezTo>
                    <a:pt x="21599" y="3907"/>
                    <a:pt x="21600" y="3961"/>
                    <a:pt x="21584" y="3977"/>
                  </a:cubicBezTo>
                  <a:cubicBezTo>
                    <a:pt x="21564" y="3996"/>
                    <a:pt x="21498" y="3988"/>
                    <a:pt x="21470" y="3984"/>
                  </a:cubicBezTo>
                  <a:cubicBezTo>
                    <a:pt x="21448" y="3981"/>
                    <a:pt x="21408" y="3951"/>
                    <a:pt x="21387" y="3957"/>
                  </a:cubicBezTo>
                  <a:cubicBezTo>
                    <a:pt x="21359" y="3965"/>
                    <a:pt x="21338" y="4021"/>
                    <a:pt x="21319" y="4041"/>
                  </a:cubicBezTo>
                  <a:cubicBezTo>
                    <a:pt x="21280" y="4079"/>
                    <a:pt x="21192" y="4142"/>
                    <a:pt x="21149" y="4175"/>
                  </a:cubicBezTo>
                  <a:cubicBezTo>
                    <a:pt x="21107" y="4208"/>
                    <a:pt x="21018" y="4273"/>
                    <a:pt x="20979" y="4309"/>
                  </a:cubicBezTo>
                  <a:cubicBezTo>
                    <a:pt x="20954" y="4332"/>
                    <a:pt x="20919" y="4392"/>
                    <a:pt x="20888" y="4410"/>
                  </a:cubicBezTo>
                  <a:cubicBezTo>
                    <a:pt x="20851" y="4430"/>
                    <a:pt x="20758" y="4430"/>
                    <a:pt x="20718" y="4446"/>
                  </a:cubicBezTo>
                  <a:cubicBezTo>
                    <a:pt x="20670" y="4465"/>
                    <a:pt x="20589" y="4528"/>
                    <a:pt x="20544" y="4554"/>
                  </a:cubicBezTo>
                  <a:cubicBezTo>
                    <a:pt x="20486" y="4586"/>
                    <a:pt x="20367" y="4650"/>
                    <a:pt x="20306" y="4677"/>
                  </a:cubicBezTo>
                  <a:cubicBezTo>
                    <a:pt x="20193" y="4728"/>
                    <a:pt x="19957" y="4806"/>
                    <a:pt x="19841" y="4851"/>
                  </a:cubicBezTo>
                  <a:cubicBezTo>
                    <a:pt x="19639" y="4931"/>
                    <a:pt x="19232" y="5085"/>
                    <a:pt x="19040" y="5183"/>
                  </a:cubicBezTo>
                  <a:cubicBezTo>
                    <a:pt x="18949" y="5230"/>
                    <a:pt x="18783" y="5344"/>
                    <a:pt x="18696" y="5398"/>
                  </a:cubicBezTo>
                  <a:cubicBezTo>
                    <a:pt x="18590" y="5464"/>
                    <a:pt x="18366" y="5583"/>
                    <a:pt x="18269" y="5659"/>
                  </a:cubicBezTo>
                  <a:cubicBezTo>
                    <a:pt x="18196" y="5717"/>
                    <a:pt x="18076" y="5857"/>
                    <a:pt x="18008" y="5920"/>
                  </a:cubicBezTo>
                  <a:cubicBezTo>
                    <a:pt x="17959" y="5966"/>
                    <a:pt x="17858" y="6054"/>
                    <a:pt x="17804" y="6094"/>
                  </a:cubicBezTo>
                  <a:cubicBezTo>
                    <a:pt x="17760" y="6127"/>
                    <a:pt x="17657" y="6174"/>
                    <a:pt x="17619" y="6212"/>
                  </a:cubicBezTo>
                  <a:cubicBezTo>
                    <a:pt x="17595" y="6235"/>
                    <a:pt x="17569" y="6295"/>
                    <a:pt x="17551" y="6323"/>
                  </a:cubicBezTo>
                  <a:cubicBezTo>
                    <a:pt x="17527" y="6359"/>
                    <a:pt x="17481" y="6433"/>
                    <a:pt x="17449" y="6463"/>
                  </a:cubicBezTo>
                  <a:cubicBezTo>
                    <a:pt x="17426" y="6484"/>
                    <a:pt x="17364" y="6510"/>
                    <a:pt x="17343" y="6533"/>
                  </a:cubicBezTo>
                  <a:cubicBezTo>
                    <a:pt x="17319" y="6560"/>
                    <a:pt x="17299" y="6629"/>
                    <a:pt x="17278" y="6657"/>
                  </a:cubicBezTo>
                  <a:cubicBezTo>
                    <a:pt x="17265" y="6677"/>
                    <a:pt x="17229" y="6709"/>
                    <a:pt x="17215" y="6728"/>
                  </a:cubicBezTo>
                  <a:cubicBezTo>
                    <a:pt x="17184" y="6768"/>
                    <a:pt x="17144" y="6859"/>
                    <a:pt x="17112" y="6899"/>
                  </a:cubicBezTo>
                  <a:cubicBezTo>
                    <a:pt x="17085" y="6933"/>
                    <a:pt x="17014" y="6990"/>
                    <a:pt x="16984" y="7023"/>
                  </a:cubicBezTo>
                  <a:cubicBezTo>
                    <a:pt x="16935" y="7080"/>
                    <a:pt x="16862" y="7211"/>
                    <a:pt x="16806" y="7264"/>
                  </a:cubicBezTo>
                  <a:cubicBezTo>
                    <a:pt x="16775" y="7294"/>
                    <a:pt x="16685" y="7330"/>
                    <a:pt x="16659" y="7364"/>
                  </a:cubicBezTo>
                  <a:cubicBezTo>
                    <a:pt x="16641" y="7388"/>
                    <a:pt x="16646" y="7451"/>
                    <a:pt x="16629" y="7475"/>
                  </a:cubicBezTo>
                  <a:cubicBezTo>
                    <a:pt x="16609" y="7503"/>
                    <a:pt x="16542" y="7539"/>
                    <a:pt x="16512" y="7559"/>
                  </a:cubicBezTo>
                  <a:cubicBezTo>
                    <a:pt x="16472" y="7584"/>
                    <a:pt x="16386" y="7625"/>
                    <a:pt x="16349" y="7652"/>
                  </a:cubicBezTo>
                  <a:cubicBezTo>
                    <a:pt x="16313" y="7679"/>
                    <a:pt x="16249" y="7740"/>
                    <a:pt x="16221" y="7773"/>
                  </a:cubicBezTo>
                  <a:cubicBezTo>
                    <a:pt x="16194" y="7805"/>
                    <a:pt x="16159" y="7880"/>
                    <a:pt x="16130" y="7911"/>
                  </a:cubicBezTo>
                  <a:cubicBezTo>
                    <a:pt x="16108" y="7934"/>
                    <a:pt x="16054" y="7974"/>
                    <a:pt x="16024" y="7987"/>
                  </a:cubicBezTo>
                  <a:cubicBezTo>
                    <a:pt x="16003" y="7997"/>
                    <a:pt x="15953" y="8000"/>
                    <a:pt x="15934" y="8011"/>
                  </a:cubicBezTo>
                  <a:cubicBezTo>
                    <a:pt x="15888" y="8036"/>
                    <a:pt x="15817" y="8111"/>
                    <a:pt x="15790" y="8152"/>
                  </a:cubicBezTo>
                  <a:cubicBezTo>
                    <a:pt x="15772" y="8179"/>
                    <a:pt x="15768" y="8248"/>
                    <a:pt x="15744" y="8272"/>
                  </a:cubicBezTo>
                  <a:cubicBezTo>
                    <a:pt x="15719" y="8299"/>
                    <a:pt x="15637" y="8316"/>
                    <a:pt x="15604" y="8336"/>
                  </a:cubicBezTo>
                  <a:cubicBezTo>
                    <a:pt x="15484" y="8410"/>
                    <a:pt x="15279" y="8600"/>
                    <a:pt x="15170" y="8686"/>
                  </a:cubicBezTo>
                  <a:cubicBezTo>
                    <a:pt x="15120" y="8726"/>
                    <a:pt x="15014" y="8797"/>
                    <a:pt x="14970" y="8842"/>
                  </a:cubicBezTo>
                  <a:cubicBezTo>
                    <a:pt x="14956" y="8855"/>
                    <a:pt x="14930" y="8883"/>
                    <a:pt x="14926" y="8901"/>
                  </a:cubicBezTo>
                  <a:cubicBezTo>
                    <a:pt x="14921" y="8925"/>
                    <a:pt x="14936" y="8976"/>
                    <a:pt x="14946" y="8999"/>
                  </a:cubicBezTo>
                  <a:cubicBezTo>
                    <a:pt x="14951" y="9007"/>
                    <a:pt x="14957" y="9017"/>
                    <a:pt x="14965" y="9028"/>
                  </a:cubicBezTo>
                  <a:cubicBezTo>
                    <a:pt x="14948" y="9032"/>
                    <a:pt x="14932" y="9035"/>
                    <a:pt x="14922" y="9038"/>
                  </a:cubicBezTo>
                  <a:cubicBezTo>
                    <a:pt x="14891" y="9046"/>
                    <a:pt x="14819" y="9036"/>
                    <a:pt x="14794" y="9053"/>
                  </a:cubicBezTo>
                  <a:cubicBezTo>
                    <a:pt x="14772" y="9068"/>
                    <a:pt x="14775" y="9132"/>
                    <a:pt x="14752" y="9146"/>
                  </a:cubicBezTo>
                  <a:cubicBezTo>
                    <a:pt x="14730" y="9159"/>
                    <a:pt x="14671" y="9134"/>
                    <a:pt x="14650" y="9146"/>
                  </a:cubicBezTo>
                  <a:cubicBezTo>
                    <a:pt x="14632" y="9156"/>
                    <a:pt x="14608" y="9194"/>
                    <a:pt x="14615" y="9211"/>
                  </a:cubicBezTo>
                  <a:cubicBezTo>
                    <a:pt x="14623" y="9229"/>
                    <a:pt x="14682" y="9226"/>
                    <a:pt x="14695" y="9241"/>
                  </a:cubicBezTo>
                  <a:cubicBezTo>
                    <a:pt x="14710" y="9260"/>
                    <a:pt x="14710" y="9313"/>
                    <a:pt x="14700" y="9334"/>
                  </a:cubicBezTo>
                  <a:cubicBezTo>
                    <a:pt x="14685" y="9368"/>
                    <a:pt x="14620" y="9424"/>
                    <a:pt x="14582" y="9433"/>
                  </a:cubicBezTo>
                  <a:cubicBezTo>
                    <a:pt x="14547" y="9440"/>
                    <a:pt x="14479" y="9407"/>
                    <a:pt x="14446" y="9397"/>
                  </a:cubicBezTo>
                  <a:cubicBezTo>
                    <a:pt x="14425" y="9391"/>
                    <a:pt x="14363" y="9369"/>
                    <a:pt x="14363" y="9369"/>
                  </a:cubicBezTo>
                  <a:lnTo>
                    <a:pt x="14567" y="11440"/>
                  </a:lnTo>
                  <a:cubicBezTo>
                    <a:pt x="14567" y="11440"/>
                    <a:pt x="14564" y="11523"/>
                    <a:pt x="14542" y="11539"/>
                  </a:cubicBezTo>
                  <a:cubicBezTo>
                    <a:pt x="14526" y="11551"/>
                    <a:pt x="14473" y="11529"/>
                    <a:pt x="14457" y="11542"/>
                  </a:cubicBezTo>
                  <a:cubicBezTo>
                    <a:pt x="14436" y="11560"/>
                    <a:pt x="14454" y="11620"/>
                    <a:pt x="14448" y="11646"/>
                  </a:cubicBezTo>
                  <a:cubicBezTo>
                    <a:pt x="14443" y="11670"/>
                    <a:pt x="14435" y="11723"/>
                    <a:pt x="14414" y="11740"/>
                  </a:cubicBezTo>
                  <a:cubicBezTo>
                    <a:pt x="14400" y="11751"/>
                    <a:pt x="14361" y="11755"/>
                    <a:pt x="14342" y="11753"/>
                  </a:cubicBezTo>
                  <a:cubicBezTo>
                    <a:pt x="14327" y="11752"/>
                    <a:pt x="14300" y="11736"/>
                    <a:pt x="14286" y="11733"/>
                  </a:cubicBezTo>
                  <a:cubicBezTo>
                    <a:pt x="14269" y="11730"/>
                    <a:pt x="14233" y="11728"/>
                    <a:pt x="14217" y="11733"/>
                  </a:cubicBezTo>
                  <a:cubicBezTo>
                    <a:pt x="14198" y="11740"/>
                    <a:pt x="14167" y="11767"/>
                    <a:pt x="14157" y="11783"/>
                  </a:cubicBezTo>
                  <a:cubicBezTo>
                    <a:pt x="14143" y="11806"/>
                    <a:pt x="14149" y="11862"/>
                    <a:pt x="14134" y="11884"/>
                  </a:cubicBezTo>
                  <a:cubicBezTo>
                    <a:pt x="14123" y="11901"/>
                    <a:pt x="14089" y="11933"/>
                    <a:pt x="14066" y="11938"/>
                  </a:cubicBezTo>
                  <a:cubicBezTo>
                    <a:pt x="14039" y="11944"/>
                    <a:pt x="13985" y="11914"/>
                    <a:pt x="13957" y="11914"/>
                  </a:cubicBezTo>
                  <a:cubicBezTo>
                    <a:pt x="13934" y="11914"/>
                    <a:pt x="13887" y="11918"/>
                    <a:pt x="13870" y="11931"/>
                  </a:cubicBezTo>
                  <a:cubicBezTo>
                    <a:pt x="13849" y="11947"/>
                    <a:pt x="13851" y="12004"/>
                    <a:pt x="13836" y="12024"/>
                  </a:cubicBezTo>
                  <a:cubicBezTo>
                    <a:pt x="13818" y="12049"/>
                    <a:pt x="13768" y="12085"/>
                    <a:pt x="13741" y="12102"/>
                  </a:cubicBezTo>
                  <a:cubicBezTo>
                    <a:pt x="13701" y="12127"/>
                    <a:pt x="13607" y="12157"/>
                    <a:pt x="13568" y="12182"/>
                  </a:cubicBezTo>
                  <a:cubicBezTo>
                    <a:pt x="13521" y="12212"/>
                    <a:pt x="13431" y="12279"/>
                    <a:pt x="13405" y="12323"/>
                  </a:cubicBezTo>
                  <a:cubicBezTo>
                    <a:pt x="13385" y="12356"/>
                    <a:pt x="13398" y="12439"/>
                    <a:pt x="13375" y="12470"/>
                  </a:cubicBezTo>
                  <a:cubicBezTo>
                    <a:pt x="13364" y="12485"/>
                    <a:pt x="13319" y="12495"/>
                    <a:pt x="13310" y="12510"/>
                  </a:cubicBezTo>
                  <a:cubicBezTo>
                    <a:pt x="13298" y="12532"/>
                    <a:pt x="13319" y="12583"/>
                    <a:pt x="13314" y="12608"/>
                  </a:cubicBezTo>
                  <a:cubicBezTo>
                    <a:pt x="13311" y="12625"/>
                    <a:pt x="13288" y="12654"/>
                    <a:pt x="13284" y="12671"/>
                  </a:cubicBezTo>
                  <a:cubicBezTo>
                    <a:pt x="13280" y="12691"/>
                    <a:pt x="13291" y="12733"/>
                    <a:pt x="13284" y="12752"/>
                  </a:cubicBezTo>
                  <a:cubicBezTo>
                    <a:pt x="13274" y="12779"/>
                    <a:pt x="13232" y="12825"/>
                    <a:pt x="13208" y="12846"/>
                  </a:cubicBezTo>
                  <a:cubicBezTo>
                    <a:pt x="13180" y="12871"/>
                    <a:pt x="13103" y="12899"/>
                    <a:pt x="13076" y="12926"/>
                  </a:cubicBezTo>
                  <a:cubicBezTo>
                    <a:pt x="13054" y="12949"/>
                    <a:pt x="13024" y="13004"/>
                    <a:pt x="13015" y="13033"/>
                  </a:cubicBezTo>
                  <a:cubicBezTo>
                    <a:pt x="13003" y="13079"/>
                    <a:pt x="12997" y="13175"/>
                    <a:pt x="13008" y="13221"/>
                  </a:cubicBezTo>
                  <a:cubicBezTo>
                    <a:pt x="13014" y="13244"/>
                    <a:pt x="13055" y="13281"/>
                    <a:pt x="13058" y="13305"/>
                  </a:cubicBezTo>
                  <a:cubicBezTo>
                    <a:pt x="13062" y="13343"/>
                    <a:pt x="12992" y="13416"/>
                    <a:pt x="13008" y="13452"/>
                  </a:cubicBezTo>
                  <a:cubicBezTo>
                    <a:pt x="13022" y="13483"/>
                    <a:pt x="13104" y="13510"/>
                    <a:pt x="13140" y="13519"/>
                  </a:cubicBezTo>
                  <a:cubicBezTo>
                    <a:pt x="13173" y="13527"/>
                    <a:pt x="13244" y="13530"/>
                    <a:pt x="13276" y="13522"/>
                  </a:cubicBezTo>
                  <a:cubicBezTo>
                    <a:pt x="13307" y="13514"/>
                    <a:pt x="13350" y="13457"/>
                    <a:pt x="13382" y="13459"/>
                  </a:cubicBezTo>
                  <a:cubicBezTo>
                    <a:pt x="13418" y="13461"/>
                    <a:pt x="13468" y="13516"/>
                    <a:pt x="13488" y="13542"/>
                  </a:cubicBezTo>
                  <a:cubicBezTo>
                    <a:pt x="13499" y="13557"/>
                    <a:pt x="13512" y="13592"/>
                    <a:pt x="13518" y="13610"/>
                  </a:cubicBezTo>
                  <a:cubicBezTo>
                    <a:pt x="13527" y="13634"/>
                    <a:pt x="13531" y="13687"/>
                    <a:pt x="13545" y="13710"/>
                  </a:cubicBezTo>
                  <a:cubicBezTo>
                    <a:pt x="13561" y="13736"/>
                    <a:pt x="13612" y="13777"/>
                    <a:pt x="13636" y="13797"/>
                  </a:cubicBezTo>
                  <a:cubicBezTo>
                    <a:pt x="13654" y="13813"/>
                    <a:pt x="13700" y="13838"/>
                    <a:pt x="13715" y="13857"/>
                  </a:cubicBezTo>
                  <a:cubicBezTo>
                    <a:pt x="13735" y="13883"/>
                    <a:pt x="13764" y="13943"/>
                    <a:pt x="13768" y="13974"/>
                  </a:cubicBezTo>
                  <a:cubicBezTo>
                    <a:pt x="13771" y="14002"/>
                    <a:pt x="13759" y="14060"/>
                    <a:pt x="13745" y="14085"/>
                  </a:cubicBezTo>
                  <a:cubicBezTo>
                    <a:pt x="13734" y="14105"/>
                    <a:pt x="13691" y="14130"/>
                    <a:pt x="13677" y="14149"/>
                  </a:cubicBezTo>
                  <a:cubicBezTo>
                    <a:pt x="13663" y="14168"/>
                    <a:pt x="13640" y="14210"/>
                    <a:pt x="13636" y="14233"/>
                  </a:cubicBezTo>
                  <a:cubicBezTo>
                    <a:pt x="13631" y="14260"/>
                    <a:pt x="13659" y="14316"/>
                    <a:pt x="13651" y="14343"/>
                  </a:cubicBezTo>
                  <a:cubicBezTo>
                    <a:pt x="13640" y="14375"/>
                    <a:pt x="13574" y="14418"/>
                    <a:pt x="13556" y="14447"/>
                  </a:cubicBezTo>
                  <a:cubicBezTo>
                    <a:pt x="13536" y="14479"/>
                    <a:pt x="13506" y="14551"/>
                    <a:pt x="13507" y="14588"/>
                  </a:cubicBezTo>
                  <a:cubicBezTo>
                    <a:pt x="13508" y="14631"/>
                    <a:pt x="13576" y="14708"/>
                    <a:pt x="13575" y="14752"/>
                  </a:cubicBezTo>
                  <a:cubicBezTo>
                    <a:pt x="13574" y="14777"/>
                    <a:pt x="13531" y="14818"/>
                    <a:pt x="13530" y="14842"/>
                  </a:cubicBezTo>
                  <a:cubicBezTo>
                    <a:pt x="13529" y="14865"/>
                    <a:pt x="13562" y="14906"/>
                    <a:pt x="13564" y="14929"/>
                  </a:cubicBezTo>
                  <a:cubicBezTo>
                    <a:pt x="13566" y="14949"/>
                    <a:pt x="13544" y="14990"/>
                    <a:pt x="13549" y="15010"/>
                  </a:cubicBezTo>
                  <a:cubicBezTo>
                    <a:pt x="13554" y="15032"/>
                    <a:pt x="13599" y="15065"/>
                    <a:pt x="13605" y="15087"/>
                  </a:cubicBezTo>
                  <a:cubicBezTo>
                    <a:pt x="13612" y="15108"/>
                    <a:pt x="13610" y="15155"/>
                    <a:pt x="13598" y="15174"/>
                  </a:cubicBezTo>
                  <a:cubicBezTo>
                    <a:pt x="13581" y="15200"/>
                    <a:pt x="13508" y="15220"/>
                    <a:pt x="13488" y="15244"/>
                  </a:cubicBezTo>
                  <a:cubicBezTo>
                    <a:pt x="13471" y="15266"/>
                    <a:pt x="13444" y="15319"/>
                    <a:pt x="13450" y="15345"/>
                  </a:cubicBezTo>
                  <a:cubicBezTo>
                    <a:pt x="13455" y="15364"/>
                    <a:pt x="13496" y="15389"/>
                    <a:pt x="13511" y="15405"/>
                  </a:cubicBezTo>
                  <a:cubicBezTo>
                    <a:pt x="13532" y="15429"/>
                    <a:pt x="13582" y="15476"/>
                    <a:pt x="13590" y="15506"/>
                  </a:cubicBezTo>
                  <a:cubicBezTo>
                    <a:pt x="13600" y="15540"/>
                    <a:pt x="13562" y="15612"/>
                    <a:pt x="13571" y="15646"/>
                  </a:cubicBezTo>
                  <a:cubicBezTo>
                    <a:pt x="13577" y="15668"/>
                    <a:pt x="13619" y="15699"/>
                    <a:pt x="13628" y="15720"/>
                  </a:cubicBezTo>
                  <a:cubicBezTo>
                    <a:pt x="13643" y="15752"/>
                    <a:pt x="13661" y="15823"/>
                    <a:pt x="13654" y="15857"/>
                  </a:cubicBezTo>
                  <a:cubicBezTo>
                    <a:pt x="13649" y="15887"/>
                    <a:pt x="13588" y="15931"/>
                    <a:pt x="13586" y="15962"/>
                  </a:cubicBezTo>
                  <a:cubicBezTo>
                    <a:pt x="13584" y="15988"/>
                    <a:pt x="13632" y="16034"/>
                    <a:pt x="13636" y="16062"/>
                  </a:cubicBezTo>
                  <a:cubicBezTo>
                    <a:pt x="13640" y="16097"/>
                    <a:pt x="13610" y="16167"/>
                    <a:pt x="13605" y="16203"/>
                  </a:cubicBezTo>
                  <a:cubicBezTo>
                    <a:pt x="13602" y="16230"/>
                    <a:pt x="13612" y="16287"/>
                    <a:pt x="13602" y="16313"/>
                  </a:cubicBezTo>
                  <a:cubicBezTo>
                    <a:pt x="13590" y="16339"/>
                    <a:pt x="13529" y="16373"/>
                    <a:pt x="13522" y="16400"/>
                  </a:cubicBezTo>
                  <a:cubicBezTo>
                    <a:pt x="13517" y="16421"/>
                    <a:pt x="13533" y="16467"/>
                    <a:pt x="13549" y="16484"/>
                  </a:cubicBezTo>
                  <a:cubicBezTo>
                    <a:pt x="13572" y="16510"/>
                    <a:pt x="13650" y="16529"/>
                    <a:pt x="13681" y="16547"/>
                  </a:cubicBezTo>
                  <a:cubicBezTo>
                    <a:pt x="13707" y="16563"/>
                    <a:pt x="13752" y="16600"/>
                    <a:pt x="13775" y="16618"/>
                  </a:cubicBezTo>
                  <a:cubicBezTo>
                    <a:pt x="13807" y="16643"/>
                    <a:pt x="13864" y="16695"/>
                    <a:pt x="13896" y="16718"/>
                  </a:cubicBezTo>
                  <a:cubicBezTo>
                    <a:pt x="13933" y="16744"/>
                    <a:pt x="14018" y="16783"/>
                    <a:pt x="14052" y="16812"/>
                  </a:cubicBezTo>
                  <a:cubicBezTo>
                    <a:pt x="14072" y="16831"/>
                    <a:pt x="14099" y="16880"/>
                    <a:pt x="14120" y="16899"/>
                  </a:cubicBezTo>
                  <a:cubicBezTo>
                    <a:pt x="14139" y="16919"/>
                    <a:pt x="14184" y="16954"/>
                    <a:pt x="14210" y="16966"/>
                  </a:cubicBezTo>
                  <a:cubicBezTo>
                    <a:pt x="14235" y="16978"/>
                    <a:pt x="14296" y="16979"/>
                    <a:pt x="14320" y="16993"/>
                  </a:cubicBezTo>
                  <a:cubicBezTo>
                    <a:pt x="14346" y="17009"/>
                    <a:pt x="14366" y="17073"/>
                    <a:pt x="14395" y="17084"/>
                  </a:cubicBezTo>
                  <a:cubicBezTo>
                    <a:pt x="14428" y="17096"/>
                    <a:pt x="14499" y="17065"/>
                    <a:pt x="14535" y="17063"/>
                  </a:cubicBezTo>
                  <a:cubicBezTo>
                    <a:pt x="14577" y="17062"/>
                    <a:pt x="14661" y="17065"/>
                    <a:pt x="14701" y="17073"/>
                  </a:cubicBezTo>
                  <a:cubicBezTo>
                    <a:pt x="14726" y="17079"/>
                    <a:pt x="14771" y="17106"/>
                    <a:pt x="14796" y="17110"/>
                  </a:cubicBezTo>
                  <a:cubicBezTo>
                    <a:pt x="14841" y="17117"/>
                    <a:pt x="14937" y="17082"/>
                    <a:pt x="14977" y="17100"/>
                  </a:cubicBezTo>
                  <a:cubicBezTo>
                    <a:pt x="15019" y="17120"/>
                    <a:pt x="15050" y="17209"/>
                    <a:pt x="15076" y="17245"/>
                  </a:cubicBezTo>
                  <a:cubicBezTo>
                    <a:pt x="15100" y="17279"/>
                    <a:pt x="15148" y="17350"/>
                    <a:pt x="15177" y="17382"/>
                  </a:cubicBezTo>
                  <a:cubicBezTo>
                    <a:pt x="15212" y="17418"/>
                    <a:pt x="15285" y="17491"/>
                    <a:pt x="15333" y="17513"/>
                  </a:cubicBezTo>
                  <a:cubicBezTo>
                    <a:pt x="15402" y="17543"/>
                    <a:pt x="15564" y="17538"/>
                    <a:pt x="15639" y="17556"/>
                  </a:cubicBezTo>
                  <a:cubicBezTo>
                    <a:pt x="15706" y="17572"/>
                    <a:pt x="15834" y="17621"/>
                    <a:pt x="15899" y="17643"/>
                  </a:cubicBezTo>
                  <a:cubicBezTo>
                    <a:pt x="15945" y="17658"/>
                    <a:pt x="16037" y="17686"/>
                    <a:pt x="16081" y="17703"/>
                  </a:cubicBezTo>
                  <a:cubicBezTo>
                    <a:pt x="16125" y="17721"/>
                    <a:pt x="16218" y="17752"/>
                    <a:pt x="16251" y="17784"/>
                  </a:cubicBezTo>
                  <a:cubicBezTo>
                    <a:pt x="16272" y="17804"/>
                    <a:pt x="16295" y="17857"/>
                    <a:pt x="16300" y="17884"/>
                  </a:cubicBezTo>
                  <a:cubicBezTo>
                    <a:pt x="16304" y="17909"/>
                    <a:pt x="16281" y="17962"/>
                    <a:pt x="16293" y="17985"/>
                  </a:cubicBezTo>
                  <a:cubicBezTo>
                    <a:pt x="16301" y="18002"/>
                    <a:pt x="16348" y="18017"/>
                    <a:pt x="16360" y="18032"/>
                  </a:cubicBezTo>
                  <a:cubicBezTo>
                    <a:pt x="16381" y="18058"/>
                    <a:pt x="16395" y="18123"/>
                    <a:pt x="16409" y="18152"/>
                  </a:cubicBezTo>
                  <a:cubicBezTo>
                    <a:pt x="16424" y="18180"/>
                    <a:pt x="16456" y="18233"/>
                    <a:pt x="16474" y="18260"/>
                  </a:cubicBezTo>
                  <a:cubicBezTo>
                    <a:pt x="16493" y="18287"/>
                    <a:pt x="16529" y="18344"/>
                    <a:pt x="16557" y="18363"/>
                  </a:cubicBezTo>
                  <a:cubicBezTo>
                    <a:pt x="16593" y="18389"/>
                    <a:pt x="16686" y="18405"/>
                    <a:pt x="16727" y="18424"/>
                  </a:cubicBezTo>
                  <a:cubicBezTo>
                    <a:pt x="16773" y="18444"/>
                    <a:pt x="16859" y="18491"/>
                    <a:pt x="16901" y="18518"/>
                  </a:cubicBezTo>
                  <a:cubicBezTo>
                    <a:pt x="16917" y="18527"/>
                    <a:pt x="16946" y="18551"/>
                    <a:pt x="16961" y="18561"/>
                  </a:cubicBezTo>
                  <a:cubicBezTo>
                    <a:pt x="16986" y="18577"/>
                    <a:pt x="17040" y="18604"/>
                    <a:pt x="17063" y="18621"/>
                  </a:cubicBezTo>
                  <a:cubicBezTo>
                    <a:pt x="17101" y="18651"/>
                    <a:pt x="17158" y="18726"/>
                    <a:pt x="17195" y="18755"/>
                  </a:cubicBezTo>
                  <a:cubicBezTo>
                    <a:pt x="17235" y="18786"/>
                    <a:pt x="17319" y="18847"/>
                    <a:pt x="17370" y="18859"/>
                  </a:cubicBezTo>
                  <a:cubicBezTo>
                    <a:pt x="17421" y="18872"/>
                    <a:pt x="17531" y="18849"/>
                    <a:pt x="17585" y="18853"/>
                  </a:cubicBezTo>
                  <a:cubicBezTo>
                    <a:pt x="17643" y="18857"/>
                    <a:pt x="17762" y="18865"/>
                    <a:pt x="17812" y="18893"/>
                  </a:cubicBezTo>
                  <a:cubicBezTo>
                    <a:pt x="17869" y="18925"/>
                    <a:pt x="17931" y="19041"/>
                    <a:pt x="17974" y="19087"/>
                  </a:cubicBezTo>
                  <a:cubicBezTo>
                    <a:pt x="18022" y="19138"/>
                    <a:pt x="18128" y="19232"/>
                    <a:pt x="18178" y="19281"/>
                  </a:cubicBezTo>
                  <a:cubicBezTo>
                    <a:pt x="18221" y="19323"/>
                    <a:pt x="18310" y="19402"/>
                    <a:pt x="18344" y="19449"/>
                  </a:cubicBezTo>
                  <a:cubicBezTo>
                    <a:pt x="18365" y="19477"/>
                    <a:pt x="18391" y="19540"/>
                    <a:pt x="18409" y="19569"/>
                  </a:cubicBezTo>
                  <a:cubicBezTo>
                    <a:pt x="18427" y="19599"/>
                    <a:pt x="18481" y="19651"/>
                    <a:pt x="18488" y="19683"/>
                  </a:cubicBezTo>
                  <a:cubicBezTo>
                    <a:pt x="18496" y="19720"/>
                    <a:pt x="18471" y="19795"/>
                    <a:pt x="18462" y="19831"/>
                  </a:cubicBezTo>
                  <a:cubicBezTo>
                    <a:pt x="18453" y="19864"/>
                    <a:pt x="18417" y="19927"/>
                    <a:pt x="18412" y="19962"/>
                  </a:cubicBezTo>
                  <a:cubicBezTo>
                    <a:pt x="18407" y="19999"/>
                    <a:pt x="18412" y="20076"/>
                    <a:pt x="18424" y="20112"/>
                  </a:cubicBezTo>
                  <a:cubicBezTo>
                    <a:pt x="18431" y="20135"/>
                    <a:pt x="18469" y="20173"/>
                    <a:pt x="18477" y="20196"/>
                  </a:cubicBezTo>
                  <a:cubicBezTo>
                    <a:pt x="18486" y="20226"/>
                    <a:pt x="18471" y="20293"/>
                    <a:pt x="18480" y="20324"/>
                  </a:cubicBezTo>
                  <a:cubicBezTo>
                    <a:pt x="18490" y="20354"/>
                    <a:pt x="18540" y="20404"/>
                    <a:pt x="18549" y="20434"/>
                  </a:cubicBezTo>
                  <a:cubicBezTo>
                    <a:pt x="18557" y="20463"/>
                    <a:pt x="18537" y="20526"/>
                    <a:pt x="18549" y="20555"/>
                  </a:cubicBezTo>
                  <a:cubicBezTo>
                    <a:pt x="18558" y="20578"/>
                    <a:pt x="18610" y="20609"/>
                    <a:pt x="18625" y="20632"/>
                  </a:cubicBezTo>
                  <a:cubicBezTo>
                    <a:pt x="18631" y="20643"/>
                    <a:pt x="18641" y="20661"/>
                    <a:pt x="18648" y="20680"/>
                  </a:cubicBezTo>
                  <a:lnTo>
                    <a:pt x="17135" y="20796"/>
                  </a:lnTo>
                  <a:lnTo>
                    <a:pt x="13197" y="21111"/>
                  </a:lnTo>
                  <a:lnTo>
                    <a:pt x="9614" y="21318"/>
                  </a:lnTo>
                  <a:lnTo>
                    <a:pt x="7815" y="21392"/>
                  </a:lnTo>
                  <a:lnTo>
                    <a:pt x="5986" y="21486"/>
                  </a:lnTo>
                  <a:lnTo>
                    <a:pt x="3018" y="21594"/>
                  </a:lnTo>
                  <a:lnTo>
                    <a:pt x="2732" y="15003"/>
                  </a:lnTo>
                  <a:cubicBezTo>
                    <a:pt x="2732" y="15003"/>
                    <a:pt x="2654" y="14860"/>
                    <a:pt x="2619" y="14817"/>
                  </a:cubicBezTo>
                  <a:cubicBezTo>
                    <a:pt x="2595" y="14790"/>
                    <a:pt x="2541" y="14739"/>
                    <a:pt x="2509" y="14720"/>
                  </a:cubicBezTo>
                  <a:cubicBezTo>
                    <a:pt x="2476" y="14700"/>
                    <a:pt x="2398" y="14680"/>
                    <a:pt x="2364" y="14663"/>
                  </a:cubicBezTo>
                  <a:cubicBezTo>
                    <a:pt x="2345" y="14654"/>
                    <a:pt x="2313" y="14625"/>
                    <a:pt x="2292" y="14620"/>
                  </a:cubicBezTo>
                  <a:cubicBezTo>
                    <a:pt x="2247" y="14608"/>
                    <a:pt x="2150" y="14640"/>
                    <a:pt x="2105" y="14628"/>
                  </a:cubicBezTo>
                  <a:cubicBezTo>
                    <a:pt x="2076" y="14620"/>
                    <a:pt x="2028" y="14582"/>
                    <a:pt x="2007" y="14563"/>
                  </a:cubicBezTo>
                  <a:cubicBezTo>
                    <a:pt x="1973" y="14532"/>
                    <a:pt x="1916" y="14461"/>
                    <a:pt x="1893" y="14424"/>
                  </a:cubicBezTo>
                  <a:cubicBezTo>
                    <a:pt x="1873" y="14390"/>
                    <a:pt x="1851" y="14315"/>
                    <a:pt x="1833" y="14281"/>
                  </a:cubicBezTo>
                  <a:cubicBezTo>
                    <a:pt x="1813" y="14245"/>
                    <a:pt x="1767" y="14174"/>
                    <a:pt x="1740" y="14142"/>
                  </a:cubicBezTo>
                  <a:cubicBezTo>
                    <a:pt x="1715" y="14112"/>
                    <a:pt x="1654" y="14060"/>
                    <a:pt x="1629" y="14030"/>
                  </a:cubicBezTo>
                  <a:cubicBezTo>
                    <a:pt x="1609" y="14008"/>
                    <a:pt x="1568" y="13964"/>
                    <a:pt x="1559" y="13938"/>
                  </a:cubicBezTo>
                  <a:cubicBezTo>
                    <a:pt x="1546" y="13902"/>
                    <a:pt x="1540" y="13825"/>
                    <a:pt x="1555" y="13790"/>
                  </a:cubicBezTo>
                  <a:cubicBezTo>
                    <a:pt x="1571" y="13753"/>
                    <a:pt x="1644" y="13703"/>
                    <a:pt x="1674" y="13675"/>
                  </a:cubicBezTo>
                  <a:cubicBezTo>
                    <a:pt x="1706" y="13645"/>
                    <a:pt x="1772" y="13587"/>
                    <a:pt x="1806" y="13559"/>
                  </a:cubicBezTo>
                  <a:cubicBezTo>
                    <a:pt x="1838" y="13533"/>
                    <a:pt x="1897" y="13476"/>
                    <a:pt x="1935" y="13457"/>
                  </a:cubicBezTo>
                  <a:cubicBezTo>
                    <a:pt x="1962" y="13443"/>
                    <a:pt x="2028" y="13440"/>
                    <a:pt x="2054" y="13425"/>
                  </a:cubicBezTo>
                  <a:cubicBezTo>
                    <a:pt x="2077" y="13411"/>
                    <a:pt x="2112" y="13370"/>
                    <a:pt x="2126" y="13348"/>
                  </a:cubicBezTo>
                  <a:cubicBezTo>
                    <a:pt x="2145" y="13316"/>
                    <a:pt x="2153" y="13242"/>
                    <a:pt x="2173" y="13211"/>
                  </a:cubicBezTo>
                  <a:cubicBezTo>
                    <a:pt x="2191" y="13182"/>
                    <a:pt x="2250" y="13140"/>
                    <a:pt x="2269" y="13112"/>
                  </a:cubicBezTo>
                  <a:cubicBezTo>
                    <a:pt x="2294" y="13074"/>
                    <a:pt x="2330" y="12989"/>
                    <a:pt x="2335" y="12944"/>
                  </a:cubicBezTo>
                  <a:cubicBezTo>
                    <a:pt x="2341" y="12899"/>
                    <a:pt x="2316" y="12807"/>
                    <a:pt x="2309" y="12762"/>
                  </a:cubicBezTo>
                  <a:cubicBezTo>
                    <a:pt x="2306" y="12742"/>
                    <a:pt x="2302" y="12715"/>
                    <a:pt x="2298" y="12686"/>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80" name="Shape 4762"/>
            <p:cNvSpPr/>
            <p:nvPr/>
          </p:nvSpPr>
          <p:spPr>
            <a:xfrm>
              <a:off x="5384746" y="1863950"/>
              <a:ext cx="1251667" cy="818041"/>
            </a:xfrm>
            <a:custGeom>
              <a:avLst/>
              <a:gdLst/>
              <a:ahLst/>
              <a:cxnLst>
                <a:cxn ang="0">
                  <a:pos x="wd2" y="hd2"/>
                </a:cxn>
                <a:cxn ang="5400000">
                  <a:pos x="wd2" y="hd2"/>
                </a:cxn>
                <a:cxn ang="10800000">
                  <a:pos x="wd2" y="hd2"/>
                </a:cxn>
                <a:cxn ang="16200000">
                  <a:pos x="wd2" y="hd2"/>
                </a:cxn>
              </a:cxnLst>
              <a:rect l="0" t="0" r="r" b="b"/>
              <a:pathLst>
                <a:path w="21592" h="21600" extrusionOk="0">
                  <a:moveTo>
                    <a:pt x="496" y="1706"/>
                  </a:moveTo>
                  <a:lnTo>
                    <a:pt x="3705" y="1504"/>
                  </a:lnTo>
                  <a:lnTo>
                    <a:pt x="5683" y="1329"/>
                  </a:lnTo>
                  <a:lnTo>
                    <a:pt x="7628" y="1191"/>
                  </a:lnTo>
                  <a:lnTo>
                    <a:pt x="11502" y="804"/>
                  </a:lnTo>
                  <a:lnTo>
                    <a:pt x="15759" y="215"/>
                  </a:lnTo>
                  <a:lnTo>
                    <a:pt x="17395" y="0"/>
                  </a:lnTo>
                  <a:cubicBezTo>
                    <a:pt x="17406" y="42"/>
                    <a:pt x="17414" y="86"/>
                    <a:pt x="17414" y="116"/>
                  </a:cubicBezTo>
                  <a:cubicBezTo>
                    <a:pt x="17415" y="174"/>
                    <a:pt x="17360" y="284"/>
                    <a:pt x="17369" y="340"/>
                  </a:cubicBezTo>
                  <a:cubicBezTo>
                    <a:pt x="17378" y="400"/>
                    <a:pt x="17465" y="460"/>
                    <a:pt x="17480" y="516"/>
                  </a:cubicBezTo>
                  <a:cubicBezTo>
                    <a:pt x="17494" y="571"/>
                    <a:pt x="17483" y="696"/>
                    <a:pt x="17475" y="754"/>
                  </a:cubicBezTo>
                  <a:cubicBezTo>
                    <a:pt x="17470" y="793"/>
                    <a:pt x="17440" y="864"/>
                    <a:pt x="17439" y="904"/>
                  </a:cubicBezTo>
                  <a:cubicBezTo>
                    <a:pt x="17438" y="935"/>
                    <a:pt x="17445" y="1000"/>
                    <a:pt x="17459" y="1023"/>
                  </a:cubicBezTo>
                  <a:cubicBezTo>
                    <a:pt x="17491" y="1076"/>
                    <a:pt x="17592" y="1094"/>
                    <a:pt x="17635" y="1122"/>
                  </a:cubicBezTo>
                  <a:cubicBezTo>
                    <a:pt x="17677" y="1150"/>
                    <a:pt x="17762" y="1205"/>
                    <a:pt x="17798" y="1248"/>
                  </a:cubicBezTo>
                  <a:cubicBezTo>
                    <a:pt x="17841" y="1296"/>
                    <a:pt x="17916" y="1414"/>
                    <a:pt x="17941" y="1486"/>
                  </a:cubicBezTo>
                  <a:cubicBezTo>
                    <a:pt x="17956" y="1528"/>
                    <a:pt x="17973" y="1625"/>
                    <a:pt x="17973" y="1673"/>
                  </a:cubicBezTo>
                  <a:cubicBezTo>
                    <a:pt x="17975" y="1717"/>
                    <a:pt x="17964" y="1807"/>
                    <a:pt x="17953" y="1848"/>
                  </a:cubicBezTo>
                  <a:cubicBezTo>
                    <a:pt x="17939" y="1899"/>
                    <a:pt x="17887" y="1980"/>
                    <a:pt x="17872" y="2029"/>
                  </a:cubicBezTo>
                  <a:cubicBezTo>
                    <a:pt x="17850" y="2099"/>
                    <a:pt x="17831" y="2253"/>
                    <a:pt x="17811" y="2324"/>
                  </a:cubicBezTo>
                  <a:cubicBezTo>
                    <a:pt x="17789" y="2399"/>
                    <a:pt x="17712" y="2529"/>
                    <a:pt x="17700" y="2611"/>
                  </a:cubicBezTo>
                  <a:cubicBezTo>
                    <a:pt x="17678" y="2764"/>
                    <a:pt x="17712" y="3084"/>
                    <a:pt x="17737" y="3236"/>
                  </a:cubicBezTo>
                  <a:cubicBezTo>
                    <a:pt x="17752" y="3327"/>
                    <a:pt x="17819" y="3490"/>
                    <a:pt x="17835" y="3580"/>
                  </a:cubicBezTo>
                  <a:cubicBezTo>
                    <a:pt x="17851" y="3673"/>
                    <a:pt x="17848" y="3870"/>
                    <a:pt x="17867" y="3962"/>
                  </a:cubicBezTo>
                  <a:cubicBezTo>
                    <a:pt x="17878" y="4011"/>
                    <a:pt x="17910" y="4104"/>
                    <a:pt x="17933" y="4143"/>
                  </a:cubicBezTo>
                  <a:cubicBezTo>
                    <a:pt x="17959" y="4187"/>
                    <a:pt x="18039" y="4231"/>
                    <a:pt x="18060" y="4281"/>
                  </a:cubicBezTo>
                  <a:cubicBezTo>
                    <a:pt x="18088" y="4348"/>
                    <a:pt x="18084" y="4516"/>
                    <a:pt x="18096" y="4593"/>
                  </a:cubicBezTo>
                  <a:cubicBezTo>
                    <a:pt x="18115" y="4710"/>
                    <a:pt x="18148" y="4950"/>
                    <a:pt x="18191" y="5050"/>
                  </a:cubicBezTo>
                  <a:cubicBezTo>
                    <a:pt x="18213" y="5101"/>
                    <a:pt x="18280" y="5178"/>
                    <a:pt x="18313" y="5212"/>
                  </a:cubicBezTo>
                  <a:cubicBezTo>
                    <a:pt x="18374" y="5275"/>
                    <a:pt x="18504" y="5375"/>
                    <a:pt x="18571" y="5419"/>
                  </a:cubicBezTo>
                  <a:cubicBezTo>
                    <a:pt x="18634" y="5461"/>
                    <a:pt x="18764" y="5535"/>
                    <a:pt x="18832" y="5557"/>
                  </a:cubicBezTo>
                  <a:cubicBezTo>
                    <a:pt x="18925" y="5587"/>
                    <a:pt x="19119" y="5576"/>
                    <a:pt x="19212" y="5607"/>
                  </a:cubicBezTo>
                  <a:cubicBezTo>
                    <a:pt x="19264" y="5623"/>
                    <a:pt x="19371" y="5662"/>
                    <a:pt x="19412" y="5713"/>
                  </a:cubicBezTo>
                  <a:cubicBezTo>
                    <a:pt x="19466" y="5780"/>
                    <a:pt x="19520" y="5985"/>
                    <a:pt x="19555" y="6076"/>
                  </a:cubicBezTo>
                  <a:cubicBezTo>
                    <a:pt x="19578" y="6135"/>
                    <a:pt x="19628" y="6249"/>
                    <a:pt x="19645" y="6313"/>
                  </a:cubicBezTo>
                  <a:cubicBezTo>
                    <a:pt x="19656" y="6360"/>
                    <a:pt x="19677" y="6458"/>
                    <a:pt x="19674" y="6507"/>
                  </a:cubicBezTo>
                  <a:cubicBezTo>
                    <a:pt x="19673" y="6513"/>
                    <a:pt x="19672" y="6519"/>
                    <a:pt x="19671" y="6526"/>
                  </a:cubicBezTo>
                  <a:cubicBezTo>
                    <a:pt x="19662" y="6563"/>
                    <a:pt x="19639" y="6614"/>
                    <a:pt x="19637" y="6644"/>
                  </a:cubicBezTo>
                  <a:cubicBezTo>
                    <a:pt x="19635" y="6677"/>
                    <a:pt x="19642" y="6744"/>
                    <a:pt x="19653" y="6770"/>
                  </a:cubicBezTo>
                  <a:cubicBezTo>
                    <a:pt x="19677" y="6824"/>
                    <a:pt x="19754" y="6888"/>
                    <a:pt x="19792" y="6914"/>
                  </a:cubicBezTo>
                  <a:cubicBezTo>
                    <a:pt x="19815" y="6930"/>
                    <a:pt x="19868" y="6933"/>
                    <a:pt x="19891" y="6951"/>
                  </a:cubicBezTo>
                  <a:cubicBezTo>
                    <a:pt x="19922" y="6977"/>
                    <a:pt x="19969" y="7068"/>
                    <a:pt x="20000" y="7095"/>
                  </a:cubicBezTo>
                  <a:cubicBezTo>
                    <a:pt x="20038" y="7128"/>
                    <a:pt x="20125" y="7149"/>
                    <a:pt x="20164" y="7176"/>
                  </a:cubicBezTo>
                  <a:cubicBezTo>
                    <a:pt x="20218" y="7214"/>
                    <a:pt x="20322" y="7308"/>
                    <a:pt x="20368" y="7365"/>
                  </a:cubicBezTo>
                  <a:cubicBezTo>
                    <a:pt x="20410" y="7415"/>
                    <a:pt x="20500" y="7523"/>
                    <a:pt x="20515" y="7602"/>
                  </a:cubicBezTo>
                  <a:cubicBezTo>
                    <a:pt x="20531" y="7683"/>
                    <a:pt x="20467" y="7848"/>
                    <a:pt x="20471" y="7933"/>
                  </a:cubicBezTo>
                  <a:cubicBezTo>
                    <a:pt x="20474" y="8011"/>
                    <a:pt x="20506" y="8165"/>
                    <a:pt x="20536" y="8227"/>
                  </a:cubicBezTo>
                  <a:cubicBezTo>
                    <a:pt x="20566" y="8291"/>
                    <a:pt x="20658" y="8377"/>
                    <a:pt x="20703" y="8415"/>
                  </a:cubicBezTo>
                  <a:cubicBezTo>
                    <a:pt x="20742" y="8446"/>
                    <a:pt x="20825" y="8489"/>
                    <a:pt x="20867" y="8509"/>
                  </a:cubicBezTo>
                  <a:cubicBezTo>
                    <a:pt x="20917" y="8532"/>
                    <a:pt x="21022" y="8554"/>
                    <a:pt x="21071" y="8584"/>
                  </a:cubicBezTo>
                  <a:cubicBezTo>
                    <a:pt x="21113" y="8609"/>
                    <a:pt x="21194" y="8678"/>
                    <a:pt x="21230" y="8721"/>
                  </a:cubicBezTo>
                  <a:cubicBezTo>
                    <a:pt x="21259" y="8756"/>
                    <a:pt x="21303" y="8851"/>
                    <a:pt x="21333" y="8884"/>
                  </a:cubicBezTo>
                  <a:cubicBezTo>
                    <a:pt x="21357" y="8911"/>
                    <a:pt x="21423" y="8929"/>
                    <a:pt x="21443" y="8965"/>
                  </a:cubicBezTo>
                  <a:cubicBezTo>
                    <a:pt x="21466" y="9009"/>
                    <a:pt x="21478" y="9127"/>
                    <a:pt x="21480" y="9184"/>
                  </a:cubicBezTo>
                  <a:cubicBezTo>
                    <a:pt x="21481" y="9248"/>
                    <a:pt x="21436" y="9374"/>
                    <a:pt x="21451" y="9434"/>
                  </a:cubicBezTo>
                  <a:cubicBezTo>
                    <a:pt x="21464" y="9486"/>
                    <a:pt x="21548" y="9523"/>
                    <a:pt x="21565" y="9572"/>
                  </a:cubicBezTo>
                  <a:cubicBezTo>
                    <a:pt x="21591" y="9643"/>
                    <a:pt x="21599" y="9818"/>
                    <a:pt x="21586" y="9897"/>
                  </a:cubicBezTo>
                  <a:cubicBezTo>
                    <a:pt x="21577" y="9952"/>
                    <a:pt x="21507" y="10029"/>
                    <a:pt x="21504" y="10085"/>
                  </a:cubicBezTo>
                  <a:cubicBezTo>
                    <a:pt x="21501" y="10134"/>
                    <a:pt x="21551" y="10217"/>
                    <a:pt x="21557" y="10267"/>
                  </a:cubicBezTo>
                  <a:cubicBezTo>
                    <a:pt x="21567" y="10340"/>
                    <a:pt x="21557" y="10492"/>
                    <a:pt x="21549" y="10566"/>
                  </a:cubicBezTo>
                  <a:cubicBezTo>
                    <a:pt x="21543" y="10630"/>
                    <a:pt x="21511" y="10752"/>
                    <a:pt x="21504" y="10817"/>
                  </a:cubicBezTo>
                  <a:cubicBezTo>
                    <a:pt x="21496" y="10889"/>
                    <a:pt x="21516" y="11046"/>
                    <a:pt x="21492" y="11110"/>
                  </a:cubicBezTo>
                  <a:cubicBezTo>
                    <a:pt x="21474" y="11158"/>
                    <a:pt x="21402" y="11201"/>
                    <a:pt x="21373" y="11236"/>
                  </a:cubicBezTo>
                  <a:cubicBezTo>
                    <a:pt x="21344" y="11271"/>
                    <a:pt x="21285" y="11344"/>
                    <a:pt x="21259" y="11386"/>
                  </a:cubicBezTo>
                  <a:cubicBezTo>
                    <a:pt x="21225" y="11439"/>
                    <a:pt x="21149" y="11546"/>
                    <a:pt x="21133" y="11617"/>
                  </a:cubicBezTo>
                  <a:cubicBezTo>
                    <a:pt x="21118" y="11676"/>
                    <a:pt x="21144" y="11807"/>
                    <a:pt x="21133" y="11867"/>
                  </a:cubicBezTo>
                  <a:cubicBezTo>
                    <a:pt x="21122" y="11922"/>
                    <a:pt x="21061" y="12005"/>
                    <a:pt x="21050" y="12061"/>
                  </a:cubicBezTo>
                  <a:cubicBezTo>
                    <a:pt x="21040" y="12115"/>
                    <a:pt x="21048" y="12231"/>
                    <a:pt x="21055" y="12286"/>
                  </a:cubicBezTo>
                  <a:cubicBezTo>
                    <a:pt x="21059" y="12317"/>
                    <a:pt x="21080" y="12374"/>
                    <a:pt x="21083" y="12405"/>
                  </a:cubicBezTo>
                  <a:cubicBezTo>
                    <a:pt x="21090" y="12460"/>
                    <a:pt x="21097" y="12576"/>
                    <a:pt x="21088" y="12630"/>
                  </a:cubicBezTo>
                  <a:cubicBezTo>
                    <a:pt x="21079" y="12677"/>
                    <a:pt x="21044" y="12765"/>
                    <a:pt x="21018" y="12793"/>
                  </a:cubicBezTo>
                  <a:cubicBezTo>
                    <a:pt x="20992" y="12820"/>
                    <a:pt x="20923" y="12812"/>
                    <a:pt x="20895" y="12836"/>
                  </a:cubicBezTo>
                  <a:cubicBezTo>
                    <a:pt x="20864" y="12864"/>
                    <a:pt x="20815" y="12950"/>
                    <a:pt x="20797" y="12999"/>
                  </a:cubicBezTo>
                  <a:cubicBezTo>
                    <a:pt x="20783" y="13040"/>
                    <a:pt x="20790" y="13147"/>
                    <a:pt x="20768" y="13181"/>
                  </a:cubicBezTo>
                  <a:cubicBezTo>
                    <a:pt x="20742" y="13221"/>
                    <a:pt x="20659" y="13231"/>
                    <a:pt x="20622" y="13237"/>
                  </a:cubicBezTo>
                  <a:cubicBezTo>
                    <a:pt x="20586" y="13242"/>
                    <a:pt x="20514" y="13226"/>
                    <a:pt x="20478" y="13224"/>
                  </a:cubicBezTo>
                  <a:cubicBezTo>
                    <a:pt x="20449" y="13223"/>
                    <a:pt x="20388" y="13208"/>
                    <a:pt x="20360" y="13224"/>
                  </a:cubicBezTo>
                  <a:cubicBezTo>
                    <a:pt x="20331" y="13242"/>
                    <a:pt x="20284" y="13316"/>
                    <a:pt x="20266" y="13355"/>
                  </a:cubicBezTo>
                  <a:cubicBezTo>
                    <a:pt x="20236" y="13422"/>
                    <a:pt x="20222" y="13598"/>
                    <a:pt x="20184" y="13656"/>
                  </a:cubicBezTo>
                  <a:cubicBezTo>
                    <a:pt x="20137" y="13730"/>
                    <a:pt x="20000" y="13790"/>
                    <a:pt x="19935" y="13818"/>
                  </a:cubicBezTo>
                  <a:cubicBezTo>
                    <a:pt x="19893" y="13837"/>
                    <a:pt x="19804" y="13855"/>
                    <a:pt x="19760" y="13856"/>
                  </a:cubicBezTo>
                  <a:cubicBezTo>
                    <a:pt x="19710" y="13857"/>
                    <a:pt x="19612" y="13815"/>
                    <a:pt x="19563" y="13825"/>
                  </a:cubicBezTo>
                  <a:cubicBezTo>
                    <a:pt x="19521" y="13832"/>
                    <a:pt x="19440" y="13879"/>
                    <a:pt x="19404" y="13913"/>
                  </a:cubicBezTo>
                  <a:cubicBezTo>
                    <a:pt x="19365" y="13947"/>
                    <a:pt x="19311" y="14069"/>
                    <a:pt x="19269" y="14093"/>
                  </a:cubicBezTo>
                  <a:cubicBezTo>
                    <a:pt x="19233" y="14114"/>
                    <a:pt x="19153" y="14094"/>
                    <a:pt x="19114" y="14087"/>
                  </a:cubicBezTo>
                  <a:cubicBezTo>
                    <a:pt x="19090" y="14083"/>
                    <a:pt x="19042" y="14042"/>
                    <a:pt x="19020" y="14056"/>
                  </a:cubicBezTo>
                  <a:cubicBezTo>
                    <a:pt x="18997" y="14069"/>
                    <a:pt x="18982" y="14153"/>
                    <a:pt x="18963" y="14175"/>
                  </a:cubicBezTo>
                  <a:cubicBezTo>
                    <a:pt x="18935" y="14204"/>
                    <a:pt x="18856" y="14196"/>
                    <a:pt x="18836" y="14237"/>
                  </a:cubicBezTo>
                  <a:cubicBezTo>
                    <a:pt x="18811" y="14286"/>
                    <a:pt x="18829" y="14421"/>
                    <a:pt x="18828" y="14481"/>
                  </a:cubicBezTo>
                  <a:cubicBezTo>
                    <a:pt x="18826" y="14556"/>
                    <a:pt x="18830" y="14707"/>
                    <a:pt x="18824" y="14781"/>
                  </a:cubicBezTo>
                  <a:cubicBezTo>
                    <a:pt x="18819" y="14839"/>
                    <a:pt x="18805" y="14954"/>
                    <a:pt x="18791" y="15007"/>
                  </a:cubicBezTo>
                  <a:cubicBezTo>
                    <a:pt x="18780" y="15046"/>
                    <a:pt x="18743" y="15112"/>
                    <a:pt x="18730" y="15151"/>
                  </a:cubicBezTo>
                  <a:cubicBezTo>
                    <a:pt x="18708" y="15213"/>
                    <a:pt x="18654" y="15342"/>
                    <a:pt x="18660" y="15413"/>
                  </a:cubicBezTo>
                  <a:cubicBezTo>
                    <a:pt x="18664" y="15458"/>
                    <a:pt x="18708" y="15527"/>
                    <a:pt x="18730" y="15557"/>
                  </a:cubicBezTo>
                  <a:cubicBezTo>
                    <a:pt x="18755" y="15591"/>
                    <a:pt x="18822" y="15629"/>
                    <a:pt x="18844" y="15670"/>
                  </a:cubicBezTo>
                  <a:cubicBezTo>
                    <a:pt x="18868" y="15712"/>
                    <a:pt x="18887" y="15827"/>
                    <a:pt x="18905" y="15875"/>
                  </a:cubicBezTo>
                  <a:cubicBezTo>
                    <a:pt x="18921" y="15915"/>
                    <a:pt x="18950" y="16009"/>
                    <a:pt x="18979" y="16026"/>
                  </a:cubicBezTo>
                  <a:cubicBezTo>
                    <a:pt x="19010" y="16042"/>
                    <a:pt x="19076" y="15965"/>
                    <a:pt x="19106" y="15982"/>
                  </a:cubicBezTo>
                  <a:cubicBezTo>
                    <a:pt x="19132" y="15997"/>
                    <a:pt x="19154" y="16086"/>
                    <a:pt x="19171" y="16120"/>
                  </a:cubicBezTo>
                  <a:cubicBezTo>
                    <a:pt x="19191" y="16159"/>
                    <a:pt x="19243" y="16225"/>
                    <a:pt x="19257" y="16270"/>
                  </a:cubicBezTo>
                  <a:cubicBezTo>
                    <a:pt x="19277" y="16334"/>
                    <a:pt x="19283" y="16480"/>
                    <a:pt x="19289" y="16551"/>
                  </a:cubicBezTo>
                  <a:cubicBezTo>
                    <a:pt x="19297" y="16638"/>
                    <a:pt x="19305" y="16814"/>
                    <a:pt x="19310" y="16900"/>
                  </a:cubicBezTo>
                  <a:cubicBezTo>
                    <a:pt x="19315" y="16989"/>
                    <a:pt x="19333" y="17169"/>
                    <a:pt x="19334" y="17258"/>
                  </a:cubicBezTo>
                  <a:cubicBezTo>
                    <a:pt x="19336" y="17313"/>
                    <a:pt x="19338" y="17430"/>
                    <a:pt x="19327" y="17483"/>
                  </a:cubicBezTo>
                  <a:cubicBezTo>
                    <a:pt x="19314" y="17540"/>
                    <a:pt x="19265" y="17636"/>
                    <a:pt x="19241" y="17683"/>
                  </a:cubicBezTo>
                  <a:cubicBezTo>
                    <a:pt x="19207" y="17748"/>
                    <a:pt x="19127" y="17858"/>
                    <a:pt x="19093" y="17920"/>
                  </a:cubicBezTo>
                  <a:cubicBezTo>
                    <a:pt x="19049" y="18004"/>
                    <a:pt x="18948" y="18167"/>
                    <a:pt x="18930" y="18271"/>
                  </a:cubicBezTo>
                  <a:cubicBezTo>
                    <a:pt x="18916" y="18353"/>
                    <a:pt x="18961" y="18524"/>
                    <a:pt x="18954" y="18609"/>
                  </a:cubicBezTo>
                  <a:cubicBezTo>
                    <a:pt x="18951" y="18656"/>
                    <a:pt x="18922" y="18743"/>
                    <a:pt x="18914" y="18790"/>
                  </a:cubicBezTo>
                  <a:cubicBezTo>
                    <a:pt x="18907" y="18831"/>
                    <a:pt x="18890" y="18912"/>
                    <a:pt x="18894" y="18952"/>
                  </a:cubicBezTo>
                  <a:cubicBezTo>
                    <a:pt x="18897" y="19005"/>
                    <a:pt x="18942" y="19094"/>
                    <a:pt x="18946" y="19146"/>
                  </a:cubicBezTo>
                  <a:cubicBezTo>
                    <a:pt x="18951" y="19205"/>
                    <a:pt x="18941" y="19331"/>
                    <a:pt x="18918" y="19378"/>
                  </a:cubicBezTo>
                  <a:cubicBezTo>
                    <a:pt x="18901" y="19412"/>
                    <a:pt x="18839" y="19430"/>
                    <a:pt x="18816" y="19453"/>
                  </a:cubicBezTo>
                  <a:cubicBezTo>
                    <a:pt x="18778" y="19491"/>
                    <a:pt x="18722" y="19608"/>
                    <a:pt x="18681" y="19635"/>
                  </a:cubicBezTo>
                  <a:cubicBezTo>
                    <a:pt x="18636" y="19664"/>
                    <a:pt x="18536" y="19645"/>
                    <a:pt x="18488" y="19659"/>
                  </a:cubicBezTo>
                  <a:cubicBezTo>
                    <a:pt x="18433" y="19677"/>
                    <a:pt x="18322" y="19725"/>
                    <a:pt x="18272" y="19766"/>
                  </a:cubicBezTo>
                  <a:cubicBezTo>
                    <a:pt x="18226" y="19803"/>
                    <a:pt x="18143" y="19900"/>
                    <a:pt x="18109" y="19960"/>
                  </a:cubicBezTo>
                  <a:cubicBezTo>
                    <a:pt x="18072" y="20022"/>
                    <a:pt x="18009" y="20166"/>
                    <a:pt x="17994" y="20247"/>
                  </a:cubicBezTo>
                  <a:cubicBezTo>
                    <a:pt x="17986" y="20295"/>
                    <a:pt x="17976" y="20406"/>
                    <a:pt x="17994" y="20446"/>
                  </a:cubicBezTo>
                  <a:cubicBezTo>
                    <a:pt x="18016" y="20497"/>
                    <a:pt x="18112" y="20491"/>
                    <a:pt x="18137" y="20535"/>
                  </a:cubicBezTo>
                  <a:cubicBezTo>
                    <a:pt x="18170" y="20594"/>
                    <a:pt x="18187" y="20758"/>
                    <a:pt x="18187" y="20836"/>
                  </a:cubicBezTo>
                  <a:cubicBezTo>
                    <a:pt x="18186" y="20902"/>
                    <a:pt x="18139" y="21025"/>
                    <a:pt x="18137" y="21092"/>
                  </a:cubicBezTo>
                  <a:cubicBezTo>
                    <a:pt x="18136" y="21151"/>
                    <a:pt x="18181" y="21266"/>
                    <a:pt x="18170" y="21323"/>
                  </a:cubicBezTo>
                  <a:cubicBezTo>
                    <a:pt x="18162" y="21364"/>
                    <a:pt x="18114" y="21420"/>
                    <a:pt x="18093" y="21448"/>
                  </a:cubicBezTo>
                  <a:cubicBezTo>
                    <a:pt x="18068" y="21482"/>
                    <a:pt x="18008" y="21529"/>
                    <a:pt x="17986" y="21567"/>
                  </a:cubicBezTo>
                  <a:cubicBezTo>
                    <a:pt x="17981" y="21576"/>
                    <a:pt x="17975" y="21587"/>
                    <a:pt x="17970" y="21599"/>
                  </a:cubicBezTo>
                  <a:cubicBezTo>
                    <a:pt x="17928" y="21566"/>
                    <a:pt x="17881" y="21531"/>
                    <a:pt x="17856" y="21520"/>
                  </a:cubicBezTo>
                  <a:cubicBezTo>
                    <a:pt x="17837" y="21513"/>
                    <a:pt x="17798" y="21528"/>
                    <a:pt x="17782" y="21514"/>
                  </a:cubicBezTo>
                  <a:cubicBezTo>
                    <a:pt x="17763" y="21497"/>
                    <a:pt x="17754" y="21422"/>
                    <a:pt x="17737" y="21401"/>
                  </a:cubicBezTo>
                  <a:cubicBezTo>
                    <a:pt x="17714" y="21372"/>
                    <a:pt x="17642" y="21374"/>
                    <a:pt x="17627" y="21336"/>
                  </a:cubicBezTo>
                  <a:cubicBezTo>
                    <a:pt x="17611" y="21297"/>
                    <a:pt x="17642" y="21199"/>
                    <a:pt x="17635" y="21154"/>
                  </a:cubicBezTo>
                  <a:cubicBezTo>
                    <a:pt x="17629" y="21119"/>
                    <a:pt x="17606" y="21051"/>
                    <a:pt x="17586" y="21032"/>
                  </a:cubicBezTo>
                  <a:cubicBezTo>
                    <a:pt x="17564" y="21013"/>
                    <a:pt x="17510" y="21033"/>
                    <a:pt x="17486" y="21026"/>
                  </a:cubicBezTo>
                  <a:cubicBezTo>
                    <a:pt x="17466" y="21020"/>
                    <a:pt x="17422" y="21010"/>
                    <a:pt x="17410" y="20986"/>
                  </a:cubicBezTo>
                  <a:cubicBezTo>
                    <a:pt x="17390" y="20945"/>
                    <a:pt x="17426" y="20820"/>
                    <a:pt x="17404" y="20782"/>
                  </a:cubicBezTo>
                  <a:cubicBezTo>
                    <a:pt x="17388" y="20755"/>
                    <a:pt x="17327" y="20784"/>
                    <a:pt x="17308" y="20760"/>
                  </a:cubicBezTo>
                  <a:cubicBezTo>
                    <a:pt x="17284" y="20730"/>
                    <a:pt x="17277" y="20626"/>
                    <a:pt x="17265" y="20582"/>
                  </a:cubicBezTo>
                  <a:cubicBezTo>
                    <a:pt x="17256" y="20547"/>
                    <a:pt x="17246" y="20468"/>
                    <a:pt x="17226" y="20446"/>
                  </a:cubicBezTo>
                  <a:cubicBezTo>
                    <a:pt x="17199" y="20420"/>
                    <a:pt x="17128" y="20461"/>
                    <a:pt x="17098" y="20445"/>
                  </a:cubicBezTo>
                  <a:cubicBezTo>
                    <a:pt x="17072" y="20430"/>
                    <a:pt x="17026" y="20376"/>
                    <a:pt x="17012" y="20341"/>
                  </a:cubicBezTo>
                  <a:cubicBezTo>
                    <a:pt x="16993" y="20293"/>
                    <a:pt x="17011" y="20167"/>
                    <a:pt x="16989" y="20122"/>
                  </a:cubicBezTo>
                  <a:cubicBezTo>
                    <a:pt x="16969" y="20080"/>
                    <a:pt x="16870" y="20029"/>
                    <a:pt x="16870" y="20029"/>
                  </a:cubicBezTo>
                  <a:cubicBezTo>
                    <a:pt x="16870" y="20029"/>
                    <a:pt x="15756" y="20260"/>
                    <a:pt x="15384" y="20329"/>
                  </a:cubicBezTo>
                  <a:cubicBezTo>
                    <a:pt x="14613" y="20470"/>
                    <a:pt x="13069" y="20712"/>
                    <a:pt x="12297" y="20819"/>
                  </a:cubicBezTo>
                  <a:cubicBezTo>
                    <a:pt x="11519" y="20928"/>
                    <a:pt x="9960" y="21093"/>
                    <a:pt x="9181" y="21192"/>
                  </a:cubicBezTo>
                  <a:cubicBezTo>
                    <a:pt x="8805" y="21239"/>
                    <a:pt x="8054" y="21357"/>
                    <a:pt x="7677" y="21392"/>
                  </a:cubicBezTo>
                  <a:cubicBezTo>
                    <a:pt x="7304" y="21426"/>
                    <a:pt x="6555" y="21449"/>
                    <a:pt x="6182" y="21466"/>
                  </a:cubicBezTo>
                  <a:cubicBezTo>
                    <a:pt x="5533" y="21498"/>
                    <a:pt x="3758" y="21579"/>
                    <a:pt x="3306" y="21600"/>
                  </a:cubicBezTo>
                  <a:cubicBezTo>
                    <a:pt x="3320" y="21561"/>
                    <a:pt x="3343" y="21502"/>
                    <a:pt x="3342" y="21466"/>
                  </a:cubicBezTo>
                  <a:cubicBezTo>
                    <a:pt x="3342" y="21425"/>
                    <a:pt x="3307" y="21354"/>
                    <a:pt x="3295" y="21317"/>
                  </a:cubicBezTo>
                  <a:cubicBezTo>
                    <a:pt x="3276" y="21255"/>
                    <a:pt x="3253" y="21106"/>
                    <a:pt x="3213" y="21072"/>
                  </a:cubicBezTo>
                  <a:cubicBezTo>
                    <a:pt x="3186" y="21050"/>
                    <a:pt x="3119" y="21107"/>
                    <a:pt x="3089" y="21092"/>
                  </a:cubicBezTo>
                  <a:cubicBezTo>
                    <a:pt x="3070" y="21083"/>
                    <a:pt x="3041" y="21036"/>
                    <a:pt x="3029" y="21010"/>
                  </a:cubicBezTo>
                  <a:cubicBezTo>
                    <a:pt x="3008" y="20962"/>
                    <a:pt x="3007" y="20830"/>
                    <a:pt x="2981" y="20788"/>
                  </a:cubicBezTo>
                  <a:cubicBezTo>
                    <a:pt x="2964" y="20764"/>
                    <a:pt x="2911" y="20767"/>
                    <a:pt x="2895" y="20745"/>
                  </a:cubicBezTo>
                  <a:cubicBezTo>
                    <a:pt x="2882" y="20725"/>
                    <a:pt x="2867" y="20669"/>
                    <a:pt x="2868" y="20641"/>
                  </a:cubicBezTo>
                  <a:cubicBezTo>
                    <a:pt x="2870" y="20587"/>
                    <a:pt x="2911" y="20490"/>
                    <a:pt x="2933" y="20446"/>
                  </a:cubicBezTo>
                  <a:cubicBezTo>
                    <a:pt x="2946" y="20424"/>
                    <a:pt x="2983" y="20394"/>
                    <a:pt x="2995" y="20369"/>
                  </a:cubicBezTo>
                  <a:cubicBezTo>
                    <a:pt x="3009" y="20338"/>
                    <a:pt x="3032" y="20272"/>
                    <a:pt x="3032" y="20235"/>
                  </a:cubicBezTo>
                  <a:cubicBezTo>
                    <a:pt x="3032" y="20193"/>
                    <a:pt x="2990" y="20122"/>
                    <a:pt x="2986" y="20082"/>
                  </a:cubicBezTo>
                  <a:cubicBezTo>
                    <a:pt x="2983" y="20040"/>
                    <a:pt x="3007" y="19957"/>
                    <a:pt x="3003" y="19916"/>
                  </a:cubicBezTo>
                  <a:cubicBezTo>
                    <a:pt x="2999" y="19878"/>
                    <a:pt x="2961" y="19814"/>
                    <a:pt x="2962" y="19775"/>
                  </a:cubicBezTo>
                  <a:cubicBezTo>
                    <a:pt x="2963" y="19739"/>
                    <a:pt x="2990" y="19673"/>
                    <a:pt x="3009" y="19650"/>
                  </a:cubicBezTo>
                  <a:cubicBezTo>
                    <a:pt x="3024" y="19632"/>
                    <a:pt x="3070" y="19641"/>
                    <a:pt x="3083" y="19619"/>
                  </a:cubicBezTo>
                  <a:cubicBezTo>
                    <a:pt x="3099" y="19591"/>
                    <a:pt x="3104" y="19506"/>
                    <a:pt x="3101" y="19469"/>
                  </a:cubicBezTo>
                  <a:cubicBezTo>
                    <a:pt x="3098" y="19435"/>
                    <a:pt x="3077" y="19372"/>
                    <a:pt x="3062" y="19347"/>
                  </a:cubicBezTo>
                  <a:cubicBezTo>
                    <a:pt x="3049" y="19323"/>
                    <a:pt x="3005" y="19307"/>
                    <a:pt x="2993" y="19281"/>
                  </a:cubicBezTo>
                  <a:cubicBezTo>
                    <a:pt x="2977" y="19248"/>
                    <a:pt x="2975" y="19162"/>
                    <a:pt x="2973" y="19122"/>
                  </a:cubicBezTo>
                  <a:cubicBezTo>
                    <a:pt x="2969" y="19071"/>
                    <a:pt x="2985" y="18963"/>
                    <a:pt x="2973" y="18915"/>
                  </a:cubicBezTo>
                  <a:cubicBezTo>
                    <a:pt x="2963" y="18884"/>
                    <a:pt x="2923" y="18846"/>
                    <a:pt x="2907" y="18822"/>
                  </a:cubicBezTo>
                  <a:cubicBezTo>
                    <a:pt x="2892" y="18798"/>
                    <a:pt x="2854" y="18757"/>
                    <a:pt x="2852" y="18724"/>
                  </a:cubicBezTo>
                  <a:cubicBezTo>
                    <a:pt x="2848" y="18685"/>
                    <a:pt x="2898" y="18622"/>
                    <a:pt x="2896" y="18584"/>
                  </a:cubicBezTo>
                  <a:cubicBezTo>
                    <a:pt x="2896" y="18553"/>
                    <a:pt x="2866" y="18505"/>
                    <a:pt x="2854" y="18481"/>
                  </a:cubicBezTo>
                  <a:cubicBezTo>
                    <a:pt x="2843" y="18459"/>
                    <a:pt x="2809" y="18426"/>
                    <a:pt x="2807" y="18399"/>
                  </a:cubicBezTo>
                  <a:cubicBezTo>
                    <a:pt x="2803" y="18358"/>
                    <a:pt x="2847" y="18290"/>
                    <a:pt x="2854" y="18249"/>
                  </a:cubicBezTo>
                  <a:cubicBezTo>
                    <a:pt x="2864" y="18183"/>
                    <a:pt x="2873" y="18043"/>
                    <a:pt x="2860" y="17977"/>
                  </a:cubicBezTo>
                  <a:cubicBezTo>
                    <a:pt x="2852" y="17933"/>
                    <a:pt x="2792" y="17873"/>
                    <a:pt x="2790" y="17827"/>
                  </a:cubicBezTo>
                  <a:cubicBezTo>
                    <a:pt x="2789" y="17794"/>
                    <a:pt x="2813" y="17728"/>
                    <a:pt x="2831" y="17708"/>
                  </a:cubicBezTo>
                  <a:cubicBezTo>
                    <a:pt x="2857" y="17680"/>
                    <a:pt x="2940" y="17719"/>
                    <a:pt x="2956" y="17677"/>
                  </a:cubicBezTo>
                  <a:cubicBezTo>
                    <a:pt x="2973" y="17631"/>
                    <a:pt x="2931" y="17515"/>
                    <a:pt x="2905" y="17480"/>
                  </a:cubicBezTo>
                  <a:cubicBezTo>
                    <a:pt x="2889" y="17459"/>
                    <a:pt x="2843" y="17440"/>
                    <a:pt x="2823" y="17449"/>
                  </a:cubicBezTo>
                  <a:cubicBezTo>
                    <a:pt x="2803" y="17457"/>
                    <a:pt x="2783" y="17528"/>
                    <a:pt x="2764" y="17540"/>
                  </a:cubicBezTo>
                  <a:cubicBezTo>
                    <a:pt x="2738" y="17554"/>
                    <a:pt x="2677" y="17557"/>
                    <a:pt x="2656" y="17530"/>
                  </a:cubicBezTo>
                  <a:cubicBezTo>
                    <a:pt x="2630" y="17497"/>
                    <a:pt x="2616" y="17377"/>
                    <a:pt x="2625" y="17327"/>
                  </a:cubicBezTo>
                  <a:cubicBezTo>
                    <a:pt x="2630" y="17297"/>
                    <a:pt x="2673" y="17266"/>
                    <a:pt x="2678" y="17236"/>
                  </a:cubicBezTo>
                  <a:cubicBezTo>
                    <a:pt x="2686" y="17181"/>
                    <a:pt x="2624" y="17074"/>
                    <a:pt x="2636" y="17020"/>
                  </a:cubicBezTo>
                  <a:cubicBezTo>
                    <a:pt x="2642" y="16989"/>
                    <a:pt x="2682" y="16952"/>
                    <a:pt x="2701" y="16935"/>
                  </a:cubicBezTo>
                  <a:cubicBezTo>
                    <a:pt x="2721" y="16918"/>
                    <a:pt x="2774" y="16915"/>
                    <a:pt x="2789" y="16886"/>
                  </a:cubicBezTo>
                  <a:cubicBezTo>
                    <a:pt x="2806" y="16852"/>
                    <a:pt x="2813" y="16754"/>
                    <a:pt x="2803" y="16714"/>
                  </a:cubicBezTo>
                  <a:cubicBezTo>
                    <a:pt x="2794" y="16678"/>
                    <a:pt x="2752" y="16620"/>
                    <a:pt x="2728" y="16610"/>
                  </a:cubicBezTo>
                  <a:cubicBezTo>
                    <a:pt x="2706" y="16602"/>
                    <a:pt x="2663" y="16648"/>
                    <a:pt x="2642" y="16642"/>
                  </a:cubicBezTo>
                  <a:cubicBezTo>
                    <a:pt x="2614" y="16634"/>
                    <a:pt x="2567" y="16576"/>
                    <a:pt x="2547" y="16545"/>
                  </a:cubicBezTo>
                  <a:cubicBezTo>
                    <a:pt x="2532" y="16522"/>
                    <a:pt x="2499" y="16466"/>
                    <a:pt x="2500" y="16432"/>
                  </a:cubicBezTo>
                  <a:cubicBezTo>
                    <a:pt x="2502" y="16391"/>
                    <a:pt x="2562" y="16346"/>
                    <a:pt x="2572" y="16307"/>
                  </a:cubicBezTo>
                  <a:cubicBezTo>
                    <a:pt x="2582" y="16265"/>
                    <a:pt x="2577" y="16172"/>
                    <a:pt x="2576" y="16126"/>
                  </a:cubicBezTo>
                  <a:cubicBezTo>
                    <a:pt x="2575" y="16065"/>
                    <a:pt x="2558" y="15945"/>
                    <a:pt x="2562" y="15885"/>
                  </a:cubicBezTo>
                  <a:cubicBezTo>
                    <a:pt x="2565" y="15838"/>
                    <a:pt x="2603" y="15751"/>
                    <a:pt x="2599" y="15704"/>
                  </a:cubicBezTo>
                  <a:cubicBezTo>
                    <a:pt x="2594" y="15663"/>
                    <a:pt x="2559" y="15582"/>
                    <a:pt x="2533" y="15569"/>
                  </a:cubicBezTo>
                  <a:cubicBezTo>
                    <a:pt x="2508" y="15558"/>
                    <a:pt x="2462" y="15615"/>
                    <a:pt x="2437" y="15620"/>
                  </a:cubicBezTo>
                  <a:cubicBezTo>
                    <a:pt x="2412" y="15625"/>
                    <a:pt x="2357" y="15627"/>
                    <a:pt x="2335" y="15606"/>
                  </a:cubicBezTo>
                  <a:cubicBezTo>
                    <a:pt x="2319" y="15591"/>
                    <a:pt x="2296" y="15541"/>
                    <a:pt x="2295" y="15513"/>
                  </a:cubicBezTo>
                  <a:cubicBezTo>
                    <a:pt x="2292" y="15485"/>
                    <a:pt x="2316" y="15435"/>
                    <a:pt x="2325" y="15410"/>
                  </a:cubicBezTo>
                  <a:cubicBezTo>
                    <a:pt x="2335" y="15381"/>
                    <a:pt x="2367" y="15332"/>
                    <a:pt x="2374" y="15301"/>
                  </a:cubicBezTo>
                  <a:cubicBezTo>
                    <a:pt x="2382" y="15258"/>
                    <a:pt x="2387" y="15161"/>
                    <a:pt x="2374" y="15122"/>
                  </a:cubicBezTo>
                  <a:cubicBezTo>
                    <a:pt x="2361" y="15088"/>
                    <a:pt x="2312" y="15042"/>
                    <a:pt x="2286" y="15041"/>
                  </a:cubicBezTo>
                  <a:cubicBezTo>
                    <a:pt x="2268" y="15041"/>
                    <a:pt x="2234" y="15072"/>
                    <a:pt x="2225" y="15094"/>
                  </a:cubicBezTo>
                  <a:cubicBezTo>
                    <a:pt x="2215" y="15116"/>
                    <a:pt x="2219" y="15172"/>
                    <a:pt x="2214" y="15198"/>
                  </a:cubicBezTo>
                  <a:cubicBezTo>
                    <a:pt x="2208" y="15231"/>
                    <a:pt x="2196" y="15315"/>
                    <a:pt x="2173" y="15325"/>
                  </a:cubicBezTo>
                  <a:cubicBezTo>
                    <a:pt x="2155" y="15334"/>
                    <a:pt x="2122" y="15283"/>
                    <a:pt x="2108" y="15263"/>
                  </a:cubicBezTo>
                  <a:cubicBezTo>
                    <a:pt x="2088" y="15233"/>
                    <a:pt x="2066" y="15153"/>
                    <a:pt x="2047" y="15122"/>
                  </a:cubicBezTo>
                  <a:cubicBezTo>
                    <a:pt x="2035" y="15102"/>
                    <a:pt x="1992" y="15079"/>
                    <a:pt x="1989" y="15051"/>
                  </a:cubicBezTo>
                  <a:cubicBezTo>
                    <a:pt x="1985" y="14993"/>
                    <a:pt x="2078" y="14918"/>
                    <a:pt x="2075" y="14860"/>
                  </a:cubicBezTo>
                  <a:cubicBezTo>
                    <a:pt x="2074" y="14828"/>
                    <a:pt x="2036" y="14784"/>
                    <a:pt x="2018" y="14766"/>
                  </a:cubicBezTo>
                  <a:cubicBezTo>
                    <a:pt x="2002" y="14749"/>
                    <a:pt x="1961" y="14742"/>
                    <a:pt x="1946" y="14722"/>
                  </a:cubicBezTo>
                  <a:cubicBezTo>
                    <a:pt x="1931" y="14699"/>
                    <a:pt x="1906" y="14636"/>
                    <a:pt x="1910" y="14603"/>
                  </a:cubicBezTo>
                  <a:cubicBezTo>
                    <a:pt x="1913" y="14577"/>
                    <a:pt x="1949" y="14551"/>
                    <a:pt x="1959" y="14531"/>
                  </a:cubicBezTo>
                  <a:cubicBezTo>
                    <a:pt x="1973" y="14505"/>
                    <a:pt x="2001" y="14446"/>
                    <a:pt x="2004" y="14412"/>
                  </a:cubicBezTo>
                  <a:cubicBezTo>
                    <a:pt x="2007" y="14382"/>
                    <a:pt x="1999" y="14315"/>
                    <a:pt x="1986" y="14290"/>
                  </a:cubicBezTo>
                  <a:cubicBezTo>
                    <a:pt x="1971" y="14263"/>
                    <a:pt x="1918" y="14254"/>
                    <a:pt x="1901" y="14227"/>
                  </a:cubicBezTo>
                  <a:cubicBezTo>
                    <a:pt x="1891" y="14211"/>
                    <a:pt x="1878" y="14167"/>
                    <a:pt x="1877" y="14143"/>
                  </a:cubicBezTo>
                  <a:cubicBezTo>
                    <a:pt x="1877" y="14121"/>
                    <a:pt x="1886" y="14072"/>
                    <a:pt x="1898" y="14059"/>
                  </a:cubicBezTo>
                  <a:cubicBezTo>
                    <a:pt x="1918" y="14037"/>
                    <a:pt x="1975" y="14065"/>
                    <a:pt x="1998" y="14050"/>
                  </a:cubicBezTo>
                  <a:cubicBezTo>
                    <a:pt x="2023" y="14033"/>
                    <a:pt x="2078" y="13979"/>
                    <a:pt x="2078" y="13937"/>
                  </a:cubicBezTo>
                  <a:cubicBezTo>
                    <a:pt x="2077" y="13890"/>
                    <a:pt x="2010" y="13837"/>
                    <a:pt x="1983" y="13812"/>
                  </a:cubicBezTo>
                  <a:cubicBezTo>
                    <a:pt x="1968" y="13797"/>
                    <a:pt x="1924" y="13794"/>
                    <a:pt x="1918" y="13769"/>
                  </a:cubicBezTo>
                  <a:cubicBezTo>
                    <a:pt x="1911" y="13735"/>
                    <a:pt x="1944" y="13668"/>
                    <a:pt x="1961" y="13646"/>
                  </a:cubicBezTo>
                  <a:cubicBezTo>
                    <a:pt x="1978" y="13625"/>
                    <a:pt x="2032" y="13633"/>
                    <a:pt x="2045" y="13605"/>
                  </a:cubicBezTo>
                  <a:cubicBezTo>
                    <a:pt x="2056" y="13582"/>
                    <a:pt x="2038" y="13516"/>
                    <a:pt x="2043" y="13487"/>
                  </a:cubicBezTo>
                  <a:cubicBezTo>
                    <a:pt x="2047" y="13457"/>
                    <a:pt x="2081" y="13410"/>
                    <a:pt x="2080" y="13381"/>
                  </a:cubicBezTo>
                  <a:cubicBezTo>
                    <a:pt x="2076" y="13337"/>
                    <a:pt x="2028" y="13274"/>
                    <a:pt x="2004" y="13249"/>
                  </a:cubicBezTo>
                  <a:cubicBezTo>
                    <a:pt x="1982" y="13227"/>
                    <a:pt x="1918" y="13230"/>
                    <a:pt x="1904" y="13196"/>
                  </a:cubicBezTo>
                  <a:cubicBezTo>
                    <a:pt x="1889" y="13164"/>
                    <a:pt x="1918" y="13075"/>
                    <a:pt x="1908" y="13040"/>
                  </a:cubicBezTo>
                  <a:cubicBezTo>
                    <a:pt x="1901" y="13015"/>
                    <a:pt x="1866" y="12988"/>
                    <a:pt x="1853" y="12971"/>
                  </a:cubicBezTo>
                  <a:cubicBezTo>
                    <a:pt x="1828" y="12939"/>
                    <a:pt x="1771" y="12884"/>
                    <a:pt x="1753" y="12843"/>
                  </a:cubicBezTo>
                  <a:cubicBezTo>
                    <a:pt x="1740" y="12814"/>
                    <a:pt x="1725" y="12746"/>
                    <a:pt x="1724" y="12711"/>
                  </a:cubicBezTo>
                  <a:cubicBezTo>
                    <a:pt x="1724" y="12665"/>
                    <a:pt x="1742" y="12572"/>
                    <a:pt x="1761" y="12536"/>
                  </a:cubicBezTo>
                  <a:cubicBezTo>
                    <a:pt x="1776" y="12509"/>
                    <a:pt x="1833" y="12499"/>
                    <a:pt x="1843" y="12468"/>
                  </a:cubicBezTo>
                  <a:cubicBezTo>
                    <a:pt x="1857" y="12421"/>
                    <a:pt x="1834" y="12311"/>
                    <a:pt x="1820" y="12264"/>
                  </a:cubicBezTo>
                  <a:cubicBezTo>
                    <a:pt x="1806" y="12216"/>
                    <a:pt x="1764" y="12121"/>
                    <a:pt x="1732" y="12102"/>
                  </a:cubicBezTo>
                  <a:cubicBezTo>
                    <a:pt x="1713" y="12090"/>
                    <a:pt x="1667" y="12130"/>
                    <a:pt x="1648" y="12114"/>
                  </a:cubicBezTo>
                  <a:cubicBezTo>
                    <a:pt x="1625" y="12093"/>
                    <a:pt x="1629" y="11974"/>
                    <a:pt x="1604" y="11961"/>
                  </a:cubicBezTo>
                  <a:cubicBezTo>
                    <a:pt x="1581" y="11949"/>
                    <a:pt x="1544" y="12033"/>
                    <a:pt x="1520" y="12030"/>
                  </a:cubicBezTo>
                  <a:cubicBezTo>
                    <a:pt x="1499" y="12027"/>
                    <a:pt x="1459" y="11982"/>
                    <a:pt x="1453" y="11951"/>
                  </a:cubicBezTo>
                  <a:cubicBezTo>
                    <a:pt x="1445" y="11919"/>
                    <a:pt x="1479" y="11854"/>
                    <a:pt x="1477" y="11820"/>
                  </a:cubicBezTo>
                  <a:cubicBezTo>
                    <a:pt x="1476" y="11796"/>
                    <a:pt x="1463" y="11744"/>
                    <a:pt x="1451" y="11729"/>
                  </a:cubicBezTo>
                  <a:cubicBezTo>
                    <a:pt x="1430" y="11705"/>
                    <a:pt x="1368" y="11726"/>
                    <a:pt x="1348" y="11701"/>
                  </a:cubicBezTo>
                  <a:cubicBezTo>
                    <a:pt x="1318" y="11664"/>
                    <a:pt x="1288" y="11539"/>
                    <a:pt x="1290" y="11479"/>
                  </a:cubicBezTo>
                  <a:cubicBezTo>
                    <a:pt x="1293" y="11439"/>
                    <a:pt x="1342" y="11379"/>
                    <a:pt x="1346" y="11338"/>
                  </a:cubicBezTo>
                  <a:cubicBezTo>
                    <a:pt x="1351" y="11292"/>
                    <a:pt x="1340" y="11189"/>
                    <a:pt x="1317" y="11157"/>
                  </a:cubicBezTo>
                  <a:cubicBezTo>
                    <a:pt x="1297" y="11128"/>
                    <a:pt x="1230" y="11150"/>
                    <a:pt x="1207" y="11126"/>
                  </a:cubicBezTo>
                  <a:cubicBezTo>
                    <a:pt x="1182" y="11101"/>
                    <a:pt x="1164" y="11006"/>
                    <a:pt x="1142" y="10976"/>
                  </a:cubicBezTo>
                  <a:cubicBezTo>
                    <a:pt x="1129" y="10958"/>
                    <a:pt x="1092" y="10946"/>
                    <a:pt x="1080" y="10926"/>
                  </a:cubicBezTo>
                  <a:cubicBezTo>
                    <a:pt x="1059" y="10887"/>
                    <a:pt x="1045" y="10782"/>
                    <a:pt x="1037" y="10732"/>
                  </a:cubicBezTo>
                  <a:cubicBezTo>
                    <a:pt x="1033" y="10699"/>
                    <a:pt x="1018" y="10628"/>
                    <a:pt x="1027" y="10597"/>
                  </a:cubicBezTo>
                  <a:cubicBezTo>
                    <a:pt x="1040" y="10558"/>
                    <a:pt x="1111" y="10540"/>
                    <a:pt x="1128" y="10503"/>
                  </a:cubicBezTo>
                  <a:cubicBezTo>
                    <a:pt x="1141" y="10474"/>
                    <a:pt x="1145" y="10396"/>
                    <a:pt x="1144" y="10359"/>
                  </a:cubicBezTo>
                  <a:cubicBezTo>
                    <a:pt x="1143" y="10319"/>
                    <a:pt x="1136" y="10234"/>
                    <a:pt x="1119" y="10203"/>
                  </a:cubicBezTo>
                  <a:cubicBezTo>
                    <a:pt x="1095" y="10160"/>
                    <a:pt x="1004" y="10158"/>
                    <a:pt x="981" y="10113"/>
                  </a:cubicBezTo>
                  <a:cubicBezTo>
                    <a:pt x="957" y="10068"/>
                    <a:pt x="968" y="9941"/>
                    <a:pt x="954" y="9887"/>
                  </a:cubicBezTo>
                  <a:cubicBezTo>
                    <a:pt x="946" y="9855"/>
                    <a:pt x="921" y="9794"/>
                    <a:pt x="905" y="9769"/>
                  </a:cubicBezTo>
                  <a:cubicBezTo>
                    <a:pt x="888" y="9742"/>
                    <a:pt x="838" y="9718"/>
                    <a:pt x="825" y="9687"/>
                  </a:cubicBezTo>
                  <a:cubicBezTo>
                    <a:pt x="810" y="9653"/>
                    <a:pt x="804" y="9566"/>
                    <a:pt x="806" y="9525"/>
                  </a:cubicBezTo>
                  <a:cubicBezTo>
                    <a:pt x="810" y="9491"/>
                    <a:pt x="841" y="9434"/>
                    <a:pt x="841" y="9400"/>
                  </a:cubicBezTo>
                  <a:cubicBezTo>
                    <a:pt x="841" y="9365"/>
                    <a:pt x="809" y="9306"/>
                    <a:pt x="809" y="9272"/>
                  </a:cubicBezTo>
                  <a:cubicBezTo>
                    <a:pt x="809" y="9230"/>
                    <a:pt x="837" y="9152"/>
                    <a:pt x="852" y="9115"/>
                  </a:cubicBezTo>
                  <a:cubicBezTo>
                    <a:pt x="873" y="9064"/>
                    <a:pt x="946" y="8992"/>
                    <a:pt x="956" y="8934"/>
                  </a:cubicBezTo>
                  <a:cubicBezTo>
                    <a:pt x="965" y="8879"/>
                    <a:pt x="946" y="8757"/>
                    <a:pt x="923" y="8712"/>
                  </a:cubicBezTo>
                  <a:cubicBezTo>
                    <a:pt x="900" y="8666"/>
                    <a:pt x="824" y="8614"/>
                    <a:pt x="787" y="8603"/>
                  </a:cubicBezTo>
                  <a:cubicBezTo>
                    <a:pt x="753" y="8592"/>
                    <a:pt x="676" y="8586"/>
                    <a:pt x="651" y="8621"/>
                  </a:cubicBezTo>
                  <a:cubicBezTo>
                    <a:pt x="641" y="8635"/>
                    <a:pt x="650" y="8689"/>
                    <a:pt x="641" y="8706"/>
                  </a:cubicBezTo>
                  <a:cubicBezTo>
                    <a:pt x="638" y="8712"/>
                    <a:pt x="632" y="8719"/>
                    <a:pt x="627" y="8726"/>
                  </a:cubicBezTo>
                  <a:cubicBezTo>
                    <a:pt x="612" y="8697"/>
                    <a:pt x="592" y="8659"/>
                    <a:pt x="584" y="8640"/>
                  </a:cubicBezTo>
                  <a:cubicBezTo>
                    <a:pt x="573" y="8609"/>
                    <a:pt x="553" y="8544"/>
                    <a:pt x="551" y="8509"/>
                  </a:cubicBezTo>
                  <a:cubicBezTo>
                    <a:pt x="549" y="8467"/>
                    <a:pt x="578" y="8386"/>
                    <a:pt x="572" y="8346"/>
                  </a:cubicBezTo>
                  <a:cubicBezTo>
                    <a:pt x="566" y="8306"/>
                    <a:pt x="515" y="8254"/>
                    <a:pt x="506" y="8214"/>
                  </a:cubicBezTo>
                  <a:cubicBezTo>
                    <a:pt x="496" y="8171"/>
                    <a:pt x="512" y="8075"/>
                    <a:pt x="506" y="8030"/>
                  </a:cubicBezTo>
                  <a:cubicBezTo>
                    <a:pt x="501" y="7990"/>
                    <a:pt x="484" y="7909"/>
                    <a:pt x="467" y="7877"/>
                  </a:cubicBezTo>
                  <a:cubicBezTo>
                    <a:pt x="456" y="7854"/>
                    <a:pt x="416" y="7835"/>
                    <a:pt x="406" y="7811"/>
                  </a:cubicBezTo>
                  <a:cubicBezTo>
                    <a:pt x="392" y="7778"/>
                    <a:pt x="392" y="7692"/>
                    <a:pt x="382" y="7655"/>
                  </a:cubicBezTo>
                  <a:cubicBezTo>
                    <a:pt x="374" y="7627"/>
                    <a:pt x="356" y="7572"/>
                    <a:pt x="341" y="7552"/>
                  </a:cubicBezTo>
                  <a:cubicBezTo>
                    <a:pt x="326" y="7532"/>
                    <a:pt x="286" y="7523"/>
                    <a:pt x="272" y="7505"/>
                  </a:cubicBezTo>
                  <a:cubicBezTo>
                    <a:pt x="256" y="7486"/>
                    <a:pt x="236" y="7430"/>
                    <a:pt x="224" y="7405"/>
                  </a:cubicBezTo>
                  <a:cubicBezTo>
                    <a:pt x="213" y="7381"/>
                    <a:pt x="195" y="7329"/>
                    <a:pt x="179" y="7311"/>
                  </a:cubicBezTo>
                  <a:cubicBezTo>
                    <a:pt x="163" y="7292"/>
                    <a:pt x="121" y="7282"/>
                    <a:pt x="104" y="7267"/>
                  </a:cubicBezTo>
                  <a:cubicBezTo>
                    <a:pt x="87" y="7253"/>
                    <a:pt x="54" y="7222"/>
                    <a:pt x="45" y="7198"/>
                  </a:cubicBezTo>
                  <a:cubicBezTo>
                    <a:pt x="26" y="7154"/>
                    <a:pt x="10" y="7044"/>
                    <a:pt x="14" y="6992"/>
                  </a:cubicBezTo>
                  <a:cubicBezTo>
                    <a:pt x="17" y="6954"/>
                    <a:pt x="52" y="6892"/>
                    <a:pt x="57" y="6855"/>
                  </a:cubicBezTo>
                  <a:cubicBezTo>
                    <a:pt x="62" y="6818"/>
                    <a:pt x="39" y="6736"/>
                    <a:pt x="53" y="6704"/>
                  </a:cubicBezTo>
                  <a:cubicBezTo>
                    <a:pt x="65" y="6677"/>
                    <a:pt x="121" y="6687"/>
                    <a:pt x="135" y="6661"/>
                  </a:cubicBezTo>
                  <a:cubicBezTo>
                    <a:pt x="154" y="6623"/>
                    <a:pt x="141" y="6519"/>
                    <a:pt x="149" y="6473"/>
                  </a:cubicBezTo>
                  <a:cubicBezTo>
                    <a:pt x="154" y="6443"/>
                    <a:pt x="167" y="6381"/>
                    <a:pt x="179" y="6357"/>
                  </a:cubicBezTo>
                  <a:cubicBezTo>
                    <a:pt x="193" y="6332"/>
                    <a:pt x="238" y="6311"/>
                    <a:pt x="251" y="6285"/>
                  </a:cubicBezTo>
                  <a:cubicBezTo>
                    <a:pt x="270" y="6251"/>
                    <a:pt x="286" y="6162"/>
                    <a:pt x="296" y="6120"/>
                  </a:cubicBezTo>
                  <a:cubicBezTo>
                    <a:pt x="303" y="6089"/>
                    <a:pt x="317" y="6027"/>
                    <a:pt x="319" y="5994"/>
                  </a:cubicBezTo>
                  <a:cubicBezTo>
                    <a:pt x="322" y="5928"/>
                    <a:pt x="283" y="5794"/>
                    <a:pt x="298" y="5732"/>
                  </a:cubicBezTo>
                  <a:cubicBezTo>
                    <a:pt x="307" y="5693"/>
                    <a:pt x="357" y="5648"/>
                    <a:pt x="376" y="5619"/>
                  </a:cubicBezTo>
                  <a:cubicBezTo>
                    <a:pt x="393" y="5594"/>
                    <a:pt x="437" y="5551"/>
                    <a:pt x="443" y="5516"/>
                  </a:cubicBezTo>
                  <a:cubicBezTo>
                    <a:pt x="449" y="5484"/>
                    <a:pt x="434" y="5416"/>
                    <a:pt x="422" y="5388"/>
                  </a:cubicBezTo>
                  <a:cubicBezTo>
                    <a:pt x="413" y="5363"/>
                    <a:pt x="370" y="5341"/>
                    <a:pt x="365" y="5313"/>
                  </a:cubicBezTo>
                  <a:cubicBezTo>
                    <a:pt x="361" y="5281"/>
                    <a:pt x="387" y="5221"/>
                    <a:pt x="398" y="5194"/>
                  </a:cubicBezTo>
                  <a:cubicBezTo>
                    <a:pt x="410" y="5162"/>
                    <a:pt x="461" y="5115"/>
                    <a:pt x="457" y="5078"/>
                  </a:cubicBezTo>
                  <a:cubicBezTo>
                    <a:pt x="453" y="5041"/>
                    <a:pt x="384" y="5026"/>
                    <a:pt x="374" y="4991"/>
                  </a:cubicBezTo>
                  <a:cubicBezTo>
                    <a:pt x="362" y="4951"/>
                    <a:pt x="373" y="4854"/>
                    <a:pt x="390" y="4819"/>
                  </a:cubicBezTo>
                  <a:cubicBezTo>
                    <a:pt x="409" y="4780"/>
                    <a:pt x="480" y="4766"/>
                    <a:pt x="504" y="4734"/>
                  </a:cubicBezTo>
                  <a:cubicBezTo>
                    <a:pt x="522" y="4711"/>
                    <a:pt x="555" y="4654"/>
                    <a:pt x="559" y="4618"/>
                  </a:cubicBezTo>
                  <a:cubicBezTo>
                    <a:pt x="564" y="4586"/>
                    <a:pt x="533" y="4519"/>
                    <a:pt x="539" y="4487"/>
                  </a:cubicBezTo>
                  <a:cubicBezTo>
                    <a:pt x="546" y="4452"/>
                    <a:pt x="601" y="4419"/>
                    <a:pt x="609" y="4384"/>
                  </a:cubicBezTo>
                  <a:cubicBezTo>
                    <a:pt x="619" y="4334"/>
                    <a:pt x="608" y="4218"/>
                    <a:pt x="588" y="4175"/>
                  </a:cubicBezTo>
                  <a:cubicBezTo>
                    <a:pt x="577" y="4150"/>
                    <a:pt x="530" y="4143"/>
                    <a:pt x="518" y="4119"/>
                  </a:cubicBezTo>
                  <a:cubicBezTo>
                    <a:pt x="505" y="4089"/>
                    <a:pt x="504" y="4011"/>
                    <a:pt x="502" y="3974"/>
                  </a:cubicBezTo>
                  <a:cubicBezTo>
                    <a:pt x="499" y="3916"/>
                    <a:pt x="521" y="3789"/>
                    <a:pt x="502" y="3737"/>
                  </a:cubicBezTo>
                  <a:cubicBezTo>
                    <a:pt x="488" y="3696"/>
                    <a:pt x="433" y="3630"/>
                    <a:pt x="402" y="3631"/>
                  </a:cubicBezTo>
                  <a:cubicBezTo>
                    <a:pt x="385" y="3631"/>
                    <a:pt x="365" y="3697"/>
                    <a:pt x="347" y="3696"/>
                  </a:cubicBezTo>
                  <a:cubicBezTo>
                    <a:pt x="325" y="3696"/>
                    <a:pt x="301" y="3616"/>
                    <a:pt x="279" y="3612"/>
                  </a:cubicBezTo>
                  <a:cubicBezTo>
                    <a:pt x="260" y="3607"/>
                    <a:pt x="224" y="3667"/>
                    <a:pt x="204" y="3659"/>
                  </a:cubicBezTo>
                  <a:cubicBezTo>
                    <a:pt x="181" y="3648"/>
                    <a:pt x="153" y="3575"/>
                    <a:pt x="147" y="3540"/>
                  </a:cubicBezTo>
                  <a:cubicBezTo>
                    <a:pt x="142" y="3509"/>
                    <a:pt x="164" y="3448"/>
                    <a:pt x="159" y="3418"/>
                  </a:cubicBezTo>
                  <a:cubicBezTo>
                    <a:pt x="155" y="3391"/>
                    <a:pt x="121" y="3357"/>
                    <a:pt x="117" y="3330"/>
                  </a:cubicBezTo>
                  <a:cubicBezTo>
                    <a:pt x="109" y="3297"/>
                    <a:pt x="101" y="3213"/>
                    <a:pt x="117" y="3186"/>
                  </a:cubicBezTo>
                  <a:cubicBezTo>
                    <a:pt x="135" y="3153"/>
                    <a:pt x="205" y="3186"/>
                    <a:pt x="228" y="3162"/>
                  </a:cubicBezTo>
                  <a:cubicBezTo>
                    <a:pt x="245" y="3144"/>
                    <a:pt x="267" y="3086"/>
                    <a:pt x="269" y="3055"/>
                  </a:cubicBezTo>
                  <a:cubicBezTo>
                    <a:pt x="274" y="3005"/>
                    <a:pt x="233" y="2909"/>
                    <a:pt x="237" y="2858"/>
                  </a:cubicBezTo>
                  <a:cubicBezTo>
                    <a:pt x="239" y="2827"/>
                    <a:pt x="268" y="2776"/>
                    <a:pt x="272" y="2746"/>
                  </a:cubicBezTo>
                  <a:cubicBezTo>
                    <a:pt x="277" y="2693"/>
                    <a:pt x="272" y="2581"/>
                    <a:pt x="257" y="2533"/>
                  </a:cubicBezTo>
                  <a:cubicBezTo>
                    <a:pt x="242" y="2485"/>
                    <a:pt x="178" y="2428"/>
                    <a:pt x="157" y="2386"/>
                  </a:cubicBezTo>
                  <a:cubicBezTo>
                    <a:pt x="140" y="2352"/>
                    <a:pt x="125" y="2263"/>
                    <a:pt x="104" y="2233"/>
                  </a:cubicBezTo>
                  <a:cubicBezTo>
                    <a:pt x="92" y="2215"/>
                    <a:pt x="58" y="2205"/>
                    <a:pt x="45" y="2189"/>
                  </a:cubicBezTo>
                  <a:cubicBezTo>
                    <a:pt x="30" y="2170"/>
                    <a:pt x="-1" y="2124"/>
                    <a:pt x="0" y="2095"/>
                  </a:cubicBezTo>
                  <a:cubicBezTo>
                    <a:pt x="2" y="2050"/>
                    <a:pt x="69" y="2003"/>
                    <a:pt x="80" y="1960"/>
                  </a:cubicBezTo>
                  <a:cubicBezTo>
                    <a:pt x="92" y="1908"/>
                    <a:pt x="80" y="1733"/>
                    <a:pt x="80" y="1733"/>
                  </a:cubicBezTo>
                  <a:cubicBezTo>
                    <a:pt x="80" y="1733"/>
                    <a:pt x="496" y="1706"/>
                    <a:pt x="496" y="170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81" name="Shape 4763"/>
            <p:cNvSpPr/>
            <p:nvPr/>
          </p:nvSpPr>
          <p:spPr>
            <a:xfrm>
              <a:off x="5384746" y="1863950"/>
              <a:ext cx="1251666" cy="818041"/>
            </a:xfrm>
            <a:custGeom>
              <a:avLst/>
              <a:gdLst/>
              <a:ahLst/>
              <a:cxnLst>
                <a:cxn ang="0">
                  <a:pos x="wd2" y="hd2"/>
                </a:cxn>
                <a:cxn ang="5400000">
                  <a:pos x="wd2" y="hd2"/>
                </a:cxn>
                <a:cxn ang="10800000">
                  <a:pos x="wd2" y="hd2"/>
                </a:cxn>
                <a:cxn ang="16200000">
                  <a:pos x="wd2" y="hd2"/>
                </a:cxn>
              </a:cxnLst>
              <a:rect l="0" t="0" r="r" b="b"/>
              <a:pathLst>
                <a:path w="21592" h="21600" extrusionOk="0">
                  <a:moveTo>
                    <a:pt x="496" y="1706"/>
                  </a:moveTo>
                  <a:lnTo>
                    <a:pt x="3705" y="1504"/>
                  </a:lnTo>
                  <a:lnTo>
                    <a:pt x="5683" y="1329"/>
                  </a:lnTo>
                  <a:lnTo>
                    <a:pt x="7628" y="1191"/>
                  </a:lnTo>
                  <a:lnTo>
                    <a:pt x="11502" y="804"/>
                  </a:lnTo>
                  <a:lnTo>
                    <a:pt x="15759" y="215"/>
                  </a:lnTo>
                  <a:lnTo>
                    <a:pt x="17395" y="0"/>
                  </a:lnTo>
                  <a:cubicBezTo>
                    <a:pt x="17406" y="42"/>
                    <a:pt x="17414" y="86"/>
                    <a:pt x="17414" y="116"/>
                  </a:cubicBezTo>
                  <a:cubicBezTo>
                    <a:pt x="17415" y="174"/>
                    <a:pt x="17360" y="284"/>
                    <a:pt x="17369" y="340"/>
                  </a:cubicBezTo>
                  <a:cubicBezTo>
                    <a:pt x="17378" y="400"/>
                    <a:pt x="17465" y="460"/>
                    <a:pt x="17480" y="516"/>
                  </a:cubicBezTo>
                  <a:cubicBezTo>
                    <a:pt x="17494" y="571"/>
                    <a:pt x="17483" y="696"/>
                    <a:pt x="17475" y="754"/>
                  </a:cubicBezTo>
                  <a:cubicBezTo>
                    <a:pt x="17470" y="793"/>
                    <a:pt x="17440" y="864"/>
                    <a:pt x="17439" y="904"/>
                  </a:cubicBezTo>
                  <a:cubicBezTo>
                    <a:pt x="17438" y="935"/>
                    <a:pt x="17445" y="1000"/>
                    <a:pt x="17459" y="1023"/>
                  </a:cubicBezTo>
                  <a:cubicBezTo>
                    <a:pt x="17491" y="1076"/>
                    <a:pt x="17592" y="1094"/>
                    <a:pt x="17635" y="1122"/>
                  </a:cubicBezTo>
                  <a:cubicBezTo>
                    <a:pt x="17677" y="1150"/>
                    <a:pt x="17762" y="1205"/>
                    <a:pt x="17798" y="1248"/>
                  </a:cubicBezTo>
                  <a:cubicBezTo>
                    <a:pt x="17841" y="1296"/>
                    <a:pt x="17916" y="1414"/>
                    <a:pt x="17941" y="1486"/>
                  </a:cubicBezTo>
                  <a:cubicBezTo>
                    <a:pt x="17956" y="1528"/>
                    <a:pt x="17973" y="1625"/>
                    <a:pt x="17973" y="1673"/>
                  </a:cubicBezTo>
                  <a:cubicBezTo>
                    <a:pt x="17975" y="1717"/>
                    <a:pt x="17964" y="1807"/>
                    <a:pt x="17953" y="1848"/>
                  </a:cubicBezTo>
                  <a:cubicBezTo>
                    <a:pt x="17939" y="1899"/>
                    <a:pt x="17887" y="1980"/>
                    <a:pt x="17872" y="2029"/>
                  </a:cubicBezTo>
                  <a:cubicBezTo>
                    <a:pt x="17850" y="2099"/>
                    <a:pt x="17831" y="2253"/>
                    <a:pt x="17811" y="2324"/>
                  </a:cubicBezTo>
                  <a:cubicBezTo>
                    <a:pt x="17789" y="2399"/>
                    <a:pt x="17712" y="2529"/>
                    <a:pt x="17700" y="2611"/>
                  </a:cubicBezTo>
                  <a:cubicBezTo>
                    <a:pt x="17678" y="2764"/>
                    <a:pt x="17712" y="3084"/>
                    <a:pt x="17737" y="3236"/>
                  </a:cubicBezTo>
                  <a:cubicBezTo>
                    <a:pt x="17752" y="3327"/>
                    <a:pt x="17819" y="3490"/>
                    <a:pt x="17835" y="3580"/>
                  </a:cubicBezTo>
                  <a:cubicBezTo>
                    <a:pt x="17851" y="3673"/>
                    <a:pt x="17848" y="3870"/>
                    <a:pt x="17867" y="3962"/>
                  </a:cubicBezTo>
                  <a:cubicBezTo>
                    <a:pt x="17878" y="4011"/>
                    <a:pt x="17910" y="4104"/>
                    <a:pt x="17933" y="4143"/>
                  </a:cubicBezTo>
                  <a:cubicBezTo>
                    <a:pt x="17959" y="4187"/>
                    <a:pt x="18039" y="4231"/>
                    <a:pt x="18060" y="4281"/>
                  </a:cubicBezTo>
                  <a:cubicBezTo>
                    <a:pt x="18088" y="4348"/>
                    <a:pt x="18084" y="4516"/>
                    <a:pt x="18096" y="4593"/>
                  </a:cubicBezTo>
                  <a:cubicBezTo>
                    <a:pt x="18115" y="4710"/>
                    <a:pt x="18148" y="4950"/>
                    <a:pt x="18191" y="5050"/>
                  </a:cubicBezTo>
                  <a:cubicBezTo>
                    <a:pt x="18213" y="5101"/>
                    <a:pt x="18280" y="5178"/>
                    <a:pt x="18313" y="5212"/>
                  </a:cubicBezTo>
                  <a:cubicBezTo>
                    <a:pt x="18374" y="5275"/>
                    <a:pt x="18504" y="5375"/>
                    <a:pt x="18571" y="5419"/>
                  </a:cubicBezTo>
                  <a:cubicBezTo>
                    <a:pt x="18634" y="5461"/>
                    <a:pt x="18764" y="5535"/>
                    <a:pt x="18832" y="5557"/>
                  </a:cubicBezTo>
                  <a:cubicBezTo>
                    <a:pt x="18925" y="5587"/>
                    <a:pt x="19119" y="5576"/>
                    <a:pt x="19212" y="5607"/>
                  </a:cubicBezTo>
                  <a:cubicBezTo>
                    <a:pt x="19264" y="5623"/>
                    <a:pt x="19371" y="5662"/>
                    <a:pt x="19412" y="5713"/>
                  </a:cubicBezTo>
                  <a:cubicBezTo>
                    <a:pt x="19466" y="5780"/>
                    <a:pt x="19520" y="5985"/>
                    <a:pt x="19555" y="6076"/>
                  </a:cubicBezTo>
                  <a:cubicBezTo>
                    <a:pt x="19578" y="6135"/>
                    <a:pt x="19628" y="6249"/>
                    <a:pt x="19645" y="6313"/>
                  </a:cubicBezTo>
                  <a:cubicBezTo>
                    <a:pt x="19656" y="6360"/>
                    <a:pt x="19677" y="6458"/>
                    <a:pt x="19674" y="6507"/>
                  </a:cubicBezTo>
                  <a:cubicBezTo>
                    <a:pt x="19673" y="6513"/>
                    <a:pt x="19672" y="6519"/>
                    <a:pt x="19671" y="6526"/>
                  </a:cubicBezTo>
                  <a:cubicBezTo>
                    <a:pt x="19662" y="6563"/>
                    <a:pt x="19639" y="6614"/>
                    <a:pt x="19637" y="6644"/>
                  </a:cubicBezTo>
                  <a:cubicBezTo>
                    <a:pt x="19635" y="6677"/>
                    <a:pt x="19642" y="6744"/>
                    <a:pt x="19653" y="6770"/>
                  </a:cubicBezTo>
                  <a:cubicBezTo>
                    <a:pt x="19677" y="6824"/>
                    <a:pt x="19754" y="6888"/>
                    <a:pt x="19792" y="6914"/>
                  </a:cubicBezTo>
                  <a:cubicBezTo>
                    <a:pt x="19815" y="6930"/>
                    <a:pt x="19868" y="6933"/>
                    <a:pt x="19891" y="6951"/>
                  </a:cubicBezTo>
                  <a:cubicBezTo>
                    <a:pt x="19922" y="6977"/>
                    <a:pt x="19969" y="7068"/>
                    <a:pt x="20000" y="7095"/>
                  </a:cubicBezTo>
                  <a:cubicBezTo>
                    <a:pt x="20038" y="7128"/>
                    <a:pt x="20125" y="7149"/>
                    <a:pt x="20164" y="7176"/>
                  </a:cubicBezTo>
                  <a:cubicBezTo>
                    <a:pt x="20218" y="7214"/>
                    <a:pt x="20322" y="7308"/>
                    <a:pt x="20368" y="7365"/>
                  </a:cubicBezTo>
                  <a:cubicBezTo>
                    <a:pt x="20410" y="7415"/>
                    <a:pt x="20500" y="7523"/>
                    <a:pt x="20515" y="7602"/>
                  </a:cubicBezTo>
                  <a:cubicBezTo>
                    <a:pt x="20531" y="7683"/>
                    <a:pt x="20467" y="7848"/>
                    <a:pt x="20471" y="7933"/>
                  </a:cubicBezTo>
                  <a:cubicBezTo>
                    <a:pt x="20474" y="8011"/>
                    <a:pt x="20506" y="8165"/>
                    <a:pt x="20536" y="8227"/>
                  </a:cubicBezTo>
                  <a:cubicBezTo>
                    <a:pt x="20566" y="8291"/>
                    <a:pt x="20658" y="8377"/>
                    <a:pt x="20703" y="8415"/>
                  </a:cubicBezTo>
                  <a:cubicBezTo>
                    <a:pt x="20742" y="8446"/>
                    <a:pt x="20825" y="8489"/>
                    <a:pt x="20867" y="8509"/>
                  </a:cubicBezTo>
                  <a:cubicBezTo>
                    <a:pt x="20917" y="8532"/>
                    <a:pt x="21022" y="8554"/>
                    <a:pt x="21071" y="8584"/>
                  </a:cubicBezTo>
                  <a:cubicBezTo>
                    <a:pt x="21113" y="8609"/>
                    <a:pt x="21194" y="8678"/>
                    <a:pt x="21230" y="8721"/>
                  </a:cubicBezTo>
                  <a:cubicBezTo>
                    <a:pt x="21259" y="8756"/>
                    <a:pt x="21303" y="8851"/>
                    <a:pt x="21333" y="8884"/>
                  </a:cubicBezTo>
                  <a:cubicBezTo>
                    <a:pt x="21357" y="8911"/>
                    <a:pt x="21423" y="8929"/>
                    <a:pt x="21443" y="8965"/>
                  </a:cubicBezTo>
                  <a:cubicBezTo>
                    <a:pt x="21466" y="9009"/>
                    <a:pt x="21478" y="9127"/>
                    <a:pt x="21480" y="9184"/>
                  </a:cubicBezTo>
                  <a:cubicBezTo>
                    <a:pt x="21481" y="9248"/>
                    <a:pt x="21436" y="9374"/>
                    <a:pt x="21451" y="9434"/>
                  </a:cubicBezTo>
                  <a:cubicBezTo>
                    <a:pt x="21464" y="9486"/>
                    <a:pt x="21548" y="9523"/>
                    <a:pt x="21565" y="9572"/>
                  </a:cubicBezTo>
                  <a:cubicBezTo>
                    <a:pt x="21591" y="9643"/>
                    <a:pt x="21599" y="9818"/>
                    <a:pt x="21586" y="9897"/>
                  </a:cubicBezTo>
                  <a:cubicBezTo>
                    <a:pt x="21577" y="9952"/>
                    <a:pt x="21507" y="10029"/>
                    <a:pt x="21504" y="10085"/>
                  </a:cubicBezTo>
                  <a:cubicBezTo>
                    <a:pt x="21501" y="10134"/>
                    <a:pt x="21551" y="10217"/>
                    <a:pt x="21557" y="10267"/>
                  </a:cubicBezTo>
                  <a:cubicBezTo>
                    <a:pt x="21567" y="10340"/>
                    <a:pt x="21557" y="10492"/>
                    <a:pt x="21549" y="10566"/>
                  </a:cubicBezTo>
                  <a:cubicBezTo>
                    <a:pt x="21543" y="10630"/>
                    <a:pt x="21511" y="10752"/>
                    <a:pt x="21504" y="10817"/>
                  </a:cubicBezTo>
                  <a:cubicBezTo>
                    <a:pt x="21496" y="10889"/>
                    <a:pt x="21516" y="11046"/>
                    <a:pt x="21492" y="11110"/>
                  </a:cubicBezTo>
                  <a:cubicBezTo>
                    <a:pt x="21474" y="11158"/>
                    <a:pt x="21402" y="11201"/>
                    <a:pt x="21373" y="11236"/>
                  </a:cubicBezTo>
                  <a:cubicBezTo>
                    <a:pt x="21344" y="11271"/>
                    <a:pt x="21285" y="11344"/>
                    <a:pt x="21259" y="11386"/>
                  </a:cubicBezTo>
                  <a:cubicBezTo>
                    <a:pt x="21225" y="11439"/>
                    <a:pt x="21149" y="11546"/>
                    <a:pt x="21133" y="11617"/>
                  </a:cubicBezTo>
                  <a:cubicBezTo>
                    <a:pt x="21118" y="11676"/>
                    <a:pt x="21144" y="11807"/>
                    <a:pt x="21133" y="11867"/>
                  </a:cubicBezTo>
                  <a:cubicBezTo>
                    <a:pt x="21122" y="11922"/>
                    <a:pt x="21061" y="12005"/>
                    <a:pt x="21050" y="12061"/>
                  </a:cubicBezTo>
                  <a:cubicBezTo>
                    <a:pt x="21040" y="12115"/>
                    <a:pt x="21048" y="12231"/>
                    <a:pt x="21055" y="12286"/>
                  </a:cubicBezTo>
                  <a:cubicBezTo>
                    <a:pt x="21059" y="12317"/>
                    <a:pt x="21080" y="12374"/>
                    <a:pt x="21083" y="12405"/>
                  </a:cubicBezTo>
                  <a:cubicBezTo>
                    <a:pt x="21090" y="12460"/>
                    <a:pt x="21097" y="12576"/>
                    <a:pt x="21088" y="12630"/>
                  </a:cubicBezTo>
                  <a:cubicBezTo>
                    <a:pt x="21079" y="12677"/>
                    <a:pt x="21044" y="12765"/>
                    <a:pt x="21018" y="12793"/>
                  </a:cubicBezTo>
                  <a:cubicBezTo>
                    <a:pt x="20992" y="12820"/>
                    <a:pt x="20923" y="12812"/>
                    <a:pt x="20895" y="12836"/>
                  </a:cubicBezTo>
                  <a:cubicBezTo>
                    <a:pt x="20864" y="12864"/>
                    <a:pt x="20815" y="12950"/>
                    <a:pt x="20797" y="12999"/>
                  </a:cubicBezTo>
                  <a:cubicBezTo>
                    <a:pt x="20783" y="13040"/>
                    <a:pt x="20790" y="13147"/>
                    <a:pt x="20768" y="13181"/>
                  </a:cubicBezTo>
                  <a:cubicBezTo>
                    <a:pt x="20742" y="13221"/>
                    <a:pt x="20659" y="13231"/>
                    <a:pt x="20622" y="13237"/>
                  </a:cubicBezTo>
                  <a:cubicBezTo>
                    <a:pt x="20586" y="13242"/>
                    <a:pt x="20514" y="13226"/>
                    <a:pt x="20478" y="13224"/>
                  </a:cubicBezTo>
                  <a:cubicBezTo>
                    <a:pt x="20449" y="13223"/>
                    <a:pt x="20388" y="13208"/>
                    <a:pt x="20360" y="13224"/>
                  </a:cubicBezTo>
                  <a:cubicBezTo>
                    <a:pt x="20331" y="13242"/>
                    <a:pt x="20284" y="13316"/>
                    <a:pt x="20266" y="13355"/>
                  </a:cubicBezTo>
                  <a:cubicBezTo>
                    <a:pt x="20236" y="13422"/>
                    <a:pt x="20222" y="13598"/>
                    <a:pt x="20184" y="13656"/>
                  </a:cubicBezTo>
                  <a:cubicBezTo>
                    <a:pt x="20137" y="13730"/>
                    <a:pt x="20000" y="13790"/>
                    <a:pt x="19935" y="13818"/>
                  </a:cubicBezTo>
                  <a:cubicBezTo>
                    <a:pt x="19893" y="13837"/>
                    <a:pt x="19804" y="13855"/>
                    <a:pt x="19760" y="13856"/>
                  </a:cubicBezTo>
                  <a:cubicBezTo>
                    <a:pt x="19710" y="13857"/>
                    <a:pt x="19612" y="13815"/>
                    <a:pt x="19563" y="13825"/>
                  </a:cubicBezTo>
                  <a:cubicBezTo>
                    <a:pt x="19521" y="13832"/>
                    <a:pt x="19440" y="13879"/>
                    <a:pt x="19404" y="13913"/>
                  </a:cubicBezTo>
                  <a:cubicBezTo>
                    <a:pt x="19365" y="13947"/>
                    <a:pt x="19311" y="14070"/>
                    <a:pt x="19269" y="14093"/>
                  </a:cubicBezTo>
                  <a:cubicBezTo>
                    <a:pt x="19233" y="14114"/>
                    <a:pt x="19153" y="14094"/>
                    <a:pt x="19114" y="14087"/>
                  </a:cubicBezTo>
                  <a:cubicBezTo>
                    <a:pt x="19090" y="14083"/>
                    <a:pt x="19042" y="14042"/>
                    <a:pt x="19020" y="14056"/>
                  </a:cubicBezTo>
                  <a:cubicBezTo>
                    <a:pt x="18997" y="14069"/>
                    <a:pt x="18982" y="14153"/>
                    <a:pt x="18963" y="14175"/>
                  </a:cubicBezTo>
                  <a:cubicBezTo>
                    <a:pt x="18935" y="14204"/>
                    <a:pt x="18856" y="14197"/>
                    <a:pt x="18836" y="14237"/>
                  </a:cubicBezTo>
                  <a:cubicBezTo>
                    <a:pt x="18811" y="14286"/>
                    <a:pt x="18829" y="14421"/>
                    <a:pt x="18828" y="14481"/>
                  </a:cubicBezTo>
                  <a:cubicBezTo>
                    <a:pt x="18826" y="14556"/>
                    <a:pt x="18830" y="14707"/>
                    <a:pt x="18824" y="14781"/>
                  </a:cubicBezTo>
                  <a:cubicBezTo>
                    <a:pt x="18819" y="14839"/>
                    <a:pt x="18805" y="14954"/>
                    <a:pt x="18791" y="15007"/>
                  </a:cubicBezTo>
                  <a:cubicBezTo>
                    <a:pt x="18780" y="15046"/>
                    <a:pt x="18743" y="15112"/>
                    <a:pt x="18730" y="15151"/>
                  </a:cubicBezTo>
                  <a:cubicBezTo>
                    <a:pt x="18708" y="15213"/>
                    <a:pt x="18654" y="15342"/>
                    <a:pt x="18660" y="15413"/>
                  </a:cubicBezTo>
                  <a:cubicBezTo>
                    <a:pt x="18664" y="15458"/>
                    <a:pt x="18708" y="15527"/>
                    <a:pt x="18730" y="15557"/>
                  </a:cubicBezTo>
                  <a:cubicBezTo>
                    <a:pt x="18755" y="15592"/>
                    <a:pt x="18822" y="15630"/>
                    <a:pt x="18844" y="15670"/>
                  </a:cubicBezTo>
                  <a:cubicBezTo>
                    <a:pt x="18868" y="15712"/>
                    <a:pt x="18887" y="15827"/>
                    <a:pt x="18905" y="15875"/>
                  </a:cubicBezTo>
                  <a:cubicBezTo>
                    <a:pt x="18921" y="15916"/>
                    <a:pt x="18950" y="16009"/>
                    <a:pt x="18979" y="16026"/>
                  </a:cubicBezTo>
                  <a:cubicBezTo>
                    <a:pt x="19010" y="16043"/>
                    <a:pt x="19076" y="15965"/>
                    <a:pt x="19106" y="15982"/>
                  </a:cubicBezTo>
                  <a:cubicBezTo>
                    <a:pt x="19132" y="15997"/>
                    <a:pt x="19154" y="16086"/>
                    <a:pt x="19171" y="16120"/>
                  </a:cubicBezTo>
                  <a:cubicBezTo>
                    <a:pt x="19191" y="16159"/>
                    <a:pt x="19243" y="16225"/>
                    <a:pt x="19257" y="16270"/>
                  </a:cubicBezTo>
                  <a:cubicBezTo>
                    <a:pt x="19277" y="16334"/>
                    <a:pt x="19283" y="16480"/>
                    <a:pt x="19289" y="16551"/>
                  </a:cubicBezTo>
                  <a:cubicBezTo>
                    <a:pt x="19297" y="16638"/>
                    <a:pt x="19305" y="16814"/>
                    <a:pt x="19310" y="16901"/>
                  </a:cubicBezTo>
                  <a:cubicBezTo>
                    <a:pt x="19315" y="16990"/>
                    <a:pt x="19333" y="17169"/>
                    <a:pt x="19334" y="17258"/>
                  </a:cubicBezTo>
                  <a:cubicBezTo>
                    <a:pt x="19336" y="17314"/>
                    <a:pt x="19338" y="17430"/>
                    <a:pt x="19327" y="17483"/>
                  </a:cubicBezTo>
                  <a:cubicBezTo>
                    <a:pt x="19314" y="17540"/>
                    <a:pt x="19265" y="17636"/>
                    <a:pt x="19241" y="17683"/>
                  </a:cubicBezTo>
                  <a:cubicBezTo>
                    <a:pt x="19207" y="17748"/>
                    <a:pt x="19127" y="17858"/>
                    <a:pt x="19093" y="17921"/>
                  </a:cubicBezTo>
                  <a:cubicBezTo>
                    <a:pt x="19049" y="18004"/>
                    <a:pt x="18948" y="18167"/>
                    <a:pt x="18930" y="18271"/>
                  </a:cubicBezTo>
                  <a:cubicBezTo>
                    <a:pt x="18916" y="18353"/>
                    <a:pt x="18961" y="18524"/>
                    <a:pt x="18954" y="18609"/>
                  </a:cubicBezTo>
                  <a:cubicBezTo>
                    <a:pt x="18951" y="18656"/>
                    <a:pt x="18922" y="18743"/>
                    <a:pt x="18914" y="18790"/>
                  </a:cubicBezTo>
                  <a:cubicBezTo>
                    <a:pt x="18907" y="18831"/>
                    <a:pt x="18890" y="18912"/>
                    <a:pt x="18894" y="18952"/>
                  </a:cubicBezTo>
                  <a:cubicBezTo>
                    <a:pt x="18897" y="19005"/>
                    <a:pt x="18942" y="19094"/>
                    <a:pt x="18946" y="19146"/>
                  </a:cubicBezTo>
                  <a:cubicBezTo>
                    <a:pt x="18951" y="19205"/>
                    <a:pt x="18941" y="19331"/>
                    <a:pt x="18918" y="19378"/>
                  </a:cubicBezTo>
                  <a:cubicBezTo>
                    <a:pt x="18901" y="19412"/>
                    <a:pt x="18839" y="19430"/>
                    <a:pt x="18816" y="19453"/>
                  </a:cubicBezTo>
                  <a:cubicBezTo>
                    <a:pt x="18778" y="19491"/>
                    <a:pt x="18722" y="19608"/>
                    <a:pt x="18681" y="19635"/>
                  </a:cubicBezTo>
                  <a:cubicBezTo>
                    <a:pt x="18636" y="19664"/>
                    <a:pt x="18536" y="19645"/>
                    <a:pt x="18488" y="19659"/>
                  </a:cubicBezTo>
                  <a:cubicBezTo>
                    <a:pt x="18433" y="19677"/>
                    <a:pt x="18322" y="19725"/>
                    <a:pt x="18272" y="19766"/>
                  </a:cubicBezTo>
                  <a:cubicBezTo>
                    <a:pt x="18226" y="19803"/>
                    <a:pt x="18143" y="19900"/>
                    <a:pt x="18109" y="19960"/>
                  </a:cubicBezTo>
                  <a:cubicBezTo>
                    <a:pt x="18072" y="20022"/>
                    <a:pt x="18009" y="20166"/>
                    <a:pt x="17994" y="20247"/>
                  </a:cubicBezTo>
                  <a:cubicBezTo>
                    <a:pt x="17986" y="20295"/>
                    <a:pt x="17976" y="20406"/>
                    <a:pt x="17994" y="20447"/>
                  </a:cubicBezTo>
                  <a:cubicBezTo>
                    <a:pt x="18016" y="20497"/>
                    <a:pt x="18112" y="20491"/>
                    <a:pt x="18137" y="20535"/>
                  </a:cubicBezTo>
                  <a:cubicBezTo>
                    <a:pt x="18170" y="20594"/>
                    <a:pt x="18187" y="20758"/>
                    <a:pt x="18187" y="20836"/>
                  </a:cubicBezTo>
                  <a:cubicBezTo>
                    <a:pt x="18186" y="20902"/>
                    <a:pt x="18139" y="21025"/>
                    <a:pt x="18137" y="21092"/>
                  </a:cubicBezTo>
                  <a:cubicBezTo>
                    <a:pt x="18136" y="21151"/>
                    <a:pt x="18181" y="21266"/>
                    <a:pt x="18170" y="21323"/>
                  </a:cubicBezTo>
                  <a:cubicBezTo>
                    <a:pt x="18162" y="21364"/>
                    <a:pt x="18114" y="21420"/>
                    <a:pt x="18093" y="21448"/>
                  </a:cubicBezTo>
                  <a:cubicBezTo>
                    <a:pt x="18068" y="21482"/>
                    <a:pt x="18008" y="21529"/>
                    <a:pt x="17986" y="21567"/>
                  </a:cubicBezTo>
                  <a:cubicBezTo>
                    <a:pt x="17981" y="21576"/>
                    <a:pt x="17975" y="21587"/>
                    <a:pt x="17970" y="21599"/>
                  </a:cubicBezTo>
                  <a:cubicBezTo>
                    <a:pt x="17928" y="21566"/>
                    <a:pt x="17881" y="21531"/>
                    <a:pt x="17856" y="21520"/>
                  </a:cubicBezTo>
                  <a:cubicBezTo>
                    <a:pt x="17837" y="21513"/>
                    <a:pt x="17798" y="21528"/>
                    <a:pt x="17782" y="21514"/>
                  </a:cubicBezTo>
                  <a:cubicBezTo>
                    <a:pt x="17763" y="21497"/>
                    <a:pt x="17754" y="21422"/>
                    <a:pt x="17737" y="21401"/>
                  </a:cubicBezTo>
                  <a:cubicBezTo>
                    <a:pt x="17714" y="21372"/>
                    <a:pt x="17642" y="21374"/>
                    <a:pt x="17627" y="21336"/>
                  </a:cubicBezTo>
                  <a:cubicBezTo>
                    <a:pt x="17611" y="21297"/>
                    <a:pt x="17642" y="21199"/>
                    <a:pt x="17635" y="21154"/>
                  </a:cubicBezTo>
                  <a:cubicBezTo>
                    <a:pt x="17629" y="21119"/>
                    <a:pt x="17606" y="21051"/>
                    <a:pt x="17586" y="21032"/>
                  </a:cubicBezTo>
                  <a:cubicBezTo>
                    <a:pt x="17564" y="21013"/>
                    <a:pt x="17510" y="21033"/>
                    <a:pt x="17486" y="21026"/>
                  </a:cubicBezTo>
                  <a:cubicBezTo>
                    <a:pt x="17466" y="21020"/>
                    <a:pt x="17422" y="21010"/>
                    <a:pt x="17410" y="20986"/>
                  </a:cubicBezTo>
                  <a:cubicBezTo>
                    <a:pt x="17390" y="20945"/>
                    <a:pt x="17426" y="20820"/>
                    <a:pt x="17404" y="20782"/>
                  </a:cubicBezTo>
                  <a:cubicBezTo>
                    <a:pt x="17388" y="20755"/>
                    <a:pt x="17327" y="20784"/>
                    <a:pt x="17308" y="20760"/>
                  </a:cubicBezTo>
                  <a:cubicBezTo>
                    <a:pt x="17284" y="20730"/>
                    <a:pt x="17277" y="20626"/>
                    <a:pt x="17265" y="20582"/>
                  </a:cubicBezTo>
                  <a:cubicBezTo>
                    <a:pt x="17256" y="20547"/>
                    <a:pt x="17246" y="20468"/>
                    <a:pt x="17226" y="20447"/>
                  </a:cubicBezTo>
                  <a:cubicBezTo>
                    <a:pt x="17199" y="20420"/>
                    <a:pt x="17128" y="20461"/>
                    <a:pt x="17098" y="20445"/>
                  </a:cubicBezTo>
                  <a:cubicBezTo>
                    <a:pt x="17072" y="20430"/>
                    <a:pt x="17026" y="20377"/>
                    <a:pt x="17012" y="20341"/>
                  </a:cubicBezTo>
                  <a:cubicBezTo>
                    <a:pt x="16993" y="20293"/>
                    <a:pt x="17011" y="20167"/>
                    <a:pt x="16989" y="20122"/>
                  </a:cubicBezTo>
                  <a:cubicBezTo>
                    <a:pt x="16969" y="20080"/>
                    <a:pt x="16870" y="20029"/>
                    <a:pt x="16870" y="20029"/>
                  </a:cubicBezTo>
                  <a:cubicBezTo>
                    <a:pt x="16870" y="20029"/>
                    <a:pt x="15756" y="20260"/>
                    <a:pt x="15384" y="20329"/>
                  </a:cubicBezTo>
                  <a:cubicBezTo>
                    <a:pt x="14613" y="20470"/>
                    <a:pt x="13069" y="20712"/>
                    <a:pt x="12297" y="20819"/>
                  </a:cubicBezTo>
                  <a:cubicBezTo>
                    <a:pt x="11519" y="20928"/>
                    <a:pt x="9960" y="21093"/>
                    <a:pt x="9181" y="21192"/>
                  </a:cubicBezTo>
                  <a:cubicBezTo>
                    <a:pt x="8805" y="21239"/>
                    <a:pt x="8054" y="21357"/>
                    <a:pt x="7677" y="21392"/>
                  </a:cubicBezTo>
                  <a:cubicBezTo>
                    <a:pt x="7304" y="21426"/>
                    <a:pt x="6555" y="21449"/>
                    <a:pt x="6182" y="21467"/>
                  </a:cubicBezTo>
                  <a:cubicBezTo>
                    <a:pt x="5533" y="21498"/>
                    <a:pt x="3758" y="21579"/>
                    <a:pt x="3306" y="21600"/>
                  </a:cubicBezTo>
                  <a:cubicBezTo>
                    <a:pt x="3320" y="21561"/>
                    <a:pt x="3343" y="21502"/>
                    <a:pt x="3342" y="21467"/>
                  </a:cubicBezTo>
                  <a:cubicBezTo>
                    <a:pt x="3342" y="21425"/>
                    <a:pt x="3307" y="21354"/>
                    <a:pt x="3295" y="21317"/>
                  </a:cubicBezTo>
                  <a:cubicBezTo>
                    <a:pt x="3276" y="21255"/>
                    <a:pt x="3253" y="21106"/>
                    <a:pt x="3213" y="21072"/>
                  </a:cubicBezTo>
                  <a:cubicBezTo>
                    <a:pt x="3186" y="21050"/>
                    <a:pt x="3119" y="21107"/>
                    <a:pt x="3089" y="21092"/>
                  </a:cubicBezTo>
                  <a:cubicBezTo>
                    <a:pt x="3070" y="21083"/>
                    <a:pt x="3041" y="21036"/>
                    <a:pt x="3029" y="21010"/>
                  </a:cubicBezTo>
                  <a:cubicBezTo>
                    <a:pt x="3008" y="20962"/>
                    <a:pt x="3007" y="20830"/>
                    <a:pt x="2981" y="20788"/>
                  </a:cubicBezTo>
                  <a:cubicBezTo>
                    <a:pt x="2964" y="20764"/>
                    <a:pt x="2911" y="20768"/>
                    <a:pt x="2895" y="20745"/>
                  </a:cubicBezTo>
                  <a:cubicBezTo>
                    <a:pt x="2882" y="20725"/>
                    <a:pt x="2867" y="20669"/>
                    <a:pt x="2868" y="20641"/>
                  </a:cubicBezTo>
                  <a:cubicBezTo>
                    <a:pt x="2870" y="20587"/>
                    <a:pt x="2911" y="20490"/>
                    <a:pt x="2933" y="20447"/>
                  </a:cubicBezTo>
                  <a:cubicBezTo>
                    <a:pt x="2946" y="20424"/>
                    <a:pt x="2983" y="20394"/>
                    <a:pt x="2995" y="20369"/>
                  </a:cubicBezTo>
                  <a:cubicBezTo>
                    <a:pt x="3009" y="20338"/>
                    <a:pt x="3032" y="20272"/>
                    <a:pt x="3032" y="20235"/>
                  </a:cubicBezTo>
                  <a:cubicBezTo>
                    <a:pt x="3032" y="20193"/>
                    <a:pt x="2990" y="20122"/>
                    <a:pt x="2986" y="20082"/>
                  </a:cubicBezTo>
                  <a:cubicBezTo>
                    <a:pt x="2983" y="20040"/>
                    <a:pt x="3007" y="19957"/>
                    <a:pt x="3003" y="19916"/>
                  </a:cubicBezTo>
                  <a:cubicBezTo>
                    <a:pt x="2999" y="19878"/>
                    <a:pt x="2961" y="19814"/>
                    <a:pt x="2962" y="19775"/>
                  </a:cubicBezTo>
                  <a:cubicBezTo>
                    <a:pt x="2963" y="19739"/>
                    <a:pt x="2990" y="19673"/>
                    <a:pt x="3009" y="19650"/>
                  </a:cubicBezTo>
                  <a:cubicBezTo>
                    <a:pt x="3024" y="19632"/>
                    <a:pt x="3070" y="19641"/>
                    <a:pt x="3083" y="19619"/>
                  </a:cubicBezTo>
                  <a:cubicBezTo>
                    <a:pt x="3099" y="19591"/>
                    <a:pt x="3104" y="19506"/>
                    <a:pt x="3101" y="19469"/>
                  </a:cubicBezTo>
                  <a:cubicBezTo>
                    <a:pt x="3098" y="19435"/>
                    <a:pt x="3077" y="19372"/>
                    <a:pt x="3062" y="19347"/>
                  </a:cubicBezTo>
                  <a:cubicBezTo>
                    <a:pt x="3049" y="19323"/>
                    <a:pt x="3005" y="19307"/>
                    <a:pt x="2993" y="19281"/>
                  </a:cubicBezTo>
                  <a:cubicBezTo>
                    <a:pt x="2977" y="19248"/>
                    <a:pt x="2975" y="19162"/>
                    <a:pt x="2973" y="19122"/>
                  </a:cubicBezTo>
                  <a:cubicBezTo>
                    <a:pt x="2969" y="19071"/>
                    <a:pt x="2985" y="18963"/>
                    <a:pt x="2973" y="18915"/>
                  </a:cubicBezTo>
                  <a:cubicBezTo>
                    <a:pt x="2963" y="18884"/>
                    <a:pt x="2923" y="18846"/>
                    <a:pt x="2907" y="18822"/>
                  </a:cubicBezTo>
                  <a:cubicBezTo>
                    <a:pt x="2892" y="18798"/>
                    <a:pt x="2854" y="18757"/>
                    <a:pt x="2852" y="18724"/>
                  </a:cubicBezTo>
                  <a:cubicBezTo>
                    <a:pt x="2848" y="18685"/>
                    <a:pt x="2898" y="18623"/>
                    <a:pt x="2896" y="18584"/>
                  </a:cubicBezTo>
                  <a:cubicBezTo>
                    <a:pt x="2896" y="18553"/>
                    <a:pt x="2866" y="18505"/>
                    <a:pt x="2854" y="18481"/>
                  </a:cubicBezTo>
                  <a:cubicBezTo>
                    <a:pt x="2843" y="18459"/>
                    <a:pt x="2809" y="18426"/>
                    <a:pt x="2807" y="18399"/>
                  </a:cubicBezTo>
                  <a:cubicBezTo>
                    <a:pt x="2803" y="18358"/>
                    <a:pt x="2847" y="18290"/>
                    <a:pt x="2854" y="18249"/>
                  </a:cubicBezTo>
                  <a:cubicBezTo>
                    <a:pt x="2864" y="18183"/>
                    <a:pt x="2873" y="18043"/>
                    <a:pt x="2860" y="17977"/>
                  </a:cubicBezTo>
                  <a:cubicBezTo>
                    <a:pt x="2852" y="17933"/>
                    <a:pt x="2792" y="17873"/>
                    <a:pt x="2790" y="17827"/>
                  </a:cubicBezTo>
                  <a:cubicBezTo>
                    <a:pt x="2789" y="17794"/>
                    <a:pt x="2813" y="17728"/>
                    <a:pt x="2831" y="17708"/>
                  </a:cubicBezTo>
                  <a:cubicBezTo>
                    <a:pt x="2857" y="17680"/>
                    <a:pt x="2940" y="17719"/>
                    <a:pt x="2956" y="17677"/>
                  </a:cubicBezTo>
                  <a:cubicBezTo>
                    <a:pt x="2973" y="17631"/>
                    <a:pt x="2931" y="17515"/>
                    <a:pt x="2905" y="17480"/>
                  </a:cubicBezTo>
                  <a:cubicBezTo>
                    <a:pt x="2889" y="17459"/>
                    <a:pt x="2843" y="17440"/>
                    <a:pt x="2823" y="17449"/>
                  </a:cubicBezTo>
                  <a:cubicBezTo>
                    <a:pt x="2803" y="17457"/>
                    <a:pt x="2783" y="17528"/>
                    <a:pt x="2764" y="17540"/>
                  </a:cubicBezTo>
                  <a:cubicBezTo>
                    <a:pt x="2738" y="17554"/>
                    <a:pt x="2677" y="17557"/>
                    <a:pt x="2656" y="17530"/>
                  </a:cubicBezTo>
                  <a:cubicBezTo>
                    <a:pt x="2630" y="17497"/>
                    <a:pt x="2616" y="17377"/>
                    <a:pt x="2625" y="17327"/>
                  </a:cubicBezTo>
                  <a:cubicBezTo>
                    <a:pt x="2630" y="17297"/>
                    <a:pt x="2673" y="17266"/>
                    <a:pt x="2678" y="17236"/>
                  </a:cubicBezTo>
                  <a:cubicBezTo>
                    <a:pt x="2686" y="17181"/>
                    <a:pt x="2624" y="17074"/>
                    <a:pt x="2636" y="17020"/>
                  </a:cubicBezTo>
                  <a:cubicBezTo>
                    <a:pt x="2642" y="16989"/>
                    <a:pt x="2682" y="16952"/>
                    <a:pt x="2701" y="16936"/>
                  </a:cubicBezTo>
                  <a:cubicBezTo>
                    <a:pt x="2721" y="16918"/>
                    <a:pt x="2774" y="16915"/>
                    <a:pt x="2789" y="16886"/>
                  </a:cubicBezTo>
                  <a:cubicBezTo>
                    <a:pt x="2806" y="16852"/>
                    <a:pt x="2813" y="16754"/>
                    <a:pt x="2803" y="16714"/>
                  </a:cubicBezTo>
                  <a:cubicBezTo>
                    <a:pt x="2794" y="16678"/>
                    <a:pt x="2752" y="16620"/>
                    <a:pt x="2728" y="16610"/>
                  </a:cubicBezTo>
                  <a:cubicBezTo>
                    <a:pt x="2706" y="16602"/>
                    <a:pt x="2663" y="16648"/>
                    <a:pt x="2642" y="16642"/>
                  </a:cubicBezTo>
                  <a:cubicBezTo>
                    <a:pt x="2614" y="16634"/>
                    <a:pt x="2567" y="16576"/>
                    <a:pt x="2547" y="16545"/>
                  </a:cubicBezTo>
                  <a:cubicBezTo>
                    <a:pt x="2532" y="16522"/>
                    <a:pt x="2499" y="16466"/>
                    <a:pt x="2500" y="16432"/>
                  </a:cubicBezTo>
                  <a:cubicBezTo>
                    <a:pt x="2502" y="16391"/>
                    <a:pt x="2562" y="16346"/>
                    <a:pt x="2572" y="16307"/>
                  </a:cubicBezTo>
                  <a:cubicBezTo>
                    <a:pt x="2582" y="16265"/>
                    <a:pt x="2577" y="16172"/>
                    <a:pt x="2576" y="16126"/>
                  </a:cubicBezTo>
                  <a:cubicBezTo>
                    <a:pt x="2575" y="16065"/>
                    <a:pt x="2558" y="15945"/>
                    <a:pt x="2562" y="15885"/>
                  </a:cubicBezTo>
                  <a:cubicBezTo>
                    <a:pt x="2565" y="15838"/>
                    <a:pt x="2603" y="15751"/>
                    <a:pt x="2599" y="15704"/>
                  </a:cubicBezTo>
                  <a:cubicBezTo>
                    <a:pt x="2594" y="15663"/>
                    <a:pt x="2559" y="15582"/>
                    <a:pt x="2533" y="15569"/>
                  </a:cubicBezTo>
                  <a:cubicBezTo>
                    <a:pt x="2508" y="15558"/>
                    <a:pt x="2462" y="15615"/>
                    <a:pt x="2437" y="15620"/>
                  </a:cubicBezTo>
                  <a:cubicBezTo>
                    <a:pt x="2412" y="15625"/>
                    <a:pt x="2357" y="15627"/>
                    <a:pt x="2335" y="15606"/>
                  </a:cubicBezTo>
                  <a:cubicBezTo>
                    <a:pt x="2319" y="15592"/>
                    <a:pt x="2296" y="15541"/>
                    <a:pt x="2295" y="15513"/>
                  </a:cubicBezTo>
                  <a:cubicBezTo>
                    <a:pt x="2292" y="15485"/>
                    <a:pt x="2316" y="15435"/>
                    <a:pt x="2325" y="15410"/>
                  </a:cubicBezTo>
                  <a:cubicBezTo>
                    <a:pt x="2335" y="15381"/>
                    <a:pt x="2367" y="15332"/>
                    <a:pt x="2374" y="15301"/>
                  </a:cubicBezTo>
                  <a:cubicBezTo>
                    <a:pt x="2382" y="15258"/>
                    <a:pt x="2387" y="15161"/>
                    <a:pt x="2374" y="15122"/>
                  </a:cubicBezTo>
                  <a:cubicBezTo>
                    <a:pt x="2361" y="15088"/>
                    <a:pt x="2312" y="15042"/>
                    <a:pt x="2286" y="15041"/>
                  </a:cubicBezTo>
                  <a:cubicBezTo>
                    <a:pt x="2268" y="15041"/>
                    <a:pt x="2234" y="15072"/>
                    <a:pt x="2225" y="15094"/>
                  </a:cubicBezTo>
                  <a:cubicBezTo>
                    <a:pt x="2215" y="15116"/>
                    <a:pt x="2219" y="15172"/>
                    <a:pt x="2214" y="15197"/>
                  </a:cubicBezTo>
                  <a:cubicBezTo>
                    <a:pt x="2208" y="15231"/>
                    <a:pt x="2196" y="15315"/>
                    <a:pt x="2173" y="15325"/>
                  </a:cubicBezTo>
                  <a:cubicBezTo>
                    <a:pt x="2155" y="15334"/>
                    <a:pt x="2122" y="15283"/>
                    <a:pt x="2108" y="15263"/>
                  </a:cubicBezTo>
                  <a:cubicBezTo>
                    <a:pt x="2088" y="15233"/>
                    <a:pt x="2066" y="15153"/>
                    <a:pt x="2047" y="15122"/>
                  </a:cubicBezTo>
                  <a:cubicBezTo>
                    <a:pt x="2035" y="15102"/>
                    <a:pt x="1992" y="15079"/>
                    <a:pt x="1989" y="15051"/>
                  </a:cubicBezTo>
                  <a:cubicBezTo>
                    <a:pt x="1985" y="14993"/>
                    <a:pt x="2078" y="14918"/>
                    <a:pt x="2075" y="14860"/>
                  </a:cubicBezTo>
                  <a:cubicBezTo>
                    <a:pt x="2074" y="14828"/>
                    <a:pt x="2036" y="14784"/>
                    <a:pt x="2018" y="14766"/>
                  </a:cubicBezTo>
                  <a:cubicBezTo>
                    <a:pt x="2002" y="14749"/>
                    <a:pt x="1961" y="14742"/>
                    <a:pt x="1946" y="14722"/>
                  </a:cubicBezTo>
                  <a:cubicBezTo>
                    <a:pt x="1931" y="14699"/>
                    <a:pt x="1906" y="14636"/>
                    <a:pt x="1910" y="14603"/>
                  </a:cubicBezTo>
                  <a:cubicBezTo>
                    <a:pt x="1913" y="14577"/>
                    <a:pt x="1949" y="14551"/>
                    <a:pt x="1959" y="14531"/>
                  </a:cubicBezTo>
                  <a:cubicBezTo>
                    <a:pt x="1973" y="14505"/>
                    <a:pt x="2001" y="14446"/>
                    <a:pt x="2004" y="14412"/>
                  </a:cubicBezTo>
                  <a:cubicBezTo>
                    <a:pt x="2007" y="14382"/>
                    <a:pt x="1999" y="14315"/>
                    <a:pt x="1986" y="14290"/>
                  </a:cubicBezTo>
                  <a:cubicBezTo>
                    <a:pt x="1971" y="14263"/>
                    <a:pt x="1918" y="14254"/>
                    <a:pt x="1901" y="14227"/>
                  </a:cubicBezTo>
                  <a:cubicBezTo>
                    <a:pt x="1891" y="14211"/>
                    <a:pt x="1878" y="14167"/>
                    <a:pt x="1877" y="14143"/>
                  </a:cubicBezTo>
                  <a:cubicBezTo>
                    <a:pt x="1877" y="14121"/>
                    <a:pt x="1886" y="14072"/>
                    <a:pt x="1898" y="14059"/>
                  </a:cubicBezTo>
                  <a:cubicBezTo>
                    <a:pt x="1918" y="14037"/>
                    <a:pt x="1975" y="14065"/>
                    <a:pt x="1998" y="14050"/>
                  </a:cubicBezTo>
                  <a:cubicBezTo>
                    <a:pt x="2023" y="14033"/>
                    <a:pt x="2078" y="13979"/>
                    <a:pt x="2078" y="13937"/>
                  </a:cubicBezTo>
                  <a:cubicBezTo>
                    <a:pt x="2077" y="13890"/>
                    <a:pt x="2010" y="13838"/>
                    <a:pt x="1983" y="13812"/>
                  </a:cubicBezTo>
                  <a:cubicBezTo>
                    <a:pt x="1968" y="13797"/>
                    <a:pt x="1924" y="13794"/>
                    <a:pt x="1918" y="13769"/>
                  </a:cubicBezTo>
                  <a:cubicBezTo>
                    <a:pt x="1911" y="13735"/>
                    <a:pt x="1944" y="13668"/>
                    <a:pt x="1961" y="13646"/>
                  </a:cubicBezTo>
                  <a:cubicBezTo>
                    <a:pt x="1978" y="13625"/>
                    <a:pt x="2032" y="13633"/>
                    <a:pt x="2045" y="13605"/>
                  </a:cubicBezTo>
                  <a:cubicBezTo>
                    <a:pt x="2056" y="13582"/>
                    <a:pt x="2038" y="13516"/>
                    <a:pt x="2043" y="13487"/>
                  </a:cubicBezTo>
                  <a:cubicBezTo>
                    <a:pt x="2047" y="13457"/>
                    <a:pt x="2081" y="13410"/>
                    <a:pt x="2080" y="13381"/>
                  </a:cubicBezTo>
                  <a:cubicBezTo>
                    <a:pt x="2076" y="13337"/>
                    <a:pt x="2028" y="13274"/>
                    <a:pt x="2004" y="13249"/>
                  </a:cubicBezTo>
                  <a:cubicBezTo>
                    <a:pt x="1982" y="13227"/>
                    <a:pt x="1918" y="13230"/>
                    <a:pt x="1904" y="13196"/>
                  </a:cubicBezTo>
                  <a:cubicBezTo>
                    <a:pt x="1889" y="13164"/>
                    <a:pt x="1918" y="13075"/>
                    <a:pt x="1908" y="13040"/>
                  </a:cubicBezTo>
                  <a:cubicBezTo>
                    <a:pt x="1901" y="13015"/>
                    <a:pt x="1866" y="12988"/>
                    <a:pt x="1853" y="12971"/>
                  </a:cubicBezTo>
                  <a:cubicBezTo>
                    <a:pt x="1828" y="12939"/>
                    <a:pt x="1771" y="12884"/>
                    <a:pt x="1753" y="12843"/>
                  </a:cubicBezTo>
                  <a:cubicBezTo>
                    <a:pt x="1740" y="12814"/>
                    <a:pt x="1725" y="12746"/>
                    <a:pt x="1724" y="12711"/>
                  </a:cubicBezTo>
                  <a:cubicBezTo>
                    <a:pt x="1724" y="12665"/>
                    <a:pt x="1742" y="12572"/>
                    <a:pt x="1761" y="12536"/>
                  </a:cubicBezTo>
                  <a:cubicBezTo>
                    <a:pt x="1776" y="12509"/>
                    <a:pt x="1833" y="12499"/>
                    <a:pt x="1843" y="12468"/>
                  </a:cubicBezTo>
                  <a:cubicBezTo>
                    <a:pt x="1857" y="12421"/>
                    <a:pt x="1834" y="12311"/>
                    <a:pt x="1820" y="12264"/>
                  </a:cubicBezTo>
                  <a:cubicBezTo>
                    <a:pt x="1806" y="12216"/>
                    <a:pt x="1764" y="12121"/>
                    <a:pt x="1732" y="12102"/>
                  </a:cubicBezTo>
                  <a:cubicBezTo>
                    <a:pt x="1713" y="12090"/>
                    <a:pt x="1667" y="12130"/>
                    <a:pt x="1648" y="12114"/>
                  </a:cubicBezTo>
                  <a:cubicBezTo>
                    <a:pt x="1625" y="12093"/>
                    <a:pt x="1629" y="11974"/>
                    <a:pt x="1604" y="11961"/>
                  </a:cubicBezTo>
                  <a:cubicBezTo>
                    <a:pt x="1581" y="11949"/>
                    <a:pt x="1544" y="12033"/>
                    <a:pt x="1520" y="12030"/>
                  </a:cubicBezTo>
                  <a:cubicBezTo>
                    <a:pt x="1499" y="12027"/>
                    <a:pt x="1459" y="11982"/>
                    <a:pt x="1453" y="11951"/>
                  </a:cubicBezTo>
                  <a:cubicBezTo>
                    <a:pt x="1445" y="11919"/>
                    <a:pt x="1479" y="11854"/>
                    <a:pt x="1477" y="11820"/>
                  </a:cubicBezTo>
                  <a:cubicBezTo>
                    <a:pt x="1476" y="11796"/>
                    <a:pt x="1463" y="11744"/>
                    <a:pt x="1451" y="11729"/>
                  </a:cubicBezTo>
                  <a:cubicBezTo>
                    <a:pt x="1430" y="11705"/>
                    <a:pt x="1368" y="11726"/>
                    <a:pt x="1348" y="11701"/>
                  </a:cubicBezTo>
                  <a:cubicBezTo>
                    <a:pt x="1318" y="11664"/>
                    <a:pt x="1288" y="11539"/>
                    <a:pt x="1290" y="11479"/>
                  </a:cubicBezTo>
                  <a:cubicBezTo>
                    <a:pt x="1293" y="11439"/>
                    <a:pt x="1342" y="11379"/>
                    <a:pt x="1346" y="11338"/>
                  </a:cubicBezTo>
                  <a:cubicBezTo>
                    <a:pt x="1351" y="11293"/>
                    <a:pt x="1340" y="11189"/>
                    <a:pt x="1317" y="11157"/>
                  </a:cubicBezTo>
                  <a:cubicBezTo>
                    <a:pt x="1297" y="11128"/>
                    <a:pt x="1230" y="11150"/>
                    <a:pt x="1207" y="11126"/>
                  </a:cubicBezTo>
                  <a:cubicBezTo>
                    <a:pt x="1182" y="11101"/>
                    <a:pt x="1164" y="11007"/>
                    <a:pt x="1142" y="10976"/>
                  </a:cubicBezTo>
                  <a:cubicBezTo>
                    <a:pt x="1129" y="10958"/>
                    <a:pt x="1092" y="10946"/>
                    <a:pt x="1080" y="10926"/>
                  </a:cubicBezTo>
                  <a:cubicBezTo>
                    <a:pt x="1059" y="10887"/>
                    <a:pt x="1045" y="10782"/>
                    <a:pt x="1037" y="10732"/>
                  </a:cubicBezTo>
                  <a:cubicBezTo>
                    <a:pt x="1033" y="10699"/>
                    <a:pt x="1018" y="10628"/>
                    <a:pt x="1027" y="10597"/>
                  </a:cubicBezTo>
                  <a:cubicBezTo>
                    <a:pt x="1040" y="10558"/>
                    <a:pt x="1111" y="10540"/>
                    <a:pt x="1128" y="10503"/>
                  </a:cubicBezTo>
                  <a:cubicBezTo>
                    <a:pt x="1141" y="10474"/>
                    <a:pt x="1145" y="10396"/>
                    <a:pt x="1144" y="10359"/>
                  </a:cubicBezTo>
                  <a:cubicBezTo>
                    <a:pt x="1143" y="10319"/>
                    <a:pt x="1136" y="10234"/>
                    <a:pt x="1119" y="10203"/>
                  </a:cubicBezTo>
                  <a:cubicBezTo>
                    <a:pt x="1095" y="10160"/>
                    <a:pt x="1004" y="10158"/>
                    <a:pt x="981" y="10113"/>
                  </a:cubicBezTo>
                  <a:cubicBezTo>
                    <a:pt x="957" y="10068"/>
                    <a:pt x="968" y="9941"/>
                    <a:pt x="954" y="9887"/>
                  </a:cubicBezTo>
                  <a:cubicBezTo>
                    <a:pt x="946" y="9855"/>
                    <a:pt x="921" y="9794"/>
                    <a:pt x="905" y="9769"/>
                  </a:cubicBezTo>
                  <a:cubicBezTo>
                    <a:pt x="888" y="9742"/>
                    <a:pt x="838" y="9718"/>
                    <a:pt x="825" y="9687"/>
                  </a:cubicBezTo>
                  <a:cubicBezTo>
                    <a:pt x="810" y="9653"/>
                    <a:pt x="804" y="9566"/>
                    <a:pt x="806" y="9525"/>
                  </a:cubicBezTo>
                  <a:cubicBezTo>
                    <a:pt x="810" y="9491"/>
                    <a:pt x="841" y="9434"/>
                    <a:pt x="841" y="9400"/>
                  </a:cubicBezTo>
                  <a:cubicBezTo>
                    <a:pt x="841" y="9365"/>
                    <a:pt x="809" y="9306"/>
                    <a:pt x="809" y="9272"/>
                  </a:cubicBezTo>
                  <a:cubicBezTo>
                    <a:pt x="809" y="9230"/>
                    <a:pt x="837" y="9152"/>
                    <a:pt x="852" y="9115"/>
                  </a:cubicBezTo>
                  <a:cubicBezTo>
                    <a:pt x="873" y="9064"/>
                    <a:pt x="946" y="8992"/>
                    <a:pt x="956" y="8934"/>
                  </a:cubicBezTo>
                  <a:cubicBezTo>
                    <a:pt x="965" y="8879"/>
                    <a:pt x="946" y="8757"/>
                    <a:pt x="923" y="8712"/>
                  </a:cubicBezTo>
                  <a:cubicBezTo>
                    <a:pt x="900" y="8666"/>
                    <a:pt x="824" y="8614"/>
                    <a:pt x="787" y="8603"/>
                  </a:cubicBezTo>
                  <a:cubicBezTo>
                    <a:pt x="753" y="8592"/>
                    <a:pt x="676" y="8586"/>
                    <a:pt x="651" y="8621"/>
                  </a:cubicBezTo>
                  <a:cubicBezTo>
                    <a:pt x="641" y="8635"/>
                    <a:pt x="650" y="8689"/>
                    <a:pt x="641" y="8706"/>
                  </a:cubicBezTo>
                  <a:cubicBezTo>
                    <a:pt x="638" y="8712"/>
                    <a:pt x="632" y="8719"/>
                    <a:pt x="627" y="8726"/>
                  </a:cubicBezTo>
                  <a:cubicBezTo>
                    <a:pt x="612" y="8697"/>
                    <a:pt x="592" y="8659"/>
                    <a:pt x="584" y="8640"/>
                  </a:cubicBezTo>
                  <a:cubicBezTo>
                    <a:pt x="573" y="8609"/>
                    <a:pt x="553" y="8544"/>
                    <a:pt x="551" y="8509"/>
                  </a:cubicBezTo>
                  <a:cubicBezTo>
                    <a:pt x="549" y="8467"/>
                    <a:pt x="578" y="8386"/>
                    <a:pt x="572" y="8346"/>
                  </a:cubicBezTo>
                  <a:cubicBezTo>
                    <a:pt x="566" y="8306"/>
                    <a:pt x="515" y="8254"/>
                    <a:pt x="506" y="8214"/>
                  </a:cubicBezTo>
                  <a:cubicBezTo>
                    <a:pt x="496" y="8171"/>
                    <a:pt x="512" y="8075"/>
                    <a:pt x="506" y="8030"/>
                  </a:cubicBezTo>
                  <a:cubicBezTo>
                    <a:pt x="501" y="7990"/>
                    <a:pt x="484" y="7909"/>
                    <a:pt x="467" y="7877"/>
                  </a:cubicBezTo>
                  <a:cubicBezTo>
                    <a:pt x="456" y="7854"/>
                    <a:pt x="416" y="7835"/>
                    <a:pt x="406" y="7811"/>
                  </a:cubicBezTo>
                  <a:cubicBezTo>
                    <a:pt x="392" y="7778"/>
                    <a:pt x="392" y="7692"/>
                    <a:pt x="382" y="7655"/>
                  </a:cubicBezTo>
                  <a:cubicBezTo>
                    <a:pt x="374" y="7627"/>
                    <a:pt x="356" y="7572"/>
                    <a:pt x="341" y="7552"/>
                  </a:cubicBezTo>
                  <a:cubicBezTo>
                    <a:pt x="326" y="7532"/>
                    <a:pt x="286" y="7523"/>
                    <a:pt x="272" y="7505"/>
                  </a:cubicBezTo>
                  <a:cubicBezTo>
                    <a:pt x="256" y="7486"/>
                    <a:pt x="236" y="7430"/>
                    <a:pt x="224" y="7405"/>
                  </a:cubicBezTo>
                  <a:cubicBezTo>
                    <a:pt x="213" y="7381"/>
                    <a:pt x="195" y="7329"/>
                    <a:pt x="179" y="7311"/>
                  </a:cubicBezTo>
                  <a:cubicBezTo>
                    <a:pt x="163" y="7292"/>
                    <a:pt x="121" y="7282"/>
                    <a:pt x="104" y="7267"/>
                  </a:cubicBezTo>
                  <a:cubicBezTo>
                    <a:pt x="87" y="7253"/>
                    <a:pt x="54" y="7222"/>
                    <a:pt x="45" y="7198"/>
                  </a:cubicBezTo>
                  <a:cubicBezTo>
                    <a:pt x="26" y="7154"/>
                    <a:pt x="10" y="7044"/>
                    <a:pt x="14" y="6992"/>
                  </a:cubicBezTo>
                  <a:cubicBezTo>
                    <a:pt x="17" y="6954"/>
                    <a:pt x="52" y="6892"/>
                    <a:pt x="57" y="6855"/>
                  </a:cubicBezTo>
                  <a:cubicBezTo>
                    <a:pt x="62" y="6818"/>
                    <a:pt x="39" y="6736"/>
                    <a:pt x="53" y="6704"/>
                  </a:cubicBezTo>
                  <a:cubicBezTo>
                    <a:pt x="65" y="6677"/>
                    <a:pt x="121" y="6687"/>
                    <a:pt x="135" y="6661"/>
                  </a:cubicBezTo>
                  <a:cubicBezTo>
                    <a:pt x="154" y="6623"/>
                    <a:pt x="141" y="6519"/>
                    <a:pt x="149" y="6473"/>
                  </a:cubicBezTo>
                  <a:cubicBezTo>
                    <a:pt x="154" y="6443"/>
                    <a:pt x="167" y="6381"/>
                    <a:pt x="179" y="6357"/>
                  </a:cubicBezTo>
                  <a:cubicBezTo>
                    <a:pt x="193" y="6332"/>
                    <a:pt x="238" y="6311"/>
                    <a:pt x="251" y="6285"/>
                  </a:cubicBezTo>
                  <a:cubicBezTo>
                    <a:pt x="270" y="6251"/>
                    <a:pt x="286" y="6162"/>
                    <a:pt x="296" y="6120"/>
                  </a:cubicBezTo>
                  <a:cubicBezTo>
                    <a:pt x="303" y="6089"/>
                    <a:pt x="317" y="6027"/>
                    <a:pt x="319" y="5994"/>
                  </a:cubicBezTo>
                  <a:cubicBezTo>
                    <a:pt x="322" y="5928"/>
                    <a:pt x="283" y="5794"/>
                    <a:pt x="298" y="5732"/>
                  </a:cubicBezTo>
                  <a:cubicBezTo>
                    <a:pt x="307" y="5693"/>
                    <a:pt x="357" y="5648"/>
                    <a:pt x="376" y="5619"/>
                  </a:cubicBezTo>
                  <a:cubicBezTo>
                    <a:pt x="393" y="5594"/>
                    <a:pt x="437" y="5551"/>
                    <a:pt x="443" y="5516"/>
                  </a:cubicBezTo>
                  <a:cubicBezTo>
                    <a:pt x="449" y="5484"/>
                    <a:pt x="434" y="5416"/>
                    <a:pt x="422" y="5388"/>
                  </a:cubicBezTo>
                  <a:cubicBezTo>
                    <a:pt x="413" y="5363"/>
                    <a:pt x="370" y="5341"/>
                    <a:pt x="365" y="5313"/>
                  </a:cubicBezTo>
                  <a:cubicBezTo>
                    <a:pt x="361" y="5281"/>
                    <a:pt x="387" y="5221"/>
                    <a:pt x="398" y="5194"/>
                  </a:cubicBezTo>
                  <a:cubicBezTo>
                    <a:pt x="410" y="5162"/>
                    <a:pt x="461" y="5115"/>
                    <a:pt x="457" y="5078"/>
                  </a:cubicBezTo>
                  <a:cubicBezTo>
                    <a:pt x="453" y="5041"/>
                    <a:pt x="384" y="5026"/>
                    <a:pt x="374" y="4991"/>
                  </a:cubicBezTo>
                  <a:cubicBezTo>
                    <a:pt x="362" y="4951"/>
                    <a:pt x="373" y="4854"/>
                    <a:pt x="390" y="4819"/>
                  </a:cubicBezTo>
                  <a:cubicBezTo>
                    <a:pt x="409" y="4780"/>
                    <a:pt x="480" y="4766"/>
                    <a:pt x="504" y="4734"/>
                  </a:cubicBezTo>
                  <a:cubicBezTo>
                    <a:pt x="522" y="4711"/>
                    <a:pt x="555" y="4654"/>
                    <a:pt x="559" y="4618"/>
                  </a:cubicBezTo>
                  <a:cubicBezTo>
                    <a:pt x="564" y="4586"/>
                    <a:pt x="533" y="4519"/>
                    <a:pt x="539" y="4487"/>
                  </a:cubicBezTo>
                  <a:cubicBezTo>
                    <a:pt x="546" y="4452"/>
                    <a:pt x="601" y="4419"/>
                    <a:pt x="609" y="4384"/>
                  </a:cubicBezTo>
                  <a:cubicBezTo>
                    <a:pt x="619" y="4334"/>
                    <a:pt x="608" y="4218"/>
                    <a:pt x="588" y="4175"/>
                  </a:cubicBezTo>
                  <a:cubicBezTo>
                    <a:pt x="577" y="4150"/>
                    <a:pt x="530" y="4143"/>
                    <a:pt x="518" y="4119"/>
                  </a:cubicBezTo>
                  <a:cubicBezTo>
                    <a:pt x="505" y="4089"/>
                    <a:pt x="504" y="4011"/>
                    <a:pt x="502" y="3974"/>
                  </a:cubicBezTo>
                  <a:cubicBezTo>
                    <a:pt x="499" y="3916"/>
                    <a:pt x="521" y="3789"/>
                    <a:pt x="502" y="3737"/>
                  </a:cubicBezTo>
                  <a:cubicBezTo>
                    <a:pt x="488" y="3696"/>
                    <a:pt x="433" y="3630"/>
                    <a:pt x="402" y="3631"/>
                  </a:cubicBezTo>
                  <a:cubicBezTo>
                    <a:pt x="385" y="3631"/>
                    <a:pt x="365" y="3697"/>
                    <a:pt x="347" y="3696"/>
                  </a:cubicBezTo>
                  <a:cubicBezTo>
                    <a:pt x="325" y="3696"/>
                    <a:pt x="301" y="3616"/>
                    <a:pt x="279" y="3612"/>
                  </a:cubicBezTo>
                  <a:cubicBezTo>
                    <a:pt x="260" y="3607"/>
                    <a:pt x="224" y="3667"/>
                    <a:pt x="204" y="3659"/>
                  </a:cubicBezTo>
                  <a:cubicBezTo>
                    <a:pt x="181" y="3648"/>
                    <a:pt x="153" y="3575"/>
                    <a:pt x="147" y="3540"/>
                  </a:cubicBezTo>
                  <a:cubicBezTo>
                    <a:pt x="142" y="3509"/>
                    <a:pt x="164" y="3448"/>
                    <a:pt x="159" y="3418"/>
                  </a:cubicBezTo>
                  <a:cubicBezTo>
                    <a:pt x="155" y="3391"/>
                    <a:pt x="121" y="3357"/>
                    <a:pt x="117" y="3330"/>
                  </a:cubicBezTo>
                  <a:cubicBezTo>
                    <a:pt x="109" y="3297"/>
                    <a:pt x="101" y="3213"/>
                    <a:pt x="117" y="3186"/>
                  </a:cubicBezTo>
                  <a:cubicBezTo>
                    <a:pt x="135" y="3153"/>
                    <a:pt x="205" y="3186"/>
                    <a:pt x="228" y="3162"/>
                  </a:cubicBezTo>
                  <a:cubicBezTo>
                    <a:pt x="245" y="3144"/>
                    <a:pt x="267" y="3086"/>
                    <a:pt x="269" y="3055"/>
                  </a:cubicBezTo>
                  <a:cubicBezTo>
                    <a:pt x="274" y="3005"/>
                    <a:pt x="233" y="2909"/>
                    <a:pt x="237" y="2858"/>
                  </a:cubicBezTo>
                  <a:cubicBezTo>
                    <a:pt x="239" y="2827"/>
                    <a:pt x="268" y="2776"/>
                    <a:pt x="272" y="2746"/>
                  </a:cubicBezTo>
                  <a:cubicBezTo>
                    <a:pt x="277" y="2693"/>
                    <a:pt x="272" y="2581"/>
                    <a:pt x="257" y="2533"/>
                  </a:cubicBezTo>
                  <a:cubicBezTo>
                    <a:pt x="242" y="2485"/>
                    <a:pt x="178" y="2428"/>
                    <a:pt x="157" y="2386"/>
                  </a:cubicBezTo>
                  <a:cubicBezTo>
                    <a:pt x="140" y="2352"/>
                    <a:pt x="125" y="2263"/>
                    <a:pt x="104" y="2233"/>
                  </a:cubicBezTo>
                  <a:cubicBezTo>
                    <a:pt x="92" y="2215"/>
                    <a:pt x="58" y="2205"/>
                    <a:pt x="45" y="2189"/>
                  </a:cubicBezTo>
                  <a:cubicBezTo>
                    <a:pt x="30" y="2170"/>
                    <a:pt x="-1" y="2124"/>
                    <a:pt x="0" y="2095"/>
                  </a:cubicBezTo>
                  <a:cubicBezTo>
                    <a:pt x="2" y="2050"/>
                    <a:pt x="69" y="2003"/>
                    <a:pt x="80" y="1960"/>
                  </a:cubicBezTo>
                  <a:cubicBezTo>
                    <a:pt x="92" y="1908"/>
                    <a:pt x="80" y="1733"/>
                    <a:pt x="80" y="1733"/>
                  </a:cubicBezTo>
                  <a:cubicBezTo>
                    <a:pt x="80" y="1733"/>
                    <a:pt x="496" y="1706"/>
                    <a:pt x="496" y="1706"/>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82" name="Shape 4764"/>
            <p:cNvSpPr/>
            <p:nvPr/>
          </p:nvSpPr>
          <p:spPr>
            <a:xfrm>
              <a:off x="5568840" y="2623338"/>
              <a:ext cx="1414036" cy="1175037"/>
            </a:xfrm>
            <a:custGeom>
              <a:avLst/>
              <a:gdLst/>
              <a:ahLst/>
              <a:cxnLst>
                <a:cxn ang="0">
                  <a:pos x="wd2" y="hd2"/>
                </a:cxn>
                <a:cxn ang="5400000">
                  <a:pos x="wd2" y="hd2"/>
                </a:cxn>
                <a:cxn ang="10800000">
                  <a:pos x="wd2" y="hd2"/>
                </a:cxn>
                <a:cxn ang="16200000">
                  <a:pos x="wd2" y="hd2"/>
                </a:cxn>
              </a:cxnLst>
              <a:rect l="0" t="0" r="r" b="b"/>
              <a:pathLst>
                <a:path w="21597" h="21600" extrusionOk="0">
                  <a:moveTo>
                    <a:pt x="1484" y="3825"/>
                  </a:moveTo>
                  <a:cubicBezTo>
                    <a:pt x="1472" y="3798"/>
                    <a:pt x="1456" y="3756"/>
                    <a:pt x="1443" y="3738"/>
                  </a:cubicBezTo>
                  <a:cubicBezTo>
                    <a:pt x="1433" y="3724"/>
                    <a:pt x="1408" y="3699"/>
                    <a:pt x="1393" y="3695"/>
                  </a:cubicBezTo>
                  <a:cubicBezTo>
                    <a:pt x="1375" y="3691"/>
                    <a:pt x="1340" y="3714"/>
                    <a:pt x="1322" y="3718"/>
                  </a:cubicBezTo>
                  <a:cubicBezTo>
                    <a:pt x="1307" y="3722"/>
                    <a:pt x="1275" y="3732"/>
                    <a:pt x="1259" y="3726"/>
                  </a:cubicBezTo>
                  <a:cubicBezTo>
                    <a:pt x="1243" y="3720"/>
                    <a:pt x="1217" y="3690"/>
                    <a:pt x="1207" y="3672"/>
                  </a:cubicBezTo>
                  <a:cubicBezTo>
                    <a:pt x="1192" y="3645"/>
                    <a:pt x="1166" y="3576"/>
                    <a:pt x="1176" y="3545"/>
                  </a:cubicBezTo>
                  <a:cubicBezTo>
                    <a:pt x="1182" y="3525"/>
                    <a:pt x="1227" y="3515"/>
                    <a:pt x="1238" y="3498"/>
                  </a:cubicBezTo>
                  <a:cubicBezTo>
                    <a:pt x="1252" y="3475"/>
                    <a:pt x="1267" y="3416"/>
                    <a:pt x="1265" y="3387"/>
                  </a:cubicBezTo>
                  <a:cubicBezTo>
                    <a:pt x="1263" y="3349"/>
                    <a:pt x="1234" y="3278"/>
                    <a:pt x="1212" y="3251"/>
                  </a:cubicBezTo>
                  <a:cubicBezTo>
                    <a:pt x="1194" y="3230"/>
                    <a:pt x="1138" y="3222"/>
                    <a:pt x="1120" y="3201"/>
                  </a:cubicBezTo>
                  <a:cubicBezTo>
                    <a:pt x="1107" y="3185"/>
                    <a:pt x="1100" y="3137"/>
                    <a:pt x="1090" y="3117"/>
                  </a:cubicBezTo>
                  <a:cubicBezTo>
                    <a:pt x="1080" y="3098"/>
                    <a:pt x="1055" y="3063"/>
                    <a:pt x="1041" y="3048"/>
                  </a:cubicBezTo>
                  <a:cubicBezTo>
                    <a:pt x="1026" y="3033"/>
                    <a:pt x="987" y="3017"/>
                    <a:pt x="974" y="3000"/>
                  </a:cubicBezTo>
                  <a:cubicBezTo>
                    <a:pt x="963" y="2985"/>
                    <a:pt x="947" y="2948"/>
                    <a:pt x="947" y="2928"/>
                  </a:cubicBezTo>
                  <a:cubicBezTo>
                    <a:pt x="946" y="2900"/>
                    <a:pt x="975" y="2851"/>
                    <a:pt x="977" y="2824"/>
                  </a:cubicBezTo>
                  <a:cubicBezTo>
                    <a:pt x="979" y="2798"/>
                    <a:pt x="976" y="2744"/>
                    <a:pt x="965" y="2721"/>
                  </a:cubicBezTo>
                  <a:cubicBezTo>
                    <a:pt x="955" y="2701"/>
                    <a:pt x="922" y="2671"/>
                    <a:pt x="903" y="2665"/>
                  </a:cubicBezTo>
                  <a:cubicBezTo>
                    <a:pt x="886" y="2659"/>
                    <a:pt x="850" y="2678"/>
                    <a:pt x="833" y="2675"/>
                  </a:cubicBezTo>
                  <a:cubicBezTo>
                    <a:pt x="808" y="2672"/>
                    <a:pt x="759" y="2652"/>
                    <a:pt x="741" y="2632"/>
                  </a:cubicBezTo>
                  <a:cubicBezTo>
                    <a:pt x="727" y="2617"/>
                    <a:pt x="712" y="2575"/>
                    <a:pt x="708" y="2554"/>
                  </a:cubicBezTo>
                  <a:cubicBezTo>
                    <a:pt x="704" y="2530"/>
                    <a:pt x="725" y="2477"/>
                    <a:pt x="713" y="2458"/>
                  </a:cubicBezTo>
                  <a:cubicBezTo>
                    <a:pt x="703" y="2440"/>
                    <a:pt x="659" y="2448"/>
                    <a:pt x="643" y="2438"/>
                  </a:cubicBezTo>
                  <a:cubicBezTo>
                    <a:pt x="628" y="2429"/>
                    <a:pt x="607" y="2390"/>
                    <a:pt x="591" y="2386"/>
                  </a:cubicBezTo>
                  <a:cubicBezTo>
                    <a:pt x="570" y="2381"/>
                    <a:pt x="531" y="2412"/>
                    <a:pt x="511" y="2416"/>
                  </a:cubicBezTo>
                  <a:cubicBezTo>
                    <a:pt x="494" y="2420"/>
                    <a:pt x="457" y="2427"/>
                    <a:pt x="442" y="2416"/>
                  </a:cubicBezTo>
                  <a:cubicBezTo>
                    <a:pt x="431" y="2408"/>
                    <a:pt x="419" y="2375"/>
                    <a:pt x="420" y="2360"/>
                  </a:cubicBezTo>
                  <a:cubicBezTo>
                    <a:pt x="423" y="2338"/>
                    <a:pt x="459" y="2311"/>
                    <a:pt x="469" y="2293"/>
                  </a:cubicBezTo>
                  <a:cubicBezTo>
                    <a:pt x="481" y="2271"/>
                    <a:pt x="514" y="2227"/>
                    <a:pt x="511" y="2201"/>
                  </a:cubicBezTo>
                  <a:cubicBezTo>
                    <a:pt x="508" y="2172"/>
                    <a:pt x="458" y="2143"/>
                    <a:pt x="446" y="2118"/>
                  </a:cubicBezTo>
                  <a:cubicBezTo>
                    <a:pt x="435" y="2096"/>
                    <a:pt x="426" y="2046"/>
                    <a:pt x="419" y="2022"/>
                  </a:cubicBezTo>
                  <a:cubicBezTo>
                    <a:pt x="411" y="2001"/>
                    <a:pt x="390" y="1960"/>
                    <a:pt x="388" y="1937"/>
                  </a:cubicBezTo>
                  <a:cubicBezTo>
                    <a:pt x="386" y="1907"/>
                    <a:pt x="412" y="1852"/>
                    <a:pt x="413" y="1822"/>
                  </a:cubicBezTo>
                  <a:cubicBezTo>
                    <a:pt x="414" y="1800"/>
                    <a:pt x="410" y="1751"/>
                    <a:pt x="397" y="1735"/>
                  </a:cubicBezTo>
                  <a:cubicBezTo>
                    <a:pt x="381" y="1715"/>
                    <a:pt x="328" y="1721"/>
                    <a:pt x="308" y="1707"/>
                  </a:cubicBezTo>
                  <a:cubicBezTo>
                    <a:pt x="295" y="1697"/>
                    <a:pt x="271" y="1670"/>
                    <a:pt x="267" y="1652"/>
                  </a:cubicBezTo>
                  <a:cubicBezTo>
                    <a:pt x="260" y="1629"/>
                    <a:pt x="268" y="1577"/>
                    <a:pt x="276" y="1554"/>
                  </a:cubicBezTo>
                  <a:cubicBezTo>
                    <a:pt x="283" y="1534"/>
                    <a:pt x="308" y="1502"/>
                    <a:pt x="321" y="1487"/>
                  </a:cubicBezTo>
                  <a:cubicBezTo>
                    <a:pt x="336" y="1470"/>
                    <a:pt x="376" y="1452"/>
                    <a:pt x="388" y="1432"/>
                  </a:cubicBezTo>
                  <a:cubicBezTo>
                    <a:pt x="401" y="1410"/>
                    <a:pt x="418" y="1353"/>
                    <a:pt x="413" y="1326"/>
                  </a:cubicBezTo>
                  <a:cubicBezTo>
                    <a:pt x="410" y="1302"/>
                    <a:pt x="379" y="1266"/>
                    <a:pt x="364" y="1250"/>
                  </a:cubicBezTo>
                  <a:cubicBezTo>
                    <a:pt x="354" y="1237"/>
                    <a:pt x="332" y="1210"/>
                    <a:pt x="317" y="1208"/>
                  </a:cubicBezTo>
                  <a:cubicBezTo>
                    <a:pt x="299" y="1206"/>
                    <a:pt x="260" y="1224"/>
                    <a:pt x="250" y="1243"/>
                  </a:cubicBezTo>
                  <a:cubicBezTo>
                    <a:pt x="241" y="1261"/>
                    <a:pt x="258" y="1310"/>
                    <a:pt x="250" y="1330"/>
                  </a:cubicBezTo>
                  <a:cubicBezTo>
                    <a:pt x="245" y="1344"/>
                    <a:pt x="224" y="1362"/>
                    <a:pt x="212" y="1369"/>
                  </a:cubicBezTo>
                  <a:cubicBezTo>
                    <a:pt x="196" y="1380"/>
                    <a:pt x="159" y="1396"/>
                    <a:pt x="140" y="1396"/>
                  </a:cubicBezTo>
                  <a:cubicBezTo>
                    <a:pt x="120" y="1396"/>
                    <a:pt x="78" y="1384"/>
                    <a:pt x="64" y="1367"/>
                  </a:cubicBezTo>
                  <a:cubicBezTo>
                    <a:pt x="51" y="1351"/>
                    <a:pt x="54" y="1302"/>
                    <a:pt x="48" y="1282"/>
                  </a:cubicBezTo>
                  <a:cubicBezTo>
                    <a:pt x="39" y="1253"/>
                    <a:pt x="0" y="1204"/>
                    <a:pt x="0" y="1173"/>
                  </a:cubicBezTo>
                  <a:cubicBezTo>
                    <a:pt x="1" y="1154"/>
                    <a:pt x="26" y="1123"/>
                    <a:pt x="34" y="1106"/>
                  </a:cubicBezTo>
                  <a:cubicBezTo>
                    <a:pt x="35" y="1102"/>
                    <a:pt x="37" y="1098"/>
                    <a:pt x="39" y="1094"/>
                  </a:cubicBezTo>
                  <a:cubicBezTo>
                    <a:pt x="439" y="1079"/>
                    <a:pt x="2011" y="1023"/>
                    <a:pt x="2586" y="1001"/>
                  </a:cubicBezTo>
                  <a:cubicBezTo>
                    <a:pt x="2916" y="989"/>
                    <a:pt x="3579" y="973"/>
                    <a:pt x="3909" y="949"/>
                  </a:cubicBezTo>
                  <a:cubicBezTo>
                    <a:pt x="4243" y="925"/>
                    <a:pt x="4908" y="843"/>
                    <a:pt x="5241" y="810"/>
                  </a:cubicBezTo>
                  <a:cubicBezTo>
                    <a:pt x="5930" y="741"/>
                    <a:pt x="7311" y="626"/>
                    <a:pt x="7999" y="550"/>
                  </a:cubicBezTo>
                  <a:cubicBezTo>
                    <a:pt x="8683" y="476"/>
                    <a:pt x="10050" y="307"/>
                    <a:pt x="10733" y="209"/>
                  </a:cubicBezTo>
                  <a:cubicBezTo>
                    <a:pt x="11062" y="161"/>
                    <a:pt x="12049" y="0"/>
                    <a:pt x="12049" y="0"/>
                  </a:cubicBezTo>
                  <a:cubicBezTo>
                    <a:pt x="12049" y="0"/>
                    <a:pt x="12136" y="36"/>
                    <a:pt x="12154" y="65"/>
                  </a:cubicBezTo>
                  <a:cubicBezTo>
                    <a:pt x="12173" y="96"/>
                    <a:pt x="12158" y="184"/>
                    <a:pt x="12174" y="218"/>
                  </a:cubicBezTo>
                  <a:cubicBezTo>
                    <a:pt x="12186" y="243"/>
                    <a:pt x="12227" y="280"/>
                    <a:pt x="12250" y="290"/>
                  </a:cubicBezTo>
                  <a:cubicBezTo>
                    <a:pt x="12277" y="301"/>
                    <a:pt x="12340" y="273"/>
                    <a:pt x="12364" y="291"/>
                  </a:cubicBezTo>
                  <a:cubicBezTo>
                    <a:pt x="12381" y="306"/>
                    <a:pt x="12390" y="361"/>
                    <a:pt x="12398" y="385"/>
                  </a:cubicBezTo>
                  <a:cubicBezTo>
                    <a:pt x="12408" y="416"/>
                    <a:pt x="12415" y="488"/>
                    <a:pt x="12436" y="509"/>
                  </a:cubicBezTo>
                  <a:cubicBezTo>
                    <a:pt x="12453" y="526"/>
                    <a:pt x="12507" y="505"/>
                    <a:pt x="12521" y="524"/>
                  </a:cubicBezTo>
                  <a:cubicBezTo>
                    <a:pt x="12541" y="551"/>
                    <a:pt x="12509" y="638"/>
                    <a:pt x="12527" y="666"/>
                  </a:cubicBezTo>
                  <a:cubicBezTo>
                    <a:pt x="12537" y="684"/>
                    <a:pt x="12576" y="690"/>
                    <a:pt x="12594" y="694"/>
                  </a:cubicBezTo>
                  <a:cubicBezTo>
                    <a:pt x="12615" y="700"/>
                    <a:pt x="12663" y="685"/>
                    <a:pt x="12682" y="699"/>
                  </a:cubicBezTo>
                  <a:cubicBezTo>
                    <a:pt x="12700" y="712"/>
                    <a:pt x="12721" y="759"/>
                    <a:pt x="12726" y="784"/>
                  </a:cubicBezTo>
                  <a:cubicBezTo>
                    <a:pt x="12732" y="815"/>
                    <a:pt x="12704" y="883"/>
                    <a:pt x="12718" y="910"/>
                  </a:cubicBezTo>
                  <a:cubicBezTo>
                    <a:pt x="12732" y="937"/>
                    <a:pt x="12796" y="935"/>
                    <a:pt x="12816" y="955"/>
                  </a:cubicBezTo>
                  <a:cubicBezTo>
                    <a:pt x="12831" y="970"/>
                    <a:pt x="12839" y="1022"/>
                    <a:pt x="12856" y="1034"/>
                  </a:cubicBezTo>
                  <a:cubicBezTo>
                    <a:pt x="12870" y="1044"/>
                    <a:pt x="12905" y="1034"/>
                    <a:pt x="12921" y="1038"/>
                  </a:cubicBezTo>
                  <a:cubicBezTo>
                    <a:pt x="12943" y="1046"/>
                    <a:pt x="12985" y="1070"/>
                    <a:pt x="13022" y="1093"/>
                  </a:cubicBezTo>
                  <a:cubicBezTo>
                    <a:pt x="12997" y="1136"/>
                    <a:pt x="12968" y="1203"/>
                    <a:pt x="12953" y="1241"/>
                  </a:cubicBezTo>
                  <a:cubicBezTo>
                    <a:pt x="12930" y="1302"/>
                    <a:pt x="12889" y="1428"/>
                    <a:pt x="12877" y="1494"/>
                  </a:cubicBezTo>
                  <a:cubicBezTo>
                    <a:pt x="12864" y="1571"/>
                    <a:pt x="12863" y="1728"/>
                    <a:pt x="12859" y="1807"/>
                  </a:cubicBezTo>
                  <a:cubicBezTo>
                    <a:pt x="12856" y="1894"/>
                    <a:pt x="12842" y="2069"/>
                    <a:pt x="12852" y="2155"/>
                  </a:cubicBezTo>
                  <a:cubicBezTo>
                    <a:pt x="12861" y="2229"/>
                    <a:pt x="12908" y="2368"/>
                    <a:pt x="12928" y="2438"/>
                  </a:cubicBezTo>
                  <a:cubicBezTo>
                    <a:pt x="12941" y="2482"/>
                    <a:pt x="12972" y="2567"/>
                    <a:pt x="12979" y="2612"/>
                  </a:cubicBezTo>
                  <a:cubicBezTo>
                    <a:pt x="12984" y="2646"/>
                    <a:pt x="12975" y="2715"/>
                    <a:pt x="12982" y="2747"/>
                  </a:cubicBezTo>
                  <a:cubicBezTo>
                    <a:pt x="12990" y="2779"/>
                    <a:pt x="13021" y="2837"/>
                    <a:pt x="13037" y="2865"/>
                  </a:cubicBezTo>
                  <a:cubicBezTo>
                    <a:pt x="13058" y="2904"/>
                    <a:pt x="13104" y="2979"/>
                    <a:pt x="13131" y="3013"/>
                  </a:cubicBezTo>
                  <a:cubicBezTo>
                    <a:pt x="13150" y="3037"/>
                    <a:pt x="13206" y="3069"/>
                    <a:pt x="13218" y="3100"/>
                  </a:cubicBezTo>
                  <a:cubicBezTo>
                    <a:pt x="13230" y="3132"/>
                    <a:pt x="13228" y="3209"/>
                    <a:pt x="13221" y="3244"/>
                  </a:cubicBezTo>
                  <a:cubicBezTo>
                    <a:pt x="13217" y="3264"/>
                    <a:pt x="13199" y="3301"/>
                    <a:pt x="13188" y="3318"/>
                  </a:cubicBezTo>
                  <a:cubicBezTo>
                    <a:pt x="13175" y="3341"/>
                    <a:pt x="13129" y="3373"/>
                    <a:pt x="13123" y="3400"/>
                  </a:cubicBezTo>
                  <a:cubicBezTo>
                    <a:pt x="13116" y="3435"/>
                    <a:pt x="13138" y="3508"/>
                    <a:pt x="13153" y="3540"/>
                  </a:cubicBezTo>
                  <a:cubicBezTo>
                    <a:pt x="13173" y="3583"/>
                    <a:pt x="13234" y="3652"/>
                    <a:pt x="13268" y="3679"/>
                  </a:cubicBezTo>
                  <a:cubicBezTo>
                    <a:pt x="13295" y="3700"/>
                    <a:pt x="13362" y="3709"/>
                    <a:pt x="13388" y="3731"/>
                  </a:cubicBezTo>
                  <a:cubicBezTo>
                    <a:pt x="13408" y="3748"/>
                    <a:pt x="13443" y="3794"/>
                    <a:pt x="13449" y="3823"/>
                  </a:cubicBezTo>
                  <a:cubicBezTo>
                    <a:pt x="13457" y="3858"/>
                    <a:pt x="13433" y="3934"/>
                    <a:pt x="13431" y="3971"/>
                  </a:cubicBezTo>
                  <a:cubicBezTo>
                    <a:pt x="13429" y="4007"/>
                    <a:pt x="13423" y="4081"/>
                    <a:pt x="13435" y="4114"/>
                  </a:cubicBezTo>
                  <a:cubicBezTo>
                    <a:pt x="13446" y="4147"/>
                    <a:pt x="13490" y="4197"/>
                    <a:pt x="13514" y="4219"/>
                  </a:cubicBezTo>
                  <a:cubicBezTo>
                    <a:pt x="13544" y="4246"/>
                    <a:pt x="13616" y="4278"/>
                    <a:pt x="13648" y="4302"/>
                  </a:cubicBezTo>
                  <a:cubicBezTo>
                    <a:pt x="13679" y="4325"/>
                    <a:pt x="13736" y="4378"/>
                    <a:pt x="13764" y="4406"/>
                  </a:cubicBezTo>
                  <a:cubicBezTo>
                    <a:pt x="13794" y="4437"/>
                    <a:pt x="13849" y="4507"/>
                    <a:pt x="13879" y="4537"/>
                  </a:cubicBezTo>
                  <a:cubicBezTo>
                    <a:pt x="13909" y="4565"/>
                    <a:pt x="13973" y="4609"/>
                    <a:pt x="14002" y="4637"/>
                  </a:cubicBezTo>
                  <a:cubicBezTo>
                    <a:pt x="14022" y="4656"/>
                    <a:pt x="14063" y="4694"/>
                    <a:pt x="14075" y="4720"/>
                  </a:cubicBezTo>
                  <a:cubicBezTo>
                    <a:pt x="14090" y="4751"/>
                    <a:pt x="14091" y="4827"/>
                    <a:pt x="14104" y="4859"/>
                  </a:cubicBezTo>
                  <a:cubicBezTo>
                    <a:pt x="14116" y="4888"/>
                    <a:pt x="14148" y="4947"/>
                    <a:pt x="14172" y="4959"/>
                  </a:cubicBezTo>
                  <a:cubicBezTo>
                    <a:pt x="14201" y="4974"/>
                    <a:pt x="14266" y="4937"/>
                    <a:pt x="14295" y="4946"/>
                  </a:cubicBezTo>
                  <a:cubicBezTo>
                    <a:pt x="14318" y="4953"/>
                    <a:pt x="14357" y="4986"/>
                    <a:pt x="14371" y="5007"/>
                  </a:cubicBezTo>
                  <a:cubicBezTo>
                    <a:pt x="14397" y="5043"/>
                    <a:pt x="14418" y="5139"/>
                    <a:pt x="14436" y="5181"/>
                  </a:cubicBezTo>
                  <a:cubicBezTo>
                    <a:pt x="14456" y="5226"/>
                    <a:pt x="14494" y="5318"/>
                    <a:pt x="14524" y="5355"/>
                  </a:cubicBezTo>
                  <a:cubicBezTo>
                    <a:pt x="14552" y="5392"/>
                    <a:pt x="14624" y="5446"/>
                    <a:pt x="14661" y="5469"/>
                  </a:cubicBezTo>
                  <a:cubicBezTo>
                    <a:pt x="14708" y="5497"/>
                    <a:pt x="14812" y="5521"/>
                    <a:pt x="14860" y="5547"/>
                  </a:cubicBezTo>
                  <a:cubicBezTo>
                    <a:pt x="14914" y="5576"/>
                    <a:pt x="15013" y="5652"/>
                    <a:pt x="15062" y="5690"/>
                  </a:cubicBezTo>
                  <a:cubicBezTo>
                    <a:pt x="15105" y="5724"/>
                    <a:pt x="15190" y="5795"/>
                    <a:pt x="15229" y="5834"/>
                  </a:cubicBezTo>
                  <a:cubicBezTo>
                    <a:pt x="15283" y="5889"/>
                    <a:pt x="15379" y="6013"/>
                    <a:pt x="15431" y="6069"/>
                  </a:cubicBezTo>
                  <a:cubicBezTo>
                    <a:pt x="15455" y="6094"/>
                    <a:pt x="15513" y="6133"/>
                    <a:pt x="15529" y="6165"/>
                  </a:cubicBezTo>
                  <a:cubicBezTo>
                    <a:pt x="15549" y="6205"/>
                    <a:pt x="15549" y="6303"/>
                    <a:pt x="15558" y="6348"/>
                  </a:cubicBezTo>
                  <a:cubicBezTo>
                    <a:pt x="15567" y="6394"/>
                    <a:pt x="15587" y="6487"/>
                    <a:pt x="15602" y="6531"/>
                  </a:cubicBezTo>
                  <a:cubicBezTo>
                    <a:pt x="15618" y="6579"/>
                    <a:pt x="15659" y="6671"/>
                    <a:pt x="15685" y="6714"/>
                  </a:cubicBezTo>
                  <a:cubicBezTo>
                    <a:pt x="15703" y="6744"/>
                    <a:pt x="15755" y="6789"/>
                    <a:pt x="15768" y="6823"/>
                  </a:cubicBezTo>
                  <a:cubicBezTo>
                    <a:pt x="15776" y="6843"/>
                    <a:pt x="15783" y="6891"/>
                    <a:pt x="15779" y="6914"/>
                  </a:cubicBezTo>
                  <a:cubicBezTo>
                    <a:pt x="15773" y="6941"/>
                    <a:pt x="15739" y="6982"/>
                    <a:pt x="15728" y="7005"/>
                  </a:cubicBezTo>
                  <a:cubicBezTo>
                    <a:pt x="15714" y="7034"/>
                    <a:pt x="15684" y="7090"/>
                    <a:pt x="15681" y="7123"/>
                  </a:cubicBezTo>
                  <a:cubicBezTo>
                    <a:pt x="15679" y="7146"/>
                    <a:pt x="15691" y="7193"/>
                    <a:pt x="15699" y="7214"/>
                  </a:cubicBezTo>
                  <a:cubicBezTo>
                    <a:pt x="15712" y="7247"/>
                    <a:pt x="15752" y="7302"/>
                    <a:pt x="15768" y="7332"/>
                  </a:cubicBezTo>
                  <a:cubicBezTo>
                    <a:pt x="15785" y="7365"/>
                    <a:pt x="15818" y="7431"/>
                    <a:pt x="15829" y="7467"/>
                  </a:cubicBezTo>
                  <a:cubicBezTo>
                    <a:pt x="15841" y="7504"/>
                    <a:pt x="15846" y="7583"/>
                    <a:pt x="15859" y="7619"/>
                  </a:cubicBezTo>
                  <a:cubicBezTo>
                    <a:pt x="15872" y="7663"/>
                    <a:pt x="15912" y="7742"/>
                    <a:pt x="15934" y="7780"/>
                  </a:cubicBezTo>
                  <a:cubicBezTo>
                    <a:pt x="15955" y="7816"/>
                    <a:pt x="15995" y="7891"/>
                    <a:pt x="16025" y="7916"/>
                  </a:cubicBezTo>
                  <a:cubicBezTo>
                    <a:pt x="16052" y="7938"/>
                    <a:pt x="16118" y="7961"/>
                    <a:pt x="16151" y="7963"/>
                  </a:cubicBezTo>
                  <a:cubicBezTo>
                    <a:pt x="16182" y="7966"/>
                    <a:pt x="16244" y="7955"/>
                    <a:pt x="16271" y="7937"/>
                  </a:cubicBezTo>
                  <a:cubicBezTo>
                    <a:pt x="16294" y="7922"/>
                    <a:pt x="16325" y="7868"/>
                    <a:pt x="16339" y="7841"/>
                  </a:cubicBezTo>
                  <a:cubicBezTo>
                    <a:pt x="16359" y="7805"/>
                    <a:pt x="16392" y="7729"/>
                    <a:pt x="16405" y="7689"/>
                  </a:cubicBezTo>
                  <a:cubicBezTo>
                    <a:pt x="16418" y="7645"/>
                    <a:pt x="16417" y="7544"/>
                    <a:pt x="16441" y="7506"/>
                  </a:cubicBezTo>
                  <a:cubicBezTo>
                    <a:pt x="16456" y="7481"/>
                    <a:pt x="16506" y="7452"/>
                    <a:pt x="16531" y="7445"/>
                  </a:cubicBezTo>
                  <a:cubicBezTo>
                    <a:pt x="16576" y="7433"/>
                    <a:pt x="16671" y="7447"/>
                    <a:pt x="16716" y="7463"/>
                  </a:cubicBezTo>
                  <a:cubicBezTo>
                    <a:pt x="16754" y="7476"/>
                    <a:pt x="16819" y="7536"/>
                    <a:pt x="16856" y="7554"/>
                  </a:cubicBezTo>
                  <a:cubicBezTo>
                    <a:pt x="16888" y="7569"/>
                    <a:pt x="16954" y="7593"/>
                    <a:pt x="16987" y="7593"/>
                  </a:cubicBezTo>
                  <a:cubicBezTo>
                    <a:pt x="17013" y="7594"/>
                    <a:pt x="17062" y="7565"/>
                    <a:pt x="17089" y="7567"/>
                  </a:cubicBezTo>
                  <a:cubicBezTo>
                    <a:pt x="17120" y="7569"/>
                    <a:pt x="17183" y="7597"/>
                    <a:pt x="17211" y="7615"/>
                  </a:cubicBezTo>
                  <a:cubicBezTo>
                    <a:pt x="17249" y="7639"/>
                    <a:pt x="17307" y="7721"/>
                    <a:pt x="17345" y="7746"/>
                  </a:cubicBezTo>
                  <a:cubicBezTo>
                    <a:pt x="17376" y="7765"/>
                    <a:pt x="17447" y="7777"/>
                    <a:pt x="17479" y="7793"/>
                  </a:cubicBezTo>
                  <a:cubicBezTo>
                    <a:pt x="17507" y="7808"/>
                    <a:pt x="17569" y="7834"/>
                    <a:pt x="17588" y="7863"/>
                  </a:cubicBezTo>
                  <a:cubicBezTo>
                    <a:pt x="17613" y="7903"/>
                    <a:pt x="17636" y="8010"/>
                    <a:pt x="17627" y="8059"/>
                  </a:cubicBezTo>
                  <a:cubicBezTo>
                    <a:pt x="17621" y="8093"/>
                    <a:pt x="17578" y="8143"/>
                    <a:pt x="17559" y="8168"/>
                  </a:cubicBezTo>
                  <a:cubicBezTo>
                    <a:pt x="17536" y="8198"/>
                    <a:pt x="17481" y="8249"/>
                    <a:pt x="17461" y="8281"/>
                  </a:cubicBezTo>
                  <a:cubicBezTo>
                    <a:pt x="17439" y="8317"/>
                    <a:pt x="17405" y="8397"/>
                    <a:pt x="17392" y="8438"/>
                  </a:cubicBezTo>
                  <a:cubicBezTo>
                    <a:pt x="17383" y="8468"/>
                    <a:pt x="17364" y="8532"/>
                    <a:pt x="17366" y="8565"/>
                  </a:cubicBezTo>
                  <a:cubicBezTo>
                    <a:pt x="17369" y="8590"/>
                    <a:pt x="17392" y="8638"/>
                    <a:pt x="17403" y="8660"/>
                  </a:cubicBezTo>
                  <a:cubicBezTo>
                    <a:pt x="17417" y="8687"/>
                    <a:pt x="17456" y="8732"/>
                    <a:pt x="17468" y="8760"/>
                  </a:cubicBezTo>
                  <a:cubicBezTo>
                    <a:pt x="17483" y="8796"/>
                    <a:pt x="17509" y="8873"/>
                    <a:pt x="17508" y="8912"/>
                  </a:cubicBezTo>
                  <a:cubicBezTo>
                    <a:pt x="17507" y="8958"/>
                    <a:pt x="17471" y="9042"/>
                    <a:pt x="17454" y="9082"/>
                  </a:cubicBezTo>
                  <a:cubicBezTo>
                    <a:pt x="17442" y="9109"/>
                    <a:pt x="17412" y="9159"/>
                    <a:pt x="17396" y="9183"/>
                  </a:cubicBezTo>
                  <a:cubicBezTo>
                    <a:pt x="17376" y="9210"/>
                    <a:pt x="17328" y="9256"/>
                    <a:pt x="17313" y="9287"/>
                  </a:cubicBezTo>
                  <a:cubicBezTo>
                    <a:pt x="17293" y="9325"/>
                    <a:pt x="17270" y="9413"/>
                    <a:pt x="17262" y="9457"/>
                  </a:cubicBezTo>
                  <a:cubicBezTo>
                    <a:pt x="17252" y="9514"/>
                    <a:pt x="17249" y="9633"/>
                    <a:pt x="17247" y="9692"/>
                  </a:cubicBezTo>
                  <a:cubicBezTo>
                    <a:pt x="17247" y="9735"/>
                    <a:pt x="17259" y="9824"/>
                    <a:pt x="17251" y="9866"/>
                  </a:cubicBezTo>
                  <a:cubicBezTo>
                    <a:pt x="17243" y="9907"/>
                    <a:pt x="17203" y="9978"/>
                    <a:pt x="17186" y="10014"/>
                  </a:cubicBezTo>
                  <a:cubicBezTo>
                    <a:pt x="17166" y="10056"/>
                    <a:pt x="17120" y="10138"/>
                    <a:pt x="17099" y="10179"/>
                  </a:cubicBezTo>
                  <a:cubicBezTo>
                    <a:pt x="17078" y="10222"/>
                    <a:pt x="17028" y="10305"/>
                    <a:pt x="17016" y="10354"/>
                  </a:cubicBezTo>
                  <a:cubicBezTo>
                    <a:pt x="17002" y="10412"/>
                    <a:pt x="16997" y="10537"/>
                    <a:pt x="17005" y="10598"/>
                  </a:cubicBezTo>
                  <a:cubicBezTo>
                    <a:pt x="17010" y="10634"/>
                    <a:pt x="17041" y="10701"/>
                    <a:pt x="17049" y="10737"/>
                  </a:cubicBezTo>
                  <a:cubicBezTo>
                    <a:pt x="17058" y="10780"/>
                    <a:pt x="17057" y="10870"/>
                    <a:pt x="17070" y="10911"/>
                  </a:cubicBezTo>
                  <a:cubicBezTo>
                    <a:pt x="17086" y="10958"/>
                    <a:pt x="17135" y="11040"/>
                    <a:pt x="17164" y="11076"/>
                  </a:cubicBezTo>
                  <a:cubicBezTo>
                    <a:pt x="17182" y="11099"/>
                    <a:pt x="17224" y="11139"/>
                    <a:pt x="17247" y="11150"/>
                  </a:cubicBezTo>
                  <a:cubicBezTo>
                    <a:pt x="17268" y="11161"/>
                    <a:pt x="17315" y="11156"/>
                    <a:pt x="17335" y="11168"/>
                  </a:cubicBezTo>
                  <a:cubicBezTo>
                    <a:pt x="17367" y="11187"/>
                    <a:pt x="17420" y="11252"/>
                    <a:pt x="17443" y="11285"/>
                  </a:cubicBezTo>
                  <a:cubicBezTo>
                    <a:pt x="17469" y="11324"/>
                    <a:pt x="17509" y="11413"/>
                    <a:pt x="17530" y="11455"/>
                  </a:cubicBezTo>
                  <a:cubicBezTo>
                    <a:pt x="17547" y="11490"/>
                    <a:pt x="17573" y="11568"/>
                    <a:pt x="17598" y="11595"/>
                  </a:cubicBezTo>
                  <a:cubicBezTo>
                    <a:pt x="17626" y="11624"/>
                    <a:pt x="17696" y="11660"/>
                    <a:pt x="17732" y="11664"/>
                  </a:cubicBezTo>
                  <a:cubicBezTo>
                    <a:pt x="17762" y="11668"/>
                    <a:pt x="17819" y="11625"/>
                    <a:pt x="17848" y="11634"/>
                  </a:cubicBezTo>
                  <a:cubicBezTo>
                    <a:pt x="17870" y="11640"/>
                    <a:pt x="17906" y="11679"/>
                    <a:pt x="17917" y="11703"/>
                  </a:cubicBezTo>
                  <a:cubicBezTo>
                    <a:pt x="17929" y="11731"/>
                    <a:pt x="17911" y="11802"/>
                    <a:pt x="17928" y="11825"/>
                  </a:cubicBezTo>
                  <a:cubicBezTo>
                    <a:pt x="17944" y="11848"/>
                    <a:pt x="18000" y="11858"/>
                    <a:pt x="18025" y="11856"/>
                  </a:cubicBezTo>
                  <a:cubicBezTo>
                    <a:pt x="18045" y="11854"/>
                    <a:pt x="18079" y="11816"/>
                    <a:pt x="18097" y="11821"/>
                  </a:cubicBezTo>
                  <a:cubicBezTo>
                    <a:pt x="18126" y="11830"/>
                    <a:pt x="18153" y="11904"/>
                    <a:pt x="18174" y="11930"/>
                  </a:cubicBezTo>
                  <a:cubicBezTo>
                    <a:pt x="18198" y="11960"/>
                    <a:pt x="18249" y="12016"/>
                    <a:pt x="18277" y="12041"/>
                  </a:cubicBezTo>
                  <a:cubicBezTo>
                    <a:pt x="18295" y="12057"/>
                    <a:pt x="18332" y="12097"/>
                    <a:pt x="18354" y="12093"/>
                  </a:cubicBezTo>
                  <a:cubicBezTo>
                    <a:pt x="18374" y="12090"/>
                    <a:pt x="18393" y="12037"/>
                    <a:pt x="18410" y="12028"/>
                  </a:cubicBezTo>
                  <a:cubicBezTo>
                    <a:pt x="18433" y="12017"/>
                    <a:pt x="18485" y="12015"/>
                    <a:pt x="18506" y="12028"/>
                  </a:cubicBezTo>
                  <a:cubicBezTo>
                    <a:pt x="18528" y="12040"/>
                    <a:pt x="18566" y="12088"/>
                    <a:pt x="18566" y="12117"/>
                  </a:cubicBezTo>
                  <a:cubicBezTo>
                    <a:pt x="18565" y="12144"/>
                    <a:pt x="18512" y="12191"/>
                    <a:pt x="18506" y="12196"/>
                  </a:cubicBezTo>
                  <a:cubicBezTo>
                    <a:pt x="18501" y="12200"/>
                    <a:pt x="18434" y="12204"/>
                    <a:pt x="18422" y="12226"/>
                  </a:cubicBezTo>
                  <a:cubicBezTo>
                    <a:pt x="18408" y="12248"/>
                    <a:pt x="18422" y="12307"/>
                    <a:pt x="18428" y="12333"/>
                  </a:cubicBezTo>
                  <a:cubicBezTo>
                    <a:pt x="18438" y="12367"/>
                    <a:pt x="18469" y="12433"/>
                    <a:pt x="18492" y="12457"/>
                  </a:cubicBezTo>
                  <a:cubicBezTo>
                    <a:pt x="18518" y="12484"/>
                    <a:pt x="18585" y="12525"/>
                    <a:pt x="18620" y="12522"/>
                  </a:cubicBezTo>
                  <a:cubicBezTo>
                    <a:pt x="18654" y="12519"/>
                    <a:pt x="18715" y="12467"/>
                    <a:pt x="18736" y="12435"/>
                  </a:cubicBezTo>
                  <a:cubicBezTo>
                    <a:pt x="18748" y="12417"/>
                    <a:pt x="18753" y="12371"/>
                    <a:pt x="18760" y="12350"/>
                  </a:cubicBezTo>
                  <a:cubicBezTo>
                    <a:pt x="18767" y="12328"/>
                    <a:pt x="18775" y="12273"/>
                    <a:pt x="18794" y="12265"/>
                  </a:cubicBezTo>
                  <a:cubicBezTo>
                    <a:pt x="18822" y="12253"/>
                    <a:pt x="18876" y="12309"/>
                    <a:pt x="18903" y="12324"/>
                  </a:cubicBezTo>
                  <a:cubicBezTo>
                    <a:pt x="18922" y="12335"/>
                    <a:pt x="18969" y="12348"/>
                    <a:pt x="18982" y="12370"/>
                  </a:cubicBezTo>
                  <a:cubicBezTo>
                    <a:pt x="18999" y="12398"/>
                    <a:pt x="18976" y="12477"/>
                    <a:pt x="18991" y="12507"/>
                  </a:cubicBezTo>
                  <a:cubicBezTo>
                    <a:pt x="18999" y="12521"/>
                    <a:pt x="19024" y="12541"/>
                    <a:pt x="19038" y="12544"/>
                  </a:cubicBezTo>
                  <a:cubicBezTo>
                    <a:pt x="19058" y="12547"/>
                    <a:pt x="19094" y="12512"/>
                    <a:pt x="19114" y="12513"/>
                  </a:cubicBezTo>
                  <a:cubicBezTo>
                    <a:pt x="19136" y="12515"/>
                    <a:pt x="19177" y="12541"/>
                    <a:pt x="19195" y="12557"/>
                  </a:cubicBezTo>
                  <a:cubicBezTo>
                    <a:pt x="19216" y="12575"/>
                    <a:pt x="19238" y="12634"/>
                    <a:pt x="19258" y="12650"/>
                  </a:cubicBezTo>
                  <a:cubicBezTo>
                    <a:pt x="19280" y="12668"/>
                    <a:pt x="19337" y="12670"/>
                    <a:pt x="19358" y="12687"/>
                  </a:cubicBezTo>
                  <a:cubicBezTo>
                    <a:pt x="19374" y="12701"/>
                    <a:pt x="19398" y="12738"/>
                    <a:pt x="19407" y="12759"/>
                  </a:cubicBezTo>
                  <a:cubicBezTo>
                    <a:pt x="19421" y="12790"/>
                    <a:pt x="19427" y="12862"/>
                    <a:pt x="19438" y="12894"/>
                  </a:cubicBezTo>
                  <a:cubicBezTo>
                    <a:pt x="19445" y="12916"/>
                    <a:pt x="19461" y="12963"/>
                    <a:pt x="19478" y="12975"/>
                  </a:cubicBezTo>
                  <a:cubicBezTo>
                    <a:pt x="19504" y="12993"/>
                    <a:pt x="19571" y="12964"/>
                    <a:pt x="19600" y="12972"/>
                  </a:cubicBezTo>
                  <a:cubicBezTo>
                    <a:pt x="19619" y="12978"/>
                    <a:pt x="19656" y="13000"/>
                    <a:pt x="19671" y="13014"/>
                  </a:cubicBezTo>
                  <a:cubicBezTo>
                    <a:pt x="19692" y="13033"/>
                    <a:pt x="19715" y="13096"/>
                    <a:pt x="19738" y="13110"/>
                  </a:cubicBezTo>
                  <a:cubicBezTo>
                    <a:pt x="19758" y="13121"/>
                    <a:pt x="19806" y="13103"/>
                    <a:pt x="19827" y="13112"/>
                  </a:cubicBezTo>
                  <a:cubicBezTo>
                    <a:pt x="19857" y="13125"/>
                    <a:pt x="19913" y="13173"/>
                    <a:pt x="19928" y="13208"/>
                  </a:cubicBezTo>
                  <a:cubicBezTo>
                    <a:pt x="19940" y="13235"/>
                    <a:pt x="19933" y="13319"/>
                    <a:pt x="19933" y="13330"/>
                  </a:cubicBezTo>
                  <a:cubicBezTo>
                    <a:pt x="19933" y="13341"/>
                    <a:pt x="19950" y="13418"/>
                    <a:pt x="19966" y="13441"/>
                  </a:cubicBezTo>
                  <a:cubicBezTo>
                    <a:pt x="19980" y="13460"/>
                    <a:pt x="20023" y="13474"/>
                    <a:pt x="20037" y="13493"/>
                  </a:cubicBezTo>
                  <a:cubicBezTo>
                    <a:pt x="20054" y="13516"/>
                    <a:pt x="20077" y="13574"/>
                    <a:pt x="20080" y="13604"/>
                  </a:cubicBezTo>
                  <a:cubicBezTo>
                    <a:pt x="20082" y="13632"/>
                    <a:pt x="20077" y="13700"/>
                    <a:pt x="20057" y="13713"/>
                  </a:cubicBezTo>
                  <a:cubicBezTo>
                    <a:pt x="20039" y="13724"/>
                    <a:pt x="20002" y="13673"/>
                    <a:pt x="19982" y="13678"/>
                  </a:cubicBezTo>
                  <a:cubicBezTo>
                    <a:pt x="19966" y="13682"/>
                    <a:pt x="19941" y="13716"/>
                    <a:pt x="19937" y="13735"/>
                  </a:cubicBezTo>
                  <a:cubicBezTo>
                    <a:pt x="19928" y="13772"/>
                    <a:pt x="19950" y="13851"/>
                    <a:pt x="19963" y="13887"/>
                  </a:cubicBezTo>
                  <a:cubicBezTo>
                    <a:pt x="19980" y="13941"/>
                    <a:pt x="20036" y="14037"/>
                    <a:pt x="20064" y="14085"/>
                  </a:cubicBezTo>
                  <a:cubicBezTo>
                    <a:pt x="20090" y="14129"/>
                    <a:pt x="20149" y="14212"/>
                    <a:pt x="20180" y="14252"/>
                  </a:cubicBezTo>
                  <a:cubicBezTo>
                    <a:pt x="20211" y="14293"/>
                    <a:pt x="20288" y="14358"/>
                    <a:pt x="20312" y="14405"/>
                  </a:cubicBezTo>
                  <a:cubicBezTo>
                    <a:pt x="20340" y="14462"/>
                    <a:pt x="20378" y="14595"/>
                    <a:pt x="20373" y="14662"/>
                  </a:cubicBezTo>
                  <a:cubicBezTo>
                    <a:pt x="20371" y="14690"/>
                    <a:pt x="20343" y="14740"/>
                    <a:pt x="20331" y="14764"/>
                  </a:cubicBezTo>
                  <a:cubicBezTo>
                    <a:pt x="20322" y="14783"/>
                    <a:pt x="20306" y="14825"/>
                    <a:pt x="20290" y="14836"/>
                  </a:cubicBezTo>
                  <a:cubicBezTo>
                    <a:pt x="20266" y="14852"/>
                    <a:pt x="20205" y="14828"/>
                    <a:pt x="20181" y="14845"/>
                  </a:cubicBezTo>
                  <a:cubicBezTo>
                    <a:pt x="20153" y="14864"/>
                    <a:pt x="20120" y="14937"/>
                    <a:pt x="20109" y="14973"/>
                  </a:cubicBezTo>
                  <a:cubicBezTo>
                    <a:pt x="20099" y="15006"/>
                    <a:pt x="20090" y="15077"/>
                    <a:pt x="20096" y="15110"/>
                  </a:cubicBezTo>
                  <a:cubicBezTo>
                    <a:pt x="20101" y="15136"/>
                    <a:pt x="20130" y="15176"/>
                    <a:pt x="20141" y="15198"/>
                  </a:cubicBezTo>
                  <a:cubicBezTo>
                    <a:pt x="20149" y="15212"/>
                    <a:pt x="20161" y="15246"/>
                    <a:pt x="20174" y="15254"/>
                  </a:cubicBezTo>
                  <a:cubicBezTo>
                    <a:pt x="20189" y="15263"/>
                    <a:pt x="20226" y="15245"/>
                    <a:pt x="20243" y="15252"/>
                  </a:cubicBezTo>
                  <a:cubicBezTo>
                    <a:pt x="20257" y="15259"/>
                    <a:pt x="20282" y="15287"/>
                    <a:pt x="20288" y="15304"/>
                  </a:cubicBezTo>
                  <a:cubicBezTo>
                    <a:pt x="20298" y="15331"/>
                    <a:pt x="20289" y="15395"/>
                    <a:pt x="20292" y="15424"/>
                  </a:cubicBezTo>
                  <a:cubicBezTo>
                    <a:pt x="20295" y="15455"/>
                    <a:pt x="20302" y="15518"/>
                    <a:pt x="20313" y="15546"/>
                  </a:cubicBezTo>
                  <a:cubicBezTo>
                    <a:pt x="20327" y="15582"/>
                    <a:pt x="20377" y="15639"/>
                    <a:pt x="20395" y="15672"/>
                  </a:cubicBezTo>
                  <a:cubicBezTo>
                    <a:pt x="20421" y="15719"/>
                    <a:pt x="20455" y="15829"/>
                    <a:pt x="20487" y="15870"/>
                  </a:cubicBezTo>
                  <a:cubicBezTo>
                    <a:pt x="20504" y="15891"/>
                    <a:pt x="20553" y="15910"/>
                    <a:pt x="20568" y="15932"/>
                  </a:cubicBezTo>
                  <a:cubicBezTo>
                    <a:pt x="20585" y="15953"/>
                    <a:pt x="20608" y="16007"/>
                    <a:pt x="20610" y="16036"/>
                  </a:cubicBezTo>
                  <a:cubicBezTo>
                    <a:pt x="20612" y="16065"/>
                    <a:pt x="20577" y="16119"/>
                    <a:pt x="20579" y="16148"/>
                  </a:cubicBezTo>
                  <a:cubicBezTo>
                    <a:pt x="20582" y="16179"/>
                    <a:pt x="20606" y="16236"/>
                    <a:pt x="20626" y="16253"/>
                  </a:cubicBezTo>
                  <a:cubicBezTo>
                    <a:pt x="20651" y="16274"/>
                    <a:pt x="20715" y="16266"/>
                    <a:pt x="20744" y="16275"/>
                  </a:cubicBezTo>
                  <a:cubicBezTo>
                    <a:pt x="20770" y="16284"/>
                    <a:pt x="20823" y="16303"/>
                    <a:pt x="20845" y="16323"/>
                  </a:cubicBezTo>
                  <a:cubicBezTo>
                    <a:pt x="20868" y="16343"/>
                    <a:pt x="20889" y="16416"/>
                    <a:pt x="20916" y="16427"/>
                  </a:cubicBezTo>
                  <a:cubicBezTo>
                    <a:pt x="20935" y="16436"/>
                    <a:pt x="20980" y="16426"/>
                    <a:pt x="20995" y="16410"/>
                  </a:cubicBezTo>
                  <a:cubicBezTo>
                    <a:pt x="21012" y="16392"/>
                    <a:pt x="21018" y="16332"/>
                    <a:pt x="21019" y="16305"/>
                  </a:cubicBezTo>
                  <a:cubicBezTo>
                    <a:pt x="21020" y="16280"/>
                    <a:pt x="21016" y="16224"/>
                    <a:pt x="21003" y="16205"/>
                  </a:cubicBezTo>
                  <a:cubicBezTo>
                    <a:pt x="20990" y="16189"/>
                    <a:pt x="20949" y="16186"/>
                    <a:pt x="20932" y="16179"/>
                  </a:cubicBezTo>
                  <a:cubicBezTo>
                    <a:pt x="20910" y="16171"/>
                    <a:pt x="20855" y="16172"/>
                    <a:pt x="20845" y="16147"/>
                  </a:cubicBezTo>
                  <a:cubicBezTo>
                    <a:pt x="20838" y="16128"/>
                    <a:pt x="20858" y="16084"/>
                    <a:pt x="20870" y="16070"/>
                  </a:cubicBezTo>
                  <a:cubicBezTo>
                    <a:pt x="20883" y="16057"/>
                    <a:pt x="20917" y="16050"/>
                    <a:pt x="20934" y="16049"/>
                  </a:cubicBezTo>
                  <a:cubicBezTo>
                    <a:pt x="20963" y="16047"/>
                    <a:pt x="21024" y="16053"/>
                    <a:pt x="21048" y="16072"/>
                  </a:cubicBezTo>
                  <a:cubicBezTo>
                    <a:pt x="21066" y="16088"/>
                    <a:pt x="21078" y="16145"/>
                    <a:pt x="21093" y="16164"/>
                  </a:cubicBezTo>
                  <a:cubicBezTo>
                    <a:pt x="21106" y="16181"/>
                    <a:pt x="21141" y="16199"/>
                    <a:pt x="21154" y="16214"/>
                  </a:cubicBezTo>
                  <a:cubicBezTo>
                    <a:pt x="21166" y="16228"/>
                    <a:pt x="21184" y="16252"/>
                    <a:pt x="21200" y="16276"/>
                  </a:cubicBezTo>
                  <a:cubicBezTo>
                    <a:pt x="21210" y="16293"/>
                    <a:pt x="21219" y="16310"/>
                    <a:pt x="21223" y="16323"/>
                  </a:cubicBezTo>
                  <a:cubicBezTo>
                    <a:pt x="21231" y="16347"/>
                    <a:pt x="21224" y="16403"/>
                    <a:pt x="21230" y="16427"/>
                  </a:cubicBezTo>
                  <a:cubicBezTo>
                    <a:pt x="21236" y="16453"/>
                    <a:pt x="21253" y="16511"/>
                    <a:pt x="21274" y="16521"/>
                  </a:cubicBezTo>
                  <a:cubicBezTo>
                    <a:pt x="21292" y="16530"/>
                    <a:pt x="21337" y="16509"/>
                    <a:pt x="21351" y="16491"/>
                  </a:cubicBezTo>
                  <a:cubicBezTo>
                    <a:pt x="21360" y="16479"/>
                    <a:pt x="21356" y="16439"/>
                    <a:pt x="21366" y="16426"/>
                  </a:cubicBezTo>
                  <a:cubicBezTo>
                    <a:pt x="21378" y="16408"/>
                    <a:pt x="21415" y="16384"/>
                    <a:pt x="21434" y="16385"/>
                  </a:cubicBezTo>
                  <a:cubicBezTo>
                    <a:pt x="21454" y="16386"/>
                    <a:pt x="21489" y="16420"/>
                    <a:pt x="21502" y="16439"/>
                  </a:cubicBezTo>
                  <a:cubicBezTo>
                    <a:pt x="21523" y="16466"/>
                    <a:pt x="21551" y="16535"/>
                    <a:pt x="21557" y="16571"/>
                  </a:cubicBezTo>
                  <a:cubicBezTo>
                    <a:pt x="21564" y="16618"/>
                    <a:pt x="21548" y="16713"/>
                    <a:pt x="21542" y="16760"/>
                  </a:cubicBezTo>
                  <a:cubicBezTo>
                    <a:pt x="21537" y="16798"/>
                    <a:pt x="21526" y="16873"/>
                    <a:pt x="21513" y="16908"/>
                  </a:cubicBezTo>
                  <a:cubicBezTo>
                    <a:pt x="21503" y="16936"/>
                    <a:pt x="21477" y="16989"/>
                    <a:pt x="21458" y="17011"/>
                  </a:cubicBezTo>
                  <a:cubicBezTo>
                    <a:pt x="21444" y="17025"/>
                    <a:pt x="21404" y="17036"/>
                    <a:pt x="21391" y="17053"/>
                  </a:cubicBezTo>
                  <a:cubicBezTo>
                    <a:pt x="21372" y="17079"/>
                    <a:pt x="21345" y="17148"/>
                    <a:pt x="21345" y="17183"/>
                  </a:cubicBezTo>
                  <a:cubicBezTo>
                    <a:pt x="21346" y="17217"/>
                    <a:pt x="21369" y="17287"/>
                    <a:pt x="21393" y="17304"/>
                  </a:cubicBezTo>
                  <a:cubicBezTo>
                    <a:pt x="21412" y="17318"/>
                    <a:pt x="21461" y="17288"/>
                    <a:pt x="21482" y="17298"/>
                  </a:cubicBezTo>
                  <a:cubicBezTo>
                    <a:pt x="21521" y="17315"/>
                    <a:pt x="21591" y="17388"/>
                    <a:pt x="21597" y="17437"/>
                  </a:cubicBezTo>
                  <a:cubicBezTo>
                    <a:pt x="21600" y="17458"/>
                    <a:pt x="21581" y="17504"/>
                    <a:pt x="21565" y="17512"/>
                  </a:cubicBezTo>
                  <a:cubicBezTo>
                    <a:pt x="21547" y="17520"/>
                    <a:pt x="21513" y="17482"/>
                    <a:pt x="21494" y="17481"/>
                  </a:cubicBezTo>
                  <a:cubicBezTo>
                    <a:pt x="21463" y="17478"/>
                    <a:pt x="21396" y="17495"/>
                    <a:pt x="21371" y="17518"/>
                  </a:cubicBezTo>
                  <a:cubicBezTo>
                    <a:pt x="21346" y="17541"/>
                    <a:pt x="21313" y="17614"/>
                    <a:pt x="21311" y="17652"/>
                  </a:cubicBezTo>
                  <a:cubicBezTo>
                    <a:pt x="21311" y="17677"/>
                    <a:pt x="21331" y="17725"/>
                    <a:pt x="21345" y="17743"/>
                  </a:cubicBezTo>
                  <a:cubicBezTo>
                    <a:pt x="21362" y="17766"/>
                    <a:pt x="21415" y="17781"/>
                    <a:pt x="21429" y="17806"/>
                  </a:cubicBezTo>
                  <a:cubicBezTo>
                    <a:pt x="21447" y="17836"/>
                    <a:pt x="21458" y="17915"/>
                    <a:pt x="21454" y="17952"/>
                  </a:cubicBezTo>
                  <a:cubicBezTo>
                    <a:pt x="21451" y="17980"/>
                    <a:pt x="21419" y="18024"/>
                    <a:pt x="21412" y="18050"/>
                  </a:cubicBezTo>
                  <a:cubicBezTo>
                    <a:pt x="21400" y="18093"/>
                    <a:pt x="21395" y="18185"/>
                    <a:pt x="21385" y="18228"/>
                  </a:cubicBezTo>
                  <a:cubicBezTo>
                    <a:pt x="21376" y="18265"/>
                    <a:pt x="21360" y="18340"/>
                    <a:pt x="21341" y="18371"/>
                  </a:cubicBezTo>
                  <a:cubicBezTo>
                    <a:pt x="21325" y="18397"/>
                    <a:pt x="21279" y="18445"/>
                    <a:pt x="21251" y="18445"/>
                  </a:cubicBezTo>
                  <a:cubicBezTo>
                    <a:pt x="21203" y="18446"/>
                    <a:pt x="21122" y="18360"/>
                    <a:pt x="21092" y="18315"/>
                  </a:cubicBezTo>
                  <a:cubicBezTo>
                    <a:pt x="21076" y="18292"/>
                    <a:pt x="21058" y="18210"/>
                    <a:pt x="21058" y="18205"/>
                  </a:cubicBezTo>
                  <a:cubicBezTo>
                    <a:pt x="21058" y="18201"/>
                    <a:pt x="20995" y="18138"/>
                    <a:pt x="20969" y="18132"/>
                  </a:cubicBezTo>
                  <a:cubicBezTo>
                    <a:pt x="20950" y="18127"/>
                    <a:pt x="20909" y="18138"/>
                    <a:pt x="20891" y="18149"/>
                  </a:cubicBezTo>
                  <a:cubicBezTo>
                    <a:pt x="20864" y="18164"/>
                    <a:pt x="20817" y="18214"/>
                    <a:pt x="20805" y="18246"/>
                  </a:cubicBezTo>
                  <a:cubicBezTo>
                    <a:pt x="20788" y="18297"/>
                    <a:pt x="20811" y="18410"/>
                    <a:pt x="20808" y="18465"/>
                  </a:cubicBezTo>
                  <a:cubicBezTo>
                    <a:pt x="20805" y="18517"/>
                    <a:pt x="20786" y="18620"/>
                    <a:pt x="20781" y="18672"/>
                  </a:cubicBezTo>
                  <a:cubicBezTo>
                    <a:pt x="20777" y="18711"/>
                    <a:pt x="20777" y="18788"/>
                    <a:pt x="20773" y="18826"/>
                  </a:cubicBezTo>
                  <a:cubicBezTo>
                    <a:pt x="20772" y="18835"/>
                    <a:pt x="20770" y="18847"/>
                    <a:pt x="20769" y="18860"/>
                  </a:cubicBezTo>
                  <a:cubicBezTo>
                    <a:pt x="20764" y="18896"/>
                    <a:pt x="20758" y="18939"/>
                    <a:pt x="20748" y="18962"/>
                  </a:cubicBezTo>
                  <a:cubicBezTo>
                    <a:pt x="20732" y="18994"/>
                    <a:pt x="20687" y="19043"/>
                    <a:pt x="20661" y="19061"/>
                  </a:cubicBezTo>
                  <a:cubicBezTo>
                    <a:pt x="20648" y="19071"/>
                    <a:pt x="20617" y="19091"/>
                    <a:pt x="20603" y="19085"/>
                  </a:cubicBezTo>
                  <a:cubicBezTo>
                    <a:pt x="20575" y="19075"/>
                    <a:pt x="20544" y="19008"/>
                    <a:pt x="20532" y="18976"/>
                  </a:cubicBezTo>
                  <a:cubicBezTo>
                    <a:pt x="20526" y="18958"/>
                    <a:pt x="20518" y="18916"/>
                    <a:pt x="20522" y="18896"/>
                  </a:cubicBezTo>
                  <a:cubicBezTo>
                    <a:pt x="20524" y="18877"/>
                    <a:pt x="20545" y="18848"/>
                    <a:pt x="20552" y="18831"/>
                  </a:cubicBezTo>
                  <a:cubicBezTo>
                    <a:pt x="20561" y="18810"/>
                    <a:pt x="20578" y="18768"/>
                    <a:pt x="20583" y="18746"/>
                  </a:cubicBezTo>
                  <a:cubicBezTo>
                    <a:pt x="20589" y="18714"/>
                    <a:pt x="20595" y="18649"/>
                    <a:pt x="20590" y="18617"/>
                  </a:cubicBezTo>
                  <a:cubicBezTo>
                    <a:pt x="20587" y="18594"/>
                    <a:pt x="20572" y="18548"/>
                    <a:pt x="20559" y="18530"/>
                  </a:cubicBezTo>
                  <a:cubicBezTo>
                    <a:pt x="20542" y="18506"/>
                    <a:pt x="20492" y="18478"/>
                    <a:pt x="20467" y="18469"/>
                  </a:cubicBezTo>
                  <a:cubicBezTo>
                    <a:pt x="20444" y="18462"/>
                    <a:pt x="20393" y="18458"/>
                    <a:pt x="20370" y="18463"/>
                  </a:cubicBezTo>
                  <a:cubicBezTo>
                    <a:pt x="20351" y="18466"/>
                    <a:pt x="20314" y="18482"/>
                    <a:pt x="20299" y="18496"/>
                  </a:cubicBezTo>
                  <a:cubicBezTo>
                    <a:pt x="20277" y="18516"/>
                    <a:pt x="20242" y="18571"/>
                    <a:pt x="20236" y="18602"/>
                  </a:cubicBezTo>
                  <a:cubicBezTo>
                    <a:pt x="20230" y="18632"/>
                    <a:pt x="20238" y="18695"/>
                    <a:pt x="20250" y="18722"/>
                  </a:cubicBezTo>
                  <a:cubicBezTo>
                    <a:pt x="20263" y="18752"/>
                    <a:pt x="20316" y="18788"/>
                    <a:pt x="20335" y="18813"/>
                  </a:cubicBezTo>
                  <a:cubicBezTo>
                    <a:pt x="20353" y="18839"/>
                    <a:pt x="20385" y="18896"/>
                    <a:pt x="20398" y="18927"/>
                  </a:cubicBezTo>
                  <a:cubicBezTo>
                    <a:pt x="20410" y="18955"/>
                    <a:pt x="20434" y="19012"/>
                    <a:pt x="20436" y="19044"/>
                  </a:cubicBezTo>
                  <a:cubicBezTo>
                    <a:pt x="20438" y="19070"/>
                    <a:pt x="20426" y="19123"/>
                    <a:pt x="20420" y="19149"/>
                  </a:cubicBezTo>
                  <a:cubicBezTo>
                    <a:pt x="20416" y="19170"/>
                    <a:pt x="20398" y="19211"/>
                    <a:pt x="20398" y="19233"/>
                  </a:cubicBezTo>
                  <a:cubicBezTo>
                    <a:pt x="20399" y="19263"/>
                    <a:pt x="20421" y="19320"/>
                    <a:pt x="20435" y="19345"/>
                  </a:cubicBezTo>
                  <a:cubicBezTo>
                    <a:pt x="20451" y="19375"/>
                    <a:pt x="20511" y="19414"/>
                    <a:pt x="20518" y="19449"/>
                  </a:cubicBezTo>
                  <a:cubicBezTo>
                    <a:pt x="20526" y="19492"/>
                    <a:pt x="20493" y="19579"/>
                    <a:pt x="20475" y="19617"/>
                  </a:cubicBezTo>
                  <a:cubicBezTo>
                    <a:pt x="20465" y="19635"/>
                    <a:pt x="20439" y="19671"/>
                    <a:pt x="20422" y="19678"/>
                  </a:cubicBezTo>
                  <a:cubicBezTo>
                    <a:pt x="20380" y="19694"/>
                    <a:pt x="20289" y="19631"/>
                    <a:pt x="20246" y="19647"/>
                  </a:cubicBezTo>
                  <a:cubicBezTo>
                    <a:pt x="20223" y="19657"/>
                    <a:pt x="20182" y="19701"/>
                    <a:pt x="20176" y="19730"/>
                  </a:cubicBezTo>
                  <a:cubicBezTo>
                    <a:pt x="20171" y="19753"/>
                    <a:pt x="20187" y="19802"/>
                    <a:pt x="20199" y="19821"/>
                  </a:cubicBezTo>
                  <a:cubicBezTo>
                    <a:pt x="20212" y="19841"/>
                    <a:pt x="20250" y="19865"/>
                    <a:pt x="20270" y="19871"/>
                  </a:cubicBezTo>
                  <a:cubicBezTo>
                    <a:pt x="20300" y="19882"/>
                    <a:pt x="20365" y="19863"/>
                    <a:pt x="20395" y="19873"/>
                  </a:cubicBezTo>
                  <a:cubicBezTo>
                    <a:pt x="20422" y="19884"/>
                    <a:pt x="20484" y="19918"/>
                    <a:pt x="20492" y="19952"/>
                  </a:cubicBezTo>
                  <a:cubicBezTo>
                    <a:pt x="20500" y="19986"/>
                    <a:pt x="20462" y="20053"/>
                    <a:pt x="20444" y="20081"/>
                  </a:cubicBezTo>
                  <a:cubicBezTo>
                    <a:pt x="20426" y="20106"/>
                    <a:pt x="20379" y="20145"/>
                    <a:pt x="20353" y="20157"/>
                  </a:cubicBezTo>
                  <a:cubicBezTo>
                    <a:pt x="20326" y="20169"/>
                    <a:pt x="20267" y="20179"/>
                    <a:pt x="20239" y="20172"/>
                  </a:cubicBezTo>
                  <a:cubicBezTo>
                    <a:pt x="20214" y="20165"/>
                    <a:pt x="20175" y="20116"/>
                    <a:pt x="20151" y="20106"/>
                  </a:cubicBezTo>
                  <a:cubicBezTo>
                    <a:pt x="20126" y="20097"/>
                    <a:pt x="20073" y="20098"/>
                    <a:pt x="20047" y="20102"/>
                  </a:cubicBezTo>
                  <a:cubicBezTo>
                    <a:pt x="20020" y="20106"/>
                    <a:pt x="19959" y="20115"/>
                    <a:pt x="19943" y="20141"/>
                  </a:cubicBezTo>
                  <a:cubicBezTo>
                    <a:pt x="19930" y="20163"/>
                    <a:pt x="19931" y="20222"/>
                    <a:pt x="19941" y="20246"/>
                  </a:cubicBezTo>
                  <a:cubicBezTo>
                    <a:pt x="19954" y="20281"/>
                    <a:pt x="20011" y="20326"/>
                    <a:pt x="20040" y="20344"/>
                  </a:cubicBezTo>
                  <a:cubicBezTo>
                    <a:pt x="20076" y="20366"/>
                    <a:pt x="20157" y="20378"/>
                    <a:pt x="20196" y="20394"/>
                  </a:cubicBezTo>
                  <a:cubicBezTo>
                    <a:pt x="20223" y="20405"/>
                    <a:pt x="20280" y="20426"/>
                    <a:pt x="20302" y="20448"/>
                  </a:cubicBezTo>
                  <a:cubicBezTo>
                    <a:pt x="20331" y="20477"/>
                    <a:pt x="20379" y="20554"/>
                    <a:pt x="20382" y="20599"/>
                  </a:cubicBezTo>
                  <a:cubicBezTo>
                    <a:pt x="20385" y="20638"/>
                    <a:pt x="20354" y="20713"/>
                    <a:pt x="20333" y="20742"/>
                  </a:cubicBezTo>
                  <a:cubicBezTo>
                    <a:pt x="20304" y="20783"/>
                    <a:pt x="20217" y="20821"/>
                    <a:pt x="20181" y="20854"/>
                  </a:cubicBezTo>
                  <a:cubicBezTo>
                    <a:pt x="20166" y="20867"/>
                    <a:pt x="20132" y="20891"/>
                    <a:pt x="20125" y="20912"/>
                  </a:cubicBezTo>
                  <a:cubicBezTo>
                    <a:pt x="20114" y="20947"/>
                    <a:pt x="20140" y="21026"/>
                    <a:pt x="20138" y="21064"/>
                  </a:cubicBezTo>
                  <a:cubicBezTo>
                    <a:pt x="20136" y="21104"/>
                    <a:pt x="20126" y="21186"/>
                    <a:pt x="20111" y="21221"/>
                  </a:cubicBezTo>
                  <a:cubicBezTo>
                    <a:pt x="20098" y="21251"/>
                    <a:pt x="20049" y="21288"/>
                    <a:pt x="20027" y="21322"/>
                  </a:cubicBezTo>
                  <a:lnTo>
                    <a:pt x="17957" y="21600"/>
                  </a:lnTo>
                  <a:cubicBezTo>
                    <a:pt x="17957" y="21600"/>
                    <a:pt x="17975" y="21526"/>
                    <a:pt x="17984" y="21502"/>
                  </a:cubicBezTo>
                  <a:cubicBezTo>
                    <a:pt x="17997" y="21466"/>
                    <a:pt x="18035" y="21401"/>
                    <a:pt x="18046" y="21365"/>
                  </a:cubicBezTo>
                  <a:cubicBezTo>
                    <a:pt x="18057" y="21330"/>
                    <a:pt x="18059" y="21254"/>
                    <a:pt x="18067" y="21218"/>
                  </a:cubicBezTo>
                  <a:cubicBezTo>
                    <a:pt x="18076" y="21183"/>
                    <a:pt x="18093" y="21110"/>
                    <a:pt x="18111" y="21081"/>
                  </a:cubicBezTo>
                  <a:cubicBezTo>
                    <a:pt x="18131" y="21048"/>
                    <a:pt x="18189" y="21005"/>
                    <a:pt x="18214" y="20979"/>
                  </a:cubicBezTo>
                  <a:cubicBezTo>
                    <a:pt x="18239" y="20953"/>
                    <a:pt x="18292" y="20904"/>
                    <a:pt x="18312" y="20872"/>
                  </a:cubicBezTo>
                  <a:cubicBezTo>
                    <a:pt x="18324" y="20852"/>
                    <a:pt x="18345" y="20808"/>
                    <a:pt x="18347" y="20784"/>
                  </a:cubicBezTo>
                  <a:cubicBezTo>
                    <a:pt x="18350" y="20760"/>
                    <a:pt x="18325" y="20712"/>
                    <a:pt x="18330" y="20689"/>
                  </a:cubicBezTo>
                  <a:cubicBezTo>
                    <a:pt x="18338" y="20660"/>
                    <a:pt x="18381" y="20622"/>
                    <a:pt x="18399" y="20601"/>
                  </a:cubicBezTo>
                  <a:cubicBezTo>
                    <a:pt x="18415" y="20581"/>
                    <a:pt x="18446" y="20539"/>
                    <a:pt x="18464" y="20523"/>
                  </a:cubicBezTo>
                  <a:cubicBezTo>
                    <a:pt x="18497" y="20492"/>
                    <a:pt x="18583" y="20462"/>
                    <a:pt x="18610" y="20425"/>
                  </a:cubicBezTo>
                  <a:cubicBezTo>
                    <a:pt x="18629" y="20400"/>
                    <a:pt x="18644" y="20331"/>
                    <a:pt x="18654" y="20300"/>
                  </a:cubicBezTo>
                  <a:cubicBezTo>
                    <a:pt x="18661" y="20280"/>
                    <a:pt x="18666" y="20232"/>
                    <a:pt x="18678" y="20215"/>
                  </a:cubicBezTo>
                  <a:cubicBezTo>
                    <a:pt x="18691" y="20199"/>
                    <a:pt x="18730" y="20191"/>
                    <a:pt x="18746" y="20179"/>
                  </a:cubicBezTo>
                  <a:cubicBezTo>
                    <a:pt x="18759" y="20171"/>
                    <a:pt x="18789" y="20156"/>
                    <a:pt x="18795" y="20140"/>
                  </a:cubicBezTo>
                  <a:cubicBezTo>
                    <a:pt x="18810" y="20105"/>
                    <a:pt x="18800" y="20018"/>
                    <a:pt x="18789" y="19981"/>
                  </a:cubicBezTo>
                  <a:cubicBezTo>
                    <a:pt x="18782" y="19955"/>
                    <a:pt x="18746" y="19920"/>
                    <a:pt x="18738" y="19895"/>
                  </a:cubicBezTo>
                  <a:cubicBezTo>
                    <a:pt x="18731" y="19875"/>
                    <a:pt x="18725" y="19829"/>
                    <a:pt x="18730" y="19807"/>
                  </a:cubicBezTo>
                  <a:cubicBezTo>
                    <a:pt x="18736" y="19780"/>
                    <a:pt x="18780" y="19741"/>
                    <a:pt x="18784" y="19713"/>
                  </a:cubicBezTo>
                  <a:cubicBezTo>
                    <a:pt x="18788" y="19682"/>
                    <a:pt x="18774" y="19612"/>
                    <a:pt x="18754" y="19592"/>
                  </a:cubicBezTo>
                  <a:cubicBezTo>
                    <a:pt x="18740" y="19576"/>
                    <a:pt x="18696" y="19587"/>
                    <a:pt x="18678" y="19578"/>
                  </a:cubicBezTo>
                  <a:cubicBezTo>
                    <a:pt x="18645" y="19563"/>
                    <a:pt x="18590" y="19507"/>
                    <a:pt x="18564" y="19477"/>
                  </a:cubicBezTo>
                  <a:cubicBezTo>
                    <a:pt x="18542" y="19452"/>
                    <a:pt x="18497" y="19398"/>
                    <a:pt x="18486" y="19363"/>
                  </a:cubicBezTo>
                  <a:cubicBezTo>
                    <a:pt x="18473" y="19327"/>
                    <a:pt x="18491" y="19240"/>
                    <a:pt x="18475" y="19207"/>
                  </a:cubicBezTo>
                  <a:cubicBezTo>
                    <a:pt x="18458" y="19173"/>
                    <a:pt x="18400" y="19128"/>
                    <a:pt x="18369" y="19118"/>
                  </a:cubicBezTo>
                  <a:cubicBezTo>
                    <a:pt x="18330" y="19106"/>
                    <a:pt x="18206" y="19138"/>
                    <a:pt x="18206" y="19138"/>
                  </a:cubicBezTo>
                  <a:lnTo>
                    <a:pt x="13659" y="19679"/>
                  </a:lnTo>
                  <a:lnTo>
                    <a:pt x="12254" y="19810"/>
                  </a:lnTo>
                  <a:lnTo>
                    <a:pt x="10197" y="20000"/>
                  </a:lnTo>
                  <a:lnTo>
                    <a:pt x="8477" y="20157"/>
                  </a:lnTo>
                  <a:lnTo>
                    <a:pt x="4384" y="20487"/>
                  </a:lnTo>
                  <a:lnTo>
                    <a:pt x="4277" y="18094"/>
                  </a:lnTo>
                  <a:lnTo>
                    <a:pt x="3821" y="7918"/>
                  </a:lnTo>
                  <a:cubicBezTo>
                    <a:pt x="3821" y="7918"/>
                    <a:pt x="3858" y="7881"/>
                    <a:pt x="3864" y="7864"/>
                  </a:cubicBezTo>
                  <a:cubicBezTo>
                    <a:pt x="3871" y="7846"/>
                    <a:pt x="3874" y="7804"/>
                    <a:pt x="3870" y="7785"/>
                  </a:cubicBezTo>
                  <a:cubicBezTo>
                    <a:pt x="3866" y="7767"/>
                    <a:pt x="3849" y="7732"/>
                    <a:pt x="3836" y="7723"/>
                  </a:cubicBezTo>
                  <a:cubicBezTo>
                    <a:pt x="3826" y="7717"/>
                    <a:pt x="3800" y="7720"/>
                    <a:pt x="3790" y="7725"/>
                  </a:cubicBezTo>
                  <a:cubicBezTo>
                    <a:pt x="3780" y="7729"/>
                    <a:pt x="3768" y="7750"/>
                    <a:pt x="3758" y="7754"/>
                  </a:cubicBezTo>
                  <a:cubicBezTo>
                    <a:pt x="3738" y="7765"/>
                    <a:pt x="3688" y="7781"/>
                    <a:pt x="3669" y="7766"/>
                  </a:cubicBezTo>
                  <a:cubicBezTo>
                    <a:pt x="3652" y="7752"/>
                    <a:pt x="3659" y="7692"/>
                    <a:pt x="3646" y="7673"/>
                  </a:cubicBezTo>
                  <a:cubicBezTo>
                    <a:pt x="3636" y="7658"/>
                    <a:pt x="3606" y="7637"/>
                    <a:pt x="3590" y="7635"/>
                  </a:cubicBezTo>
                  <a:cubicBezTo>
                    <a:pt x="3574" y="7634"/>
                    <a:pt x="3544" y="7651"/>
                    <a:pt x="3531" y="7661"/>
                  </a:cubicBezTo>
                  <a:cubicBezTo>
                    <a:pt x="3516" y="7672"/>
                    <a:pt x="3495" y="7710"/>
                    <a:pt x="3479" y="7717"/>
                  </a:cubicBezTo>
                  <a:cubicBezTo>
                    <a:pt x="3456" y="7727"/>
                    <a:pt x="3404" y="7724"/>
                    <a:pt x="3381" y="7714"/>
                  </a:cubicBezTo>
                  <a:cubicBezTo>
                    <a:pt x="3361" y="7704"/>
                    <a:pt x="3330" y="7663"/>
                    <a:pt x="3315" y="7643"/>
                  </a:cubicBezTo>
                  <a:cubicBezTo>
                    <a:pt x="3299" y="7621"/>
                    <a:pt x="3281" y="7560"/>
                    <a:pt x="3260" y="7547"/>
                  </a:cubicBezTo>
                  <a:cubicBezTo>
                    <a:pt x="3242" y="7537"/>
                    <a:pt x="3201" y="7562"/>
                    <a:pt x="3183" y="7555"/>
                  </a:cubicBezTo>
                  <a:cubicBezTo>
                    <a:pt x="3171" y="7550"/>
                    <a:pt x="3147" y="7528"/>
                    <a:pt x="3143" y="7512"/>
                  </a:cubicBezTo>
                  <a:cubicBezTo>
                    <a:pt x="3133" y="7484"/>
                    <a:pt x="3161" y="7419"/>
                    <a:pt x="3158" y="7389"/>
                  </a:cubicBezTo>
                  <a:cubicBezTo>
                    <a:pt x="3154" y="7360"/>
                    <a:pt x="3133" y="7306"/>
                    <a:pt x="3117" y="7284"/>
                  </a:cubicBezTo>
                  <a:cubicBezTo>
                    <a:pt x="3102" y="7263"/>
                    <a:pt x="3062" y="7234"/>
                    <a:pt x="3041" y="7224"/>
                  </a:cubicBezTo>
                  <a:cubicBezTo>
                    <a:pt x="3021" y="7214"/>
                    <a:pt x="2976" y="7216"/>
                    <a:pt x="2958" y="7202"/>
                  </a:cubicBezTo>
                  <a:cubicBezTo>
                    <a:pt x="2935" y="7185"/>
                    <a:pt x="2900" y="7132"/>
                    <a:pt x="2889" y="7102"/>
                  </a:cubicBezTo>
                  <a:cubicBezTo>
                    <a:pt x="2875" y="7067"/>
                    <a:pt x="2869" y="6987"/>
                    <a:pt x="2869" y="6948"/>
                  </a:cubicBezTo>
                  <a:cubicBezTo>
                    <a:pt x="2869" y="6927"/>
                    <a:pt x="2869" y="6883"/>
                    <a:pt x="2878" y="6866"/>
                  </a:cubicBezTo>
                  <a:cubicBezTo>
                    <a:pt x="2893" y="6840"/>
                    <a:pt x="2962" y="6835"/>
                    <a:pt x="2971" y="6804"/>
                  </a:cubicBezTo>
                  <a:cubicBezTo>
                    <a:pt x="2981" y="6774"/>
                    <a:pt x="2955" y="6707"/>
                    <a:pt x="2936" y="6685"/>
                  </a:cubicBezTo>
                  <a:cubicBezTo>
                    <a:pt x="2926" y="6673"/>
                    <a:pt x="2897" y="6658"/>
                    <a:pt x="2882" y="6660"/>
                  </a:cubicBezTo>
                  <a:cubicBezTo>
                    <a:pt x="2863" y="6664"/>
                    <a:pt x="2840" y="6717"/>
                    <a:pt x="2821" y="6721"/>
                  </a:cubicBezTo>
                  <a:cubicBezTo>
                    <a:pt x="2806" y="6724"/>
                    <a:pt x="2775" y="6710"/>
                    <a:pt x="2764" y="6698"/>
                  </a:cubicBezTo>
                  <a:cubicBezTo>
                    <a:pt x="2745" y="6679"/>
                    <a:pt x="2736" y="6613"/>
                    <a:pt x="2718" y="6592"/>
                  </a:cubicBezTo>
                  <a:cubicBezTo>
                    <a:pt x="2701" y="6571"/>
                    <a:pt x="2648" y="6560"/>
                    <a:pt x="2631" y="6539"/>
                  </a:cubicBezTo>
                  <a:cubicBezTo>
                    <a:pt x="2608" y="6511"/>
                    <a:pt x="2600" y="6419"/>
                    <a:pt x="2573" y="6396"/>
                  </a:cubicBezTo>
                  <a:cubicBezTo>
                    <a:pt x="2555" y="6381"/>
                    <a:pt x="2504" y="6397"/>
                    <a:pt x="2485" y="6385"/>
                  </a:cubicBezTo>
                  <a:cubicBezTo>
                    <a:pt x="2469" y="6375"/>
                    <a:pt x="2450" y="6339"/>
                    <a:pt x="2441" y="6322"/>
                  </a:cubicBezTo>
                  <a:cubicBezTo>
                    <a:pt x="2426" y="6294"/>
                    <a:pt x="2409" y="6227"/>
                    <a:pt x="2392" y="6199"/>
                  </a:cubicBezTo>
                  <a:cubicBezTo>
                    <a:pt x="2382" y="6181"/>
                    <a:pt x="2357" y="6151"/>
                    <a:pt x="2343" y="6138"/>
                  </a:cubicBezTo>
                  <a:cubicBezTo>
                    <a:pt x="2327" y="6122"/>
                    <a:pt x="2286" y="6104"/>
                    <a:pt x="2270" y="6086"/>
                  </a:cubicBezTo>
                  <a:cubicBezTo>
                    <a:pt x="2253" y="6066"/>
                    <a:pt x="2223" y="6015"/>
                    <a:pt x="2215" y="5988"/>
                  </a:cubicBezTo>
                  <a:cubicBezTo>
                    <a:pt x="2204" y="5952"/>
                    <a:pt x="2186" y="5868"/>
                    <a:pt x="2204" y="5837"/>
                  </a:cubicBezTo>
                  <a:cubicBezTo>
                    <a:pt x="2218" y="5812"/>
                    <a:pt x="2278" y="5805"/>
                    <a:pt x="2304" y="5803"/>
                  </a:cubicBezTo>
                  <a:cubicBezTo>
                    <a:pt x="2321" y="5802"/>
                    <a:pt x="2357" y="5824"/>
                    <a:pt x="2372" y="5815"/>
                  </a:cubicBezTo>
                  <a:cubicBezTo>
                    <a:pt x="2394" y="5801"/>
                    <a:pt x="2421" y="5738"/>
                    <a:pt x="2418" y="5709"/>
                  </a:cubicBezTo>
                  <a:cubicBezTo>
                    <a:pt x="2415" y="5679"/>
                    <a:pt x="2360" y="5650"/>
                    <a:pt x="2352" y="5622"/>
                  </a:cubicBezTo>
                  <a:cubicBezTo>
                    <a:pt x="2344" y="5596"/>
                    <a:pt x="2353" y="5538"/>
                    <a:pt x="2359" y="5511"/>
                  </a:cubicBezTo>
                  <a:cubicBezTo>
                    <a:pt x="2364" y="5482"/>
                    <a:pt x="2379" y="5423"/>
                    <a:pt x="2394" y="5400"/>
                  </a:cubicBezTo>
                  <a:cubicBezTo>
                    <a:pt x="2408" y="5377"/>
                    <a:pt x="2446" y="5338"/>
                    <a:pt x="2469" y="5328"/>
                  </a:cubicBezTo>
                  <a:cubicBezTo>
                    <a:pt x="2495" y="5317"/>
                    <a:pt x="2556" y="5346"/>
                    <a:pt x="2579" y="5328"/>
                  </a:cubicBezTo>
                  <a:cubicBezTo>
                    <a:pt x="2593" y="5318"/>
                    <a:pt x="2604" y="5279"/>
                    <a:pt x="2606" y="5261"/>
                  </a:cubicBezTo>
                  <a:cubicBezTo>
                    <a:pt x="2608" y="5224"/>
                    <a:pt x="2573" y="5154"/>
                    <a:pt x="2574" y="5117"/>
                  </a:cubicBezTo>
                  <a:cubicBezTo>
                    <a:pt x="2575" y="5089"/>
                    <a:pt x="2588" y="5028"/>
                    <a:pt x="2606" y="5008"/>
                  </a:cubicBezTo>
                  <a:cubicBezTo>
                    <a:pt x="2614" y="4998"/>
                    <a:pt x="2640" y="4989"/>
                    <a:pt x="2652" y="4992"/>
                  </a:cubicBezTo>
                  <a:cubicBezTo>
                    <a:pt x="2671" y="4996"/>
                    <a:pt x="2696" y="5035"/>
                    <a:pt x="2711" y="5051"/>
                  </a:cubicBezTo>
                  <a:cubicBezTo>
                    <a:pt x="2724" y="5064"/>
                    <a:pt x="2747" y="5099"/>
                    <a:pt x="2763" y="5106"/>
                  </a:cubicBezTo>
                  <a:cubicBezTo>
                    <a:pt x="2784" y="5116"/>
                    <a:pt x="2834" y="5117"/>
                    <a:pt x="2855" y="5106"/>
                  </a:cubicBezTo>
                  <a:cubicBezTo>
                    <a:pt x="2876" y="5096"/>
                    <a:pt x="2910" y="5054"/>
                    <a:pt x="2920" y="5030"/>
                  </a:cubicBezTo>
                  <a:cubicBezTo>
                    <a:pt x="2928" y="5011"/>
                    <a:pt x="2934" y="4968"/>
                    <a:pt x="2931" y="4948"/>
                  </a:cubicBezTo>
                  <a:cubicBezTo>
                    <a:pt x="2928" y="4925"/>
                    <a:pt x="2912" y="4878"/>
                    <a:pt x="2896" y="4868"/>
                  </a:cubicBezTo>
                  <a:cubicBezTo>
                    <a:pt x="2881" y="4859"/>
                    <a:pt x="2848" y="4871"/>
                    <a:pt x="2833" y="4879"/>
                  </a:cubicBezTo>
                  <a:cubicBezTo>
                    <a:pt x="2819" y="4888"/>
                    <a:pt x="2801" y="4928"/>
                    <a:pt x="2784" y="4931"/>
                  </a:cubicBezTo>
                  <a:cubicBezTo>
                    <a:pt x="2766" y="4936"/>
                    <a:pt x="2730" y="4912"/>
                    <a:pt x="2714" y="4900"/>
                  </a:cubicBezTo>
                  <a:cubicBezTo>
                    <a:pt x="2696" y="4887"/>
                    <a:pt x="2653" y="4856"/>
                    <a:pt x="2653" y="4830"/>
                  </a:cubicBezTo>
                  <a:cubicBezTo>
                    <a:pt x="2654" y="4810"/>
                    <a:pt x="2689" y="4784"/>
                    <a:pt x="2704" y="4776"/>
                  </a:cubicBezTo>
                  <a:cubicBezTo>
                    <a:pt x="2728" y="4765"/>
                    <a:pt x="2784" y="4790"/>
                    <a:pt x="2806" y="4775"/>
                  </a:cubicBezTo>
                  <a:cubicBezTo>
                    <a:pt x="2818" y="4767"/>
                    <a:pt x="2828" y="4733"/>
                    <a:pt x="2833" y="4719"/>
                  </a:cubicBezTo>
                  <a:cubicBezTo>
                    <a:pt x="2843" y="4696"/>
                    <a:pt x="2867" y="4650"/>
                    <a:pt x="2867" y="4625"/>
                  </a:cubicBezTo>
                  <a:cubicBezTo>
                    <a:pt x="2867" y="4603"/>
                    <a:pt x="2851" y="4562"/>
                    <a:pt x="2839" y="4548"/>
                  </a:cubicBezTo>
                  <a:cubicBezTo>
                    <a:pt x="2826" y="4534"/>
                    <a:pt x="2793" y="4521"/>
                    <a:pt x="2776" y="4518"/>
                  </a:cubicBezTo>
                  <a:cubicBezTo>
                    <a:pt x="2756" y="4515"/>
                    <a:pt x="2713" y="4538"/>
                    <a:pt x="2695" y="4528"/>
                  </a:cubicBezTo>
                  <a:cubicBezTo>
                    <a:pt x="2678" y="4518"/>
                    <a:pt x="2654" y="4475"/>
                    <a:pt x="2652" y="4453"/>
                  </a:cubicBezTo>
                  <a:cubicBezTo>
                    <a:pt x="2647" y="4417"/>
                    <a:pt x="2698" y="4350"/>
                    <a:pt x="2692" y="4314"/>
                  </a:cubicBezTo>
                  <a:cubicBezTo>
                    <a:pt x="2688" y="4288"/>
                    <a:pt x="2652" y="4246"/>
                    <a:pt x="2631" y="4236"/>
                  </a:cubicBezTo>
                  <a:cubicBezTo>
                    <a:pt x="2612" y="4226"/>
                    <a:pt x="2568" y="4233"/>
                    <a:pt x="2548" y="4241"/>
                  </a:cubicBezTo>
                  <a:cubicBezTo>
                    <a:pt x="2535" y="4245"/>
                    <a:pt x="2513" y="4270"/>
                    <a:pt x="2499" y="4275"/>
                  </a:cubicBezTo>
                  <a:cubicBezTo>
                    <a:pt x="2478" y="4282"/>
                    <a:pt x="2425" y="4258"/>
                    <a:pt x="2409" y="4277"/>
                  </a:cubicBezTo>
                  <a:cubicBezTo>
                    <a:pt x="2399" y="4288"/>
                    <a:pt x="2408" y="4325"/>
                    <a:pt x="2404" y="4340"/>
                  </a:cubicBezTo>
                  <a:cubicBezTo>
                    <a:pt x="2399" y="4365"/>
                    <a:pt x="2384" y="4415"/>
                    <a:pt x="2368" y="4431"/>
                  </a:cubicBezTo>
                  <a:cubicBezTo>
                    <a:pt x="2353" y="4447"/>
                    <a:pt x="2311" y="4457"/>
                    <a:pt x="2291" y="4461"/>
                  </a:cubicBezTo>
                  <a:cubicBezTo>
                    <a:pt x="2266" y="4466"/>
                    <a:pt x="2215" y="4471"/>
                    <a:pt x="2190" y="4464"/>
                  </a:cubicBezTo>
                  <a:cubicBezTo>
                    <a:pt x="2158" y="4455"/>
                    <a:pt x="2099" y="4417"/>
                    <a:pt x="2075" y="4391"/>
                  </a:cubicBezTo>
                  <a:cubicBezTo>
                    <a:pt x="2055" y="4368"/>
                    <a:pt x="2041" y="4289"/>
                    <a:pt x="2015" y="4279"/>
                  </a:cubicBezTo>
                  <a:cubicBezTo>
                    <a:pt x="1996" y="4271"/>
                    <a:pt x="1960" y="4314"/>
                    <a:pt x="1939" y="4314"/>
                  </a:cubicBezTo>
                  <a:cubicBezTo>
                    <a:pt x="1916" y="4315"/>
                    <a:pt x="1866" y="4298"/>
                    <a:pt x="1851" y="4277"/>
                  </a:cubicBezTo>
                  <a:cubicBezTo>
                    <a:pt x="1836" y="4256"/>
                    <a:pt x="1845" y="4194"/>
                    <a:pt x="1836" y="4169"/>
                  </a:cubicBezTo>
                  <a:cubicBezTo>
                    <a:pt x="1828" y="4144"/>
                    <a:pt x="1806" y="4095"/>
                    <a:pt x="1787" y="4081"/>
                  </a:cubicBezTo>
                  <a:cubicBezTo>
                    <a:pt x="1771" y="4068"/>
                    <a:pt x="1727" y="4077"/>
                    <a:pt x="1709" y="4066"/>
                  </a:cubicBezTo>
                  <a:cubicBezTo>
                    <a:pt x="1692" y="4056"/>
                    <a:pt x="1672" y="4016"/>
                    <a:pt x="1659" y="4003"/>
                  </a:cubicBezTo>
                  <a:cubicBezTo>
                    <a:pt x="1640" y="3985"/>
                    <a:pt x="1600" y="3957"/>
                    <a:pt x="1580" y="3942"/>
                  </a:cubicBezTo>
                  <a:cubicBezTo>
                    <a:pt x="1566" y="3932"/>
                    <a:pt x="1536" y="3916"/>
                    <a:pt x="1524" y="3902"/>
                  </a:cubicBezTo>
                  <a:cubicBezTo>
                    <a:pt x="1513" y="3890"/>
                    <a:pt x="1497" y="3854"/>
                    <a:pt x="1489" y="3837"/>
                  </a:cubicBezTo>
                  <a:cubicBezTo>
                    <a:pt x="1487" y="3834"/>
                    <a:pt x="1485" y="3830"/>
                    <a:pt x="1484" y="382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83" name="Shape 4765"/>
            <p:cNvSpPr/>
            <p:nvPr/>
          </p:nvSpPr>
          <p:spPr>
            <a:xfrm>
              <a:off x="5568840" y="2623338"/>
              <a:ext cx="1414032" cy="1175037"/>
            </a:xfrm>
            <a:custGeom>
              <a:avLst/>
              <a:gdLst/>
              <a:ahLst/>
              <a:cxnLst>
                <a:cxn ang="0">
                  <a:pos x="wd2" y="hd2"/>
                </a:cxn>
                <a:cxn ang="5400000">
                  <a:pos x="wd2" y="hd2"/>
                </a:cxn>
                <a:cxn ang="10800000">
                  <a:pos x="wd2" y="hd2"/>
                </a:cxn>
                <a:cxn ang="16200000">
                  <a:pos x="wd2" y="hd2"/>
                </a:cxn>
              </a:cxnLst>
              <a:rect l="0" t="0" r="r" b="b"/>
              <a:pathLst>
                <a:path w="21597" h="21600" extrusionOk="0">
                  <a:moveTo>
                    <a:pt x="1484" y="3825"/>
                  </a:moveTo>
                  <a:cubicBezTo>
                    <a:pt x="1472" y="3798"/>
                    <a:pt x="1456" y="3756"/>
                    <a:pt x="1443" y="3738"/>
                  </a:cubicBezTo>
                  <a:cubicBezTo>
                    <a:pt x="1433" y="3724"/>
                    <a:pt x="1408" y="3699"/>
                    <a:pt x="1393" y="3695"/>
                  </a:cubicBezTo>
                  <a:cubicBezTo>
                    <a:pt x="1375" y="3691"/>
                    <a:pt x="1340" y="3714"/>
                    <a:pt x="1322" y="3718"/>
                  </a:cubicBezTo>
                  <a:cubicBezTo>
                    <a:pt x="1307" y="3722"/>
                    <a:pt x="1275" y="3732"/>
                    <a:pt x="1259" y="3726"/>
                  </a:cubicBezTo>
                  <a:cubicBezTo>
                    <a:pt x="1243" y="3720"/>
                    <a:pt x="1217" y="3690"/>
                    <a:pt x="1207" y="3672"/>
                  </a:cubicBezTo>
                  <a:cubicBezTo>
                    <a:pt x="1192" y="3645"/>
                    <a:pt x="1166" y="3576"/>
                    <a:pt x="1176" y="3545"/>
                  </a:cubicBezTo>
                  <a:cubicBezTo>
                    <a:pt x="1182" y="3525"/>
                    <a:pt x="1227" y="3515"/>
                    <a:pt x="1238" y="3498"/>
                  </a:cubicBezTo>
                  <a:cubicBezTo>
                    <a:pt x="1252" y="3475"/>
                    <a:pt x="1267" y="3416"/>
                    <a:pt x="1265" y="3387"/>
                  </a:cubicBezTo>
                  <a:cubicBezTo>
                    <a:pt x="1263" y="3349"/>
                    <a:pt x="1234" y="3278"/>
                    <a:pt x="1212" y="3251"/>
                  </a:cubicBezTo>
                  <a:cubicBezTo>
                    <a:pt x="1194" y="3230"/>
                    <a:pt x="1138" y="3222"/>
                    <a:pt x="1120" y="3201"/>
                  </a:cubicBezTo>
                  <a:cubicBezTo>
                    <a:pt x="1107" y="3185"/>
                    <a:pt x="1100" y="3137"/>
                    <a:pt x="1090" y="3117"/>
                  </a:cubicBezTo>
                  <a:cubicBezTo>
                    <a:pt x="1080" y="3098"/>
                    <a:pt x="1055" y="3063"/>
                    <a:pt x="1041" y="3048"/>
                  </a:cubicBezTo>
                  <a:cubicBezTo>
                    <a:pt x="1026" y="3033"/>
                    <a:pt x="987" y="3017"/>
                    <a:pt x="974" y="3000"/>
                  </a:cubicBezTo>
                  <a:cubicBezTo>
                    <a:pt x="963" y="2985"/>
                    <a:pt x="947" y="2948"/>
                    <a:pt x="947" y="2928"/>
                  </a:cubicBezTo>
                  <a:cubicBezTo>
                    <a:pt x="946" y="2900"/>
                    <a:pt x="975" y="2851"/>
                    <a:pt x="977" y="2824"/>
                  </a:cubicBezTo>
                  <a:cubicBezTo>
                    <a:pt x="979" y="2798"/>
                    <a:pt x="976" y="2744"/>
                    <a:pt x="965" y="2721"/>
                  </a:cubicBezTo>
                  <a:cubicBezTo>
                    <a:pt x="955" y="2701"/>
                    <a:pt x="922" y="2671"/>
                    <a:pt x="903" y="2665"/>
                  </a:cubicBezTo>
                  <a:cubicBezTo>
                    <a:pt x="886" y="2659"/>
                    <a:pt x="850" y="2678"/>
                    <a:pt x="833" y="2675"/>
                  </a:cubicBezTo>
                  <a:cubicBezTo>
                    <a:pt x="808" y="2672"/>
                    <a:pt x="759" y="2652"/>
                    <a:pt x="741" y="2632"/>
                  </a:cubicBezTo>
                  <a:cubicBezTo>
                    <a:pt x="727" y="2617"/>
                    <a:pt x="712" y="2575"/>
                    <a:pt x="708" y="2554"/>
                  </a:cubicBezTo>
                  <a:cubicBezTo>
                    <a:pt x="704" y="2530"/>
                    <a:pt x="725" y="2477"/>
                    <a:pt x="713" y="2458"/>
                  </a:cubicBezTo>
                  <a:cubicBezTo>
                    <a:pt x="703" y="2440"/>
                    <a:pt x="659" y="2448"/>
                    <a:pt x="643" y="2438"/>
                  </a:cubicBezTo>
                  <a:cubicBezTo>
                    <a:pt x="628" y="2429"/>
                    <a:pt x="607" y="2390"/>
                    <a:pt x="591" y="2386"/>
                  </a:cubicBezTo>
                  <a:cubicBezTo>
                    <a:pt x="570" y="2381"/>
                    <a:pt x="531" y="2412"/>
                    <a:pt x="511" y="2416"/>
                  </a:cubicBezTo>
                  <a:cubicBezTo>
                    <a:pt x="494" y="2420"/>
                    <a:pt x="457" y="2427"/>
                    <a:pt x="442" y="2416"/>
                  </a:cubicBezTo>
                  <a:cubicBezTo>
                    <a:pt x="431" y="2408"/>
                    <a:pt x="419" y="2375"/>
                    <a:pt x="420" y="2360"/>
                  </a:cubicBezTo>
                  <a:cubicBezTo>
                    <a:pt x="423" y="2338"/>
                    <a:pt x="459" y="2311"/>
                    <a:pt x="469" y="2293"/>
                  </a:cubicBezTo>
                  <a:cubicBezTo>
                    <a:pt x="481" y="2271"/>
                    <a:pt x="514" y="2227"/>
                    <a:pt x="511" y="2201"/>
                  </a:cubicBezTo>
                  <a:cubicBezTo>
                    <a:pt x="508" y="2172"/>
                    <a:pt x="458" y="2143"/>
                    <a:pt x="446" y="2118"/>
                  </a:cubicBezTo>
                  <a:cubicBezTo>
                    <a:pt x="435" y="2096"/>
                    <a:pt x="426" y="2046"/>
                    <a:pt x="419" y="2022"/>
                  </a:cubicBezTo>
                  <a:cubicBezTo>
                    <a:pt x="411" y="2001"/>
                    <a:pt x="390" y="1960"/>
                    <a:pt x="388" y="1937"/>
                  </a:cubicBezTo>
                  <a:cubicBezTo>
                    <a:pt x="386" y="1907"/>
                    <a:pt x="412" y="1852"/>
                    <a:pt x="413" y="1822"/>
                  </a:cubicBezTo>
                  <a:cubicBezTo>
                    <a:pt x="414" y="1800"/>
                    <a:pt x="410" y="1751"/>
                    <a:pt x="397" y="1735"/>
                  </a:cubicBezTo>
                  <a:cubicBezTo>
                    <a:pt x="381" y="1715"/>
                    <a:pt x="328" y="1721"/>
                    <a:pt x="308" y="1707"/>
                  </a:cubicBezTo>
                  <a:cubicBezTo>
                    <a:pt x="295" y="1697"/>
                    <a:pt x="271" y="1670"/>
                    <a:pt x="267" y="1652"/>
                  </a:cubicBezTo>
                  <a:cubicBezTo>
                    <a:pt x="260" y="1629"/>
                    <a:pt x="268" y="1577"/>
                    <a:pt x="276" y="1554"/>
                  </a:cubicBezTo>
                  <a:cubicBezTo>
                    <a:pt x="283" y="1534"/>
                    <a:pt x="308" y="1502"/>
                    <a:pt x="321" y="1487"/>
                  </a:cubicBezTo>
                  <a:cubicBezTo>
                    <a:pt x="336" y="1470"/>
                    <a:pt x="376" y="1452"/>
                    <a:pt x="388" y="1432"/>
                  </a:cubicBezTo>
                  <a:cubicBezTo>
                    <a:pt x="401" y="1410"/>
                    <a:pt x="418" y="1353"/>
                    <a:pt x="413" y="1326"/>
                  </a:cubicBezTo>
                  <a:cubicBezTo>
                    <a:pt x="410" y="1302"/>
                    <a:pt x="379" y="1266"/>
                    <a:pt x="364" y="1250"/>
                  </a:cubicBezTo>
                  <a:cubicBezTo>
                    <a:pt x="354" y="1237"/>
                    <a:pt x="332" y="1210"/>
                    <a:pt x="317" y="1208"/>
                  </a:cubicBezTo>
                  <a:cubicBezTo>
                    <a:pt x="299" y="1206"/>
                    <a:pt x="260" y="1224"/>
                    <a:pt x="250" y="1243"/>
                  </a:cubicBezTo>
                  <a:cubicBezTo>
                    <a:pt x="241" y="1261"/>
                    <a:pt x="258" y="1310"/>
                    <a:pt x="250" y="1330"/>
                  </a:cubicBezTo>
                  <a:cubicBezTo>
                    <a:pt x="245" y="1344"/>
                    <a:pt x="224" y="1362"/>
                    <a:pt x="212" y="1369"/>
                  </a:cubicBezTo>
                  <a:cubicBezTo>
                    <a:pt x="196" y="1380"/>
                    <a:pt x="159" y="1396"/>
                    <a:pt x="140" y="1396"/>
                  </a:cubicBezTo>
                  <a:cubicBezTo>
                    <a:pt x="120" y="1396"/>
                    <a:pt x="78" y="1384"/>
                    <a:pt x="64" y="1367"/>
                  </a:cubicBezTo>
                  <a:cubicBezTo>
                    <a:pt x="51" y="1351"/>
                    <a:pt x="54" y="1302"/>
                    <a:pt x="48" y="1282"/>
                  </a:cubicBezTo>
                  <a:cubicBezTo>
                    <a:pt x="39" y="1253"/>
                    <a:pt x="0" y="1204"/>
                    <a:pt x="0" y="1173"/>
                  </a:cubicBezTo>
                  <a:cubicBezTo>
                    <a:pt x="1" y="1154"/>
                    <a:pt x="26" y="1123"/>
                    <a:pt x="34" y="1106"/>
                  </a:cubicBezTo>
                  <a:cubicBezTo>
                    <a:pt x="35" y="1102"/>
                    <a:pt x="37" y="1098"/>
                    <a:pt x="39" y="1094"/>
                  </a:cubicBezTo>
                  <a:cubicBezTo>
                    <a:pt x="439" y="1079"/>
                    <a:pt x="2011" y="1023"/>
                    <a:pt x="2586" y="1001"/>
                  </a:cubicBezTo>
                  <a:cubicBezTo>
                    <a:pt x="2916" y="989"/>
                    <a:pt x="3579" y="973"/>
                    <a:pt x="3909" y="949"/>
                  </a:cubicBezTo>
                  <a:cubicBezTo>
                    <a:pt x="4243" y="925"/>
                    <a:pt x="4908" y="843"/>
                    <a:pt x="5241" y="810"/>
                  </a:cubicBezTo>
                  <a:cubicBezTo>
                    <a:pt x="5930" y="741"/>
                    <a:pt x="7311" y="626"/>
                    <a:pt x="7999" y="550"/>
                  </a:cubicBezTo>
                  <a:cubicBezTo>
                    <a:pt x="8683" y="476"/>
                    <a:pt x="10050" y="307"/>
                    <a:pt x="10733" y="209"/>
                  </a:cubicBezTo>
                  <a:cubicBezTo>
                    <a:pt x="11062" y="161"/>
                    <a:pt x="12049" y="0"/>
                    <a:pt x="12049" y="0"/>
                  </a:cubicBezTo>
                  <a:cubicBezTo>
                    <a:pt x="12049" y="0"/>
                    <a:pt x="12136" y="36"/>
                    <a:pt x="12154" y="65"/>
                  </a:cubicBezTo>
                  <a:cubicBezTo>
                    <a:pt x="12173" y="96"/>
                    <a:pt x="12158" y="184"/>
                    <a:pt x="12174" y="218"/>
                  </a:cubicBezTo>
                  <a:cubicBezTo>
                    <a:pt x="12186" y="243"/>
                    <a:pt x="12227" y="280"/>
                    <a:pt x="12250" y="290"/>
                  </a:cubicBezTo>
                  <a:cubicBezTo>
                    <a:pt x="12277" y="301"/>
                    <a:pt x="12340" y="273"/>
                    <a:pt x="12364" y="291"/>
                  </a:cubicBezTo>
                  <a:cubicBezTo>
                    <a:pt x="12381" y="306"/>
                    <a:pt x="12390" y="361"/>
                    <a:pt x="12398" y="385"/>
                  </a:cubicBezTo>
                  <a:cubicBezTo>
                    <a:pt x="12408" y="416"/>
                    <a:pt x="12415" y="488"/>
                    <a:pt x="12436" y="509"/>
                  </a:cubicBezTo>
                  <a:cubicBezTo>
                    <a:pt x="12453" y="526"/>
                    <a:pt x="12507" y="505"/>
                    <a:pt x="12521" y="524"/>
                  </a:cubicBezTo>
                  <a:cubicBezTo>
                    <a:pt x="12541" y="551"/>
                    <a:pt x="12509" y="638"/>
                    <a:pt x="12527" y="666"/>
                  </a:cubicBezTo>
                  <a:cubicBezTo>
                    <a:pt x="12537" y="684"/>
                    <a:pt x="12576" y="690"/>
                    <a:pt x="12594" y="694"/>
                  </a:cubicBezTo>
                  <a:cubicBezTo>
                    <a:pt x="12615" y="700"/>
                    <a:pt x="12663" y="685"/>
                    <a:pt x="12682" y="699"/>
                  </a:cubicBezTo>
                  <a:cubicBezTo>
                    <a:pt x="12700" y="712"/>
                    <a:pt x="12721" y="759"/>
                    <a:pt x="12726" y="784"/>
                  </a:cubicBezTo>
                  <a:cubicBezTo>
                    <a:pt x="12732" y="815"/>
                    <a:pt x="12704" y="883"/>
                    <a:pt x="12718" y="910"/>
                  </a:cubicBezTo>
                  <a:cubicBezTo>
                    <a:pt x="12732" y="937"/>
                    <a:pt x="12796" y="935"/>
                    <a:pt x="12816" y="955"/>
                  </a:cubicBezTo>
                  <a:cubicBezTo>
                    <a:pt x="12831" y="970"/>
                    <a:pt x="12839" y="1022"/>
                    <a:pt x="12856" y="1034"/>
                  </a:cubicBezTo>
                  <a:cubicBezTo>
                    <a:pt x="12870" y="1044"/>
                    <a:pt x="12905" y="1034"/>
                    <a:pt x="12921" y="1038"/>
                  </a:cubicBezTo>
                  <a:cubicBezTo>
                    <a:pt x="12943" y="1046"/>
                    <a:pt x="12985" y="1070"/>
                    <a:pt x="13022" y="1093"/>
                  </a:cubicBezTo>
                  <a:cubicBezTo>
                    <a:pt x="12997" y="1136"/>
                    <a:pt x="12968" y="1203"/>
                    <a:pt x="12953" y="1241"/>
                  </a:cubicBezTo>
                  <a:cubicBezTo>
                    <a:pt x="12930" y="1302"/>
                    <a:pt x="12889" y="1428"/>
                    <a:pt x="12877" y="1494"/>
                  </a:cubicBezTo>
                  <a:cubicBezTo>
                    <a:pt x="12864" y="1571"/>
                    <a:pt x="12863" y="1728"/>
                    <a:pt x="12859" y="1807"/>
                  </a:cubicBezTo>
                  <a:cubicBezTo>
                    <a:pt x="12856" y="1894"/>
                    <a:pt x="12842" y="2069"/>
                    <a:pt x="12852" y="2155"/>
                  </a:cubicBezTo>
                  <a:cubicBezTo>
                    <a:pt x="12861" y="2229"/>
                    <a:pt x="12908" y="2368"/>
                    <a:pt x="12928" y="2438"/>
                  </a:cubicBezTo>
                  <a:cubicBezTo>
                    <a:pt x="12941" y="2482"/>
                    <a:pt x="12972" y="2567"/>
                    <a:pt x="12979" y="2612"/>
                  </a:cubicBezTo>
                  <a:cubicBezTo>
                    <a:pt x="12984" y="2646"/>
                    <a:pt x="12975" y="2715"/>
                    <a:pt x="12982" y="2747"/>
                  </a:cubicBezTo>
                  <a:cubicBezTo>
                    <a:pt x="12990" y="2779"/>
                    <a:pt x="13021" y="2837"/>
                    <a:pt x="13037" y="2865"/>
                  </a:cubicBezTo>
                  <a:cubicBezTo>
                    <a:pt x="13058" y="2904"/>
                    <a:pt x="13104" y="2979"/>
                    <a:pt x="13131" y="3013"/>
                  </a:cubicBezTo>
                  <a:cubicBezTo>
                    <a:pt x="13150" y="3037"/>
                    <a:pt x="13206" y="3069"/>
                    <a:pt x="13218" y="3100"/>
                  </a:cubicBezTo>
                  <a:cubicBezTo>
                    <a:pt x="13230" y="3132"/>
                    <a:pt x="13228" y="3209"/>
                    <a:pt x="13221" y="3244"/>
                  </a:cubicBezTo>
                  <a:cubicBezTo>
                    <a:pt x="13217" y="3264"/>
                    <a:pt x="13199" y="3301"/>
                    <a:pt x="13188" y="3318"/>
                  </a:cubicBezTo>
                  <a:cubicBezTo>
                    <a:pt x="13175" y="3341"/>
                    <a:pt x="13129" y="3373"/>
                    <a:pt x="13123" y="3400"/>
                  </a:cubicBezTo>
                  <a:cubicBezTo>
                    <a:pt x="13116" y="3435"/>
                    <a:pt x="13138" y="3508"/>
                    <a:pt x="13153" y="3540"/>
                  </a:cubicBezTo>
                  <a:cubicBezTo>
                    <a:pt x="13173" y="3583"/>
                    <a:pt x="13234" y="3652"/>
                    <a:pt x="13268" y="3679"/>
                  </a:cubicBezTo>
                  <a:cubicBezTo>
                    <a:pt x="13295" y="3700"/>
                    <a:pt x="13362" y="3709"/>
                    <a:pt x="13388" y="3731"/>
                  </a:cubicBezTo>
                  <a:cubicBezTo>
                    <a:pt x="13408" y="3748"/>
                    <a:pt x="13443" y="3794"/>
                    <a:pt x="13449" y="3823"/>
                  </a:cubicBezTo>
                  <a:cubicBezTo>
                    <a:pt x="13457" y="3858"/>
                    <a:pt x="13433" y="3934"/>
                    <a:pt x="13431" y="3971"/>
                  </a:cubicBezTo>
                  <a:cubicBezTo>
                    <a:pt x="13429" y="4007"/>
                    <a:pt x="13423" y="4081"/>
                    <a:pt x="13435" y="4114"/>
                  </a:cubicBezTo>
                  <a:cubicBezTo>
                    <a:pt x="13446" y="4147"/>
                    <a:pt x="13490" y="4197"/>
                    <a:pt x="13514" y="4219"/>
                  </a:cubicBezTo>
                  <a:cubicBezTo>
                    <a:pt x="13544" y="4246"/>
                    <a:pt x="13616" y="4278"/>
                    <a:pt x="13648" y="4302"/>
                  </a:cubicBezTo>
                  <a:cubicBezTo>
                    <a:pt x="13679" y="4325"/>
                    <a:pt x="13736" y="4378"/>
                    <a:pt x="13764" y="4406"/>
                  </a:cubicBezTo>
                  <a:cubicBezTo>
                    <a:pt x="13794" y="4437"/>
                    <a:pt x="13849" y="4507"/>
                    <a:pt x="13879" y="4537"/>
                  </a:cubicBezTo>
                  <a:cubicBezTo>
                    <a:pt x="13909" y="4565"/>
                    <a:pt x="13973" y="4609"/>
                    <a:pt x="14002" y="4637"/>
                  </a:cubicBezTo>
                  <a:cubicBezTo>
                    <a:pt x="14022" y="4656"/>
                    <a:pt x="14063" y="4694"/>
                    <a:pt x="14075" y="4720"/>
                  </a:cubicBezTo>
                  <a:cubicBezTo>
                    <a:pt x="14090" y="4751"/>
                    <a:pt x="14091" y="4827"/>
                    <a:pt x="14104" y="4859"/>
                  </a:cubicBezTo>
                  <a:cubicBezTo>
                    <a:pt x="14116" y="4888"/>
                    <a:pt x="14148" y="4947"/>
                    <a:pt x="14172" y="4959"/>
                  </a:cubicBezTo>
                  <a:cubicBezTo>
                    <a:pt x="14201" y="4974"/>
                    <a:pt x="14266" y="4937"/>
                    <a:pt x="14295" y="4946"/>
                  </a:cubicBezTo>
                  <a:cubicBezTo>
                    <a:pt x="14318" y="4953"/>
                    <a:pt x="14357" y="4986"/>
                    <a:pt x="14371" y="5007"/>
                  </a:cubicBezTo>
                  <a:cubicBezTo>
                    <a:pt x="14397" y="5043"/>
                    <a:pt x="14418" y="5139"/>
                    <a:pt x="14436" y="5181"/>
                  </a:cubicBezTo>
                  <a:cubicBezTo>
                    <a:pt x="14456" y="5226"/>
                    <a:pt x="14494" y="5318"/>
                    <a:pt x="14524" y="5355"/>
                  </a:cubicBezTo>
                  <a:cubicBezTo>
                    <a:pt x="14552" y="5392"/>
                    <a:pt x="14624" y="5446"/>
                    <a:pt x="14661" y="5469"/>
                  </a:cubicBezTo>
                  <a:cubicBezTo>
                    <a:pt x="14708" y="5497"/>
                    <a:pt x="14812" y="5521"/>
                    <a:pt x="14860" y="5547"/>
                  </a:cubicBezTo>
                  <a:cubicBezTo>
                    <a:pt x="14914" y="5576"/>
                    <a:pt x="15013" y="5652"/>
                    <a:pt x="15062" y="5690"/>
                  </a:cubicBezTo>
                  <a:cubicBezTo>
                    <a:pt x="15105" y="5724"/>
                    <a:pt x="15190" y="5795"/>
                    <a:pt x="15229" y="5834"/>
                  </a:cubicBezTo>
                  <a:cubicBezTo>
                    <a:pt x="15283" y="5889"/>
                    <a:pt x="15379" y="6013"/>
                    <a:pt x="15431" y="6069"/>
                  </a:cubicBezTo>
                  <a:cubicBezTo>
                    <a:pt x="15455" y="6094"/>
                    <a:pt x="15513" y="6133"/>
                    <a:pt x="15529" y="6165"/>
                  </a:cubicBezTo>
                  <a:cubicBezTo>
                    <a:pt x="15549" y="6205"/>
                    <a:pt x="15549" y="6303"/>
                    <a:pt x="15558" y="6348"/>
                  </a:cubicBezTo>
                  <a:cubicBezTo>
                    <a:pt x="15567" y="6394"/>
                    <a:pt x="15587" y="6487"/>
                    <a:pt x="15602" y="6531"/>
                  </a:cubicBezTo>
                  <a:cubicBezTo>
                    <a:pt x="15618" y="6579"/>
                    <a:pt x="15659" y="6671"/>
                    <a:pt x="15685" y="6714"/>
                  </a:cubicBezTo>
                  <a:cubicBezTo>
                    <a:pt x="15703" y="6744"/>
                    <a:pt x="15755" y="6789"/>
                    <a:pt x="15768" y="6823"/>
                  </a:cubicBezTo>
                  <a:cubicBezTo>
                    <a:pt x="15776" y="6843"/>
                    <a:pt x="15783" y="6891"/>
                    <a:pt x="15779" y="6914"/>
                  </a:cubicBezTo>
                  <a:cubicBezTo>
                    <a:pt x="15773" y="6941"/>
                    <a:pt x="15739" y="6982"/>
                    <a:pt x="15728" y="7005"/>
                  </a:cubicBezTo>
                  <a:cubicBezTo>
                    <a:pt x="15714" y="7034"/>
                    <a:pt x="15684" y="7090"/>
                    <a:pt x="15681" y="7123"/>
                  </a:cubicBezTo>
                  <a:cubicBezTo>
                    <a:pt x="15679" y="7146"/>
                    <a:pt x="15691" y="7193"/>
                    <a:pt x="15699" y="7214"/>
                  </a:cubicBezTo>
                  <a:cubicBezTo>
                    <a:pt x="15712" y="7247"/>
                    <a:pt x="15752" y="7302"/>
                    <a:pt x="15768" y="7332"/>
                  </a:cubicBezTo>
                  <a:cubicBezTo>
                    <a:pt x="15785" y="7365"/>
                    <a:pt x="15818" y="7431"/>
                    <a:pt x="15829" y="7467"/>
                  </a:cubicBezTo>
                  <a:cubicBezTo>
                    <a:pt x="15841" y="7504"/>
                    <a:pt x="15846" y="7583"/>
                    <a:pt x="15859" y="7619"/>
                  </a:cubicBezTo>
                  <a:cubicBezTo>
                    <a:pt x="15872" y="7663"/>
                    <a:pt x="15912" y="7742"/>
                    <a:pt x="15934" y="7780"/>
                  </a:cubicBezTo>
                  <a:cubicBezTo>
                    <a:pt x="15955" y="7816"/>
                    <a:pt x="15995" y="7891"/>
                    <a:pt x="16025" y="7916"/>
                  </a:cubicBezTo>
                  <a:cubicBezTo>
                    <a:pt x="16052" y="7938"/>
                    <a:pt x="16118" y="7961"/>
                    <a:pt x="16151" y="7963"/>
                  </a:cubicBezTo>
                  <a:cubicBezTo>
                    <a:pt x="16182" y="7966"/>
                    <a:pt x="16244" y="7955"/>
                    <a:pt x="16271" y="7937"/>
                  </a:cubicBezTo>
                  <a:cubicBezTo>
                    <a:pt x="16294" y="7922"/>
                    <a:pt x="16325" y="7868"/>
                    <a:pt x="16339" y="7841"/>
                  </a:cubicBezTo>
                  <a:cubicBezTo>
                    <a:pt x="16359" y="7805"/>
                    <a:pt x="16392" y="7729"/>
                    <a:pt x="16405" y="7689"/>
                  </a:cubicBezTo>
                  <a:cubicBezTo>
                    <a:pt x="16418" y="7645"/>
                    <a:pt x="16417" y="7544"/>
                    <a:pt x="16441" y="7506"/>
                  </a:cubicBezTo>
                  <a:cubicBezTo>
                    <a:pt x="16456" y="7481"/>
                    <a:pt x="16506" y="7452"/>
                    <a:pt x="16531" y="7445"/>
                  </a:cubicBezTo>
                  <a:cubicBezTo>
                    <a:pt x="16576" y="7433"/>
                    <a:pt x="16671" y="7447"/>
                    <a:pt x="16716" y="7463"/>
                  </a:cubicBezTo>
                  <a:cubicBezTo>
                    <a:pt x="16754" y="7476"/>
                    <a:pt x="16819" y="7536"/>
                    <a:pt x="16856" y="7554"/>
                  </a:cubicBezTo>
                  <a:cubicBezTo>
                    <a:pt x="16888" y="7569"/>
                    <a:pt x="16954" y="7593"/>
                    <a:pt x="16987" y="7593"/>
                  </a:cubicBezTo>
                  <a:cubicBezTo>
                    <a:pt x="17013" y="7594"/>
                    <a:pt x="17062" y="7565"/>
                    <a:pt x="17089" y="7567"/>
                  </a:cubicBezTo>
                  <a:cubicBezTo>
                    <a:pt x="17120" y="7569"/>
                    <a:pt x="17183" y="7597"/>
                    <a:pt x="17211" y="7615"/>
                  </a:cubicBezTo>
                  <a:cubicBezTo>
                    <a:pt x="17249" y="7639"/>
                    <a:pt x="17307" y="7721"/>
                    <a:pt x="17345" y="7746"/>
                  </a:cubicBezTo>
                  <a:cubicBezTo>
                    <a:pt x="17376" y="7765"/>
                    <a:pt x="17447" y="7777"/>
                    <a:pt x="17479" y="7793"/>
                  </a:cubicBezTo>
                  <a:cubicBezTo>
                    <a:pt x="17507" y="7808"/>
                    <a:pt x="17569" y="7834"/>
                    <a:pt x="17588" y="7863"/>
                  </a:cubicBezTo>
                  <a:cubicBezTo>
                    <a:pt x="17613" y="7903"/>
                    <a:pt x="17636" y="8010"/>
                    <a:pt x="17627" y="8059"/>
                  </a:cubicBezTo>
                  <a:cubicBezTo>
                    <a:pt x="17621" y="8093"/>
                    <a:pt x="17578" y="8143"/>
                    <a:pt x="17559" y="8168"/>
                  </a:cubicBezTo>
                  <a:cubicBezTo>
                    <a:pt x="17536" y="8198"/>
                    <a:pt x="17481" y="8249"/>
                    <a:pt x="17461" y="8281"/>
                  </a:cubicBezTo>
                  <a:cubicBezTo>
                    <a:pt x="17439" y="8317"/>
                    <a:pt x="17405" y="8397"/>
                    <a:pt x="17392" y="8438"/>
                  </a:cubicBezTo>
                  <a:cubicBezTo>
                    <a:pt x="17383" y="8468"/>
                    <a:pt x="17364" y="8532"/>
                    <a:pt x="17366" y="8565"/>
                  </a:cubicBezTo>
                  <a:cubicBezTo>
                    <a:pt x="17369" y="8590"/>
                    <a:pt x="17392" y="8638"/>
                    <a:pt x="17403" y="8660"/>
                  </a:cubicBezTo>
                  <a:cubicBezTo>
                    <a:pt x="17417" y="8687"/>
                    <a:pt x="17456" y="8732"/>
                    <a:pt x="17468" y="8760"/>
                  </a:cubicBezTo>
                  <a:cubicBezTo>
                    <a:pt x="17483" y="8796"/>
                    <a:pt x="17509" y="8873"/>
                    <a:pt x="17508" y="8912"/>
                  </a:cubicBezTo>
                  <a:cubicBezTo>
                    <a:pt x="17507" y="8958"/>
                    <a:pt x="17471" y="9042"/>
                    <a:pt x="17454" y="9082"/>
                  </a:cubicBezTo>
                  <a:cubicBezTo>
                    <a:pt x="17442" y="9109"/>
                    <a:pt x="17412" y="9159"/>
                    <a:pt x="17396" y="9183"/>
                  </a:cubicBezTo>
                  <a:cubicBezTo>
                    <a:pt x="17376" y="9210"/>
                    <a:pt x="17328" y="9256"/>
                    <a:pt x="17313" y="9287"/>
                  </a:cubicBezTo>
                  <a:cubicBezTo>
                    <a:pt x="17293" y="9325"/>
                    <a:pt x="17270" y="9413"/>
                    <a:pt x="17262" y="9457"/>
                  </a:cubicBezTo>
                  <a:cubicBezTo>
                    <a:pt x="17252" y="9514"/>
                    <a:pt x="17249" y="9633"/>
                    <a:pt x="17247" y="9692"/>
                  </a:cubicBezTo>
                  <a:cubicBezTo>
                    <a:pt x="17247" y="9735"/>
                    <a:pt x="17259" y="9824"/>
                    <a:pt x="17251" y="9866"/>
                  </a:cubicBezTo>
                  <a:cubicBezTo>
                    <a:pt x="17243" y="9907"/>
                    <a:pt x="17203" y="9978"/>
                    <a:pt x="17186" y="10014"/>
                  </a:cubicBezTo>
                  <a:cubicBezTo>
                    <a:pt x="17166" y="10056"/>
                    <a:pt x="17120" y="10138"/>
                    <a:pt x="17099" y="10179"/>
                  </a:cubicBezTo>
                  <a:cubicBezTo>
                    <a:pt x="17078" y="10222"/>
                    <a:pt x="17028" y="10305"/>
                    <a:pt x="17016" y="10354"/>
                  </a:cubicBezTo>
                  <a:cubicBezTo>
                    <a:pt x="17002" y="10412"/>
                    <a:pt x="16997" y="10537"/>
                    <a:pt x="17005" y="10598"/>
                  </a:cubicBezTo>
                  <a:cubicBezTo>
                    <a:pt x="17010" y="10634"/>
                    <a:pt x="17041" y="10701"/>
                    <a:pt x="17049" y="10737"/>
                  </a:cubicBezTo>
                  <a:cubicBezTo>
                    <a:pt x="17058" y="10780"/>
                    <a:pt x="17057" y="10870"/>
                    <a:pt x="17070" y="10911"/>
                  </a:cubicBezTo>
                  <a:cubicBezTo>
                    <a:pt x="17086" y="10958"/>
                    <a:pt x="17135" y="11040"/>
                    <a:pt x="17164" y="11076"/>
                  </a:cubicBezTo>
                  <a:cubicBezTo>
                    <a:pt x="17182" y="11099"/>
                    <a:pt x="17224" y="11139"/>
                    <a:pt x="17247" y="11150"/>
                  </a:cubicBezTo>
                  <a:cubicBezTo>
                    <a:pt x="17268" y="11161"/>
                    <a:pt x="17315" y="11156"/>
                    <a:pt x="17335" y="11168"/>
                  </a:cubicBezTo>
                  <a:cubicBezTo>
                    <a:pt x="17367" y="11187"/>
                    <a:pt x="17420" y="11252"/>
                    <a:pt x="17443" y="11285"/>
                  </a:cubicBezTo>
                  <a:cubicBezTo>
                    <a:pt x="17469" y="11324"/>
                    <a:pt x="17509" y="11413"/>
                    <a:pt x="17530" y="11455"/>
                  </a:cubicBezTo>
                  <a:cubicBezTo>
                    <a:pt x="17547" y="11490"/>
                    <a:pt x="17573" y="11568"/>
                    <a:pt x="17598" y="11595"/>
                  </a:cubicBezTo>
                  <a:cubicBezTo>
                    <a:pt x="17626" y="11624"/>
                    <a:pt x="17696" y="11660"/>
                    <a:pt x="17732" y="11664"/>
                  </a:cubicBezTo>
                  <a:cubicBezTo>
                    <a:pt x="17762" y="11668"/>
                    <a:pt x="17819" y="11625"/>
                    <a:pt x="17848" y="11634"/>
                  </a:cubicBezTo>
                  <a:cubicBezTo>
                    <a:pt x="17870" y="11640"/>
                    <a:pt x="17906" y="11679"/>
                    <a:pt x="17917" y="11703"/>
                  </a:cubicBezTo>
                  <a:cubicBezTo>
                    <a:pt x="17929" y="11731"/>
                    <a:pt x="17911" y="11802"/>
                    <a:pt x="17928" y="11825"/>
                  </a:cubicBezTo>
                  <a:cubicBezTo>
                    <a:pt x="17944" y="11848"/>
                    <a:pt x="18000" y="11858"/>
                    <a:pt x="18025" y="11856"/>
                  </a:cubicBezTo>
                  <a:cubicBezTo>
                    <a:pt x="18045" y="11854"/>
                    <a:pt x="18079" y="11816"/>
                    <a:pt x="18097" y="11821"/>
                  </a:cubicBezTo>
                  <a:cubicBezTo>
                    <a:pt x="18126" y="11830"/>
                    <a:pt x="18153" y="11904"/>
                    <a:pt x="18174" y="11930"/>
                  </a:cubicBezTo>
                  <a:cubicBezTo>
                    <a:pt x="18198" y="11960"/>
                    <a:pt x="18249" y="12016"/>
                    <a:pt x="18277" y="12041"/>
                  </a:cubicBezTo>
                  <a:cubicBezTo>
                    <a:pt x="18295" y="12057"/>
                    <a:pt x="18332" y="12097"/>
                    <a:pt x="18354" y="12093"/>
                  </a:cubicBezTo>
                  <a:cubicBezTo>
                    <a:pt x="18374" y="12090"/>
                    <a:pt x="18393" y="12037"/>
                    <a:pt x="18410" y="12028"/>
                  </a:cubicBezTo>
                  <a:cubicBezTo>
                    <a:pt x="18433" y="12017"/>
                    <a:pt x="18485" y="12015"/>
                    <a:pt x="18506" y="12028"/>
                  </a:cubicBezTo>
                  <a:cubicBezTo>
                    <a:pt x="18528" y="12040"/>
                    <a:pt x="18566" y="12088"/>
                    <a:pt x="18566" y="12117"/>
                  </a:cubicBezTo>
                  <a:cubicBezTo>
                    <a:pt x="18565" y="12144"/>
                    <a:pt x="18512" y="12191"/>
                    <a:pt x="18506" y="12196"/>
                  </a:cubicBezTo>
                  <a:cubicBezTo>
                    <a:pt x="18501" y="12200"/>
                    <a:pt x="18434" y="12204"/>
                    <a:pt x="18422" y="12226"/>
                  </a:cubicBezTo>
                  <a:cubicBezTo>
                    <a:pt x="18408" y="12248"/>
                    <a:pt x="18422" y="12307"/>
                    <a:pt x="18428" y="12333"/>
                  </a:cubicBezTo>
                  <a:cubicBezTo>
                    <a:pt x="18438" y="12367"/>
                    <a:pt x="18469" y="12433"/>
                    <a:pt x="18492" y="12457"/>
                  </a:cubicBezTo>
                  <a:cubicBezTo>
                    <a:pt x="18518" y="12484"/>
                    <a:pt x="18585" y="12525"/>
                    <a:pt x="18620" y="12522"/>
                  </a:cubicBezTo>
                  <a:cubicBezTo>
                    <a:pt x="18654" y="12519"/>
                    <a:pt x="18715" y="12467"/>
                    <a:pt x="18736" y="12435"/>
                  </a:cubicBezTo>
                  <a:cubicBezTo>
                    <a:pt x="18748" y="12417"/>
                    <a:pt x="18753" y="12371"/>
                    <a:pt x="18760" y="12350"/>
                  </a:cubicBezTo>
                  <a:cubicBezTo>
                    <a:pt x="18767" y="12328"/>
                    <a:pt x="18775" y="12273"/>
                    <a:pt x="18794" y="12265"/>
                  </a:cubicBezTo>
                  <a:cubicBezTo>
                    <a:pt x="18822" y="12253"/>
                    <a:pt x="18876" y="12309"/>
                    <a:pt x="18903" y="12324"/>
                  </a:cubicBezTo>
                  <a:cubicBezTo>
                    <a:pt x="18922" y="12335"/>
                    <a:pt x="18969" y="12348"/>
                    <a:pt x="18982" y="12370"/>
                  </a:cubicBezTo>
                  <a:cubicBezTo>
                    <a:pt x="18999" y="12398"/>
                    <a:pt x="18976" y="12477"/>
                    <a:pt x="18991" y="12507"/>
                  </a:cubicBezTo>
                  <a:cubicBezTo>
                    <a:pt x="18999" y="12521"/>
                    <a:pt x="19024" y="12541"/>
                    <a:pt x="19038" y="12544"/>
                  </a:cubicBezTo>
                  <a:cubicBezTo>
                    <a:pt x="19058" y="12547"/>
                    <a:pt x="19094" y="12512"/>
                    <a:pt x="19114" y="12513"/>
                  </a:cubicBezTo>
                  <a:cubicBezTo>
                    <a:pt x="19136" y="12515"/>
                    <a:pt x="19178" y="12541"/>
                    <a:pt x="19195" y="12557"/>
                  </a:cubicBezTo>
                  <a:cubicBezTo>
                    <a:pt x="19216" y="12575"/>
                    <a:pt x="19238" y="12634"/>
                    <a:pt x="19258" y="12650"/>
                  </a:cubicBezTo>
                  <a:cubicBezTo>
                    <a:pt x="19280" y="12668"/>
                    <a:pt x="19337" y="12670"/>
                    <a:pt x="19358" y="12687"/>
                  </a:cubicBezTo>
                  <a:cubicBezTo>
                    <a:pt x="19374" y="12701"/>
                    <a:pt x="19398" y="12738"/>
                    <a:pt x="19407" y="12759"/>
                  </a:cubicBezTo>
                  <a:cubicBezTo>
                    <a:pt x="19421" y="12790"/>
                    <a:pt x="19427" y="12862"/>
                    <a:pt x="19438" y="12894"/>
                  </a:cubicBezTo>
                  <a:cubicBezTo>
                    <a:pt x="19445" y="12916"/>
                    <a:pt x="19461" y="12963"/>
                    <a:pt x="19478" y="12975"/>
                  </a:cubicBezTo>
                  <a:cubicBezTo>
                    <a:pt x="19504" y="12993"/>
                    <a:pt x="19571" y="12964"/>
                    <a:pt x="19600" y="12972"/>
                  </a:cubicBezTo>
                  <a:cubicBezTo>
                    <a:pt x="19619" y="12978"/>
                    <a:pt x="19656" y="13000"/>
                    <a:pt x="19671" y="13014"/>
                  </a:cubicBezTo>
                  <a:cubicBezTo>
                    <a:pt x="19692" y="13033"/>
                    <a:pt x="19715" y="13096"/>
                    <a:pt x="19738" y="13110"/>
                  </a:cubicBezTo>
                  <a:cubicBezTo>
                    <a:pt x="19758" y="13121"/>
                    <a:pt x="19806" y="13103"/>
                    <a:pt x="19827" y="13112"/>
                  </a:cubicBezTo>
                  <a:cubicBezTo>
                    <a:pt x="19857" y="13125"/>
                    <a:pt x="19913" y="13173"/>
                    <a:pt x="19928" y="13208"/>
                  </a:cubicBezTo>
                  <a:cubicBezTo>
                    <a:pt x="19940" y="13235"/>
                    <a:pt x="19933" y="13319"/>
                    <a:pt x="19933" y="13330"/>
                  </a:cubicBezTo>
                  <a:cubicBezTo>
                    <a:pt x="19933" y="13341"/>
                    <a:pt x="19950" y="13418"/>
                    <a:pt x="19966" y="13441"/>
                  </a:cubicBezTo>
                  <a:cubicBezTo>
                    <a:pt x="19980" y="13460"/>
                    <a:pt x="20023" y="13474"/>
                    <a:pt x="20037" y="13493"/>
                  </a:cubicBezTo>
                  <a:cubicBezTo>
                    <a:pt x="20054" y="13516"/>
                    <a:pt x="20077" y="13574"/>
                    <a:pt x="20080" y="13604"/>
                  </a:cubicBezTo>
                  <a:cubicBezTo>
                    <a:pt x="20082" y="13632"/>
                    <a:pt x="20077" y="13700"/>
                    <a:pt x="20057" y="13713"/>
                  </a:cubicBezTo>
                  <a:cubicBezTo>
                    <a:pt x="20039" y="13724"/>
                    <a:pt x="20002" y="13673"/>
                    <a:pt x="19982" y="13678"/>
                  </a:cubicBezTo>
                  <a:cubicBezTo>
                    <a:pt x="19966" y="13682"/>
                    <a:pt x="19941" y="13716"/>
                    <a:pt x="19937" y="13735"/>
                  </a:cubicBezTo>
                  <a:cubicBezTo>
                    <a:pt x="19928" y="13772"/>
                    <a:pt x="19950" y="13851"/>
                    <a:pt x="19963" y="13887"/>
                  </a:cubicBezTo>
                  <a:cubicBezTo>
                    <a:pt x="19980" y="13941"/>
                    <a:pt x="20036" y="14037"/>
                    <a:pt x="20064" y="14085"/>
                  </a:cubicBezTo>
                  <a:cubicBezTo>
                    <a:pt x="20090" y="14129"/>
                    <a:pt x="20149" y="14212"/>
                    <a:pt x="20180" y="14252"/>
                  </a:cubicBezTo>
                  <a:cubicBezTo>
                    <a:pt x="20211" y="14293"/>
                    <a:pt x="20288" y="14358"/>
                    <a:pt x="20312" y="14405"/>
                  </a:cubicBezTo>
                  <a:cubicBezTo>
                    <a:pt x="20340" y="14462"/>
                    <a:pt x="20378" y="14595"/>
                    <a:pt x="20373" y="14662"/>
                  </a:cubicBezTo>
                  <a:cubicBezTo>
                    <a:pt x="20371" y="14690"/>
                    <a:pt x="20343" y="14740"/>
                    <a:pt x="20331" y="14764"/>
                  </a:cubicBezTo>
                  <a:cubicBezTo>
                    <a:pt x="20322" y="14783"/>
                    <a:pt x="20306" y="14825"/>
                    <a:pt x="20290" y="14836"/>
                  </a:cubicBezTo>
                  <a:cubicBezTo>
                    <a:pt x="20266" y="14852"/>
                    <a:pt x="20205" y="14828"/>
                    <a:pt x="20181" y="14845"/>
                  </a:cubicBezTo>
                  <a:cubicBezTo>
                    <a:pt x="20153" y="14864"/>
                    <a:pt x="20120" y="14937"/>
                    <a:pt x="20109" y="14973"/>
                  </a:cubicBezTo>
                  <a:cubicBezTo>
                    <a:pt x="20099" y="15006"/>
                    <a:pt x="20090" y="15077"/>
                    <a:pt x="20096" y="15110"/>
                  </a:cubicBezTo>
                  <a:cubicBezTo>
                    <a:pt x="20101" y="15136"/>
                    <a:pt x="20130" y="15176"/>
                    <a:pt x="20141" y="15198"/>
                  </a:cubicBezTo>
                  <a:cubicBezTo>
                    <a:pt x="20149" y="15212"/>
                    <a:pt x="20161" y="15246"/>
                    <a:pt x="20174" y="15254"/>
                  </a:cubicBezTo>
                  <a:cubicBezTo>
                    <a:pt x="20189" y="15263"/>
                    <a:pt x="20226" y="15245"/>
                    <a:pt x="20243" y="15252"/>
                  </a:cubicBezTo>
                  <a:cubicBezTo>
                    <a:pt x="20257" y="15259"/>
                    <a:pt x="20282" y="15287"/>
                    <a:pt x="20288" y="15304"/>
                  </a:cubicBezTo>
                  <a:cubicBezTo>
                    <a:pt x="20298" y="15331"/>
                    <a:pt x="20289" y="15395"/>
                    <a:pt x="20292" y="15424"/>
                  </a:cubicBezTo>
                  <a:cubicBezTo>
                    <a:pt x="20295" y="15455"/>
                    <a:pt x="20302" y="15518"/>
                    <a:pt x="20313" y="15546"/>
                  </a:cubicBezTo>
                  <a:cubicBezTo>
                    <a:pt x="20327" y="15582"/>
                    <a:pt x="20377" y="15639"/>
                    <a:pt x="20395" y="15672"/>
                  </a:cubicBezTo>
                  <a:cubicBezTo>
                    <a:pt x="20421" y="15719"/>
                    <a:pt x="20455" y="15829"/>
                    <a:pt x="20487" y="15870"/>
                  </a:cubicBezTo>
                  <a:cubicBezTo>
                    <a:pt x="20504" y="15891"/>
                    <a:pt x="20553" y="15910"/>
                    <a:pt x="20568" y="15932"/>
                  </a:cubicBezTo>
                  <a:cubicBezTo>
                    <a:pt x="20585" y="15953"/>
                    <a:pt x="20608" y="16007"/>
                    <a:pt x="20610" y="16036"/>
                  </a:cubicBezTo>
                  <a:cubicBezTo>
                    <a:pt x="20612" y="16065"/>
                    <a:pt x="20577" y="16119"/>
                    <a:pt x="20579" y="16148"/>
                  </a:cubicBezTo>
                  <a:cubicBezTo>
                    <a:pt x="20582" y="16179"/>
                    <a:pt x="20606" y="16236"/>
                    <a:pt x="20626" y="16253"/>
                  </a:cubicBezTo>
                  <a:cubicBezTo>
                    <a:pt x="20651" y="16274"/>
                    <a:pt x="20715" y="16266"/>
                    <a:pt x="20744" y="16275"/>
                  </a:cubicBezTo>
                  <a:cubicBezTo>
                    <a:pt x="20770" y="16284"/>
                    <a:pt x="20823" y="16303"/>
                    <a:pt x="20845" y="16323"/>
                  </a:cubicBezTo>
                  <a:cubicBezTo>
                    <a:pt x="20868" y="16343"/>
                    <a:pt x="20889" y="16416"/>
                    <a:pt x="20916" y="16427"/>
                  </a:cubicBezTo>
                  <a:cubicBezTo>
                    <a:pt x="20935" y="16436"/>
                    <a:pt x="20980" y="16426"/>
                    <a:pt x="20995" y="16410"/>
                  </a:cubicBezTo>
                  <a:cubicBezTo>
                    <a:pt x="21012" y="16392"/>
                    <a:pt x="21018" y="16332"/>
                    <a:pt x="21019" y="16305"/>
                  </a:cubicBezTo>
                  <a:cubicBezTo>
                    <a:pt x="21020" y="16280"/>
                    <a:pt x="21016" y="16224"/>
                    <a:pt x="21003" y="16205"/>
                  </a:cubicBezTo>
                  <a:cubicBezTo>
                    <a:pt x="20990" y="16189"/>
                    <a:pt x="20949" y="16186"/>
                    <a:pt x="20932" y="16179"/>
                  </a:cubicBezTo>
                  <a:cubicBezTo>
                    <a:pt x="20910" y="16171"/>
                    <a:pt x="20855" y="16172"/>
                    <a:pt x="20845" y="16147"/>
                  </a:cubicBezTo>
                  <a:cubicBezTo>
                    <a:pt x="20838" y="16128"/>
                    <a:pt x="20858" y="16084"/>
                    <a:pt x="20870" y="16070"/>
                  </a:cubicBezTo>
                  <a:cubicBezTo>
                    <a:pt x="20883" y="16057"/>
                    <a:pt x="20917" y="16050"/>
                    <a:pt x="20934" y="16049"/>
                  </a:cubicBezTo>
                  <a:cubicBezTo>
                    <a:pt x="20963" y="16047"/>
                    <a:pt x="21024" y="16053"/>
                    <a:pt x="21048" y="16072"/>
                  </a:cubicBezTo>
                  <a:cubicBezTo>
                    <a:pt x="21066" y="16088"/>
                    <a:pt x="21078" y="16145"/>
                    <a:pt x="21093" y="16164"/>
                  </a:cubicBezTo>
                  <a:cubicBezTo>
                    <a:pt x="21106" y="16181"/>
                    <a:pt x="21141" y="16199"/>
                    <a:pt x="21154" y="16214"/>
                  </a:cubicBezTo>
                  <a:cubicBezTo>
                    <a:pt x="21166" y="16228"/>
                    <a:pt x="21184" y="16252"/>
                    <a:pt x="21200" y="16276"/>
                  </a:cubicBezTo>
                  <a:cubicBezTo>
                    <a:pt x="21210" y="16293"/>
                    <a:pt x="21219" y="16310"/>
                    <a:pt x="21223" y="16323"/>
                  </a:cubicBezTo>
                  <a:cubicBezTo>
                    <a:pt x="21231" y="16347"/>
                    <a:pt x="21224" y="16403"/>
                    <a:pt x="21230" y="16427"/>
                  </a:cubicBezTo>
                  <a:cubicBezTo>
                    <a:pt x="21236" y="16453"/>
                    <a:pt x="21253" y="16511"/>
                    <a:pt x="21274" y="16521"/>
                  </a:cubicBezTo>
                  <a:cubicBezTo>
                    <a:pt x="21292" y="16530"/>
                    <a:pt x="21337" y="16509"/>
                    <a:pt x="21351" y="16491"/>
                  </a:cubicBezTo>
                  <a:cubicBezTo>
                    <a:pt x="21360" y="16479"/>
                    <a:pt x="21356" y="16439"/>
                    <a:pt x="21366" y="16426"/>
                  </a:cubicBezTo>
                  <a:cubicBezTo>
                    <a:pt x="21378" y="16408"/>
                    <a:pt x="21415" y="16384"/>
                    <a:pt x="21434" y="16385"/>
                  </a:cubicBezTo>
                  <a:cubicBezTo>
                    <a:pt x="21454" y="16386"/>
                    <a:pt x="21489" y="16420"/>
                    <a:pt x="21502" y="16439"/>
                  </a:cubicBezTo>
                  <a:cubicBezTo>
                    <a:pt x="21523" y="16466"/>
                    <a:pt x="21551" y="16535"/>
                    <a:pt x="21557" y="16571"/>
                  </a:cubicBezTo>
                  <a:cubicBezTo>
                    <a:pt x="21564" y="16618"/>
                    <a:pt x="21548" y="16713"/>
                    <a:pt x="21542" y="16760"/>
                  </a:cubicBezTo>
                  <a:cubicBezTo>
                    <a:pt x="21537" y="16798"/>
                    <a:pt x="21526" y="16873"/>
                    <a:pt x="21513" y="16908"/>
                  </a:cubicBezTo>
                  <a:cubicBezTo>
                    <a:pt x="21503" y="16936"/>
                    <a:pt x="21477" y="16989"/>
                    <a:pt x="21458" y="17011"/>
                  </a:cubicBezTo>
                  <a:cubicBezTo>
                    <a:pt x="21444" y="17025"/>
                    <a:pt x="21404" y="17036"/>
                    <a:pt x="21391" y="17053"/>
                  </a:cubicBezTo>
                  <a:cubicBezTo>
                    <a:pt x="21372" y="17079"/>
                    <a:pt x="21345" y="17148"/>
                    <a:pt x="21345" y="17183"/>
                  </a:cubicBezTo>
                  <a:cubicBezTo>
                    <a:pt x="21346" y="17217"/>
                    <a:pt x="21369" y="17287"/>
                    <a:pt x="21393" y="17304"/>
                  </a:cubicBezTo>
                  <a:cubicBezTo>
                    <a:pt x="21412" y="17318"/>
                    <a:pt x="21461" y="17288"/>
                    <a:pt x="21482" y="17298"/>
                  </a:cubicBezTo>
                  <a:cubicBezTo>
                    <a:pt x="21521" y="17315"/>
                    <a:pt x="21591" y="17388"/>
                    <a:pt x="21597" y="17437"/>
                  </a:cubicBezTo>
                  <a:cubicBezTo>
                    <a:pt x="21600" y="17458"/>
                    <a:pt x="21581" y="17504"/>
                    <a:pt x="21565" y="17512"/>
                  </a:cubicBezTo>
                  <a:cubicBezTo>
                    <a:pt x="21547" y="17520"/>
                    <a:pt x="21513" y="17482"/>
                    <a:pt x="21494" y="17481"/>
                  </a:cubicBezTo>
                  <a:cubicBezTo>
                    <a:pt x="21463" y="17478"/>
                    <a:pt x="21396" y="17495"/>
                    <a:pt x="21371" y="17518"/>
                  </a:cubicBezTo>
                  <a:cubicBezTo>
                    <a:pt x="21346" y="17541"/>
                    <a:pt x="21313" y="17614"/>
                    <a:pt x="21311" y="17652"/>
                  </a:cubicBezTo>
                  <a:cubicBezTo>
                    <a:pt x="21311" y="17677"/>
                    <a:pt x="21331" y="17725"/>
                    <a:pt x="21345" y="17743"/>
                  </a:cubicBezTo>
                  <a:cubicBezTo>
                    <a:pt x="21362" y="17766"/>
                    <a:pt x="21415" y="17781"/>
                    <a:pt x="21429" y="17806"/>
                  </a:cubicBezTo>
                  <a:cubicBezTo>
                    <a:pt x="21447" y="17836"/>
                    <a:pt x="21458" y="17915"/>
                    <a:pt x="21454" y="17952"/>
                  </a:cubicBezTo>
                  <a:cubicBezTo>
                    <a:pt x="21451" y="17980"/>
                    <a:pt x="21419" y="18024"/>
                    <a:pt x="21412" y="18050"/>
                  </a:cubicBezTo>
                  <a:cubicBezTo>
                    <a:pt x="21400" y="18093"/>
                    <a:pt x="21395" y="18185"/>
                    <a:pt x="21385" y="18228"/>
                  </a:cubicBezTo>
                  <a:cubicBezTo>
                    <a:pt x="21376" y="18265"/>
                    <a:pt x="21360" y="18340"/>
                    <a:pt x="21341" y="18371"/>
                  </a:cubicBezTo>
                  <a:cubicBezTo>
                    <a:pt x="21325" y="18397"/>
                    <a:pt x="21279" y="18445"/>
                    <a:pt x="21251" y="18445"/>
                  </a:cubicBezTo>
                  <a:cubicBezTo>
                    <a:pt x="21203" y="18446"/>
                    <a:pt x="21122" y="18360"/>
                    <a:pt x="21092" y="18315"/>
                  </a:cubicBezTo>
                  <a:cubicBezTo>
                    <a:pt x="21076" y="18292"/>
                    <a:pt x="21058" y="18210"/>
                    <a:pt x="21058" y="18205"/>
                  </a:cubicBezTo>
                  <a:cubicBezTo>
                    <a:pt x="21058" y="18201"/>
                    <a:pt x="20995" y="18138"/>
                    <a:pt x="20969" y="18132"/>
                  </a:cubicBezTo>
                  <a:cubicBezTo>
                    <a:pt x="20950" y="18127"/>
                    <a:pt x="20909" y="18138"/>
                    <a:pt x="20891" y="18149"/>
                  </a:cubicBezTo>
                  <a:cubicBezTo>
                    <a:pt x="20864" y="18164"/>
                    <a:pt x="20817" y="18214"/>
                    <a:pt x="20805" y="18246"/>
                  </a:cubicBezTo>
                  <a:cubicBezTo>
                    <a:pt x="20788" y="18297"/>
                    <a:pt x="20811" y="18410"/>
                    <a:pt x="20808" y="18465"/>
                  </a:cubicBezTo>
                  <a:cubicBezTo>
                    <a:pt x="20805" y="18517"/>
                    <a:pt x="20786" y="18620"/>
                    <a:pt x="20781" y="18672"/>
                  </a:cubicBezTo>
                  <a:cubicBezTo>
                    <a:pt x="20777" y="18711"/>
                    <a:pt x="20777" y="18788"/>
                    <a:pt x="20773" y="18826"/>
                  </a:cubicBezTo>
                  <a:cubicBezTo>
                    <a:pt x="20772" y="18835"/>
                    <a:pt x="20770" y="18847"/>
                    <a:pt x="20769" y="18860"/>
                  </a:cubicBezTo>
                  <a:cubicBezTo>
                    <a:pt x="20764" y="18896"/>
                    <a:pt x="20758" y="18939"/>
                    <a:pt x="20748" y="18962"/>
                  </a:cubicBezTo>
                  <a:cubicBezTo>
                    <a:pt x="20732" y="18994"/>
                    <a:pt x="20687" y="19043"/>
                    <a:pt x="20661" y="19061"/>
                  </a:cubicBezTo>
                  <a:cubicBezTo>
                    <a:pt x="20648" y="19071"/>
                    <a:pt x="20617" y="19091"/>
                    <a:pt x="20603" y="19085"/>
                  </a:cubicBezTo>
                  <a:cubicBezTo>
                    <a:pt x="20575" y="19075"/>
                    <a:pt x="20544" y="19008"/>
                    <a:pt x="20532" y="18976"/>
                  </a:cubicBezTo>
                  <a:cubicBezTo>
                    <a:pt x="20526" y="18958"/>
                    <a:pt x="20518" y="18916"/>
                    <a:pt x="20522" y="18896"/>
                  </a:cubicBezTo>
                  <a:cubicBezTo>
                    <a:pt x="20524" y="18877"/>
                    <a:pt x="20545" y="18848"/>
                    <a:pt x="20552" y="18831"/>
                  </a:cubicBezTo>
                  <a:cubicBezTo>
                    <a:pt x="20561" y="18810"/>
                    <a:pt x="20578" y="18768"/>
                    <a:pt x="20583" y="18746"/>
                  </a:cubicBezTo>
                  <a:cubicBezTo>
                    <a:pt x="20589" y="18714"/>
                    <a:pt x="20595" y="18649"/>
                    <a:pt x="20590" y="18617"/>
                  </a:cubicBezTo>
                  <a:cubicBezTo>
                    <a:pt x="20587" y="18594"/>
                    <a:pt x="20572" y="18548"/>
                    <a:pt x="20559" y="18530"/>
                  </a:cubicBezTo>
                  <a:cubicBezTo>
                    <a:pt x="20542" y="18506"/>
                    <a:pt x="20492" y="18478"/>
                    <a:pt x="20467" y="18469"/>
                  </a:cubicBezTo>
                  <a:cubicBezTo>
                    <a:pt x="20444" y="18462"/>
                    <a:pt x="20393" y="18458"/>
                    <a:pt x="20370" y="18463"/>
                  </a:cubicBezTo>
                  <a:cubicBezTo>
                    <a:pt x="20351" y="18466"/>
                    <a:pt x="20314" y="18482"/>
                    <a:pt x="20299" y="18496"/>
                  </a:cubicBezTo>
                  <a:cubicBezTo>
                    <a:pt x="20277" y="18516"/>
                    <a:pt x="20242" y="18571"/>
                    <a:pt x="20236" y="18602"/>
                  </a:cubicBezTo>
                  <a:cubicBezTo>
                    <a:pt x="20230" y="18632"/>
                    <a:pt x="20238" y="18695"/>
                    <a:pt x="20250" y="18722"/>
                  </a:cubicBezTo>
                  <a:cubicBezTo>
                    <a:pt x="20263" y="18752"/>
                    <a:pt x="20316" y="18788"/>
                    <a:pt x="20335" y="18813"/>
                  </a:cubicBezTo>
                  <a:cubicBezTo>
                    <a:pt x="20353" y="18839"/>
                    <a:pt x="20385" y="18896"/>
                    <a:pt x="20398" y="18927"/>
                  </a:cubicBezTo>
                  <a:cubicBezTo>
                    <a:pt x="20410" y="18955"/>
                    <a:pt x="20434" y="19012"/>
                    <a:pt x="20436" y="19044"/>
                  </a:cubicBezTo>
                  <a:cubicBezTo>
                    <a:pt x="20438" y="19070"/>
                    <a:pt x="20426" y="19123"/>
                    <a:pt x="20420" y="19149"/>
                  </a:cubicBezTo>
                  <a:cubicBezTo>
                    <a:pt x="20416" y="19170"/>
                    <a:pt x="20398" y="19211"/>
                    <a:pt x="20398" y="19233"/>
                  </a:cubicBezTo>
                  <a:cubicBezTo>
                    <a:pt x="20399" y="19263"/>
                    <a:pt x="20421" y="19320"/>
                    <a:pt x="20435" y="19345"/>
                  </a:cubicBezTo>
                  <a:cubicBezTo>
                    <a:pt x="20451" y="19375"/>
                    <a:pt x="20511" y="19414"/>
                    <a:pt x="20518" y="19449"/>
                  </a:cubicBezTo>
                  <a:cubicBezTo>
                    <a:pt x="20526" y="19492"/>
                    <a:pt x="20493" y="19579"/>
                    <a:pt x="20475" y="19617"/>
                  </a:cubicBezTo>
                  <a:cubicBezTo>
                    <a:pt x="20465" y="19635"/>
                    <a:pt x="20439" y="19671"/>
                    <a:pt x="20422" y="19678"/>
                  </a:cubicBezTo>
                  <a:cubicBezTo>
                    <a:pt x="20380" y="19694"/>
                    <a:pt x="20289" y="19631"/>
                    <a:pt x="20246" y="19647"/>
                  </a:cubicBezTo>
                  <a:cubicBezTo>
                    <a:pt x="20223" y="19657"/>
                    <a:pt x="20182" y="19701"/>
                    <a:pt x="20176" y="19730"/>
                  </a:cubicBezTo>
                  <a:cubicBezTo>
                    <a:pt x="20171" y="19753"/>
                    <a:pt x="20187" y="19802"/>
                    <a:pt x="20199" y="19821"/>
                  </a:cubicBezTo>
                  <a:cubicBezTo>
                    <a:pt x="20212" y="19841"/>
                    <a:pt x="20250" y="19865"/>
                    <a:pt x="20270" y="19871"/>
                  </a:cubicBezTo>
                  <a:cubicBezTo>
                    <a:pt x="20300" y="19882"/>
                    <a:pt x="20365" y="19863"/>
                    <a:pt x="20395" y="19873"/>
                  </a:cubicBezTo>
                  <a:cubicBezTo>
                    <a:pt x="20422" y="19884"/>
                    <a:pt x="20484" y="19918"/>
                    <a:pt x="20492" y="19952"/>
                  </a:cubicBezTo>
                  <a:cubicBezTo>
                    <a:pt x="20500" y="19986"/>
                    <a:pt x="20462" y="20053"/>
                    <a:pt x="20444" y="20081"/>
                  </a:cubicBezTo>
                  <a:cubicBezTo>
                    <a:pt x="20426" y="20106"/>
                    <a:pt x="20379" y="20145"/>
                    <a:pt x="20353" y="20157"/>
                  </a:cubicBezTo>
                  <a:cubicBezTo>
                    <a:pt x="20326" y="20169"/>
                    <a:pt x="20267" y="20179"/>
                    <a:pt x="20239" y="20172"/>
                  </a:cubicBezTo>
                  <a:cubicBezTo>
                    <a:pt x="20214" y="20165"/>
                    <a:pt x="20175" y="20116"/>
                    <a:pt x="20151" y="20106"/>
                  </a:cubicBezTo>
                  <a:cubicBezTo>
                    <a:pt x="20126" y="20097"/>
                    <a:pt x="20073" y="20098"/>
                    <a:pt x="20047" y="20102"/>
                  </a:cubicBezTo>
                  <a:cubicBezTo>
                    <a:pt x="20020" y="20106"/>
                    <a:pt x="19959" y="20115"/>
                    <a:pt x="19943" y="20141"/>
                  </a:cubicBezTo>
                  <a:cubicBezTo>
                    <a:pt x="19930" y="20163"/>
                    <a:pt x="19931" y="20222"/>
                    <a:pt x="19941" y="20246"/>
                  </a:cubicBezTo>
                  <a:cubicBezTo>
                    <a:pt x="19954" y="20281"/>
                    <a:pt x="20011" y="20326"/>
                    <a:pt x="20040" y="20344"/>
                  </a:cubicBezTo>
                  <a:cubicBezTo>
                    <a:pt x="20076" y="20366"/>
                    <a:pt x="20157" y="20378"/>
                    <a:pt x="20196" y="20394"/>
                  </a:cubicBezTo>
                  <a:cubicBezTo>
                    <a:pt x="20223" y="20405"/>
                    <a:pt x="20280" y="20426"/>
                    <a:pt x="20302" y="20448"/>
                  </a:cubicBezTo>
                  <a:cubicBezTo>
                    <a:pt x="20331" y="20477"/>
                    <a:pt x="20379" y="20554"/>
                    <a:pt x="20382" y="20599"/>
                  </a:cubicBezTo>
                  <a:cubicBezTo>
                    <a:pt x="20385" y="20638"/>
                    <a:pt x="20354" y="20713"/>
                    <a:pt x="20333" y="20742"/>
                  </a:cubicBezTo>
                  <a:cubicBezTo>
                    <a:pt x="20304" y="20783"/>
                    <a:pt x="20217" y="20821"/>
                    <a:pt x="20181" y="20854"/>
                  </a:cubicBezTo>
                  <a:cubicBezTo>
                    <a:pt x="20166" y="20867"/>
                    <a:pt x="20132" y="20891"/>
                    <a:pt x="20125" y="20912"/>
                  </a:cubicBezTo>
                  <a:cubicBezTo>
                    <a:pt x="20114" y="20947"/>
                    <a:pt x="20140" y="21026"/>
                    <a:pt x="20138" y="21064"/>
                  </a:cubicBezTo>
                  <a:cubicBezTo>
                    <a:pt x="20136" y="21104"/>
                    <a:pt x="20126" y="21186"/>
                    <a:pt x="20111" y="21221"/>
                  </a:cubicBezTo>
                  <a:cubicBezTo>
                    <a:pt x="20098" y="21251"/>
                    <a:pt x="20049" y="21288"/>
                    <a:pt x="20027" y="21322"/>
                  </a:cubicBezTo>
                  <a:lnTo>
                    <a:pt x="17957" y="21600"/>
                  </a:lnTo>
                  <a:cubicBezTo>
                    <a:pt x="17957" y="21600"/>
                    <a:pt x="17975" y="21526"/>
                    <a:pt x="17984" y="21502"/>
                  </a:cubicBezTo>
                  <a:cubicBezTo>
                    <a:pt x="17997" y="21466"/>
                    <a:pt x="18035" y="21401"/>
                    <a:pt x="18046" y="21365"/>
                  </a:cubicBezTo>
                  <a:cubicBezTo>
                    <a:pt x="18057" y="21330"/>
                    <a:pt x="18059" y="21254"/>
                    <a:pt x="18067" y="21218"/>
                  </a:cubicBezTo>
                  <a:cubicBezTo>
                    <a:pt x="18076" y="21183"/>
                    <a:pt x="18093" y="21110"/>
                    <a:pt x="18111" y="21081"/>
                  </a:cubicBezTo>
                  <a:cubicBezTo>
                    <a:pt x="18131" y="21048"/>
                    <a:pt x="18189" y="21005"/>
                    <a:pt x="18214" y="20979"/>
                  </a:cubicBezTo>
                  <a:cubicBezTo>
                    <a:pt x="18239" y="20953"/>
                    <a:pt x="18292" y="20904"/>
                    <a:pt x="18312" y="20872"/>
                  </a:cubicBezTo>
                  <a:cubicBezTo>
                    <a:pt x="18324" y="20852"/>
                    <a:pt x="18345" y="20808"/>
                    <a:pt x="18347" y="20784"/>
                  </a:cubicBezTo>
                  <a:cubicBezTo>
                    <a:pt x="18350" y="20760"/>
                    <a:pt x="18325" y="20712"/>
                    <a:pt x="18330" y="20689"/>
                  </a:cubicBezTo>
                  <a:cubicBezTo>
                    <a:pt x="18338" y="20660"/>
                    <a:pt x="18381" y="20622"/>
                    <a:pt x="18399" y="20601"/>
                  </a:cubicBezTo>
                  <a:cubicBezTo>
                    <a:pt x="18415" y="20581"/>
                    <a:pt x="18446" y="20539"/>
                    <a:pt x="18464" y="20523"/>
                  </a:cubicBezTo>
                  <a:cubicBezTo>
                    <a:pt x="18497" y="20492"/>
                    <a:pt x="18583" y="20462"/>
                    <a:pt x="18610" y="20425"/>
                  </a:cubicBezTo>
                  <a:cubicBezTo>
                    <a:pt x="18629" y="20400"/>
                    <a:pt x="18644" y="20331"/>
                    <a:pt x="18654" y="20300"/>
                  </a:cubicBezTo>
                  <a:cubicBezTo>
                    <a:pt x="18661" y="20280"/>
                    <a:pt x="18666" y="20232"/>
                    <a:pt x="18678" y="20215"/>
                  </a:cubicBezTo>
                  <a:cubicBezTo>
                    <a:pt x="18691" y="20199"/>
                    <a:pt x="18730" y="20191"/>
                    <a:pt x="18746" y="20179"/>
                  </a:cubicBezTo>
                  <a:cubicBezTo>
                    <a:pt x="18759" y="20171"/>
                    <a:pt x="18789" y="20156"/>
                    <a:pt x="18795" y="20140"/>
                  </a:cubicBezTo>
                  <a:cubicBezTo>
                    <a:pt x="18810" y="20105"/>
                    <a:pt x="18800" y="20018"/>
                    <a:pt x="18789" y="19981"/>
                  </a:cubicBezTo>
                  <a:cubicBezTo>
                    <a:pt x="18782" y="19955"/>
                    <a:pt x="18746" y="19920"/>
                    <a:pt x="18738" y="19895"/>
                  </a:cubicBezTo>
                  <a:cubicBezTo>
                    <a:pt x="18731" y="19875"/>
                    <a:pt x="18725" y="19829"/>
                    <a:pt x="18730" y="19807"/>
                  </a:cubicBezTo>
                  <a:cubicBezTo>
                    <a:pt x="18736" y="19780"/>
                    <a:pt x="18780" y="19741"/>
                    <a:pt x="18784" y="19713"/>
                  </a:cubicBezTo>
                  <a:cubicBezTo>
                    <a:pt x="18788" y="19682"/>
                    <a:pt x="18774" y="19612"/>
                    <a:pt x="18754" y="19592"/>
                  </a:cubicBezTo>
                  <a:cubicBezTo>
                    <a:pt x="18740" y="19576"/>
                    <a:pt x="18696" y="19587"/>
                    <a:pt x="18678" y="19578"/>
                  </a:cubicBezTo>
                  <a:cubicBezTo>
                    <a:pt x="18645" y="19563"/>
                    <a:pt x="18590" y="19507"/>
                    <a:pt x="18564" y="19477"/>
                  </a:cubicBezTo>
                  <a:cubicBezTo>
                    <a:pt x="18542" y="19452"/>
                    <a:pt x="18497" y="19398"/>
                    <a:pt x="18486" y="19363"/>
                  </a:cubicBezTo>
                  <a:cubicBezTo>
                    <a:pt x="18473" y="19327"/>
                    <a:pt x="18491" y="19240"/>
                    <a:pt x="18475" y="19207"/>
                  </a:cubicBezTo>
                  <a:cubicBezTo>
                    <a:pt x="18458" y="19173"/>
                    <a:pt x="18400" y="19128"/>
                    <a:pt x="18369" y="19118"/>
                  </a:cubicBezTo>
                  <a:cubicBezTo>
                    <a:pt x="18330" y="19106"/>
                    <a:pt x="18206" y="19138"/>
                    <a:pt x="18206" y="19138"/>
                  </a:cubicBezTo>
                  <a:lnTo>
                    <a:pt x="13659" y="19679"/>
                  </a:lnTo>
                  <a:lnTo>
                    <a:pt x="12254" y="19810"/>
                  </a:lnTo>
                  <a:lnTo>
                    <a:pt x="10197" y="20000"/>
                  </a:lnTo>
                  <a:lnTo>
                    <a:pt x="8477" y="20157"/>
                  </a:lnTo>
                  <a:lnTo>
                    <a:pt x="4384" y="20487"/>
                  </a:lnTo>
                  <a:lnTo>
                    <a:pt x="4277" y="18094"/>
                  </a:lnTo>
                  <a:lnTo>
                    <a:pt x="3821" y="7918"/>
                  </a:lnTo>
                  <a:cubicBezTo>
                    <a:pt x="3821" y="7918"/>
                    <a:pt x="3858" y="7881"/>
                    <a:pt x="3864" y="7864"/>
                  </a:cubicBezTo>
                  <a:cubicBezTo>
                    <a:pt x="3871" y="7846"/>
                    <a:pt x="3874" y="7804"/>
                    <a:pt x="3870" y="7785"/>
                  </a:cubicBezTo>
                  <a:cubicBezTo>
                    <a:pt x="3866" y="7767"/>
                    <a:pt x="3849" y="7732"/>
                    <a:pt x="3836" y="7723"/>
                  </a:cubicBezTo>
                  <a:cubicBezTo>
                    <a:pt x="3826" y="7717"/>
                    <a:pt x="3800" y="7720"/>
                    <a:pt x="3790" y="7725"/>
                  </a:cubicBezTo>
                  <a:cubicBezTo>
                    <a:pt x="3780" y="7729"/>
                    <a:pt x="3768" y="7750"/>
                    <a:pt x="3758" y="7754"/>
                  </a:cubicBezTo>
                  <a:cubicBezTo>
                    <a:pt x="3738" y="7765"/>
                    <a:pt x="3688" y="7781"/>
                    <a:pt x="3669" y="7766"/>
                  </a:cubicBezTo>
                  <a:cubicBezTo>
                    <a:pt x="3652" y="7752"/>
                    <a:pt x="3659" y="7692"/>
                    <a:pt x="3646" y="7673"/>
                  </a:cubicBezTo>
                  <a:cubicBezTo>
                    <a:pt x="3636" y="7658"/>
                    <a:pt x="3606" y="7637"/>
                    <a:pt x="3590" y="7635"/>
                  </a:cubicBezTo>
                  <a:cubicBezTo>
                    <a:pt x="3574" y="7634"/>
                    <a:pt x="3544" y="7651"/>
                    <a:pt x="3531" y="7661"/>
                  </a:cubicBezTo>
                  <a:cubicBezTo>
                    <a:pt x="3516" y="7672"/>
                    <a:pt x="3495" y="7710"/>
                    <a:pt x="3479" y="7717"/>
                  </a:cubicBezTo>
                  <a:cubicBezTo>
                    <a:pt x="3456" y="7727"/>
                    <a:pt x="3404" y="7724"/>
                    <a:pt x="3381" y="7714"/>
                  </a:cubicBezTo>
                  <a:cubicBezTo>
                    <a:pt x="3361" y="7704"/>
                    <a:pt x="3330" y="7663"/>
                    <a:pt x="3315" y="7643"/>
                  </a:cubicBezTo>
                  <a:cubicBezTo>
                    <a:pt x="3299" y="7621"/>
                    <a:pt x="3281" y="7560"/>
                    <a:pt x="3260" y="7547"/>
                  </a:cubicBezTo>
                  <a:cubicBezTo>
                    <a:pt x="3242" y="7537"/>
                    <a:pt x="3201" y="7562"/>
                    <a:pt x="3183" y="7555"/>
                  </a:cubicBezTo>
                  <a:cubicBezTo>
                    <a:pt x="3171" y="7550"/>
                    <a:pt x="3147" y="7528"/>
                    <a:pt x="3143" y="7512"/>
                  </a:cubicBezTo>
                  <a:cubicBezTo>
                    <a:pt x="3133" y="7484"/>
                    <a:pt x="3161" y="7419"/>
                    <a:pt x="3158" y="7389"/>
                  </a:cubicBezTo>
                  <a:cubicBezTo>
                    <a:pt x="3154" y="7360"/>
                    <a:pt x="3133" y="7306"/>
                    <a:pt x="3117" y="7284"/>
                  </a:cubicBezTo>
                  <a:cubicBezTo>
                    <a:pt x="3102" y="7263"/>
                    <a:pt x="3062" y="7234"/>
                    <a:pt x="3041" y="7224"/>
                  </a:cubicBezTo>
                  <a:cubicBezTo>
                    <a:pt x="3021" y="7214"/>
                    <a:pt x="2976" y="7216"/>
                    <a:pt x="2958" y="7202"/>
                  </a:cubicBezTo>
                  <a:cubicBezTo>
                    <a:pt x="2935" y="7185"/>
                    <a:pt x="2900" y="7132"/>
                    <a:pt x="2889" y="7102"/>
                  </a:cubicBezTo>
                  <a:cubicBezTo>
                    <a:pt x="2875" y="7067"/>
                    <a:pt x="2869" y="6987"/>
                    <a:pt x="2869" y="6948"/>
                  </a:cubicBezTo>
                  <a:cubicBezTo>
                    <a:pt x="2869" y="6927"/>
                    <a:pt x="2869" y="6883"/>
                    <a:pt x="2878" y="6866"/>
                  </a:cubicBezTo>
                  <a:cubicBezTo>
                    <a:pt x="2893" y="6840"/>
                    <a:pt x="2962" y="6835"/>
                    <a:pt x="2971" y="6804"/>
                  </a:cubicBezTo>
                  <a:cubicBezTo>
                    <a:pt x="2981" y="6774"/>
                    <a:pt x="2955" y="6707"/>
                    <a:pt x="2936" y="6685"/>
                  </a:cubicBezTo>
                  <a:cubicBezTo>
                    <a:pt x="2926" y="6673"/>
                    <a:pt x="2897" y="6658"/>
                    <a:pt x="2882" y="6660"/>
                  </a:cubicBezTo>
                  <a:cubicBezTo>
                    <a:pt x="2863" y="6664"/>
                    <a:pt x="2840" y="6717"/>
                    <a:pt x="2821" y="6721"/>
                  </a:cubicBezTo>
                  <a:cubicBezTo>
                    <a:pt x="2806" y="6724"/>
                    <a:pt x="2775" y="6710"/>
                    <a:pt x="2764" y="6698"/>
                  </a:cubicBezTo>
                  <a:cubicBezTo>
                    <a:pt x="2745" y="6679"/>
                    <a:pt x="2736" y="6613"/>
                    <a:pt x="2718" y="6592"/>
                  </a:cubicBezTo>
                  <a:cubicBezTo>
                    <a:pt x="2701" y="6571"/>
                    <a:pt x="2648" y="6560"/>
                    <a:pt x="2631" y="6539"/>
                  </a:cubicBezTo>
                  <a:cubicBezTo>
                    <a:pt x="2608" y="6511"/>
                    <a:pt x="2600" y="6419"/>
                    <a:pt x="2573" y="6396"/>
                  </a:cubicBezTo>
                  <a:cubicBezTo>
                    <a:pt x="2555" y="6381"/>
                    <a:pt x="2504" y="6397"/>
                    <a:pt x="2485" y="6385"/>
                  </a:cubicBezTo>
                  <a:cubicBezTo>
                    <a:pt x="2469" y="6375"/>
                    <a:pt x="2450" y="6339"/>
                    <a:pt x="2441" y="6322"/>
                  </a:cubicBezTo>
                  <a:cubicBezTo>
                    <a:pt x="2426" y="6294"/>
                    <a:pt x="2409" y="6227"/>
                    <a:pt x="2392" y="6199"/>
                  </a:cubicBezTo>
                  <a:cubicBezTo>
                    <a:pt x="2382" y="6181"/>
                    <a:pt x="2357" y="6151"/>
                    <a:pt x="2343" y="6138"/>
                  </a:cubicBezTo>
                  <a:cubicBezTo>
                    <a:pt x="2327" y="6122"/>
                    <a:pt x="2286" y="6104"/>
                    <a:pt x="2270" y="6086"/>
                  </a:cubicBezTo>
                  <a:cubicBezTo>
                    <a:pt x="2253" y="6066"/>
                    <a:pt x="2223" y="6015"/>
                    <a:pt x="2215" y="5988"/>
                  </a:cubicBezTo>
                  <a:cubicBezTo>
                    <a:pt x="2204" y="5952"/>
                    <a:pt x="2186" y="5868"/>
                    <a:pt x="2204" y="5837"/>
                  </a:cubicBezTo>
                  <a:cubicBezTo>
                    <a:pt x="2218" y="5812"/>
                    <a:pt x="2278" y="5805"/>
                    <a:pt x="2304" y="5803"/>
                  </a:cubicBezTo>
                  <a:cubicBezTo>
                    <a:pt x="2321" y="5802"/>
                    <a:pt x="2357" y="5824"/>
                    <a:pt x="2372" y="5815"/>
                  </a:cubicBezTo>
                  <a:cubicBezTo>
                    <a:pt x="2394" y="5801"/>
                    <a:pt x="2421" y="5738"/>
                    <a:pt x="2418" y="5709"/>
                  </a:cubicBezTo>
                  <a:cubicBezTo>
                    <a:pt x="2415" y="5679"/>
                    <a:pt x="2360" y="5650"/>
                    <a:pt x="2352" y="5622"/>
                  </a:cubicBezTo>
                  <a:cubicBezTo>
                    <a:pt x="2344" y="5596"/>
                    <a:pt x="2353" y="5538"/>
                    <a:pt x="2359" y="5511"/>
                  </a:cubicBezTo>
                  <a:cubicBezTo>
                    <a:pt x="2364" y="5482"/>
                    <a:pt x="2379" y="5423"/>
                    <a:pt x="2394" y="5400"/>
                  </a:cubicBezTo>
                  <a:cubicBezTo>
                    <a:pt x="2408" y="5377"/>
                    <a:pt x="2446" y="5338"/>
                    <a:pt x="2469" y="5328"/>
                  </a:cubicBezTo>
                  <a:cubicBezTo>
                    <a:pt x="2495" y="5317"/>
                    <a:pt x="2556" y="5346"/>
                    <a:pt x="2579" y="5328"/>
                  </a:cubicBezTo>
                  <a:cubicBezTo>
                    <a:pt x="2593" y="5318"/>
                    <a:pt x="2604" y="5279"/>
                    <a:pt x="2606" y="5261"/>
                  </a:cubicBezTo>
                  <a:cubicBezTo>
                    <a:pt x="2608" y="5224"/>
                    <a:pt x="2573" y="5154"/>
                    <a:pt x="2574" y="5117"/>
                  </a:cubicBezTo>
                  <a:cubicBezTo>
                    <a:pt x="2575" y="5089"/>
                    <a:pt x="2588" y="5028"/>
                    <a:pt x="2606" y="5008"/>
                  </a:cubicBezTo>
                  <a:cubicBezTo>
                    <a:pt x="2614" y="4998"/>
                    <a:pt x="2640" y="4989"/>
                    <a:pt x="2652" y="4992"/>
                  </a:cubicBezTo>
                  <a:cubicBezTo>
                    <a:pt x="2671" y="4996"/>
                    <a:pt x="2696" y="5035"/>
                    <a:pt x="2711" y="5051"/>
                  </a:cubicBezTo>
                  <a:cubicBezTo>
                    <a:pt x="2724" y="5064"/>
                    <a:pt x="2747" y="5099"/>
                    <a:pt x="2763" y="5106"/>
                  </a:cubicBezTo>
                  <a:cubicBezTo>
                    <a:pt x="2784" y="5116"/>
                    <a:pt x="2834" y="5117"/>
                    <a:pt x="2855" y="5106"/>
                  </a:cubicBezTo>
                  <a:cubicBezTo>
                    <a:pt x="2876" y="5096"/>
                    <a:pt x="2910" y="5054"/>
                    <a:pt x="2920" y="5030"/>
                  </a:cubicBezTo>
                  <a:cubicBezTo>
                    <a:pt x="2928" y="5011"/>
                    <a:pt x="2934" y="4968"/>
                    <a:pt x="2931" y="4948"/>
                  </a:cubicBezTo>
                  <a:cubicBezTo>
                    <a:pt x="2928" y="4925"/>
                    <a:pt x="2912" y="4878"/>
                    <a:pt x="2896" y="4868"/>
                  </a:cubicBezTo>
                  <a:cubicBezTo>
                    <a:pt x="2881" y="4859"/>
                    <a:pt x="2848" y="4871"/>
                    <a:pt x="2833" y="4879"/>
                  </a:cubicBezTo>
                  <a:cubicBezTo>
                    <a:pt x="2819" y="4888"/>
                    <a:pt x="2801" y="4928"/>
                    <a:pt x="2784" y="4931"/>
                  </a:cubicBezTo>
                  <a:cubicBezTo>
                    <a:pt x="2766" y="4936"/>
                    <a:pt x="2730" y="4912"/>
                    <a:pt x="2714" y="4900"/>
                  </a:cubicBezTo>
                  <a:cubicBezTo>
                    <a:pt x="2696" y="4887"/>
                    <a:pt x="2653" y="4856"/>
                    <a:pt x="2653" y="4830"/>
                  </a:cubicBezTo>
                  <a:cubicBezTo>
                    <a:pt x="2654" y="4810"/>
                    <a:pt x="2689" y="4784"/>
                    <a:pt x="2704" y="4776"/>
                  </a:cubicBezTo>
                  <a:cubicBezTo>
                    <a:pt x="2728" y="4765"/>
                    <a:pt x="2784" y="4790"/>
                    <a:pt x="2806" y="4775"/>
                  </a:cubicBezTo>
                  <a:cubicBezTo>
                    <a:pt x="2818" y="4767"/>
                    <a:pt x="2828" y="4733"/>
                    <a:pt x="2833" y="4719"/>
                  </a:cubicBezTo>
                  <a:cubicBezTo>
                    <a:pt x="2843" y="4696"/>
                    <a:pt x="2867" y="4650"/>
                    <a:pt x="2867" y="4625"/>
                  </a:cubicBezTo>
                  <a:cubicBezTo>
                    <a:pt x="2867" y="4603"/>
                    <a:pt x="2851" y="4562"/>
                    <a:pt x="2839" y="4548"/>
                  </a:cubicBezTo>
                  <a:cubicBezTo>
                    <a:pt x="2826" y="4534"/>
                    <a:pt x="2793" y="4521"/>
                    <a:pt x="2776" y="4518"/>
                  </a:cubicBezTo>
                  <a:cubicBezTo>
                    <a:pt x="2756" y="4515"/>
                    <a:pt x="2713" y="4538"/>
                    <a:pt x="2695" y="4528"/>
                  </a:cubicBezTo>
                  <a:cubicBezTo>
                    <a:pt x="2678" y="4518"/>
                    <a:pt x="2654" y="4475"/>
                    <a:pt x="2652" y="4453"/>
                  </a:cubicBezTo>
                  <a:cubicBezTo>
                    <a:pt x="2647" y="4417"/>
                    <a:pt x="2698" y="4350"/>
                    <a:pt x="2692" y="4314"/>
                  </a:cubicBezTo>
                  <a:cubicBezTo>
                    <a:pt x="2688" y="4288"/>
                    <a:pt x="2652" y="4246"/>
                    <a:pt x="2631" y="4236"/>
                  </a:cubicBezTo>
                  <a:cubicBezTo>
                    <a:pt x="2612" y="4226"/>
                    <a:pt x="2568" y="4233"/>
                    <a:pt x="2548" y="4241"/>
                  </a:cubicBezTo>
                  <a:cubicBezTo>
                    <a:pt x="2535" y="4245"/>
                    <a:pt x="2513" y="4270"/>
                    <a:pt x="2499" y="4275"/>
                  </a:cubicBezTo>
                  <a:cubicBezTo>
                    <a:pt x="2478" y="4282"/>
                    <a:pt x="2425" y="4258"/>
                    <a:pt x="2409" y="4277"/>
                  </a:cubicBezTo>
                  <a:cubicBezTo>
                    <a:pt x="2399" y="4288"/>
                    <a:pt x="2408" y="4325"/>
                    <a:pt x="2404" y="4340"/>
                  </a:cubicBezTo>
                  <a:cubicBezTo>
                    <a:pt x="2399" y="4365"/>
                    <a:pt x="2384" y="4415"/>
                    <a:pt x="2368" y="4431"/>
                  </a:cubicBezTo>
                  <a:cubicBezTo>
                    <a:pt x="2353" y="4447"/>
                    <a:pt x="2311" y="4457"/>
                    <a:pt x="2291" y="4461"/>
                  </a:cubicBezTo>
                  <a:cubicBezTo>
                    <a:pt x="2266" y="4466"/>
                    <a:pt x="2215" y="4471"/>
                    <a:pt x="2190" y="4464"/>
                  </a:cubicBezTo>
                  <a:cubicBezTo>
                    <a:pt x="2158" y="4455"/>
                    <a:pt x="2099" y="4417"/>
                    <a:pt x="2075" y="4391"/>
                  </a:cubicBezTo>
                  <a:cubicBezTo>
                    <a:pt x="2055" y="4368"/>
                    <a:pt x="2041" y="4289"/>
                    <a:pt x="2015" y="4279"/>
                  </a:cubicBezTo>
                  <a:cubicBezTo>
                    <a:pt x="1996" y="4271"/>
                    <a:pt x="1960" y="4314"/>
                    <a:pt x="1939" y="4314"/>
                  </a:cubicBezTo>
                  <a:cubicBezTo>
                    <a:pt x="1916" y="4315"/>
                    <a:pt x="1866" y="4298"/>
                    <a:pt x="1851" y="4277"/>
                  </a:cubicBezTo>
                  <a:cubicBezTo>
                    <a:pt x="1836" y="4256"/>
                    <a:pt x="1845" y="4194"/>
                    <a:pt x="1836" y="4169"/>
                  </a:cubicBezTo>
                  <a:cubicBezTo>
                    <a:pt x="1828" y="4144"/>
                    <a:pt x="1806" y="4095"/>
                    <a:pt x="1787" y="4081"/>
                  </a:cubicBezTo>
                  <a:cubicBezTo>
                    <a:pt x="1771" y="4068"/>
                    <a:pt x="1727" y="4077"/>
                    <a:pt x="1709" y="4066"/>
                  </a:cubicBezTo>
                  <a:cubicBezTo>
                    <a:pt x="1692" y="4056"/>
                    <a:pt x="1672" y="4016"/>
                    <a:pt x="1659" y="4003"/>
                  </a:cubicBezTo>
                  <a:cubicBezTo>
                    <a:pt x="1640" y="3985"/>
                    <a:pt x="1600" y="3957"/>
                    <a:pt x="1580" y="3942"/>
                  </a:cubicBezTo>
                  <a:cubicBezTo>
                    <a:pt x="1566" y="3932"/>
                    <a:pt x="1536" y="3916"/>
                    <a:pt x="1524" y="3902"/>
                  </a:cubicBezTo>
                  <a:cubicBezTo>
                    <a:pt x="1513" y="3890"/>
                    <a:pt x="1497" y="3854"/>
                    <a:pt x="1489" y="3837"/>
                  </a:cubicBezTo>
                  <a:cubicBezTo>
                    <a:pt x="1487" y="3834"/>
                    <a:pt x="1485" y="3830"/>
                    <a:pt x="1484" y="3825"/>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84" name="Shape 4766"/>
            <p:cNvSpPr/>
            <p:nvPr/>
          </p:nvSpPr>
          <p:spPr>
            <a:xfrm>
              <a:off x="6029075" y="4579335"/>
              <a:ext cx="1203328" cy="1016683"/>
            </a:xfrm>
            <a:custGeom>
              <a:avLst/>
              <a:gdLst/>
              <a:ahLst/>
              <a:cxnLst>
                <a:cxn ang="0">
                  <a:pos x="wd2" y="hd2"/>
                </a:cxn>
                <a:cxn ang="5400000">
                  <a:pos x="wd2" y="hd2"/>
                </a:cxn>
                <a:cxn ang="10800000">
                  <a:pos x="wd2" y="hd2"/>
                </a:cxn>
                <a:cxn ang="16200000">
                  <a:pos x="wd2" y="hd2"/>
                </a:cxn>
              </a:cxnLst>
              <a:rect l="0" t="0" r="r" b="b"/>
              <a:pathLst>
                <a:path w="21595" h="21594" extrusionOk="0">
                  <a:moveTo>
                    <a:pt x="21593" y="19837"/>
                  </a:moveTo>
                  <a:cubicBezTo>
                    <a:pt x="21600" y="19870"/>
                    <a:pt x="21587" y="19950"/>
                    <a:pt x="21564" y="19970"/>
                  </a:cubicBezTo>
                  <a:cubicBezTo>
                    <a:pt x="21535" y="19995"/>
                    <a:pt x="21452" y="19936"/>
                    <a:pt x="21423" y="19960"/>
                  </a:cubicBezTo>
                  <a:cubicBezTo>
                    <a:pt x="21407" y="19975"/>
                    <a:pt x="21395" y="20032"/>
                    <a:pt x="21402" y="20056"/>
                  </a:cubicBezTo>
                  <a:cubicBezTo>
                    <a:pt x="21409" y="20081"/>
                    <a:pt x="21462" y="20100"/>
                    <a:pt x="21473" y="20124"/>
                  </a:cubicBezTo>
                  <a:cubicBezTo>
                    <a:pt x="21484" y="20149"/>
                    <a:pt x="21484" y="20211"/>
                    <a:pt x="21479" y="20239"/>
                  </a:cubicBezTo>
                  <a:cubicBezTo>
                    <a:pt x="21473" y="20271"/>
                    <a:pt x="21435" y="20322"/>
                    <a:pt x="21428" y="20352"/>
                  </a:cubicBezTo>
                  <a:cubicBezTo>
                    <a:pt x="21421" y="20381"/>
                    <a:pt x="21434" y="20446"/>
                    <a:pt x="21421" y="20471"/>
                  </a:cubicBezTo>
                  <a:cubicBezTo>
                    <a:pt x="21400" y="20513"/>
                    <a:pt x="21321" y="20564"/>
                    <a:pt x="21281" y="20574"/>
                  </a:cubicBezTo>
                  <a:cubicBezTo>
                    <a:pt x="21242" y="20584"/>
                    <a:pt x="21153" y="20522"/>
                    <a:pt x="21118" y="20549"/>
                  </a:cubicBezTo>
                  <a:cubicBezTo>
                    <a:pt x="21089" y="20573"/>
                    <a:pt x="21097" y="20677"/>
                    <a:pt x="21086" y="20718"/>
                  </a:cubicBezTo>
                  <a:cubicBezTo>
                    <a:pt x="21073" y="20760"/>
                    <a:pt x="21043" y="20843"/>
                    <a:pt x="21024" y="20881"/>
                  </a:cubicBezTo>
                  <a:cubicBezTo>
                    <a:pt x="21008" y="20913"/>
                    <a:pt x="20979" y="21005"/>
                    <a:pt x="20947" y="20999"/>
                  </a:cubicBezTo>
                  <a:cubicBezTo>
                    <a:pt x="20919" y="20994"/>
                    <a:pt x="20924" y="20901"/>
                    <a:pt x="20907" y="20874"/>
                  </a:cubicBezTo>
                  <a:cubicBezTo>
                    <a:pt x="20888" y="20841"/>
                    <a:pt x="20828" y="20800"/>
                    <a:pt x="20805" y="20773"/>
                  </a:cubicBezTo>
                  <a:cubicBezTo>
                    <a:pt x="20784" y="20749"/>
                    <a:pt x="20744" y="20698"/>
                    <a:pt x="20730" y="20667"/>
                  </a:cubicBezTo>
                  <a:cubicBezTo>
                    <a:pt x="20719" y="20640"/>
                    <a:pt x="20722" y="20572"/>
                    <a:pt x="20705" y="20549"/>
                  </a:cubicBezTo>
                  <a:cubicBezTo>
                    <a:pt x="20694" y="20533"/>
                    <a:pt x="20657" y="20513"/>
                    <a:pt x="20639" y="20517"/>
                  </a:cubicBezTo>
                  <a:cubicBezTo>
                    <a:pt x="20616" y="20520"/>
                    <a:pt x="20578" y="20565"/>
                    <a:pt x="20567" y="20589"/>
                  </a:cubicBezTo>
                  <a:cubicBezTo>
                    <a:pt x="20554" y="20618"/>
                    <a:pt x="20568" y="20692"/>
                    <a:pt x="20551" y="20718"/>
                  </a:cubicBezTo>
                  <a:cubicBezTo>
                    <a:pt x="20535" y="20744"/>
                    <a:pt x="20469" y="20749"/>
                    <a:pt x="20450" y="20773"/>
                  </a:cubicBezTo>
                  <a:cubicBezTo>
                    <a:pt x="20428" y="20800"/>
                    <a:pt x="20417" y="20880"/>
                    <a:pt x="20399" y="20911"/>
                  </a:cubicBezTo>
                  <a:cubicBezTo>
                    <a:pt x="20387" y="20933"/>
                    <a:pt x="20348" y="20963"/>
                    <a:pt x="20334" y="20984"/>
                  </a:cubicBezTo>
                  <a:cubicBezTo>
                    <a:pt x="20313" y="21021"/>
                    <a:pt x="20287" y="21109"/>
                    <a:pt x="20269" y="21150"/>
                  </a:cubicBezTo>
                  <a:cubicBezTo>
                    <a:pt x="20254" y="21188"/>
                    <a:pt x="20221" y="21263"/>
                    <a:pt x="20201" y="21298"/>
                  </a:cubicBezTo>
                  <a:cubicBezTo>
                    <a:pt x="20182" y="21334"/>
                    <a:pt x="20138" y="21404"/>
                    <a:pt x="20116" y="21437"/>
                  </a:cubicBezTo>
                  <a:cubicBezTo>
                    <a:pt x="20099" y="21462"/>
                    <a:pt x="20074" y="21540"/>
                    <a:pt x="20046" y="21537"/>
                  </a:cubicBezTo>
                  <a:cubicBezTo>
                    <a:pt x="20018" y="21535"/>
                    <a:pt x="19996" y="21454"/>
                    <a:pt x="19988" y="21421"/>
                  </a:cubicBezTo>
                  <a:cubicBezTo>
                    <a:pt x="19982" y="21386"/>
                    <a:pt x="19987" y="21311"/>
                    <a:pt x="19996" y="21276"/>
                  </a:cubicBezTo>
                  <a:cubicBezTo>
                    <a:pt x="20000" y="21258"/>
                    <a:pt x="20015" y="21225"/>
                    <a:pt x="20025" y="21210"/>
                  </a:cubicBezTo>
                  <a:cubicBezTo>
                    <a:pt x="20042" y="21186"/>
                    <a:pt x="20088" y="21153"/>
                    <a:pt x="20108" y="21130"/>
                  </a:cubicBezTo>
                  <a:cubicBezTo>
                    <a:pt x="20138" y="21092"/>
                    <a:pt x="20183" y="21001"/>
                    <a:pt x="20210" y="20959"/>
                  </a:cubicBezTo>
                  <a:cubicBezTo>
                    <a:pt x="20226" y="20934"/>
                    <a:pt x="20269" y="20889"/>
                    <a:pt x="20276" y="20859"/>
                  </a:cubicBezTo>
                  <a:cubicBezTo>
                    <a:pt x="20283" y="20828"/>
                    <a:pt x="20278" y="20759"/>
                    <a:pt x="20263" y="20732"/>
                  </a:cubicBezTo>
                  <a:cubicBezTo>
                    <a:pt x="20236" y="20687"/>
                    <a:pt x="20141" y="20653"/>
                    <a:pt x="20099" y="20630"/>
                  </a:cubicBezTo>
                  <a:cubicBezTo>
                    <a:pt x="20079" y="20618"/>
                    <a:pt x="20034" y="20602"/>
                    <a:pt x="20017" y="20584"/>
                  </a:cubicBezTo>
                  <a:cubicBezTo>
                    <a:pt x="19997" y="20564"/>
                    <a:pt x="19971" y="20509"/>
                    <a:pt x="19961" y="20481"/>
                  </a:cubicBezTo>
                  <a:cubicBezTo>
                    <a:pt x="19946" y="20438"/>
                    <a:pt x="19941" y="20341"/>
                    <a:pt x="19923" y="20300"/>
                  </a:cubicBezTo>
                  <a:cubicBezTo>
                    <a:pt x="19892" y="20233"/>
                    <a:pt x="19797" y="20126"/>
                    <a:pt x="19749" y="20076"/>
                  </a:cubicBezTo>
                  <a:cubicBezTo>
                    <a:pt x="19699" y="20024"/>
                    <a:pt x="19598" y="19919"/>
                    <a:pt x="19536" y="19892"/>
                  </a:cubicBezTo>
                  <a:cubicBezTo>
                    <a:pt x="19486" y="19870"/>
                    <a:pt x="19375" y="19879"/>
                    <a:pt x="19322" y="19875"/>
                  </a:cubicBezTo>
                  <a:cubicBezTo>
                    <a:pt x="19278" y="19871"/>
                    <a:pt x="19189" y="19876"/>
                    <a:pt x="19148" y="19862"/>
                  </a:cubicBezTo>
                  <a:cubicBezTo>
                    <a:pt x="19110" y="19850"/>
                    <a:pt x="19043" y="19800"/>
                    <a:pt x="19008" y="19777"/>
                  </a:cubicBezTo>
                  <a:cubicBezTo>
                    <a:pt x="18966" y="19746"/>
                    <a:pt x="18890" y="19668"/>
                    <a:pt x="18843" y="19646"/>
                  </a:cubicBezTo>
                  <a:cubicBezTo>
                    <a:pt x="18793" y="19622"/>
                    <a:pt x="18683" y="19606"/>
                    <a:pt x="18629" y="19603"/>
                  </a:cubicBezTo>
                  <a:cubicBezTo>
                    <a:pt x="18577" y="19600"/>
                    <a:pt x="18474" y="19626"/>
                    <a:pt x="18422" y="19618"/>
                  </a:cubicBezTo>
                  <a:cubicBezTo>
                    <a:pt x="18404" y="19615"/>
                    <a:pt x="18369" y="19592"/>
                    <a:pt x="18350" y="19590"/>
                  </a:cubicBezTo>
                  <a:cubicBezTo>
                    <a:pt x="18313" y="19588"/>
                    <a:pt x="18241" y="19628"/>
                    <a:pt x="18204" y="19626"/>
                  </a:cubicBezTo>
                  <a:cubicBezTo>
                    <a:pt x="18172" y="19624"/>
                    <a:pt x="18107" y="19606"/>
                    <a:pt x="18083" y="19583"/>
                  </a:cubicBezTo>
                  <a:cubicBezTo>
                    <a:pt x="18064" y="19565"/>
                    <a:pt x="18041" y="19510"/>
                    <a:pt x="18036" y="19483"/>
                  </a:cubicBezTo>
                  <a:cubicBezTo>
                    <a:pt x="18030" y="19453"/>
                    <a:pt x="18032" y="19390"/>
                    <a:pt x="18040" y="19362"/>
                  </a:cubicBezTo>
                  <a:cubicBezTo>
                    <a:pt x="18047" y="19334"/>
                    <a:pt x="18083" y="19294"/>
                    <a:pt x="18093" y="19268"/>
                  </a:cubicBezTo>
                  <a:cubicBezTo>
                    <a:pt x="18107" y="19235"/>
                    <a:pt x="18133" y="19163"/>
                    <a:pt x="18134" y="19125"/>
                  </a:cubicBezTo>
                  <a:cubicBezTo>
                    <a:pt x="18134" y="19102"/>
                    <a:pt x="18123" y="19055"/>
                    <a:pt x="18110" y="19037"/>
                  </a:cubicBezTo>
                  <a:cubicBezTo>
                    <a:pt x="18093" y="19013"/>
                    <a:pt x="18031" y="19004"/>
                    <a:pt x="18017" y="18977"/>
                  </a:cubicBezTo>
                  <a:cubicBezTo>
                    <a:pt x="18005" y="18953"/>
                    <a:pt x="18008" y="18893"/>
                    <a:pt x="18015" y="18866"/>
                  </a:cubicBezTo>
                  <a:cubicBezTo>
                    <a:pt x="18019" y="18844"/>
                    <a:pt x="18057" y="18811"/>
                    <a:pt x="18055" y="18788"/>
                  </a:cubicBezTo>
                  <a:cubicBezTo>
                    <a:pt x="18053" y="18765"/>
                    <a:pt x="18019" y="18729"/>
                    <a:pt x="18001" y="18720"/>
                  </a:cubicBezTo>
                  <a:cubicBezTo>
                    <a:pt x="17981" y="18710"/>
                    <a:pt x="17934" y="18715"/>
                    <a:pt x="17912" y="18723"/>
                  </a:cubicBezTo>
                  <a:cubicBezTo>
                    <a:pt x="17887" y="18732"/>
                    <a:pt x="17840" y="18768"/>
                    <a:pt x="17821" y="18790"/>
                  </a:cubicBezTo>
                  <a:cubicBezTo>
                    <a:pt x="17803" y="18813"/>
                    <a:pt x="17782" y="18872"/>
                    <a:pt x="17766" y="18896"/>
                  </a:cubicBezTo>
                  <a:cubicBezTo>
                    <a:pt x="17741" y="18933"/>
                    <a:pt x="17691" y="19011"/>
                    <a:pt x="17653" y="19027"/>
                  </a:cubicBezTo>
                  <a:cubicBezTo>
                    <a:pt x="17630" y="19037"/>
                    <a:pt x="17576" y="19035"/>
                    <a:pt x="17556" y="19020"/>
                  </a:cubicBezTo>
                  <a:cubicBezTo>
                    <a:pt x="17538" y="19006"/>
                    <a:pt x="17531" y="18948"/>
                    <a:pt x="17515" y="18932"/>
                  </a:cubicBezTo>
                  <a:cubicBezTo>
                    <a:pt x="17493" y="18909"/>
                    <a:pt x="17435" y="18887"/>
                    <a:pt x="17406" y="18883"/>
                  </a:cubicBezTo>
                  <a:cubicBezTo>
                    <a:pt x="17376" y="18880"/>
                    <a:pt x="17307" y="18881"/>
                    <a:pt x="17286" y="18906"/>
                  </a:cubicBezTo>
                  <a:cubicBezTo>
                    <a:pt x="17262" y="18935"/>
                    <a:pt x="17265" y="19025"/>
                    <a:pt x="17267" y="19065"/>
                  </a:cubicBezTo>
                  <a:cubicBezTo>
                    <a:pt x="17267" y="19102"/>
                    <a:pt x="17286" y="19174"/>
                    <a:pt x="17290" y="19211"/>
                  </a:cubicBezTo>
                  <a:cubicBezTo>
                    <a:pt x="17296" y="19258"/>
                    <a:pt x="17306" y="19354"/>
                    <a:pt x="17305" y="19402"/>
                  </a:cubicBezTo>
                  <a:cubicBezTo>
                    <a:pt x="17304" y="19437"/>
                    <a:pt x="17286" y="19505"/>
                    <a:pt x="17287" y="19540"/>
                  </a:cubicBezTo>
                  <a:cubicBezTo>
                    <a:pt x="17290" y="19579"/>
                    <a:pt x="17302" y="19662"/>
                    <a:pt x="17324" y="19691"/>
                  </a:cubicBezTo>
                  <a:cubicBezTo>
                    <a:pt x="17340" y="19714"/>
                    <a:pt x="17411" y="19708"/>
                    <a:pt x="17421" y="19737"/>
                  </a:cubicBezTo>
                  <a:cubicBezTo>
                    <a:pt x="17429" y="19759"/>
                    <a:pt x="17401" y="19809"/>
                    <a:pt x="17386" y="19827"/>
                  </a:cubicBezTo>
                  <a:cubicBezTo>
                    <a:pt x="17373" y="19842"/>
                    <a:pt x="17336" y="19855"/>
                    <a:pt x="17320" y="19862"/>
                  </a:cubicBezTo>
                  <a:cubicBezTo>
                    <a:pt x="17300" y="19871"/>
                    <a:pt x="17254" y="19876"/>
                    <a:pt x="17239" y="19892"/>
                  </a:cubicBezTo>
                  <a:cubicBezTo>
                    <a:pt x="17222" y="19911"/>
                    <a:pt x="17224" y="19979"/>
                    <a:pt x="17205" y="19995"/>
                  </a:cubicBezTo>
                  <a:cubicBezTo>
                    <a:pt x="17186" y="20012"/>
                    <a:pt x="17126" y="19984"/>
                    <a:pt x="17111" y="20006"/>
                  </a:cubicBezTo>
                  <a:cubicBezTo>
                    <a:pt x="17097" y="20027"/>
                    <a:pt x="17110" y="20091"/>
                    <a:pt x="17122" y="20114"/>
                  </a:cubicBezTo>
                  <a:cubicBezTo>
                    <a:pt x="17134" y="20136"/>
                    <a:pt x="17179" y="20155"/>
                    <a:pt x="17196" y="20171"/>
                  </a:cubicBezTo>
                  <a:cubicBezTo>
                    <a:pt x="17214" y="20188"/>
                    <a:pt x="17238" y="20243"/>
                    <a:pt x="17260" y="20247"/>
                  </a:cubicBezTo>
                  <a:cubicBezTo>
                    <a:pt x="17281" y="20251"/>
                    <a:pt x="17320" y="20218"/>
                    <a:pt x="17336" y="20202"/>
                  </a:cubicBezTo>
                  <a:cubicBezTo>
                    <a:pt x="17360" y="20179"/>
                    <a:pt x="17385" y="20109"/>
                    <a:pt x="17406" y="20083"/>
                  </a:cubicBezTo>
                  <a:cubicBezTo>
                    <a:pt x="17426" y="20060"/>
                    <a:pt x="17474" y="20027"/>
                    <a:pt x="17496" y="20008"/>
                  </a:cubicBezTo>
                  <a:cubicBezTo>
                    <a:pt x="17519" y="19989"/>
                    <a:pt x="17563" y="19945"/>
                    <a:pt x="17586" y="19927"/>
                  </a:cubicBezTo>
                  <a:cubicBezTo>
                    <a:pt x="17603" y="19917"/>
                    <a:pt x="17635" y="19887"/>
                    <a:pt x="17653" y="19890"/>
                  </a:cubicBezTo>
                  <a:cubicBezTo>
                    <a:pt x="17671" y="19893"/>
                    <a:pt x="17704" y="19925"/>
                    <a:pt x="17706" y="19945"/>
                  </a:cubicBezTo>
                  <a:cubicBezTo>
                    <a:pt x="17710" y="19972"/>
                    <a:pt x="17676" y="20017"/>
                    <a:pt x="17662" y="20038"/>
                  </a:cubicBezTo>
                  <a:cubicBezTo>
                    <a:pt x="17640" y="20070"/>
                    <a:pt x="17586" y="20120"/>
                    <a:pt x="17559" y="20147"/>
                  </a:cubicBezTo>
                  <a:cubicBezTo>
                    <a:pt x="17528" y="20178"/>
                    <a:pt x="17461" y="20235"/>
                    <a:pt x="17430" y="20267"/>
                  </a:cubicBezTo>
                  <a:cubicBezTo>
                    <a:pt x="17392" y="20308"/>
                    <a:pt x="17320" y="20397"/>
                    <a:pt x="17283" y="20441"/>
                  </a:cubicBezTo>
                  <a:cubicBezTo>
                    <a:pt x="17251" y="20481"/>
                    <a:pt x="17188" y="20562"/>
                    <a:pt x="17156" y="20602"/>
                  </a:cubicBezTo>
                  <a:cubicBezTo>
                    <a:pt x="17119" y="20645"/>
                    <a:pt x="17049" y="20732"/>
                    <a:pt x="17011" y="20773"/>
                  </a:cubicBezTo>
                  <a:cubicBezTo>
                    <a:pt x="16981" y="20805"/>
                    <a:pt x="16918" y="20866"/>
                    <a:pt x="16884" y="20894"/>
                  </a:cubicBezTo>
                  <a:cubicBezTo>
                    <a:pt x="16838" y="20930"/>
                    <a:pt x="16741" y="20995"/>
                    <a:pt x="16690" y="21022"/>
                  </a:cubicBezTo>
                  <a:cubicBezTo>
                    <a:pt x="16654" y="21042"/>
                    <a:pt x="16572" y="21064"/>
                    <a:pt x="16535" y="21085"/>
                  </a:cubicBezTo>
                  <a:cubicBezTo>
                    <a:pt x="16496" y="21107"/>
                    <a:pt x="16428" y="21169"/>
                    <a:pt x="16391" y="21195"/>
                  </a:cubicBezTo>
                  <a:cubicBezTo>
                    <a:pt x="16352" y="21222"/>
                    <a:pt x="16275" y="21281"/>
                    <a:pt x="16232" y="21294"/>
                  </a:cubicBezTo>
                  <a:cubicBezTo>
                    <a:pt x="16213" y="21299"/>
                    <a:pt x="16170" y="21308"/>
                    <a:pt x="16155" y="21294"/>
                  </a:cubicBezTo>
                  <a:cubicBezTo>
                    <a:pt x="16138" y="21276"/>
                    <a:pt x="16140" y="21213"/>
                    <a:pt x="16146" y="21188"/>
                  </a:cubicBezTo>
                  <a:cubicBezTo>
                    <a:pt x="16153" y="21164"/>
                    <a:pt x="16184" y="21126"/>
                    <a:pt x="16201" y="21113"/>
                  </a:cubicBezTo>
                  <a:cubicBezTo>
                    <a:pt x="16225" y="21093"/>
                    <a:pt x="16281" y="21075"/>
                    <a:pt x="16308" y="21064"/>
                  </a:cubicBezTo>
                  <a:cubicBezTo>
                    <a:pt x="16341" y="21051"/>
                    <a:pt x="16410" y="21035"/>
                    <a:pt x="16442" y="21017"/>
                  </a:cubicBezTo>
                  <a:cubicBezTo>
                    <a:pt x="16473" y="20999"/>
                    <a:pt x="16532" y="20952"/>
                    <a:pt x="16554" y="20921"/>
                  </a:cubicBezTo>
                  <a:cubicBezTo>
                    <a:pt x="16571" y="20899"/>
                    <a:pt x="16602" y="20845"/>
                    <a:pt x="16599" y="20816"/>
                  </a:cubicBezTo>
                  <a:cubicBezTo>
                    <a:pt x="16596" y="20790"/>
                    <a:pt x="16562" y="20746"/>
                    <a:pt x="16542" y="20737"/>
                  </a:cubicBezTo>
                  <a:cubicBezTo>
                    <a:pt x="16517" y="20728"/>
                    <a:pt x="16464" y="20773"/>
                    <a:pt x="16438" y="20765"/>
                  </a:cubicBezTo>
                  <a:cubicBezTo>
                    <a:pt x="16413" y="20758"/>
                    <a:pt x="16373" y="20712"/>
                    <a:pt x="16356" y="20687"/>
                  </a:cubicBezTo>
                  <a:cubicBezTo>
                    <a:pt x="16346" y="20670"/>
                    <a:pt x="16331" y="20628"/>
                    <a:pt x="16327" y="20607"/>
                  </a:cubicBezTo>
                  <a:cubicBezTo>
                    <a:pt x="16322" y="20576"/>
                    <a:pt x="16312" y="20511"/>
                    <a:pt x="16325" y="20483"/>
                  </a:cubicBezTo>
                  <a:cubicBezTo>
                    <a:pt x="16332" y="20469"/>
                    <a:pt x="16366" y="20462"/>
                    <a:pt x="16374" y="20448"/>
                  </a:cubicBezTo>
                  <a:cubicBezTo>
                    <a:pt x="16386" y="20427"/>
                    <a:pt x="16391" y="20373"/>
                    <a:pt x="16389" y="20348"/>
                  </a:cubicBezTo>
                  <a:cubicBezTo>
                    <a:pt x="16387" y="20331"/>
                    <a:pt x="16378" y="20296"/>
                    <a:pt x="16367" y="20285"/>
                  </a:cubicBezTo>
                  <a:cubicBezTo>
                    <a:pt x="16349" y="20266"/>
                    <a:pt x="16293" y="20272"/>
                    <a:pt x="16272" y="20257"/>
                  </a:cubicBezTo>
                  <a:cubicBezTo>
                    <a:pt x="16254" y="20244"/>
                    <a:pt x="16226" y="20204"/>
                    <a:pt x="16216" y="20182"/>
                  </a:cubicBezTo>
                  <a:cubicBezTo>
                    <a:pt x="16204" y="20151"/>
                    <a:pt x="16215" y="20071"/>
                    <a:pt x="16194" y="20049"/>
                  </a:cubicBezTo>
                  <a:cubicBezTo>
                    <a:pt x="16177" y="20031"/>
                    <a:pt x="16128" y="20032"/>
                    <a:pt x="16106" y="20038"/>
                  </a:cubicBezTo>
                  <a:cubicBezTo>
                    <a:pt x="16078" y="20046"/>
                    <a:pt x="16032" y="20091"/>
                    <a:pt x="16009" y="20111"/>
                  </a:cubicBezTo>
                  <a:cubicBezTo>
                    <a:pt x="15986" y="20130"/>
                    <a:pt x="15936" y="20165"/>
                    <a:pt x="15925" y="20194"/>
                  </a:cubicBezTo>
                  <a:cubicBezTo>
                    <a:pt x="15908" y="20241"/>
                    <a:pt x="15941" y="20351"/>
                    <a:pt x="15932" y="20401"/>
                  </a:cubicBezTo>
                  <a:cubicBezTo>
                    <a:pt x="15924" y="20440"/>
                    <a:pt x="15894" y="20518"/>
                    <a:pt x="15868" y="20547"/>
                  </a:cubicBezTo>
                  <a:cubicBezTo>
                    <a:pt x="15846" y="20570"/>
                    <a:pt x="15787" y="20595"/>
                    <a:pt x="15758" y="20602"/>
                  </a:cubicBezTo>
                  <a:cubicBezTo>
                    <a:pt x="15724" y="20609"/>
                    <a:pt x="15653" y="20610"/>
                    <a:pt x="15621" y="20597"/>
                  </a:cubicBezTo>
                  <a:cubicBezTo>
                    <a:pt x="15596" y="20586"/>
                    <a:pt x="15550" y="20547"/>
                    <a:pt x="15536" y="20519"/>
                  </a:cubicBezTo>
                  <a:cubicBezTo>
                    <a:pt x="15522" y="20489"/>
                    <a:pt x="15512" y="20417"/>
                    <a:pt x="15521" y="20386"/>
                  </a:cubicBezTo>
                  <a:cubicBezTo>
                    <a:pt x="15530" y="20360"/>
                    <a:pt x="15579" y="20335"/>
                    <a:pt x="15592" y="20313"/>
                  </a:cubicBezTo>
                  <a:cubicBezTo>
                    <a:pt x="15604" y="20290"/>
                    <a:pt x="15615" y="20236"/>
                    <a:pt x="15618" y="20210"/>
                  </a:cubicBezTo>
                  <a:cubicBezTo>
                    <a:pt x="15624" y="20185"/>
                    <a:pt x="15639" y="20130"/>
                    <a:pt x="15626" y="20111"/>
                  </a:cubicBezTo>
                  <a:cubicBezTo>
                    <a:pt x="15607" y="20085"/>
                    <a:pt x="15540" y="20105"/>
                    <a:pt x="15513" y="20096"/>
                  </a:cubicBezTo>
                  <a:cubicBezTo>
                    <a:pt x="15492" y="20089"/>
                    <a:pt x="15453" y="20055"/>
                    <a:pt x="15430" y="20054"/>
                  </a:cubicBezTo>
                  <a:cubicBezTo>
                    <a:pt x="15404" y="20052"/>
                    <a:pt x="15350" y="20071"/>
                    <a:pt x="15328" y="20089"/>
                  </a:cubicBezTo>
                  <a:cubicBezTo>
                    <a:pt x="15314" y="20100"/>
                    <a:pt x="15306" y="20146"/>
                    <a:pt x="15290" y="20153"/>
                  </a:cubicBezTo>
                  <a:cubicBezTo>
                    <a:pt x="15269" y="20161"/>
                    <a:pt x="15226" y="20122"/>
                    <a:pt x="15204" y="20122"/>
                  </a:cubicBezTo>
                  <a:cubicBezTo>
                    <a:pt x="15178" y="20123"/>
                    <a:pt x="15125" y="20140"/>
                    <a:pt x="15105" y="20160"/>
                  </a:cubicBezTo>
                  <a:cubicBezTo>
                    <a:pt x="15089" y="20176"/>
                    <a:pt x="15066" y="20223"/>
                    <a:pt x="15067" y="20247"/>
                  </a:cubicBezTo>
                  <a:cubicBezTo>
                    <a:pt x="15067" y="20268"/>
                    <a:pt x="15086" y="20310"/>
                    <a:pt x="15102" y="20319"/>
                  </a:cubicBezTo>
                  <a:cubicBezTo>
                    <a:pt x="15114" y="20325"/>
                    <a:pt x="15140" y="20307"/>
                    <a:pt x="15152" y="20308"/>
                  </a:cubicBezTo>
                  <a:cubicBezTo>
                    <a:pt x="15178" y="20309"/>
                    <a:pt x="15229" y="20319"/>
                    <a:pt x="15249" y="20337"/>
                  </a:cubicBezTo>
                  <a:cubicBezTo>
                    <a:pt x="15261" y="20350"/>
                    <a:pt x="15282" y="20386"/>
                    <a:pt x="15280" y="20405"/>
                  </a:cubicBezTo>
                  <a:cubicBezTo>
                    <a:pt x="15278" y="20427"/>
                    <a:pt x="15239" y="20448"/>
                    <a:pt x="15229" y="20466"/>
                  </a:cubicBezTo>
                  <a:cubicBezTo>
                    <a:pt x="15218" y="20487"/>
                    <a:pt x="15219" y="20548"/>
                    <a:pt x="15200" y="20560"/>
                  </a:cubicBezTo>
                  <a:cubicBezTo>
                    <a:pt x="15176" y="20576"/>
                    <a:pt x="15118" y="20526"/>
                    <a:pt x="15089" y="20530"/>
                  </a:cubicBezTo>
                  <a:cubicBezTo>
                    <a:pt x="15069" y="20532"/>
                    <a:pt x="15036" y="20567"/>
                    <a:pt x="15015" y="20571"/>
                  </a:cubicBezTo>
                  <a:cubicBezTo>
                    <a:pt x="15000" y="20575"/>
                    <a:pt x="14965" y="20558"/>
                    <a:pt x="14952" y="20567"/>
                  </a:cubicBezTo>
                  <a:cubicBezTo>
                    <a:pt x="14929" y="20585"/>
                    <a:pt x="14913" y="20653"/>
                    <a:pt x="14914" y="20685"/>
                  </a:cubicBezTo>
                  <a:cubicBezTo>
                    <a:pt x="14914" y="20708"/>
                    <a:pt x="14941" y="20749"/>
                    <a:pt x="14946" y="20772"/>
                  </a:cubicBezTo>
                  <a:cubicBezTo>
                    <a:pt x="14955" y="20817"/>
                    <a:pt x="14967" y="20915"/>
                    <a:pt x="14949" y="20956"/>
                  </a:cubicBezTo>
                  <a:cubicBezTo>
                    <a:pt x="14931" y="20997"/>
                    <a:pt x="14854" y="21039"/>
                    <a:pt x="14818" y="21058"/>
                  </a:cubicBezTo>
                  <a:cubicBezTo>
                    <a:pt x="14790" y="21073"/>
                    <a:pt x="14730" y="21092"/>
                    <a:pt x="14700" y="21096"/>
                  </a:cubicBezTo>
                  <a:cubicBezTo>
                    <a:pt x="14667" y="21101"/>
                    <a:pt x="14601" y="21085"/>
                    <a:pt x="14570" y="21092"/>
                  </a:cubicBezTo>
                  <a:cubicBezTo>
                    <a:pt x="14550" y="21097"/>
                    <a:pt x="14512" y="21115"/>
                    <a:pt x="14496" y="21130"/>
                  </a:cubicBezTo>
                  <a:cubicBezTo>
                    <a:pt x="14472" y="21153"/>
                    <a:pt x="14445" y="21225"/>
                    <a:pt x="14423" y="21251"/>
                  </a:cubicBezTo>
                  <a:cubicBezTo>
                    <a:pt x="14404" y="21273"/>
                    <a:pt x="14343" y="21289"/>
                    <a:pt x="14333" y="21319"/>
                  </a:cubicBezTo>
                  <a:cubicBezTo>
                    <a:pt x="14325" y="21347"/>
                    <a:pt x="14344" y="21414"/>
                    <a:pt x="14362" y="21435"/>
                  </a:cubicBezTo>
                  <a:cubicBezTo>
                    <a:pt x="14383" y="21459"/>
                    <a:pt x="14445" y="21473"/>
                    <a:pt x="14474" y="21470"/>
                  </a:cubicBezTo>
                  <a:cubicBezTo>
                    <a:pt x="14500" y="21466"/>
                    <a:pt x="14548" y="21432"/>
                    <a:pt x="14570" y="21413"/>
                  </a:cubicBezTo>
                  <a:cubicBezTo>
                    <a:pt x="14586" y="21398"/>
                    <a:pt x="14605" y="21351"/>
                    <a:pt x="14624" y="21341"/>
                  </a:cubicBezTo>
                  <a:cubicBezTo>
                    <a:pt x="14647" y="21330"/>
                    <a:pt x="14698" y="21350"/>
                    <a:pt x="14723" y="21349"/>
                  </a:cubicBezTo>
                  <a:cubicBezTo>
                    <a:pt x="14748" y="21347"/>
                    <a:pt x="14800" y="21341"/>
                    <a:pt x="14824" y="21330"/>
                  </a:cubicBezTo>
                  <a:cubicBezTo>
                    <a:pt x="14842" y="21322"/>
                    <a:pt x="14867" y="21288"/>
                    <a:pt x="14885" y="21281"/>
                  </a:cubicBezTo>
                  <a:cubicBezTo>
                    <a:pt x="14908" y="21271"/>
                    <a:pt x="14961" y="21262"/>
                    <a:pt x="14984" y="21273"/>
                  </a:cubicBezTo>
                  <a:cubicBezTo>
                    <a:pt x="15003" y="21283"/>
                    <a:pt x="15041" y="21325"/>
                    <a:pt x="15038" y="21349"/>
                  </a:cubicBezTo>
                  <a:cubicBezTo>
                    <a:pt x="15036" y="21370"/>
                    <a:pt x="14997" y="21390"/>
                    <a:pt x="14981" y="21398"/>
                  </a:cubicBezTo>
                  <a:cubicBezTo>
                    <a:pt x="14952" y="21413"/>
                    <a:pt x="14887" y="21415"/>
                    <a:pt x="14856" y="21424"/>
                  </a:cubicBezTo>
                  <a:cubicBezTo>
                    <a:pt x="14819" y="21435"/>
                    <a:pt x="14748" y="21466"/>
                    <a:pt x="14713" y="21484"/>
                  </a:cubicBezTo>
                  <a:cubicBezTo>
                    <a:pt x="14677" y="21503"/>
                    <a:pt x="14611" y="21559"/>
                    <a:pt x="14573" y="21572"/>
                  </a:cubicBezTo>
                  <a:cubicBezTo>
                    <a:pt x="14530" y="21585"/>
                    <a:pt x="14441" y="21584"/>
                    <a:pt x="14397" y="21587"/>
                  </a:cubicBezTo>
                  <a:cubicBezTo>
                    <a:pt x="14360" y="21589"/>
                    <a:pt x="14284" y="21600"/>
                    <a:pt x="14246" y="21591"/>
                  </a:cubicBezTo>
                  <a:cubicBezTo>
                    <a:pt x="14220" y="21583"/>
                    <a:pt x="14165" y="21560"/>
                    <a:pt x="14149" y="21534"/>
                  </a:cubicBezTo>
                  <a:cubicBezTo>
                    <a:pt x="14129" y="21501"/>
                    <a:pt x="14145" y="21408"/>
                    <a:pt x="14130" y="21371"/>
                  </a:cubicBezTo>
                  <a:cubicBezTo>
                    <a:pt x="14109" y="21322"/>
                    <a:pt x="14034" y="21253"/>
                    <a:pt x="13999" y="21216"/>
                  </a:cubicBezTo>
                  <a:cubicBezTo>
                    <a:pt x="13963" y="21178"/>
                    <a:pt x="13884" y="21110"/>
                    <a:pt x="13846" y="21073"/>
                  </a:cubicBezTo>
                  <a:cubicBezTo>
                    <a:pt x="13810" y="21038"/>
                    <a:pt x="13744" y="20962"/>
                    <a:pt x="13706" y="20930"/>
                  </a:cubicBezTo>
                  <a:cubicBezTo>
                    <a:pt x="13686" y="20913"/>
                    <a:pt x="13647" y="20874"/>
                    <a:pt x="13623" y="20874"/>
                  </a:cubicBezTo>
                  <a:cubicBezTo>
                    <a:pt x="13602" y="20874"/>
                    <a:pt x="13571" y="20913"/>
                    <a:pt x="13553" y="20923"/>
                  </a:cubicBezTo>
                  <a:cubicBezTo>
                    <a:pt x="13526" y="20936"/>
                    <a:pt x="13470" y="20958"/>
                    <a:pt x="13441" y="20956"/>
                  </a:cubicBezTo>
                  <a:cubicBezTo>
                    <a:pt x="13412" y="20955"/>
                    <a:pt x="13362" y="20919"/>
                    <a:pt x="13336" y="20915"/>
                  </a:cubicBezTo>
                  <a:cubicBezTo>
                    <a:pt x="13312" y="20911"/>
                    <a:pt x="13264" y="20923"/>
                    <a:pt x="13240" y="20923"/>
                  </a:cubicBezTo>
                  <a:cubicBezTo>
                    <a:pt x="13195" y="20922"/>
                    <a:pt x="13104" y="20922"/>
                    <a:pt x="13061" y="20903"/>
                  </a:cubicBezTo>
                  <a:cubicBezTo>
                    <a:pt x="13029" y="20889"/>
                    <a:pt x="12981" y="20819"/>
                    <a:pt x="12947" y="20806"/>
                  </a:cubicBezTo>
                  <a:cubicBezTo>
                    <a:pt x="12899" y="20786"/>
                    <a:pt x="12796" y="20802"/>
                    <a:pt x="12746" y="20798"/>
                  </a:cubicBezTo>
                  <a:cubicBezTo>
                    <a:pt x="12706" y="20795"/>
                    <a:pt x="12624" y="20796"/>
                    <a:pt x="12587" y="20779"/>
                  </a:cubicBezTo>
                  <a:cubicBezTo>
                    <a:pt x="12553" y="20765"/>
                    <a:pt x="12503" y="20703"/>
                    <a:pt x="12472" y="20685"/>
                  </a:cubicBezTo>
                  <a:cubicBezTo>
                    <a:pt x="12438" y="20665"/>
                    <a:pt x="12364" y="20644"/>
                    <a:pt x="12328" y="20628"/>
                  </a:cubicBezTo>
                  <a:cubicBezTo>
                    <a:pt x="12303" y="20618"/>
                    <a:pt x="12252" y="20599"/>
                    <a:pt x="12230" y="20583"/>
                  </a:cubicBezTo>
                  <a:cubicBezTo>
                    <a:pt x="12184" y="20552"/>
                    <a:pt x="12092" y="20483"/>
                    <a:pt x="12067" y="20428"/>
                  </a:cubicBezTo>
                  <a:cubicBezTo>
                    <a:pt x="12055" y="20401"/>
                    <a:pt x="12041" y="20331"/>
                    <a:pt x="12057" y="20308"/>
                  </a:cubicBezTo>
                  <a:cubicBezTo>
                    <a:pt x="12078" y="20278"/>
                    <a:pt x="12156" y="20300"/>
                    <a:pt x="12188" y="20292"/>
                  </a:cubicBezTo>
                  <a:cubicBezTo>
                    <a:pt x="12209" y="20287"/>
                    <a:pt x="12255" y="20282"/>
                    <a:pt x="12268" y="20262"/>
                  </a:cubicBezTo>
                  <a:cubicBezTo>
                    <a:pt x="12293" y="20222"/>
                    <a:pt x="12260" y="20108"/>
                    <a:pt x="12271" y="20058"/>
                  </a:cubicBezTo>
                  <a:cubicBezTo>
                    <a:pt x="12277" y="20035"/>
                    <a:pt x="12297" y="19991"/>
                    <a:pt x="12313" y="19975"/>
                  </a:cubicBezTo>
                  <a:cubicBezTo>
                    <a:pt x="12331" y="19957"/>
                    <a:pt x="12378" y="19930"/>
                    <a:pt x="12402" y="19934"/>
                  </a:cubicBezTo>
                  <a:cubicBezTo>
                    <a:pt x="12428" y="19938"/>
                    <a:pt x="12461" y="20009"/>
                    <a:pt x="12487" y="20017"/>
                  </a:cubicBezTo>
                  <a:cubicBezTo>
                    <a:pt x="12507" y="20023"/>
                    <a:pt x="12551" y="20012"/>
                    <a:pt x="12567" y="19998"/>
                  </a:cubicBezTo>
                  <a:cubicBezTo>
                    <a:pt x="12581" y="19986"/>
                    <a:pt x="12597" y="19946"/>
                    <a:pt x="12600" y="19927"/>
                  </a:cubicBezTo>
                  <a:cubicBezTo>
                    <a:pt x="12603" y="19893"/>
                    <a:pt x="12587" y="19827"/>
                    <a:pt x="12574" y="19798"/>
                  </a:cubicBezTo>
                  <a:cubicBezTo>
                    <a:pt x="12557" y="19762"/>
                    <a:pt x="12496" y="19715"/>
                    <a:pt x="12475" y="19681"/>
                  </a:cubicBezTo>
                  <a:cubicBezTo>
                    <a:pt x="12460" y="19657"/>
                    <a:pt x="12449" y="19588"/>
                    <a:pt x="12427" y="19571"/>
                  </a:cubicBezTo>
                  <a:cubicBezTo>
                    <a:pt x="12407" y="19556"/>
                    <a:pt x="12354" y="19575"/>
                    <a:pt x="12332" y="19564"/>
                  </a:cubicBezTo>
                  <a:cubicBezTo>
                    <a:pt x="12309" y="19553"/>
                    <a:pt x="12272" y="19515"/>
                    <a:pt x="12258" y="19493"/>
                  </a:cubicBezTo>
                  <a:cubicBezTo>
                    <a:pt x="12245" y="19471"/>
                    <a:pt x="12242" y="19415"/>
                    <a:pt x="12227" y="19399"/>
                  </a:cubicBezTo>
                  <a:cubicBezTo>
                    <a:pt x="12213" y="19385"/>
                    <a:pt x="12176" y="19382"/>
                    <a:pt x="12160" y="19379"/>
                  </a:cubicBezTo>
                  <a:cubicBezTo>
                    <a:pt x="12126" y="19374"/>
                    <a:pt x="12055" y="19383"/>
                    <a:pt x="12022" y="19372"/>
                  </a:cubicBezTo>
                  <a:cubicBezTo>
                    <a:pt x="12004" y="19366"/>
                    <a:pt x="11968" y="19343"/>
                    <a:pt x="11955" y="19326"/>
                  </a:cubicBezTo>
                  <a:cubicBezTo>
                    <a:pt x="11939" y="19305"/>
                    <a:pt x="11934" y="19239"/>
                    <a:pt x="11914" y="19221"/>
                  </a:cubicBezTo>
                  <a:cubicBezTo>
                    <a:pt x="11896" y="19205"/>
                    <a:pt x="11846" y="19196"/>
                    <a:pt x="11824" y="19206"/>
                  </a:cubicBezTo>
                  <a:cubicBezTo>
                    <a:pt x="11809" y="19213"/>
                    <a:pt x="11797" y="19256"/>
                    <a:pt x="11784" y="19266"/>
                  </a:cubicBezTo>
                  <a:cubicBezTo>
                    <a:pt x="11760" y="19282"/>
                    <a:pt x="11704" y="19298"/>
                    <a:pt x="11678" y="19289"/>
                  </a:cubicBezTo>
                  <a:cubicBezTo>
                    <a:pt x="11642" y="19274"/>
                    <a:pt x="11604" y="19186"/>
                    <a:pt x="11576" y="19157"/>
                  </a:cubicBezTo>
                  <a:cubicBezTo>
                    <a:pt x="11556" y="19134"/>
                    <a:pt x="11513" y="19090"/>
                    <a:pt x="11487" y="19077"/>
                  </a:cubicBezTo>
                  <a:cubicBezTo>
                    <a:pt x="11473" y="19071"/>
                    <a:pt x="11443" y="19066"/>
                    <a:pt x="11429" y="19070"/>
                  </a:cubicBezTo>
                  <a:cubicBezTo>
                    <a:pt x="11410" y="19075"/>
                    <a:pt x="11378" y="19104"/>
                    <a:pt x="11362" y="19119"/>
                  </a:cubicBezTo>
                  <a:cubicBezTo>
                    <a:pt x="11345" y="19135"/>
                    <a:pt x="11320" y="19184"/>
                    <a:pt x="11299" y="19194"/>
                  </a:cubicBezTo>
                  <a:cubicBezTo>
                    <a:pt x="11274" y="19205"/>
                    <a:pt x="11216" y="19203"/>
                    <a:pt x="11193" y="19187"/>
                  </a:cubicBezTo>
                  <a:cubicBezTo>
                    <a:pt x="11171" y="19171"/>
                    <a:pt x="11146" y="19110"/>
                    <a:pt x="11136" y="19081"/>
                  </a:cubicBezTo>
                  <a:cubicBezTo>
                    <a:pt x="11119" y="19032"/>
                    <a:pt x="11113" y="18925"/>
                    <a:pt x="11101" y="18873"/>
                  </a:cubicBezTo>
                  <a:cubicBezTo>
                    <a:pt x="11089" y="18825"/>
                    <a:pt x="11070" y="18724"/>
                    <a:pt x="11044" y="18685"/>
                  </a:cubicBezTo>
                  <a:cubicBezTo>
                    <a:pt x="11032" y="18668"/>
                    <a:pt x="11000" y="18644"/>
                    <a:pt x="10983" y="18640"/>
                  </a:cubicBezTo>
                  <a:cubicBezTo>
                    <a:pt x="10958" y="18634"/>
                    <a:pt x="10905" y="18650"/>
                    <a:pt x="10881" y="18662"/>
                  </a:cubicBezTo>
                  <a:cubicBezTo>
                    <a:pt x="10852" y="18677"/>
                    <a:pt x="10810" y="18743"/>
                    <a:pt x="10779" y="18753"/>
                  </a:cubicBezTo>
                  <a:cubicBezTo>
                    <a:pt x="10747" y="18762"/>
                    <a:pt x="10673" y="18760"/>
                    <a:pt x="10648" y="18734"/>
                  </a:cubicBezTo>
                  <a:cubicBezTo>
                    <a:pt x="10629" y="18713"/>
                    <a:pt x="10616" y="18645"/>
                    <a:pt x="10626" y="18617"/>
                  </a:cubicBezTo>
                  <a:cubicBezTo>
                    <a:pt x="10635" y="18592"/>
                    <a:pt x="10692" y="18583"/>
                    <a:pt x="10706" y="18560"/>
                  </a:cubicBezTo>
                  <a:cubicBezTo>
                    <a:pt x="10723" y="18533"/>
                    <a:pt x="10728" y="18461"/>
                    <a:pt x="10735" y="18429"/>
                  </a:cubicBezTo>
                  <a:cubicBezTo>
                    <a:pt x="10743" y="18383"/>
                    <a:pt x="10765" y="18291"/>
                    <a:pt x="10763" y="18243"/>
                  </a:cubicBezTo>
                  <a:cubicBezTo>
                    <a:pt x="10762" y="18211"/>
                    <a:pt x="10755" y="18138"/>
                    <a:pt x="10735" y="18115"/>
                  </a:cubicBezTo>
                  <a:cubicBezTo>
                    <a:pt x="10707" y="18086"/>
                    <a:pt x="10625" y="18088"/>
                    <a:pt x="10588" y="18085"/>
                  </a:cubicBezTo>
                  <a:cubicBezTo>
                    <a:pt x="10541" y="18082"/>
                    <a:pt x="10449" y="18089"/>
                    <a:pt x="10403" y="18096"/>
                  </a:cubicBezTo>
                  <a:cubicBezTo>
                    <a:pt x="10380" y="18100"/>
                    <a:pt x="10337" y="18117"/>
                    <a:pt x="10314" y="18119"/>
                  </a:cubicBezTo>
                  <a:cubicBezTo>
                    <a:pt x="10284" y="18121"/>
                    <a:pt x="10225" y="18109"/>
                    <a:pt x="10196" y="18107"/>
                  </a:cubicBezTo>
                  <a:cubicBezTo>
                    <a:pt x="10172" y="18107"/>
                    <a:pt x="10124" y="18100"/>
                    <a:pt x="10103" y="18111"/>
                  </a:cubicBezTo>
                  <a:cubicBezTo>
                    <a:pt x="10085" y="18121"/>
                    <a:pt x="10066" y="18166"/>
                    <a:pt x="10049" y="18180"/>
                  </a:cubicBezTo>
                  <a:cubicBezTo>
                    <a:pt x="10025" y="18199"/>
                    <a:pt x="9965" y="18212"/>
                    <a:pt x="9940" y="18232"/>
                  </a:cubicBezTo>
                  <a:cubicBezTo>
                    <a:pt x="9910" y="18258"/>
                    <a:pt x="9873" y="18344"/>
                    <a:pt x="9842" y="18368"/>
                  </a:cubicBezTo>
                  <a:cubicBezTo>
                    <a:pt x="9821" y="18384"/>
                    <a:pt x="9773" y="18410"/>
                    <a:pt x="9749" y="18402"/>
                  </a:cubicBezTo>
                  <a:cubicBezTo>
                    <a:pt x="9721" y="18393"/>
                    <a:pt x="9684" y="18332"/>
                    <a:pt x="9673" y="18300"/>
                  </a:cubicBezTo>
                  <a:cubicBezTo>
                    <a:pt x="9660" y="18262"/>
                    <a:pt x="9663" y="18178"/>
                    <a:pt x="9666" y="18138"/>
                  </a:cubicBezTo>
                  <a:cubicBezTo>
                    <a:pt x="9669" y="18109"/>
                    <a:pt x="9680" y="18050"/>
                    <a:pt x="9692" y="18025"/>
                  </a:cubicBezTo>
                  <a:cubicBezTo>
                    <a:pt x="9702" y="18002"/>
                    <a:pt x="9742" y="17970"/>
                    <a:pt x="9749" y="17945"/>
                  </a:cubicBezTo>
                  <a:cubicBezTo>
                    <a:pt x="9759" y="17914"/>
                    <a:pt x="9762" y="17843"/>
                    <a:pt x="9749" y="17814"/>
                  </a:cubicBezTo>
                  <a:cubicBezTo>
                    <a:pt x="9737" y="17783"/>
                    <a:pt x="9687" y="17742"/>
                    <a:pt x="9660" y="17730"/>
                  </a:cubicBezTo>
                  <a:cubicBezTo>
                    <a:pt x="9634" y="17719"/>
                    <a:pt x="9573" y="17707"/>
                    <a:pt x="9549" y="17723"/>
                  </a:cubicBezTo>
                  <a:cubicBezTo>
                    <a:pt x="9525" y="17738"/>
                    <a:pt x="9517" y="17816"/>
                    <a:pt x="9494" y="17832"/>
                  </a:cubicBezTo>
                  <a:cubicBezTo>
                    <a:pt x="9459" y="17856"/>
                    <a:pt x="9369" y="17814"/>
                    <a:pt x="9332" y="17832"/>
                  </a:cubicBezTo>
                  <a:cubicBezTo>
                    <a:pt x="9302" y="17846"/>
                    <a:pt x="9266" y="17916"/>
                    <a:pt x="9240" y="17938"/>
                  </a:cubicBezTo>
                  <a:cubicBezTo>
                    <a:pt x="9197" y="17971"/>
                    <a:pt x="9097" y="18004"/>
                    <a:pt x="9051" y="18032"/>
                  </a:cubicBezTo>
                  <a:cubicBezTo>
                    <a:pt x="9011" y="18057"/>
                    <a:pt x="8933" y="18115"/>
                    <a:pt x="8895" y="18146"/>
                  </a:cubicBezTo>
                  <a:cubicBezTo>
                    <a:pt x="8860" y="18174"/>
                    <a:pt x="8791" y="18235"/>
                    <a:pt x="8758" y="18266"/>
                  </a:cubicBezTo>
                  <a:cubicBezTo>
                    <a:pt x="8732" y="18290"/>
                    <a:pt x="8678" y="18333"/>
                    <a:pt x="8659" y="18364"/>
                  </a:cubicBezTo>
                  <a:cubicBezTo>
                    <a:pt x="8639" y="18397"/>
                    <a:pt x="8604" y="18475"/>
                    <a:pt x="8608" y="18515"/>
                  </a:cubicBezTo>
                  <a:cubicBezTo>
                    <a:pt x="8612" y="18552"/>
                    <a:pt x="8673" y="18600"/>
                    <a:pt x="8685" y="18636"/>
                  </a:cubicBezTo>
                  <a:cubicBezTo>
                    <a:pt x="8695" y="18668"/>
                    <a:pt x="8688" y="18742"/>
                    <a:pt x="8698" y="18776"/>
                  </a:cubicBezTo>
                  <a:cubicBezTo>
                    <a:pt x="8712" y="18825"/>
                    <a:pt x="8756" y="18927"/>
                    <a:pt x="8796" y="18949"/>
                  </a:cubicBezTo>
                  <a:cubicBezTo>
                    <a:pt x="8831" y="18969"/>
                    <a:pt x="8912" y="18940"/>
                    <a:pt x="8949" y="18931"/>
                  </a:cubicBezTo>
                  <a:cubicBezTo>
                    <a:pt x="8977" y="18923"/>
                    <a:pt x="9030" y="18894"/>
                    <a:pt x="9057" y="18889"/>
                  </a:cubicBezTo>
                  <a:cubicBezTo>
                    <a:pt x="9083" y="18884"/>
                    <a:pt x="9135" y="18880"/>
                    <a:pt x="9160" y="18889"/>
                  </a:cubicBezTo>
                  <a:cubicBezTo>
                    <a:pt x="9188" y="18899"/>
                    <a:pt x="9230" y="18954"/>
                    <a:pt x="9259" y="18964"/>
                  </a:cubicBezTo>
                  <a:cubicBezTo>
                    <a:pt x="9292" y="18977"/>
                    <a:pt x="9363" y="18975"/>
                    <a:pt x="9399" y="18968"/>
                  </a:cubicBezTo>
                  <a:cubicBezTo>
                    <a:pt x="9427" y="18963"/>
                    <a:pt x="9486" y="18943"/>
                    <a:pt x="9510" y="18922"/>
                  </a:cubicBezTo>
                  <a:cubicBezTo>
                    <a:pt x="9534" y="18902"/>
                    <a:pt x="9555" y="18827"/>
                    <a:pt x="9580" y="18809"/>
                  </a:cubicBezTo>
                  <a:cubicBezTo>
                    <a:pt x="9610" y="18789"/>
                    <a:pt x="9683" y="18795"/>
                    <a:pt x="9717" y="18795"/>
                  </a:cubicBezTo>
                  <a:cubicBezTo>
                    <a:pt x="9760" y="18793"/>
                    <a:pt x="9849" y="18785"/>
                    <a:pt x="9886" y="18809"/>
                  </a:cubicBezTo>
                  <a:cubicBezTo>
                    <a:pt x="9910" y="18825"/>
                    <a:pt x="9929" y="18893"/>
                    <a:pt x="9950" y="18911"/>
                  </a:cubicBezTo>
                  <a:cubicBezTo>
                    <a:pt x="9981" y="18938"/>
                    <a:pt x="10062" y="18944"/>
                    <a:pt x="10094" y="18968"/>
                  </a:cubicBezTo>
                  <a:cubicBezTo>
                    <a:pt x="10114" y="18984"/>
                    <a:pt x="10138" y="19043"/>
                    <a:pt x="10161" y="19055"/>
                  </a:cubicBezTo>
                  <a:cubicBezTo>
                    <a:pt x="10191" y="19071"/>
                    <a:pt x="10261" y="19047"/>
                    <a:pt x="10294" y="19051"/>
                  </a:cubicBezTo>
                  <a:cubicBezTo>
                    <a:pt x="10327" y="19055"/>
                    <a:pt x="10399" y="19061"/>
                    <a:pt x="10422" y="19088"/>
                  </a:cubicBezTo>
                  <a:cubicBezTo>
                    <a:pt x="10434" y="19103"/>
                    <a:pt x="10441" y="19148"/>
                    <a:pt x="10438" y="19168"/>
                  </a:cubicBezTo>
                  <a:cubicBezTo>
                    <a:pt x="10435" y="19191"/>
                    <a:pt x="10411" y="19232"/>
                    <a:pt x="10397" y="19247"/>
                  </a:cubicBezTo>
                  <a:cubicBezTo>
                    <a:pt x="10372" y="19273"/>
                    <a:pt x="10305" y="19292"/>
                    <a:pt x="10279" y="19315"/>
                  </a:cubicBezTo>
                  <a:cubicBezTo>
                    <a:pt x="10261" y="19331"/>
                    <a:pt x="10228" y="19368"/>
                    <a:pt x="10218" y="19390"/>
                  </a:cubicBezTo>
                  <a:cubicBezTo>
                    <a:pt x="10203" y="19424"/>
                    <a:pt x="10215" y="19514"/>
                    <a:pt x="10193" y="19542"/>
                  </a:cubicBezTo>
                  <a:cubicBezTo>
                    <a:pt x="10172" y="19567"/>
                    <a:pt x="10106" y="19561"/>
                    <a:pt x="10081" y="19575"/>
                  </a:cubicBezTo>
                  <a:cubicBezTo>
                    <a:pt x="10056" y="19590"/>
                    <a:pt x="10022" y="19653"/>
                    <a:pt x="9995" y="19655"/>
                  </a:cubicBezTo>
                  <a:cubicBezTo>
                    <a:pt x="9968" y="19657"/>
                    <a:pt x="9926" y="19606"/>
                    <a:pt x="9906" y="19587"/>
                  </a:cubicBezTo>
                  <a:cubicBezTo>
                    <a:pt x="9882" y="19567"/>
                    <a:pt x="9843" y="19512"/>
                    <a:pt x="9816" y="19500"/>
                  </a:cubicBezTo>
                  <a:cubicBezTo>
                    <a:pt x="9792" y="19488"/>
                    <a:pt x="9736" y="19501"/>
                    <a:pt x="9711" y="19493"/>
                  </a:cubicBezTo>
                  <a:cubicBezTo>
                    <a:pt x="9655" y="19473"/>
                    <a:pt x="9561" y="19387"/>
                    <a:pt x="9507" y="19364"/>
                  </a:cubicBezTo>
                  <a:cubicBezTo>
                    <a:pt x="9477" y="19351"/>
                    <a:pt x="9410" y="19348"/>
                    <a:pt x="9379" y="19334"/>
                  </a:cubicBezTo>
                  <a:cubicBezTo>
                    <a:pt x="9354" y="19323"/>
                    <a:pt x="9307" y="19284"/>
                    <a:pt x="9284" y="19266"/>
                  </a:cubicBezTo>
                  <a:cubicBezTo>
                    <a:pt x="9252" y="19241"/>
                    <a:pt x="9196" y="19172"/>
                    <a:pt x="9160" y="19157"/>
                  </a:cubicBezTo>
                  <a:cubicBezTo>
                    <a:pt x="9125" y="19141"/>
                    <a:pt x="9047" y="19145"/>
                    <a:pt x="9010" y="19141"/>
                  </a:cubicBezTo>
                  <a:cubicBezTo>
                    <a:pt x="8963" y="19137"/>
                    <a:pt x="8869" y="19125"/>
                    <a:pt x="8822" y="19127"/>
                  </a:cubicBezTo>
                  <a:cubicBezTo>
                    <a:pt x="8781" y="19127"/>
                    <a:pt x="8700" y="19135"/>
                    <a:pt x="8662" y="19149"/>
                  </a:cubicBezTo>
                  <a:cubicBezTo>
                    <a:pt x="8623" y="19164"/>
                    <a:pt x="8554" y="19215"/>
                    <a:pt x="8519" y="19240"/>
                  </a:cubicBezTo>
                  <a:cubicBezTo>
                    <a:pt x="8477" y="19268"/>
                    <a:pt x="8396" y="19329"/>
                    <a:pt x="8356" y="19360"/>
                  </a:cubicBezTo>
                  <a:cubicBezTo>
                    <a:pt x="8323" y="19387"/>
                    <a:pt x="8263" y="19456"/>
                    <a:pt x="8226" y="19473"/>
                  </a:cubicBezTo>
                  <a:cubicBezTo>
                    <a:pt x="8174" y="19499"/>
                    <a:pt x="8061" y="19518"/>
                    <a:pt x="8006" y="19515"/>
                  </a:cubicBezTo>
                  <a:cubicBezTo>
                    <a:pt x="7944" y="19512"/>
                    <a:pt x="7827" y="19461"/>
                    <a:pt x="7766" y="19451"/>
                  </a:cubicBezTo>
                  <a:cubicBezTo>
                    <a:pt x="7696" y="19439"/>
                    <a:pt x="7551" y="19436"/>
                    <a:pt x="7480" y="19432"/>
                  </a:cubicBezTo>
                  <a:cubicBezTo>
                    <a:pt x="7390" y="19427"/>
                    <a:pt x="7209" y="19416"/>
                    <a:pt x="7119" y="19413"/>
                  </a:cubicBezTo>
                  <a:cubicBezTo>
                    <a:pt x="7041" y="19411"/>
                    <a:pt x="6885" y="19420"/>
                    <a:pt x="6807" y="19409"/>
                  </a:cubicBezTo>
                  <a:cubicBezTo>
                    <a:pt x="6698" y="19394"/>
                    <a:pt x="6484" y="19331"/>
                    <a:pt x="6379" y="19292"/>
                  </a:cubicBezTo>
                  <a:cubicBezTo>
                    <a:pt x="6306" y="19266"/>
                    <a:pt x="6164" y="19192"/>
                    <a:pt x="6093" y="19157"/>
                  </a:cubicBezTo>
                  <a:cubicBezTo>
                    <a:pt x="5983" y="19102"/>
                    <a:pt x="5767" y="18977"/>
                    <a:pt x="5656" y="18926"/>
                  </a:cubicBezTo>
                  <a:cubicBezTo>
                    <a:pt x="5514" y="18861"/>
                    <a:pt x="5221" y="18750"/>
                    <a:pt x="5076" y="18695"/>
                  </a:cubicBezTo>
                  <a:cubicBezTo>
                    <a:pt x="5006" y="18668"/>
                    <a:pt x="4864" y="18619"/>
                    <a:pt x="4793" y="18594"/>
                  </a:cubicBezTo>
                  <a:cubicBezTo>
                    <a:pt x="4744" y="18577"/>
                    <a:pt x="4648" y="18537"/>
                    <a:pt x="4598" y="18527"/>
                  </a:cubicBezTo>
                  <a:cubicBezTo>
                    <a:pt x="4533" y="18514"/>
                    <a:pt x="4402" y="18511"/>
                    <a:pt x="4336" y="18511"/>
                  </a:cubicBezTo>
                  <a:cubicBezTo>
                    <a:pt x="4243" y="18511"/>
                    <a:pt x="4057" y="18512"/>
                    <a:pt x="3966" y="18534"/>
                  </a:cubicBezTo>
                  <a:cubicBezTo>
                    <a:pt x="3915" y="18546"/>
                    <a:pt x="3820" y="18606"/>
                    <a:pt x="3769" y="18617"/>
                  </a:cubicBezTo>
                  <a:cubicBezTo>
                    <a:pt x="3683" y="18635"/>
                    <a:pt x="3506" y="18619"/>
                    <a:pt x="3418" y="18625"/>
                  </a:cubicBezTo>
                  <a:cubicBezTo>
                    <a:pt x="3312" y="18631"/>
                    <a:pt x="3102" y="18653"/>
                    <a:pt x="2997" y="18670"/>
                  </a:cubicBezTo>
                  <a:cubicBezTo>
                    <a:pt x="2890" y="18688"/>
                    <a:pt x="2677" y="18742"/>
                    <a:pt x="2570" y="18768"/>
                  </a:cubicBezTo>
                  <a:cubicBezTo>
                    <a:pt x="2447" y="18797"/>
                    <a:pt x="2193" y="18826"/>
                    <a:pt x="2079" y="18889"/>
                  </a:cubicBezTo>
                  <a:cubicBezTo>
                    <a:pt x="2019" y="18922"/>
                    <a:pt x="1921" y="19036"/>
                    <a:pt x="1869" y="19085"/>
                  </a:cubicBezTo>
                  <a:cubicBezTo>
                    <a:pt x="1854" y="19099"/>
                    <a:pt x="1831" y="19122"/>
                    <a:pt x="1810" y="19143"/>
                  </a:cubicBezTo>
                  <a:cubicBezTo>
                    <a:pt x="1790" y="19098"/>
                    <a:pt x="1764" y="19039"/>
                    <a:pt x="1748" y="19014"/>
                  </a:cubicBezTo>
                  <a:cubicBezTo>
                    <a:pt x="1716" y="18967"/>
                    <a:pt x="1630" y="18897"/>
                    <a:pt x="1594" y="18853"/>
                  </a:cubicBezTo>
                  <a:cubicBezTo>
                    <a:pt x="1574" y="18828"/>
                    <a:pt x="1542" y="18764"/>
                    <a:pt x="1518" y="18743"/>
                  </a:cubicBezTo>
                  <a:cubicBezTo>
                    <a:pt x="1494" y="18723"/>
                    <a:pt x="1424" y="18722"/>
                    <a:pt x="1408" y="18692"/>
                  </a:cubicBezTo>
                  <a:cubicBezTo>
                    <a:pt x="1387" y="18655"/>
                    <a:pt x="1397" y="18551"/>
                    <a:pt x="1416" y="18511"/>
                  </a:cubicBezTo>
                  <a:cubicBezTo>
                    <a:pt x="1433" y="18476"/>
                    <a:pt x="1505" y="18447"/>
                    <a:pt x="1531" y="18421"/>
                  </a:cubicBezTo>
                  <a:cubicBezTo>
                    <a:pt x="1558" y="18393"/>
                    <a:pt x="1599" y="18321"/>
                    <a:pt x="1624" y="18290"/>
                  </a:cubicBezTo>
                  <a:cubicBezTo>
                    <a:pt x="1663" y="18242"/>
                    <a:pt x="1757" y="18165"/>
                    <a:pt x="1786" y="18109"/>
                  </a:cubicBezTo>
                  <a:cubicBezTo>
                    <a:pt x="1810" y="18063"/>
                    <a:pt x="1828" y="17955"/>
                    <a:pt x="1837" y="17902"/>
                  </a:cubicBezTo>
                  <a:cubicBezTo>
                    <a:pt x="1845" y="17851"/>
                    <a:pt x="1841" y="17742"/>
                    <a:pt x="1854" y="17691"/>
                  </a:cubicBezTo>
                  <a:cubicBezTo>
                    <a:pt x="1868" y="17635"/>
                    <a:pt x="1919" y="17533"/>
                    <a:pt x="1947" y="17485"/>
                  </a:cubicBezTo>
                  <a:cubicBezTo>
                    <a:pt x="1967" y="17453"/>
                    <a:pt x="2016" y="17400"/>
                    <a:pt x="2036" y="17369"/>
                  </a:cubicBezTo>
                  <a:cubicBezTo>
                    <a:pt x="2061" y="17334"/>
                    <a:pt x="2105" y="17258"/>
                    <a:pt x="2130" y="17224"/>
                  </a:cubicBezTo>
                  <a:cubicBezTo>
                    <a:pt x="2148" y="17201"/>
                    <a:pt x="2196" y="17166"/>
                    <a:pt x="2207" y="17138"/>
                  </a:cubicBezTo>
                  <a:cubicBezTo>
                    <a:pt x="2213" y="17119"/>
                    <a:pt x="2214" y="17076"/>
                    <a:pt x="2207" y="17057"/>
                  </a:cubicBezTo>
                  <a:cubicBezTo>
                    <a:pt x="2197" y="17033"/>
                    <a:pt x="2146" y="17013"/>
                    <a:pt x="2138" y="16987"/>
                  </a:cubicBezTo>
                  <a:cubicBezTo>
                    <a:pt x="2132" y="16964"/>
                    <a:pt x="2144" y="16912"/>
                    <a:pt x="2156" y="16891"/>
                  </a:cubicBezTo>
                  <a:cubicBezTo>
                    <a:pt x="2170" y="16867"/>
                    <a:pt x="2228" y="16851"/>
                    <a:pt x="2240" y="16826"/>
                  </a:cubicBezTo>
                  <a:cubicBezTo>
                    <a:pt x="2265" y="16779"/>
                    <a:pt x="2270" y="16662"/>
                    <a:pt x="2258" y="16610"/>
                  </a:cubicBezTo>
                  <a:cubicBezTo>
                    <a:pt x="2247" y="16565"/>
                    <a:pt x="2187" y="16497"/>
                    <a:pt x="2164" y="16458"/>
                  </a:cubicBezTo>
                  <a:cubicBezTo>
                    <a:pt x="2149" y="16433"/>
                    <a:pt x="2107" y="16385"/>
                    <a:pt x="2105" y="16353"/>
                  </a:cubicBezTo>
                  <a:cubicBezTo>
                    <a:pt x="2100" y="16298"/>
                    <a:pt x="2176" y="16203"/>
                    <a:pt x="2177" y="16147"/>
                  </a:cubicBezTo>
                  <a:cubicBezTo>
                    <a:pt x="2178" y="16105"/>
                    <a:pt x="2143" y="16025"/>
                    <a:pt x="2130" y="15986"/>
                  </a:cubicBezTo>
                  <a:cubicBezTo>
                    <a:pt x="2119" y="15952"/>
                    <a:pt x="2096" y="15885"/>
                    <a:pt x="2079" y="15855"/>
                  </a:cubicBezTo>
                  <a:cubicBezTo>
                    <a:pt x="2059" y="15821"/>
                    <a:pt x="2007" y="15763"/>
                    <a:pt x="1982" y="15734"/>
                  </a:cubicBezTo>
                  <a:cubicBezTo>
                    <a:pt x="1962" y="15712"/>
                    <a:pt x="1909" y="15679"/>
                    <a:pt x="1901" y="15649"/>
                  </a:cubicBezTo>
                  <a:cubicBezTo>
                    <a:pt x="1891" y="15614"/>
                    <a:pt x="1924" y="15540"/>
                    <a:pt x="1926" y="15503"/>
                  </a:cubicBezTo>
                  <a:cubicBezTo>
                    <a:pt x="1928" y="15469"/>
                    <a:pt x="1910" y="15400"/>
                    <a:pt x="1918" y="15367"/>
                  </a:cubicBezTo>
                  <a:cubicBezTo>
                    <a:pt x="1933" y="15307"/>
                    <a:pt x="2006" y="15208"/>
                    <a:pt x="2045" y="15166"/>
                  </a:cubicBezTo>
                  <a:cubicBezTo>
                    <a:pt x="2067" y="15143"/>
                    <a:pt x="2129" y="15124"/>
                    <a:pt x="2143" y="15095"/>
                  </a:cubicBezTo>
                  <a:cubicBezTo>
                    <a:pt x="2153" y="15075"/>
                    <a:pt x="2148" y="15026"/>
                    <a:pt x="2143" y="15005"/>
                  </a:cubicBezTo>
                  <a:cubicBezTo>
                    <a:pt x="2138" y="14981"/>
                    <a:pt x="2114" y="14939"/>
                    <a:pt x="2103" y="14917"/>
                  </a:cubicBezTo>
                  <a:cubicBezTo>
                    <a:pt x="2089" y="14887"/>
                    <a:pt x="2053" y="14831"/>
                    <a:pt x="2046" y="14799"/>
                  </a:cubicBezTo>
                  <a:cubicBezTo>
                    <a:pt x="2035" y="14754"/>
                    <a:pt x="2060" y="14655"/>
                    <a:pt x="2044" y="14612"/>
                  </a:cubicBezTo>
                  <a:cubicBezTo>
                    <a:pt x="2034" y="14585"/>
                    <a:pt x="1983" y="14557"/>
                    <a:pt x="1972" y="14530"/>
                  </a:cubicBezTo>
                  <a:cubicBezTo>
                    <a:pt x="1963" y="14505"/>
                    <a:pt x="1967" y="14444"/>
                    <a:pt x="1969" y="14415"/>
                  </a:cubicBezTo>
                  <a:cubicBezTo>
                    <a:pt x="1972" y="14375"/>
                    <a:pt x="1980" y="14291"/>
                    <a:pt x="2000" y="14257"/>
                  </a:cubicBezTo>
                  <a:cubicBezTo>
                    <a:pt x="2011" y="14238"/>
                    <a:pt x="2048" y="14219"/>
                    <a:pt x="2065" y="14207"/>
                  </a:cubicBezTo>
                  <a:cubicBezTo>
                    <a:pt x="2087" y="14190"/>
                    <a:pt x="2142" y="14170"/>
                    <a:pt x="2154" y="14142"/>
                  </a:cubicBezTo>
                  <a:cubicBezTo>
                    <a:pt x="2166" y="14115"/>
                    <a:pt x="2148" y="14049"/>
                    <a:pt x="2146" y="14020"/>
                  </a:cubicBezTo>
                  <a:cubicBezTo>
                    <a:pt x="2145" y="13992"/>
                    <a:pt x="2135" y="13936"/>
                    <a:pt x="2142" y="13910"/>
                  </a:cubicBezTo>
                  <a:cubicBezTo>
                    <a:pt x="2148" y="13879"/>
                    <a:pt x="2178" y="13820"/>
                    <a:pt x="2199" y="13799"/>
                  </a:cubicBezTo>
                  <a:cubicBezTo>
                    <a:pt x="2218" y="13778"/>
                    <a:pt x="2273" y="13768"/>
                    <a:pt x="2295" y="13749"/>
                  </a:cubicBezTo>
                  <a:cubicBezTo>
                    <a:pt x="2318" y="13731"/>
                    <a:pt x="2358" y="13680"/>
                    <a:pt x="2371" y="13650"/>
                  </a:cubicBezTo>
                  <a:cubicBezTo>
                    <a:pt x="2383" y="13621"/>
                    <a:pt x="2390" y="13555"/>
                    <a:pt x="2391" y="13524"/>
                  </a:cubicBezTo>
                  <a:cubicBezTo>
                    <a:pt x="2393" y="13501"/>
                    <a:pt x="2390" y="13455"/>
                    <a:pt x="2385" y="13433"/>
                  </a:cubicBezTo>
                  <a:cubicBezTo>
                    <a:pt x="2380" y="13408"/>
                    <a:pt x="2352" y="13362"/>
                    <a:pt x="2354" y="13336"/>
                  </a:cubicBezTo>
                  <a:cubicBezTo>
                    <a:pt x="2359" y="13309"/>
                    <a:pt x="2398" y="13272"/>
                    <a:pt x="2412" y="13252"/>
                  </a:cubicBezTo>
                  <a:cubicBezTo>
                    <a:pt x="2424" y="13235"/>
                    <a:pt x="2453" y="13207"/>
                    <a:pt x="2460" y="13188"/>
                  </a:cubicBezTo>
                  <a:cubicBezTo>
                    <a:pt x="2471" y="13156"/>
                    <a:pt x="2451" y="13085"/>
                    <a:pt x="2463" y="13056"/>
                  </a:cubicBezTo>
                  <a:cubicBezTo>
                    <a:pt x="2472" y="13032"/>
                    <a:pt x="2516" y="13008"/>
                    <a:pt x="2529" y="12988"/>
                  </a:cubicBezTo>
                  <a:cubicBezTo>
                    <a:pt x="2544" y="12962"/>
                    <a:pt x="2564" y="12903"/>
                    <a:pt x="2569" y="12873"/>
                  </a:cubicBezTo>
                  <a:cubicBezTo>
                    <a:pt x="2574" y="12842"/>
                    <a:pt x="2571" y="12779"/>
                    <a:pt x="2567" y="12748"/>
                  </a:cubicBezTo>
                  <a:cubicBezTo>
                    <a:pt x="2562" y="12711"/>
                    <a:pt x="2536" y="12643"/>
                    <a:pt x="2531" y="12606"/>
                  </a:cubicBezTo>
                  <a:cubicBezTo>
                    <a:pt x="2525" y="12568"/>
                    <a:pt x="2517" y="12487"/>
                    <a:pt x="2529" y="12451"/>
                  </a:cubicBezTo>
                  <a:cubicBezTo>
                    <a:pt x="2537" y="12427"/>
                    <a:pt x="2574" y="12389"/>
                    <a:pt x="2593" y="12375"/>
                  </a:cubicBezTo>
                  <a:cubicBezTo>
                    <a:pt x="2613" y="12359"/>
                    <a:pt x="2667" y="12359"/>
                    <a:pt x="2682" y="12337"/>
                  </a:cubicBezTo>
                  <a:cubicBezTo>
                    <a:pt x="2697" y="12311"/>
                    <a:pt x="2693" y="12241"/>
                    <a:pt x="2684" y="12212"/>
                  </a:cubicBezTo>
                  <a:cubicBezTo>
                    <a:pt x="2672" y="12179"/>
                    <a:pt x="2626" y="12127"/>
                    <a:pt x="2600" y="12109"/>
                  </a:cubicBezTo>
                  <a:cubicBezTo>
                    <a:pt x="2581" y="12094"/>
                    <a:pt x="2528" y="12099"/>
                    <a:pt x="2512" y="12080"/>
                  </a:cubicBezTo>
                  <a:cubicBezTo>
                    <a:pt x="2495" y="12062"/>
                    <a:pt x="2477" y="12007"/>
                    <a:pt x="2481" y="11980"/>
                  </a:cubicBezTo>
                  <a:cubicBezTo>
                    <a:pt x="2484" y="11959"/>
                    <a:pt x="2513" y="11926"/>
                    <a:pt x="2525" y="11910"/>
                  </a:cubicBezTo>
                  <a:cubicBezTo>
                    <a:pt x="2557" y="11871"/>
                    <a:pt x="2646" y="11820"/>
                    <a:pt x="2665" y="11771"/>
                  </a:cubicBezTo>
                  <a:cubicBezTo>
                    <a:pt x="2675" y="11742"/>
                    <a:pt x="2667" y="11676"/>
                    <a:pt x="2659" y="11646"/>
                  </a:cubicBezTo>
                  <a:cubicBezTo>
                    <a:pt x="2651" y="11612"/>
                    <a:pt x="2619" y="11550"/>
                    <a:pt x="2602" y="11522"/>
                  </a:cubicBezTo>
                  <a:cubicBezTo>
                    <a:pt x="2589" y="11499"/>
                    <a:pt x="2551" y="11466"/>
                    <a:pt x="2540" y="11443"/>
                  </a:cubicBezTo>
                  <a:cubicBezTo>
                    <a:pt x="2529" y="11418"/>
                    <a:pt x="2510" y="11365"/>
                    <a:pt x="2514" y="11339"/>
                  </a:cubicBezTo>
                  <a:cubicBezTo>
                    <a:pt x="2519" y="11306"/>
                    <a:pt x="2579" y="11267"/>
                    <a:pt x="2580" y="11235"/>
                  </a:cubicBezTo>
                  <a:cubicBezTo>
                    <a:pt x="2581" y="11207"/>
                    <a:pt x="2531" y="11170"/>
                    <a:pt x="2531" y="11142"/>
                  </a:cubicBezTo>
                  <a:cubicBezTo>
                    <a:pt x="2529" y="11111"/>
                    <a:pt x="2579" y="11061"/>
                    <a:pt x="2583" y="11029"/>
                  </a:cubicBezTo>
                  <a:cubicBezTo>
                    <a:pt x="2589" y="10982"/>
                    <a:pt x="2583" y="10870"/>
                    <a:pt x="2550" y="10843"/>
                  </a:cubicBezTo>
                  <a:cubicBezTo>
                    <a:pt x="2537" y="10833"/>
                    <a:pt x="2504" y="10844"/>
                    <a:pt x="2492" y="10853"/>
                  </a:cubicBezTo>
                  <a:cubicBezTo>
                    <a:pt x="2474" y="10868"/>
                    <a:pt x="2464" y="10923"/>
                    <a:pt x="2452" y="10944"/>
                  </a:cubicBezTo>
                  <a:cubicBezTo>
                    <a:pt x="2441" y="10965"/>
                    <a:pt x="2420" y="11018"/>
                    <a:pt x="2400" y="11024"/>
                  </a:cubicBezTo>
                  <a:cubicBezTo>
                    <a:pt x="2376" y="11030"/>
                    <a:pt x="2328" y="10993"/>
                    <a:pt x="2312" y="10970"/>
                  </a:cubicBezTo>
                  <a:cubicBezTo>
                    <a:pt x="2296" y="10949"/>
                    <a:pt x="2284" y="10890"/>
                    <a:pt x="2280" y="10861"/>
                  </a:cubicBezTo>
                  <a:cubicBezTo>
                    <a:pt x="2275" y="10821"/>
                    <a:pt x="2291" y="10737"/>
                    <a:pt x="2282" y="10697"/>
                  </a:cubicBezTo>
                  <a:cubicBezTo>
                    <a:pt x="2274" y="10665"/>
                    <a:pt x="2230" y="10615"/>
                    <a:pt x="2221" y="10584"/>
                  </a:cubicBezTo>
                  <a:cubicBezTo>
                    <a:pt x="2211" y="10550"/>
                    <a:pt x="2231" y="10462"/>
                    <a:pt x="2207" y="10439"/>
                  </a:cubicBezTo>
                  <a:cubicBezTo>
                    <a:pt x="2184" y="10417"/>
                    <a:pt x="2119" y="10464"/>
                    <a:pt x="2092" y="10452"/>
                  </a:cubicBezTo>
                  <a:cubicBezTo>
                    <a:pt x="2071" y="10442"/>
                    <a:pt x="2045" y="10393"/>
                    <a:pt x="2030" y="10373"/>
                  </a:cubicBezTo>
                  <a:cubicBezTo>
                    <a:pt x="2019" y="10357"/>
                    <a:pt x="2000" y="10321"/>
                    <a:pt x="1985" y="10308"/>
                  </a:cubicBezTo>
                  <a:cubicBezTo>
                    <a:pt x="1971" y="10296"/>
                    <a:pt x="1926" y="10293"/>
                    <a:pt x="1916" y="10274"/>
                  </a:cubicBezTo>
                  <a:cubicBezTo>
                    <a:pt x="1903" y="10249"/>
                    <a:pt x="1915" y="10181"/>
                    <a:pt x="1923" y="10152"/>
                  </a:cubicBezTo>
                  <a:cubicBezTo>
                    <a:pt x="1929" y="10132"/>
                    <a:pt x="1955" y="10102"/>
                    <a:pt x="1963" y="10084"/>
                  </a:cubicBezTo>
                  <a:cubicBezTo>
                    <a:pt x="1975" y="10052"/>
                    <a:pt x="1996" y="9983"/>
                    <a:pt x="1993" y="9948"/>
                  </a:cubicBezTo>
                  <a:cubicBezTo>
                    <a:pt x="1991" y="9921"/>
                    <a:pt x="1957" y="9878"/>
                    <a:pt x="1952" y="9852"/>
                  </a:cubicBezTo>
                  <a:cubicBezTo>
                    <a:pt x="1949" y="9837"/>
                    <a:pt x="1959" y="9804"/>
                    <a:pt x="1954" y="9790"/>
                  </a:cubicBezTo>
                  <a:cubicBezTo>
                    <a:pt x="1947" y="9763"/>
                    <a:pt x="1907" y="9723"/>
                    <a:pt x="1887" y="9708"/>
                  </a:cubicBezTo>
                  <a:cubicBezTo>
                    <a:pt x="1871" y="9696"/>
                    <a:pt x="1826" y="9696"/>
                    <a:pt x="1815" y="9678"/>
                  </a:cubicBezTo>
                  <a:cubicBezTo>
                    <a:pt x="1801" y="9657"/>
                    <a:pt x="1818" y="9596"/>
                    <a:pt x="1810" y="9571"/>
                  </a:cubicBezTo>
                  <a:cubicBezTo>
                    <a:pt x="1802" y="9548"/>
                    <a:pt x="1777" y="9509"/>
                    <a:pt x="1760" y="9495"/>
                  </a:cubicBezTo>
                  <a:cubicBezTo>
                    <a:pt x="1743" y="9481"/>
                    <a:pt x="1698" y="9478"/>
                    <a:pt x="1681" y="9465"/>
                  </a:cubicBezTo>
                  <a:cubicBezTo>
                    <a:pt x="1662" y="9452"/>
                    <a:pt x="1620" y="9418"/>
                    <a:pt x="1620" y="9392"/>
                  </a:cubicBezTo>
                  <a:cubicBezTo>
                    <a:pt x="1621" y="9368"/>
                    <a:pt x="1667" y="9348"/>
                    <a:pt x="1676" y="9328"/>
                  </a:cubicBezTo>
                  <a:cubicBezTo>
                    <a:pt x="1690" y="9296"/>
                    <a:pt x="1697" y="9196"/>
                    <a:pt x="1693" y="9188"/>
                  </a:cubicBezTo>
                  <a:cubicBezTo>
                    <a:pt x="1690" y="9180"/>
                    <a:pt x="1641" y="9108"/>
                    <a:pt x="1616" y="9095"/>
                  </a:cubicBezTo>
                  <a:cubicBezTo>
                    <a:pt x="1598" y="9087"/>
                    <a:pt x="1560" y="9092"/>
                    <a:pt x="1542" y="9093"/>
                  </a:cubicBezTo>
                  <a:cubicBezTo>
                    <a:pt x="1516" y="9094"/>
                    <a:pt x="1463" y="9118"/>
                    <a:pt x="1439" y="9105"/>
                  </a:cubicBezTo>
                  <a:cubicBezTo>
                    <a:pt x="1414" y="9092"/>
                    <a:pt x="1392" y="9026"/>
                    <a:pt x="1373" y="9002"/>
                  </a:cubicBezTo>
                  <a:cubicBezTo>
                    <a:pt x="1357" y="8983"/>
                    <a:pt x="1314" y="8957"/>
                    <a:pt x="1302" y="8933"/>
                  </a:cubicBezTo>
                  <a:cubicBezTo>
                    <a:pt x="1286" y="8905"/>
                    <a:pt x="1286" y="8836"/>
                    <a:pt x="1276" y="8805"/>
                  </a:cubicBezTo>
                  <a:cubicBezTo>
                    <a:pt x="1269" y="8784"/>
                    <a:pt x="1242" y="8749"/>
                    <a:pt x="1239" y="8727"/>
                  </a:cubicBezTo>
                  <a:cubicBezTo>
                    <a:pt x="1237" y="8704"/>
                    <a:pt x="1247" y="8657"/>
                    <a:pt x="1259" y="8637"/>
                  </a:cubicBezTo>
                  <a:cubicBezTo>
                    <a:pt x="1270" y="8616"/>
                    <a:pt x="1317" y="8594"/>
                    <a:pt x="1326" y="8571"/>
                  </a:cubicBezTo>
                  <a:cubicBezTo>
                    <a:pt x="1335" y="8542"/>
                    <a:pt x="1321" y="8477"/>
                    <a:pt x="1311" y="8448"/>
                  </a:cubicBezTo>
                  <a:cubicBezTo>
                    <a:pt x="1303" y="8425"/>
                    <a:pt x="1263" y="8392"/>
                    <a:pt x="1259" y="8367"/>
                  </a:cubicBezTo>
                  <a:cubicBezTo>
                    <a:pt x="1255" y="8350"/>
                    <a:pt x="1261" y="8315"/>
                    <a:pt x="1269" y="8301"/>
                  </a:cubicBezTo>
                  <a:cubicBezTo>
                    <a:pt x="1280" y="8286"/>
                    <a:pt x="1320" y="8285"/>
                    <a:pt x="1332" y="8271"/>
                  </a:cubicBezTo>
                  <a:cubicBezTo>
                    <a:pt x="1347" y="8252"/>
                    <a:pt x="1365" y="8197"/>
                    <a:pt x="1362" y="8171"/>
                  </a:cubicBezTo>
                  <a:cubicBezTo>
                    <a:pt x="1359" y="8148"/>
                    <a:pt x="1325" y="8116"/>
                    <a:pt x="1316" y="8096"/>
                  </a:cubicBezTo>
                  <a:cubicBezTo>
                    <a:pt x="1302" y="8063"/>
                    <a:pt x="1296" y="7984"/>
                    <a:pt x="1278" y="7954"/>
                  </a:cubicBezTo>
                  <a:cubicBezTo>
                    <a:pt x="1266" y="7936"/>
                    <a:pt x="1224" y="7921"/>
                    <a:pt x="1215" y="7901"/>
                  </a:cubicBezTo>
                  <a:cubicBezTo>
                    <a:pt x="1204" y="7875"/>
                    <a:pt x="1222" y="7814"/>
                    <a:pt x="1218" y="7786"/>
                  </a:cubicBezTo>
                  <a:cubicBezTo>
                    <a:pt x="1215" y="7754"/>
                    <a:pt x="1202" y="7688"/>
                    <a:pt x="1188" y="7660"/>
                  </a:cubicBezTo>
                  <a:cubicBezTo>
                    <a:pt x="1175" y="7634"/>
                    <a:pt x="1138" y="7590"/>
                    <a:pt x="1116" y="7575"/>
                  </a:cubicBezTo>
                  <a:cubicBezTo>
                    <a:pt x="1095" y="7560"/>
                    <a:pt x="1042" y="7561"/>
                    <a:pt x="1022" y="7543"/>
                  </a:cubicBezTo>
                  <a:cubicBezTo>
                    <a:pt x="1008" y="7529"/>
                    <a:pt x="989" y="7489"/>
                    <a:pt x="986" y="7467"/>
                  </a:cubicBezTo>
                  <a:cubicBezTo>
                    <a:pt x="982" y="7440"/>
                    <a:pt x="1010" y="7388"/>
                    <a:pt x="1005" y="7361"/>
                  </a:cubicBezTo>
                  <a:cubicBezTo>
                    <a:pt x="999" y="7336"/>
                    <a:pt x="958" y="7303"/>
                    <a:pt x="946" y="7281"/>
                  </a:cubicBezTo>
                  <a:cubicBezTo>
                    <a:pt x="931" y="7252"/>
                    <a:pt x="920" y="7180"/>
                    <a:pt x="900" y="7156"/>
                  </a:cubicBezTo>
                  <a:cubicBezTo>
                    <a:pt x="885" y="7139"/>
                    <a:pt x="842" y="7133"/>
                    <a:pt x="825" y="7120"/>
                  </a:cubicBezTo>
                  <a:cubicBezTo>
                    <a:pt x="803" y="7103"/>
                    <a:pt x="773" y="7048"/>
                    <a:pt x="750" y="7033"/>
                  </a:cubicBezTo>
                  <a:cubicBezTo>
                    <a:pt x="724" y="7017"/>
                    <a:pt x="660" y="7023"/>
                    <a:pt x="635" y="7005"/>
                  </a:cubicBezTo>
                  <a:cubicBezTo>
                    <a:pt x="610" y="6987"/>
                    <a:pt x="581" y="6926"/>
                    <a:pt x="565" y="6898"/>
                  </a:cubicBezTo>
                  <a:cubicBezTo>
                    <a:pt x="541" y="6855"/>
                    <a:pt x="502" y="6763"/>
                    <a:pt x="480" y="6720"/>
                  </a:cubicBezTo>
                  <a:cubicBezTo>
                    <a:pt x="468" y="6695"/>
                    <a:pt x="446" y="6638"/>
                    <a:pt x="426" y="6620"/>
                  </a:cubicBezTo>
                  <a:cubicBezTo>
                    <a:pt x="408" y="6603"/>
                    <a:pt x="355" y="6600"/>
                    <a:pt x="337" y="6582"/>
                  </a:cubicBezTo>
                  <a:cubicBezTo>
                    <a:pt x="321" y="6568"/>
                    <a:pt x="296" y="6501"/>
                    <a:pt x="296" y="6501"/>
                  </a:cubicBezTo>
                  <a:lnTo>
                    <a:pt x="0" y="965"/>
                  </a:lnTo>
                  <a:lnTo>
                    <a:pt x="4060" y="611"/>
                  </a:lnTo>
                  <a:lnTo>
                    <a:pt x="9985" y="108"/>
                  </a:lnTo>
                  <a:lnTo>
                    <a:pt x="11166" y="0"/>
                  </a:lnTo>
                  <a:cubicBezTo>
                    <a:pt x="11165" y="27"/>
                    <a:pt x="11165" y="52"/>
                    <a:pt x="11158" y="68"/>
                  </a:cubicBezTo>
                  <a:cubicBezTo>
                    <a:pt x="11141" y="111"/>
                    <a:pt x="11064" y="163"/>
                    <a:pt x="11044" y="204"/>
                  </a:cubicBezTo>
                  <a:cubicBezTo>
                    <a:pt x="11024" y="245"/>
                    <a:pt x="11002" y="339"/>
                    <a:pt x="11005" y="385"/>
                  </a:cubicBezTo>
                  <a:cubicBezTo>
                    <a:pt x="11008" y="422"/>
                    <a:pt x="11034" y="494"/>
                    <a:pt x="11056" y="521"/>
                  </a:cubicBezTo>
                  <a:cubicBezTo>
                    <a:pt x="11082" y="552"/>
                    <a:pt x="11150" y="592"/>
                    <a:pt x="11186" y="594"/>
                  </a:cubicBezTo>
                  <a:cubicBezTo>
                    <a:pt x="11215" y="595"/>
                    <a:pt x="11277" y="572"/>
                    <a:pt x="11297" y="546"/>
                  </a:cubicBezTo>
                  <a:cubicBezTo>
                    <a:pt x="11323" y="511"/>
                    <a:pt x="11340" y="411"/>
                    <a:pt x="11335" y="365"/>
                  </a:cubicBezTo>
                  <a:cubicBezTo>
                    <a:pt x="11331" y="326"/>
                    <a:pt x="11277" y="265"/>
                    <a:pt x="11273" y="226"/>
                  </a:cubicBezTo>
                  <a:cubicBezTo>
                    <a:pt x="11271" y="198"/>
                    <a:pt x="11285" y="138"/>
                    <a:pt x="11299" y="113"/>
                  </a:cubicBezTo>
                  <a:cubicBezTo>
                    <a:pt x="11311" y="93"/>
                    <a:pt x="11346" y="58"/>
                    <a:pt x="11367" y="56"/>
                  </a:cubicBezTo>
                  <a:cubicBezTo>
                    <a:pt x="11394" y="53"/>
                    <a:pt x="11447" y="87"/>
                    <a:pt x="11464" y="111"/>
                  </a:cubicBezTo>
                  <a:cubicBezTo>
                    <a:pt x="11487" y="142"/>
                    <a:pt x="11491" y="229"/>
                    <a:pt x="11505" y="267"/>
                  </a:cubicBezTo>
                  <a:cubicBezTo>
                    <a:pt x="11525" y="325"/>
                    <a:pt x="11604" y="425"/>
                    <a:pt x="11605" y="488"/>
                  </a:cubicBezTo>
                  <a:cubicBezTo>
                    <a:pt x="11606" y="547"/>
                    <a:pt x="11553" y="659"/>
                    <a:pt x="11518" y="702"/>
                  </a:cubicBezTo>
                  <a:cubicBezTo>
                    <a:pt x="11491" y="734"/>
                    <a:pt x="11415" y="755"/>
                    <a:pt x="11383" y="780"/>
                  </a:cubicBezTo>
                  <a:cubicBezTo>
                    <a:pt x="11356" y="802"/>
                    <a:pt x="11298" y="851"/>
                    <a:pt x="11282" y="886"/>
                  </a:cubicBezTo>
                  <a:cubicBezTo>
                    <a:pt x="11257" y="940"/>
                    <a:pt x="11249" y="1070"/>
                    <a:pt x="11250" y="1132"/>
                  </a:cubicBezTo>
                  <a:cubicBezTo>
                    <a:pt x="11250" y="1178"/>
                    <a:pt x="11263" y="1271"/>
                    <a:pt x="11280" y="1314"/>
                  </a:cubicBezTo>
                  <a:cubicBezTo>
                    <a:pt x="11292" y="1345"/>
                    <a:pt x="11325" y="1408"/>
                    <a:pt x="11352" y="1421"/>
                  </a:cubicBezTo>
                  <a:cubicBezTo>
                    <a:pt x="11381" y="1436"/>
                    <a:pt x="11445" y="1406"/>
                    <a:pt x="11477" y="1406"/>
                  </a:cubicBezTo>
                  <a:cubicBezTo>
                    <a:pt x="11522" y="1408"/>
                    <a:pt x="11619" y="1402"/>
                    <a:pt x="11656" y="1434"/>
                  </a:cubicBezTo>
                  <a:cubicBezTo>
                    <a:pt x="11682" y="1457"/>
                    <a:pt x="11715" y="1536"/>
                    <a:pt x="11711" y="1575"/>
                  </a:cubicBezTo>
                  <a:cubicBezTo>
                    <a:pt x="11706" y="1621"/>
                    <a:pt x="11640" y="1687"/>
                    <a:pt x="11611" y="1718"/>
                  </a:cubicBezTo>
                  <a:cubicBezTo>
                    <a:pt x="11577" y="1756"/>
                    <a:pt x="11488" y="1805"/>
                    <a:pt x="11456" y="1847"/>
                  </a:cubicBezTo>
                  <a:cubicBezTo>
                    <a:pt x="11425" y="1886"/>
                    <a:pt x="11372" y="1979"/>
                    <a:pt x="11367" y="2033"/>
                  </a:cubicBezTo>
                  <a:cubicBezTo>
                    <a:pt x="11362" y="2076"/>
                    <a:pt x="11383" y="2167"/>
                    <a:pt x="11405" y="2201"/>
                  </a:cubicBezTo>
                  <a:cubicBezTo>
                    <a:pt x="11423" y="2229"/>
                    <a:pt x="11477" y="2269"/>
                    <a:pt x="11507" y="2272"/>
                  </a:cubicBezTo>
                  <a:cubicBezTo>
                    <a:pt x="11546" y="2274"/>
                    <a:pt x="11615" y="2223"/>
                    <a:pt x="11647" y="2199"/>
                  </a:cubicBezTo>
                  <a:cubicBezTo>
                    <a:pt x="11673" y="2180"/>
                    <a:pt x="11723" y="2135"/>
                    <a:pt x="11741" y="2105"/>
                  </a:cubicBezTo>
                  <a:cubicBezTo>
                    <a:pt x="11757" y="2078"/>
                    <a:pt x="11763" y="2008"/>
                    <a:pt x="11779" y="1980"/>
                  </a:cubicBezTo>
                  <a:cubicBezTo>
                    <a:pt x="11792" y="1956"/>
                    <a:pt x="11825" y="1905"/>
                    <a:pt x="11849" y="1902"/>
                  </a:cubicBezTo>
                  <a:cubicBezTo>
                    <a:pt x="11877" y="1898"/>
                    <a:pt x="11931" y="1940"/>
                    <a:pt x="11947" y="1967"/>
                  </a:cubicBezTo>
                  <a:cubicBezTo>
                    <a:pt x="11969" y="2006"/>
                    <a:pt x="11979" y="2105"/>
                    <a:pt x="11968" y="2148"/>
                  </a:cubicBezTo>
                  <a:cubicBezTo>
                    <a:pt x="11956" y="2197"/>
                    <a:pt x="11890" y="2272"/>
                    <a:pt x="11853" y="2299"/>
                  </a:cubicBezTo>
                  <a:cubicBezTo>
                    <a:pt x="11823" y="2322"/>
                    <a:pt x="11744" y="2324"/>
                    <a:pt x="11717" y="2350"/>
                  </a:cubicBezTo>
                  <a:cubicBezTo>
                    <a:pt x="11701" y="2364"/>
                    <a:pt x="11672" y="2406"/>
                    <a:pt x="11675" y="2430"/>
                  </a:cubicBezTo>
                  <a:cubicBezTo>
                    <a:pt x="11678" y="2460"/>
                    <a:pt x="11727" y="2496"/>
                    <a:pt x="11747" y="2513"/>
                  </a:cubicBezTo>
                  <a:cubicBezTo>
                    <a:pt x="11769" y="2531"/>
                    <a:pt x="11818" y="2561"/>
                    <a:pt x="11843" y="2571"/>
                  </a:cubicBezTo>
                  <a:cubicBezTo>
                    <a:pt x="11879" y="2586"/>
                    <a:pt x="11961" y="2579"/>
                    <a:pt x="11994" y="2604"/>
                  </a:cubicBezTo>
                  <a:cubicBezTo>
                    <a:pt x="12012" y="2619"/>
                    <a:pt x="12038" y="2666"/>
                    <a:pt x="12042" y="2692"/>
                  </a:cubicBezTo>
                  <a:cubicBezTo>
                    <a:pt x="12047" y="2717"/>
                    <a:pt x="12042" y="2772"/>
                    <a:pt x="12027" y="2790"/>
                  </a:cubicBezTo>
                  <a:cubicBezTo>
                    <a:pt x="12015" y="2807"/>
                    <a:pt x="11974" y="2815"/>
                    <a:pt x="11955" y="2815"/>
                  </a:cubicBezTo>
                  <a:cubicBezTo>
                    <a:pt x="11923" y="2816"/>
                    <a:pt x="11855" y="2804"/>
                    <a:pt x="11828" y="2783"/>
                  </a:cubicBezTo>
                  <a:cubicBezTo>
                    <a:pt x="11805" y="2764"/>
                    <a:pt x="11784" y="2698"/>
                    <a:pt x="11766" y="2672"/>
                  </a:cubicBezTo>
                  <a:cubicBezTo>
                    <a:pt x="11749" y="2645"/>
                    <a:pt x="11712" y="2590"/>
                    <a:pt x="11690" y="2568"/>
                  </a:cubicBezTo>
                  <a:cubicBezTo>
                    <a:pt x="11672" y="2551"/>
                    <a:pt x="11630" y="2504"/>
                    <a:pt x="11609" y="2516"/>
                  </a:cubicBezTo>
                  <a:cubicBezTo>
                    <a:pt x="11591" y="2525"/>
                    <a:pt x="11596" y="2584"/>
                    <a:pt x="11590" y="2606"/>
                  </a:cubicBezTo>
                  <a:cubicBezTo>
                    <a:pt x="11582" y="2637"/>
                    <a:pt x="11552" y="2717"/>
                    <a:pt x="11552" y="2725"/>
                  </a:cubicBezTo>
                  <a:cubicBezTo>
                    <a:pt x="11552" y="2732"/>
                    <a:pt x="11567" y="2839"/>
                    <a:pt x="11581" y="2873"/>
                  </a:cubicBezTo>
                  <a:cubicBezTo>
                    <a:pt x="11593" y="2900"/>
                    <a:pt x="11625" y="2950"/>
                    <a:pt x="11647" y="2966"/>
                  </a:cubicBezTo>
                  <a:cubicBezTo>
                    <a:pt x="11669" y="2983"/>
                    <a:pt x="11728" y="2981"/>
                    <a:pt x="11752" y="2996"/>
                  </a:cubicBezTo>
                  <a:cubicBezTo>
                    <a:pt x="11780" y="3015"/>
                    <a:pt x="11819" y="3084"/>
                    <a:pt x="11849" y="3102"/>
                  </a:cubicBezTo>
                  <a:cubicBezTo>
                    <a:pt x="11872" y="3115"/>
                    <a:pt x="11929" y="3135"/>
                    <a:pt x="11953" y="3122"/>
                  </a:cubicBezTo>
                  <a:cubicBezTo>
                    <a:pt x="11986" y="3104"/>
                    <a:pt x="11994" y="2994"/>
                    <a:pt x="12026" y="2971"/>
                  </a:cubicBezTo>
                  <a:cubicBezTo>
                    <a:pt x="12045" y="2957"/>
                    <a:pt x="12097" y="2951"/>
                    <a:pt x="12117" y="2963"/>
                  </a:cubicBezTo>
                  <a:cubicBezTo>
                    <a:pt x="12139" y="2977"/>
                    <a:pt x="12163" y="3033"/>
                    <a:pt x="12170" y="3061"/>
                  </a:cubicBezTo>
                  <a:cubicBezTo>
                    <a:pt x="12181" y="3102"/>
                    <a:pt x="12199" y="3198"/>
                    <a:pt x="12176" y="3230"/>
                  </a:cubicBezTo>
                  <a:cubicBezTo>
                    <a:pt x="12157" y="3258"/>
                    <a:pt x="12079" y="3226"/>
                    <a:pt x="12057" y="3250"/>
                  </a:cubicBezTo>
                  <a:cubicBezTo>
                    <a:pt x="12033" y="3277"/>
                    <a:pt x="12028" y="3362"/>
                    <a:pt x="12030" y="3401"/>
                  </a:cubicBezTo>
                  <a:cubicBezTo>
                    <a:pt x="12031" y="3434"/>
                    <a:pt x="12043" y="3504"/>
                    <a:pt x="12064" y="3527"/>
                  </a:cubicBezTo>
                  <a:cubicBezTo>
                    <a:pt x="12087" y="3553"/>
                    <a:pt x="12157" y="3569"/>
                    <a:pt x="12189" y="3567"/>
                  </a:cubicBezTo>
                  <a:cubicBezTo>
                    <a:pt x="12227" y="3565"/>
                    <a:pt x="12292" y="3503"/>
                    <a:pt x="12330" y="3500"/>
                  </a:cubicBezTo>
                  <a:cubicBezTo>
                    <a:pt x="12362" y="3496"/>
                    <a:pt x="12435" y="3506"/>
                    <a:pt x="12457" y="3534"/>
                  </a:cubicBezTo>
                  <a:cubicBezTo>
                    <a:pt x="12478" y="3561"/>
                    <a:pt x="12486" y="3645"/>
                    <a:pt x="12478" y="3680"/>
                  </a:cubicBezTo>
                  <a:cubicBezTo>
                    <a:pt x="12469" y="3722"/>
                    <a:pt x="12411" y="3786"/>
                    <a:pt x="12383" y="3813"/>
                  </a:cubicBezTo>
                  <a:cubicBezTo>
                    <a:pt x="12365" y="3831"/>
                    <a:pt x="12325" y="3864"/>
                    <a:pt x="12302" y="3866"/>
                  </a:cubicBezTo>
                  <a:cubicBezTo>
                    <a:pt x="12273" y="3870"/>
                    <a:pt x="12214" y="3810"/>
                    <a:pt x="12189" y="3829"/>
                  </a:cubicBezTo>
                  <a:cubicBezTo>
                    <a:pt x="12171" y="3842"/>
                    <a:pt x="12168" y="3905"/>
                    <a:pt x="12172" y="3929"/>
                  </a:cubicBezTo>
                  <a:cubicBezTo>
                    <a:pt x="12177" y="3957"/>
                    <a:pt x="12222" y="3995"/>
                    <a:pt x="12227" y="4022"/>
                  </a:cubicBezTo>
                  <a:cubicBezTo>
                    <a:pt x="12234" y="4057"/>
                    <a:pt x="12218" y="4130"/>
                    <a:pt x="12206" y="4163"/>
                  </a:cubicBezTo>
                  <a:cubicBezTo>
                    <a:pt x="12195" y="4195"/>
                    <a:pt x="12170" y="4266"/>
                    <a:pt x="12142" y="4277"/>
                  </a:cubicBezTo>
                  <a:cubicBezTo>
                    <a:pt x="12116" y="4287"/>
                    <a:pt x="12059" y="4255"/>
                    <a:pt x="12040" y="4231"/>
                  </a:cubicBezTo>
                  <a:cubicBezTo>
                    <a:pt x="12027" y="4215"/>
                    <a:pt x="12035" y="4158"/>
                    <a:pt x="12019" y="4145"/>
                  </a:cubicBezTo>
                  <a:cubicBezTo>
                    <a:pt x="12002" y="4131"/>
                    <a:pt x="11952" y="4144"/>
                    <a:pt x="11934" y="4158"/>
                  </a:cubicBezTo>
                  <a:cubicBezTo>
                    <a:pt x="11909" y="4178"/>
                    <a:pt x="11899" y="4262"/>
                    <a:pt x="11872" y="4279"/>
                  </a:cubicBezTo>
                  <a:cubicBezTo>
                    <a:pt x="11848" y="4295"/>
                    <a:pt x="11786" y="4262"/>
                    <a:pt x="11760" y="4274"/>
                  </a:cubicBezTo>
                  <a:cubicBezTo>
                    <a:pt x="11731" y="4287"/>
                    <a:pt x="11697" y="4359"/>
                    <a:pt x="11668" y="4375"/>
                  </a:cubicBezTo>
                  <a:cubicBezTo>
                    <a:pt x="11640" y="4390"/>
                    <a:pt x="11569" y="4371"/>
                    <a:pt x="11543" y="4392"/>
                  </a:cubicBezTo>
                  <a:cubicBezTo>
                    <a:pt x="11504" y="4425"/>
                    <a:pt x="11464" y="4540"/>
                    <a:pt x="11458" y="4596"/>
                  </a:cubicBezTo>
                  <a:cubicBezTo>
                    <a:pt x="11453" y="4639"/>
                    <a:pt x="11465" y="4732"/>
                    <a:pt x="11488" y="4767"/>
                  </a:cubicBezTo>
                  <a:cubicBezTo>
                    <a:pt x="11506" y="4795"/>
                    <a:pt x="11568" y="4823"/>
                    <a:pt x="11599" y="4827"/>
                  </a:cubicBezTo>
                  <a:cubicBezTo>
                    <a:pt x="11625" y="4831"/>
                    <a:pt x="11679" y="4811"/>
                    <a:pt x="11705" y="4802"/>
                  </a:cubicBezTo>
                  <a:cubicBezTo>
                    <a:pt x="11732" y="4792"/>
                    <a:pt x="11782" y="4749"/>
                    <a:pt x="11811" y="4747"/>
                  </a:cubicBezTo>
                  <a:cubicBezTo>
                    <a:pt x="11839" y="4745"/>
                    <a:pt x="11891" y="4780"/>
                    <a:pt x="11919" y="4782"/>
                  </a:cubicBezTo>
                  <a:cubicBezTo>
                    <a:pt x="11937" y="4784"/>
                    <a:pt x="11980" y="4789"/>
                    <a:pt x="11990" y="4772"/>
                  </a:cubicBezTo>
                  <a:cubicBezTo>
                    <a:pt x="12004" y="4752"/>
                    <a:pt x="11983" y="4698"/>
                    <a:pt x="11979" y="4674"/>
                  </a:cubicBezTo>
                  <a:cubicBezTo>
                    <a:pt x="11975" y="4649"/>
                    <a:pt x="11965" y="4601"/>
                    <a:pt x="11964" y="4576"/>
                  </a:cubicBezTo>
                  <a:cubicBezTo>
                    <a:pt x="11963" y="4553"/>
                    <a:pt x="11956" y="4498"/>
                    <a:pt x="11972" y="4485"/>
                  </a:cubicBezTo>
                  <a:cubicBezTo>
                    <a:pt x="11996" y="4468"/>
                    <a:pt x="12053" y="4512"/>
                    <a:pt x="12076" y="4528"/>
                  </a:cubicBezTo>
                  <a:cubicBezTo>
                    <a:pt x="12095" y="4541"/>
                    <a:pt x="12131" y="4573"/>
                    <a:pt x="12140" y="4596"/>
                  </a:cubicBezTo>
                  <a:cubicBezTo>
                    <a:pt x="12155" y="4633"/>
                    <a:pt x="12157" y="4720"/>
                    <a:pt x="12149" y="4759"/>
                  </a:cubicBezTo>
                  <a:cubicBezTo>
                    <a:pt x="12143" y="4787"/>
                    <a:pt x="12111" y="4833"/>
                    <a:pt x="12095" y="4855"/>
                  </a:cubicBezTo>
                  <a:cubicBezTo>
                    <a:pt x="12068" y="4892"/>
                    <a:pt x="12004" y="4955"/>
                    <a:pt x="11970" y="4983"/>
                  </a:cubicBezTo>
                  <a:cubicBezTo>
                    <a:pt x="11956" y="4995"/>
                    <a:pt x="11919" y="5007"/>
                    <a:pt x="11909" y="5024"/>
                  </a:cubicBezTo>
                  <a:cubicBezTo>
                    <a:pt x="11893" y="5048"/>
                    <a:pt x="11899" y="5118"/>
                    <a:pt x="11885" y="5144"/>
                  </a:cubicBezTo>
                  <a:cubicBezTo>
                    <a:pt x="11874" y="5165"/>
                    <a:pt x="11842" y="5203"/>
                    <a:pt x="11822" y="5202"/>
                  </a:cubicBezTo>
                  <a:cubicBezTo>
                    <a:pt x="11803" y="5201"/>
                    <a:pt x="11781" y="5157"/>
                    <a:pt x="11769" y="5142"/>
                  </a:cubicBezTo>
                  <a:cubicBezTo>
                    <a:pt x="11755" y="5125"/>
                    <a:pt x="11737" y="5082"/>
                    <a:pt x="11719" y="5071"/>
                  </a:cubicBezTo>
                  <a:cubicBezTo>
                    <a:pt x="11699" y="5059"/>
                    <a:pt x="11649" y="5055"/>
                    <a:pt x="11628" y="5064"/>
                  </a:cubicBezTo>
                  <a:cubicBezTo>
                    <a:pt x="11604" y="5073"/>
                    <a:pt x="11558" y="5115"/>
                    <a:pt x="11552" y="5144"/>
                  </a:cubicBezTo>
                  <a:cubicBezTo>
                    <a:pt x="11544" y="5173"/>
                    <a:pt x="11564" y="5238"/>
                    <a:pt x="11581" y="5260"/>
                  </a:cubicBezTo>
                  <a:cubicBezTo>
                    <a:pt x="11606" y="5290"/>
                    <a:pt x="11679" y="5312"/>
                    <a:pt x="11713" y="5318"/>
                  </a:cubicBezTo>
                  <a:cubicBezTo>
                    <a:pt x="11743" y="5323"/>
                    <a:pt x="11808" y="5296"/>
                    <a:pt x="11836" y="5310"/>
                  </a:cubicBezTo>
                  <a:cubicBezTo>
                    <a:pt x="11859" y="5321"/>
                    <a:pt x="11896" y="5370"/>
                    <a:pt x="11900" y="5398"/>
                  </a:cubicBezTo>
                  <a:cubicBezTo>
                    <a:pt x="11903" y="5421"/>
                    <a:pt x="11884" y="5465"/>
                    <a:pt x="11872" y="5484"/>
                  </a:cubicBezTo>
                  <a:cubicBezTo>
                    <a:pt x="11851" y="5520"/>
                    <a:pt x="11793" y="5585"/>
                    <a:pt x="11758" y="5600"/>
                  </a:cubicBezTo>
                  <a:cubicBezTo>
                    <a:pt x="11729" y="5612"/>
                    <a:pt x="11664" y="5587"/>
                    <a:pt x="11634" y="5597"/>
                  </a:cubicBezTo>
                  <a:cubicBezTo>
                    <a:pt x="11605" y="5608"/>
                    <a:pt x="11548" y="5652"/>
                    <a:pt x="11532" y="5682"/>
                  </a:cubicBezTo>
                  <a:cubicBezTo>
                    <a:pt x="11516" y="5713"/>
                    <a:pt x="11508" y="5788"/>
                    <a:pt x="11509" y="5824"/>
                  </a:cubicBezTo>
                  <a:cubicBezTo>
                    <a:pt x="11511" y="5869"/>
                    <a:pt x="11565" y="5956"/>
                    <a:pt x="11554" y="5999"/>
                  </a:cubicBezTo>
                  <a:cubicBezTo>
                    <a:pt x="11548" y="6024"/>
                    <a:pt x="11503" y="6050"/>
                    <a:pt x="11486" y="6065"/>
                  </a:cubicBezTo>
                  <a:cubicBezTo>
                    <a:pt x="11472" y="6078"/>
                    <a:pt x="11441" y="6097"/>
                    <a:pt x="11428" y="6110"/>
                  </a:cubicBezTo>
                  <a:cubicBezTo>
                    <a:pt x="11405" y="6135"/>
                    <a:pt x="11375" y="6201"/>
                    <a:pt x="11352" y="6226"/>
                  </a:cubicBezTo>
                  <a:cubicBezTo>
                    <a:pt x="11339" y="6240"/>
                    <a:pt x="11307" y="6263"/>
                    <a:pt x="11292" y="6274"/>
                  </a:cubicBezTo>
                  <a:cubicBezTo>
                    <a:pt x="11276" y="6286"/>
                    <a:pt x="11232" y="6298"/>
                    <a:pt x="11227" y="6319"/>
                  </a:cubicBezTo>
                  <a:cubicBezTo>
                    <a:pt x="11221" y="6341"/>
                    <a:pt x="11248" y="6382"/>
                    <a:pt x="11261" y="6399"/>
                  </a:cubicBezTo>
                  <a:cubicBezTo>
                    <a:pt x="11277" y="6422"/>
                    <a:pt x="11333" y="6440"/>
                    <a:pt x="11343" y="6468"/>
                  </a:cubicBezTo>
                  <a:cubicBezTo>
                    <a:pt x="11354" y="6496"/>
                    <a:pt x="11345" y="6569"/>
                    <a:pt x="11329" y="6593"/>
                  </a:cubicBezTo>
                  <a:cubicBezTo>
                    <a:pt x="11316" y="6610"/>
                    <a:pt x="11276" y="6627"/>
                    <a:pt x="11258" y="6621"/>
                  </a:cubicBezTo>
                  <a:cubicBezTo>
                    <a:pt x="11223" y="6610"/>
                    <a:pt x="11182" y="6528"/>
                    <a:pt x="11160" y="6492"/>
                  </a:cubicBezTo>
                  <a:cubicBezTo>
                    <a:pt x="11146" y="6468"/>
                    <a:pt x="11134" y="6402"/>
                    <a:pt x="11112" y="6387"/>
                  </a:cubicBezTo>
                  <a:cubicBezTo>
                    <a:pt x="11098" y="6376"/>
                    <a:pt x="11062" y="6382"/>
                    <a:pt x="11046" y="6387"/>
                  </a:cubicBezTo>
                  <a:cubicBezTo>
                    <a:pt x="11016" y="6396"/>
                    <a:pt x="10956" y="6431"/>
                    <a:pt x="10940" y="6462"/>
                  </a:cubicBezTo>
                  <a:cubicBezTo>
                    <a:pt x="10914" y="6511"/>
                    <a:pt x="10927" y="6632"/>
                    <a:pt x="10922" y="6689"/>
                  </a:cubicBezTo>
                  <a:cubicBezTo>
                    <a:pt x="10920" y="6726"/>
                    <a:pt x="10903" y="6803"/>
                    <a:pt x="10912" y="6840"/>
                  </a:cubicBezTo>
                  <a:cubicBezTo>
                    <a:pt x="10919" y="6873"/>
                    <a:pt x="10975" y="6916"/>
                    <a:pt x="10978" y="6951"/>
                  </a:cubicBezTo>
                  <a:cubicBezTo>
                    <a:pt x="10979" y="6978"/>
                    <a:pt x="10954" y="7030"/>
                    <a:pt x="10937" y="7049"/>
                  </a:cubicBezTo>
                  <a:cubicBezTo>
                    <a:pt x="10920" y="7068"/>
                    <a:pt x="10867" y="7076"/>
                    <a:pt x="10848" y="7094"/>
                  </a:cubicBezTo>
                  <a:cubicBezTo>
                    <a:pt x="10823" y="7118"/>
                    <a:pt x="10778" y="7179"/>
                    <a:pt x="10774" y="7217"/>
                  </a:cubicBezTo>
                  <a:cubicBezTo>
                    <a:pt x="10770" y="7254"/>
                    <a:pt x="10809" y="7322"/>
                    <a:pt x="10816" y="7358"/>
                  </a:cubicBezTo>
                  <a:cubicBezTo>
                    <a:pt x="10827" y="7421"/>
                    <a:pt x="10848" y="7553"/>
                    <a:pt x="10833" y="7615"/>
                  </a:cubicBezTo>
                  <a:cubicBezTo>
                    <a:pt x="10826" y="7645"/>
                    <a:pt x="10794" y="7697"/>
                    <a:pt x="10774" y="7715"/>
                  </a:cubicBezTo>
                  <a:cubicBezTo>
                    <a:pt x="10754" y="7732"/>
                    <a:pt x="10704" y="7745"/>
                    <a:pt x="10680" y="7748"/>
                  </a:cubicBezTo>
                  <a:cubicBezTo>
                    <a:pt x="10662" y="7750"/>
                    <a:pt x="10625" y="7751"/>
                    <a:pt x="10608" y="7743"/>
                  </a:cubicBezTo>
                  <a:cubicBezTo>
                    <a:pt x="10579" y="7729"/>
                    <a:pt x="10543" y="7664"/>
                    <a:pt x="10517" y="7645"/>
                  </a:cubicBezTo>
                  <a:cubicBezTo>
                    <a:pt x="10496" y="7629"/>
                    <a:pt x="10450" y="7598"/>
                    <a:pt x="10425" y="7602"/>
                  </a:cubicBezTo>
                  <a:cubicBezTo>
                    <a:pt x="10409" y="7604"/>
                    <a:pt x="10383" y="7631"/>
                    <a:pt x="10374" y="7647"/>
                  </a:cubicBezTo>
                  <a:cubicBezTo>
                    <a:pt x="10358" y="7678"/>
                    <a:pt x="10344" y="7754"/>
                    <a:pt x="10353" y="7788"/>
                  </a:cubicBezTo>
                  <a:cubicBezTo>
                    <a:pt x="10361" y="7821"/>
                    <a:pt x="10409" y="7867"/>
                    <a:pt x="10432" y="7889"/>
                  </a:cubicBezTo>
                  <a:cubicBezTo>
                    <a:pt x="10456" y="7911"/>
                    <a:pt x="10509" y="7957"/>
                    <a:pt x="10540" y="7959"/>
                  </a:cubicBezTo>
                  <a:cubicBezTo>
                    <a:pt x="10569" y="7961"/>
                    <a:pt x="10624" y="7928"/>
                    <a:pt x="10648" y="7908"/>
                  </a:cubicBezTo>
                  <a:cubicBezTo>
                    <a:pt x="10669" y="7893"/>
                    <a:pt x="10695" y="7838"/>
                    <a:pt x="10718" y="7828"/>
                  </a:cubicBezTo>
                  <a:cubicBezTo>
                    <a:pt x="10739" y="7820"/>
                    <a:pt x="10787" y="7821"/>
                    <a:pt x="10803" y="7836"/>
                  </a:cubicBezTo>
                  <a:cubicBezTo>
                    <a:pt x="10823" y="7854"/>
                    <a:pt x="10845" y="7917"/>
                    <a:pt x="10841" y="7947"/>
                  </a:cubicBezTo>
                  <a:cubicBezTo>
                    <a:pt x="10835" y="8004"/>
                    <a:pt x="10753" y="8084"/>
                    <a:pt x="10718" y="8125"/>
                  </a:cubicBezTo>
                  <a:cubicBezTo>
                    <a:pt x="10696" y="8152"/>
                    <a:pt x="10649" y="8203"/>
                    <a:pt x="10621" y="8221"/>
                  </a:cubicBezTo>
                  <a:cubicBezTo>
                    <a:pt x="10599" y="8234"/>
                    <a:pt x="10551" y="8248"/>
                    <a:pt x="10527" y="8250"/>
                  </a:cubicBezTo>
                  <a:cubicBezTo>
                    <a:pt x="10498" y="8254"/>
                    <a:pt x="10431" y="8218"/>
                    <a:pt x="10408" y="8241"/>
                  </a:cubicBezTo>
                  <a:cubicBezTo>
                    <a:pt x="10382" y="8267"/>
                    <a:pt x="10395" y="8361"/>
                    <a:pt x="10395" y="8401"/>
                  </a:cubicBezTo>
                  <a:cubicBezTo>
                    <a:pt x="10396" y="8449"/>
                    <a:pt x="10404" y="8546"/>
                    <a:pt x="10414" y="8593"/>
                  </a:cubicBezTo>
                  <a:cubicBezTo>
                    <a:pt x="10422" y="8627"/>
                    <a:pt x="10455" y="8714"/>
                    <a:pt x="10459" y="8721"/>
                  </a:cubicBezTo>
                  <a:cubicBezTo>
                    <a:pt x="10464" y="8729"/>
                    <a:pt x="10525" y="8813"/>
                    <a:pt x="10551" y="8840"/>
                  </a:cubicBezTo>
                  <a:cubicBezTo>
                    <a:pt x="10569" y="8859"/>
                    <a:pt x="10619" y="8881"/>
                    <a:pt x="10633" y="8905"/>
                  </a:cubicBezTo>
                  <a:cubicBezTo>
                    <a:pt x="10654" y="8939"/>
                    <a:pt x="10684" y="9026"/>
                    <a:pt x="10674" y="9066"/>
                  </a:cubicBezTo>
                  <a:cubicBezTo>
                    <a:pt x="10667" y="9094"/>
                    <a:pt x="10620" y="9130"/>
                    <a:pt x="10598" y="9141"/>
                  </a:cubicBezTo>
                  <a:cubicBezTo>
                    <a:pt x="10570" y="9155"/>
                    <a:pt x="10507" y="9166"/>
                    <a:pt x="10478" y="9154"/>
                  </a:cubicBezTo>
                  <a:cubicBezTo>
                    <a:pt x="10455" y="9144"/>
                    <a:pt x="10423" y="9092"/>
                    <a:pt x="10404" y="9073"/>
                  </a:cubicBezTo>
                  <a:cubicBezTo>
                    <a:pt x="10394" y="9064"/>
                    <a:pt x="10365" y="9053"/>
                    <a:pt x="10361" y="9038"/>
                  </a:cubicBezTo>
                  <a:cubicBezTo>
                    <a:pt x="10356" y="9018"/>
                    <a:pt x="10385" y="8981"/>
                    <a:pt x="10387" y="8960"/>
                  </a:cubicBezTo>
                  <a:cubicBezTo>
                    <a:pt x="10390" y="8929"/>
                    <a:pt x="10381" y="8865"/>
                    <a:pt x="10370" y="8837"/>
                  </a:cubicBezTo>
                  <a:cubicBezTo>
                    <a:pt x="10364" y="8821"/>
                    <a:pt x="10346" y="8786"/>
                    <a:pt x="10332" y="8782"/>
                  </a:cubicBezTo>
                  <a:cubicBezTo>
                    <a:pt x="10308" y="8776"/>
                    <a:pt x="10262" y="8813"/>
                    <a:pt x="10246" y="8834"/>
                  </a:cubicBezTo>
                  <a:cubicBezTo>
                    <a:pt x="10225" y="8865"/>
                    <a:pt x="10204" y="8946"/>
                    <a:pt x="10206" y="8985"/>
                  </a:cubicBezTo>
                  <a:cubicBezTo>
                    <a:pt x="10208" y="9016"/>
                    <a:pt x="10233" y="9073"/>
                    <a:pt x="10249" y="9096"/>
                  </a:cubicBezTo>
                  <a:cubicBezTo>
                    <a:pt x="10263" y="9118"/>
                    <a:pt x="10312" y="9140"/>
                    <a:pt x="10326" y="9164"/>
                  </a:cubicBezTo>
                  <a:cubicBezTo>
                    <a:pt x="10338" y="9188"/>
                    <a:pt x="10331" y="9251"/>
                    <a:pt x="10344" y="9274"/>
                  </a:cubicBezTo>
                  <a:cubicBezTo>
                    <a:pt x="10367" y="9313"/>
                    <a:pt x="10453" y="9339"/>
                    <a:pt x="10478" y="9376"/>
                  </a:cubicBezTo>
                  <a:cubicBezTo>
                    <a:pt x="10500" y="9407"/>
                    <a:pt x="10526" y="9488"/>
                    <a:pt x="10529" y="9529"/>
                  </a:cubicBezTo>
                  <a:cubicBezTo>
                    <a:pt x="10533" y="9571"/>
                    <a:pt x="10528" y="9663"/>
                    <a:pt x="10506" y="9695"/>
                  </a:cubicBezTo>
                  <a:cubicBezTo>
                    <a:pt x="10477" y="9735"/>
                    <a:pt x="10380" y="9755"/>
                    <a:pt x="10336" y="9765"/>
                  </a:cubicBezTo>
                  <a:cubicBezTo>
                    <a:pt x="10310" y="9771"/>
                    <a:pt x="10257" y="9778"/>
                    <a:pt x="10232" y="9773"/>
                  </a:cubicBezTo>
                  <a:cubicBezTo>
                    <a:pt x="10197" y="9764"/>
                    <a:pt x="10142" y="9702"/>
                    <a:pt x="10106" y="9700"/>
                  </a:cubicBezTo>
                  <a:cubicBezTo>
                    <a:pt x="10074" y="9697"/>
                    <a:pt x="10004" y="9719"/>
                    <a:pt x="9984" y="9748"/>
                  </a:cubicBezTo>
                  <a:cubicBezTo>
                    <a:pt x="9966" y="9771"/>
                    <a:pt x="9959" y="9841"/>
                    <a:pt x="9966" y="9871"/>
                  </a:cubicBezTo>
                  <a:cubicBezTo>
                    <a:pt x="9974" y="9903"/>
                    <a:pt x="10019" y="9955"/>
                    <a:pt x="10043" y="9974"/>
                  </a:cubicBezTo>
                  <a:cubicBezTo>
                    <a:pt x="10077" y="10002"/>
                    <a:pt x="10170" y="10009"/>
                    <a:pt x="10202" y="10042"/>
                  </a:cubicBezTo>
                  <a:cubicBezTo>
                    <a:pt x="10227" y="10068"/>
                    <a:pt x="10260" y="10143"/>
                    <a:pt x="10263" y="10183"/>
                  </a:cubicBezTo>
                  <a:cubicBezTo>
                    <a:pt x="10267" y="10223"/>
                    <a:pt x="10244" y="10304"/>
                    <a:pt x="10228" y="10339"/>
                  </a:cubicBezTo>
                  <a:cubicBezTo>
                    <a:pt x="10214" y="10366"/>
                    <a:pt x="10167" y="10401"/>
                    <a:pt x="10155" y="10430"/>
                  </a:cubicBezTo>
                  <a:cubicBezTo>
                    <a:pt x="10144" y="10456"/>
                    <a:pt x="10136" y="10517"/>
                    <a:pt x="10143" y="10545"/>
                  </a:cubicBezTo>
                  <a:cubicBezTo>
                    <a:pt x="10152" y="10584"/>
                    <a:pt x="10205" y="10644"/>
                    <a:pt x="10234" y="10669"/>
                  </a:cubicBezTo>
                  <a:cubicBezTo>
                    <a:pt x="10265" y="10694"/>
                    <a:pt x="10346" y="10708"/>
                    <a:pt x="10374" y="10739"/>
                  </a:cubicBezTo>
                  <a:cubicBezTo>
                    <a:pt x="10400" y="10767"/>
                    <a:pt x="10437" y="10845"/>
                    <a:pt x="10440" y="10887"/>
                  </a:cubicBezTo>
                  <a:cubicBezTo>
                    <a:pt x="10443" y="10928"/>
                    <a:pt x="10418" y="11011"/>
                    <a:pt x="10395" y="11043"/>
                  </a:cubicBezTo>
                  <a:cubicBezTo>
                    <a:pt x="10375" y="11072"/>
                    <a:pt x="10310" y="11094"/>
                    <a:pt x="10285" y="11116"/>
                  </a:cubicBezTo>
                  <a:cubicBezTo>
                    <a:pt x="10259" y="11138"/>
                    <a:pt x="10189" y="11216"/>
                    <a:pt x="10189" y="11216"/>
                  </a:cubicBezTo>
                  <a:lnTo>
                    <a:pt x="12153" y="10986"/>
                  </a:lnTo>
                  <a:lnTo>
                    <a:pt x="14482" y="10724"/>
                  </a:lnTo>
                  <a:lnTo>
                    <a:pt x="17679" y="10298"/>
                  </a:lnTo>
                  <a:cubicBezTo>
                    <a:pt x="17679" y="10298"/>
                    <a:pt x="17723" y="10370"/>
                    <a:pt x="17725" y="10399"/>
                  </a:cubicBezTo>
                  <a:cubicBezTo>
                    <a:pt x="17729" y="10433"/>
                    <a:pt x="17707" y="10499"/>
                    <a:pt x="17696" y="10530"/>
                  </a:cubicBezTo>
                  <a:cubicBezTo>
                    <a:pt x="17687" y="10552"/>
                    <a:pt x="17656" y="10587"/>
                    <a:pt x="17651" y="10610"/>
                  </a:cubicBezTo>
                  <a:cubicBezTo>
                    <a:pt x="17643" y="10657"/>
                    <a:pt x="17685" y="10751"/>
                    <a:pt x="17676" y="10796"/>
                  </a:cubicBezTo>
                  <a:cubicBezTo>
                    <a:pt x="17670" y="10830"/>
                    <a:pt x="17620" y="10879"/>
                    <a:pt x="17611" y="10912"/>
                  </a:cubicBezTo>
                  <a:cubicBezTo>
                    <a:pt x="17598" y="10958"/>
                    <a:pt x="17611" y="11061"/>
                    <a:pt x="17602" y="11109"/>
                  </a:cubicBezTo>
                  <a:cubicBezTo>
                    <a:pt x="17596" y="11142"/>
                    <a:pt x="17559" y="11199"/>
                    <a:pt x="17557" y="11231"/>
                  </a:cubicBezTo>
                  <a:cubicBezTo>
                    <a:pt x="17556" y="11265"/>
                    <a:pt x="17596" y="11326"/>
                    <a:pt x="17590" y="11358"/>
                  </a:cubicBezTo>
                  <a:cubicBezTo>
                    <a:pt x="17585" y="11382"/>
                    <a:pt x="17548" y="11415"/>
                    <a:pt x="17534" y="11433"/>
                  </a:cubicBezTo>
                  <a:cubicBezTo>
                    <a:pt x="17518" y="11454"/>
                    <a:pt x="17481" y="11492"/>
                    <a:pt x="17468" y="11516"/>
                  </a:cubicBezTo>
                  <a:cubicBezTo>
                    <a:pt x="17454" y="11543"/>
                    <a:pt x="17431" y="11607"/>
                    <a:pt x="17430" y="11639"/>
                  </a:cubicBezTo>
                  <a:cubicBezTo>
                    <a:pt x="17429" y="11685"/>
                    <a:pt x="17478" y="11769"/>
                    <a:pt x="17475" y="11815"/>
                  </a:cubicBezTo>
                  <a:cubicBezTo>
                    <a:pt x="17471" y="11861"/>
                    <a:pt x="17406" y="11933"/>
                    <a:pt x="17402" y="11979"/>
                  </a:cubicBezTo>
                  <a:cubicBezTo>
                    <a:pt x="17401" y="12005"/>
                    <a:pt x="17426" y="12052"/>
                    <a:pt x="17430" y="12077"/>
                  </a:cubicBezTo>
                  <a:cubicBezTo>
                    <a:pt x="17436" y="12123"/>
                    <a:pt x="17416" y="12222"/>
                    <a:pt x="17433" y="12265"/>
                  </a:cubicBezTo>
                  <a:cubicBezTo>
                    <a:pt x="17446" y="12304"/>
                    <a:pt x="17518" y="12342"/>
                    <a:pt x="17534" y="12379"/>
                  </a:cubicBezTo>
                  <a:cubicBezTo>
                    <a:pt x="17556" y="12426"/>
                    <a:pt x="17550" y="12537"/>
                    <a:pt x="17564" y="12588"/>
                  </a:cubicBezTo>
                  <a:cubicBezTo>
                    <a:pt x="17576" y="12628"/>
                    <a:pt x="17611" y="12703"/>
                    <a:pt x="17632" y="12738"/>
                  </a:cubicBezTo>
                  <a:cubicBezTo>
                    <a:pt x="17663" y="12792"/>
                    <a:pt x="17735" y="12890"/>
                    <a:pt x="17772" y="12937"/>
                  </a:cubicBezTo>
                  <a:cubicBezTo>
                    <a:pt x="17794" y="12964"/>
                    <a:pt x="17836" y="13018"/>
                    <a:pt x="17862" y="13037"/>
                  </a:cubicBezTo>
                  <a:cubicBezTo>
                    <a:pt x="17885" y="13057"/>
                    <a:pt x="17942" y="13072"/>
                    <a:pt x="17966" y="13091"/>
                  </a:cubicBezTo>
                  <a:cubicBezTo>
                    <a:pt x="17996" y="13113"/>
                    <a:pt x="18052" y="13170"/>
                    <a:pt x="18074" y="13204"/>
                  </a:cubicBezTo>
                  <a:cubicBezTo>
                    <a:pt x="18107" y="13254"/>
                    <a:pt x="18155" y="13368"/>
                    <a:pt x="18172" y="13428"/>
                  </a:cubicBezTo>
                  <a:cubicBezTo>
                    <a:pt x="18186" y="13482"/>
                    <a:pt x="18176" y="13602"/>
                    <a:pt x="18199" y="13651"/>
                  </a:cubicBezTo>
                  <a:cubicBezTo>
                    <a:pt x="18212" y="13678"/>
                    <a:pt x="18260" y="13706"/>
                    <a:pt x="18278" y="13727"/>
                  </a:cubicBezTo>
                  <a:cubicBezTo>
                    <a:pt x="18304" y="13754"/>
                    <a:pt x="18344" y="13822"/>
                    <a:pt x="18370" y="13845"/>
                  </a:cubicBezTo>
                  <a:cubicBezTo>
                    <a:pt x="18389" y="13860"/>
                    <a:pt x="18437" y="13868"/>
                    <a:pt x="18450" y="13888"/>
                  </a:cubicBezTo>
                  <a:cubicBezTo>
                    <a:pt x="18470" y="13918"/>
                    <a:pt x="18476" y="14001"/>
                    <a:pt x="18470" y="14039"/>
                  </a:cubicBezTo>
                  <a:cubicBezTo>
                    <a:pt x="18464" y="14068"/>
                    <a:pt x="18416" y="14110"/>
                    <a:pt x="18416" y="14139"/>
                  </a:cubicBezTo>
                  <a:cubicBezTo>
                    <a:pt x="18414" y="14168"/>
                    <a:pt x="18449" y="14218"/>
                    <a:pt x="18459" y="14245"/>
                  </a:cubicBezTo>
                  <a:cubicBezTo>
                    <a:pt x="18470" y="14273"/>
                    <a:pt x="18484" y="14333"/>
                    <a:pt x="18499" y="14358"/>
                  </a:cubicBezTo>
                  <a:cubicBezTo>
                    <a:pt x="18511" y="14378"/>
                    <a:pt x="18550" y="14400"/>
                    <a:pt x="18559" y="14421"/>
                  </a:cubicBezTo>
                  <a:cubicBezTo>
                    <a:pt x="18571" y="14452"/>
                    <a:pt x="18551" y="14528"/>
                    <a:pt x="18566" y="14555"/>
                  </a:cubicBezTo>
                  <a:cubicBezTo>
                    <a:pt x="18583" y="14580"/>
                    <a:pt x="18645" y="14584"/>
                    <a:pt x="18665" y="14605"/>
                  </a:cubicBezTo>
                  <a:cubicBezTo>
                    <a:pt x="18682" y="14624"/>
                    <a:pt x="18691" y="14687"/>
                    <a:pt x="18709" y="14703"/>
                  </a:cubicBezTo>
                  <a:cubicBezTo>
                    <a:pt x="18725" y="14717"/>
                    <a:pt x="18765" y="14713"/>
                    <a:pt x="18798" y="14713"/>
                  </a:cubicBezTo>
                  <a:cubicBezTo>
                    <a:pt x="18791" y="14748"/>
                    <a:pt x="18796" y="14807"/>
                    <a:pt x="18781" y="14829"/>
                  </a:cubicBezTo>
                  <a:cubicBezTo>
                    <a:pt x="18764" y="14854"/>
                    <a:pt x="18708" y="14875"/>
                    <a:pt x="18682" y="14882"/>
                  </a:cubicBezTo>
                  <a:cubicBezTo>
                    <a:pt x="18655" y="14888"/>
                    <a:pt x="18599" y="14869"/>
                    <a:pt x="18573" y="14882"/>
                  </a:cubicBezTo>
                  <a:cubicBezTo>
                    <a:pt x="18541" y="14897"/>
                    <a:pt x="18501" y="14963"/>
                    <a:pt x="18481" y="14995"/>
                  </a:cubicBezTo>
                  <a:cubicBezTo>
                    <a:pt x="18464" y="15022"/>
                    <a:pt x="18444" y="15091"/>
                    <a:pt x="18424" y="15116"/>
                  </a:cubicBezTo>
                  <a:cubicBezTo>
                    <a:pt x="18410" y="15132"/>
                    <a:pt x="18367" y="15145"/>
                    <a:pt x="18357" y="15164"/>
                  </a:cubicBezTo>
                  <a:cubicBezTo>
                    <a:pt x="18336" y="15203"/>
                    <a:pt x="18357" y="15305"/>
                    <a:pt x="18337" y="15345"/>
                  </a:cubicBezTo>
                  <a:cubicBezTo>
                    <a:pt x="18328" y="15365"/>
                    <a:pt x="18292" y="15391"/>
                    <a:pt x="18274" y="15402"/>
                  </a:cubicBezTo>
                  <a:cubicBezTo>
                    <a:pt x="18259" y="15412"/>
                    <a:pt x="18219" y="15412"/>
                    <a:pt x="18208" y="15427"/>
                  </a:cubicBezTo>
                  <a:cubicBezTo>
                    <a:pt x="18197" y="15444"/>
                    <a:pt x="18190" y="15490"/>
                    <a:pt x="18195" y="15511"/>
                  </a:cubicBezTo>
                  <a:cubicBezTo>
                    <a:pt x="18202" y="15534"/>
                    <a:pt x="18245" y="15555"/>
                    <a:pt x="18255" y="15575"/>
                  </a:cubicBezTo>
                  <a:cubicBezTo>
                    <a:pt x="18262" y="15592"/>
                    <a:pt x="18271" y="15632"/>
                    <a:pt x="18265" y="15649"/>
                  </a:cubicBezTo>
                  <a:cubicBezTo>
                    <a:pt x="18259" y="15672"/>
                    <a:pt x="18223" y="15710"/>
                    <a:pt x="18202" y="15714"/>
                  </a:cubicBezTo>
                  <a:cubicBezTo>
                    <a:pt x="18177" y="15720"/>
                    <a:pt x="18124" y="15696"/>
                    <a:pt x="18108" y="15674"/>
                  </a:cubicBezTo>
                  <a:cubicBezTo>
                    <a:pt x="18096" y="15658"/>
                    <a:pt x="18104" y="15606"/>
                    <a:pt x="18091" y="15591"/>
                  </a:cubicBezTo>
                  <a:cubicBezTo>
                    <a:pt x="18076" y="15573"/>
                    <a:pt x="18028" y="15571"/>
                    <a:pt x="18008" y="15568"/>
                  </a:cubicBezTo>
                  <a:cubicBezTo>
                    <a:pt x="17977" y="15565"/>
                    <a:pt x="17912" y="15564"/>
                    <a:pt x="17883" y="15575"/>
                  </a:cubicBezTo>
                  <a:cubicBezTo>
                    <a:pt x="17855" y="15588"/>
                    <a:pt x="17807" y="15632"/>
                    <a:pt x="17787" y="15656"/>
                  </a:cubicBezTo>
                  <a:cubicBezTo>
                    <a:pt x="17762" y="15685"/>
                    <a:pt x="17715" y="15751"/>
                    <a:pt x="17702" y="15790"/>
                  </a:cubicBezTo>
                  <a:cubicBezTo>
                    <a:pt x="17689" y="15832"/>
                    <a:pt x="17679" y="15928"/>
                    <a:pt x="17692" y="15970"/>
                  </a:cubicBezTo>
                  <a:cubicBezTo>
                    <a:pt x="17709" y="16030"/>
                    <a:pt x="17791" y="16123"/>
                    <a:pt x="17836" y="16157"/>
                  </a:cubicBezTo>
                  <a:cubicBezTo>
                    <a:pt x="17857" y="16173"/>
                    <a:pt x="17906" y="16192"/>
                    <a:pt x="17931" y="16192"/>
                  </a:cubicBezTo>
                  <a:cubicBezTo>
                    <a:pt x="17960" y="16192"/>
                    <a:pt x="18015" y="16168"/>
                    <a:pt x="18040" y="16152"/>
                  </a:cubicBezTo>
                  <a:cubicBezTo>
                    <a:pt x="18067" y="16134"/>
                    <a:pt x="18115" y="16084"/>
                    <a:pt x="18136" y="16056"/>
                  </a:cubicBezTo>
                  <a:cubicBezTo>
                    <a:pt x="18149" y="16038"/>
                    <a:pt x="18165" y="15988"/>
                    <a:pt x="18183" y="15976"/>
                  </a:cubicBezTo>
                  <a:cubicBezTo>
                    <a:pt x="18201" y="15962"/>
                    <a:pt x="18250" y="15952"/>
                    <a:pt x="18270" y="15963"/>
                  </a:cubicBezTo>
                  <a:cubicBezTo>
                    <a:pt x="18285" y="15972"/>
                    <a:pt x="18307" y="16011"/>
                    <a:pt x="18310" y="16031"/>
                  </a:cubicBezTo>
                  <a:cubicBezTo>
                    <a:pt x="18314" y="16052"/>
                    <a:pt x="18308" y="16101"/>
                    <a:pt x="18295" y="16116"/>
                  </a:cubicBezTo>
                  <a:cubicBezTo>
                    <a:pt x="18283" y="16132"/>
                    <a:pt x="18238" y="16124"/>
                    <a:pt x="18227" y="16140"/>
                  </a:cubicBezTo>
                  <a:cubicBezTo>
                    <a:pt x="18207" y="16167"/>
                    <a:pt x="18197" y="16249"/>
                    <a:pt x="18210" y="16283"/>
                  </a:cubicBezTo>
                  <a:cubicBezTo>
                    <a:pt x="18221" y="16310"/>
                    <a:pt x="18275" y="16328"/>
                    <a:pt x="18295" y="16345"/>
                  </a:cubicBezTo>
                  <a:cubicBezTo>
                    <a:pt x="18322" y="16369"/>
                    <a:pt x="18364" y="16431"/>
                    <a:pt x="18393" y="16451"/>
                  </a:cubicBezTo>
                  <a:cubicBezTo>
                    <a:pt x="18420" y="16470"/>
                    <a:pt x="18482" y="16494"/>
                    <a:pt x="18514" y="16497"/>
                  </a:cubicBezTo>
                  <a:cubicBezTo>
                    <a:pt x="18551" y="16499"/>
                    <a:pt x="18624" y="16478"/>
                    <a:pt x="18659" y="16464"/>
                  </a:cubicBezTo>
                  <a:cubicBezTo>
                    <a:pt x="18689" y="16451"/>
                    <a:pt x="18749" y="16417"/>
                    <a:pt x="18773" y="16391"/>
                  </a:cubicBezTo>
                  <a:cubicBezTo>
                    <a:pt x="18797" y="16365"/>
                    <a:pt x="18837" y="16302"/>
                    <a:pt x="18845" y="16265"/>
                  </a:cubicBezTo>
                  <a:cubicBezTo>
                    <a:pt x="18856" y="16218"/>
                    <a:pt x="18832" y="16120"/>
                    <a:pt x="18835" y="16072"/>
                  </a:cubicBezTo>
                  <a:cubicBezTo>
                    <a:pt x="18837" y="16028"/>
                    <a:pt x="18867" y="15942"/>
                    <a:pt x="18865" y="15898"/>
                  </a:cubicBezTo>
                  <a:cubicBezTo>
                    <a:pt x="18862" y="15864"/>
                    <a:pt x="18830" y="15804"/>
                    <a:pt x="18831" y="15770"/>
                  </a:cubicBezTo>
                  <a:cubicBezTo>
                    <a:pt x="18831" y="15745"/>
                    <a:pt x="18846" y="15700"/>
                    <a:pt x="18858" y="15682"/>
                  </a:cubicBezTo>
                  <a:cubicBezTo>
                    <a:pt x="18882" y="15646"/>
                    <a:pt x="18949" y="15597"/>
                    <a:pt x="18981" y="15573"/>
                  </a:cubicBezTo>
                  <a:cubicBezTo>
                    <a:pt x="19008" y="15554"/>
                    <a:pt x="19072" y="15532"/>
                    <a:pt x="19095" y="15505"/>
                  </a:cubicBezTo>
                  <a:cubicBezTo>
                    <a:pt x="19113" y="15485"/>
                    <a:pt x="19139" y="15429"/>
                    <a:pt x="19143" y="15400"/>
                  </a:cubicBezTo>
                  <a:cubicBezTo>
                    <a:pt x="19148" y="15368"/>
                    <a:pt x="19110" y="15302"/>
                    <a:pt x="19124" y="15274"/>
                  </a:cubicBezTo>
                  <a:cubicBezTo>
                    <a:pt x="19134" y="15253"/>
                    <a:pt x="19182" y="15243"/>
                    <a:pt x="19202" y="15243"/>
                  </a:cubicBezTo>
                  <a:cubicBezTo>
                    <a:pt x="19252" y="15244"/>
                    <a:pt x="19343" y="15306"/>
                    <a:pt x="19392" y="15319"/>
                  </a:cubicBezTo>
                  <a:cubicBezTo>
                    <a:pt x="19415" y="15325"/>
                    <a:pt x="19465" y="15341"/>
                    <a:pt x="19490" y="15334"/>
                  </a:cubicBezTo>
                  <a:cubicBezTo>
                    <a:pt x="19518" y="15327"/>
                    <a:pt x="19560" y="15263"/>
                    <a:pt x="19589" y="15264"/>
                  </a:cubicBezTo>
                  <a:cubicBezTo>
                    <a:pt x="19609" y="15265"/>
                    <a:pt x="19645" y="15298"/>
                    <a:pt x="19653" y="15319"/>
                  </a:cubicBezTo>
                  <a:cubicBezTo>
                    <a:pt x="19666" y="15351"/>
                    <a:pt x="19667" y="15435"/>
                    <a:pt x="19646" y="15460"/>
                  </a:cubicBezTo>
                  <a:cubicBezTo>
                    <a:pt x="19624" y="15489"/>
                    <a:pt x="19543" y="15462"/>
                    <a:pt x="19515" y="15483"/>
                  </a:cubicBezTo>
                  <a:cubicBezTo>
                    <a:pt x="19478" y="15511"/>
                    <a:pt x="19419" y="15607"/>
                    <a:pt x="19419" y="15659"/>
                  </a:cubicBezTo>
                  <a:cubicBezTo>
                    <a:pt x="19420" y="15693"/>
                    <a:pt x="19479" y="15759"/>
                    <a:pt x="19485" y="15772"/>
                  </a:cubicBezTo>
                  <a:cubicBezTo>
                    <a:pt x="19491" y="15784"/>
                    <a:pt x="19556" y="15795"/>
                    <a:pt x="19579" y="15808"/>
                  </a:cubicBezTo>
                  <a:cubicBezTo>
                    <a:pt x="19603" y="15821"/>
                    <a:pt x="19651" y="15858"/>
                    <a:pt x="19664" y="15885"/>
                  </a:cubicBezTo>
                  <a:cubicBezTo>
                    <a:pt x="19680" y="15919"/>
                    <a:pt x="19657" y="16013"/>
                    <a:pt x="19681" y="16042"/>
                  </a:cubicBezTo>
                  <a:cubicBezTo>
                    <a:pt x="19701" y="16066"/>
                    <a:pt x="19767" y="16073"/>
                    <a:pt x="19795" y="16064"/>
                  </a:cubicBezTo>
                  <a:cubicBezTo>
                    <a:pt x="19824" y="16054"/>
                    <a:pt x="19865" y="15997"/>
                    <a:pt x="19883" y="15968"/>
                  </a:cubicBezTo>
                  <a:cubicBezTo>
                    <a:pt x="19898" y="15943"/>
                    <a:pt x="19913" y="15882"/>
                    <a:pt x="19927" y="15855"/>
                  </a:cubicBezTo>
                  <a:cubicBezTo>
                    <a:pt x="19940" y="15832"/>
                    <a:pt x="19974" y="15792"/>
                    <a:pt x="19987" y="15770"/>
                  </a:cubicBezTo>
                  <a:cubicBezTo>
                    <a:pt x="20003" y="15739"/>
                    <a:pt x="20026" y="15674"/>
                    <a:pt x="20042" y="15644"/>
                  </a:cubicBezTo>
                  <a:cubicBezTo>
                    <a:pt x="20054" y="15622"/>
                    <a:pt x="20076" y="15573"/>
                    <a:pt x="20095" y="15561"/>
                  </a:cubicBezTo>
                  <a:cubicBezTo>
                    <a:pt x="20109" y="15552"/>
                    <a:pt x="20145" y="15546"/>
                    <a:pt x="20159" y="15556"/>
                  </a:cubicBezTo>
                  <a:cubicBezTo>
                    <a:pt x="20178" y="15569"/>
                    <a:pt x="20179" y="15636"/>
                    <a:pt x="20195" y="15653"/>
                  </a:cubicBezTo>
                  <a:cubicBezTo>
                    <a:pt x="20213" y="15674"/>
                    <a:pt x="20274" y="15672"/>
                    <a:pt x="20288" y="15696"/>
                  </a:cubicBezTo>
                  <a:cubicBezTo>
                    <a:pt x="20309" y="15731"/>
                    <a:pt x="20311" y="15827"/>
                    <a:pt x="20295" y="15865"/>
                  </a:cubicBezTo>
                  <a:cubicBezTo>
                    <a:pt x="20284" y="15890"/>
                    <a:pt x="20241" y="15919"/>
                    <a:pt x="20218" y="15928"/>
                  </a:cubicBezTo>
                  <a:cubicBezTo>
                    <a:pt x="20182" y="15943"/>
                    <a:pt x="20098" y="15915"/>
                    <a:pt x="20063" y="15935"/>
                  </a:cubicBezTo>
                  <a:cubicBezTo>
                    <a:pt x="20037" y="15952"/>
                    <a:pt x="20013" y="16019"/>
                    <a:pt x="19993" y="16044"/>
                  </a:cubicBezTo>
                  <a:cubicBezTo>
                    <a:pt x="19974" y="16067"/>
                    <a:pt x="19919" y="16096"/>
                    <a:pt x="19911" y="16127"/>
                  </a:cubicBezTo>
                  <a:cubicBezTo>
                    <a:pt x="19904" y="16150"/>
                    <a:pt x="19913" y="16204"/>
                    <a:pt x="19930" y="16220"/>
                  </a:cubicBezTo>
                  <a:cubicBezTo>
                    <a:pt x="19946" y="16236"/>
                    <a:pt x="19994" y="16228"/>
                    <a:pt x="20015" y="16222"/>
                  </a:cubicBezTo>
                  <a:cubicBezTo>
                    <a:pt x="20040" y="16214"/>
                    <a:pt x="20082" y="16171"/>
                    <a:pt x="20106" y="16157"/>
                  </a:cubicBezTo>
                  <a:cubicBezTo>
                    <a:pt x="20129" y="16144"/>
                    <a:pt x="20177" y="16115"/>
                    <a:pt x="20204" y="16114"/>
                  </a:cubicBezTo>
                  <a:cubicBezTo>
                    <a:pt x="20224" y="16114"/>
                    <a:pt x="20273" y="16124"/>
                    <a:pt x="20282" y="16147"/>
                  </a:cubicBezTo>
                  <a:cubicBezTo>
                    <a:pt x="20297" y="16183"/>
                    <a:pt x="20263" y="16273"/>
                    <a:pt x="20237" y="16300"/>
                  </a:cubicBezTo>
                  <a:cubicBezTo>
                    <a:pt x="20201" y="16340"/>
                    <a:pt x="20094" y="16345"/>
                    <a:pt x="20046" y="16361"/>
                  </a:cubicBezTo>
                  <a:cubicBezTo>
                    <a:pt x="20010" y="16373"/>
                    <a:pt x="19939" y="16406"/>
                    <a:pt x="19902" y="16412"/>
                  </a:cubicBezTo>
                  <a:cubicBezTo>
                    <a:pt x="19879" y="16414"/>
                    <a:pt x="19831" y="16396"/>
                    <a:pt x="19808" y="16403"/>
                  </a:cubicBezTo>
                  <a:cubicBezTo>
                    <a:pt x="19776" y="16415"/>
                    <a:pt x="19708" y="16462"/>
                    <a:pt x="19702" y="16501"/>
                  </a:cubicBezTo>
                  <a:cubicBezTo>
                    <a:pt x="19699" y="16523"/>
                    <a:pt x="19726" y="16563"/>
                    <a:pt x="19742" y="16572"/>
                  </a:cubicBezTo>
                  <a:cubicBezTo>
                    <a:pt x="19764" y="16583"/>
                    <a:pt x="19817" y="16542"/>
                    <a:pt x="19838" y="16556"/>
                  </a:cubicBezTo>
                  <a:cubicBezTo>
                    <a:pt x="19863" y="16574"/>
                    <a:pt x="19862" y="16663"/>
                    <a:pt x="19885" y="16685"/>
                  </a:cubicBezTo>
                  <a:cubicBezTo>
                    <a:pt x="19903" y="16703"/>
                    <a:pt x="19954" y="16720"/>
                    <a:pt x="19976" y="16710"/>
                  </a:cubicBezTo>
                  <a:cubicBezTo>
                    <a:pt x="19992" y="16704"/>
                    <a:pt x="20007" y="16662"/>
                    <a:pt x="20019" y="16647"/>
                  </a:cubicBezTo>
                  <a:cubicBezTo>
                    <a:pt x="20032" y="16630"/>
                    <a:pt x="20056" y="16587"/>
                    <a:pt x="20076" y="16584"/>
                  </a:cubicBezTo>
                  <a:cubicBezTo>
                    <a:pt x="20101" y="16581"/>
                    <a:pt x="20156" y="16612"/>
                    <a:pt x="20165" y="16640"/>
                  </a:cubicBezTo>
                  <a:cubicBezTo>
                    <a:pt x="20173" y="16662"/>
                    <a:pt x="20140" y="16709"/>
                    <a:pt x="20142" y="16733"/>
                  </a:cubicBezTo>
                  <a:cubicBezTo>
                    <a:pt x="20144" y="16751"/>
                    <a:pt x="20169" y="16780"/>
                    <a:pt x="20174" y="16798"/>
                  </a:cubicBezTo>
                  <a:cubicBezTo>
                    <a:pt x="20181" y="16825"/>
                    <a:pt x="20195" y="16886"/>
                    <a:pt x="20182" y="16909"/>
                  </a:cubicBezTo>
                  <a:cubicBezTo>
                    <a:pt x="20165" y="16939"/>
                    <a:pt x="20097" y="16957"/>
                    <a:pt x="20068" y="16952"/>
                  </a:cubicBezTo>
                  <a:cubicBezTo>
                    <a:pt x="20035" y="16946"/>
                    <a:pt x="19988" y="16878"/>
                    <a:pt x="19957" y="16864"/>
                  </a:cubicBezTo>
                  <a:cubicBezTo>
                    <a:pt x="19932" y="16853"/>
                    <a:pt x="19875" y="16854"/>
                    <a:pt x="19849" y="16846"/>
                  </a:cubicBezTo>
                  <a:cubicBezTo>
                    <a:pt x="19830" y="16841"/>
                    <a:pt x="19795" y="16816"/>
                    <a:pt x="19776" y="16813"/>
                  </a:cubicBezTo>
                  <a:cubicBezTo>
                    <a:pt x="19751" y="16810"/>
                    <a:pt x="19695" y="16811"/>
                    <a:pt x="19675" y="16828"/>
                  </a:cubicBezTo>
                  <a:cubicBezTo>
                    <a:pt x="19649" y="16851"/>
                    <a:pt x="19636" y="16931"/>
                    <a:pt x="19621" y="16964"/>
                  </a:cubicBezTo>
                  <a:cubicBezTo>
                    <a:pt x="19608" y="16996"/>
                    <a:pt x="19564" y="17050"/>
                    <a:pt x="19562" y="17085"/>
                  </a:cubicBezTo>
                  <a:cubicBezTo>
                    <a:pt x="19560" y="17117"/>
                    <a:pt x="19601" y="17170"/>
                    <a:pt x="19600" y="17201"/>
                  </a:cubicBezTo>
                  <a:cubicBezTo>
                    <a:pt x="19599" y="17228"/>
                    <a:pt x="19581" y="17286"/>
                    <a:pt x="19562" y="17299"/>
                  </a:cubicBezTo>
                  <a:cubicBezTo>
                    <a:pt x="19538" y="17314"/>
                    <a:pt x="19479" y="17301"/>
                    <a:pt x="19455" y="17287"/>
                  </a:cubicBezTo>
                  <a:cubicBezTo>
                    <a:pt x="19434" y="17273"/>
                    <a:pt x="19411" y="17216"/>
                    <a:pt x="19390" y="17204"/>
                  </a:cubicBezTo>
                  <a:cubicBezTo>
                    <a:pt x="19369" y="17191"/>
                    <a:pt x="19320" y="17203"/>
                    <a:pt x="19298" y="17193"/>
                  </a:cubicBezTo>
                  <a:cubicBezTo>
                    <a:pt x="19273" y="17183"/>
                    <a:pt x="19233" y="17139"/>
                    <a:pt x="19209" y="17125"/>
                  </a:cubicBezTo>
                  <a:cubicBezTo>
                    <a:pt x="19190" y="17115"/>
                    <a:pt x="19149" y="17089"/>
                    <a:pt x="19128" y="17092"/>
                  </a:cubicBezTo>
                  <a:cubicBezTo>
                    <a:pt x="19104" y="17097"/>
                    <a:pt x="19071" y="17148"/>
                    <a:pt x="19048" y="17156"/>
                  </a:cubicBezTo>
                  <a:cubicBezTo>
                    <a:pt x="19016" y="17165"/>
                    <a:pt x="18952" y="17152"/>
                    <a:pt x="18922" y="17140"/>
                  </a:cubicBezTo>
                  <a:cubicBezTo>
                    <a:pt x="18903" y="17133"/>
                    <a:pt x="18873" y="17100"/>
                    <a:pt x="18854" y="17095"/>
                  </a:cubicBezTo>
                  <a:cubicBezTo>
                    <a:pt x="18817" y="17085"/>
                    <a:pt x="18731" y="17080"/>
                    <a:pt x="18701" y="17107"/>
                  </a:cubicBezTo>
                  <a:cubicBezTo>
                    <a:pt x="18678" y="17130"/>
                    <a:pt x="18656" y="17210"/>
                    <a:pt x="18665" y="17244"/>
                  </a:cubicBezTo>
                  <a:cubicBezTo>
                    <a:pt x="18672" y="17273"/>
                    <a:pt x="18719" y="17316"/>
                    <a:pt x="18744" y="17324"/>
                  </a:cubicBezTo>
                  <a:cubicBezTo>
                    <a:pt x="18764" y="17330"/>
                    <a:pt x="18805" y="17299"/>
                    <a:pt x="18824" y="17306"/>
                  </a:cubicBezTo>
                  <a:cubicBezTo>
                    <a:pt x="18846" y="17316"/>
                    <a:pt x="18862" y="17377"/>
                    <a:pt x="18882" y="17395"/>
                  </a:cubicBezTo>
                  <a:cubicBezTo>
                    <a:pt x="18923" y="17433"/>
                    <a:pt x="19023" y="17486"/>
                    <a:pt x="19075" y="17498"/>
                  </a:cubicBezTo>
                  <a:cubicBezTo>
                    <a:pt x="19110" y="17506"/>
                    <a:pt x="19185" y="17479"/>
                    <a:pt x="19219" y="17493"/>
                  </a:cubicBezTo>
                  <a:cubicBezTo>
                    <a:pt x="19243" y="17502"/>
                    <a:pt x="19275" y="17553"/>
                    <a:pt x="19296" y="17568"/>
                  </a:cubicBezTo>
                  <a:cubicBezTo>
                    <a:pt x="19323" y="17587"/>
                    <a:pt x="19390" y="17595"/>
                    <a:pt x="19411" y="17621"/>
                  </a:cubicBezTo>
                  <a:cubicBezTo>
                    <a:pt x="19438" y="17654"/>
                    <a:pt x="19488" y="17756"/>
                    <a:pt x="19464" y="17792"/>
                  </a:cubicBezTo>
                  <a:cubicBezTo>
                    <a:pt x="19447" y="17818"/>
                    <a:pt x="19379" y="17790"/>
                    <a:pt x="19353" y="17777"/>
                  </a:cubicBezTo>
                  <a:cubicBezTo>
                    <a:pt x="19327" y="17764"/>
                    <a:pt x="19289" y="17706"/>
                    <a:pt x="19264" y="17689"/>
                  </a:cubicBezTo>
                  <a:cubicBezTo>
                    <a:pt x="19233" y="17667"/>
                    <a:pt x="19166" y="17634"/>
                    <a:pt x="19129" y="17626"/>
                  </a:cubicBezTo>
                  <a:cubicBezTo>
                    <a:pt x="19099" y="17619"/>
                    <a:pt x="19035" y="17626"/>
                    <a:pt x="19002" y="17623"/>
                  </a:cubicBezTo>
                  <a:cubicBezTo>
                    <a:pt x="18969" y="17621"/>
                    <a:pt x="18901" y="17617"/>
                    <a:pt x="18868" y="17603"/>
                  </a:cubicBezTo>
                  <a:cubicBezTo>
                    <a:pt x="18844" y="17593"/>
                    <a:pt x="18807" y="17543"/>
                    <a:pt x="18782" y="17536"/>
                  </a:cubicBezTo>
                  <a:cubicBezTo>
                    <a:pt x="18758" y="17529"/>
                    <a:pt x="18698" y="17529"/>
                    <a:pt x="18684" y="17553"/>
                  </a:cubicBezTo>
                  <a:cubicBezTo>
                    <a:pt x="18671" y="17575"/>
                    <a:pt x="18696" y="17633"/>
                    <a:pt x="18703" y="17658"/>
                  </a:cubicBezTo>
                  <a:cubicBezTo>
                    <a:pt x="18713" y="17692"/>
                    <a:pt x="18768" y="17756"/>
                    <a:pt x="18754" y="17787"/>
                  </a:cubicBezTo>
                  <a:cubicBezTo>
                    <a:pt x="18741" y="17817"/>
                    <a:pt x="18664" y="17788"/>
                    <a:pt x="18641" y="17809"/>
                  </a:cubicBezTo>
                  <a:cubicBezTo>
                    <a:pt x="18616" y="17834"/>
                    <a:pt x="18591" y="17914"/>
                    <a:pt x="18599" y="17951"/>
                  </a:cubicBezTo>
                  <a:cubicBezTo>
                    <a:pt x="18605" y="17979"/>
                    <a:pt x="18669" y="18002"/>
                    <a:pt x="18671" y="18031"/>
                  </a:cubicBezTo>
                  <a:cubicBezTo>
                    <a:pt x="18674" y="18066"/>
                    <a:pt x="18609" y="18110"/>
                    <a:pt x="18603" y="18144"/>
                  </a:cubicBezTo>
                  <a:cubicBezTo>
                    <a:pt x="18596" y="18187"/>
                    <a:pt x="18640" y="18273"/>
                    <a:pt x="18631" y="18315"/>
                  </a:cubicBezTo>
                  <a:cubicBezTo>
                    <a:pt x="18624" y="18346"/>
                    <a:pt x="18561" y="18384"/>
                    <a:pt x="18565" y="18416"/>
                  </a:cubicBezTo>
                  <a:cubicBezTo>
                    <a:pt x="18569" y="18457"/>
                    <a:pt x="18643" y="18506"/>
                    <a:pt x="18675" y="18519"/>
                  </a:cubicBezTo>
                  <a:cubicBezTo>
                    <a:pt x="18708" y="18533"/>
                    <a:pt x="18782" y="18510"/>
                    <a:pt x="18815" y="18519"/>
                  </a:cubicBezTo>
                  <a:cubicBezTo>
                    <a:pt x="18841" y="18526"/>
                    <a:pt x="18887" y="18555"/>
                    <a:pt x="18910" y="18574"/>
                  </a:cubicBezTo>
                  <a:cubicBezTo>
                    <a:pt x="18945" y="18606"/>
                    <a:pt x="19001" y="18688"/>
                    <a:pt x="19030" y="18728"/>
                  </a:cubicBezTo>
                  <a:cubicBezTo>
                    <a:pt x="19049" y="18752"/>
                    <a:pt x="19075" y="18833"/>
                    <a:pt x="19102" y="18828"/>
                  </a:cubicBezTo>
                  <a:cubicBezTo>
                    <a:pt x="19140" y="18822"/>
                    <a:pt x="19141" y="18702"/>
                    <a:pt x="19164" y="18668"/>
                  </a:cubicBezTo>
                  <a:cubicBezTo>
                    <a:pt x="19178" y="18647"/>
                    <a:pt x="19215" y="18598"/>
                    <a:pt x="19237" y="18604"/>
                  </a:cubicBezTo>
                  <a:cubicBezTo>
                    <a:pt x="19265" y="18614"/>
                    <a:pt x="19281" y="18725"/>
                    <a:pt x="19281" y="18733"/>
                  </a:cubicBezTo>
                  <a:cubicBezTo>
                    <a:pt x="19281" y="18741"/>
                    <a:pt x="19324" y="18894"/>
                    <a:pt x="19350" y="18940"/>
                  </a:cubicBezTo>
                  <a:cubicBezTo>
                    <a:pt x="19367" y="18965"/>
                    <a:pt x="19404" y="19017"/>
                    <a:pt x="19430" y="19022"/>
                  </a:cubicBezTo>
                  <a:cubicBezTo>
                    <a:pt x="19455" y="19027"/>
                    <a:pt x="19504" y="18995"/>
                    <a:pt x="19523" y="18977"/>
                  </a:cubicBezTo>
                  <a:cubicBezTo>
                    <a:pt x="19541" y="18960"/>
                    <a:pt x="19552" y="18889"/>
                    <a:pt x="19575" y="18889"/>
                  </a:cubicBezTo>
                  <a:cubicBezTo>
                    <a:pt x="19606" y="18889"/>
                    <a:pt x="19618" y="19000"/>
                    <a:pt x="19649" y="19009"/>
                  </a:cubicBezTo>
                  <a:cubicBezTo>
                    <a:pt x="19689" y="19022"/>
                    <a:pt x="19759" y="18937"/>
                    <a:pt x="19800" y="18926"/>
                  </a:cubicBezTo>
                  <a:cubicBezTo>
                    <a:pt x="19849" y="18914"/>
                    <a:pt x="19952" y="18912"/>
                    <a:pt x="20001" y="18926"/>
                  </a:cubicBezTo>
                  <a:cubicBezTo>
                    <a:pt x="20024" y="18934"/>
                    <a:pt x="20074" y="18954"/>
                    <a:pt x="20085" y="18979"/>
                  </a:cubicBezTo>
                  <a:cubicBezTo>
                    <a:pt x="20097" y="19008"/>
                    <a:pt x="20054" y="19083"/>
                    <a:pt x="20070" y="19110"/>
                  </a:cubicBezTo>
                  <a:cubicBezTo>
                    <a:pt x="20088" y="19142"/>
                    <a:pt x="20168" y="19150"/>
                    <a:pt x="20199" y="19141"/>
                  </a:cubicBezTo>
                  <a:cubicBezTo>
                    <a:pt x="20224" y="19132"/>
                    <a:pt x="20253" y="19067"/>
                    <a:pt x="20278" y="19062"/>
                  </a:cubicBezTo>
                  <a:cubicBezTo>
                    <a:pt x="20317" y="19056"/>
                    <a:pt x="20387" y="19114"/>
                    <a:pt x="20420" y="19138"/>
                  </a:cubicBezTo>
                  <a:cubicBezTo>
                    <a:pt x="20461" y="19167"/>
                    <a:pt x="20522" y="19287"/>
                    <a:pt x="20569" y="19278"/>
                  </a:cubicBezTo>
                  <a:cubicBezTo>
                    <a:pt x="20601" y="19273"/>
                    <a:pt x="20624" y="19178"/>
                    <a:pt x="20645" y="19148"/>
                  </a:cubicBezTo>
                  <a:cubicBezTo>
                    <a:pt x="20660" y="19127"/>
                    <a:pt x="20689" y="19076"/>
                    <a:pt x="20711" y="19075"/>
                  </a:cubicBezTo>
                  <a:cubicBezTo>
                    <a:pt x="20736" y="19073"/>
                    <a:pt x="20775" y="19123"/>
                    <a:pt x="20790" y="19145"/>
                  </a:cubicBezTo>
                  <a:cubicBezTo>
                    <a:pt x="20818" y="19184"/>
                    <a:pt x="20844" y="19284"/>
                    <a:pt x="20868" y="19326"/>
                  </a:cubicBezTo>
                  <a:cubicBezTo>
                    <a:pt x="20890" y="19362"/>
                    <a:pt x="20936" y="19434"/>
                    <a:pt x="20966" y="19457"/>
                  </a:cubicBezTo>
                  <a:cubicBezTo>
                    <a:pt x="20995" y="19479"/>
                    <a:pt x="21071" y="19479"/>
                    <a:pt x="21096" y="19507"/>
                  </a:cubicBezTo>
                  <a:cubicBezTo>
                    <a:pt x="21114" y="19528"/>
                    <a:pt x="21132" y="19588"/>
                    <a:pt x="21132" y="19618"/>
                  </a:cubicBezTo>
                  <a:cubicBezTo>
                    <a:pt x="21132" y="19643"/>
                    <a:pt x="21099" y="19686"/>
                    <a:pt x="21100" y="19712"/>
                  </a:cubicBezTo>
                  <a:cubicBezTo>
                    <a:pt x="21102" y="19742"/>
                    <a:pt x="21129" y="19802"/>
                    <a:pt x="21151" y="19817"/>
                  </a:cubicBezTo>
                  <a:cubicBezTo>
                    <a:pt x="21171" y="19829"/>
                    <a:pt x="21221" y="19822"/>
                    <a:pt x="21241" y="19809"/>
                  </a:cubicBezTo>
                  <a:cubicBezTo>
                    <a:pt x="21266" y="19792"/>
                    <a:pt x="21286" y="19719"/>
                    <a:pt x="21309" y="19696"/>
                  </a:cubicBezTo>
                  <a:cubicBezTo>
                    <a:pt x="21334" y="19671"/>
                    <a:pt x="21395" y="19623"/>
                    <a:pt x="21428" y="19629"/>
                  </a:cubicBezTo>
                  <a:cubicBezTo>
                    <a:pt x="21451" y="19632"/>
                    <a:pt x="21483" y="19683"/>
                    <a:pt x="21500" y="19704"/>
                  </a:cubicBezTo>
                  <a:cubicBezTo>
                    <a:pt x="21526" y="19735"/>
                    <a:pt x="21585" y="19795"/>
                    <a:pt x="21593" y="1983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85" name="Shape 4767"/>
            <p:cNvSpPr/>
            <p:nvPr/>
          </p:nvSpPr>
          <p:spPr>
            <a:xfrm>
              <a:off x="6029075" y="4579335"/>
              <a:ext cx="1203328" cy="1016683"/>
            </a:xfrm>
            <a:custGeom>
              <a:avLst/>
              <a:gdLst/>
              <a:ahLst/>
              <a:cxnLst>
                <a:cxn ang="0">
                  <a:pos x="wd2" y="hd2"/>
                </a:cxn>
                <a:cxn ang="5400000">
                  <a:pos x="wd2" y="hd2"/>
                </a:cxn>
                <a:cxn ang="10800000">
                  <a:pos x="wd2" y="hd2"/>
                </a:cxn>
                <a:cxn ang="16200000">
                  <a:pos x="wd2" y="hd2"/>
                </a:cxn>
              </a:cxnLst>
              <a:rect l="0" t="0" r="r" b="b"/>
              <a:pathLst>
                <a:path w="21595" h="21594" extrusionOk="0">
                  <a:moveTo>
                    <a:pt x="21593" y="19837"/>
                  </a:moveTo>
                  <a:cubicBezTo>
                    <a:pt x="21600" y="19870"/>
                    <a:pt x="21587" y="19950"/>
                    <a:pt x="21564" y="19970"/>
                  </a:cubicBezTo>
                  <a:cubicBezTo>
                    <a:pt x="21535" y="19995"/>
                    <a:pt x="21452" y="19936"/>
                    <a:pt x="21423" y="19960"/>
                  </a:cubicBezTo>
                  <a:cubicBezTo>
                    <a:pt x="21407" y="19975"/>
                    <a:pt x="21395" y="20032"/>
                    <a:pt x="21402" y="20056"/>
                  </a:cubicBezTo>
                  <a:cubicBezTo>
                    <a:pt x="21409" y="20081"/>
                    <a:pt x="21462" y="20100"/>
                    <a:pt x="21473" y="20124"/>
                  </a:cubicBezTo>
                  <a:cubicBezTo>
                    <a:pt x="21484" y="20149"/>
                    <a:pt x="21484" y="20211"/>
                    <a:pt x="21479" y="20239"/>
                  </a:cubicBezTo>
                  <a:cubicBezTo>
                    <a:pt x="21473" y="20271"/>
                    <a:pt x="21435" y="20322"/>
                    <a:pt x="21428" y="20352"/>
                  </a:cubicBezTo>
                  <a:cubicBezTo>
                    <a:pt x="21421" y="20381"/>
                    <a:pt x="21434" y="20446"/>
                    <a:pt x="21421" y="20471"/>
                  </a:cubicBezTo>
                  <a:cubicBezTo>
                    <a:pt x="21400" y="20513"/>
                    <a:pt x="21321" y="20564"/>
                    <a:pt x="21281" y="20574"/>
                  </a:cubicBezTo>
                  <a:cubicBezTo>
                    <a:pt x="21242" y="20584"/>
                    <a:pt x="21153" y="20522"/>
                    <a:pt x="21118" y="20549"/>
                  </a:cubicBezTo>
                  <a:cubicBezTo>
                    <a:pt x="21089" y="20573"/>
                    <a:pt x="21097" y="20677"/>
                    <a:pt x="21086" y="20718"/>
                  </a:cubicBezTo>
                  <a:cubicBezTo>
                    <a:pt x="21073" y="20760"/>
                    <a:pt x="21043" y="20843"/>
                    <a:pt x="21024" y="20881"/>
                  </a:cubicBezTo>
                  <a:cubicBezTo>
                    <a:pt x="21008" y="20913"/>
                    <a:pt x="20979" y="21005"/>
                    <a:pt x="20947" y="20999"/>
                  </a:cubicBezTo>
                  <a:cubicBezTo>
                    <a:pt x="20919" y="20994"/>
                    <a:pt x="20924" y="20901"/>
                    <a:pt x="20907" y="20874"/>
                  </a:cubicBezTo>
                  <a:cubicBezTo>
                    <a:pt x="20888" y="20841"/>
                    <a:pt x="20828" y="20800"/>
                    <a:pt x="20805" y="20773"/>
                  </a:cubicBezTo>
                  <a:cubicBezTo>
                    <a:pt x="20784" y="20749"/>
                    <a:pt x="20744" y="20698"/>
                    <a:pt x="20730" y="20667"/>
                  </a:cubicBezTo>
                  <a:cubicBezTo>
                    <a:pt x="20719" y="20640"/>
                    <a:pt x="20722" y="20572"/>
                    <a:pt x="20705" y="20549"/>
                  </a:cubicBezTo>
                  <a:cubicBezTo>
                    <a:pt x="20694" y="20533"/>
                    <a:pt x="20657" y="20513"/>
                    <a:pt x="20639" y="20517"/>
                  </a:cubicBezTo>
                  <a:cubicBezTo>
                    <a:pt x="20616" y="20520"/>
                    <a:pt x="20578" y="20565"/>
                    <a:pt x="20567" y="20589"/>
                  </a:cubicBezTo>
                  <a:cubicBezTo>
                    <a:pt x="20554" y="20618"/>
                    <a:pt x="20568" y="20692"/>
                    <a:pt x="20551" y="20718"/>
                  </a:cubicBezTo>
                  <a:cubicBezTo>
                    <a:pt x="20535" y="20744"/>
                    <a:pt x="20469" y="20749"/>
                    <a:pt x="20450" y="20773"/>
                  </a:cubicBezTo>
                  <a:cubicBezTo>
                    <a:pt x="20428" y="20800"/>
                    <a:pt x="20417" y="20880"/>
                    <a:pt x="20399" y="20911"/>
                  </a:cubicBezTo>
                  <a:cubicBezTo>
                    <a:pt x="20387" y="20933"/>
                    <a:pt x="20348" y="20963"/>
                    <a:pt x="20334" y="20984"/>
                  </a:cubicBezTo>
                  <a:cubicBezTo>
                    <a:pt x="20313" y="21021"/>
                    <a:pt x="20287" y="21109"/>
                    <a:pt x="20269" y="21150"/>
                  </a:cubicBezTo>
                  <a:cubicBezTo>
                    <a:pt x="20254" y="21188"/>
                    <a:pt x="20221" y="21263"/>
                    <a:pt x="20201" y="21298"/>
                  </a:cubicBezTo>
                  <a:cubicBezTo>
                    <a:pt x="20182" y="21334"/>
                    <a:pt x="20138" y="21404"/>
                    <a:pt x="20116" y="21437"/>
                  </a:cubicBezTo>
                  <a:cubicBezTo>
                    <a:pt x="20099" y="21462"/>
                    <a:pt x="20074" y="21540"/>
                    <a:pt x="20046" y="21537"/>
                  </a:cubicBezTo>
                  <a:cubicBezTo>
                    <a:pt x="20018" y="21535"/>
                    <a:pt x="19996" y="21454"/>
                    <a:pt x="19988" y="21421"/>
                  </a:cubicBezTo>
                  <a:cubicBezTo>
                    <a:pt x="19982" y="21386"/>
                    <a:pt x="19987" y="21311"/>
                    <a:pt x="19996" y="21276"/>
                  </a:cubicBezTo>
                  <a:cubicBezTo>
                    <a:pt x="20000" y="21258"/>
                    <a:pt x="20015" y="21225"/>
                    <a:pt x="20025" y="21210"/>
                  </a:cubicBezTo>
                  <a:cubicBezTo>
                    <a:pt x="20042" y="21186"/>
                    <a:pt x="20088" y="21153"/>
                    <a:pt x="20108" y="21130"/>
                  </a:cubicBezTo>
                  <a:cubicBezTo>
                    <a:pt x="20138" y="21092"/>
                    <a:pt x="20183" y="21001"/>
                    <a:pt x="20209" y="20959"/>
                  </a:cubicBezTo>
                  <a:cubicBezTo>
                    <a:pt x="20226" y="20934"/>
                    <a:pt x="20269" y="20889"/>
                    <a:pt x="20276" y="20859"/>
                  </a:cubicBezTo>
                  <a:cubicBezTo>
                    <a:pt x="20283" y="20828"/>
                    <a:pt x="20278" y="20759"/>
                    <a:pt x="20263" y="20732"/>
                  </a:cubicBezTo>
                  <a:cubicBezTo>
                    <a:pt x="20236" y="20687"/>
                    <a:pt x="20141" y="20653"/>
                    <a:pt x="20099" y="20630"/>
                  </a:cubicBezTo>
                  <a:cubicBezTo>
                    <a:pt x="20079" y="20618"/>
                    <a:pt x="20034" y="20602"/>
                    <a:pt x="20017" y="20584"/>
                  </a:cubicBezTo>
                  <a:cubicBezTo>
                    <a:pt x="19997" y="20564"/>
                    <a:pt x="19971" y="20509"/>
                    <a:pt x="19961" y="20481"/>
                  </a:cubicBezTo>
                  <a:cubicBezTo>
                    <a:pt x="19946" y="20438"/>
                    <a:pt x="19941" y="20341"/>
                    <a:pt x="19923" y="20300"/>
                  </a:cubicBezTo>
                  <a:cubicBezTo>
                    <a:pt x="19892" y="20233"/>
                    <a:pt x="19797" y="20126"/>
                    <a:pt x="19749" y="20076"/>
                  </a:cubicBezTo>
                  <a:cubicBezTo>
                    <a:pt x="19699" y="20024"/>
                    <a:pt x="19598" y="19919"/>
                    <a:pt x="19536" y="19892"/>
                  </a:cubicBezTo>
                  <a:cubicBezTo>
                    <a:pt x="19486" y="19870"/>
                    <a:pt x="19375" y="19879"/>
                    <a:pt x="19322" y="19875"/>
                  </a:cubicBezTo>
                  <a:cubicBezTo>
                    <a:pt x="19278" y="19871"/>
                    <a:pt x="19189" y="19876"/>
                    <a:pt x="19148" y="19862"/>
                  </a:cubicBezTo>
                  <a:cubicBezTo>
                    <a:pt x="19110" y="19850"/>
                    <a:pt x="19043" y="19800"/>
                    <a:pt x="19008" y="19777"/>
                  </a:cubicBezTo>
                  <a:cubicBezTo>
                    <a:pt x="18966" y="19746"/>
                    <a:pt x="18890" y="19668"/>
                    <a:pt x="18843" y="19646"/>
                  </a:cubicBezTo>
                  <a:cubicBezTo>
                    <a:pt x="18793" y="19622"/>
                    <a:pt x="18683" y="19606"/>
                    <a:pt x="18629" y="19603"/>
                  </a:cubicBezTo>
                  <a:cubicBezTo>
                    <a:pt x="18577" y="19600"/>
                    <a:pt x="18474" y="19626"/>
                    <a:pt x="18422" y="19618"/>
                  </a:cubicBezTo>
                  <a:cubicBezTo>
                    <a:pt x="18404" y="19615"/>
                    <a:pt x="18369" y="19592"/>
                    <a:pt x="18350" y="19590"/>
                  </a:cubicBezTo>
                  <a:cubicBezTo>
                    <a:pt x="18313" y="19588"/>
                    <a:pt x="18241" y="19628"/>
                    <a:pt x="18204" y="19626"/>
                  </a:cubicBezTo>
                  <a:cubicBezTo>
                    <a:pt x="18172" y="19624"/>
                    <a:pt x="18107" y="19606"/>
                    <a:pt x="18083" y="19583"/>
                  </a:cubicBezTo>
                  <a:cubicBezTo>
                    <a:pt x="18064" y="19565"/>
                    <a:pt x="18041" y="19510"/>
                    <a:pt x="18036" y="19483"/>
                  </a:cubicBezTo>
                  <a:cubicBezTo>
                    <a:pt x="18030" y="19453"/>
                    <a:pt x="18032" y="19390"/>
                    <a:pt x="18040" y="19362"/>
                  </a:cubicBezTo>
                  <a:cubicBezTo>
                    <a:pt x="18047" y="19334"/>
                    <a:pt x="18083" y="19294"/>
                    <a:pt x="18093" y="19268"/>
                  </a:cubicBezTo>
                  <a:cubicBezTo>
                    <a:pt x="18107" y="19235"/>
                    <a:pt x="18133" y="19163"/>
                    <a:pt x="18134" y="19125"/>
                  </a:cubicBezTo>
                  <a:cubicBezTo>
                    <a:pt x="18134" y="19102"/>
                    <a:pt x="18123" y="19055"/>
                    <a:pt x="18110" y="19037"/>
                  </a:cubicBezTo>
                  <a:cubicBezTo>
                    <a:pt x="18093" y="19013"/>
                    <a:pt x="18031" y="19004"/>
                    <a:pt x="18017" y="18977"/>
                  </a:cubicBezTo>
                  <a:cubicBezTo>
                    <a:pt x="18005" y="18953"/>
                    <a:pt x="18008" y="18893"/>
                    <a:pt x="18015" y="18866"/>
                  </a:cubicBezTo>
                  <a:cubicBezTo>
                    <a:pt x="18019" y="18844"/>
                    <a:pt x="18057" y="18811"/>
                    <a:pt x="18055" y="18788"/>
                  </a:cubicBezTo>
                  <a:cubicBezTo>
                    <a:pt x="18053" y="18765"/>
                    <a:pt x="18019" y="18729"/>
                    <a:pt x="18001" y="18720"/>
                  </a:cubicBezTo>
                  <a:cubicBezTo>
                    <a:pt x="17981" y="18710"/>
                    <a:pt x="17934" y="18715"/>
                    <a:pt x="17912" y="18723"/>
                  </a:cubicBezTo>
                  <a:cubicBezTo>
                    <a:pt x="17887" y="18732"/>
                    <a:pt x="17840" y="18768"/>
                    <a:pt x="17821" y="18790"/>
                  </a:cubicBezTo>
                  <a:cubicBezTo>
                    <a:pt x="17803" y="18813"/>
                    <a:pt x="17782" y="18872"/>
                    <a:pt x="17766" y="18896"/>
                  </a:cubicBezTo>
                  <a:cubicBezTo>
                    <a:pt x="17741" y="18933"/>
                    <a:pt x="17691" y="19011"/>
                    <a:pt x="17653" y="19027"/>
                  </a:cubicBezTo>
                  <a:cubicBezTo>
                    <a:pt x="17630" y="19037"/>
                    <a:pt x="17576" y="19035"/>
                    <a:pt x="17556" y="19020"/>
                  </a:cubicBezTo>
                  <a:cubicBezTo>
                    <a:pt x="17538" y="19006"/>
                    <a:pt x="17531" y="18948"/>
                    <a:pt x="17515" y="18932"/>
                  </a:cubicBezTo>
                  <a:cubicBezTo>
                    <a:pt x="17493" y="18909"/>
                    <a:pt x="17435" y="18887"/>
                    <a:pt x="17406" y="18883"/>
                  </a:cubicBezTo>
                  <a:cubicBezTo>
                    <a:pt x="17376" y="18880"/>
                    <a:pt x="17307" y="18881"/>
                    <a:pt x="17286" y="18906"/>
                  </a:cubicBezTo>
                  <a:cubicBezTo>
                    <a:pt x="17262" y="18935"/>
                    <a:pt x="17265" y="19025"/>
                    <a:pt x="17267" y="19065"/>
                  </a:cubicBezTo>
                  <a:cubicBezTo>
                    <a:pt x="17267" y="19102"/>
                    <a:pt x="17286" y="19174"/>
                    <a:pt x="17290" y="19211"/>
                  </a:cubicBezTo>
                  <a:cubicBezTo>
                    <a:pt x="17296" y="19258"/>
                    <a:pt x="17306" y="19354"/>
                    <a:pt x="17305" y="19402"/>
                  </a:cubicBezTo>
                  <a:cubicBezTo>
                    <a:pt x="17304" y="19437"/>
                    <a:pt x="17286" y="19505"/>
                    <a:pt x="17287" y="19540"/>
                  </a:cubicBezTo>
                  <a:cubicBezTo>
                    <a:pt x="17290" y="19579"/>
                    <a:pt x="17302" y="19662"/>
                    <a:pt x="17324" y="19691"/>
                  </a:cubicBezTo>
                  <a:cubicBezTo>
                    <a:pt x="17340" y="19714"/>
                    <a:pt x="17411" y="19708"/>
                    <a:pt x="17421" y="19737"/>
                  </a:cubicBezTo>
                  <a:cubicBezTo>
                    <a:pt x="17429" y="19759"/>
                    <a:pt x="17401" y="19809"/>
                    <a:pt x="17386" y="19827"/>
                  </a:cubicBezTo>
                  <a:cubicBezTo>
                    <a:pt x="17373" y="19842"/>
                    <a:pt x="17336" y="19855"/>
                    <a:pt x="17320" y="19862"/>
                  </a:cubicBezTo>
                  <a:cubicBezTo>
                    <a:pt x="17300" y="19871"/>
                    <a:pt x="17254" y="19876"/>
                    <a:pt x="17239" y="19892"/>
                  </a:cubicBezTo>
                  <a:cubicBezTo>
                    <a:pt x="17222" y="19911"/>
                    <a:pt x="17224" y="19979"/>
                    <a:pt x="17205" y="19995"/>
                  </a:cubicBezTo>
                  <a:cubicBezTo>
                    <a:pt x="17186" y="20012"/>
                    <a:pt x="17126" y="19984"/>
                    <a:pt x="17111" y="20006"/>
                  </a:cubicBezTo>
                  <a:cubicBezTo>
                    <a:pt x="17097" y="20027"/>
                    <a:pt x="17110" y="20091"/>
                    <a:pt x="17122" y="20114"/>
                  </a:cubicBezTo>
                  <a:cubicBezTo>
                    <a:pt x="17134" y="20136"/>
                    <a:pt x="17179" y="20155"/>
                    <a:pt x="17196" y="20171"/>
                  </a:cubicBezTo>
                  <a:cubicBezTo>
                    <a:pt x="17214" y="20188"/>
                    <a:pt x="17238" y="20243"/>
                    <a:pt x="17260" y="20247"/>
                  </a:cubicBezTo>
                  <a:cubicBezTo>
                    <a:pt x="17281" y="20251"/>
                    <a:pt x="17320" y="20218"/>
                    <a:pt x="17336" y="20202"/>
                  </a:cubicBezTo>
                  <a:cubicBezTo>
                    <a:pt x="17360" y="20179"/>
                    <a:pt x="17385" y="20109"/>
                    <a:pt x="17406" y="20083"/>
                  </a:cubicBezTo>
                  <a:cubicBezTo>
                    <a:pt x="17426" y="20060"/>
                    <a:pt x="17474" y="20027"/>
                    <a:pt x="17496" y="20008"/>
                  </a:cubicBezTo>
                  <a:cubicBezTo>
                    <a:pt x="17519" y="19989"/>
                    <a:pt x="17563" y="19945"/>
                    <a:pt x="17586" y="19927"/>
                  </a:cubicBezTo>
                  <a:cubicBezTo>
                    <a:pt x="17603" y="19917"/>
                    <a:pt x="17635" y="19887"/>
                    <a:pt x="17653" y="19890"/>
                  </a:cubicBezTo>
                  <a:cubicBezTo>
                    <a:pt x="17671" y="19893"/>
                    <a:pt x="17704" y="19925"/>
                    <a:pt x="17706" y="19945"/>
                  </a:cubicBezTo>
                  <a:cubicBezTo>
                    <a:pt x="17710" y="19972"/>
                    <a:pt x="17676" y="20017"/>
                    <a:pt x="17662" y="20038"/>
                  </a:cubicBezTo>
                  <a:cubicBezTo>
                    <a:pt x="17640" y="20070"/>
                    <a:pt x="17586" y="20120"/>
                    <a:pt x="17559" y="20147"/>
                  </a:cubicBezTo>
                  <a:cubicBezTo>
                    <a:pt x="17528" y="20178"/>
                    <a:pt x="17461" y="20235"/>
                    <a:pt x="17430" y="20267"/>
                  </a:cubicBezTo>
                  <a:cubicBezTo>
                    <a:pt x="17392" y="20308"/>
                    <a:pt x="17320" y="20397"/>
                    <a:pt x="17283" y="20441"/>
                  </a:cubicBezTo>
                  <a:cubicBezTo>
                    <a:pt x="17251" y="20481"/>
                    <a:pt x="17188" y="20562"/>
                    <a:pt x="17156" y="20602"/>
                  </a:cubicBezTo>
                  <a:cubicBezTo>
                    <a:pt x="17119" y="20645"/>
                    <a:pt x="17049" y="20732"/>
                    <a:pt x="17011" y="20773"/>
                  </a:cubicBezTo>
                  <a:cubicBezTo>
                    <a:pt x="16981" y="20805"/>
                    <a:pt x="16918" y="20866"/>
                    <a:pt x="16884" y="20894"/>
                  </a:cubicBezTo>
                  <a:cubicBezTo>
                    <a:pt x="16838" y="20930"/>
                    <a:pt x="16741" y="20995"/>
                    <a:pt x="16690" y="21022"/>
                  </a:cubicBezTo>
                  <a:cubicBezTo>
                    <a:pt x="16654" y="21042"/>
                    <a:pt x="16572" y="21064"/>
                    <a:pt x="16535" y="21085"/>
                  </a:cubicBezTo>
                  <a:cubicBezTo>
                    <a:pt x="16496" y="21107"/>
                    <a:pt x="16428" y="21169"/>
                    <a:pt x="16391" y="21195"/>
                  </a:cubicBezTo>
                  <a:cubicBezTo>
                    <a:pt x="16352" y="21222"/>
                    <a:pt x="16275" y="21281"/>
                    <a:pt x="16232" y="21294"/>
                  </a:cubicBezTo>
                  <a:cubicBezTo>
                    <a:pt x="16213" y="21299"/>
                    <a:pt x="16170" y="21308"/>
                    <a:pt x="16155" y="21294"/>
                  </a:cubicBezTo>
                  <a:cubicBezTo>
                    <a:pt x="16138" y="21276"/>
                    <a:pt x="16140" y="21213"/>
                    <a:pt x="16146" y="21188"/>
                  </a:cubicBezTo>
                  <a:cubicBezTo>
                    <a:pt x="16153" y="21164"/>
                    <a:pt x="16184" y="21126"/>
                    <a:pt x="16201" y="21113"/>
                  </a:cubicBezTo>
                  <a:cubicBezTo>
                    <a:pt x="16225" y="21093"/>
                    <a:pt x="16281" y="21075"/>
                    <a:pt x="16308" y="21064"/>
                  </a:cubicBezTo>
                  <a:cubicBezTo>
                    <a:pt x="16341" y="21051"/>
                    <a:pt x="16410" y="21035"/>
                    <a:pt x="16442" y="21017"/>
                  </a:cubicBezTo>
                  <a:cubicBezTo>
                    <a:pt x="16473" y="20999"/>
                    <a:pt x="16532" y="20952"/>
                    <a:pt x="16554" y="20921"/>
                  </a:cubicBezTo>
                  <a:cubicBezTo>
                    <a:pt x="16571" y="20899"/>
                    <a:pt x="16602" y="20845"/>
                    <a:pt x="16599" y="20816"/>
                  </a:cubicBezTo>
                  <a:cubicBezTo>
                    <a:pt x="16596" y="20790"/>
                    <a:pt x="16562" y="20746"/>
                    <a:pt x="16542" y="20737"/>
                  </a:cubicBezTo>
                  <a:cubicBezTo>
                    <a:pt x="16517" y="20728"/>
                    <a:pt x="16464" y="20773"/>
                    <a:pt x="16438" y="20765"/>
                  </a:cubicBezTo>
                  <a:cubicBezTo>
                    <a:pt x="16413" y="20758"/>
                    <a:pt x="16373" y="20712"/>
                    <a:pt x="16356" y="20687"/>
                  </a:cubicBezTo>
                  <a:cubicBezTo>
                    <a:pt x="16346" y="20670"/>
                    <a:pt x="16331" y="20628"/>
                    <a:pt x="16327" y="20607"/>
                  </a:cubicBezTo>
                  <a:cubicBezTo>
                    <a:pt x="16322" y="20576"/>
                    <a:pt x="16312" y="20511"/>
                    <a:pt x="16325" y="20483"/>
                  </a:cubicBezTo>
                  <a:cubicBezTo>
                    <a:pt x="16331" y="20469"/>
                    <a:pt x="16366" y="20462"/>
                    <a:pt x="16374" y="20448"/>
                  </a:cubicBezTo>
                  <a:cubicBezTo>
                    <a:pt x="16386" y="20427"/>
                    <a:pt x="16391" y="20373"/>
                    <a:pt x="16389" y="20348"/>
                  </a:cubicBezTo>
                  <a:cubicBezTo>
                    <a:pt x="16387" y="20331"/>
                    <a:pt x="16378" y="20296"/>
                    <a:pt x="16367" y="20285"/>
                  </a:cubicBezTo>
                  <a:cubicBezTo>
                    <a:pt x="16349" y="20266"/>
                    <a:pt x="16293" y="20272"/>
                    <a:pt x="16272" y="20257"/>
                  </a:cubicBezTo>
                  <a:cubicBezTo>
                    <a:pt x="16254" y="20244"/>
                    <a:pt x="16226" y="20204"/>
                    <a:pt x="16216" y="20182"/>
                  </a:cubicBezTo>
                  <a:cubicBezTo>
                    <a:pt x="16204" y="20151"/>
                    <a:pt x="16215" y="20071"/>
                    <a:pt x="16194" y="20049"/>
                  </a:cubicBezTo>
                  <a:cubicBezTo>
                    <a:pt x="16177" y="20031"/>
                    <a:pt x="16128" y="20032"/>
                    <a:pt x="16106" y="20038"/>
                  </a:cubicBezTo>
                  <a:cubicBezTo>
                    <a:pt x="16078" y="20046"/>
                    <a:pt x="16032" y="20091"/>
                    <a:pt x="16009" y="20111"/>
                  </a:cubicBezTo>
                  <a:cubicBezTo>
                    <a:pt x="15986" y="20130"/>
                    <a:pt x="15936" y="20165"/>
                    <a:pt x="15925" y="20194"/>
                  </a:cubicBezTo>
                  <a:cubicBezTo>
                    <a:pt x="15908" y="20241"/>
                    <a:pt x="15941" y="20351"/>
                    <a:pt x="15932" y="20401"/>
                  </a:cubicBezTo>
                  <a:cubicBezTo>
                    <a:pt x="15924" y="20440"/>
                    <a:pt x="15894" y="20518"/>
                    <a:pt x="15868" y="20547"/>
                  </a:cubicBezTo>
                  <a:cubicBezTo>
                    <a:pt x="15846" y="20570"/>
                    <a:pt x="15787" y="20595"/>
                    <a:pt x="15758" y="20602"/>
                  </a:cubicBezTo>
                  <a:cubicBezTo>
                    <a:pt x="15724" y="20609"/>
                    <a:pt x="15653" y="20610"/>
                    <a:pt x="15621" y="20597"/>
                  </a:cubicBezTo>
                  <a:cubicBezTo>
                    <a:pt x="15596" y="20586"/>
                    <a:pt x="15550" y="20547"/>
                    <a:pt x="15536" y="20519"/>
                  </a:cubicBezTo>
                  <a:cubicBezTo>
                    <a:pt x="15522" y="20489"/>
                    <a:pt x="15512" y="20417"/>
                    <a:pt x="15521" y="20386"/>
                  </a:cubicBezTo>
                  <a:cubicBezTo>
                    <a:pt x="15530" y="20360"/>
                    <a:pt x="15579" y="20335"/>
                    <a:pt x="15592" y="20313"/>
                  </a:cubicBezTo>
                  <a:cubicBezTo>
                    <a:pt x="15604" y="20290"/>
                    <a:pt x="15615" y="20236"/>
                    <a:pt x="15618" y="20210"/>
                  </a:cubicBezTo>
                  <a:cubicBezTo>
                    <a:pt x="15624" y="20185"/>
                    <a:pt x="15639" y="20130"/>
                    <a:pt x="15626" y="20111"/>
                  </a:cubicBezTo>
                  <a:cubicBezTo>
                    <a:pt x="15607" y="20085"/>
                    <a:pt x="15540" y="20105"/>
                    <a:pt x="15513" y="20096"/>
                  </a:cubicBezTo>
                  <a:cubicBezTo>
                    <a:pt x="15492" y="20089"/>
                    <a:pt x="15453" y="20055"/>
                    <a:pt x="15430" y="20054"/>
                  </a:cubicBezTo>
                  <a:cubicBezTo>
                    <a:pt x="15404" y="20052"/>
                    <a:pt x="15350" y="20071"/>
                    <a:pt x="15328" y="20089"/>
                  </a:cubicBezTo>
                  <a:cubicBezTo>
                    <a:pt x="15314" y="20100"/>
                    <a:pt x="15306" y="20146"/>
                    <a:pt x="15290" y="20153"/>
                  </a:cubicBezTo>
                  <a:cubicBezTo>
                    <a:pt x="15269" y="20161"/>
                    <a:pt x="15226" y="20122"/>
                    <a:pt x="15204" y="20122"/>
                  </a:cubicBezTo>
                  <a:cubicBezTo>
                    <a:pt x="15178" y="20123"/>
                    <a:pt x="15125" y="20140"/>
                    <a:pt x="15105" y="20160"/>
                  </a:cubicBezTo>
                  <a:cubicBezTo>
                    <a:pt x="15089" y="20176"/>
                    <a:pt x="15066" y="20223"/>
                    <a:pt x="15067" y="20247"/>
                  </a:cubicBezTo>
                  <a:cubicBezTo>
                    <a:pt x="15067" y="20268"/>
                    <a:pt x="15086" y="20310"/>
                    <a:pt x="15102" y="20319"/>
                  </a:cubicBezTo>
                  <a:cubicBezTo>
                    <a:pt x="15114" y="20325"/>
                    <a:pt x="15140" y="20307"/>
                    <a:pt x="15152" y="20308"/>
                  </a:cubicBezTo>
                  <a:cubicBezTo>
                    <a:pt x="15178" y="20309"/>
                    <a:pt x="15229" y="20319"/>
                    <a:pt x="15249" y="20337"/>
                  </a:cubicBezTo>
                  <a:cubicBezTo>
                    <a:pt x="15261" y="20350"/>
                    <a:pt x="15282" y="20386"/>
                    <a:pt x="15280" y="20405"/>
                  </a:cubicBezTo>
                  <a:cubicBezTo>
                    <a:pt x="15278" y="20427"/>
                    <a:pt x="15239" y="20448"/>
                    <a:pt x="15229" y="20466"/>
                  </a:cubicBezTo>
                  <a:cubicBezTo>
                    <a:pt x="15218" y="20487"/>
                    <a:pt x="15219" y="20548"/>
                    <a:pt x="15200" y="20560"/>
                  </a:cubicBezTo>
                  <a:cubicBezTo>
                    <a:pt x="15176" y="20576"/>
                    <a:pt x="15118" y="20526"/>
                    <a:pt x="15089" y="20530"/>
                  </a:cubicBezTo>
                  <a:cubicBezTo>
                    <a:pt x="15069" y="20532"/>
                    <a:pt x="15036" y="20567"/>
                    <a:pt x="15015" y="20571"/>
                  </a:cubicBezTo>
                  <a:cubicBezTo>
                    <a:pt x="15000" y="20575"/>
                    <a:pt x="14965" y="20558"/>
                    <a:pt x="14952" y="20567"/>
                  </a:cubicBezTo>
                  <a:cubicBezTo>
                    <a:pt x="14929" y="20585"/>
                    <a:pt x="14913" y="20653"/>
                    <a:pt x="14914" y="20685"/>
                  </a:cubicBezTo>
                  <a:cubicBezTo>
                    <a:pt x="14914" y="20708"/>
                    <a:pt x="14941" y="20749"/>
                    <a:pt x="14946" y="20772"/>
                  </a:cubicBezTo>
                  <a:cubicBezTo>
                    <a:pt x="14955" y="20817"/>
                    <a:pt x="14967" y="20915"/>
                    <a:pt x="14949" y="20956"/>
                  </a:cubicBezTo>
                  <a:cubicBezTo>
                    <a:pt x="14931" y="20997"/>
                    <a:pt x="14854" y="21039"/>
                    <a:pt x="14818" y="21058"/>
                  </a:cubicBezTo>
                  <a:cubicBezTo>
                    <a:pt x="14790" y="21073"/>
                    <a:pt x="14730" y="21092"/>
                    <a:pt x="14700" y="21096"/>
                  </a:cubicBezTo>
                  <a:cubicBezTo>
                    <a:pt x="14667" y="21101"/>
                    <a:pt x="14601" y="21085"/>
                    <a:pt x="14570" y="21092"/>
                  </a:cubicBezTo>
                  <a:cubicBezTo>
                    <a:pt x="14550" y="21097"/>
                    <a:pt x="14512" y="21115"/>
                    <a:pt x="14496" y="21130"/>
                  </a:cubicBezTo>
                  <a:cubicBezTo>
                    <a:pt x="14472" y="21153"/>
                    <a:pt x="14445" y="21225"/>
                    <a:pt x="14423" y="21251"/>
                  </a:cubicBezTo>
                  <a:cubicBezTo>
                    <a:pt x="14404" y="21273"/>
                    <a:pt x="14342" y="21289"/>
                    <a:pt x="14333" y="21319"/>
                  </a:cubicBezTo>
                  <a:cubicBezTo>
                    <a:pt x="14325" y="21347"/>
                    <a:pt x="14344" y="21414"/>
                    <a:pt x="14362" y="21435"/>
                  </a:cubicBezTo>
                  <a:cubicBezTo>
                    <a:pt x="14383" y="21459"/>
                    <a:pt x="14445" y="21473"/>
                    <a:pt x="14474" y="21470"/>
                  </a:cubicBezTo>
                  <a:cubicBezTo>
                    <a:pt x="14500" y="21466"/>
                    <a:pt x="14548" y="21432"/>
                    <a:pt x="14570" y="21413"/>
                  </a:cubicBezTo>
                  <a:cubicBezTo>
                    <a:pt x="14586" y="21398"/>
                    <a:pt x="14605" y="21351"/>
                    <a:pt x="14624" y="21341"/>
                  </a:cubicBezTo>
                  <a:cubicBezTo>
                    <a:pt x="14647" y="21330"/>
                    <a:pt x="14698" y="21350"/>
                    <a:pt x="14723" y="21349"/>
                  </a:cubicBezTo>
                  <a:cubicBezTo>
                    <a:pt x="14748" y="21347"/>
                    <a:pt x="14800" y="21341"/>
                    <a:pt x="14824" y="21330"/>
                  </a:cubicBezTo>
                  <a:cubicBezTo>
                    <a:pt x="14842" y="21322"/>
                    <a:pt x="14867" y="21288"/>
                    <a:pt x="14884" y="21281"/>
                  </a:cubicBezTo>
                  <a:cubicBezTo>
                    <a:pt x="14908" y="21271"/>
                    <a:pt x="14961" y="21262"/>
                    <a:pt x="14984" y="21273"/>
                  </a:cubicBezTo>
                  <a:cubicBezTo>
                    <a:pt x="15003" y="21283"/>
                    <a:pt x="15041" y="21325"/>
                    <a:pt x="15038" y="21349"/>
                  </a:cubicBezTo>
                  <a:cubicBezTo>
                    <a:pt x="15036" y="21370"/>
                    <a:pt x="14997" y="21390"/>
                    <a:pt x="14980" y="21398"/>
                  </a:cubicBezTo>
                  <a:cubicBezTo>
                    <a:pt x="14952" y="21413"/>
                    <a:pt x="14887" y="21415"/>
                    <a:pt x="14856" y="21424"/>
                  </a:cubicBezTo>
                  <a:cubicBezTo>
                    <a:pt x="14819" y="21435"/>
                    <a:pt x="14748" y="21466"/>
                    <a:pt x="14713" y="21484"/>
                  </a:cubicBezTo>
                  <a:cubicBezTo>
                    <a:pt x="14677" y="21503"/>
                    <a:pt x="14611" y="21559"/>
                    <a:pt x="14573" y="21572"/>
                  </a:cubicBezTo>
                  <a:cubicBezTo>
                    <a:pt x="14530" y="21585"/>
                    <a:pt x="14441" y="21584"/>
                    <a:pt x="14397" y="21587"/>
                  </a:cubicBezTo>
                  <a:cubicBezTo>
                    <a:pt x="14360" y="21589"/>
                    <a:pt x="14284" y="21600"/>
                    <a:pt x="14246" y="21591"/>
                  </a:cubicBezTo>
                  <a:cubicBezTo>
                    <a:pt x="14220" y="21583"/>
                    <a:pt x="14165" y="21560"/>
                    <a:pt x="14149" y="21534"/>
                  </a:cubicBezTo>
                  <a:cubicBezTo>
                    <a:pt x="14129" y="21501"/>
                    <a:pt x="14145" y="21408"/>
                    <a:pt x="14130" y="21371"/>
                  </a:cubicBezTo>
                  <a:cubicBezTo>
                    <a:pt x="14109" y="21322"/>
                    <a:pt x="14034" y="21253"/>
                    <a:pt x="13999" y="21216"/>
                  </a:cubicBezTo>
                  <a:cubicBezTo>
                    <a:pt x="13963" y="21178"/>
                    <a:pt x="13884" y="21110"/>
                    <a:pt x="13846" y="21073"/>
                  </a:cubicBezTo>
                  <a:cubicBezTo>
                    <a:pt x="13810" y="21038"/>
                    <a:pt x="13744" y="20962"/>
                    <a:pt x="13706" y="20930"/>
                  </a:cubicBezTo>
                  <a:cubicBezTo>
                    <a:pt x="13686" y="20913"/>
                    <a:pt x="13647" y="20874"/>
                    <a:pt x="13623" y="20874"/>
                  </a:cubicBezTo>
                  <a:cubicBezTo>
                    <a:pt x="13602" y="20874"/>
                    <a:pt x="13571" y="20913"/>
                    <a:pt x="13553" y="20923"/>
                  </a:cubicBezTo>
                  <a:cubicBezTo>
                    <a:pt x="13526" y="20936"/>
                    <a:pt x="13470" y="20958"/>
                    <a:pt x="13441" y="20956"/>
                  </a:cubicBezTo>
                  <a:cubicBezTo>
                    <a:pt x="13412" y="20955"/>
                    <a:pt x="13362" y="20919"/>
                    <a:pt x="13336" y="20915"/>
                  </a:cubicBezTo>
                  <a:cubicBezTo>
                    <a:pt x="13312" y="20911"/>
                    <a:pt x="13264" y="20923"/>
                    <a:pt x="13240" y="20923"/>
                  </a:cubicBezTo>
                  <a:cubicBezTo>
                    <a:pt x="13195" y="20922"/>
                    <a:pt x="13104" y="20922"/>
                    <a:pt x="13061" y="20903"/>
                  </a:cubicBezTo>
                  <a:cubicBezTo>
                    <a:pt x="13029" y="20889"/>
                    <a:pt x="12981" y="20819"/>
                    <a:pt x="12947" y="20806"/>
                  </a:cubicBezTo>
                  <a:cubicBezTo>
                    <a:pt x="12899" y="20786"/>
                    <a:pt x="12796" y="20802"/>
                    <a:pt x="12746" y="20798"/>
                  </a:cubicBezTo>
                  <a:cubicBezTo>
                    <a:pt x="12706" y="20795"/>
                    <a:pt x="12624" y="20796"/>
                    <a:pt x="12587" y="20779"/>
                  </a:cubicBezTo>
                  <a:cubicBezTo>
                    <a:pt x="12553" y="20765"/>
                    <a:pt x="12503" y="20703"/>
                    <a:pt x="12472" y="20685"/>
                  </a:cubicBezTo>
                  <a:cubicBezTo>
                    <a:pt x="12438" y="20665"/>
                    <a:pt x="12364" y="20644"/>
                    <a:pt x="12328" y="20628"/>
                  </a:cubicBezTo>
                  <a:cubicBezTo>
                    <a:pt x="12303" y="20618"/>
                    <a:pt x="12252" y="20599"/>
                    <a:pt x="12230" y="20583"/>
                  </a:cubicBezTo>
                  <a:cubicBezTo>
                    <a:pt x="12184" y="20552"/>
                    <a:pt x="12092" y="20483"/>
                    <a:pt x="12067" y="20428"/>
                  </a:cubicBezTo>
                  <a:cubicBezTo>
                    <a:pt x="12055" y="20401"/>
                    <a:pt x="12041" y="20331"/>
                    <a:pt x="12057" y="20308"/>
                  </a:cubicBezTo>
                  <a:cubicBezTo>
                    <a:pt x="12078" y="20278"/>
                    <a:pt x="12156" y="20300"/>
                    <a:pt x="12188" y="20292"/>
                  </a:cubicBezTo>
                  <a:cubicBezTo>
                    <a:pt x="12209" y="20287"/>
                    <a:pt x="12255" y="20282"/>
                    <a:pt x="12268" y="20262"/>
                  </a:cubicBezTo>
                  <a:cubicBezTo>
                    <a:pt x="12293" y="20222"/>
                    <a:pt x="12260" y="20108"/>
                    <a:pt x="12271" y="20058"/>
                  </a:cubicBezTo>
                  <a:cubicBezTo>
                    <a:pt x="12277" y="20035"/>
                    <a:pt x="12297" y="19991"/>
                    <a:pt x="12313" y="19975"/>
                  </a:cubicBezTo>
                  <a:cubicBezTo>
                    <a:pt x="12331" y="19957"/>
                    <a:pt x="12378" y="19930"/>
                    <a:pt x="12402" y="19934"/>
                  </a:cubicBezTo>
                  <a:cubicBezTo>
                    <a:pt x="12429" y="19938"/>
                    <a:pt x="12461" y="20009"/>
                    <a:pt x="12487" y="20017"/>
                  </a:cubicBezTo>
                  <a:cubicBezTo>
                    <a:pt x="12507" y="20023"/>
                    <a:pt x="12551" y="20012"/>
                    <a:pt x="12567" y="19998"/>
                  </a:cubicBezTo>
                  <a:cubicBezTo>
                    <a:pt x="12581" y="19986"/>
                    <a:pt x="12597" y="19946"/>
                    <a:pt x="12600" y="19927"/>
                  </a:cubicBezTo>
                  <a:cubicBezTo>
                    <a:pt x="12603" y="19893"/>
                    <a:pt x="12587" y="19827"/>
                    <a:pt x="12574" y="19798"/>
                  </a:cubicBezTo>
                  <a:cubicBezTo>
                    <a:pt x="12557" y="19762"/>
                    <a:pt x="12496" y="19715"/>
                    <a:pt x="12475" y="19681"/>
                  </a:cubicBezTo>
                  <a:cubicBezTo>
                    <a:pt x="12460" y="19657"/>
                    <a:pt x="12449" y="19588"/>
                    <a:pt x="12427" y="19571"/>
                  </a:cubicBezTo>
                  <a:cubicBezTo>
                    <a:pt x="12407" y="19556"/>
                    <a:pt x="12354" y="19575"/>
                    <a:pt x="12332" y="19564"/>
                  </a:cubicBezTo>
                  <a:cubicBezTo>
                    <a:pt x="12309" y="19553"/>
                    <a:pt x="12272" y="19515"/>
                    <a:pt x="12257" y="19493"/>
                  </a:cubicBezTo>
                  <a:cubicBezTo>
                    <a:pt x="12245" y="19471"/>
                    <a:pt x="12242" y="19415"/>
                    <a:pt x="12227" y="19399"/>
                  </a:cubicBezTo>
                  <a:cubicBezTo>
                    <a:pt x="12213" y="19385"/>
                    <a:pt x="12176" y="19382"/>
                    <a:pt x="12160" y="19379"/>
                  </a:cubicBezTo>
                  <a:cubicBezTo>
                    <a:pt x="12126" y="19374"/>
                    <a:pt x="12055" y="19383"/>
                    <a:pt x="12022" y="19372"/>
                  </a:cubicBezTo>
                  <a:cubicBezTo>
                    <a:pt x="12004" y="19366"/>
                    <a:pt x="11968" y="19343"/>
                    <a:pt x="11955" y="19326"/>
                  </a:cubicBezTo>
                  <a:cubicBezTo>
                    <a:pt x="11939" y="19305"/>
                    <a:pt x="11934" y="19239"/>
                    <a:pt x="11914" y="19221"/>
                  </a:cubicBezTo>
                  <a:cubicBezTo>
                    <a:pt x="11896" y="19205"/>
                    <a:pt x="11846" y="19196"/>
                    <a:pt x="11824" y="19206"/>
                  </a:cubicBezTo>
                  <a:cubicBezTo>
                    <a:pt x="11809" y="19213"/>
                    <a:pt x="11797" y="19256"/>
                    <a:pt x="11784" y="19266"/>
                  </a:cubicBezTo>
                  <a:cubicBezTo>
                    <a:pt x="11760" y="19282"/>
                    <a:pt x="11704" y="19298"/>
                    <a:pt x="11678" y="19289"/>
                  </a:cubicBezTo>
                  <a:cubicBezTo>
                    <a:pt x="11642" y="19274"/>
                    <a:pt x="11604" y="19186"/>
                    <a:pt x="11576" y="19157"/>
                  </a:cubicBezTo>
                  <a:cubicBezTo>
                    <a:pt x="11556" y="19134"/>
                    <a:pt x="11513" y="19090"/>
                    <a:pt x="11487" y="19077"/>
                  </a:cubicBezTo>
                  <a:cubicBezTo>
                    <a:pt x="11473" y="19071"/>
                    <a:pt x="11443" y="19066"/>
                    <a:pt x="11429" y="19070"/>
                  </a:cubicBezTo>
                  <a:cubicBezTo>
                    <a:pt x="11410" y="19075"/>
                    <a:pt x="11378" y="19104"/>
                    <a:pt x="11362" y="19119"/>
                  </a:cubicBezTo>
                  <a:cubicBezTo>
                    <a:pt x="11345" y="19135"/>
                    <a:pt x="11320" y="19184"/>
                    <a:pt x="11299" y="19194"/>
                  </a:cubicBezTo>
                  <a:cubicBezTo>
                    <a:pt x="11274" y="19205"/>
                    <a:pt x="11216" y="19203"/>
                    <a:pt x="11193" y="19187"/>
                  </a:cubicBezTo>
                  <a:cubicBezTo>
                    <a:pt x="11171" y="19171"/>
                    <a:pt x="11146" y="19110"/>
                    <a:pt x="11136" y="19081"/>
                  </a:cubicBezTo>
                  <a:cubicBezTo>
                    <a:pt x="11119" y="19032"/>
                    <a:pt x="11113" y="18925"/>
                    <a:pt x="11101" y="18873"/>
                  </a:cubicBezTo>
                  <a:cubicBezTo>
                    <a:pt x="11089" y="18825"/>
                    <a:pt x="11070" y="18724"/>
                    <a:pt x="11044" y="18685"/>
                  </a:cubicBezTo>
                  <a:cubicBezTo>
                    <a:pt x="11031" y="18668"/>
                    <a:pt x="11000" y="18644"/>
                    <a:pt x="10983" y="18640"/>
                  </a:cubicBezTo>
                  <a:cubicBezTo>
                    <a:pt x="10958" y="18634"/>
                    <a:pt x="10905" y="18650"/>
                    <a:pt x="10881" y="18662"/>
                  </a:cubicBezTo>
                  <a:cubicBezTo>
                    <a:pt x="10852" y="18677"/>
                    <a:pt x="10810" y="18743"/>
                    <a:pt x="10779" y="18753"/>
                  </a:cubicBezTo>
                  <a:cubicBezTo>
                    <a:pt x="10747" y="18762"/>
                    <a:pt x="10673" y="18760"/>
                    <a:pt x="10648" y="18734"/>
                  </a:cubicBezTo>
                  <a:cubicBezTo>
                    <a:pt x="10629" y="18713"/>
                    <a:pt x="10616" y="18645"/>
                    <a:pt x="10626" y="18617"/>
                  </a:cubicBezTo>
                  <a:cubicBezTo>
                    <a:pt x="10635" y="18592"/>
                    <a:pt x="10692" y="18583"/>
                    <a:pt x="10706" y="18560"/>
                  </a:cubicBezTo>
                  <a:cubicBezTo>
                    <a:pt x="10723" y="18533"/>
                    <a:pt x="10728" y="18461"/>
                    <a:pt x="10735" y="18429"/>
                  </a:cubicBezTo>
                  <a:cubicBezTo>
                    <a:pt x="10743" y="18383"/>
                    <a:pt x="10765" y="18291"/>
                    <a:pt x="10763" y="18243"/>
                  </a:cubicBezTo>
                  <a:cubicBezTo>
                    <a:pt x="10762" y="18211"/>
                    <a:pt x="10755" y="18138"/>
                    <a:pt x="10735" y="18115"/>
                  </a:cubicBezTo>
                  <a:cubicBezTo>
                    <a:pt x="10707" y="18086"/>
                    <a:pt x="10625" y="18088"/>
                    <a:pt x="10588" y="18085"/>
                  </a:cubicBezTo>
                  <a:cubicBezTo>
                    <a:pt x="10541" y="18082"/>
                    <a:pt x="10449" y="18089"/>
                    <a:pt x="10403" y="18096"/>
                  </a:cubicBezTo>
                  <a:cubicBezTo>
                    <a:pt x="10380" y="18100"/>
                    <a:pt x="10337" y="18117"/>
                    <a:pt x="10314" y="18119"/>
                  </a:cubicBezTo>
                  <a:cubicBezTo>
                    <a:pt x="10284" y="18121"/>
                    <a:pt x="10225" y="18109"/>
                    <a:pt x="10196" y="18107"/>
                  </a:cubicBezTo>
                  <a:cubicBezTo>
                    <a:pt x="10172" y="18107"/>
                    <a:pt x="10124" y="18100"/>
                    <a:pt x="10103" y="18111"/>
                  </a:cubicBezTo>
                  <a:cubicBezTo>
                    <a:pt x="10085" y="18121"/>
                    <a:pt x="10066" y="18166"/>
                    <a:pt x="10049" y="18180"/>
                  </a:cubicBezTo>
                  <a:cubicBezTo>
                    <a:pt x="10025" y="18199"/>
                    <a:pt x="9965" y="18212"/>
                    <a:pt x="9940" y="18232"/>
                  </a:cubicBezTo>
                  <a:cubicBezTo>
                    <a:pt x="9910" y="18258"/>
                    <a:pt x="9873" y="18344"/>
                    <a:pt x="9842" y="18368"/>
                  </a:cubicBezTo>
                  <a:cubicBezTo>
                    <a:pt x="9821" y="18384"/>
                    <a:pt x="9773" y="18410"/>
                    <a:pt x="9749" y="18402"/>
                  </a:cubicBezTo>
                  <a:cubicBezTo>
                    <a:pt x="9721" y="18393"/>
                    <a:pt x="9684" y="18332"/>
                    <a:pt x="9673" y="18300"/>
                  </a:cubicBezTo>
                  <a:cubicBezTo>
                    <a:pt x="9660" y="18262"/>
                    <a:pt x="9663" y="18178"/>
                    <a:pt x="9666" y="18138"/>
                  </a:cubicBezTo>
                  <a:cubicBezTo>
                    <a:pt x="9669" y="18109"/>
                    <a:pt x="9680" y="18050"/>
                    <a:pt x="9692" y="18025"/>
                  </a:cubicBezTo>
                  <a:cubicBezTo>
                    <a:pt x="9702" y="18002"/>
                    <a:pt x="9742" y="17970"/>
                    <a:pt x="9749" y="17945"/>
                  </a:cubicBezTo>
                  <a:cubicBezTo>
                    <a:pt x="9759" y="17914"/>
                    <a:pt x="9762" y="17843"/>
                    <a:pt x="9749" y="17814"/>
                  </a:cubicBezTo>
                  <a:cubicBezTo>
                    <a:pt x="9737" y="17783"/>
                    <a:pt x="9687" y="17742"/>
                    <a:pt x="9660" y="17730"/>
                  </a:cubicBezTo>
                  <a:cubicBezTo>
                    <a:pt x="9634" y="17719"/>
                    <a:pt x="9573" y="17707"/>
                    <a:pt x="9549" y="17723"/>
                  </a:cubicBezTo>
                  <a:cubicBezTo>
                    <a:pt x="9525" y="17738"/>
                    <a:pt x="9517" y="17816"/>
                    <a:pt x="9494" y="17832"/>
                  </a:cubicBezTo>
                  <a:cubicBezTo>
                    <a:pt x="9459" y="17856"/>
                    <a:pt x="9369" y="17814"/>
                    <a:pt x="9332" y="17832"/>
                  </a:cubicBezTo>
                  <a:cubicBezTo>
                    <a:pt x="9302" y="17846"/>
                    <a:pt x="9266" y="17916"/>
                    <a:pt x="9240" y="17938"/>
                  </a:cubicBezTo>
                  <a:cubicBezTo>
                    <a:pt x="9197" y="17971"/>
                    <a:pt x="9097" y="18004"/>
                    <a:pt x="9051" y="18032"/>
                  </a:cubicBezTo>
                  <a:cubicBezTo>
                    <a:pt x="9011" y="18057"/>
                    <a:pt x="8933" y="18115"/>
                    <a:pt x="8895" y="18146"/>
                  </a:cubicBezTo>
                  <a:cubicBezTo>
                    <a:pt x="8860" y="18174"/>
                    <a:pt x="8791" y="18235"/>
                    <a:pt x="8758" y="18266"/>
                  </a:cubicBezTo>
                  <a:cubicBezTo>
                    <a:pt x="8732" y="18290"/>
                    <a:pt x="8678" y="18333"/>
                    <a:pt x="8659" y="18364"/>
                  </a:cubicBezTo>
                  <a:cubicBezTo>
                    <a:pt x="8639" y="18397"/>
                    <a:pt x="8604" y="18475"/>
                    <a:pt x="8608" y="18515"/>
                  </a:cubicBezTo>
                  <a:cubicBezTo>
                    <a:pt x="8612" y="18552"/>
                    <a:pt x="8673" y="18600"/>
                    <a:pt x="8685" y="18636"/>
                  </a:cubicBezTo>
                  <a:cubicBezTo>
                    <a:pt x="8695" y="18668"/>
                    <a:pt x="8688" y="18742"/>
                    <a:pt x="8698" y="18776"/>
                  </a:cubicBezTo>
                  <a:cubicBezTo>
                    <a:pt x="8712" y="18825"/>
                    <a:pt x="8756" y="18927"/>
                    <a:pt x="8796" y="18949"/>
                  </a:cubicBezTo>
                  <a:cubicBezTo>
                    <a:pt x="8831" y="18969"/>
                    <a:pt x="8912" y="18940"/>
                    <a:pt x="8949" y="18931"/>
                  </a:cubicBezTo>
                  <a:cubicBezTo>
                    <a:pt x="8977" y="18923"/>
                    <a:pt x="9030" y="18894"/>
                    <a:pt x="9057" y="18889"/>
                  </a:cubicBezTo>
                  <a:cubicBezTo>
                    <a:pt x="9083" y="18884"/>
                    <a:pt x="9135" y="18880"/>
                    <a:pt x="9160" y="18889"/>
                  </a:cubicBezTo>
                  <a:cubicBezTo>
                    <a:pt x="9188" y="18899"/>
                    <a:pt x="9230" y="18954"/>
                    <a:pt x="9259" y="18964"/>
                  </a:cubicBezTo>
                  <a:cubicBezTo>
                    <a:pt x="9292" y="18977"/>
                    <a:pt x="9363" y="18975"/>
                    <a:pt x="9399" y="18968"/>
                  </a:cubicBezTo>
                  <a:cubicBezTo>
                    <a:pt x="9427" y="18963"/>
                    <a:pt x="9486" y="18943"/>
                    <a:pt x="9509" y="18922"/>
                  </a:cubicBezTo>
                  <a:cubicBezTo>
                    <a:pt x="9534" y="18902"/>
                    <a:pt x="9555" y="18827"/>
                    <a:pt x="9580" y="18809"/>
                  </a:cubicBezTo>
                  <a:cubicBezTo>
                    <a:pt x="9610" y="18789"/>
                    <a:pt x="9683" y="18795"/>
                    <a:pt x="9717" y="18795"/>
                  </a:cubicBezTo>
                  <a:cubicBezTo>
                    <a:pt x="9760" y="18793"/>
                    <a:pt x="9849" y="18785"/>
                    <a:pt x="9886" y="18809"/>
                  </a:cubicBezTo>
                  <a:cubicBezTo>
                    <a:pt x="9910" y="18825"/>
                    <a:pt x="9929" y="18893"/>
                    <a:pt x="9950" y="18911"/>
                  </a:cubicBezTo>
                  <a:cubicBezTo>
                    <a:pt x="9981" y="18938"/>
                    <a:pt x="10062" y="18944"/>
                    <a:pt x="10094" y="18968"/>
                  </a:cubicBezTo>
                  <a:cubicBezTo>
                    <a:pt x="10114" y="18984"/>
                    <a:pt x="10138" y="19043"/>
                    <a:pt x="10161" y="19055"/>
                  </a:cubicBezTo>
                  <a:cubicBezTo>
                    <a:pt x="10191" y="19071"/>
                    <a:pt x="10261" y="19047"/>
                    <a:pt x="10294" y="19051"/>
                  </a:cubicBezTo>
                  <a:cubicBezTo>
                    <a:pt x="10327" y="19055"/>
                    <a:pt x="10399" y="19061"/>
                    <a:pt x="10422" y="19088"/>
                  </a:cubicBezTo>
                  <a:cubicBezTo>
                    <a:pt x="10434" y="19103"/>
                    <a:pt x="10441" y="19148"/>
                    <a:pt x="10438" y="19168"/>
                  </a:cubicBezTo>
                  <a:cubicBezTo>
                    <a:pt x="10435" y="19191"/>
                    <a:pt x="10411" y="19232"/>
                    <a:pt x="10397" y="19247"/>
                  </a:cubicBezTo>
                  <a:cubicBezTo>
                    <a:pt x="10372" y="19273"/>
                    <a:pt x="10305" y="19292"/>
                    <a:pt x="10279" y="19315"/>
                  </a:cubicBezTo>
                  <a:cubicBezTo>
                    <a:pt x="10261" y="19331"/>
                    <a:pt x="10228" y="19368"/>
                    <a:pt x="10218" y="19390"/>
                  </a:cubicBezTo>
                  <a:cubicBezTo>
                    <a:pt x="10203" y="19424"/>
                    <a:pt x="10215" y="19514"/>
                    <a:pt x="10193" y="19542"/>
                  </a:cubicBezTo>
                  <a:cubicBezTo>
                    <a:pt x="10172" y="19567"/>
                    <a:pt x="10106" y="19561"/>
                    <a:pt x="10081" y="19575"/>
                  </a:cubicBezTo>
                  <a:cubicBezTo>
                    <a:pt x="10056" y="19590"/>
                    <a:pt x="10022" y="19653"/>
                    <a:pt x="9995" y="19655"/>
                  </a:cubicBezTo>
                  <a:cubicBezTo>
                    <a:pt x="9968" y="19657"/>
                    <a:pt x="9926" y="19606"/>
                    <a:pt x="9906" y="19587"/>
                  </a:cubicBezTo>
                  <a:cubicBezTo>
                    <a:pt x="9882" y="19567"/>
                    <a:pt x="9843" y="19512"/>
                    <a:pt x="9816" y="19500"/>
                  </a:cubicBezTo>
                  <a:cubicBezTo>
                    <a:pt x="9792" y="19488"/>
                    <a:pt x="9736" y="19501"/>
                    <a:pt x="9711" y="19493"/>
                  </a:cubicBezTo>
                  <a:cubicBezTo>
                    <a:pt x="9655" y="19473"/>
                    <a:pt x="9561" y="19387"/>
                    <a:pt x="9507" y="19364"/>
                  </a:cubicBezTo>
                  <a:cubicBezTo>
                    <a:pt x="9477" y="19351"/>
                    <a:pt x="9410" y="19348"/>
                    <a:pt x="9379" y="19334"/>
                  </a:cubicBezTo>
                  <a:cubicBezTo>
                    <a:pt x="9354" y="19323"/>
                    <a:pt x="9307" y="19284"/>
                    <a:pt x="9284" y="19266"/>
                  </a:cubicBezTo>
                  <a:cubicBezTo>
                    <a:pt x="9252" y="19241"/>
                    <a:pt x="9196" y="19172"/>
                    <a:pt x="9160" y="19157"/>
                  </a:cubicBezTo>
                  <a:cubicBezTo>
                    <a:pt x="9125" y="19141"/>
                    <a:pt x="9047" y="19145"/>
                    <a:pt x="9010" y="19141"/>
                  </a:cubicBezTo>
                  <a:cubicBezTo>
                    <a:pt x="8963" y="19137"/>
                    <a:pt x="8869" y="19125"/>
                    <a:pt x="8822" y="19127"/>
                  </a:cubicBezTo>
                  <a:cubicBezTo>
                    <a:pt x="8781" y="19127"/>
                    <a:pt x="8700" y="19135"/>
                    <a:pt x="8662" y="19149"/>
                  </a:cubicBezTo>
                  <a:cubicBezTo>
                    <a:pt x="8623" y="19164"/>
                    <a:pt x="8554" y="19215"/>
                    <a:pt x="8519" y="19240"/>
                  </a:cubicBezTo>
                  <a:cubicBezTo>
                    <a:pt x="8477" y="19268"/>
                    <a:pt x="8396" y="19329"/>
                    <a:pt x="8356" y="19360"/>
                  </a:cubicBezTo>
                  <a:cubicBezTo>
                    <a:pt x="8323" y="19387"/>
                    <a:pt x="8263" y="19456"/>
                    <a:pt x="8226" y="19473"/>
                  </a:cubicBezTo>
                  <a:cubicBezTo>
                    <a:pt x="8174" y="19499"/>
                    <a:pt x="8061" y="19518"/>
                    <a:pt x="8006" y="19515"/>
                  </a:cubicBezTo>
                  <a:cubicBezTo>
                    <a:pt x="7944" y="19512"/>
                    <a:pt x="7827" y="19461"/>
                    <a:pt x="7766" y="19451"/>
                  </a:cubicBezTo>
                  <a:cubicBezTo>
                    <a:pt x="7696" y="19439"/>
                    <a:pt x="7551" y="19436"/>
                    <a:pt x="7480" y="19432"/>
                  </a:cubicBezTo>
                  <a:cubicBezTo>
                    <a:pt x="7390" y="19427"/>
                    <a:pt x="7209" y="19416"/>
                    <a:pt x="7119" y="19413"/>
                  </a:cubicBezTo>
                  <a:cubicBezTo>
                    <a:pt x="7041" y="19411"/>
                    <a:pt x="6885" y="19420"/>
                    <a:pt x="6807" y="19409"/>
                  </a:cubicBezTo>
                  <a:cubicBezTo>
                    <a:pt x="6698" y="19394"/>
                    <a:pt x="6484" y="19331"/>
                    <a:pt x="6379" y="19292"/>
                  </a:cubicBezTo>
                  <a:cubicBezTo>
                    <a:pt x="6306" y="19266"/>
                    <a:pt x="6164" y="19192"/>
                    <a:pt x="6093" y="19157"/>
                  </a:cubicBezTo>
                  <a:cubicBezTo>
                    <a:pt x="5983" y="19102"/>
                    <a:pt x="5767" y="18977"/>
                    <a:pt x="5656" y="18926"/>
                  </a:cubicBezTo>
                  <a:cubicBezTo>
                    <a:pt x="5514" y="18861"/>
                    <a:pt x="5221" y="18750"/>
                    <a:pt x="5076" y="18695"/>
                  </a:cubicBezTo>
                  <a:cubicBezTo>
                    <a:pt x="5006" y="18668"/>
                    <a:pt x="4864" y="18619"/>
                    <a:pt x="4793" y="18594"/>
                  </a:cubicBezTo>
                  <a:cubicBezTo>
                    <a:pt x="4744" y="18577"/>
                    <a:pt x="4648" y="18537"/>
                    <a:pt x="4598" y="18527"/>
                  </a:cubicBezTo>
                  <a:cubicBezTo>
                    <a:pt x="4533" y="18514"/>
                    <a:pt x="4402" y="18511"/>
                    <a:pt x="4336" y="18511"/>
                  </a:cubicBezTo>
                  <a:cubicBezTo>
                    <a:pt x="4243" y="18511"/>
                    <a:pt x="4057" y="18512"/>
                    <a:pt x="3966" y="18534"/>
                  </a:cubicBezTo>
                  <a:cubicBezTo>
                    <a:pt x="3915" y="18546"/>
                    <a:pt x="3820" y="18606"/>
                    <a:pt x="3769" y="18617"/>
                  </a:cubicBezTo>
                  <a:cubicBezTo>
                    <a:pt x="3683" y="18635"/>
                    <a:pt x="3506" y="18619"/>
                    <a:pt x="3418" y="18625"/>
                  </a:cubicBezTo>
                  <a:cubicBezTo>
                    <a:pt x="3312" y="18631"/>
                    <a:pt x="3102" y="18653"/>
                    <a:pt x="2997" y="18670"/>
                  </a:cubicBezTo>
                  <a:cubicBezTo>
                    <a:pt x="2890" y="18688"/>
                    <a:pt x="2677" y="18742"/>
                    <a:pt x="2570" y="18768"/>
                  </a:cubicBezTo>
                  <a:cubicBezTo>
                    <a:pt x="2447" y="18797"/>
                    <a:pt x="2193" y="18826"/>
                    <a:pt x="2079" y="18889"/>
                  </a:cubicBezTo>
                  <a:cubicBezTo>
                    <a:pt x="2019" y="18922"/>
                    <a:pt x="1921" y="19036"/>
                    <a:pt x="1869" y="19085"/>
                  </a:cubicBezTo>
                  <a:cubicBezTo>
                    <a:pt x="1854" y="19099"/>
                    <a:pt x="1831" y="19122"/>
                    <a:pt x="1810" y="19143"/>
                  </a:cubicBezTo>
                  <a:cubicBezTo>
                    <a:pt x="1790" y="19098"/>
                    <a:pt x="1764" y="19039"/>
                    <a:pt x="1748" y="19014"/>
                  </a:cubicBezTo>
                  <a:cubicBezTo>
                    <a:pt x="1716" y="18967"/>
                    <a:pt x="1630" y="18897"/>
                    <a:pt x="1594" y="18853"/>
                  </a:cubicBezTo>
                  <a:cubicBezTo>
                    <a:pt x="1574" y="18828"/>
                    <a:pt x="1542" y="18764"/>
                    <a:pt x="1518" y="18743"/>
                  </a:cubicBezTo>
                  <a:cubicBezTo>
                    <a:pt x="1494" y="18723"/>
                    <a:pt x="1424" y="18722"/>
                    <a:pt x="1408" y="18692"/>
                  </a:cubicBezTo>
                  <a:cubicBezTo>
                    <a:pt x="1387" y="18655"/>
                    <a:pt x="1397" y="18551"/>
                    <a:pt x="1416" y="18511"/>
                  </a:cubicBezTo>
                  <a:cubicBezTo>
                    <a:pt x="1433" y="18476"/>
                    <a:pt x="1505" y="18447"/>
                    <a:pt x="1531" y="18421"/>
                  </a:cubicBezTo>
                  <a:cubicBezTo>
                    <a:pt x="1558" y="18393"/>
                    <a:pt x="1599" y="18321"/>
                    <a:pt x="1624" y="18290"/>
                  </a:cubicBezTo>
                  <a:cubicBezTo>
                    <a:pt x="1663" y="18242"/>
                    <a:pt x="1757" y="18165"/>
                    <a:pt x="1786" y="18109"/>
                  </a:cubicBezTo>
                  <a:cubicBezTo>
                    <a:pt x="1810" y="18063"/>
                    <a:pt x="1828" y="17955"/>
                    <a:pt x="1837" y="17902"/>
                  </a:cubicBezTo>
                  <a:cubicBezTo>
                    <a:pt x="1845" y="17851"/>
                    <a:pt x="1841" y="17742"/>
                    <a:pt x="1854" y="17691"/>
                  </a:cubicBezTo>
                  <a:cubicBezTo>
                    <a:pt x="1868" y="17635"/>
                    <a:pt x="1919" y="17533"/>
                    <a:pt x="1947" y="17485"/>
                  </a:cubicBezTo>
                  <a:cubicBezTo>
                    <a:pt x="1967" y="17453"/>
                    <a:pt x="2016" y="17400"/>
                    <a:pt x="2036" y="17369"/>
                  </a:cubicBezTo>
                  <a:cubicBezTo>
                    <a:pt x="2061" y="17334"/>
                    <a:pt x="2105" y="17258"/>
                    <a:pt x="2130" y="17224"/>
                  </a:cubicBezTo>
                  <a:cubicBezTo>
                    <a:pt x="2148" y="17201"/>
                    <a:pt x="2196" y="17166"/>
                    <a:pt x="2207" y="17138"/>
                  </a:cubicBezTo>
                  <a:cubicBezTo>
                    <a:pt x="2213" y="17119"/>
                    <a:pt x="2214" y="17076"/>
                    <a:pt x="2207" y="17057"/>
                  </a:cubicBezTo>
                  <a:cubicBezTo>
                    <a:pt x="2197" y="17033"/>
                    <a:pt x="2146" y="17013"/>
                    <a:pt x="2138" y="16987"/>
                  </a:cubicBezTo>
                  <a:cubicBezTo>
                    <a:pt x="2132" y="16964"/>
                    <a:pt x="2144" y="16912"/>
                    <a:pt x="2156" y="16891"/>
                  </a:cubicBezTo>
                  <a:cubicBezTo>
                    <a:pt x="2170" y="16867"/>
                    <a:pt x="2228" y="16851"/>
                    <a:pt x="2240" y="16826"/>
                  </a:cubicBezTo>
                  <a:cubicBezTo>
                    <a:pt x="2265" y="16779"/>
                    <a:pt x="2270" y="16662"/>
                    <a:pt x="2258" y="16610"/>
                  </a:cubicBezTo>
                  <a:cubicBezTo>
                    <a:pt x="2247" y="16565"/>
                    <a:pt x="2187" y="16497"/>
                    <a:pt x="2164" y="16458"/>
                  </a:cubicBezTo>
                  <a:cubicBezTo>
                    <a:pt x="2149" y="16433"/>
                    <a:pt x="2107" y="16385"/>
                    <a:pt x="2105" y="16353"/>
                  </a:cubicBezTo>
                  <a:cubicBezTo>
                    <a:pt x="2100" y="16298"/>
                    <a:pt x="2176" y="16203"/>
                    <a:pt x="2177" y="16147"/>
                  </a:cubicBezTo>
                  <a:cubicBezTo>
                    <a:pt x="2178" y="16105"/>
                    <a:pt x="2143" y="16025"/>
                    <a:pt x="2130" y="15986"/>
                  </a:cubicBezTo>
                  <a:cubicBezTo>
                    <a:pt x="2119" y="15952"/>
                    <a:pt x="2096" y="15885"/>
                    <a:pt x="2079" y="15855"/>
                  </a:cubicBezTo>
                  <a:cubicBezTo>
                    <a:pt x="2059" y="15821"/>
                    <a:pt x="2007" y="15763"/>
                    <a:pt x="1982" y="15734"/>
                  </a:cubicBezTo>
                  <a:cubicBezTo>
                    <a:pt x="1962" y="15712"/>
                    <a:pt x="1909" y="15679"/>
                    <a:pt x="1901" y="15649"/>
                  </a:cubicBezTo>
                  <a:cubicBezTo>
                    <a:pt x="1891" y="15614"/>
                    <a:pt x="1924" y="15540"/>
                    <a:pt x="1926" y="15503"/>
                  </a:cubicBezTo>
                  <a:cubicBezTo>
                    <a:pt x="1928" y="15469"/>
                    <a:pt x="1910" y="15400"/>
                    <a:pt x="1918" y="15367"/>
                  </a:cubicBezTo>
                  <a:cubicBezTo>
                    <a:pt x="1933" y="15307"/>
                    <a:pt x="2006" y="15208"/>
                    <a:pt x="2045" y="15166"/>
                  </a:cubicBezTo>
                  <a:cubicBezTo>
                    <a:pt x="2067" y="15143"/>
                    <a:pt x="2129" y="15124"/>
                    <a:pt x="2143" y="15095"/>
                  </a:cubicBezTo>
                  <a:cubicBezTo>
                    <a:pt x="2153" y="15075"/>
                    <a:pt x="2148" y="15026"/>
                    <a:pt x="2143" y="15005"/>
                  </a:cubicBezTo>
                  <a:cubicBezTo>
                    <a:pt x="2138" y="14981"/>
                    <a:pt x="2114" y="14939"/>
                    <a:pt x="2103" y="14917"/>
                  </a:cubicBezTo>
                  <a:cubicBezTo>
                    <a:pt x="2089" y="14887"/>
                    <a:pt x="2053" y="14831"/>
                    <a:pt x="2046" y="14799"/>
                  </a:cubicBezTo>
                  <a:cubicBezTo>
                    <a:pt x="2035" y="14754"/>
                    <a:pt x="2060" y="14655"/>
                    <a:pt x="2044" y="14612"/>
                  </a:cubicBezTo>
                  <a:cubicBezTo>
                    <a:pt x="2034" y="14585"/>
                    <a:pt x="1983" y="14557"/>
                    <a:pt x="1972" y="14530"/>
                  </a:cubicBezTo>
                  <a:cubicBezTo>
                    <a:pt x="1963" y="14505"/>
                    <a:pt x="1967" y="14444"/>
                    <a:pt x="1969" y="14415"/>
                  </a:cubicBezTo>
                  <a:cubicBezTo>
                    <a:pt x="1972" y="14375"/>
                    <a:pt x="1980" y="14291"/>
                    <a:pt x="2000" y="14257"/>
                  </a:cubicBezTo>
                  <a:cubicBezTo>
                    <a:pt x="2011" y="14238"/>
                    <a:pt x="2048" y="14219"/>
                    <a:pt x="2065" y="14207"/>
                  </a:cubicBezTo>
                  <a:cubicBezTo>
                    <a:pt x="2087" y="14190"/>
                    <a:pt x="2142" y="14170"/>
                    <a:pt x="2154" y="14142"/>
                  </a:cubicBezTo>
                  <a:cubicBezTo>
                    <a:pt x="2166" y="14115"/>
                    <a:pt x="2148" y="14049"/>
                    <a:pt x="2146" y="14020"/>
                  </a:cubicBezTo>
                  <a:cubicBezTo>
                    <a:pt x="2145" y="13992"/>
                    <a:pt x="2135" y="13936"/>
                    <a:pt x="2142" y="13910"/>
                  </a:cubicBezTo>
                  <a:cubicBezTo>
                    <a:pt x="2148" y="13879"/>
                    <a:pt x="2178" y="13820"/>
                    <a:pt x="2199" y="13799"/>
                  </a:cubicBezTo>
                  <a:cubicBezTo>
                    <a:pt x="2218" y="13778"/>
                    <a:pt x="2273" y="13768"/>
                    <a:pt x="2295" y="13749"/>
                  </a:cubicBezTo>
                  <a:cubicBezTo>
                    <a:pt x="2318" y="13731"/>
                    <a:pt x="2358" y="13680"/>
                    <a:pt x="2371" y="13650"/>
                  </a:cubicBezTo>
                  <a:cubicBezTo>
                    <a:pt x="2383" y="13621"/>
                    <a:pt x="2390" y="13555"/>
                    <a:pt x="2391" y="13524"/>
                  </a:cubicBezTo>
                  <a:cubicBezTo>
                    <a:pt x="2393" y="13501"/>
                    <a:pt x="2390" y="13455"/>
                    <a:pt x="2385" y="13433"/>
                  </a:cubicBezTo>
                  <a:cubicBezTo>
                    <a:pt x="2380" y="13408"/>
                    <a:pt x="2352" y="13362"/>
                    <a:pt x="2354" y="13336"/>
                  </a:cubicBezTo>
                  <a:cubicBezTo>
                    <a:pt x="2359" y="13309"/>
                    <a:pt x="2398" y="13272"/>
                    <a:pt x="2412" y="13252"/>
                  </a:cubicBezTo>
                  <a:cubicBezTo>
                    <a:pt x="2424" y="13235"/>
                    <a:pt x="2453" y="13207"/>
                    <a:pt x="2460" y="13188"/>
                  </a:cubicBezTo>
                  <a:cubicBezTo>
                    <a:pt x="2471" y="13156"/>
                    <a:pt x="2451" y="13085"/>
                    <a:pt x="2463" y="13056"/>
                  </a:cubicBezTo>
                  <a:cubicBezTo>
                    <a:pt x="2472" y="13032"/>
                    <a:pt x="2516" y="13008"/>
                    <a:pt x="2529" y="12988"/>
                  </a:cubicBezTo>
                  <a:cubicBezTo>
                    <a:pt x="2544" y="12962"/>
                    <a:pt x="2564" y="12903"/>
                    <a:pt x="2569" y="12873"/>
                  </a:cubicBezTo>
                  <a:cubicBezTo>
                    <a:pt x="2574" y="12842"/>
                    <a:pt x="2571" y="12779"/>
                    <a:pt x="2567" y="12748"/>
                  </a:cubicBezTo>
                  <a:cubicBezTo>
                    <a:pt x="2562" y="12711"/>
                    <a:pt x="2536" y="12643"/>
                    <a:pt x="2531" y="12606"/>
                  </a:cubicBezTo>
                  <a:cubicBezTo>
                    <a:pt x="2525" y="12568"/>
                    <a:pt x="2517" y="12487"/>
                    <a:pt x="2529" y="12451"/>
                  </a:cubicBezTo>
                  <a:cubicBezTo>
                    <a:pt x="2537" y="12427"/>
                    <a:pt x="2574" y="12389"/>
                    <a:pt x="2593" y="12375"/>
                  </a:cubicBezTo>
                  <a:cubicBezTo>
                    <a:pt x="2613" y="12359"/>
                    <a:pt x="2667" y="12359"/>
                    <a:pt x="2682" y="12337"/>
                  </a:cubicBezTo>
                  <a:cubicBezTo>
                    <a:pt x="2697" y="12311"/>
                    <a:pt x="2693" y="12241"/>
                    <a:pt x="2684" y="12212"/>
                  </a:cubicBezTo>
                  <a:cubicBezTo>
                    <a:pt x="2672" y="12179"/>
                    <a:pt x="2626" y="12127"/>
                    <a:pt x="2600" y="12109"/>
                  </a:cubicBezTo>
                  <a:cubicBezTo>
                    <a:pt x="2581" y="12094"/>
                    <a:pt x="2528" y="12099"/>
                    <a:pt x="2512" y="12080"/>
                  </a:cubicBezTo>
                  <a:cubicBezTo>
                    <a:pt x="2495" y="12062"/>
                    <a:pt x="2477" y="12007"/>
                    <a:pt x="2481" y="11980"/>
                  </a:cubicBezTo>
                  <a:cubicBezTo>
                    <a:pt x="2484" y="11959"/>
                    <a:pt x="2513" y="11926"/>
                    <a:pt x="2525" y="11910"/>
                  </a:cubicBezTo>
                  <a:cubicBezTo>
                    <a:pt x="2557" y="11871"/>
                    <a:pt x="2646" y="11820"/>
                    <a:pt x="2665" y="11771"/>
                  </a:cubicBezTo>
                  <a:cubicBezTo>
                    <a:pt x="2675" y="11742"/>
                    <a:pt x="2667" y="11676"/>
                    <a:pt x="2659" y="11646"/>
                  </a:cubicBezTo>
                  <a:cubicBezTo>
                    <a:pt x="2651" y="11612"/>
                    <a:pt x="2619" y="11550"/>
                    <a:pt x="2602" y="11522"/>
                  </a:cubicBezTo>
                  <a:cubicBezTo>
                    <a:pt x="2589" y="11499"/>
                    <a:pt x="2551" y="11466"/>
                    <a:pt x="2540" y="11443"/>
                  </a:cubicBezTo>
                  <a:cubicBezTo>
                    <a:pt x="2529" y="11418"/>
                    <a:pt x="2510" y="11365"/>
                    <a:pt x="2514" y="11339"/>
                  </a:cubicBezTo>
                  <a:cubicBezTo>
                    <a:pt x="2519" y="11306"/>
                    <a:pt x="2579" y="11267"/>
                    <a:pt x="2580" y="11235"/>
                  </a:cubicBezTo>
                  <a:cubicBezTo>
                    <a:pt x="2581" y="11207"/>
                    <a:pt x="2531" y="11170"/>
                    <a:pt x="2531" y="11142"/>
                  </a:cubicBezTo>
                  <a:cubicBezTo>
                    <a:pt x="2529" y="11111"/>
                    <a:pt x="2579" y="11061"/>
                    <a:pt x="2583" y="11029"/>
                  </a:cubicBezTo>
                  <a:cubicBezTo>
                    <a:pt x="2589" y="10982"/>
                    <a:pt x="2583" y="10870"/>
                    <a:pt x="2550" y="10843"/>
                  </a:cubicBezTo>
                  <a:cubicBezTo>
                    <a:pt x="2537" y="10833"/>
                    <a:pt x="2504" y="10844"/>
                    <a:pt x="2492" y="10853"/>
                  </a:cubicBezTo>
                  <a:cubicBezTo>
                    <a:pt x="2474" y="10868"/>
                    <a:pt x="2464" y="10923"/>
                    <a:pt x="2452" y="10944"/>
                  </a:cubicBezTo>
                  <a:cubicBezTo>
                    <a:pt x="2441" y="10965"/>
                    <a:pt x="2420" y="11018"/>
                    <a:pt x="2400" y="11024"/>
                  </a:cubicBezTo>
                  <a:cubicBezTo>
                    <a:pt x="2376" y="11030"/>
                    <a:pt x="2328" y="10993"/>
                    <a:pt x="2312" y="10970"/>
                  </a:cubicBezTo>
                  <a:cubicBezTo>
                    <a:pt x="2296" y="10949"/>
                    <a:pt x="2284" y="10890"/>
                    <a:pt x="2280" y="10861"/>
                  </a:cubicBezTo>
                  <a:cubicBezTo>
                    <a:pt x="2275" y="10821"/>
                    <a:pt x="2291" y="10737"/>
                    <a:pt x="2282" y="10697"/>
                  </a:cubicBezTo>
                  <a:cubicBezTo>
                    <a:pt x="2274" y="10665"/>
                    <a:pt x="2230" y="10615"/>
                    <a:pt x="2221" y="10584"/>
                  </a:cubicBezTo>
                  <a:cubicBezTo>
                    <a:pt x="2211" y="10550"/>
                    <a:pt x="2231" y="10462"/>
                    <a:pt x="2207" y="10439"/>
                  </a:cubicBezTo>
                  <a:cubicBezTo>
                    <a:pt x="2184" y="10417"/>
                    <a:pt x="2119" y="10464"/>
                    <a:pt x="2092" y="10452"/>
                  </a:cubicBezTo>
                  <a:cubicBezTo>
                    <a:pt x="2071" y="10442"/>
                    <a:pt x="2045" y="10393"/>
                    <a:pt x="2030" y="10373"/>
                  </a:cubicBezTo>
                  <a:cubicBezTo>
                    <a:pt x="2019" y="10357"/>
                    <a:pt x="2000" y="10321"/>
                    <a:pt x="1985" y="10308"/>
                  </a:cubicBezTo>
                  <a:cubicBezTo>
                    <a:pt x="1971" y="10296"/>
                    <a:pt x="1926" y="10293"/>
                    <a:pt x="1916" y="10274"/>
                  </a:cubicBezTo>
                  <a:cubicBezTo>
                    <a:pt x="1903" y="10249"/>
                    <a:pt x="1915" y="10181"/>
                    <a:pt x="1923" y="10152"/>
                  </a:cubicBezTo>
                  <a:cubicBezTo>
                    <a:pt x="1929" y="10132"/>
                    <a:pt x="1955" y="10102"/>
                    <a:pt x="1963" y="10084"/>
                  </a:cubicBezTo>
                  <a:cubicBezTo>
                    <a:pt x="1975" y="10052"/>
                    <a:pt x="1996" y="9983"/>
                    <a:pt x="1993" y="9948"/>
                  </a:cubicBezTo>
                  <a:cubicBezTo>
                    <a:pt x="1991" y="9921"/>
                    <a:pt x="1957" y="9878"/>
                    <a:pt x="1952" y="9852"/>
                  </a:cubicBezTo>
                  <a:cubicBezTo>
                    <a:pt x="1949" y="9837"/>
                    <a:pt x="1959" y="9804"/>
                    <a:pt x="1954" y="9790"/>
                  </a:cubicBezTo>
                  <a:cubicBezTo>
                    <a:pt x="1947" y="9763"/>
                    <a:pt x="1907" y="9723"/>
                    <a:pt x="1887" y="9708"/>
                  </a:cubicBezTo>
                  <a:cubicBezTo>
                    <a:pt x="1871" y="9696"/>
                    <a:pt x="1826" y="9696"/>
                    <a:pt x="1815" y="9678"/>
                  </a:cubicBezTo>
                  <a:cubicBezTo>
                    <a:pt x="1801" y="9657"/>
                    <a:pt x="1818" y="9596"/>
                    <a:pt x="1810" y="9571"/>
                  </a:cubicBezTo>
                  <a:cubicBezTo>
                    <a:pt x="1802" y="9548"/>
                    <a:pt x="1777" y="9509"/>
                    <a:pt x="1760" y="9495"/>
                  </a:cubicBezTo>
                  <a:cubicBezTo>
                    <a:pt x="1743" y="9481"/>
                    <a:pt x="1698" y="9478"/>
                    <a:pt x="1681" y="9465"/>
                  </a:cubicBezTo>
                  <a:cubicBezTo>
                    <a:pt x="1662" y="9452"/>
                    <a:pt x="1620" y="9418"/>
                    <a:pt x="1620" y="9392"/>
                  </a:cubicBezTo>
                  <a:cubicBezTo>
                    <a:pt x="1621" y="9368"/>
                    <a:pt x="1667" y="9348"/>
                    <a:pt x="1676" y="9328"/>
                  </a:cubicBezTo>
                  <a:cubicBezTo>
                    <a:pt x="1690" y="9296"/>
                    <a:pt x="1697" y="9196"/>
                    <a:pt x="1693" y="9188"/>
                  </a:cubicBezTo>
                  <a:cubicBezTo>
                    <a:pt x="1690" y="9180"/>
                    <a:pt x="1641" y="9108"/>
                    <a:pt x="1616" y="9095"/>
                  </a:cubicBezTo>
                  <a:cubicBezTo>
                    <a:pt x="1598" y="9087"/>
                    <a:pt x="1560" y="9092"/>
                    <a:pt x="1542" y="9093"/>
                  </a:cubicBezTo>
                  <a:cubicBezTo>
                    <a:pt x="1516" y="9094"/>
                    <a:pt x="1463" y="9118"/>
                    <a:pt x="1439" y="9105"/>
                  </a:cubicBezTo>
                  <a:cubicBezTo>
                    <a:pt x="1414" y="9092"/>
                    <a:pt x="1392" y="9026"/>
                    <a:pt x="1373" y="9002"/>
                  </a:cubicBezTo>
                  <a:cubicBezTo>
                    <a:pt x="1357" y="8983"/>
                    <a:pt x="1314" y="8957"/>
                    <a:pt x="1302" y="8933"/>
                  </a:cubicBezTo>
                  <a:cubicBezTo>
                    <a:pt x="1286" y="8905"/>
                    <a:pt x="1286" y="8836"/>
                    <a:pt x="1276" y="8805"/>
                  </a:cubicBezTo>
                  <a:cubicBezTo>
                    <a:pt x="1269" y="8784"/>
                    <a:pt x="1242" y="8749"/>
                    <a:pt x="1239" y="8727"/>
                  </a:cubicBezTo>
                  <a:cubicBezTo>
                    <a:pt x="1237" y="8704"/>
                    <a:pt x="1247" y="8657"/>
                    <a:pt x="1259" y="8637"/>
                  </a:cubicBezTo>
                  <a:cubicBezTo>
                    <a:pt x="1270" y="8616"/>
                    <a:pt x="1317" y="8594"/>
                    <a:pt x="1326" y="8571"/>
                  </a:cubicBezTo>
                  <a:cubicBezTo>
                    <a:pt x="1335" y="8542"/>
                    <a:pt x="1321" y="8477"/>
                    <a:pt x="1311" y="8448"/>
                  </a:cubicBezTo>
                  <a:cubicBezTo>
                    <a:pt x="1303" y="8425"/>
                    <a:pt x="1263" y="8392"/>
                    <a:pt x="1259" y="8367"/>
                  </a:cubicBezTo>
                  <a:cubicBezTo>
                    <a:pt x="1255" y="8350"/>
                    <a:pt x="1261" y="8315"/>
                    <a:pt x="1269" y="8301"/>
                  </a:cubicBezTo>
                  <a:cubicBezTo>
                    <a:pt x="1280" y="8286"/>
                    <a:pt x="1320" y="8285"/>
                    <a:pt x="1332" y="8271"/>
                  </a:cubicBezTo>
                  <a:cubicBezTo>
                    <a:pt x="1347" y="8252"/>
                    <a:pt x="1365" y="8197"/>
                    <a:pt x="1362" y="8171"/>
                  </a:cubicBezTo>
                  <a:cubicBezTo>
                    <a:pt x="1359" y="8148"/>
                    <a:pt x="1325" y="8116"/>
                    <a:pt x="1316" y="8096"/>
                  </a:cubicBezTo>
                  <a:cubicBezTo>
                    <a:pt x="1302" y="8063"/>
                    <a:pt x="1296" y="7984"/>
                    <a:pt x="1278" y="7954"/>
                  </a:cubicBezTo>
                  <a:cubicBezTo>
                    <a:pt x="1266" y="7936"/>
                    <a:pt x="1224" y="7921"/>
                    <a:pt x="1215" y="7901"/>
                  </a:cubicBezTo>
                  <a:cubicBezTo>
                    <a:pt x="1204" y="7875"/>
                    <a:pt x="1222" y="7814"/>
                    <a:pt x="1218" y="7786"/>
                  </a:cubicBezTo>
                  <a:cubicBezTo>
                    <a:pt x="1215" y="7754"/>
                    <a:pt x="1202" y="7688"/>
                    <a:pt x="1188" y="7660"/>
                  </a:cubicBezTo>
                  <a:cubicBezTo>
                    <a:pt x="1175" y="7634"/>
                    <a:pt x="1138" y="7590"/>
                    <a:pt x="1116" y="7575"/>
                  </a:cubicBezTo>
                  <a:cubicBezTo>
                    <a:pt x="1095" y="7560"/>
                    <a:pt x="1042" y="7561"/>
                    <a:pt x="1022" y="7543"/>
                  </a:cubicBezTo>
                  <a:cubicBezTo>
                    <a:pt x="1008" y="7529"/>
                    <a:pt x="989" y="7489"/>
                    <a:pt x="986" y="7467"/>
                  </a:cubicBezTo>
                  <a:cubicBezTo>
                    <a:pt x="982" y="7440"/>
                    <a:pt x="1010" y="7388"/>
                    <a:pt x="1005" y="7361"/>
                  </a:cubicBezTo>
                  <a:cubicBezTo>
                    <a:pt x="999" y="7336"/>
                    <a:pt x="958" y="7303"/>
                    <a:pt x="946" y="7281"/>
                  </a:cubicBezTo>
                  <a:cubicBezTo>
                    <a:pt x="931" y="7252"/>
                    <a:pt x="920" y="7180"/>
                    <a:pt x="900" y="7156"/>
                  </a:cubicBezTo>
                  <a:cubicBezTo>
                    <a:pt x="885" y="7139"/>
                    <a:pt x="842" y="7133"/>
                    <a:pt x="825" y="7120"/>
                  </a:cubicBezTo>
                  <a:cubicBezTo>
                    <a:pt x="803" y="7103"/>
                    <a:pt x="773" y="7048"/>
                    <a:pt x="750" y="7033"/>
                  </a:cubicBezTo>
                  <a:cubicBezTo>
                    <a:pt x="724" y="7017"/>
                    <a:pt x="660" y="7023"/>
                    <a:pt x="635" y="7005"/>
                  </a:cubicBezTo>
                  <a:cubicBezTo>
                    <a:pt x="610" y="6987"/>
                    <a:pt x="581" y="6926"/>
                    <a:pt x="565" y="6898"/>
                  </a:cubicBezTo>
                  <a:cubicBezTo>
                    <a:pt x="541" y="6855"/>
                    <a:pt x="502" y="6763"/>
                    <a:pt x="480" y="6720"/>
                  </a:cubicBezTo>
                  <a:cubicBezTo>
                    <a:pt x="468" y="6695"/>
                    <a:pt x="446" y="6638"/>
                    <a:pt x="426" y="6620"/>
                  </a:cubicBezTo>
                  <a:cubicBezTo>
                    <a:pt x="408" y="6603"/>
                    <a:pt x="355" y="6600"/>
                    <a:pt x="337" y="6582"/>
                  </a:cubicBezTo>
                  <a:cubicBezTo>
                    <a:pt x="321" y="6568"/>
                    <a:pt x="296" y="6501"/>
                    <a:pt x="296" y="6501"/>
                  </a:cubicBezTo>
                  <a:lnTo>
                    <a:pt x="0" y="965"/>
                  </a:lnTo>
                  <a:lnTo>
                    <a:pt x="4060" y="611"/>
                  </a:lnTo>
                  <a:lnTo>
                    <a:pt x="9985" y="108"/>
                  </a:lnTo>
                  <a:lnTo>
                    <a:pt x="11166" y="0"/>
                  </a:lnTo>
                  <a:cubicBezTo>
                    <a:pt x="11165" y="27"/>
                    <a:pt x="11165" y="52"/>
                    <a:pt x="11158" y="68"/>
                  </a:cubicBezTo>
                  <a:cubicBezTo>
                    <a:pt x="11141" y="111"/>
                    <a:pt x="11064" y="163"/>
                    <a:pt x="11044" y="204"/>
                  </a:cubicBezTo>
                  <a:cubicBezTo>
                    <a:pt x="11024" y="245"/>
                    <a:pt x="11002" y="339"/>
                    <a:pt x="11005" y="385"/>
                  </a:cubicBezTo>
                  <a:cubicBezTo>
                    <a:pt x="11008" y="422"/>
                    <a:pt x="11034" y="494"/>
                    <a:pt x="11056" y="521"/>
                  </a:cubicBezTo>
                  <a:cubicBezTo>
                    <a:pt x="11081" y="552"/>
                    <a:pt x="11150" y="592"/>
                    <a:pt x="11186" y="594"/>
                  </a:cubicBezTo>
                  <a:cubicBezTo>
                    <a:pt x="11215" y="595"/>
                    <a:pt x="11277" y="572"/>
                    <a:pt x="11297" y="546"/>
                  </a:cubicBezTo>
                  <a:cubicBezTo>
                    <a:pt x="11323" y="511"/>
                    <a:pt x="11340" y="411"/>
                    <a:pt x="11335" y="365"/>
                  </a:cubicBezTo>
                  <a:cubicBezTo>
                    <a:pt x="11331" y="326"/>
                    <a:pt x="11277" y="265"/>
                    <a:pt x="11273" y="226"/>
                  </a:cubicBezTo>
                  <a:cubicBezTo>
                    <a:pt x="11271" y="198"/>
                    <a:pt x="11285" y="138"/>
                    <a:pt x="11299" y="113"/>
                  </a:cubicBezTo>
                  <a:cubicBezTo>
                    <a:pt x="11311" y="93"/>
                    <a:pt x="11346" y="58"/>
                    <a:pt x="11367" y="56"/>
                  </a:cubicBezTo>
                  <a:cubicBezTo>
                    <a:pt x="11394" y="53"/>
                    <a:pt x="11447" y="87"/>
                    <a:pt x="11464" y="111"/>
                  </a:cubicBezTo>
                  <a:cubicBezTo>
                    <a:pt x="11487" y="142"/>
                    <a:pt x="11491" y="229"/>
                    <a:pt x="11505" y="267"/>
                  </a:cubicBezTo>
                  <a:cubicBezTo>
                    <a:pt x="11525" y="325"/>
                    <a:pt x="11604" y="425"/>
                    <a:pt x="11605" y="488"/>
                  </a:cubicBezTo>
                  <a:cubicBezTo>
                    <a:pt x="11606" y="547"/>
                    <a:pt x="11553" y="659"/>
                    <a:pt x="11518" y="702"/>
                  </a:cubicBezTo>
                  <a:cubicBezTo>
                    <a:pt x="11491" y="734"/>
                    <a:pt x="11415" y="755"/>
                    <a:pt x="11383" y="780"/>
                  </a:cubicBezTo>
                  <a:cubicBezTo>
                    <a:pt x="11356" y="802"/>
                    <a:pt x="11298" y="851"/>
                    <a:pt x="11282" y="886"/>
                  </a:cubicBezTo>
                  <a:cubicBezTo>
                    <a:pt x="11257" y="940"/>
                    <a:pt x="11249" y="1070"/>
                    <a:pt x="11250" y="1132"/>
                  </a:cubicBezTo>
                  <a:cubicBezTo>
                    <a:pt x="11250" y="1178"/>
                    <a:pt x="11263" y="1271"/>
                    <a:pt x="11280" y="1314"/>
                  </a:cubicBezTo>
                  <a:cubicBezTo>
                    <a:pt x="11292" y="1345"/>
                    <a:pt x="11325" y="1408"/>
                    <a:pt x="11352" y="1421"/>
                  </a:cubicBezTo>
                  <a:cubicBezTo>
                    <a:pt x="11381" y="1436"/>
                    <a:pt x="11445" y="1406"/>
                    <a:pt x="11477" y="1406"/>
                  </a:cubicBezTo>
                  <a:cubicBezTo>
                    <a:pt x="11522" y="1408"/>
                    <a:pt x="11619" y="1402"/>
                    <a:pt x="11656" y="1434"/>
                  </a:cubicBezTo>
                  <a:cubicBezTo>
                    <a:pt x="11682" y="1457"/>
                    <a:pt x="11715" y="1536"/>
                    <a:pt x="11711" y="1575"/>
                  </a:cubicBezTo>
                  <a:cubicBezTo>
                    <a:pt x="11706" y="1621"/>
                    <a:pt x="11640" y="1687"/>
                    <a:pt x="11611" y="1718"/>
                  </a:cubicBezTo>
                  <a:cubicBezTo>
                    <a:pt x="11577" y="1756"/>
                    <a:pt x="11488" y="1805"/>
                    <a:pt x="11456" y="1847"/>
                  </a:cubicBezTo>
                  <a:cubicBezTo>
                    <a:pt x="11425" y="1886"/>
                    <a:pt x="11372" y="1979"/>
                    <a:pt x="11367" y="2033"/>
                  </a:cubicBezTo>
                  <a:cubicBezTo>
                    <a:pt x="11362" y="2076"/>
                    <a:pt x="11383" y="2167"/>
                    <a:pt x="11405" y="2201"/>
                  </a:cubicBezTo>
                  <a:cubicBezTo>
                    <a:pt x="11423" y="2229"/>
                    <a:pt x="11477" y="2269"/>
                    <a:pt x="11507" y="2272"/>
                  </a:cubicBezTo>
                  <a:cubicBezTo>
                    <a:pt x="11546" y="2274"/>
                    <a:pt x="11615" y="2223"/>
                    <a:pt x="11647" y="2199"/>
                  </a:cubicBezTo>
                  <a:cubicBezTo>
                    <a:pt x="11673" y="2180"/>
                    <a:pt x="11723" y="2135"/>
                    <a:pt x="11741" y="2105"/>
                  </a:cubicBezTo>
                  <a:cubicBezTo>
                    <a:pt x="11757" y="2078"/>
                    <a:pt x="11763" y="2008"/>
                    <a:pt x="11779" y="1980"/>
                  </a:cubicBezTo>
                  <a:cubicBezTo>
                    <a:pt x="11792" y="1956"/>
                    <a:pt x="11825" y="1905"/>
                    <a:pt x="11849" y="1902"/>
                  </a:cubicBezTo>
                  <a:cubicBezTo>
                    <a:pt x="11877" y="1898"/>
                    <a:pt x="11931" y="1940"/>
                    <a:pt x="11947" y="1967"/>
                  </a:cubicBezTo>
                  <a:cubicBezTo>
                    <a:pt x="11969" y="2006"/>
                    <a:pt x="11979" y="2105"/>
                    <a:pt x="11968" y="2148"/>
                  </a:cubicBezTo>
                  <a:cubicBezTo>
                    <a:pt x="11956" y="2197"/>
                    <a:pt x="11890" y="2272"/>
                    <a:pt x="11853" y="2299"/>
                  </a:cubicBezTo>
                  <a:cubicBezTo>
                    <a:pt x="11823" y="2322"/>
                    <a:pt x="11744" y="2324"/>
                    <a:pt x="11717" y="2350"/>
                  </a:cubicBezTo>
                  <a:cubicBezTo>
                    <a:pt x="11701" y="2364"/>
                    <a:pt x="11672" y="2406"/>
                    <a:pt x="11675" y="2430"/>
                  </a:cubicBezTo>
                  <a:cubicBezTo>
                    <a:pt x="11678" y="2460"/>
                    <a:pt x="11727" y="2496"/>
                    <a:pt x="11747" y="2513"/>
                  </a:cubicBezTo>
                  <a:cubicBezTo>
                    <a:pt x="11769" y="2531"/>
                    <a:pt x="11818" y="2561"/>
                    <a:pt x="11843" y="2571"/>
                  </a:cubicBezTo>
                  <a:cubicBezTo>
                    <a:pt x="11879" y="2586"/>
                    <a:pt x="11961" y="2579"/>
                    <a:pt x="11994" y="2604"/>
                  </a:cubicBezTo>
                  <a:cubicBezTo>
                    <a:pt x="12011" y="2619"/>
                    <a:pt x="12038" y="2666"/>
                    <a:pt x="12042" y="2692"/>
                  </a:cubicBezTo>
                  <a:cubicBezTo>
                    <a:pt x="12047" y="2717"/>
                    <a:pt x="12042" y="2772"/>
                    <a:pt x="12027" y="2790"/>
                  </a:cubicBezTo>
                  <a:cubicBezTo>
                    <a:pt x="12015" y="2807"/>
                    <a:pt x="11974" y="2815"/>
                    <a:pt x="11955" y="2815"/>
                  </a:cubicBezTo>
                  <a:cubicBezTo>
                    <a:pt x="11923" y="2816"/>
                    <a:pt x="11855" y="2804"/>
                    <a:pt x="11828" y="2783"/>
                  </a:cubicBezTo>
                  <a:cubicBezTo>
                    <a:pt x="11805" y="2764"/>
                    <a:pt x="11784" y="2698"/>
                    <a:pt x="11766" y="2672"/>
                  </a:cubicBezTo>
                  <a:cubicBezTo>
                    <a:pt x="11749" y="2645"/>
                    <a:pt x="11712" y="2590"/>
                    <a:pt x="11690" y="2568"/>
                  </a:cubicBezTo>
                  <a:cubicBezTo>
                    <a:pt x="11672" y="2551"/>
                    <a:pt x="11630" y="2504"/>
                    <a:pt x="11609" y="2516"/>
                  </a:cubicBezTo>
                  <a:cubicBezTo>
                    <a:pt x="11591" y="2525"/>
                    <a:pt x="11596" y="2584"/>
                    <a:pt x="11590" y="2606"/>
                  </a:cubicBezTo>
                  <a:cubicBezTo>
                    <a:pt x="11582" y="2637"/>
                    <a:pt x="11552" y="2717"/>
                    <a:pt x="11552" y="2725"/>
                  </a:cubicBezTo>
                  <a:cubicBezTo>
                    <a:pt x="11552" y="2732"/>
                    <a:pt x="11567" y="2839"/>
                    <a:pt x="11581" y="2873"/>
                  </a:cubicBezTo>
                  <a:cubicBezTo>
                    <a:pt x="11593" y="2900"/>
                    <a:pt x="11625" y="2950"/>
                    <a:pt x="11647" y="2966"/>
                  </a:cubicBezTo>
                  <a:cubicBezTo>
                    <a:pt x="11669" y="2983"/>
                    <a:pt x="11728" y="2981"/>
                    <a:pt x="11752" y="2996"/>
                  </a:cubicBezTo>
                  <a:cubicBezTo>
                    <a:pt x="11780" y="3015"/>
                    <a:pt x="11819" y="3084"/>
                    <a:pt x="11849" y="3102"/>
                  </a:cubicBezTo>
                  <a:cubicBezTo>
                    <a:pt x="11872" y="3115"/>
                    <a:pt x="11929" y="3135"/>
                    <a:pt x="11953" y="3122"/>
                  </a:cubicBezTo>
                  <a:cubicBezTo>
                    <a:pt x="11986" y="3104"/>
                    <a:pt x="11994" y="2994"/>
                    <a:pt x="12026" y="2971"/>
                  </a:cubicBezTo>
                  <a:cubicBezTo>
                    <a:pt x="12045" y="2957"/>
                    <a:pt x="12097" y="2951"/>
                    <a:pt x="12117" y="2963"/>
                  </a:cubicBezTo>
                  <a:cubicBezTo>
                    <a:pt x="12139" y="2977"/>
                    <a:pt x="12163" y="3033"/>
                    <a:pt x="12170" y="3061"/>
                  </a:cubicBezTo>
                  <a:cubicBezTo>
                    <a:pt x="12181" y="3102"/>
                    <a:pt x="12199" y="3198"/>
                    <a:pt x="12176" y="3230"/>
                  </a:cubicBezTo>
                  <a:cubicBezTo>
                    <a:pt x="12157" y="3258"/>
                    <a:pt x="12079" y="3226"/>
                    <a:pt x="12057" y="3250"/>
                  </a:cubicBezTo>
                  <a:cubicBezTo>
                    <a:pt x="12033" y="3277"/>
                    <a:pt x="12028" y="3362"/>
                    <a:pt x="12030" y="3401"/>
                  </a:cubicBezTo>
                  <a:cubicBezTo>
                    <a:pt x="12031" y="3434"/>
                    <a:pt x="12043" y="3504"/>
                    <a:pt x="12064" y="3527"/>
                  </a:cubicBezTo>
                  <a:cubicBezTo>
                    <a:pt x="12086" y="3553"/>
                    <a:pt x="12157" y="3569"/>
                    <a:pt x="12189" y="3567"/>
                  </a:cubicBezTo>
                  <a:cubicBezTo>
                    <a:pt x="12227" y="3565"/>
                    <a:pt x="12292" y="3503"/>
                    <a:pt x="12330" y="3500"/>
                  </a:cubicBezTo>
                  <a:cubicBezTo>
                    <a:pt x="12362" y="3496"/>
                    <a:pt x="12435" y="3506"/>
                    <a:pt x="12457" y="3534"/>
                  </a:cubicBezTo>
                  <a:cubicBezTo>
                    <a:pt x="12478" y="3561"/>
                    <a:pt x="12486" y="3645"/>
                    <a:pt x="12478" y="3680"/>
                  </a:cubicBezTo>
                  <a:cubicBezTo>
                    <a:pt x="12469" y="3722"/>
                    <a:pt x="12411" y="3786"/>
                    <a:pt x="12382" y="3813"/>
                  </a:cubicBezTo>
                  <a:cubicBezTo>
                    <a:pt x="12365" y="3831"/>
                    <a:pt x="12325" y="3864"/>
                    <a:pt x="12302" y="3866"/>
                  </a:cubicBezTo>
                  <a:cubicBezTo>
                    <a:pt x="12273" y="3870"/>
                    <a:pt x="12214" y="3810"/>
                    <a:pt x="12189" y="3829"/>
                  </a:cubicBezTo>
                  <a:cubicBezTo>
                    <a:pt x="12171" y="3842"/>
                    <a:pt x="12168" y="3905"/>
                    <a:pt x="12172" y="3929"/>
                  </a:cubicBezTo>
                  <a:cubicBezTo>
                    <a:pt x="12177" y="3957"/>
                    <a:pt x="12222" y="3995"/>
                    <a:pt x="12227" y="4022"/>
                  </a:cubicBezTo>
                  <a:cubicBezTo>
                    <a:pt x="12234" y="4057"/>
                    <a:pt x="12218" y="4130"/>
                    <a:pt x="12206" y="4163"/>
                  </a:cubicBezTo>
                  <a:cubicBezTo>
                    <a:pt x="12195" y="4195"/>
                    <a:pt x="12170" y="4266"/>
                    <a:pt x="12142" y="4277"/>
                  </a:cubicBezTo>
                  <a:cubicBezTo>
                    <a:pt x="12116" y="4287"/>
                    <a:pt x="12059" y="4255"/>
                    <a:pt x="12040" y="4231"/>
                  </a:cubicBezTo>
                  <a:cubicBezTo>
                    <a:pt x="12027" y="4215"/>
                    <a:pt x="12035" y="4158"/>
                    <a:pt x="12019" y="4145"/>
                  </a:cubicBezTo>
                  <a:cubicBezTo>
                    <a:pt x="12002" y="4131"/>
                    <a:pt x="11952" y="4144"/>
                    <a:pt x="11934" y="4158"/>
                  </a:cubicBezTo>
                  <a:cubicBezTo>
                    <a:pt x="11909" y="4178"/>
                    <a:pt x="11899" y="4262"/>
                    <a:pt x="11872" y="4279"/>
                  </a:cubicBezTo>
                  <a:cubicBezTo>
                    <a:pt x="11848" y="4295"/>
                    <a:pt x="11786" y="4262"/>
                    <a:pt x="11760" y="4274"/>
                  </a:cubicBezTo>
                  <a:cubicBezTo>
                    <a:pt x="11731" y="4287"/>
                    <a:pt x="11697" y="4359"/>
                    <a:pt x="11668" y="4375"/>
                  </a:cubicBezTo>
                  <a:cubicBezTo>
                    <a:pt x="11640" y="4390"/>
                    <a:pt x="11569" y="4371"/>
                    <a:pt x="11543" y="4392"/>
                  </a:cubicBezTo>
                  <a:cubicBezTo>
                    <a:pt x="11504" y="4425"/>
                    <a:pt x="11464" y="4540"/>
                    <a:pt x="11458" y="4596"/>
                  </a:cubicBezTo>
                  <a:cubicBezTo>
                    <a:pt x="11453" y="4639"/>
                    <a:pt x="11465" y="4732"/>
                    <a:pt x="11488" y="4767"/>
                  </a:cubicBezTo>
                  <a:cubicBezTo>
                    <a:pt x="11506" y="4795"/>
                    <a:pt x="11568" y="4823"/>
                    <a:pt x="11599" y="4827"/>
                  </a:cubicBezTo>
                  <a:cubicBezTo>
                    <a:pt x="11625" y="4831"/>
                    <a:pt x="11679" y="4811"/>
                    <a:pt x="11705" y="4802"/>
                  </a:cubicBezTo>
                  <a:cubicBezTo>
                    <a:pt x="11732" y="4792"/>
                    <a:pt x="11782" y="4749"/>
                    <a:pt x="11811" y="4747"/>
                  </a:cubicBezTo>
                  <a:cubicBezTo>
                    <a:pt x="11839" y="4745"/>
                    <a:pt x="11890" y="4780"/>
                    <a:pt x="11919" y="4782"/>
                  </a:cubicBezTo>
                  <a:cubicBezTo>
                    <a:pt x="11937" y="4784"/>
                    <a:pt x="11980" y="4789"/>
                    <a:pt x="11990" y="4772"/>
                  </a:cubicBezTo>
                  <a:cubicBezTo>
                    <a:pt x="12004" y="4752"/>
                    <a:pt x="11983" y="4698"/>
                    <a:pt x="11979" y="4674"/>
                  </a:cubicBezTo>
                  <a:cubicBezTo>
                    <a:pt x="11975" y="4649"/>
                    <a:pt x="11965" y="4601"/>
                    <a:pt x="11964" y="4576"/>
                  </a:cubicBezTo>
                  <a:cubicBezTo>
                    <a:pt x="11963" y="4553"/>
                    <a:pt x="11956" y="4498"/>
                    <a:pt x="11972" y="4485"/>
                  </a:cubicBezTo>
                  <a:cubicBezTo>
                    <a:pt x="11996" y="4468"/>
                    <a:pt x="12053" y="4512"/>
                    <a:pt x="12076" y="4528"/>
                  </a:cubicBezTo>
                  <a:cubicBezTo>
                    <a:pt x="12095" y="4541"/>
                    <a:pt x="12131" y="4573"/>
                    <a:pt x="12140" y="4596"/>
                  </a:cubicBezTo>
                  <a:cubicBezTo>
                    <a:pt x="12155" y="4633"/>
                    <a:pt x="12157" y="4720"/>
                    <a:pt x="12149" y="4759"/>
                  </a:cubicBezTo>
                  <a:cubicBezTo>
                    <a:pt x="12143" y="4787"/>
                    <a:pt x="12111" y="4833"/>
                    <a:pt x="12095" y="4855"/>
                  </a:cubicBezTo>
                  <a:cubicBezTo>
                    <a:pt x="12068" y="4892"/>
                    <a:pt x="12004" y="4955"/>
                    <a:pt x="11970" y="4983"/>
                  </a:cubicBezTo>
                  <a:cubicBezTo>
                    <a:pt x="11956" y="4995"/>
                    <a:pt x="11919" y="5007"/>
                    <a:pt x="11909" y="5024"/>
                  </a:cubicBezTo>
                  <a:cubicBezTo>
                    <a:pt x="11893" y="5048"/>
                    <a:pt x="11899" y="5118"/>
                    <a:pt x="11885" y="5144"/>
                  </a:cubicBezTo>
                  <a:cubicBezTo>
                    <a:pt x="11874" y="5165"/>
                    <a:pt x="11842" y="5203"/>
                    <a:pt x="11822" y="5202"/>
                  </a:cubicBezTo>
                  <a:cubicBezTo>
                    <a:pt x="11803" y="5201"/>
                    <a:pt x="11781" y="5157"/>
                    <a:pt x="11769" y="5142"/>
                  </a:cubicBezTo>
                  <a:cubicBezTo>
                    <a:pt x="11755" y="5125"/>
                    <a:pt x="11737" y="5082"/>
                    <a:pt x="11719" y="5071"/>
                  </a:cubicBezTo>
                  <a:cubicBezTo>
                    <a:pt x="11699" y="5059"/>
                    <a:pt x="11649" y="5055"/>
                    <a:pt x="11628" y="5064"/>
                  </a:cubicBezTo>
                  <a:cubicBezTo>
                    <a:pt x="11604" y="5073"/>
                    <a:pt x="11558" y="5115"/>
                    <a:pt x="11552" y="5144"/>
                  </a:cubicBezTo>
                  <a:cubicBezTo>
                    <a:pt x="11544" y="5173"/>
                    <a:pt x="11564" y="5238"/>
                    <a:pt x="11581" y="5260"/>
                  </a:cubicBezTo>
                  <a:cubicBezTo>
                    <a:pt x="11606" y="5290"/>
                    <a:pt x="11679" y="5312"/>
                    <a:pt x="11713" y="5318"/>
                  </a:cubicBezTo>
                  <a:cubicBezTo>
                    <a:pt x="11743" y="5323"/>
                    <a:pt x="11808" y="5296"/>
                    <a:pt x="11836" y="5310"/>
                  </a:cubicBezTo>
                  <a:cubicBezTo>
                    <a:pt x="11859" y="5321"/>
                    <a:pt x="11896" y="5370"/>
                    <a:pt x="11900" y="5398"/>
                  </a:cubicBezTo>
                  <a:cubicBezTo>
                    <a:pt x="11903" y="5421"/>
                    <a:pt x="11884" y="5465"/>
                    <a:pt x="11872" y="5484"/>
                  </a:cubicBezTo>
                  <a:cubicBezTo>
                    <a:pt x="11851" y="5520"/>
                    <a:pt x="11793" y="5585"/>
                    <a:pt x="11758" y="5600"/>
                  </a:cubicBezTo>
                  <a:cubicBezTo>
                    <a:pt x="11729" y="5612"/>
                    <a:pt x="11664" y="5587"/>
                    <a:pt x="11634" y="5597"/>
                  </a:cubicBezTo>
                  <a:cubicBezTo>
                    <a:pt x="11605" y="5608"/>
                    <a:pt x="11548" y="5652"/>
                    <a:pt x="11532" y="5682"/>
                  </a:cubicBezTo>
                  <a:cubicBezTo>
                    <a:pt x="11516" y="5713"/>
                    <a:pt x="11508" y="5788"/>
                    <a:pt x="11509" y="5824"/>
                  </a:cubicBezTo>
                  <a:cubicBezTo>
                    <a:pt x="11511" y="5869"/>
                    <a:pt x="11565" y="5956"/>
                    <a:pt x="11554" y="5999"/>
                  </a:cubicBezTo>
                  <a:cubicBezTo>
                    <a:pt x="11548" y="6024"/>
                    <a:pt x="11503" y="6050"/>
                    <a:pt x="11486" y="6065"/>
                  </a:cubicBezTo>
                  <a:cubicBezTo>
                    <a:pt x="11472" y="6078"/>
                    <a:pt x="11441" y="6097"/>
                    <a:pt x="11428" y="6110"/>
                  </a:cubicBezTo>
                  <a:cubicBezTo>
                    <a:pt x="11405" y="6135"/>
                    <a:pt x="11375" y="6201"/>
                    <a:pt x="11352" y="6226"/>
                  </a:cubicBezTo>
                  <a:cubicBezTo>
                    <a:pt x="11339" y="6240"/>
                    <a:pt x="11307" y="6263"/>
                    <a:pt x="11292" y="6274"/>
                  </a:cubicBezTo>
                  <a:cubicBezTo>
                    <a:pt x="11276" y="6286"/>
                    <a:pt x="11232" y="6298"/>
                    <a:pt x="11227" y="6319"/>
                  </a:cubicBezTo>
                  <a:cubicBezTo>
                    <a:pt x="11221" y="6341"/>
                    <a:pt x="11248" y="6382"/>
                    <a:pt x="11261" y="6399"/>
                  </a:cubicBezTo>
                  <a:cubicBezTo>
                    <a:pt x="11277" y="6422"/>
                    <a:pt x="11333" y="6440"/>
                    <a:pt x="11343" y="6468"/>
                  </a:cubicBezTo>
                  <a:cubicBezTo>
                    <a:pt x="11354" y="6496"/>
                    <a:pt x="11345" y="6569"/>
                    <a:pt x="11329" y="6593"/>
                  </a:cubicBezTo>
                  <a:cubicBezTo>
                    <a:pt x="11316" y="6610"/>
                    <a:pt x="11276" y="6627"/>
                    <a:pt x="11258" y="6621"/>
                  </a:cubicBezTo>
                  <a:cubicBezTo>
                    <a:pt x="11223" y="6610"/>
                    <a:pt x="11182" y="6528"/>
                    <a:pt x="11160" y="6492"/>
                  </a:cubicBezTo>
                  <a:cubicBezTo>
                    <a:pt x="11146" y="6468"/>
                    <a:pt x="11134" y="6402"/>
                    <a:pt x="11112" y="6387"/>
                  </a:cubicBezTo>
                  <a:cubicBezTo>
                    <a:pt x="11098" y="6376"/>
                    <a:pt x="11062" y="6382"/>
                    <a:pt x="11046" y="6387"/>
                  </a:cubicBezTo>
                  <a:cubicBezTo>
                    <a:pt x="11016" y="6396"/>
                    <a:pt x="10956" y="6431"/>
                    <a:pt x="10940" y="6462"/>
                  </a:cubicBezTo>
                  <a:cubicBezTo>
                    <a:pt x="10914" y="6511"/>
                    <a:pt x="10927" y="6632"/>
                    <a:pt x="10922" y="6689"/>
                  </a:cubicBezTo>
                  <a:cubicBezTo>
                    <a:pt x="10920" y="6726"/>
                    <a:pt x="10903" y="6803"/>
                    <a:pt x="10912" y="6840"/>
                  </a:cubicBezTo>
                  <a:cubicBezTo>
                    <a:pt x="10919" y="6873"/>
                    <a:pt x="10975" y="6916"/>
                    <a:pt x="10978" y="6951"/>
                  </a:cubicBezTo>
                  <a:cubicBezTo>
                    <a:pt x="10979" y="6978"/>
                    <a:pt x="10954" y="7030"/>
                    <a:pt x="10937" y="7049"/>
                  </a:cubicBezTo>
                  <a:cubicBezTo>
                    <a:pt x="10920" y="7068"/>
                    <a:pt x="10867" y="7076"/>
                    <a:pt x="10848" y="7094"/>
                  </a:cubicBezTo>
                  <a:cubicBezTo>
                    <a:pt x="10823" y="7118"/>
                    <a:pt x="10778" y="7179"/>
                    <a:pt x="10774" y="7217"/>
                  </a:cubicBezTo>
                  <a:cubicBezTo>
                    <a:pt x="10770" y="7254"/>
                    <a:pt x="10809" y="7322"/>
                    <a:pt x="10816" y="7358"/>
                  </a:cubicBezTo>
                  <a:cubicBezTo>
                    <a:pt x="10827" y="7421"/>
                    <a:pt x="10848" y="7553"/>
                    <a:pt x="10833" y="7615"/>
                  </a:cubicBezTo>
                  <a:cubicBezTo>
                    <a:pt x="10826" y="7645"/>
                    <a:pt x="10794" y="7697"/>
                    <a:pt x="10774" y="7715"/>
                  </a:cubicBezTo>
                  <a:cubicBezTo>
                    <a:pt x="10754" y="7732"/>
                    <a:pt x="10704" y="7745"/>
                    <a:pt x="10680" y="7748"/>
                  </a:cubicBezTo>
                  <a:cubicBezTo>
                    <a:pt x="10662" y="7750"/>
                    <a:pt x="10625" y="7751"/>
                    <a:pt x="10608" y="7743"/>
                  </a:cubicBezTo>
                  <a:cubicBezTo>
                    <a:pt x="10579" y="7729"/>
                    <a:pt x="10543" y="7664"/>
                    <a:pt x="10517" y="7645"/>
                  </a:cubicBezTo>
                  <a:cubicBezTo>
                    <a:pt x="10496" y="7629"/>
                    <a:pt x="10450" y="7598"/>
                    <a:pt x="10425" y="7602"/>
                  </a:cubicBezTo>
                  <a:cubicBezTo>
                    <a:pt x="10409" y="7604"/>
                    <a:pt x="10383" y="7631"/>
                    <a:pt x="10374" y="7647"/>
                  </a:cubicBezTo>
                  <a:cubicBezTo>
                    <a:pt x="10358" y="7678"/>
                    <a:pt x="10343" y="7754"/>
                    <a:pt x="10353" y="7788"/>
                  </a:cubicBezTo>
                  <a:cubicBezTo>
                    <a:pt x="10361" y="7821"/>
                    <a:pt x="10409" y="7867"/>
                    <a:pt x="10432" y="7889"/>
                  </a:cubicBezTo>
                  <a:cubicBezTo>
                    <a:pt x="10456" y="7911"/>
                    <a:pt x="10509" y="7957"/>
                    <a:pt x="10539" y="7959"/>
                  </a:cubicBezTo>
                  <a:cubicBezTo>
                    <a:pt x="10569" y="7961"/>
                    <a:pt x="10624" y="7928"/>
                    <a:pt x="10648" y="7908"/>
                  </a:cubicBezTo>
                  <a:cubicBezTo>
                    <a:pt x="10669" y="7893"/>
                    <a:pt x="10695" y="7838"/>
                    <a:pt x="10718" y="7828"/>
                  </a:cubicBezTo>
                  <a:cubicBezTo>
                    <a:pt x="10739" y="7820"/>
                    <a:pt x="10787" y="7821"/>
                    <a:pt x="10803" y="7836"/>
                  </a:cubicBezTo>
                  <a:cubicBezTo>
                    <a:pt x="10823" y="7854"/>
                    <a:pt x="10845" y="7917"/>
                    <a:pt x="10841" y="7947"/>
                  </a:cubicBezTo>
                  <a:cubicBezTo>
                    <a:pt x="10835" y="8004"/>
                    <a:pt x="10753" y="8084"/>
                    <a:pt x="10718" y="8125"/>
                  </a:cubicBezTo>
                  <a:cubicBezTo>
                    <a:pt x="10696" y="8152"/>
                    <a:pt x="10649" y="8203"/>
                    <a:pt x="10621" y="8221"/>
                  </a:cubicBezTo>
                  <a:cubicBezTo>
                    <a:pt x="10599" y="8234"/>
                    <a:pt x="10551" y="8248"/>
                    <a:pt x="10527" y="8250"/>
                  </a:cubicBezTo>
                  <a:cubicBezTo>
                    <a:pt x="10498" y="8254"/>
                    <a:pt x="10431" y="8218"/>
                    <a:pt x="10408" y="8241"/>
                  </a:cubicBezTo>
                  <a:cubicBezTo>
                    <a:pt x="10382" y="8267"/>
                    <a:pt x="10395" y="8361"/>
                    <a:pt x="10395" y="8401"/>
                  </a:cubicBezTo>
                  <a:cubicBezTo>
                    <a:pt x="10396" y="8449"/>
                    <a:pt x="10404" y="8546"/>
                    <a:pt x="10414" y="8593"/>
                  </a:cubicBezTo>
                  <a:cubicBezTo>
                    <a:pt x="10422" y="8627"/>
                    <a:pt x="10455" y="8714"/>
                    <a:pt x="10459" y="8721"/>
                  </a:cubicBezTo>
                  <a:cubicBezTo>
                    <a:pt x="10464" y="8729"/>
                    <a:pt x="10525" y="8813"/>
                    <a:pt x="10551" y="8840"/>
                  </a:cubicBezTo>
                  <a:cubicBezTo>
                    <a:pt x="10569" y="8859"/>
                    <a:pt x="10619" y="8881"/>
                    <a:pt x="10633" y="8905"/>
                  </a:cubicBezTo>
                  <a:cubicBezTo>
                    <a:pt x="10654" y="8939"/>
                    <a:pt x="10684" y="9026"/>
                    <a:pt x="10674" y="9066"/>
                  </a:cubicBezTo>
                  <a:cubicBezTo>
                    <a:pt x="10667" y="9094"/>
                    <a:pt x="10620" y="9130"/>
                    <a:pt x="10598" y="9141"/>
                  </a:cubicBezTo>
                  <a:cubicBezTo>
                    <a:pt x="10570" y="9155"/>
                    <a:pt x="10507" y="9166"/>
                    <a:pt x="10478" y="9154"/>
                  </a:cubicBezTo>
                  <a:cubicBezTo>
                    <a:pt x="10455" y="9144"/>
                    <a:pt x="10423" y="9092"/>
                    <a:pt x="10404" y="9073"/>
                  </a:cubicBezTo>
                  <a:cubicBezTo>
                    <a:pt x="10393" y="9064"/>
                    <a:pt x="10365" y="9053"/>
                    <a:pt x="10361" y="9038"/>
                  </a:cubicBezTo>
                  <a:cubicBezTo>
                    <a:pt x="10356" y="9018"/>
                    <a:pt x="10385" y="8981"/>
                    <a:pt x="10387" y="8960"/>
                  </a:cubicBezTo>
                  <a:cubicBezTo>
                    <a:pt x="10390" y="8929"/>
                    <a:pt x="10381" y="8865"/>
                    <a:pt x="10370" y="8837"/>
                  </a:cubicBezTo>
                  <a:cubicBezTo>
                    <a:pt x="10364" y="8821"/>
                    <a:pt x="10346" y="8786"/>
                    <a:pt x="10332" y="8782"/>
                  </a:cubicBezTo>
                  <a:cubicBezTo>
                    <a:pt x="10308" y="8776"/>
                    <a:pt x="10262" y="8813"/>
                    <a:pt x="10246" y="8834"/>
                  </a:cubicBezTo>
                  <a:cubicBezTo>
                    <a:pt x="10225" y="8865"/>
                    <a:pt x="10204" y="8946"/>
                    <a:pt x="10206" y="8985"/>
                  </a:cubicBezTo>
                  <a:cubicBezTo>
                    <a:pt x="10208" y="9016"/>
                    <a:pt x="10233" y="9073"/>
                    <a:pt x="10249" y="9096"/>
                  </a:cubicBezTo>
                  <a:cubicBezTo>
                    <a:pt x="10263" y="9118"/>
                    <a:pt x="10312" y="9140"/>
                    <a:pt x="10326" y="9164"/>
                  </a:cubicBezTo>
                  <a:cubicBezTo>
                    <a:pt x="10338" y="9188"/>
                    <a:pt x="10331" y="9251"/>
                    <a:pt x="10343" y="9274"/>
                  </a:cubicBezTo>
                  <a:cubicBezTo>
                    <a:pt x="10367" y="9313"/>
                    <a:pt x="10453" y="9339"/>
                    <a:pt x="10478" y="9376"/>
                  </a:cubicBezTo>
                  <a:cubicBezTo>
                    <a:pt x="10500" y="9407"/>
                    <a:pt x="10526" y="9488"/>
                    <a:pt x="10529" y="9529"/>
                  </a:cubicBezTo>
                  <a:cubicBezTo>
                    <a:pt x="10533" y="9571"/>
                    <a:pt x="10528" y="9663"/>
                    <a:pt x="10506" y="9695"/>
                  </a:cubicBezTo>
                  <a:cubicBezTo>
                    <a:pt x="10477" y="9735"/>
                    <a:pt x="10380" y="9755"/>
                    <a:pt x="10336" y="9765"/>
                  </a:cubicBezTo>
                  <a:cubicBezTo>
                    <a:pt x="10310" y="9771"/>
                    <a:pt x="10257" y="9778"/>
                    <a:pt x="10232" y="9773"/>
                  </a:cubicBezTo>
                  <a:cubicBezTo>
                    <a:pt x="10197" y="9764"/>
                    <a:pt x="10142" y="9702"/>
                    <a:pt x="10106" y="9700"/>
                  </a:cubicBezTo>
                  <a:cubicBezTo>
                    <a:pt x="10074" y="9697"/>
                    <a:pt x="10004" y="9719"/>
                    <a:pt x="9984" y="9748"/>
                  </a:cubicBezTo>
                  <a:cubicBezTo>
                    <a:pt x="9966" y="9771"/>
                    <a:pt x="9959" y="9841"/>
                    <a:pt x="9966" y="9871"/>
                  </a:cubicBezTo>
                  <a:cubicBezTo>
                    <a:pt x="9974" y="9903"/>
                    <a:pt x="10019" y="9955"/>
                    <a:pt x="10043" y="9974"/>
                  </a:cubicBezTo>
                  <a:cubicBezTo>
                    <a:pt x="10077" y="10002"/>
                    <a:pt x="10170" y="10009"/>
                    <a:pt x="10202" y="10042"/>
                  </a:cubicBezTo>
                  <a:cubicBezTo>
                    <a:pt x="10227" y="10068"/>
                    <a:pt x="10260" y="10143"/>
                    <a:pt x="10263" y="10183"/>
                  </a:cubicBezTo>
                  <a:cubicBezTo>
                    <a:pt x="10267" y="10223"/>
                    <a:pt x="10244" y="10304"/>
                    <a:pt x="10228" y="10339"/>
                  </a:cubicBezTo>
                  <a:cubicBezTo>
                    <a:pt x="10214" y="10366"/>
                    <a:pt x="10167" y="10401"/>
                    <a:pt x="10155" y="10430"/>
                  </a:cubicBezTo>
                  <a:cubicBezTo>
                    <a:pt x="10144" y="10456"/>
                    <a:pt x="10136" y="10517"/>
                    <a:pt x="10143" y="10545"/>
                  </a:cubicBezTo>
                  <a:cubicBezTo>
                    <a:pt x="10152" y="10584"/>
                    <a:pt x="10205" y="10644"/>
                    <a:pt x="10234" y="10669"/>
                  </a:cubicBezTo>
                  <a:cubicBezTo>
                    <a:pt x="10265" y="10694"/>
                    <a:pt x="10346" y="10708"/>
                    <a:pt x="10374" y="10739"/>
                  </a:cubicBezTo>
                  <a:cubicBezTo>
                    <a:pt x="10400" y="10767"/>
                    <a:pt x="10437" y="10845"/>
                    <a:pt x="10440" y="10887"/>
                  </a:cubicBezTo>
                  <a:cubicBezTo>
                    <a:pt x="10443" y="10928"/>
                    <a:pt x="10418" y="11011"/>
                    <a:pt x="10395" y="11043"/>
                  </a:cubicBezTo>
                  <a:cubicBezTo>
                    <a:pt x="10375" y="11072"/>
                    <a:pt x="10310" y="11094"/>
                    <a:pt x="10285" y="11116"/>
                  </a:cubicBezTo>
                  <a:cubicBezTo>
                    <a:pt x="10259" y="11138"/>
                    <a:pt x="10189" y="11216"/>
                    <a:pt x="10189" y="11216"/>
                  </a:cubicBezTo>
                  <a:lnTo>
                    <a:pt x="12153" y="10986"/>
                  </a:lnTo>
                  <a:lnTo>
                    <a:pt x="14482" y="10724"/>
                  </a:lnTo>
                  <a:lnTo>
                    <a:pt x="17679" y="10298"/>
                  </a:lnTo>
                  <a:cubicBezTo>
                    <a:pt x="17679" y="10298"/>
                    <a:pt x="17723" y="10370"/>
                    <a:pt x="17725" y="10399"/>
                  </a:cubicBezTo>
                  <a:cubicBezTo>
                    <a:pt x="17729" y="10433"/>
                    <a:pt x="17707" y="10499"/>
                    <a:pt x="17696" y="10530"/>
                  </a:cubicBezTo>
                  <a:cubicBezTo>
                    <a:pt x="17687" y="10552"/>
                    <a:pt x="17656" y="10587"/>
                    <a:pt x="17651" y="10610"/>
                  </a:cubicBezTo>
                  <a:cubicBezTo>
                    <a:pt x="17643" y="10657"/>
                    <a:pt x="17685" y="10751"/>
                    <a:pt x="17676" y="10796"/>
                  </a:cubicBezTo>
                  <a:cubicBezTo>
                    <a:pt x="17670" y="10830"/>
                    <a:pt x="17620" y="10879"/>
                    <a:pt x="17611" y="10912"/>
                  </a:cubicBezTo>
                  <a:cubicBezTo>
                    <a:pt x="17598" y="10958"/>
                    <a:pt x="17611" y="11061"/>
                    <a:pt x="17602" y="11109"/>
                  </a:cubicBezTo>
                  <a:cubicBezTo>
                    <a:pt x="17596" y="11142"/>
                    <a:pt x="17559" y="11199"/>
                    <a:pt x="17557" y="11231"/>
                  </a:cubicBezTo>
                  <a:cubicBezTo>
                    <a:pt x="17556" y="11265"/>
                    <a:pt x="17596" y="11326"/>
                    <a:pt x="17590" y="11358"/>
                  </a:cubicBezTo>
                  <a:cubicBezTo>
                    <a:pt x="17585" y="11382"/>
                    <a:pt x="17548" y="11415"/>
                    <a:pt x="17534" y="11433"/>
                  </a:cubicBezTo>
                  <a:cubicBezTo>
                    <a:pt x="17518" y="11454"/>
                    <a:pt x="17481" y="11492"/>
                    <a:pt x="17468" y="11516"/>
                  </a:cubicBezTo>
                  <a:cubicBezTo>
                    <a:pt x="17454" y="11543"/>
                    <a:pt x="17431" y="11607"/>
                    <a:pt x="17430" y="11639"/>
                  </a:cubicBezTo>
                  <a:cubicBezTo>
                    <a:pt x="17429" y="11685"/>
                    <a:pt x="17478" y="11769"/>
                    <a:pt x="17475" y="11815"/>
                  </a:cubicBezTo>
                  <a:cubicBezTo>
                    <a:pt x="17471" y="11861"/>
                    <a:pt x="17406" y="11933"/>
                    <a:pt x="17402" y="11979"/>
                  </a:cubicBezTo>
                  <a:cubicBezTo>
                    <a:pt x="17401" y="12005"/>
                    <a:pt x="17426" y="12052"/>
                    <a:pt x="17430" y="12077"/>
                  </a:cubicBezTo>
                  <a:cubicBezTo>
                    <a:pt x="17436" y="12123"/>
                    <a:pt x="17416" y="12222"/>
                    <a:pt x="17433" y="12265"/>
                  </a:cubicBezTo>
                  <a:cubicBezTo>
                    <a:pt x="17446" y="12304"/>
                    <a:pt x="17518" y="12342"/>
                    <a:pt x="17534" y="12379"/>
                  </a:cubicBezTo>
                  <a:cubicBezTo>
                    <a:pt x="17556" y="12426"/>
                    <a:pt x="17550" y="12537"/>
                    <a:pt x="17564" y="12588"/>
                  </a:cubicBezTo>
                  <a:cubicBezTo>
                    <a:pt x="17576" y="12628"/>
                    <a:pt x="17611" y="12703"/>
                    <a:pt x="17632" y="12738"/>
                  </a:cubicBezTo>
                  <a:cubicBezTo>
                    <a:pt x="17663" y="12792"/>
                    <a:pt x="17735" y="12890"/>
                    <a:pt x="17772" y="12937"/>
                  </a:cubicBezTo>
                  <a:cubicBezTo>
                    <a:pt x="17794" y="12964"/>
                    <a:pt x="17836" y="13018"/>
                    <a:pt x="17862" y="13037"/>
                  </a:cubicBezTo>
                  <a:cubicBezTo>
                    <a:pt x="17885" y="13057"/>
                    <a:pt x="17942" y="13072"/>
                    <a:pt x="17966" y="13091"/>
                  </a:cubicBezTo>
                  <a:cubicBezTo>
                    <a:pt x="17996" y="13113"/>
                    <a:pt x="18052" y="13170"/>
                    <a:pt x="18074" y="13204"/>
                  </a:cubicBezTo>
                  <a:cubicBezTo>
                    <a:pt x="18107" y="13254"/>
                    <a:pt x="18155" y="13368"/>
                    <a:pt x="18172" y="13428"/>
                  </a:cubicBezTo>
                  <a:cubicBezTo>
                    <a:pt x="18186" y="13482"/>
                    <a:pt x="18176" y="13602"/>
                    <a:pt x="18199" y="13651"/>
                  </a:cubicBezTo>
                  <a:cubicBezTo>
                    <a:pt x="18212" y="13678"/>
                    <a:pt x="18260" y="13706"/>
                    <a:pt x="18278" y="13727"/>
                  </a:cubicBezTo>
                  <a:cubicBezTo>
                    <a:pt x="18304" y="13754"/>
                    <a:pt x="18344" y="13822"/>
                    <a:pt x="18370" y="13845"/>
                  </a:cubicBezTo>
                  <a:cubicBezTo>
                    <a:pt x="18389" y="13860"/>
                    <a:pt x="18437" y="13868"/>
                    <a:pt x="18450" y="13888"/>
                  </a:cubicBezTo>
                  <a:cubicBezTo>
                    <a:pt x="18470" y="13918"/>
                    <a:pt x="18476" y="14001"/>
                    <a:pt x="18470" y="14039"/>
                  </a:cubicBezTo>
                  <a:cubicBezTo>
                    <a:pt x="18464" y="14068"/>
                    <a:pt x="18416" y="14110"/>
                    <a:pt x="18416" y="14139"/>
                  </a:cubicBezTo>
                  <a:cubicBezTo>
                    <a:pt x="18414" y="14168"/>
                    <a:pt x="18449" y="14218"/>
                    <a:pt x="18459" y="14245"/>
                  </a:cubicBezTo>
                  <a:cubicBezTo>
                    <a:pt x="18470" y="14273"/>
                    <a:pt x="18484" y="14333"/>
                    <a:pt x="18499" y="14358"/>
                  </a:cubicBezTo>
                  <a:cubicBezTo>
                    <a:pt x="18511" y="14378"/>
                    <a:pt x="18550" y="14400"/>
                    <a:pt x="18559" y="14421"/>
                  </a:cubicBezTo>
                  <a:cubicBezTo>
                    <a:pt x="18571" y="14452"/>
                    <a:pt x="18551" y="14528"/>
                    <a:pt x="18566" y="14555"/>
                  </a:cubicBezTo>
                  <a:cubicBezTo>
                    <a:pt x="18583" y="14580"/>
                    <a:pt x="18645" y="14584"/>
                    <a:pt x="18665" y="14605"/>
                  </a:cubicBezTo>
                  <a:cubicBezTo>
                    <a:pt x="18682" y="14624"/>
                    <a:pt x="18691" y="14687"/>
                    <a:pt x="18709" y="14703"/>
                  </a:cubicBezTo>
                  <a:cubicBezTo>
                    <a:pt x="18725" y="14717"/>
                    <a:pt x="18765" y="14713"/>
                    <a:pt x="18798" y="14713"/>
                  </a:cubicBezTo>
                  <a:cubicBezTo>
                    <a:pt x="18791" y="14748"/>
                    <a:pt x="18796" y="14807"/>
                    <a:pt x="18781" y="14829"/>
                  </a:cubicBezTo>
                  <a:cubicBezTo>
                    <a:pt x="18764" y="14854"/>
                    <a:pt x="18708" y="14875"/>
                    <a:pt x="18682" y="14882"/>
                  </a:cubicBezTo>
                  <a:cubicBezTo>
                    <a:pt x="18655" y="14888"/>
                    <a:pt x="18599" y="14869"/>
                    <a:pt x="18573" y="14882"/>
                  </a:cubicBezTo>
                  <a:cubicBezTo>
                    <a:pt x="18541" y="14897"/>
                    <a:pt x="18501" y="14963"/>
                    <a:pt x="18481" y="14995"/>
                  </a:cubicBezTo>
                  <a:cubicBezTo>
                    <a:pt x="18464" y="15022"/>
                    <a:pt x="18444" y="15091"/>
                    <a:pt x="18424" y="15116"/>
                  </a:cubicBezTo>
                  <a:cubicBezTo>
                    <a:pt x="18410" y="15132"/>
                    <a:pt x="18367" y="15145"/>
                    <a:pt x="18357" y="15164"/>
                  </a:cubicBezTo>
                  <a:cubicBezTo>
                    <a:pt x="18336" y="15203"/>
                    <a:pt x="18357" y="15305"/>
                    <a:pt x="18337" y="15345"/>
                  </a:cubicBezTo>
                  <a:cubicBezTo>
                    <a:pt x="18328" y="15365"/>
                    <a:pt x="18292" y="15391"/>
                    <a:pt x="18274" y="15402"/>
                  </a:cubicBezTo>
                  <a:cubicBezTo>
                    <a:pt x="18259" y="15412"/>
                    <a:pt x="18219" y="15412"/>
                    <a:pt x="18208" y="15427"/>
                  </a:cubicBezTo>
                  <a:cubicBezTo>
                    <a:pt x="18197" y="15444"/>
                    <a:pt x="18190" y="15490"/>
                    <a:pt x="18195" y="15511"/>
                  </a:cubicBezTo>
                  <a:cubicBezTo>
                    <a:pt x="18202" y="15534"/>
                    <a:pt x="18245" y="15555"/>
                    <a:pt x="18255" y="15575"/>
                  </a:cubicBezTo>
                  <a:cubicBezTo>
                    <a:pt x="18262" y="15592"/>
                    <a:pt x="18270" y="15632"/>
                    <a:pt x="18265" y="15649"/>
                  </a:cubicBezTo>
                  <a:cubicBezTo>
                    <a:pt x="18259" y="15672"/>
                    <a:pt x="18223" y="15710"/>
                    <a:pt x="18202" y="15714"/>
                  </a:cubicBezTo>
                  <a:cubicBezTo>
                    <a:pt x="18177" y="15720"/>
                    <a:pt x="18124" y="15696"/>
                    <a:pt x="18108" y="15674"/>
                  </a:cubicBezTo>
                  <a:cubicBezTo>
                    <a:pt x="18096" y="15658"/>
                    <a:pt x="18104" y="15606"/>
                    <a:pt x="18091" y="15591"/>
                  </a:cubicBezTo>
                  <a:cubicBezTo>
                    <a:pt x="18076" y="15573"/>
                    <a:pt x="18028" y="15571"/>
                    <a:pt x="18008" y="15568"/>
                  </a:cubicBezTo>
                  <a:cubicBezTo>
                    <a:pt x="17977" y="15565"/>
                    <a:pt x="17912" y="15564"/>
                    <a:pt x="17883" y="15575"/>
                  </a:cubicBezTo>
                  <a:cubicBezTo>
                    <a:pt x="17855" y="15588"/>
                    <a:pt x="17807" y="15632"/>
                    <a:pt x="17787" y="15656"/>
                  </a:cubicBezTo>
                  <a:cubicBezTo>
                    <a:pt x="17762" y="15685"/>
                    <a:pt x="17715" y="15751"/>
                    <a:pt x="17702" y="15790"/>
                  </a:cubicBezTo>
                  <a:cubicBezTo>
                    <a:pt x="17689" y="15832"/>
                    <a:pt x="17679" y="15928"/>
                    <a:pt x="17692" y="15970"/>
                  </a:cubicBezTo>
                  <a:cubicBezTo>
                    <a:pt x="17709" y="16030"/>
                    <a:pt x="17791" y="16123"/>
                    <a:pt x="17836" y="16157"/>
                  </a:cubicBezTo>
                  <a:cubicBezTo>
                    <a:pt x="17857" y="16173"/>
                    <a:pt x="17906" y="16192"/>
                    <a:pt x="17931" y="16192"/>
                  </a:cubicBezTo>
                  <a:cubicBezTo>
                    <a:pt x="17960" y="16192"/>
                    <a:pt x="18015" y="16168"/>
                    <a:pt x="18040" y="16152"/>
                  </a:cubicBezTo>
                  <a:cubicBezTo>
                    <a:pt x="18067" y="16134"/>
                    <a:pt x="18115" y="16084"/>
                    <a:pt x="18136" y="16056"/>
                  </a:cubicBezTo>
                  <a:cubicBezTo>
                    <a:pt x="18149" y="16038"/>
                    <a:pt x="18165" y="15988"/>
                    <a:pt x="18183" y="15976"/>
                  </a:cubicBezTo>
                  <a:cubicBezTo>
                    <a:pt x="18201" y="15962"/>
                    <a:pt x="18250" y="15952"/>
                    <a:pt x="18270" y="15963"/>
                  </a:cubicBezTo>
                  <a:cubicBezTo>
                    <a:pt x="18285" y="15972"/>
                    <a:pt x="18307" y="16011"/>
                    <a:pt x="18310" y="16031"/>
                  </a:cubicBezTo>
                  <a:cubicBezTo>
                    <a:pt x="18314" y="16052"/>
                    <a:pt x="18308" y="16101"/>
                    <a:pt x="18295" y="16116"/>
                  </a:cubicBezTo>
                  <a:cubicBezTo>
                    <a:pt x="18283" y="16132"/>
                    <a:pt x="18238" y="16124"/>
                    <a:pt x="18227" y="16140"/>
                  </a:cubicBezTo>
                  <a:cubicBezTo>
                    <a:pt x="18207" y="16167"/>
                    <a:pt x="18197" y="16249"/>
                    <a:pt x="18210" y="16283"/>
                  </a:cubicBezTo>
                  <a:cubicBezTo>
                    <a:pt x="18220" y="16310"/>
                    <a:pt x="18275" y="16328"/>
                    <a:pt x="18295" y="16345"/>
                  </a:cubicBezTo>
                  <a:cubicBezTo>
                    <a:pt x="18322" y="16369"/>
                    <a:pt x="18364" y="16431"/>
                    <a:pt x="18393" y="16451"/>
                  </a:cubicBezTo>
                  <a:cubicBezTo>
                    <a:pt x="18420" y="16470"/>
                    <a:pt x="18482" y="16494"/>
                    <a:pt x="18514" y="16497"/>
                  </a:cubicBezTo>
                  <a:cubicBezTo>
                    <a:pt x="18551" y="16499"/>
                    <a:pt x="18624" y="16478"/>
                    <a:pt x="18659" y="16464"/>
                  </a:cubicBezTo>
                  <a:cubicBezTo>
                    <a:pt x="18689" y="16451"/>
                    <a:pt x="18749" y="16417"/>
                    <a:pt x="18773" y="16391"/>
                  </a:cubicBezTo>
                  <a:cubicBezTo>
                    <a:pt x="18797" y="16365"/>
                    <a:pt x="18837" y="16302"/>
                    <a:pt x="18845" y="16265"/>
                  </a:cubicBezTo>
                  <a:cubicBezTo>
                    <a:pt x="18856" y="16218"/>
                    <a:pt x="18832" y="16120"/>
                    <a:pt x="18835" y="16072"/>
                  </a:cubicBezTo>
                  <a:cubicBezTo>
                    <a:pt x="18837" y="16028"/>
                    <a:pt x="18867" y="15942"/>
                    <a:pt x="18865" y="15898"/>
                  </a:cubicBezTo>
                  <a:cubicBezTo>
                    <a:pt x="18862" y="15864"/>
                    <a:pt x="18830" y="15804"/>
                    <a:pt x="18831" y="15770"/>
                  </a:cubicBezTo>
                  <a:cubicBezTo>
                    <a:pt x="18831" y="15745"/>
                    <a:pt x="18846" y="15700"/>
                    <a:pt x="18858" y="15682"/>
                  </a:cubicBezTo>
                  <a:cubicBezTo>
                    <a:pt x="18882" y="15646"/>
                    <a:pt x="18949" y="15597"/>
                    <a:pt x="18981" y="15573"/>
                  </a:cubicBezTo>
                  <a:cubicBezTo>
                    <a:pt x="19008" y="15554"/>
                    <a:pt x="19072" y="15532"/>
                    <a:pt x="19095" y="15505"/>
                  </a:cubicBezTo>
                  <a:cubicBezTo>
                    <a:pt x="19113" y="15485"/>
                    <a:pt x="19139" y="15429"/>
                    <a:pt x="19143" y="15400"/>
                  </a:cubicBezTo>
                  <a:cubicBezTo>
                    <a:pt x="19148" y="15368"/>
                    <a:pt x="19110" y="15302"/>
                    <a:pt x="19124" y="15274"/>
                  </a:cubicBezTo>
                  <a:cubicBezTo>
                    <a:pt x="19134" y="15253"/>
                    <a:pt x="19182" y="15243"/>
                    <a:pt x="19202" y="15243"/>
                  </a:cubicBezTo>
                  <a:cubicBezTo>
                    <a:pt x="19252" y="15244"/>
                    <a:pt x="19343" y="15306"/>
                    <a:pt x="19392" y="15319"/>
                  </a:cubicBezTo>
                  <a:cubicBezTo>
                    <a:pt x="19415" y="15325"/>
                    <a:pt x="19465" y="15341"/>
                    <a:pt x="19490" y="15334"/>
                  </a:cubicBezTo>
                  <a:cubicBezTo>
                    <a:pt x="19518" y="15327"/>
                    <a:pt x="19560" y="15263"/>
                    <a:pt x="19589" y="15264"/>
                  </a:cubicBezTo>
                  <a:cubicBezTo>
                    <a:pt x="19609" y="15265"/>
                    <a:pt x="19645" y="15298"/>
                    <a:pt x="19653" y="15319"/>
                  </a:cubicBezTo>
                  <a:cubicBezTo>
                    <a:pt x="19666" y="15351"/>
                    <a:pt x="19667" y="15435"/>
                    <a:pt x="19646" y="15460"/>
                  </a:cubicBezTo>
                  <a:cubicBezTo>
                    <a:pt x="19624" y="15489"/>
                    <a:pt x="19543" y="15462"/>
                    <a:pt x="19515" y="15483"/>
                  </a:cubicBezTo>
                  <a:cubicBezTo>
                    <a:pt x="19478" y="15511"/>
                    <a:pt x="19419" y="15607"/>
                    <a:pt x="19419" y="15659"/>
                  </a:cubicBezTo>
                  <a:cubicBezTo>
                    <a:pt x="19420" y="15693"/>
                    <a:pt x="19479" y="15759"/>
                    <a:pt x="19485" y="15772"/>
                  </a:cubicBezTo>
                  <a:cubicBezTo>
                    <a:pt x="19491" y="15784"/>
                    <a:pt x="19556" y="15795"/>
                    <a:pt x="19579" y="15808"/>
                  </a:cubicBezTo>
                  <a:cubicBezTo>
                    <a:pt x="19603" y="15821"/>
                    <a:pt x="19651" y="15858"/>
                    <a:pt x="19664" y="15885"/>
                  </a:cubicBezTo>
                  <a:cubicBezTo>
                    <a:pt x="19680" y="15919"/>
                    <a:pt x="19657" y="16013"/>
                    <a:pt x="19681" y="16042"/>
                  </a:cubicBezTo>
                  <a:cubicBezTo>
                    <a:pt x="19701" y="16066"/>
                    <a:pt x="19767" y="16073"/>
                    <a:pt x="19795" y="16064"/>
                  </a:cubicBezTo>
                  <a:cubicBezTo>
                    <a:pt x="19824" y="16054"/>
                    <a:pt x="19865" y="15997"/>
                    <a:pt x="19883" y="15968"/>
                  </a:cubicBezTo>
                  <a:cubicBezTo>
                    <a:pt x="19898" y="15943"/>
                    <a:pt x="19913" y="15882"/>
                    <a:pt x="19927" y="15855"/>
                  </a:cubicBezTo>
                  <a:cubicBezTo>
                    <a:pt x="19940" y="15832"/>
                    <a:pt x="19974" y="15792"/>
                    <a:pt x="19987" y="15770"/>
                  </a:cubicBezTo>
                  <a:cubicBezTo>
                    <a:pt x="20003" y="15739"/>
                    <a:pt x="20026" y="15674"/>
                    <a:pt x="20042" y="15644"/>
                  </a:cubicBezTo>
                  <a:cubicBezTo>
                    <a:pt x="20054" y="15622"/>
                    <a:pt x="20076" y="15573"/>
                    <a:pt x="20095" y="15561"/>
                  </a:cubicBezTo>
                  <a:cubicBezTo>
                    <a:pt x="20109" y="15552"/>
                    <a:pt x="20145" y="15546"/>
                    <a:pt x="20159" y="15556"/>
                  </a:cubicBezTo>
                  <a:cubicBezTo>
                    <a:pt x="20178" y="15569"/>
                    <a:pt x="20179" y="15636"/>
                    <a:pt x="20195" y="15653"/>
                  </a:cubicBezTo>
                  <a:cubicBezTo>
                    <a:pt x="20213" y="15674"/>
                    <a:pt x="20274" y="15672"/>
                    <a:pt x="20288" y="15696"/>
                  </a:cubicBezTo>
                  <a:cubicBezTo>
                    <a:pt x="20309" y="15731"/>
                    <a:pt x="20311" y="15827"/>
                    <a:pt x="20295" y="15865"/>
                  </a:cubicBezTo>
                  <a:cubicBezTo>
                    <a:pt x="20284" y="15890"/>
                    <a:pt x="20241" y="15919"/>
                    <a:pt x="20218" y="15928"/>
                  </a:cubicBezTo>
                  <a:cubicBezTo>
                    <a:pt x="20182" y="15943"/>
                    <a:pt x="20098" y="15915"/>
                    <a:pt x="20063" y="15935"/>
                  </a:cubicBezTo>
                  <a:cubicBezTo>
                    <a:pt x="20037" y="15952"/>
                    <a:pt x="20013" y="16019"/>
                    <a:pt x="19993" y="16044"/>
                  </a:cubicBezTo>
                  <a:cubicBezTo>
                    <a:pt x="19974" y="16067"/>
                    <a:pt x="19919" y="16096"/>
                    <a:pt x="19911" y="16127"/>
                  </a:cubicBezTo>
                  <a:cubicBezTo>
                    <a:pt x="19904" y="16150"/>
                    <a:pt x="19913" y="16204"/>
                    <a:pt x="19930" y="16220"/>
                  </a:cubicBezTo>
                  <a:cubicBezTo>
                    <a:pt x="19946" y="16236"/>
                    <a:pt x="19994" y="16228"/>
                    <a:pt x="20015" y="16222"/>
                  </a:cubicBezTo>
                  <a:cubicBezTo>
                    <a:pt x="20040" y="16214"/>
                    <a:pt x="20082" y="16171"/>
                    <a:pt x="20106" y="16157"/>
                  </a:cubicBezTo>
                  <a:cubicBezTo>
                    <a:pt x="20129" y="16144"/>
                    <a:pt x="20177" y="16115"/>
                    <a:pt x="20204" y="16114"/>
                  </a:cubicBezTo>
                  <a:cubicBezTo>
                    <a:pt x="20224" y="16114"/>
                    <a:pt x="20273" y="16124"/>
                    <a:pt x="20282" y="16147"/>
                  </a:cubicBezTo>
                  <a:cubicBezTo>
                    <a:pt x="20297" y="16183"/>
                    <a:pt x="20263" y="16273"/>
                    <a:pt x="20237" y="16300"/>
                  </a:cubicBezTo>
                  <a:cubicBezTo>
                    <a:pt x="20201" y="16340"/>
                    <a:pt x="20094" y="16345"/>
                    <a:pt x="20046" y="16361"/>
                  </a:cubicBezTo>
                  <a:cubicBezTo>
                    <a:pt x="20010" y="16373"/>
                    <a:pt x="19938" y="16406"/>
                    <a:pt x="19902" y="16412"/>
                  </a:cubicBezTo>
                  <a:cubicBezTo>
                    <a:pt x="19879" y="16414"/>
                    <a:pt x="19831" y="16396"/>
                    <a:pt x="19808" y="16403"/>
                  </a:cubicBezTo>
                  <a:cubicBezTo>
                    <a:pt x="19776" y="16415"/>
                    <a:pt x="19708" y="16462"/>
                    <a:pt x="19702" y="16501"/>
                  </a:cubicBezTo>
                  <a:cubicBezTo>
                    <a:pt x="19699" y="16523"/>
                    <a:pt x="19726" y="16563"/>
                    <a:pt x="19742" y="16572"/>
                  </a:cubicBezTo>
                  <a:cubicBezTo>
                    <a:pt x="19764" y="16583"/>
                    <a:pt x="19817" y="16542"/>
                    <a:pt x="19838" y="16556"/>
                  </a:cubicBezTo>
                  <a:cubicBezTo>
                    <a:pt x="19863" y="16574"/>
                    <a:pt x="19862" y="16663"/>
                    <a:pt x="19885" y="16685"/>
                  </a:cubicBezTo>
                  <a:cubicBezTo>
                    <a:pt x="19903" y="16703"/>
                    <a:pt x="19954" y="16720"/>
                    <a:pt x="19976" y="16710"/>
                  </a:cubicBezTo>
                  <a:cubicBezTo>
                    <a:pt x="19992" y="16704"/>
                    <a:pt x="20007" y="16662"/>
                    <a:pt x="20019" y="16647"/>
                  </a:cubicBezTo>
                  <a:cubicBezTo>
                    <a:pt x="20032" y="16630"/>
                    <a:pt x="20056" y="16587"/>
                    <a:pt x="20076" y="16584"/>
                  </a:cubicBezTo>
                  <a:cubicBezTo>
                    <a:pt x="20101" y="16581"/>
                    <a:pt x="20156" y="16612"/>
                    <a:pt x="20165" y="16640"/>
                  </a:cubicBezTo>
                  <a:cubicBezTo>
                    <a:pt x="20173" y="16662"/>
                    <a:pt x="20140" y="16709"/>
                    <a:pt x="20142" y="16733"/>
                  </a:cubicBezTo>
                  <a:cubicBezTo>
                    <a:pt x="20144" y="16751"/>
                    <a:pt x="20169" y="16780"/>
                    <a:pt x="20174" y="16798"/>
                  </a:cubicBezTo>
                  <a:cubicBezTo>
                    <a:pt x="20181" y="16825"/>
                    <a:pt x="20195" y="16886"/>
                    <a:pt x="20182" y="16909"/>
                  </a:cubicBezTo>
                  <a:cubicBezTo>
                    <a:pt x="20165" y="16939"/>
                    <a:pt x="20097" y="16957"/>
                    <a:pt x="20068" y="16952"/>
                  </a:cubicBezTo>
                  <a:cubicBezTo>
                    <a:pt x="20035" y="16946"/>
                    <a:pt x="19988" y="16878"/>
                    <a:pt x="19957" y="16864"/>
                  </a:cubicBezTo>
                  <a:cubicBezTo>
                    <a:pt x="19932" y="16853"/>
                    <a:pt x="19875" y="16854"/>
                    <a:pt x="19849" y="16846"/>
                  </a:cubicBezTo>
                  <a:cubicBezTo>
                    <a:pt x="19830" y="16841"/>
                    <a:pt x="19795" y="16816"/>
                    <a:pt x="19776" y="16813"/>
                  </a:cubicBezTo>
                  <a:cubicBezTo>
                    <a:pt x="19751" y="16810"/>
                    <a:pt x="19695" y="16811"/>
                    <a:pt x="19675" y="16828"/>
                  </a:cubicBezTo>
                  <a:cubicBezTo>
                    <a:pt x="19649" y="16851"/>
                    <a:pt x="19636" y="16931"/>
                    <a:pt x="19621" y="16964"/>
                  </a:cubicBezTo>
                  <a:cubicBezTo>
                    <a:pt x="19608" y="16996"/>
                    <a:pt x="19564" y="17050"/>
                    <a:pt x="19562" y="17085"/>
                  </a:cubicBezTo>
                  <a:cubicBezTo>
                    <a:pt x="19560" y="17117"/>
                    <a:pt x="19601" y="17170"/>
                    <a:pt x="19600" y="17201"/>
                  </a:cubicBezTo>
                  <a:cubicBezTo>
                    <a:pt x="19599" y="17228"/>
                    <a:pt x="19581" y="17286"/>
                    <a:pt x="19562" y="17299"/>
                  </a:cubicBezTo>
                  <a:cubicBezTo>
                    <a:pt x="19538" y="17314"/>
                    <a:pt x="19479" y="17301"/>
                    <a:pt x="19455" y="17287"/>
                  </a:cubicBezTo>
                  <a:cubicBezTo>
                    <a:pt x="19434" y="17273"/>
                    <a:pt x="19411" y="17216"/>
                    <a:pt x="19390" y="17204"/>
                  </a:cubicBezTo>
                  <a:cubicBezTo>
                    <a:pt x="19369" y="17191"/>
                    <a:pt x="19320" y="17203"/>
                    <a:pt x="19298" y="17193"/>
                  </a:cubicBezTo>
                  <a:cubicBezTo>
                    <a:pt x="19273" y="17183"/>
                    <a:pt x="19233" y="17139"/>
                    <a:pt x="19209" y="17125"/>
                  </a:cubicBezTo>
                  <a:cubicBezTo>
                    <a:pt x="19190" y="17115"/>
                    <a:pt x="19149" y="17089"/>
                    <a:pt x="19128" y="17092"/>
                  </a:cubicBezTo>
                  <a:cubicBezTo>
                    <a:pt x="19104" y="17097"/>
                    <a:pt x="19071" y="17148"/>
                    <a:pt x="19048" y="17156"/>
                  </a:cubicBezTo>
                  <a:cubicBezTo>
                    <a:pt x="19016" y="17165"/>
                    <a:pt x="18952" y="17152"/>
                    <a:pt x="18922" y="17140"/>
                  </a:cubicBezTo>
                  <a:cubicBezTo>
                    <a:pt x="18903" y="17133"/>
                    <a:pt x="18873" y="17100"/>
                    <a:pt x="18854" y="17095"/>
                  </a:cubicBezTo>
                  <a:cubicBezTo>
                    <a:pt x="18817" y="17085"/>
                    <a:pt x="18731" y="17080"/>
                    <a:pt x="18701" y="17107"/>
                  </a:cubicBezTo>
                  <a:cubicBezTo>
                    <a:pt x="18678" y="17130"/>
                    <a:pt x="18656" y="17210"/>
                    <a:pt x="18665" y="17244"/>
                  </a:cubicBezTo>
                  <a:cubicBezTo>
                    <a:pt x="18672" y="17273"/>
                    <a:pt x="18719" y="17316"/>
                    <a:pt x="18744" y="17324"/>
                  </a:cubicBezTo>
                  <a:cubicBezTo>
                    <a:pt x="18764" y="17330"/>
                    <a:pt x="18805" y="17299"/>
                    <a:pt x="18824" y="17306"/>
                  </a:cubicBezTo>
                  <a:cubicBezTo>
                    <a:pt x="18846" y="17316"/>
                    <a:pt x="18862" y="17377"/>
                    <a:pt x="18882" y="17395"/>
                  </a:cubicBezTo>
                  <a:cubicBezTo>
                    <a:pt x="18923" y="17433"/>
                    <a:pt x="19023" y="17486"/>
                    <a:pt x="19075" y="17498"/>
                  </a:cubicBezTo>
                  <a:cubicBezTo>
                    <a:pt x="19110" y="17506"/>
                    <a:pt x="19185" y="17479"/>
                    <a:pt x="19219" y="17493"/>
                  </a:cubicBezTo>
                  <a:cubicBezTo>
                    <a:pt x="19243" y="17502"/>
                    <a:pt x="19275" y="17553"/>
                    <a:pt x="19296" y="17568"/>
                  </a:cubicBezTo>
                  <a:cubicBezTo>
                    <a:pt x="19323" y="17587"/>
                    <a:pt x="19390" y="17595"/>
                    <a:pt x="19411" y="17621"/>
                  </a:cubicBezTo>
                  <a:cubicBezTo>
                    <a:pt x="19438" y="17654"/>
                    <a:pt x="19488" y="17756"/>
                    <a:pt x="19464" y="17792"/>
                  </a:cubicBezTo>
                  <a:cubicBezTo>
                    <a:pt x="19446" y="17818"/>
                    <a:pt x="19379" y="17790"/>
                    <a:pt x="19353" y="17777"/>
                  </a:cubicBezTo>
                  <a:cubicBezTo>
                    <a:pt x="19327" y="17764"/>
                    <a:pt x="19289" y="17706"/>
                    <a:pt x="19264" y="17689"/>
                  </a:cubicBezTo>
                  <a:cubicBezTo>
                    <a:pt x="19233" y="17667"/>
                    <a:pt x="19166" y="17634"/>
                    <a:pt x="19129" y="17626"/>
                  </a:cubicBezTo>
                  <a:cubicBezTo>
                    <a:pt x="19099" y="17619"/>
                    <a:pt x="19035" y="17626"/>
                    <a:pt x="19002" y="17623"/>
                  </a:cubicBezTo>
                  <a:cubicBezTo>
                    <a:pt x="18969" y="17621"/>
                    <a:pt x="18901" y="17617"/>
                    <a:pt x="18868" y="17603"/>
                  </a:cubicBezTo>
                  <a:cubicBezTo>
                    <a:pt x="18844" y="17593"/>
                    <a:pt x="18807" y="17543"/>
                    <a:pt x="18782" y="17536"/>
                  </a:cubicBezTo>
                  <a:cubicBezTo>
                    <a:pt x="18758" y="17529"/>
                    <a:pt x="18698" y="17529"/>
                    <a:pt x="18684" y="17553"/>
                  </a:cubicBezTo>
                  <a:cubicBezTo>
                    <a:pt x="18671" y="17575"/>
                    <a:pt x="18696" y="17633"/>
                    <a:pt x="18703" y="17658"/>
                  </a:cubicBezTo>
                  <a:cubicBezTo>
                    <a:pt x="18712" y="17692"/>
                    <a:pt x="18768" y="17756"/>
                    <a:pt x="18754" y="17787"/>
                  </a:cubicBezTo>
                  <a:cubicBezTo>
                    <a:pt x="18741" y="17817"/>
                    <a:pt x="18664" y="17788"/>
                    <a:pt x="18641" y="17809"/>
                  </a:cubicBezTo>
                  <a:cubicBezTo>
                    <a:pt x="18616" y="17834"/>
                    <a:pt x="18591" y="17914"/>
                    <a:pt x="18599" y="17951"/>
                  </a:cubicBezTo>
                  <a:cubicBezTo>
                    <a:pt x="18605" y="17979"/>
                    <a:pt x="18669" y="18002"/>
                    <a:pt x="18671" y="18031"/>
                  </a:cubicBezTo>
                  <a:cubicBezTo>
                    <a:pt x="18674" y="18066"/>
                    <a:pt x="18609" y="18110"/>
                    <a:pt x="18603" y="18144"/>
                  </a:cubicBezTo>
                  <a:cubicBezTo>
                    <a:pt x="18596" y="18187"/>
                    <a:pt x="18640" y="18273"/>
                    <a:pt x="18631" y="18315"/>
                  </a:cubicBezTo>
                  <a:cubicBezTo>
                    <a:pt x="18624" y="18346"/>
                    <a:pt x="18561" y="18384"/>
                    <a:pt x="18565" y="18416"/>
                  </a:cubicBezTo>
                  <a:cubicBezTo>
                    <a:pt x="18569" y="18457"/>
                    <a:pt x="18643" y="18506"/>
                    <a:pt x="18675" y="18519"/>
                  </a:cubicBezTo>
                  <a:cubicBezTo>
                    <a:pt x="18708" y="18533"/>
                    <a:pt x="18782" y="18510"/>
                    <a:pt x="18815" y="18519"/>
                  </a:cubicBezTo>
                  <a:cubicBezTo>
                    <a:pt x="18841" y="18526"/>
                    <a:pt x="18887" y="18555"/>
                    <a:pt x="18910" y="18574"/>
                  </a:cubicBezTo>
                  <a:cubicBezTo>
                    <a:pt x="18945" y="18606"/>
                    <a:pt x="19001" y="18688"/>
                    <a:pt x="19029" y="18728"/>
                  </a:cubicBezTo>
                  <a:cubicBezTo>
                    <a:pt x="19049" y="18752"/>
                    <a:pt x="19075" y="18833"/>
                    <a:pt x="19102" y="18828"/>
                  </a:cubicBezTo>
                  <a:cubicBezTo>
                    <a:pt x="19140" y="18822"/>
                    <a:pt x="19141" y="18702"/>
                    <a:pt x="19164" y="18668"/>
                  </a:cubicBezTo>
                  <a:cubicBezTo>
                    <a:pt x="19178" y="18647"/>
                    <a:pt x="19215" y="18598"/>
                    <a:pt x="19237" y="18604"/>
                  </a:cubicBezTo>
                  <a:cubicBezTo>
                    <a:pt x="19265" y="18614"/>
                    <a:pt x="19281" y="18725"/>
                    <a:pt x="19281" y="18733"/>
                  </a:cubicBezTo>
                  <a:cubicBezTo>
                    <a:pt x="19281" y="18741"/>
                    <a:pt x="19324" y="18894"/>
                    <a:pt x="19350" y="18940"/>
                  </a:cubicBezTo>
                  <a:cubicBezTo>
                    <a:pt x="19367" y="18965"/>
                    <a:pt x="19404" y="19017"/>
                    <a:pt x="19430" y="19022"/>
                  </a:cubicBezTo>
                  <a:cubicBezTo>
                    <a:pt x="19455" y="19027"/>
                    <a:pt x="19504" y="18995"/>
                    <a:pt x="19523" y="18977"/>
                  </a:cubicBezTo>
                  <a:cubicBezTo>
                    <a:pt x="19541" y="18960"/>
                    <a:pt x="19552" y="18889"/>
                    <a:pt x="19575" y="18889"/>
                  </a:cubicBezTo>
                  <a:cubicBezTo>
                    <a:pt x="19606" y="18889"/>
                    <a:pt x="19618" y="19000"/>
                    <a:pt x="19649" y="19009"/>
                  </a:cubicBezTo>
                  <a:cubicBezTo>
                    <a:pt x="19689" y="19022"/>
                    <a:pt x="19759" y="18937"/>
                    <a:pt x="19800" y="18926"/>
                  </a:cubicBezTo>
                  <a:cubicBezTo>
                    <a:pt x="19849" y="18914"/>
                    <a:pt x="19952" y="18912"/>
                    <a:pt x="20001" y="18926"/>
                  </a:cubicBezTo>
                  <a:cubicBezTo>
                    <a:pt x="20024" y="18934"/>
                    <a:pt x="20074" y="18954"/>
                    <a:pt x="20084" y="18979"/>
                  </a:cubicBezTo>
                  <a:cubicBezTo>
                    <a:pt x="20097" y="19008"/>
                    <a:pt x="20054" y="19083"/>
                    <a:pt x="20070" y="19110"/>
                  </a:cubicBezTo>
                  <a:cubicBezTo>
                    <a:pt x="20088" y="19142"/>
                    <a:pt x="20168" y="19150"/>
                    <a:pt x="20199" y="19141"/>
                  </a:cubicBezTo>
                  <a:cubicBezTo>
                    <a:pt x="20224" y="19132"/>
                    <a:pt x="20253" y="19067"/>
                    <a:pt x="20278" y="19062"/>
                  </a:cubicBezTo>
                  <a:cubicBezTo>
                    <a:pt x="20317" y="19056"/>
                    <a:pt x="20387" y="19114"/>
                    <a:pt x="20420" y="19138"/>
                  </a:cubicBezTo>
                  <a:cubicBezTo>
                    <a:pt x="20461" y="19167"/>
                    <a:pt x="20522" y="19287"/>
                    <a:pt x="20569" y="19278"/>
                  </a:cubicBezTo>
                  <a:cubicBezTo>
                    <a:pt x="20601" y="19273"/>
                    <a:pt x="20624" y="19178"/>
                    <a:pt x="20645" y="19148"/>
                  </a:cubicBezTo>
                  <a:cubicBezTo>
                    <a:pt x="20660" y="19127"/>
                    <a:pt x="20689" y="19076"/>
                    <a:pt x="20711" y="19075"/>
                  </a:cubicBezTo>
                  <a:cubicBezTo>
                    <a:pt x="20736" y="19073"/>
                    <a:pt x="20775" y="19123"/>
                    <a:pt x="20790" y="19145"/>
                  </a:cubicBezTo>
                  <a:cubicBezTo>
                    <a:pt x="20818" y="19184"/>
                    <a:pt x="20844" y="19284"/>
                    <a:pt x="20869" y="19326"/>
                  </a:cubicBezTo>
                  <a:cubicBezTo>
                    <a:pt x="20890" y="19362"/>
                    <a:pt x="20936" y="19434"/>
                    <a:pt x="20966" y="19457"/>
                  </a:cubicBezTo>
                  <a:cubicBezTo>
                    <a:pt x="20995" y="19479"/>
                    <a:pt x="21071" y="19479"/>
                    <a:pt x="21096" y="19507"/>
                  </a:cubicBezTo>
                  <a:cubicBezTo>
                    <a:pt x="21114" y="19528"/>
                    <a:pt x="21132" y="19588"/>
                    <a:pt x="21132" y="19618"/>
                  </a:cubicBezTo>
                  <a:cubicBezTo>
                    <a:pt x="21132" y="19643"/>
                    <a:pt x="21099" y="19686"/>
                    <a:pt x="21100" y="19712"/>
                  </a:cubicBezTo>
                  <a:cubicBezTo>
                    <a:pt x="21102" y="19742"/>
                    <a:pt x="21129" y="19802"/>
                    <a:pt x="21151" y="19817"/>
                  </a:cubicBezTo>
                  <a:cubicBezTo>
                    <a:pt x="21171" y="19829"/>
                    <a:pt x="21221" y="19822"/>
                    <a:pt x="21241" y="19809"/>
                  </a:cubicBezTo>
                  <a:cubicBezTo>
                    <a:pt x="21266" y="19792"/>
                    <a:pt x="21286" y="19719"/>
                    <a:pt x="21309" y="19696"/>
                  </a:cubicBezTo>
                  <a:cubicBezTo>
                    <a:pt x="21334" y="19671"/>
                    <a:pt x="21395" y="19623"/>
                    <a:pt x="21428" y="19629"/>
                  </a:cubicBezTo>
                  <a:cubicBezTo>
                    <a:pt x="21451" y="19632"/>
                    <a:pt x="21483" y="19683"/>
                    <a:pt x="21500" y="19704"/>
                  </a:cubicBezTo>
                  <a:cubicBezTo>
                    <a:pt x="21526" y="19735"/>
                    <a:pt x="21585" y="19795"/>
                    <a:pt x="21593" y="19837"/>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86" name="Shape 4768"/>
            <p:cNvSpPr/>
            <p:nvPr/>
          </p:nvSpPr>
          <p:spPr>
            <a:xfrm>
              <a:off x="5867992" y="3658866"/>
              <a:ext cx="1041918" cy="973956"/>
            </a:xfrm>
            <a:custGeom>
              <a:avLst/>
              <a:gdLst/>
              <a:ahLst/>
              <a:cxnLst>
                <a:cxn ang="0">
                  <a:pos x="wd2" y="hd2"/>
                </a:cxn>
                <a:cxn ang="5400000">
                  <a:pos x="wd2" y="hd2"/>
                </a:cxn>
                <a:cxn ang="10800000">
                  <a:pos x="wd2" y="hd2"/>
                </a:cxn>
                <a:cxn ang="16200000">
                  <a:pos x="wd2" y="hd2"/>
                </a:cxn>
              </a:cxnLst>
              <a:rect l="0" t="0" r="r" b="b"/>
              <a:pathLst>
                <a:path w="21596" h="21589" extrusionOk="0">
                  <a:moveTo>
                    <a:pt x="19752" y="8318"/>
                  </a:moveTo>
                  <a:cubicBezTo>
                    <a:pt x="19740" y="8365"/>
                    <a:pt x="19721" y="8417"/>
                    <a:pt x="19702" y="8444"/>
                  </a:cubicBezTo>
                  <a:cubicBezTo>
                    <a:pt x="19679" y="8475"/>
                    <a:pt x="19613" y="8520"/>
                    <a:pt x="19576" y="8533"/>
                  </a:cubicBezTo>
                  <a:cubicBezTo>
                    <a:pt x="19548" y="8543"/>
                    <a:pt x="19486" y="8547"/>
                    <a:pt x="19456" y="8540"/>
                  </a:cubicBezTo>
                  <a:cubicBezTo>
                    <a:pt x="19426" y="8534"/>
                    <a:pt x="19374" y="8479"/>
                    <a:pt x="19344" y="8486"/>
                  </a:cubicBezTo>
                  <a:cubicBezTo>
                    <a:pt x="19319" y="8491"/>
                    <a:pt x="19290" y="8541"/>
                    <a:pt x="19278" y="8565"/>
                  </a:cubicBezTo>
                  <a:cubicBezTo>
                    <a:pt x="19258" y="8602"/>
                    <a:pt x="19224" y="8684"/>
                    <a:pt x="19229" y="8726"/>
                  </a:cubicBezTo>
                  <a:cubicBezTo>
                    <a:pt x="19230" y="8750"/>
                    <a:pt x="19260" y="8788"/>
                    <a:pt x="19272" y="8808"/>
                  </a:cubicBezTo>
                  <a:cubicBezTo>
                    <a:pt x="19293" y="8841"/>
                    <a:pt x="19334" y="8910"/>
                    <a:pt x="19365" y="8934"/>
                  </a:cubicBezTo>
                  <a:cubicBezTo>
                    <a:pt x="19400" y="8963"/>
                    <a:pt x="19495" y="8973"/>
                    <a:pt x="19527" y="9005"/>
                  </a:cubicBezTo>
                  <a:cubicBezTo>
                    <a:pt x="19555" y="9034"/>
                    <a:pt x="19596" y="9114"/>
                    <a:pt x="19593" y="9155"/>
                  </a:cubicBezTo>
                  <a:cubicBezTo>
                    <a:pt x="19590" y="9190"/>
                    <a:pt x="19542" y="9247"/>
                    <a:pt x="19520" y="9273"/>
                  </a:cubicBezTo>
                  <a:cubicBezTo>
                    <a:pt x="19495" y="9300"/>
                    <a:pt x="19435" y="9336"/>
                    <a:pt x="19409" y="9360"/>
                  </a:cubicBezTo>
                  <a:cubicBezTo>
                    <a:pt x="19385" y="9381"/>
                    <a:pt x="19326" y="9418"/>
                    <a:pt x="19320" y="9450"/>
                  </a:cubicBezTo>
                  <a:cubicBezTo>
                    <a:pt x="19316" y="9478"/>
                    <a:pt x="19369" y="9525"/>
                    <a:pt x="19365" y="9552"/>
                  </a:cubicBezTo>
                  <a:cubicBezTo>
                    <a:pt x="19360" y="9581"/>
                    <a:pt x="19317" y="9630"/>
                    <a:pt x="19291" y="9635"/>
                  </a:cubicBezTo>
                  <a:cubicBezTo>
                    <a:pt x="19260" y="9643"/>
                    <a:pt x="19205" y="9584"/>
                    <a:pt x="19173" y="9581"/>
                  </a:cubicBezTo>
                  <a:cubicBezTo>
                    <a:pt x="19145" y="9576"/>
                    <a:pt x="19089" y="9590"/>
                    <a:pt x="19063" y="9600"/>
                  </a:cubicBezTo>
                  <a:cubicBezTo>
                    <a:pt x="19023" y="9614"/>
                    <a:pt x="18954" y="9686"/>
                    <a:pt x="18912" y="9683"/>
                  </a:cubicBezTo>
                  <a:cubicBezTo>
                    <a:pt x="18884" y="9681"/>
                    <a:pt x="18834" y="9641"/>
                    <a:pt x="18820" y="9616"/>
                  </a:cubicBezTo>
                  <a:cubicBezTo>
                    <a:pt x="18800" y="9579"/>
                    <a:pt x="18834" y="9480"/>
                    <a:pt x="18808" y="9446"/>
                  </a:cubicBezTo>
                  <a:cubicBezTo>
                    <a:pt x="18788" y="9419"/>
                    <a:pt x="18716" y="9403"/>
                    <a:pt x="18684" y="9403"/>
                  </a:cubicBezTo>
                  <a:cubicBezTo>
                    <a:pt x="18648" y="9403"/>
                    <a:pt x="18573" y="9421"/>
                    <a:pt x="18551" y="9450"/>
                  </a:cubicBezTo>
                  <a:cubicBezTo>
                    <a:pt x="18530" y="9478"/>
                    <a:pt x="18528" y="9561"/>
                    <a:pt x="18536" y="9596"/>
                  </a:cubicBezTo>
                  <a:cubicBezTo>
                    <a:pt x="18546" y="9632"/>
                    <a:pt x="18602" y="9684"/>
                    <a:pt x="18617" y="9718"/>
                  </a:cubicBezTo>
                  <a:cubicBezTo>
                    <a:pt x="18636" y="9759"/>
                    <a:pt x="18673" y="9846"/>
                    <a:pt x="18669" y="9892"/>
                  </a:cubicBezTo>
                  <a:cubicBezTo>
                    <a:pt x="18667" y="9913"/>
                    <a:pt x="18632" y="9945"/>
                    <a:pt x="18632" y="9967"/>
                  </a:cubicBezTo>
                  <a:cubicBezTo>
                    <a:pt x="18632" y="9996"/>
                    <a:pt x="18669" y="10044"/>
                    <a:pt x="18684" y="10069"/>
                  </a:cubicBezTo>
                  <a:cubicBezTo>
                    <a:pt x="18699" y="10096"/>
                    <a:pt x="18746" y="10140"/>
                    <a:pt x="18753" y="10171"/>
                  </a:cubicBezTo>
                  <a:cubicBezTo>
                    <a:pt x="18759" y="10198"/>
                    <a:pt x="18744" y="10252"/>
                    <a:pt x="18735" y="10277"/>
                  </a:cubicBezTo>
                  <a:cubicBezTo>
                    <a:pt x="18726" y="10305"/>
                    <a:pt x="18703" y="10364"/>
                    <a:pt x="18680" y="10380"/>
                  </a:cubicBezTo>
                  <a:cubicBezTo>
                    <a:pt x="18655" y="10396"/>
                    <a:pt x="18590" y="10399"/>
                    <a:pt x="18562" y="10388"/>
                  </a:cubicBezTo>
                  <a:cubicBezTo>
                    <a:pt x="18530" y="10374"/>
                    <a:pt x="18477" y="10319"/>
                    <a:pt x="18466" y="10285"/>
                  </a:cubicBezTo>
                  <a:cubicBezTo>
                    <a:pt x="18458" y="10259"/>
                    <a:pt x="18475" y="10203"/>
                    <a:pt x="18477" y="10175"/>
                  </a:cubicBezTo>
                  <a:cubicBezTo>
                    <a:pt x="18480" y="10147"/>
                    <a:pt x="18488" y="10092"/>
                    <a:pt x="18488" y="10065"/>
                  </a:cubicBezTo>
                  <a:cubicBezTo>
                    <a:pt x="18488" y="10037"/>
                    <a:pt x="18497" y="9973"/>
                    <a:pt x="18477" y="9954"/>
                  </a:cubicBezTo>
                  <a:cubicBezTo>
                    <a:pt x="18455" y="9932"/>
                    <a:pt x="18381" y="9933"/>
                    <a:pt x="18356" y="9951"/>
                  </a:cubicBezTo>
                  <a:cubicBezTo>
                    <a:pt x="18337" y="9962"/>
                    <a:pt x="18324" y="10011"/>
                    <a:pt x="18318" y="10033"/>
                  </a:cubicBezTo>
                  <a:cubicBezTo>
                    <a:pt x="18314" y="10059"/>
                    <a:pt x="18316" y="10113"/>
                    <a:pt x="18318" y="10140"/>
                  </a:cubicBezTo>
                  <a:cubicBezTo>
                    <a:pt x="18323" y="10173"/>
                    <a:pt x="18363" y="10238"/>
                    <a:pt x="18352" y="10270"/>
                  </a:cubicBezTo>
                  <a:cubicBezTo>
                    <a:pt x="18340" y="10303"/>
                    <a:pt x="18247" y="10316"/>
                    <a:pt x="18238" y="10352"/>
                  </a:cubicBezTo>
                  <a:cubicBezTo>
                    <a:pt x="18231" y="10379"/>
                    <a:pt x="18267" y="10431"/>
                    <a:pt x="18286" y="10450"/>
                  </a:cubicBezTo>
                  <a:cubicBezTo>
                    <a:pt x="18307" y="10474"/>
                    <a:pt x="18364" y="10503"/>
                    <a:pt x="18392" y="10513"/>
                  </a:cubicBezTo>
                  <a:cubicBezTo>
                    <a:pt x="18422" y="10525"/>
                    <a:pt x="18483" y="10539"/>
                    <a:pt x="18514" y="10537"/>
                  </a:cubicBezTo>
                  <a:cubicBezTo>
                    <a:pt x="18534" y="10536"/>
                    <a:pt x="18571" y="10518"/>
                    <a:pt x="18591" y="10513"/>
                  </a:cubicBezTo>
                  <a:cubicBezTo>
                    <a:pt x="18614" y="10508"/>
                    <a:pt x="18662" y="10489"/>
                    <a:pt x="18684" y="10498"/>
                  </a:cubicBezTo>
                  <a:cubicBezTo>
                    <a:pt x="18721" y="10513"/>
                    <a:pt x="18784" y="10588"/>
                    <a:pt x="18783" y="10632"/>
                  </a:cubicBezTo>
                  <a:cubicBezTo>
                    <a:pt x="18781" y="10671"/>
                    <a:pt x="18705" y="10717"/>
                    <a:pt x="18680" y="10746"/>
                  </a:cubicBezTo>
                  <a:cubicBezTo>
                    <a:pt x="18648" y="10783"/>
                    <a:pt x="18593" y="10869"/>
                    <a:pt x="18555" y="10899"/>
                  </a:cubicBezTo>
                  <a:cubicBezTo>
                    <a:pt x="18535" y="10914"/>
                    <a:pt x="18490" y="10941"/>
                    <a:pt x="18466" y="10939"/>
                  </a:cubicBezTo>
                  <a:cubicBezTo>
                    <a:pt x="18438" y="10936"/>
                    <a:pt x="18381" y="10904"/>
                    <a:pt x="18371" y="10876"/>
                  </a:cubicBezTo>
                  <a:cubicBezTo>
                    <a:pt x="18357" y="10840"/>
                    <a:pt x="18402" y="10764"/>
                    <a:pt x="18404" y="10726"/>
                  </a:cubicBezTo>
                  <a:cubicBezTo>
                    <a:pt x="18405" y="10709"/>
                    <a:pt x="18404" y="10674"/>
                    <a:pt x="18397" y="10659"/>
                  </a:cubicBezTo>
                  <a:cubicBezTo>
                    <a:pt x="18386" y="10639"/>
                    <a:pt x="18351" y="10602"/>
                    <a:pt x="18330" y="10600"/>
                  </a:cubicBezTo>
                  <a:cubicBezTo>
                    <a:pt x="18306" y="10597"/>
                    <a:pt x="18258" y="10627"/>
                    <a:pt x="18242" y="10648"/>
                  </a:cubicBezTo>
                  <a:cubicBezTo>
                    <a:pt x="18220" y="10675"/>
                    <a:pt x="18206" y="10753"/>
                    <a:pt x="18201" y="10789"/>
                  </a:cubicBezTo>
                  <a:cubicBezTo>
                    <a:pt x="18194" y="10847"/>
                    <a:pt x="18190" y="10965"/>
                    <a:pt x="18205" y="11021"/>
                  </a:cubicBezTo>
                  <a:cubicBezTo>
                    <a:pt x="18215" y="11059"/>
                    <a:pt x="18251" y="11126"/>
                    <a:pt x="18275" y="11155"/>
                  </a:cubicBezTo>
                  <a:cubicBezTo>
                    <a:pt x="18298" y="11185"/>
                    <a:pt x="18364" y="11221"/>
                    <a:pt x="18389" y="11250"/>
                  </a:cubicBezTo>
                  <a:cubicBezTo>
                    <a:pt x="18411" y="11276"/>
                    <a:pt x="18455" y="11333"/>
                    <a:pt x="18462" y="11368"/>
                  </a:cubicBezTo>
                  <a:cubicBezTo>
                    <a:pt x="18469" y="11406"/>
                    <a:pt x="18455" y="11488"/>
                    <a:pt x="18437" y="11521"/>
                  </a:cubicBezTo>
                  <a:cubicBezTo>
                    <a:pt x="18419" y="11552"/>
                    <a:pt x="18349" y="11578"/>
                    <a:pt x="18330" y="11608"/>
                  </a:cubicBezTo>
                  <a:cubicBezTo>
                    <a:pt x="18299" y="11658"/>
                    <a:pt x="18277" y="11781"/>
                    <a:pt x="18275" y="11840"/>
                  </a:cubicBezTo>
                  <a:cubicBezTo>
                    <a:pt x="18273" y="11866"/>
                    <a:pt x="18276" y="11921"/>
                    <a:pt x="18289" y="11943"/>
                  </a:cubicBezTo>
                  <a:cubicBezTo>
                    <a:pt x="18311" y="11978"/>
                    <a:pt x="18408" y="11991"/>
                    <a:pt x="18426" y="12029"/>
                  </a:cubicBezTo>
                  <a:cubicBezTo>
                    <a:pt x="18440" y="12061"/>
                    <a:pt x="18422" y="12135"/>
                    <a:pt x="18411" y="12167"/>
                  </a:cubicBezTo>
                  <a:cubicBezTo>
                    <a:pt x="18397" y="12206"/>
                    <a:pt x="18350" y="12273"/>
                    <a:pt x="18322" y="12302"/>
                  </a:cubicBezTo>
                  <a:cubicBezTo>
                    <a:pt x="18295" y="12329"/>
                    <a:pt x="18225" y="12365"/>
                    <a:pt x="18194" y="12387"/>
                  </a:cubicBezTo>
                  <a:cubicBezTo>
                    <a:pt x="18168" y="12406"/>
                    <a:pt x="18111" y="12435"/>
                    <a:pt x="18094" y="12463"/>
                  </a:cubicBezTo>
                  <a:cubicBezTo>
                    <a:pt x="18079" y="12487"/>
                    <a:pt x="18067" y="12552"/>
                    <a:pt x="18073" y="12581"/>
                  </a:cubicBezTo>
                  <a:cubicBezTo>
                    <a:pt x="18076" y="12611"/>
                    <a:pt x="18125" y="12657"/>
                    <a:pt x="18127" y="12686"/>
                  </a:cubicBezTo>
                  <a:cubicBezTo>
                    <a:pt x="18130" y="12724"/>
                    <a:pt x="18101" y="12796"/>
                    <a:pt x="18080" y="12825"/>
                  </a:cubicBezTo>
                  <a:cubicBezTo>
                    <a:pt x="18065" y="12845"/>
                    <a:pt x="18023" y="12882"/>
                    <a:pt x="17998" y="12880"/>
                  </a:cubicBezTo>
                  <a:cubicBezTo>
                    <a:pt x="17963" y="12877"/>
                    <a:pt x="17904" y="12817"/>
                    <a:pt x="17892" y="12781"/>
                  </a:cubicBezTo>
                  <a:cubicBezTo>
                    <a:pt x="17881" y="12750"/>
                    <a:pt x="17893" y="12676"/>
                    <a:pt x="17910" y="12648"/>
                  </a:cubicBezTo>
                  <a:cubicBezTo>
                    <a:pt x="17923" y="12627"/>
                    <a:pt x="17980" y="12619"/>
                    <a:pt x="17988" y="12597"/>
                  </a:cubicBezTo>
                  <a:cubicBezTo>
                    <a:pt x="17993" y="12580"/>
                    <a:pt x="17983" y="12539"/>
                    <a:pt x="17969" y="12530"/>
                  </a:cubicBezTo>
                  <a:cubicBezTo>
                    <a:pt x="17936" y="12505"/>
                    <a:pt x="17850" y="12540"/>
                    <a:pt x="17811" y="12541"/>
                  </a:cubicBezTo>
                  <a:cubicBezTo>
                    <a:pt x="17772" y="12543"/>
                    <a:pt x="17694" y="12531"/>
                    <a:pt x="17656" y="12541"/>
                  </a:cubicBezTo>
                  <a:cubicBezTo>
                    <a:pt x="17631" y="12549"/>
                    <a:pt x="17579" y="12572"/>
                    <a:pt x="17568" y="12597"/>
                  </a:cubicBezTo>
                  <a:cubicBezTo>
                    <a:pt x="17555" y="12623"/>
                    <a:pt x="17570" y="12688"/>
                    <a:pt x="17583" y="12715"/>
                  </a:cubicBezTo>
                  <a:cubicBezTo>
                    <a:pt x="17596" y="12744"/>
                    <a:pt x="17656" y="12777"/>
                    <a:pt x="17671" y="12805"/>
                  </a:cubicBezTo>
                  <a:cubicBezTo>
                    <a:pt x="17687" y="12835"/>
                    <a:pt x="17710" y="12905"/>
                    <a:pt x="17704" y="12939"/>
                  </a:cubicBezTo>
                  <a:cubicBezTo>
                    <a:pt x="17698" y="12972"/>
                    <a:pt x="17659" y="13034"/>
                    <a:pt x="17630" y="13049"/>
                  </a:cubicBezTo>
                  <a:cubicBezTo>
                    <a:pt x="17608" y="13061"/>
                    <a:pt x="17555" y="13040"/>
                    <a:pt x="17531" y="13046"/>
                  </a:cubicBezTo>
                  <a:cubicBezTo>
                    <a:pt x="17479" y="13056"/>
                    <a:pt x="17364" y="13091"/>
                    <a:pt x="17335" y="13140"/>
                  </a:cubicBezTo>
                  <a:cubicBezTo>
                    <a:pt x="17314" y="13176"/>
                    <a:pt x="17343" y="13270"/>
                    <a:pt x="17340" y="13313"/>
                  </a:cubicBezTo>
                  <a:cubicBezTo>
                    <a:pt x="17336" y="13352"/>
                    <a:pt x="17329" y="13430"/>
                    <a:pt x="17310" y="13463"/>
                  </a:cubicBezTo>
                  <a:cubicBezTo>
                    <a:pt x="17301" y="13477"/>
                    <a:pt x="17275" y="13504"/>
                    <a:pt x="17258" y="13506"/>
                  </a:cubicBezTo>
                  <a:cubicBezTo>
                    <a:pt x="17226" y="13512"/>
                    <a:pt x="17164" y="13478"/>
                    <a:pt x="17137" y="13459"/>
                  </a:cubicBezTo>
                  <a:cubicBezTo>
                    <a:pt x="17110" y="13439"/>
                    <a:pt x="17074" y="13378"/>
                    <a:pt x="17049" y="13357"/>
                  </a:cubicBezTo>
                  <a:cubicBezTo>
                    <a:pt x="17035" y="13345"/>
                    <a:pt x="17004" y="13322"/>
                    <a:pt x="16986" y="13317"/>
                  </a:cubicBezTo>
                  <a:cubicBezTo>
                    <a:pt x="16966" y="13311"/>
                    <a:pt x="16916" y="13302"/>
                    <a:pt x="16902" y="13317"/>
                  </a:cubicBezTo>
                  <a:cubicBezTo>
                    <a:pt x="16879" y="13339"/>
                    <a:pt x="16885" y="13415"/>
                    <a:pt x="16890" y="13447"/>
                  </a:cubicBezTo>
                  <a:cubicBezTo>
                    <a:pt x="16895" y="13478"/>
                    <a:pt x="16918" y="13538"/>
                    <a:pt x="16938" y="13562"/>
                  </a:cubicBezTo>
                  <a:cubicBezTo>
                    <a:pt x="16963" y="13590"/>
                    <a:pt x="17033" y="13617"/>
                    <a:pt x="17067" y="13632"/>
                  </a:cubicBezTo>
                  <a:cubicBezTo>
                    <a:pt x="17100" y="13646"/>
                    <a:pt x="17168" y="13675"/>
                    <a:pt x="17204" y="13675"/>
                  </a:cubicBezTo>
                  <a:cubicBezTo>
                    <a:pt x="17234" y="13675"/>
                    <a:pt x="17291" y="13642"/>
                    <a:pt x="17321" y="13636"/>
                  </a:cubicBezTo>
                  <a:cubicBezTo>
                    <a:pt x="17352" y="13630"/>
                    <a:pt x="17417" y="13617"/>
                    <a:pt x="17446" y="13629"/>
                  </a:cubicBezTo>
                  <a:cubicBezTo>
                    <a:pt x="17470" y="13637"/>
                    <a:pt x="17513" y="13674"/>
                    <a:pt x="17523" y="13699"/>
                  </a:cubicBezTo>
                  <a:cubicBezTo>
                    <a:pt x="17539" y="13735"/>
                    <a:pt x="17540" y="13821"/>
                    <a:pt x="17523" y="13856"/>
                  </a:cubicBezTo>
                  <a:cubicBezTo>
                    <a:pt x="17510" y="13886"/>
                    <a:pt x="17457" y="13925"/>
                    <a:pt x="17428" y="13935"/>
                  </a:cubicBezTo>
                  <a:cubicBezTo>
                    <a:pt x="17392" y="13948"/>
                    <a:pt x="17309" y="13948"/>
                    <a:pt x="17273" y="13931"/>
                  </a:cubicBezTo>
                  <a:cubicBezTo>
                    <a:pt x="17237" y="13914"/>
                    <a:pt x="17199" y="13827"/>
                    <a:pt x="17163" y="13809"/>
                  </a:cubicBezTo>
                  <a:cubicBezTo>
                    <a:pt x="17135" y="13796"/>
                    <a:pt x="17071" y="13788"/>
                    <a:pt x="17041" y="13798"/>
                  </a:cubicBezTo>
                  <a:cubicBezTo>
                    <a:pt x="17004" y="13810"/>
                    <a:pt x="16947" y="13872"/>
                    <a:pt x="16923" y="13904"/>
                  </a:cubicBezTo>
                  <a:cubicBezTo>
                    <a:pt x="16905" y="13929"/>
                    <a:pt x="16875" y="13987"/>
                    <a:pt x="16869" y="14018"/>
                  </a:cubicBezTo>
                  <a:cubicBezTo>
                    <a:pt x="16862" y="14049"/>
                    <a:pt x="16856" y="14118"/>
                    <a:pt x="16872" y="14144"/>
                  </a:cubicBezTo>
                  <a:cubicBezTo>
                    <a:pt x="16900" y="14190"/>
                    <a:pt x="17005" y="14239"/>
                    <a:pt x="17056" y="14239"/>
                  </a:cubicBezTo>
                  <a:cubicBezTo>
                    <a:pt x="17089" y="14239"/>
                    <a:pt x="17141" y="14179"/>
                    <a:pt x="17174" y="14176"/>
                  </a:cubicBezTo>
                  <a:cubicBezTo>
                    <a:pt x="17197" y="14173"/>
                    <a:pt x="17246" y="14185"/>
                    <a:pt x="17262" y="14204"/>
                  </a:cubicBezTo>
                  <a:cubicBezTo>
                    <a:pt x="17284" y="14227"/>
                    <a:pt x="17292" y="14300"/>
                    <a:pt x="17288" y="14333"/>
                  </a:cubicBezTo>
                  <a:cubicBezTo>
                    <a:pt x="17284" y="14360"/>
                    <a:pt x="17246" y="14404"/>
                    <a:pt x="17240" y="14431"/>
                  </a:cubicBezTo>
                  <a:cubicBezTo>
                    <a:pt x="17234" y="14461"/>
                    <a:pt x="17259" y="14526"/>
                    <a:pt x="17247" y="14554"/>
                  </a:cubicBezTo>
                  <a:cubicBezTo>
                    <a:pt x="17235" y="14582"/>
                    <a:pt x="17182" y="14618"/>
                    <a:pt x="17155" y="14629"/>
                  </a:cubicBezTo>
                  <a:cubicBezTo>
                    <a:pt x="17125" y="14640"/>
                    <a:pt x="17058" y="14633"/>
                    <a:pt x="17027" y="14633"/>
                  </a:cubicBezTo>
                  <a:cubicBezTo>
                    <a:pt x="17000" y="14632"/>
                    <a:pt x="16949" y="14621"/>
                    <a:pt x="16923" y="14624"/>
                  </a:cubicBezTo>
                  <a:cubicBezTo>
                    <a:pt x="16895" y="14629"/>
                    <a:pt x="16828" y="14638"/>
                    <a:pt x="16813" y="14664"/>
                  </a:cubicBezTo>
                  <a:cubicBezTo>
                    <a:pt x="16802" y="14683"/>
                    <a:pt x="16813" y="14735"/>
                    <a:pt x="16824" y="14754"/>
                  </a:cubicBezTo>
                  <a:cubicBezTo>
                    <a:pt x="16836" y="14774"/>
                    <a:pt x="16885" y="14790"/>
                    <a:pt x="16898" y="14810"/>
                  </a:cubicBezTo>
                  <a:cubicBezTo>
                    <a:pt x="16913" y="14833"/>
                    <a:pt x="16926" y="14892"/>
                    <a:pt x="16923" y="14920"/>
                  </a:cubicBezTo>
                  <a:cubicBezTo>
                    <a:pt x="16921" y="14946"/>
                    <a:pt x="16905" y="15002"/>
                    <a:pt x="16883" y="15014"/>
                  </a:cubicBezTo>
                  <a:cubicBezTo>
                    <a:pt x="16856" y="15029"/>
                    <a:pt x="16789" y="15010"/>
                    <a:pt x="16765" y="14990"/>
                  </a:cubicBezTo>
                  <a:cubicBezTo>
                    <a:pt x="16736" y="14966"/>
                    <a:pt x="16734" y="14872"/>
                    <a:pt x="16706" y="14845"/>
                  </a:cubicBezTo>
                  <a:cubicBezTo>
                    <a:pt x="16688" y="14827"/>
                    <a:pt x="16635" y="14803"/>
                    <a:pt x="16610" y="14810"/>
                  </a:cubicBezTo>
                  <a:cubicBezTo>
                    <a:pt x="16584" y="14817"/>
                    <a:pt x="16561" y="14883"/>
                    <a:pt x="16537" y="14896"/>
                  </a:cubicBezTo>
                  <a:cubicBezTo>
                    <a:pt x="16499" y="14915"/>
                    <a:pt x="16403" y="14875"/>
                    <a:pt x="16371" y="14904"/>
                  </a:cubicBezTo>
                  <a:cubicBezTo>
                    <a:pt x="16352" y="14921"/>
                    <a:pt x="16344" y="14984"/>
                    <a:pt x="16349" y="15010"/>
                  </a:cubicBezTo>
                  <a:cubicBezTo>
                    <a:pt x="16353" y="15032"/>
                    <a:pt x="16378" y="15074"/>
                    <a:pt x="16397" y="15085"/>
                  </a:cubicBezTo>
                  <a:cubicBezTo>
                    <a:pt x="16426" y="15102"/>
                    <a:pt x="16497" y="15080"/>
                    <a:pt x="16530" y="15085"/>
                  </a:cubicBezTo>
                  <a:cubicBezTo>
                    <a:pt x="16571" y="15091"/>
                    <a:pt x="16655" y="15106"/>
                    <a:pt x="16688" y="15132"/>
                  </a:cubicBezTo>
                  <a:cubicBezTo>
                    <a:pt x="16707" y="15148"/>
                    <a:pt x="16734" y="15197"/>
                    <a:pt x="16739" y="15223"/>
                  </a:cubicBezTo>
                  <a:cubicBezTo>
                    <a:pt x="16746" y="15256"/>
                    <a:pt x="16742" y="15329"/>
                    <a:pt x="16725" y="15357"/>
                  </a:cubicBezTo>
                  <a:cubicBezTo>
                    <a:pt x="16699" y="15399"/>
                    <a:pt x="16596" y="15423"/>
                    <a:pt x="16562" y="15459"/>
                  </a:cubicBezTo>
                  <a:cubicBezTo>
                    <a:pt x="16536" y="15487"/>
                    <a:pt x="16490" y="15558"/>
                    <a:pt x="16485" y="15597"/>
                  </a:cubicBezTo>
                  <a:cubicBezTo>
                    <a:pt x="16479" y="15648"/>
                    <a:pt x="16509" y="15755"/>
                    <a:pt x="16537" y="15798"/>
                  </a:cubicBezTo>
                  <a:cubicBezTo>
                    <a:pt x="16560" y="15832"/>
                    <a:pt x="16629" y="15881"/>
                    <a:pt x="16666" y="15893"/>
                  </a:cubicBezTo>
                  <a:cubicBezTo>
                    <a:pt x="16707" y="15905"/>
                    <a:pt x="16800" y="15866"/>
                    <a:pt x="16839" y="15889"/>
                  </a:cubicBezTo>
                  <a:cubicBezTo>
                    <a:pt x="16871" y="15907"/>
                    <a:pt x="16911" y="15980"/>
                    <a:pt x="16916" y="16018"/>
                  </a:cubicBezTo>
                  <a:cubicBezTo>
                    <a:pt x="16919" y="16042"/>
                    <a:pt x="16906" y="16092"/>
                    <a:pt x="16890" y="16109"/>
                  </a:cubicBezTo>
                  <a:cubicBezTo>
                    <a:pt x="16871" y="16129"/>
                    <a:pt x="16814" y="16138"/>
                    <a:pt x="16787" y="16136"/>
                  </a:cubicBezTo>
                  <a:cubicBezTo>
                    <a:pt x="16758" y="16136"/>
                    <a:pt x="16705" y="16103"/>
                    <a:pt x="16677" y="16098"/>
                  </a:cubicBezTo>
                  <a:cubicBezTo>
                    <a:pt x="16634" y="16089"/>
                    <a:pt x="16547" y="16088"/>
                    <a:pt x="16504" y="16094"/>
                  </a:cubicBezTo>
                  <a:cubicBezTo>
                    <a:pt x="16476" y="16096"/>
                    <a:pt x="16424" y="16126"/>
                    <a:pt x="16397" y="16120"/>
                  </a:cubicBezTo>
                  <a:cubicBezTo>
                    <a:pt x="16379" y="16117"/>
                    <a:pt x="16355" y="16085"/>
                    <a:pt x="16338" y="16077"/>
                  </a:cubicBezTo>
                  <a:cubicBezTo>
                    <a:pt x="16314" y="16068"/>
                    <a:pt x="16262" y="16056"/>
                    <a:pt x="16239" y="16065"/>
                  </a:cubicBezTo>
                  <a:cubicBezTo>
                    <a:pt x="16217" y="16074"/>
                    <a:pt x="16184" y="16114"/>
                    <a:pt x="16176" y="16136"/>
                  </a:cubicBezTo>
                  <a:cubicBezTo>
                    <a:pt x="16162" y="16176"/>
                    <a:pt x="16176" y="16264"/>
                    <a:pt x="16183" y="16306"/>
                  </a:cubicBezTo>
                  <a:cubicBezTo>
                    <a:pt x="16189" y="16339"/>
                    <a:pt x="16206" y="16405"/>
                    <a:pt x="16224" y="16432"/>
                  </a:cubicBezTo>
                  <a:cubicBezTo>
                    <a:pt x="16246" y="16464"/>
                    <a:pt x="16306" y="16516"/>
                    <a:pt x="16341" y="16526"/>
                  </a:cubicBezTo>
                  <a:cubicBezTo>
                    <a:pt x="16383" y="16538"/>
                    <a:pt x="16476" y="16527"/>
                    <a:pt x="16515" y="16506"/>
                  </a:cubicBezTo>
                  <a:cubicBezTo>
                    <a:pt x="16539" y="16494"/>
                    <a:pt x="16562" y="16429"/>
                    <a:pt x="16589" y="16424"/>
                  </a:cubicBezTo>
                  <a:cubicBezTo>
                    <a:pt x="16618" y="16418"/>
                    <a:pt x="16674" y="16459"/>
                    <a:pt x="16698" y="16479"/>
                  </a:cubicBezTo>
                  <a:cubicBezTo>
                    <a:pt x="16723" y="16497"/>
                    <a:pt x="16774" y="16539"/>
                    <a:pt x="16780" y="16570"/>
                  </a:cubicBezTo>
                  <a:cubicBezTo>
                    <a:pt x="16786" y="16600"/>
                    <a:pt x="16761" y="16667"/>
                    <a:pt x="16739" y="16687"/>
                  </a:cubicBezTo>
                  <a:cubicBezTo>
                    <a:pt x="16723" y="16704"/>
                    <a:pt x="16671" y="16704"/>
                    <a:pt x="16651" y="16716"/>
                  </a:cubicBezTo>
                  <a:cubicBezTo>
                    <a:pt x="16619" y="16733"/>
                    <a:pt x="16576" y="16809"/>
                    <a:pt x="16540" y="16814"/>
                  </a:cubicBezTo>
                  <a:cubicBezTo>
                    <a:pt x="16493" y="16820"/>
                    <a:pt x="16410" y="16749"/>
                    <a:pt x="16368" y="16727"/>
                  </a:cubicBezTo>
                  <a:cubicBezTo>
                    <a:pt x="16335" y="16710"/>
                    <a:pt x="16264" y="16684"/>
                    <a:pt x="16239" y="16656"/>
                  </a:cubicBezTo>
                  <a:cubicBezTo>
                    <a:pt x="16221" y="16637"/>
                    <a:pt x="16215" y="16574"/>
                    <a:pt x="16194" y="16558"/>
                  </a:cubicBezTo>
                  <a:cubicBezTo>
                    <a:pt x="16168" y="16537"/>
                    <a:pt x="16098" y="16532"/>
                    <a:pt x="16065" y="16535"/>
                  </a:cubicBezTo>
                  <a:cubicBezTo>
                    <a:pt x="16039" y="16536"/>
                    <a:pt x="15987" y="16553"/>
                    <a:pt x="15966" y="16570"/>
                  </a:cubicBezTo>
                  <a:cubicBezTo>
                    <a:pt x="15931" y="16597"/>
                    <a:pt x="15871" y="16674"/>
                    <a:pt x="15867" y="16719"/>
                  </a:cubicBezTo>
                  <a:cubicBezTo>
                    <a:pt x="15863" y="16752"/>
                    <a:pt x="15891" y="16819"/>
                    <a:pt x="15915" y="16841"/>
                  </a:cubicBezTo>
                  <a:cubicBezTo>
                    <a:pt x="15940" y="16865"/>
                    <a:pt x="16010" y="16883"/>
                    <a:pt x="16044" y="16885"/>
                  </a:cubicBezTo>
                  <a:cubicBezTo>
                    <a:pt x="16084" y="16887"/>
                    <a:pt x="16163" y="16839"/>
                    <a:pt x="16202" y="16849"/>
                  </a:cubicBezTo>
                  <a:cubicBezTo>
                    <a:pt x="16237" y="16858"/>
                    <a:pt x="16293" y="16915"/>
                    <a:pt x="16312" y="16947"/>
                  </a:cubicBezTo>
                  <a:cubicBezTo>
                    <a:pt x="16339" y="16991"/>
                    <a:pt x="16374" y="17097"/>
                    <a:pt x="16363" y="17148"/>
                  </a:cubicBezTo>
                  <a:cubicBezTo>
                    <a:pt x="16358" y="17178"/>
                    <a:pt x="16319" y="17231"/>
                    <a:pt x="16294" y="17243"/>
                  </a:cubicBezTo>
                  <a:cubicBezTo>
                    <a:pt x="16257" y="17260"/>
                    <a:pt x="16172" y="17218"/>
                    <a:pt x="16132" y="17227"/>
                  </a:cubicBezTo>
                  <a:cubicBezTo>
                    <a:pt x="16089" y="17237"/>
                    <a:pt x="16008" y="17285"/>
                    <a:pt x="15981" y="17322"/>
                  </a:cubicBezTo>
                  <a:cubicBezTo>
                    <a:pt x="15955" y="17357"/>
                    <a:pt x="15921" y="17452"/>
                    <a:pt x="15933" y="17495"/>
                  </a:cubicBezTo>
                  <a:cubicBezTo>
                    <a:pt x="15941" y="17523"/>
                    <a:pt x="15996" y="17551"/>
                    <a:pt x="16017" y="17570"/>
                  </a:cubicBezTo>
                  <a:cubicBezTo>
                    <a:pt x="16048" y="17596"/>
                    <a:pt x="16123" y="17636"/>
                    <a:pt x="16143" y="17672"/>
                  </a:cubicBezTo>
                  <a:cubicBezTo>
                    <a:pt x="16155" y="17694"/>
                    <a:pt x="16162" y="17749"/>
                    <a:pt x="16157" y="17774"/>
                  </a:cubicBezTo>
                  <a:cubicBezTo>
                    <a:pt x="16152" y="17805"/>
                    <a:pt x="16117" y="17860"/>
                    <a:pt x="16098" y="17885"/>
                  </a:cubicBezTo>
                  <a:cubicBezTo>
                    <a:pt x="16081" y="17908"/>
                    <a:pt x="16025" y="17939"/>
                    <a:pt x="16014" y="17968"/>
                  </a:cubicBezTo>
                  <a:cubicBezTo>
                    <a:pt x="16002" y="17998"/>
                    <a:pt x="15995" y="18080"/>
                    <a:pt x="16017" y="18102"/>
                  </a:cubicBezTo>
                  <a:cubicBezTo>
                    <a:pt x="16041" y="18124"/>
                    <a:pt x="16112" y="18099"/>
                    <a:pt x="16143" y="18089"/>
                  </a:cubicBezTo>
                  <a:cubicBezTo>
                    <a:pt x="16168" y="18082"/>
                    <a:pt x="16220" y="18061"/>
                    <a:pt x="16235" y="18038"/>
                  </a:cubicBezTo>
                  <a:cubicBezTo>
                    <a:pt x="16258" y="18003"/>
                    <a:pt x="16250" y="17911"/>
                    <a:pt x="16257" y="17869"/>
                  </a:cubicBezTo>
                  <a:cubicBezTo>
                    <a:pt x="16261" y="17846"/>
                    <a:pt x="16259" y="17792"/>
                    <a:pt x="16275" y="17779"/>
                  </a:cubicBezTo>
                  <a:cubicBezTo>
                    <a:pt x="16290" y="17766"/>
                    <a:pt x="16332" y="17772"/>
                    <a:pt x="16349" y="17779"/>
                  </a:cubicBezTo>
                  <a:cubicBezTo>
                    <a:pt x="16377" y="17789"/>
                    <a:pt x="16429" y="17828"/>
                    <a:pt x="16441" y="17857"/>
                  </a:cubicBezTo>
                  <a:cubicBezTo>
                    <a:pt x="16456" y="17893"/>
                    <a:pt x="16436" y="17976"/>
                    <a:pt x="16433" y="18015"/>
                  </a:cubicBezTo>
                  <a:cubicBezTo>
                    <a:pt x="16432" y="18037"/>
                    <a:pt x="16437" y="18086"/>
                    <a:pt x="16427" y="18105"/>
                  </a:cubicBezTo>
                  <a:cubicBezTo>
                    <a:pt x="16414" y="18128"/>
                    <a:pt x="16368" y="18156"/>
                    <a:pt x="16345" y="18164"/>
                  </a:cubicBezTo>
                  <a:cubicBezTo>
                    <a:pt x="16316" y="18174"/>
                    <a:pt x="16254" y="18157"/>
                    <a:pt x="16224" y="18164"/>
                  </a:cubicBezTo>
                  <a:cubicBezTo>
                    <a:pt x="16204" y="18169"/>
                    <a:pt x="16161" y="18184"/>
                    <a:pt x="16150" y="18204"/>
                  </a:cubicBezTo>
                  <a:cubicBezTo>
                    <a:pt x="16133" y="18234"/>
                    <a:pt x="16137" y="18313"/>
                    <a:pt x="16150" y="18345"/>
                  </a:cubicBezTo>
                  <a:cubicBezTo>
                    <a:pt x="16163" y="18376"/>
                    <a:pt x="16213" y="18425"/>
                    <a:pt x="16242" y="18436"/>
                  </a:cubicBezTo>
                  <a:cubicBezTo>
                    <a:pt x="16268" y="18446"/>
                    <a:pt x="16327" y="18443"/>
                    <a:pt x="16353" y="18432"/>
                  </a:cubicBezTo>
                  <a:cubicBezTo>
                    <a:pt x="16384" y="18418"/>
                    <a:pt x="16428" y="18359"/>
                    <a:pt x="16452" y="18334"/>
                  </a:cubicBezTo>
                  <a:cubicBezTo>
                    <a:pt x="16478" y="18305"/>
                    <a:pt x="16532" y="18249"/>
                    <a:pt x="16551" y="18216"/>
                  </a:cubicBezTo>
                  <a:cubicBezTo>
                    <a:pt x="16568" y="18189"/>
                    <a:pt x="16588" y="18127"/>
                    <a:pt x="16600" y="18097"/>
                  </a:cubicBezTo>
                  <a:cubicBezTo>
                    <a:pt x="16612" y="18065"/>
                    <a:pt x="16626" y="17993"/>
                    <a:pt x="16647" y="17968"/>
                  </a:cubicBezTo>
                  <a:cubicBezTo>
                    <a:pt x="16659" y="17953"/>
                    <a:pt x="16692" y="17931"/>
                    <a:pt x="16710" y="17932"/>
                  </a:cubicBezTo>
                  <a:cubicBezTo>
                    <a:pt x="16736" y="17934"/>
                    <a:pt x="16782" y="17971"/>
                    <a:pt x="16795" y="17995"/>
                  </a:cubicBezTo>
                  <a:cubicBezTo>
                    <a:pt x="16813" y="18030"/>
                    <a:pt x="16815" y="18118"/>
                    <a:pt x="16805" y="18156"/>
                  </a:cubicBezTo>
                  <a:cubicBezTo>
                    <a:pt x="16798" y="18189"/>
                    <a:pt x="16761" y="18243"/>
                    <a:pt x="16739" y="18267"/>
                  </a:cubicBezTo>
                  <a:cubicBezTo>
                    <a:pt x="16716" y="18291"/>
                    <a:pt x="16654" y="18320"/>
                    <a:pt x="16632" y="18345"/>
                  </a:cubicBezTo>
                  <a:cubicBezTo>
                    <a:pt x="16611" y="18371"/>
                    <a:pt x="16586" y="18436"/>
                    <a:pt x="16566" y="18464"/>
                  </a:cubicBezTo>
                  <a:cubicBezTo>
                    <a:pt x="16547" y="18490"/>
                    <a:pt x="16493" y="18532"/>
                    <a:pt x="16478" y="18562"/>
                  </a:cubicBezTo>
                  <a:cubicBezTo>
                    <a:pt x="16458" y="18601"/>
                    <a:pt x="16440" y="18691"/>
                    <a:pt x="16445" y="18735"/>
                  </a:cubicBezTo>
                  <a:cubicBezTo>
                    <a:pt x="16450" y="18790"/>
                    <a:pt x="16510" y="18884"/>
                    <a:pt x="16530" y="18936"/>
                  </a:cubicBezTo>
                  <a:cubicBezTo>
                    <a:pt x="16541" y="18968"/>
                    <a:pt x="16552" y="19038"/>
                    <a:pt x="16571" y="19066"/>
                  </a:cubicBezTo>
                  <a:cubicBezTo>
                    <a:pt x="16588" y="19093"/>
                    <a:pt x="16636" y="19157"/>
                    <a:pt x="16666" y="19149"/>
                  </a:cubicBezTo>
                  <a:cubicBezTo>
                    <a:pt x="16700" y="19139"/>
                    <a:pt x="16705" y="19045"/>
                    <a:pt x="16721" y="19011"/>
                  </a:cubicBezTo>
                  <a:cubicBezTo>
                    <a:pt x="16734" y="18981"/>
                    <a:pt x="16753" y="18910"/>
                    <a:pt x="16780" y="18893"/>
                  </a:cubicBezTo>
                  <a:cubicBezTo>
                    <a:pt x="16805" y="18877"/>
                    <a:pt x="16869" y="18878"/>
                    <a:pt x="16894" y="18893"/>
                  </a:cubicBezTo>
                  <a:cubicBezTo>
                    <a:pt x="16919" y="18909"/>
                    <a:pt x="16949" y="18969"/>
                    <a:pt x="16953" y="18999"/>
                  </a:cubicBezTo>
                  <a:cubicBezTo>
                    <a:pt x="16956" y="19032"/>
                    <a:pt x="16928" y="19095"/>
                    <a:pt x="16916" y="19125"/>
                  </a:cubicBezTo>
                  <a:cubicBezTo>
                    <a:pt x="16905" y="19153"/>
                    <a:pt x="16882" y="19210"/>
                    <a:pt x="16861" y="19232"/>
                  </a:cubicBezTo>
                  <a:cubicBezTo>
                    <a:pt x="16839" y="19253"/>
                    <a:pt x="16768" y="19259"/>
                    <a:pt x="16754" y="19287"/>
                  </a:cubicBezTo>
                  <a:cubicBezTo>
                    <a:pt x="16739" y="19317"/>
                    <a:pt x="16769" y="19387"/>
                    <a:pt x="16773" y="19421"/>
                  </a:cubicBezTo>
                  <a:cubicBezTo>
                    <a:pt x="16776" y="19458"/>
                    <a:pt x="16789" y="19533"/>
                    <a:pt x="16787" y="19570"/>
                  </a:cubicBezTo>
                  <a:cubicBezTo>
                    <a:pt x="16785" y="19614"/>
                    <a:pt x="16772" y="19704"/>
                    <a:pt x="16754" y="19743"/>
                  </a:cubicBezTo>
                  <a:cubicBezTo>
                    <a:pt x="16744" y="19765"/>
                    <a:pt x="16716" y="19809"/>
                    <a:pt x="16695" y="19818"/>
                  </a:cubicBezTo>
                  <a:cubicBezTo>
                    <a:pt x="16654" y="19836"/>
                    <a:pt x="16562" y="19805"/>
                    <a:pt x="16518" y="19794"/>
                  </a:cubicBezTo>
                  <a:cubicBezTo>
                    <a:pt x="16490" y="19787"/>
                    <a:pt x="16434" y="19751"/>
                    <a:pt x="16404" y="19755"/>
                  </a:cubicBezTo>
                  <a:cubicBezTo>
                    <a:pt x="16368" y="19760"/>
                    <a:pt x="16302" y="19805"/>
                    <a:pt x="16283" y="19838"/>
                  </a:cubicBezTo>
                  <a:cubicBezTo>
                    <a:pt x="16265" y="19869"/>
                    <a:pt x="16254" y="19950"/>
                    <a:pt x="16268" y="19983"/>
                  </a:cubicBezTo>
                  <a:cubicBezTo>
                    <a:pt x="16285" y="20021"/>
                    <a:pt x="16362" y="20057"/>
                    <a:pt x="16397" y="20074"/>
                  </a:cubicBezTo>
                  <a:cubicBezTo>
                    <a:pt x="16431" y="20091"/>
                    <a:pt x="16507" y="20103"/>
                    <a:pt x="16540" y="20121"/>
                  </a:cubicBezTo>
                  <a:cubicBezTo>
                    <a:pt x="16586" y="20146"/>
                    <a:pt x="16687" y="20203"/>
                    <a:pt x="16703" y="20255"/>
                  </a:cubicBezTo>
                  <a:cubicBezTo>
                    <a:pt x="16714" y="20295"/>
                    <a:pt x="16680" y="20382"/>
                    <a:pt x="16654" y="20413"/>
                  </a:cubicBezTo>
                  <a:cubicBezTo>
                    <a:pt x="16634" y="20438"/>
                    <a:pt x="16559" y="20444"/>
                    <a:pt x="16540" y="20471"/>
                  </a:cubicBezTo>
                  <a:cubicBezTo>
                    <a:pt x="16525" y="20494"/>
                    <a:pt x="16527" y="20540"/>
                    <a:pt x="16527" y="20582"/>
                  </a:cubicBezTo>
                  <a:lnTo>
                    <a:pt x="15163" y="20695"/>
                  </a:lnTo>
                  <a:lnTo>
                    <a:pt x="8320" y="21220"/>
                  </a:lnTo>
                  <a:lnTo>
                    <a:pt x="3631" y="21589"/>
                  </a:lnTo>
                  <a:lnTo>
                    <a:pt x="3447" y="18488"/>
                  </a:lnTo>
                  <a:cubicBezTo>
                    <a:pt x="3447" y="18488"/>
                    <a:pt x="3373" y="18500"/>
                    <a:pt x="3354" y="18485"/>
                  </a:cubicBezTo>
                  <a:cubicBezTo>
                    <a:pt x="3330" y="18465"/>
                    <a:pt x="3339" y="18382"/>
                    <a:pt x="3314" y="18364"/>
                  </a:cubicBezTo>
                  <a:cubicBezTo>
                    <a:pt x="3298" y="18350"/>
                    <a:pt x="3248" y="18354"/>
                    <a:pt x="3229" y="18364"/>
                  </a:cubicBezTo>
                  <a:cubicBezTo>
                    <a:pt x="3206" y="18376"/>
                    <a:pt x="3187" y="18432"/>
                    <a:pt x="3168" y="18450"/>
                  </a:cubicBezTo>
                  <a:cubicBezTo>
                    <a:pt x="3150" y="18467"/>
                    <a:pt x="3110" y="18502"/>
                    <a:pt x="3087" y="18501"/>
                  </a:cubicBezTo>
                  <a:cubicBezTo>
                    <a:pt x="3065" y="18499"/>
                    <a:pt x="3032" y="18460"/>
                    <a:pt x="3018" y="18443"/>
                  </a:cubicBezTo>
                  <a:cubicBezTo>
                    <a:pt x="2996" y="18417"/>
                    <a:pt x="2971" y="18347"/>
                    <a:pt x="2944" y="18327"/>
                  </a:cubicBezTo>
                  <a:cubicBezTo>
                    <a:pt x="2924" y="18311"/>
                    <a:pt x="2873" y="18293"/>
                    <a:pt x="2849" y="18298"/>
                  </a:cubicBezTo>
                  <a:cubicBezTo>
                    <a:pt x="2820" y="18305"/>
                    <a:pt x="2772" y="18349"/>
                    <a:pt x="2757" y="18377"/>
                  </a:cubicBezTo>
                  <a:cubicBezTo>
                    <a:pt x="2746" y="18401"/>
                    <a:pt x="2759" y="18463"/>
                    <a:pt x="2743" y="18485"/>
                  </a:cubicBezTo>
                  <a:cubicBezTo>
                    <a:pt x="2720" y="18514"/>
                    <a:pt x="2643" y="18548"/>
                    <a:pt x="2608" y="18540"/>
                  </a:cubicBezTo>
                  <a:cubicBezTo>
                    <a:pt x="2578" y="18532"/>
                    <a:pt x="2552" y="18456"/>
                    <a:pt x="2524" y="18443"/>
                  </a:cubicBezTo>
                  <a:cubicBezTo>
                    <a:pt x="2497" y="18429"/>
                    <a:pt x="2431" y="18429"/>
                    <a:pt x="2402" y="18438"/>
                  </a:cubicBezTo>
                  <a:cubicBezTo>
                    <a:pt x="2382" y="18443"/>
                    <a:pt x="2347" y="18471"/>
                    <a:pt x="2333" y="18488"/>
                  </a:cubicBezTo>
                  <a:cubicBezTo>
                    <a:pt x="2319" y="18503"/>
                    <a:pt x="2309" y="18550"/>
                    <a:pt x="2293" y="18563"/>
                  </a:cubicBezTo>
                  <a:cubicBezTo>
                    <a:pt x="2273" y="18581"/>
                    <a:pt x="2215" y="18607"/>
                    <a:pt x="2191" y="18595"/>
                  </a:cubicBezTo>
                  <a:cubicBezTo>
                    <a:pt x="2169" y="18584"/>
                    <a:pt x="2177" y="18507"/>
                    <a:pt x="2154" y="18503"/>
                  </a:cubicBezTo>
                  <a:cubicBezTo>
                    <a:pt x="2127" y="18499"/>
                    <a:pt x="2107" y="18579"/>
                    <a:pt x="2082" y="18592"/>
                  </a:cubicBezTo>
                  <a:cubicBezTo>
                    <a:pt x="2061" y="18604"/>
                    <a:pt x="2006" y="18615"/>
                    <a:pt x="1987" y="18600"/>
                  </a:cubicBezTo>
                  <a:cubicBezTo>
                    <a:pt x="1961" y="18581"/>
                    <a:pt x="1983" y="18479"/>
                    <a:pt x="1953" y="18469"/>
                  </a:cubicBezTo>
                  <a:cubicBezTo>
                    <a:pt x="1927" y="18461"/>
                    <a:pt x="1898" y="18541"/>
                    <a:pt x="1872" y="18542"/>
                  </a:cubicBezTo>
                  <a:cubicBezTo>
                    <a:pt x="1843" y="18543"/>
                    <a:pt x="1800" y="18490"/>
                    <a:pt x="1781" y="18466"/>
                  </a:cubicBezTo>
                  <a:cubicBezTo>
                    <a:pt x="1767" y="18450"/>
                    <a:pt x="1755" y="18403"/>
                    <a:pt x="1739" y="18390"/>
                  </a:cubicBezTo>
                  <a:cubicBezTo>
                    <a:pt x="1720" y="18374"/>
                    <a:pt x="1662" y="18378"/>
                    <a:pt x="1643" y="18361"/>
                  </a:cubicBezTo>
                  <a:cubicBezTo>
                    <a:pt x="1623" y="18343"/>
                    <a:pt x="1599" y="18285"/>
                    <a:pt x="1597" y="18256"/>
                  </a:cubicBezTo>
                  <a:cubicBezTo>
                    <a:pt x="1595" y="18233"/>
                    <a:pt x="1619" y="18190"/>
                    <a:pt x="1621" y="18167"/>
                  </a:cubicBezTo>
                  <a:cubicBezTo>
                    <a:pt x="1623" y="18149"/>
                    <a:pt x="1627" y="18107"/>
                    <a:pt x="1614" y="18095"/>
                  </a:cubicBezTo>
                  <a:cubicBezTo>
                    <a:pt x="1594" y="18080"/>
                    <a:pt x="1533" y="18095"/>
                    <a:pt x="1511" y="18109"/>
                  </a:cubicBezTo>
                  <a:cubicBezTo>
                    <a:pt x="1488" y="18124"/>
                    <a:pt x="1464" y="18180"/>
                    <a:pt x="1446" y="18201"/>
                  </a:cubicBezTo>
                  <a:cubicBezTo>
                    <a:pt x="1444" y="18204"/>
                    <a:pt x="1441" y="18209"/>
                    <a:pt x="1438" y="18213"/>
                  </a:cubicBezTo>
                  <a:lnTo>
                    <a:pt x="1142" y="7953"/>
                  </a:lnTo>
                  <a:lnTo>
                    <a:pt x="1" y="1674"/>
                  </a:lnTo>
                  <a:lnTo>
                    <a:pt x="0" y="1654"/>
                  </a:lnTo>
                  <a:lnTo>
                    <a:pt x="5554" y="1256"/>
                  </a:lnTo>
                  <a:lnTo>
                    <a:pt x="7888" y="1067"/>
                  </a:lnTo>
                  <a:lnTo>
                    <a:pt x="10679" y="839"/>
                  </a:lnTo>
                  <a:lnTo>
                    <a:pt x="12586" y="681"/>
                  </a:lnTo>
                  <a:lnTo>
                    <a:pt x="18757" y="28"/>
                  </a:lnTo>
                  <a:cubicBezTo>
                    <a:pt x="18757" y="28"/>
                    <a:pt x="18925" y="-11"/>
                    <a:pt x="18978" y="3"/>
                  </a:cubicBezTo>
                  <a:cubicBezTo>
                    <a:pt x="19020" y="15"/>
                    <a:pt x="19099" y="70"/>
                    <a:pt x="19121" y="110"/>
                  </a:cubicBezTo>
                  <a:cubicBezTo>
                    <a:pt x="19143" y="151"/>
                    <a:pt x="19119" y="255"/>
                    <a:pt x="19136" y="300"/>
                  </a:cubicBezTo>
                  <a:cubicBezTo>
                    <a:pt x="19152" y="341"/>
                    <a:pt x="19213" y="406"/>
                    <a:pt x="19243" y="437"/>
                  </a:cubicBezTo>
                  <a:cubicBezTo>
                    <a:pt x="19278" y="472"/>
                    <a:pt x="19353" y="540"/>
                    <a:pt x="19398" y="558"/>
                  </a:cubicBezTo>
                  <a:cubicBezTo>
                    <a:pt x="19422" y="570"/>
                    <a:pt x="19481" y="556"/>
                    <a:pt x="19501" y="575"/>
                  </a:cubicBezTo>
                  <a:cubicBezTo>
                    <a:pt x="19528" y="600"/>
                    <a:pt x="19547" y="683"/>
                    <a:pt x="19542" y="721"/>
                  </a:cubicBezTo>
                  <a:cubicBezTo>
                    <a:pt x="19536" y="755"/>
                    <a:pt x="19476" y="801"/>
                    <a:pt x="19467" y="835"/>
                  </a:cubicBezTo>
                  <a:cubicBezTo>
                    <a:pt x="19462" y="861"/>
                    <a:pt x="19470" y="917"/>
                    <a:pt x="19479" y="941"/>
                  </a:cubicBezTo>
                  <a:cubicBezTo>
                    <a:pt x="19489" y="971"/>
                    <a:pt x="19539" y="1013"/>
                    <a:pt x="19549" y="1044"/>
                  </a:cubicBezTo>
                  <a:cubicBezTo>
                    <a:pt x="19564" y="1089"/>
                    <a:pt x="19576" y="1194"/>
                    <a:pt x="19556" y="1236"/>
                  </a:cubicBezTo>
                  <a:cubicBezTo>
                    <a:pt x="19547" y="1255"/>
                    <a:pt x="19507" y="1273"/>
                    <a:pt x="19490" y="1283"/>
                  </a:cubicBezTo>
                  <a:cubicBezTo>
                    <a:pt x="19468" y="1297"/>
                    <a:pt x="19414" y="1307"/>
                    <a:pt x="19398" y="1327"/>
                  </a:cubicBezTo>
                  <a:cubicBezTo>
                    <a:pt x="19381" y="1347"/>
                    <a:pt x="19374" y="1405"/>
                    <a:pt x="19365" y="1429"/>
                  </a:cubicBezTo>
                  <a:cubicBezTo>
                    <a:pt x="19351" y="1467"/>
                    <a:pt x="19331" y="1549"/>
                    <a:pt x="19305" y="1579"/>
                  </a:cubicBezTo>
                  <a:cubicBezTo>
                    <a:pt x="19268" y="1624"/>
                    <a:pt x="19152" y="1660"/>
                    <a:pt x="19107" y="1697"/>
                  </a:cubicBezTo>
                  <a:cubicBezTo>
                    <a:pt x="19082" y="1717"/>
                    <a:pt x="19040" y="1768"/>
                    <a:pt x="19019" y="1792"/>
                  </a:cubicBezTo>
                  <a:cubicBezTo>
                    <a:pt x="18995" y="1818"/>
                    <a:pt x="18936" y="1863"/>
                    <a:pt x="18926" y="1898"/>
                  </a:cubicBezTo>
                  <a:cubicBezTo>
                    <a:pt x="18919" y="1926"/>
                    <a:pt x="18952" y="1983"/>
                    <a:pt x="18948" y="2012"/>
                  </a:cubicBezTo>
                  <a:cubicBezTo>
                    <a:pt x="18945" y="2041"/>
                    <a:pt x="18917" y="2094"/>
                    <a:pt x="18901" y="2119"/>
                  </a:cubicBezTo>
                  <a:cubicBezTo>
                    <a:pt x="18874" y="2157"/>
                    <a:pt x="18802" y="2217"/>
                    <a:pt x="18768" y="2248"/>
                  </a:cubicBezTo>
                  <a:cubicBezTo>
                    <a:pt x="18734" y="2279"/>
                    <a:pt x="18655" y="2331"/>
                    <a:pt x="18628" y="2371"/>
                  </a:cubicBezTo>
                  <a:cubicBezTo>
                    <a:pt x="18604" y="2406"/>
                    <a:pt x="18580" y="2493"/>
                    <a:pt x="18569" y="2536"/>
                  </a:cubicBezTo>
                  <a:cubicBezTo>
                    <a:pt x="18558" y="2579"/>
                    <a:pt x="18554" y="2671"/>
                    <a:pt x="18540" y="2713"/>
                  </a:cubicBezTo>
                  <a:cubicBezTo>
                    <a:pt x="18525" y="2757"/>
                    <a:pt x="18473" y="2835"/>
                    <a:pt x="18455" y="2879"/>
                  </a:cubicBezTo>
                  <a:cubicBezTo>
                    <a:pt x="18444" y="2908"/>
                    <a:pt x="18418" y="2997"/>
                    <a:pt x="18418" y="2997"/>
                  </a:cubicBezTo>
                  <a:lnTo>
                    <a:pt x="21228" y="2661"/>
                  </a:lnTo>
                  <a:cubicBezTo>
                    <a:pt x="21223" y="2669"/>
                    <a:pt x="21219" y="2676"/>
                    <a:pt x="21217" y="2684"/>
                  </a:cubicBezTo>
                  <a:cubicBezTo>
                    <a:pt x="21204" y="2727"/>
                    <a:pt x="21223" y="2822"/>
                    <a:pt x="21241" y="2863"/>
                  </a:cubicBezTo>
                  <a:cubicBezTo>
                    <a:pt x="21258" y="2901"/>
                    <a:pt x="21313" y="2964"/>
                    <a:pt x="21347" y="2986"/>
                  </a:cubicBezTo>
                  <a:cubicBezTo>
                    <a:pt x="21386" y="3012"/>
                    <a:pt x="21486" y="3010"/>
                    <a:pt x="21524" y="3039"/>
                  </a:cubicBezTo>
                  <a:cubicBezTo>
                    <a:pt x="21548" y="3058"/>
                    <a:pt x="21585" y="3117"/>
                    <a:pt x="21592" y="3148"/>
                  </a:cubicBezTo>
                  <a:cubicBezTo>
                    <a:pt x="21600" y="3183"/>
                    <a:pt x="21598" y="3259"/>
                    <a:pt x="21579" y="3288"/>
                  </a:cubicBezTo>
                  <a:cubicBezTo>
                    <a:pt x="21568" y="3307"/>
                    <a:pt x="21526" y="3333"/>
                    <a:pt x="21506" y="3330"/>
                  </a:cubicBezTo>
                  <a:cubicBezTo>
                    <a:pt x="21479" y="3325"/>
                    <a:pt x="21457" y="3259"/>
                    <a:pt x="21432" y="3246"/>
                  </a:cubicBezTo>
                  <a:cubicBezTo>
                    <a:pt x="21401" y="3228"/>
                    <a:pt x="21328" y="3223"/>
                    <a:pt x="21293" y="3222"/>
                  </a:cubicBezTo>
                  <a:cubicBezTo>
                    <a:pt x="21257" y="3221"/>
                    <a:pt x="21179" y="3219"/>
                    <a:pt x="21148" y="3238"/>
                  </a:cubicBezTo>
                  <a:cubicBezTo>
                    <a:pt x="21120" y="3255"/>
                    <a:pt x="21086" y="3318"/>
                    <a:pt x="21075" y="3351"/>
                  </a:cubicBezTo>
                  <a:cubicBezTo>
                    <a:pt x="21064" y="3380"/>
                    <a:pt x="21051" y="3448"/>
                    <a:pt x="21064" y="3477"/>
                  </a:cubicBezTo>
                  <a:cubicBezTo>
                    <a:pt x="21075" y="3498"/>
                    <a:pt x="21118" y="3523"/>
                    <a:pt x="21141" y="3530"/>
                  </a:cubicBezTo>
                  <a:cubicBezTo>
                    <a:pt x="21172" y="3538"/>
                    <a:pt x="21239" y="3515"/>
                    <a:pt x="21271" y="3521"/>
                  </a:cubicBezTo>
                  <a:cubicBezTo>
                    <a:pt x="21306" y="3529"/>
                    <a:pt x="21383" y="3554"/>
                    <a:pt x="21401" y="3587"/>
                  </a:cubicBezTo>
                  <a:cubicBezTo>
                    <a:pt x="21417" y="3618"/>
                    <a:pt x="21402" y="3696"/>
                    <a:pt x="21386" y="3726"/>
                  </a:cubicBezTo>
                  <a:cubicBezTo>
                    <a:pt x="21371" y="3755"/>
                    <a:pt x="21319" y="3793"/>
                    <a:pt x="21291" y="3805"/>
                  </a:cubicBezTo>
                  <a:cubicBezTo>
                    <a:pt x="21267" y="3815"/>
                    <a:pt x="21217" y="3813"/>
                    <a:pt x="21192" y="3816"/>
                  </a:cubicBezTo>
                  <a:cubicBezTo>
                    <a:pt x="21161" y="3819"/>
                    <a:pt x="21097" y="3817"/>
                    <a:pt x="21069" y="3834"/>
                  </a:cubicBezTo>
                  <a:cubicBezTo>
                    <a:pt x="21048" y="3847"/>
                    <a:pt x="21016" y="3893"/>
                    <a:pt x="21011" y="3918"/>
                  </a:cubicBezTo>
                  <a:cubicBezTo>
                    <a:pt x="21000" y="3956"/>
                    <a:pt x="21042" y="4039"/>
                    <a:pt x="21027" y="4076"/>
                  </a:cubicBezTo>
                  <a:cubicBezTo>
                    <a:pt x="21013" y="4110"/>
                    <a:pt x="20945" y="4151"/>
                    <a:pt x="20912" y="4165"/>
                  </a:cubicBezTo>
                  <a:cubicBezTo>
                    <a:pt x="20882" y="4178"/>
                    <a:pt x="20814" y="4173"/>
                    <a:pt x="20782" y="4183"/>
                  </a:cubicBezTo>
                  <a:cubicBezTo>
                    <a:pt x="20751" y="4193"/>
                    <a:pt x="20698" y="4249"/>
                    <a:pt x="20667" y="4243"/>
                  </a:cubicBezTo>
                  <a:cubicBezTo>
                    <a:pt x="20630" y="4236"/>
                    <a:pt x="20604" y="4127"/>
                    <a:pt x="20566" y="4122"/>
                  </a:cubicBezTo>
                  <a:cubicBezTo>
                    <a:pt x="20530" y="4118"/>
                    <a:pt x="20475" y="4184"/>
                    <a:pt x="20448" y="4209"/>
                  </a:cubicBezTo>
                  <a:cubicBezTo>
                    <a:pt x="20410" y="4247"/>
                    <a:pt x="20332" y="4327"/>
                    <a:pt x="20318" y="4380"/>
                  </a:cubicBezTo>
                  <a:cubicBezTo>
                    <a:pt x="20306" y="4425"/>
                    <a:pt x="20324" y="4522"/>
                    <a:pt x="20340" y="4566"/>
                  </a:cubicBezTo>
                  <a:cubicBezTo>
                    <a:pt x="20354" y="4602"/>
                    <a:pt x="20399" y="4664"/>
                    <a:pt x="20423" y="4693"/>
                  </a:cubicBezTo>
                  <a:cubicBezTo>
                    <a:pt x="20449" y="4722"/>
                    <a:pt x="20503" y="4782"/>
                    <a:pt x="20539" y="4795"/>
                  </a:cubicBezTo>
                  <a:cubicBezTo>
                    <a:pt x="20570" y="4806"/>
                    <a:pt x="20641" y="4808"/>
                    <a:pt x="20669" y="4789"/>
                  </a:cubicBezTo>
                  <a:cubicBezTo>
                    <a:pt x="20691" y="4776"/>
                    <a:pt x="20705" y="4716"/>
                    <a:pt x="20721" y="4695"/>
                  </a:cubicBezTo>
                  <a:cubicBezTo>
                    <a:pt x="20731" y="4682"/>
                    <a:pt x="20752" y="4651"/>
                    <a:pt x="20767" y="4653"/>
                  </a:cubicBezTo>
                  <a:cubicBezTo>
                    <a:pt x="20791" y="4655"/>
                    <a:pt x="20821" y="4707"/>
                    <a:pt x="20829" y="4731"/>
                  </a:cubicBezTo>
                  <a:cubicBezTo>
                    <a:pt x="20839" y="4764"/>
                    <a:pt x="20840" y="4840"/>
                    <a:pt x="20824" y="4871"/>
                  </a:cubicBezTo>
                  <a:cubicBezTo>
                    <a:pt x="20804" y="4907"/>
                    <a:pt x="20726" y="4940"/>
                    <a:pt x="20691" y="4960"/>
                  </a:cubicBezTo>
                  <a:cubicBezTo>
                    <a:pt x="20651" y="4983"/>
                    <a:pt x="20560" y="5010"/>
                    <a:pt x="20527" y="5044"/>
                  </a:cubicBezTo>
                  <a:cubicBezTo>
                    <a:pt x="20496" y="5076"/>
                    <a:pt x="20444" y="5159"/>
                    <a:pt x="20446" y="5204"/>
                  </a:cubicBezTo>
                  <a:cubicBezTo>
                    <a:pt x="20447" y="5237"/>
                    <a:pt x="20485" y="5297"/>
                    <a:pt x="20512" y="5312"/>
                  </a:cubicBezTo>
                  <a:cubicBezTo>
                    <a:pt x="20534" y="5324"/>
                    <a:pt x="20586" y="5304"/>
                    <a:pt x="20610" y="5309"/>
                  </a:cubicBezTo>
                  <a:cubicBezTo>
                    <a:pt x="20635" y="5315"/>
                    <a:pt x="20688" y="5332"/>
                    <a:pt x="20701" y="5354"/>
                  </a:cubicBezTo>
                  <a:cubicBezTo>
                    <a:pt x="20722" y="5388"/>
                    <a:pt x="20712" y="5478"/>
                    <a:pt x="20701" y="5516"/>
                  </a:cubicBezTo>
                  <a:cubicBezTo>
                    <a:pt x="20693" y="5544"/>
                    <a:pt x="20663" y="5598"/>
                    <a:pt x="20640" y="5611"/>
                  </a:cubicBezTo>
                  <a:cubicBezTo>
                    <a:pt x="20619" y="5624"/>
                    <a:pt x="20567" y="5622"/>
                    <a:pt x="20544" y="5616"/>
                  </a:cubicBezTo>
                  <a:cubicBezTo>
                    <a:pt x="20514" y="5609"/>
                    <a:pt x="20456" y="5578"/>
                    <a:pt x="20438" y="5551"/>
                  </a:cubicBezTo>
                  <a:cubicBezTo>
                    <a:pt x="20420" y="5522"/>
                    <a:pt x="20434" y="5444"/>
                    <a:pt x="20419" y="5414"/>
                  </a:cubicBezTo>
                  <a:cubicBezTo>
                    <a:pt x="20408" y="5394"/>
                    <a:pt x="20375" y="5361"/>
                    <a:pt x="20355" y="5351"/>
                  </a:cubicBezTo>
                  <a:cubicBezTo>
                    <a:pt x="20333" y="5341"/>
                    <a:pt x="20283" y="5335"/>
                    <a:pt x="20259" y="5341"/>
                  </a:cubicBezTo>
                  <a:cubicBezTo>
                    <a:pt x="20222" y="5349"/>
                    <a:pt x="20151" y="5391"/>
                    <a:pt x="20127" y="5422"/>
                  </a:cubicBezTo>
                  <a:cubicBezTo>
                    <a:pt x="20096" y="5460"/>
                    <a:pt x="20061" y="5560"/>
                    <a:pt x="20061" y="5611"/>
                  </a:cubicBezTo>
                  <a:cubicBezTo>
                    <a:pt x="20061" y="5656"/>
                    <a:pt x="20091" y="5747"/>
                    <a:pt x="20119" y="5782"/>
                  </a:cubicBezTo>
                  <a:cubicBezTo>
                    <a:pt x="20143" y="5809"/>
                    <a:pt x="20219" y="5820"/>
                    <a:pt x="20243" y="5848"/>
                  </a:cubicBezTo>
                  <a:cubicBezTo>
                    <a:pt x="20265" y="5876"/>
                    <a:pt x="20288" y="5952"/>
                    <a:pt x="20286" y="5989"/>
                  </a:cubicBezTo>
                  <a:cubicBezTo>
                    <a:pt x="20284" y="6032"/>
                    <a:pt x="20243" y="6110"/>
                    <a:pt x="20220" y="6144"/>
                  </a:cubicBezTo>
                  <a:cubicBezTo>
                    <a:pt x="20203" y="6169"/>
                    <a:pt x="20163" y="6222"/>
                    <a:pt x="20134" y="6228"/>
                  </a:cubicBezTo>
                  <a:cubicBezTo>
                    <a:pt x="20112" y="6232"/>
                    <a:pt x="20064" y="6209"/>
                    <a:pt x="20048" y="6191"/>
                  </a:cubicBezTo>
                  <a:cubicBezTo>
                    <a:pt x="20022" y="6162"/>
                    <a:pt x="20004" y="6077"/>
                    <a:pt x="19999" y="6036"/>
                  </a:cubicBezTo>
                  <a:cubicBezTo>
                    <a:pt x="19996" y="6008"/>
                    <a:pt x="20017" y="5948"/>
                    <a:pt x="20009" y="5921"/>
                  </a:cubicBezTo>
                  <a:cubicBezTo>
                    <a:pt x="20003" y="5900"/>
                    <a:pt x="19977" y="5860"/>
                    <a:pt x="19957" y="5850"/>
                  </a:cubicBezTo>
                  <a:cubicBezTo>
                    <a:pt x="19931" y="5836"/>
                    <a:pt x="19867" y="5838"/>
                    <a:pt x="19840" y="5850"/>
                  </a:cubicBezTo>
                  <a:cubicBezTo>
                    <a:pt x="19816" y="5861"/>
                    <a:pt x="19778" y="5902"/>
                    <a:pt x="19768" y="5926"/>
                  </a:cubicBezTo>
                  <a:cubicBezTo>
                    <a:pt x="19756" y="5955"/>
                    <a:pt x="19769" y="6024"/>
                    <a:pt x="19761" y="6055"/>
                  </a:cubicBezTo>
                  <a:cubicBezTo>
                    <a:pt x="19753" y="6082"/>
                    <a:pt x="19726" y="6131"/>
                    <a:pt x="19709" y="6152"/>
                  </a:cubicBezTo>
                  <a:cubicBezTo>
                    <a:pt x="19689" y="6177"/>
                    <a:pt x="19626" y="6204"/>
                    <a:pt x="19611" y="6233"/>
                  </a:cubicBezTo>
                  <a:cubicBezTo>
                    <a:pt x="19591" y="6273"/>
                    <a:pt x="19593" y="6369"/>
                    <a:pt x="19596" y="6414"/>
                  </a:cubicBezTo>
                  <a:cubicBezTo>
                    <a:pt x="19598" y="6444"/>
                    <a:pt x="19604" y="6512"/>
                    <a:pt x="19626" y="6530"/>
                  </a:cubicBezTo>
                  <a:cubicBezTo>
                    <a:pt x="19652" y="6551"/>
                    <a:pt x="19729" y="6549"/>
                    <a:pt x="19756" y="6530"/>
                  </a:cubicBezTo>
                  <a:cubicBezTo>
                    <a:pt x="19780" y="6514"/>
                    <a:pt x="19806" y="6449"/>
                    <a:pt x="19802" y="6420"/>
                  </a:cubicBezTo>
                  <a:cubicBezTo>
                    <a:pt x="19799" y="6391"/>
                    <a:pt x="19739" y="6361"/>
                    <a:pt x="19737" y="6333"/>
                  </a:cubicBezTo>
                  <a:cubicBezTo>
                    <a:pt x="19734" y="6313"/>
                    <a:pt x="19755" y="6273"/>
                    <a:pt x="19771" y="6262"/>
                  </a:cubicBezTo>
                  <a:cubicBezTo>
                    <a:pt x="19790" y="6249"/>
                    <a:pt x="19843" y="6243"/>
                    <a:pt x="19864" y="6254"/>
                  </a:cubicBezTo>
                  <a:cubicBezTo>
                    <a:pt x="19886" y="6265"/>
                    <a:pt x="19901" y="6320"/>
                    <a:pt x="19915" y="6341"/>
                  </a:cubicBezTo>
                  <a:cubicBezTo>
                    <a:pt x="19935" y="6367"/>
                    <a:pt x="19988" y="6409"/>
                    <a:pt x="19999" y="6440"/>
                  </a:cubicBezTo>
                  <a:cubicBezTo>
                    <a:pt x="20009" y="6471"/>
                    <a:pt x="20004" y="6539"/>
                    <a:pt x="19994" y="6570"/>
                  </a:cubicBezTo>
                  <a:cubicBezTo>
                    <a:pt x="19986" y="6596"/>
                    <a:pt x="19937" y="6635"/>
                    <a:pt x="19930" y="6664"/>
                  </a:cubicBezTo>
                  <a:cubicBezTo>
                    <a:pt x="19922" y="6697"/>
                    <a:pt x="19955" y="6768"/>
                    <a:pt x="19948" y="6803"/>
                  </a:cubicBezTo>
                  <a:cubicBezTo>
                    <a:pt x="19941" y="6830"/>
                    <a:pt x="19909" y="6880"/>
                    <a:pt x="19886" y="6895"/>
                  </a:cubicBezTo>
                  <a:cubicBezTo>
                    <a:pt x="19848" y="6920"/>
                    <a:pt x="19742" y="6887"/>
                    <a:pt x="19707" y="6918"/>
                  </a:cubicBezTo>
                  <a:cubicBezTo>
                    <a:pt x="19686" y="6937"/>
                    <a:pt x="19673" y="7002"/>
                    <a:pt x="19675" y="7031"/>
                  </a:cubicBezTo>
                  <a:cubicBezTo>
                    <a:pt x="19678" y="7068"/>
                    <a:pt x="19709" y="7138"/>
                    <a:pt x="19734" y="7163"/>
                  </a:cubicBezTo>
                  <a:cubicBezTo>
                    <a:pt x="19759" y="7188"/>
                    <a:pt x="19827" y="7221"/>
                    <a:pt x="19862" y="7221"/>
                  </a:cubicBezTo>
                  <a:cubicBezTo>
                    <a:pt x="19893" y="7220"/>
                    <a:pt x="19946" y="7163"/>
                    <a:pt x="19977" y="7165"/>
                  </a:cubicBezTo>
                  <a:cubicBezTo>
                    <a:pt x="20002" y="7167"/>
                    <a:pt x="20046" y="7202"/>
                    <a:pt x="20061" y="7223"/>
                  </a:cubicBezTo>
                  <a:cubicBezTo>
                    <a:pt x="20084" y="7256"/>
                    <a:pt x="20112" y="7342"/>
                    <a:pt x="20104" y="7383"/>
                  </a:cubicBezTo>
                  <a:cubicBezTo>
                    <a:pt x="20099" y="7413"/>
                    <a:pt x="20050" y="7455"/>
                    <a:pt x="20033" y="7480"/>
                  </a:cubicBezTo>
                  <a:cubicBezTo>
                    <a:pt x="20017" y="7506"/>
                    <a:pt x="19971" y="7554"/>
                    <a:pt x="19970" y="7585"/>
                  </a:cubicBezTo>
                  <a:cubicBezTo>
                    <a:pt x="19969" y="7615"/>
                    <a:pt x="20002" y="7673"/>
                    <a:pt x="20026" y="7691"/>
                  </a:cubicBezTo>
                  <a:cubicBezTo>
                    <a:pt x="20053" y="7709"/>
                    <a:pt x="20123" y="7693"/>
                    <a:pt x="20154" y="7703"/>
                  </a:cubicBezTo>
                  <a:cubicBezTo>
                    <a:pt x="20177" y="7711"/>
                    <a:pt x="20228" y="7734"/>
                    <a:pt x="20237" y="7758"/>
                  </a:cubicBezTo>
                  <a:cubicBezTo>
                    <a:pt x="20250" y="7792"/>
                    <a:pt x="20224" y="7871"/>
                    <a:pt x="20201" y="7898"/>
                  </a:cubicBezTo>
                  <a:cubicBezTo>
                    <a:pt x="20176" y="7925"/>
                    <a:pt x="20102" y="7950"/>
                    <a:pt x="20068" y="7945"/>
                  </a:cubicBezTo>
                  <a:cubicBezTo>
                    <a:pt x="20039" y="7940"/>
                    <a:pt x="20000" y="7883"/>
                    <a:pt x="19972" y="7874"/>
                  </a:cubicBezTo>
                  <a:cubicBezTo>
                    <a:pt x="19940" y="7863"/>
                    <a:pt x="19864" y="7856"/>
                    <a:pt x="19835" y="7874"/>
                  </a:cubicBezTo>
                  <a:cubicBezTo>
                    <a:pt x="19799" y="7895"/>
                    <a:pt x="19758" y="7978"/>
                    <a:pt x="19749" y="8021"/>
                  </a:cubicBezTo>
                  <a:cubicBezTo>
                    <a:pt x="19736" y="8077"/>
                    <a:pt x="19773" y="8195"/>
                    <a:pt x="19766" y="8252"/>
                  </a:cubicBezTo>
                  <a:cubicBezTo>
                    <a:pt x="19764" y="8270"/>
                    <a:pt x="19759" y="8293"/>
                    <a:pt x="19752" y="831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87" name="Shape 4769"/>
            <p:cNvSpPr/>
            <p:nvPr/>
          </p:nvSpPr>
          <p:spPr>
            <a:xfrm>
              <a:off x="5867992" y="3658866"/>
              <a:ext cx="1041923" cy="973956"/>
            </a:xfrm>
            <a:custGeom>
              <a:avLst/>
              <a:gdLst/>
              <a:ahLst/>
              <a:cxnLst>
                <a:cxn ang="0">
                  <a:pos x="wd2" y="hd2"/>
                </a:cxn>
                <a:cxn ang="5400000">
                  <a:pos x="wd2" y="hd2"/>
                </a:cxn>
                <a:cxn ang="10800000">
                  <a:pos x="wd2" y="hd2"/>
                </a:cxn>
                <a:cxn ang="16200000">
                  <a:pos x="wd2" y="hd2"/>
                </a:cxn>
              </a:cxnLst>
              <a:rect l="0" t="0" r="r" b="b"/>
              <a:pathLst>
                <a:path w="21596" h="21589" extrusionOk="0">
                  <a:moveTo>
                    <a:pt x="19752" y="8318"/>
                  </a:moveTo>
                  <a:cubicBezTo>
                    <a:pt x="19740" y="8365"/>
                    <a:pt x="19721" y="8417"/>
                    <a:pt x="19702" y="8444"/>
                  </a:cubicBezTo>
                  <a:cubicBezTo>
                    <a:pt x="19679" y="8475"/>
                    <a:pt x="19613" y="8520"/>
                    <a:pt x="19576" y="8533"/>
                  </a:cubicBezTo>
                  <a:cubicBezTo>
                    <a:pt x="19548" y="8543"/>
                    <a:pt x="19486" y="8547"/>
                    <a:pt x="19456" y="8540"/>
                  </a:cubicBezTo>
                  <a:cubicBezTo>
                    <a:pt x="19426" y="8534"/>
                    <a:pt x="19374" y="8479"/>
                    <a:pt x="19344" y="8486"/>
                  </a:cubicBezTo>
                  <a:cubicBezTo>
                    <a:pt x="19319" y="8491"/>
                    <a:pt x="19290" y="8541"/>
                    <a:pt x="19278" y="8565"/>
                  </a:cubicBezTo>
                  <a:cubicBezTo>
                    <a:pt x="19258" y="8602"/>
                    <a:pt x="19224" y="8684"/>
                    <a:pt x="19229" y="8726"/>
                  </a:cubicBezTo>
                  <a:cubicBezTo>
                    <a:pt x="19230" y="8750"/>
                    <a:pt x="19260" y="8788"/>
                    <a:pt x="19272" y="8808"/>
                  </a:cubicBezTo>
                  <a:cubicBezTo>
                    <a:pt x="19293" y="8841"/>
                    <a:pt x="19334" y="8910"/>
                    <a:pt x="19365" y="8934"/>
                  </a:cubicBezTo>
                  <a:cubicBezTo>
                    <a:pt x="19400" y="8963"/>
                    <a:pt x="19495" y="8973"/>
                    <a:pt x="19527" y="9005"/>
                  </a:cubicBezTo>
                  <a:cubicBezTo>
                    <a:pt x="19555" y="9034"/>
                    <a:pt x="19596" y="9114"/>
                    <a:pt x="19593" y="9155"/>
                  </a:cubicBezTo>
                  <a:cubicBezTo>
                    <a:pt x="19590" y="9190"/>
                    <a:pt x="19542" y="9247"/>
                    <a:pt x="19520" y="9273"/>
                  </a:cubicBezTo>
                  <a:cubicBezTo>
                    <a:pt x="19495" y="9300"/>
                    <a:pt x="19435" y="9336"/>
                    <a:pt x="19409" y="9360"/>
                  </a:cubicBezTo>
                  <a:cubicBezTo>
                    <a:pt x="19385" y="9381"/>
                    <a:pt x="19326" y="9418"/>
                    <a:pt x="19320" y="9450"/>
                  </a:cubicBezTo>
                  <a:cubicBezTo>
                    <a:pt x="19316" y="9478"/>
                    <a:pt x="19369" y="9525"/>
                    <a:pt x="19365" y="9552"/>
                  </a:cubicBezTo>
                  <a:cubicBezTo>
                    <a:pt x="19360" y="9581"/>
                    <a:pt x="19317" y="9630"/>
                    <a:pt x="19291" y="9635"/>
                  </a:cubicBezTo>
                  <a:cubicBezTo>
                    <a:pt x="19260" y="9643"/>
                    <a:pt x="19205" y="9584"/>
                    <a:pt x="19173" y="9581"/>
                  </a:cubicBezTo>
                  <a:cubicBezTo>
                    <a:pt x="19145" y="9576"/>
                    <a:pt x="19089" y="9590"/>
                    <a:pt x="19063" y="9600"/>
                  </a:cubicBezTo>
                  <a:cubicBezTo>
                    <a:pt x="19023" y="9614"/>
                    <a:pt x="18954" y="9686"/>
                    <a:pt x="18912" y="9683"/>
                  </a:cubicBezTo>
                  <a:cubicBezTo>
                    <a:pt x="18884" y="9681"/>
                    <a:pt x="18834" y="9641"/>
                    <a:pt x="18820" y="9616"/>
                  </a:cubicBezTo>
                  <a:cubicBezTo>
                    <a:pt x="18800" y="9579"/>
                    <a:pt x="18834" y="9480"/>
                    <a:pt x="18808" y="9446"/>
                  </a:cubicBezTo>
                  <a:cubicBezTo>
                    <a:pt x="18788" y="9419"/>
                    <a:pt x="18716" y="9403"/>
                    <a:pt x="18684" y="9403"/>
                  </a:cubicBezTo>
                  <a:cubicBezTo>
                    <a:pt x="18648" y="9403"/>
                    <a:pt x="18573" y="9421"/>
                    <a:pt x="18551" y="9450"/>
                  </a:cubicBezTo>
                  <a:cubicBezTo>
                    <a:pt x="18530" y="9478"/>
                    <a:pt x="18528" y="9561"/>
                    <a:pt x="18536" y="9596"/>
                  </a:cubicBezTo>
                  <a:cubicBezTo>
                    <a:pt x="18546" y="9632"/>
                    <a:pt x="18602" y="9684"/>
                    <a:pt x="18617" y="9718"/>
                  </a:cubicBezTo>
                  <a:cubicBezTo>
                    <a:pt x="18636" y="9759"/>
                    <a:pt x="18673" y="9846"/>
                    <a:pt x="18669" y="9892"/>
                  </a:cubicBezTo>
                  <a:cubicBezTo>
                    <a:pt x="18667" y="9913"/>
                    <a:pt x="18632" y="9945"/>
                    <a:pt x="18632" y="9967"/>
                  </a:cubicBezTo>
                  <a:cubicBezTo>
                    <a:pt x="18632" y="9996"/>
                    <a:pt x="18669" y="10044"/>
                    <a:pt x="18684" y="10069"/>
                  </a:cubicBezTo>
                  <a:cubicBezTo>
                    <a:pt x="18699" y="10096"/>
                    <a:pt x="18746" y="10140"/>
                    <a:pt x="18753" y="10171"/>
                  </a:cubicBezTo>
                  <a:cubicBezTo>
                    <a:pt x="18759" y="10198"/>
                    <a:pt x="18744" y="10252"/>
                    <a:pt x="18735" y="10277"/>
                  </a:cubicBezTo>
                  <a:cubicBezTo>
                    <a:pt x="18726" y="10305"/>
                    <a:pt x="18703" y="10364"/>
                    <a:pt x="18680" y="10380"/>
                  </a:cubicBezTo>
                  <a:cubicBezTo>
                    <a:pt x="18655" y="10396"/>
                    <a:pt x="18590" y="10399"/>
                    <a:pt x="18562" y="10388"/>
                  </a:cubicBezTo>
                  <a:cubicBezTo>
                    <a:pt x="18530" y="10374"/>
                    <a:pt x="18477" y="10319"/>
                    <a:pt x="18466" y="10285"/>
                  </a:cubicBezTo>
                  <a:cubicBezTo>
                    <a:pt x="18458" y="10259"/>
                    <a:pt x="18475" y="10203"/>
                    <a:pt x="18477" y="10175"/>
                  </a:cubicBezTo>
                  <a:cubicBezTo>
                    <a:pt x="18480" y="10147"/>
                    <a:pt x="18488" y="10092"/>
                    <a:pt x="18488" y="10065"/>
                  </a:cubicBezTo>
                  <a:cubicBezTo>
                    <a:pt x="18488" y="10037"/>
                    <a:pt x="18497" y="9973"/>
                    <a:pt x="18477" y="9954"/>
                  </a:cubicBezTo>
                  <a:cubicBezTo>
                    <a:pt x="18455" y="9932"/>
                    <a:pt x="18381" y="9933"/>
                    <a:pt x="18356" y="9951"/>
                  </a:cubicBezTo>
                  <a:cubicBezTo>
                    <a:pt x="18337" y="9962"/>
                    <a:pt x="18324" y="10011"/>
                    <a:pt x="18318" y="10033"/>
                  </a:cubicBezTo>
                  <a:cubicBezTo>
                    <a:pt x="18314" y="10059"/>
                    <a:pt x="18316" y="10113"/>
                    <a:pt x="18318" y="10140"/>
                  </a:cubicBezTo>
                  <a:cubicBezTo>
                    <a:pt x="18323" y="10173"/>
                    <a:pt x="18363" y="10238"/>
                    <a:pt x="18352" y="10270"/>
                  </a:cubicBezTo>
                  <a:cubicBezTo>
                    <a:pt x="18340" y="10303"/>
                    <a:pt x="18247" y="10316"/>
                    <a:pt x="18238" y="10352"/>
                  </a:cubicBezTo>
                  <a:cubicBezTo>
                    <a:pt x="18231" y="10379"/>
                    <a:pt x="18267" y="10431"/>
                    <a:pt x="18286" y="10450"/>
                  </a:cubicBezTo>
                  <a:cubicBezTo>
                    <a:pt x="18307" y="10474"/>
                    <a:pt x="18364" y="10503"/>
                    <a:pt x="18392" y="10513"/>
                  </a:cubicBezTo>
                  <a:cubicBezTo>
                    <a:pt x="18422" y="10525"/>
                    <a:pt x="18483" y="10539"/>
                    <a:pt x="18514" y="10537"/>
                  </a:cubicBezTo>
                  <a:cubicBezTo>
                    <a:pt x="18534" y="10536"/>
                    <a:pt x="18571" y="10518"/>
                    <a:pt x="18591" y="10513"/>
                  </a:cubicBezTo>
                  <a:cubicBezTo>
                    <a:pt x="18614" y="10508"/>
                    <a:pt x="18662" y="10489"/>
                    <a:pt x="18684" y="10498"/>
                  </a:cubicBezTo>
                  <a:cubicBezTo>
                    <a:pt x="18721" y="10513"/>
                    <a:pt x="18784" y="10588"/>
                    <a:pt x="18783" y="10632"/>
                  </a:cubicBezTo>
                  <a:cubicBezTo>
                    <a:pt x="18781" y="10671"/>
                    <a:pt x="18705" y="10717"/>
                    <a:pt x="18680" y="10746"/>
                  </a:cubicBezTo>
                  <a:cubicBezTo>
                    <a:pt x="18648" y="10783"/>
                    <a:pt x="18593" y="10869"/>
                    <a:pt x="18555" y="10899"/>
                  </a:cubicBezTo>
                  <a:cubicBezTo>
                    <a:pt x="18535" y="10914"/>
                    <a:pt x="18490" y="10941"/>
                    <a:pt x="18466" y="10939"/>
                  </a:cubicBezTo>
                  <a:cubicBezTo>
                    <a:pt x="18438" y="10936"/>
                    <a:pt x="18381" y="10904"/>
                    <a:pt x="18371" y="10876"/>
                  </a:cubicBezTo>
                  <a:cubicBezTo>
                    <a:pt x="18357" y="10840"/>
                    <a:pt x="18402" y="10764"/>
                    <a:pt x="18404" y="10726"/>
                  </a:cubicBezTo>
                  <a:cubicBezTo>
                    <a:pt x="18405" y="10709"/>
                    <a:pt x="18404" y="10674"/>
                    <a:pt x="18397" y="10659"/>
                  </a:cubicBezTo>
                  <a:cubicBezTo>
                    <a:pt x="18386" y="10639"/>
                    <a:pt x="18351" y="10602"/>
                    <a:pt x="18330" y="10600"/>
                  </a:cubicBezTo>
                  <a:cubicBezTo>
                    <a:pt x="18306" y="10597"/>
                    <a:pt x="18258" y="10627"/>
                    <a:pt x="18242" y="10648"/>
                  </a:cubicBezTo>
                  <a:cubicBezTo>
                    <a:pt x="18220" y="10675"/>
                    <a:pt x="18206" y="10753"/>
                    <a:pt x="18201" y="10789"/>
                  </a:cubicBezTo>
                  <a:cubicBezTo>
                    <a:pt x="18194" y="10847"/>
                    <a:pt x="18190" y="10965"/>
                    <a:pt x="18205" y="11021"/>
                  </a:cubicBezTo>
                  <a:cubicBezTo>
                    <a:pt x="18215" y="11059"/>
                    <a:pt x="18251" y="11126"/>
                    <a:pt x="18275" y="11155"/>
                  </a:cubicBezTo>
                  <a:cubicBezTo>
                    <a:pt x="18298" y="11185"/>
                    <a:pt x="18364" y="11221"/>
                    <a:pt x="18389" y="11250"/>
                  </a:cubicBezTo>
                  <a:cubicBezTo>
                    <a:pt x="18411" y="11276"/>
                    <a:pt x="18455" y="11333"/>
                    <a:pt x="18462" y="11368"/>
                  </a:cubicBezTo>
                  <a:cubicBezTo>
                    <a:pt x="18469" y="11406"/>
                    <a:pt x="18455" y="11488"/>
                    <a:pt x="18437" y="11521"/>
                  </a:cubicBezTo>
                  <a:cubicBezTo>
                    <a:pt x="18419" y="11552"/>
                    <a:pt x="18349" y="11578"/>
                    <a:pt x="18330" y="11608"/>
                  </a:cubicBezTo>
                  <a:cubicBezTo>
                    <a:pt x="18299" y="11658"/>
                    <a:pt x="18277" y="11781"/>
                    <a:pt x="18275" y="11840"/>
                  </a:cubicBezTo>
                  <a:cubicBezTo>
                    <a:pt x="18273" y="11866"/>
                    <a:pt x="18276" y="11921"/>
                    <a:pt x="18289" y="11943"/>
                  </a:cubicBezTo>
                  <a:cubicBezTo>
                    <a:pt x="18311" y="11978"/>
                    <a:pt x="18408" y="11991"/>
                    <a:pt x="18426" y="12029"/>
                  </a:cubicBezTo>
                  <a:cubicBezTo>
                    <a:pt x="18440" y="12061"/>
                    <a:pt x="18422" y="12135"/>
                    <a:pt x="18411" y="12167"/>
                  </a:cubicBezTo>
                  <a:cubicBezTo>
                    <a:pt x="18397" y="12206"/>
                    <a:pt x="18350" y="12273"/>
                    <a:pt x="18322" y="12302"/>
                  </a:cubicBezTo>
                  <a:cubicBezTo>
                    <a:pt x="18295" y="12329"/>
                    <a:pt x="18225" y="12365"/>
                    <a:pt x="18194" y="12387"/>
                  </a:cubicBezTo>
                  <a:cubicBezTo>
                    <a:pt x="18168" y="12406"/>
                    <a:pt x="18111" y="12435"/>
                    <a:pt x="18094" y="12463"/>
                  </a:cubicBezTo>
                  <a:cubicBezTo>
                    <a:pt x="18079" y="12487"/>
                    <a:pt x="18067" y="12552"/>
                    <a:pt x="18073" y="12581"/>
                  </a:cubicBezTo>
                  <a:cubicBezTo>
                    <a:pt x="18076" y="12611"/>
                    <a:pt x="18125" y="12657"/>
                    <a:pt x="18127" y="12686"/>
                  </a:cubicBezTo>
                  <a:cubicBezTo>
                    <a:pt x="18130" y="12724"/>
                    <a:pt x="18101" y="12796"/>
                    <a:pt x="18080" y="12825"/>
                  </a:cubicBezTo>
                  <a:cubicBezTo>
                    <a:pt x="18065" y="12845"/>
                    <a:pt x="18023" y="12882"/>
                    <a:pt x="17998" y="12880"/>
                  </a:cubicBezTo>
                  <a:cubicBezTo>
                    <a:pt x="17963" y="12877"/>
                    <a:pt x="17904" y="12817"/>
                    <a:pt x="17892" y="12781"/>
                  </a:cubicBezTo>
                  <a:cubicBezTo>
                    <a:pt x="17881" y="12750"/>
                    <a:pt x="17893" y="12676"/>
                    <a:pt x="17910" y="12648"/>
                  </a:cubicBezTo>
                  <a:cubicBezTo>
                    <a:pt x="17923" y="12627"/>
                    <a:pt x="17980" y="12619"/>
                    <a:pt x="17988" y="12597"/>
                  </a:cubicBezTo>
                  <a:cubicBezTo>
                    <a:pt x="17993" y="12580"/>
                    <a:pt x="17983" y="12539"/>
                    <a:pt x="17969" y="12530"/>
                  </a:cubicBezTo>
                  <a:cubicBezTo>
                    <a:pt x="17936" y="12505"/>
                    <a:pt x="17850" y="12540"/>
                    <a:pt x="17811" y="12541"/>
                  </a:cubicBezTo>
                  <a:cubicBezTo>
                    <a:pt x="17772" y="12543"/>
                    <a:pt x="17694" y="12531"/>
                    <a:pt x="17656" y="12541"/>
                  </a:cubicBezTo>
                  <a:cubicBezTo>
                    <a:pt x="17631" y="12549"/>
                    <a:pt x="17579" y="12572"/>
                    <a:pt x="17568" y="12597"/>
                  </a:cubicBezTo>
                  <a:cubicBezTo>
                    <a:pt x="17555" y="12623"/>
                    <a:pt x="17570" y="12688"/>
                    <a:pt x="17583" y="12715"/>
                  </a:cubicBezTo>
                  <a:cubicBezTo>
                    <a:pt x="17596" y="12744"/>
                    <a:pt x="17656" y="12777"/>
                    <a:pt x="17671" y="12805"/>
                  </a:cubicBezTo>
                  <a:cubicBezTo>
                    <a:pt x="17687" y="12835"/>
                    <a:pt x="17710" y="12905"/>
                    <a:pt x="17704" y="12939"/>
                  </a:cubicBezTo>
                  <a:cubicBezTo>
                    <a:pt x="17698" y="12972"/>
                    <a:pt x="17659" y="13034"/>
                    <a:pt x="17630" y="13049"/>
                  </a:cubicBezTo>
                  <a:cubicBezTo>
                    <a:pt x="17608" y="13061"/>
                    <a:pt x="17555" y="13040"/>
                    <a:pt x="17531" y="13046"/>
                  </a:cubicBezTo>
                  <a:cubicBezTo>
                    <a:pt x="17479" y="13056"/>
                    <a:pt x="17364" y="13091"/>
                    <a:pt x="17335" y="13140"/>
                  </a:cubicBezTo>
                  <a:cubicBezTo>
                    <a:pt x="17314" y="13176"/>
                    <a:pt x="17343" y="13270"/>
                    <a:pt x="17340" y="13313"/>
                  </a:cubicBezTo>
                  <a:cubicBezTo>
                    <a:pt x="17336" y="13352"/>
                    <a:pt x="17329" y="13430"/>
                    <a:pt x="17310" y="13463"/>
                  </a:cubicBezTo>
                  <a:cubicBezTo>
                    <a:pt x="17301" y="13477"/>
                    <a:pt x="17275" y="13504"/>
                    <a:pt x="17258" y="13506"/>
                  </a:cubicBezTo>
                  <a:cubicBezTo>
                    <a:pt x="17226" y="13512"/>
                    <a:pt x="17164" y="13478"/>
                    <a:pt x="17137" y="13459"/>
                  </a:cubicBezTo>
                  <a:cubicBezTo>
                    <a:pt x="17110" y="13439"/>
                    <a:pt x="17074" y="13378"/>
                    <a:pt x="17049" y="13357"/>
                  </a:cubicBezTo>
                  <a:cubicBezTo>
                    <a:pt x="17035" y="13345"/>
                    <a:pt x="17004" y="13322"/>
                    <a:pt x="16986" y="13317"/>
                  </a:cubicBezTo>
                  <a:cubicBezTo>
                    <a:pt x="16966" y="13311"/>
                    <a:pt x="16916" y="13302"/>
                    <a:pt x="16902" y="13317"/>
                  </a:cubicBezTo>
                  <a:cubicBezTo>
                    <a:pt x="16879" y="13339"/>
                    <a:pt x="16885" y="13415"/>
                    <a:pt x="16890" y="13447"/>
                  </a:cubicBezTo>
                  <a:cubicBezTo>
                    <a:pt x="16895" y="13478"/>
                    <a:pt x="16918" y="13538"/>
                    <a:pt x="16938" y="13562"/>
                  </a:cubicBezTo>
                  <a:cubicBezTo>
                    <a:pt x="16963" y="13590"/>
                    <a:pt x="17033" y="13617"/>
                    <a:pt x="17067" y="13632"/>
                  </a:cubicBezTo>
                  <a:cubicBezTo>
                    <a:pt x="17100" y="13646"/>
                    <a:pt x="17168" y="13675"/>
                    <a:pt x="17204" y="13675"/>
                  </a:cubicBezTo>
                  <a:cubicBezTo>
                    <a:pt x="17234" y="13675"/>
                    <a:pt x="17291" y="13642"/>
                    <a:pt x="17321" y="13636"/>
                  </a:cubicBezTo>
                  <a:cubicBezTo>
                    <a:pt x="17352" y="13630"/>
                    <a:pt x="17417" y="13617"/>
                    <a:pt x="17446" y="13629"/>
                  </a:cubicBezTo>
                  <a:cubicBezTo>
                    <a:pt x="17470" y="13637"/>
                    <a:pt x="17513" y="13674"/>
                    <a:pt x="17523" y="13699"/>
                  </a:cubicBezTo>
                  <a:cubicBezTo>
                    <a:pt x="17539" y="13735"/>
                    <a:pt x="17540" y="13821"/>
                    <a:pt x="17523" y="13856"/>
                  </a:cubicBezTo>
                  <a:cubicBezTo>
                    <a:pt x="17510" y="13886"/>
                    <a:pt x="17457" y="13925"/>
                    <a:pt x="17428" y="13935"/>
                  </a:cubicBezTo>
                  <a:cubicBezTo>
                    <a:pt x="17392" y="13948"/>
                    <a:pt x="17309" y="13948"/>
                    <a:pt x="17273" y="13931"/>
                  </a:cubicBezTo>
                  <a:cubicBezTo>
                    <a:pt x="17237" y="13914"/>
                    <a:pt x="17199" y="13827"/>
                    <a:pt x="17163" y="13809"/>
                  </a:cubicBezTo>
                  <a:cubicBezTo>
                    <a:pt x="17135" y="13796"/>
                    <a:pt x="17071" y="13788"/>
                    <a:pt x="17041" y="13798"/>
                  </a:cubicBezTo>
                  <a:cubicBezTo>
                    <a:pt x="17004" y="13810"/>
                    <a:pt x="16947" y="13872"/>
                    <a:pt x="16923" y="13904"/>
                  </a:cubicBezTo>
                  <a:cubicBezTo>
                    <a:pt x="16905" y="13929"/>
                    <a:pt x="16875" y="13987"/>
                    <a:pt x="16869" y="14018"/>
                  </a:cubicBezTo>
                  <a:cubicBezTo>
                    <a:pt x="16862" y="14049"/>
                    <a:pt x="16856" y="14118"/>
                    <a:pt x="16872" y="14144"/>
                  </a:cubicBezTo>
                  <a:cubicBezTo>
                    <a:pt x="16900" y="14190"/>
                    <a:pt x="17005" y="14239"/>
                    <a:pt x="17056" y="14239"/>
                  </a:cubicBezTo>
                  <a:cubicBezTo>
                    <a:pt x="17089" y="14239"/>
                    <a:pt x="17141" y="14179"/>
                    <a:pt x="17174" y="14176"/>
                  </a:cubicBezTo>
                  <a:cubicBezTo>
                    <a:pt x="17197" y="14173"/>
                    <a:pt x="17246" y="14185"/>
                    <a:pt x="17262" y="14204"/>
                  </a:cubicBezTo>
                  <a:cubicBezTo>
                    <a:pt x="17284" y="14227"/>
                    <a:pt x="17292" y="14300"/>
                    <a:pt x="17288" y="14333"/>
                  </a:cubicBezTo>
                  <a:cubicBezTo>
                    <a:pt x="17284" y="14360"/>
                    <a:pt x="17246" y="14404"/>
                    <a:pt x="17240" y="14431"/>
                  </a:cubicBezTo>
                  <a:cubicBezTo>
                    <a:pt x="17234" y="14461"/>
                    <a:pt x="17259" y="14526"/>
                    <a:pt x="17247" y="14554"/>
                  </a:cubicBezTo>
                  <a:cubicBezTo>
                    <a:pt x="17235" y="14582"/>
                    <a:pt x="17182" y="14618"/>
                    <a:pt x="17155" y="14629"/>
                  </a:cubicBezTo>
                  <a:cubicBezTo>
                    <a:pt x="17125" y="14640"/>
                    <a:pt x="17058" y="14633"/>
                    <a:pt x="17027" y="14633"/>
                  </a:cubicBezTo>
                  <a:cubicBezTo>
                    <a:pt x="17000" y="14632"/>
                    <a:pt x="16949" y="14621"/>
                    <a:pt x="16923" y="14624"/>
                  </a:cubicBezTo>
                  <a:cubicBezTo>
                    <a:pt x="16895" y="14629"/>
                    <a:pt x="16828" y="14638"/>
                    <a:pt x="16813" y="14664"/>
                  </a:cubicBezTo>
                  <a:cubicBezTo>
                    <a:pt x="16802" y="14683"/>
                    <a:pt x="16813" y="14735"/>
                    <a:pt x="16824" y="14754"/>
                  </a:cubicBezTo>
                  <a:cubicBezTo>
                    <a:pt x="16836" y="14774"/>
                    <a:pt x="16885" y="14790"/>
                    <a:pt x="16898" y="14810"/>
                  </a:cubicBezTo>
                  <a:cubicBezTo>
                    <a:pt x="16913" y="14833"/>
                    <a:pt x="16926" y="14892"/>
                    <a:pt x="16923" y="14920"/>
                  </a:cubicBezTo>
                  <a:cubicBezTo>
                    <a:pt x="16921" y="14946"/>
                    <a:pt x="16905" y="15002"/>
                    <a:pt x="16883" y="15014"/>
                  </a:cubicBezTo>
                  <a:cubicBezTo>
                    <a:pt x="16856" y="15029"/>
                    <a:pt x="16789" y="15010"/>
                    <a:pt x="16765" y="14990"/>
                  </a:cubicBezTo>
                  <a:cubicBezTo>
                    <a:pt x="16736" y="14966"/>
                    <a:pt x="16734" y="14872"/>
                    <a:pt x="16706" y="14845"/>
                  </a:cubicBezTo>
                  <a:cubicBezTo>
                    <a:pt x="16688" y="14827"/>
                    <a:pt x="16635" y="14803"/>
                    <a:pt x="16610" y="14810"/>
                  </a:cubicBezTo>
                  <a:cubicBezTo>
                    <a:pt x="16584" y="14817"/>
                    <a:pt x="16561" y="14883"/>
                    <a:pt x="16537" y="14896"/>
                  </a:cubicBezTo>
                  <a:cubicBezTo>
                    <a:pt x="16499" y="14915"/>
                    <a:pt x="16403" y="14875"/>
                    <a:pt x="16371" y="14904"/>
                  </a:cubicBezTo>
                  <a:cubicBezTo>
                    <a:pt x="16352" y="14921"/>
                    <a:pt x="16344" y="14984"/>
                    <a:pt x="16349" y="15010"/>
                  </a:cubicBezTo>
                  <a:cubicBezTo>
                    <a:pt x="16353" y="15032"/>
                    <a:pt x="16378" y="15074"/>
                    <a:pt x="16397" y="15085"/>
                  </a:cubicBezTo>
                  <a:cubicBezTo>
                    <a:pt x="16426" y="15102"/>
                    <a:pt x="16497" y="15080"/>
                    <a:pt x="16530" y="15085"/>
                  </a:cubicBezTo>
                  <a:cubicBezTo>
                    <a:pt x="16571" y="15091"/>
                    <a:pt x="16655" y="15106"/>
                    <a:pt x="16688" y="15132"/>
                  </a:cubicBezTo>
                  <a:cubicBezTo>
                    <a:pt x="16707" y="15148"/>
                    <a:pt x="16734" y="15197"/>
                    <a:pt x="16739" y="15223"/>
                  </a:cubicBezTo>
                  <a:cubicBezTo>
                    <a:pt x="16746" y="15256"/>
                    <a:pt x="16742" y="15329"/>
                    <a:pt x="16725" y="15357"/>
                  </a:cubicBezTo>
                  <a:cubicBezTo>
                    <a:pt x="16699" y="15399"/>
                    <a:pt x="16596" y="15423"/>
                    <a:pt x="16562" y="15459"/>
                  </a:cubicBezTo>
                  <a:cubicBezTo>
                    <a:pt x="16536" y="15487"/>
                    <a:pt x="16490" y="15558"/>
                    <a:pt x="16485" y="15597"/>
                  </a:cubicBezTo>
                  <a:cubicBezTo>
                    <a:pt x="16479" y="15648"/>
                    <a:pt x="16509" y="15755"/>
                    <a:pt x="16537" y="15798"/>
                  </a:cubicBezTo>
                  <a:cubicBezTo>
                    <a:pt x="16560" y="15832"/>
                    <a:pt x="16629" y="15881"/>
                    <a:pt x="16666" y="15893"/>
                  </a:cubicBezTo>
                  <a:cubicBezTo>
                    <a:pt x="16707" y="15905"/>
                    <a:pt x="16800" y="15866"/>
                    <a:pt x="16839" y="15889"/>
                  </a:cubicBezTo>
                  <a:cubicBezTo>
                    <a:pt x="16871" y="15907"/>
                    <a:pt x="16911" y="15980"/>
                    <a:pt x="16916" y="16018"/>
                  </a:cubicBezTo>
                  <a:cubicBezTo>
                    <a:pt x="16919" y="16042"/>
                    <a:pt x="16906" y="16092"/>
                    <a:pt x="16890" y="16109"/>
                  </a:cubicBezTo>
                  <a:cubicBezTo>
                    <a:pt x="16871" y="16129"/>
                    <a:pt x="16814" y="16138"/>
                    <a:pt x="16787" y="16136"/>
                  </a:cubicBezTo>
                  <a:cubicBezTo>
                    <a:pt x="16758" y="16136"/>
                    <a:pt x="16705" y="16103"/>
                    <a:pt x="16677" y="16098"/>
                  </a:cubicBezTo>
                  <a:cubicBezTo>
                    <a:pt x="16634" y="16089"/>
                    <a:pt x="16547" y="16088"/>
                    <a:pt x="16504" y="16094"/>
                  </a:cubicBezTo>
                  <a:cubicBezTo>
                    <a:pt x="16476" y="16096"/>
                    <a:pt x="16424" y="16126"/>
                    <a:pt x="16397" y="16120"/>
                  </a:cubicBezTo>
                  <a:cubicBezTo>
                    <a:pt x="16379" y="16117"/>
                    <a:pt x="16355" y="16085"/>
                    <a:pt x="16338" y="16077"/>
                  </a:cubicBezTo>
                  <a:cubicBezTo>
                    <a:pt x="16314" y="16068"/>
                    <a:pt x="16262" y="16056"/>
                    <a:pt x="16239" y="16065"/>
                  </a:cubicBezTo>
                  <a:cubicBezTo>
                    <a:pt x="16217" y="16074"/>
                    <a:pt x="16184" y="16114"/>
                    <a:pt x="16176" y="16136"/>
                  </a:cubicBezTo>
                  <a:cubicBezTo>
                    <a:pt x="16162" y="16176"/>
                    <a:pt x="16176" y="16264"/>
                    <a:pt x="16183" y="16306"/>
                  </a:cubicBezTo>
                  <a:cubicBezTo>
                    <a:pt x="16189" y="16339"/>
                    <a:pt x="16206" y="16405"/>
                    <a:pt x="16224" y="16432"/>
                  </a:cubicBezTo>
                  <a:cubicBezTo>
                    <a:pt x="16246" y="16464"/>
                    <a:pt x="16306" y="16516"/>
                    <a:pt x="16341" y="16526"/>
                  </a:cubicBezTo>
                  <a:cubicBezTo>
                    <a:pt x="16383" y="16538"/>
                    <a:pt x="16476" y="16527"/>
                    <a:pt x="16515" y="16506"/>
                  </a:cubicBezTo>
                  <a:cubicBezTo>
                    <a:pt x="16539" y="16494"/>
                    <a:pt x="16562" y="16429"/>
                    <a:pt x="16589" y="16424"/>
                  </a:cubicBezTo>
                  <a:cubicBezTo>
                    <a:pt x="16618" y="16418"/>
                    <a:pt x="16674" y="16459"/>
                    <a:pt x="16698" y="16479"/>
                  </a:cubicBezTo>
                  <a:cubicBezTo>
                    <a:pt x="16723" y="16497"/>
                    <a:pt x="16774" y="16539"/>
                    <a:pt x="16780" y="16570"/>
                  </a:cubicBezTo>
                  <a:cubicBezTo>
                    <a:pt x="16786" y="16600"/>
                    <a:pt x="16761" y="16667"/>
                    <a:pt x="16739" y="16687"/>
                  </a:cubicBezTo>
                  <a:cubicBezTo>
                    <a:pt x="16723" y="16704"/>
                    <a:pt x="16671" y="16704"/>
                    <a:pt x="16651" y="16716"/>
                  </a:cubicBezTo>
                  <a:cubicBezTo>
                    <a:pt x="16619" y="16733"/>
                    <a:pt x="16576" y="16809"/>
                    <a:pt x="16540" y="16814"/>
                  </a:cubicBezTo>
                  <a:cubicBezTo>
                    <a:pt x="16493" y="16820"/>
                    <a:pt x="16410" y="16749"/>
                    <a:pt x="16368" y="16727"/>
                  </a:cubicBezTo>
                  <a:cubicBezTo>
                    <a:pt x="16335" y="16710"/>
                    <a:pt x="16264" y="16684"/>
                    <a:pt x="16239" y="16656"/>
                  </a:cubicBezTo>
                  <a:cubicBezTo>
                    <a:pt x="16221" y="16637"/>
                    <a:pt x="16215" y="16574"/>
                    <a:pt x="16194" y="16558"/>
                  </a:cubicBezTo>
                  <a:cubicBezTo>
                    <a:pt x="16168" y="16537"/>
                    <a:pt x="16098" y="16532"/>
                    <a:pt x="16065" y="16535"/>
                  </a:cubicBezTo>
                  <a:cubicBezTo>
                    <a:pt x="16039" y="16536"/>
                    <a:pt x="15987" y="16553"/>
                    <a:pt x="15966" y="16570"/>
                  </a:cubicBezTo>
                  <a:cubicBezTo>
                    <a:pt x="15931" y="16597"/>
                    <a:pt x="15871" y="16674"/>
                    <a:pt x="15867" y="16719"/>
                  </a:cubicBezTo>
                  <a:cubicBezTo>
                    <a:pt x="15863" y="16752"/>
                    <a:pt x="15891" y="16819"/>
                    <a:pt x="15915" y="16841"/>
                  </a:cubicBezTo>
                  <a:cubicBezTo>
                    <a:pt x="15940" y="16865"/>
                    <a:pt x="16010" y="16883"/>
                    <a:pt x="16044" y="16885"/>
                  </a:cubicBezTo>
                  <a:cubicBezTo>
                    <a:pt x="16084" y="16887"/>
                    <a:pt x="16163" y="16839"/>
                    <a:pt x="16202" y="16849"/>
                  </a:cubicBezTo>
                  <a:cubicBezTo>
                    <a:pt x="16237" y="16858"/>
                    <a:pt x="16293" y="16915"/>
                    <a:pt x="16312" y="16947"/>
                  </a:cubicBezTo>
                  <a:cubicBezTo>
                    <a:pt x="16339" y="16991"/>
                    <a:pt x="16374" y="17097"/>
                    <a:pt x="16363" y="17148"/>
                  </a:cubicBezTo>
                  <a:cubicBezTo>
                    <a:pt x="16358" y="17178"/>
                    <a:pt x="16319" y="17231"/>
                    <a:pt x="16294" y="17243"/>
                  </a:cubicBezTo>
                  <a:cubicBezTo>
                    <a:pt x="16257" y="17260"/>
                    <a:pt x="16172" y="17218"/>
                    <a:pt x="16132" y="17227"/>
                  </a:cubicBezTo>
                  <a:cubicBezTo>
                    <a:pt x="16089" y="17237"/>
                    <a:pt x="16008" y="17285"/>
                    <a:pt x="15981" y="17322"/>
                  </a:cubicBezTo>
                  <a:cubicBezTo>
                    <a:pt x="15955" y="17357"/>
                    <a:pt x="15921" y="17452"/>
                    <a:pt x="15933" y="17495"/>
                  </a:cubicBezTo>
                  <a:cubicBezTo>
                    <a:pt x="15941" y="17523"/>
                    <a:pt x="15996" y="17551"/>
                    <a:pt x="16017" y="17570"/>
                  </a:cubicBezTo>
                  <a:cubicBezTo>
                    <a:pt x="16048" y="17596"/>
                    <a:pt x="16123" y="17636"/>
                    <a:pt x="16143" y="17672"/>
                  </a:cubicBezTo>
                  <a:cubicBezTo>
                    <a:pt x="16155" y="17694"/>
                    <a:pt x="16162" y="17749"/>
                    <a:pt x="16157" y="17774"/>
                  </a:cubicBezTo>
                  <a:cubicBezTo>
                    <a:pt x="16152" y="17805"/>
                    <a:pt x="16117" y="17860"/>
                    <a:pt x="16098" y="17885"/>
                  </a:cubicBezTo>
                  <a:cubicBezTo>
                    <a:pt x="16081" y="17908"/>
                    <a:pt x="16025" y="17939"/>
                    <a:pt x="16014" y="17968"/>
                  </a:cubicBezTo>
                  <a:cubicBezTo>
                    <a:pt x="16002" y="17998"/>
                    <a:pt x="15995" y="18080"/>
                    <a:pt x="16017" y="18102"/>
                  </a:cubicBezTo>
                  <a:cubicBezTo>
                    <a:pt x="16041" y="18124"/>
                    <a:pt x="16112" y="18099"/>
                    <a:pt x="16143" y="18089"/>
                  </a:cubicBezTo>
                  <a:cubicBezTo>
                    <a:pt x="16168" y="18082"/>
                    <a:pt x="16220" y="18061"/>
                    <a:pt x="16235" y="18038"/>
                  </a:cubicBezTo>
                  <a:cubicBezTo>
                    <a:pt x="16258" y="18003"/>
                    <a:pt x="16250" y="17911"/>
                    <a:pt x="16257" y="17869"/>
                  </a:cubicBezTo>
                  <a:cubicBezTo>
                    <a:pt x="16261" y="17846"/>
                    <a:pt x="16259" y="17792"/>
                    <a:pt x="16275" y="17779"/>
                  </a:cubicBezTo>
                  <a:cubicBezTo>
                    <a:pt x="16290" y="17766"/>
                    <a:pt x="16332" y="17772"/>
                    <a:pt x="16349" y="17779"/>
                  </a:cubicBezTo>
                  <a:cubicBezTo>
                    <a:pt x="16377" y="17789"/>
                    <a:pt x="16429" y="17828"/>
                    <a:pt x="16441" y="17857"/>
                  </a:cubicBezTo>
                  <a:cubicBezTo>
                    <a:pt x="16456" y="17893"/>
                    <a:pt x="16436" y="17976"/>
                    <a:pt x="16433" y="18015"/>
                  </a:cubicBezTo>
                  <a:cubicBezTo>
                    <a:pt x="16432" y="18037"/>
                    <a:pt x="16437" y="18086"/>
                    <a:pt x="16427" y="18105"/>
                  </a:cubicBezTo>
                  <a:cubicBezTo>
                    <a:pt x="16414" y="18128"/>
                    <a:pt x="16368" y="18156"/>
                    <a:pt x="16345" y="18164"/>
                  </a:cubicBezTo>
                  <a:cubicBezTo>
                    <a:pt x="16316" y="18174"/>
                    <a:pt x="16254" y="18157"/>
                    <a:pt x="16224" y="18164"/>
                  </a:cubicBezTo>
                  <a:cubicBezTo>
                    <a:pt x="16204" y="18169"/>
                    <a:pt x="16161" y="18184"/>
                    <a:pt x="16150" y="18204"/>
                  </a:cubicBezTo>
                  <a:cubicBezTo>
                    <a:pt x="16133" y="18234"/>
                    <a:pt x="16137" y="18313"/>
                    <a:pt x="16150" y="18345"/>
                  </a:cubicBezTo>
                  <a:cubicBezTo>
                    <a:pt x="16163" y="18376"/>
                    <a:pt x="16213" y="18425"/>
                    <a:pt x="16242" y="18436"/>
                  </a:cubicBezTo>
                  <a:cubicBezTo>
                    <a:pt x="16268" y="18446"/>
                    <a:pt x="16327" y="18443"/>
                    <a:pt x="16353" y="18432"/>
                  </a:cubicBezTo>
                  <a:cubicBezTo>
                    <a:pt x="16384" y="18418"/>
                    <a:pt x="16428" y="18359"/>
                    <a:pt x="16452" y="18334"/>
                  </a:cubicBezTo>
                  <a:cubicBezTo>
                    <a:pt x="16478" y="18305"/>
                    <a:pt x="16532" y="18249"/>
                    <a:pt x="16551" y="18216"/>
                  </a:cubicBezTo>
                  <a:cubicBezTo>
                    <a:pt x="16568" y="18189"/>
                    <a:pt x="16588" y="18127"/>
                    <a:pt x="16600" y="18097"/>
                  </a:cubicBezTo>
                  <a:cubicBezTo>
                    <a:pt x="16612" y="18065"/>
                    <a:pt x="16626" y="17993"/>
                    <a:pt x="16647" y="17968"/>
                  </a:cubicBezTo>
                  <a:cubicBezTo>
                    <a:pt x="16659" y="17953"/>
                    <a:pt x="16692" y="17931"/>
                    <a:pt x="16710" y="17932"/>
                  </a:cubicBezTo>
                  <a:cubicBezTo>
                    <a:pt x="16736" y="17934"/>
                    <a:pt x="16782" y="17971"/>
                    <a:pt x="16795" y="17995"/>
                  </a:cubicBezTo>
                  <a:cubicBezTo>
                    <a:pt x="16813" y="18030"/>
                    <a:pt x="16815" y="18118"/>
                    <a:pt x="16805" y="18156"/>
                  </a:cubicBezTo>
                  <a:cubicBezTo>
                    <a:pt x="16798" y="18189"/>
                    <a:pt x="16761" y="18243"/>
                    <a:pt x="16739" y="18267"/>
                  </a:cubicBezTo>
                  <a:cubicBezTo>
                    <a:pt x="16716" y="18291"/>
                    <a:pt x="16654" y="18320"/>
                    <a:pt x="16632" y="18345"/>
                  </a:cubicBezTo>
                  <a:cubicBezTo>
                    <a:pt x="16611" y="18371"/>
                    <a:pt x="16586" y="18436"/>
                    <a:pt x="16566" y="18464"/>
                  </a:cubicBezTo>
                  <a:cubicBezTo>
                    <a:pt x="16547" y="18490"/>
                    <a:pt x="16493" y="18532"/>
                    <a:pt x="16478" y="18562"/>
                  </a:cubicBezTo>
                  <a:cubicBezTo>
                    <a:pt x="16458" y="18601"/>
                    <a:pt x="16440" y="18691"/>
                    <a:pt x="16445" y="18735"/>
                  </a:cubicBezTo>
                  <a:cubicBezTo>
                    <a:pt x="16450" y="18790"/>
                    <a:pt x="16510" y="18884"/>
                    <a:pt x="16530" y="18936"/>
                  </a:cubicBezTo>
                  <a:cubicBezTo>
                    <a:pt x="16541" y="18968"/>
                    <a:pt x="16552" y="19038"/>
                    <a:pt x="16571" y="19066"/>
                  </a:cubicBezTo>
                  <a:cubicBezTo>
                    <a:pt x="16588" y="19093"/>
                    <a:pt x="16636" y="19157"/>
                    <a:pt x="16666" y="19149"/>
                  </a:cubicBezTo>
                  <a:cubicBezTo>
                    <a:pt x="16700" y="19139"/>
                    <a:pt x="16705" y="19045"/>
                    <a:pt x="16721" y="19011"/>
                  </a:cubicBezTo>
                  <a:cubicBezTo>
                    <a:pt x="16734" y="18981"/>
                    <a:pt x="16753" y="18910"/>
                    <a:pt x="16780" y="18893"/>
                  </a:cubicBezTo>
                  <a:cubicBezTo>
                    <a:pt x="16805" y="18877"/>
                    <a:pt x="16869" y="18878"/>
                    <a:pt x="16894" y="18893"/>
                  </a:cubicBezTo>
                  <a:cubicBezTo>
                    <a:pt x="16919" y="18909"/>
                    <a:pt x="16949" y="18969"/>
                    <a:pt x="16953" y="18999"/>
                  </a:cubicBezTo>
                  <a:cubicBezTo>
                    <a:pt x="16956" y="19032"/>
                    <a:pt x="16928" y="19095"/>
                    <a:pt x="16916" y="19125"/>
                  </a:cubicBezTo>
                  <a:cubicBezTo>
                    <a:pt x="16905" y="19153"/>
                    <a:pt x="16882" y="19210"/>
                    <a:pt x="16861" y="19232"/>
                  </a:cubicBezTo>
                  <a:cubicBezTo>
                    <a:pt x="16839" y="19253"/>
                    <a:pt x="16768" y="19259"/>
                    <a:pt x="16754" y="19287"/>
                  </a:cubicBezTo>
                  <a:cubicBezTo>
                    <a:pt x="16739" y="19317"/>
                    <a:pt x="16769" y="19387"/>
                    <a:pt x="16773" y="19421"/>
                  </a:cubicBezTo>
                  <a:cubicBezTo>
                    <a:pt x="16776" y="19458"/>
                    <a:pt x="16789" y="19533"/>
                    <a:pt x="16787" y="19570"/>
                  </a:cubicBezTo>
                  <a:cubicBezTo>
                    <a:pt x="16785" y="19614"/>
                    <a:pt x="16772" y="19704"/>
                    <a:pt x="16754" y="19743"/>
                  </a:cubicBezTo>
                  <a:cubicBezTo>
                    <a:pt x="16744" y="19765"/>
                    <a:pt x="16716" y="19809"/>
                    <a:pt x="16695" y="19818"/>
                  </a:cubicBezTo>
                  <a:cubicBezTo>
                    <a:pt x="16654" y="19836"/>
                    <a:pt x="16562" y="19805"/>
                    <a:pt x="16518" y="19794"/>
                  </a:cubicBezTo>
                  <a:cubicBezTo>
                    <a:pt x="16490" y="19787"/>
                    <a:pt x="16434" y="19751"/>
                    <a:pt x="16404" y="19755"/>
                  </a:cubicBezTo>
                  <a:cubicBezTo>
                    <a:pt x="16368" y="19760"/>
                    <a:pt x="16302" y="19805"/>
                    <a:pt x="16283" y="19838"/>
                  </a:cubicBezTo>
                  <a:cubicBezTo>
                    <a:pt x="16265" y="19869"/>
                    <a:pt x="16254" y="19950"/>
                    <a:pt x="16268" y="19983"/>
                  </a:cubicBezTo>
                  <a:cubicBezTo>
                    <a:pt x="16285" y="20021"/>
                    <a:pt x="16362" y="20057"/>
                    <a:pt x="16397" y="20074"/>
                  </a:cubicBezTo>
                  <a:cubicBezTo>
                    <a:pt x="16431" y="20091"/>
                    <a:pt x="16507" y="20103"/>
                    <a:pt x="16540" y="20121"/>
                  </a:cubicBezTo>
                  <a:cubicBezTo>
                    <a:pt x="16586" y="20146"/>
                    <a:pt x="16687" y="20203"/>
                    <a:pt x="16703" y="20255"/>
                  </a:cubicBezTo>
                  <a:cubicBezTo>
                    <a:pt x="16714" y="20295"/>
                    <a:pt x="16680" y="20382"/>
                    <a:pt x="16654" y="20413"/>
                  </a:cubicBezTo>
                  <a:cubicBezTo>
                    <a:pt x="16634" y="20438"/>
                    <a:pt x="16559" y="20444"/>
                    <a:pt x="16540" y="20471"/>
                  </a:cubicBezTo>
                  <a:cubicBezTo>
                    <a:pt x="16525" y="20494"/>
                    <a:pt x="16527" y="20540"/>
                    <a:pt x="16527" y="20582"/>
                  </a:cubicBezTo>
                  <a:lnTo>
                    <a:pt x="15163" y="20695"/>
                  </a:lnTo>
                  <a:lnTo>
                    <a:pt x="8320" y="21220"/>
                  </a:lnTo>
                  <a:lnTo>
                    <a:pt x="3631" y="21589"/>
                  </a:lnTo>
                  <a:lnTo>
                    <a:pt x="3447" y="18488"/>
                  </a:lnTo>
                  <a:cubicBezTo>
                    <a:pt x="3447" y="18488"/>
                    <a:pt x="3373" y="18500"/>
                    <a:pt x="3354" y="18485"/>
                  </a:cubicBezTo>
                  <a:cubicBezTo>
                    <a:pt x="3330" y="18465"/>
                    <a:pt x="3339" y="18382"/>
                    <a:pt x="3314" y="18364"/>
                  </a:cubicBezTo>
                  <a:cubicBezTo>
                    <a:pt x="3298" y="18350"/>
                    <a:pt x="3248" y="18354"/>
                    <a:pt x="3229" y="18364"/>
                  </a:cubicBezTo>
                  <a:cubicBezTo>
                    <a:pt x="3206" y="18376"/>
                    <a:pt x="3187" y="18432"/>
                    <a:pt x="3168" y="18450"/>
                  </a:cubicBezTo>
                  <a:cubicBezTo>
                    <a:pt x="3150" y="18467"/>
                    <a:pt x="3110" y="18502"/>
                    <a:pt x="3087" y="18501"/>
                  </a:cubicBezTo>
                  <a:cubicBezTo>
                    <a:pt x="3065" y="18499"/>
                    <a:pt x="3032" y="18460"/>
                    <a:pt x="3018" y="18443"/>
                  </a:cubicBezTo>
                  <a:cubicBezTo>
                    <a:pt x="2996" y="18417"/>
                    <a:pt x="2971" y="18347"/>
                    <a:pt x="2944" y="18327"/>
                  </a:cubicBezTo>
                  <a:cubicBezTo>
                    <a:pt x="2924" y="18311"/>
                    <a:pt x="2873" y="18293"/>
                    <a:pt x="2849" y="18298"/>
                  </a:cubicBezTo>
                  <a:cubicBezTo>
                    <a:pt x="2820" y="18305"/>
                    <a:pt x="2772" y="18349"/>
                    <a:pt x="2757" y="18377"/>
                  </a:cubicBezTo>
                  <a:cubicBezTo>
                    <a:pt x="2746" y="18401"/>
                    <a:pt x="2759" y="18463"/>
                    <a:pt x="2743" y="18485"/>
                  </a:cubicBezTo>
                  <a:cubicBezTo>
                    <a:pt x="2720" y="18514"/>
                    <a:pt x="2643" y="18548"/>
                    <a:pt x="2608" y="18540"/>
                  </a:cubicBezTo>
                  <a:cubicBezTo>
                    <a:pt x="2578" y="18532"/>
                    <a:pt x="2552" y="18456"/>
                    <a:pt x="2524" y="18443"/>
                  </a:cubicBezTo>
                  <a:cubicBezTo>
                    <a:pt x="2497" y="18429"/>
                    <a:pt x="2431" y="18429"/>
                    <a:pt x="2402" y="18438"/>
                  </a:cubicBezTo>
                  <a:cubicBezTo>
                    <a:pt x="2382" y="18443"/>
                    <a:pt x="2347" y="18471"/>
                    <a:pt x="2333" y="18488"/>
                  </a:cubicBezTo>
                  <a:cubicBezTo>
                    <a:pt x="2319" y="18503"/>
                    <a:pt x="2309" y="18550"/>
                    <a:pt x="2293" y="18563"/>
                  </a:cubicBezTo>
                  <a:cubicBezTo>
                    <a:pt x="2273" y="18581"/>
                    <a:pt x="2215" y="18607"/>
                    <a:pt x="2191" y="18595"/>
                  </a:cubicBezTo>
                  <a:cubicBezTo>
                    <a:pt x="2169" y="18584"/>
                    <a:pt x="2177" y="18507"/>
                    <a:pt x="2154" y="18503"/>
                  </a:cubicBezTo>
                  <a:cubicBezTo>
                    <a:pt x="2127" y="18499"/>
                    <a:pt x="2107" y="18579"/>
                    <a:pt x="2082" y="18592"/>
                  </a:cubicBezTo>
                  <a:cubicBezTo>
                    <a:pt x="2061" y="18604"/>
                    <a:pt x="2006" y="18615"/>
                    <a:pt x="1987" y="18600"/>
                  </a:cubicBezTo>
                  <a:cubicBezTo>
                    <a:pt x="1961" y="18581"/>
                    <a:pt x="1983" y="18479"/>
                    <a:pt x="1953" y="18469"/>
                  </a:cubicBezTo>
                  <a:cubicBezTo>
                    <a:pt x="1927" y="18461"/>
                    <a:pt x="1898" y="18541"/>
                    <a:pt x="1872" y="18542"/>
                  </a:cubicBezTo>
                  <a:cubicBezTo>
                    <a:pt x="1843" y="18543"/>
                    <a:pt x="1800" y="18490"/>
                    <a:pt x="1781" y="18466"/>
                  </a:cubicBezTo>
                  <a:cubicBezTo>
                    <a:pt x="1767" y="18450"/>
                    <a:pt x="1755" y="18403"/>
                    <a:pt x="1739" y="18390"/>
                  </a:cubicBezTo>
                  <a:cubicBezTo>
                    <a:pt x="1720" y="18374"/>
                    <a:pt x="1662" y="18378"/>
                    <a:pt x="1643" y="18361"/>
                  </a:cubicBezTo>
                  <a:cubicBezTo>
                    <a:pt x="1623" y="18343"/>
                    <a:pt x="1599" y="18285"/>
                    <a:pt x="1597" y="18256"/>
                  </a:cubicBezTo>
                  <a:cubicBezTo>
                    <a:pt x="1595" y="18233"/>
                    <a:pt x="1619" y="18190"/>
                    <a:pt x="1621" y="18167"/>
                  </a:cubicBezTo>
                  <a:cubicBezTo>
                    <a:pt x="1623" y="18149"/>
                    <a:pt x="1627" y="18107"/>
                    <a:pt x="1614" y="18095"/>
                  </a:cubicBezTo>
                  <a:cubicBezTo>
                    <a:pt x="1594" y="18080"/>
                    <a:pt x="1533" y="18095"/>
                    <a:pt x="1511" y="18109"/>
                  </a:cubicBezTo>
                  <a:cubicBezTo>
                    <a:pt x="1488" y="18124"/>
                    <a:pt x="1464" y="18180"/>
                    <a:pt x="1446" y="18201"/>
                  </a:cubicBezTo>
                  <a:cubicBezTo>
                    <a:pt x="1444" y="18204"/>
                    <a:pt x="1441" y="18209"/>
                    <a:pt x="1438" y="18213"/>
                  </a:cubicBezTo>
                  <a:lnTo>
                    <a:pt x="1142" y="7953"/>
                  </a:lnTo>
                  <a:lnTo>
                    <a:pt x="1" y="1674"/>
                  </a:lnTo>
                  <a:lnTo>
                    <a:pt x="0" y="1654"/>
                  </a:lnTo>
                  <a:lnTo>
                    <a:pt x="5554" y="1256"/>
                  </a:lnTo>
                  <a:lnTo>
                    <a:pt x="7888" y="1067"/>
                  </a:lnTo>
                  <a:lnTo>
                    <a:pt x="10679" y="839"/>
                  </a:lnTo>
                  <a:lnTo>
                    <a:pt x="12586" y="681"/>
                  </a:lnTo>
                  <a:lnTo>
                    <a:pt x="18757" y="28"/>
                  </a:lnTo>
                  <a:cubicBezTo>
                    <a:pt x="18757" y="28"/>
                    <a:pt x="18925" y="-11"/>
                    <a:pt x="18978" y="3"/>
                  </a:cubicBezTo>
                  <a:cubicBezTo>
                    <a:pt x="19020" y="15"/>
                    <a:pt x="19099" y="70"/>
                    <a:pt x="19121" y="110"/>
                  </a:cubicBezTo>
                  <a:cubicBezTo>
                    <a:pt x="19143" y="151"/>
                    <a:pt x="19119" y="255"/>
                    <a:pt x="19136" y="300"/>
                  </a:cubicBezTo>
                  <a:cubicBezTo>
                    <a:pt x="19152" y="341"/>
                    <a:pt x="19213" y="406"/>
                    <a:pt x="19243" y="437"/>
                  </a:cubicBezTo>
                  <a:cubicBezTo>
                    <a:pt x="19278" y="472"/>
                    <a:pt x="19353" y="540"/>
                    <a:pt x="19398" y="558"/>
                  </a:cubicBezTo>
                  <a:cubicBezTo>
                    <a:pt x="19422" y="570"/>
                    <a:pt x="19481" y="556"/>
                    <a:pt x="19501" y="575"/>
                  </a:cubicBezTo>
                  <a:cubicBezTo>
                    <a:pt x="19528" y="600"/>
                    <a:pt x="19547" y="683"/>
                    <a:pt x="19542" y="721"/>
                  </a:cubicBezTo>
                  <a:cubicBezTo>
                    <a:pt x="19536" y="755"/>
                    <a:pt x="19476" y="801"/>
                    <a:pt x="19467" y="835"/>
                  </a:cubicBezTo>
                  <a:cubicBezTo>
                    <a:pt x="19462" y="861"/>
                    <a:pt x="19470" y="917"/>
                    <a:pt x="19479" y="941"/>
                  </a:cubicBezTo>
                  <a:cubicBezTo>
                    <a:pt x="19489" y="971"/>
                    <a:pt x="19539" y="1013"/>
                    <a:pt x="19549" y="1044"/>
                  </a:cubicBezTo>
                  <a:cubicBezTo>
                    <a:pt x="19564" y="1089"/>
                    <a:pt x="19576" y="1194"/>
                    <a:pt x="19556" y="1236"/>
                  </a:cubicBezTo>
                  <a:cubicBezTo>
                    <a:pt x="19547" y="1255"/>
                    <a:pt x="19507" y="1273"/>
                    <a:pt x="19490" y="1283"/>
                  </a:cubicBezTo>
                  <a:cubicBezTo>
                    <a:pt x="19468" y="1297"/>
                    <a:pt x="19414" y="1307"/>
                    <a:pt x="19398" y="1327"/>
                  </a:cubicBezTo>
                  <a:cubicBezTo>
                    <a:pt x="19381" y="1347"/>
                    <a:pt x="19374" y="1405"/>
                    <a:pt x="19365" y="1429"/>
                  </a:cubicBezTo>
                  <a:cubicBezTo>
                    <a:pt x="19351" y="1467"/>
                    <a:pt x="19331" y="1549"/>
                    <a:pt x="19305" y="1579"/>
                  </a:cubicBezTo>
                  <a:cubicBezTo>
                    <a:pt x="19268" y="1624"/>
                    <a:pt x="19152" y="1660"/>
                    <a:pt x="19107" y="1697"/>
                  </a:cubicBezTo>
                  <a:cubicBezTo>
                    <a:pt x="19082" y="1717"/>
                    <a:pt x="19040" y="1768"/>
                    <a:pt x="19019" y="1792"/>
                  </a:cubicBezTo>
                  <a:cubicBezTo>
                    <a:pt x="18995" y="1818"/>
                    <a:pt x="18936" y="1863"/>
                    <a:pt x="18926" y="1898"/>
                  </a:cubicBezTo>
                  <a:cubicBezTo>
                    <a:pt x="18919" y="1926"/>
                    <a:pt x="18952" y="1983"/>
                    <a:pt x="18948" y="2012"/>
                  </a:cubicBezTo>
                  <a:cubicBezTo>
                    <a:pt x="18945" y="2041"/>
                    <a:pt x="18917" y="2094"/>
                    <a:pt x="18901" y="2119"/>
                  </a:cubicBezTo>
                  <a:cubicBezTo>
                    <a:pt x="18874" y="2157"/>
                    <a:pt x="18802" y="2217"/>
                    <a:pt x="18768" y="2248"/>
                  </a:cubicBezTo>
                  <a:cubicBezTo>
                    <a:pt x="18734" y="2279"/>
                    <a:pt x="18655" y="2331"/>
                    <a:pt x="18628" y="2371"/>
                  </a:cubicBezTo>
                  <a:cubicBezTo>
                    <a:pt x="18604" y="2406"/>
                    <a:pt x="18580" y="2493"/>
                    <a:pt x="18569" y="2536"/>
                  </a:cubicBezTo>
                  <a:cubicBezTo>
                    <a:pt x="18558" y="2579"/>
                    <a:pt x="18554" y="2671"/>
                    <a:pt x="18540" y="2713"/>
                  </a:cubicBezTo>
                  <a:cubicBezTo>
                    <a:pt x="18525" y="2757"/>
                    <a:pt x="18473" y="2835"/>
                    <a:pt x="18455" y="2879"/>
                  </a:cubicBezTo>
                  <a:cubicBezTo>
                    <a:pt x="18444" y="2908"/>
                    <a:pt x="18418" y="2997"/>
                    <a:pt x="18418" y="2997"/>
                  </a:cubicBezTo>
                  <a:lnTo>
                    <a:pt x="21228" y="2661"/>
                  </a:lnTo>
                  <a:cubicBezTo>
                    <a:pt x="21223" y="2669"/>
                    <a:pt x="21219" y="2676"/>
                    <a:pt x="21217" y="2684"/>
                  </a:cubicBezTo>
                  <a:cubicBezTo>
                    <a:pt x="21204" y="2727"/>
                    <a:pt x="21223" y="2822"/>
                    <a:pt x="21241" y="2863"/>
                  </a:cubicBezTo>
                  <a:cubicBezTo>
                    <a:pt x="21258" y="2901"/>
                    <a:pt x="21313" y="2964"/>
                    <a:pt x="21347" y="2986"/>
                  </a:cubicBezTo>
                  <a:cubicBezTo>
                    <a:pt x="21386" y="3012"/>
                    <a:pt x="21486" y="3010"/>
                    <a:pt x="21524" y="3039"/>
                  </a:cubicBezTo>
                  <a:cubicBezTo>
                    <a:pt x="21548" y="3058"/>
                    <a:pt x="21585" y="3117"/>
                    <a:pt x="21592" y="3148"/>
                  </a:cubicBezTo>
                  <a:cubicBezTo>
                    <a:pt x="21600" y="3183"/>
                    <a:pt x="21598" y="3259"/>
                    <a:pt x="21579" y="3288"/>
                  </a:cubicBezTo>
                  <a:cubicBezTo>
                    <a:pt x="21568" y="3307"/>
                    <a:pt x="21526" y="3333"/>
                    <a:pt x="21506" y="3330"/>
                  </a:cubicBezTo>
                  <a:cubicBezTo>
                    <a:pt x="21479" y="3325"/>
                    <a:pt x="21457" y="3259"/>
                    <a:pt x="21432" y="3246"/>
                  </a:cubicBezTo>
                  <a:cubicBezTo>
                    <a:pt x="21401" y="3228"/>
                    <a:pt x="21328" y="3223"/>
                    <a:pt x="21293" y="3222"/>
                  </a:cubicBezTo>
                  <a:cubicBezTo>
                    <a:pt x="21257" y="3221"/>
                    <a:pt x="21179" y="3219"/>
                    <a:pt x="21148" y="3238"/>
                  </a:cubicBezTo>
                  <a:cubicBezTo>
                    <a:pt x="21120" y="3255"/>
                    <a:pt x="21086" y="3318"/>
                    <a:pt x="21075" y="3351"/>
                  </a:cubicBezTo>
                  <a:cubicBezTo>
                    <a:pt x="21064" y="3380"/>
                    <a:pt x="21051" y="3448"/>
                    <a:pt x="21064" y="3477"/>
                  </a:cubicBezTo>
                  <a:cubicBezTo>
                    <a:pt x="21075" y="3498"/>
                    <a:pt x="21118" y="3523"/>
                    <a:pt x="21141" y="3530"/>
                  </a:cubicBezTo>
                  <a:cubicBezTo>
                    <a:pt x="21172" y="3538"/>
                    <a:pt x="21239" y="3515"/>
                    <a:pt x="21271" y="3521"/>
                  </a:cubicBezTo>
                  <a:cubicBezTo>
                    <a:pt x="21306" y="3529"/>
                    <a:pt x="21383" y="3554"/>
                    <a:pt x="21401" y="3587"/>
                  </a:cubicBezTo>
                  <a:cubicBezTo>
                    <a:pt x="21417" y="3618"/>
                    <a:pt x="21402" y="3696"/>
                    <a:pt x="21386" y="3726"/>
                  </a:cubicBezTo>
                  <a:cubicBezTo>
                    <a:pt x="21371" y="3755"/>
                    <a:pt x="21319" y="3793"/>
                    <a:pt x="21291" y="3805"/>
                  </a:cubicBezTo>
                  <a:cubicBezTo>
                    <a:pt x="21267" y="3815"/>
                    <a:pt x="21217" y="3813"/>
                    <a:pt x="21192" y="3816"/>
                  </a:cubicBezTo>
                  <a:cubicBezTo>
                    <a:pt x="21161" y="3819"/>
                    <a:pt x="21097" y="3817"/>
                    <a:pt x="21069" y="3834"/>
                  </a:cubicBezTo>
                  <a:cubicBezTo>
                    <a:pt x="21048" y="3847"/>
                    <a:pt x="21016" y="3893"/>
                    <a:pt x="21011" y="3918"/>
                  </a:cubicBezTo>
                  <a:cubicBezTo>
                    <a:pt x="21000" y="3956"/>
                    <a:pt x="21042" y="4039"/>
                    <a:pt x="21027" y="4076"/>
                  </a:cubicBezTo>
                  <a:cubicBezTo>
                    <a:pt x="21013" y="4110"/>
                    <a:pt x="20945" y="4151"/>
                    <a:pt x="20912" y="4165"/>
                  </a:cubicBezTo>
                  <a:cubicBezTo>
                    <a:pt x="20882" y="4178"/>
                    <a:pt x="20814" y="4173"/>
                    <a:pt x="20782" y="4183"/>
                  </a:cubicBezTo>
                  <a:cubicBezTo>
                    <a:pt x="20751" y="4193"/>
                    <a:pt x="20698" y="4249"/>
                    <a:pt x="20667" y="4243"/>
                  </a:cubicBezTo>
                  <a:cubicBezTo>
                    <a:pt x="20630" y="4236"/>
                    <a:pt x="20604" y="4127"/>
                    <a:pt x="20566" y="4122"/>
                  </a:cubicBezTo>
                  <a:cubicBezTo>
                    <a:pt x="20530" y="4118"/>
                    <a:pt x="20475" y="4184"/>
                    <a:pt x="20448" y="4209"/>
                  </a:cubicBezTo>
                  <a:cubicBezTo>
                    <a:pt x="20410" y="4247"/>
                    <a:pt x="20332" y="4327"/>
                    <a:pt x="20318" y="4380"/>
                  </a:cubicBezTo>
                  <a:cubicBezTo>
                    <a:pt x="20306" y="4425"/>
                    <a:pt x="20324" y="4522"/>
                    <a:pt x="20340" y="4566"/>
                  </a:cubicBezTo>
                  <a:cubicBezTo>
                    <a:pt x="20354" y="4602"/>
                    <a:pt x="20399" y="4664"/>
                    <a:pt x="20423" y="4693"/>
                  </a:cubicBezTo>
                  <a:cubicBezTo>
                    <a:pt x="20449" y="4722"/>
                    <a:pt x="20503" y="4782"/>
                    <a:pt x="20539" y="4795"/>
                  </a:cubicBezTo>
                  <a:cubicBezTo>
                    <a:pt x="20570" y="4806"/>
                    <a:pt x="20641" y="4808"/>
                    <a:pt x="20669" y="4789"/>
                  </a:cubicBezTo>
                  <a:cubicBezTo>
                    <a:pt x="20691" y="4776"/>
                    <a:pt x="20705" y="4716"/>
                    <a:pt x="20721" y="4695"/>
                  </a:cubicBezTo>
                  <a:cubicBezTo>
                    <a:pt x="20731" y="4682"/>
                    <a:pt x="20752" y="4651"/>
                    <a:pt x="20767" y="4653"/>
                  </a:cubicBezTo>
                  <a:cubicBezTo>
                    <a:pt x="20791" y="4655"/>
                    <a:pt x="20821" y="4707"/>
                    <a:pt x="20829" y="4731"/>
                  </a:cubicBezTo>
                  <a:cubicBezTo>
                    <a:pt x="20839" y="4764"/>
                    <a:pt x="20840" y="4840"/>
                    <a:pt x="20824" y="4871"/>
                  </a:cubicBezTo>
                  <a:cubicBezTo>
                    <a:pt x="20804" y="4907"/>
                    <a:pt x="20726" y="4940"/>
                    <a:pt x="20691" y="4960"/>
                  </a:cubicBezTo>
                  <a:cubicBezTo>
                    <a:pt x="20651" y="4983"/>
                    <a:pt x="20560" y="5010"/>
                    <a:pt x="20527" y="5044"/>
                  </a:cubicBezTo>
                  <a:cubicBezTo>
                    <a:pt x="20496" y="5076"/>
                    <a:pt x="20444" y="5159"/>
                    <a:pt x="20446" y="5204"/>
                  </a:cubicBezTo>
                  <a:cubicBezTo>
                    <a:pt x="20447" y="5237"/>
                    <a:pt x="20485" y="5297"/>
                    <a:pt x="20512" y="5312"/>
                  </a:cubicBezTo>
                  <a:cubicBezTo>
                    <a:pt x="20534" y="5324"/>
                    <a:pt x="20586" y="5304"/>
                    <a:pt x="20610" y="5309"/>
                  </a:cubicBezTo>
                  <a:cubicBezTo>
                    <a:pt x="20635" y="5315"/>
                    <a:pt x="20688" y="5332"/>
                    <a:pt x="20701" y="5354"/>
                  </a:cubicBezTo>
                  <a:cubicBezTo>
                    <a:pt x="20722" y="5388"/>
                    <a:pt x="20712" y="5478"/>
                    <a:pt x="20701" y="5516"/>
                  </a:cubicBezTo>
                  <a:cubicBezTo>
                    <a:pt x="20693" y="5544"/>
                    <a:pt x="20663" y="5598"/>
                    <a:pt x="20640" y="5611"/>
                  </a:cubicBezTo>
                  <a:cubicBezTo>
                    <a:pt x="20619" y="5624"/>
                    <a:pt x="20567" y="5622"/>
                    <a:pt x="20544" y="5616"/>
                  </a:cubicBezTo>
                  <a:cubicBezTo>
                    <a:pt x="20514" y="5609"/>
                    <a:pt x="20456" y="5578"/>
                    <a:pt x="20438" y="5551"/>
                  </a:cubicBezTo>
                  <a:cubicBezTo>
                    <a:pt x="20420" y="5522"/>
                    <a:pt x="20434" y="5444"/>
                    <a:pt x="20419" y="5414"/>
                  </a:cubicBezTo>
                  <a:cubicBezTo>
                    <a:pt x="20408" y="5394"/>
                    <a:pt x="20375" y="5361"/>
                    <a:pt x="20355" y="5351"/>
                  </a:cubicBezTo>
                  <a:cubicBezTo>
                    <a:pt x="20333" y="5341"/>
                    <a:pt x="20283" y="5335"/>
                    <a:pt x="20259" y="5341"/>
                  </a:cubicBezTo>
                  <a:cubicBezTo>
                    <a:pt x="20222" y="5349"/>
                    <a:pt x="20151" y="5391"/>
                    <a:pt x="20127" y="5422"/>
                  </a:cubicBezTo>
                  <a:cubicBezTo>
                    <a:pt x="20096" y="5460"/>
                    <a:pt x="20061" y="5560"/>
                    <a:pt x="20061" y="5611"/>
                  </a:cubicBezTo>
                  <a:cubicBezTo>
                    <a:pt x="20061" y="5656"/>
                    <a:pt x="20091" y="5747"/>
                    <a:pt x="20119" y="5782"/>
                  </a:cubicBezTo>
                  <a:cubicBezTo>
                    <a:pt x="20143" y="5809"/>
                    <a:pt x="20219" y="5820"/>
                    <a:pt x="20243" y="5848"/>
                  </a:cubicBezTo>
                  <a:cubicBezTo>
                    <a:pt x="20265" y="5876"/>
                    <a:pt x="20288" y="5952"/>
                    <a:pt x="20286" y="5989"/>
                  </a:cubicBezTo>
                  <a:cubicBezTo>
                    <a:pt x="20284" y="6032"/>
                    <a:pt x="20243" y="6110"/>
                    <a:pt x="20220" y="6144"/>
                  </a:cubicBezTo>
                  <a:cubicBezTo>
                    <a:pt x="20203" y="6169"/>
                    <a:pt x="20163" y="6222"/>
                    <a:pt x="20134" y="6228"/>
                  </a:cubicBezTo>
                  <a:cubicBezTo>
                    <a:pt x="20112" y="6232"/>
                    <a:pt x="20064" y="6209"/>
                    <a:pt x="20048" y="6191"/>
                  </a:cubicBezTo>
                  <a:cubicBezTo>
                    <a:pt x="20022" y="6162"/>
                    <a:pt x="20004" y="6077"/>
                    <a:pt x="19999" y="6036"/>
                  </a:cubicBezTo>
                  <a:cubicBezTo>
                    <a:pt x="19996" y="6008"/>
                    <a:pt x="20017" y="5948"/>
                    <a:pt x="20009" y="5921"/>
                  </a:cubicBezTo>
                  <a:cubicBezTo>
                    <a:pt x="20003" y="5900"/>
                    <a:pt x="19977" y="5860"/>
                    <a:pt x="19957" y="5850"/>
                  </a:cubicBezTo>
                  <a:cubicBezTo>
                    <a:pt x="19931" y="5836"/>
                    <a:pt x="19867" y="5838"/>
                    <a:pt x="19840" y="5850"/>
                  </a:cubicBezTo>
                  <a:cubicBezTo>
                    <a:pt x="19816" y="5861"/>
                    <a:pt x="19778" y="5902"/>
                    <a:pt x="19768" y="5926"/>
                  </a:cubicBezTo>
                  <a:cubicBezTo>
                    <a:pt x="19756" y="5955"/>
                    <a:pt x="19769" y="6024"/>
                    <a:pt x="19761" y="6055"/>
                  </a:cubicBezTo>
                  <a:cubicBezTo>
                    <a:pt x="19753" y="6082"/>
                    <a:pt x="19726" y="6131"/>
                    <a:pt x="19709" y="6152"/>
                  </a:cubicBezTo>
                  <a:cubicBezTo>
                    <a:pt x="19689" y="6177"/>
                    <a:pt x="19626" y="6204"/>
                    <a:pt x="19611" y="6233"/>
                  </a:cubicBezTo>
                  <a:cubicBezTo>
                    <a:pt x="19591" y="6273"/>
                    <a:pt x="19593" y="6369"/>
                    <a:pt x="19596" y="6414"/>
                  </a:cubicBezTo>
                  <a:cubicBezTo>
                    <a:pt x="19598" y="6444"/>
                    <a:pt x="19604" y="6512"/>
                    <a:pt x="19626" y="6530"/>
                  </a:cubicBezTo>
                  <a:cubicBezTo>
                    <a:pt x="19652" y="6551"/>
                    <a:pt x="19729" y="6549"/>
                    <a:pt x="19756" y="6530"/>
                  </a:cubicBezTo>
                  <a:cubicBezTo>
                    <a:pt x="19780" y="6514"/>
                    <a:pt x="19806" y="6449"/>
                    <a:pt x="19802" y="6420"/>
                  </a:cubicBezTo>
                  <a:cubicBezTo>
                    <a:pt x="19799" y="6391"/>
                    <a:pt x="19739" y="6361"/>
                    <a:pt x="19737" y="6333"/>
                  </a:cubicBezTo>
                  <a:cubicBezTo>
                    <a:pt x="19734" y="6313"/>
                    <a:pt x="19755" y="6273"/>
                    <a:pt x="19771" y="6262"/>
                  </a:cubicBezTo>
                  <a:cubicBezTo>
                    <a:pt x="19790" y="6249"/>
                    <a:pt x="19843" y="6243"/>
                    <a:pt x="19864" y="6254"/>
                  </a:cubicBezTo>
                  <a:cubicBezTo>
                    <a:pt x="19886" y="6265"/>
                    <a:pt x="19901" y="6320"/>
                    <a:pt x="19915" y="6341"/>
                  </a:cubicBezTo>
                  <a:cubicBezTo>
                    <a:pt x="19935" y="6367"/>
                    <a:pt x="19988" y="6409"/>
                    <a:pt x="19999" y="6440"/>
                  </a:cubicBezTo>
                  <a:cubicBezTo>
                    <a:pt x="20009" y="6471"/>
                    <a:pt x="20004" y="6539"/>
                    <a:pt x="19994" y="6570"/>
                  </a:cubicBezTo>
                  <a:cubicBezTo>
                    <a:pt x="19986" y="6596"/>
                    <a:pt x="19937" y="6635"/>
                    <a:pt x="19930" y="6664"/>
                  </a:cubicBezTo>
                  <a:cubicBezTo>
                    <a:pt x="19922" y="6697"/>
                    <a:pt x="19955" y="6768"/>
                    <a:pt x="19948" y="6803"/>
                  </a:cubicBezTo>
                  <a:cubicBezTo>
                    <a:pt x="19941" y="6830"/>
                    <a:pt x="19909" y="6880"/>
                    <a:pt x="19886" y="6895"/>
                  </a:cubicBezTo>
                  <a:cubicBezTo>
                    <a:pt x="19848" y="6920"/>
                    <a:pt x="19742" y="6887"/>
                    <a:pt x="19707" y="6918"/>
                  </a:cubicBezTo>
                  <a:cubicBezTo>
                    <a:pt x="19686" y="6937"/>
                    <a:pt x="19673" y="7002"/>
                    <a:pt x="19675" y="7031"/>
                  </a:cubicBezTo>
                  <a:cubicBezTo>
                    <a:pt x="19678" y="7068"/>
                    <a:pt x="19709" y="7138"/>
                    <a:pt x="19734" y="7163"/>
                  </a:cubicBezTo>
                  <a:cubicBezTo>
                    <a:pt x="19759" y="7188"/>
                    <a:pt x="19827" y="7221"/>
                    <a:pt x="19862" y="7221"/>
                  </a:cubicBezTo>
                  <a:cubicBezTo>
                    <a:pt x="19893" y="7220"/>
                    <a:pt x="19946" y="7163"/>
                    <a:pt x="19977" y="7165"/>
                  </a:cubicBezTo>
                  <a:cubicBezTo>
                    <a:pt x="20002" y="7167"/>
                    <a:pt x="20046" y="7202"/>
                    <a:pt x="20061" y="7223"/>
                  </a:cubicBezTo>
                  <a:cubicBezTo>
                    <a:pt x="20084" y="7256"/>
                    <a:pt x="20112" y="7342"/>
                    <a:pt x="20104" y="7383"/>
                  </a:cubicBezTo>
                  <a:cubicBezTo>
                    <a:pt x="20099" y="7413"/>
                    <a:pt x="20050" y="7455"/>
                    <a:pt x="20033" y="7480"/>
                  </a:cubicBezTo>
                  <a:cubicBezTo>
                    <a:pt x="20017" y="7506"/>
                    <a:pt x="19971" y="7554"/>
                    <a:pt x="19970" y="7585"/>
                  </a:cubicBezTo>
                  <a:cubicBezTo>
                    <a:pt x="19969" y="7615"/>
                    <a:pt x="20002" y="7673"/>
                    <a:pt x="20026" y="7691"/>
                  </a:cubicBezTo>
                  <a:cubicBezTo>
                    <a:pt x="20053" y="7709"/>
                    <a:pt x="20123" y="7693"/>
                    <a:pt x="20154" y="7703"/>
                  </a:cubicBezTo>
                  <a:cubicBezTo>
                    <a:pt x="20177" y="7711"/>
                    <a:pt x="20228" y="7734"/>
                    <a:pt x="20237" y="7758"/>
                  </a:cubicBezTo>
                  <a:cubicBezTo>
                    <a:pt x="20250" y="7792"/>
                    <a:pt x="20224" y="7871"/>
                    <a:pt x="20201" y="7898"/>
                  </a:cubicBezTo>
                  <a:cubicBezTo>
                    <a:pt x="20176" y="7925"/>
                    <a:pt x="20102" y="7950"/>
                    <a:pt x="20068" y="7945"/>
                  </a:cubicBezTo>
                  <a:cubicBezTo>
                    <a:pt x="20039" y="7940"/>
                    <a:pt x="20000" y="7883"/>
                    <a:pt x="19972" y="7874"/>
                  </a:cubicBezTo>
                  <a:cubicBezTo>
                    <a:pt x="19940" y="7863"/>
                    <a:pt x="19864" y="7856"/>
                    <a:pt x="19835" y="7874"/>
                  </a:cubicBezTo>
                  <a:cubicBezTo>
                    <a:pt x="19799" y="7895"/>
                    <a:pt x="19758" y="7978"/>
                    <a:pt x="19749" y="8021"/>
                  </a:cubicBezTo>
                  <a:cubicBezTo>
                    <a:pt x="19736" y="8077"/>
                    <a:pt x="19773" y="8195"/>
                    <a:pt x="19766" y="8252"/>
                  </a:cubicBezTo>
                  <a:cubicBezTo>
                    <a:pt x="19764" y="8270"/>
                    <a:pt x="19759" y="8293"/>
                    <a:pt x="19752" y="8318"/>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88" name="Shape 4770"/>
            <p:cNvSpPr/>
            <p:nvPr/>
          </p:nvSpPr>
          <p:spPr>
            <a:xfrm>
              <a:off x="1955997" y="276140"/>
              <a:ext cx="2103440" cy="1284190"/>
            </a:xfrm>
            <a:custGeom>
              <a:avLst/>
              <a:gdLst/>
              <a:ahLst/>
              <a:cxnLst>
                <a:cxn ang="0">
                  <a:pos x="wd2" y="hd2"/>
                </a:cxn>
                <a:cxn ang="5400000">
                  <a:pos x="wd2" y="hd2"/>
                </a:cxn>
                <a:cxn ang="10800000">
                  <a:pos x="wd2" y="hd2"/>
                </a:cxn>
                <a:cxn ang="16200000">
                  <a:pos x="wd2" y="hd2"/>
                </a:cxn>
              </a:cxnLst>
              <a:rect l="0" t="0" r="r" b="b"/>
              <a:pathLst>
                <a:path w="21597" h="21598" extrusionOk="0">
                  <a:moveTo>
                    <a:pt x="21267" y="16925"/>
                  </a:moveTo>
                  <a:lnTo>
                    <a:pt x="21165" y="21051"/>
                  </a:lnTo>
                  <a:lnTo>
                    <a:pt x="21121" y="21047"/>
                  </a:lnTo>
                  <a:lnTo>
                    <a:pt x="19294" y="20907"/>
                  </a:lnTo>
                  <a:lnTo>
                    <a:pt x="16989" y="20698"/>
                  </a:lnTo>
                  <a:lnTo>
                    <a:pt x="14629" y="20388"/>
                  </a:lnTo>
                  <a:lnTo>
                    <a:pt x="13239" y="20202"/>
                  </a:lnTo>
                  <a:lnTo>
                    <a:pt x="12130" y="20043"/>
                  </a:lnTo>
                  <a:lnTo>
                    <a:pt x="11549" y="19927"/>
                  </a:lnTo>
                  <a:lnTo>
                    <a:pt x="10332" y="19742"/>
                  </a:lnTo>
                  <a:lnTo>
                    <a:pt x="9766" y="19605"/>
                  </a:lnTo>
                  <a:cubicBezTo>
                    <a:pt x="9766" y="19605"/>
                    <a:pt x="9658" y="19658"/>
                    <a:pt x="9620" y="19658"/>
                  </a:cubicBezTo>
                  <a:cubicBezTo>
                    <a:pt x="9563" y="19660"/>
                    <a:pt x="9451" y="19597"/>
                    <a:pt x="9394" y="19587"/>
                  </a:cubicBezTo>
                  <a:cubicBezTo>
                    <a:pt x="9346" y="19579"/>
                    <a:pt x="9248" y="19585"/>
                    <a:pt x="9199" y="19581"/>
                  </a:cubicBezTo>
                  <a:cubicBezTo>
                    <a:pt x="9073" y="19570"/>
                    <a:pt x="8821" y="19553"/>
                    <a:pt x="8697" y="19512"/>
                  </a:cubicBezTo>
                  <a:cubicBezTo>
                    <a:pt x="8643" y="19494"/>
                    <a:pt x="8488" y="19399"/>
                    <a:pt x="8488" y="19399"/>
                  </a:cubicBezTo>
                  <a:lnTo>
                    <a:pt x="7986" y="19310"/>
                  </a:lnTo>
                  <a:lnTo>
                    <a:pt x="7825" y="21592"/>
                  </a:lnTo>
                  <a:cubicBezTo>
                    <a:pt x="7809" y="21597"/>
                    <a:pt x="7793" y="21600"/>
                    <a:pt x="7784" y="21597"/>
                  </a:cubicBezTo>
                  <a:cubicBezTo>
                    <a:pt x="7763" y="21589"/>
                    <a:pt x="7724" y="21546"/>
                    <a:pt x="7711" y="21517"/>
                  </a:cubicBezTo>
                  <a:cubicBezTo>
                    <a:pt x="7692" y="21476"/>
                    <a:pt x="7688" y="21366"/>
                    <a:pt x="7672" y="21322"/>
                  </a:cubicBezTo>
                  <a:cubicBezTo>
                    <a:pt x="7665" y="21301"/>
                    <a:pt x="7643" y="21269"/>
                    <a:pt x="7633" y="21250"/>
                  </a:cubicBezTo>
                  <a:cubicBezTo>
                    <a:pt x="7620" y="21223"/>
                    <a:pt x="7600" y="21162"/>
                    <a:pt x="7585" y="21139"/>
                  </a:cubicBezTo>
                  <a:cubicBezTo>
                    <a:pt x="7576" y="21125"/>
                    <a:pt x="7549" y="21113"/>
                    <a:pt x="7543" y="21094"/>
                  </a:cubicBezTo>
                  <a:cubicBezTo>
                    <a:pt x="7536" y="21067"/>
                    <a:pt x="7552" y="21002"/>
                    <a:pt x="7553" y="20971"/>
                  </a:cubicBezTo>
                  <a:cubicBezTo>
                    <a:pt x="7555" y="20935"/>
                    <a:pt x="7565" y="20860"/>
                    <a:pt x="7556" y="20828"/>
                  </a:cubicBezTo>
                  <a:cubicBezTo>
                    <a:pt x="7545" y="20790"/>
                    <a:pt x="7488" y="20761"/>
                    <a:pt x="7475" y="20724"/>
                  </a:cubicBezTo>
                  <a:cubicBezTo>
                    <a:pt x="7464" y="20690"/>
                    <a:pt x="7471" y="20607"/>
                    <a:pt x="7466" y="20569"/>
                  </a:cubicBezTo>
                  <a:cubicBezTo>
                    <a:pt x="7461" y="20535"/>
                    <a:pt x="7449" y="20465"/>
                    <a:pt x="7434" y="20442"/>
                  </a:cubicBezTo>
                  <a:cubicBezTo>
                    <a:pt x="7422" y="20423"/>
                    <a:pt x="7386" y="20422"/>
                    <a:pt x="7373" y="20406"/>
                  </a:cubicBezTo>
                  <a:cubicBezTo>
                    <a:pt x="7359" y="20387"/>
                    <a:pt x="7351" y="20323"/>
                    <a:pt x="7337" y="20306"/>
                  </a:cubicBezTo>
                  <a:cubicBezTo>
                    <a:pt x="7323" y="20289"/>
                    <a:pt x="7283" y="20261"/>
                    <a:pt x="7269" y="20278"/>
                  </a:cubicBezTo>
                  <a:cubicBezTo>
                    <a:pt x="7249" y="20302"/>
                    <a:pt x="7284" y="20416"/>
                    <a:pt x="7264" y="20437"/>
                  </a:cubicBezTo>
                  <a:cubicBezTo>
                    <a:pt x="7247" y="20455"/>
                    <a:pt x="7209" y="20392"/>
                    <a:pt x="7188" y="20388"/>
                  </a:cubicBezTo>
                  <a:cubicBezTo>
                    <a:pt x="7170" y="20383"/>
                    <a:pt x="7130" y="20383"/>
                    <a:pt x="7114" y="20400"/>
                  </a:cubicBezTo>
                  <a:cubicBezTo>
                    <a:pt x="7102" y="20412"/>
                    <a:pt x="7088" y="20458"/>
                    <a:pt x="7086" y="20482"/>
                  </a:cubicBezTo>
                  <a:cubicBezTo>
                    <a:pt x="7084" y="20508"/>
                    <a:pt x="7103" y="20559"/>
                    <a:pt x="7101" y="20585"/>
                  </a:cubicBezTo>
                  <a:cubicBezTo>
                    <a:pt x="7098" y="20623"/>
                    <a:pt x="7074" y="20694"/>
                    <a:pt x="7058" y="20724"/>
                  </a:cubicBezTo>
                  <a:cubicBezTo>
                    <a:pt x="7047" y="20746"/>
                    <a:pt x="7012" y="20766"/>
                    <a:pt x="7002" y="20790"/>
                  </a:cubicBezTo>
                  <a:cubicBezTo>
                    <a:pt x="6994" y="20809"/>
                    <a:pt x="6988" y="20859"/>
                    <a:pt x="6990" y="20882"/>
                  </a:cubicBezTo>
                  <a:cubicBezTo>
                    <a:pt x="6995" y="20923"/>
                    <a:pt x="7037" y="20984"/>
                    <a:pt x="7050" y="21021"/>
                  </a:cubicBezTo>
                  <a:cubicBezTo>
                    <a:pt x="7059" y="21049"/>
                    <a:pt x="7085" y="21108"/>
                    <a:pt x="7080" y="21139"/>
                  </a:cubicBezTo>
                  <a:cubicBezTo>
                    <a:pt x="7076" y="21166"/>
                    <a:pt x="7042" y="21203"/>
                    <a:pt x="7024" y="21206"/>
                  </a:cubicBezTo>
                  <a:cubicBezTo>
                    <a:pt x="7006" y="21210"/>
                    <a:pt x="6972" y="21174"/>
                    <a:pt x="6956" y="21158"/>
                  </a:cubicBezTo>
                  <a:cubicBezTo>
                    <a:pt x="6939" y="21141"/>
                    <a:pt x="6914" y="21089"/>
                    <a:pt x="6896" y="21071"/>
                  </a:cubicBezTo>
                  <a:cubicBezTo>
                    <a:pt x="6886" y="21060"/>
                    <a:pt x="6864" y="21040"/>
                    <a:pt x="6852" y="21039"/>
                  </a:cubicBezTo>
                  <a:cubicBezTo>
                    <a:pt x="6832" y="21037"/>
                    <a:pt x="6797" y="21080"/>
                    <a:pt x="6778" y="21077"/>
                  </a:cubicBezTo>
                  <a:cubicBezTo>
                    <a:pt x="6753" y="21073"/>
                    <a:pt x="6715" y="21010"/>
                    <a:pt x="6691" y="21003"/>
                  </a:cubicBezTo>
                  <a:cubicBezTo>
                    <a:pt x="6671" y="20997"/>
                    <a:pt x="6628" y="21013"/>
                    <a:pt x="6608" y="21023"/>
                  </a:cubicBezTo>
                  <a:cubicBezTo>
                    <a:pt x="6585" y="21035"/>
                    <a:pt x="6541" y="21074"/>
                    <a:pt x="6519" y="21092"/>
                  </a:cubicBezTo>
                  <a:cubicBezTo>
                    <a:pt x="6500" y="21107"/>
                    <a:pt x="6466" y="21143"/>
                    <a:pt x="6447" y="21154"/>
                  </a:cubicBezTo>
                  <a:cubicBezTo>
                    <a:pt x="6429" y="21164"/>
                    <a:pt x="6391" y="21191"/>
                    <a:pt x="6374" y="21178"/>
                  </a:cubicBezTo>
                  <a:cubicBezTo>
                    <a:pt x="6356" y="21164"/>
                    <a:pt x="6345" y="21093"/>
                    <a:pt x="6337" y="21063"/>
                  </a:cubicBezTo>
                  <a:cubicBezTo>
                    <a:pt x="6328" y="21026"/>
                    <a:pt x="6327" y="20937"/>
                    <a:pt x="6308" y="20912"/>
                  </a:cubicBezTo>
                  <a:cubicBezTo>
                    <a:pt x="6292" y="20889"/>
                    <a:pt x="6244" y="20889"/>
                    <a:pt x="6223" y="20896"/>
                  </a:cubicBezTo>
                  <a:cubicBezTo>
                    <a:pt x="6201" y="20902"/>
                    <a:pt x="6164" y="20951"/>
                    <a:pt x="6143" y="20963"/>
                  </a:cubicBezTo>
                  <a:cubicBezTo>
                    <a:pt x="6128" y="20973"/>
                    <a:pt x="6096" y="20992"/>
                    <a:pt x="6080" y="20987"/>
                  </a:cubicBezTo>
                  <a:cubicBezTo>
                    <a:pt x="6066" y="20983"/>
                    <a:pt x="6047" y="20931"/>
                    <a:pt x="6033" y="20935"/>
                  </a:cubicBezTo>
                  <a:cubicBezTo>
                    <a:pt x="6017" y="20940"/>
                    <a:pt x="6011" y="21018"/>
                    <a:pt x="5994" y="21023"/>
                  </a:cubicBezTo>
                  <a:cubicBezTo>
                    <a:pt x="5981" y="21027"/>
                    <a:pt x="5962" y="20976"/>
                    <a:pt x="5948" y="20971"/>
                  </a:cubicBezTo>
                  <a:cubicBezTo>
                    <a:pt x="5927" y="20962"/>
                    <a:pt x="5884" y="20996"/>
                    <a:pt x="5863" y="20987"/>
                  </a:cubicBezTo>
                  <a:cubicBezTo>
                    <a:pt x="5852" y="20982"/>
                    <a:pt x="5836" y="20954"/>
                    <a:pt x="5827" y="20943"/>
                  </a:cubicBezTo>
                  <a:cubicBezTo>
                    <a:pt x="5816" y="20931"/>
                    <a:pt x="5798" y="20894"/>
                    <a:pt x="5785" y="20892"/>
                  </a:cubicBezTo>
                  <a:cubicBezTo>
                    <a:pt x="5766" y="20888"/>
                    <a:pt x="5736" y="20947"/>
                    <a:pt x="5717" y="20948"/>
                  </a:cubicBezTo>
                  <a:cubicBezTo>
                    <a:pt x="5702" y="20948"/>
                    <a:pt x="5671" y="20926"/>
                    <a:pt x="5661" y="20907"/>
                  </a:cubicBezTo>
                  <a:cubicBezTo>
                    <a:pt x="5648" y="20881"/>
                    <a:pt x="5653" y="20801"/>
                    <a:pt x="5642" y="20772"/>
                  </a:cubicBezTo>
                  <a:cubicBezTo>
                    <a:pt x="5632" y="20748"/>
                    <a:pt x="5591" y="20708"/>
                    <a:pt x="5583" y="20708"/>
                  </a:cubicBezTo>
                  <a:cubicBezTo>
                    <a:pt x="5576" y="20708"/>
                    <a:pt x="5535" y="20701"/>
                    <a:pt x="5523" y="20716"/>
                  </a:cubicBezTo>
                  <a:cubicBezTo>
                    <a:pt x="5510" y="20732"/>
                    <a:pt x="5510" y="20795"/>
                    <a:pt x="5498" y="20812"/>
                  </a:cubicBezTo>
                  <a:cubicBezTo>
                    <a:pt x="5488" y="20826"/>
                    <a:pt x="5460" y="20829"/>
                    <a:pt x="5447" y="20832"/>
                  </a:cubicBezTo>
                  <a:cubicBezTo>
                    <a:pt x="5432" y="20836"/>
                    <a:pt x="5399" y="20824"/>
                    <a:pt x="5387" y="20840"/>
                  </a:cubicBezTo>
                  <a:cubicBezTo>
                    <a:pt x="5375" y="20855"/>
                    <a:pt x="5369" y="20907"/>
                    <a:pt x="5367" y="20931"/>
                  </a:cubicBezTo>
                  <a:cubicBezTo>
                    <a:pt x="5363" y="20973"/>
                    <a:pt x="5377" y="21058"/>
                    <a:pt x="5369" y="21099"/>
                  </a:cubicBezTo>
                  <a:cubicBezTo>
                    <a:pt x="5363" y="21134"/>
                    <a:pt x="5340" y="21208"/>
                    <a:pt x="5318" y="21218"/>
                  </a:cubicBezTo>
                  <a:cubicBezTo>
                    <a:pt x="5301" y="21226"/>
                    <a:pt x="5268" y="21190"/>
                    <a:pt x="5255" y="21170"/>
                  </a:cubicBezTo>
                  <a:cubicBezTo>
                    <a:pt x="5240" y="21148"/>
                    <a:pt x="5233" y="21074"/>
                    <a:pt x="5216" y="21055"/>
                  </a:cubicBezTo>
                  <a:cubicBezTo>
                    <a:pt x="5205" y="21042"/>
                    <a:pt x="5176" y="21036"/>
                    <a:pt x="5163" y="21039"/>
                  </a:cubicBezTo>
                  <a:cubicBezTo>
                    <a:pt x="5147" y="21043"/>
                    <a:pt x="5121" y="21085"/>
                    <a:pt x="5104" y="21087"/>
                  </a:cubicBezTo>
                  <a:cubicBezTo>
                    <a:pt x="5091" y="21088"/>
                    <a:pt x="5064" y="21069"/>
                    <a:pt x="5053" y="21055"/>
                  </a:cubicBezTo>
                  <a:cubicBezTo>
                    <a:pt x="5043" y="21042"/>
                    <a:pt x="5034" y="20996"/>
                    <a:pt x="5022" y="20987"/>
                  </a:cubicBezTo>
                  <a:cubicBezTo>
                    <a:pt x="5009" y="20978"/>
                    <a:pt x="4979" y="20997"/>
                    <a:pt x="4966" y="20991"/>
                  </a:cubicBezTo>
                  <a:cubicBezTo>
                    <a:pt x="4953" y="20986"/>
                    <a:pt x="4934" y="20954"/>
                    <a:pt x="4922" y="20948"/>
                  </a:cubicBezTo>
                  <a:cubicBezTo>
                    <a:pt x="4902" y="20935"/>
                    <a:pt x="4858" y="20925"/>
                    <a:pt x="4837" y="20923"/>
                  </a:cubicBezTo>
                  <a:cubicBezTo>
                    <a:pt x="4821" y="20922"/>
                    <a:pt x="4787" y="20945"/>
                    <a:pt x="4774" y="20931"/>
                  </a:cubicBezTo>
                  <a:cubicBezTo>
                    <a:pt x="4762" y="20921"/>
                    <a:pt x="4761" y="20870"/>
                    <a:pt x="4752" y="20856"/>
                  </a:cubicBezTo>
                  <a:cubicBezTo>
                    <a:pt x="4741" y="20840"/>
                    <a:pt x="4713" y="20821"/>
                    <a:pt x="4698" y="20820"/>
                  </a:cubicBezTo>
                  <a:cubicBezTo>
                    <a:pt x="4684" y="20819"/>
                    <a:pt x="4658" y="20844"/>
                    <a:pt x="4645" y="20848"/>
                  </a:cubicBezTo>
                  <a:cubicBezTo>
                    <a:pt x="4630" y="20852"/>
                    <a:pt x="4600" y="20843"/>
                    <a:pt x="4586" y="20852"/>
                  </a:cubicBezTo>
                  <a:cubicBezTo>
                    <a:pt x="4564" y="20866"/>
                    <a:pt x="4530" y="20927"/>
                    <a:pt x="4513" y="20956"/>
                  </a:cubicBezTo>
                  <a:cubicBezTo>
                    <a:pt x="4501" y="20976"/>
                    <a:pt x="4474" y="21019"/>
                    <a:pt x="4467" y="21047"/>
                  </a:cubicBezTo>
                  <a:cubicBezTo>
                    <a:pt x="4462" y="21066"/>
                    <a:pt x="4460" y="21107"/>
                    <a:pt x="4462" y="21127"/>
                  </a:cubicBezTo>
                  <a:cubicBezTo>
                    <a:pt x="4465" y="21150"/>
                    <a:pt x="4485" y="21191"/>
                    <a:pt x="4489" y="21214"/>
                  </a:cubicBezTo>
                  <a:cubicBezTo>
                    <a:pt x="4495" y="21244"/>
                    <a:pt x="4506" y="21309"/>
                    <a:pt x="4499" y="21337"/>
                  </a:cubicBezTo>
                  <a:cubicBezTo>
                    <a:pt x="4493" y="21359"/>
                    <a:pt x="4466" y="21386"/>
                    <a:pt x="4452" y="21393"/>
                  </a:cubicBezTo>
                  <a:cubicBezTo>
                    <a:pt x="4435" y="21403"/>
                    <a:pt x="4396" y="21411"/>
                    <a:pt x="4380" y="21398"/>
                  </a:cubicBezTo>
                  <a:cubicBezTo>
                    <a:pt x="4364" y="21384"/>
                    <a:pt x="4347" y="21328"/>
                    <a:pt x="4338" y="21302"/>
                  </a:cubicBezTo>
                  <a:cubicBezTo>
                    <a:pt x="4330" y="21277"/>
                    <a:pt x="4326" y="21216"/>
                    <a:pt x="4314" y="21194"/>
                  </a:cubicBezTo>
                  <a:cubicBezTo>
                    <a:pt x="4303" y="21174"/>
                    <a:pt x="4269" y="21157"/>
                    <a:pt x="4256" y="21142"/>
                  </a:cubicBezTo>
                  <a:cubicBezTo>
                    <a:pt x="4240" y="21126"/>
                    <a:pt x="4211" y="21091"/>
                    <a:pt x="4197" y="21071"/>
                  </a:cubicBezTo>
                  <a:cubicBezTo>
                    <a:pt x="4182" y="21049"/>
                    <a:pt x="4151" y="21004"/>
                    <a:pt x="4141" y="20975"/>
                  </a:cubicBezTo>
                  <a:cubicBezTo>
                    <a:pt x="4130" y="20943"/>
                    <a:pt x="4122" y="20844"/>
                    <a:pt x="4122" y="20832"/>
                  </a:cubicBezTo>
                  <a:cubicBezTo>
                    <a:pt x="4122" y="20820"/>
                    <a:pt x="4114" y="20727"/>
                    <a:pt x="4115" y="20692"/>
                  </a:cubicBezTo>
                  <a:cubicBezTo>
                    <a:pt x="4115" y="20668"/>
                    <a:pt x="4125" y="20621"/>
                    <a:pt x="4124" y="20597"/>
                  </a:cubicBezTo>
                  <a:cubicBezTo>
                    <a:pt x="4124" y="20577"/>
                    <a:pt x="4114" y="20540"/>
                    <a:pt x="4112" y="20521"/>
                  </a:cubicBezTo>
                  <a:cubicBezTo>
                    <a:pt x="4109" y="20497"/>
                    <a:pt x="4111" y="20447"/>
                    <a:pt x="4105" y="20425"/>
                  </a:cubicBezTo>
                  <a:cubicBezTo>
                    <a:pt x="4098" y="20399"/>
                    <a:pt x="4067" y="20361"/>
                    <a:pt x="4061" y="20334"/>
                  </a:cubicBezTo>
                  <a:cubicBezTo>
                    <a:pt x="4055" y="20309"/>
                    <a:pt x="4050" y="20249"/>
                    <a:pt x="4059" y="20226"/>
                  </a:cubicBezTo>
                  <a:cubicBezTo>
                    <a:pt x="4065" y="20211"/>
                    <a:pt x="4092" y="20210"/>
                    <a:pt x="4100" y="20199"/>
                  </a:cubicBezTo>
                  <a:cubicBezTo>
                    <a:pt x="4110" y="20183"/>
                    <a:pt x="4124" y="20141"/>
                    <a:pt x="4127" y="20119"/>
                  </a:cubicBezTo>
                  <a:cubicBezTo>
                    <a:pt x="4130" y="20089"/>
                    <a:pt x="4121" y="20028"/>
                    <a:pt x="4117" y="19999"/>
                  </a:cubicBezTo>
                  <a:cubicBezTo>
                    <a:pt x="4112" y="19962"/>
                    <a:pt x="4102" y="19888"/>
                    <a:pt x="4090" y="19856"/>
                  </a:cubicBezTo>
                  <a:cubicBezTo>
                    <a:pt x="4081" y="19833"/>
                    <a:pt x="4048" y="19806"/>
                    <a:pt x="4041" y="19781"/>
                  </a:cubicBezTo>
                  <a:cubicBezTo>
                    <a:pt x="4033" y="19752"/>
                    <a:pt x="4045" y="19686"/>
                    <a:pt x="4039" y="19656"/>
                  </a:cubicBezTo>
                  <a:cubicBezTo>
                    <a:pt x="4035" y="19633"/>
                    <a:pt x="4013" y="19597"/>
                    <a:pt x="4008" y="19575"/>
                  </a:cubicBezTo>
                  <a:cubicBezTo>
                    <a:pt x="4003" y="19549"/>
                    <a:pt x="4010" y="19489"/>
                    <a:pt x="4001" y="19467"/>
                  </a:cubicBezTo>
                  <a:cubicBezTo>
                    <a:pt x="3992" y="19447"/>
                    <a:pt x="3956" y="19440"/>
                    <a:pt x="3944" y="19423"/>
                  </a:cubicBezTo>
                  <a:cubicBezTo>
                    <a:pt x="3927" y="19398"/>
                    <a:pt x="3909" y="19327"/>
                    <a:pt x="3893" y="19300"/>
                  </a:cubicBezTo>
                  <a:cubicBezTo>
                    <a:pt x="3881" y="19278"/>
                    <a:pt x="3854" y="19233"/>
                    <a:pt x="3837" y="19225"/>
                  </a:cubicBezTo>
                  <a:cubicBezTo>
                    <a:pt x="3817" y="19216"/>
                    <a:pt x="3775" y="19229"/>
                    <a:pt x="3756" y="19243"/>
                  </a:cubicBezTo>
                  <a:cubicBezTo>
                    <a:pt x="3741" y="19255"/>
                    <a:pt x="3720" y="19306"/>
                    <a:pt x="3705" y="19321"/>
                  </a:cubicBezTo>
                  <a:cubicBezTo>
                    <a:pt x="3690" y="19337"/>
                    <a:pt x="3655" y="19371"/>
                    <a:pt x="3638" y="19363"/>
                  </a:cubicBezTo>
                  <a:cubicBezTo>
                    <a:pt x="3620" y="19354"/>
                    <a:pt x="3603" y="19292"/>
                    <a:pt x="3596" y="19264"/>
                  </a:cubicBezTo>
                  <a:cubicBezTo>
                    <a:pt x="3590" y="19240"/>
                    <a:pt x="3592" y="19183"/>
                    <a:pt x="3585" y="19160"/>
                  </a:cubicBezTo>
                  <a:cubicBezTo>
                    <a:pt x="3579" y="19140"/>
                    <a:pt x="3558" y="19110"/>
                    <a:pt x="3547" y="19097"/>
                  </a:cubicBezTo>
                  <a:cubicBezTo>
                    <a:pt x="3531" y="19079"/>
                    <a:pt x="3493" y="19063"/>
                    <a:pt x="3479" y="19043"/>
                  </a:cubicBezTo>
                  <a:cubicBezTo>
                    <a:pt x="3463" y="19019"/>
                    <a:pt x="3437" y="18958"/>
                    <a:pt x="3430" y="18923"/>
                  </a:cubicBezTo>
                  <a:cubicBezTo>
                    <a:pt x="3423" y="18891"/>
                    <a:pt x="3428" y="18820"/>
                    <a:pt x="3425" y="18786"/>
                  </a:cubicBezTo>
                  <a:cubicBezTo>
                    <a:pt x="3422" y="18761"/>
                    <a:pt x="3408" y="18713"/>
                    <a:pt x="3406" y="18688"/>
                  </a:cubicBezTo>
                  <a:cubicBezTo>
                    <a:pt x="3405" y="18670"/>
                    <a:pt x="3404" y="18630"/>
                    <a:pt x="3412" y="18619"/>
                  </a:cubicBezTo>
                  <a:cubicBezTo>
                    <a:pt x="3420" y="18608"/>
                    <a:pt x="3444" y="18625"/>
                    <a:pt x="3454" y="18619"/>
                  </a:cubicBezTo>
                  <a:cubicBezTo>
                    <a:pt x="3469" y="18610"/>
                    <a:pt x="3495" y="18576"/>
                    <a:pt x="3503" y="18553"/>
                  </a:cubicBezTo>
                  <a:cubicBezTo>
                    <a:pt x="3513" y="18524"/>
                    <a:pt x="3508" y="18452"/>
                    <a:pt x="3516" y="18422"/>
                  </a:cubicBezTo>
                  <a:cubicBezTo>
                    <a:pt x="3523" y="18394"/>
                    <a:pt x="3559" y="18356"/>
                    <a:pt x="3561" y="18326"/>
                  </a:cubicBezTo>
                  <a:cubicBezTo>
                    <a:pt x="3563" y="18304"/>
                    <a:pt x="3545" y="18264"/>
                    <a:pt x="3541" y="18242"/>
                  </a:cubicBezTo>
                  <a:cubicBezTo>
                    <a:pt x="3535" y="18208"/>
                    <a:pt x="3539" y="18127"/>
                    <a:pt x="3523" y="18102"/>
                  </a:cubicBezTo>
                  <a:cubicBezTo>
                    <a:pt x="3509" y="18079"/>
                    <a:pt x="3458" y="18097"/>
                    <a:pt x="3443" y="18075"/>
                  </a:cubicBezTo>
                  <a:cubicBezTo>
                    <a:pt x="3432" y="18060"/>
                    <a:pt x="3425" y="18009"/>
                    <a:pt x="3423" y="17986"/>
                  </a:cubicBezTo>
                  <a:cubicBezTo>
                    <a:pt x="3419" y="17953"/>
                    <a:pt x="3435" y="17880"/>
                    <a:pt x="3423" y="17854"/>
                  </a:cubicBezTo>
                  <a:cubicBezTo>
                    <a:pt x="3413" y="17834"/>
                    <a:pt x="3376" y="17842"/>
                    <a:pt x="3362" y="17830"/>
                  </a:cubicBezTo>
                  <a:cubicBezTo>
                    <a:pt x="3345" y="17815"/>
                    <a:pt x="3313" y="17773"/>
                    <a:pt x="3306" y="17743"/>
                  </a:cubicBezTo>
                  <a:cubicBezTo>
                    <a:pt x="3299" y="17717"/>
                    <a:pt x="3308" y="17656"/>
                    <a:pt x="3308" y="17627"/>
                  </a:cubicBezTo>
                  <a:cubicBezTo>
                    <a:pt x="3308" y="17588"/>
                    <a:pt x="3315" y="17508"/>
                    <a:pt x="3306" y="17471"/>
                  </a:cubicBezTo>
                  <a:cubicBezTo>
                    <a:pt x="3298" y="17441"/>
                    <a:pt x="3259" y="17404"/>
                    <a:pt x="3248" y="17376"/>
                  </a:cubicBezTo>
                  <a:cubicBezTo>
                    <a:pt x="3237" y="17348"/>
                    <a:pt x="3230" y="17278"/>
                    <a:pt x="3218" y="17251"/>
                  </a:cubicBezTo>
                  <a:cubicBezTo>
                    <a:pt x="3210" y="17231"/>
                    <a:pt x="3182" y="17209"/>
                    <a:pt x="3177" y="17188"/>
                  </a:cubicBezTo>
                  <a:cubicBezTo>
                    <a:pt x="3169" y="17160"/>
                    <a:pt x="3185" y="17095"/>
                    <a:pt x="3180" y="17065"/>
                  </a:cubicBezTo>
                  <a:cubicBezTo>
                    <a:pt x="3174" y="17024"/>
                    <a:pt x="3139" y="16957"/>
                    <a:pt x="3127" y="16919"/>
                  </a:cubicBezTo>
                  <a:cubicBezTo>
                    <a:pt x="3118" y="16890"/>
                    <a:pt x="3098" y="16832"/>
                    <a:pt x="3096" y="16800"/>
                  </a:cubicBezTo>
                  <a:cubicBezTo>
                    <a:pt x="3094" y="16766"/>
                    <a:pt x="3110" y="16701"/>
                    <a:pt x="3113" y="16668"/>
                  </a:cubicBezTo>
                  <a:cubicBezTo>
                    <a:pt x="3115" y="16640"/>
                    <a:pt x="3124" y="16581"/>
                    <a:pt x="3118" y="16555"/>
                  </a:cubicBezTo>
                  <a:cubicBezTo>
                    <a:pt x="3111" y="16526"/>
                    <a:pt x="3070" y="16497"/>
                    <a:pt x="3063" y="16467"/>
                  </a:cubicBezTo>
                  <a:cubicBezTo>
                    <a:pt x="3057" y="16440"/>
                    <a:pt x="3071" y="16378"/>
                    <a:pt x="3071" y="16348"/>
                  </a:cubicBezTo>
                  <a:cubicBezTo>
                    <a:pt x="3071" y="16323"/>
                    <a:pt x="3058" y="16269"/>
                    <a:pt x="3065" y="16247"/>
                  </a:cubicBezTo>
                  <a:cubicBezTo>
                    <a:pt x="3073" y="16219"/>
                    <a:pt x="3117" y="16206"/>
                    <a:pt x="3127" y="16181"/>
                  </a:cubicBezTo>
                  <a:cubicBezTo>
                    <a:pt x="3136" y="16160"/>
                    <a:pt x="3141" y="16108"/>
                    <a:pt x="3140" y="16082"/>
                  </a:cubicBezTo>
                  <a:cubicBezTo>
                    <a:pt x="3138" y="16057"/>
                    <a:pt x="3130" y="16001"/>
                    <a:pt x="3116" y="15987"/>
                  </a:cubicBezTo>
                  <a:cubicBezTo>
                    <a:pt x="3105" y="15975"/>
                    <a:pt x="3076" y="15993"/>
                    <a:pt x="3063" y="15987"/>
                  </a:cubicBezTo>
                  <a:cubicBezTo>
                    <a:pt x="3048" y="15980"/>
                    <a:pt x="3015" y="15957"/>
                    <a:pt x="3009" y="15933"/>
                  </a:cubicBezTo>
                  <a:cubicBezTo>
                    <a:pt x="2998" y="15890"/>
                    <a:pt x="3024" y="15794"/>
                    <a:pt x="3038" y="15754"/>
                  </a:cubicBezTo>
                  <a:cubicBezTo>
                    <a:pt x="3044" y="15736"/>
                    <a:pt x="3068" y="15715"/>
                    <a:pt x="3073" y="15697"/>
                  </a:cubicBezTo>
                  <a:cubicBezTo>
                    <a:pt x="3078" y="15676"/>
                    <a:pt x="3076" y="15627"/>
                    <a:pt x="3073" y="15604"/>
                  </a:cubicBezTo>
                  <a:cubicBezTo>
                    <a:pt x="3069" y="15583"/>
                    <a:pt x="3056" y="15541"/>
                    <a:pt x="3045" y="15527"/>
                  </a:cubicBezTo>
                  <a:cubicBezTo>
                    <a:pt x="3036" y="15514"/>
                    <a:pt x="3013" y="15501"/>
                    <a:pt x="3001" y="15500"/>
                  </a:cubicBezTo>
                  <a:cubicBezTo>
                    <a:pt x="2988" y="15498"/>
                    <a:pt x="2962" y="15523"/>
                    <a:pt x="2948" y="15520"/>
                  </a:cubicBezTo>
                  <a:cubicBezTo>
                    <a:pt x="2934" y="15518"/>
                    <a:pt x="2902" y="15501"/>
                    <a:pt x="2896" y="15479"/>
                  </a:cubicBezTo>
                  <a:cubicBezTo>
                    <a:pt x="2888" y="15450"/>
                    <a:pt x="2919" y="15390"/>
                    <a:pt x="2916" y="15360"/>
                  </a:cubicBezTo>
                  <a:cubicBezTo>
                    <a:pt x="2913" y="15331"/>
                    <a:pt x="2887" y="15288"/>
                    <a:pt x="2877" y="15264"/>
                  </a:cubicBezTo>
                  <a:cubicBezTo>
                    <a:pt x="2869" y="15242"/>
                    <a:pt x="2857" y="15196"/>
                    <a:pt x="2846" y="15177"/>
                  </a:cubicBezTo>
                  <a:cubicBezTo>
                    <a:pt x="2835" y="15157"/>
                    <a:pt x="2809" y="15120"/>
                    <a:pt x="2793" y="15111"/>
                  </a:cubicBezTo>
                  <a:cubicBezTo>
                    <a:pt x="2780" y="15105"/>
                    <a:pt x="2750" y="15101"/>
                    <a:pt x="2739" y="15114"/>
                  </a:cubicBezTo>
                  <a:cubicBezTo>
                    <a:pt x="2726" y="15129"/>
                    <a:pt x="2721" y="15185"/>
                    <a:pt x="2717" y="15210"/>
                  </a:cubicBezTo>
                  <a:cubicBezTo>
                    <a:pt x="2711" y="15240"/>
                    <a:pt x="2711" y="15309"/>
                    <a:pt x="2698" y="15332"/>
                  </a:cubicBezTo>
                  <a:cubicBezTo>
                    <a:pt x="2689" y="15351"/>
                    <a:pt x="2656" y="15360"/>
                    <a:pt x="2642" y="15368"/>
                  </a:cubicBezTo>
                  <a:cubicBezTo>
                    <a:pt x="2628" y="15377"/>
                    <a:pt x="2595" y="15385"/>
                    <a:pt x="2586" y="15404"/>
                  </a:cubicBezTo>
                  <a:cubicBezTo>
                    <a:pt x="2574" y="15428"/>
                    <a:pt x="2585" y="15497"/>
                    <a:pt x="2576" y="15524"/>
                  </a:cubicBezTo>
                  <a:cubicBezTo>
                    <a:pt x="2572" y="15536"/>
                    <a:pt x="2559" y="15554"/>
                    <a:pt x="2551" y="15559"/>
                  </a:cubicBezTo>
                  <a:cubicBezTo>
                    <a:pt x="2538" y="15568"/>
                    <a:pt x="2507" y="15555"/>
                    <a:pt x="2494" y="15566"/>
                  </a:cubicBezTo>
                  <a:cubicBezTo>
                    <a:pt x="2481" y="15577"/>
                    <a:pt x="2468" y="15628"/>
                    <a:pt x="2458" y="15646"/>
                  </a:cubicBezTo>
                  <a:cubicBezTo>
                    <a:pt x="2452" y="15657"/>
                    <a:pt x="2438" y="15675"/>
                    <a:pt x="2431" y="15682"/>
                  </a:cubicBezTo>
                  <a:cubicBezTo>
                    <a:pt x="2406" y="15704"/>
                    <a:pt x="2352" y="15752"/>
                    <a:pt x="2325" y="15745"/>
                  </a:cubicBezTo>
                  <a:cubicBezTo>
                    <a:pt x="2310" y="15741"/>
                    <a:pt x="2294" y="15688"/>
                    <a:pt x="2279" y="15685"/>
                  </a:cubicBezTo>
                  <a:cubicBezTo>
                    <a:pt x="2266" y="15682"/>
                    <a:pt x="2239" y="15706"/>
                    <a:pt x="2232" y="15724"/>
                  </a:cubicBezTo>
                  <a:cubicBezTo>
                    <a:pt x="2224" y="15742"/>
                    <a:pt x="2230" y="15792"/>
                    <a:pt x="2224" y="15814"/>
                  </a:cubicBezTo>
                  <a:cubicBezTo>
                    <a:pt x="2220" y="15832"/>
                    <a:pt x="2203" y="15861"/>
                    <a:pt x="2195" y="15876"/>
                  </a:cubicBezTo>
                  <a:cubicBezTo>
                    <a:pt x="2183" y="15899"/>
                    <a:pt x="2161" y="15950"/>
                    <a:pt x="2144" y="15963"/>
                  </a:cubicBezTo>
                  <a:cubicBezTo>
                    <a:pt x="2131" y="15973"/>
                    <a:pt x="2099" y="15964"/>
                    <a:pt x="2086" y="15972"/>
                  </a:cubicBezTo>
                  <a:cubicBezTo>
                    <a:pt x="2077" y="15977"/>
                    <a:pt x="2064" y="16006"/>
                    <a:pt x="2055" y="16005"/>
                  </a:cubicBezTo>
                  <a:cubicBezTo>
                    <a:pt x="2042" y="16003"/>
                    <a:pt x="2023" y="15969"/>
                    <a:pt x="2016" y="15951"/>
                  </a:cubicBezTo>
                  <a:cubicBezTo>
                    <a:pt x="2008" y="15928"/>
                    <a:pt x="2011" y="15870"/>
                    <a:pt x="2004" y="15846"/>
                  </a:cubicBezTo>
                  <a:cubicBezTo>
                    <a:pt x="1996" y="15820"/>
                    <a:pt x="1972" y="15773"/>
                    <a:pt x="1958" y="15754"/>
                  </a:cubicBezTo>
                  <a:cubicBezTo>
                    <a:pt x="1940" y="15727"/>
                    <a:pt x="1890" y="15701"/>
                    <a:pt x="1874" y="15670"/>
                  </a:cubicBezTo>
                  <a:cubicBezTo>
                    <a:pt x="1859" y="15640"/>
                    <a:pt x="1857" y="15550"/>
                    <a:pt x="1840" y="15524"/>
                  </a:cubicBezTo>
                  <a:cubicBezTo>
                    <a:pt x="1828" y="15506"/>
                    <a:pt x="1792" y="15507"/>
                    <a:pt x="1777" y="15497"/>
                  </a:cubicBezTo>
                  <a:cubicBezTo>
                    <a:pt x="1765" y="15488"/>
                    <a:pt x="1744" y="15461"/>
                    <a:pt x="1732" y="15452"/>
                  </a:cubicBezTo>
                  <a:cubicBezTo>
                    <a:pt x="1721" y="15443"/>
                    <a:pt x="1691" y="15442"/>
                    <a:pt x="1684" y="15425"/>
                  </a:cubicBezTo>
                  <a:cubicBezTo>
                    <a:pt x="1676" y="15405"/>
                    <a:pt x="1684" y="15350"/>
                    <a:pt x="1688" y="15327"/>
                  </a:cubicBezTo>
                  <a:cubicBezTo>
                    <a:pt x="1692" y="15305"/>
                    <a:pt x="1711" y="15268"/>
                    <a:pt x="1712" y="15246"/>
                  </a:cubicBezTo>
                  <a:cubicBezTo>
                    <a:pt x="1713" y="15223"/>
                    <a:pt x="1692" y="15181"/>
                    <a:pt x="1696" y="15159"/>
                  </a:cubicBezTo>
                  <a:cubicBezTo>
                    <a:pt x="1699" y="15138"/>
                    <a:pt x="1723" y="15107"/>
                    <a:pt x="1736" y="15100"/>
                  </a:cubicBezTo>
                  <a:cubicBezTo>
                    <a:pt x="1751" y="15090"/>
                    <a:pt x="1785" y="15112"/>
                    <a:pt x="1799" y="15100"/>
                  </a:cubicBezTo>
                  <a:cubicBezTo>
                    <a:pt x="1817" y="15083"/>
                    <a:pt x="1837" y="15018"/>
                    <a:pt x="1843" y="14986"/>
                  </a:cubicBezTo>
                  <a:cubicBezTo>
                    <a:pt x="1847" y="14965"/>
                    <a:pt x="1849" y="14918"/>
                    <a:pt x="1847" y="14896"/>
                  </a:cubicBezTo>
                  <a:cubicBezTo>
                    <a:pt x="1844" y="14867"/>
                    <a:pt x="1833" y="14810"/>
                    <a:pt x="1823" y="14786"/>
                  </a:cubicBezTo>
                  <a:cubicBezTo>
                    <a:pt x="1813" y="14759"/>
                    <a:pt x="1775" y="14727"/>
                    <a:pt x="1767" y="14699"/>
                  </a:cubicBezTo>
                  <a:cubicBezTo>
                    <a:pt x="1760" y="14678"/>
                    <a:pt x="1762" y="14627"/>
                    <a:pt x="1759" y="14604"/>
                  </a:cubicBezTo>
                  <a:cubicBezTo>
                    <a:pt x="1757" y="14579"/>
                    <a:pt x="1741" y="14528"/>
                    <a:pt x="1747" y="14505"/>
                  </a:cubicBezTo>
                  <a:cubicBezTo>
                    <a:pt x="1753" y="14480"/>
                    <a:pt x="1788" y="14464"/>
                    <a:pt x="1801" y="14448"/>
                  </a:cubicBezTo>
                  <a:cubicBezTo>
                    <a:pt x="1818" y="14428"/>
                    <a:pt x="1855" y="14391"/>
                    <a:pt x="1865" y="14361"/>
                  </a:cubicBezTo>
                  <a:cubicBezTo>
                    <a:pt x="1873" y="14338"/>
                    <a:pt x="1863" y="14273"/>
                    <a:pt x="1874" y="14254"/>
                  </a:cubicBezTo>
                  <a:cubicBezTo>
                    <a:pt x="1889" y="14230"/>
                    <a:pt x="1936" y="14230"/>
                    <a:pt x="1956" y="14233"/>
                  </a:cubicBezTo>
                  <a:cubicBezTo>
                    <a:pt x="1969" y="14234"/>
                    <a:pt x="1991" y="14254"/>
                    <a:pt x="2004" y="14257"/>
                  </a:cubicBezTo>
                  <a:cubicBezTo>
                    <a:pt x="2013" y="14259"/>
                    <a:pt x="2032" y="14261"/>
                    <a:pt x="2042" y="14260"/>
                  </a:cubicBezTo>
                  <a:cubicBezTo>
                    <a:pt x="2061" y="14257"/>
                    <a:pt x="2102" y="14252"/>
                    <a:pt x="2115" y="14230"/>
                  </a:cubicBezTo>
                  <a:cubicBezTo>
                    <a:pt x="2127" y="14210"/>
                    <a:pt x="2132" y="14150"/>
                    <a:pt x="2130" y="14123"/>
                  </a:cubicBezTo>
                  <a:cubicBezTo>
                    <a:pt x="2127" y="14095"/>
                    <a:pt x="2101" y="14052"/>
                    <a:pt x="2093" y="14027"/>
                  </a:cubicBezTo>
                  <a:cubicBezTo>
                    <a:pt x="2085" y="14001"/>
                    <a:pt x="2066" y="13948"/>
                    <a:pt x="2066" y="13919"/>
                  </a:cubicBezTo>
                  <a:cubicBezTo>
                    <a:pt x="2066" y="13899"/>
                    <a:pt x="2083" y="13864"/>
                    <a:pt x="2086" y="13844"/>
                  </a:cubicBezTo>
                  <a:cubicBezTo>
                    <a:pt x="2091" y="13813"/>
                    <a:pt x="2098" y="13744"/>
                    <a:pt x="2091" y="13713"/>
                  </a:cubicBezTo>
                  <a:cubicBezTo>
                    <a:pt x="2087" y="13693"/>
                    <a:pt x="2067" y="13661"/>
                    <a:pt x="2056" y="13648"/>
                  </a:cubicBezTo>
                  <a:cubicBezTo>
                    <a:pt x="2045" y="13633"/>
                    <a:pt x="2013" y="13627"/>
                    <a:pt x="2004" y="13608"/>
                  </a:cubicBezTo>
                  <a:cubicBezTo>
                    <a:pt x="1991" y="13582"/>
                    <a:pt x="1986" y="13510"/>
                    <a:pt x="1989" y="13477"/>
                  </a:cubicBezTo>
                  <a:cubicBezTo>
                    <a:pt x="1993" y="13439"/>
                    <a:pt x="2023" y="13376"/>
                    <a:pt x="2035" y="13343"/>
                  </a:cubicBezTo>
                  <a:cubicBezTo>
                    <a:pt x="2043" y="13321"/>
                    <a:pt x="2063" y="13280"/>
                    <a:pt x="2067" y="13256"/>
                  </a:cubicBezTo>
                  <a:cubicBezTo>
                    <a:pt x="2073" y="13228"/>
                    <a:pt x="2082" y="13165"/>
                    <a:pt x="2073" y="13139"/>
                  </a:cubicBezTo>
                  <a:cubicBezTo>
                    <a:pt x="2066" y="13120"/>
                    <a:pt x="2035" y="13109"/>
                    <a:pt x="2022" y="13101"/>
                  </a:cubicBezTo>
                  <a:cubicBezTo>
                    <a:pt x="2008" y="13092"/>
                    <a:pt x="1973" y="13095"/>
                    <a:pt x="1963" y="13077"/>
                  </a:cubicBezTo>
                  <a:cubicBezTo>
                    <a:pt x="1952" y="13054"/>
                    <a:pt x="1955" y="12986"/>
                    <a:pt x="1960" y="12957"/>
                  </a:cubicBezTo>
                  <a:cubicBezTo>
                    <a:pt x="1963" y="12937"/>
                    <a:pt x="1976" y="12899"/>
                    <a:pt x="1987" y="12889"/>
                  </a:cubicBezTo>
                  <a:cubicBezTo>
                    <a:pt x="1999" y="12878"/>
                    <a:pt x="2027" y="12881"/>
                    <a:pt x="2040" y="12883"/>
                  </a:cubicBezTo>
                  <a:cubicBezTo>
                    <a:pt x="2054" y="12884"/>
                    <a:pt x="2080" y="12909"/>
                    <a:pt x="2093" y="12903"/>
                  </a:cubicBezTo>
                  <a:cubicBezTo>
                    <a:pt x="2112" y="12895"/>
                    <a:pt x="2142" y="12844"/>
                    <a:pt x="2150" y="12814"/>
                  </a:cubicBezTo>
                  <a:cubicBezTo>
                    <a:pt x="2160" y="12773"/>
                    <a:pt x="2157" y="12680"/>
                    <a:pt x="2150" y="12638"/>
                  </a:cubicBezTo>
                  <a:cubicBezTo>
                    <a:pt x="2145" y="12611"/>
                    <a:pt x="2115" y="12573"/>
                    <a:pt x="2113" y="12545"/>
                  </a:cubicBezTo>
                  <a:cubicBezTo>
                    <a:pt x="2112" y="12518"/>
                    <a:pt x="2126" y="12462"/>
                    <a:pt x="2139" y="12446"/>
                  </a:cubicBezTo>
                  <a:cubicBezTo>
                    <a:pt x="2151" y="12431"/>
                    <a:pt x="2188" y="12452"/>
                    <a:pt x="2199" y="12435"/>
                  </a:cubicBezTo>
                  <a:cubicBezTo>
                    <a:pt x="2214" y="12410"/>
                    <a:pt x="2202" y="12328"/>
                    <a:pt x="2212" y="12297"/>
                  </a:cubicBezTo>
                  <a:cubicBezTo>
                    <a:pt x="2217" y="12277"/>
                    <a:pt x="2242" y="12251"/>
                    <a:pt x="2248" y="12231"/>
                  </a:cubicBezTo>
                  <a:cubicBezTo>
                    <a:pt x="2257" y="12204"/>
                    <a:pt x="2267" y="12140"/>
                    <a:pt x="2266" y="12109"/>
                  </a:cubicBezTo>
                  <a:cubicBezTo>
                    <a:pt x="2265" y="12076"/>
                    <a:pt x="2233" y="12017"/>
                    <a:pt x="2239" y="11986"/>
                  </a:cubicBezTo>
                  <a:cubicBezTo>
                    <a:pt x="2245" y="11956"/>
                    <a:pt x="2290" y="11939"/>
                    <a:pt x="2305" y="11918"/>
                  </a:cubicBezTo>
                  <a:cubicBezTo>
                    <a:pt x="2323" y="11891"/>
                    <a:pt x="2360" y="11833"/>
                    <a:pt x="2369" y="11795"/>
                  </a:cubicBezTo>
                  <a:cubicBezTo>
                    <a:pt x="2375" y="11768"/>
                    <a:pt x="2377" y="11706"/>
                    <a:pt x="2370" y="11679"/>
                  </a:cubicBezTo>
                  <a:cubicBezTo>
                    <a:pt x="2365" y="11658"/>
                    <a:pt x="2336" y="11637"/>
                    <a:pt x="2332" y="11616"/>
                  </a:cubicBezTo>
                  <a:cubicBezTo>
                    <a:pt x="2327" y="11591"/>
                    <a:pt x="2327" y="11528"/>
                    <a:pt x="2339" y="11512"/>
                  </a:cubicBezTo>
                  <a:cubicBezTo>
                    <a:pt x="2351" y="11495"/>
                    <a:pt x="2386" y="11528"/>
                    <a:pt x="2399" y="11517"/>
                  </a:cubicBezTo>
                  <a:cubicBezTo>
                    <a:pt x="2410" y="11509"/>
                    <a:pt x="2420" y="11469"/>
                    <a:pt x="2425" y="11451"/>
                  </a:cubicBezTo>
                  <a:cubicBezTo>
                    <a:pt x="2435" y="11415"/>
                    <a:pt x="2439" y="11331"/>
                    <a:pt x="2450" y="11296"/>
                  </a:cubicBezTo>
                  <a:cubicBezTo>
                    <a:pt x="2457" y="11277"/>
                    <a:pt x="2480" y="11250"/>
                    <a:pt x="2485" y="11230"/>
                  </a:cubicBezTo>
                  <a:cubicBezTo>
                    <a:pt x="2493" y="11202"/>
                    <a:pt x="2488" y="11136"/>
                    <a:pt x="2496" y="11108"/>
                  </a:cubicBezTo>
                  <a:cubicBezTo>
                    <a:pt x="2503" y="11084"/>
                    <a:pt x="2531" y="11051"/>
                    <a:pt x="2538" y="11027"/>
                  </a:cubicBezTo>
                  <a:cubicBezTo>
                    <a:pt x="2547" y="10995"/>
                    <a:pt x="2556" y="10921"/>
                    <a:pt x="2551" y="10887"/>
                  </a:cubicBezTo>
                  <a:cubicBezTo>
                    <a:pt x="2545" y="10852"/>
                    <a:pt x="2515" y="10793"/>
                    <a:pt x="2496" y="10773"/>
                  </a:cubicBezTo>
                  <a:cubicBezTo>
                    <a:pt x="2483" y="10760"/>
                    <a:pt x="2453" y="10751"/>
                    <a:pt x="2438" y="10752"/>
                  </a:cubicBezTo>
                  <a:cubicBezTo>
                    <a:pt x="2417" y="10755"/>
                    <a:pt x="2377" y="10784"/>
                    <a:pt x="2359" y="10800"/>
                  </a:cubicBezTo>
                  <a:cubicBezTo>
                    <a:pt x="2341" y="10816"/>
                    <a:pt x="2313" y="10870"/>
                    <a:pt x="2294" y="10881"/>
                  </a:cubicBezTo>
                  <a:cubicBezTo>
                    <a:pt x="2282" y="10887"/>
                    <a:pt x="2256" y="10890"/>
                    <a:pt x="2244" y="10884"/>
                  </a:cubicBezTo>
                  <a:cubicBezTo>
                    <a:pt x="2230" y="10876"/>
                    <a:pt x="2207" y="10836"/>
                    <a:pt x="2193" y="10824"/>
                  </a:cubicBezTo>
                  <a:cubicBezTo>
                    <a:pt x="2180" y="10813"/>
                    <a:pt x="2152" y="10792"/>
                    <a:pt x="2137" y="10795"/>
                  </a:cubicBezTo>
                  <a:cubicBezTo>
                    <a:pt x="2119" y="10797"/>
                    <a:pt x="2091" y="10850"/>
                    <a:pt x="2073" y="10851"/>
                  </a:cubicBezTo>
                  <a:cubicBezTo>
                    <a:pt x="2061" y="10852"/>
                    <a:pt x="2038" y="10834"/>
                    <a:pt x="2029" y="10821"/>
                  </a:cubicBezTo>
                  <a:cubicBezTo>
                    <a:pt x="2019" y="10805"/>
                    <a:pt x="2013" y="10757"/>
                    <a:pt x="2005" y="10738"/>
                  </a:cubicBezTo>
                  <a:cubicBezTo>
                    <a:pt x="1998" y="10717"/>
                    <a:pt x="1971" y="10686"/>
                    <a:pt x="1971" y="10663"/>
                  </a:cubicBezTo>
                  <a:cubicBezTo>
                    <a:pt x="1971" y="10641"/>
                    <a:pt x="1997" y="10611"/>
                    <a:pt x="2002" y="10591"/>
                  </a:cubicBezTo>
                  <a:cubicBezTo>
                    <a:pt x="2010" y="10561"/>
                    <a:pt x="2022" y="10493"/>
                    <a:pt x="2018" y="10459"/>
                  </a:cubicBezTo>
                  <a:cubicBezTo>
                    <a:pt x="2016" y="10433"/>
                    <a:pt x="1999" y="10381"/>
                    <a:pt x="1985" y="10367"/>
                  </a:cubicBezTo>
                  <a:cubicBezTo>
                    <a:pt x="1968" y="10348"/>
                    <a:pt x="1923" y="10343"/>
                    <a:pt x="1903" y="10352"/>
                  </a:cubicBezTo>
                  <a:cubicBezTo>
                    <a:pt x="1884" y="10361"/>
                    <a:pt x="1856" y="10410"/>
                    <a:pt x="1841" y="10433"/>
                  </a:cubicBezTo>
                  <a:cubicBezTo>
                    <a:pt x="1832" y="10448"/>
                    <a:pt x="1821" y="10493"/>
                    <a:pt x="1808" y="10498"/>
                  </a:cubicBezTo>
                  <a:cubicBezTo>
                    <a:pt x="1796" y="10504"/>
                    <a:pt x="1770" y="10480"/>
                    <a:pt x="1759" y="10469"/>
                  </a:cubicBezTo>
                  <a:cubicBezTo>
                    <a:pt x="1747" y="10455"/>
                    <a:pt x="1719" y="10419"/>
                    <a:pt x="1719" y="10394"/>
                  </a:cubicBezTo>
                  <a:cubicBezTo>
                    <a:pt x="1719" y="10369"/>
                    <a:pt x="1749" y="10339"/>
                    <a:pt x="1757" y="10319"/>
                  </a:cubicBezTo>
                  <a:cubicBezTo>
                    <a:pt x="1768" y="10293"/>
                    <a:pt x="1793" y="10237"/>
                    <a:pt x="1790" y="10205"/>
                  </a:cubicBezTo>
                  <a:cubicBezTo>
                    <a:pt x="1788" y="10175"/>
                    <a:pt x="1758" y="10129"/>
                    <a:pt x="1743" y="10110"/>
                  </a:cubicBezTo>
                  <a:cubicBezTo>
                    <a:pt x="1732" y="10096"/>
                    <a:pt x="1703" y="10085"/>
                    <a:pt x="1692" y="10071"/>
                  </a:cubicBezTo>
                  <a:cubicBezTo>
                    <a:pt x="1678" y="10053"/>
                    <a:pt x="1663" y="9998"/>
                    <a:pt x="1650" y="9979"/>
                  </a:cubicBezTo>
                  <a:cubicBezTo>
                    <a:pt x="1641" y="9966"/>
                    <a:pt x="1620" y="9948"/>
                    <a:pt x="1610" y="9939"/>
                  </a:cubicBezTo>
                  <a:cubicBezTo>
                    <a:pt x="1596" y="9929"/>
                    <a:pt x="1564" y="9922"/>
                    <a:pt x="1551" y="9907"/>
                  </a:cubicBezTo>
                  <a:cubicBezTo>
                    <a:pt x="1540" y="9893"/>
                    <a:pt x="1521" y="9854"/>
                    <a:pt x="1517" y="9832"/>
                  </a:cubicBezTo>
                  <a:cubicBezTo>
                    <a:pt x="1510" y="9800"/>
                    <a:pt x="1510" y="9728"/>
                    <a:pt x="1515" y="9695"/>
                  </a:cubicBezTo>
                  <a:cubicBezTo>
                    <a:pt x="1519" y="9659"/>
                    <a:pt x="1549" y="9597"/>
                    <a:pt x="1553" y="9560"/>
                  </a:cubicBezTo>
                  <a:cubicBezTo>
                    <a:pt x="1557" y="9529"/>
                    <a:pt x="1560" y="9462"/>
                    <a:pt x="1551" y="9435"/>
                  </a:cubicBezTo>
                  <a:cubicBezTo>
                    <a:pt x="1542" y="9406"/>
                    <a:pt x="1499" y="9385"/>
                    <a:pt x="1488" y="9360"/>
                  </a:cubicBezTo>
                  <a:cubicBezTo>
                    <a:pt x="1473" y="9330"/>
                    <a:pt x="1472" y="9242"/>
                    <a:pt x="1455" y="9217"/>
                  </a:cubicBezTo>
                  <a:cubicBezTo>
                    <a:pt x="1440" y="9194"/>
                    <a:pt x="1392" y="9202"/>
                    <a:pt x="1376" y="9181"/>
                  </a:cubicBezTo>
                  <a:cubicBezTo>
                    <a:pt x="1361" y="9159"/>
                    <a:pt x="1346" y="9094"/>
                    <a:pt x="1344" y="9062"/>
                  </a:cubicBezTo>
                  <a:cubicBezTo>
                    <a:pt x="1340" y="9027"/>
                    <a:pt x="1358" y="8958"/>
                    <a:pt x="1354" y="8924"/>
                  </a:cubicBezTo>
                  <a:cubicBezTo>
                    <a:pt x="1352" y="8897"/>
                    <a:pt x="1337" y="8846"/>
                    <a:pt x="1327" y="8825"/>
                  </a:cubicBezTo>
                  <a:cubicBezTo>
                    <a:pt x="1314" y="8799"/>
                    <a:pt x="1271" y="8773"/>
                    <a:pt x="1260" y="8745"/>
                  </a:cubicBezTo>
                  <a:cubicBezTo>
                    <a:pt x="1245" y="8710"/>
                    <a:pt x="1245" y="8617"/>
                    <a:pt x="1232" y="8580"/>
                  </a:cubicBezTo>
                  <a:cubicBezTo>
                    <a:pt x="1224" y="8557"/>
                    <a:pt x="1193" y="8528"/>
                    <a:pt x="1185" y="8505"/>
                  </a:cubicBezTo>
                  <a:cubicBezTo>
                    <a:pt x="1169" y="8463"/>
                    <a:pt x="1171" y="8348"/>
                    <a:pt x="1148" y="8314"/>
                  </a:cubicBezTo>
                  <a:cubicBezTo>
                    <a:pt x="1134" y="8294"/>
                    <a:pt x="1088" y="8313"/>
                    <a:pt x="1075" y="8290"/>
                  </a:cubicBezTo>
                  <a:cubicBezTo>
                    <a:pt x="1063" y="8269"/>
                    <a:pt x="1073" y="8198"/>
                    <a:pt x="1063" y="8174"/>
                  </a:cubicBezTo>
                  <a:cubicBezTo>
                    <a:pt x="1054" y="8155"/>
                    <a:pt x="1022" y="8150"/>
                    <a:pt x="1013" y="8132"/>
                  </a:cubicBezTo>
                  <a:cubicBezTo>
                    <a:pt x="1006" y="8116"/>
                    <a:pt x="1004" y="8074"/>
                    <a:pt x="1002" y="8055"/>
                  </a:cubicBezTo>
                  <a:cubicBezTo>
                    <a:pt x="1001" y="8034"/>
                    <a:pt x="1004" y="7991"/>
                    <a:pt x="1002" y="7971"/>
                  </a:cubicBezTo>
                  <a:cubicBezTo>
                    <a:pt x="1000" y="7935"/>
                    <a:pt x="992" y="7861"/>
                    <a:pt x="981" y="7830"/>
                  </a:cubicBezTo>
                  <a:cubicBezTo>
                    <a:pt x="973" y="7812"/>
                    <a:pt x="951" y="7785"/>
                    <a:pt x="938" y="7777"/>
                  </a:cubicBezTo>
                  <a:cubicBezTo>
                    <a:pt x="913" y="7760"/>
                    <a:pt x="854" y="7777"/>
                    <a:pt x="829" y="7759"/>
                  </a:cubicBezTo>
                  <a:cubicBezTo>
                    <a:pt x="803" y="7740"/>
                    <a:pt x="770" y="7659"/>
                    <a:pt x="747" y="7633"/>
                  </a:cubicBezTo>
                  <a:cubicBezTo>
                    <a:pt x="728" y="7612"/>
                    <a:pt x="680" y="7597"/>
                    <a:pt x="663" y="7570"/>
                  </a:cubicBezTo>
                  <a:cubicBezTo>
                    <a:pt x="648" y="7547"/>
                    <a:pt x="633" y="7483"/>
                    <a:pt x="627" y="7451"/>
                  </a:cubicBezTo>
                  <a:cubicBezTo>
                    <a:pt x="617" y="7405"/>
                    <a:pt x="615" y="7303"/>
                    <a:pt x="601" y="7260"/>
                  </a:cubicBezTo>
                  <a:cubicBezTo>
                    <a:pt x="590" y="7227"/>
                    <a:pt x="557" y="7171"/>
                    <a:pt x="537" y="7152"/>
                  </a:cubicBezTo>
                  <a:cubicBezTo>
                    <a:pt x="524" y="7139"/>
                    <a:pt x="489" y="7141"/>
                    <a:pt x="477" y="7126"/>
                  </a:cubicBezTo>
                  <a:cubicBezTo>
                    <a:pt x="463" y="7108"/>
                    <a:pt x="455" y="7046"/>
                    <a:pt x="442" y="7027"/>
                  </a:cubicBezTo>
                  <a:cubicBezTo>
                    <a:pt x="430" y="7008"/>
                    <a:pt x="395" y="6996"/>
                    <a:pt x="380" y="6982"/>
                  </a:cubicBezTo>
                  <a:cubicBezTo>
                    <a:pt x="361" y="6962"/>
                    <a:pt x="313" y="6921"/>
                    <a:pt x="309" y="6883"/>
                  </a:cubicBezTo>
                  <a:cubicBezTo>
                    <a:pt x="306" y="6854"/>
                    <a:pt x="330" y="6795"/>
                    <a:pt x="346" y="6782"/>
                  </a:cubicBezTo>
                  <a:cubicBezTo>
                    <a:pt x="359" y="6771"/>
                    <a:pt x="389" y="6792"/>
                    <a:pt x="404" y="6794"/>
                  </a:cubicBezTo>
                  <a:cubicBezTo>
                    <a:pt x="420" y="6795"/>
                    <a:pt x="458" y="6811"/>
                    <a:pt x="470" y="6794"/>
                  </a:cubicBezTo>
                  <a:cubicBezTo>
                    <a:pt x="481" y="6777"/>
                    <a:pt x="484" y="6715"/>
                    <a:pt x="477" y="6692"/>
                  </a:cubicBezTo>
                  <a:cubicBezTo>
                    <a:pt x="470" y="6669"/>
                    <a:pt x="432" y="6662"/>
                    <a:pt x="422" y="6641"/>
                  </a:cubicBezTo>
                  <a:cubicBezTo>
                    <a:pt x="411" y="6617"/>
                    <a:pt x="416" y="6549"/>
                    <a:pt x="408" y="6522"/>
                  </a:cubicBezTo>
                  <a:cubicBezTo>
                    <a:pt x="400" y="6497"/>
                    <a:pt x="373" y="6463"/>
                    <a:pt x="364" y="6441"/>
                  </a:cubicBezTo>
                  <a:cubicBezTo>
                    <a:pt x="356" y="6424"/>
                    <a:pt x="336" y="6388"/>
                    <a:pt x="337" y="6366"/>
                  </a:cubicBezTo>
                  <a:cubicBezTo>
                    <a:pt x="337" y="6335"/>
                    <a:pt x="363" y="6276"/>
                    <a:pt x="380" y="6262"/>
                  </a:cubicBezTo>
                  <a:cubicBezTo>
                    <a:pt x="396" y="6249"/>
                    <a:pt x="435" y="6283"/>
                    <a:pt x="452" y="6271"/>
                  </a:cubicBezTo>
                  <a:cubicBezTo>
                    <a:pt x="466" y="6260"/>
                    <a:pt x="488" y="6211"/>
                    <a:pt x="490" y="6184"/>
                  </a:cubicBezTo>
                  <a:cubicBezTo>
                    <a:pt x="493" y="6148"/>
                    <a:pt x="473" y="6077"/>
                    <a:pt x="461" y="6047"/>
                  </a:cubicBezTo>
                  <a:cubicBezTo>
                    <a:pt x="452" y="6023"/>
                    <a:pt x="418" y="5995"/>
                    <a:pt x="411" y="5969"/>
                  </a:cubicBezTo>
                  <a:cubicBezTo>
                    <a:pt x="405" y="5945"/>
                    <a:pt x="407" y="5888"/>
                    <a:pt x="413" y="5865"/>
                  </a:cubicBezTo>
                  <a:cubicBezTo>
                    <a:pt x="418" y="5848"/>
                    <a:pt x="441" y="5831"/>
                    <a:pt x="446" y="5814"/>
                  </a:cubicBezTo>
                  <a:cubicBezTo>
                    <a:pt x="453" y="5786"/>
                    <a:pt x="453" y="5722"/>
                    <a:pt x="446" y="5694"/>
                  </a:cubicBezTo>
                  <a:cubicBezTo>
                    <a:pt x="441" y="5674"/>
                    <a:pt x="419" y="5645"/>
                    <a:pt x="408" y="5631"/>
                  </a:cubicBezTo>
                  <a:cubicBezTo>
                    <a:pt x="398" y="5619"/>
                    <a:pt x="370" y="5611"/>
                    <a:pt x="364" y="5592"/>
                  </a:cubicBezTo>
                  <a:cubicBezTo>
                    <a:pt x="357" y="5569"/>
                    <a:pt x="380" y="5510"/>
                    <a:pt x="373" y="5485"/>
                  </a:cubicBezTo>
                  <a:cubicBezTo>
                    <a:pt x="370" y="5473"/>
                    <a:pt x="353" y="5461"/>
                    <a:pt x="346" y="5455"/>
                  </a:cubicBezTo>
                  <a:cubicBezTo>
                    <a:pt x="333" y="5445"/>
                    <a:pt x="301" y="5442"/>
                    <a:pt x="291" y="5426"/>
                  </a:cubicBezTo>
                  <a:cubicBezTo>
                    <a:pt x="276" y="5400"/>
                    <a:pt x="264" y="5326"/>
                    <a:pt x="264" y="5291"/>
                  </a:cubicBezTo>
                  <a:cubicBezTo>
                    <a:pt x="264" y="5261"/>
                    <a:pt x="286" y="5207"/>
                    <a:pt x="287" y="5177"/>
                  </a:cubicBezTo>
                  <a:cubicBezTo>
                    <a:pt x="289" y="5149"/>
                    <a:pt x="286" y="5086"/>
                    <a:pt x="275" y="5064"/>
                  </a:cubicBezTo>
                  <a:cubicBezTo>
                    <a:pt x="265" y="5044"/>
                    <a:pt x="229" y="5040"/>
                    <a:pt x="216" y="5025"/>
                  </a:cubicBezTo>
                  <a:cubicBezTo>
                    <a:pt x="205" y="5012"/>
                    <a:pt x="187" y="4979"/>
                    <a:pt x="181" y="4959"/>
                  </a:cubicBezTo>
                  <a:cubicBezTo>
                    <a:pt x="176" y="4937"/>
                    <a:pt x="182" y="4887"/>
                    <a:pt x="178" y="4864"/>
                  </a:cubicBezTo>
                  <a:cubicBezTo>
                    <a:pt x="170" y="4821"/>
                    <a:pt x="142" y="4743"/>
                    <a:pt x="125" y="4709"/>
                  </a:cubicBezTo>
                  <a:cubicBezTo>
                    <a:pt x="111" y="4680"/>
                    <a:pt x="69" y="4644"/>
                    <a:pt x="58" y="4613"/>
                  </a:cubicBezTo>
                  <a:cubicBezTo>
                    <a:pt x="45" y="4580"/>
                    <a:pt x="45" y="4499"/>
                    <a:pt x="36" y="4463"/>
                  </a:cubicBezTo>
                  <a:cubicBezTo>
                    <a:pt x="29" y="4440"/>
                    <a:pt x="5" y="4402"/>
                    <a:pt x="1" y="4377"/>
                  </a:cubicBezTo>
                  <a:cubicBezTo>
                    <a:pt x="-3" y="4351"/>
                    <a:pt x="6" y="4272"/>
                    <a:pt x="6" y="4272"/>
                  </a:cubicBezTo>
                  <a:lnTo>
                    <a:pt x="448" y="0"/>
                  </a:lnTo>
                  <a:lnTo>
                    <a:pt x="2281" y="515"/>
                  </a:lnTo>
                  <a:lnTo>
                    <a:pt x="3901" y="946"/>
                  </a:lnTo>
                  <a:lnTo>
                    <a:pt x="7218" y="1695"/>
                  </a:lnTo>
                  <a:lnTo>
                    <a:pt x="9766" y="2245"/>
                  </a:lnTo>
                  <a:lnTo>
                    <a:pt x="11984" y="2571"/>
                  </a:lnTo>
                  <a:lnTo>
                    <a:pt x="14178" y="2938"/>
                  </a:lnTo>
                  <a:lnTo>
                    <a:pt x="17952" y="3415"/>
                  </a:lnTo>
                  <a:lnTo>
                    <a:pt x="21595" y="3710"/>
                  </a:lnTo>
                  <a:lnTo>
                    <a:pt x="21597" y="3710"/>
                  </a:lnTo>
                  <a:cubicBezTo>
                    <a:pt x="21597" y="3710"/>
                    <a:pt x="21267" y="16925"/>
                    <a:pt x="21267" y="1692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89" name="Shape 4771"/>
            <p:cNvSpPr/>
            <p:nvPr/>
          </p:nvSpPr>
          <p:spPr>
            <a:xfrm>
              <a:off x="1955997" y="276140"/>
              <a:ext cx="2103440" cy="1284190"/>
            </a:xfrm>
            <a:custGeom>
              <a:avLst/>
              <a:gdLst/>
              <a:ahLst/>
              <a:cxnLst>
                <a:cxn ang="0">
                  <a:pos x="wd2" y="hd2"/>
                </a:cxn>
                <a:cxn ang="5400000">
                  <a:pos x="wd2" y="hd2"/>
                </a:cxn>
                <a:cxn ang="10800000">
                  <a:pos x="wd2" y="hd2"/>
                </a:cxn>
                <a:cxn ang="16200000">
                  <a:pos x="wd2" y="hd2"/>
                </a:cxn>
              </a:cxnLst>
              <a:rect l="0" t="0" r="r" b="b"/>
              <a:pathLst>
                <a:path w="21597" h="21598" extrusionOk="0">
                  <a:moveTo>
                    <a:pt x="21267" y="16925"/>
                  </a:moveTo>
                  <a:lnTo>
                    <a:pt x="21165" y="21051"/>
                  </a:lnTo>
                  <a:lnTo>
                    <a:pt x="21121" y="21047"/>
                  </a:lnTo>
                  <a:lnTo>
                    <a:pt x="19294" y="20907"/>
                  </a:lnTo>
                  <a:lnTo>
                    <a:pt x="16989" y="20698"/>
                  </a:lnTo>
                  <a:lnTo>
                    <a:pt x="14629" y="20388"/>
                  </a:lnTo>
                  <a:lnTo>
                    <a:pt x="13239" y="20202"/>
                  </a:lnTo>
                  <a:lnTo>
                    <a:pt x="12130" y="20043"/>
                  </a:lnTo>
                  <a:lnTo>
                    <a:pt x="11549" y="19927"/>
                  </a:lnTo>
                  <a:lnTo>
                    <a:pt x="10332" y="19742"/>
                  </a:lnTo>
                  <a:lnTo>
                    <a:pt x="9766" y="19605"/>
                  </a:lnTo>
                  <a:cubicBezTo>
                    <a:pt x="9766" y="19605"/>
                    <a:pt x="9658" y="19658"/>
                    <a:pt x="9620" y="19658"/>
                  </a:cubicBezTo>
                  <a:cubicBezTo>
                    <a:pt x="9563" y="19660"/>
                    <a:pt x="9451" y="19597"/>
                    <a:pt x="9394" y="19587"/>
                  </a:cubicBezTo>
                  <a:cubicBezTo>
                    <a:pt x="9346" y="19579"/>
                    <a:pt x="9248" y="19585"/>
                    <a:pt x="9199" y="19581"/>
                  </a:cubicBezTo>
                  <a:cubicBezTo>
                    <a:pt x="9073" y="19570"/>
                    <a:pt x="8821" y="19553"/>
                    <a:pt x="8697" y="19512"/>
                  </a:cubicBezTo>
                  <a:cubicBezTo>
                    <a:pt x="8643" y="19494"/>
                    <a:pt x="8488" y="19399"/>
                    <a:pt x="8488" y="19399"/>
                  </a:cubicBezTo>
                  <a:lnTo>
                    <a:pt x="7986" y="19310"/>
                  </a:lnTo>
                  <a:lnTo>
                    <a:pt x="7825" y="21592"/>
                  </a:lnTo>
                  <a:cubicBezTo>
                    <a:pt x="7809" y="21597"/>
                    <a:pt x="7793" y="21600"/>
                    <a:pt x="7784" y="21597"/>
                  </a:cubicBezTo>
                  <a:cubicBezTo>
                    <a:pt x="7763" y="21589"/>
                    <a:pt x="7724" y="21546"/>
                    <a:pt x="7711" y="21517"/>
                  </a:cubicBezTo>
                  <a:cubicBezTo>
                    <a:pt x="7692" y="21476"/>
                    <a:pt x="7688" y="21366"/>
                    <a:pt x="7672" y="21322"/>
                  </a:cubicBezTo>
                  <a:cubicBezTo>
                    <a:pt x="7665" y="21301"/>
                    <a:pt x="7643" y="21269"/>
                    <a:pt x="7633" y="21250"/>
                  </a:cubicBezTo>
                  <a:cubicBezTo>
                    <a:pt x="7620" y="21223"/>
                    <a:pt x="7600" y="21162"/>
                    <a:pt x="7585" y="21139"/>
                  </a:cubicBezTo>
                  <a:cubicBezTo>
                    <a:pt x="7576" y="21125"/>
                    <a:pt x="7549" y="21113"/>
                    <a:pt x="7543" y="21094"/>
                  </a:cubicBezTo>
                  <a:cubicBezTo>
                    <a:pt x="7536" y="21067"/>
                    <a:pt x="7552" y="21002"/>
                    <a:pt x="7553" y="20971"/>
                  </a:cubicBezTo>
                  <a:cubicBezTo>
                    <a:pt x="7555" y="20935"/>
                    <a:pt x="7565" y="20860"/>
                    <a:pt x="7556" y="20828"/>
                  </a:cubicBezTo>
                  <a:cubicBezTo>
                    <a:pt x="7545" y="20790"/>
                    <a:pt x="7488" y="20761"/>
                    <a:pt x="7475" y="20724"/>
                  </a:cubicBezTo>
                  <a:cubicBezTo>
                    <a:pt x="7464" y="20690"/>
                    <a:pt x="7471" y="20607"/>
                    <a:pt x="7466" y="20569"/>
                  </a:cubicBezTo>
                  <a:cubicBezTo>
                    <a:pt x="7461" y="20535"/>
                    <a:pt x="7449" y="20465"/>
                    <a:pt x="7434" y="20442"/>
                  </a:cubicBezTo>
                  <a:cubicBezTo>
                    <a:pt x="7422" y="20423"/>
                    <a:pt x="7386" y="20422"/>
                    <a:pt x="7373" y="20406"/>
                  </a:cubicBezTo>
                  <a:cubicBezTo>
                    <a:pt x="7359" y="20387"/>
                    <a:pt x="7351" y="20323"/>
                    <a:pt x="7337" y="20306"/>
                  </a:cubicBezTo>
                  <a:cubicBezTo>
                    <a:pt x="7323" y="20289"/>
                    <a:pt x="7283" y="20261"/>
                    <a:pt x="7269" y="20278"/>
                  </a:cubicBezTo>
                  <a:cubicBezTo>
                    <a:pt x="7249" y="20302"/>
                    <a:pt x="7284" y="20416"/>
                    <a:pt x="7264" y="20437"/>
                  </a:cubicBezTo>
                  <a:cubicBezTo>
                    <a:pt x="7247" y="20455"/>
                    <a:pt x="7209" y="20392"/>
                    <a:pt x="7188" y="20388"/>
                  </a:cubicBezTo>
                  <a:cubicBezTo>
                    <a:pt x="7170" y="20383"/>
                    <a:pt x="7130" y="20383"/>
                    <a:pt x="7114" y="20400"/>
                  </a:cubicBezTo>
                  <a:cubicBezTo>
                    <a:pt x="7102" y="20412"/>
                    <a:pt x="7088" y="20458"/>
                    <a:pt x="7086" y="20482"/>
                  </a:cubicBezTo>
                  <a:cubicBezTo>
                    <a:pt x="7084" y="20508"/>
                    <a:pt x="7103" y="20559"/>
                    <a:pt x="7101" y="20585"/>
                  </a:cubicBezTo>
                  <a:cubicBezTo>
                    <a:pt x="7098" y="20623"/>
                    <a:pt x="7074" y="20694"/>
                    <a:pt x="7058" y="20724"/>
                  </a:cubicBezTo>
                  <a:cubicBezTo>
                    <a:pt x="7047" y="20746"/>
                    <a:pt x="7012" y="20766"/>
                    <a:pt x="7002" y="20790"/>
                  </a:cubicBezTo>
                  <a:cubicBezTo>
                    <a:pt x="6994" y="20809"/>
                    <a:pt x="6988" y="20859"/>
                    <a:pt x="6990" y="20882"/>
                  </a:cubicBezTo>
                  <a:cubicBezTo>
                    <a:pt x="6995" y="20923"/>
                    <a:pt x="7037" y="20984"/>
                    <a:pt x="7050" y="21021"/>
                  </a:cubicBezTo>
                  <a:cubicBezTo>
                    <a:pt x="7059" y="21049"/>
                    <a:pt x="7085" y="21108"/>
                    <a:pt x="7080" y="21139"/>
                  </a:cubicBezTo>
                  <a:cubicBezTo>
                    <a:pt x="7076" y="21166"/>
                    <a:pt x="7042" y="21203"/>
                    <a:pt x="7024" y="21206"/>
                  </a:cubicBezTo>
                  <a:cubicBezTo>
                    <a:pt x="7006" y="21210"/>
                    <a:pt x="6972" y="21174"/>
                    <a:pt x="6956" y="21158"/>
                  </a:cubicBezTo>
                  <a:cubicBezTo>
                    <a:pt x="6939" y="21141"/>
                    <a:pt x="6914" y="21089"/>
                    <a:pt x="6896" y="21071"/>
                  </a:cubicBezTo>
                  <a:cubicBezTo>
                    <a:pt x="6886" y="21060"/>
                    <a:pt x="6864" y="21040"/>
                    <a:pt x="6852" y="21039"/>
                  </a:cubicBezTo>
                  <a:cubicBezTo>
                    <a:pt x="6832" y="21037"/>
                    <a:pt x="6797" y="21080"/>
                    <a:pt x="6778" y="21077"/>
                  </a:cubicBezTo>
                  <a:cubicBezTo>
                    <a:pt x="6753" y="21073"/>
                    <a:pt x="6715" y="21010"/>
                    <a:pt x="6691" y="21003"/>
                  </a:cubicBezTo>
                  <a:cubicBezTo>
                    <a:pt x="6671" y="20997"/>
                    <a:pt x="6628" y="21013"/>
                    <a:pt x="6608" y="21023"/>
                  </a:cubicBezTo>
                  <a:cubicBezTo>
                    <a:pt x="6585" y="21035"/>
                    <a:pt x="6541" y="21074"/>
                    <a:pt x="6519" y="21092"/>
                  </a:cubicBezTo>
                  <a:cubicBezTo>
                    <a:pt x="6500" y="21107"/>
                    <a:pt x="6466" y="21143"/>
                    <a:pt x="6447" y="21154"/>
                  </a:cubicBezTo>
                  <a:cubicBezTo>
                    <a:pt x="6429" y="21164"/>
                    <a:pt x="6391" y="21191"/>
                    <a:pt x="6374" y="21178"/>
                  </a:cubicBezTo>
                  <a:cubicBezTo>
                    <a:pt x="6356" y="21164"/>
                    <a:pt x="6345" y="21093"/>
                    <a:pt x="6337" y="21063"/>
                  </a:cubicBezTo>
                  <a:cubicBezTo>
                    <a:pt x="6328" y="21026"/>
                    <a:pt x="6327" y="20937"/>
                    <a:pt x="6308" y="20912"/>
                  </a:cubicBezTo>
                  <a:cubicBezTo>
                    <a:pt x="6292" y="20889"/>
                    <a:pt x="6244" y="20889"/>
                    <a:pt x="6223" y="20896"/>
                  </a:cubicBezTo>
                  <a:cubicBezTo>
                    <a:pt x="6201" y="20902"/>
                    <a:pt x="6164" y="20951"/>
                    <a:pt x="6143" y="20963"/>
                  </a:cubicBezTo>
                  <a:cubicBezTo>
                    <a:pt x="6128" y="20973"/>
                    <a:pt x="6096" y="20992"/>
                    <a:pt x="6080" y="20987"/>
                  </a:cubicBezTo>
                  <a:cubicBezTo>
                    <a:pt x="6066" y="20983"/>
                    <a:pt x="6047" y="20931"/>
                    <a:pt x="6033" y="20935"/>
                  </a:cubicBezTo>
                  <a:cubicBezTo>
                    <a:pt x="6017" y="20940"/>
                    <a:pt x="6011" y="21018"/>
                    <a:pt x="5994" y="21023"/>
                  </a:cubicBezTo>
                  <a:cubicBezTo>
                    <a:pt x="5981" y="21027"/>
                    <a:pt x="5962" y="20976"/>
                    <a:pt x="5948" y="20971"/>
                  </a:cubicBezTo>
                  <a:cubicBezTo>
                    <a:pt x="5927" y="20962"/>
                    <a:pt x="5884" y="20996"/>
                    <a:pt x="5863" y="20987"/>
                  </a:cubicBezTo>
                  <a:cubicBezTo>
                    <a:pt x="5852" y="20982"/>
                    <a:pt x="5836" y="20954"/>
                    <a:pt x="5827" y="20943"/>
                  </a:cubicBezTo>
                  <a:cubicBezTo>
                    <a:pt x="5816" y="20931"/>
                    <a:pt x="5798" y="20894"/>
                    <a:pt x="5785" y="20892"/>
                  </a:cubicBezTo>
                  <a:cubicBezTo>
                    <a:pt x="5766" y="20888"/>
                    <a:pt x="5736" y="20947"/>
                    <a:pt x="5717" y="20948"/>
                  </a:cubicBezTo>
                  <a:cubicBezTo>
                    <a:pt x="5702" y="20948"/>
                    <a:pt x="5671" y="20926"/>
                    <a:pt x="5661" y="20907"/>
                  </a:cubicBezTo>
                  <a:cubicBezTo>
                    <a:pt x="5648" y="20881"/>
                    <a:pt x="5653" y="20801"/>
                    <a:pt x="5642" y="20772"/>
                  </a:cubicBezTo>
                  <a:cubicBezTo>
                    <a:pt x="5632" y="20748"/>
                    <a:pt x="5591" y="20708"/>
                    <a:pt x="5583" y="20708"/>
                  </a:cubicBezTo>
                  <a:cubicBezTo>
                    <a:pt x="5576" y="20708"/>
                    <a:pt x="5535" y="20701"/>
                    <a:pt x="5523" y="20716"/>
                  </a:cubicBezTo>
                  <a:cubicBezTo>
                    <a:pt x="5510" y="20732"/>
                    <a:pt x="5510" y="20795"/>
                    <a:pt x="5498" y="20812"/>
                  </a:cubicBezTo>
                  <a:cubicBezTo>
                    <a:pt x="5488" y="20826"/>
                    <a:pt x="5460" y="20829"/>
                    <a:pt x="5447" y="20832"/>
                  </a:cubicBezTo>
                  <a:cubicBezTo>
                    <a:pt x="5432" y="20836"/>
                    <a:pt x="5399" y="20824"/>
                    <a:pt x="5387" y="20840"/>
                  </a:cubicBezTo>
                  <a:cubicBezTo>
                    <a:pt x="5375" y="20855"/>
                    <a:pt x="5369" y="20907"/>
                    <a:pt x="5367" y="20931"/>
                  </a:cubicBezTo>
                  <a:cubicBezTo>
                    <a:pt x="5363" y="20973"/>
                    <a:pt x="5377" y="21058"/>
                    <a:pt x="5369" y="21099"/>
                  </a:cubicBezTo>
                  <a:cubicBezTo>
                    <a:pt x="5363" y="21134"/>
                    <a:pt x="5340" y="21208"/>
                    <a:pt x="5318" y="21218"/>
                  </a:cubicBezTo>
                  <a:cubicBezTo>
                    <a:pt x="5301" y="21226"/>
                    <a:pt x="5268" y="21190"/>
                    <a:pt x="5255" y="21170"/>
                  </a:cubicBezTo>
                  <a:cubicBezTo>
                    <a:pt x="5240" y="21148"/>
                    <a:pt x="5233" y="21074"/>
                    <a:pt x="5216" y="21055"/>
                  </a:cubicBezTo>
                  <a:cubicBezTo>
                    <a:pt x="5205" y="21042"/>
                    <a:pt x="5176" y="21036"/>
                    <a:pt x="5163" y="21039"/>
                  </a:cubicBezTo>
                  <a:cubicBezTo>
                    <a:pt x="5147" y="21043"/>
                    <a:pt x="5121" y="21085"/>
                    <a:pt x="5104" y="21087"/>
                  </a:cubicBezTo>
                  <a:cubicBezTo>
                    <a:pt x="5091" y="21088"/>
                    <a:pt x="5064" y="21069"/>
                    <a:pt x="5053" y="21055"/>
                  </a:cubicBezTo>
                  <a:cubicBezTo>
                    <a:pt x="5043" y="21042"/>
                    <a:pt x="5034" y="20996"/>
                    <a:pt x="5022" y="20987"/>
                  </a:cubicBezTo>
                  <a:cubicBezTo>
                    <a:pt x="5009" y="20978"/>
                    <a:pt x="4979" y="20997"/>
                    <a:pt x="4966" y="20991"/>
                  </a:cubicBezTo>
                  <a:cubicBezTo>
                    <a:pt x="4953" y="20986"/>
                    <a:pt x="4934" y="20954"/>
                    <a:pt x="4922" y="20948"/>
                  </a:cubicBezTo>
                  <a:cubicBezTo>
                    <a:pt x="4902" y="20935"/>
                    <a:pt x="4858" y="20925"/>
                    <a:pt x="4837" y="20923"/>
                  </a:cubicBezTo>
                  <a:cubicBezTo>
                    <a:pt x="4821" y="20922"/>
                    <a:pt x="4787" y="20945"/>
                    <a:pt x="4774" y="20931"/>
                  </a:cubicBezTo>
                  <a:cubicBezTo>
                    <a:pt x="4762" y="20921"/>
                    <a:pt x="4761" y="20870"/>
                    <a:pt x="4752" y="20856"/>
                  </a:cubicBezTo>
                  <a:cubicBezTo>
                    <a:pt x="4741" y="20840"/>
                    <a:pt x="4713" y="20821"/>
                    <a:pt x="4698" y="20820"/>
                  </a:cubicBezTo>
                  <a:cubicBezTo>
                    <a:pt x="4684" y="20819"/>
                    <a:pt x="4658" y="20844"/>
                    <a:pt x="4645" y="20848"/>
                  </a:cubicBezTo>
                  <a:cubicBezTo>
                    <a:pt x="4630" y="20852"/>
                    <a:pt x="4600" y="20843"/>
                    <a:pt x="4586" y="20852"/>
                  </a:cubicBezTo>
                  <a:cubicBezTo>
                    <a:pt x="4564" y="20866"/>
                    <a:pt x="4530" y="20927"/>
                    <a:pt x="4513" y="20956"/>
                  </a:cubicBezTo>
                  <a:cubicBezTo>
                    <a:pt x="4501" y="20976"/>
                    <a:pt x="4474" y="21019"/>
                    <a:pt x="4467" y="21047"/>
                  </a:cubicBezTo>
                  <a:cubicBezTo>
                    <a:pt x="4462" y="21066"/>
                    <a:pt x="4460" y="21107"/>
                    <a:pt x="4462" y="21127"/>
                  </a:cubicBezTo>
                  <a:cubicBezTo>
                    <a:pt x="4465" y="21150"/>
                    <a:pt x="4485" y="21191"/>
                    <a:pt x="4489" y="21214"/>
                  </a:cubicBezTo>
                  <a:cubicBezTo>
                    <a:pt x="4495" y="21244"/>
                    <a:pt x="4506" y="21309"/>
                    <a:pt x="4499" y="21337"/>
                  </a:cubicBezTo>
                  <a:cubicBezTo>
                    <a:pt x="4493" y="21359"/>
                    <a:pt x="4466" y="21386"/>
                    <a:pt x="4452" y="21393"/>
                  </a:cubicBezTo>
                  <a:cubicBezTo>
                    <a:pt x="4435" y="21403"/>
                    <a:pt x="4396" y="21411"/>
                    <a:pt x="4380" y="21398"/>
                  </a:cubicBezTo>
                  <a:cubicBezTo>
                    <a:pt x="4364" y="21384"/>
                    <a:pt x="4347" y="21328"/>
                    <a:pt x="4338" y="21302"/>
                  </a:cubicBezTo>
                  <a:cubicBezTo>
                    <a:pt x="4330" y="21277"/>
                    <a:pt x="4326" y="21216"/>
                    <a:pt x="4314" y="21194"/>
                  </a:cubicBezTo>
                  <a:cubicBezTo>
                    <a:pt x="4303" y="21174"/>
                    <a:pt x="4269" y="21157"/>
                    <a:pt x="4256" y="21142"/>
                  </a:cubicBezTo>
                  <a:cubicBezTo>
                    <a:pt x="4240" y="21126"/>
                    <a:pt x="4211" y="21091"/>
                    <a:pt x="4197" y="21071"/>
                  </a:cubicBezTo>
                  <a:cubicBezTo>
                    <a:pt x="4182" y="21049"/>
                    <a:pt x="4151" y="21004"/>
                    <a:pt x="4141" y="20975"/>
                  </a:cubicBezTo>
                  <a:cubicBezTo>
                    <a:pt x="4130" y="20943"/>
                    <a:pt x="4122" y="20844"/>
                    <a:pt x="4122" y="20832"/>
                  </a:cubicBezTo>
                  <a:cubicBezTo>
                    <a:pt x="4122" y="20820"/>
                    <a:pt x="4114" y="20727"/>
                    <a:pt x="4115" y="20692"/>
                  </a:cubicBezTo>
                  <a:cubicBezTo>
                    <a:pt x="4115" y="20668"/>
                    <a:pt x="4125" y="20621"/>
                    <a:pt x="4124" y="20597"/>
                  </a:cubicBezTo>
                  <a:cubicBezTo>
                    <a:pt x="4124" y="20577"/>
                    <a:pt x="4114" y="20540"/>
                    <a:pt x="4112" y="20521"/>
                  </a:cubicBezTo>
                  <a:cubicBezTo>
                    <a:pt x="4109" y="20497"/>
                    <a:pt x="4111" y="20447"/>
                    <a:pt x="4105" y="20425"/>
                  </a:cubicBezTo>
                  <a:cubicBezTo>
                    <a:pt x="4098" y="20399"/>
                    <a:pt x="4067" y="20361"/>
                    <a:pt x="4061" y="20334"/>
                  </a:cubicBezTo>
                  <a:cubicBezTo>
                    <a:pt x="4055" y="20309"/>
                    <a:pt x="4050" y="20249"/>
                    <a:pt x="4059" y="20226"/>
                  </a:cubicBezTo>
                  <a:cubicBezTo>
                    <a:pt x="4065" y="20211"/>
                    <a:pt x="4092" y="20210"/>
                    <a:pt x="4100" y="20199"/>
                  </a:cubicBezTo>
                  <a:cubicBezTo>
                    <a:pt x="4110" y="20183"/>
                    <a:pt x="4124" y="20141"/>
                    <a:pt x="4127" y="20119"/>
                  </a:cubicBezTo>
                  <a:cubicBezTo>
                    <a:pt x="4130" y="20089"/>
                    <a:pt x="4121" y="20028"/>
                    <a:pt x="4117" y="19999"/>
                  </a:cubicBezTo>
                  <a:cubicBezTo>
                    <a:pt x="4112" y="19962"/>
                    <a:pt x="4102" y="19888"/>
                    <a:pt x="4090" y="19856"/>
                  </a:cubicBezTo>
                  <a:cubicBezTo>
                    <a:pt x="4081" y="19833"/>
                    <a:pt x="4048" y="19806"/>
                    <a:pt x="4041" y="19781"/>
                  </a:cubicBezTo>
                  <a:cubicBezTo>
                    <a:pt x="4033" y="19752"/>
                    <a:pt x="4045" y="19686"/>
                    <a:pt x="4039" y="19656"/>
                  </a:cubicBezTo>
                  <a:cubicBezTo>
                    <a:pt x="4035" y="19633"/>
                    <a:pt x="4013" y="19597"/>
                    <a:pt x="4008" y="19575"/>
                  </a:cubicBezTo>
                  <a:cubicBezTo>
                    <a:pt x="4003" y="19549"/>
                    <a:pt x="4010" y="19489"/>
                    <a:pt x="4001" y="19467"/>
                  </a:cubicBezTo>
                  <a:cubicBezTo>
                    <a:pt x="3992" y="19447"/>
                    <a:pt x="3956" y="19440"/>
                    <a:pt x="3944" y="19423"/>
                  </a:cubicBezTo>
                  <a:cubicBezTo>
                    <a:pt x="3927" y="19398"/>
                    <a:pt x="3909" y="19327"/>
                    <a:pt x="3893" y="19300"/>
                  </a:cubicBezTo>
                  <a:cubicBezTo>
                    <a:pt x="3881" y="19278"/>
                    <a:pt x="3854" y="19233"/>
                    <a:pt x="3837" y="19225"/>
                  </a:cubicBezTo>
                  <a:cubicBezTo>
                    <a:pt x="3817" y="19216"/>
                    <a:pt x="3775" y="19229"/>
                    <a:pt x="3756" y="19243"/>
                  </a:cubicBezTo>
                  <a:cubicBezTo>
                    <a:pt x="3741" y="19255"/>
                    <a:pt x="3720" y="19306"/>
                    <a:pt x="3705" y="19321"/>
                  </a:cubicBezTo>
                  <a:cubicBezTo>
                    <a:pt x="3690" y="19337"/>
                    <a:pt x="3655" y="19371"/>
                    <a:pt x="3638" y="19363"/>
                  </a:cubicBezTo>
                  <a:cubicBezTo>
                    <a:pt x="3620" y="19354"/>
                    <a:pt x="3603" y="19292"/>
                    <a:pt x="3596" y="19264"/>
                  </a:cubicBezTo>
                  <a:cubicBezTo>
                    <a:pt x="3590" y="19240"/>
                    <a:pt x="3592" y="19183"/>
                    <a:pt x="3585" y="19160"/>
                  </a:cubicBezTo>
                  <a:cubicBezTo>
                    <a:pt x="3579" y="19140"/>
                    <a:pt x="3558" y="19110"/>
                    <a:pt x="3547" y="19097"/>
                  </a:cubicBezTo>
                  <a:cubicBezTo>
                    <a:pt x="3531" y="19079"/>
                    <a:pt x="3493" y="19063"/>
                    <a:pt x="3479" y="19043"/>
                  </a:cubicBezTo>
                  <a:cubicBezTo>
                    <a:pt x="3463" y="19019"/>
                    <a:pt x="3437" y="18958"/>
                    <a:pt x="3430" y="18923"/>
                  </a:cubicBezTo>
                  <a:cubicBezTo>
                    <a:pt x="3423" y="18891"/>
                    <a:pt x="3428" y="18820"/>
                    <a:pt x="3425" y="18786"/>
                  </a:cubicBezTo>
                  <a:cubicBezTo>
                    <a:pt x="3422" y="18761"/>
                    <a:pt x="3408" y="18713"/>
                    <a:pt x="3406" y="18688"/>
                  </a:cubicBezTo>
                  <a:cubicBezTo>
                    <a:pt x="3405" y="18670"/>
                    <a:pt x="3404" y="18630"/>
                    <a:pt x="3412" y="18619"/>
                  </a:cubicBezTo>
                  <a:cubicBezTo>
                    <a:pt x="3420" y="18608"/>
                    <a:pt x="3444" y="18625"/>
                    <a:pt x="3454" y="18619"/>
                  </a:cubicBezTo>
                  <a:cubicBezTo>
                    <a:pt x="3469" y="18610"/>
                    <a:pt x="3495" y="18576"/>
                    <a:pt x="3503" y="18553"/>
                  </a:cubicBezTo>
                  <a:cubicBezTo>
                    <a:pt x="3513" y="18524"/>
                    <a:pt x="3508" y="18452"/>
                    <a:pt x="3516" y="18422"/>
                  </a:cubicBezTo>
                  <a:cubicBezTo>
                    <a:pt x="3523" y="18394"/>
                    <a:pt x="3559" y="18356"/>
                    <a:pt x="3561" y="18326"/>
                  </a:cubicBezTo>
                  <a:cubicBezTo>
                    <a:pt x="3563" y="18304"/>
                    <a:pt x="3545" y="18264"/>
                    <a:pt x="3541" y="18242"/>
                  </a:cubicBezTo>
                  <a:cubicBezTo>
                    <a:pt x="3535" y="18208"/>
                    <a:pt x="3539" y="18127"/>
                    <a:pt x="3523" y="18102"/>
                  </a:cubicBezTo>
                  <a:cubicBezTo>
                    <a:pt x="3509" y="18079"/>
                    <a:pt x="3458" y="18097"/>
                    <a:pt x="3443" y="18075"/>
                  </a:cubicBezTo>
                  <a:cubicBezTo>
                    <a:pt x="3432" y="18060"/>
                    <a:pt x="3425" y="18009"/>
                    <a:pt x="3423" y="17986"/>
                  </a:cubicBezTo>
                  <a:cubicBezTo>
                    <a:pt x="3419" y="17953"/>
                    <a:pt x="3435" y="17880"/>
                    <a:pt x="3423" y="17854"/>
                  </a:cubicBezTo>
                  <a:cubicBezTo>
                    <a:pt x="3413" y="17834"/>
                    <a:pt x="3376" y="17842"/>
                    <a:pt x="3362" y="17830"/>
                  </a:cubicBezTo>
                  <a:cubicBezTo>
                    <a:pt x="3345" y="17815"/>
                    <a:pt x="3313" y="17773"/>
                    <a:pt x="3306" y="17743"/>
                  </a:cubicBezTo>
                  <a:cubicBezTo>
                    <a:pt x="3299" y="17717"/>
                    <a:pt x="3308" y="17656"/>
                    <a:pt x="3308" y="17627"/>
                  </a:cubicBezTo>
                  <a:cubicBezTo>
                    <a:pt x="3308" y="17588"/>
                    <a:pt x="3315" y="17508"/>
                    <a:pt x="3306" y="17471"/>
                  </a:cubicBezTo>
                  <a:cubicBezTo>
                    <a:pt x="3298" y="17441"/>
                    <a:pt x="3259" y="17404"/>
                    <a:pt x="3248" y="17376"/>
                  </a:cubicBezTo>
                  <a:cubicBezTo>
                    <a:pt x="3237" y="17348"/>
                    <a:pt x="3230" y="17278"/>
                    <a:pt x="3218" y="17251"/>
                  </a:cubicBezTo>
                  <a:cubicBezTo>
                    <a:pt x="3210" y="17231"/>
                    <a:pt x="3182" y="17209"/>
                    <a:pt x="3177" y="17188"/>
                  </a:cubicBezTo>
                  <a:cubicBezTo>
                    <a:pt x="3169" y="17160"/>
                    <a:pt x="3185" y="17095"/>
                    <a:pt x="3180" y="17065"/>
                  </a:cubicBezTo>
                  <a:cubicBezTo>
                    <a:pt x="3174" y="17024"/>
                    <a:pt x="3139" y="16957"/>
                    <a:pt x="3127" y="16919"/>
                  </a:cubicBezTo>
                  <a:cubicBezTo>
                    <a:pt x="3118" y="16890"/>
                    <a:pt x="3098" y="16832"/>
                    <a:pt x="3096" y="16800"/>
                  </a:cubicBezTo>
                  <a:cubicBezTo>
                    <a:pt x="3094" y="16766"/>
                    <a:pt x="3110" y="16701"/>
                    <a:pt x="3113" y="16668"/>
                  </a:cubicBezTo>
                  <a:cubicBezTo>
                    <a:pt x="3115" y="16640"/>
                    <a:pt x="3124" y="16581"/>
                    <a:pt x="3118" y="16555"/>
                  </a:cubicBezTo>
                  <a:cubicBezTo>
                    <a:pt x="3111" y="16526"/>
                    <a:pt x="3070" y="16497"/>
                    <a:pt x="3063" y="16467"/>
                  </a:cubicBezTo>
                  <a:cubicBezTo>
                    <a:pt x="3057" y="16440"/>
                    <a:pt x="3071" y="16378"/>
                    <a:pt x="3071" y="16348"/>
                  </a:cubicBezTo>
                  <a:cubicBezTo>
                    <a:pt x="3071" y="16323"/>
                    <a:pt x="3058" y="16269"/>
                    <a:pt x="3065" y="16247"/>
                  </a:cubicBezTo>
                  <a:cubicBezTo>
                    <a:pt x="3073" y="16219"/>
                    <a:pt x="3117" y="16206"/>
                    <a:pt x="3127" y="16181"/>
                  </a:cubicBezTo>
                  <a:cubicBezTo>
                    <a:pt x="3136" y="16160"/>
                    <a:pt x="3141" y="16108"/>
                    <a:pt x="3140" y="16082"/>
                  </a:cubicBezTo>
                  <a:cubicBezTo>
                    <a:pt x="3138" y="16057"/>
                    <a:pt x="3130" y="16001"/>
                    <a:pt x="3116" y="15987"/>
                  </a:cubicBezTo>
                  <a:cubicBezTo>
                    <a:pt x="3105" y="15975"/>
                    <a:pt x="3076" y="15993"/>
                    <a:pt x="3063" y="15987"/>
                  </a:cubicBezTo>
                  <a:cubicBezTo>
                    <a:pt x="3048" y="15980"/>
                    <a:pt x="3015" y="15957"/>
                    <a:pt x="3009" y="15933"/>
                  </a:cubicBezTo>
                  <a:cubicBezTo>
                    <a:pt x="2998" y="15890"/>
                    <a:pt x="3024" y="15794"/>
                    <a:pt x="3038" y="15754"/>
                  </a:cubicBezTo>
                  <a:cubicBezTo>
                    <a:pt x="3044" y="15736"/>
                    <a:pt x="3068" y="15715"/>
                    <a:pt x="3073" y="15697"/>
                  </a:cubicBezTo>
                  <a:cubicBezTo>
                    <a:pt x="3078" y="15676"/>
                    <a:pt x="3076" y="15627"/>
                    <a:pt x="3073" y="15604"/>
                  </a:cubicBezTo>
                  <a:cubicBezTo>
                    <a:pt x="3069" y="15583"/>
                    <a:pt x="3056" y="15541"/>
                    <a:pt x="3045" y="15527"/>
                  </a:cubicBezTo>
                  <a:cubicBezTo>
                    <a:pt x="3036" y="15514"/>
                    <a:pt x="3013" y="15501"/>
                    <a:pt x="3001" y="15500"/>
                  </a:cubicBezTo>
                  <a:cubicBezTo>
                    <a:pt x="2988" y="15498"/>
                    <a:pt x="2962" y="15523"/>
                    <a:pt x="2948" y="15520"/>
                  </a:cubicBezTo>
                  <a:cubicBezTo>
                    <a:pt x="2934" y="15518"/>
                    <a:pt x="2902" y="15501"/>
                    <a:pt x="2896" y="15479"/>
                  </a:cubicBezTo>
                  <a:cubicBezTo>
                    <a:pt x="2888" y="15450"/>
                    <a:pt x="2919" y="15390"/>
                    <a:pt x="2916" y="15360"/>
                  </a:cubicBezTo>
                  <a:cubicBezTo>
                    <a:pt x="2913" y="15331"/>
                    <a:pt x="2887" y="15288"/>
                    <a:pt x="2877" y="15264"/>
                  </a:cubicBezTo>
                  <a:cubicBezTo>
                    <a:pt x="2869" y="15242"/>
                    <a:pt x="2857" y="15196"/>
                    <a:pt x="2846" y="15177"/>
                  </a:cubicBezTo>
                  <a:cubicBezTo>
                    <a:pt x="2835" y="15157"/>
                    <a:pt x="2809" y="15120"/>
                    <a:pt x="2793" y="15111"/>
                  </a:cubicBezTo>
                  <a:cubicBezTo>
                    <a:pt x="2780" y="15105"/>
                    <a:pt x="2750" y="15101"/>
                    <a:pt x="2739" y="15114"/>
                  </a:cubicBezTo>
                  <a:cubicBezTo>
                    <a:pt x="2726" y="15129"/>
                    <a:pt x="2721" y="15185"/>
                    <a:pt x="2717" y="15210"/>
                  </a:cubicBezTo>
                  <a:cubicBezTo>
                    <a:pt x="2711" y="15240"/>
                    <a:pt x="2711" y="15309"/>
                    <a:pt x="2698" y="15332"/>
                  </a:cubicBezTo>
                  <a:cubicBezTo>
                    <a:pt x="2689" y="15351"/>
                    <a:pt x="2656" y="15360"/>
                    <a:pt x="2642" y="15368"/>
                  </a:cubicBezTo>
                  <a:cubicBezTo>
                    <a:pt x="2628" y="15377"/>
                    <a:pt x="2595" y="15385"/>
                    <a:pt x="2586" y="15404"/>
                  </a:cubicBezTo>
                  <a:cubicBezTo>
                    <a:pt x="2574" y="15428"/>
                    <a:pt x="2585" y="15497"/>
                    <a:pt x="2576" y="15524"/>
                  </a:cubicBezTo>
                  <a:cubicBezTo>
                    <a:pt x="2572" y="15536"/>
                    <a:pt x="2559" y="15554"/>
                    <a:pt x="2551" y="15559"/>
                  </a:cubicBezTo>
                  <a:cubicBezTo>
                    <a:pt x="2538" y="15568"/>
                    <a:pt x="2507" y="15555"/>
                    <a:pt x="2494" y="15566"/>
                  </a:cubicBezTo>
                  <a:cubicBezTo>
                    <a:pt x="2481" y="15577"/>
                    <a:pt x="2468" y="15628"/>
                    <a:pt x="2458" y="15646"/>
                  </a:cubicBezTo>
                  <a:cubicBezTo>
                    <a:pt x="2452" y="15657"/>
                    <a:pt x="2438" y="15675"/>
                    <a:pt x="2431" y="15682"/>
                  </a:cubicBezTo>
                  <a:cubicBezTo>
                    <a:pt x="2406" y="15704"/>
                    <a:pt x="2352" y="15752"/>
                    <a:pt x="2325" y="15745"/>
                  </a:cubicBezTo>
                  <a:cubicBezTo>
                    <a:pt x="2310" y="15741"/>
                    <a:pt x="2294" y="15688"/>
                    <a:pt x="2279" y="15685"/>
                  </a:cubicBezTo>
                  <a:cubicBezTo>
                    <a:pt x="2266" y="15682"/>
                    <a:pt x="2239" y="15706"/>
                    <a:pt x="2232" y="15724"/>
                  </a:cubicBezTo>
                  <a:cubicBezTo>
                    <a:pt x="2224" y="15742"/>
                    <a:pt x="2230" y="15792"/>
                    <a:pt x="2224" y="15814"/>
                  </a:cubicBezTo>
                  <a:cubicBezTo>
                    <a:pt x="2220" y="15832"/>
                    <a:pt x="2203" y="15861"/>
                    <a:pt x="2195" y="15876"/>
                  </a:cubicBezTo>
                  <a:cubicBezTo>
                    <a:pt x="2183" y="15899"/>
                    <a:pt x="2161" y="15950"/>
                    <a:pt x="2144" y="15963"/>
                  </a:cubicBezTo>
                  <a:cubicBezTo>
                    <a:pt x="2131" y="15973"/>
                    <a:pt x="2099" y="15964"/>
                    <a:pt x="2086" y="15972"/>
                  </a:cubicBezTo>
                  <a:cubicBezTo>
                    <a:pt x="2077" y="15977"/>
                    <a:pt x="2064" y="16006"/>
                    <a:pt x="2055" y="16005"/>
                  </a:cubicBezTo>
                  <a:cubicBezTo>
                    <a:pt x="2042" y="16003"/>
                    <a:pt x="2023" y="15969"/>
                    <a:pt x="2016" y="15951"/>
                  </a:cubicBezTo>
                  <a:cubicBezTo>
                    <a:pt x="2008" y="15928"/>
                    <a:pt x="2011" y="15870"/>
                    <a:pt x="2004" y="15846"/>
                  </a:cubicBezTo>
                  <a:cubicBezTo>
                    <a:pt x="1996" y="15820"/>
                    <a:pt x="1972" y="15773"/>
                    <a:pt x="1958" y="15754"/>
                  </a:cubicBezTo>
                  <a:cubicBezTo>
                    <a:pt x="1940" y="15727"/>
                    <a:pt x="1890" y="15701"/>
                    <a:pt x="1874" y="15670"/>
                  </a:cubicBezTo>
                  <a:cubicBezTo>
                    <a:pt x="1859" y="15640"/>
                    <a:pt x="1857" y="15550"/>
                    <a:pt x="1840" y="15524"/>
                  </a:cubicBezTo>
                  <a:cubicBezTo>
                    <a:pt x="1828" y="15506"/>
                    <a:pt x="1792" y="15507"/>
                    <a:pt x="1777" y="15497"/>
                  </a:cubicBezTo>
                  <a:cubicBezTo>
                    <a:pt x="1765" y="15488"/>
                    <a:pt x="1744" y="15461"/>
                    <a:pt x="1732" y="15452"/>
                  </a:cubicBezTo>
                  <a:cubicBezTo>
                    <a:pt x="1721" y="15443"/>
                    <a:pt x="1691" y="15442"/>
                    <a:pt x="1684" y="15425"/>
                  </a:cubicBezTo>
                  <a:cubicBezTo>
                    <a:pt x="1676" y="15405"/>
                    <a:pt x="1684" y="15350"/>
                    <a:pt x="1688" y="15327"/>
                  </a:cubicBezTo>
                  <a:cubicBezTo>
                    <a:pt x="1692" y="15305"/>
                    <a:pt x="1711" y="15268"/>
                    <a:pt x="1712" y="15246"/>
                  </a:cubicBezTo>
                  <a:cubicBezTo>
                    <a:pt x="1713" y="15223"/>
                    <a:pt x="1692" y="15181"/>
                    <a:pt x="1696" y="15159"/>
                  </a:cubicBezTo>
                  <a:cubicBezTo>
                    <a:pt x="1699" y="15138"/>
                    <a:pt x="1723" y="15107"/>
                    <a:pt x="1736" y="15100"/>
                  </a:cubicBezTo>
                  <a:cubicBezTo>
                    <a:pt x="1751" y="15090"/>
                    <a:pt x="1785" y="15112"/>
                    <a:pt x="1799" y="15100"/>
                  </a:cubicBezTo>
                  <a:cubicBezTo>
                    <a:pt x="1817" y="15083"/>
                    <a:pt x="1837" y="15018"/>
                    <a:pt x="1843" y="14986"/>
                  </a:cubicBezTo>
                  <a:cubicBezTo>
                    <a:pt x="1847" y="14965"/>
                    <a:pt x="1849" y="14918"/>
                    <a:pt x="1847" y="14896"/>
                  </a:cubicBezTo>
                  <a:cubicBezTo>
                    <a:pt x="1844" y="14867"/>
                    <a:pt x="1833" y="14810"/>
                    <a:pt x="1823" y="14786"/>
                  </a:cubicBezTo>
                  <a:cubicBezTo>
                    <a:pt x="1813" y="14759"/>
                    <a:pt x="1775" y="14727"/>
                    <a:pt x="1767" y="14699"/>
                  </a:cubicBezTo>
                  <a:cubicBezTo>
                    <a:pt x="1760" y="14678"/>
                    <a:pt x="1762" y="14627"/>
                    <a:pt x="1759" y="14604"/>
                  </a:cubicBezTo>
                  <a:cubicBezTo>
                    <a:pt x="1757" y="14579"/>
                    <a:pt x="1741" y="14528"/>
                    <a:pt x="1747" y="14505"/>
                  </a:cubicBezTo>
                  <a:cubicBezTo>
                    <a:pt x="1753" y="14480"/>
                    <a:pt x="1788" y="14464"/>
                    <a:pt x="1801" y="14448"/>
                  </a:cubicBezTo>
                  <a:cubicBezTo>
                    <a:pt x="1818" y="14428"/>
                    <a:pt x="1855" y="14391"/>
                    <a:pt x="1865" y="14361"/>
                  </a:cubicBezTo>
                  <a:cubicBezTo>
                    <a:pt x="1873" y="14338"/>
                    <a:pt x="1863" y="14273"/>
                    <a:pt x="1874" y="14254"/>
                  </a:cubicBezTo>
                  <a:cubicBezTo>
                    <a:pt x="1889" y="14230"/>
                    <a:pt x="1936" y="14230"/>
                    <a:pt x="1956" y="14233"/>
                  </a:cubicBezTo>
                  <a:cubicBezTo>
                    <a:pt x="1969" y="14234"/>
                    <a:pt x="1991" y="14254"/>
                    <a:pt x="2004" y="14257"/>
                  </a:cubicBezTo>
                  <a:cubicBezTo>
                    <a:pt x="2013" y="14259"/>
                    <a:pt x="2032" y="14261"/>
                    <a:pt x="2042" y="14260"/>
                  </a:cubicBezTo>
                  <a:cubicBezTo>
                    <a:pt x="2061" y="14257"/>
                    <a:pt x="2102" y="14252"/>
                    <a:pt x="2115" y="14230"/>
                  </a:cubicBezTo>
                  <a:cubicBezTo>
                    <a:pt x="2127" y="14210"/>
                    <a:pt x="2132" y="14150"/>
                    <a:pt x="2130" y="14123"/>
                  </a:cubicBezTo>
                  <a:cubicBezTo>
                    <a:pt x="2127" y="14095"/>
                    <a:pt x="2101" y="14052"/>
                    <a:pt x="2093" y="14027"/>
                  </a:cubicBezTo>
                  <a:cubicBezTo>
                    <a:pt x="2085" y="14001"/>
                    <a:pt x="2066" y="13948"/>
                    <a:pt x="2066" y="13919"/>
                  </a:cubicBezTo>
                  <a:cubicBezTo>
                    <a:pt x="2066" y="13899"/>
                    <a:pt x="2083" y="13864"/>
                    <a:pt x="2086" y="13844"/>
                  </a:cubicBezTo>
                  <a:cubicBezTo>
                    <a:pt x="2091" y="13813"/>
                    <a:pt x="2098" y="13744"/>
                    <a:pt x="2091" y="13713"/>
                  </a:cubicBezTo>
                  <a:cubicBezTo>
                    <a:pt x="2087" y="13693"/>
                    <a:pt x="2067" y="13661"/>
                    <a:pt x="2056" y="13648"/>
                  </a:cubicBezTo>
                  <a:cubicBezTo>
                    <a:pt x="2045" y="13633"/>
                    <a:pt x="2013" y="13627"/>
                    <a:pt x="2004" y="13608"/>
                  </a:cubicBezTo>
                  <a:cubicBezTo>
                    <a:pt x="1991" y="13582"/>
                    <a:pt x="1986" y="13510"/>
                    <a:pt x="1989" y="13477"/>
                  </a:cubicBezTo>
                  <a:cubicBezTo>
                    <a:pt x="1993" y="13439"/>
                    <a:pt x="2023" y="13376"/>
                    <a:pt x="2035" y="13343"/>
                  </a:cubicBezTo>
                  <a:cubicBezTo>
                    <a:pt x="2043" y="13321"/>
                    <a:pt x="2063" y="13280"/>
                    <a:pt x="2067" y="13256"/>
                  </a:cubicBezTo>
                  <a:cubicBezTo>
                    <a:pt x="2073" y="13228"/>
                    <a:pt x="2082" y="13165"/>
                    <a:pt x="2073" y="13139"/>
                  </a:cubicBezTo>
                  <a:cubicBezTo>
                    <a:pt x="2066" y="13120"/>
                    <a:pt x="2035" y="13109"/>
                    <a:pt x="2022" y="13101"/>
                  </a:cubicBezTo>
                  <a:cubicBezTo>
                    <a:pt x="2008" y="13092"/>
                    <a:pt x="1973" y="13095"/>
                    <a:pt x="1963" y="13077"/>
                  </a:cubicBezTo>
                  <a:cubicBezTo>
                    <a:pt x="1952" y="13054"/>
                    <a:pt x="1955" y="12986"/>
                    <a:pt x="1960" y="12957"/>
                  </a:cubicBezTo>
                  <a:cubicBezTo>
                    <a:pt x="1963" y="12937"/>
                    <a:pt x="1976" y="12899"/>
                    <a:pt x="1987" y="12889"/>
                  </a:cubicBezTo>
                  <a:cubicBezTo>
                    <a:pt x="1999" y="12878"/>
                    <a:pt x="2027" y="12881"/>
                    <a:pt x="2040" y="12883"/>
                  </a:cubicBezTo>
                  <a:cubicBezTo>
                    <a:pt x="2054" y="12884"/>
                    <a:pt x="2080" y="12909"/>
                    <a:pt x="2093" y="12903"/>
                  </a:cubicBezTo>
                  <a:cubicBezTo>
                    <a:pt x="2112" y="12895"/>
                    <a:pt x="2142" y="12844"/>
                    <a:pt x="2150" y="12814"/>
                  </a:cubicBezTo>
                  <a:cubicBezTo>
                    <a:pt x="2160" y="12773"/>
                    <a:pt x="2157" y="12680"/>
                    <a:pt x="2150" y="12638"/>
                  </a:cubicBezTo>
                  <a:cubicBezTo>
                    <a:pt x="2145" y="12611"/>
                    <a:pt x="2115" y="12573"/>
                    <a:pt x="2113" y="12545"/>
                  </a:cubicBezTo>
                  <a:cubicBezTo>
                    <a:pt x="2112" y="12518"/>
                    <a:pt x="2126" y="12462"/>
                    <a:pt x="2139" y="12446"/>
                  </a:cubicBezTo>
                  <a:cubicBezTo>
                    <a:pt x="2151" y="12431"/>
                    <a:pt x="2188" y="12452"/>
                    <a:pt x="2199" y="12435"/>
                  </a:cubicBezTo>
                  <a:cubicBezTo>
                    <a:pt x="2214" y="12410"/>
                    <a:pt x="2202" y="12328"/>
                    <a:pt x="2212" y="12297"/>
                  </a:cubicBezTo>
                  <a:cubicBezTo>
                    <a:pt x="2217" y="12277"/>
                    <a:pt x="2242" y="12251"/>
                    <a:pt x="2248" y="12231"/>
                  </a:cubicBezTo>
                  <a:cubicBezTo>
                    <a:pt x="2257" y="12204"/>
                    <a:pt x="2267" y="12140"/>
                    <a:pt x="2266" y="12109"/>
                  </a:cubicBezTo>
                  <a:cubicBezTo>
                    <a:pt x="2265" y="12076"/>
                    <a:pt x="2233" y="12017"/>
                    <a:pt x="2239" y="11986"/>
                  </a:cubicBezTo>
                  <a:cubicBezTo>
                    <a:pt x="2245" y="11956"/>
                    <a:pt x="2290" y="11939"/>
                    <a:pt x="2305" y="11918"/>
                  </a:cubicBezTo>
                  <a:cubicBezTo>
                    <a:pt x="2323" y="11891"/>
                    <a:pt x="2360" y="11833"/>
                    <a:pt x="2369" y="11795"/>
                  </a:cubicBezTo>
                  <a:cubicBezTo>
                    <a:pt x="2375" y="11768"/>
                    <a:pt x="2377" y="11706"/>
                    <a:pt x="2370" y="11679"/>
                  </a:cubicBezTo>
                  <a:cubicBezTo>
                    <a:pt x="2365" y="11658"/>
                    <a:pt x="2336" y="11637"/>
                    <a:pt x="2332" y="11616"/>
                  </a:cubicBezTo>
                  <a:cubicBezTo>
                    <a:pt x="2327" y="11591"/>
                    <a:pt x="2327" y="11528"/>
                    <a:pt x="2339" y="11512"/>
                  </a:cubicBezTo>
                  <a:cubicBezTo>
                    <a:pt x="2351" y="11495"/>
                    <a:pt x="2386" y="11528"/>
                    <a:pt x="2399" y="11517"/>
                  </a:cubicBezTo>
                  <a:cubicBezTo>
                    <a:pt x="2410" y="11509"/>
                    <a:pt x="2420" y="11469"/>
                    <a:pt x="2425" y="11451"/>
                  </a:cubicBezTo>
                  <a:cubicBezTo>
                    <a:pt x="2435" y="11415"/>
                    <a:pt x="2439" y="11331"/>
                    <a:pt x="2450" y="11296"/>
                  </a:cubicBezTo>
                  <a:cubicBezTo>
                    <a:pt x="2457" y="11277"/>
                    <a:pt x="2480" y="11250"/>
                    <a:pt x="2485" y="11230"/>
                  </a:cubicBezTo>
                  <a:cubicBezTo>
                    <a:pt x="2493" y="11202"/>
                    <a:pt x="2488" y="11136"/>
                    <a:pt x="2496" y="11108"/>
                  </a:cubicBezTo>
                  <a:cubicBezTo>
                    <a:pt x="2503" y="11084"/>
                    <a:pt x="2531" y="11051"/>
                    <a:pt x="2538" y="11027"/>
                  </a:cubicBezTo>
                  <a:cubicBezTo>
                    <a:pt x="2547" y="10995"/>
                    <a:pt x="2556" y="10921"/>
                    <a:pt x="2551" y="10887"/>
                  </a:cubicBezTo>
                  <a:cubicBezTo>
                    <a:pt x="2545" y="10852"/>
                    <a:pt x="2515" y="10793"/>
                    <a:pt x="2496" y="10773"/>
                  </a:cubicBezTo>
                  <a:cubicBezTo>
                    <a:pt x="2483" y="10760"/>
                    <a:pt x="2453" y="10751"/>
                    <a:pt x="2438" y="10752"/>
                  </a:cubicBezTo>
                  <a:cubicBezTo>
                    <a:pt x="2417" y="10755"/>
                    <a:pt x="2377" y="10784"/>
                    <a:pt x="2359" y="10800"/>
                  </a:cubicBezTo>
                  <a:cubicBezTo>
                    <a:pt x="2341" y="10816"/>
                    <a:pt x="2313" y="10870"/>
                    <a:pt x="2294" y="10881"/>
                  </a:cubicBezTo>
                  <a:cubicBezTo>
                    <a:pt x="2282" y="10887"/>
                    <a:pt x="2256" y="10890"/>
                    <a:pt x="2244" y="10884"/>
                  </a:cubicBezTo>
                  <a:cubicBezTo>
                    <a:pt x="2230" y="10876"/>
                    <a:pt x="2207" y="10836"/>
                    <a:pt x="2193" y="10824"/>
                  </a:cubicBezTo>
                  <a:cubicBezTo>
                    <a:pt x="2180" y="10813"/>
                    <a:pt x="2152" y="10792"/>
                    <a:pt x="2137" y="10795"/>
                  </a:cubicBezTo>
                  <a:cubicBezTo>
                    <a:pt x="2119" y="10797"/>
                    <a:pt x="2091" y="10850"/>
                    <a:pt x="2073" y="10851"/>
                  </a:cubicBezTo>
                  <a:cubicBezTo>
                    <a:pt x="2061" y="10852"/>
                    <a:pt x="2038" y="10834"/>
                    <a:pt x="2029" y="10821"/>
                  </a:cubicBezTo>
                  <a:cubicBezTo>
                    <a:pt x="2019" y="10805"/>
                    <a:pt x="2013" y="10757"/>
                    <a:pt x="2005" y="10738"/>
                  </a:cubicBezTo>
                  <a:cubicBezTo>
                    <a:pt x="1998" y="10717"/>
                    <a:pt x="1971" y="10686"/>
                    <a:pt x="1971" y="10663"/>
                  </a:cubicBezTo>
                  <a:cubicBezTo>
                    <a:pt x="1971" y="10641"/>
                    <a:pt x="1997" y="10611"/>
                    <a:pt x="2002" y="10591"/>
                  </a:cubicBezTo>
                  <a:cubicBezTo>
                    <a:pt x="2010" y="10561"/>
                    <a:pt x="2022" y="10493"/>
                    <a:pt x="2018" y="10459"/>
                  </a:cubicBezTo>
                  <a:cubicBezTo>
                    <a:pt x="2016" y="10433"/>
                    <a:pt x="1999" y="10381"/>
                    <a:pt x="1985" y="10367"/>
                  </a:cubicBezTo>
                  <a:cubicBezTo>
                    <a:pt x="1968" y="10348"/>
                    <a:pt x="1923" y="10343"/>
                    <a:pt x="1903" y="10352"/>
                  </a:cubicBezTo>
                  <a:cubicBezTo>
                    <a:pt x="1884" y="10361"/>
                    <a:pt x="1856" y="10410"/>
                    <a:pt x="1841" y="10433"/>
                  </a:cubicBezTo>
                  <a:cubicBezTo>
                    <a:pt x="1832" y="10448"/>
                    <a:pt x="1821" y="10493"/>
                    <a:pt x="1808" y="10498"/>
                  </a:cubicBezTo>
                  <a:cubicBezTo>
                    <a:pt x="1796" y="10504"/>
                    <a:pt x="1770" y="10480"/>
                    <a:pt x="1759" y="10469"/>
                  </a:cubicBezTo>
                  <a:cubicBezTo>
                    <a:pt x="1747" y="10455"/>
                    <a:pt x="1719" y="10419"/>
                    <a:pt x="1719" y="10394"/>
                  </a:cubicBezTo>
                  <a:cubicBezTo>
                    <a:pt x="1719" y="10369"/>
                    <a:pt x="1749" y="10339"/>
                    <a:pt x="1757" y="10319"/>
                  </a:cubicBezTo>
                  <a:cubicBezTo>
                    <a:pt x="1768" y="10293"/>
                    <a:pt x="1793" y="10237"/>
                    <a:pt x="1790" y="10205"/>
                  </a:cubicBezTo>
                  <a:cubicBezTo>
                    <a:pt x="1788" y="10175"/>
                    <a:pt x="1758" y="10129"/>
                    <a:pt x="1743" y="10110"/>
                  </a:cubicBezTo>
                  <a:cubicBezTo>
                    <a:pt x="1732" y="10096"/>
                    <a:pt x="1703" y="10085"/>
                    <a:pt x="1692" y="10071"/>
                  </a:cubicBezTo>
                  <a:cubicBezTo>
                    <a:pt x="1678" y="10053"/>
                    <a:pt x="1663" y="9998"/>
                    <a:pt x="1650" y="9979"/>
                  </a:cubicBezTo>
                  <a:cubicBezTo>
                    <a:pt x="1641" y="9966"/>
                    <a:pt x="1620" y="9948"/>
                    <a:pt x="1610" y="9939"/>
                  </a:cubicBezTo>
                  <a:cubicBezTo>
                    <a:pt x="1596" y="9929"/>
                    <a:pt x="1564" y="9922"/>
                    <a:pt x="1551" y="9907"/>
                  </a:cubicBezTo>
                  <a:cubicBezTo>
                    <a:pt x="1540" y="9893"/>
                    <a:pt x="1521" y="9854"/>
                    <a:pt x="1517" y="9832"/>
                  </a:cubicBezTo>
                  <a:cubicBezTo>
                    <a:pt x="1510" y="9800"/>
                    <a:pt x="1510" y="9728"/>
                    <a:pt x="1515" y="9695"/>
                  </a:cubicBezTo>
                  <a:cubicBezTo>
                    <a:pt x="1519" y="9659"/>
                    <a:pt x="1549" y="9597"/>
                    <a:pt x="1553" y="9560"/>
                  </a:cubicBezTo>
                  <a:cubicBezTo>
                    <a:pt x="1557" y="9529"/>
                    <a:pt x="1560" y="9462"/>
                    <a:pt x="1551" y="9435"/>
                  </a:cubicBezTo>
                  <a:cubicBezTo>
                    <a:pt x="1542" y="9406"/>
                    <a:pt x="1499" y="9385"/>
                    <a:pt x="1488" y="9360"/>
                  </a:cubicBezTo>
                  <a:cubicBezTo>
                    <a:pt x="1473" y="9330"/>
                    <a:pt x="1472" y="9242"/>
                    <a:pt x="1455" y="9217"/>
                  </a:cubicBezTo>
                  <a:cubicBezTo>
                    <a:pt x="1440" y="9194"/>
                    <a:pt x="1392" y="9202"/>
                    <a:pt x="1376" y="9181"/>
                  </a:cubicBezTo>
                  <a:cubicBezTo>
                    <a:pt x="1361" y="9159"/>
                    <a:pt x="1346" y="9094"/>
                    <a:pt x="1344" y="9062"/>
                  </a:cubicBezTo>
                  <a:cubicBezTo>
                    <a:pt x="1340" y="9027"/>
                    <a:pt x="1358" y="8958"/>
                    <a:pt x="1354" y="8924"/>
                  </a:cubicBezTo>
                  <a:cubicBezTo>
                    <a:pt x="1352" y="8897"/>
                    <a:pt x="1337" y="8846"/>
                    <a:pt x="1327" y="8825"/>
                  </a:cubicBezTo>
                  <a:cubicBezTo>
                    <a:pt x="1314" y="8799"/>
                    <a:pt x="1271" y="8773"/>
                    <a:pt x="1260" y="8745"/>
                  </a:cubicBezTo>
                  <a:cubicBezTo>
                    <a:pt x="1245" y="8710"/>
                    <a:pt x="1245" y="8617"/>
                    <a:pt x="1232" y="8580"/>
                  </a:cubicBezTo>
                  <a:cubicBezTo>
                    <a:pt x="1224" y="8557"/>
                    <a:pt x="1193" y="8528"/>
                    <a:pt x="1185" y="8505"/>
                  </a:cubicBezTo>
                  <a:cubicBezTo>
                    <a:pt x="1169" y="8463"/>
                    <a:pt x="1171" y="8348"/>
                    <a:pt x="1148" y="8314"/>
                  </a:cubicBezTo>
                  <a:cubicBezTo>
                    <a:pt x="1134" y="8294"/>
                    <a:pt x="1088" y="8313"/>
                    <a:pt x="1075" y="8290"/>
                  </a:cubicBezTo>
                  <a:cubicBezTo>
                    <a:pt x="1063" y="8269"/>
                    <a:pt x="1073" y="8198"/>
                    <a:pt x="1063" y="8174"/>
                  </a:cubicBezTo>
                  <a:cubicBezTo>
                    <a:pt x="1054" y="8155"/>
                    <a:pt x="1022" y="8150"/>
                    <a:pt x="1013" y="8132"/>
                  </a:cubicBezTo>
                  <a:cubicBezTo>
                    <a:pt x="1006" y="8116"/>
                    <a:pt x="1004" y="8074"/>
                    <a:pt x="1002" y="8055"/>
                  </a:cubicBezTo>
                  <a:cubicBezTo>
                    <a:pt x="1001" y="8034"/>
                    <a:pt x="1004" y="7991"/>
                    <a:pt x="1002" y="7971"/>
                  </a:cubicBezTo>
                  <a:cubicBezTo>
                    <a:pt x="1000" y="7935"/>
                    <a:pt x="992" y="7861"/>
                    <a:pt x="981" y="7830"/>
                  </a:cubicBezTo>
                  <a:cubicBezTo>
                    <a:pt x="973" y="7812"/>
                    <a:pt x="951" y="7785"/>
                    <a:pt x="938" y="7777"/>
                  </a:cubicBezTo>
                  <a:cubicBezTo>
                    <a:pt x="913" y="7760"/>
                    <a:pt x="854" y="7777"/>
                    <a:pt x="829" y="7759"/>
                  </a:cubicBezTo>
                  <a:cubicBezTo>
                    <a:pt x="803" y="7740"/>
                    <a:pt x="770" y="7659"/>
                    <a:pt x="747" y="7633"/>
                  </a:cubicBezTo>
                  <a:cubicBezTo>
                    <a:pt x="728" y="7612"/>
                    <a:pt x="680" y="7597"/>
                    <a:pt x="663" y="7570"/>
                  </a:cubicBezTo>
                  <a:cubicBezTo>
                    <a:pt x="648" y="7547"/>
                    <a:pt x="633" y="7483"/>
                    <a:pt x="627" y="7451"/>
                  </a:cubicBezTo>
                  <a:cubicBezTo>
                    <a:pt x="617" y="7405"/>
                    <a:pt x="615" y="7303"/>
                    <a:pt x="601" y="7260"/>
                  </a:cubicBezTo>
                  <a:cubicBezTo>
                    <a:pt x="590" y="7227"/>
                    <a:pt x="557" y="7171"/>
                    <a:pt x="537" y="7152"/>
                  </a:cubicBezTo>
                  <a:cubicBezTo>
                    <a:pt x="524" y="7139"/>
                    <a:pt x="489" y="7141"/>
                    <a:pt x="477" y="7126"/>
                  </a:cubicBezTo>
                  <a:cubicBezTo>
                    <a:pt x="463" y="7108"/>
                    <a:pt x="455" y="7046"/>
                    <a:pt x="442" y="7027"/>
                  </a:cubicBezTo>
                  <a:cubicBezTo>
                    <a:pt x="430" y="7008"/>
                    <a:pt x="395" y="6996"/>
                    <a:pt x="380" y="6982"/>
                  </a:cubicBezTo>
                  <a:cubicBezTo>
                    <a:pt x="361" y="6962"/>
                    <a:pt x="313" y="6921"/>
                    <a:pt x="309" y="6883"/>
                  </a:cubicBezTo>
                  <a:cubicBezTo>
                    <a:pt x="306" y="6854"/>
                    <a:pt x="330" y="6795"/>
                    <a:pt x="346" y="6782"/>
                  </a:cubicBezTo>
                  <a:cubicBezTo>
                    <a:pt x="359" y="6771"/>
                    <a:pt x="389" y="6792"/>
                    <a:pt x="404" y="6794"/>
                  </a:cubicBezTo>
                  <a:cubicBezTo>
                    <a:pt x="420" y="6795"/>
                    <a:pt x="458" y="6811"/>
                    <a:pt x="470" y="6794"/>
                  </a:cubicBezTo>
                  <a:cubicBezTo>
                    <a:pt x="481" y="6777"/>
                    <a:pt x="484" y="6715"/>
                    <a:pt x="477" y="6692"/>
                  </a:cubicBezTo>
                  <a:cubicBezTo>
                    <a:pt x="470" y="6669"/>
                    <a:pt x="432" y="6662"/>
                    <a:pt x="422" y="6641"/>
                  </a:cubicBezTo>
                  <a:cubicBezTo>
                    <a:pt x="411" y="6617"/>
                    <a:pt x="416" y="6549"/>
                    <a:pt x="408" y="6522"/>
                  </a:cubicBezTo>
                  <a:cubicBezTo>
                    <a:pt x="400" y="6497"/>
                    <a:pt x="373" y="6463"/>
                    <a:pt x="364" y="6441"/>
                  </a:cubicBezTo>
                  <a:cubicBezTo>
                    <a:pt x="356" y="6424"/>
                    <a:pt x="336" y="6388"/>
                    <a:pt x="337" y="6366"/>
                  </a:cubicBezTo>
                  <a:cubicBezTo>
                    <a:pt x="337" y="6335"/>
                    <a:pt x="363" y="6276"/>
                    <a:pt x="380" y="6262"/>
                  </a:cubicBezTo>
                  <a:cubicBezTo>
                    <a:pt x="396" y="6249"/>
                    <a:pt x="435" y="6283"/>
                    <a:pt x="452" y="6271"/>
                  </a:cubicBezTo>
                  <a:cubicBezTo>
                    <a:pt x="466" y="6260"/>
                    <a:pt x="488" y="6211"/>
                    <a:pt x="490" y="6184"/>
                  </a:cubicBezTo>
                  <a:cubicBezTo>
                    <a:pt x="493" y="6148"/>
                    <a:pt x="473" y="6077"/>
                    <a:pt x="461" y="6047"/>
                  </a:cubicBezTo>
                  <a:cubicBezTo>
                    <a:pt x="452" y="6023"/>
                    <a:pt x="418" y="5995"/>
                    <a:pt x="411" y="5969"/>
                  </a:cubicBezTo>
                  <a:cubicBezTo>
                    <a:pt x="405" y="5945"/>
                    <a:pt x="407" y="5888"/>
                    <a:pt x="413" y="5865"/>
                  </a:cubicBezTo>
                  <a:cubicBezTo>
                    <a:pt x="418" y="5848"/>
                    <a:pt x="441" y="5831"/>
                    <a:pt x="446" y="5814"/>
                  </a:cubicBezTo>
                  <a:cubicBezTo>
                    <a:pt x="453" y="5786"/>
                    <a:pt x="453" y="5722"/>
                    <a:pt x="446" y="5694"/>
                  </a:cubicBezTo>
                  <a:cubicBezTo>
                    <a:pt x="441" y="5674"/>
                    <a:pt x="419" y="5645"/>
                    <a:pt x="408" y="5631"/>
                  </a:cubicBezTo>
                  <a:cubicBezTo>
                    <a:pt x="398" y="5619"/>
                    <a:pt x="370" y="5611"/>
                    <a:pt x="364" y="5592"/>
                  </a:cubicBezTo>
                  <a:cubicBezTo>
                    <a:pt x="357" y="5569"/>
                    <a:pt x="380" y="5510"/>
                    <a:pt x="373" y="5485"/>
                  </a:cubicBezTo>
                  <a:cubicBezTo>
                    <a:pt x="370" y="5473"/>
                    <a:pt x="353" y="5461"/>
                    <a:pt x="346" y="5455"/>
                  </a:cubicBezTo>
                  <a:cubicBezTo>
                    <a:pt x="333" y="5445"/>
                    <a:pt x="301" y="5442"/>
                    <a:pt x="291" y="5426"/>
                  </a:cubicBezTo>
                  <a:cubicBezTo>
                    <a:pt x="276" y="5400"/>
                    <a:pt x="264" y="5326"/>
                    <a:pt x="264" y="5291"/>
                  </a:cubicBezTo>
                  <a:cubicBezTo>
                    <a:pt x="264" y="5261"/>
                    <a:pt x="286" y="5207"/>
                    <a:pt x="287" y="5177"/>
                  </a:cubicBezTo>
                  <a:cubicBezTo>
                    <a:pt x="289" y="5149"/>
                    <a:pt x="286" y="5086"/>
                    <a:pt x="275" y="5064"/>
                  </a:cubicBezTo>
                  <a:cubicBezTo>
                    <a:pt x="265" y="5044"/>
                    <a:pt x="229" y="5040"/>
                    <a:pt x="216" y="5025"/>
                  </a:cubicBezTo>
                  <a:cubicBezTo>
                    <a:pt x="205" y="5012"/>
                    <a:pt x="187" y="4979"/>
                    <a:pt x="181" y="4959"/>
                  </a:cubicBezTo>
                  <a:cubicBezTo>
                    <a:pt x="176" y="4937"/>
                    <a:pt x="182" y="4887"/>
                    <a:pt x="178" y="4864"/>
                  </a:cubicBezTo>
                  <a:cubicBezTo>
                    <a:pt x="170" y="4821"/>
                    <a:pt x="142" y="4743"/>
                    <a:pt x="125" y="4709"/>
                  </a:cubicBezTo>
                  <a:cubicBezTo>
                    <a:pt x="111" y="4680"/>
                    <a:pt x="69" y="4644"/>
                    <a:pt x="58" y="4613"/>
                  </a:cubicBezTo>
                  <a:cubicBezTo>
                    <a:pt x="45" y="4580"/>
                    <a:pt x="45" y="4499"/>
                    <a:pt x="36" y="4463"/>
                  </a:cubicBezTo>
                  <a:cubicBezTo>
                    <a:pt x="29" y="4440"/>
                    <a:pt x="5" y="4402"/>
                    <a:pt x="1" y="4377"/>
                  </a:cubicBezTo>
                  <a:cubicBezTo>
                    <a:pt x="-3" y="4351"/>
                    <a:pt x="6" y="4272"/>
                    <a:pt x="6" y="4272"/>
                  </a:cubicBezTo>
                  <a:lnTo>
                    <a:pt x="448" y="0"/>
                  </a:lnTo>
                  <a:lnTo>
                    <a:pt x="2281" y="515"/>
                  </a:lnTo>
                  <a:lnTo>
                    <a:pt x="3901" y="946"/>
                  </a:lnTo>
                  <a:lnTo>
                    <a:pt x="7218" y="1695"/>
                  </a:lnTo>
                  <a:lnTo>
                    <a:pt x="9766" y="2245"/>
                  </a:lnTo>
                  <a:lnTo>
                    <a:pt x="11984" y="2571"/>
                  </a:lnTo>
                  <a:lnTo>
                    <a:pt x="14178" y="2938"/>
                  </a:lnTo>
                  <a:lnTo>
                    <a:pt x="17952" y="3415"/>
                  </a:lnTo>
                  <a:lnTo>
                    <a:pt x="21595" y="3710"/>
                  </a:lnTo>
                  <a:lnTo>
                    <a:pt x="21597" y="3710"/>
                  </a:lnTo>
                  <a:cubicBezTo>
                    <a:pt x="21597" y="3710"/>
                    <a:pt x="21267" y="16925"/>
                    <a:pt x="21267" y="16925"/>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90" name="Shape 4772"/>
            <p:cNvSpPr/>
            <p:nvPr/>
          </p:nvSpPr>
          <p:spPr>
            <a:xfrm>
              <a:off x="2600326" y="1426727"/>
              <a:ext cx="1399110" cy="1140587"/>
            </a:xfrm>
            <a:custGeom>
              <a:avLst/>
              <a:gdLst/>
              <a:ahLst/>
              <a:cxnLst>
                <a:cxn ang="0">
                  <a:pos x="wd2" y="hd2"/>
                </a:cxn>
                <a:cxn ang="5400000">
                  <a:pos x="wd2" y="hd2"/>
                </a:cxn>
                <a:cxn ang="10800000">
                  <a:pos x="wd2" y="hd2"/>
                </a:cxn>
                <a:cxn ang="16200000">
                  <a:pos x="wd2" y="hd2"/>
                </a:cxn>
              </a:cxnLst>
              <a:rect l="0" t="0" r="r" b="b"/>
              <a:pathLst>
                <a:path w="21600" h="21600" extrusionOk="0">
                  <a:moveTo>
                    <a:pt x="468" y="14663"/>
                  </a:moveTo>
                  <a:lnTo>
                    <a:pt x="1608" y="2570"/>
                  </a:lnTo>
                  <a:lnTo>
                    <a:pt x="1850" y="0"/>
                  </a:lnTo>
                  <a:lnTo>
                    <a:pt x="2605" y="100"/>
                  </a:lnTo>
                  <a:cubicBezTo>
                    <a:pt x="2605" y="100"/>
                    <a:pt x="2838" y="208"/>
                    <a:pt x="2920" y="228"/>
                  </a:cubicBezTo>
                  <a:cubicBezTo>
                    <a:pt x="3105" y="274"/>
                    <a:pt x="3485" y="293"/>
                    <a:pt x="3674" y="305"/>
                  </a:cubicBezTo>
                  <a:cubicBezTo>
                    <a:pt x="3747" y="310"/>
                    <a:pt x="3894" y="303"/>
                    <a:pt x="3967" y="312"/>
                  </a:cubicBezTo>
                  <a:cubicBezTo>
                    <a:pt x="4054" y="323"/>
                    <a:pt x="4221" y="394"/>
                    <a:pt x="4308" y="392"/>
                  </a:cubicBezTo>
                  <a:cubicBezTo>
                    <a:pt x="4364" y="392"/>
                    <a:pt x="4527" y="332"/>
                    <a:pt x="4527" y="332"/>
                  </a:cubicBezTo>
                  <a:lnTo>
                    <a:pt x="5377" y="487"/>
                  </a:lnTo>
                  <a:lnTo>
                    <a:pt x="7207" y="695"/>
                  </a:lnTo>
                  <a:lnTo>
                    <a:pt x="8081" y="826"/>
                  </a:lnTo>
                  <a:lnTo>
                    <a:pt x="9749" y="1005"/>
                  </a:lnTo>
                  <a:lnTo>
                    <a:pt x="11838" y="1214"/>
                  </a:lnTo>
                  <a:lnTo>
                    <a:pt x="15387" y="1563"/>
                  </a:lnTo>
                  <a:lnTo>
                    <a:pt x="18853" y="1799"/>
                  </a:lnTo>
                  <a:lnTo>
                    <a:pt x="21600" y="1956"/>
                  </a:lnTo>
                  <a:lnTo>
                    <a:pt x="21294" y="11783"/>
                  </a:lnTo>
                  <a:lnTo>
                    <a:pt x="21294" y="11784"/>
                  </a:lnTo>
                  <a:lnTo>
                    <a:pt x="20937" y="21600"/>
                  </a:lnTo>
                  <a:lnTo>
                    <a:pt x="17252" y="21431"/>
                  </a:lnTo>
                  <a:lnTo>
                    <a:pt x="9361" y="20741"/>
                  </a:lnTo>
                  <a:lnTo>
                    <a:pt x="5970" y="20365"/>
                  </a:lnTo>
                  <a:lnTo>
                    <a:pt x="2976" y="20032"/>
                  </a:lnTo>
                  <a:lnTo>
                    <a:pt x="0" y="19619"/>
                  </a:lnTo>
                  <a:cubicBezTo>
                    <a:pt x="0" y="19619"/>
                    <a:pt x="468" y="14663"/>
                    <a:pt x="468" y="1466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91" name="Shape 4773"/>
            <p:cNvSpPr/>
            <p:nvPr/>
          </p:nvSpPr>
          <p:spPr>
            <a:xfrm>
              <a:off x="2600326" y="1426727"/>
              <a:ext cx="1399110" cy="1140587"/>
            </a:xfrm>
            <a:custGeom>
              <a:avLst/>
              <a:gdLst/>
              <a:ahLst/>
              <a:cxnLst>
                <a:cxn ang="0">
                  <a:pos x="wd2" y="hd2"/>
                </a:cxn>
                <a:cxn ang="5400000">
                  <a:pos x="wd2" y="hd2"/>
                </a:cxn>
                <a:cxn ang="10800000">
                  <a:pos x="wd2" y="hd2"/>
                </a:cxn>
                <a:cxn ang="16200000">
                  <a:pos x="wd2" y="hd2"/>
                </a:cxn>
              </a:cxnLst>
              <a:rect l="0" t="0" r="r" b="b"/>
              <a:pathLst>
                <a:path w="21600" h="21600" extrusionOk="0">
                  <a:moveTo>
                    <a:pt x="468" y="14663"/>
                  </a:moveTo>
                  <a:lnTo>
                    <a:pt x="1608" y="2570"/>
                  </a:lnTo>
                  <a:lnTo>
                    <a:pt x="1850" y="0"/>
                  </a:lnTo>
                  <a:lnTo>
                    <a:pt x="2605" y="100"/>
                  </a:lnTo>
                  <a:cubicBezTo>
                    <a:pt x="2605" y="100"/>
                    <a:pt x="2838" y="208"/>
                    <a:pt x="2920" y="228"/>
                  </a:cubicBezTo>
                  <a:cubicBezTo>
                    <a:pt x="3105" y="274"/>
                    <a:pt x="3485" y="293"/>
                    <a:pt x="3674" y="305"/>
                  </a:cubicBezTo>
                  <a:cubicBezTo>
                    <a:pt x="3747" y="310"/>
                    <a:pt x="3894" y="303"/>
                    <a:pt x="3967" y="312"/>
                  </a:cubicBezTo>
                  <a:cubicBezTo>
                    <a:pt x="4054" y="323"/>
                    <a:pt x="4221" y="394"/>
                    <a:pt x="4308" y="392"/>
                  </a:cubicBezTo>
                  <a:cubicBezTo>
                    <a:pt x="4364" y="392"/>
                    <a:pt x="4527" y="332"/>
                    <a:pt x="4527" y="332"/>
                  </a:cubicBezTo>
                  <a:lnTo>
                    <a:pt x="5377" y="487"/>
                  </a:lnTo>
                  <a:lnTo>
                    <a:pt x="7207" y="695"/>
                  </a:lnTo>
                  <a:lnTo>
                    <a:pt x="8081" y="826"/>
                  </a:lnTo>
                  <a:lnTo>
                    <a:pt x="9749" y="1005"/>
                  </a:lnTo>
                  <a:lnTo>
                    <a:pt x="11838" y="1214"/>
                  </a:lnTo>
                  <a:lnTo>
                    <a:pt x="15387" y="1563"/>
                  </a:lnTo>
                  <a:lnTo>
                    <a:pt x="18853" y="1799"/>
                  </a:lnTo>
                  <a:lnTo>
                    <a:pt x="21600" y="1956"/>
                  </a:lnTo>
                  <a:lnTo>
                    <a:pt x="21294" y="11783"/>
                  </a:lnTo>
                  <a:lnTo>
                    <a:pt x="21294" y="11784"/>
                  </a:lnTo>
                  <a:lnTo>
                    <a:pt x="20937" y="21600"/>
                  </a:lnTo>
                  <a:lnTo>
                    <a:pt x="17252" y="21431"/>
                  </a:lnTo>
                  <a:lnTo>
                    <a:pt x="9361" y="20741"/>
                  </a:lnTo>
                  <a:lnTo>
                    <a:pt x="5970" y="20365"/>
                  </a:lnTo>
                  <a:lnTo>
                    <a:pt x="2976" y="20032"/>
                  </a:lnTo>
                  <a:lnTo>
                    <a:pt x="0" y="19619"/>
                  </a:lnTo>
                  <a:cubicBezTo>
                    <a:pt x="0" y="19619"/>
                    <a:pt x="468" y="14663"/>
                    <a:pt x="468" y="14663"/>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92" name="Shape 4774"/>
            <p:cNvSpPr/>
            <p:nvPr/>
          </p:nvSpPr>
          <p:spPr>
            <a:xfrm>
              <a:off x="1886962" y="2117079"/>
              <a:ext cx="1118912" cy="1415851"/>
            </a:xfrm>
            <a:custGeom>
              <a:avLst/>
              <a:gdLst/>
              <a:ahLst/>
              <a:cxnLst>
                <a:cxn ang="0">
                  <a:pos x="wd2" y="hd2"/>
                </a:cxn>
                <a:cxn ang="5400000">
                  <a:pos x="wd2" y="hd2"/>
                </a:cxn>
                <a:cxn ang="10800000">
                  <a:pos x="wd2" y="hd2"/>
                </a:cxn>
                <a:cxn ang="16200000">
                  <a:pos x="wd2" y="hd2"/>
                </a:cxn>
              </a:cxnLst>
              <a:rect l="0" t="0" r="r" b="b"/>
              <a:pathLst>
                <a:path w="21600" h="21600" extrusionOk="0">
                  <a:moveTo>
                    <a:pt x="21600" y="5703"/>
                  </a:moveTo>
                  <a:lnTo>
                    <a:pt x="21029" y="10530"/>
                  </a:lnTo>
                  <a:lnTo>
                    <a:pt x="20646" y="13468"/>
                  </a:lnTo>
                  <a:lnTo>
                    <a:pt x="20392" y="15615"/>
                  </a:lnTo>
                  <a:lnTo>
                    <a:pt x="20241" y="16450"/>
                  </a:lnTo>
                  <a:lnTo>
                    <a:pt x="20262" y="17002"/>
                  </a:lnTo>
                  <a:lnTo>
                    <a:pt x="20170" y="17880"/>
                  </a:lnTo>
                  <a:lnTo>
                    <a:pt x="19716" y="21600"/>
                  </a:lnTo>
                  <a:lnTo>
                    <a:pt x="18908" y="21544"/>
                  </a:lnTo>
                  <a:lnTo>
                    <a:pt x="13815" y="21089"/>
                  </a:lnTo>
                  <a:lnTo>
                    <a:pt x="8821" y="20619"/>
                  </a:lnTo>
                  <a:lnTo>
                    <a:pt x="4359" y="20171"/>
                  </a:lnTo>
                  <a:lnTo>
                    <a:pt x="0" y="19680"/>
                  </a:lnTo>
                  <a:lnTo>
                    <a:pt x="118" y="19024"/>
                  </a:lnTo>
                  <a:lnTo>
                    <a:pt x="1126" y="13739"/>
                  </a:lnTo>
                  <a:lnTo>
                    <a:pt x="2375" y="7046"/>
                  </a:lnTo>
                  <a:lnTo>
                    <a:pt x="3582" y="872"/>
                  </a:lnTo>
                  <a:lnTo>
                    <a:pt x="3745" y="0"/>
                  </a:lnTo>
                  <a:lnTo>
                    <a:pt x="7569" y="442"/>
                  </a:lnTo>
                  <a:lnTo>
                    <a:pt x="13175" y="976"/>
                  </a:lnTo>
                  <a:lnTo>
                    <a:pt x="14719" y="1110"/>
                  </a:lnTo>
                  <a:lnTo>
                    <a:pt x="14135" y="5103"/>
                  </a:lnTo>
                  <a:lnTo>
                    <a:pt x="17856" y="5436"/>
                  </a:lnTo>
                  <a:cubicBezTo>
                    <a:pt x="17856" y="5436"/>
                    <a:pt x="21600" y="5703"/>
                    <a:pt x="21600" y="570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93" name="Shape 4775"/>
            <p:cNvSpPr/>
            <p:nvPr/>
          </p:nvSpPr>
          <p:spPr>
            <a:xfrm>
              <a:off x="1886962" y="2117079"/>
              <a:ext cx="1118912" cy="1415851"/>
            </a:xfrm>
            <a:custGeom>
              <a:avLst/>
              <a:gdLst/>
              <a:ahLst/>
              <a:cxnLst>
                <a:cxn ang="0">
                  <a:pos x="wd2" y="hd2"/>
                </a:cxn>
                <a:cxn ang="5400000">
                  <a:pos x="wd2" y="hd2"/>
                </a:cxn>
                <a:cxn ang="10800000">
                  <a:pos x="wd2" y="hd2"/>
                </a:cxn>
                <a:cxn ang="16200000">
                  <a:pos x="wd2" y="hd2"/>
                </a:cxn>
              </a:cxnLst>
              <a:rect l="0" t="0" r="r" b="b"/>
              <a:pathLst>
                <a:path w="21600" h="21600" extrusionOk="0">
                  <a:moveTo>
                    <a:pt x="21600" y="5703"/>
                  </a:moveTo>
                  <a:lnTo>
                    <a:pt x="21029" y="10530"/>
                  </a:lnTo>
                  <a:lnTo>
                    <a:pt x="20646" y="13468"/>
                  </a:lnTo>
                  <a:lnTo>
                    <a:pt x="20392" y="15615"/>
                  </a:lnTo>
                  <a:lnTo>
                    <a:pt x="20241" y="16450"/>
                  </a:lnTo>
                  <a:lnTo>
                    <a:pt x="20262" y="17002"/>
                  </a:lnTo>
                  <a:lnTo>
                    <a:pt x="20170" y="17880"/>
                  </a:lnTo>
                  <a:lnTo>
                    <a:pt x="19716" y="21600"/>
                  </a:lnTo>
                  <a:lnTo>
                    <a:pt x="18908" y="21544"/>
                  </a:lnTo>
                  <a:lnTo>
                    <a:pt x="13815" y="21089"/>
                  </a:lnTo>
                  <a:lnTo>
                    <a:pt x="8821" y="20619"/>
                  </a:lnTo>
                  <a:lnTo>
                    <a:pt x="4359" y="20171"/>
                  </a:lnTo>
                  <a:lnTo>
                    <a:pt x="0" y="19680"/>
                  </a:lnTo>
                  <a:lnTo>
                    <a:pt x="118" y="19024"/>
                  </a:lnTo>
                  <a:lnTo>
                    <a:pt x="1126" y="13739"/>
                  </a:lnTo>
                  <a:lnTo>
                    <a:pt x="2375" y="7046"/>
                  </a:lnTo>
                  <a:lnTo>
                    <a:pt x="3582" y="872"/>
                  </a:lnTo>
                  <a:lnTo>
                    <a:pt x="3745" y="0"/>
                  </a:lnTo>
                  <a:lnTo>
                    <a:pt x="7569" y="442"/>
                  </a:lnTo>
                  <a:lnTo>
                    <a:pt x="13175" y="976"/>
                  </a:lnTo>
                  <a:lnTo>
                    <a:pt x="14719" y="1110"/>
                  </a:lnTo>
                  <a:lnTo>
                    <a:pt x="14135" y="5103"/>
                  </a:lnTo>
                  <a:lnTo>
                    <a:pt x="17856" y="5436"/>
                  </a:lnTo>
                  <a:cubicBezTo>
                    <a:pt x="17856" y="5436"/>
                    <a:pt x="21600" y="5703"/>
                    <a:pt x="21600" y="5703"/>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94" name="Shape 4776"/>
            <p:cNvSpPr/>
            <p:nvPr/>
          </p:nvSpPr>
          <p:spPr>
            <a:xfrm>
              <a:off x="1541786" y="3405737"/>
              <a:ext cx="1359120" cy="1594440"/>
            </a:xfrm>
            <a:custGeom>
              <a:avLst/>
              <a:gdLst/>
              <a:ahLst/>
              <a:cxnLst>
                <a:cxn ang="0">
                  <a:pos x="wd2" y="hd2"/>
                </a:cxn>
                <a:cxn ang="5400000">
                  <a:pos x="wd2" y="hd2"/>
                </a:cxn>
                <a:cxn ang="10800000">
                  <a:pos x="wd2" y="hd2"/>
                </a:cxn>
                <a:cxn ang="16200000">
                  <a:pos x="wd2" y="hd2"/>
                </a:cxn>
              </a:cxnLst>
              <a:rect l="0" t="0" r="r" b="b"/>
              <a:pathLst>
                <a:path w="21600" h="21600" extrusionOk="0">
                  <a:moveTo>
                    <a:pt x="21600" y="1705"/>
                  </a:moveTo>
                  <a:lnTo>
                    <a:pt x="21206" y="5191"/>
                  </a:lnTo>
                  <a:lnTo>
                    <a:pt x="20287" y="13438"/>
                  </a:lnTo>
                  <a:lnTo>
                    <a:pt x="19337" y="21600"/>
                  </a:lnTo>
                  <a:lnTo>
                    <a:pt x="14407" y="21158"/>
                  </a:lnTo>
                  <a:lnTo>
                    <a:pt x="12830" y="21004"/>
                  </a:lnTo>
                  <a:lnTo>
                    <a:pt x="12253" y="20961"/>
                  </a:lnTo>
                  <a:lnTo>
                    <a:pt x="4827" y="17645"/>
                  </a:lnTo>
                  <a:lnTo>
                    <a:pt x="0" y="15394"/>
                  </a:lnTo>
                  <a:cubicBezTo>
                    <a:pt x="0" y="15394"/>
                    <a:pt x="27" y="15303"/>
                    <a:pt x="42" y="15274"/>
                  </a:cubicBezTo>
                  <a:cubicBezTo>
                    <a:pt x="50" y="15259"/>
                    <a:pt x="79" y="15233"/>
                    <a:pt x="84" y="15216"/>
                  </a:cubicBezTo>
                  <a:cubicBezTo>
                    <a:pt x="91" y="15197"/>
                    <a:pt x="81" y="15154"/>
                    <a:pt x="87" y="15135"/>
                  </a:cubicBezTo>
                  <a:cubicBezTo>
                    <a:pt x="94" y="15116"/>
                    <a:pt x="135" y="15087"/>
                    <a:pt x="135" y="15067"/>
                  </a:cubicBezTo>
                  <a:cubicBezTo>
                    <a:pt x="136" y="15047"/>
                    <a:pt x="90" y="15017"/>
                    <a:pt x="90" y="14997"/>
                  </a:cubicBezTo>
                  <a:cubicBezTo>
                    <a:pt x="91" y="14981"/>
                    <a:pt x="115" y="14952"/>
                    <a:pt x="130" y="14942"/>
                  </a:cubicBezTo>
                  <a:cubicBezTo>
                    <a:pt x="145" y="14931"/>
                    <a:pt x="188" y="14927"/>
                    <a:pt x="206" y="14918"/>
                  </a:cubicBezTo>
                  <a:cubicBezTo>
                    <a:pt x="244" y="14900"/>
                    <a:pt x="311" y="14853"/>
                    <a:pt x="342" y="14827"/>
                  </a:cubicBezTo>
                  <a:cubicBezTo>
                    <a:pt x="367" y="14804"/>
                    <a:pt x="409" y="14754"/>
                    <a:pt x="429" y="14728"/>
                  </a:cubicBezTo>
                  <a:cubicBezTo>
                    <a:pt x="444" y="14708"/>
                    <a:pt x="480" y="14645"/>
                    <a:pt x="480" y="14645"/>
                  </a:cubicBezTo>
                  <a:cubicBezTo>
                    <a:pt x="492" y="14626"/>
                    <a:pt x="487" y="14610"/>
                    <a:pt x="500" y="14598"/>
                  </a:cubicBezTo>
                  <a:cubicBezTo>
                    <a:pt x="512" y="14586"/>
                    <a:pt x="542" y="14579"/>
                    <a:pt x="560" y="14578"/>
                  </a:cubicBezTo>
                  <a:cubicBezTo>
                    <a:pt x="579" y="14576"/>
                    <a:pt x="615" y="14588"/>
                    <a:pt x="631" y="14596"/>
                  </a:cubicBezTo>
                  <a:cubicBezTo>
                    <a:pt x="652" y="14606"/>
                    <a:pt x="682" y="14643"/>
                    <a:pt x="704" y="14652"/>
                  </a:cubicBezTo>
                  <a:cubicBezTo>
                    <a:pt x="721" y="14659"/>
                    <a:pt x="759" y="14660"/>
                    <a:pt x="778" y="14662"/>
                  </a:cubicBezTo>
                  <a:cubicBezTo>
                    <a:pt x="812" y="14665"/>
                    <a:pt x="882" y="14674"/>
                    <a:pt x="914" y="14666"/>
                  </a:cubicBezTo>
                  <a:cubicBezTo>
                    <a:pt x="938" y="14661"/>
                    <a:pt x="973" y="14626"/>
                    <a:pt x="996" y="14620"/>
                  </a:cubicBezTo>
                  <a:cubicBezTo>
                    <a:pt x="1021" y="14613"/>
                    <a:pt x="1075" y="14626"/>
                    <a:pt x="1098" y="14618"/>
                  </a:cubicBezTo>
                  <a:cubicBezTo>
                    <a:pt x="1119" y="14612"/>
                    <a:pt x="1155" y="14585"/>
                    <a:pt x="1164" y="14568"/>
                  </a:cubicBezTo>
                  <a:cubicBezTo>
                    <a:pt x="1179" y="14543"/>
                    <a:pt x="1154" y="14480"/>
                    <a:pt x="1171" y="14456"/>
                  </a:cubicBezTo>
                  <a:cubicBezTo>
                    <a:pt x="1188" y="14433"/>
                    <a:pt x="1252" y="14418"/>
                    <a:pt x="1279" y="14404"/>
                  </a:cubicBezTo>
                  <a:cubicBezTo>
                    <a:pt x="1314" y="14386"/>
                    <a:pt x="1392" y="14355"/>
                    <a:pt x="1417" y="14327"/>
                  </a:cubicBezTo>
                  <a:cubicBezTo>
                    <a:pt x="1442" y="14299"/>
                    <a:pt x="1462" y="14225"/>
                    <a:pt x="1466" y="14189"/>
                  </a:cubicBezTo>
                  <a:cubicBezTo>
                    <a:pt x="1469" y="14168"/>
                    <a:pt x="1464" y="14124"/>
                    <a:pt x="1457" y="14103"/>
                  </a:cubicBezTo>
                  <a:cubicBezTo>
                    <a:pt x="1447" y="14077"/>
                    <a:pt x="1389" y="14034"/>
                    <a:pt x="1394" y="14007"/>
                  </a:cubicBezTo>
                  <a:cubicBezTo>
                    <a:pt x="1400" y="13982"/>
                    <a:pt x="1483" y="13965"/>
                    <a:pt x="1485" y="13940"/>
                  </a:cubicBezTo>
                  <a:cubicBezTo>
                    <a:pt x="1486" y="13917"/>
                    <a:pt x="1419" y="13894"/>
                    <a:pt x="1410" y="13872"/>
                  </a:cubicBezTo>
                  <a:cubicBezTo>
                    <a:pt x="1401" y="13849"/>
                    <a:pt x="1424" y="13801"/>
                    <a:pt x="1422" y="13777"/>
                  </a:cubicBezTo>
                  <a:cubicBezTo>
                    <a:pt x="1418" y="13750"/>
                    <a:pt x="1405" y="13693"/>
                    <a:pt x="1384" y="13671"/>
                  </a:cubicBezTo>
                  <a:cubicBezTo>
                    <a:pt x="1363" y="13649"/>
                    <a:pt x="1298" y="13628"/>
                    <a:pt x="1266" y="13619"/>
                  </a:cubicBezTo>
                  <a:cubicBezTo>
                    <a:pt x="1245" y="13612"/>
                    <a:pt x="1199" y="13601"/>
                    <a:pt x="1177" y="13605"/>
                  </a:cubicBezTo>
                  <a:cubicBezTo>
                    <a:pt x="1155" y="13609"/>
                    <a:pt x="1123" y="13642"/>
                    <a:pt x="1101" y="13645"/>
                  </a:cubicBezTo>
                  <a:cubicBezTo>
                    <a:pt x="1079" y="13648"/>
                    <a:pt x="1035" y="13636"/>
                    <a:pt x="1017" y="13626"/>
                  </a:cubicBezTo>
                  <a:cubicBezTo>
                    <a:pt x="999" y="13615"/>
                    <a:pt x="986" y="13568"/>
                    <a:pt x="964" y="13564"/>
                  </a:cubicBezTo>
                  <a:cubicBezTo>
                    <a:pt x="944" y="13561"/>
                    <a:pt x="916" y="13604"/>
                    <a:pt x="896" y="13603"/>
                  </a:cubicBezTo>
                  <a:cubicBezTo>
                    <a:pt x="879" y="13602"/>
                    <a:pt x="853" y="13576"/>
                    <a:pt x="844" y="13563"/>
                  </a:cubicBezTo>
                  <a:cubicBezTo>
                    <a:pt x="826" y="13540"/>
                    <a:pt x="817" y="13484"/>
                    <a:pt x="803" y="13460"/>
                  </a:cubicBezTo>
                  <a:cubicBezTo>
                    <a:pt x="789" y="13436"/>
                    <a:pt x="735" y="13398"/>
                    <a:pt x="731" y="13372"/>
                  </a:cubicBezTo>
                  <a:cubicBezTo>
                    <a:pt x="728" y="13351"/>
                    <a:pt x="752" y="13312"/>
                    <a:pt x="762" y="13293"/>
                  </a:cubicBezTo>
                  <a:cubicBezTo>
                    <a:pt x="780" y="13263"/>
                    <a:pt x="831" y="13209"/>
                    <a:pt x="850" y="13178"/>
                  </a:cubicBezTo>
                  <a:cubicBezTo>
                    <a:pt x="871" y="13144"/>
                    <a:pt x="916" y="13074"/>
                    <a:pt x="921" y="13035"/>
                  </a:cubicBezTo>
                  <a:cubicBezTo>
                    <a:pt x="926" y="13009"/>
                    <a:pt x="899" y="12956"/>
                    <a:pt x="903" y="12930"/>
                  </a:cubicBezTo>
                  <a:cubicBezTo>
                    <a:pt x="907" y="12908"/>
                    <a:pt x="936" y="12869"/>
                    <a:pt x="944" y="12847"/>
                  </a:cubicBezTo>
                  <a:cubicBezTo>
                    <a:pt x="952" y="12827"/>
                    <a:pt x="968" y="12787"/>
                    <a:pt x="965" y="12766"/>
                  </a:cubicBezTo>
                  <a:cubicBezTo>
                    <a:pt x="963" y="12750"/>
                    <a:pt x="950" y="12717"/>
                    <a:pt x="936" y="12706"/>
                  </a:cubicBezTo>
                  <a:cubicBezTo>
                    <a:pt x="921" y="12695"/>
                    <a:pt x="875" y="12697"/>
                    <a:pt x="858" y="12688"/>
                  </a:cubicBezTo>
                  <a:cubicBezTo>
                    <a:pt x="840" y="12679"/>
                    <a:pt x="804" y="12652"/>
                    <a:pt x="804" y="12634"/>
                  </a:cubicBezTo>
                  <a:cubicBezTo>
                    <a:pt x="804" y="12608"/>
                    <a:pt x="865" y="12574"/>
                    <a:pt x="885" y="12553"/>
                  </a:cubicBezTo>
                  <a:cubicBezTo>
                    <a:pt x="905" y="12533"/>
                    <a:pt x="959" y="12497"/>
                    <a:pt x="965" y="12470"/>
                  </a:cubicBezTo>
                  <a:cubicBezTo>
                    <a:pt x="971" y="12447"/>
                    <a:pt x="946" y="12400"/>
                    <a:pt x="934" y="12378"/>
                  </a:cubicBezTo>
                  <a:cubicBezTo>
                    <a:pt x="922" y="12356"/>
                    <a:pt x="866" y="12320"/>
                    <a:pt x="872" y="12296"/>
                  </a:cubicBezTo>
                  <a:cubicBezTo>
                    <a:pt x="877" y="12279"/>
                    <a:pt x="926" y="12266"/>
                    <a:pt x="945" y="12260"/>
                  </a:cubicBezTo>
                  <a:cubicBezTo>
                    <a:pt x="976" y="12251"/>
                    <a:pt x="1043" y="12239"/>
                    <a:pt x="1076" y="12244"/>
                  </a:cubicBezTo>
                  <a:cubicBezTo>
                    <a:pt x="1088" y="12247"/>
                    <a:pt x="1107" y="12268"/>
                    <a:pt x="1121" y="12268"/>
                  </a:cubicBezTo>
                  <a:cubicBezTo>
                    <a:pt x="1146" y="12269"/>
                    <a:pt x="1193" y="12242"/>
                    <a:pt x="1211" y="12227"/>
                  </a:cubicBezTo>
                  <a:cubicBezTo>
                    <a:pt x="1233" y="12209"/>
                    <a:pt x="1256" y="12157"/>
                    <a:pt x="1273" y="12135"/>
                  </a:cubicBezTo>
                  <a:cubicBezTo>
                    <a:pt x="1297" y="12105"/>
                    <a:pt x="1345" y="12043"/>
                    <a:pt x="1379" y="12021"/>
                  </a:cubicBezTo>
                  <a:cubicBezTo>
                    <a:pt x="1400" y="12006"/>
                    <a:pt x="1456" y="11996"/>
                    <a:pt x="1476" y="11980"/>
                  </a:cubicBezTo>
                  <a:cubicBezTo>
                    <a:pt x="1503" y="11961"/>
                    <a:pt x="1527" y="11902"/>
                    <a:pt x="1553" y="11882"/>
                  </a:cubicBezTo>
                  <a:cubicBezTo>
                    <a:pt x="1560" y="11876"/>
                    <a:pt x="1580" y="11869"/>
                    <a:pt x="1589" y="11865"/>
                  </a:cubicBezTo>
                  <a:cubicBezTo>
                    <a:pt x="1611" y="11856"/>
                    <a:pt x="1669" y="11849"/>
                    <a:pt x="1677" y="11829"/>
                  </a:cubicBezTo>
                  <a:cubicBezTo>
                    <a:pt x="1688" y="11800"/>
                    <a:pt x="1609" y="11752"/>
                    <a:pt x="1610" y="11722"/>
                  </a:cubicBezTo>
                  <a:cubicBezTo>
                    <a:pt x="1612" y="11696"/>
                    <a:pt x="1664" y="11657"/>
                    <a:pt x="1677" y="11633"/>
                  </a:cubicBezTo>
                  <a:cubicBezTo>
                    <a:pt x="1689" y="11610"/>
                    <a:pt x="1705" y="11562"/>
                    <a:pt x="1711" y="11538"/>
                  </a:cubicBezTo>
                  <a:cubicBezTo>
                    <a:pt x="1719" y="11502"/>
                    <a:pt x="1700" y="11420"/>
                    <a:pt x="1728" y="11391"/>
                  </a:cubicBezTo>
                  <a:cubicBezTo>
                    <a:pt x="1741" y="11377"/>
                    <a:pt x="1791" y="11378"/>
                    <a:pt x="1809" y="11368"/>
                  </a:cubicBezTo>
                  <a:cubicBezTo>
                    <a:pt x="1826" y="11360"/>
                    <a:pt x="1861" y="11337"/>
                    <a:pt x="1866" y="11321"/>
                  </a:cubicBezTo>
                  <a:cubicBezTo>
                    <a:pt x="1874" y="11294"/>
                    <a:pt x="1831" y="11241"/>
                    <a:pt x="1829" y="11213"/>
                  </a:cubicBezTo>
                  <a:cubicBezTo>
                    <a:pt x="1828" y="11187"/>
                    <a:pt x="1851" y="11137"/>
                    <a:pt x="1849" y="11111"/>
                  </a:cubicBezTo>
                  <a:cubicBezTo>
                    <a:pt x="1847" y="11086"/>
                    <a:pt x="1819" y="11040"/>
                    <a:pt x="1814" y="11016"/>
                  </a:cubicBezTo>
                  <a:cubicBezTo>
                    <a:pt x="1808" y="10988"/>
                    <a:pt x="1805" y="10932"/>
                    <a:pt x="1809" y="10904"/>
                  </a:cubicBezTo>
                  <a:cubicBezTo>
                    <a:pt x="1814" y="10873"/>
                    <a:pt x="1830" y="10810"/>
                    <a:pt x="1853" y="10786"/>
                  </a:cubicBezTo>
                  <a:cubicBezTo>
                    <a:pt x="1864" y="10774"/>
                    <a:pt x="1908" y="10772"/>
                    <a:pt x="1915" y="10758"/>
                  </a:cubicBezTo>
                  <a:cubicBezTo>
                    <a:pt x="1929" y="10735"/>
                    <a:pt x="1893" y="10683"/>
                    <a:pt x="1894" y="10657"/>
                  </a:cubicBezTo>
                  <a:cubicBezTo>
                    <a:pt x="1895" y="10640"/>
                    <a:pt x="1920" y="10607"/>
                    <a:pt x="1915" y="10590"/>
                  </a:cubicBezTo>
                  <a:cubicBezTo>
                    <a:pt x="1911" y="10576"/>
                    <a:pt x="1874" y="10561"/>
                    <a:pt x="1869" y="10548"/>
                  </a:cubicBezTo>
                  <a:cubicBezTo>
                    <a:pt x="1862" y="10531"/>
                    <a:pt x="1863" y="10492"/>
                    <a:pt x="1874" y="10478"/>
                  </a:cubicBezTo>
                  <a:cubicBezTo>
                    <a:pt x="1885" y="10465"/>
                    <a:pt x="1925" y="10457"/>
                    <a:pt x="1942" y="10452"/>
                  </a:cubicBezTo>
                  <a:cubicBezTo>
                    <a:pt x="1959" y="10445"/>
                    <a:pt x="1995" y="10438"/>
                    <a:pt x="2011" y="10431"/>
                  </a:cubicBezTo>
                  <a:cubicBezTo>
                    <a:pt x="2047" y="10416"/>
                    <a:pt x="2113" y="10376"/>
                    <a:pt x="2140" y="10352"/>
                  </a:cubicBezTo>
                  <a:cubicBezTo>
                    <a:pt x="2162" y="10330"/>
                    <a:pt x="2186" y="10274"/>
                    <a:pt x="2208" y="10252"/>
                  </a:cubicBezTo>
                  <a:cubicBezTo>
                    <a:pt x="2219" y="10239"/>
                    <a:pt x="2257" y="10225"/>
                    <a:pt x="2264" y="10211"/>
                  </a:cubicBezTo>
                  <a:cubicBezTo>
                    <a:pt x="2275" y="10188"/>
                    <a:pt x="2251" y="10136"/>
                    <a:pt x="2255" y="10112"/>
                  </a:cubicBezTo>
                  <a:cubicBezTo>
                    <a:pt x="2262" y="10082"/>
                    <a:pt x="2290" y="10024"/>
                    <a:pt x="2315" y="10001"/>
                  </a:cubicBezTo>
                  <a:cubicBezTo>
                    <a:pt x="2341" y="9977"/>
                    <a:pt x="2413" y="9949"/>
                    <a:pt x="2450" y="9940"/>
                  </a:cubicBezTo>
                  <a:cubicBezTo>
                    <a:pt x="2482" y="9932"/>
                    <a:pt x="2550" y="9941"/>
                    <a:pt x="2581" y="9934"/>
                  </a:cubicBezTo>
                  <a:cubicBezTo>
                    <a:pt x="2613" y="9927"/>
                    <a:pt x="2670" y="9902"/>
                    <a:pt x="2696" y="9886"/>
                  </a:cubicBezTo>
                  <a:cubicBezTo>
                    <a:pt x="2720" y="9871"/>
                    <a:pt x="2756" y="9829"/>
                    <a:pt x="2781" y="9815"/>
                  </a:cubicBezTo>
                  <a:cubicBezTo>
                    <a:pt x="2796" y="9806"/>
                    <a:pt x="2830" y="9793"/>
                    <a:pt x="2849" y="9788"/>
                  </a:cubicBezTo>
                  <a:cubicBezTo>
                    <a:pt x="2887" y="9779"/>
                    <a:pt x="2971" y="9786"/>
                    <a:pt x="3008" y="9774"/>
                  </a:cubicBezTo>
                  <a:cubicBezTo>
                    <a:pt x="3034" y="9766"/>
                    <a:pt x="3078" y="9735"/>
                    <a:pt x="3098" y="9718"/>
                  </a:cubicBezTo>
                  <a:cubicBezTo>
                    <a:pt x="3125" y="9698"/>
                    <a:pt x="3191" y="9627"/>
                    <a:pt x="3195" y="9625"/>
                  </a:cubicBezTo>
                  <a:cubicBezTo>
                    <a:pt x="3200" y="9622"/>
                    <a:pt x="3287" y="9575"/>
                    <a:pt x="3319" y="9560"/>
                  </a:cubicBezTo>
                  <a:cubicBezTo>
                    <a:pt x="3338" y="9550"/>
                    <a:pt x="3384" y="9538"/>
                    <a:pt x="3398" y="9523"/>
                  </a:cubicBezTo>
                  <a:cubicBezTo>
                    <a:pt x="3413" y="9504"/>
                    <a:pt x="3419" y="9456"/>
                    <a:pt x="3420" y="9433"/>
                  </a:cubicBezTo>
                  <a:cubicBezTo>
                    <a:pt x="3422" y="9410"/>
                    <a:pt x="3421" y="9362"/>
                    <a:pt x="3410" y="9341"/>
                  </a:cubicBezTo>
                  <a:cubicBezTo>
                    <a:pt x="3402" y="9323"/>
                    <a:pt x="3364" y="9299"/>
                    <a:pt x="3354" y="9283"/>
                  </a:cubicBezTo>
                  <a:cubicBezTo>
                    <a:pt x="3342" y="9265"/>
                    <a:pt x="3338" y="9220"/>
                    <a:pt x="3321" y="9206"/>
                  </a:cubicBezTo>
                  <a:cubicBezTo>
                    <a:pt x="3295" y="9183"/>
                    <a:pt x="3208" y="9183"/>
                    <a:pt x="3182" y="9161"/>
                  </a:cubicBezTo>
                  <a:cubicBezTo>
                    <a:pt x="3161" y="9145"/>
                    <a:pt x="3152" y="9094"/>
                    <a:pt x="3136" y="9074"/>
                  </a:cubicBezTo>
                  <a:cubicBezTo>
                    <a:pt x="3121" y="9054"/>
                    <a:pt x="3082" y="9018"/>
                    <a:pt x="3060" y="9004"/>
                  </a:cubicBezTo>
                  <a:cubicBezTo>
                    <a:pt x="3044" y="8993"/>
                    <a:pt x="3003" y="8985"/>
                    <a:pt x="2991" y="8973"/>
                  </a:cubicBezTo>
                  <a:cubicBezTo>
                    <a:pt x="2973" y="8955"/>
                    <a:pt x="2972" y="8906"/>
                    <a:pt x="2958" y="8886"/>
                  </a:cubicBezTo>
                  <a:cubicBezTo>
                    <a:pt x="2945" y="8867"/>
                    <a:pt x="2907" y="8833"/>
                    <a:pt x="2883" y="8822"/>
                  </a:cubicBezTo>
                  <a:cubicBezTo>
                    <a:pt x="2858" y="8810"/>
                    <a:pt x="2794" y="8812"/>
                    <a:pt x="2768" y="8799"/>
                  </a:cubicBezTo>
                  <a:cubicBezTo>
                    <a:pt x="2750" y="8791"/>
                    <a:pt x="2716" y="8765"/>
                    <a:pt x="2710" y="8748"/>
                  </a:cubicBezTo>
                  <a:cubicBezTo>
                    <a:pt x="2700" y="8721"/>
                    <a:pt x="2719" y="8663"/>
                    <a:pt x="2733" y="8638"/>
                  </a:cubicBezTo>
                  <a:cubicBezTo>
                    <a:pt x="2744" y="8616"/>
                    <a:pt x="2796" y="8587"/>
                    <a:pt x="2802" y="8564"/>
                  </a:cubicBezTo>
                  <a:cubicBezTo>
                    <a:pt x="2810" y="8539"/>
                    <a:pt x="2792" y="8485"/>
                    <a:pt x="2780" y="8461"/>
                  </a:cubicBezTo>
                  <a:cubicBezTo>
                    <a:pt x="2760" y="8423"/>
                    <a:pt x="2693" y="8363"/>
                    <a:pt x="2665" y="8329"/>
                  </a:cubicBezTo>
                  <a:cubicBezTo>
                    <a:pt x="2651" y="8313"/>
                    <a:pt x="2610" y="8283"/>
                    <a:pt x="2608" y="8262"/>
                  </a:cubicBezTo>
                  <a:cubicBezTo>
                    <a:pt x="2607" y="8242"/>
                    <a:pt x="2651" y="8213"/>
                    <a:pt x="2652" y="8193"/>
                  </a:cubicBezTo>
                  <a:cubicBezTo>
                    <a:pt x="2653" y="8161"/>
                    <a:pt x="2603" y="8104"/>
                    <a:pt x="2593" y="8072"/>
                  </a:cubicBezTo>
                  <a:cubicBezTo>
                    <a:pt x="2583" y="8038"/>
                    <a:pt x="2582" y="7964"/>
                    <a:pt x="2577" y="7928"/>
                  </a:cubicBezTo>
                  <a:cubicBezTo>
                    <a:pt x="2572" y="7899"/>
                    <a:pt x="2568" y="7837"/>
                    <a:pt x="2554" y="7810"/>
                  </a:cubicBezTo>
                  <a:cubicBezTo>
                    <a:pt x="2538" y="7779"/>
                    <a:pt x="2483" y="7729"/>
                    <a:pt x="2456" y="7705"/>
                  </a:cubicBezTo>
                  <a:cubicBezTo>
                    <a:pt x="2433" y="7685"/>
                    <a:pt x="2374" y="7654"/>
                    <a:pt x="2354" y="7632"/>
                  </a:cubicBezTo>
                  <a:cubicBezTo>
                    <a:pt x="2337" y="7611"/>
                    <a:pt x="2316" y="7562"/>
                    <a:pt x="2309" y="7537"/>
                  </a:cubicBezTo>
                  <a:cubicBezTo>
                    <a:pt x="2300" y="7505"/>
                    <a:pt x="2306" y="7439"/>
                    <a:pt x="2296" y="7407"/>
                  </a:cubicBezTo>
                  <a:cubicBezTo>
                    <a:pt x="2288" y="7382"/>
                    <a:pt x="2264" y="7332"/>
                    <a:pt x="2245" y="7312"/>
                  </a:cubicBezTo>
                  <a:cubicBezTo>
                    <a:pt x="2225" y="7292"/>
                    <a:pt x="2159" y="7273"/>
                    <a:pt x="2142" y="7251"/>
                  </a:cubicBezTo>
                  <a:cubicBezTo>
                    <a:pt x="2128" y="7235"/>
                    <a:pt x="2121" y="7192"/>
                    <a:pt x="2121" y="7171"/>
                  </a:cubicBezTo>
                  <a:cubicBezTo>
                    <a:pt x="2122" y="7130"/>
                    <a:pt x="2154" y="7050"/>
                    <a:pt x="2170" y="7011"/>
                  </a:cubicBezTo>
                  <a:cubicBezTo>
                    <a:pt x="2178" y="6990"/>
                    <a:pt x="2212" y="6952"/>
                    <a:pt x="2209" y="6931"/>
                  </a:cubicBezTo>
                  <a:cubicBezTo>
                    <a:pt x="2207" y="6914"/>
                    <a:pt x="2167" y="6891"/>
                    <a:pt x="2164" y="6874"/>
                  </a:cubicBezTo>
                  <a:cubicBezTo>
                    <a:pt x="2161" y="6857"/>
                    <a:pt x="2187" y="6823"/>
                    <a:pt x="2191" y="6806"/>
                  </a:cubicBezTo>
                  <a:cubicBezTo>
                    <a:pt x="2195" y="6783"/>
                    <a:pt x="2199" y="6736"/>
                    <a:pt x="2191" y="6714"/>
                  </a:cubicBezTo>
                  <a:cubicBezTo>
                    <a:pt x="2191" y="6714"/>
                    <a:pt x="2198" y="6669"/>
                    <a:pt x="2209" y="6650"/>
                  </a:cubicBezTo>
                  <a:cubicBezTo>
                    <a:pt x="2219" y="6634"/>
                    <a:pt x="2237" y="6598"/>
                    <a:pt x="2254" y="6588"/>
                  </a:cubicBezTo>
                  <a:cubicBezTo>
                    <a:pt x="2269" y="6578"/>
                    <a:pt x="2311" y="6581"/>
                    <a:pt x="2325" y="6571"/>
                  </a:cubicBezTo>
                  <a:cubicBezTo>
                    <a:pt x="2338" y="6560"/>
                    <a:pt x="2350" y="6529"/>
                    <a:pt x="2349" y="6514"/>
                  </a:cubicBezTo>
                  <a:cubicBezTo>
                    <a:pt x="2347" y="6498"/>
                    <a:pt x="2326" y="6470"/>
                    <a:pt x="2312" y="6459"/>
                  </a:cubicBezTo>
                  <a:cubicBezTo>
                    <a:pt x="2300" y="6449"/>
                    <a:pt x="2263" y="6447"/>
                    <a:pt x="2253" y="6436"/>
                  </a:cubicBezTo>
                  <a:cubicBezTo>
                    <a:pt x="2243" y="6425"/>
                    <a:pt x="2237" y="6397"/>
                    <a:pt x="2241" y="6384"/>
                  </a:cubicBezTo>
                  <a:cubicBezTo>
                    <a:pt x="2247" y="6368"/>
                    <a:pt x="2278" y="6343"/>
                    <a:pt x="2297" y="6338"/>
                  </a:cubicBezTo>
                  <a:cubicBezTo>
                    <a:pt x="2318" y="6333"/>
                    <a:pt x="2363" y="6354"/>
                    <a:pt x="2386" y="6353"/>
                  </a:cubicBezTo>
                  <a:cubicBezTo>
                    <a:pt x="2413" y="6352"/>
                    <a:pt x="2472" y="6344"/>
                    <a:pt x="2494" y="6329"/>
                  </a:cubicBezTo>
                  <a:cubicBezTo>
                    <a:pt x="2512" y="6317"/>
                    <a:pt x="2530" y="6278"/>
                    <a:pt x="2535" y="6259"/>
                  </a:cubicBezTo>
                  <a:cubicBezTo>
                    <a:pt x="2541" y="6236"/>
                    <a:pt x="2531" y="6188"/>
                    <a:pt x="2534" y="6164"/>
                  </a:cubicBezTo>
                  <a:cubicBezTo>
                    <a:pt x="2536" y="6147"/>
                    <a:pt x="2549" y="6115"/>
                    <a:pt x="2549" y="6098"/>
                  </a:cubicBezTo>
                  <a:cubicBezTo>
                    <a:pt x="2549" y="6073"/>
                    <a:pt x="2526" y="6026"/>
                    <a:pt x="2525" y="6001"/>
                  </a:cubicBezTo>
                  <a:cubicBezTo>
                    <a:pt x="2523" y="5961"/>
                    <a:pt x="2552" y="5882"/>
                    <a:pt x="2548" y="5842"/>
                  </a:cubicBezTo>
                  <a:cubicBezTo>
                    <a:pt x="2545" y="5817"/>
                    <a:pt x="2513" y="5771"/>
                    <a:pt x="2514" y="5747"/>
                  </a:cubicBezTo>
                  <a:cubicBezTo>
                    <a:pt x="2514" y="5715"/>
                    <a:pt x="2558" y="5658"/>
                    <a:pt x="2560" y="5627"/>
                  </a:cubicBezTo>
                  <a:cubicBezTo>
                    <a:pt x="2564" y="5584"/>
                    <a:pt x="2537" y="5500"/>
                    <a:pt x="2525" y="5458"/>
                  </a:cubicBezTo>
                  <a:cubicBezTo>
                    <a:pt x="2515" y="5422"/>
                    <a:pt x="2492" y="5350"/>
                    <a:pt x="2474" y="5316"/>
                  </a:cubicBezTo>
                  <a:cubicBezTo>
                    <a:pt x="2457" y="5283"/>
                    <a:pt x="2398" y="5229"/>
                    <a:pt x="2384" y="5195"/>
                  </a:cubicBezTo>
                  <a:cubicBezTo>
                    <a:pt x="2370" y="5161"/>
                    <a:pt x="2363" y="5088"/>
                    <a:pt x="2366" y="5052"/>
                  </a:cubicBezTo>
                  <a:cubicBezTo>
                    <a:pt x="2368" y="5019"/>
                    <a:pt x="2383" y="4950"/>
                    <a:pt x="2404" y="4922"/>
                  </a:cubicBezTo>
                  <a:cubicBezTo>
                    <a:pt x="2415" y="4908"/>
                    <a:pt x="2457" y="4895"/>
                    <a:pt x="2466" y="4880"/>
                  </a:cubicBezTo>
                  <a:cubicBezTo>
                    <a:pt x="2487" y="4846"/>
                    <a:pt x="2468" y="4763"/>
                    <a:pt x="2480" y="4726"/>
                  </a:cubicBezTo>
                  <a:cubicBezTo>
                    <a:pt x="2488" y="4702"/>
                    <a:pt x="2529" y="4661"/>
                    <a:pt x="2534" y="4637"/>
                  </a:cubicBezTo>
                  <a:cubicBezTo>
                    <a:pt x="2538" y="4610"/>
                    <a:pt x="2525" y="4555"/>
                    <a:pt x="2511" y="4531"/>
                  </a:cubicBezTo>
                  <a:cubicBezTo>
                    <a:pt x="2496" y="4506"/>
                    <a:pt x="2427" y="4474"/>
                    <a:pt x="2423" y="4446"/>
                  </a:cubicBezTo>
                  <a:cubicBezTo>
                    <a:pt x="2422" y="4429"/>
                    <a:pt x="2455" y="4403"/>
                    <a:pt x="2463" y="4388"/>
                  </a:cubicBezTo>
                  <a:cubicBezTo>
                    <a:pt x="2471" y="4372"/>
                    <a:pt x="2489" y="4337"/>
                    <a:pt x="2486" y="4319"/>
                  </a:cubicBezTo>
                  <a:cubicBezTo>
                    <a:pt x="2482" y="4301"/>
                    <a:pt x="2441" y="4276"/>
                    <a:pt x="2435" y="4258"/>
                  </a:cubicBezTo>
                  <a:cubicBezTo>
                    <a:pt x="2428" y="4238"/>
                    <a:pt x="2429" y="4196"/>
                    <a:pt x="2436" y="4176"/>
                  </a:cubicBezTo>
                  <a:cubicBezTo>
                    <a:pt x="2444" y="4155"/>
                    <a:pt x="2488" y="4124"/>
                    <a:pt x="2494" y="4102"/>
                  </a:cubicBezTo>
                  <a:cubicBezTo>
                    <a:pt x="2502" y="4076"/>
                    <a:pt x="2482" y="4021"/>
                    <a:pt x="2483" y="3993"/>
                  </a:cubicBezTo>
                  <a:cubicBezTo>
                    <a:pt x="2484" y="3962"/>
                    <a:pt x="2497" y="3902"/>
                    <a:pt x="2503" y="3872"/>
                  </a:cubicBezTo>
                  <a:cubicBezTo>
                    <a:pt x="2509" y="3839"/>
                    <a:pt x="2510" y="3769"/>
                    <a:pt x="2531" y="3740"/>
                  </a:cubicBezTo>
                  <a:cubicBezTo>
                    <a:pt x="2540" y="3727"/>
                    <a:pt x="2577" y="3716"/>
                    <a:pt x="2587" y="3703"/>
                  </a:cubicBezTo>
                  <a:cubicBezTo>
                    <a:pt x="2600" y="3689"/>
                    <a:pt x="2621" y="3652"/>
                    <a:pt x="2617" y="3633"/>
                  </a:cubicBezTo>
                  <a:cubicBezTo>
                    <a:pt x="2611" y="3607"/>
                    <a:pt x="2546" y="3577"/>
                    <a:pt x="2535" y="3551"/>
                  </a:cubicBezTo>
                  <a:cubicBezTo>
                    <a:pt x="2525" y="3529"/>
                    <a:pt x="2544" y="3476"/>
                    <a:pt x="2534" y="3453"/>
                  </a:cubicBezTo>
                  <a:cubicBezTo>
                    <a:pt x="2527" y="3438"/>
                    <a:pt x="2487" y="3419"/>
                    <a:pt x="2483" y="3403"/>
                  </a:cubicBezTo>
                  <a:cubicBezTo>
                    <a:pt x="2478" y="3384"/>
                    <a:pt x="2511" y="3349"/>
                    <a:pt x="2508" y="3330"/>
                  </a:cubicBezTo>
                  <a:cubicBezTo>
                    <a:pt x="2505" y="3311"/>
                    <a:pt x="2460" y="3285"/>
                    <a:pt x="2459" y="3265"/>
                  </a:cubicBezTo>
                  <a:cubicBezTo>
                    <a:pt x="2456" y="3232"/>
                    <a:pt x="2509" y="3176"/>
                    <a:pt x="2524" y="3145"/>
                  </a:cubicBezTo>
                  <a:cubicBezTo>
                    <a:pt x="2532" y="3127"/>
                    <a:pt x="2552" y="3091"/>
                    <a:pt x="2552" y="3071"/>
                  </a:cubicBezTo>
                  <a:cubicBezTo>
                    <a:pt x="2552" y="3044"/>
                    <a:pt x="2514" y="2992"/>
                    <a:pt x="2514" y="2965"/>
                  </a:cubicBezTo>
                  <a:cubicBezTo>
                    <a:pt x="2513" y="2935"/>
                    <a:pt x="2529" y="2873"/>
                    <a:pt x="2552" y="2851"/>
                  </a:cubicBezTo>
                  <a:cubicBezTo>
                    <a:pt x="2566" y="2839"/>
                    <a:pt x="2607" y="2830"/>
                    <a:pt x="2627" y="2828"/>
                  </a:cubicBezTo>
                  <a:cubicBezTo>
                    <a:pt x="2658" y="2826"/>
                    <a:pt x="2718" y="2846"/>
                    <a:pt x="2750" y="2844"/>
                  </a:cubicBezTo>
                  <a:cubicBezTo>
                    <a:pt x="2771" y="2843"/>
                    <a:pt x="2813" y="2831"/>
                    <a:pt x="2833" y="2822"/>
                  </a:cubicBezTo>
                  <a:cubicBezTo>
                    <a:pt x="2857" y="2812"/>
                    <a:pt x="2895" y="2768"/>
                    <a:pt x="2922" y="2768"/>
                  </a:cubicBezTo>
                  <a:cubicBezTo>
                    <a:pt x="2944" y="2769"/>
                    <a:pt x="2970" y="2818"/>
                    <a:pt x="2992" y="2817"/>
                  </a:cubicBezTo>
                  <a:cubicBezTo>
                    <a:pt x="3019" y="2814"/>
                    <a:pt x="3039" y="2757"/>
                    <a:pt x="3063" y="2747"/>
                  </a:cubicBezTo>
                  <a:cubicBezTo>
                    <a:pt x="3090" y="2736"/>
                    <a:pt x="3154" y="2735"/>
                    <a:pt x="3183" y="2742"/>
                  </a:cubicBezTo>
                  <a:cubicBezTo>
                    <a:pt x="3209" y="2748"/>
                    <a:pt x="3249" y="2784"/>
                    <a:pt x="3275" y="2791"/>
                  </a:cubicBezTo>
                  <a:cubicBezTo>
                    <a:pt x="3292" y="2796"/>
                    <a:pt x="3333" y="2787"/>
                    <a:pt x="3348" y="2796"/>
                  </a:cubicBezTo>
                  <a:cubicBezTo>
                    <a:pt x="3363" y="2805"/>
                    <a:pt x="3362" y="2848"/>
                    <a:pt x="3379" y="2855"/>
                  </a:cubicBezTo>
                  <a:cubicBezTo>
                    <a:pt x="3402" y="2865"/>
                    <a:pt x="3454" y="2831"/>
                    <a:pt x="3478" y="2838"/>
                  </a:cubicBezTo>
                  <a:cubicBezTo>
                    <a:pt x="3496" y="2844"/>
                    <a:pt x="3510" y="2883"/>
                    <a:pt x="3529" y="2889"/>
                  </a:cubicBezTo>
                  <a:cubicBezTo>
                    <a:pt x="3546" y="2894"/>
                    <a:pt x="3584" y="2887"/>
                    <a:pt x="3599" y="2880"/>
                  </a:cubicBezTo>
                  <a:cubicBezTo>
                    <a:pt x="3620" y="2871"/>
                    <a:pt x="3642" y="2831"/>
                    <a:pt x="3663" y="2825"/>
                  </a:cubicBezTo>
                  <a:cubicBezTo>
                    <a:pt x="3685" y="2819"/>
                    <a:pt x="3735" y="2826"/>
                    <a:pt x="3755" y="2836"/>
                  </a:cubicBezTo>
                  <a:cubicBezTo>
                    <a:pt x="3785" y="2851"/>
                    <a:pt x="3822" y="2906"/>
                    <a:pt x="3839" y="2932"/>
                  </a:cubicBezTo>
                  <a:cubicBezTo>
                    <a:pt x="3853" y="2953"/>
                    <a:pt x="3872" y="3000"/>
                    <a:pt x="3885" y="3021"/>
                  </a:cubicBezTo>
                  <a:cubicBezTo>
                    <a:pt x="3895" y="3039"/>
                    <a:pt x="3927" y="3070"/>
                    <a:pt x="3933" y="3090"/>
                  </a:cubicBezTo>
                  <a:cubicBezTo>
                    <a:pt x="3938" y="3110"/>
                    <a:pt x="3919" y="3151"/>
                    <a:pt x="3923" y="3171"/>
                  </a:cubicBezTo>
                  <a:cubicBezTo>
                    <a:pt x="3925" y="3184"/>
                    <a:pt x="3937" y="3208"/>
                    <a:pt x="3948" y="3217"/>
                  </a:cubicBezTo>
                  <a:cubicBezTo>
                    <a:pt x="3968" y="3233"/>
                    <a:pt x="4029" y="3238"/>
                    <a:pt x="4049" y="3253"/>
                  </a:cubicBezTo>
                  <a:cubicBezTo>
                    <a:pt x="4076" y="3272"/>
                    <a:pt x="4095" y="3334"/>
                    <a:pt x="4122" y="3353"/>
                  </a:cubicBezTo>
                  <a:cubicBezTo>
                    <a:pt x="4141" y="3367"/>
                    <a:pt x="4192" y="3384"/>
                    <a:pt x="4218" y="3384"/>
                  </a:cubicBezTo>
                  <a:cubicBezTo>
                    <a:pt x="4252" y="3384"/>
                    <a:pt x="4310" y="3346"/>
                    <a:pt x="4343" y="3341"/>
                  </a:cubicBezTo>
                  <a:cubicBezTo>
                    <a:pt x="4372" y="3337"/>
                    <a:pt x="4435" y="3360"/>
                    <a:pt x="4461" y="3347"/>
                  </a:cubicBezTo>
                  <a:cubicBezTo>
                    <a:pt x="4491" y="3332"/>
                    <a:pt x="4505" y="3264"/>
                    <a:pt x="4524" y="3239"/>
                  </a:cubicBezTo>
                  <a:cubicBezTo>
                    <a:pt x="4538" y="3220"/>
                    <a:pt x="4581" y="3190"/>
                    <a:pt x="4590" y="3169"/>
                  </a:cubicBezTo>
                  <a:cubicBezTo>
                    <a:pt x="4598" y="3151"/>
                    <a:pt x="4581" y="3108"/>
                    <a:pt x="4593" y="3092"/>
                  </a:cubicBezTo>
                  <a:cubicBezTo>
                    <a:pt x="4606" y="3073"/>
                    <a:pt x="4665" y="3064"/>
                    <a:pt x="4684" y="3049"/>
                  </a:cubicBezTo>
                  <a:cubicBezTo>
                    <a:pt x="4700" y="3036"/>
                    <a:pt x="4718" y="3000"/>
                    <a:pt x="4728" y="2984"/>
                  </a:cubicBezTo>
                  <a:cubicBezTo>
                    <a:pt x="4741" y="2964"/>
                    <a:pt x="4759" y="2921"/>
                    <a:pt x="4777" y="2904"/>
                  </a:cubicBezTo>
                  <a:cubicBezTo>
                    <a:pt x="4796" y="2886"/>
                    <a:pt x="4855" y="2868"/>
                    <a:pt x="4873" y="2849"/>
                  </a:cubicBezTo>
                  <a:cubicBezTo>
                    <a:pt x="4886" y="2834"/>
                    <a:pt x="4904" y="2779"/>
                    <a:pt x="4904" y="2779"/>
                  </a:cubicBezTo>
                  <a:lnTo>
                    <a:pt x="5368" y="0"/>
                  </a:lnTo>
                  <a:lnTo>
                    <a:pt x="8957" y="436"/>
                  </a:lnTo>
                  <a:lnTo>
                    <a:pt x="12630" y="834"/>
                  </a:lnTo>
                  <a:lnTo>
                    <a:pt x="16741" y="1251"/>
                  </a:lnTo>
                  <a:lnTo>
                    <a:pt x="20934" y="1655"/>
                  </a:lnTo>
                  <a:cubicBezTo>
                    <a:pt x="20934" y="1655"/>
                    <a:pt x="21600" y="1705"/>
                    <a:pt x="21600" y="170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95" name="Shape 4777"/>
            <p:cNvSpPr/>
            <p:nvPr/>
          </p:nvSpPr>
          <p:spPr>
            <a:xfrm>
              <a:off x="1541786" y="3405737"/>
              <a:ext cx="1359120" cy="1594440"/>
            </a:xfrm>
            <a:custGeom>
              <a:avLst/>
              <a:gdLst/>
              <a:ahLst/>
              <a:cxnLst>
                <a:cxn ang="0">
                  <a:pos x="wd2" y="hd2"/>
                </a:cxn>
                <a:cxn ang="5400000">
                  <a:pos x="wd2" y="hd2"/>
                </a:cxn>
                <a:cxn ang="10800000">
                  <a:pos x="wd2" y="hd2"/>
                </a:cxn>
                <a:cxn ang="16200000">
                  <a:pos x="wd2" y="hd2"/>
                </a:cxn>
              </a:cxnLst>
              <a:rect l="0" t="0" r="r" b="b"/>
              <a:pathLst>
                <a:path w="21600" h="21600" extrusionOk="0">
                  <a:moveTo>
                    <a:pt x="21600" y="1705"/>
                  </a:moveTo>
                  <a:lnTo>
                    <a:pt x="21206" y="5191"/>
                  </a:lnTo>
                  <a:lnTo>
                    <a:pt x="20287" y="13438"/>
                  </a:lnTo>
                  <a:lnTo>
                    <a:pt x="19337" y="21600"/>
                  </a:lnTo>
                  <a:lnTo>
                    <a:pt x="14407" y="21158"/>
                  </a:lnTo>
                  <a:lnTo>
                    <a:pt x="12830" y="21004"/>
                  </a:lnTo>
                  <a:lnTo>
                    <a:pt x="12253" y="20961"/>
                  </a:lnTo>
                  <a:lnTo>
                    <a:pt x="4827" y="17645"/>
                  </a:lnTo>
                  <a:lnTo>
                    <a:pt x="0" y="15394"/>
                  </a:lnTo>
                  <a:cubicBezTo>
                    <a:pt x="0" y="15394"/>
                    <a:pt x="27" y="15303"/>
                    <a:pt x="42" y="15274"/>
                  </a:cubicBezTo>
                  <a:cubicBezTo>
                    <a:pt x="50" y="15259"/>
                    <a:pt x="79" y="15233"/>
                    <a:pt x="84" y="15216"/>
                  </a:cubicBezTo>
                  <a:cubicBezTo>
                    <a:pt x="91" y="15197"/>
                    <a:pt x="81" y="15154"/>
                    <a:pt x="87" y="15135"/>
                  </a:cubicBezTo>
                  <a:cubicBezTo>
                    <a:pt x="94" y="15116"/>
                    <a:pt x="135" y="15087"/>
                    <a:pt x="135" y="15067"/>
                  </a:cubicBezTo>
                  <a:cubicBezTo>
                    <a:pt x="136" y="15047"/>
                    <a:pt x="90" y="15017"/>
                    <a:pt x="90" y="14997"/>
                  </a:cubicBezTo>
                  <a:cubicBezTo>
                    <a:pt x="91" y="14981"/>
                    <a:pt x="115" y="14952"/>
                    <a:pt x="130" y="14942"/>
                  </a:cubicBezTo>
                  <a:cubicBezTo>
                    <a:pt x="145" y="14931"/>
                    <a:pt x="188" y="14927"/>
                    <a:pt x="206" y="14918"/>
                  </a:cubicBezTo>
                  <a:cubicBezTo>
                    <a:pt x="244" y="14900"/>
                    <a:pt x="311" y="14853"/>
                    <a:pt x="342" y="14827"/>
                  </a:cubicBezTo>
                  <a:cubicBezTo>
                    <a:pt x="367" y="14804"/>
                    <a:pt x="409" y="14754"/>
                    <a:pt x="429" y="14728"/>
                  </a:cubicBezTo>
                  <a:cubicBezTo>
                    <a:pt x="444" y="14708"/>
                    <a:pt x="480" y="14645"/>
                    <a:pt x="480" y="14645"/>
                  </a:cubicBezTo>
                  <a:cubicBezTo>
                    <a:pt x="492" y="14626"/>
                    <a:pt x="487" y="14610"/>
                    <a:pt x="500" y="14598"/>
                  </a:cubicBezTo>
                  <a:cubicBezTo>
                    <a:pt x="512" y="14586"/>
                    <a:pt x="542" y="14579"/>
                    <a:pt x="560" y="14578"/>
                  </a:cubicBezTo>
                  <a:cubicBezTo>
                    <a:pt x="579" y="14576"/>
                    <a:pt x="615" y="14588"/>
                    <a:pt x="631" y="14596"/>
                  </a:cubicBezTo>
                  <a:cubicBezTo>
                    <a:pt x="652" y="14606"/>
                    <a:pt x="682" y="14643"/>
                    <a:pt x="704" y="14652"/>
                  </a:cubicBezTo>
                  <a:cubicBezTo>
                    <a:pt x="721" y="14659"/>
                    <a:pt x="759" y="14660"/>
                    <a:pt x="778" y="14662"/>
                  </a:cubicBezTo>
                  <a:cubicBezTo>
                    <a:pt x="812" y="14665"/>
                    <a:pt x="882" y="14674"/>
                    <a:pt x="914" y="14666"/>
                  </a:cubicBezTo>
                  <a:cubicBezTo>
                    <a:pt x="938" y="14661"/>
                    <a:pt x="973" y="14626"/>
                    <a:pt x="996" y="14620"/>
                  </a:cubicBezTo>
                  <a:cubicBezTo>
                    <a:pt x="1021" y="14613"/>
                    <a:pt x="1075" y="14626"/>
                    <a:pt x="1098" y="14618"/>
                  </a:cubicBezTo>
                  <a:cubicBezTo>
                    <a:pt x="1119" y="14612"/>
                    <a:pt x="1155" y="14585"/>
                    <a:pt x="1164" y="14568"/>
                  </a:cubicBezTo>
                  <a:cubicBezTo>
                    <a:pt x="1179" y="14543"/>
                    <a:pt x="1154" y="14480"/>
                    <a:pt x="1171" y="14456"/>
                  </a:cubicBezTo>
                  <a:cubicBezTo>
                    <a:pt x="1188" y="14433"/>
                    <a:pt x="1252" y="14418"/>
                    <a:pt x="1279" y="14404"/>
                  </a:cubicBezTo>
                  <a:cubicBezTo>
                    <a:pt x="1314" y="14386"/>
                    <a:pt x="1392" y="14355"/>
                    <a:pt x="1417" y="14327"/>
                  </a:cubicBezTo>
                  <a:cubicBezTo>
                    <a:pt x="1442" y="14299"/>
                    <a:pt x="1462" y="14225"/>
                    <a:pt x="1466" y="14189"/>
                  </a:cubicBezTo>
                  <a:cubicBezTo>
                    <a:pt x="1469" y="14168"/>
                    <a:pt x="1464" y="14124"/>
                    <a:pt x="1457" y="14103"/>
                  </a:cubicBezTo>
                  <a:cubicBezTo>
                    <a:pt x="1447" y="14077"/>
                    <a:pt x="1389" y="14034"/>
                    <a:pt x="1394" y="14007"/>
                  </a:cubicBezTo>
                  <a:cubicBezTo>
                    <a:pt x="1400" y="13982"/>
                    <a:pt x="1483" y="13965"/>
                    <a:pt x="1485" y="13940"/>
                  </a:cubicBezTo>
                  <a:cubicBezTo>
                    <a:pt x="1486" y="13917"/>
                    <a:pt x="1419" y="13894"/>
                    <a:pt x="1410" y="13872"/>
                  </a:cubicBezTo>
                  <a:cubicBezTo>
                    <a:pt x="1401" y="13849"/>
                    <a:pt x="1424" y="13801"/>
                    <a:pt x="1422" y="13777"/>
                  </a:cubicBezTo>
                  <a:cubicBezTo>
                    <a:pt x="1418" y="13750"/>
                    <a:pt x="1405" y="13693"/>
                    <a:pt x="1384" y="13671"/>
                  </a:cubicBezTo>
                  <a:cubicBezTo>
                    <a:pt x="1363" y="13649"/>
                    <a:pt x="1298" y="13628"/>
                    <a:pt x="1266" y="13619"/>
                  </a:cubicBezTo>
                  <a:cubicBezTo>
                    <a:pt x="1245" y="13612"/>
                    <a:pt x="1199" y="13601"/>
                    <a:pt x="1177" y="13605"/>
                  </a:cubicBezTo>
                  <a:cubicBezTo>
                    <a:pt x="1155" y="13609"/>
                    <a:pt x="1123" y="13642"/>
                    <a:pt x="1101" y="13645"/>
                  </a:cubicBezTo>
                  <a:cubicBezTo>
                    <a:pt x="1079" y="13648"/>
                    <a:pt x="1035" y="13636"/>
                    <a:pt x="1017" y="13626"/>
                  </a:cubicBezTo>
                  <a:cubicBezTo>
                    <a:pt x="999" y="13615"/>
                    <a:pt x="986" y="13568"/>
                    <a:pt x="964" y="13564"/>
                  </a:cubicBezTo>
                  <a:cubicBezTo>
                    <a:pt x="944" y="13561"/>
                    <a:pt x="916" y="13604"/>
                    <a:pt x="896" y="13603"/>
                  </a:cubicBezTo>
                  <a:cubicBezTo>
                    <a:pt x="879" y="13602"/>
                    <a:pt x="853" y="13576"/>
                    <a:pt x="844" y="13563"/>
                  </a:cubicBezTo>
                  <a:cubicBezTo>
                    <a:pt x="826" y="13540"/>
                    <a:pt x="817" y="13484"/>
                    <a:pt x="803" y="13460"/>
                  </a:cubicBezTo>
                  <a:cubicBezTo>
                    <a:pt x="789" y="13436"/>
                    <a:pt x="735" y="13398"/>
                    <a:pt x="731" y="13372"/>
                  </a:cubicBezTo>
                  <a:cubicBezTo>
                    <a:pt x="728" y="13351"/>
                    <a:pt x="752" y="13312"/>
                    <a:pt x="762" y="13293"/>
                  </a:cubicBezTo>
                  <a:cubicBezTo>
                    <a:pt x="780" y="13263"/>
                    <a:pt x="831" y="13209"/>
                    <a:pt x="850" y="13178"/>
                  </a:cubicBezTo>
                  <a:cubicBezTo>
                    <a:pt x="871" y="13144"/>
                    <a:pt x="916" y="13074"/>
                    <a:pt x="921" y="13035"/>
                  </a:cubicBezTo>
                  <a:cubicBezTo>
                    <a:pt x="926" y="13009"/>
                    <a:pt x="899" y="12956"/>
                    <a:pt x="903" y="12930"/>
                  </a:cubicBezTo>
                  <a:cubicBezTo>
                    <a:pt x="907" y="12908"/>
                    <a:pt x="936" y="12869"/>
                    <a:pt x="944" y="12847"/>
                  </a:cubicBezTo>
                  <a:cubicBezTo>
                    <a:pt x="952" y="12827"/>
                    <a:pt x="968" y="12787"/>
                    <a:pt x="965" y="12766"/>
                  </a:cubicBezTo>
                  <a:cubicBezTo>
                    <a:pt x="963" y="12750"/>
                    <a:pt x="950" y="12717"/>
                    <a:pt x="936" y="12706"/>
                  </a:cubicBezTo>
                  <a:cubicBezTo>
                    <a:pt x="921" y="12695"/>
                    <a:pt x="875" y="12697"/>
                    <a:pt x="858" y="12688"/>
                  </a:cubicBezTo>
                  <a:cubicBezTo>
                    <a:pt x="840" y="12679"/>
                    <a:pt x="804" y="12652"/>
                    <a:pt x="804" y="12634"/>
                  </a:cubicBezTo>
                  <a:cubicBezTo>
                    <a:pt x="804" y="12608"/>
                    <a:pt x="865" y="12574"/>
                    <a:pt x="885" y="12553"/>
                  </a:cubicBezTo>
                  <a:cubicBezTo>
                    <a:pt x="905" y="12533"/>
                    <a:pt x="959" y="12497"/>
                    <a:pt x="965" y="12470"/>
                  </a:cubicBezTo>
                  <a:cubicBezTo>
                    <a:pt x="971" y="12447"/>
                    <a:pt x="946" y="12400"/>
                    <a:pt x="934" y="12378"/>
                  </a:cubicBezTo>
                  <a:cubicBezTo>
                    <a:pt x="922" y="12356"/>
                    <a:pt x="866" y="12320"/>
                    <a:pt x="872" y="12296"/>
                  </a:cubicBezTo>
                  <a:cubicBezTo>
                    <a:pt x="877" y="12279"/>
                    <a:pt x="926" y="12266"/>
                    <a:pt x="945" y="12260"/>
                  </a:cubicBezTo>
                  <a:cubicBezTo>
                    <a:pt x="976" y="12251"/>
                    <a:pt x="1043" y="12239"/>
                    <a:pt x="1076" y="12244"/>
                  </a:cubicBezTo>
                  <a:cubicBezTo>
                    <a:pt x="1088" y="12247"/>
                    <a:pt x="1107" y="12268"/>
                    <a:pt x="1121" y="12268"/>
                  </a:cubicBezTo>
                  <a:cubicBezTo>
                    <a:pt x="1146" y="12269"/>
                    <a:pt x="1193" y="12242"/>
                    <a:pt x="1211" y="12227"/>
                  </a:cubicBezTo>
                  <a:cubicBezTo>
                    <a:pt x="1233" y="12209"/>
                    <a:pt x="1256" y="12157"/>
                    <a:pt x="1273" y="12135"/>
                  </a:cubicBezTo>
                  <a:cubicBezTo>
                    <a:pt x="1297" y="12105"/>
                    <a:pt x="1345" y="12043"/>
                    <a:pt x="1379" y="12021"/>
                  </a:cubicBezTo>
                  <a:cubicBezTo>
                    <a:pt x="1400" y="12006"/>
                    <a:pt x="1456" y="11996"/>
                    <a:pt x="1476" y="11980"/>
                  </a:cubicBezTo>
                  <a:cubicBezTo>
                    <a:pt x="1503" y="11961"/>
                    <a:pt x="1527" y="11902"/>
                    <a:pt x="1553" y="11882"/>
                  </a:cubicBezTo>
                  <a:cubicBezTo>
                    <a:pt x="1560" y="11876"/>
                    <a:pt x="1580" y="11869"/>
                    <a:pt x="1589" y="11865"/>
                  </a:cubicBezTo>
                  <a:cubicBezTo>
                    <a:pt x="1611" y="11856"/>
                    <a:pt x="1669" y="11849"/>
                    <a:pt x="1677" y="11829"/>
                  </a:cubicBezTo>
                  <a:cubicBezTo>
                    <a:pt x="1688" y="11800"/>
                    <a:pt x="1609" y="11752"/>
                    <a:pt x="1610" y="11722"/>
                  </a:cubicBezTo>
                  <a:cubicBezTo>
                    <a:pt x="1612" y="11696"/>
                    <a:pt x="1664" y="11657"/>
                    <a:pt x="1677" y="11633"/>
                  </a:cubicBezTo>
                  <a:cubicBezTo>
                    <a:pt x="1689" y="11610"/>
                    <a:pt x="1705" y="11562"/>
                    <a:pt x="1711" y="11538"/>
                  </a:cubicBezTo>
                  <a:cubicBezTo>
                    <a:pt x="1719" y="11502"/>
                    <a:pt x="1700" y="11420"/>
                    <a:pt x="1728" y="11391"/>
                  </a:cubicBezTo>
                  <a:cubicBezTo>
                    <a:pt x="1741" y="11377"/>
                    <a:pt x="1791" y="11378"/>
                    <a:pt x="1809" y="11368"/>
                  </a:cubicBezTo>
                  <a:cubicBezTo>
                    <a:pt x="1826" y="11360"/>
                    <a:pt x="1861" y="11337"/>
                    <a:pt x="1866" y="11321"/>
                  </a:cubicBezTo>
                  <a:cubicBezTo>
                    <a:pt x="1874" y="11294"/>
                    <a:pt x="1831" y="11241"/>
                    <a:pt x="1829" y="11213"/>
                  </a:cubicBezTo>
                  <a:cubicBezTo>
                    <a:pt x="1828" y="11187"/>
                    <a:pt x="1851" y="11137"/>
                    <a:pt x="1849" y="11111"/>
                  </a:cubicBezTo>
                  <a:cubicBezTo>
                    <a:pt x="1847" y="11086"/>
                    <a:pt x="1819" y="11040"/>
                    <a:pt x="1814" y="11016"/>
                  </a:cubicBezTo>
                  <a:cubicBezTo>
                    <a:pt x="1808" y="10988"/>
                    <a:pt x="1805" y="10932"/>
                    <a:pt x="1809" y="10904"/>
                  </a:cubicBezTo>
                  <a:cubicBezTo>
                    <a:pt x="1814" y="10873"/>
                    <a:pt x="1830" y="10810"/>
                    <a:pt x="1853" y="10786"/>
                  </a:cubicBezTo>
                  <a:cubicBezTo>
                    <a:pt x="1864" y="10774"/>
                    <a:pt x="1908" y="10772"/>
                    <a:pt x="1915" y="10758"/>
                  </a:cubicBezTo>
                  <a:cubicBezTo>
                    <a:pt x="1929" y="10735"/>
                    <a:pt x="1893" y="10683"/>
                    <a:pt x="1894" y="10657"/>
                  </a:cubicBezTo>
                  <a:cubicBezTo>
                    <a:pt x="1895" y="10640"/>
                    <a:pt x="1920" y="10607"/>
                    <a:pt x="1915" y="10590"/>
                  </a:cubicBezTo>
                  <a:cubicBezTo>
                    <a:pt x="1911" y="10576"/>
                    <a:pt x="1874" y="10561"/>
                    <a:pt x="1869" y="10548"/>
                  </a:cubicBezTo>
                  <a:cubicBezTo>
                    <a:pt x="1862" y="10531"/>
                    <a:pt x="1863" y="10492"/>
                    <a:pt x="1874" y="10478"/>
                  </a:cubicBezTo>
                  <a:cubicBezTo>
                    <a:pt x="1885" y="10465"/>
                    <a:pt x="1925" y="10457"/>
                    <a:pt x="1942" y="10452"/>
                  </a:cubicBezTo>
                  <a:cubicBezTo>
                    <a:pt x="1959" y="10445"/>
                    <a:pt x="1995" y="10438"/>
                    <a:pt x="2011" y="10431"/>
                  </a:cubicBezTo>
                  <a:cubicBezTo>
                    <a:pt x="2047" y="10416"/>
                    <a:pt x="2113" y="10376"/>
                    <a:pt x="2140" y="10352"/>
                  </a:cubicBezTo>
                  <a:cubicBezTo>
                    <a:pt x="2162" y="10330"/>
                    <a:pt x="2186" y="10274"/>
                    <a:pt x="2208" y="10252"/>
                  </a:cubicBezTo>
                  <a:cubicBezTo>
                    <a:pt x="2219" y="10239"/>
                    <a:pt x="2257" y="10225"/>
                    <a:pt x="2264" y="10211"/>
                  </a:cubicBezTo>
                  <a:cubicBezTo>
                    <a:pt x="2275" y="10188"/>
                    <a:pt x="2251" y="10136"/>
                    <a:pt x="2255" y="10112"/>
                  </a:cubicBezTo>
                  <a:cubicBezTo>
                    <a:pt x="2262" y="10082"/>
                    <a:pt x="2290" y="10024"/>
                    <a:pt x="2315" y="10001"/>
                  </a:cubicBezTo>
                  <a:cubicBezTo>
                    <a:pt x="2341" y="9977"/>
                    <a:pt x="2413" y="9949"/>
                    <a:pt x="2450" y="9940"/>
                  </a:cubicBezTo>
                  <a:cubicBezTo>
                    <a:pt x="2482" y="9932"/>
                    <a:pt x="2550" y="9941"/>
                    <a:pt x="2581" y="9934"/>
                  </a:cubicBezTo>
                  <a:cubicBezTo>
                    <a:pt x="2613" y="9927"/>
                    <a:pt x="2670" y="9902"/>
                    <a:pt x="2696" y="9886"/>
                  </a:cubicBezTo>
                  <a:cubicBezTo>
                    <a:pt x="2720" y="9871"/>
                    <a:pt x="2756" y="9829"/>
                    <a:pt x="2781" y="9815"/>
                  </a:cubicBezTo>
                  <a:cubicBezTo>
                    <a:pt x="2796" y="9806"/>
                    <a:pt x="2830" y="9793"/>
                    <a:pt x="2849" y="9788"/>
                  </a:cubicBezTo>
                  <a:cubicBezTo>
                    <a:pt x="2887" y="9779"/>
                    <a:pt x="2971" y="9786"/>
                    <a:pt x="3008" y="9774"/>
                  </a:cubicBezTo>
                  <a:cubicBezTo>
                    <a:pt x="3034" y="9766"/>
                    <a:pt x="3078" y="9735"/>
                    <a:pt x="3098" y="9718"/>
                  </a:cubicBezTo>
                  <a:cubicBezTo>
                    <a:pt x="3125" y="9698"/>
                    <a:pt x="3191" y="9627"/>
                    <a:pt x="3195" y="9625"/>
                  </a:cubicBezTo>
                  <a:cubicBezTo>
                    <a:pt x="3200" y="9622"/>
                    <a:pt x="3287" y="9575"/>
                    <a:pt x="3319" y="9560"/>
                  </a:cubicBezTo>
                  <a:cubicBezTo>
                    <a:pt x="3338" y="9550"/>
                    <a:pt x="3384" y="9538"/>
                    <a:pt x="3398" y="9523"/>
                  </a:cubicBezTo>
                  <a:cubicBezTo>
                    <a:pt x="3413" y="9504"/>
                    <a:pt x="3419" y="9456"/>
                    <a:pt x="3420" y="9433"/>
                  </a:cubicBezTo>
                  <a:cubicBezTo>
                    <a:pt x="3422" y="9410"/>
                    <a:pt x="3421" y="9362"/>
                    <a:pt x="3410" y="9341"/>
                  </a:cubicBezTo>
                  <a:cubicBezTo>
                    <a:pt x="3402" y="9323"/>
                    <a:pt x="3364" y="9299"/>
                    <a:pt x="3354" y="9283"/>
                  </a:cubicBezTo>
                  <a:cubicBezTo>
                    <a:pt x="3342" y="9265"/>
                    <a:pt x="3338" y="9220"/>
                    <a:pt x="3321" y="9206"/>
                  </a:cubicBezTo>
                  <a:cubicBezTo>
                    <a:pt x="3295" y="9183"/>
                    <a:pt x="3208" y="9183"/>
                    <a:pt x="3182" y="9161"/>
                  </a:cubicBezTo>
                  <a:cubicBezTo>
                    <a:pt x="3161" y="9145"/>
                    <a:pt x="3152" y="9094"/>
                    <a:pt x="3136" y="9074"/>
                  </a:cubicBezTo>
                  <a:cubicBezTo>
                    <a:pt x="3121" y="9054"/>
                    <a:pt x="3082" y="9018"/>
                    <a:pt x="3060" y="9004"/>
                  </a:cubicBezTo>
                  <a:cubicBezTo>
                    <a:pt x="3044" y="8993"/>
                    <a:pt x="3003" y="8985"/>
                    <a:pt x="2991" y="8973"/>
                  </a:cubicBezTo>
                  <a:cubicBezTo>
                    <a:pt x="2973" y="8955"/>
                    <a:pt x="2972" y="8906"/>
                    <a:pt x="2958" y="8886"/>
                  </a:cubicBezTo>
                  <a:cubicBezTo>
                    <a:pt x="2945" y="8867"/>
                    <a:pt x="2907" y="8833"/>
                    <a:pt x="2883" y="8822"/>
                  </a:cubicBezTo>
                  <a:cubicBezTo>
                    <a:pt x="2858" y="8810"/>
                    <a:pt x="2794" y="8812"/>
                    <a:pt x="2768" y="8799"/>
                  </a:cubicBezTo>
                  <a:cubicBezTo>
                    <a:pt x="2750" y="8791"/>
                    <a:pt x="2716" y="8765"/>
                    <a:pt x="2710" y="8748"/>
                  </a:cubicBezTo>
                  <a:cubicBezTo>
                    <a:pt x="2700" y="8721"/>
                    <a:pt x="2719" y="8663"/>
                    <a:pt x="2733" y="8638"/>
                  </a:cubicBezTo>
                  <a:cubicBezTo>
                    <a:pt x="2744" y="8616"/>
                    <a:pt x="2796" y="8587"/>
                    <a:pt x="2802" y="8564"/>
                  </a:cubicBezTo>
                  <a:cubicBezTo>
                    <a:pt x="2810" y="8539"/>
                    <a:pt x="2792" y="8485"/>
                    <a:pt x="2780" y="8461"/>
                  </a:cubicBezTo>
                  <a:cubicBezTo>
                    <a:pt x="2760" y="8423"/>
                    <a:pt x="2693" y="8363"/>
                    <a:pt x="2665" y="8329"/>
                  </a:cubicBezTo>
                  <a:cubicBezTo>
                    <a:pt x="2651" y="8313"/>
                    <a:pt x="2610" y="8283"/>
                    <a:pt x="2608" y="8262"/>
                  </a:cubicBezTo>
                  <a:cubicBezTo>
                    <a:pt x="2607" y="8242"/>
                    <a:pt x="2651" y="8213"/>
                    <a:pt x="2652" y="8193"/>
                  </a:cubicBezTo>
                  <a:cubicBezTo>
                    <a:pt x="2653" y="8161"/>
                    <a:pt x="2603" y="8104"/>
                    <a:pt x="2593" y="8072"/>
                  </a:cubicBezTo>
                  <a:cubicBezTo>
                    <a:pt x="2583" y="8038"/>
                    <a:pt x="2582" y="7964"/>
                    <a:pt x="2577" y="7928"/>
                  </a:cubicBezTo>
                  <a:cubicBezTo>
                    <a:pt x="2572" y="7899"/>
                    <a:pt x="2568" y="7837"/>
                    <a:pt x="2554" y="7810"/>
                  </a:cubicBezTo>
                  <a:cubicBezTo>
                    <a:pt x="2538" y="7779"/>
                    <a:pt x="2483" y="7729"/>
                    <a:pt x="2456" y="7705"/>
                  </a:cubicBezTo>
                  <a:cubicBezTo>
                    <a:pt x="2433" y="7685"/>
                    <a:pt x="2374" y="7654"/>
                    <a:pt x="2354" y="7632"/>
                  </a:cubicBezTo>
                  <a:cubicBezTo>
                    <a:pt x="2337" y="7611"/>
                    <a:pt x="2316" y="7562"/>
                    <a:pt x="2309" y="7537"/>
                  </a:cubicBezTo>
                  <a:cubicBezTo>
                    <a:pt x="2300" y="7505"/>
                    <a:pt x="2306" y="7439"/>
                    <a:pt x="2296" y="7407"/>
                  </a:cubicBezTo>
                  <a:cubicBezTo>
                    <a:pt x="2288" y="7382"/>
                    <a:pt x="2264" y="7332"/>
                    <a:pt x="2245" y="7312"/>
                  </a:cubicBezTo>
                  <a:cubicBezTo>
                    <a:pt x="2225" y="7292"/>
                    <a:pt x="2159" y="7273"/>
                    <a:pt x="2142" y="7251"/>
                  </a:cubicBezTo>
                  <a:cubicBezTo>
                    <a:pt x="2128" y="7235"/>
                    <a:pt x="2121" y="7192"/>
                    <a:pt x="2121" y="7171"/>
                  </a:cubicBezTo>
                  <a:cubicBezTo>
                    <a:pt x="2122" y="7130"/>
                    <a:pt x="2154" y="7050"/>
                    <a:pt x="2170" y="7011"/>
                  </a:cubicBezTo>
                  <a:cubicBezTo>
                    <a:pt x="2178" y="6990"/>
                    <a:pt x="2212" y="6952"/>
                    <a:pt x="2209" y="6931"/>
                  </a:cubicBezTo>
                  <a:cubicBezTo>
                    <a:pt x="2207" y="6914"/>
                    <a:pt x="2167" y="6891"/>
                    <a:pt x="2164" y="6874"/>
                  </a:cubicBezTo>
                  <a:cubicBezTo>
                    <a:pt x="2161" y="6857"/>
                    <a:pt x="2187" y="6823"/>
                    <a:pt x="2191" y="6806"/>
                  </a:cubicBezTo>
                  <a:cubicBezTo>
                    <a:pt x="2195" y="6783"/>
                    <a:pt x="2199" y="6736"/>
                    <a:pt x="2191" y="6714"/>
                  </a:cubicBezTo>
                  <a:cubicBezTo>
                    <a:pt x="2191" y="6714"/>
                    <a:pt x="2198" y="6669"/>
                    <a:pt x="2209" y="6650"/>
                  </a:cubicBezTo>
                  <a:cubicBezTo>
                    <a:pt x="2219" y="6634"/>
                    <a:pt x="2237" y="6598"/>
                    <a:pt x="2254" y="6588"/>
                  </a:cubicBezTo>
                  <a:cubicBezTo>
                    <a:pt x="2269" y="6578"/>
                    <a:pt x="2311" y="6581"/>
                    <a:pt x="2325" y="6571"/>
                  </a:cubicBezTo>
                  <a:cubicBezTo>
                    <a:pt x="2338" y="6560"/>
                    <a:pt x="2350" y="6529"/>
                    <a:pt x="2349" y="6514"/>
                  </a:cubicBezTo>
                  <a:cubicBezTo>
                    <a:pt x="2347" y="6498"/>
                    <a:pt x="2326" y="6470"/>
                    <a:pt x="2312" y="6459"/>
                  </a:cubicBezTo>
                  <a:cubicBezTo>
                    <a:pt x="2300" y="6449"/>
                    <a:pt x="2263" y="6447"/>
                    <a:pt x="2253" y="6436"/>
                  </a:cubicBezTo>
                  <a:cubicBezTo>
                    <a:pt x="2243" y="6425"/>
                    <a:pt x="2237" y="6397"/>
                    <a:pt x="2241" y="6384"/>
                  </a:cubicBezTo>
                  <a:cubicBezTo>
                    <a:pt x="2247" y="6368"/>
                    <a:pt x="2278" y="6343"/>
                    <a:pt x="2297" y="6338"/>
                  </a:cubicBezTo>
                  <a:cubicBezTo>
                    <a:pt x="2318" y="6333"/>
                    <a:pt x="2363" y="6354"/>
                    <a:pt x="2386" y="6353"/>
                  </a:cubicBezTo>
                  <a:cubicBezTo>
                    <a:pt x="2413" y="6352"/>
                    <a:pt x="2472" y="6344"/>
                    <a:pt x="2494" y="6329"/>
                  </a:cubicBezTo>
                  <a:cubicBezTo>
                    <a:pt x="2512" y="6317"/>
                    <a:pt x="2530" y="6278"/>
                    <a:pt x="2535" y="6259"/>
                  </a:cubicBezTo>
                  <a:cubicBezTo>
                    <a:pt x="2541" y="6236"/>
                    <a:pt x="2531" y="6188"/>
                    <a:pt x="2534" y="6164"/>
                  </a:cubicBezTo>
                  <a:cubicBezTo>
                    <a:pt x="2536" y="6147"/>
                    <a:pt x="2549" y="6115"/>
                    <a:pt x="2549" y="6098"/>
                  </a:cubicBezTo>
                  <a:cubicBezTo>
                    <a:pt x="2549" y="6073"/>
                    <a:pt x="2526" y="6026"/>
                    <a:pt x="2525" y="6001"/>
                  </a:cubicBezTo>
                  <a:cubicBezTo>
                    <a:pt x="2523" y="5961"/>
                    <a:pt x="2552" y="5882"/>
                    <a:pt x="2548" y="5842"/>
                  </a:cubicBezTo>
                  <a:cubicBezTo>
                    <a:pt x="2545" y="5817"/>
                    <a:pt x="2513" y="5771"/>
                    <a:pt x="2514" y="5747"/>
                  </a:cubicBezTo>
                  <a:cubicBezTo>
                    <a:pt x="2514" y="5715"/>
                    <a:pt x="2558" y="5658"/>
                    <a:pt x="2560" y="5627"/>
                  </a:cubicBezTo>
                  <a:cubicBezTo>
                    <a:pt x="2564" y="5584"/>
                    <a:pt x="2537" y="5500"/>
                    <a:pt x="2525" y="5458"/>
                  </a:cubicBezTo>
                  <a:cubicBezTo>
                    <a:pt x="2515" y="5422"/>
                    <a:pt x="2492" y="5350"/>
                    <a:pt x="2474" y="5316"/>
                  </a:cubicBezTo>
                  <a:cubicBezTo>
                    <a:pt x="2457" y="5283"/>
                    <a:pt x="2398" y="5229"/>
                    <a:pt x="2384" y="5195"/>
                  </a:cubicBezTo>
                  <a:cubicBezTo>
                    <a:pt x="2370" y="5161"/>
                    <a:pt x="2363" y="5088"/>
                    <a:pt x="2366" y="5052"/>
                  </a:cubicBezTo>
                  <a:cubicBezTo>
                    <a:pt x="2368" y="5019"/>
                    <a:pt x="2383" y="4950"/>
                    <a:pt x="2404" y="4922"/>
                  </a:cubicBezTo>
                  <a:cubicBezTo>
                    <a:pt x="2415" y="4908"/>
                    <a:pt x="2457" y="4895"/>
                    <a:pt x="2466" y="4880"/>
                  </a:cubicBezTo>
                  <a:cubicBezTo>
                    <a:pt x="2487" y="4846"/>
                    <a:pt x="2468" y="4763"/>
                    <a:pt x="2480" y="4726"/>
                  </a:cubicBezTo>
                  <a:cubicBezTo>
                    <a:pt x="2488" y="4702"/>
                    <a:pt x="2529" y="4661"/>
                    <a:pt x="2534" y="4637"/>
                  </a:cubicBezTo>
                  <a:cubicBezTo>
                    <a:pt x="2538" y="4610"/>
                    <a:pt x="2525" y="4555"/>
                    <a:pt x="2511" y="4531"/>
                  </a:cubicBezTo>
                  <a:cubicBezTo>
                    <a:pt x="2496" y="4506"/>
                    <a:pt x="2427" y="4474"/>
                    <a:pt x="2423" y="4446"/>
                  </a:cubicBezTo>
                  <a:cubicBezTo>
                    <a:pt x="2422" y="4429"/>
                    <a:pt x="2455" y="4403"/>
                    <a:pt x="2463" y="4388"/>
                  </a:cubicBezTo>
                  <a:cubicBezTo>
                    <a:pt x="2471" y="4372"/>
                    <a:pt x="2489" y="4337"/>
                    <a:pt x="2486" y="4319"/>
                  </a:cubicBezTo>
                  <a:cubicBezTo>
                    <a:pt x="2482" y="4301"/>
                    <a:pt x="2441" y="4276"/>
                    <a:pt x="2435" y="4258"/>
                  </a:cubicBezTo>
                  <a:cubicBezTo>
                    <a:pt x="2428" y="4238"/>
                    <a:pt x="2429" y="4196"/>
                    <a:pt x="2436" y="4176"/>
                  </a:cubicBezTo>
                  <a:cubicBezTo>
                    <a:pt x="2444" y="4155"/>
                    <a:pt x="2488" y="4124"/>
                    <a:pt x="2494" y="4102"/>
                  </a:cubicBezTo>
                  <a:cubicBezTo>
                    <a:pt x="2502" y="4076"/>
                    <a:pt x="2482" y="4021"/>
                    <a:pt x="2483" y="3993"/>
                  </a:cubicBezTo>
                  <a:cubicBezTo>
                    <a:pt x="2484" y="3962"/>
                    <a:pt x="2497" y="3902"/>
                    <a:pt x="2503" y="3872"/>
                  </a:cubicBezTo>
                  <a:cubicBezTo>
                    <a:pt x="2509" y="3839"/>
                    <a:pt x="2510" y="3769"/>
                    <a:pt x="2531" y="3740"/>
                  </a:cubicBezTo>
                  <a:cubicBezTo>
                    <a:pt x="2540" y="3727"/>
                    <a:pt x="2577" y="3716"/>
                    <a:pt x="2587" y="3703"/>
                  </a:cubicBezTo>
                  <a:cubicBezTo>
                    <a:pt x="2600" y="3689"/>
                    <a:pt x="2621" y="3652"/>
                    <a:pt x="2617" y="3633"/>
                  </a:cubicBezTo>
                  <a:cubicBezTo>
                    <a:pt x="2611" y="3607"/>
                    <a:pt x="2546" y="3577"/>
                    <a:pt x="2535" y="3551"/>
                  </a:cubicBezTo>
                  <a:cubicBezTo>
                    <a:pt x="2525" y="3529"/>
                    <a:pt x="2544" y="3476"/>
                    <a:pt x="2534" y="3453"/>
                  </a:cubicBezTo>
                  <a:cubicBezTo>
                    <a:pt x="2527" y="3438"/>
                    <a:pt x="2487" y="3419"/>
                    <a:pt x="2483" y="3403"/>
                  </a:cubicBezTo>
                  <a:cubicBezTo>
                    <a:pt x="2478" y="3384"/>
                    <a:pt x="2511" y="3349"/>
                    <a:pt x="2508" y="3330"/>
                  </a:cubicBezTo>
                  <a:cubicBezTo>
                    <a:pt x="2505" y="3311"/>
                    <a:pt x="2460" y="3285"/>
                    <a:pt x="2459" y="3265"/>
                  </a:cubicBezTo>
                  <a:cubicBezTo>
                    <a:pt x="2456" y="3232"/>
                    <a:pt x="2509" y="3176"/>
                    <a:pt x="2524" y="3145"/>
                  </a:cubicBezTo>
                  <a:cubicBezTo>
                    <a:pt x="2532" y="3127"/>
                    <a:pt x="2552" y="3091"/>
                    <a:pt x="2552" y="3071"/>
                  </a:cubicBezTo>
                  <a:cubicBezTo>
                    <a:pt x="2552" y="3044"/>
                    <a:pt x="2514" y="2992"/>
                    <a:pt x="2514" y="2965"/>
                  </a:cubicBezTo>
                  <a:cubicBezTo>
                    <a:pt x="2513" y="2935"/>
                    <a:pt x="2529" y="2873"/>
                    <a:pt x="2552" y="2851"/>
                  </a:cubicBezTo>
                  <a:cubicBezTo>
                    <a:pt x="2566" y="2839"/>
                    <a:pt x="2607" y="2830"/>
                    <a:pt x="2627" y="2828"/>
                  </a:cubicBezTo>
                  <a:cubicBezTo>
                    <a:pt x="2658" y="2826"/>
                    <a:pt x="2718" y="2846"/>
                    <a:pt x="2750" y="2844"/>
                  </a:cubicBezTo>
                  <a:cubicBezTo>
                    <a:pt x="2771" y="2843"/>
                    <a:pt x="2813" y="2831"/>
                    <a:pt x="2833" y="2822"/>
                  </a:cubicBezTo>
                  <a:cubicBezTo>
                    <a:pt x="2857" y="2812"/>
                    <a:pt x="2895" y="2768"/>
                    <a:pt x="2922" y="2768"/>
                  </a:cubicBezTo>
                  <a:cubicBezTo>
                    <a:pt x="2944" y="2769"/>
                    <a:pt x="2970" y="2818"/>
                    <a:pt x="2992" y="2817"/>
                  </a:cubicBezTo>
                  <a:cubicBezTo>
                    <a:pt x="3019" y="2814"/>
                    <a:pt x="3039" y="2757"/>
                    <a:pt x="3063" y="2747"/>
                  </a:cubicBezTo>
                  <a:cubicBezTo>
                    <a:pt x="3090" y="2736"/>
                    <a:pt x="3154" y="2735"/>
                    <a:pt x="3183" y="2742"/>
                  </a:cubicBezTo>
                  <a:cubicBezTo>
                    <a:pt x="3209" y="2748"/>
                    <a:pt x="3249" y="2784"/>
                    <a:pt x="3275" y="2791"/>
                  </a:cubicBezTo>
                  <a:cubicBezTo>
                    <a:pt x="3292" y="2796"/>
                    <a:pt x="3333" y="2787"/>
                    <a:pt x="3348" y="2796"/>
                  </a:cubicBezTo>
                  <a:cubicBezTo>
                    <a:pt x="3363" y="2805"/>
                    <a:pt x="3362" y="2848"/>
                    <a:pt x="3379" y="2855"/>
                  </a:cubicBezTo>
                  <a:cubicBezTo>
                    <a:pt x="3402" y="2865"/>
                    <a:pt x="3454" y="2831"/>
                    <a:pt x="3478" y="2838"/>
                  </a:cubicBezTo>
                  <a:cubicBezTo>
                    <a:pt x="3496" y="2844"/>
                    <a:pt x="3510" y="2883"/>
                    <a:pt x="3529" y="2889"/>
                  </a:cubicBezTo>
                  <a:cubicBezTo>
                    <a:pt x="3546" y="2894"/>
                    <a:pt x="3584" y="2887"/>
                    <a:pt x="3599" y="2880"/>
                  </a:cubicBezTo>
                  <a:cubicBezTo>
                    <a:pt x="3620" y="2871"/>
                    <a:pt x="3642" y="2831"/>
                    <a:pt x="3663" y="2825"/>
                  </a:cubicBezTo>
                  <a:cubicBezTo>
                    <a:pt x="3685" y="2819"/>
                    <a:pt x="3735" y="2826"/>
                    <a:pt x="3755" y="2836"/>
                  </a:cubicBezTo>
                  <a:cubicBezTo>
                    <a:pt x="3785" y="2851"/>
                    <a:pt x="3822" y="2906"/>
                    <a:pt x="3839" y="2932"/>
                  </a:cubicBezTo>
                  <a:cubicBezTo>
                    <a:pt x="3853" y="2953"/>
                    <a:pt x="3872" y="3000"/>
                    <a:pt x="3885" y="3021"/>
                  </a:cubicBezTo>
                  <a:cubicBezTo>
                    <a:pt x="3895" y="3039"/>
                    <a:pt x="3927" y="3070"/>
                    <a:pt x="3933" y="3090"/>
                  </a:cubicBezTo>
                  <a:cubicBezTo>
                    <a:pt x="3938" y="3110"/>
                    <a:pt x="3919" y="3151"/>
                    <a:pt x="3923" y="3171"/>
                  </a:cubicBezTo>
                  <a:cubicBezTo>
                    <a:pt x="3925" y="3184"/>
                    <a:pt x="3937" y="3208"/>
                    <a:pt x="3948" y="3217"/>
                  </a:cubicBezTo>
                  <a:cubicBezTo>
                    <a:pt x="3968" y="3233"/>
                    <a:pt x="4029" y="3238"/>
                    <a:pt x="4049" y="3253"/>
                  </a:cubicBezTo>
                  <a:cubicBezTo>
                    <a:pt x="4076" y="3272"/>
                    <a:pt x="4095" y="3334"/>
                    <a:pt x="4122" y="3353"/>
                  </a:cubicBezTo>
                  <a:cubicBezTo>
                    <a:pt x="4141" y="3367"/>
                    <a:pt x="4192" y="3384"/>
                    <a:pt x="4218" y="3384"/>
                  </a:cubicBezTo>
                  <a:cubicBezTo>
                    <a:pt x="4252" y="3384"/>
                    <a:pt x="4310" y="3346"/>
                    <a:pt x="4343" y="3341"/>
                  </a:cubicBezTo>
                  <a:cubicBezTo>
                    <a:pt x="4372" y="3337"/>
                    <a:pt x="4435" y="3360"/>
                    <a:pt x="4461" y="3347"/>
                  </a:cubicBezTo>
                  <a:cubicBezTo>
                    <a:pt x="4491" y="3332"/>
                    <a:pt x="4505" y="3264"/>
                    <a:pt x="4524" y="3239"/>
                  </a:cubicBezTo>
                  <a:cubicBezTo>
                    <a:pt x="4538" y="3220"/>
                    <a:pt x="4581" y="3190"/>
                    <a:pt x="4590" y="3169"/>
                  </a:cubicBezTo>
                  <a:cubicBezTo>
                    <a:pt x="4598" y="3151"/>
                    <a:pt x="4581" y="3108"/>
                    <a:pt x="4593" y="3092"/>
                  </a:cubicBezTo>
                  <a:cubicBezTo>
                    <a:pt x="4606" y="3073"/>
                    <a:pt x="4665" y="3064"/>
                    <a:pt x="4684" y="3049"/>
                  </a:cubicBezTo>
                  <a:cubicBezTo>
                    <a:pt x="4700" y="3036"/>
                    <a:pt x="4718" y="3000"/>
                    <a:pt x="4728" y="2984"/>
                  </a:cubicBezTo>
                  <a:cubicBezTo>
                    <a:pt x="4741" y="2964"/>
                    <a:pt x="4759" y="2921"/>
                    <a:pt x="4777" y="2904"/>
                  </a:cubicBezTo>
                  <a:cubicBezTo>
                    <a:pt x="4796" y="2886"/>
                    <a:pt x="4855" y="2868"/>
                    <a:pt x="4873" y="2849"/>
                  </a:cubicBezTo>
                  <a:cubicBezTo>
                    <a:pt x="4886" y="2834"/>
                    <a:pt x="4904" y="2779"/>
                    <a:pt x="4904" y="2779"/>
                  </a:cubicBezTo>
                  <a:lnTo>
                    <a:pt x="5368" y="0"/>
                  </a:lnTo>
                  <a:lnTo>
                    <a:pt x="8957" y="436"/>
                  </a:lnTo>
                  <a:lnTo>
                    <a:pt x="12630" y="834"/>
                  </a:lnTo>
                  <a:lnTo>
                    <a:pt x="16741" y="1251"/>
                  </a:lnTo>
                  <a:lnTo>
                    <a:pt x="20934" y="1655"/>
                  </a:lnTo>
                  <a:cubicBezTo>
                    <a:pt x="20934" y="1655"/>
                    <a:pt x="21600" y="1705"/>
                    <a:pt x="21600" y="1705"/>
                  </a:cubicBezTo>
                  <a:close/>
                </a:path>
              </a:pathLst>
            </a:custGeom>
            <a:solidFill>
              <a:schemeClr val="accent2"/>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96" name="Shape 4778"/>
            <p:cNvSpPr/>
            <p:nvPr/>
          </p:nvSpPr>
          <p:spPr>
            <a:xfrm>
              <a:off x="1518774" y="253129"/>
              <a:ext cx="1207600" cy="1951099"/>
            </a:xfrm>
            <a:custGeom>
              <a:avLst/>
              <a:gdLst/>
              <a:ahLst/>
              <a:cxnLst>
                <a:cxn ang="0">
                  <a:pos x="wd2" y="hd2"/>
                </a:cxn>
                <a:cxn ang="5400000">
                  <a:pos x="wd2" y="hd2"/>
                </a:cxn>
                <a:cxn ang="10800000">
                  <a:pos x="wd2" y="hd2"/>
                </a:cxn>
                <a:cxn ang="16200000">
                  <a:pos x="wd2" y="hd2"/>
                </a:cxn>
              </a:cxnLst>
              <a:rect l="0" t="0" r="r" b="b"/>
              <a:pathLst>
                <a:path w="21600" h="21600" extrusionOk="0">
                  <a:moveTo>
                    <a:pt x="10110" y="20794"/>
                  </a:moveTo>
                  <a:lnTo>
                    <a:pt x="9324" y="20723"/>
                  </a:lnTo>
                  <a:lnTo>
                    <a:pt x="7786" y="20574"/>
                  </a:lnTo>
                  <a:lnTo>
                    <a:pt x="6737" y="20479"/>
                  </a:lnTo>
                  <a:lnTo>
                    <a:pt x="0" y="19752"/>
                  </a:lnTo>
                  <a:lnTo>
                    <a:pt x="1372" y="15060"/>
                  </a:lnTo>
                  <a:cubicBezTo>
                    <a:pt x="1372" y="15060"/>
                    <a:pt x="1458" y="14905"/>
                    <a:pt x="1469" y="14851"/>
                  </a:cubicBezTo>
                  <a:cubicBezTo>
                    <a:pt x="1477" y="14809"/>
                    <a:pt x="1454" y="14723"/>
                    <a:pt x="1461" y="14680"/>
                  </a:cubicBezTo>
                  <a:cubicBezTo>
                    <a:pt x="1467" y="14640"/>
                    <a:pt x="1480" y="14557"/>
                    <a:pt x="1516" y="14523"/>
                  </a:cubicBezTo>
                  <a:cubicBezTo>
                    <a:pt x="1530" y="14510"/>
                    <a:pt x="1579" y="14495"/>
                    <a:pt x="1601" y="14486"/>
                  </a:cubicBezTo>
                  <a:cubicBezTo>
                    <a:pt x="1630" y="14475"/>
                    <a:pt x="1699" y="14459"/>
                    <a:pt x="1720" y="14443"/>
                  </a:cubicBezTo>
                  <a:cubicBezTo>
                    <a:pt x="1739" y="14428"/>
                    <a:pt x="1742" y="14387"/>
                    <a:pt x="1757" y="14371"/>
                  </a:cubicBezTo>
                  <a:cubicBezTo>
                    <a:pt x="1766" y="14360"/>
                    <a:pt x="1801" y="14345"/>
                    <a:pt x="1809" y="14334"/>
                  </a:cubicBezTo>
                  <a:cubicBezTo>
                    <a:pt x="1826" y="14308"/>
                    <a:pt x="1801" y="14247"/>
                    <a:pt x="1822" y="14222"/>
                  </a:cubicBezTo>
                  <a:cubicBezTo>
                    <a:pt x="1832" y="14209"/>
                    <a:pt x="1878" y="14195"/>
                    <a:pt x="1893" y="14184"/>
                  </a:cubicBezTo>
                  <a:cubicBezTo>
                    <a:pt x="1912" y="14170"/>
                    <a:pt x="1943" y="14137"/>
                    <a:pt x="1952" y="14119"/>
                  </a:cubicBezTo>
                  <a:cubicBezTo>
                    <a:pt x="1965" y="14096"/>
                    <a:pt x="1980" y="14044"/>
                    <a:pt x="1971" y="14020"/>
                  </a:cubicBezTo>
                  <a:cubicBezTo>
                    <a:pt x="1965" y="14005"/>
                    <a:pt x="1936" y="13976"/>
                    <a:pt x="1914" y="13968"/>
                  </a:cubicBezTo>
                  <a:cubicBezTo>
                    <a:pt x="1904" y="13965"/>
                    <a:pt x="1879" y="13972"/>
                    <a:pt x="1871" y="13967"/>
                  </a:cubicBezTo>
                  <a:cubicBezTo>
                    <a:pt x="1844" y="13950"/>
                    <a:pt x="1839" y="13891"/>
                    <a:pt x="1863" y="13872"/>
                  </a:cubicBezTo>
                  <a:cubicBezTo>
                    <a:pt x="1890" y="13853"/>
                    <a:pt x="1990" y="13871"/>
                    <a:pt x="2027" y="13859"/>
                  </a:cubicBezTo>
                  <a:cubicBezTo>
                    <a:pt x="2052" y="13851"/>
                    <a:pt x="2085" y="13822"/>
                    <a:pt x="2101" y="13808"/>
                  </a:cubicBezTo>
                  <a:cubicBezTo>
                    <a:pt x="2118" y="13793"/>
                    <a:pt x="2138" y="13760"/>
                    <a:pt x="2154" y="13746"/>
                  </a:cubicBezTo>
                  <a:cubicBezTo>
                    <a:pt x="2166" y="13735"/>
                    <a:pt x="2200" y="13717"/>
                    <a:pt x="2209" y="13705"/>
                  </a:cubicBezTo>
                  <a:cubicBezTo>
                    <a:pt x="2225" y="13684"/>
                    <a:pt x="2245" y="13635"/>
                    <a:pt x="2235" y="13613"/>
                  </a:cubicBezTo>
                  <a:cubicBezTo>
                    <a:pt x="2227" y="13596"/>
                    <a:pt x="2185" y="13568"/>
                    <a:pt x="2160" y="13560"/>
                  </a:cubicBezTo>
                  <a:cubicBezTo>
                    <a:pt x="2137" y="13552"/>
                    <a:pt x="2078" y="13561"/>
                    <a:pt x="2055" y="13553"/>
                  </a:cubicBezTo>
                  <a:cubicBezTo>
                    <a:pt x="2036" y="13546"/>
                    <a:pt x="2007" y="13523"/>
                    <a:pt x="2001" y="13511"/>
                  </a:cubicBezTo>
                  <a:cubicBezTo>
                    <a:pt x="1992" y="13490"/>
                    <a:pt x="2029" y="13447"/>
                    <a:pt x="2017" y="13427"/>
                  </a:cubicBezTo>
                  <a:cubicBezTo>
                    <a:pt x="2007" y="13410"/>
                    <a:pt x="1955" y="13384"/>
                    <a:pt x="1927" y="13378"/>
                  </a:cubicBezTo>
                  <a:cubicBezTo>
                    <a:pt x="1912" y="13375"/>
                    <a:pt x="1877" y="13376"/>
                    <a:pt x="1863" y="13381"/>
                  </a:cubicBezTo>
                  <a:cubicBezTo>
                    <a:pt x="1842" y="13388"/>
                    <a:pt x="1828" y="13425"/>
                    <a:pt x="1804" y="13426"/>
                  </a:cubicBezTo>
                  <a:cubicBezTo>
                    <a:pt x="1780" y="13427"/>
                    <a:pt x="1750" y="13394"/>
                    <a:pt x="1734" y="13383"/>
                  </a:cubicBezTo>
                  <a:cubicBezTo>
                    <a:pt x="1721" y="13373"/>
                    <a:pt x="1697" y="13352"/>
                    <a:pt x="1687" y="13341"/>
                  </a:cubicBezTo>
                  <a:cubicBezTo>
                    <a:pt x="1669" y="13322"/>
                    <a:pt x="1663" y="13265"/>
                    <a:pt x="1628" y="13261"/>
                  </a:cubicBezTo>
                  <a:cubicBezTo>
                    <a:pt x="1602" y="13258"/>
                    <a:pt x="1578" y="13299"/>
                    <a:pt x="1555" y="13306"/>
                  </a:cubicBezTo>
                  <a:cubicBezTo>
                    <a:pt x="1523" y="13315"/>
                    <a:pt x="1444" y="13323"/>
                    <a:pt x="1413" y="13312"/>
                  </a:cubicBezTo>
                  <a:cubicBezTo>
                    <a:pt x="1387" y="13302"/>
                    <a:pt x="1382" y="13258"/>
                    <a:pt x="1363" y="13243"/>
                  </a:cubicBezTo>
                  <a:cubicBezTo>
                    <a:pt x="1348" y="13232"/>
                    <a:pt x="1299" y="13221"/>
                    <a:pt x="1288" y="13208"/>
                  </a:cubicBezTo>
                  <a:cubicBezTo>
                    <a:pt x="1273" y="13190"/>
                    <a:pt x="1270" y="13146"/>
                    <a:pt x="1283" y="13127"/>
                  </a:cubicBezTo>
                  <a:cubicBezTo>
                    <a:pt x="1296" y="13109"/>
                    <a:pt x="1373" y="13093"/>
                    <a:pt x="1380" y="13074"/>
                  </a:cubicBezTo>
                  <a:cubicBezTo>
                    <a:pt x="1389" y="13052"/>
                    <a:pt x="1341" y="13010"/>
                    <a:pt x="1328" y="12988"/>
                  </a:cubicBezTo>
                  <a:cubicBezTo>
                    <a:pt x="1315" y="12968"/>
                    <a:pt x="1268" y="12928"/>
                    <a:pt x="1274" y="12906"/>
                  </a:cubicBezTo>
                  <a:cubicBezTo>
                    <a:pt x="1278" y="12889"/>
                    <a:pt x="1333" y="12869"/>
                    <a:pt x="1348" y="12855"/>
                  </a:cubicBezTo>
                  <a:cubicBezTo>
                    <a:pt x="1366" y="12839"/>
                    <a:pt x="1396" y="12806"/>
                    <a:pt x="1404" y="12788"/>
                  </a:cubicBezTo>
                  <a:cubicBezTo>
                    <a:pt x="1413" y="12765"/>
                    <a:pt x="1394" y="12715"/>
                    <a:pt x="1409" y="12692"/>
                  </a:cubicBezTo>
                  <a:cubicBezTo>
                    <a:pt x="1427" y="12666"/>
                    <a:pt x="1510" y="12632"/>
                    <a:pt x="1538" y="12609"/>
                  </a:cubicBezTo>
                  <a:cubicBezTo>
                    <a:pt x="1555" y="12594"/>
                    <a:pt x="1572" y="12554"/>
                    <a:pt x="1598" y="12544"/>
                  </a:cubicBezTo>
                  <a:cubicBezTo>
                    <a:pt x="1618" y="12536"/>
                    <a:pt x="1675" y="12549"/>
                    <a:pt x="1693" y="12539"/>
                  </a:cubicBezTo>
                  <a:cubicBezTo>
                    <a:pt x="1719" y="12525"/>
                    <a:pt x="1704" y="12473"/>
                    <a:pt x="1723" y="12456"/>
                  </a:cubicBezTo>
                  <a:cubicBezTo>
                    <a:pt x="1736" y="12443"/>
                    <a:pt x="1787" y="12433"/>
                    <a:pt x="1799" y="12420"/>
                  </a:cubicBezTo>
                  <a:cubicBezTo>
                    <a:pt x="1818" y="12401"/>
                    <a:pt x="1803" y="12352"/>
                    <a:pt x="1820" y="12333"/>
                  </a:cubicBezTo>
                  <a:cubicBezTo>
                    <a:pt x="1841" y="12310"/>
                    <a:pt x="1924" y="12285"/>
                    <a:pt x="1949" y="12264"/>
                  </a:cubicBezTo>
                  <a:cubicBezTo>
                    <a:pt x="1980" y="12238"/>
                    <a:pt x="2004" y="12173"/>
                    <a:pt x="2033" y="12147"/>
                  </a:cubicBezTo>
                  <a:cubicBezTo>
                    <a:pt x="2053" y="12128"/>
                    <a:pt x="2117" y="12103"/>
                    <a:pt x="2133" y="12083"/>
                  </a:cubicBezTo>
                  <a:cubicBezTo>
                    <a:pt x="2152" y="12059"/>
                    <a:pt x="2133" y="11999"/>
                    <a:pt x="2162" y="11979"/>
                  </a:cubicBezTo>
                  <a:cubicBezTo>
                    <a:pt x="2184" y="11963"/>
                    <a:pt x="2256" y="11957"/>
                    <a:pt x="2289" y="11955"/>
                  </a:cubicBezTo>
                  <a:cubicBezTo>
                    <a:pt x="2316" y="11954"/>
                    <a:pt x="2372" y="11968"/>
                    <a:pt x="2398" y="11964"/>
                  </a:cubicBezTo>
                  <a:cubicBezTo>
                    <a:pt x="2425" y="11960"/>
                    <a:pt x="2461" y="11931"/>
                    <a:pt x="2484" y="11924"/>
                  </a:cubicBezTo>
                  <a:cubicBezTo>
                    <a:pt x="2516" y="11913"/>
                    <a:pt x="2594" y="11908"/>
                    <a:pt x="2621" y="11893"/>
                  </a:cubicBezTo>
                  <a:cubicBezTo>
                    <a:pt x="2663" y="11870"/>
                    <a:pt x="2685" y="11794"/>
                    <a:pt x="2724" y="11769"/>
                  </a:cubicBezTo>
                  <a:cubicBezTo>
                    <a:pt x="2764" y="11743"/>
                    <a:pt x="2884" y="11724"/>
                    <a:pt x="2924" y="11698"/>
                  </a:cubicBezTo>
                  <a:cubicBezTo>
                    <a:pt x="2962" y="11674"/>
                    <a:pt x="3005" y="11611"/>
                    <a:pt x="3024" y="11580"/>
                  </a:cubicBezTo>
                  <a:cubicBezTo>
                    <a:pt x="3034" y="11565"/>
                    <a:pt x="3053" y="11534"/>
                    <a:pt x="3051" y="11518"/>
                  </a:cubicBezTo>
                  <a:cubicBezTo>
                    <a:pt x="3048" y="11489"/>
                    <a:pt x="2969" y="11441"/>
                    <a:pt x="2975" y="11412"/>
                  </a:cubicBezTo>
                  <a:cubicBezTo>
                    <a:pt x="2980" y="11390"/>
                    <a:pt x="3052" y="11366"/>
                    <a:pt x="3064" y="11345"/>
                  </a:cubicBezTo>
                  <a:cubicBezTo>
                    <a:pt x="3078" y="11321"/>
                    <a:pt x="3045" y="11265"/>
                    <a:pt x="3068" y="11244"/>
                  </a:cubicBezTo>
                  <a:cubicBezTo>
                    <a:pt x="3091" y="11224"/>
                    <a:pt x="3185" y="11220"/>
                    <a:pt x="3219" y="11206"/>
                  </a:cubicBezTo>
                  <a:cubicBezTo>
                    <a:pt x="3252" y="11192"/>
                    <a:pt x="3309" y="11156"/>
                    <a:pt x="3329" y="11134"/>
                  </a:cubicBezTo>
                  <a:cubicBezTo>
                    <a:pt x="3344" y="11117"/>
                    <a:pt x="3343" y="11076"/>
                    <a:pt x="3361" y="11060"/>
                  </a:cubicBezTo>
                  <a:cubicBezTo>
                    <a:pt x="3379" y="11045"/>
                    <a:pt x="3443" y="11033"/>
                    <a:pt x="3466" y="11020"/>
                  </a:cubicBezTo>
                  <a:cubicBezTo>
                    <a:pt x="3496" y="11004"/>
                    <a:pt x="3546" y="10965"/>
                    <a:pt x="3566" y="10944"/>
                  </a:cubicBezTo>
                  <a:cubicBezTo>
                    <a:pt x="3586" y="10922"/>
                    <a:pt x="3610" y="10873"/>
                    <a:pt x="3623" y="10849"/>
                  </a:cubicBezTo>
                  <a:cubicBezTo>
                    <a:pt x="3645" y="10811"/>
                    <a:pt x="3676" y="10729"/>
                    <a:pt x="3706" y="10692"/>
                  </a:cubicBezTo>
                  <a:cubicBezTo>
                    <a:pt x="3722" y="10672"/>
                    <a:pt x="3768" y="10636"/>
                    <a:pt x="3789" y="10618"/>
                  </a:cubicBezTo>
                  <a:cubicBezTo>
                    <a:pt x="3809" y="10598"/>
                    <a:pt x="3854" y="10562"/>
                    <a:pt x="3869" y="10541"/>
                  </a:cubicBezTo>
                  <a:cubicBezTo>
                    <a:pt x="3884" y="10520"/>
                    <a:pt x="3890" y="10471"/>
                    <a:pt x="3907" y="10450"/>
                  </a:cubicBezTo>
                  <a:cubicBezTo>
                    <a:pt x="3924" y="10428"/>
                    <a:pt x="3981" y="10393"/>
                    <a:pt x="4004" y="10374"/>
                  </a:cubicBezTo>
                  <a:cubicBezTo>
                    <a:pt x="4048" y="10338"/>
                    <a:pt x="4124" y="10260"/>
                    <a:pt x="4174" y="10228"/>
                  </a:cubicBezTo>
                  <a:cubicBezTo>
                    <a:pt x="4221" y="10198"/>
                    <a:pt x="4355" y="10162"/>
                    <a:pt x="4388" y="10126"/>
                  </a:cubicBezTo>
                  <a:cubicBezTo>
                    <a:pt x="4416" y="10096"/>
                    <a:pt x="4392" y="10021"/>
                    <a:pt x="4416" y="9989"/>
                  </a:cubicBezTo>
                  <a:cubicBezTo>
                    <a:pt x="4434" y="9966"/>
                    <a:pt x="4502" y="9933"/>
                    <a:pt x="4532" y="9915"/>
                  </a:cubicBezTo>
                  <a:cubicBezTo>
                    <a:pt x="4564" y="9895"/>
                    <a:pt x="4632" y="9860"/>
                    <a:pt x="4663" y="9840"/>
                  </a:cubicBezTo>
                  <a:cubicBezTo>
                    <a:pt x="4700" y="9817"/>
                    <a:pt x="4786" y="9775"/>
                    <a:pt x="4803" y="9744"/>
                  </a:cubicBezTo>
                  <a:cubicBezTo>
                    <a:pt x="4820" y="9714"/>
                    <a:pt x="4804" y="9647"/>
                    <a:pt x="4786" y="9617"/>
                  </a:cubicBezTo>
                  <a:cubicBezTo>
                    <a:pt x="4766" y="9583"/>
                    <a:pt x="4674" y="9532"/>
                    <a:pt x="4653" y="9498"/>
                  </a:cubicBezTo>
                  <a:cubicBezTo>
                    <a:pt x="4643" y="9482"/>
                    <a:pt x="4641" y="9448"/>
                    <a:pt x="4640" y="9431"/>
                  </a:cubicBezTo>
                  <a:cubicBezTo>
                    <a:pt x="4639" y="9406"/>
                    <a:pt x="4656" y="9357"/>
                    <a:pt x="4648" y="9333"/>
                  </a:cubicBezTo>
                  <a:cubicBezTo>
                    <a:pt x="4636" y="9293"/>
                    <a:pt x="4591" y="9206"/>
                    <a:pt x="4534" y="9186"/>
                  </a:cubicBezTo>
                  <a:cubicBezTo>
                    <a:pt x="4503" y="9174"/>
                    <a:pt x="4424" y="9196"/>
                    <a:pt x="4388" y="9191"/>
                  </a:cubicBezTo>
                  <a:cubicBezTo>
                    <a:pt x="4355" y="9187"/>
                    <a:pt x="4290" y="9170"/>
                    <a:pt x="4267" y="9154"/>
                  </a:cubicBezTo>
                  <a:cubicBezTo>
                    <a:pt x="4234" y="9132"/>
                    <a:pt x="4238" y="9057"/>
                    <a:pt x="4195" y="9043"/>
                  </a:cubicBezTo>
                  <a:cubicBezTo>
                    <a:pt x="4164" y="9032"/>
                    <a:pt x="4092" y="9062"/>
                    <a:pt x="4057" y="9058"/>
                  </a:cubicBezTo>
                  <a:cubicBezTo>
                    <a:pt x="4027" y="9055"/>
                    <a:pt x="3965" y="9038"/>
                    <a:pt x="3948" y="9022"/>
                  </a:cubicBezTo>
                  <a:cubicBezTo>
                    <a:pt x="3925" y="9002"/>
                    <a:pt x="3938" y="8950"/>
                    <a:pt x="3928" y="8926"/>
                  </a:cubicBezTo>
                  <a:cubicBezTo>
                    <a:pt x="3920" y="8905"/>
                    <a:pt x="3895" y="8864"/>
                    <a:pt x="3878" y="8845"/>
                  </a:cubicBezTo>
                  <a:cubicBezTo>
                    <a:pt x="3852" y="8818"/>
                    <a:pt x="3771" y="8778"/>
                    <a:pt x="3752" y="8749"/>
                  </a:cubicBezTo>
                  <a:cubicBezTo>
                    <a:pt x="3729" y="8713"/>
                    <a:pt x="3745" y="8630"/>
                    <a:pt x="3729" y="8592"/>
                  </a:cubicBezTo>
                  <a:cubicBezTo>
                    <a:pt x="3719" y="8567"/>
                    <a:pt x="3691" y="8517"/>
                    <a:pt x="3664" y="8498"/>
                  </a:cubicBezTo>
                  <a:cubicBezTo>
                    <a:pt x="3604" y="8414"/>
                    <a:pt x="3709" y="8408"/>
                    <a:pt x="3659" y="8328"/>
                  </a:cubicBezTo>
                  <a:cubicBezTo>
                    <a:pt x="3646" y="8307"/>
                    <a:pt x="3545" y="8271"/>
                    <a:pt x="3534" y="8249"/>
                  </a:cubicBezTo>
                  <a:cubicBezTo>
                    <a:pt x="3526" y="8231"/>
                    <a:pt x="3533" y="8190"/>
                    <a:pt x="3550" y="8174"/>
                  </a:cubicBezTo>
                  <a:cubicBezTo>
                    <a:pt x="3565" y="8161"/>
                    <a:pt x="3625" y="8157"/>
                    <a:pt x="3642" y="8145"/>
                  </a:cubicBezTo>
                  <a:cubicBezTo>
                    <a:pt x="3658" y="8134"/>
                    <a:pt x="3665" y="8104"/>
                    <a:pt x="3677" y="8092"/>
                  </a:cubicBezTo>
                  <a:cubicBezTo>
                    <a:pt x="3697" y="8072"/>
                    <a:pt x="3762" y="8046"/>
                    <a:pt x="3776" y="8025"/>
                  </a:cubicBezTo>
                  <a:cubicBezTo>
                    <a:pt x="3787" y="8009"/>
                    <a:pt x="3791" y="7972"/>
                    <a:pt x="3782" y="7956"/>
                  </a:cubicBezTo>
                  <a:cubicBezTo>
                    <a:pt x="3771" y="7935"/>
                    <a:pt x="3694" y="7909"/>
                    <a:pt x="3690" y="7887"/>
                  </a:cubicBezTo>
                  <a:cubicBezTo>
                    <a:pt x="3686" y="7862"/>
                    <a:pt x="3767" y="7822"/>
                    <a:pt x="3766" y="7797"/>
                  </a:cubicBezTo>
                  <a:cubicBezTo>
                    <a:pt x="3766" y="7770"/>
                    <a:pt x="3692" y="7730"/>
                    <a:pt x="3684" y="7704"/>
                  </a:cubicBezTo>
                  <a:cubicBezTo>
                    <a:pt x="3679" y="7687"/>
                    <a:pt x="3707" y="7652"/>
                    <a:pt x="3700" y="7635"/>
                  </a:cubicBezTo>
                  <a:cubicBezTo>
                    <a:pt x="3688" y="7609"/>
                    <a:pt x="3604" y="7575"/>
                    <a:pt x="3588" y="7549"/>
                  </a:cubicBezTo>
                  <a:cubicBezTo>
                    <a:pt x="3579" y="7533"/>
                    <a:pt x="3596" y="7496"/>
                    <a:pt x="3585" y="7480"/>
                  </a:cubicBezTo>
                  <a:cubicBezTo>
                    <a:pt x="3578" y="7469"/>
                    <a:pt x="3540" y="7457"/>
                    <a:pt x="3534" y="7447"/>
                  </a:cubicBezTo>
                  <a:cubicBezTo>
                    <a:pt x="3525" y="7427"/>
                    <a:pt x="3547" y="7387"/>
                    <a:pt x="3556" y="7368"/>
                  </a:cubicBezTo>
                  <a:cubicBezTo>
                    <a:pt x="3567" y="7347"/>
                    <a:pt x="3614" y="7289"/>
                    <a:pt x="3614" y="7289"/>
                  </a:cubicBezTo>
                  <a:lnTo>
                    <a:pt x="5758" y="0"/>
                  </a:lnTo>
                  <a:lnTo>
                    <a:pt x="5773" y="2"/>
                  </a:lnTo>
                  <a:lnTo>
                    <a:pt x="8749" y="318"/>
                  </a:lnTo>
                  <a:lnTo>
                    <a:pt x="7979" y="3130"/>
                  </a:lnTo>
                  <a:cubicBezTo>
                    <a:pt x="7979" y="3130"/>
                    <a:pt x="7963" y="3182"/>
                    <a:pt x="7970" y="3199"/>
                  </a:cubicBezTo>
                  <a:cubicBezTo>
                    <a:pt x="7977" y="3216"/>
                    <a:pt x="8020" y="3240"/>
                    <a:pt x="8030" y="3256"/>
                  </a:cubicBezTo>
                  <a:cubicBezTo>
                    <a:pt x="8047" y="3279"/>
                    <a:pt x="8047" y="3333"/>
                    <a:pt x="8069" y="3354"/>
                  </a:cubicBezTo>
                  <a:cubicBezTo>
                    <a:pt x="8089" y="3375"/>
                    <a:pt x="8162" y="3398"/>
                    <a:pt x="8186" y="3417"/>
                  </a:cubicBezTo>
                  <a:cubicBezTo>
                    <a:pt x="8216" y="3440"/>
                    <a:pt x="8265" y="3491"/>
                    <a:pt x="8278" y="3519"/>
                  </a:cubicBezTo>
                  <a:cubicBezTo>
                    <a:pt x="8286" y="3534"/>
                    <a:pt x="8275" y="3568"/>
                    <a:pt x="8284" y="3582"/>
                  </a:cubicBezTo>
                  <a:cubicBezTo>
                    <a:pt x="8293" y="3595"/>
                    <a:pt x="8326" y="3617"/>
                    <a:pt x="8345" y="3625"/>
                  </a:cubicBezTo>
                  <a:cubicBezTo>
                    <a:pt x="8367" y="3635"/>
                    <a:pt x="8430" y="3638"/>
                    <a:pt x="8447" y="3651"/>
                  </a:cubicBezTo>
                  <a:cubicBezTo>
                    <a:pt x="8466" y="3666"/>
                    <a:pt x="8471" y="3707"/>
                    <a:pt x="8469" y="3726"/>
                  </a:cubicBezTo>
                  <a:cubicBezTo>
                    <a:pt x="8466" y="3746"/>
                    <a:pt x="8427" y="3781"/>
                    <a:pt x="8427" y="3800"/>
                  </a:cubicBezTo>
                  <a:cubicBezTo>
                    <a:pt x="8427" y="3824"/>
                    <a:pt x="8449" y="3872"/>
                    <a:pt x="8475" y="3889"/>
                  </a:cubicBezTo>
                  <a:cubicBezTo>
                    <a:pt x="8493" y="3900"/>
                    <a:pt x="8548" y="3902"/>
                    <a:pt x="8571" y="3909"/>
                  </a:cubicBezTo>
                  <a:cubicBezTo>
                    <a:pt x="8583" y="3913"/>
                    <a:pt x="8612" y="3920"/>
                    <a:pt x="8618" y="3928"/>
                  </a:cubicBezTo>
                  <a:cubicBezTo>
                    <a:pt x="8630" y="3945"/>
                    <a:pt x="8589" y="3983"/>
                    <a:pt x="8602" y="3999"/>
                  </a:cubicBezTo>
                  <a:cubicBezTo>
                    <a:pt x="8612" y="4011"/>
                    <a:pt x="8661" y="4017"/>
                    <a:pt x="8679" y="4025"/>
                  </a:cubicBezTo>
                  <a:cubicBezTo>
                    <a:pt x="8698" y="4033"/>
                    <a:pt x="8736" y="4053"/>
                    <a:pt x="8745" y="4066"/>
                  </a:cubicBezTo>
                  <a:cubicBezTo>
                    <a:pt x="8757" y="4084"/>
                    <a:pt x="8758" y="4127"/>
                    <a:pt x="8745" y="4145"/>
                  </a:cubicBezTo>
                  <a:cubicBezTo>
                    <a:pt x="8737" y="4156"/>
                    <a:pt x="8696" y="4167"/>
                    <a:pt x="8688" y="4178"/>
                  </a:cubicBezTo>
                  <a:cubicBezTo>
                    <a:pt x="8677" y="4194"/>
                    <a:pt x="8674" y="4231"/>
                    <a:pt x="8685" y="4247"/>
                  </a:cubicBezTo>
                  <a:cubicBezTo>
                    <a:pt x="8696" y="4264"/>
                    <a:pt x="8755" y="4283"/>
                    <a:pt x="8771" y="4298"/>
                  </a:cubicBezTo>
                  <a:cubicBezTo>
                    <a:pt x="8792" y="4318"/>
                    <a:pt x="8827" y="4365"/>
                    <a:pt x="8822" y="4388"/>
                  </a:cubicBezTo>
                  <a:cubicBezTo>
                    <a:pt x="8818" y="4406"/>
                    <a:pt x="8781" y="4438"/>
                    <a:pt x="8755" y="4445"/>
                  </a:cubicBezTo>
                  <a:cubicBezTo>
                    <a:pt x="8727" y="4454"/>
                    <a:pt x="8659" y="4431"/>
                    <a:pt x="8631" y="4440"/>
                  </a:cubicBezTo>
                  <a:cubicBezTo>
                    <a:pt x="8600" y="4449"/>
                    <a:pt x="8556" y="4488"/>
                    <a:pt x="8555" y="4508"/>
                  </a:cubicBezTo>
                  <a:cubicBezTo>
                    <a:pt x="8554" y="4523"/>
                    <a:pt x="8589" y="4546"/>
                    <a:pt x="8602" y="4558"/>
                  </a:cubicBezTo>
                  <a:cubicBezTo>
                    <a:pt x="8619" y="4572"/>
                    <a:pt x="8666" y="4595"/>
                    <a:pt x="8679" y="4611"/>
                  </a:cubicBezTo>
                  <a:cubicBezTo>
                    <a:pt x="8693" y="4629"/>
                    <a:pt x="8685" y="4673"/>
                    <a:pt x="8704" y="4689"/>
                  </a:cubicBezTo>
                  <a:cubicBezTo>
                    <a:pt x="8720" y="4703"/>
                    <a:pt x="8787" y="4708"/>
                    <a:pt x="8800" y="4723"/>
                  </a:cubicBezTo>
                  <a:cubicBezTo>
                    <a:pt x="8812" y="4738"/>
                    <a:pt x="8807" y="4778"/>
                    <a:pt x="8787" y="4790"/>
                  </a:cubicBezTo>
                  <a:cubicBezTo>
                    <a:pt x="8765" y="4801"/>
                    <a:pt x="8701" y="4791"/>
                    <a:pt x="8672" y="4790"/>
                  </a:cubicBezTo>
                  <a:cubicBezTo>
                    <a:pt x="8647" y="4789"/>
                    <a:pt x="8594" y="4775"/>
                    <a:pt x="8571" y="4782"/>
                  </a:cubicBezTo>
                  <a:cubicBezTo>
                    <a:pt x="8542" y="4790"/>
                    <a:pt x="8502" y="4830"/>
                    <a:pt x="8507" y="4849"/>
                  </a:cubicBezTo>
                  <a:cubicBezTo>
                    <a:pt x="8514" y="4873"/>
                    <a:pt x="8597" y="4900"/>
                    <a:pt x="8631" y="4914"/>
                  </a:cubicBezTo>
                  <a:cubicBezTo>
                    <a:pt x="8656" y="4923"/>
                    <a:pt x="8717" y="4931"/>
                    <a:pt x="8739" y="4943"/>
                  </a:cubicBezTo>
                  <a:cubicBezTo>
                    <a:pt x="8762" y="4956"/>
                    <a:pt x="8775" y="4997"/>
                    <a:pt x="8800" y="5008"/>
                  </a:cubicBezTo>
                  <a:cubicBezTo>
                    <a:pt x="8821" y="5018"/>
                    <a:pt x="8881" y="5017"/>
                    <a:pt x="8904" y="5026"/>
                  </a:cubicBezTo>
                  <a:cubicBezTo>
                    <a:pt x="8939" y="5038"/>
                    <a:pt x="8997" y="5075"/>
                    <a:pt x="9015" y="5097"/>
                  </a:cubicBezTo>
                  <a:cubicBezTo>
                    <a:pt x="9040" y="5125"/>
                    <a:pt x="9042" y="5192"/>
                    <a:pt x="9060" y="5222"/>
                  </a:cubicBezTo>
                  <a:cubicBezTo>
                    <a:pt x="9072" y="5243"/>
                    <a:pt x="9098" y="5286"/>
                    <a:pt x="9123" y="5301"/>
                  </a:cubicBezTo>
                  <a:cubicBezTo>
                    <a:pt x="9152" y="5318"/>
                    <a:pt x="9236" y="5329"/>
                    <a:pt x="9270" y="5342"/>
                  </a:cubicBezTo>
                  <a:cubicBezTo>
                    <a:pt x="9310" y="5359"/>
                    <a:pt x="9368" y="5412"/>
                    <a:pt x="9413" y="5425"/>
                  </a:cubicBezTo>
                  <a:cubicBezTo>
                    <a:pt x="9456" y="5437"/>
                    <a:pt x="9559" y="5426"/>
                    <a:pt x="9603" y="5437"/>
                  </a:cubicBezTo>
                  <a:cubicBezTo>
                    <a:pt x="9625" y="5442"/>
                    <a:pt x="9664" y="5460"/>
                    <a:pt x="9676" y="5472"/>
                  </a:cubicBezTo>
                  <a:cubicBezTo>
                    <a:pt x="9697" y="5492"/>
                    <a:pt x="9710" y="5541"/>
                    <a:pt x="9714" y="5565"/>
                  </a:cubicBezTo>
                  <a:cubicBezTo>
                    <a:pt x="9717" y="5578"/>
                    <a:pt x="9712" y="5606"/>
                    <a:pt x="9714" y="5620"/>
                  </a:cubicBezTo>
                  <a:cubicBezTo>
                    <a:pt x="9717" y="5633"/>
                    <a:pt x="9720" y="5660"/>
                    <a:pt x="9734" y="5671"/>
                  </a:cubicBezTo>
                  <a:cubicBezTo>
                    <a:pt x="9748" y="5683"/>
                    <a:pt x="9805" y="5686"/>
                    <a:pt x="9819" y="5698"/>
                  </a:cubicBezTo>
                  <a:cubicBezTo>
                    <a:pt x="9838" y="5714"/>
                    <a:pt x="9819" y="5761"/>
                    <a:pt x="9842" y="5775"/>
                  </a:cubicBezTo>
                  <a:cubicBezTo>
                    <a:pt x="9864" y="5789"/>
                    <a:pt x="9945" y="5777"/>
                    <a:pt x="9969" y="5791"/>
                  </a:cubicBezTo>
                  <a:cubicBezTo>
                    <a:pt x="10008" y="5813"/>
                    <a:pt x="10004" y="5888"/>
                    <a:pt x="10032" y="5916"/>
                  </a:cubicBezTo>
                  <a:cubicBezTo>
                    <a:pt x="10047" y="5932"/>
                    <a:pt x="10100" y="5950"/>
                    <a:pt x="10115" y="5966"/>
                  </a:cubicBezTo>
                  <a:cubicBezTo>
                    <a:pt x="10138" y="5990"/>
                    <a:pt x="10137" y="6051"/>
                    <a:pt x="10163" y="6074"/>
                  </a:cubicBezTo>
                  <a:cubicBezTo>
                    <a:pt x="10183" y="6092"/>
                    <a:pt x="10257" y="6109"/>
                    <a:pt x="10280" y="6127"/>
                  </a:cubicBezTo>
                  <a:cubicBezTo>
                    <a:pt x="10298" y="6141"/>
                    <a:pt x="10323" y="6174"/>
                    <a:pt x="10328" y="6192"/>
                  </a:cubicBezTo>
                  <a:cubicBezTo>
                    <a:pt x="10333" y="6214"/>
                    <a:pt x="10303" y="6260"/>
                    <a:pt x="10309" y="6282"/>
                  </a:cubicBezTo>
                  <a:cubicBezTo>
                    <a:pt x="10314" y="6304"/>
                    <a:pt x="10339" y="6347"/>
                    <a:pt x="10366" y="6361"/>
                  </a:cubicBezTo>
                  <a:cubicBezTo>
                    <a:pt x="10393" y="6375"/>
                    <a:pt x="10476" y="6370"/>
                    <a:pt x="10503" y="6385"/>
                  </a:cubicBezTo>
                  <a:cubicBezTo>
                    <a:pt x="10533" y="6402"/>
                    <a:pt x="10535" y="6459"/>
                    <a:pt x="10560" y="6479"/>
                  </a:cubicBezTo>
                  <a:cubicBezTo>
                    <a:pt x="10580" y="6496"/>
                    <a:pt x="10655" y="6509"/>
                    <a:pt x="10671" y="6528"/>
                  </a:cubicBezTo>
                  <a:cubicBezTo>
                    <a:pt x="10686" y="6546"/>
                    <a:pt x="10681" y="6591"/>
                    <a:pt x="10674" y="6611"/>
                  </a:cubicBezTo>
                  <a:cubicBezTo>
                    <a:pt x="10666" y="6635"/>
                    <a:pt x="10615" y="6676"/>
                    <a:pt x="10607" y="6699"/>
                  </a:cubicBezTo>
                  <a:cubicBezTo>
                    <a:pt x="10600" y="6721"/>
                    <a:pt x="10598" y="6769"/>
                    <a:pt x="10610" y="6790"/>
                  </a:cubicBezTo>
                  <a:cubicBezTo>
                    <a:pt x="10619" y="6804"/>
                    <a:pt x="10651" y="6830"/>
                    <a:pt x="10671" y="6839"/>
                  </a:cubicBezTo>
                  <a:cubicBezTo>
                    <a:pt x="10693" y="6849"/>
                    <a:pt x="10748" y="6854"/>
                    <a:pt x="10772" y="6860"/>
                  </a:cubicBezTo>
                  <a:cubicBezTo>
                    <a:pt x="10791" y="6866"/>
                    <a:pt x="10828" y="6878"/>
                    <a:pt x="10843" y="6886"/>
                  </a:cubicBezTo>
                  <a:cubicBezTo>
                    <a:pt x="10865" y="6899"/>
                    <a:pt x="10892" y="6935"/>
                    <a:pt x="10916" y="6947"/>
                  </a:cubicBezTo>
                  <a:cubicBezTo>
                    <a:pt x="10934" y="6956"/>
                    <a:pt x="10985" y="6963"/>
                    <a:pt x="11004" y="6973"/>
                  </a:cubicBezTo>
                  <a:cubicBezTo>
                    <a:pt x="11030" y="6985"/>
                    <a:pt x="11083" y="7015"/>
                    <a:pt x="11087" y="7035"/>
                  </a:cubicBezTo>
                  <a:cubicBezTo>
                    <a:pt x="11091" y="7056"/>
                    <a:pt x="11048" y="7093"/>
                    <a:pt x="11030" y="7110"/>
                  </a:cubicBezTo>
                  <a:cubicBezTo>
                    <a:pt x="11016" y="7124"/>
                    <a:pt x="10963" y="7143"/>
                    <a:pt x="10963" y="7160"/>
                  </a:cubicBezTo>
                  <a:cubicBezTo>
                    <a:pt x="10963" y="7176"/>
                    <a:pt x="11011" y="7200"/>
                    <a:pt x="11033" y="7209"/>
                  </a:cubicBezTo>
                  <a:cubicBezTo>
                    <a:pt x="11052" y="7216"/>
                    <a:pt x="11097" y="7232"/>
                    <a:pt x="11119" y="7228"/>
                  </a:cubicBezTo>
                  <a:cubicBezTo>
                    <a:pt x="11141" y="7225"/>
                    <a:pt x="11160" y="7195"/>
                    <a:pt x="11176" y="7185"/>
                  </a:cubicBezTo>
                  <a:cubicBezTo>
                    <a:pt x="11201" y="7170"/>
                    <a:pt x="11251" y="7138"/>
                    <a:pt x="11284" y="7132"/>
                  </a:cubicBezTo>
                  <a:cubicBezTo>
                    <a:pt x="11319" y="7126"/>
                    <a:pt x="11397" y="7130"/>
                    <a:pt x="11427" y="7142"/>
                  </a:cubicBezTo>
                  <a:cubicBezTo>
                    <a:pt x="11451" y="7151"/>
                    <a:pt x="11480" y="7185"/>
                    <a:pt x="11484" y="7203"/>
                  </a:cubicBezTo>
                  <a:cubicBezTo>
                    <a:pt x="11490" y="7225"/>
                    <a:pt x="11470" y="7269"/>
                    <a:pt x="11456" y="7289"/>
                  </a:cubicBezTo>
                  <a:cubicBezTo>
                    <a:pt x="11446" y="7303"/>
                    <a:pt x="11401" y="7322"/>
                    <a:pt x="11402" y="7337"/>
                  </a:cubicBezTo>
                  <a:cubicBezTo>
                    <a:pt x="11402" y="7352"/>
                    <a:pt x="11449" y="7372"/>
                    <a:pt x="11462" y="7386"/>
                  </a:cubicBezTo>
                  <a:cubicBezTo>
                    <a:pt x="11474" y="7399"/>
                    <a:pt x="11485" y="7430"/>
                    <a:pt x="11503" y="7441"/>
                  </a:cubicBezTo>
                  <a:cubicBezTo>
                    <a:pt x="11518" y="7449"/>
                    <a:pt x="11559" y="7461"/>
                    <a:pt x="11579" y="7460"/>
                  </a:cubicBezTo>
                  <a:cubicBezTo>
                    <a:pt x="11611" y="7459"/>
                    <a:pt x="11659" y="7425"/>
                    <a:pt x="11691" y="7423"/>
                  </a:cubicBezTo>
                  <a:cubicBezTo>
                    <a:pt x="11717" y="7422"/>
                    <a:pt x="11766" y="7436"/>
                    <a:pt x="11789" y="7443"/>
                  </a:cubicBezTo>
                  <a:cubicBezTo>
                    <a:pt x="11814" y="7451"/>
                    <a:pt x="11852" y="7477"/>
                    <a:pt x="11878" y="7482"/>
                  </a:cubicBezTo>
                  <a:cubicBezTo>
                    <a:pt x="11899" y="7486"/>
                    <a:pt x="11944" y="7484"/>
                    <a:pt x="11964" y="7480"/>
                  </a:cubicBezTo>
                  <a:cubicBezTo>
                    <a:pt x="11998" y="7473"/>
                    <a:pt x="12047" y="7438"/>
                    <a:pt x="12078" y="7427"/>
                  </a:cubicBezTo>
                  <a:cubicBezTo>
                    <a:pt x="12110" y="7416"/>
                    <a:pt x="12179" y="7397"/>
                    <a:pt x="12215" y="7395"/>
                  </a:cubicBezTo>
                  <a:cubicBezTo>
                    <a:pt x="12241" y="7394"/>
                    <a:pt x="12295" y="7401"/>
                    <a:pt x="12317" y="7409"/>
                  </a:cubicBezTo>
                  <a:cubicBezTo>
                    <a:pt x="12349" y="7422"/>
                    <a:pt x="12402" y="7461"/>
                    <a:pt x="12412" y="7484"/>
                  </a:cubicBezTo>
                  <a:cubicBezTo>
                    <a:pt x="12422" y="7506"/>
                    <a:pt x="12405" y="7555"/>
                    <a:pt x="12390" y="7576"/>
                  </a:cubicBezTo>
                  <a:cubicBezTo>
                    <a:pt x="12378" y="7592"/>
                    <a:pt x="12328" y="7614"/>
                    <a:pt x="12317" y="7629"/>
                  </a:cubicBezTo>
                  <a:cubicBezTo>
                    <a:pt x="12303" y="7648"/>
                    <a:pt x="12311" y="7692"/>
                    <a:pt x="12298" y="7710"/>
                  </a:cubicBezTo>
                  <a:cubicBezTo>
                    <a:pt x="12288" y="7723"/>
                    <a:pt x="12248" y="7741"/>
                    <a:pt x="12237" y="7754"/>
                  </a:cubicBezTo>
                  <a:cubicBezTo>
                    <a:pt x="12217" y="7777"/>
                    <a:pt x="12210" y="7831"/>
                    <a:pt x="12193" y="7856"/>
                  </a:cubicBezTo>
                  <a:cubicBezTo>
                    <a:pt x="12185" y="7867"/>
                    <a:pt x="12167" y="7893"/>
                    <a:pt x="12148" y="7899"/>
                  </a:cubicBezTo>
                  <a:cubicBezTo>
                    <a:pt x="12125" y="7906"/>
                    <a:pt x="12063" y="7885"/>
                    <a:pt x="12044" y="7895"/>
                  </a:cubicBezTo>
                  <a:cubicBezTo>
                    <a:pt x="12022" y="7906"/>
                    <a:pt x="12021" y="7947"/>
                    <a:pt x="12031" y="7964"/>
                  </a:cubicBezTo>
                  <a:cubicBezTo>
                    <a:pt x="12038" y="7978"/>
                    <a:pt x="12089" y="7991"/>
                    <a:pt x="12098" y="8005"/>
                  </a:cubicBezTo>
                  <a:cubicBezTo>
                    <a:pt x="12109" y="8023"/>
                    <a:pt x="12106" y="8064"/>
                    <a:pt x="12094" y="8082"/>
                  </a:cubicBezTo>
                  <a:cubicBezTo>
                    <a:pt x="12079" y="8107"/>
                    <a:pt x="12015" y="8145"/>
                    <a:pt x="11983" y="8162"/>
                  </a:cubicBezTo>
                  <a:cubicBezTo>
                    <a:pt x="11958" y="8176"/>
                    <a:pt x="11880" y="8188"/>
                    <a:pt x="11869" y="8208"/>
                  </a:cubicBezTo>
                  <a:cubicBezTo>
                    <a:pt x="11858" y="8228"/>
                    <a:pt x="11914" y="8267"/>
                    <a:pt x="11916" y="8288"/>
                  </a:cubicBezTo>
                  <a:cubicBezTo>
                    <a:pt x="11918" y="8309"/>
                    <a:pt x="11900" y="8351"/>
                    <a:pt x="11885" y="8369"/>
                  </a:cubicBezTo>
                  <a:cubicBezTo>
                    <a:pt x="11873" y="8382"/>
                    <a:pt x="11831" y="8399"/>
                    <a:pt x="11821" y="8412"/>
                  </a:cubicBezTo>
                  <a:cubicBezTo>
                    <a:pt x="11805" y="8433"/>
                    <a:pt x="11825" y="8487"/>
                    <a:pt x="11799" y="8503"/>
                  </a:cubicBezTo>
                  <a:cubicBezTo>
                    <a:pt x="11780" y="8514"/>
                    <a:pt x="11715" y="8501"/>
                    <a:pt x="11694" y="8510"/>
                  </a:cubicBezTo>
                  <a:cubicBezTo>
                    <a:pt x="11671" y="8521"/>
                    <a:pt x="11647" y="8558"/>
                    <a:pt x="11649" y="8575"/>
                  </a:cubicBezTo>
                  <a:cubicBezTo>
                    <a:pt x="11652" y="8594"/>
                    <a:pt x="11705" y="8619"/>
                    <a:pt x="11713" y="8636"/>
                  </a:cubicBezTo>
                  <a:cubicBezTo>
                    <a:pt x="11726" y="8664"/>
                    <a:pt x="11731" y="8726"/>
                    <a:pt x="11713" y="8752"/>
                  </a:cubicBezTo>
                  <a:cubicBezTo>
                    <a:pt x="11700" y="8772"/>
                    <a:pt x="11648" y="8806"/>
                    <a:pt x="11614" y="8811"/>
                  </a:cubicBezTo>
                  <a:cubicBezTo>
                    <a:pt x="11592" y="8815"/>
                    <a:pt x="11546" y="8799"/>
                    <a:pt x="11522" y="8798"/>
                  </a:cubicBezTo>
                  <a:cubicBezTo>
                    <a:pt x="11499" y="8796"/>
                    <a:pt x="11450" y="8794"/>
                    <a:pt x="11430" y="8802"/>
                  </a:cubicBezTo>
                  <a:cubicBezTo>
                    <a:pt x="11411" y="8808"/>
                    <a:pt x="11388" y="8834"/>
                    <a:pt x="11383" y="8847"/>
                  </a:cubicBezTo>
                  <a:cubicBezTo>
                    <a:pt x="11374" y="8866"/>
                    <a:pt x="11369" y="8910"/>
                    <a:pt x="11389" y="8926"/>
                  </a:cubicBezTo>
                  <a:cubicBezTo>
                    <a:pt x="11405" y="8938"/>
                    <a:pt x="11466" y="8936"/>
                    <a:pt x="11491" y="8941"/>
                  </a:cubicBezTo>
                  <a:cubicBezTo>
                    <a:pt x="11514" y="8946"/>
                    <a:pt x="11567" y="8954"/>
                    <a:pt x="11579" y="8967"/>
                  </a:cubicBezTo>
                  <a:cubicBezTo>
                    <a:pt x="11595" y="8983"/>
                    <a:pt x="11579" y="9025"/>
                    <a:pt x="11570" y="9043"/>
                  </a:cubicBezTo>
                  <a:cubicBezTo>
                    <a:pt x="11562" y="9059"/>
                    <a:pt x="11527" y="9086"/>
                    <a:pt x="11513" y="9101"/>
                  </a:cubicBezTo>
                  <a:cubicBezTo>
                    <a:pt x="11492" y="9122"/>
                    <a:pt x="11440" y="9164"/>
                    <a:pt x="11434" y="9189"/>
                  </a:cubicBezTo>
                  <a:cubicBezTo>
                    <a:pt x="11428" y="9211"/>
                    <a:pt x="11437" y="9258"/>
                    <a:pt x="11459" y="9275"/>
                  </a:cubicBezTo>
                  <a:cubicBezTo>
                    <a:pt x="11474" y="9288"/>
                    <a:pt x="11531" y="9292"/>
                    <a:pt x="11551" y="9301"/>
                  </a:cubicBezTo>
                  <a:cubicBezTo>
                    <a:pt x="11569" y="9310"/>
                    <a:pt x="11604" y="9331"/>
                    <a:pt x="11612" y="9344"/>
                  </a:cubicBezTo>
                  <a:cubicBezTo>
                    <a:pt x="11622" y="9365"/>
                    <a:pt x="11610" y="9410"/>
                    <a:pt x="11602" y="9431"/>
                  </a:cubicBezTo>
                  <a:cubicBezTo>
                    <a:pt x="11597" y="9444"/>
                    <a:pt x="11567" y="9467"/>
                    <a:pt x="11567" y="9480"/>
                  </a:cubicBezTo>
                  <a:cubicBezTo>
                    <a:pt x="11567" y="9499"/>
                    <a:pt x="11601" y="9534"/>
                    <a:pt x="11614" y="9551"/>
                  </a:cubicBezTo>
                  <a:cubicBezTo>
                    <a:pt x="11628" y="9567"/>
                    <a:pt x="11673" y="9596"/>
                    <a:pt x="11678" y="9614"/>
                  </a:cubicBezTo>
                  <a:cubicBezTo>
                    <a:pt x="11683" y="9632"/>
                    <a:pt x="11673" y="9671"/>
                    <a:pt x="11653" y="9685"/>
                  </a:cubicBezTo>
                  <a:cubicBezTo>
                    <a:pt x="11630" y="9699"/>
                    <a:pt x="11558" y="9702"/>
                    <a:pt x="11525" y="9704"/>
                  </a:cubicBezTo>
                  <a:cubicBezTo>
                    <a:pt x="11509" y="9705"/>
                    <a:pt x="11475" y="9704"/>
                    <a:pt x="11459" y="9702"/>
                  </a:cubicBezTo>
                  <a:cubicBezTo>
                    <a:pt x="11437" y="9700"/>
                    <a:pt x="11398" y="9687"/>
                    <a:pt x="11376" y="9687"/>
                  </a:cubicBezTo>
                  <a:cubicBezTo>
                    <a:pt x="11340" y="9685"/>
                    <a:pt x="11258" y="9684"/>
                    <a:pt x="11233" y="9700"/>
                  </a:cubicBezTo>
                  <a:cubicBezTo>
                    <a:pt x="11213" y="9713"/>
                    <a:pt x="11231" y="9756"/>
                    <a:pt x="11217" y="9771"/>
                  </a:cubicBezTo>
                  <a:cubicBezTo>
                    <a:pt x="11200" y="9791"/>
                    <a:pt x="11135" y="9815"/>
                    <a:pt x="11106" y="9828"/>
                  </a:cubicBezTo>
                  <a:cubicBezTo>
                    <a:pt x="11083" y="9838"/>
                    <a:pt x="11022" y="9849"/>
                    <a:pt x="11011" y="9865"/>
                  </a:cubicBezTo>
                  <a:cubicBezTo>
                    <a:pt x="11000" y="9881"/>
                    <a:pt x="11029" y="9914"/>
                    <a:pt x="11033" y="9931"/>
                  </a:cubicBezTo>
                  <a:cubicBezTo>
                    <a:pt x="11037" y="9946"/>
                    <a:pt x="11034" y="9979"/>
                    <a:pt x="11046" y="9993"/>
                  </a:cubicBezTo>
                  <a:cubicBezTo>
                    <a:pt x="11061" y="10012"/>
                    <a:pt x="11126" y="10033"/>
                    <a:pt x="11144" y="10051"/>
                  </a:cubicBezTo>
                  <a:cubicBezTo>
                    <a:pt x="11161" y="10067"/>
                    <a:pt x="11181" y="10104"/>
                    <a:pt x="11186" y="10123"/>
                  </a:cubicBezTo>
                  <a:cubicBezTo>
                    <a:pt x="11189" y="10138"/>
                    <a:pt x="11187" y="10168"/>
                    <a:pt x="11179" y="10182"/>
                  </a:cubicBezTo>
                  <a:cubicBezTo>
                    <a:pt x="11168" y="10203"/>
                    <a:pt x="11134" y="10246"/>
                    <a:pt x="11103" y="10257"/>
                  </a:cubicBezTo>
                  <a:cubicBezTo>
                    <a:pt x="11079" y="10265"/>
                    <a:pt x="11018" y="10251"/>
                    <a:pt x="10992" y="10257"/>
                  </a:cubicBezTo>
                  <a:cubicBezTo>
                    <a:pt x="10970" y="10262"/>
                    <a:pt x="10928" y="10282"/>
                    <a:pt x="10922" y="10296"/>
                  </a:cubicBezTo>
                  <a:cubicBezTo>
                    <a:pt x="10916" y="10311"/>
                    <a:pt x="10952" y="10338"/>
                    <a:pt x="10950" y="10353"/>
                  </a:cubicBezTo>
                  <a:cubicBezTo>
                    <a:pt x="10949" y="10368"/>
                    <a:pt x="10915" y="10392"/>
                    <a:pt x="10910" y="10406"/>
                  </a:cubicBezTo>
                  <a:cubicBezTo>
                    <a:pt x="10902" y="10422"/>
                    <a:pt x="10888" y="10458"/>
                    <a:pt x="10902" y="10471"/>
                  </a:cubicBezTo>
                  <a:cubicBezTo>
                    <a:pt x="10915" y="10483"/>
                    <a:pt x="10966" y="10483"/>
                    <a:pt x="10985" y="10489"/>
                  </a:cubicBezTo>
                  <a:cubicBezTo>
                    <a:pt x="11006" y="10495"/>
                    <a:pt x="11044" y="10513"/>
                    <a:pt x="11065" y="10519"/>
                  </a:cubicBezTo>
                  <a:cubicBezTo>
                    <a:pt x="11091" y="10525"/>
                    <a:pt x="11152" y="10525"/>
                    <a:pt x="11173" y="10536"/>
                  </a:cubicBezTo>
                  <a:cubicBezTo>
                    <a:pt x="11204" y="10553"/>
                    <a:pt x="11207" y="10613"/>
                    <a:pt x="11233" y="10632"/>
                  </a:cubicBezTo>
                  <a:cubicBezTo>
                    <a:pt x="11261" y="10653"/>
                    <a:pt x="11347" y="10670"/>
                    <a:pt x="11380" y="10688"/>
                  </a:cubicBezTo>
                  <a:cubicBezTo>
                    <a:pt x="11403" y="10701"/>
                    <a:pt x="11446" y="10731"/>
                    <a:pt x="11459" y="10748"/>
                  </a:cubicBezTo>
                  <a:cubicBezTo>
                    <a:pt x="11471" y="10764"/>
                    <a:pt x="11467" y="10802"/>
                    <a:pt x="11481" y="10817"/>
                  </a:cubicBezTo>
                  <a:cubicBezTo>
                    <a:pt x="11492" y="10829"/>
                    <a:pt x="11526" y="10852"/>
                    <a:pt x="11548" y="10853"/>
                  </a:cubicBezTo>
                  <a:cubicBezTo>
                    <a:pt x="11564" y="10854"/>
                    <a:pt x="11587" y="10834"/>
                    <a:pt x="11602" y="10831"/>
                  </a:cubicBezTo>
                  <a:cubicBezTo>
                    <a:pt x="11626" y="10826"/>
                    <a:pt x="11680" y="10832"/>
                    <a:pt x="11703" y="10825"/>
                  </a:cubicBezTo>
                  <a:cubicBezTo>
                    <a:pt x="11732" y="10817"/>
                    <a:pt x="11772" y="10783"/>
                    <a:pt x="11792" y="10768"/>
                  </a:cubicBezTo>
                  <a:cubicBezTo>
                    <a:pt x="11806" y="10758"/>
                    <a:pt x="11835" y="10739"/>
                    <a:pt x="11843" y="10727"/>
                  </a:cubicBezTo>
                  <a:cubicBezTo>
                    <a:pt x="11853" y="10713"/>
                    <a:pt x="11842" y="10680"/>
                    <a:pt x="11856" y="10668"/>
                  </a:cubicBezTo>
                  <a:cubicBezTo>
                    <a:pt x="11869" y="10656"/>
                    <a:pt x="11916" y="10641"/>
                    <a:pt x="11939" y="10642"/>
                  </a:cubicBezTo>
                  <a:cubicBezTo>
                    <a:pt x="11964" y="10644"/>
                    <a:pt x="11993" y="10679"/>
                    <a:pt x="12018" y="10682"/>
                  </a:cubicBezTo>
                  <a:cubicBezTo>
                    <a:pt x="12066" y="10686"/>
                    <a:pt x="12160" y="10655"/>
                    <a:pt x="12203" y="10641"/>
                  </a:cubicBezTo>
                  <a:cubicBezTo>
                    <a:pt x="12216" y="10636"/>
                    <a:pt x="12239" y="10624"/>
                    <a:pt x="12250" y="10617"/>
                  </a:cubicBezTo>
                  <a:cubicBezTo>
                    <a:pt x="12268" y="10605"/>
                    <a:pt x="12290" y="10571"/>
                    <a:pt x="12313" y="10564"/>
                  </a:cubicBezTo>
                  <a:cubicBezTo>
                    <a:pt x="12335" y="10556"/>
                    <a:pt x="12389" y="10566"/>
                    <a:pt x="12412" y="10560"/>
                  </a:cubicBezTo>
                  <a:cubicBezTo>
                    <a:pt x="12426" y="10556"/>
                    <a:pt x="12450" y="10544"/>
                    <a:pt x="12457" y="10536"/>
                  </a:cubicBezTo>
                  <a:cubicBezTo>
                    <a:pt x="12472" y="10519"/>
                    <a:pt x="12453" y="10473"/>
                    <a:pt x="12473" y="10457"/>
                  </a:cubicBezTo>
                  <a:cubicBezTo>
                    <a:pt x="12489" y="10445"/>
                    <a:pt x="12546" y="10440"/>
                    <a:pt x="12571" y="10434"/>
                  </a:cubicBezTo>
                  <a:cubicBezTo>
                    <a:pt x="12595" y="10428"/>
                    <a:pt x="12652" y="10423"/>
                    <a:pt x="12669" y="10410"/>
                  </a:cubicBezTo>
                  <a:cubicBezTo>
                    <a:pt x="12692" y="10395"/>
                    <a:pt x="12691" y="10350"/>
                    <a:pt x="12701" y="10330"/>
                  </a:cubicBezTo>
                  <a:cubicBezTo>
                    <a:pt x="12709" y="10313"/>
                    <a:pt x="12717" y="10276"/>
                    <a:pt x="12739" y="10267"/>
                  </a:cubicBezTo>
                  <a:cubicBezTo>
                    <a:pt x="12759" y="10258"/>
                    <a:pt x="12812" y="10260"/>
                    <a:pt x="12834" y="10265"/>
                  </a:cubicBezTo>
                  <a:cubicBezTo>
                    <a:pt x="12862" y="10270"/>
                    <a:pt x="12907" y="10295"/>
                    <a:pt x="12927" y="10308"/>
                  </a:cubicBezTo>
                  <a:cubicBezTo>
                    <a:pt x="12945" y="10321"/>
                    <a:pt x="12967" y="10351"/>
                    <a:pt x="12981" y="10365"/>
                  </a:cubicBezTo>
                  <a:cubicBezTo>
                    <a:pt x="12997" y="10381"/>
                    <a:pt x="13043" y="10409"/>
                    <a:pt x="13048" y="10428"/>
                  </a:cubicBezTo>
                  <a:cubicBezTo>
                    <a:pt x="13053" y="10448"/>
                    <a:pt x="12999" y="10488"/>
                    <a:pt x="13013" y="10507"/>
                  </a:cubicBezTo>
                  <a:cubicBezTo>
                    <a:pt x="13023" y="10521"/>
                    <a:pt x="13079" y="10532"/>
                    <a:pt x="13105" y="10534"/>
                  </a:cubicBezTo>
                  <a:cubicBezTo>
                    <a:pt x="13128" y="10536"/>
                    <a:pt x="13173" y="10520"/>
                    <a:pt x="13197" y="10520"/>
                  </a:cubicBezTo>
                  <a:cubicBezTo>
                    <a:pt x="13217" y="10521"/>
                    <a:pt x="13258" y="10530"/>
                    <a:pt x="13273" y="10538"/>
                  </a:cubicBezTo>
                  <a:cubicBezTo>
                    <a:pt x="13291" y="10547"/>
                    <a:pt x="13314" y="10575"/>
                    <a:pt x="13321" y="10589"/>
                  </a:cubicBezTo>
                  <a:cubicBezTo>
                    <a:pt x="13327" y="10604"/>
                    <a:pt x="13330" y="10636"/>
                    <a:pt x="13321" y="10650"/>
                  </a:cubicBezTo>
                  <a:cubicBezTo>
                    <a:pt x="13313" y="10662"/>
                    <a:pt x="13271" y="10676"/>
                    <a:pt x="13261" y="10688"/>
                  </a:cubicBezTo>
                  <a:cubicBezTo>
                    <a:pt x="13236" y="10714"/>
                    <a:pt x="13191" y="10777"/>
                    <a:pt x="13209" y="10806"/>
                  </a:cubicBezTo>
                  <a:cubicBezTo>
                    <a:pt x="13220" y="10822"/>
                    <a:pt x="13278" y="10836"/>
                    <a:pt x="13305" y="10841"/>
                  </a:cubicBezTo>
                  <a:cubicBezTo>
                    <a:pt x="13327" y="10845"/>
                    <a:pt x="13378" y="10833"/>
                    <a:pt x="13397" y="10841"/>
                  </a:cubicBezTo>
                  <a:cubicBezTo>
                    <a:pt x="13420" y="10851"/>
                    <a:pt x="13436" y="10887"/>
                    <a:pt x="13438" y="10904"/>
                  </a:cubicBezTo>
                  <a:cubicBezTo>
                    <a:pt x="13441" y="10920"/>
                    <a:pt x="13431" y="10955"/>
                    <a:pt x="13416" y="10969"/>
                  </a:cubicBezTo>
                  <a:cubicBezTo>
                    <a:pt x="13398" y="10985"/>
                    <a:pt x="13323" y="10994"/>
                    <a:pt x="13308" y="11012"/>
                  </a:cubicBezTo>
                  <a:cubicBezTo>
                    <a:pt x="13296" y="11027"/>
                    <a:pt x="13318" y="11062"/>
                    <a:pt x="13318" y="11079"/>
                  </a:cubicBezTo>
                  <a:cubicBezTo>
                    <a:pt x="13318" y="11099"/>
                    <a:pt x="13294" y="11139"/>
                    <a:pt x="13305" y="11157"/>
                  </a:cubicBezTo>
                  <a:cubicBezTo>
                    <a:pt x="13316" y="11177"/>
                    <a:pt x="13388" y="11196"/>
                    <a:pt x="13400" y="11215"/>
                  </a:cubicBezTo>
                  <a:cubicBezTo>
                    <a:pt x="13411" y="11232"/>
                    <a:pt x="13395" y="11271"/>
                    <a:pt x="13391" y="11289"/>
                  </a:cubicBezTo>
                  <a:cubicBezTo>
                    <a:pt x="13386" y="11311"/>
                    <a:pt x="13358" y="11354"/>
                    <a:pt x="13362" y="11376"/>
                  </a:cubicBezTo>
                  <a:cubicBezTo>
                    <a:pt x="13365" y="11397"/>
                    <a:pt x="13401" y="11435"/>
                    <a:pt x="13416" y="11454"/>
                  </a:cubicBezTo>
                  <a:cubicBezTo>
                    <a:pt x="13436" y="11480"/>
                    <a:pt x="13497" y="11524"/>
                    <a:pt x="13508" y="11551"/>
                  </a:cubicBezTo>
                  <a:cubicBezTo>
                    <a:pt x="13516" y="11571"/>
                    <a:pt x="13490" y="11613"/>
                    <a:pt x="13502" y="11632"/>
                  </a:cubicBezTo>
                  <a:cubicBezTo>
                    <a:pt x="13511" y="11646"/>
                    <a:pt x="13561" y="11660"/>
                    <a:pt x="13575" y="11673"/>
                  </a:cubicBezTo>
                  <a:cubicBezTo>
                    <a:pt x="13595" y="11691"/>
                    <a:pt x="13607" y="11737"/>
                    <a:pt x="13626" y="11755"/>
                  </a:cubicBezTo>
                  <a:cubicBezTo>
                    <a:pt x="13645" y="11774"/>
                    <a:pt x="13714" y="11798"/>
                    <a:pt x="13728" y="11818"/>
                  </a:cubicBezTo>
                  <a:cubicBezTo>
                    <a:pt x="13744" y="11842"/>
                    <a:pt x="13731" y="11895"/>
                    <a:pt x="13731" y="11921"/>
                  </a:cubicBezTo>
                  <a:cubicBezTo>
                    <a:pt x="13731" y="11940"/>
                    <a:pt x="13716" y="11980"/>
                    <a:pt x="13728" y="11997"/>
                  </a:cubicBezTo>
                  <a:cubicBezTo>
                    <a:pt x="13741" y="12016"/>
                    <a:pt x="13796" y="12044"/>
                    <a:pt x="13826" y="12054"/>
                  </a:cubicBezTo>
                  <a:cubicBezTo>
                    <a:pt x="13850" y="12062"/>
                    <a:pt x="13914" y="12057"/>
                    <a:pt x="13931" y="12070"/>
                  </a:cubicBezTo>
                  <a:cubicBezTo>
                    <a:pt x="13953" y="12087"/>
                    <a:pt x="13925" y="12135"/>
                    <a:pt x="13931" y="12157"/>
                  </a:cubicBezTo>
                  <a:cubicBezTo>
                    <a:pt x="13935" y="12172"/>
                    <a:pt x="13947" y="12205"/>
                    <a:pt x="13966" y="12216"/>
                  </a:cubicBezTo>
                  <a:cubicBezTo>
                    <a:pt x="13993" y="12230"/>
                    <a:pt x="14081" y="12218"/>
                    <a:pt x="14105" y="12233"/>
                  </a:cubicBezTo>
                  <a:cubicBezTo>
                    <a:pt x="14133" y="12250"/>
                    <a:pt x="14126" y="12303"/>
                    <a:pt x="14137" y="12326"/>
                  </a:cubicBezTo>
                  <a:cubicBezTo>
                    <a:pt x="14144" y="12340"/>
                    <a:pt x="14176" y="12366"/>
                    <a:pt x="14172" y="12381"/>
                  </a:cubicBezTo>
                  <a:cubicBezTo>
                    <a:pt x="14168" y="12401"/>
                    <a:pt x="14106" y="12426"/>
                    <a:pt x="14093" y="12444"/>
                  </a:cubicBezTo>
                  <a:cubicBezTo>
                    <a:pt x="14079" y="12464"/>
                    <a:pt x="14088" y="12511"/>
                    <a:pt x="14071" y="12530"/>
                  </a:cubicBezTo>
                  <a:cubicBezTo>
                    <a:pt x="14057" y="12545"/>
                    <a:pt x="14011" y="12568"/>
                    <a:pt x="13985" y="12574"/>
                  </a:cubicBezTo>
                  <a:cubicBezTo>
                    <a:pt x="13968" y="12577"/>
                    <a:pt x="13926" y="12566"/>
                    <a:pt x="13912" y="12574"/>
                  </a:cubicBezTo>
                  <a:cubicBezTo>
                    <a:pt x="13898" y="12581"/>
                    <a:pt x="13901" y="12607"/>
                    <a:pt x="13902" y="12619"/>
                  </a:cubicBezTo>
                  <a:cubicBezTo>
                    <a:pt x="13904" y="12636"/>
                    <a:pt x="13929" y="12667"/>
                    <a:pt x="13934" y="12684"/>
                  </a:cubicBezTo>
                  <a:cubicBezTo>
                    <a:pt x="13941" y="12706"/>
                    <a:pt x="13931" y="12753"/>
                    <a:pt x="13943" y="12774"/>
                  </a:cubicBezTo>
                  <a:cubicBezTo>
                    <a:pt x="13956" y="12797"/>
                    <a:pt x="14000" y="12837"/>
                    <a:pt x="14029" y="12853"/>
                  </a:cubicBezTo>
                  <a:cubicBezTo>
                    <a:pt x="14054" y="12866"/>
                    <a:pt x="14120" y="12876"/>
                    <a:pt x="14147" y="12888"/>
                  </a:cubicBezTo>
                  <a:cubicBezTo>
                    <a:pt x="14166" y="12897"/>
                    <a:pt x="14203" y="12917"/>
                    <a:pt x="14214" y="12929"/>
                  </a:cubicBezTo>
                  <a:cubicBezTo>
                    <a:pt x="14227" y="12945"/>
                    <a:pt x="14222" y="12982"/>
                    <a:pt x="14233" y="12998"/>
                  </a:cubicBezTo>
                  <a:cubicBezTo>
                    <a:pt x="14245" y="13017"/>
                    <a:pt x="14275" y="13057"/>
                    <a:pt x="14306" y="13063"/>
                  </a:cubicBezTo>
                  <a:cubicBezTo>
                    <a:pt x="14335" y="13069"/>
                    <a:pt x="14397" y="13046"/>
                    <a:pt x="14423" y="13036"/>
                  </a:cubicBezTo>
                  <a:cubicBezTo>
                    <a:pt x="14449" y="13026"/>
                    <a:pt x="14485" y="12992"/>
                    <a:pt x="14512" y="12985"/>
                  </a:cubicBezTo>
                  <a:cubicBezTo>
                    <a:pt x="14544" y="12975"/>
                    <a:pt x="14618" y="12967"/>
                    <a:pt x="14652" y="12973"/>
                  </a:cubicBezTo>
                  <a:cubicBezTo>
                    <a:pt x="14683" y="12978"/>
                    <a:pt x="14729" y="13008"/>
                    <a:pt x="14751" y="13022"/>
                  </a:cubicBezTo>
                  <a:cubicBezTo>
                    <a:pt x="14777" y="13040"/>
                    <a:pt x="14810" y="13087"/>
                    <a:pt x="14840" y="13103"/>
                  </a:cubicBezTo>
                  <a:cubicBezTo>
                    <a:pt x="14861" y="13114"/>
                    <a:pt x="14922" y="13118"/>
                    <a:pt x="14938" y="13132"/>
                  </a:cubicBezTo>
                  <a:cubicBezTo>
                    <a:pt x="14955" y="13146"/>
                    <a:pt x="14941" y="13186"/>
                    <a:pt x="14951" y="13203"/>
                  </a:cubicBezTo>
                  <a:cubicBezTo>
                    <a:pt x="14959" y="13218"/>
                    <a:pt x="14998" y="13241"/>
                    <a:pt x="15005" y="13256"/>
                  </a:cubicBezTo>
                  <a:cubicBezTo>
                    <a:pt x="15014" y="13276"/>
                    <a:pt x="14994" y="13320"/>
                    <a:pt x="15008" y="13339"/>
                  </a:cubicBezTo>
                  <a:cubicBezTo>
                    <a:pt x="15020" y="13355"/>
                    <a:pt x="15078" y="13372"/>
                    <a:pt x="15094" y="13388"/>
                  </a:cubicBezTo>
                  <a:cubicBezTo>
                    <a:pt x="15115" y="13409"/>
                    <a:pt x="15132" y="13458"/>
                    <a:pt x="15141" y="13482"/>
                  </a:cubicBezTo>
                  <a:cubicBezTo>
                    <a:pt x="15147" y="13501"/>
                    <a:pt x="15163" y="13541"/>
                    <a:pt x="15157" y="13561"/>
                  </a:cubicBezTo>
                  <a:cubicBezTo>
                    <a:pt x="15153" y="13575"/>
                    <a:pt x="15129" y="13603"/>
                    <a:pt x="15111" y="13613"/>
                  </a:cubicBezTo>
                  <a:cubicBezTo>
                    <a:pt x="15096" y="13621"/>
                    <a:pt x="15049" y="13621"/>
                    <a:pt x="15039" y="13631"/>
                  </a:cubicBezTo>
                  <a:cubicBezTo>
                    <a:pt x="15023" y="13646"/>
                    <a:pt x="15033" y="13686"/>
                    <a:pt x="15043" y="13702"/>
                  </a:cubicBezTo>
                  <a:cubicBezTo>
                    <a:pt x="15054" y="13720"/>
                    <a:pt x="15107" y="13745"/>
                    <a:pt x="15119" y="13763"/>
                  </a:cubicBezTo>
                  <a:cubicBezTo>
                    <a:pt x="15129" y="13777"/>
                    <a:pt x="15127" y="13810"/>
                    <a:pt x="15132" y="13826"/>
                  </a:cubicBezTo>
                  <a:cubicBezTo>
                    <a:pt x="15136" y="13838"/>
                    <a:pt x="15152" y="13863"/>
                    <a:pt x="15153" y="13875"/>
                  </a:cubicBezTo>
                  <a:cubicBezTo>
                    <a:pt x="15154" y="13891"/>
                    <a:pt x="15137" y="13923"/>
                    <a:pt x="15136" y="13938"/>
                  </a:cubicBezTo>
                  <a:cubicBezTo>
                    <a:pt x="15135" y="13961"/>
                    <a:pt x="15149" y="14022"/>
                    <a:pt x="15149" y="14030"/>
                  </a:cubicBezTo>
                  <a:cubicBezTo>
                    <a:pt x="15149" y="14038"/>
                    <a:pt x="15164" y="14103"/>
                    <a:pt x="15183" y="14124"/>
                  </a:cubicBezTo>
                  <a:cubicBezTo>
                    <a:pt x="15200" y="14144"/>
                    <a:pt x="15254" y="14173"/>
                    <a:pt x="15280" y="14187"/>
                  </a:cubicBezTo>
                  <a:cubicBezTo>
                    <a:pt x="15304" y="14201"/>
                    <a:pt x="15355" y="14224"/>
                    <a:pt x="15382" y="14234"/>
                  </a:cubicBezTo>
                  <a:cubicBezTo>
                    <a:pt x="15406" y="14244"/>
                    <a:pt x="15465" y="14255"/>
                    <a:pt x="15483" y="14269"/>
                  </a:cubicBezTo>
                  <a:cubicBezTo>
                    <a:pt x="15504" y="14283"/>
                    <a:pt x="15512" y="14323"/>
                    <a:pt x="15526" y="14339"/>
                  </a:cubicBezTo>
                  <a:cubicBezTo>
                    <a:pt x="15540" y="14357"/>
                    <a:pt x="15570" y="14394"/>
                    <a:pt x="15598" y="14403"/>
                  </a:cubicBezTo>
                  <a:cubicBezTo>
                    <a:pt x="15626" y="14411"/>
                    <a:pt x="15695" y="14406"/>
                    <a:pt x="15725" y="14400"/>
                  </a:cubicBezTo>
                  <a:cubicBezTo>
                    <a:pt x="15748" y="14395"/>
                    <a:pt x="15795" y="14377"/>
                    <a:pt x="15806" y="14363"/>
                  </a:cubicBezTo>
                  <a:cubicBezTo>
                    <a:pt x="15819" y="14344"/>
                    <a:pt x="15798" y="14302"/>
                    <a:pt x="15788" y="14282"/>
                  </a:cubicBezTo>
                  <a:cubicBezTo>
                    <a:pt x="15781" y="14266"/>
                    <a:pt x="15747" y="14240"/>
                    <a:pt x="15742" y="14224"/>
                  </a:cubicBezTo>
                  <a:cubicBezTo>
                    <a:pt x="15738" y="14211"/>
                    <a:pt x="15742" y="14184"/>
                    <a:pt x="15751" y="14172"/>
                  </a:cubicBezTo>
                  <a:cubicBezTo>
                    <a:pt x="15763" y="14154"/>
                    <a:pt x="15809" y="14125"/>
                    <a:pt x="15831" y="14112"/>
                  </a:cubicBezTo>
                  <a:cubicBezTo>
                    <a:pt x="15860" y="14093"/>
                    <a:pt x="15919" y="14053"/>
                    <a:pt x="15958" y="14043"/>
                  </a:cubicBezTo>
                  <a:cubicBezTo>
                    <a:pt x="15982" y="14037"/>
                    <a:pt x="16035" y="14043"/>
                    <a:pt x="16060" y="14041"/>
                  </a:cubicBezTo>
                  <a:cubicBezTo>
                    <a:pt x="16084" y="14038"/>
                    <a:pt x="16129" y="14022"/>
                    <a:pt x="16153" y="14022"/>
                  </a:cubicBezTo>
                  <a:cubicBezTo>
                    <a:pt x="16178" y="14023"/>
                    <a:pt x="16228" y="14035"/>
                    <a:pt x="16246" y="14046"/>
                  </a:cubicBezTo>
                  <a:cubicBezTo>
                    <a:pt x="16262" y="14055"/>
                    <a:pt x="16265" y="14089"/>
                    <a:pt x="16284" y="14096"/>
                  </a:cubicBezTo>
                  <a:cubicBezTo>
                    <a:pt x="16308" y="14104"/>
                    <a:pt x="16367" y="14089"/>
                    <a:pt x="16395" y="14090"/>
                  </a:cubicBezTo>
                  <a:cubicBezTo>
                    <a:pt x="16432" y="14092"/>
                    <a:pt x="16508" y="14098"/>
                    <a:pt x="16543" y="14106"/>
                  </a:cubicBezTo>
                  <a:cubicBezTo>
                    <a:pt x="16563" y="14111"/>
                    <a:pt x="16597" y="14132"/>
                    <a:pt x="16619" y="14135"/>
                  </a:cubicBezTo>
                  <a:cubicBezTo>
                    <a:pt x="16643" y="14139"/>
                    <a:pt x="16694" y="14126"/>
                    <a:pt x="16716" y="14132"/>
                  </a:cubicBezTo>
                  <a:cubicBezTo>
                    <a:pt x="16737" y="14138"/>
                    <a:pt x="16753" y="14168"/>
                    <a:pt x="16771" y="14177"/>
                  </a:cubicBezTo>
                  <a:cubicBezTo>
                    <a:pt x="16791" y="14186"/>
                    <a:pt x="16836" y="14199"/>
                    <a:pt x="16861" y="14198"/>
                  </a:cubicBezTo>
                  <a:cubicBezTo>
                    <a:pt x="16889" y="14197"/>
                    <a:pt x="16934" y="14169"/>
                    <a:pt x="16962" y="14166"/>
                  </a:cubicBezTo>
                  <a:cubicBezTo>
                    <a:pt x="16986" y="14164"/>
                    <a:pt x="17036" y="14168"/>
                    <a:pt x="17055" y="14177"/>
                  </a:cubicBezTo>
                  <a:cubicBezTo>
                    <a:pt x="17084" y="14190"/>
                    <a:pt x="17097" y="14238"/>
                    <a:pt x="17123" y="14253"/>
                  </a:cubicBezTo>
                  <a:cubicBezTo>
                    <a:pt x="17146" y="14266"/>
                    <a:pt x="17204" y="14289"/>
                    <a:pt x="17234" y="14284"/>
                  </a:cubicBezTo>
                  <a:cubicBezTo>
                    <a:pt x="17271" y="14278"/>
                    <a:pt x="17311" y="14229"/>
                    <a:pt x="17322" y="14206"/>
                  </a:cubicBezTo>
                  <a:cubicBezTo>
                    <a:pt x="17335" y="14179"/>
                    <a:pt x="17311" y="14123"/>
                    <a:pt x="17318" y="14096"/>
                  </a:cubicBezTo>
                  <a:cubicBezTo>
                    <a:pt x="17322" y="14080"/>
                    <a:pt x="17331" y="14045"/>
                    <a:pt x="17352" y="14035"/>
                  </a:cubicBezTo>
                  <a:cubicBezTo>
                    <a:pt x="17373" y="14025"/>
                    <a:pt x="17432" y="14033"/>
                    <a:pt x="17458" y="14030"/>
                  </a:cubicBezTo>
                  <a:cubicBezTo>
                    <a:pt x="17481" y="14028"/>
                    <a:pt x="17529" y="14026"/>
                    <a:pt x="17547" y="14017"/>
                  </a:cubicBezTo>
                  <a:cubicBezTo>
                    <a:pt x="17568" y="14006"/>
                    <a:pt x="17567" y="13964"/>
                    <a:pt x="17589" y="13954"/>
                  </a:cubicBezTo>
                  <a:cubicBezTo>
                    <a:pt x="17611" y="13944"/>
                    <a:pt x="17682" y="13949"/>
                    <a:pt x="17695" y="13949"/>
                  </a:cubicBezTo>
                  <a:cubicBezTo>
                    <a:pt x="17708" y="13949"/>
                    <a:pt x="17780" y="13975"/>
                    <a:pt x="17797" y="13991"/>
                  </a:cubicBezTo>
                  <a:cubicBezTo>
                    <a:pt x="17817" y="14010"/>
                    <a:pt x="17807" y="14062"/>
                    <a:pt x="17831" y="14080"/>
                  </a:cubicBezTo>
                  <a:cubicBezTo>
                    <a:pt x="17848" y="14092"/>
                    <a:pt x="17902" y="14106"/>
                    <a:pt x="17928" y="14106"/>
                  </a:cubicBezTo>
                  <a:cubicBezTo>
                    <a:pt x="17961" y="14106"/>
                    <a:pt x="18014" y="14067"/>
                    <a:pt x="18047" y="14069"/>
                  </a:cubicBezTo>
                  <a:cubicBezTo>
                    <a:pt x="18069" y="14071"/>
                    <a:pt x="18101" y="14095"/>
                    <a:pt x="18119" y="14104"/>
                  </a:cubicBezTo>
                  <a:cubicBezTo>
                    <a:pt x="18134" y="14111"/>
                    <a:pt x="18163" y="14129"/>
                    <a:pt x="18182" y="14132"/>
                  </a:cubicBezTo>
                  <a:cubicBezTo>
                    <a:pt x="18218" y="14138"/>
                    <a:pt x="18294" y="14116"/>
                    <a:pt x="18331" y="14122"/>
                  </a:cubicBezTo>
                  <a:cubicBezTo>
                    <a:pt x="18354" y="14125"/>
                    <a:pt x="18387" y="14159"/>
                    <a:pt x="18411" y="14156"/>
                  </a:cubicBezTo>
                  <a:cubicBezTo>
                    <a:pt x="18439" y="14153"/>
                    <a:pt x="18450" y="14101"/>
                    <a:pt x="18479" y="14098"/>
                  </a:cubicBezTo>
                  <a:cubicBezTo>
                    <a:pt x="18503" y="14096"/>
                    <a:pt x="18535" y="14129"/>
                    <a:pt x="18559" y="14132"/>
                  </a:cubicBezTo>
                  <a:cubicBezTo>
                    <a:pt x="18587" y="14136"/>
                    <a:pt x="18643" y="14123"/>
                    <a:pt x="18670" y="14117"/>
                  </a:cubicBezTo>
                  <a:cubicBezTo>
                    <a:pt x="18706" y="14108"/>
                    <a:pt x="18771" y="14076"/>
                    <a:pt x="18809" y="14072"/>
                  </a:cubicBezTo>
                  <a:cubicBezTo>
                    <a:pt x="18846" y="14068"/>
                    <a:pt x="18929" y="14068"/>
                    <a:pt x="18957" y="14083"/>
                  </a:cubicBezTo>
                  <a:cubicBezTo>
                    <a:pt x="18990" y="14099"/>
                    <a:pt x="18992" y="14158"/>
                    <a:pt x="19008" y="14182"/>
                  </a:cubicBezTo>
                  <a:cubicBezTo>
                    <a:pt x="19021" y="14202"/>
                    <a:pt x="19041" y="14249"/>
                    <a:pt x="19072" y="14258"/>
                  </a:cubicBezTo>
                  <a:cubicBezTo>
                    <a:pt x="19101" y="14267"/>
                    <a:pt x="19169" y="14249"/>
                    <a:pt x="19199" y="14242"/>
                  </a:cubicBezTo>
                  <a:cubicBezTo>
                    <a:pt x="19232" y="14235"/>
                    <a:pt x="19292" y="14212"/>
                    <a:pt x="19324" y="14202"/>
                  </a:cubicBezTo>
                  <a:cubicBezTo>
                    <a:pt x="19363" y="14190"/>
                    <a:pt x="19439" y="14164"/>
                    <a:pt x="19481" y="14156"/>
                  </a:cubicBezTo>
                  <a:cubicBezTo>
                    <a:pt x="19515" y="14149"/>
                    <a:pt x="19589" y="14139"/>
                    <a:pt x="19625" y="14143"/>
                  </a:cubicBezTo>
                  <a:cubicBezTo>
                    <a:pt x="19667" y="14147"/>
                    <a:pt x="19733" y="14189"/>
                    <a:pt x="19775" y="14191"/>
                  </a:cubicBezTo>
                  <a:cubicBezTo>
                    <a:pt x="19809" y="14193"/>
                    <a:pt x="19871" y="14165"/>
                    <a:pt x="19904" y="14166"/>
                  </a:cubicBezTo>
                  <a:cubicBezTo>
                    <a:pt x="19926" y="14167"/>
                    <a:pt x="19965" y="14180"/>
                    <a:pt x="19983" y="14187"/>
                  </a:cubicBezTo>
                  <a:cubicBezTo>
                    <a:pt x="20012" y="14199"/>
                    <a:pt x="20057" y="14234"/>
                    <a:pt x="20087" y="14245"/>
                  </a:cubicBezTo>
                  <a:cubicBezTo>
                    <a:pt x="20114" y="14256"/>
                    <a:pt x="20173" y="14279"/>
                    <a:pt x="20205" y="14277"/>
                  </a:cubicBezTo>
                  <a:cubicBezTo>
                    <a:pt x="20235" y="14274"/>
                    <a:pt x="20295" y="14250"/>
                    <a:pt x="20303" y="14232"/>
                  </a:cubicBezTo>
                  <a:cubicBezTo>
                    <a:pt x="20311" y="14212"/>
                    <a:pt x="20266" y="14173"/>
                    <a:pt x="20250" y="14155"/>
                  </a:cubicBezTo>
                  <a:cubicBezTo>
                    <a:pt x="20228" y="14130"/>
                    <a:pt x="20155" y="14090"/>
                    <a:pt x="20146" y="14063"/>
                  </a:cubicBezTo>
                  <a:cubicBezTo>
                    <a:pt x="20141" y="14048"/>
                    <a:pt x="20153" y="14015"/>
                    <a:pt x="20167" y="14003"/>
                  </a:cubicBezTo>
                  <a:cubicBezTo>
                    <a:pt x="20183" y="13987"/>
                    <a:pt x="20245" y="13973"/>
                    <a:pt x="20264" y="13959"/>
                  </a:cubicBezTo>
                  <a:cubicBezTo>
                    <a:pt x="20291" y="13940"/>
                    <a:pt x="20334" y="13893"/>
                    <a:pt x="20338" y="13867"/>
                  </a:cubicBezTo>
                  <a:cubicBezTo>
                    <a:pt x="20342" y="13850"/>
                    <a:pt x="20309" y="13817"/>
                    <a:pt x="20313" y="13800"/>
                  </a:cubicBezTo>
                  <a:cubicBezTo>
                    <a:pt x="20317" y="13784"/>
                    <a:pt x="20341" y="13754"/>
                    <a:pt x="20362" y="13746"/>
                  </a:cubicBezTo>
                  <a:cubicBezTo>
                    <a:pt x="20389" y="13735"/>
                    <a:pt x="20459" y="13735"/>
                    <a:pt x="20491" y="13738"/>
                  </a:cubicBezTo>
                  <a:cubicBezTo>
                    <a:pt x="20526" y="13741"/>
                    <a:pt x="20593" y="13782"/>
                    <a:pt x="20623" y="13770"/>
                  </a:cubicBezTo>
                  <a:cubicBezTo>
                    <a:pt x="20658" y="13756"/>
                    <a:pt x="20597" y="13681"/>
                    <a:pt x="20631" y="13666"/>
                  </a:cubicBezTo>
                  <a:cubicBezTo>
                    <a:pt x="20656" y="13654"/>
                    <a:pt x="20725" y="13673"/>
                    <a:pt x="20750" y="13684"/>
                  </a:cubicBezTo>
                  <a:cubicBezTo>
                    <a:pt x="20774" y="13695"/>
                    <a:pt x="20789" y="13737"/>
                    <a:pt x="20813" y="13750"/>
                  </a:cubicBezTo>
                  <a:cubicBezTo>
                    <a:pt x="20835" y="13761"/>
                    <a:pt x="20899" y="13761"/>
                    <a:pt x="20919" y="13773"/>
                  </a:cubicBezTo>
                  <a:cubicBezTo>
                    <a:pt x="20945" y="13789"/>
                    <a:pt x="20965" y="13835"/>
                    <a:pt x="20974" y="13857"/>
                  </a:cubicBezTo>
                  <a:cubicBezTo>
                    <a:pt x="20984" y="13882"/>
                    <a:pt x="20971" y="13937"/>
                    <a:pt x="20991" y="13959"/>
                  </a:cubicBezTo>
                  <a:cubicBezTo>
                    <a:pt x="21012" y="13984"/>
                    <a:pt x="21112" y="14003"/>
                    <a:pt x="21131" y="14027"/>
                  </a:cubicBezTo>
                  <a:cubicBezTo>
                    <a:pt x="21147" y="14049"/>
                    <a:pt x="21130" y="14098"/>
                    <a:pt x="21127" y="14122"/>
                  </a:cubicBezTo>
                  <a:cubicBezTo>
                    <a:pt x="21124" y="14142"/>
                    <a:pt x="21096" y="14185"/>
                    <a:pt x="21110" y="14203"/>
                  </a:cubicBezTo>
                  <a:cubicBezTo>
                    <a:pt x="21119" y="14215"/>
                    <a:pt x="21166" y="14223"/>
                    <a:pt x="21182" y="14232"/>
                  </a:cubicBezTo>
                  <a:cubicBezTo>
                    <a:pt x="21208" y="14248"/>
                    <a:pt x="21244" y="14288"/>
                    <a:pt x="21266" y="14305"/>
                  </a:cubicBezTo>
                  <a:cubicBezTo>
                    <a:pt x="21282" y="14318"/>
                    <a:pt x="21322" y="14339"/>
                    <a:pt x="21334" y="14353"/>
                  </a:cubicBezTo>
                  <a:cubicBezTo>
                    <a:pt x="21361" y="14382"/>
                    <a:pt x="21369" y="14454"/>
                    <a:pt x="21402" y="14481"/>
                  </a:cubicBezTo>
                  <a:cubicBezTo>
                    <a:pt x="21425" y="14500"/>
                    <a:pt x="21492" y="14528"/>
                    <a:pt x="21529" y="14534"/>
                  </a:cubicBezTo>
                  <a:cubicBezTo>
                    <a:pt x="21544" y="14536"/>
                    <a:pt x="21572" y="14534"/>
                    <a:pt x="21600" y="14531"/>
                  </a:cubicBezTo>
                  <a:lnTo>
                    <a:pt x="20279" y="21600"/>
                  </a:lnTo>
                  <a:lnTo>
                    <a:pt x="18848" y="21503"/>
                  </a:lnTo>
                  <a:lnTo>
                    <a:pt x="13653" y="21115"/>
                  </a:lnTo>
                  <a:cubicBezTo>
                    <a:pt x="13653" y="21115"/>
                    <a:pt x="10110" y="20794"/>
                    <a:pt x="10110" y="2079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97" name="Shape 4779"/>
            <p:cNvSpPr/>
            <p:nvPr/>
          </p:nvSpPr>
          <p:spPr>
            <a:xfrm>
              <a:off x="1518774" y="253129"/>
              <a:ext cx="1207600" cy="1951099"/>
            </a:xfrm>
            <a:custGeom>
              <a:avLst/>
              <a:gdLst/>
              <a:ahLst/>
              <a:cxnLst>
                <a:cxn ang="0">
                  <a:pos x="wd2" y="hd2"/>
                </a:cxn>
                <a:cxn ang="5400000">
                  <a:pos x="wd2" y="hd2"/>
                </a:cxn>
                <a:cxn ang="10800000">
                  <a:pos x="wd2" y="hd2"/>
                </a:cxn>
                <a:cxn ang="16200000">
                  <a:pos x="wd2" y="hd2"/>
                </a:cxn>
              </a:cxnLst>
              <a:rect l="0" t="0" r="r" b="b"/>
              <a:pathLst>
                <a:path w="21600" h="21600" extrusionOk="0">
                  <a:moveTo>
                    <a:pt x="10110" y="20794"/>
                  </a:moveTo>
                  <a:lnTo>
                    <a:pt x="9324" y="20723"/>
                  </a:lnTo>
                  <a:lnTo>
                    <a:pt x="7786" y="20574"/>
                  </a:lnTo>
                  <a:lnTo>
                    <a:pt x="6737" y="20479"/>
                  </a:lnTo>
                  <a:lnTo>
                    <a:pt x="0" y="19752"/>
                  </a:lnTo>
                  <a:lnTo>
                    <a:pt x="1372" y="15060"/>
                  </a:lnTo>
                  <a:cubicBezTo>
                    <a:pt x="1372" y="15060"/>
                    <a:pt x="1458" y="14905"/>
                    <a:pt x="1469" y="14851"/>
                  </a:cubicBezTo>
                  <a:cubicBezTo>
                    <a:pt x="1477" y="14809"/>
                    <a:pt x="1454" y="14723"/>
                    <a:pt x="1461" y="14680"/>
                  </a:cubicBezTo>
                  <a:cubicBezTo>
                    <a:pt x="1467" y="14640"/>
                    <a:pt x="1480" y="14557"/>
                    <a:pt x="1516" y="14523"/>
                  </a:cubicBezTo>
                  <a:cubicBezTo>
                    <a:pt x="1530" y="14510"/>
                    <a:pt x="1579" y="14495"/>
                    <a:pt x="1601" y="14486"/>
                  </a:cubicBezTo>
                  <a:cubicBezTo>
                    <a:pt x="1630" y="14475"/>
                    <a:pt x="1699" y="14459"/>
                    <a:pt x="1720" y="14443"/>
                  </a:cubicBezTo>
                  <a:cubicBezTo>
                    <a:pt x="1739" y="14428"/>
                    <a:pt x="1742" y="14387"/>
                    <a:pt x="1757" y="14371"/>
                  </a:cubicBezTo>
                  <a:cubicBezTo>
                    <a:pt x="1766" y="14360"/>
                    <a:pt x="1801" y="14345"/>
                    <a:pt x="1809" y="14334"/>
                  </a:cubicBezTo>
                  <a:cubicBezTo>
                    <a:pt x="1826" y="14308"/>
                    <a:pt x="1801" y="14247"/>
                    <a:pt x="1822" y="14222"/>
                  </a:cubicBezTo>
                  <a:cubicBezTo>
                    <a:pt x="1832" y="14209"/>
                    <a:pt x="1878" y="14195"/>
                    <a:pt x="1893" y="14184"/>
                  </a:cubicBezTo>
                  <a:cubicBezTo>
                    <a:pt x="1912" y="14170"/>
                    <a:pt x="1943" y="14137"/>
                    <a:pt x="1952" y="14119"/>
                  </a:cubicBezTo>
                  <a:cubicBezTo>
                    <a:pt x="1965" y="14096"/>
                    <a:pt x="1980" y="14044"/>
                    <a:pt x="1971" y="14020"/>
                  </a:cubicBezTo>
                  <a:cubicBezTo>
                    <a:pt x="1965" y="14005"/>
                    <a:pt x="1936" y="13976"/>
                    <a:pt x="1914" y="13968"/>
                  </a:cubicBezTo>
                  <a:cubicBezTo>
                    <a:pt x="1904" y="13965"/>
                    <a:pt x="1879" y="13972"/>
                    <a:pt x="1871" y="13967"/>
                  </a:cubicBezTo>
                  <a:cubicBezTo>
                    <a:pt x="1844" y="13950"/>
                    <a:pt x="1839" y="13891"/>
                    <a:pt x="1863" y="13872"/>
                  </a:cubicBezTo>
                  <a:cubicBezTo>
                    <a:pt x="1890" y="13853"/>
                    <a:pt x="1990" y="13871"/>
                    <a:pt x="2027" y="13859"/>
                  </a:cubicBezTo>
                  <a:cubicBezTo>
                    <a:pt x="2052" y="13851"/>
                    <a:pt x="2085" y="13822"/>
                    <a:pt x="2101" y="13808"/>
                  </a:cubicBezTo>
                  <a:cubicBezTo>
                    <a:pt x="2118" y="13793"/>
                    <a:pt x="2138" y="13760"/>
                    <a:pt x="2154" y="13746"/>
                  </a:cubicBezTo>
                  <a:cubicBezTo>
                    <a:pt x="2166" y="13735"/>
                    <a:pt x="2200" y="13717"/>
                    <a:pt x="2209" y="13705"/>
                  </a:cubicBezTo>
                  <a:cubicBezTo>
                    <a:pt x="2225" y="13684"/>
                    <a:pt x="2245" y="13635"/>
                    <a:pt x="2235" y="13613"/>
                  </a:cubicBezTo>
                  <a:cubicBezTo>
                    <a:pt x="2227" y="13596"/>
                    <a:pt x="2185" y="13568"/>
                    <a:pt x="2160" y="13560"/>
                  </a:cubicBezTo>
                  <a:cubicBezTo>
                    <a:pt x="2137" y="13552"/>
                    <a:pt x="2078" y="13561"/>
                    <a:pt x="2055" y="13553"/>
                  </a:cubicBezTo>
                  <a:cubicBezTo>
                    <a:pt x="2036" y="13546"/>
                    <a:pt x="2007" y="13523"/>
                    <a:pt x="2001" y="13511"/>
                  </a:cubicBezTo>
                  <a:cubicBezTo>
                    <a:pt x="1992" y="13490"/>
                    <a:pt x="2029" y="13447"/>
                    <a:pt x="2017" y="13427"/>
                  </a:cubicBezTo>
                  <a:cubicBezTo>
                    <a:pt x="2007" y="13410"/>
                    <a:pt x="1955" y="13384"/>
                    <a:pt x="1927" y="13378"/>
                  </a:cubicBezTo>
                  <a:cubicBezTo>
                    <a:pt x="1912" y="13375"/>
                    <a:pt x="1877" y="13376"/>
                    <a:pt x="1863" y="13381"/>
                  </a:cubicBezTo>
                  <a:cubicBezTo>
                    <a:pt x="1842" y="13388"/>
                    <a:pt x="1828" y="13425"/>
                    <a:pt x="1804" y="13426"/>
                  </a:cubicBezTo>
                  <a:cubicBezTo>
                    <a:pt x="1780" y="13427"/>
                    <a:pt x="1750" y="13394"/>
                    <a:pt x="1734" y="13383"/>
                  </a:cubicBezTo>
                  <a:cubicBezTo>
                    <a:pt x="1721" y="13373"/>
                    <a:pt x="1697" y="13352"/>
                    <a:pt x="1687" y="13341"/>
                  </a:cubicBezTo>
                  <a:cubicBezTo>
                    <a:pt x="1669" y="13322"/>
                    <a:pt x="1663" y="13265"/>
                    <a:pt x="1628" y="13261"/>
                  </a:cubicBezTo>
                  <a:cubicBezTo>
                    <a:pt x="1602" y="13258"/>
                    <a:pt x="1578" y="13299"/>
                    <a:pt x="1555" y="13306"/>
                  </a:cubicBezTo>
                  <a:cubicBezTo>
                    <a:pt x="1523" y="13315"/>
                    <a:pt x="1444" y="13323"/>
                    <a:pt x="1413" y="13312"/>
                  </a:cubicBezTo>
                  <a:cubicBezTo>
                    <a:pt x="1387" y="13302"/>
                    <a:pt x="1382" y="13258"/>
                    <a:pt x="1363" y="13243"/>
                  </a:cubicBezTo>
                  <a:cubicBezTo>
                    <a:pt x="1348" y="13232"/>
                    <a:pt x="1299" y="13221"/>
                    <a:pt x="1288" y="13208"/>
                  </a:cubicBezTo>
                  <a:cubicBezTo>
                    <a:pt x="1273" y="13190"/>
                    <a:pt x="1270" y="13146"/>
                    <a:pt x="1283" y="13127"/>
                  </a:cubicBezTo>
                  <a:cubicBezTo>
                    <a:pt x="1296" y="13109"/>
                    <a:pt x="1373" y="13093"/>
                    <a:pt x="1380" y="13074"/>
                  </a:cubicBezTo>
                  <a:cubicBezTo>
                    <a:pt x="1389" y="13052"/>
                    <a:pt x="1341" y="13010"/>
                    <a:pt x="1328" y="12988"/>
                  </a:cubicBezTo>
                  <a:cubicBezTo>
                    <a:pt x="1315" y="12968"/>
                    <a:pt x="1268" y="12928"/>
                    <a:pt x="1274" y="12906"/>
                  </a:cubicBezTo>
                  <a:cubicBezTo>
                    <a:pt x="1278" y="12889"/>
                    <a:pt x="1333" y="12869"/>
                    <a:pt x="1348" y="12855"/>
                  </a:cubicBezTo>
                  <a:cubicBezTo>
                    <a:pt x="1366" y="12839"/>
                    <a:pt x="1396" y="12806"/>
                    <a:pt x="1404" y="12788"/>
                  </a:cubicBezTo>
                  <a:cubicBezTo>
                    <a:pt x="1413" y="12765"/>
                    <a:pt x="1394" y="12715"/>
                    <a:pt x="1409" y="12692"/>
                  </a:cubicBezTo>
                  <a:cubicBezTo>
                    <a:pt x="1427" y="12666"/>
                    <a:pt x="1510" y="12632"/>
                    <a:pt x="1538" y="12609"/>
                  </a:cubicBezTo>
                  <a:cubicBezTo>
                    <a:pt x="1555" y="12594"/>
                    <a:pt x="1572" y="12554"/>
                    <a:pt x="1598" y="12544"/>
                  </a:cubicBezTo>
                  <a:cubicBezTo>
                    <a:pt x="1618" y="12536"/>
                    <a:pt x="1675" y="12549"/>
                    <a:pt x="1693" y="12539"/>
                  </a:cubicBezTo>
                  <a:cubicBezTo>
                    <a:pt x="1719" y="12525"/>
                    <a:pt x="1704" y="12473"/>
                    <a:pt x="1723" y="12456"/>
                  </a:cubicBezTo>
                  <a:cubicBezTo>
                    <a:pt x="1736" y="12443"/>
                    <a:pt x="1787" y="12433"/>
                    <a:pt x="1799" y="12420"/>
                  </a:cubicBezTo>
                  <a:cubicBezTo>
                    <a:pt x="1818" y="12401"/>
                    <a:pt x="1803" y="12352"/>
                    <a:pt x="1820" y="12333"/>
                  </a:cubicBezTo>
                  <a:cubicBezTo>
                    <a:pt x="1841" y="12310"/>
                    <a:pt x="1924" y="12285"/>
                    <a:pt x="1949" y="12264"/>
                  </a:cubicBezTo>
                  <a:cubicBezTo>
                    <a:pt x="1980" y="12238"/>
                    <a:pt x="2004" y="12173"/>
                    <a:pt x="2033" y="12147"/>
                  </a:cubicBezTo>
                  <a:cubicBezTo>
                    <a:pt x="2053" y="12128"/>
                    <a:pt x="2117" y="12103"/>
                    <a:pt x="2133" y="12083"/>
                  </a:cubicBezTo>
                  <a:cubicBezTo>
                    <a:pt x="2152" y="12059"/>
                    <a:pt x="2133" y="11999"/>
                    <a:pt x="2162" y="11979"/>
                  </a:cubicBezTo>
                  <a:cubicBezTo>
                    <a:pt x="2184" y="11963"/>
                    <a:pt x="2256" y="11957"/>
                    <a:pt x="2289" y="11955"/>
                  </a:cubicBezTo>
                  <a:cubicBezTo>
                    <a:pt x="2316" y="11954"/>
                    <a:pt x="2372" y="11968"/>
                    <a:pt x="2398" y="11964"/>
                  </a:cubicBezTo>
                  <a:cubicBezTo>
                    <a:pt x="2425" y="11960"/>
                    <a:pt x="2461" y="11931"/>
                    <a:pt x="2484" y="11924"/>
                  </a:cubicBezTo>
                  <a:cubicBezTo>
                    <a:pt x="2516" y="11913"/>
                    <a:pt x="2594" y="11908"/>
                    <a:pt x="2621" y="11893"/>
                  </a:cubicBezTo>
                  <a:cubicBezTo>
                    <a:pt x="2663" y="11870"/>
                    <a:pt x="2685" y="11794"/>
                    <a:pt x="2724" y="11769"/>
                  </a:cubicBezTo>
                  <a:cubicBezTo>
                    <a:pt x="2764" y="11743"/>
                    <a:pt x="2884" y="11724"/>
                    <a:pt x="2924" y="11698"/>
                  </a:cubicBezTo>
                  <a:cubicBezTo>
                    <a:pt x="2962" y="11674"/>
                    <a:pt x="3005" y="11611"/>
                    <a:pt x="3024" y="11580"/>
                  </a:cubicBezTo>
                  <a:cubicBezTo>
                    <a:pt x="3034" y="11565"/>
                    <a:pt x="3053" y="11534"/>
                    <a:pt x="3051" y="11518"/>
                  </a:cubicBezTo>
                  <a:cubicBezTo>
                    <a:pt x="3048" y="11489"/>
                    <a:pt x="2969" y="11441"/>
                    <a:pt x="2975" y="11412"/>
                  </a:cubicBezTo>
                  <a:cubicBezTo>
                    <a:pt x="2980" y="11390"/>
                    <a:pt x="3052" y="11366"/>
                    <a:pt x="3064" y="11345"/>
                  </a:cubicBezTo>
                  <a:cubicBezTo>
                    <a:pt x="3078" y="11321"/>
                    <a:pt x="3045" y="11265"/>
                    <a:pt x="3068" y="11244"/>
                  </a:cubicBezTo>
                  <a:cubicBezTo>
                    <a:pt x="3091" y="11224"/>
                    <a:pt x="3185" y="11220"/>
                    <a:pt x="3219" y="11206"/>
                  </a:cubicBezTo>
                  <a:cubicBezTo>
                    <a:pt x="3252" y="11192"/>
                    <a:pt x="3309" y="11156"/>
                    <a:pt x="3329" y="11134"/>
                  </a:cubicBezTo>
                  <a:cubicBezTo>
                    <a:pt x="3344" y="11117"/>
                    <a:pt x="3343" y="11076"/>
                    <a:pt x="3361" y="11060"/>
                  </a:cubicBezTo>
                  <a:cubicBezTo>
                    <a:pt x="3379" y="11045"/>
                    <a:pt x="3443" y="11033"/>
                    <a:pt x="3466" y="11020"/>
                  </a:cubicBezTo>
                  <a:cubicBezTo>
                    <a:pt x="3496" y="11004"/>
                    <a:pt x="3546" y="10965"/>
                    <a:pt x="3566" y="10944"/>
                  </a:cubicBezTo>
                  <a:cubicBezTo>
                    <a:pt x="3586" y="10922"/>
                    <a:pt x="3610" y="10873"/>
                    <a:pt x="3623" y="10849"/>
                  </a:cubicBezTo>
                  <a:cubicBezTo>
                    <a:pt x="3645" y="10811"/>
                    <a:pt x="3676" y="10729"/>
                    <a:pt x="3706" y="10692"/>
                  </a:cubicBezTo>
                  <a:cubicBezTo>
                    <a:pt x="3722" y="10672"/>
                    <a:pt x="3768" y="10636"/>
                    <a:pt x="3789" y="10618"/>
                  </a:cubicBezTo>
                  <a:cubicBezTo>
                    <a:pt x="3809" y="10598"/>
                    <a:pt x="3854" y="10562"/>
                    <a:pt x="3869" y="10541"/>
                  </a:cubicBezTo>
                  <a:cubicBezTo>
                    <a:pt x="3884" y="10520"/>
                    <a:pt x="3890" y="10471"/>
                    <a:pt x="3907" y="10450"/>
                  </a:cubicBezTo>
                  <a:cubicBezTo>
                    <a:pt x="3924" y="10428"/>
                    <a:pt x="3981" y="10393"/>
                    <a:pt x="4004" y="10374"/>
                  </a:cubicBezTo>
                  <a:cubicBezTo>
                    <a:pt x="4048" y="10338"/>
                    <a:pt x="4124" y="10260"/>
                    <a:pt x="4174" y="10228"/>
                  </a:cubicBezTo>
                  <a:cubicBezTo>
                    <a:pt x="4221" y="10198"/>
                    <a:pt x="4355" y="10162"/>
                    <a:pt x="4388" y="10126"/>
                  </a:cubicBezTo>
                  <a:cubicBezTo>
                    <a:pt x="4416" y="10096"/>
                    <a:pt x="4392" y="10021"/>
                    <a:pt x="4416" y="9989"/>
                  </a:cubicBezTo>
                  <a:cubicBezTo>
                    <a:pt x="4434" y="9966"/>
                    <a:pt x="4502" y="9933"/>
                    <a:pt x="4532" y="9915"/>
                  </a:cubicBezTo>
                  <a:cubicBezTo>
                    <a:pt x="4564" y="9895"/>
                    <a:pt x="4632" y="9860"/>
                    <a:pt x="4663" y="9840"/>
                  </a:cubicBezTo>
                  <a:cubicBezTo>
                    <a:pt x="4700" y="9817"/>
                    <a:pt x="4786" y="9775"/>
                    <a:pt x="4803" y="9744"/>
                  </a:cubicBezTo>
                  <a:cubicBezTo>
                    <a:pt x="4820" y="9714"/>
                    <a:pt x="4804" y="9647"/>
                    <a:pt x="4786" y="9617"/>
                  </a:cubicBezTo>
                  <a:cubicBezTo>
                    <a:pt x="4766" y="9583"/>
                    <a:pt x="4674" y="9532"/>
                    <a:pt x="4653" y="9498"/>
                  </a:cubicBezTo>
                  <a:cubicBezTo>
                    <a:pt x="4643" y="9482"/>
                    <a:pt x="4641" y="9448"/>
                    <a:pt x="4640" y="9431"/>
                  </a:cubicBezTo>
                  <a:cubicBezTo>
                    <a:pt x="4639" y="9406"/>
                    <a:pt x="4656" y="9357"/>
                    <a:pt x="4648" y="9333"/>
                  </a:cubicBezTo>
                  <a:cubicBezTo>
                    <a:pt x="4636" y="9293"/>
                    <a:pt x="4591" y="9206"/>
                    <a:pt x="4534" y="9186"/>
                  </a:cubicBezTo>
                  <a:cubicBezTo>
                    <a:pt x="4503" y="9174"/>
                    <a:pt x="4424" y="9196"/>
                    <a:pt x="4388" y="9191"/>
                  </a:cubicBezTo>
                  <a:cubicBezTo>
                    <a:pt x="4355" y="9187"/>
                    <a:pt x="4290" y="9170"/>
                    <a:pt x="4267" y="9154"/>
                  </a:cubicBezTo>
                  <a:cubicBezTo>
                    <a:pt x="4234" y="9132"/>
                    <a:pt x="4238" y="9057"/>
                    <a:pt x="4195" y="9043"/>
                  </a:cubicBezTo>
                  <a:cubicBezTo>
                    <a:pt x="4164" y="9032"/>
                    <a:pt x="4092" y="9062"/>
                    <a:pt x="4057" y="9058"/>
                  </a:cubicBezTo>
                  <a:cubicBezTo>
                    <a:pt x="4027" y="9055"/>
                    <a:pt x="3965" y="9038"/>
                    <a:pt x="3948" y="9022"/>
                  </a:cubicBezTo>
                  <a:cubicBezTo>
                    <a:pt x="3925" y="9002"/>
                    <a:pt x="3938" y="8950"/>
                    <a:pt x="3928" y="8926"/>
                  </a:cubicBezTo>
                  <a:cubicBezTo>
                    <a:pt x="3920" y="8905"/>
                    <a:pt x="3895" y="8864"/>
                    <a:pt x="3878" y="8845"/>
                  </a:cubicBezTo>
                  <a:cubicBezTo>
                    <a:pt x="3852" y="8818"/>
                    <a:pt x="3771" y="8778"/>
                    <a:pt x="3752" y="8749"/>
                  </a:cubicBezTo>
                  <a:cubicBezTo>
                    <a:pt x="3729" y="8713"/>
                    <a:pt x="3745" y="8630"/>
                    <a:pt x="3729" y="8592"/>
                  </a:cubicBezTo>
                  <a:cubicBezTo>
                    <a:pt x="3719" y="8567"/>
                    <a:pt x="3691" y="8517"/>
                    <a:pt x="3664" y="8498"/>
                  </a:cubicBezTo>
                  <a:cubicBezTo>
                    <a:pt x="3604" y="8414"/>
                    <a:pt x="3709" y="8408"/>
                    <a:pt x="3659" y="8328"/>
                  </a:cubicBezTo>
                  <a:cubicBezTo>
                    <a:pt x="3646" y="8307"/>
                    <a:pt x="3545" y="8271"/>
                    <a:pt x="3534" y="8249"/>
                  </a:cubicBezTo>
                  <a:cubicBezTo>
                    <a:pt x="3526" y="8231"/>
                    <a:pt x="3533" y="8190"/>
                    <a:pt x="3550" y="8174"/>
                  </a:cubicBezTo>
                  <a:cubicBezTo>
                    <a:pt x="3565" y="8161"/>
                    <a:pt x="3625" y="8157"/>
                    <a:pt x="3642" y="8145"/>
                  </a:cubicBezTo>
                  <a:cubicBezTo>
                    <a:pt x="3658" y="8134"/>
                    <a:pt x="3665" y="8104"/>
                    <a:pt x="3677" y="8092"/>
                  </a:cubicBezTo>
                  <a:cubicBezTo>
                    <a:pt x="3697" y="8072"/>
                    <a:pt x="3762" y="8046"/>
                    <a:pt x="3776" y="8025"/>
                  </a:cubicBezTo>
                  <a:cubicBezTo>
                    <a:pt x="3787" y="8009"/>
                    <a:pt x="3791" y="7972"/>
                    <a:pt x="3782" y="7956"/>
                  </a:cubicBezTo>
                  <a:cubicBezTo>
                    <a:pt x="3771" y="7935"/>
                    <a:pt x="3694" y="7909"/>
                    <a:pt x="3690" y="7887"/>
                  </a:cubicBezTo>
                  <a:cubicBezTo>
                    <a:pt x="3686" y="7862"/>
                    <a:pt x="3767" y="7822"/>
                    <a:pt x="3766" y="7797"/>
                  </a:cubicBezTo>
                  <a:cubicBezTo>
                    <a:pt x="3766" y="7770"/>
                    <a:pt x="3692" y="7730"/>
                    <a:pt x="3684" y="7704"/>
                  </a:cubicBezTo>
                  <a:cubicBezTo>
                    <a:pt x="3679" y="7687"/>
                    <a:pt x="3707" y="7652"/>
                    <a:pt x="3700" y="7635"/>
                  </a:cubicBezTo>
                  <a:cubicBezTo>
                    <a:pt x="3688" y="7609"/>
                    <a:pt x="3604" y="7575"/>
                    <a:pt x="3588" y="7549"/>
                  </a:cubicBezTo>
                  <a:cubicBezTo>
                    <a:pt x="3579" y="7533"/>
                    <a:pt x="3596" y="7496"/>
                    <a:pt x="3585" y="7480"/>
                  </a:cubicBezTo>
                  <a:cubicBezTo>
                    <a:pt x="3578" y="7469"/>
                    <a:pt x="3540" y="7457"/>
                    <a:pt x="3534" y="7447"/>
                  </a:cubicBezTo>
                  <a:cubicBezTo>
                    <a:pt x="3525" y="7427"/>
                    <a:pt x="3547" y="7387"/>
                    <a:pt x="3556" y="7368"/>
                  </a:cubicBezTo>
                  <a:cubicBezTo>
                    <a:pt x="3567" y="7347"/>
                    <a:pt x="3614" y="7289"/>
                    <a:pt x="3614" y="7289"/>
                  </a:cubicBezTo>
                  <a:lnTo>
                    <a:pt x="5758" y="0"/>
                  </a:lnTo>
                  <a:lnTo>
                    <a:pt x="5773" y="2"/>
                  </a:lnTo>
                  <a:lnTo>
                    <a:pt x="8749" y="318"/>
                  </a:lnTo>
                  <a:lnTo>
                    <a:pt x="7979" y="3130"/>
                  </a:lnTo>
                  <a:cubicBezTo>
                    <a:pt x="7979" y="3130"/>
                    <a:pt x="7963" y="3182"/>
                    <a:pt x="7970" y="3199"/>
                  </a:cubicBezTo>
                  <a:cubicBezTo>
                    <a:pt x="7977" y="3216"/>
                    <a:pt x="8020" y="3240"/>
                    <a:pt x="8030" y="3256"/>
                  </a:cubicBezTo>
                  <a:cubicBezTo>
                    <a:pt x="8047" y="3279"/>
                    <a:pt x="8047" y="3333"/>
                    <a:pt x="8069" y="3354"/>
                  </a:cubicBezTo>
                  <a:cubicBezTo>
                    <a:pt x="8089" y="3375"/>
                    <a:pt x="8162" y="3398"/>
                    <a:pt x="8186" y="3417"/>
                  </a:cubicBezTo>
                  <a:cubicBezTo>
                    <a:pt x="8216" y="3440"/>
                    <a:pt x="8265" y="3491"/>
                    <a:pt x="8278" y="3519"/>
                  </a:cubicBezTo>
                  <a:cubicBezTo>
                    <a:pt x="8286" y="3534"/>
                    <a:pt x="8275" y="3568"/>
                    <a:pt x="8284" y="3582"/>
                  </a:cubicBezTo>
                  <a:cubicBezTo>
                    <a:pt x="8293" y="3595"/>
                    <a:pt x="8326" y="3617"/>
                    <a:pt x="8345" y="3625"/>
                  </a:cubicBezTo>
                  <a:cubicBezTo>
                    <a:pt x="8367" y="3635"/>
                    <a:pt x="8430" y="3638"/>
                    <a:pt x="8447" y="3651"/>
                  </a:cubicBezTo>
                  <a:cubicBezTo>
                    <a:pt x="8466" y="3666"/>
                    <a:pt x="8471" y="3707"/>
                    <a:pt x="8469" y="3726"/>
                  </a:cubicBezTo>
                  <a:cubicBezTo>
                    <a:pt x="8466" y="3746"/>
                    <a:pt x="8427" y="3781"/>
                    <a:pt x="8427" y="3800"/>
                  </a:cubicBezTo>
                  <a:cubicBezTo>
                    <a:pt x="8427" y="3824"/>
                    <a:pt x="8449" y="3872"/>
                    <a:pt x="8475" y="3889"/>
                  </a:cubicBezTo>
                  <a:cubicBezTo>
                    <a:pt x="8493" y="3900"/>
                    <a:pt x="8548" y="3902"/>
                    <a:pt x="8571" y="3909"/>
                  </a:cubicBezTo>
                  <a:cubicBezTo>
                    <a:pt x="8583" y="3913"/>
                    <a:pt x="8612" y="3920"/>
                    <a:pt x="8618" y="3928"/>
                  </a:cubicBezTo>
                  <a:cubicBezTo>
                    <a:pt x="8630" y="3945"/>
                    <a:pt x="8589" y="3983"/>
                    <a:pt x="8602" y="3999"/>
                  </a:cubicBezTo>
                  <a:cubicBezTo>
                    <a:pt x="8612" y="4011"/>
                    <a:pt x="8661" y="4017"/>
                    <a:pt x="8679" y="4025"/>
                  </a:cubicBezTo>
                  <a:cubicBezTo>
                    <a:pt x="8698" y="4033"/>
                    <a:pt x="8736" y="4053"/>
                    <a:pt x="8745" y="4066"/>
                  </a:cubicBezTo>
                  <a:cubicBezTo>
                    <a:pt x="8757" y="4084"/>
                    <a:pt x="8758" y="4127"/>
                    <a:pt x="8745" y="4145"/>
                  </a:cubicBezTo>
                  <a:cubicBezTo>
                    <a:pt x="8737" y="4156"/>
                    <a:pt x="8696" y="4167"/>
                    <a:pt x="8688" y="4178"/>
                  </a:cubicBezTo>
                  <a:cubicBezTo>
                    <a:pt x="8677" y="4194"/>
                    <a:pt x="8674" y="4231"/>
                    <a:pt x="8685" y="4247"/>
                  </a:cubicBezTo>
                  <a:cubicBezTo>
                    <a:pt x="8696" y="4264"/>
                    <a:pt x="8755" y="4283"/>
                    <a:pt x="8771" y="4298"/>
                  </a:cubicBezTo>
                  <a:cubicBezTo>
                    <a:pt x="8792" y="4318"/>
                    <a:pt x="8827" y="4365"/>
                    <a:pt x="8822" y="4388"/>
                  </a:cubicBezTo>
                  <a:cubicBezTo>
                    <a:pt x="8818" y="4406"/>
                    <a:pt x="8781" y="4438"/>
                    <a:pt x="8755" y="4445"/>
                  </a:cubicBezTo>
                  <a:cubicBezTo>
                    <a:pt x="8727" y="4454"/>
                    <a:pt x="8659" y="4431"/>
                    <a:pt x="8631" y="4440"/>
                  </a:cubicBezTo>
                  <a:cubicBezTo>
                    <a:pt x="8600" y="4449"/>
                    <a:pt x="8556" y="4488"/>
                    <a:pt x="8555" y="4508"/>
                  </a:cubicBezTo>
                  <a:cubicBezTo>
                    <a:pt x="8554" y="4523"/>
                    <a:pt x="8589" y="4546"/>
                    <a:pt x="8602" y="4558"/>
                  </a:cubicBezTo>
                  <a:cubicBezTo>
                    <a:pt x="8619" y="4572"/>
                    <a:pt x="8666" y="4595"/>
                    <a:pt x="8679" y="4611"/>
                  </a:cubicBezTo>
                  <a:cubicBezTo>
                    <a:pt x="8693" y="4629"/>
                    <a:pt x="8685" y="4673"/>
                    <a:pt x="8704" y="4689"/>
                  </a:cubicBezTo>
                  <a:cubicBezTo>
                    <a:pt x="8720" y="4703"/>
                    <a:pt x="8787" y="4708"/>
                    <a:pt x="8800" y="4723"/>
                  </a:cubicBezTo>
                  <a:cubicBezTo>
                    <a:pt x="8812" y="4738"/>
                    <a:pt x="8807" y="4778"/>
                    <a:pt x="8787" y="4790"/>
                  </a:cubicBezTo>
                  <a:cubicBezTo>
                    <a:pt x="8765" y="4801"/>
                    <a:pt x="8701" y="4791"/>
                    <a:pt x="8672" y="4790"/>
                  </a:cubicBezTo>
                  <a:cubicBezTo>
                    <a:pt x="8647" y="4789"/>
                    <a:pt x="8594" y="4775"/>
                    <a:pt x="8571" y="4782"/>
                  </a:cubicBezTo>
                  <a:cubicBezTo>
                    <a:pt x="8542" y="4790"/>
                    <a:pt x="8502" y="4830"/>
                    <a:pt x="8507" y="4849"/>
                  </a:cubicBezTo>
                  <a:cubicBezTo>
                    <a:pt x="8514" y="4873"/>
                    <a:pt x="8597" y="4900"/>
                    <a:pt x="8631" y="4914"/>
                  </a:cubicBezTo>
                  <a:cubicBezTo>
                    <a:pt x="8656" y="4923"/>
                    <a:pt x="8717" y="4931"/>
                    <a:pt x="8739" y="4943"/>
                  </a:cubicBezTo>
                  <a:cubicBezTo>
                    <a:pt x="8762" y="4956"/>
                    <a:pt x="8775" y="4997"/>
                    <a:pt x="8800" y="5008"/>
                  </a:cubicBezTo>
                  <a:cubicBezTo>
                    <a:pt x="8821" y="5018"/>
                    <a:pt x="8881" y="5017"/>
                    <a:pt x="8904" y="5026"/>
                  </a:cubicBezTo>
                  <a:cubicBezTo>
                    <a:pt x="8939" y="5038"/>
                    <a:pt x="8997" y="5075"/>
                    <a:pt x="9015" y="5097"/>
                  </a:cubicBezTo>
                  <a:cubicBezTo>
                    <a:pt x="9040" y="5125"/>
                    <a:pt x="9042" y="5192"/>
                    <a:pt x="9060" y="5222"/>
                  </a:cubicBezTo>
                  <a:cubicBezTo>
                    <a:pt x="9072" y="5243"/>
                    <a:pt x="9098" y="5286"/>
                    <a:pt x="9123" y="5301"/>
                  </a:cubicBezTo>
                  <a:cubicBezTo>
                    <a:pt x="9152" y="5318"/>
                    <a:pt x="9236" y="5329"/>
                    <a:pt x="9270" y="5342"/>
                  </a:cubicBezTo>
                  <a:cubicBezTo>
                    <a:pt x="9310" y="5359"/>
                    <a:pt x="9368" y="5412"/>
                    <a:pt x="9413" y="5425"/>
                  </a:cubicBezTo>
                  <a:cubicBezTo>
                    <a:pt x="9456" y="5437"/>
                    <a:pt x="9559" y="5426"/>
                    <a:pt x="9603" y="5437"/>
                  </a:cubicBezTo>
                  <a:cubicBezTo>
                    <a:pt x="9625" y="5442"/>
                    <a:pt x="9664" y="5460"/>
                    <a:pt x="9676" y="5472"/>
                  </a:cubicBezTo>
                  <a:cubicBezTo>
                    <a:pt x="9697" y="5492"/>
                    <a:pt x="9710" y="5541"/>
                    <a:pt x="9714" y="5565"/>
                  </a:cubicBezTo>
                  <a:cubicBezTo>
                    <a:pt x="9717" y="5578"/>
                    <a:pt x="9712" y="5606"/>
                    <a:pt x="9714" y="5620"/>
                  </a:cubicBezTo>
                  <a:cubicBezTo>
                    <a:pt x="9717" y="5633"/>
                    <a:pt x="9720" y="5660"/>
                    <a:pt x="9734" y="5671"/>
                  </a:cubicBezTo>
                  <a:cubicBezTo>
                    <a:pt x="9748" y="5683"/>
                    <a:pt x="9805" y="5686"/>
                    <a:pt x="9819" y="5698"/>
                  </a:cubicBezTo>
                  <a:cubicBezTo>
                    <a:pt x="9838" y="5714"/>
                    <a:pt x="9819" y="5761"/>
                    <a:pt x="9842" y="5775"/>
                  </a:cubicBezTo>
                  <a:cubicBezTo>
                    <a:pt x="9864" y="5789"/>
                    <a:pt x="9945" y="5777"/>
                    <a:pt x="9969" y="5791"/>
                  </a:cubicBezTo>
                  <a:cubicBezTo>
                    <a:pt x="10008" y="5813"/>
                    <a:pt x="10004" y="5888"/>
                    <a:pt x="10032" y="5916"/>
                  </a:cubicBezTo>
                  <a:cubicBezTo>
                    <a:pt x="10047" y="5932"/>
                    <a:pt x="10100" y="5950"/>
                    <a:pt x="10115" y="5966"/>
                  </a:cubicBezTo>
                  <a:cubicBezTo>
                    <a:pt x="10138" y="5990"/>
                    <a:pt x="10137" y="6051"/>
                    <a:pt x="10163" y="6074"/>
                  </a:cubicBezTo>
                  <a:cubicBezTo>
                    <a:pt x="10183" y="6092"/>
                    <a:pt x="10257" y="6109"/>
                    <a:pt x="10280" y="6127"/>
                  </a:cubicBezTo>
                  <a:cubicBezTo>
                    <a:pt x="10298" y="6141"/>
                    <a:pt x="10323" y="6174"/>
                    <a:pt x="10328" y="6192"/>
                  </a:cubicBezTo>
                  <a:cubicBezTo>
                    <a:pt x="10333" y="6214"/>
                    <a:pt x="10303" y="6260"/>
                    <a:pt x="10309" y="6282"/>
                  </a:cubicBezTo>
                  <a:cubicBezTo>
                    <a:pt x="10314" y="6304"/>
                    <a:pt x="10339" y="6347"/>
                    <a:pt x="10366" y="6361"/>
                  </a:cubicBezTo>
                  <a:cubicBezTo>
                    <a:pt x="10393" y="6375"/>
                    <a:pt x="10476" y="6370"/>
                    <a:pt x="10503" y="6385"/>
                  </a:cubicBezTo>
                  <a:cubicBezTo>
                    <a:pt x="10533" y="6402"/>
                    <a:pt x="10535" y="6459"/>
                    <a:pt x="10560" y="6479"/>
                  </a:cubicBezTo>
                  <a:cubicBezTo>
                    <a:pt x="10580" y="6496"/>
                    <a:pt x="10655" y="6509"/>
                    <a:pt x="10671" y="6528"/>
                  </a:cubicBezTo>
                  <a:cubicBezTo>
                    <a:pt x="10686" y="6546"/>
                    <a:pt x="10681" y="6591"/>
                    <a:pt x="10674" y="6611"/>
                  </a:cubicBezTo>
                  <a:cubicBezTo>
                    <a:pt x="10666" y="6635"/>
                    <a:pt x="10615" y="6676"/>
                    <a:pt x="10607" y="6699"/>
                  </a:cubicBezTo>
                  <a:cubicBezTo>
                    <a:pt x="10600" y="6721"/>
                    <a:pt x="10598" y="6769"/>
                    <a:pt x="10610" y="6790"/>
                  </a:cubicBezTo>
                  <a:cubicBezTo>
                    <a:pt x="10619" y="6804"/>
                    <a:pt x="10651" y="6830"/>
                    <a:pt x="10671" y="6839"/>
                  </a:cubicBezTo>
                  <a:cubicBezTo>
                    <a:pt x="10693" y="6849"/>
                    <a:pt x="10748" y="6854"/>
                    <a:pt x="10772" y="6860"/>
                  </a:cubicBezTo>
                  <a:cubicBezTo>
                    <a:pt x="10791" y="6866"/>
                    <a:pt x="10828" y="6878"/>
                    <a:pt x="10843" y="6886"/>
                  </a:cubicBezTo>
                  <a:cubicBezTo>
                    <a:pt x="10865" y="6899"/>
                    <a:pt x="10892" y="6935"/>
                    <a:pt x="10916" y="6947"/>
                  </a:cubicBezTo>
                  <a:cubicBezTo>
                    <a:pt x="10934" y="6956"/>
                    <a:pt x="10985" y="6963"/>
                    <a:pt x="11004" y="6973"/>
                  </a:cubicBezTo>
                  <a:cubicBezTo>
                    <a:pt x="11030" y="6985"/>
                    <a:pt x="11083" y="7015"/>
                    <a:pt x="11087" y="7035"/>
                  </a:cubicBezTo>
                  <a:cubicBezTo>
                    <a:pt x="11091" y="7056"/>
                    <a:pt x="11048" y="7093"/>
                    <a:pt x="11030" y="7110"/>
                  </a:cubicBezTo>
                  <a:cubicBezTo>
                    <a:pt x="11016" y="7124"/>
                    <a:pt x="10963" y="7143"/>
                    <a:pt x="10963" y="7160"/>
                  </a:cubicBezTo>
                  <a:cubicBezTo>
                    <a:pt x="10963" y="7176"/>
                    <a:pt x="11011" y="7200"/>
                    <a:pt x="11033" y="7209"/>
                  </a:cubicBezTo>
                  <a:cubicBezTo>
                    <a:pt x="11052" y="7216"/>
                    <a:pt x="11097" y="7232"/>
                    <a:pt x="11119" y="7228"/>
                  </a:cubicBezTo>
                  <a:cubicBezTo>
                    <a:pt x="11141" y="7225"/>
                    <a:pt x="11160" y="7195"/>
                    <a:pt x="11176" y="7185"/>
                  </a:cubicBezTo>
                  <a:cubicBezTo>
                    <a:pt x="11201" y="7170"/>
                    <a:pt x="11251" y="7138"/>
                    <a:pt x="11284" y="7132"/>
                  </a:cubicBezTo>
                  <a:cubicBezTo>
                    <a:pt x="11319" y="7126"/>
                    <a:pt x="11397" y="7130"/>
                    <a:pt x="11427" y="7142"/>
                  </a:cubicBezTo>
                  <a:cubicBezTo>
                    <a:pt x="11451" y="7151"/>
                    <a:pt x="11480" y="7185"/>
                    <a:pt x="11484" y="7203"/>
                  </a:cubicBezTo>
                  <a:cubicBezTo>
                    <a:pt x="11490" y="7225"/>
                    <a:pt x="11470" y="7269"/>
                    <a:pt x="11456" y="7289"/>
                  </a:cubicBezTo>
                  <a:cubicBezTo>
                    <a:pt x="11446" y="7303"/>
                    <a:pt x="11401" y="7322"/>
                    <a:pt x="11402" y="7337"/>
                  </a:cubicBezTo>
                  <a:cubicBezTo>
                    <a:pt x="11402" y="7352"/>
                    <a:pt x="11449" y="7372"/>
                    <a:pt x="11462" y="7386"/>
                  </a:cubicBezTo>
                  <a:cubicBezTo>
                    <a:pt x="11474" y="7399"/>
                    <a:pt x="11485" y="7430"/>
                    <a:pt x="11503" y="7441"/>
                  </a:cubicBezTo>
                  <a:cubicBezTo>
                    <a:pt x="11518" y="7449"/>
                    <a:pt x="11559" y="7461"/>
                    <a:pt x="11579" y="7460"/>
                  </a:cubicBezTo>
                  <a:cubicBezTo>
                    <a:pt x="11611" y="7459"/>
                    <a:pt x="11659" y="7425"/>
                    <a:pt x="11691" y="7423"/>
                  </a:cubicBezTo>
                  <a:cubicBezTo>
                    <a:pt x="11717" y="7422"/>
                    <a:pt x="11766" y="7436"/>
                    <a:pt x="11789" y="7443"/>
                  </a:cubicBezTo>
                  <a:cubicBezTo>
                    <a:pt x="11814" y="7451"/>
                    <a:pt x="11852" y="7477"/>
                    <a:pt x="11878" y="7482"/>
                  </a:cubicBezTo>
                  <a:cubicBezTo>
                    <a:pt x="11899" y="7486"/>
                    <a:pt x="11944" y="7484"/>
                    <a:pt x="11964" y="7480"/>
                  </a:cubicBezTo>
                  <a:cubicBezTo>
                    <a:pt x="11998" y="7473"/>
                    <a:pt x="12047" y="7438"/>
                    <a:pt x="12078" y="7427"/>
                  </a:cubicBezTo>
                  <a:cubicBezTo>
                    <a:pt x="12110" y="7416"/>
                    <a:pt x="12179" y="7397"/>
                    <a:pt x="12215" y="7395"/>
                  </a:cubicBezTo>
                  <a:cubicBezTo>
                    <a:pt x="12241" y="7394"/>
                    <a:pt x="12295" y="7401"/>
                    <a:pt x="12317" y="7409"/>
                  </a:cubicBezTo>
                  <a:cubicBezTo>
                    <a:pt x="12349" y="7422"/>
                    <a:pt x="12402" y="7461"/>
                    <a:pt x="12412" y="7484"/>
                  </a:cubicBezTo>
                  <a:cubicBezTo>
                    <a:pt x="12422" y="7506"/>
                    <a:pt x="12405" y="7555"/>
                    <a:pt x="12390" y="7576"/>
                  </a:cubicBezTo>
                  <a:cubicBezTo>
                    <a:pt x="12378" y="7592"/>
                    <a:pt x="12328" y="7614"/>
                    <a:pt x="12317" y="7629"/>
                  </a:cubicBezTo>
                  <a:cubicBezTo>
                    <a:pt x="12303" y="7648"/>
                    <a:pt x="12311" y="7692"/>
                    <a:pt x="12298" y="7710"/>
                  </a:cubicBezTo>
                  <a:cubicBezTo>
                    <a:pt x="12288" y="7723"/>
                    <a:pt x="12248" y="7741"/>
                    <a:pt x="12237" y="7754"/>
                  </a:cubicBezTo>
                  <a:cubicBezTo>
                    <a:pt x="12217" y="7777"/>
                    <a:pt x="12210" y="7831"/>
                    <a:pt x="12193" y="7856"/>
                  </a:cubicBezTo>
                  <a:cubicBezTo>
                    <a:pt x="12185" y="7867"/>
                    <a:pt x="12167" y="7893"/>
                    <a:pt x="12148" y="7899"/>
                  </a:cubicBezTo>
                  <a:cubicBezTo>
                    <a:pt x="12125" y="7906"/>
                    <a:pt x="12063" y="7885"/>
                    <a:pt x="12044" y="7895"/>
                  </a:cubicBezTo>
                  <a:cubicBezTo>
                    <a:pt x="12022" y="7906"/>
                    <a:pt x="12021" y="7947"/>
                    <a:pt x="12031" y="7964"/>
                  </a:cubicBezTo>
                  <a:cubicBezTo>
                    <a:pt x="12038" y="7978"/>
                    <a:pt x="12089" y="7991"/>
                    <a:pt x="12098" y="8005"/>
                  </a:cubicBezTo>
                  <a:cubicBezTo>
                    <a:pt x="12109" y="8023"/>
                    <a:pt x="12106" y="8064"/>
                    <a:pt x="12094" y="8082"/>
                  </a:cubicBezTo>
                  <a:cubicBezTo>
                    <a:pt x="12079" y="8107"/>
                    <a:pt x="12015" y="8145"/>
                    <a:pt x="11983" y="8162"/>
                  </a:cubicBezTo>
                  <a:cubicBezTo>
                    <a:pt x="11958" y="8176"/>
                    <a:pt x="11880" y="8188"/>
                    <a:pt x="11869" y="8208"/>
                  </a:cubicBezTo>
                  <a:cubicBezTo>
                    <a:pt x="11858" y="8228"/>
                    <a:pt x="11914" y="8267"/>
                    <a:pt x="11916" y="8288"/>
                  </a:cubicBezTo>
                  <a:cubicBezTo>
                    <a:pt x="11918" y="8309"/>
                    <a:pt x="11900" y="8351"/>
                    <a:pt x="11885" y="8369"/>
                  </a:cubicBezTo>
                  <a:cubicBezTo>
                    <a:pt x="11873" y="8382"/>
                    <a:pt x="11831" y="8399"/>
                    <a:pt x="11821" y="8412"/>
                  </a:cubicBezTo>
                  <a:cubicBezTo>
                    <a:pt x="11805" y="8433"/>
                    <a:pt x="11825" y="8487"/>
                    <a:pt x="11799" y="8503"/>
                  </a:cubicBezTo>
                  <a:cubicBezTo>
                    <a:pt x="11780" y="8514"/>
                    <a:pt x="11715" y="8501"/>
                    <a:pt x="11694" y="8510"/>
                  </a:cubicBezTo>
                  <a:cubicBezTo>
                    <a:pt x="11671" y="8521"/>
                    <a:pt x="11647" y="8558"/>
                    <a:pt x="11649" y="8575"/>
                  </a:cubicBezTo>
                  <a:cubicBezTo>
                    <a:pt x="11652" y="8594"/>
                    <a:pt x="11705" y="8619"/>
                    <a:pt x="11713" y="8636"/>
                  </a:cubicBezTo>
                  <a:cubicBezTo>
                    <a:pt x="11726" y="8664"/>
                    <a:pt x="11731" y="8726"/>
                    <a:pt x="11713" y="8752"/>
                  </a:cubicBezTo>
                  <a:cubicBezTo>
                    <a:pt x="11700" y="8772"/>
                    <a:pt x="11648" y="8806"/>
                    <a:pt x="11614" y="8811"/>
                  </a:cubicBezTo>
                  <a:cubicBezTo>
                    <a:pt x="11592" y="8815"/>
                    <a:pt x="11546" y="8799"/>
                    <a:pt x="11522" y="8798"/>
                  </a:cubicBezTo>
                  <a:cubicBezTo>
                    <a:pt x="11499" y="8796"/>
                    <a:pt x="11450" y="8794"/>
                    <a:pt x="11430" y="8802"/>
                  </a:cubicBezTo>
                  <a:cubicBezTo>
                    <a:pt x="11411" y="8808"/>
                    <a:pt x="11388" y="8834"/>
                    <a:pt x="11383" y="8847"/>
                  </a:cubicBezTo>
                  <a:cubicBezTo>
                    <a:pt x="11374" y="8866"/>
                    <a:pt x="11369" y="8910"/>
                    <a:pt x="11389" y="8926"/>
                  </a:cubicBezTo>
                  <a:cubicBezTo>
                    <a:pt x="11405" y="8938"/>
                    <a:pt x="11466" y="8936"/>
                    <a:pt x="11491" y="8941"/>
                  </a:cubicBezTo>
                  <a:cubicBezTo>
                    <a:pt x="11514" y="8946"/>
                    <a:pt x="11567" y="8954"/>
                    <a:pt x="11579" y="8967"/>
                  </a:cubicBezTo>
                  <a:cubicBezTo>
                    <a:pt x="11595" y="8983"/>
                    <a:pt x="11579" y="9025"/>
                    <a:pt x="11570" y="9043"/>
                  </a:cubicBezTo>
                  <a:cubicBezTo>
                    <a:pt x="11562" y="9059"/>
                    <a:pt x="11527" y="9086"/>
                    <a:pt x="11513" y="9101"/>
                  </a:cubicBezTo>
                  <a:cubicBezTo>
                    <a:pt x="11492" y="9122"/>
                    <a:pt x="11440" y="9164"/>
                    <a:pt x="11434" y="9189"/>
                  </a:cubicBezTo>
                  <a:cubicBezTo>
                    <a:pt x="11428" y="9211"/>
                    <a:pt x="11437" y="9258"/>
                    <a:pt x="11459" y="9275"/>
                  </a:cubicBezTo>
                  <a:cubicBezTo>
                    <a:pt x="11474" y="9288"/>
                    <a:pt x="11531" y="9292"/>
                    <a:pt x="11551" y="9301"/>
                  </a:cubicBezTo>
                  <a:cubicBezTo>
                    <a:pt x="11569" y="9310"/>
                    <a:pt x="11604" y="9331"/>
                    <a:pt x="11612" y="9344"/>
                  </a:cubicBezTo>
                  <a:cubicBezTo>
                    <a:pt x="11622" y="9365"/>
                    <a:pt x="11610" y="9410"/>
                    <a:pt x="11602" y="9431"/>
                  </a:cubicBezTo>
                  <a:cubicBezTo>
                    <a:pt x="11597" y="9444"/>
                    <a:pt x="11567" y="9467"/>
                    <a:pt x="11567" y="9480"/>
                  </a:cubicBezTo>
                  <a:cubicBezTo>
                    <a:pt x="11567" y="9499"/>
                    <a:pt x="11601" y="9534"/>
                    <a:pt x="11614" y="9551"/>
                  </a:cubicBezTo>
                  <a:cubicBezTo>
                    <a:pt x="11628" y="9567"/>
                    <a:pt x="11673" y="9596"/>
                    <a:pt x="11678" y="9614"/>
                  </a:cubicBezTo>
                  <a:cubicBezTo>
                    <a:pt x="11683" y="9632"/>
                    <a:pt x="11673" y="9671"/>
                    <a:pt x="11653" y="9685"/>
                  </a:cubicBezTo>
                  <a:cubicBezTo>
                    <a:pt x="11630" y="9699"/>
                    <a:pt x="11558" y="9702"/>
                    <a:pt x="11525" y="9704"/>
                  </a:cubicBezTo>
                  <a:cubicBezTo>
                    <a:pt x="11509" y="9705"/>
                    <a:pt x="11475" y="9704"/>
                    <a:pt x="11459" y="9702"/>
                  </a:cubicBezTo>
                  <a:cubicBezTo>
                    <a:pt x="11437" y="9700"/>
                    <a:pt x="11398" y="9687"/>
                    <a:pt x="11376" y="9687"/>
                  </a:cubicBezTo>
                  <a:cubicBezTo>
                    <a:pt x="11340" y="9685"/>
                    <a:pt x="11258" y="9684"/>
                    <a:pt x="11233" y="9700"/>
                  </a:cubicBezTo>
                  <a:cubicBezTo>
                    <a:pt x="11213" y="9713"/>
                    <a:pt x="11231" y="9756"/>
                    <a:pt x="11217" y="9771"/>
                  </a:cubicBezTo>
                  <a:cubicBezTo>
                    <a:pt x="11200" y="9791"/>
                    <a:pt x="11135" y="9815"/>
                    <a:pt x="11106" y="9828"/>
                  </a:cubicBezTo>
                  <a:cubicBezTo>
                    <a:pt x="11083" y="9838"/>
                    <a:pt x="11022" y="9849"/>
                    <a:pt x="11011" y="9865"/>
                  </a:cubicBezTo>
                  <a:cubicBezTo>
                    <a:pt x="11000" y="9881"/>
                    <a:pt x="11029" y="9914"/>
                    <a:pt x="11033" y="9931"/>
                  </a:cubicBezTo>
                  <a:cubicBezTo>
                    <a:pt x="11037" y="9946"/>
                    <a:pt x="11034" y="9979"/>
                    <a:pt x="11046" y="9993"/>
                  </a:cubicBezTo>
                  <a:cubicBezTo>
                    <a:pt x="11061" y="10012"/>
                    <a:pt x="11126" y="10033"/>
                    <a:pt x="11144" y="10051"/>
                  </a:cubicBezTo>
                  <a:cubicBezTo>
                    <a:pt x="11161" y="10067"/>
                    <a:pt x="11181" y="10104"/>
                    <a:pt x="11186" y="10123"/>
                  </a:cubicBezTo>
                  <a:cubicBezTo>
                    <a:pt x="11189" y="10138"/>
                    <a:pt x="11187" y="10168"/>
                    <a:pt x="11179" y="10182"/>
                  </a:cubicBezTo>
                  <a:cubicBezTo>
                    <a:pt x="11168" y="10203"/>
                    <a:pt x="11134" y="10246"/>
                    <a:pt x="11103" y="10257"/>
                  </a:cubicBezTo>
                  <a:cubicBezTo>
                    <a:pt x="11079" y="10265"/>
                    <a:pt x="11018" y="10251"/>
                    <a:pt x="10992" y="10257"/>
                  </a:cubicBezTo>
                  <a:cubicBezTo>
                    <a:pt x="10970" y="10262"/>
                    <a:pt x="10928" y="10282"/>
                    <a:pt x="10922" y="10296"/>
                  </a:cubicBezTo>
                  <a:cubicBezTo>
                    <a:pt x="10916" y="10311"/>
                    <a:pt x="10952" y="10338"/>
                    <a:pt x="10950" y="10353"/>
                  </a:cubicBezTo>
                  <a:cubicBezTo>
                    <a:pt x="10949" y="10368"/>
                    <a:pt x="10915" y="10392"/>
                    <a:pt x="10910" y="10406"/>
                  </a:cubicBezTo>
                  <a:cubicBezTo>
                    <a:pt x="10902" y="10422"/>
                    <a:pt x="10888" y="10458"/>
                    <a:pt x="10902" y="10471"/>
                  </a:cubicBezTo>
                  <a:cubicBezTo>
                    <a:pt x="10915" y="10483"/>
                    <a:pt x="10966" y="10483"/>
                    <a:pt x="10985" y="10489"/>
                  </a:cubicBezTo>
                  <a:cubicBezTo>
                    <a:pt x="11006" y="10495"/>
                    <a:pt x="11044" y="10513"/>
                    <a:pt x="11065" y="10519"/>
                  </a:cubicBezTo>
                  <a:cubicBezTo>
                    <a:pt x="11091" y="10525"/>
                    <a:pt x="11152" y="10525"/>
                    <a:pt x="11173" y="10536"/>
                  </a:cubicBezTo>
                  <a:cubicBezTo>
                    <a:pt x="11204" y="10553"/>
                    <a:pt x="11207" y="10613"/>
                    <a:pt x="11233" y="10632"/>
                  </a:cubicBezTo>
                  <a:cubicBezTo>
                    <a:pt x="11261" y="10653"/>
                    <a:pt x="11347" y="10670"/>
                    <a:pt x="11380" y="10688"/>
                  </a:cubicBezTo>
                  <a:cubicBezTo>
                    <a:pt x="11403" y="10701"/>
                    <a:pt x="11446" y="10731"/>
                    <a:pt x="11459" y="10748"/>
                  </a:cubicBezTo>
                  <a:cubicBezTo>
                    <a:pt x="11471" y="10764"/>
                    <a:pt x="11467" y="10802"/>
                    <a:pt x="11481" y="10817"/>
                  </a:cubicBezTo>
                  <a:cubicBezTo>
                    <a:pt x="11492" y="10829"/>
                    <a:pt x="11526" y="10852"/>
                    <a:pt x="11548" y="10853"/>
                  </a:cubicBezTo>
                  <a:cubicBezTo>
                    <a:pt x="11564" y="10854"/>
                    <a:pt x="11587" y="10834"/>
                    <a:pt x="11602" y="10831"/>
                  </a:cubicBezTo>
                  <a:cubicBezTo>
                    <a:pt x="11626" y="10826"/>
                    <a:pt x="11680" y="10832"/>
                    <a:pt x="11703" y="10825"/>
                  </a:cubicBezTo>
                  <a:cubicBezTo>
                    <a:pt x="11732" y="10817"/>
                    <a:pt x="11772" y="10783"/>
                    <a:pt x="11792" y="10768"/>
                  </a:cubicBezTo>
                  <a:cubicBezTo>
                    <a:pt x="11806" y="10758"/>
                    <a:pt x="11835" y="10739"/>
                    <a:pt x="11843" y="10727"/>
                  </a:cubicBezTo>
                  <a:cubicBezTo>
                    <a:pt x="11853" y="10713"/>
                    <a:pt x="11842" y="10680"/>
                    <a:pt x="11856" y="10668"/>
                  </a:cubicBezTo>
                  <a:cubicBezTo>
                    <a:pt x="11869" y="10656"/>
                    <a:pt x="11916" y="10641"/>
                    <a:pt x="11939" y="10642"/>
                  </a:cubicBezTo>
                  <a:cubicBezTo>
                    <a:pt x="11964" y="10644"/>
                    <a:pt x="11993" y="10679"/>
                    <a:pt x="12018" y="10682"/>
                  </a:cubicBezTo>
                  <a:cubicBezTo>
                    <a:pt x="12066" y="10686"/>
                    <a:pt x="12160" y="10655"/>
                    <a:pt x="12203" y="10641"/>
                  </a:cubicBezTo>
                  <a:cubicBezTo>
                    <a:pt x="12216" y="10636"/>
                    <a:pt x="12239" y="10624"/>
                    <a:pt x="12250" y="10617"/>
                  </a:cubicBezTo>
                  <a:cubicBezTo>
                    <a:pt x="12268" y="10605"/>
                    <a:pt x="12290" y="10571"/>
                    <a:pt x="12313" y="10564"/>
                  </a:cubicBezTo>
                  <a:cubicBezTo>
                    <a:pt x="12335" y="10556"/>
                    <a:pt x="12389" y="10566"/>
                    <a:pt x="12412" y="10560"/>
                  </a:cubicBezTo>
                  <a:cubicBezTo>
                    <a:pt x="12426" y="10556"/>
                    <a:pt x="12450" y="10544"/>
                    <a:pt x="12457" y="10536"/>
                  </a:cubicBezTo>
                  <a:cubicBezTo>
                    <a:pt x="12472" y="10519"/>
                    <a:pt x="12453" y="10473"/>
                    <a:pt x="12473" y="10457"/>
                  </a:cubicBezTo>
                  <a:cubicBezTo>
                    <a:pt x="12489" y="10445"/>
                    <a:pt x="12546" y="10440"/>
                    <a:pt x="12571" y="10434"/>
                  </a:cubicBezTo>
                  <a:cubicBezTo>
                    <a:pt x="12595" y="10428"/>
                    <a:pt x="12652" y="10423"/>
                    <a:pt x="12669" y="10410"/>
                  </a:cubicBezTo>
                  <a:cubicBezTo>
                    <a:pt x="12692" y="10395"/>
                    <a:pt x="12691" y="10350"/>
                    <a:pt x="12701" y="10330"/>
                  </a:cubicBezTo>
                  <a:cubicBezTo>
                    <a:pt x="12709" y="10313"/>
                    <a:pt x="12717" y="10276"/>
                    <a:pt x="12739" y="10267"/>
                  </a:cubicBezTo>
                  <a:cubicBezTo>
                    <a:pt x="12759" y="10258"/>
                    <a:pt x="12812" y="10260"/>
                    <a:pt x="12834" y="10265"/>
                  </a:cubicBezTo>
                  <a:cubicBezTo>
                    <a:pt x="12862" y="10270"/>
                    <a:pt x="12907" y="10295"/>
                    <a:pt x="12927" y="10308"/>
                  </a:cubicBezTo>
                  <a:cubicBezTo>
                    <a:pt x="12945" y="10321"/>
                    <a:pt x="12967" y="10351"/>
                    <a:pt x="12981" y="10365"/>
                  </a:cubicBezTo>
                  <a:cubicBezTo>
                    <a:pt x="12997" y="10381"/>
                    <a:pt x="13043" y="10409"/>
                    <a:pt x="13048" y="10428"/>
                  </a:cubicBezTo>
                  <a:cubicBezTo>
                    <a:pt x="13053" y="10448"/>
                    <a:pt x="12999" y="10488"/>
                    <a:pt x="13013" y="10507"/>
                  </a:cubicBezTo>
                  <a:cubicBezTo>
                    <a:pt x="13023" y="10521"/>
                    <a:pt x="13079" y="10532"/>
                    <a:pt x="13105" y="10534"/>
                  </a:cubicBezTo>
                  <a:cubicBezTo>
                    <a:pt x="13128" y="10536"/>
                    <a:pt x="13173" y="10520"/>
                    <a:pt x="13197" y="10520"/>
                  </a:cubicBezTo>
                  <a:cubicBezTo>
                    <a:pt x="13217" y="10521"/>
                    <a:pt x="13258" y="10530"/>
                    <a:pt x="13273" y="10538"/>
                  </a:cubicBezTo>
                  <a:cubicBezTo>
                    <a:pt x="13291" y="10547"/>
                    <a:pt x="13314" y="10575"/>
                    <a:pt x="13321" y="10589"/>
                  </a:cubicBezTo>
                  <a:cubicBezTo>
                    <a:pt x="13327" y="10604"/>
                    <a:pt x="13330" y="10636"/>
                    <a:pt x="13321" y="10650"/>
                  </a:cubicBezTo>
                  <a:cubicBezTo>
                    <a:pt x="13313" y="10662"/>
                    <a:pt x="13271" y="10676"/>
                    <a:pt x="13261" y="10688"/>
                  </a:cubicBezTo>
                  <a:cubicBezTo>
                    <a:pt x="13236" y="10714"/>
                    <a:pt x="13191" y="10777"/>
                    <a:pt x="13209" y="10806"/>
                  </a:cubicBezTo>
                  <a:cubicBezTo>
                    <a:pt x="13220" y="10822"/>
                    <a:pt x="13278" y="10836"/>
                    <a:pt x="13305" y="10841"/>
                  </a:cubicBezTo>
                  <a:cubicBezTo>
                    <a:pt x="13327" y="10845"/>
                    <a:pt x="13378" y="10833"/>
                    <a:pt x="13397" y="10841"/>
                  </a:cubicBezTo>
                  <a:cubicBezTo>
                    <a:pt x="13420" y="10851"/>
                    <a:pt x="13436" y="10887"/>
                    <a:pt x="13438" y="10904"/>
                  </a:cubicBezTo>
                  <a:cubicBezTo>
                    <a:pt x="13441" y="10920"/>
                    <a:pt x="13431" y="10955"/>
                    <a:pt x="13416" y="10969"/>
                  </a:cubicBezTo>
                  <a:cubicBezTo>
                    <a:pt x="13398" y="10985"/>
                    <a:pt x="13323" y="10994"/>
                    <a:pt x="13308" y="11012"/>
                  </a:cubicBezTo>
                  <a:cubicBezTo>
                    <a:pt x="13296" y="11027"/>
                    <a:pt x="13318" y="11062"/>
                    <a:pt x="13318" y="11079"/>
                  </a:cubicBezTo>
                  <a:cubicBezTo>
                    <a:pt x="13318" y="11099"/>
                    <a:pt x="13294" y="11139"/>
                    <a:pt x="13305" y="11157"/>
                  </a:cubicBezTo>
                  <a:cubicBezTo>
                    <a:pt x="13316" y="11177"/>
                    <a:pt x="13388" y="11196"/>
                    <a:pt x="13400" y="11215"/>
                  </a:cubicBezTo>
                  <a:cubicBezTo>
                    <a:pt x="13411" y="11232"/>
                    <a:pt x="13395" y="11271"/>
                    <a:pt x="13391" y="11289"/>
                  </a:cubicBezTo>
                  <a:cubicBezTo>
                    <a:pt x="13386" y="11311"/>
                    <a:pt x="13358" y="11354"/>
                    <a:pt x="13362" y="11376"/>
                  </a:cubicBezTo>
                  <a:cubicBezTo>
                    <a:pt x="13365" y="11397"/>
                    <a:pt x="13401" y="11435"/>
                    <a:pt x="13416" y="11454"/>
                  </a:cubicBezTo>
                  <a:cubicBezTo>
                    <a:pt x="13436" y="11480"/>
                    <a:pt x="13497" y="11524"/>
                    <a:pt x="13508" y="11551"/>
                  </a:cubicBezTo>
                  <a:cubicBezTo>
                    <a:pt x="13516" y="11571"/>
                    <a:pt x="13490" y="11613"/>
                    <a:pt x="13502" y="11632"/>
                  </a:cubicBezTo>
                  <a:cubicBezTo>
                    <a:pt x="13511" y="11646"/>
                    <a:pt x="13561" y="11660"/>
                    <a:pt x="13575" y="11673"/>
                  </a:cubicBezTo>
                  <a:cubicBezTo>
                    <a:pt x="13595" y="11691"/>
                    <a:pt x="13607" y="11737"/>
                    <a:pt x="13626" y="11755"/>
                  </a:cubicBezTo>
                  <a:cubicBezTo>
                    <a:pt x="13645" y="11774"/>
                    <a:pt x="13714" y="11798"/>
                    <a:pt x="13728" y="11818"/>
                  </a:cubicBezTo>
                  <a:cubicBezTo>
                    <a:pt x="13744" y="11842"/>
                    <a:pt x="13731" y="11895"/>
                    <a:pt x="13731" y="11921"/>
                  </a:cubicBezTo>
                  <a:cubicBezTo>
                    <a:pt x="13731" y="11940"/>
                    <a:pt x="13716" y="11980"/>
                    <a:pt x="13728" y="11997"/>
                  </a:cubicBezTo>
                  <a:cubicBezTo>
                    <a:pt x="13741" y="12016"/>
                    <a:pt x="13796" y="12044"/>
                    <a:pt x="13826" y="12054"/>
                  </a:cubicBezTo>
                  <a:cubicBezTo>
                    <a:pt x="13850" y="12062"/>
                    <a:pt x="13914" y="12057"/>
                    <a:pt x="13931" y="12070"/>
                  </a:cubicBezTo>
                  <a:cubicBezTo>
                    <a:pt x="13953" y="12087"/>
                    <a:pt x="13925" y="12135"/>
                    <a:pt x="13931" y="12157"/>
                  </a:cubicBezTo>
                  <a:cubicBezTo>
                    <a:pt x="13935" y="12172"/>
                    <a:pt x="13947" y="12205"/>
                    <a:pt x="13966" y="12216"/>
                  </a:cubicBezTo>
                  <a:cubicBezTo>
                    <a:pt x="13993" y="12230"/>
                    <a:pt x="14081" y="12218"/>
                    <a:pt x="14105" y="12233"/>
                  </a:cubicBezTo>
                  <a:cubicBezTo>
                    <a:pt x="14133" y="12250"/>
                    <a:pt x="14126" y="12303"/>
                    <a:pt x="14137" y="12326"/>
                  </a:cubicBezTo>
                  <a:cubicBezTo>
                    <a:pt x="14144" y="12340"/>
                    <a:pt x="14176" y="12366"/>
                    <a:pt x="14172" y="12381"/>
                  </a:cubicBezTo>
                  <a:cubicBezTo>
                    <a:pt x="14168" y="12401"/>
                    <a:pt x="14106" y="12426"/>
                    <a:pt x="14093" y="12444"/>
                  </a:cubicBezTo>
                  <a:cubicBezTo>
                    <a:pt x="14079" y="12464"/>
                    <a:pt x="14088" y="12511"/>
                    <a:pt x="14071" y="12530"/>
                  </a:cubicBezTo>
                  <a:cubicBezTo>
                    <a:pt x="14057" y="12545"/>
                    <a:pt x="14011" y="12568"/>
                    <a:pt x="13985" y="12574"/>
                  </a:cubicBezTo>
                  <a:cubicBezTo>
                    <a:pt x="13968" y="12577"/>
                    <a:pt x="13926" y="12566"/>
                    <a:pt x="13912" y="12574"/>
                  </a:cubicBezTo>
                  <a:cubicBezTo>
                    <a:pt x="13898" y="12581"/>
                    <a:pt x="13901" y="12607"/>
                    <a:pt x="13902" y="12619"/>
                  </a:cubicBezTo>
                  <a:cubicBezTo>
                    <a:pt x="13904" y="12636"/>
                    <a:pt x="13929" y="12667"/>
                    <a:pt x="13934" y="12684"/>
                  </a:cubicBezTo>
                  <a:cubicBezTo>
                    <a:pt x="13941" y="12706"/>
                    <a:pt x="13931" y="12753"/>
                    <a:pt x="13943" y="12774"/>
                  </a:cubicBezTo>
                  <a:cubicBezTo>
                    <a:pt x="13956" y="12797"/>
                    <a:pt x="14000" y="12837"/>
                    <a:pt x="14029" y="12853"/>
                  </a:cubicBezTo>
                  <a:cubicBezTo>
                    <a:pt x="14054" y="12866"/>
                    <a:pt x="14120" y="12876"/>
                    <a:pt x="14147" y="12888"/>
                  </a:cubicBezTo>
                  <a:cubicBezTo>
                    <a:pt x="14166" y="12897"/>
                    <a:pt x="14203" y="12917"/>
                    <a:pt x="14214" y="12929"/>
                  </a:cubicBezTo>
                  <a:cubicBezTo>
                    <a:pt x="14227" y="12945"/>
                    <a:pt x="14222" y="12982"/>
                    <a:pt x="14233" y="12998"/>
                  </a:cubicBezTo>
                  <a:cubicBezTo>
                    <a:pt x="14245" y="13017"/>
                    <a:pt x="14275" y="13057"/>
                    <a:pt x="14306" y="13063"/>
                  </a:cubicBezTo>
                  <a:cubicBezTo>
                    <a:pt x="14335" y="13069"/>
                    <a:pt x="14397" y="13046"/>
                    <a:pt x="14423" y="13036"/>
                  </a:cubicBezTo>
                  <a:cubicBezTo>
                    <a:pt x="14449" y="13026"/>
                    <a:pt x="14485" y="12992"/>
                    <a:pt x="14512" y="12985"/>
                  </a:cubicBezTo>
                  <a:cubicBezTo>
                    <a:pt x="14544" y="12975"/>
                    <a:pt x="14618" y="12967"/>
                    <a:pt x="14652" y="12973"/>
                  </a:cubicBezTo>
                  <a:cubicBezTo>
                    <a:pt x="14683" y="12978"/>
                    <a:pt x="14729" y="13008"/>
                    <a:pt x="14751" y="13022"/>
                  </a:cubicBezTo>
                  <a:cubicBezTo>
                    <a:pt x="14777" y="13040"/>
                    <a:pt x="14810" y="13087"/>
                    <a:pt x="14840" y="13103"/>
                  </a:cubicBezTo>
                  <a:cubicBezTo>
                    <a:pt x="14861" y="13114"/>
                    <a:pt x="14922" y="13118"/>
                    <a:pt x="14938" y="13132"/>
                  </a:cubicBezTo>
                  <a:cubicBezTo>
                    <a:pt x="14955" y="13146"/>
                    <a:pt x="14941" y="13186"/>
                    <a:pt x="14951" y="13203"/>
                  </a:cubicBezTo>
                  <a:cubicBezTo>
                    <a:pt x="14959" y="13218"/>
                    <a:pt x="14998" y="13241"/>
                    <a:pt x="15005" y="13256"/>
                  </a:cubicBezTo>
                  <a:cubicBezTo>
                    <a:pt x="15014" y="13276"/>
                    <a:pt x="14994" y="13320"/>
                    <a:pt x="15008" y="13339"/>
                  </a:cubicBezTo>
                  <a:cubicBezTo>
                    <a:pt x="15020" y="13355"/>
                    <a:pt x="15078" y="13372"/>
                    <a:pt x="15094" y="13388"/>
                  </a:cubicBezTo>
                  <a:cubicBezTo>
                    <a:pt x="15115" y="13409"/>
                    <a:pt x="15132" y="13458"/>
                    <a:pt x="15141" y="13482"/>
                  </a:cubicBezTo>
                  <a:cubicBezTo>
                    <a:pt x="15147" y="13501"/>
                    <a:pt x="15163" y="13541"/>
                    <a:pt x="15157" y="13561"/>
                  </a:cubicBezTo>
                  <a:cubicBezTo>
                    <a:pt x="15153" y="13575"/>
                    <a:pt x="15129" y="13603"/>
                    <a:pt x="15111" y="13613"/>
                  </a:cubicBezTo>
                  <a:cubicBezTo>
                    <a:pt x="15096" y="13621"/>
                    <a:pt x="15049" y="13621"/>
                    <a:pt x="15039" y="13631"/>
                  </a:cubicBezTo>
                  <a:cubicBezTo>
                    <a:pt x="15023" y="13646"/>
                    <a:pt x="15033" y="13686"/>
                    <a:pt x="15043" y="13702"/>
                  </a:cubicBezTo>
                  <a:cubicBezTo>
                    <a:pt x="15054" y="13720"/>
                    <a:pt x="15107" y="13745"/>
                    <a:pt x="15119" y="13763"/>
                  </a:cubicBezTo>
                  <a:cubicBezTo>
                    <a:pt x="15129" y="13777"/>
                    <a:pt x="15127" y="13810"/>
                    <a:pt x="15132" y="13826"/>
                  </a:cubicBezTo>
                  <a:cubicBezTo>
                    <a:pt x="15136" y="13838"/>
                    <a:pt x="15152" y="13863"/>
                    <a:pt x="15153" y="13875"/>
                  </a:cubicBezTo>
                  <a:cubicBezTo>
                    <a:pt x="15154" y="13891"/>
                    <a:pt x="15137" y="13923"/>
                    <a:pt x="15136" y="13938"/>
                  </a:cubicBezTo>
                  <a:cubicBezTo>
                    <a:pt x="15135" y="13961"/>
                    <a:pt x="15149" y="14022"/>
                    <a:pt x="15149" y="14030"/>
                  </a:cubicBezTo>
                  <a:cubicBezTo>
                    <a:pt x="15149" y="14038"/>
                    <a:pt x="15164" y="14103"/>
                    <a:pt x="15183" y="14124"/>
                  </a:cubicBezTo>
                  <a:cubicBezTo>
                    <a:pt x="15200" y="14144"/>
                    <a:pt x="15254" y="14173"/>
                    <a:pt x="15280" y="14187"/>
                  </a:cubicBezTo>
                  <a:cubicBezTo>
                    <a:pt x="15304" y="14201"/>
                    <a:pt x="15355" y="14224"/>
                    <a:pt x="15382" y="14234"/>
                  </a:cubicBezTo>
                  <a:cubicBezTo>
                    <a:pt x="15406" y="14244"/>
                    <a:pt x="15465" y="14255"/>
                    <a:pt x="15483" y="14269"/>
                  </a:cubicBezTo>
                  <a:cubicBezTo>
                    <a:pt x="15504" y="14283"/>
                    <a:pt x="15512" y="14323"/>
                    <a:pt x="15526" y="14339"/>
                  </a:cubicBezTo>
                  <a:cubicBezTo>
                    <a:pt x="15540" y="14357"/>
                    <a:pt x="15570" y="14394"/>
                    <a:pt x="15598" y="14403"/>
                  </a:cubicBezTo>
                  <a:cubicBezTo>
                    <a:pt x="15626" y="14411"/>
                    <a:pt x="15695" y="14406"/>
                    <a:pt x="15725" y="14400"/>
                  </a:cubicBezTo>
                  <a:cubicBezTo>
                    <a:pt x="15748" y="14395"/>
                    <a:pt x="15795" y="14377"/>
                    <a:pt x="15806" y="14363"/>
                  </a:cubicBezTo>
                  <a:cubicBezTo>
                    <a:pt x="15819" y="14344"/>
                    <a:pt x="15798" y="14302"/>
                    <a:pt x="15788" y="14282"/>
                  </a:cubicBezTo>
                  <a:cubicBezTo>
                    <a:pt x="15781" y="14266"/>
                    <a:pt x="15747" y="14240"/>
                    <a:pt x="15742" y="14224"/>
                  </a:cubicBezTo>
                  <a:cubicBezTo>
                    <a:pt x="15738" y="14211"/>
                    <a:pt x="15742" y="14184"/>
                    <a:pt x="15751" y="14172"/>
                  </a:cubicBezTo>
                  <a:cubicBezTo>
                    <a:pt x="15763" y="14154"/>
                    <a:pt x="15809" y="14125"/>
                    <a:pt x="15831" y="14112"/>
                  </a:cubicBezTo>
                  <a:cubicBezTo>
                    <a:pt x="15860" y="14093"/>
                    <a:pt x="15919" y="14053"/>
                    <a:pt x="15958" y="14043"/>
                  </a:cubicBezTo>
                  <a:cubicBezTo>
                    <a:pt x="15982" y="14037"/>
                    <a:pt x="16035" y="14043"/>
                    <a:pt x="16060" y="14041"/>
                  </a:cubicBezTo>
                  <a:cubicBezTo>
                    <a:pt x="16084" y="14038"/>
                    <a:pt x="16129" y="14022"/>
                    <a:pt x="16153" y="14022"/>
                  </a:cubicBezTo>
                  <a:cubicBezTo>
                    <a:pt x="16178" y="14023"/>
                    <a:pt x="16228" y="14035"/>
                    <a:pt x="16246" y="14046"/>
                  </a:cubicBezTo>
                  <a:cubicBezTo>
                    <a:pt x="16262" y="14055"/>
                    <a:pt x="16265" y="14089"/>
                    <a:pt x="16284" y="14096"/>
                  </a:cubicBezTo>
                  <a:cubicBezTo>
                    <a:pt x="16308" y="14104"/>
                    <a:pt x="16367" y="14089"/>
                    <a:pt x="16395" y="14090"/>
                  </a:cubicBezTo>
                  <a:cubicBezTo>
                    <a:pt x="16432" y="14092"/>
                    <a:pt x="16508" y="14098"/>
                    <a:pt x="16543" y="14106"/>
                  </a:cubicBezTo>
                  <a:cubicBezTo>
                    <a:pt x="16563" y="14111"/>
                    <a:pt x="16597" y="14132"/>
                    <a:pt x="16619" y="14135"/>
                  </a:cubicBezTo>
                  <a:cubicBezTo>
                    <a:pt x="16643" y="14139"/>
                    <a:pt x="16694" y="14126"/>
                    <a:pt x="16716" y="14132"/>
                  </a:cubicBezTo>
                  <a:cubicBezTo>
                    <a:pt x="16737" y="14138"/>
                    <a:pt x="16753" y="14168"/>
                    <a:pt x="16771" y="14177"/>
                  </a:cubicBezTo>
                  <a:cubicBezTo>
                    <a:pt x="16791" y="14186"/>
                    <a:pt x="16836" y="14199"/>
                    <a:pt x="16861" y="14198"/>
                  </a:cubicBezTo>
                  <a:cubicBezTo>
                    <a:pt x="16889" y="14197"/>
                    <a:pt x="16934" y="14169"/>
                    <a:pt x="16962" y="14166"/>
                  </a:cubicBezTo>
                  <a:cubicBezTo>
                    <a:pt x="16986" y="14164"/>
                    <a:pt x="17036" y="14168"/>
                    <a:pt x="17055" y="14177"/>
                  </a:cubicBezTo>
                  <a:cubicBezTo>
                    <a:pt x="17084" y="14190"/>
                    <a:pt x="17097" y="14238"/>
                    <a:pt x="17123" y="14253"/>
                  </a:cubicBezTo>
                  <a:cubicBezTo>
                    <a:pt x="17146" y="14266"/>
                    <a:pt x="17204" y="14289"/>
                    <a:pt x="17234" y="14284"/>
                  </a:cubicBezTo>
                  <a:cubicBezTo>
                    <a:pt x="17271" y="14278"/>
                    <a:pt x="17311" y="14229"/>
                    <a:pt x="17322" y="14206"/>
                  </a:cubicBezTo>
                  <a:cubicBezTo>
                    <a:pt x="17335" y="14179"/>
                    <a:pt x="17311" y="14123"/>
                    <a:pt x="17318" y="14096"/>
                  </a:cubicBezTo>
                  <a:cubicBezTo>
                    <a:pt x="17322" y="14080"/>
                    <a:pt x="17331" y="14045"/>
                    <a:pt x="17352" y="14035"/>
                  </a:cubicBezTo>
                  <a:cubicBezTo>
                    <a:pt x="17373" y="14025"/>
                    <a:pt x="17432" y="14033"/>
                    <a:pt x="17458" y="14030"/>
                  </a:cubicBezTo>
                  <a:cubicBezTo>
                    <a:pt x="17481" y="14028"/>
                    <a:pt x="17529" y="14026"/>
                    <a:pt x="17547" y="14017"/>
                  </a:cubicBezTo>
                  <a:cubicBezTo>
                    <a:pt x="17568" y="14006"/>
                    <a:pt x="17567" y="13964"/>
                    <a:pt x="17589" y="13954"/>
                  </a:cubicBezTo>
                  <a:cubicBezTo>
                    <a:pt x="17611" y="13944"/>
                    <a:pt x="17682" y="13949"/>
                    <a:pt x="17695" y="13949"/>
                  </a:cubicBezTo>
                  <a:cubicBezTo>
                    <a:pt x="17708" y="13949"/>
                    <a:pt x="17780" y="13975"/>
                    <a:pt x="17797" y="13991"/>
                  </a:cubicBezTo>
                  <a:cubicBezTo>
                    <a:pt x="17817" y="14010"/>
                    <a:pt x="17807" y="14062"/>
                    <a:pt x="17831" y="14080"/>
                  </a:cubicBezTo>
                  <a:cubicBezTo>
                    <a:pt x="17848" y="14092"/>
                    <a:pt x="17902" y="14106"/>
                    <a:pt x="17928" y="14106"/>
                  </a:cubicBezTo>
                  <a:cubicBezTo>
                    <a:pt x="17961" y="14106"/>
                    <a:pt x="18014" y="14067"/>
                    <a:pt x="18047" y="14069"/>
                  </a:cubicBezTo>
                  <a:cubicBezTo>
                    <a:pt x="18069" y="14071"/>
                    <a:pt x="18101" y="14095"/>
                    <a:pt x="18119" y="14104"/>
                  </a:cubicBezTo>
                  <a:cubicBezTo>
                    <a:pt x="18134" y="14111"/>
                    <a:pt x="18163" y="14129"/>
                    <a:pt x="18182" y="14132"/>
                  </a:cubicBezTo>
                  <a:cubicBezTo>
                    <a:pt x="18218" y="14138"/>
                    <a:pt x="18294" y="14116"/>
                    <a:pt x="18331" y="14122"/>
                  </a:cubicBezTo>
                  <a:cubicBezTo>
                    <a:pt x="18354" y="14125"/>
                    <a:pt x="18387" y="14159"/>
                    <a:pt x="18411" y="14156"/>
                  </a:cubicBezTo>
                  <a:cubicBezTo>
                    <a:pt x="18439" y="14153"/>
                    <a:pt x="18450" y="14101"/>
                    <a:pt x="18479" y="14098"/>
                  </a:cubicBezTo>
                  <a:cubicBezTo>
                    <a:pt x="18503" y="14096"/>
                    <a:pt x="18535" y="14129"/>
                    <a:pt x="18559" y="14132"/>
                  </a:cubicBezTo>
                  <a:cubicBezTo>
                    <a:pt x="18587" y="14136"/>
                    <a:pt x="18643" y="14123"/>
                    <a:pt x="18670" y="14117"/>
                  </a:cubicBezTo>
                  <a:cubicBezTo>
                    <a:pt x="18706" y="14108"/>
                    <a:pt x="18771" y="14076"/>
                    <a:pt x="18809" y="14072"/>
                  </a:cubicBezTo>
                  <a:cubicBezTo>
                    <a:pt x="18846" y="14068"/>
                    <a:pt x="18929" y="14068"/>
                    <a:pt x="18957" y="14083"/>
                  </a:cubicBezTo>
                  <a:cubicBezTo>
                    <a:pt x="18990" y="14099"/>
                    <a:pt x="18992" y="14158"/>
                    <a:pt x="19008" y="14182"/>
                  </a:cubicBezTo>
                  <a:cubicBezTo>
                    <a:pt x="19021" y="14202"/>
                    <a:pt x="19041" y="14249"/>
                    <a:pt x="19072" y="14258"/>
                  </a:cubicBezTo>
                  <a:cubicBezTo>
                    <a:pt x="19101" y="14267"/>
                    <a:pt x="19169" y="14249"/>
                    <a:pt x="19199" y="14242"/>
                  </a:cubicBezTo>
                  <a:cubicBezTo>
                    <a:pt x="19232" y="14235"/>
                    <a:pt x="19292" y="14212"/>
                    <a:pt x="19324" y="14202"/>
                  </a:cubicBezTo>
                  <a:cubicBezTo>
                    <a:pt x="19363" y="14190"/>
                    <a:pt x="19439" y="14164"/>
                    <a:pt x="19481" y="14156"/>
                  </a:cubicBezTo>
                  <a:cubicBezTo>
                    <a:pt x="19515" y="14149"/>
                    <a:pt x="19589" y="14139"/>
                    <a:pt x="19625" y="14143"/>
                  </a:cubicBezTo>
                  <a:cubicBezTo>
                    <a:pt x="19667" y="14147"/>
                    <a:pt x="19733" y="14189"/>
                    <a:pt x="19775" y="14191"/>
                  </a:cubicBezTo>
                  <a:cubicBezTo>
                    <a:pt x="19809" y="14193"/>
                    <a:pt x="19871" y="14165"/>
                    <a:pt x="19904" y="14166"/>
                  </a:cubicBezTo>
                  <a:cubicBezTo>
                    <a:pt x="19926" y="14167"/>
                    <a:pt x="19965" y="14180"/>
                    <a:pt x="19983" y="14187"/>
                  </a:cubicBezTo>
                  <a:cubicBezTo>
                    <a:pt x="20012" y="14199"/>
                    <a:pt x="20057" y="14234"/>
                    <a:pt x="20087" y="14245"/>
                  </a:cubicBezTo>
                  <a:cubicBezTo>
                    <a:pt x="20114" y="14256"/>
                    <a:pt x="20173" y="14279"/>
                    <a:pt x="20205" y="14277"/>
                  </a:cubicBezTo>
                  <a:cubicBezTo>
                    <a:pt x="20235" y="14274"/>
                    <a:pt x="20295" y="14250"/>
                    <a:pt x="20303" y="14232"/>
                  </a:cubicBezTo>
                  <a:cubicBezTo>
                    <a:pt x="20311" y="14212"/>
                    <a:pt x="20266" y="14173"/>
                    <a:pt x="20250" y="14155"/>
                  </a:cubicBezTo>
                  <a:cubicBezTo>
                    <a:pt x="20228" y="14130"/>
                    <a:pt x="20155" y="14090"/>
                    <a:pt x="20146" y="14063"/>
                  </a:cubicBezTo>
                  <a:cubicBezTo>
                    <a:pt x="20141" y="14048"/>
                    <a:pt x="20153" y="14015"/>
                    <a:pt x="20167" y="14003"/>
                  </a:cubicBezTo>
                  <a:cubicBezTo>
                    <a:pt x="20183" y="13987"/>
                    <a:pt x="20245" y="13973"/>
                    <a:pt x="20264" y="13959"/>
                  </a:cubicBezTo>
                  <a:cubicBezTo>
                    <a:pt x="20291" y="13940"/>
                    <a:pt x="20334" y="13893"/>
                    <a:pt x="20338" y="13867"/>
                  </a:cubicBezTo>
                  <a:cubicBezTo>
                    <a:pt x="20342" y="13850"/>
                    <a:pt x="20309" y="13817"/>
                    <a:pt x="20313" y="13800"/>
                  </a:cubicBezTo>
                  <a:cubicBezTo>
                    <a:pt x="20317" y="13784"/>
                    <a:pt x="20341" y="13754"/>
                    <a:pt x="20362" y="13746"/>
                  </a:cubicBezTo>
                  <a:cubicBezTo>
                    <a:pt x="20389" y="13735"/>
                    <a:pt x="20459" y="13735"/>
                    <a:pt x="20491" y="13738"/>
                  </a:cubicBezTo>
                  <a:cubicBezTo>
                    <a:pt x="20526" y="13741"/>
                    <a:pt x="20593" y="13782"/>
                    <a:pt x="20623" y="13770"/>
                  </a:cubicBezTo>
                  <a:cubicBezTo>
                    <a:pt x="20658" y="13756"/>
                    <a:pt x="20597" y="13681"/>
                    <a:pt x="20631" y="13666"/>
                  </a:cubicBezTo>
                  <a:cubicBezTo>
                    <a:pt x="20656" y="13654"/>
                    <a:pt x="20725" y="13673"/>
                    <a:pt x="20750" y="13684"/>
                  </a:cubicBezTo>
                  <a:cubicBezTo>
                    <a:pt x="20774" y="13695"/>
                    <a:pt x="20789" y="13737"/>
                    <a:pt x="20813" y="13750"/>
                  </a:cubicBezTo>
                  <a:cubicBezTo>
                    <a:pt x="20835" y="13761"/>
                    <a:pt x="20899" y="13761"/>
                    <a:pt x="20919" y="13773"/>
                  </a:cubicBezTo>
                  <a:cubicBezTo>
                    <a:pt x="20945" y="13789"/>
                    <a:pt x="20965" y="13835"/>
                    <a:pt x="20974" y="13857"/>
                  </a:cubicBezTo>
                  <a:cubicBezTo>
                    <a:pt x="20984" y="13882"/>
                    <a:pt x="20971" y="13937"/>
                    <a:pt x="20991" y="13959"/>
                  </a:cubicBezTo>
                  <a:cubicBezTo>
                    <a:pt x="21012" y="13984"/>
                    <a:pt x="21112" y="14003"/>
                    <a:pt x="21131" y="14027"/>
                  </a:cubicBezTo>
                  <a:cubicBezTo>
                    <a:pt x="21147" y="14049"/>
                    <a:pt x="21130" y="14098"/>
                    <a:pt x="21127" y="14122"/>
                  </a:cubicBezTo>
                  <a:cubicBezTo>
                    <a:pt x="21124" y="14142"/>
                    <a:pt x="21096" y="14185"/>
                    <a:pt x="21110" y="14203"/>
                  </a:cubicBezTo>
                  <a:cubicBezTo>
                    <a:pt x="21119" y="14215"/>
                    <a:pt x="21166" y="14223"/>
                    <a:pt x="21182" y="14232"/>
                  </a:cubicBezTo>
                  <a:cubicBezTo>
                    <a:pt x="21208" y="14248"/>
                    <a:pt x="21244" y="14288"/>
                    <a:pt x="21266" y="14305"/>
                  </a:cubicBezTo>
                  <a:cubicBezTo>
                    <a:pt x="21282" y="14318"/>
                    <a:pt x="21322" y="14339"/>
                    <a:pt x="21334" y="14353"/>
                  </a:cubicBezTo>
                  <a:cubicBezTo>
                    <a:pt x="21361" y="14382"/>
                    <a:pt x="21369" y="14454"/>
                    <a:pt x="21402" y="14481"/>
                  </a:cubicBezTo>
                  <a:cubicBezTo>
                    <a:pt x="21425" y="14500"/>
                    <a:pt x="21492" y="14528"/>
                    <a:pt x="21529" y="14534"/>
                  </a:cubicBezTo>
                  <a:cubicBezTo>
                    <a:pt x="21544" y="14536"/>
                    <a:pt x="21572" y="14534"/>
                    <a:pt x="21600" y="14531"/>
                  </a:cubicBezTo>
                  <a:lnTo>
                    <a:pt x="20279" y="21600"/>
                  </a:lnTo>
                  <a:lnTo>
                    <a:pt x="18848" y="21503"/>
                  </a:lnTo>
                  <a:lnTo>
                    <a:pt x="13653" y="21115"/>
                  </a:lnTo>
                  <a:cubicBezTo>
                    <a:pt x="13653" y="21115"/>
                    <a:pt x="10110" y="20794"/>
                    <a:pt x="10110" y="20794"/>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98" name="Shape 4780"/>
            <p:cNvSpPr/>
            <p:nvPr/>
          </p:nvSpPr>
          <p:spPr>
            <a:xfrm>
              <a:off x="782399" y="1932985"/>
              <a:ext cx="1287938" cy="1988650"/>
            </a:xfrm>
            <a:custGeom>
              <a:avLst/>
              <a:gdLst/>
              <a:ahLst/>
              <a:cxnLst>
                <a:cxn ang="0">
                  <a:pos x="wd2" y="hd2"/>
                </a:cxn>
                <a:cxn ang="5400000">
                  <a:pos x="wd2" y="hd2"/>
                </a:cxn>
                <a:cxn ang="10800000">
                  <a:pos x="wd2" y="hd2"/>
                </a:cxn>
                <a:cxn ang="16200000">
                  <a:pos x="wd2" y="hd2"/>
                </a:cxn>
              </a:cxnLst>
              <a:rect l="0" t="0" r="r" b="b"/>
              <a:pathLst>
                <a:path w="21600" h="21600" extrusionOk="0">
                  <a:moveTo>
                    <a:pt x="12120" y="1183"/>
                  </a:moveTo>
                  <a:lnTo>
                    <a:pt x="18437" y="1896"/>
                  </a:lnTo>
                  <a:lnTo>
                    <a:pt x="19421" y="1989"/>
                  </a:lnTo>
                  <a:lnTo>
                    <a:pt x="20863" y="2135"/>
                  </a:lnTo>
                  <a:lnTo>
                    <a:pt x="21600" y="2206"/>
                  </a:lnTo>
                  <a:lnTo>
                    <a:pt x="21458" y="2826"/>
                  </a:lnTo>
                  <a:lnTo>
                    <a:pt x="20410" y="7222"/>
                  </a:lnTo>
                  <a:lnTo>
                    <a:pt x="19325" y="11987"/>
                  </a:lnTo>
                  <a:lnTo>
                    <a:pt x="18449" y="15750"/>
                  </a:lnTo>
                  <a:lnTo>
                    <a:pt x="18347" y="16217"/>
                  </a:lnTo>
                  <a:lnTo>
                    <a:pt x="17856" y="18445"/>
                  </a:lnTo>
                  <a:cubicBezTo>
                    <a:pt x="17856" y="18445"/>
                    <a:pt x="17838" y="18489"/>
                    <a:pt x="17824" y="18501"/>
                  </a:cubicBezTo>
                  <a:cubicBezTo>
                    <a:pt x="17805" y="18517"/>
                    <a:pt x="17743" y="18531"/>
                    <a:pt x="17723" y="18546"/>
                  </a:cubicBezTo>
                  <a:cubicBezTo>
                    <a:pt x="17704" y="18559"/>
                    <a:pt x="17685" y="18594"/>
                    <a:pt x="17672" y="18609"/>
                  </a:cubicBezTo>
                  <a:cubicBezTo>
                    <a:pt x="17660" y="18623"/>
                    <a:pt x="17641" y="18651"/>
                    <a:pt x="17624" y="18661"/>
                  </a:cubicBezTo>
                  <a:cubicBezTo>
                    <a:pt x="17604" y="18674"/>
                    <a:pt x="17543" y="18681"/>
                    <a:pt x="17528" y="18696"/>
                  </a:cubicBezTo>
                  <a:cubicBezTo>
                    <a:pt x="17516" y="18709"/>
                    <a:pt x="17534" y="18743"/>
                    <a:pt x="17526" y="18758"/>
                  </a:cubicBezTo>
                  <a:cubicBezTo>
                    <a:pt x="17516" y="18775"/>
                    <a:pt x="17471" y="18799"/>
                    <a:pt x="17456" y="18814"/>
                  </a:cubicBezTo>
                  <a:cubicBezTo>
                    <a:pt x="17435" y="18834"/>
                    <a:pt x="17421" y="18888"/>
                    <a:pt x="17389" y="18901"/>
                  </a:cubicBezTo>
                  <a:cubicBezTo>
                    <a:pt x="17362" y="18911"/>
                    <a:pt x="17296" y="18893"/>
                    <a:pt x="17265" y="18896"/>
                  </a:cubicBezTo>
                  <a:cubicBezTo>
                    <a:pt x="17230" y="18900"/>
                    <a:pt x="17168" y="18930"/>
                    <a:pt x="17132" y="18931"/>
                  </a:cubicBezTo>
                  <a:cubicBezTo>
                    <a:pt x="17105" y="18931"/>
                    <a:pt x="17052" y="18916"/>
                    <a:pt x="17031" y="18906"/>
                  </a:cubicBezTo>
                  <a:cubicBezTo>
                    <a:pt x="17003" y="18890"/>
                    <a:pt x="16983" y="18841"/>
                    <a:pt x="16955" y="18825"/>
                  </a:cubicBezTo>
                  <a:cubicBezTo>
                    <a:pt x="16933" y="18813"/>
                    <a:pt x="16869" y="18809"/>
                    <a:pt x="16848" y="18796"/>
                  </a:cubicBezTo>
                  <a:cubicBezTo>
                    <a:pt x="16837" y="18789"/>
                    <a:pt x="16824" y="18770"/>
                    <a:pt x="16821" y="18760"/>
                  </a:cubicBezTo>
                  <a:cubicBezTo>
                    <a:pt x="16817" y="18743"/>
                    <a:pt x="16837" y="18710"/>
                    <a:pt x="16832" y="18694"/>
                  </a:cubicBezTo>
                  <a:cubicBezTo>
                    <a:pt x="16826" y="18679"/>
                    <a:pt x="16792" y="18654"/>
                    <a:pt x="16781" y="18639"/>
                  </a:cubicBezTo>
                  <a:cubicBezTo>
                    <a:pt x="16767" y="18622"/>
                    <a:pt x="16748" y="18585"/>
                    <a:pt x="16733" y="18568"/>
                  </a:cubicBezTo>
                  <a:cubicBezTo>
                    <a:pt x="16715" y="18547"/>
                    <a:pt x="16676" y="18503"/>
                    <a:pt x="16644" y="18491"/>
                  </a:cubicBezTo>
                  <a:cubicBezTo>
                    <a:pt x="16623" y="18483"/>
                    <a:pt x="16570" y="18477"/>
                    <a:pt x="16547" y="18482"/>
                  </a:cubicBezTo>
                  <a:cubicBezTo>
                    <a:pt x="16525" y="18487"/>
                    <a:pt x="16501" y="18519"/>
                    <a:pt x="16480" y="18526"/>
                  </a:cubicBezTo>
                  <a:cubicBezTo>
                    <a:pt x="16463" y="18532"/>
                    <a:pt x="16423" y="18538"/>
                    <a:pt x="16406" y="18533"/>
                  </a:cubicBezTo>
                  <a:cubicBezTo>
                    <a:pt x="16386" y="18528"/>
                    <a:pt x="16372" y="18497"/>
                    <a:pt x="16352" y="18493"/>
                  </a:cubicBezTo>
                  <a:cubicBezTo>
                    <a:pt x="16327" y="18487"/>
                    <a:pt x="16271" y="18514"/>
                    <a:pt x="16248" y="18506"/>
                  </a:cubicBezTo>
                  <a:cubicBezTo>
                    <a:pt x="16230" y="18500"/>
                    <a:pt x="16231" y="18466"/>
                    <a:pt x="16215" y="18459"/>
                  </a:cubicBezTo>
                  <a:cubicBezTo>
                    <a:pt x="16199" y="18452"/>
                    <a:pt x="16156" y="18459"/>
                    <a:pt x="16138" y="18455"/>
                  </a:cubicBezTo>
                  <a:cubicBezTo>
                    <a:pt x="16110" y="18449"/>
                    <a:pt x="16068" y="18420"/>
                    <a:pt x="16041" y="18415"/>
                  </a:cubicBezTo>
                  <a:cubicBezTo>
                    <a:pt x="16010" y="18410"/>
                    <a:pt x="15942" y="18410"/>
                    <a:pt x="15914" y="18419"/>
                  </a:cubicBezTo>
                  <a:cubicBezTo>
                    <a:pt x="15889" y="18427"/>
                    <a:pt x="15868" y="18474"/>
                    <a:pt x="15840" y="18475"/>
                  </a:cubicBezTo>
                  <a:cubicBezTo>
                    <a:pt x="15816" y="18477"/>
                    <a:pt x="15789" y="18437"/>
                    <a:pt x="15765" y="18436"/>
                  </a:cubicBezTo>
                  <a:cubicBezTo>
                    <a:pt x="15736" y="18436"/>
                    <a:pt x="15697" y="18472"/>
                    <a:pt x="15671" y="18480"/>
                  </a:cubicBezTo>
                  <a:cubicBezTo>
                    <a:pt x="15651" y="18487"/>
                    <a:pt x="15606" y="18496"/>
                    <a:pt x="15583" y="18497"/>
                  </a:cubicBezTo>
                  <a:cubicBezTo>
                    <a:pt x="15550" y="18499"/>
                    <a:pt x="15486" y="18483"/>
                    <a:pt x="15453" y="18485"/>
                  </a:cubicBezTo>
                  <a:cubicBezTo>
                    <a:pt x="15433" y="18486"/>
                    <a:pt x="15389" y="18493"/>
                    <a:pt x="15375" y="18503"/>
                  </a:cubicBezTo>
                  <a:cubicBezTo>
                    <a:pt x="15350" y="18520"/>
                    <a:pt x="15334" y="18570"/>
                    <a:pt x="15334" y="18594"/>
                  </a:cubicBezTo>
                  <a:cubicBezTo>
                    <a:pt x="15335" y="18616"/>
                    <a:pt x="15375" y="18658"/>
                    <a:pt x="15375" y="18680"/>
                  </a:cubicBezTo>
                  <a:cubicBezTo>
                    <a:pt x="15374" y="18695"/>
                    <a:pt x="15354" y="18724"/>
                    <a:pt x="15345" y="18739"/>
                  </a:cubicBezTo>
                  <a:cubicBezTo>
                    <a:pt x="15330" y="18763"/>
                    <a:pt x="15274" y="18808"/>
                    <a:pt x="15276" y="18835"/>
                  </a:cubicBezTo>
                  <a:cubicBezTo>
                    <a:pt x="15278" y="18851"/>
                    <a:pt x="15325" y="18872"/>
                    <a:pt x="15329" y="18887"/>
                  </a:cubicBezTo>
                  <a:cubicBezTo>
                    <a:pt x="15332" y="18902"/>
                    <a:pt x="15297" y="18930"/>
                    <a:pt x="15302" y="18945"/>
                  </a:cubicBezTo>
                  <a:cubicBezTo>
                    <a:pt x="15306" y="18958"/>
                    <a:pt x="15348" y="18973"/>
                    <a:pt x="15356" y="18986"/>
                  </a:cubicBezTo>
                  <a:cubicBezTo>
                    <a:pt x="15366" y="19004"/>
                    <a:pt x="15346" y="19046"/>
                    <a:pt x="15357" y="19064"/>
                  </a:cubicBezTo>
                  <a:cubicBezTo>
                    <a:pt x="15368" y="19085"/>
                    <a:pt x="15437" y="19109"/>
                    <a:pt x="15443" y="19130"/>
                  </a:cubicBezTo>
                  <a:cubicBezTo>
                    <a:pt x="15447" y="19145"/>
                    <a:pt x="15426" y="19174"/>
                    <a:pt x="15412" y="19186"/>
                  </a:cubicBezTo>
                  <a:cubicBezTo>
                    <a:pt x="15401" y="19196"/>
                    <a:pt x="15362" y="19206"/>
                    <a:pt x="15352" y="19216"/>
                  </a:cubicBezTo>
                  <a:cubicBezTo>
                    <a:pt x="15331" y="19239"/>
                    <a:pt x="15329" y="19295"/>
                    <a:pt x="15323" y="19321"/>
                  </a:cubicBezTo>
                  <a:cubicBezTo>
                    <a:pt x="15317" y="19346"/>
                    <a:pt x="15303" y="19394"/>
                    <a:pt x="15302" y="19419"/>
                  </a:cubicBezTo>
                  <a:cubicBezTo>
                    <a:pt x="15301" y="19441"/>
                    <a:pt x="15322" y="19485"/>
                    <a:pt x="15314" y="19506"/>
                  </a:cubicBezTo>
                  <a:cubicBezTo>
                    <a:pt x="15307" y="19523"/>
                    <a:pt x="15261" y="19548"/>
                    <a:pt x="15253" y="19565"/>
                  </a:cubicBezTo>
                  <a:cubicBezTo>
                    <a:pt x="15245" y="19581"/>
                    <a:pt x="15244" y="19615"/>
                    <a:pt x="15251" y="19631"/>
                  </a:cubicBezTo>
                  <a:cubicBezTo>
                    <a:pt x="15258" y="19646"/>
                    <a:pt x="15301" y="19665"/>
                    <a:pt x="15305" y="19680"/>
                  </a:cubicBezTo>
                  <a:cubicBezTo>
                    <a:pt x="15308" y="19694"/>
                    <a:pt x="15289" y="19722"/>
                    <a:pt x="15281" y="19735"/>
                  </a:cubicBezTo>
                  <a:cubicBezTo>
                    <a:pt x="15273" y="19747"/>
                    <a:pt x="15237" y="19768"/>
                    <a:pt x="15239" y="19782"/>
                  </a:cubicBezTo>
                  <a:cubicBezTo>
                    <a:pt x="15243" y="19804"/>
                    <a:pt x="15316" y="19830"/>
                    <a:pt x="15332" y="19850"/>
                  </a:cubicBezTo>
                  <a:cubicBezTo>
                    <a:pt x="15346" y="19869"/>
                    <a:pt x="15360" y="19913"/>
                    <a:pt x="15356" y="19935"/>
                  </a:cubicBezTo>
                  <a:cubicBezTo>
                    <a:pt x="15351" y="19954"/>
                    <a:pt x="15307" y="19987"/>
                    <a:pt x="15299" y="20006"/>
                  </a:cubicBezTo>
                  <a:cubicBezTo>
                    <a:pt x="15286" y="20036"/>
                    <a:pt x="15306" y="20102"/>
                    <a:pt x="15284" y="20130"/>
                  </a:cubicBezTo>
                  <a:cubicBezTo>
                    <a:pt x="15274" y="20142"/>
                    <a:pt x="15230" y="20152"/>
                    <a:pt x="15219" y="20163"/>
                  </a:cubicBezTo>
                  <a:cubicBezTo>
                    <a:pt x="15196" y="20186"/>
                    <a:pt x="15181" y="20241"/>
                    <a:pt x="15178" y="20268"/>
                  </a:cubicBezTo>
                  <a:cubicBezTo>
                    <a:pt x="15175" y="20296"/>
                    <a:pt x="15183" y="20355"/>
                    <a:pt x="15197" y="20382"/>
                  </a:cubicBezTo>
                  <a:cubicBezTo>
                    <a:pt x="15212" y="20409"/>
                    <a:pt x="15274" y="20453"/>
                    <a:pt x="15293" y="20479"/>
                  </a:cubicBezTo>
                  <a:cubicBezTo>
                    <a:pt x="15312" y="20506"/>
                    <a:pt x="15336" y="20564"/>
                    <a:pt x="15346" y="20593"/>
                  </a:cubicBezTo>
                  <a:cubicBezTo>
                    <a:pt x="15359" y="20627"/>
                    <a:pt x="15388" y="20694"/>
                    <a:pt x="15383" y="20729"/>
                  </a:cubicBezTo>
                  <a:cubicBezTo>
                    <a:pt x="15381" y="20754"/>
                    <a:pt x="15335" y="20799"/>
                    <a:pt x="15334" y="20824"/>
                  </a:cubicBezTo>
                  <a:cubicBezTo>
                    <a:pt x="15334" y="20844"/>
                    <a:pt x="15368" y="20881"/>
                    <a:pt x="15370" y="20901"/>
                  </a:cubicBezTo>
                  <a:cubicBezTo>
                    <a:pt x="15375" y="20933"/>
                    <a:pt x="15344" y="20997"/>
                    <a:pt x="15346" y="21029"/>
                  </a:cubicBezTo>
                  <a:cubicBezTo>
                    <a:pt x="15348" y="21049"/>
                    <a:pt x="15372" y="21086"/>
                    <a:pt x="15372" y="21106"/>
                  </a:cubicBezTo>
                  <a:cubicBezTo>
                    <a:pt x="15372" y="21120"/>
                    <a:pt x="15358" y="21145"/>
                    <a:pt x="15356" y="21159"/>
                  </a:cubicBezTo>
                  <a:cubicBezTo>
                    <a:pt x="15353" y="21178"/>
                    <a:pt x="15363" y="21217"/>
                    <a:pt x="15357" y="21235"/>
                  </a:cubicBezTo>
                  <a:cubicBezTo>
                    <a:pt x="15351" y="21251"/>
                    <a:pt x="15333" y="21281"/>
                    <a:pt x="15314" y="21291"/>
                  </a:cubicBezTo>
                  <a:cubicBezTo>
                    <a:pt x="15291" y="21303"/>
                    <a:pt x="15229" y="21310"/>
                    <a:pt x="15199" y="21310"/>
                  </a:cubicBezTo>
                  <a:cubicBezTo>
                    <a:pt x="15175" y="21311"/>
                    <a:pt x="15128" y="21295"/>
                    <a:pt x="15105" y="21299"/>
                  </a:cubicBezTo>
                  <a:cubicBezTo>
                    <a:pt x="15086" y="21303"/>
                    <a:pt x="15053" y="21323"/>
                    <a:pt x="15047" y="21335"/>
                  </a:cubicBezTo>
                  <a:cubicBezTo>
                    <a:pt x="15042" y="21346"/>
                    <a:pt x="15049" y="21369"/>
                    <a:pt x="15059" y="21377"/>
                  </a:cubicBezTo>
                  <a:cubicBezTo>
                    <a:pt x="15070" y="21386"/>
                    <a:pt x="15109" y="21388"/>
                    <a:pt x="15121" y="21395"/>
                  </a:cubicBezTo>
                  <a:cubicBezTo>
                    <a:pt x="15136" y="21404"/>
                    <a:pt x="15159" y="21427"/>
                    <a:pt x="15160" y="21440"/>
                  </a:cubicBezTo>
                  <a:cubicBezTo>
                    <a:pt x="15162" y="21452"/>
                    <a:pt x="15148" y="21477"/>
                    <a:pt x="15135" y="21485"/>
                  </a:cubicBezTo>
                  <a:cubicBezTo>
                    <a:pt x="15121" y="21493"/>
                    <a:pt x="15076" y="21491"/>
                    <a:pt x="15061" y="21499"/>
                  </a:cubicBezTo>
                  <a:cubicBezTo>
                    <a:pt x="15042" y="21507"/>
                    <a:pt x="15023" y="21536"/>
                    <a:pt x="15013" y="21549"/>
                  </a:cubicBezTo>
                  <a:cubicBezTo>
                    <a:pt x="15001" y="21564"/>
                    <a:pt x="14993" y="21600"/>
                    <a:pt x="14993" y="21600"/>
                  </a:cubicBezTo>
                  <a:cubicBezTo>
                    <a:pt x="14980" y="21575"/>
                    <a:pt x="14894" y="21516"/>
                    <a:pt x="14894" y="21516"/>
                  </a:cubicBezTo>
                  <a:lnTo>
                    <a:pt x="11241" y="18280"/>
                  </a:lnTo>
                  <a:lnTo>
                    <a:pt x="7826" y="15255"/>
                  </a:lnTo>
                  <a:lnTo>
                    <a:pt x="1907" y="10012"/>
                  </a:lnTo>
                  <a:lnTo>
                    <a:pt x="0" y="8324"/>
                  </a:lnTo>
                  <a:lnTo>
                    <a:pt x="103" y="7923"/>
                  </a:lnTo>
                  <a:lnTo>
                    <a:pt x="1160" y="4846"/>
                  </a:lnTo>
                  <a:lnTo>
                    <a:pt x="2209" y="1589"/>
                  </a:lnTo>
                  <a:lnTo>
                    <a:pt x="2731" y="0"/>
                  </a:lnTo>
                  <a:lnTo>
                    <a:pt x="2952" y="32"/>
                  </a:lnTo>
                  <a:lnTo>
                    <a:pt x="12119" y="1182"/>
                  </a:lnTo>
                  <a:cubicBezTo>
                    <a:pt x="12119" y="1182"/>
                    <a:pt x="12120" y="1183"/>
                    <a:pt x="12120" y="118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299" name="Shape 4781"/>
            <p:cNvSpPr/>
            <p:nvPr/>
          </p:nvSpPr>
          <p:spPr>
            <a:xfrm>
              <a:off x="782399" y="1932985"/>
              <a:ext cx="1287938" cy="1988650"/>
            </a:xfrm>
            <a:custGeom>
              <a:avLst/>
              <a:gdLst/>
              <a:ahLst/>
              <a:cxnLst>
                <a:cxn ang="0">
                  <a:pos x="wd2" y="hd2"/>
                </a:cxn>
                <a:cxn ang="5400000">
                  <a:pos x="wd2" y="hd2"/>
                </a:cxn>
                <a:cxn ang="10800000">
                  <a:pos x="wd2" y="hd2"/>
                </a:cxn>
                <a:cxn ang="16200000">
                  <a:pos x="wd2" y="hd2"/>
                </a:cxn>
              </a:cxnLst>
              <a:rect l="0" t="0" r="r" b="b"/>
              <a:pathLst>
                <a:path w="21600" h="21600" extrusionOk="0">
                  <a:moveTo>
                    <a:pt x="12120" y="1183"/>
                  </a:moveTo>
                  <a:lnTo>
                    <a:pt x="18437" y="1896"/>
                  </a:lnTo>
                  <a:lnTo>
                    <a:pt x="19421" y="1989"/>
                  </a:lnTo>
                  <a:lnTo>
                    <a:pt x="20863" y="2135"/>
                  </a:lnTo>
                  <a:lnTo>
                    <a:pt x="21600" y="2206"/>
                  </a:lnTo>
                  <a:lnTo>
                    <a:pt x="21458" y="2826"/>
                  </a:lnTo>
                  <a:lnTo>
                    <a:pt x="20410" y="7222"/>
                  </a:lnTo>
                  <a:lnTo>
                    <a:pt x="19325" y="11987"/>
                  </a:lnTo>
                  <a:lnTo>
                    <a:pt x="18449" y="15750"/>
                  </a:lnTo>
                  <a:lnTo>
                    <a:pt x="18347" y="16217"/>
                  </a:lnTo>
                  <a:lnTo>
                    <a:pt x="17856" y="18445"/>
                  </a:lnTo>
                  <a:cubicBezTo>
                    <a:pt x="17856" y="18445"/>
                    <a:pt x="17838" y="18489"/>
                    <a:pt x="17824" y="18501"/>
                  </a:cubicBezTo>
                  <a:cubicBezTo>
                    <a:pt x="17805" y="18517"/>
                    <a:pt x="17743" y="18531"/>
                    <a:pt x="17723" y="18546"/>
                  </a:cubicBezTo>
                  <a:cubicBezTo>
                    <a:pt x="17704" y="18559"/>
                    <a:pt x="17685" y="18594"/>
                    <a:pt x="17672" y="18609"/>
                  </a:cubicBezTo>
                  <a:cubicBezTo>
                    <a:pt x="17660" y="18623"/>
                    <a:pt x="17641" y="18651"/>
                    <a:pt x="17624" y="18661"/>
                  </a:cubicBezTo>
                  <a:cubicBezTo>
                    <a:pt x="17604" y="18674"/>
                    <a:pt x="17543" y="18681"/>
                    <a:pt x="17528" y="18696"/>
                  </a:cubicBezTo>
                  <a:cubicBezTo>
                    <a:pt x="17516" y="18709"/>
                    <a:pt x="17534" y="18743"/>
                    <a:pt x="17526" y="18758"/>
                  </a:cubicBezTo>
                  <a:cubicBezTo>
                    <a:pt x="17516" y="18775"/>
                    <a:pt x="17471" y="18799"/>
                    <a:pt x="17456" y="18814"/>
                  </a:cubicBezTo>
                  <a:cubicBezTo>
                    <a:pt x="17435" y="18834"/>
                    <a:pt x="17421" y="18888"/>
                    <a:pt x="17389" y="18901"/>
                  </a:cubicBezTo>
                  <a:cubicBezTo>
                    <a:pt x="17362" y="18911"/>
                    <a:pt x="17296" y="18893"/>
                    <a:pt x="17265" y="18896"/>
                  </a:cubicBezTo>
                  <a:cubicBezTo>
                    <a:pt x="17230" y="18900"/>
                    <a:pt x="17168" y="18930"/>
                    <a:pt x="17132" y="18931"/>
                  </a:cubicBezTo>
                  <a:cubicBezTo>
                    <a:pt x="17105" y="18931"/>
                    <a:pt x="17052" y="18916"/>
                    <a:pt x="17031" y="18906"/>
                  </a:cubicBezTo>
                  <a:cubicBezTo>
                    <a:pt x="17003" y="18890"/>
                    <a:pt x="16983" y="18841"/>
                    <a:pt x="16955" y="18825"/>
                  </a:cubicBezTo>
                  <a:cubicBezTo>
                    <a:pt x="16933" y="18813"/>
                    <a:pt x="16869" y="18809"/>
                    <a:pt x="16848" y="18796"/>
                  </a:cubicBezTo>
                  <a:cubicBezTo>
                    <a:pt x="16837" y="18789"/>
                    <a:pt x="16824" y="18770"/>
                    <a:pt x="16821" y="18760"/>
                  </a:cubicBezTo>
                  <a:cubicBezTo>
                    <a:pt x="16817" y="18743"/>
                    <a:pt x="16837" y="18710"/>
                    <a:pt x="16832" y="18694"/>
                  </a:cubicBezTo>
                  <a:cubicBezTo>
                    <a:pt x="16826" y="18679"/>
                    <a:pt x="16792" y="18654"/>
                    <a:pt x="16781" y="18639"/>
                  </a:cubicBezTo>
                  <a:cubicBezTo>
                    <a:pt x="16767" y="18622"/>
                    <a:pt x="16748" y="18585"/>
                    <a:pt x="16733" y="18568"/>
                  </a:cubicBezTo>
                  <a:cubicBezTo>
                    <a:pt x="16715" y="18547"/>
                    <a:pt x="16676" y="18503"/>
                    <a:pt x="16644" y="18491"/>
                  </a:cubicBezTo>
                  <a:cubicBezTo>
                    <a:pt x="16623" y="18483"/>
                    <a:pt x="16570" y="18477"/>
                    <a:pt x="16547" y="18482"/>
                  </a:cubicBezTo>
                  <a:cubicBezTo>
                    <a:pt x="16525" y="18487"/>
                    <a:pt x="16501" y="18519"/>
                    <a:pt x="16480" y="18526"/>
                  </a:cubicBezTo>
                  <a:cubicBezTo>
                    <a:pt x="16463" y="18532"/>
                    <a:pt x="16423" y="18538"/>
                    <a:pt x="16406" y="18533"/>
                  </a:cubicBezTo>
                  <a:cubicBezTo>
                    <a:pt x="16386" y="18528"/>
                    <a:pt x="16372" y="18497"/>
                    <a:pt x="16352" y="18493"/>
                  </a:cubicBezTo>
                  <a:cubicBezTo>
                    <a:pt x="16327" y="18487"/>
                    <a:pt x="16271" y="18514"/>
                    <a:pt x="16248" y="18506"/>
                  </a:cubicBezTo>
                  <a:cubicBezTo>
                    <a:pt x="16230" y="18500"/>
                    <a:pt x="16231" y="18466"/>
                    <a:pt x="16215" y="18459"/>
                  </a:cubicBezTo>
                  <a:cubicBezTo>
                    <a:pt x="16199" y="18452"/>
                    <a:pt x="16156" y="18459"/>
                    <a:pt x="16138" y="18455"/>
                  </a:cubicBezTo>
                  <a:cubicBezTo>
                    <a:pt x="16110" y="18449"/>
                    <a:pt x="16068" y="18420"/>
                    <a:pt x="16041" y="18415"/>
                  </a:cubicBezTo>
                  <a:cubicBezTo>
                    <a:pt x="16010" y="18410"/>
                    <a:pt x="15942" y="18410"/>
                    <a:pt x="15914" y="18419"/>
                  </a:cubicBezTo>
                  <a:cubicBezTo>
                    <a:pt x="15889" y="18427"/>
                    <a:pt x="15868" y="18474"/>
                    <a:pt x="15840" y="18475"/>
                  </a:cubicBezTo>
                  <a:cubicBezTo>
                    <a:pt x="15816" y="18477"/>
                    <a:pt x="15789" y="18437"/>
                    <a:pt x="15765" y="18436"/>
                  </a:cubicBezTo>
                  <a:cubicBezTo>
                    <a:pt x="15736" y="18436"/>
                    <a:pt x="15697" y="18472"/>
                    <a:pt x="15671" y="18480"/>
                  </a:cubicBezTo>
                  <a:cubicBezTo>
                    <a:pt x="15651" y="18487"/>
                    <a:pt x="15606" y="18496"/>
                    <a:pt x="15583" y="18497"/>
                  </a:cubicBezTo>
                  <a:cubicBezTo>
                    <a:pt x="15550" y="18499"/>
                    <a:pt x="15486" y="18483"/>
                    <a:pt x="15453" y="18485"/>
                  </a:cubicBezTo>
                  <a:cubicBezTo>
                    <a:pt x="15433" y="18486"/>
                    <a:pt x="15389" y="18493"/>
                    <a:pt x="15375" y="18503"/>
                  </a:cubicBezTo>
                  <a:cubicBezTo>
                    <a:pt x="15350" y="18520"/>
                    <a:pt x="15334" y="18570"/>
                    <a:pt x="15334" y="18594"/>
                  </a:cubicBezTo>
                  <a:cubicBezTo>
                    <a:pt x="15335" y="18616"/>
                    <a:pt x="15375" y="18658"/>
                    <a:pt x="15375" y="18680"/>
                  </a:cubicBezTo>
                  <a:cubicBezTo>
                    <a:pt x="15374" y="18695"/>
                    <a:pt x="15354" y="18724"/>
                    <a:pt x="15345" y="18739"/>
                  </a:cubicBezTo>
                  <a:cubicBezTo>
                    <a:pt x="15330" y="18763"/>
                    <a:pt x="15274" y="18808"/>
                    <a:pt x="15276" y="18835"/>
                  </a:cubicBezTo>
                  <a:cubicBezTo>
                    <a:pt x="15278" y="18851"/>
                    <a:pt x="15325" y="18872"/>
                    <a:pt x="15329" y="18887"/>
                  </a:cubicBezTo>
                  <a:cubicBezTo>
                    <a:pt x="15332" y="18902"/>
                    <a:pt x="15297" y="18930"/>
                    <a:pt x="15302" y="18945"/>
                  </a:cubicBezTo>
                  <a:cubicBezTo>
                    <a:pt x="15306" y="18958"/>
                    <a:pt x="15348" y="18973"/>
                    <a:pt x="15356" y="18986"/>
                  </a:cubicBezTo>
                  <a:cubicBezTo>
                    <a:pt x="15366" y="19004"/>
                    <a:pt x="15346" y="19046"/>
                    <a:pt x="15357" y="19064"/>
                  </a:cubicBezTo>
                  <a:cubicBezTo>
                    <a:pt x="15368" y="19085"/>
                    <a:pt x="15437" y="19109"/>
                    <a:pt x="15443" y="19130"/>
                  </a:cubicBezTo>
                  <a:cubicBezTo>
                    <a:pt x="15447" y="19145"/>
                    <a:pt x="15426" y="19174"/>
                    <a:pt x="15412" y="19186"/>
                  </a:cubicBezTo>
                  <a:cubicBezTo>
                    <a:pt x="15401" y="19196"/>
                    <a:pt x="15362" y="19206"/>
                    <a:pt x="15352" y="19216"/>
                  </a:cubicBezTo>
                  <a:cubicBezTo>
                    <a:pt x="15331" y="19239"/>
                    <a:pt x="15329" y="19295"/>
                    <a:pt x="15323" y="19321"/>
                  </a:cubicBezTo>
                  <a:cubicBezTo>
                    <a:pt x="15317" y="19346"/>
                    <a:pt x="15303" y="19394"/>
                    <a:pt x="15302" y="19419"/>
                  </a:cubicBezTo>
                  <a:cubicBezTo>
                    <a:pt x="15301" y="19441"/>
                    <a:pt x="15322" y="19485"/>
                    <a:pt x="15314" y="19506"/>
                  </a:cubicBezTo>
                  <a:cubicBezTo>
                    <a:pt x="15307" y="19523"/>
                    <a:pt x="15261" y="19548"/>
                    <a:pt x="15253" y="19565"/>
                  </a:cubicBezTo>
                  <a:cubicBezTo>
                    <a:pt x="15245" y="19581"/>
                    <a:pt x="15244" y="19615"/>
                    <a:pt x="15251" y="19631"/>
                  </a:cubicBezTo>
                  <a:cubicBezTo>
                    <a:pt x="15258" y="19646"/>
                    <a:pt x="15301" y="19665"/>
                    <a:pt x="15305" y="19680"/>
                  </a:cubicBezTo>
                  <a:cubicBezTo>
                    <a:pt x="15308" y="19694"/>
                    <a:pt x="15289" y="19722"/>
                    <a:pt x="15281" y="19735"/>
                  </a:cubicBezTo>
                  <a:cubicBezTo>
                    <a:pt x="15273" y="19747"/>
                    <a:pt x="15237" y="19768"/>
                    <a:pt x="15239" y="19782"/>
                  </a:cubicBezTo>
                  <a:cubicBezTo>
                    <a:pt x="15243" y="19804"/>
                    <a:pt x="15316" y="19830"/>
                    <a:pt x="15332" y="19850"/>
                  </a:cubicBezTo>
                  <a:cubicBezTo>
                    <a:pt x="15346" y="19869"/>
                    <a:pt x="15360" y="19913"/>
                    <a:pt x="15356" y="19935"/>
                  </a:cubicBezTo>
                  <a:cubicBezTo>
                    <a:pt x="15351" y="19954"/>
                    <a:pt x="15307" y="19987"/>
                    <a:pt x="15299" y="20006"/>
                  </a:cubicBezTo>
                  <a:cubicBezTo>
                    <a:pt x="15286" y="20036"/>
                    <a:pt x="15306" y="20102"/>
                    <a:pt x="15284" y="20130"/>
                  </a:cubicBezTo>
                  <a:cubicBezTo>
                    <a:pt x="15274" y="20142"/>
                    <a:pt x="15230" y="20152"/>
                    <a:pt x="15219" y="20163"/>
                  </a:cubicBezTo>
                  <a:cubicBezTo>
                    <a:pt x="15196" y="20186"/>
                    <a:pt x="15181" y="20241"/>
                    <a:pt x="15178" y="20268"/>
                  </a:cubicBezTo>
                  <a:cubicBezTo>
                    <a:pt x="15175" y="20296"/>
                    <a:pt x="15183" y="20355"/>
                    <a:pt x="15197" y="20382"/>
                  </a:cubicBezTo>
                  <a:cubicBezTo>
                    <a:pt x="15212" y="20409"/>
                    <a:pt x="15274" y="20453"/>
                    <a:pt x="15293" y="20479"/>
                  </a:cubicBezTo>
                  <a:cubicBezTo>
                    <a:pt x="15312" y="20506"/>
                    <a:pt x="15336" y="20564"/>
                    <a:pt x="15346" y="20593"/>
                  </a:cubicBezTo>
                  <a:cubicBezTo>
                    <a:pt x="15359" y="20627"/>
                    <a:pt x="15388" y="20694"/>
                    <a:pt x="15383" y="20729"/>
                  </a:cubicBezTo>
                  <a:cubicBezTo>
                    <a:pt x="15381" y="20754"/>
                    <a:pt x="15335" y="20799"/>
                    <a:pt x="15334" y="20824"/>
                  </a:cubicBezTo>
                  <a:cubicBezTo>
                    <a:pt x="15334" y="20844"/>
                    <a:pt x="15368" y="20881"/>
                    <a:pt x="15370" y="20901"/>
                  </a:cubicBezTo>
                  <a:cubicBezTo>
                    <a:pt x="15375" y="20933"/>
                    <a:pt x="15344" y="20997"/>
                    <a:pt x="15346" y="21029"/>
                  </a:cubicBezTo>
                  <a:cubicBezTo>
                    <a:pt x="15348" y="21049"/>
                    <a:pt x="15372" y="21086"/>
                    <a:pt x="15372" y="21106"/>
                  </a:cubicBezTo>
                  <a:cubicBezTo>
                    <a:pt x="15372" y="21120"/>
                    <a:pt x="15358" y="21145"/>
                    <a:pt x="15356" y="21159"/>
                  </a:cubicBezTo>
                  <a:cubicBezTo>
                    <a:pt x="15353" y="21178"/>
                    <a:pt x="15363" y="21217"/>
                    <a:pt x="15357" y="21235"/>
                  </a:cubicBezTo>
                  <a:cubicBezTo>
                    <a:pt x="15351" y="21251"/>
                    <a:pt x="15333" y="21281"/>
                    <a:pt x="15314" y="21291"/>
                  </a:cubicBezTo>
                  <a:cubicBezTo>
                    <a:pt x="15291" y="21303"/>
                    <a:pt x="15229" y="21310"/>
                    <a:pt x="15199" y="21310"/>
                  </a:cubicBezTo>
                  <a:cubicBezTo>
                    <a:pt x="15175" y="21311"/>
                    <a:pt x="15128" y="21295"/>
                    <a:pt x="15105" y="21299"/>
                  </a:cubicBezTo>
                  <a:cubicBezTo>
                    <a:pt x="15086" y="21303"/>
                    <a:pt x="15053" y="21323"/>
                    <a:pt x="15047" y="21335"/>
                  </a:cubicBezTo>
                  <a:cubicBezTo>
                    <a:pt x="15042" y="21346"/>
                    <a:pt x="15049" y="21369"/>
                    <a:pt x="15059" y="21377"/>
                  </a:cubicBezTo>
                  <a:cubicBezTo>
                    <a:pt x="15070" y="21386"/>
                    <a:pt x="15109" y="21388"/>
                    <a:pt x="15121" y="21395"/>
                  </a:cubicBezTo>
                  <a:cubicBezTo>
                    <a:pt x="15136" y="21404"/>
                    <a:pt x="15159" y="21427"/>
                    <a:pt x="15160" y="21440"/>
                  </a:cubicBezTo>
                  <a:cubicBezTo>
                    <a:pt x="15162" y="21452"/>
                    <a:pt x="15148" y="21477"/>
                    <a:pt x="15135" y="21485"/>
                  </a:cubicBezTo>
                  <a:cubicBezTo>
                    <a:pt x="15121" y="21493"/>
                    <a:pt x="15076" y="21491"/>
                    <a:pt x="15061" y="21499"/>
                  </a:cubicBezTo>
                  <a:cubicBezTo>
                    <a:pt x="15042" y="21507"/>
                    <a:pt x="15023" y="21536"/>
                    <a:pt x="15013" y="21549"/>
                  </a:cubicBezTo>
                  <a:cubicBezTo>
                    <a:pt x="15001" y="21564"/>
                    <a:pt x="14993" y="21600"/>
                    <a:pt x="14993" y="21600"/>
                  </a:cubicBezTo>
                  <a:cubicBezTo>
                    <a:pt x="14980" y="21575"/>
                    <a:pt x="14894" y="21516"/>
                    <a:pt x="14894" y="21516"/>
                  </a:cubicBezTo>
                  <a:lnTo>
                    <a:pt x="11241" y="18280"/>
                  </a:lnTo>
                  <a:lnTo>
                    <a:pt x="7826" y="15255"/>
                  </a:lnTo>
                  <a:lnTo>
                    <a:pt x="1907" y="10012"/>
                  </a:lnTo>
                  <a:lnTo>
                    <a:pt x="0" y="8324"/>
                  </a:lnTo>
                  <a:lnTo>
                    <a:pt x="103" y="7923"/>
                  </a:lnTo>
                  <a:lnTo>
                    <a:pt x="1160" y="4846"/>
                  </a:lnTo>
                  <a:lnTo>
                    <a:pt x="2209" y="1589"/>
                  </a:lnTo>
                  <a:lnTo>
                    <a:pt x="2731" y="0"/>
                  </a:lnTo>
                  <a:lnTo>
                    <a:pt x="2952" y="32"/>
                  </a:lnTo>
                  <a:lnTo>
                    <a:pt x="12119" y="1182"/>
                  </a:lnTo>
                  <a:cubicBezTo>
                    <a:pt x="12119" y="1182"/>
                    <a:pt x="12120" y="1183"/>
                    <a:pt x="12120" y="1183"/>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00" name="Shape 4782"/>
            <p:cNvSpPr/>
            <p:nvPr/>
          </p:nvSpPr>
          <p:spPr>
            <a:xfrm>
              <a:off x="851434" y="161082"/>
              <a:ext cx="13384" cy="14589"/>
            </a:xfrm>
            <a:custGeom>
              <a:avLst/>
              <a:gdLst/>
              <a:ahLst/>
              <a:cxnLst>
                <a:cxn ang="0">
                  <a:pos x="wd2" y="hd2"/>
                </a:cxn>
                <a:cxn ang="5400000">
                  <a:pos x="wd2" y="hd2"/>
                </a:cxn>
                <a:cxn ang="10800000">
                  <a:pos x="wd2" y="hd2"/>
                </a:cxn>
                <a:cxn ang="16200000">
                  <a:pos x="wd2" y="hd2"/>
                </a:cxn>
              </a:cxnLst>
              <a:rect l="0" t="0" r="r" b="b"/>
              <a:pathLst>
                <a:path w="21441" h="20805" extrusionOk="0">
                  <a:moveTo>
                    <a:pt x="17660" y="20688"/>
                  </a:moveTo>
                  <a:cubicBezTo>
                    <a:pt x="19244" y="20175"/>
                    <a:pt x="21368" y="17131"/>
                    <a:pt x="21440" y="15625"/>
                  </a:cubicBezTo>
                  <a:cubicBezTo>
                    <a:pt x="21512" y="13958"/>
                    <a:pt x="19010" y="10914"/>
                    <a:pt x="17660" y="9728"/>
                  </a:cubicBezTo>
                  <a:cubicBezTo>
                    <a:pt x="16580" y="8798"/>
                    <a:pt x="13340" y="8157"/>
                    <a:pt x="12350" y="7196"/>
                  </a:cubicBezTo>
                  <a:cubicBezTo>
                    <a:pt x="10874" y="5754"/>
                    <a:pt x="10892" y="851"/>
                    <a:pt x="8930" y="82"/>
                  </a:cubicBezTo>
                  <a:cubicBezTo>
                    <a:pt x="7994" y="-271"/>
                    <a:pt x="5798" y="594"/>
                    <a:pt x="5114" y="1267"/>
                  </a:cubicBezTo>
                  <a:cubicBezTo>
                    <a:pt x="3602" y="2838"/>
                    <a:pt x="4502" y="7549"/>
                    <a:pt x="3404" y="9375"/>
                  </a:cubicBezTo>
                  <a:cubicBezTo>
                    <a:pt x="2864" y="10337"/>
                    <a:pt x="38" y="11362"/>
                    <a:pt x="2" y="12420"/>
                  </a:cubicBezTo>
                  <a:cubicBezTo>
                    <a:pt x="-88" y="14150"/>
                    <a:pt x="3458" y="16746"/>
                    <a:pt x="5114" y="17644"/>
                  </a:cubicBezTo>
                  <a:cubicBezTo>
                    <a:pt x="6140" y="18188"/>
                    <a:pt x="8534" y="18381"/>
                    <a:pt x="9668" y="18637"/>
                  </a:cubicBezTo>
                  <a:cubicBezTo>
                    <a:pt x="11684" y="19150"/>
                    <a:pt x="15680" y="21329"/>
                    <a:pt x="17660" y="2068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01" name="Shape 4783"/>
            <p:cNvSpPr/>
            <p:nvPr/>
          </p:nvSpPr>
          <p:spPr>
            <a:xfrm>
              <a:off x="851434" y="161082"/>
              <a:ext cx="13384" cy="14589"/>
            </a:xfrm>
            <a:custGeom>
              <a:avLst/>
              <a:gdLst/>
              <a:ahLst/>
              <a:cxnLst>
                <a:cxn ang="0">
                  <a:pos x="wd2" y="hd2"/>
                </a:cxn>
                <a:cxn ang="5400000">
                  <a:pos x="wd2" y="hd2"/>
                </a:cxn>
                <a:cxn ang="10800000">
                  <a:pos x="wd2" y="hd2"/>
                </a:cxn>
                <a:cxn ang="16200000">
                  <a:pos x="wd2" y="hd2"/>
                </a:cxn>
              </a:cxnLst>
              <a:rect l="0" t="0" r="r" b="b"/>
              <a:pathLst>
                <a:path w="21441" h="20805" extrusionOk="0">
                  <a:moveTo>
                    <a:pt x="17660" y="20688"/>
                  </a:moveTo>
                  <a:cubicBezTo>
                    <a:pt x="19244" y="20175"/>
                    <a:pt x="21368" y="17131"/>
                    <a:pt x="21440" y="15625"/>
                  </a:cubicBezTo>
                  <a:cubicBezTo>
                    <a:pt x="21512" y="13926"/>
                    <a:pt x="19010" y="10914"/>
                    <a:pt x="17660" y="9728"/>
                  </a:cubicBezTo>
                  <a:cubicBezTo>
                    <a:pt x="16580" y="8798"/>
                    <a:pt x="13340" y="8157"/>
                    <a:pt x="12350" y="7196"/>
                  </a:cubicBezTo>
                  <a:cubicBezTo>
                    <a:pt x="10874" y="5754"/>
                    <a:pt x="10892" y="851"/>
                    <a:pt x="8930" y="82"/>
                  </a:cubicBezTo>
                  <a:cubicBezTo>
                    <a:pt x="7994" y="-271"/>
                    <a:pt x="5798" y="594"/>
                    <a:pt x="5114" y="1267"/>
                  </a:cubicBezTo>
                  <a:cubicBezTo>
                    <a:pt x="3602" y="2838"/>
                    <a:pt x="4502" y="7549"/>
                    <a:pt x="3404" y="9375"/>
                  </a:cubicBezTo>
                  <a:cubicBezTo>
                    <a:pt x="2864" y="10337"/>
                    <a:pt x="38" y="11362"/>
                    <a:pt x="2" y="12420"/>
                  </a:cubicBezTo>
                  <a:cubicBezTo>
                    <a:pt x="-88" y="14150"/>
                    <a:pt x="3458" y="16746"/>
                    <a:pt x="5114" y="17644"/>
                  </a:cubicBezTo>
                  <a:cubicBezTo>
                    <a:pt x="6140" y="18188"/>
                    <a:pt x="8534" y="18381"/>
                    <a:pt x="9668" y="18637"/>
                  </a:cubicBezTo>
                  <a:cubicBezTo>
                    <a:pt x="11684" y="19150"/>
                    <a:pt x="15680" y="21329"/>
                    <a:pt x="17660" y="2068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02" name="Shape 4784"/>
            <p:cNvSpPr/>
            <p:nvPr/>
          </p:nvSpPr>
          <p:spPr>
            <a:xfrm>
              <a:off x="828422" y="138070"/>
              <a:ext cx="12264" cy="16942"/>
            </a:xfrm>
            <a:custGeom>
              <a:avLst/>
              <a:gdLst/>
              <a:ahLst/>
              <a:cxnLst>
                <a:cxn ang="0">
                  <a:pos x="wd2" y="hd2"/>
                </a:cxn>
                <a:cxn ang="5400000">
                  <a:pos x="wd2" y="hd2"/>
                </a:cxn>
                <a:cxn ang="10800000">
                  <a:pos x="wd2" y="hd2"/>
                </a:cxn>
                <a:cxn ang="16200000">
                  <a:pos x="wd2" y="hd2"/>
                </a:cxn>
              </a:cxnLst>
              <a:rect l="0" t="0" r="r" b="b"/>
              <a:pathLst>
                <a:path w="20500" h="20956" extrusionOk="0">
                  <a:moveTo>
                    <a:pt x="19228" y="17313"/>
                  </a:moveTo>
                  <a:cubicBezTo>
                    <a:pt x="18684" y="18203"/>
                    <a:pt x="16880" y="19843"/>
                    <a:pt x="15660" y="20232"/>
                  </a:cubicBezTo>
                  <a:cubicBezTo>
                    <a:pt x="13274" y="21038"/>
                    <a:pt x="7320" y="21344"/>
                    <a:pt x="5160" y="20232"/>
                  </a:cubicBezTo>
                  <a:cubicBezTo>
                    <a:pt x="3338" y="19315"/>
                    <a:pt x="2587" y="15673"/>
                    <a:pt x="2005" y="14088"/>
                  </a:cubicBezTo>
                  <a:cubicBezTo>
                    <a:pt x="1310" y="12309"/>
                    <a:pt x="-625" y="8529"/>
                    <a:pt x="201" y="6749"/>
                  </a:cubicBezTo>
                  <a:cubicBezTo>
                    <a:pt x="878" y="5387"/>
                    <a:pt x="4597" y="3858"/>
                    <a:pt x="6156" y="2941"/>
                  </a:cubicBezTo>
                  <a:cubicBezTo>
                    <a:pt x="7527" y="2190"/>
                    <a:pt x="10213" y="-256"/>
                    <a:pt x="11903" y="22"/>
                  </a:cubicBezTo>
                  <a:cubicBezTo>
                    <a:pt x="13086" y="217"/>
                    <a:pt x="14025" y="2246"/>
                    <a:pt x="14476" y="3108"/>
                  </a:cubicBezTo>
                  <a:cubicBezTo>
                    <a:pt x="15152" y="4359"/>
                    <a:pt x="14946" y="7222"/>
                    <a:pt x="15866" y="8390"/>
                  </a:cubicBezTo>
                  <a:cubicBezTo>
                    <a:pt x="16561" y="9279"/>
                    <a:pt x="19679" y="10169"/>
                    <a:pt x="20205" y="11142"/>
                  </a:cubicBezTo>
                  <a:cubicBezTo>
                    <a:pt x="20975" y="12615"/>
                    <a:pt x="20092" y="15895"/>
                    <a:pt x="19228" y="1731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03" name="Shape 4785"/>
            <p:cNvSpPr/>
            <p:nvPr/>
          </p:nvSpPr>
          <p:spPr>
            <a:xfrm>
              <a:off x="828422" y="138070"/>
              <a:ext cx="12264" cy="16942"/>
            </a:xfrm>
            <a:custGeom>
              <a:avLst/>
              <a:gdLst/>
              <a:ahLst/>
              <a:cxnLst>
                <a:cxn ang="0">
                  <a:pos x="wd2" y="hd2"/>
                </a:cxn>
                <a:cxn ang="5400000">
                  <a:pos x="wd2" y="hd2"/>
                </a:cxn>
                <a:cxn ang="10800000">
                  <a:pos x="wd2" y="hd2"/>
                </a:cxn>
                <a:cxn ang="16200000">
                  <a:pos x="wd2" y="hd2"/>
                </a:cxn>
              </a:cxnLst>
              <a:rect l="0" t="0" r="r" b="b"/>
              <a:pathLst>
                <a:path w="20500" h="20956" extrusionOk="0">
                  <a:moveTo>
                    <a:pt x="19228" y="17313"/>
                  </a:moveTo>
                  <a:cubicBezTo>
                    <a:pt x="18684" y="18203"/>
                    <a:pt x="16880" y="19843"/>
                    <a:pt x="15660" y="20232"/>
                  </a:cubicBezTo>
                  <a:cubicBezTo>
                    <a:pt x="13274" y="21038"/>
                    <a:pt x="7320" y="21344"/>
                    <a:pt x="5160" y="20232"/>
                  </a:cubicBezTo>
                  <a:cubicBezTo>
                    <a:pt x="3338" y="19315"/>
                    <a:pt x="2587" y="15673"/>
                    <a:pt x="2005" y="14088"/>
                  </a:cubicBezTo>
                  <a:cubicBezTo>
                    <a:pt x="1310" y="12309"/>
                    <a:pt x="-625" y="8529"/>
                    <a:pt x="201" y="6749"/>
                  </a:cubicBezTo>
                  <a:cubicBezTo>
                    <a:pt x="878" y="5387"/>
                    <a:pt x="4597" y="3858"/>
                    <a:pt x="6156" y="2941"/>
                  </a:cubicBezTo>
                  <a:cubicBezTo>
                    <a:pt x="7527" y="2163"/>
                    <a:pt x="10213" y="-256"/>
                    <a:pt x="11903" y="22"/>
                  </a:cubicBezTo>
                  <a:cubicBezTo>
                    <a:pt x="13086" y="217"/>
                    <a:pt x="14025" y="2246"/>
                    <a:pt x="14476" y="3108"/>
                  </a:cubicBezTo>
                  <a:cubicBezTo>
                    <a:pt x="15152" y="4359"/>
                    <a:pt x="14946" y="7222"/>
                    <a:pt x="15866" y="8390"/>
                  </a:cubicBezTo>
                  <a:cubicBezTo>
                    <a:pt x="16561" y="9279"/>
                    <a:pt x="19679" y="10169"/>
                    <a:pt x="20205" y="11142"/>
                  </a:cubicBezTo>
                  <a:cubicBezTo>
                    <a:pt x="20975" y="12615"/>
                    <a:pt x="20092" y="15895"/>
                    <a:pt x="19228" y="1731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04" name="Shape 4786"/>
            <p:cNvSpPr/>
            <p:nvPr/>
          </p:nvSpPr>
          <p:spPr>
            <a:xfrm>
              <a:off x="851434" y="138070"/>
              <a:ext cx="6966" cy="6999"/>
            </a:xfrm>
            <a:custGeom>
              <a:avLst/>
              <a:gdLst/>
              <a:ahLst/>
              <a:cxnLst>
                <a:cxn ang="0">
                  <a:pos x="wd2" y="hd2"/>
                </a:cxn>
                <a:cxn ang="5400000">
                  <a:pos x="wd2" y="hd2"/>
                </a:cxn>
                <a:cxn ang="10800000">
                  <a:pos x="wd2" y="hd2"/>
                </a:cxn>
                <a:cxn ang="16200000">
                  <a:pos x="wd2" y="hd2"/>
                </a:cxn>
              </a:cxnLst>
              <a:rect l="0" t="0" r="r" b="b"/>
              <a:pathLst>
                <a:path w="20854" h="20763" extrusionOk="0">
                  <a:moveTo>
                    <a:pt x="20847" y="9783"/>
                  </a:moveTo>
                  <a:cubicBezTo>
                    <a:pt x="20578" y="6517"/>
                    <a:pt x="15094" y="1250"/>
                    <a:pt x="11965" y="250"/>
                  </a:cubicBezTo>
                  <a:cubicBezTo>
                    <a:pt x="9374" y="-550"/>
                    <a:pt x="3049" y="650"/>
                    <a:pt x="1333" y="2717"/>
                  </a:cubicBezTo>
                  <a:cubicBezTo>
                    <a:pt x="-551" y="4917"/>
                    <a:pt x="-215" y="11650"/>
                    <a:pt x="963" y="14317"/>
                  </a:cubicBezTo>
                  <a:cubicBezTo>
                    <a:pt x="1939" y="16517"/>
                    <a:pt x="6043" y="20050"/>
                    <a:pt x="8399" y="20650"/>
                  </a:cubicBezTo>
                  <a:cubicBezTo>
                    <a:pt x="9845" y="21050"/>
                    <a:pt x="12873" y="20317"/>
                    <a:pt x="14118" y="19583"/>
                  </a:cubicBezTo>
                  <a:cubicBezTo>
                    <a:pt x="16608" y="17917"/>
                    <a:pt x="21049" y="12717"/>
                    <a:pt x="20847" y="978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05" name="Shape 4787"/>
            <p:cNvSpPr/>
            <p:nvPr/>
          </p:nvSpPr>
          <p:spPr>
            <a:xfrm>
              <a:off x="851434" y="138070"/>
              <a:ext cx="6966" cy="6999"/>
            </a:xfrm>
            <a:custGeom>
              <a:avLst/>
              <a:gdLst/>
              <a:ahLst/>
              <a:cxnLst>
                <a:cxn ang="0">
                  <a:pos x="wd2" y="hd2"/>
                </a:cxn>
                <a:cxn ang="5400000">
                  <a:pos x="wd2" y="hd2"/>
                </a:cxn>
                <a:cxn ang="10800000">
                  <a:pos x="wd2" y="hd2"/>
                </a:cxn>
                <a:cxn ang="16200000">
                  <a:pos x="wd2" y="hd2"/>
                </a:cxn>
              </a:cxnLst>
              <a:rect l="0" t="0" r="r" b="b"/>
              <a:pathLst>
                <a:path w="20854" h="20763" extrusionOk="0">
                  <a:moveTo>
                    <a:pt x="20847" y="9783"/>
                  </a:moveTo>
                  <a:cubicBezTo>
                    <a:pt x="20578" y="6517"/>
                    <a:pt x="15094" y="1250"/>
                    <a:pt x="11965" y="250"/>
                  </a:cubicBezTo>
                  <a:cubicBezTo>
                    <a:pt x="9374" y="-550"/>
                    <a:pt x="3049" y="650"/>
                    <a:pt x="1333" y="2717"/>
                  </a:cubicBezTo>
                  <a:cubicBezTo>
                    <a:pt x="-551" y="4917"/>
                    <a:pt x="-215" y="11650"/>
                    <a:pt x="963" y="14317"/>
                  </a:cubicBezTo>
                  <a:cubicBezTo>
                    <a:pt x="1939" y="16517"/>
                    <a:pt x="6043" y="20050"/>
                    <a:pt x="8399" y="20650"/>
                  </a:cubicBezTo>
                  <a:cubicBezTo>
                    <a:pt x="9845" y="21050"/>
                    <a:pt x="12873" y="20317"/>
                    <a:pt x="14118" y="19583"/>
                  </a:cubicBezTo>
                  <a:cubicBezTo>
                    <a:pt x="16608" y="17917"/>
                    <a:pt x="21049" y="12717"/>
                    <a:pt x="20847" y="978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06" name="Shape 4788"/>
            <p:cNvSpPr/>
            <p:nvPr/>
          </p:nvSpPr>
          <p:spPr>
            <a:xfrm>
              <a:off x="759387" y="92046"/>
              <a:ext cx="78439" cy="85053"/>
            </a:xfrm>
            <a:custGeom>
              <a:avLst/>
              <a:gdLst/>
              <a:ahLst/>
              <a:cxnLst>
                <a:cxn ang="0">
                  <a:pos x="wd2" y="hd2"/>
                </a:cxn>
                <a:cxn ang="5400000">
                  <a:pos x="wd2" y="hd2"/>
                </a:cxn>
                <a:cxn ang="10800000">
                  <a:pos x="wd2" y="hd2"/>
                </a:cxn>
                <a:cxn ang="16200000">
                  <a:pos x="wd2" y="hd2"/>
                </a:cxn>
              </a:cxnLst>
              <a:rect l="0" t="0" r="r" b="b"/>
              <a:pathLst>
                <a:path w="21373" h="21411" extrusionOk="0">
                  <a:moveTo>
                    <a:pt x="19259" y="8058"/>
                  </a:moveTo>
                  <a:cubicBezTo>
                    <a:pt x="19740" y="7950"/>
                    <a:pt x="20882" y="8047"/>
                    <a:pt x="21194" y="7696"/>
                  </a:cubicBezTo>
                  <a:cubicBezTo>
                    <a:pt x="21476" y="7379"/>
                    <a:pt x="21384" y="6429"/>
                    <a:pt x="21194" y="6055"/>
                  </a:cubicBezTo>
                  <a:cubicBezTo>
                    <a:pt x="20931" y="5546"/>
                    <a:pt x="19719" y="5031"/>
                    <a:pt x="19290" y="4624"/>
                  </a:cubicBezTo>
                  <a:cubicBezTo>
                    <a:pt x="18785" y="4143"/>
                    <a:pt x="18087" y="2921"/>
                    <a:pt x="17517" y="2508"/>
                  </a:cubicBezTo>
                  <a:cubicBezTo>
                    <a:pt x="17070" y="2185"/>
                    <a:pt x="16008" y="1750"/>
                    <a:pt x="15451" y="1671"/>
                  </a:cubicBezTo>
                  <a:cubicBezTo>
                    <a:pt x="14848" y="1586"/>
                    <a:pt x="13577" y="1699"/>
                    <a:pt x="13032" y="1942"/>
                  </a:cubicBezTo>
                  <a:cubicBezTo>
                    <a:pt x="12686" y="2089"/>
                    <a:pt x="12218" y="2689"/>
                    <a:pt x="11933" y="2927"/>
                  </a:cubicBezTo>
                  <a:cubicBezTo>
                    <a:pt x="11657" y="3159"/>
                    <a:pt x="11097" y="3611"/>
                    <a:pt x="10803" y="3820"/>
                  </a:cubicBezTo>
                  <a:cubicBezTo>
                    <a:pt x="10445" y="4081"/>
                    <a:pt x="9722" y="4596"/>
                    <a:pt x="9321" y="4799"/>
                  </a:cubicBezTo>
                  <a:cubicBezTo>
                    <a:pt x="8932" y="4997"/>
                    <a:pt x="7986" y="5110"/>
                    <a:pt x="7674" y="5399"/>
                  </a:cubicBezTo>
                  <a:cubicBezTo>
                    <a:pt x="7423" y="5631"/>
                    <a:pt x="7187" y="6298"/>
                    <a:pt x="7157" y="6621"/>
                  </a:cubicBezTo>
                  <a:cubicBezTo>
                    <a:pt x="7129" y="6932"/>
                    <a:pt x="7236" y="7577"/>
                    <a:pt x="7417" y="7843"/>
                  </a:cubicBezTo>
                  <a:cubicBezTo>
                    <a:pt x="7622" y="8160"/>
                    <a:pt x="8369" y="8477"/>
                    <a:pt x="8642" y="8742"/>
                  </a:cubicBezTo>
                  <a:cubicBezTo>
                    <a:pt x="8896" y="8980"/>
                    <a:pt x="9480" y="9478"/>
                    <a:pt x="9514" y="9812"/>
                  </a:cubicBezTo>
                  <a:cubicBezTo>
                    <a:pt x="9529" y="9998"/>
                    <a:pt x="9324" y="10366"/>
                    <a:pt x="9159" y="10468"/>
                  </a:cubicBezTo>
                  <a:cubicBezTo>
                    <a:pt x="8583" y="10830"/>
                    <a:pt x="6948" y="11051"/>
                    <a:pt x="6382" y="10677"/>
                  </a:cubicBezTo>
                  <a:cubicBezTo>
                    <a:pt x="6082" y="10479"/>
                    <a:pt x="6143" y="9687"/>
                    <a:pt x="6027" y="9365"/>
                  </a:cubicBezTo>
                  <a:cubicBezTo>
                    <a:pt x="5822" y="8793"/>
                    <a:pt x="5362" y="7673"/>
                    <a:pt x="5029" y="7164"/>
                  </a:cubicBezTo>
                  <a:cubicBezTo>
                    <a:pt x="4848" y="6881"/>
                    <a:pt x="4266" y="6474"/>
                    <a:pt x="4156" y="6174"/>
                  </a:cubicBezTo>
                  <a:cubicBezTo>
                    <a:pt x="4003" y="5755"/>
                    <a:pt x="4254" y="4856"/>
                    <a:pt x="4224" y="4420"/>
                  </a:cubicBezTo>
                  <a:cubicBezTo>
                    <a:pt x="4190" y="4035"/>
                    <a:pt x="4061" y="3266"/>
                    <a:pt x="3930" y="2898"/>
                  </a:cubicBezTo>
                  <a:cubicBezTo>
                    <a:pt x="3807" y="2559"/>
                    <a:pt x="3483" y="1903"/>
                    <a:pt x="3222" y="1642"/>
                  </a:cubicBezTo>
                  <a:cubicBezTo>
                    <a:pt x="2892" y="1320"/>
                    <a:pt x="1989" y="969"/>
                    <a:pt x="1572" y="749"/>
                  </a:cubicBezTo>
                  <a:cubicBezTo>
                    <a:pt x="1217" y="562"/>
                    <a:pt x="473" y="-168"/>
                    <a:pt x="124" y="36"/>
                  </a:cubicBezTo>
                  <a:cubicBezTo>
                    <a:pt x="-124" y="177"/>
                    <a:pt x="60" y="856"/>
                    <a:pt x="155" y="1111"/>
                  </a:cubicBezTo>
                  <a:cubicBezTo>
                    <a:pt x="317" y="1535"/>
                    <a:pt x="1000" y="2197"/>
                    <a:pt x="1318" y="2536"/>
                  </a:cubicBezTo>
                  <a:cubicBezTo>
                    <a:pt x="1548" y="2785"/>
                    <a:pt x="2093" y="3209"/>
                    <a:pt x="2316" y="3458"/>
                  </a:cubicBezTo>
                  <a:cubicBezTo>
                    <a:pt x="2481" y="3651"/>
                    <a:pt x="2895" y="4024"/>
                    <a:pt x="2898" y="4267"/>
                  </a:cubicBezTo>
                  <a:cubicBezTo>
                    <a:pt x="2901" y="4511"/>
                    <a:pt x="2589" y="4997"/>
                    <a:pt x="2347" y="5099"/>
                  </a:cubicBezTo>
                  <a:cubicBezTo>
                    <a:pt x="2083" y="5218"/>
                    <a:pt x="1465" y="4839"/>
                    <a:pt x="1186" y="4929"/>
                  </a:cubicBezTo>
                  <a:cubicBezTo>
                    <a:pt x="994" y="4980"/>
                    <a:pt x="700" y="5291"/>
                    <a:pt x="608" y="5461"/>
                  </a:cubicBezTo>
                  <a:cubicBezTo>
                    <a:pt x="470" y="5710"/>
                    <a:pt x="455" y="6281"/>
                    <a:pt x="412" y="6564"/>
                  </a:cubicBezTo>
                  <a:cubicBezTo>
                    <a:pt x="366" y="6892"/>
                    <a:pt x="283" y="7571"/>
                    <a:pt x="253" y="7905"/>
                  </a:cubicBezTo>
                  <a:cubicBezTo>
                    <a:pt x="201" y="8414"/>
                    <a:pt x="60" y="9427"/>
                    <a:pt x="90" y="9930"/>
                  </a:cubicBezTo>
                  <a:cubicBezTo>
                    <a:pt x="127" y="10581"/>
                    <a:pt x="262" y="11905"/>
                    <a:pt x="608" y="12459"/>
                  </a:cubicBezTo>
                  <a:cubicBezTo>
                    <a:pt x="862" y="12878"/>
                    <a:pt x="1762" y="13415"/>
                    <a:pt x="2154" y="13721"/>
                  </a:cubicBezTo>
                  <a:cubicBezTo>
                    <a:pt x="2589" y="14049"/>
                    <a:pt x="3568" y="14598"/>
                    <a:pt x="3930" y="15000"/>
                  </a:cubicBezTo>
                  <a:cubicBezTo>
                    <a:pt x="4202" y="15299"/>
                    <a:pt x="4453" y="16086"/>
                    <a:pt x="4738" y="16374"/>
                  </a:cubicBezTo>
                  <a:cubicBezTo>
                    <a:pt x="5029" y="16663"/>
                    <a:pt x="5767" y="17093"/>
                    <a:pt x="6155" y="17268"/>
                  </a:cubicBezTo>
                  <a:cubicBezTo>
                    <a:pt x="6599" y="17460"/>
                    <a:pt x="7542" y="17738"/>
                    <a:pt x="8026" y="17800"/>
                  </a:cubicBezTo>
                  <a:cubicBezTo>
                    <a:pt x="8611" y="17879"/>
                    <a:pt x="9918" y="17438"/>
                    <a:pt x="10387" y="17766"/>
                  </a:cubicBezTo>
                  <a:cubicBezTo>
                    <a:pt x="10629" y="17947"/>
                    <a:pt x="10632" y="18598"/>
                    <a:pt x="10678" y="18881"/>
                  </a:cubicBezTo>
                  <a:cubicBezTo>
                    <a:pt x="10723" y="19209"/>
                    <a:pt x="10580" y="19916"/>
                    <a:pt x="10739" y="20221"/>
                  </a:cubicBezTo>
                  <a:cubicBezTo>
                    <a:pt x="10910" y="20538"/>
                    <a:pt x="11584" y="20985"/>
                    <a:pt x="11933" y="21143"/>
                  </a:cubicBezTo>
                  <a:cubicBezTo>
                    <a:pt x="12224" y="21274"/>
                    <a:pt x="12873" y="21432"/>
                    <a:pt x="13191" y="21409"/>
                  </a:cubicBezTo>
                  <a:cubicBezTo>
                    <a:pt x="13644" y="21375"/>
                    <a:pt x="14575" y="21076"/>
                    <a:pt x="14869" y="20753"/>
                  </a:cubicBezTo>
                  <a:cubicBezTo>
                    <a:pt x="15172" y="20419"/>
                    <a:pt x="15301" y="19492"/>
                    <a:pt x="15288" y="19056"/>
                  </a:cubicBezTo>
                  <a:cubicBezTo>
                    <a:pt x="15282" y="18711"/>
                    <a:pt x="14826" y="18071"/>
                    <a:pt x="14900" y="17743"/>
                  </a:cubicBezTo>
                  <a:cubicBezTo>
                    <a:pt x="14961" y="17494"/>
                    <a:pt x="15374" y="17081"/>
                    <a:pt x="15610" y="16940"/>
                  </a:cubicBezTo>
                  <a:cubicBezTo>
                    <a:pt x="15797" y="16827"/>
                    <a:pt x="16283" y="16827"/>
                    <a:pt x="16485" y="16731"/>
                  </a:cubicBezTo>
                  <a:cubicBezTo>
                    <a:pt x="16706" y="16623"/>
                    <a:pt x="17156" y="16352"/>
                    <a:pt x="17260" y="16131"/>
                  </a:cubicBezTo>
                  <a:cubicBezTo>
                    <a:pt x="17401" y="15831"/>
                    <a:pt x="17153" y="15147"/>
                    <a:pt x="17193" y="14818"/>
                  </a:cubicBezTo>
                  <a:cubicBezTo>
                    <a:pt x="17220" y="14609"/>
                    <a:pt x="17334" y="14174"/>
                    <a:pt x="17450" y="13993"/>
                  </a:cubicBezTo>
                  <a:cubicBezTo>
                    <a:pt x="17618" y="13721"/>
                    <a:pt x="18316" y="13415"/>
                    <a:pt x="18387" y="13121"/>
                  </a:cubicBezTo>
                  <a:cubicBezTo>
                    <a:pt x="18479" y="12725"/>
                    <a:pt x="17885" y="12012"/>
                    <a:pt x="17774" y="11628"/>
                  </a:cubicBezTo>
                  <a:cubicBezTo>
                    <a:pt x="17683" y="11317"/>
                    <a:pt x="17545" y="10672"/>
                    <a:pt x="17548" y="10355"/>
                  </a:cubicBezTo>
                  <a:cubicBezTo>
                    <a:pt x="17551" y="9840"/>
                    <a:pt x="17557" y="8720"/>
                    <a:pt x="17937" y="8352"/>
                  </a:cubicBezTo>
                  <a:cubicBezTo>
                    <a:pt x="18169" y="8120"/>
                    <a:pt x="18926" y="8120"/>
                    <a:pt x="19259" y="805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07" name="Shape 4789"/>
            <p:cNvSpPr/>
            <p:nvPr/>
          </p:nvSpPr>
          <p:spPr>
            <a:xfrm>
              <a:off x="759387" y="92046"/>
              <a:ext cx="78439" cy="85053"/>
            </a:xfrm>
            <a:custGeom>
              <a:avLst/>
              <a:gdLst/>
              <a:ahLst/>
              <a:cxnLst>
                <a:cxn ang="0">
                  <a:pos x="wd2" y="hd2"/>
                </a:cxn>
                <a:cxn ang="5400000">
                  <a:pos x="wd2" y="hd2"/>
                </a:cxn>
                <a:cxn ang="10800000">
                  <a:pos x="wd2" y="hd2"/>
                </a:cxn>
                <a:cxn ang="16200000">
                  <a:pos x="wd2" y="hd2"/>
                </a:cxn>
              </a:cxnLst>
              <a:rect l="0" t="0" r="r" b="b"/>
              <a:pathLst>
                <a:path w="21373" h="21411" extrusionOk="0">
                  <a:moveTo>
                    <a:pt x="19259" y="8052"/>
                  </a:moveTo>
                  <a:cubicBezTo>
                    <a:pt x="19740" y="7950"/>
                    <a:pt x="20882" y="8047"/>
                    <a:pt x="21194" y="7696"/>
                  </a:cubicBezTo>
                  <a:cubicBezTo>
                    <a:pt x="21476" y="7379"/>
                    <a:pt x="21384" y="6429"/>
                    <a:pt x="21194" y="6055"/>
                  </a:cubicBezTo>
                  <a:cubicBezTo>
                    <a:pt x="20931" y="5546"/>
                    <a:pt x="19719" y="5031"/>
                    <a:pt x="19290" y="4624"/>
                  </a:cubicBezTo>
                  <a:cubicBezTo>
                    <a:pt x="18785" y="4143"/>
                    <a:pt x="18087" y="2921"/>
                    <a:pt x="17517" y="2508"/>
                  </a:cubicBezTo>
                  <a:cubicBezTo>
                    <a:pt x="17070" y="2185"/>
                    <a:pt x="16008" y="1750"/>
                    <a:pt x="15451" y="1671"/>
                  </a:cubicBezTo>
                  <a:cubicBezTo>
                    <a:pt x="14848" y="1586"/>
                    <a:pt x="13577" y="1699"/>
                    <a:pt x="13032" y="1942"/>
                  </a:cubicBezTo>
                  <a:cubicBezTo>
                    <a:pt x="12686" y="2089"/>
                    <a:pt x="12218" y="2689"/>
                    <a:pt x="11933" y="2927"/>
                  </a:cubicBezTo>
                  <a:cubicBezTo>
                    <a:pt x="11657" y="3153"/>
                    <a:pt x="11097" y="3611"/>
                    <a:pt x="10803" y="3815"/>
                  </a:cubicBezTo>
                  <a:cubicBezTo>
                    <a:pt x="10445" y="4081"/>
                    <a:pt x="9722" y="4596"/>
                    <a:pt x="9321" y="4799"/>
                  </a:cubicBezTo>
                  <a:cubicBezTo>
                    <a:pt x="8932" y="4997"/>
                    <a:pt x="7986" y="5110"/>
                    <a:pt x="7674" y="5399"/>
                  </a:cubicBezTo>
                  <a:cubicBezTo>
                    <a:pt x="7423" y="5631"/>
                    <a:pt x="7187" y="6298"/>
                    <a:pt x="7157" y="6621"/>
                  </a:cubicBezTo>
                  <a:cubicBezTo>
                    <a:pt x="7129" y="6932"/>
                    <a:pt x="7236" y="7577"/>
                    <a:pt x="7417" y="7843"/>
                  </a:cubicBezTo>
                  <a:cubicBezTo>
                    <a:pt x="7622" y="8160"/>
                    <a:pt x="8369" y="8477"/>
                    <a:pt x="8642" y="8742"/>
                  </a:cubicBezTo>
                  <a:cubicBezTo>
                    <a:pt x="8896" y="8980"/>
                    <a:pt x="9480" y="9478"/>
                    <a:pt x="9514" y="9812"/>
                  </a:cubicBezTo>
                  <a:cubicBezTo>
                    <a:pt x="9529" y="9998"/>
                    <a:pt x="9324" y="10366"/>
                    <a:pt x="9156" y="10468"/>
                  </a:cubicBezTo>
                  <a:cubicBezTo>
                    <a:pt x="8583" y="10830"/>
                    <a:pt x="6948" y="11051"/>
                    <a:pt x="6382" y="10677"/>
                  </a:cubicBezTo>
                  <a:cubicBezTo>
                    <a:pt x="6082" y="10479"/>
                    <a:pt x="6143" y="9687"/>
                    <a:pt x="6027" y="9365"/>
                  </a:cubicBezTo>
                  <a:cubicBezTo>
                    <a:pt x="5822" y="8793"/>
                    <a:pt x="5362" y="7673"/>
                    <a:pt x="5029" y="7158"/>
                  </a:cubicBezTo>
                  <a:cubicBezTo>
                    <a:pt x="4848" y="6881"/>
                    <a:pt x="4266" y="6474"/>
                    <a:pt x="4156" y="6174"/>
                  </a:cubicBezTo>
                  <a:cubicBezTo>
                    <a:pt x="4003" y="5755"/>
                    <a:pt x="4254" y="4856"/>
                    <a:pt x="4224" y="4420"/>
                  </a:cubicBezTo>
                  <a:cubicBezTo>
                    <a:pt x="4190" y="4035"/>
                    <a:pt x="4061" y="3266"/>
                    <a:pt x="3930" y="2898"/>
                  </a:cubicBezTo>
                  <a:cubicBezTo>
                    <a:pt x="3807" y="2559"/>
                    <a:pt x="3483" y="1903"/>
                    <a:pt x="3222" y="1642"/>
                  </a:cubicBezTo>
                  <a:cubicBezTo>
                    <a:pt x="2892" y="1320"/>
                    <a:pt x="1989" y="969"/>
                    <a:pt x="1572" y="749"/>
                  </a:cubicBezTo>
                  <a:cubicBezTo>
                    <a:pt x="1217" y="562"/>
                    <a:pt x="473" y="-168"/>
                    <a:pt x="124" y="36"/>
                  </a:cubicBezTo>
                  <a:cubicBezTo>
                    <a:pt x="-124" y="177"/>
                    <a:pt x="60" y="856"/>
                    <a:pt x="155" y="1111"/>
                  </a:cubicBezTo>
                  <a:cubicBezTo>
                    <a:pt x="317" y="1535"/>
                    <a:pt x="1000" y="2197"/>
                    <a:pt x="1318" y="2536"/>
                  </a:cubicBezTo>
                  <a:cubicBezTo>
                    <a:pt x="1548" y="2785"/>
                    <a:pt x="2093" y="3209"/>
                    <a:pt x="2316" y="3458"/>
                  </a:cubicBezTo>
                  <a:cubicBezTo>
                    <a:pt x="2481" y="3651"/>
                    <a:pt x="2895" y="4024"/>
                    <a:pt x="2898" y="4267"/>
                  </a:cubicBezTo>
                  <a:cubicBezTo>
                    <a:pt x="2901" y="4511"/>
                    <a:pt x="2589" y="4997"/>
                    <a:pt x="2347" y="5099"/>
                  </a:cubicBezTo>
                  <a:cubicBezTo>
                    <a:pt x="2083" y="5218"/>
                    <a:pt x="1465" y="4839"/>
                    <a:pt x="1186" y="4929"/>
                  </a:cubicBezTo>
                  <a:cubicBezTo>
                    <a:pt x="994" y="4980"/>
                    <a:pt x="700" y="5291"/>
                    <a:pt x="608" y="5461"/>
                  </a:cubicBezTo>
                  <a:cubicBezTo>
                    <a:pt x="470" y="5710"/>
                    <a:pt x="455" y="6281"/>
                    <a:pt x="412" y="6564"/>
                  </a:cubicBezTo>
                  <a:cubicBezTo>
                    <a:pt x="366" y="6892"/>
                    <a:pt x="283" y="7571"/>
                    <a:pt x="253" y="7905"/>
                  </a:cubicBezTo>
                  <a:cubicBezTo>
                    <a:pt x="201" y="8414"/>
                    <a:pt x="60" y="9427"/>
                    <a:pt x="90" y="9930"/>
                  </a:cubicBezTo>
                  <a:cubicBezTo>
                    <a:pt x="127" y="10581"/>
                    <a:pt x="262" y="11905"/>
                    <a:pt x="608" y="12459"/>
                  </a:cubicBezTo>
                  <a:cubicBezTo>
                    <a:pt x="862" y="12878"/>
                    <a:pt x="1762" y="13415"/>
                    <a:pt x="2154" y="13721"/>
                  </a:cubicBezTo>
                  <a:cubicBezTo>
                    <a:pt x="2589" y="14049"/>
                    <a:pt x="3568" y="14598"/>
                    <a:pt x="3930" y="15000"/>
                  </a:cubicBezTo>
                  <a:cubicBezTo>
                    <a:pt x="4202" y="15299"/>
                    <a:pt x="4453" y="16080"/>
                    <a:pt x="4738" y="16374"/>
                  </a:cubicBezTo>
                  <a:cubicBezTo>
                    <a:pt x="5029" y="16663"/>
                    <a:pt x="5767" y="17093"/>
                    <a:pt x="6155" y="17268"/>
                  </a:cubicBezTo>
                  <a:cubicBezTo>
                    <a:pt x="6599" y="17460"/>
                    <a:pt x="7542" y="17738"/>
                    <a:pt x="8026" y="17800"/>
                  </a:cubicBezTo>
                  <a:cubicBezTo>
                    <a:pt x="8611" y="17879"/>
                    <a:pt x="9918" y="17438"/>
                    <a:pt x="10387" y="17766"/>
                  </a:cubicBezTo>
                  <a:cubicBezTo>
                    <a:pt x="10629" y="17947"/>
                    <a:pt x="10632" y="18598"/>
                    <a:pt x="10678" y="18881"/>
                  </a:cubicBezTo>
                  <a:cubicBezTo>
                    <a:pt x="10723" y="19209"/>
                    <a:pt x="10580" y="19916"/>
                    <a:pt x="10739" y="20221"/>
                  </a:cubicBezTo>
                  <a:cubicBezTo>
                    <a:pt x="10910" y="20538"/>
                    <a:pt x="11584" y="20985"/>
                    <a:pt x="11933" y="21143"/>
                  </a:cubicBezTo>
                  <a:cubicBezTo>
                    <a:pt x="12224" y="21274"/>
                    <a:pt x="12873" y="21432"/>
                    <a:pt x="13191" y="21409"/>
                  </a:cubicBezTo>
                  <a:cubicBezTo>
                    <a:pt x="13644" y="21375"/>
                    <a:pt x="14575" y="21076"/>
                    <a:pt x="14869" y="20753"/>
                  </a:cubicBezTo>
                  <a:cubicBezTo>
                    <a:pt x="15172" y="20419"/>
                    <a:pt x="15301" y="19492"/>
                    <a:pt x="15288" y="19056"/>
                  </a:cubicBezTo>
                  <a:cubicBezTo>
                    <a:pt x="15282" y="18711"/>
                    <a:pt x="14826" y="18071"/>
                    <a:pt x="14900" y="17743"/>
                  </a:cubicBezTo>
                  <a:cubicBezTo>
                    <a:pt x="14961" y="17494"/>
                    <a:pt x="15374" y="17081"/>
                    <a:pt x="15610" y="16934"/>
                  </a:cubicBezTo>
                  <a:cubicBezTo>
                    <a:pt x="15797" y="16827"/>
                    <a:pt x="16283" y="16827"/>
                    <a:pt x="16485" y="16731"/>
                  </a:cubicBezTo>
                  <a:cubicBezTo>
                    <a:pt x="16706" y="16623"/>
                    <a:pt x="17156" y="16352"/>
                    <a:pt x="17260" y="16131"/>
                  </a:cubicBezTo>
                  <a:cubicBezTo>
                    <a:pt x="17401" y="15831"/>
                    <a:pt x="17153" y="15147"/>
                    <a:pt x="17193" y="14818"/>
                  </a:cubicBezTo>
                  <a:cubicBezTo>
                    <a:pt x="17220" y="14609"/>
                    <a:pt x="17334" y="14174"/>
                    <a:pt x="17450" y="13987"/>
                  </a:cubicBezTo>
                  <a:cubicBezTo>
                    <a:pt x="17618" y="13721"/>
                    <a:pt x="18316" y="13415"/>
                    <a:pt x="18387" y="13121"/>
                  </a:cubicBezTo>
                  <a:cubicBezTo>
                    <a:pt x="18479" y="12725"/>
                    <a:pt x="17885" y="12012"/>
                    <a:pt x="17774" y="11628"/>
                  </a:cubicBezTo>
                  <a:cubicBezTo>
                    <a:pt x="17683" y="11317"/>
                    <a:pt x="17545" y="10672"/>
                    <a:pt x="17548" y="10355"/>
                  </a:cubicBezTo>
                  <a:cubicBezTo>
                    <a:pt x="17551" y="9840"/>
                    <a:pt x="17557" y="8720"/>
                    <a:pt x="17937" y="8352"/>
                  </a:cubicBezTo>
                  <a:cubicBezTo>
                    <a:pt x="18169" y="8120"/>
                    <a:pt x="18926" y="8120"/>
                    <a:pt x="19259" y="805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08" name="Shape 4790"/>
            <p:cNvSpPr/>
            <p:nvPr/>
          </p:nvSpPr>
          <p:spPr>
            <a:xfrm>
              <a:off x="782399" y="92046"/>
              <a:ext cx="14218" cy="14001"/>
            </a:xfrm>
            <a:custGeom>
              <a:avLst/>
              <a:gdLst/>
              <a:ahLst/>
              <a:cxnLst>
                <a:cxn ang="0">
                  <a:pos x="wd2" y="hd2"/>
                </a:cxn>
                <a:cxn ang="5400000">
                  <a:pos x="wd2" y="hd2"/>
                </a:cxn>
                <a:cxn ang="10800000">
                  <a:pos x="wd2" y="hd2"/>
                </a:cxn>
                <a:cxn ang="16200000">
                  <a:pos x="wd2" y="hd2"/>
                </a:cxn>
              </a:cxnLst>
              <a:rect l="0" t="0" r="r" b="b"/>
              <a:pathLst>
                <a:path w="21236" h="21191" extrusionOk="0">
                  <a:moveTo>
                    <a:pt x="16117" y="16955"/>
                  </a:moveTo>
                  <a:cubicBezTo>
                    <a:pt x="17627" y="15084"/>
                    <a:pt x="21202" y="11138"/>
                    <a:pt x="21236" y="8723"/>
                  </a:cubicBezTo>
                  <a:cubicBezTo>
                    <a:pt x="21286" y="6376"/>
                    <a:pt x="18617" y="1852"/>
                    <a:pt x="16637" y="661"/>
                  </a:cubicBezTo>
                  <a:cubicBezTo>
                    <a:pt x="15210" y="-257"/>
                    <a:pt x="11569" y="-53"/>
                    <a:pt x="9941" y="287"/>
                  </a:cubicBezTo>
                  <a:cubicBezTo>
                    <a:pt x="7238" y="832"/>
                    <a:pt x="643" y="2396"/>
                    <a:pt x="22" y="5152"/>
                  </a:cubicBezTo>
                  <a:cubicBezTo>
                    <a:pt x="-314" y="6614"/>
                    <a:pt x="3395" y="8451"/>
                    <a:pt x="3731" y="9948"/>
                  </a:cubicBezTo>
                  <a:cubicBezTo>
                    <a:pt x="4134" y="11751"/>
                    <a:pt x="1566" y="15390"/>
                    <a:pt x="2153" y="17125"/>
                  </a:cubicBezTo>
                  <a:cubicBezTo>
                    <a:pt x="2589" y="18520"/>
                    <a:pt x="5208" y="20459"/>
                    <a:pt x="6567" y="20901"/>
                  </a:cubicBezTo>
                  <a:cubicBezTo>
                    <a:pt x="7893" y="21343"/>
                    <a:pt x="10931" y="21275"/>
                    <a:pt x="12223" y="20731"/>
                  </a:cubicBezTo>
                  <a:cubicBezTo>
                    <a:pt x="13465" y="20186"/>
                    <a:pt x="15261" y="18009"/>
                    <a:pt x="16117" y="1695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09" name="Shape 4791"/>
            <p:cNvSpPr/>
            <p:nvPr/>
          </p:nvSpPr>
          <p:spPr>
            <a:xfrm>
              <a:off x="782399" y="92046"/>
              <a:ext cx="14218" cy="13997"/>
            </a:xfrm>
            <a:custGeom>
              <a:avLst/>
              <a:gdLst/>
              <a:ahLst/>
              <a:cxnLst>
                <a:cxn ang="0">
                  <a:pos x="wd2" y="hd2"/>
                </a:cxn>
                <a:cxn ang="5400000">
                  <a:pos x="wd2" y="hd2"/>
                </a:cxn>
                <a:cxn ang="10800000">
                  <a:pos x="wd2" y="hd2"/>
                </a:cxn>
                <a:cxn ang="16200000">
                  <a:pos x="wd2" y="hd2"/>
                </a:cxn>
              </a:cxnLst>
              <a:rect l="0" t="0" r="r" b="b"/>
              <a:pathLst>
                <a:path w="21236" h="21185" extrusionOk="0">
                  <a:moveTo>
                    <a:pt x="16117" y="16955"/>
                  </a:moveTo>
                  <a:cubicBezTo>
                    <a:pt x="17627" y="15084"/>
                    <a:pt x="21202" y="11138"/>
                    <a:pt x="21236" y="8723"/>
                  </a:cubicBezTo>
                  <a:cubicBezTo>
                    <a:pt x="21286" y="6376"/>
                    <a:pt x="18617" y="1852"/>
                    <a:pt x="16637" y="661"/>
                  </a:cubicBezTo>
                  <a:cubicBezTo>
                    <a:pt x="15210" y="-257"/>
                    <a:pt x="11569" y="-53"/>
                    <a:pt x="9941" y="287"/>
                  </a:cubicBezTo>
                  <a:cubicBezTo>
                    <a:pt x="7238" y="832"/>
                    <a:pt x="643" y="2396"/>
                    <a:pt x="22" y="5152"/>
                  </a:cubicBezTo>
                  <a:cubicBezTo>
                    <a:pt x="-314" y="6614"/>
                    <a:pt x="3395" y="8451"/>
                    <a:pt x="3731" y="9948"/>
                  </a:cubicBezTo>
                  <a:cubicBezTo>
                    <a:pt x="4134" y="11751"/>
                    <a:pt x="1566" y="15390"/>
                    <a:pt x="2153" y="17125"/>
                  </a:cubicBezTo>
                  <a:cubicBezTo>
                    <a:pt x="2589" y="18520"/>
                    <a:pt x="5208" y="20459"/>
                    <a:pt x="6567" y="20867"/>
                  </a:cubicBezTo>
                  <a:cubicBezTo>
                    <a:pt x="7893" y="21343"/>
                    <a:pt x="10931" y="21275"/>
                    <a:pt x="12223" y="20731"/>
                  </a:cubicBezTo>
                  <a:cubicBezTo>
                    <a:pt x="13465" y="20186"/>
                    <a:pt x="15261" y="18009"/>
                    <a:pt x="16117" y="1695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10" name="Shape 4792"/>
            <p:cNvSpPr/>
            <p:nvPr/>
          </p:nvSpPr>
          <p:spPr>
            <a:xfrm>
              <a:off x="805410" y="46023"/>
              <a:ext cx="12833" cy="11525"/>
            </a:xfrm>
            <a:custGeom>
              <a:avLst/>
              <a:gdLst/>
              <a:ahLst/>
              <a:cxnLst>
                <a:cxn ang="0">
                  <a:pos x="wd2" y="hd2"/>
                </a:cxn>
                <a:cxn ang="5400000">
                  <a:pos x="wd2" y="hd2"/>
                </a:cxn>
                <a:cxn ang="10800000">
                  <a:pos x="wd2" y="hd2"/>
                </a:cxn>
                <a:cxn ang="16200000">
                  <a:pos x="wd2" y="hd2"/>
                </a:cxn>
              </a:cxnLst>
              <a:rect l="0" t="0" r="r" b="b"/>
              <a:pathLst>
                <a:path w="21318" h="21427" extrusionOk="0">
                  <a:moveTo>
                    <a:pt x="21318" y="8565"/>
                  </a:moveTo>
                  <a:lnTo>
                    <a:pt x="1062" y="0"/>
                  </a:lnTo>
                  <a:cubicBezTo>
                    <a:pt x="1062" y="0"/>
                    <a:pt x="-282" y="5766"/>
                    <a:pt x="54" y="7646"/>
                  </a:cubicBezTo>
                  <a:cubicBezTo>
                    <a:pt x="502" y="9902"/>
                    <a:pt x="2985" y="13745"/>
                    <a:pt x="4423" y="15375"/>
                  </a:cubicBezTo>
                  <a:cubicBezTo>
                    <a:pt x="6177" y="17380"/>
                    <a:pt x="10415" y="20723"/>
                    <a:pt x="12861" y="21349"/>
                  </a:cubicBezTo>
                  <a:cubicBezTo>
                    <a:pt x="14130" y="21600"/>
                    <a:pt x="16912" y="21224"/>
                    <a:pt x="17976" y="20472"/>
                  </a:cubicBezTo>
                  <a:cubicBezTo>
                    <a:pt x="18891" y="19803"/>
                    <a:pt x="19974" y="17631"/>
                    <a:pt x="20366" y="16503"/>
                  </a:cubicBezTo>
                  <a:cubicBezTo>
                    <a:pt x="20982" y="14623"/>
                    <a:pt x="21318" y="8565"/>
                    <a:pt x="21318" y="856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11" name="Shape 4793"/>
            <p:cNvSpPr/>
            <p:nvPr/>
          </p:nvSpPr>
          <p:spPr>
            <a:xfrm>
              <a:off x="805410" y="46023"/>
              <a:ext cx="12833" cy="11525"/>
            </a:xfrm>
            <a:custGeom>
              <a:avLst/>
              <a:gdLst/>
              <a:ahLst/>
              <a:cxnLst>
                <a:cxn ang="0">
                  <a:pos x="wd2" y="hd2"/>
                </a:cxn>
                <a:cxn ang="5400000">
                  <a:pos x="wd2" y="hd2"/>
                </a:cxn>
                <a:cxn ang="10800000">
                  <a:pos x="wd2" y="hd2"/>
                </a:cxn>
                <a:cxn ang="16200000">
                  <a:pos x="wd2" y="hd2"/>
                </a:cxn>
              </a:cxnLst>
              <a:rect l="0" t="0" r="r" b="b"/>
              <a:pathLst>
                <a:path w="21318" h="21427" extrusionOk="0">
                  <a:moveTo>
                    <a:pt x="21318" y="8565"/>
                  </a:moveTo>
                  <a:lnTo>
                    <a:pt x="1062" y="0"/>
                  </a:lnTo>
                  <a:cubicBezTo>
                    <a:pt x="1062" y="0"/>
                    <a:pt x="-282" y="5766"/>
                    <a:pt x="54" y="7646"/>
                  </a:cubicBezTo>
                  <a:cubicBezTo>
                    <a:pt x="502" y="9902"/>
                    <a:pt x="2985" y="13745"/>
                    <a:pt x="4423" y="15375"/>
                  </a:cubicBezTo>
                  <a:cubicBezTo>
                    <a:pt x="6177" y="17380"/>
                    <a:pt x="10415" y="20723"/>
                    <a:pt x="12861" y="21349"/>
                  </a:cubicBezTo>
                  <a:cubicBezTo>
                    <a:pt x="14130" y="21600"/>
                    <a:pt x="16912" y="21224"/>
                    <a:pt x="17976" y="20472"/>
                  </a:cubicBezTo>
                  <a:cubicBezTo>
                    <a:pt x="18872" y="19803"/>
                    <a:pt x="19974" y="17631"/>
                    <a:pt x="20366" y="16503"/>
                  </a:cubicBezTo>
                  <a:cubicBezTo>
                    <a:pt x="20982" y="14623"/>
                    <a:pt x="21318" y="8565"/>
                    <a:pt x="21318" y="856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12" name="Shape 4794"/>
            <p:cNvSpPr/>
            <p:nvPr/>
          </p:nvSpPr>
          <p:spPr>
            <a:xfrm>
              <a:off x="460234" y="46023"/>
              <a:ext cx="1363451" cy="973429"/>
            </a:xfrm>
            <a:custGeom>
              <a:avLst/>
              <a:gdLst/>
              <a:ahLst/>
              <a:cxnLst>
                <a:cxn ang="0">
                  <a:pos x="wd2" y="hd2"/>
                </a:cxn>
                <a:cxn ang="5400000">
                  <a:pos x="wd2" y="hd2"/>
                </a:cxn>
                <a:cxn ang="10800000">
                  <a:pos x="wd2" y="hd2"/>
                </a:cxn>
                <a:cxn ang="16200000">
                  <a:pos x="wd2" y="hd2"/>
                </a:cxn>
              </a:cxnLst>
              <a:rect l="0" t="0" r="r" b="b"/>
              <a:pathLst>
                <a:path w="21597" h="21596" extrusionOk="0">
                  <a:moveTo>
                    <a:pt x="21597" y="4567"/>
                  </a:moveTo>
                  <a:lnTo>
                    <a:pt x="19698" y="19175"/>
                  </a:lnTo>
                  <a:cubicBezTo>
                    <a:pt x="19698" y="19175"/>
                    <a:pt x="19656" y="19291"/>
                    <a:pt x="19647" y="19333"/>
                  </a:cubicBezTo>
                  <a:cubicBezTo>
                    <a:pt x="19639" y="19371"/>
                    <a:pt x="19620" y="19452"/>
                    <a:pt x="19628" y="19490"/>
                  </a:cubicBezTo>
                  <a:cubicBezTo>
                    <a:pt x="19632" y="19512"/>
                    <a:pt x="19666" y="19536"/>
                    <a:pt x="19673" y="19557"/>
                  </a:cubicBezTo>
                  <a:cubicBezTo>
                    <a:pt x="19682" y="19589"/>
                    <a:pt x="19667" y="19663"/>
                    <a:pt x="19676" y="19695"/>
                  </a:cubicBezTo>
                  <a:cubicBezTo>
                    <a:pt x="19689" y="19747"/>
                    <a:pt x="19764" y="19815"/>
                    <a:pt x="19774" y="19868"/>
                  </a:cubicBezTo>
                  <a:cubicBezTo>
                    <a:pt x="19781" y="19902"/>
                    <a:pt x="19755" y="19972"/>
                    <a:pt x="19760" y="20006"/>
                  </a:cubicBezTo>
                  <a:cubicBezTo>
                    <a:pt x="19767" y="20058"/>
                    <a:pt x="19832" y="20139"/>
                    <a:pt x="19833" y="20191"/>
                  </a:cubicBezTo>
                  <a:cubicBezTo>
                    <a:pt x="19834" y="20243"/>
                    <a:pt x="19762" y="20322"/>
                    <a:pt x="19766" y="20373"/>
                  </a:cubicBezTo>
                  <a:cubicBezTo>
                    <a:pt x="19769" y="20417"/>
                    <a:pt x="19837" y="20468"/>
                    <a:pt x="19847" y="20511"/>
                  </a:cubicBezTo>
                  <a:cubicBezTo>
                    <a:pt x="19855" y="20543"/>
                    <a:pt x="19851" y="20617"/>
                    <a:pt x="19842" y="20648"/>
                  </a:cubicBezTo>
                  <a:cubicBezTo>
                    <a:pt x="19829" y="20690"/>
                    <a:pt x="19772" y="20744"/>
                    <a:pt x="19754" y="20783"/>
                  </a:cubicBezTo>
                  <a:cubicBezTo>
                    <a:pt x="19743" y="20807"/>
                    <a:pt x="19737" y="20868"/>
                    <a:pt x="19723" y="20889"/>
                  </a:cubicBezTo>
                  <a:cubicBezTo>
                    <a:pt x="19708" y="20913"/>
                    <a:pt x="19655" y="20922"/>
                    <a:pt x="19642" y="20948"/>
                  </a:cubicBezTo>
                  <a:cubicBezTo>
                    <a:pt x="19627" y="20979"/>
                    <a:pt x="19620" y="21062"/>
                    <a:pt x="19628" y="21098"/>
                  </a:cubicBezTo>
                  <a:cubicBezTo>
                    <a:pt x="19637" y="21143"/>
                    <a:pt x="19726" y="21213"/>
                    <a:pt x="19738" y="21257"/>
                  </a:cubicBezTo>
                  <a:cubicBezTo>
                    <a:pt x="19783" y="21416"/>
                    <a:pt x="19690" y="21430"/>
                    <a:pt x="19742" y="21596"/>
                  </a:cubicBezTo>
                  <a:cubicBezTo>
                    <a:pt x="19731" y="21577"/>
                    <a:pt x="19682" y="21543"/>
                    <a:pt x="19682" y="21543"/>
                  </a:cubicBezTo>
                  <a:lnTo>
                    <a:pt x="13946" y="19977"/>
                  </a:lnTo>
                  <a:cubicBezTo>
                    <a:pt x="13946" y="19977"/>
                    <a:pt x="13835" y="20075"/>
                    <a:pt x="13796" y="20103"/>
                  </a:cubicBezTo>
                  <a:cubicBezTo>
                    <a:pt x="13759" y="20131"/>
                    <a:pt x="13683" y="20182"/>
                    <a:pt x="13642" y="20198"/>
                  </a:cubicBezTo>
                  <a:cubicBezTo>
                    <a:pt x="13608" y="20212"/>
                    <a:pt x="13535" y="20221"/>
                    <a:pt x="13500" y="20225"/>
                  </a:cubicBezTo>
                  <a:cubicBezTo>
                    <a:pt x="13446" y="20229"/>
                    <a:pt x="13336" y="20247"/>
                    <a:pt x="13286" y="20225"/>
                  </a:cubicBezTo>
                  <a:cubicBezTo>
                    <a:pt x="13251" y="20208"/>
                    <a:pt x="13199" y="20125"/>
                    <a:pt x="13166" y="20103"/>
                  </a:cubicBezTo>
                  <a:cubicBezTo>
                    <a:pt x="13135" y="20084"/>
                    <a:pt x="13068" y="20063"/>
                    <a:pt x="13034" y="20062"/>
                  </a:cubicBezTo>
                  <a:cubicBezTo>
                    <a:pt x="12991" y="20060"/>
                    <a:pt x="12905" y="20091"/>
                    <a:pt x="12862" y="20098"/>
                  </a:cubicBezTo>
                  <a:cubicBezTo>
                    <a:pt x="12823" y="20105"/>
                    <a:pt x="12746" y="20125"/>
                    <a:pt x="12708" y="20119"/>
                  </a:cubicBezTo>
                  <a:cubicBezTo>
                    <a:pt x="12683" y="20115"/>
                    <a:pt x="12636" y="20079"/>
                    <a:pt x="12610" y="20077"/>
                  </a:cubicBezTo>
                  <a:cubicBezTo>
                    <a:pt x="12577" y="20074"/>
                    <a:pt x="12512" y="20115"/>
                    <a:pt x="12479" y="20114"/>
                  </a:cubicBezTo>
                  <a:cubicBezTo>
                    <a:pt x="12454" y="20113"/>
                    <a:pt x="12404" y="20094"/>
                    <a:pt x="12382" y="20077"/>
                  </a:cubicBezTo>
                  <a:cubicBezTo>
                    <a:pt x="12348" y="20051"/>
                    <a:pt x="12304" y="19952"/>
                    <a:pt x="12269" y="19930"/>
                  </a:cubicBezTo>
                  <a:cubicBezTo>
                    <a:pt x="12237" y="19910"/>
                    <a:pt x="12164" y="19902"/>
                    <a:pt x="12130" y="19914"/>
                  </a:cubicBezTo>
                  <a:cubicBezTo>
                    <a:pt x="12105" y="19924"/>
                    <a:pt x="12064" y="19974"/>
                    <a:pt x="12044" y="19998"/>
                  </a:cubicBezTo>
                  <a:cubicBezTo>
                    <a:pt x="12017" y="20032"/>
                    <a:pt x="11980" y="20123"/>
                    <a:pt x="11950" y="20151"/>
                  </a:cubicBezTo>
                  <a:cubicBezTo>
                    <a:pt x="11927" y="20172"/>
                    <a:pt x="11872" y="20188"/>
                    <a:pt x="11845" y="20198"/>
                  </a:cubicBezTo>
                  <a:cubicBezTo>
                    <a:pt x="11794" y="20216"/>
                    <a:pt x="11691" y="20261"/>
                    <a:pt x="11639" y="20256"/>
                  </a:cubicBezTo>
                  <a:cubicBezTo>
                    <a:pt x="11586" y="20251"/>
                    <a:pt x="11489" y="20171"/>
                    <a:pt x="11436" y="20161"/>
                  </a:cubicBezTo>
                  <a:cubicBezTo>
                    <a:pt x="11351" y="20145"/>
                    <a:pt x="11179" y="20169"/>
                    <a:pt x="11095" y="20188"/>
                  </a:cubicBezTo>
                  <a:cubicBezTo>
                    <a:pt x="11030" y="20201"/>
                    <a:pt x="10904" y="20260"/>
                    <a:pt x="10839" y="20277"/>
                  </a:cubicBezTo>
                  <a:cubicBezTo>
                    <a:pt x="10796" y="20289"/>
                    <a:pt x="10708" y="20305"/>
                    <a:pt x="10663" y="20308"/>
                  </a:cubicBezTo>
                  <a:cubicBezTo>
                    <a:pt x="10618" y="20312"/>
                    <a:pt x="10528" y="20296"/>
                    <a:pt x="10483" y="20303"/>
                  </a:cubicBezTo>
                  <a:cubicBezTo>
                    <a:pt x="10458" y="20308"/>
                    <a:pt x="10407" y="20321"/>
                    <a:pt x="10386" y="20340"/>
                  </a:cubicBezTo>
                  <a:cubicBezTo>
                    <a:pt x="10364" y="20359"/>
                    <a:pt x="10340" y="20431"/>
                    <a:pt x="10318" y="20450"/>
                  </a:cubicBezTo>
                  <a:cubicBezTo>
                    <a:pt x="10289" y="20477"/>
                    <a:pt x="10221" y="20510"/>
                    <a:pt x="10187" y="20508"/>
                  </a:cubicBezTo>
                  <a:cubicBezTo>
                    <a:pt x="10156" y="20506"/>
                    <a:pt x="10102" y="20447"/>
                    <a:pt x="10071" y="20445"/>
                  </a:cubicBezTo>
                  <a:cubicBezTo>
                    <a:pt x="10017" y="20441"/>
                    <a:pt x="9917" y="20515"/>
                    <a:pt x="9864" y="20524"/>
                  </a:cubicBezTo>
                  <a:cubicBezTo>
                    <a:pt x="9777" y="20537"/>
                    <a:pt x="9594" y="20540"/>
                    <a:pt x="9511" y="20498"/>
                  </a:cubicBezTo>
                  <a:cubicBezTo>
                    <a:pt x="9469" y="20476"/>
                    <a:pt x="9397" y="20393"/>
                    <a:pt x="9369" y="20345"/>
                  </a:cubicBezTo>
                  <a:cubicBezTo>
                    <a:pt x="9341" y="20298"/>
                    <a:pt x="9321" y="20169"/>
                    <a:pt x="9290" y="20124"/>
                  </a:cubicBezTo>
                  <a:cubicBezTo>
                    <a:pt x="9264" y="20086"/>
                    <a:pt x="9193" y="20035"/>
                    <a:pt x="9155" y="20024"/>
                  </a:cubicBezTo>
                  <a:cubicBezTo>
                    <a:pt x="9113" y="20014"/>
                    <a:pt x="9025" y="20028"/>
                    <a:pt x="8986" y="20051"/>
                  </a:cubicBezTo>
                  <a:cubicBezTo>
                    <a:pt x="8952" y="20071"/>
                    <a:pt x="8904" y="20160"/>
                    <a:pt x="8870" y="20182"/>
                  </a:cubicBezTo>
                  <a:cubicBezTo>
                    <a:pt x="8827" y="20210"/>
                    <a:pt x="8733" y="20230"/>
                    <a:pt x="8686" y="20235"/>
                  </a:cubicBezTo>
                  <a:cubicBezTo>
                    <a:pt x="8640" y="20239"/>
                    <a:pt x="8548" y="20213"/>
                    <a:pt x="8502" y="20219"/>
                  </a:cubicBezTo>
                  <a:cubicBezTo>
                    <a:pt x="8462" y="20224"/>
                    <a:pt x="8381" y="20246"/>
                    <a:pt x="8345" y="20272"/>
                  </a:cubicBezTo>
                  <a:cubicBezTo>
                    <a:pt x="8319" y="20290"/>
                    <a:pt x="8283" y="20368"/>
                    <a:pt x="8255" y="20377"/>
                  </a:cubicBezTo>
                  <a:cubicBezTo>
                    <a:pt x="8232" y="20384"/>
                    <a:pt x="8184" y="20363"/>
                    <a:pt x="8165" y="20345"/>
                  </a:cubicBezTo>
                  <a:cubicBezTo>
                    <a:pt x="8146" y="20328"/>
                    <a:pt x="8131" y="20261"/>
                    <a:pt x="8112" y="20245"/>
                  </a:cubicBezTo>
                  <a:cubicBezTo>
                    <a:pt x="8074" y="20216"/>
                    <a:pt x="7981" y="20241"/>
                    <a:pt x="7939" y="20225"/>
                  </a:cubicBezTo>
                  <a:cubicBezTo>
                    <a:pt x="7903" y="20210"/>
                    <a:pt x="7812" y="20135"/>
                    <a:pt x="7801" y="20135"/>
                  </a:cubicBezTo>
                  <a:cubicBezTo>
                    <a:pt x="7789" y="20135"/>
                    <a:pt x="7705" y="20149"/>
                    <a:pt x="7681" y="20177"/>
                  </a:cubicBezTo>
                  <a:cubicBezTo>
                    <a:pt x="7652" y="20209"/>
                    <a:pt x="7644" y="20332"/>
                    <a:pt x="7613" y="20361"/>
                  </a:cubicBezTo>
                  <a:cubicBezTo>
                    <a:pt x="7586" y="20387"/>
                    <a:pt x="7514" y="20394"/>
                    <a:pt x="7482" y="20382"/>
                  </a:cubicBezTo>
                  <a:cubicBezTo>
                    <a:pt x="7454" y="20371"/>
                    <a:pt x="7399" y="20325"/>
                    <a:pt x="7388" y="20287"/>
                  </a:cubicBezTo>
                  <a:cubicBezTo>
                    <a:pt x="7375" y="20242"/>
                    <a:pt x="7414" y="20142"/>
                    <a:pt x="7411" y="20093"/>
                  </a:cubicBezTo>
                  <a:cubicBezTo>
                    <a:pt x="7408" y="20054"/>
                    <a:pt x="7391" y="19976"/>
                    <a:pt x="7373" y="19946"/>
                  </a:cubicBezTo>
                  <a:cubicBezTo>
                    <a:pt x="7345" y="19899"/>
                    <a:pt x="7258" y="19857"/>
                    <a:pt x="7223" y="19819"/>
                  </a:cubicBezTo>
                  <a:cubicBezTo>
                    <a:pt x="7188" y="19782"/>
                    <a:pt x="7135" y="19675"/>
                    <a:pt x="7096" y="19646"/>
                  </a:cubicBezTo>
                  <a:cubicBezTo>
                    <a:pt x="7071" y="19628"/>
                    <a:pt x="7014" y="19617"/>
                    <a:pt x="6987" y="19615"/>
                  </a:cubicBezTo>
                  <a:cubicBezTo>
                    <a:pt x="6956" y="19613"/>
                    <a:pt x="6894" y="19636"/>
                    <a:pt x="6863" y="19630"/>
                  </a:cubicBezTo>
                  <a:cubicBezTo>
                    <a:pt x="6828" y="19624"/>
                    <a:pt x="6761" y="19589"/>
                    <a:pt x="6731" y="19562"/>
                  </a:cubicBezTo>
                  <a:cubicBezTo>
                    <a:pt x="6697" y="19532"/>
                    <a:pt x="6648" y="19434"/>
                    <a:pt x="6615" y="19399"/>
                  </a:cubicBezTo>
                  <a:cubicBezTo>
                    <a:pt x="6591" y="19374"/>
                    <a:pt x="6537" y="19324"/>
                    <a:pt x="6506" y="19321"/>
                  </a:cubicBezTo>
                  <a:cubicBezTo>
                    <a:pt x="6471" y="19316"/>
                    <a:pt x="6407" y="19379"/>
                    <a:pt x="6371" y="19383"/>
                  </a:cubicBezTo>
                  <a:cubicBezTo>
                    <a:pt x="6337" y="19388"/>
                    <a:pt x="6270" y="19364"/>
                    <a:pt x="6236" y="19358"/>
                  </a:cubicBezTo>
                  <a:cubicBezTo>
                    <a:pt x="6202" y="19350"/>
                    <a:pt x="6133" y="19323"/>
                    <a:pt x="6098" y="19326"/>
                  </a:cubicBezTo>
                  <a:cubicBezTo>
                    <a:pt x="6068" y="19328"/>
                    <a:pt x="6011" y="19370"/>
                    <a:pt x="5981" y="19368"/>
                  </a:cubicBezTo>
                  <a:cubicBezTo>
                    <a:pt x="5943" y="19365"/>
                    <a:pt x="5869" y="19321"/>
                    <a:pt x="5835" y="19294"/>
                  </a:cubicBezTo>
                  <a:cubicBezTo>
                    <a:pt x="5807" y="19273"/>
                    <a:pt x="5764" y="19197"/>
                    <a:pt x="5733" y="19184"/>
                  </a:cubicBezTo>
                  <a:cubicBezTo>
                    <a:pt x="5704" y="19172"/>
                    <a:pt x="5639" y="19186"/>
                    <a:pt x="5610" y="19199"/>
                  </a:cubicBezTo>
                  <a:cubicBezTo>
                    <a:pt x="5577" y="19215"/>
                    <a:pt x="5516" y="19268"/>
                    <a:pt x="5490" y="19299"/>
                  </a:cubicBezTo>
                  <a:cubicBezTo>
                    <a:pt x="5464" y="19331"/>
                    <a:pt x="5434" y="19426"/>
                    <a:pt x="5403" y="19447"/>
                  </a:cubicBezTo>
                  <a:cubicBezTo>
                    <a:pt x="5372" y="19467"/>
                    <a:pt x="5298" y="19435"/>
                    <a:pt x="5265" y="19447"/>
                  </a:cubicBezTo>
                  <a:cubicBezTo>
                    <a:pt x="5242" y="19455"/>
                    <a:pt x="5205" y="19503"/>
                    <a:pt x="5182" y="19510"/>
                  </a:cubicBezTo>
                  <a:cubicBezTo>
                    <a:pt x="5152" y="19519"/>
                    <a:pt x="5089" y="19487"/>
                    <a:pt x="5058" y="19494"/>
                  </a:cubicBezTo>
                  <a:cubicBezTo>
                    <a:pt x="5032" y="19500"/>
                    <a:pt x="4986" y="19541"/>
                    <a:pt x="4961" y="19552"/>
                  </a:cubicBezTo>
                  <a:cubicBezTo>
                    <a:pt x="4925" y="19566"/>
                    <a:pt x="4852" y="19591"/>
                    <a:pt x="4815" y="19588"/>
                  </a:cubicBezTo>
                  <a:cubicBezTo>
                    <a:pt x="4786" y="19587"/>
                    <a:pt x="4734" y="19550"/>
                    <a:pt x="4706" y="19547"/>
                  </a:cubicBezTo>
                  <a:cubicBezTo>
                    <a:pt x="4666" y="19541"/>
                    <a:pt x="4583" y="19547"/>
                    <a:pt x="4544" y="19562"/>
                  </a:cubicBezTo>
                  <a:cubicBezTo>
                    <a:pt x="4519" y="19572"/>
                    <a:pt x="4476" y="19620"/>
                    <a:pt x="4450" y="19630"/>
                  </a:cubicBezTo>
                  <a:cubicBezTo>
                    <a:pt x="4410" y="19648"/>
                    <a:pt x="4324" y="19656"/>
                    <a:pt x="4282" y="19657"/>
                  </a:cubicBezTo>
                  <a:cubicBezTo>
                    <a:pt x="4251" y="19657"/>
                    <a:pt x="4183" y="19667"/>
                    <a:pt x="4158" y="19642"/>
                  </a:cubicBezTo>
                  <a:cubicBezTo>
                    <a:pt x="4127" y="19609"/>
                    <a:pt x="4127" y="19481"/>
                    <a:pt x="4102" y="19441"/>
                  </a:cubicBezTo>
                  <a:cubicBezTo>
                    <a:pt x="4080" y="19408"/>
                    <a:pt x="4021" y="19364"/>
                    <a:pt x="3989" y="19358"/>
                  </a:cubicBezTo>
                  <a:cubicBezTo>
                    <a:pt x="3966" y="19353"/>
                    <a:pt x="3922" y="19385"/>
                    <a:pt x="3899" y="19383"/>
                  </a:cubicBezTo>
                  <a:cubicBezTo>
                    <a:pt x="3877" y="19382"/>
                    <a:pt x="3835" y="19362"/>
                    <a:pt x="3817" y="19347"/>
                  </a:cubicBezTo>
                  <a:cubicBezTo>
                    <a:pt x="3789" y="19324"/>
                    <a:pt x="3748" y="19253"/>
                    <a:pt x="3723" y="19226"/>
                  </a:cubicBezTo>
                  <a:cubicBezTo>
                    <a:pt x="3682" y="19183"/>
                    <a:pt x="3596" y="19104"/>
                    <a:pt x="3550" y="19074"/>
                  </a:cubicBezTo>
                  <a:cubicBezTo>
                    <a:pt x="3511" y="19047"/>
                    <a:pt x="3426" y="19016"/>
                    <a:pt x="3385" y="18995"/>
                  </a:cubicBezTo>
                  <a:cubicBezTo>
                    <a:pt x="3349" y="18976"/>
                    <a:pt x="3274" y="18941"/>
                    <a:pt x="3242" y="18911"/>
                  </a:cubicBezTo>
                  <a:cubicBezTo>
                    <a:pt x="3200" y="18871"/>
                    <a:pt x="3131" y="18762"/>
                    <a:pt x="3100" y="18706"/>
                  </a:cubicBezTo>
                  <a:cubicBezTo>
                    <a:pt x="3079" y="18668"/>
                    <a:pt x="3037" y="18589"/>
                    <a:pt x="3029" y="18543"/>
                  </a:cubicBezTo>
                  <a:cubicBezTo>
                    <a:pt x="3022" y="18500"/>
                    <a:pt x="3032" y="18412"/>
                    <a:pt x="3040" y="18370"/>
                  </a:cubicBezTo>
                  <a:cubicBezTo>
                    <a:pt x="3048" y="18326"/>
                    <a:pt x="3080" y="18248"/>
                    <a:pt x="3093" y="18207"/>
                  </a:cubicBezTo>
                  <a:cubicBezTo>
                    <a:pt x="3106" y="18162"/>
                    <a:pt x="3136" y="18075"/>
                    <a:pt x="3141" y="18028"/>
                  </a:cubicBezTo>
                  <a:cubicBezTo>
                    <a:pt x="3148" y="17976"/>
                    <a:pt x="3146" y="17869"/>
                    <a:pt x="3137" y="17818"/>
                  </a:cubicBezTo>
                  <a:cubicBezTo>
                    <a:pt x="3130" y="17771"/>
                    <a:pt x="3084" y="17692"/>
                    <a:pt x="3081" y="17644"/>
                  </a:cubicBezTo>
                  <a:cubicBezTo>
                    <a:pt x="3080" y="17612"/>
                    <a:pt x="3099" y="17552"/>
                    <a:pt x="3107" y="17524"/>
                  </a:cubicBezTo>
                  <a:cubicBezTo>
                    <a:pt x="3117" y="17492"/>
                    <a:pt x="3150" y="17436"/>
                    <a:pt x="3156" y="17402"/>
                  </a:cubicBezTo>
                  <a:cubicBezTo>
                    <a:pt x="3164" y="17360"/>
                    <a:pt x="3151" y="17268"/>
                    <a:pt x="3156" y="17224"/>
                  </a:cubicBezTo>
                  <a:cubicBezTo>
                    <a:pt x="3162" y="17177"/>
                    <a:pt x="3195" y="17092"/>
                    <a:pt x="3201" y="17045"/>
                  </a:cubicBezTo>
                  <a:cubicBezTo>
                    <a:pt x="3208" y="16998"/>
                    <a:pt x="3213" y="16898"/>
                    <a:pt x="3205" y="16851"/>
                  </a:cubicBezTo>
                  <a:cubicBezTo>
                    <a:pt x="3199" y="16814"/>
                    <a:pt x="3167" y="16754"/>
                    <a:pt x="3156" y="16720"/>
                  </a:cubicBezTo>
                  <a:cubicBezTo>
                    <a:pt x="3136" y="16651"/>
                    <a:pt x="3096" y="16510"/>
                    <a:pt x="3089" y="16436"/>
                  </a:cubicBezTo>
                  <a:cubicBezTo>
                    <a:pt x="3082" y="16371"/>
                    <a:pt x="3107" y="16237"/>
                    <a:pt x="3096" y="16173"/>
                  </a:cubicBezTo>
                  <a:cubicBezTo>
                    <a:pt x="3089" y="16132"/>
                    <a:pt x="3056" y="16058"/>
                    <a:pt x="3036" y="16026"/>
                  </a:cubicBezTo>
                  <a:cubicBezTo>
                    <a:pt x="3009" y="15981"/>
                    <a:pt x="2934" y="15921"/>
                    <a:pt x="2905" y="15879"/>
                  </a:cubicBezTo>
                  <a:cubicBezTo>
                    <a:pt x="2867" y="15822"/>
                    <a:pt x="2809" y="15686"/>
                    <a:pt x="2774" y="15627"/>
                  </a:cubicBezTo>
                  <a:cubicBezTo>
                    <a:pt x="2733" y="15559"/>
                    <a:pt x="2647" y="15429"/>
                    <a:pt x="2601" y="15369"/>
                  </a:cubicBezTo>
                  <a:cubicBezTo>
                    <a:pt x="2575" y="15335"/>
                    <a:pt x="2525" y="15260"/>
                    <a:pt x="2492" y="15243"/>
                  </a:cubicBezTo>
                  <a:cubicBezTo>
                    <a:pt x="2458" y="15225"/>
                    <a:pt x="2382" y="15235"/>
                    <a:pt x="2346" y="15238"/>
                  </a:cubicBezTo>
                  <a:cubicBezTo>
                    <a:pt x="2307" y="15240"/>
                    <a:pt x="2229" y="15246"/>
                    <a:pt x="2192" y="15264"/>
                  </a:cubicBezTo>
                  <a:cubicBezTo>
                    <a:pt x="2157" y="15281"/>
                    <a:pt x="2101" y="15366"/>
                    <a:pt x="2064" y="15369"/>
                  </a:cubicBezTo>
                  <a:cubicBezTo>
                    <a:pt x="2030" y="15372"/>
                    <a:pt x="1971" y="15303"/>
                    <a:pt x="1937" y="15290"/>
                  </a:cubicBezTo>
                  <a:cubicBezTo>
                    <a:pt x="1912" y="15281"/>
                    <a:pt x="1855" y="15293"/>
                    <a:pt x="1832" y="15275"/>
                  </a:cubicBezTo>
                  <a:cubicBezTo>
                    <a:pt x="1804" y="15253"/>
                    <a:pt x="1772" y="15172"/>
                    <a:pt x="1753" y="15138"/>
                  </a:cubicBezTo>
                  <a:cubicBezTo>
                    <a:pt x="1738" y="15110"/>
                    <a:pt x="1698" y="15061"/>
                    <a:pt x="1693" y="15027"/>
                  </a:cubicBezTo>
                  <a:cubicBezTo>
                    <a:pt x="1687" y="14983"/>
                    <a:pt x="1721" y="14899"/>
                    <a:pt x="1727" y="14854"/>
                  </a:cubicBezTo>
                  <a:cubicBezTo>
                    <a:pt x="1733" y="14808"/>
                    <a:pt x="1748" y="14714"/>
                    <a:pt x="1738" y="14670"/>
                  </a:cubicBezTo>
                  <a:cubicBezTo>
                    <a:pt x="1726" y="14615"/>
                    <a:pt x="1670" y="14517"/>
                    <a:pt x="1633" y="14491"/>
                  </a:cubicBezTo>
                  <a:cubicBezTo>
                    <a:pt x="1610" y="14476"/>
                    <a:pt x="1557" y="14486"/>
                    <a:pt x="1532" y="14487"/>
                  </a:cubicBezTo>
                  <a:cubicBezTo>
                    <a:pt x="1509" y="14487"/>
                    <a:pt x="1462" y="14476"/>
                    <a:pt x="1423" y="14474"/>
                  </a:cubicBezTo>
                  <a:cubicBezTo>
                    <a:pt x="1397" y="14434"/>
                    <a:pt x="1318" y="14418"/>
                    <a:pt x="1284" y="14405"/>
                  </a:cubicBezTo>
                  <a:cubicBezTo>
                    <a:pt x="1254" y="14393"/>
                    <a:pt x="1191" y="14384"/>
                    <a:pt x="1160" y="14378"/>
                  </a:cubicBezTo>
                  <a:cubicBezTo>
                    <a:pt x="1144" y="14376"/>
                    <a:pt x="1103" y="14390"/>
                    <a:pt x="1093" y="14370"/>
                  </a:cubicBezTo>
                  <a:cubicBezTo>
                    <a:pt x="1079" y="14346"/>
                    <a:pt x="1106" y="14278"/>
                    <a:pt x="1106" y="14247"/>
                  </a:cubicBezTo>
                  <a:cubicBezTo>
                    <a:pt x="1106" y="14206"/>
                    <a:pt x="1115" y="14108"/>
                    <a:pt x="1091" y="14085"/>
                  </a:cubicBezTo>
                  <a:cubicBezTo>
                    <a:pt x="1061" y="14054"/>
                    <a:pt x="979" y="14100"/>
                    <a:pt x="947" y="14124"/>
                  </a:cubicBezTo>
                  <a:cubicBezTo>
                    <a:pt x="932" y="14134"/>
                    <a:pt x="915" y="14177"/>
                    <a:pt x="900" y="14187"/>
                  </a:cubicBezTo>
                  <a:cubicBezTo>
                    <a:pt x="881" y="14199"/>
                    <a:pt x="833" y="14213"/>
                    <a:pt x="817" y="14195"/>
                  </a:cubicBezTo>
                  <a:cubicBezTo>
                    <a:pt x="803" y="14179"/>
                    <a:pt x="821" y="14112"/>
                    <a:pt x="808" y="14095"/>
                  </a:cubicBezTo>
                  <a:cubicBezTo>
                    <a:pt x="789" y="14071"/>
                    <a:pt x="730" y="14080"/>
                    <a:pt x="707" y="14095"/>
                  </a:cubicBezTo>
                  <a:cubicBezTo>
                    <a:pt x="674" y="14115"/>
                    <a:pt x="635" y="14210"/>
                    <a:pt x="611" y="14247"/>
                  </a:cubicBezTo>
                  <a:cubicBezTo>
                    <a:pt x="593" y="14275"/>
                    <a:pt x="564" y="14352"/>
                    <a:pt x="538" y="14355"/>
                  </a:cubicBezTo>
                  <a:cubicBezTo>
                    <a:pt x="515" y="14358"/>
                    <a:pt x="483" y="14295"/>
                    <a:pt x="465" y="14276"/>
                  </a:cubicBezTo>
                  <a:cubicBezTo>
                    <a:pt x="443" y="14253"/>
                    <a:pt x="399" y="14209"/>
                    <a:pt x="376" y="14187"/>
                  </a:cubicBezTo>
                  <a:cubicBezTo>
                    <a:pt x="360" y="14171"/>
                    <a:pt x="319" y="14148"/>
                    <a:pt x="309" y="14124"/>
                  </a:cubicBezTo>
                  <a:cubicBezTo>
                    <a:pt x="299" y="14101"/>
                    <a:pt x="302" y="14045"/>
                    <a:pt x="303" y="14018"/>
                  </a:cubicBezTo>
                  <a:cubicBezTo>
                    <a:pt x="304" y="13981"/>
                    <a:pt x="324" y="13905"/>
                    <a:pt x="318" y="13869"/>
                  </a:cubicBezTo>
                  <a:cubicBezTo>
                    <a:pt x="314" y="13840"/>
                    <a:pt x="286" y="13790"/>
                    <a:pt x="271" y="13769"/>
                  </a:cubicBezTo>
                  <a:cubicBezTo>
                    <a:pt x="261" y="13754"/>
                    <a:pt x="237" y="13725"/>
                    <a:pt x="223" y="13721"/>
                  </a:cubicBezTo>
                  <a:cubicBezTo>
                    <a:pt x="206" y="13718"/>
                    <a:pt x="170" y="13733"/>
                    <a:pt x="159" y="13750"/>
                  </a:cubicBezTo>
                  <a:cubicBezTo>
                    <a:pt x="141" y="13780"/>
                    <a:pt x="155" y="13868"/>
                    <a:pt x="140" y="13900"/>
                  </a:cubicBezTo>
                  <a:cubicBezTo>
                    <a:pt x="130" y="13923"/>
                    <a:pt x="97" y="13962"/>
                    <a:pt x="78" y="13958"/>
                  </a:cubicBezTo>
                  <a:cubicBezTo>
                    <a:pt x="52" y="13954"/>
                    <a:pt x="20" y="13882"/>
                    <a:pt x="11" y="13848"/>
                  </a:cubicBezTo>
                  <a:cubicBezTo>
                    <a:pt x="0" y="13812"/>
                    <a:pt x="-3" y="13730"/>
                    <a:pt x="5" y="13693"/>
                  </a:cubicBezTo>
                  <a:cubicBezTo>
                    <a:pt x="14" y="13650"/>
                    <a:pt x="65" y="13588"/>
                    <a:pt x="80" y="13549"/>
                  </a:cubicBezTo>
                  <a:cubicBezTo>
                    <a:pt x="104" y="13485"/>
                    <a:pt x="132" y="13347"/>
                    <a:pt x="149" y="13280"/>
                  </a:cubicBezTo>
                  <a:cubicBezTo>
                    <a:pt x="163" y="13229"/>
                    <a:pt x="195" y="13128"/>
                    <a:pt x="206" y="13076"/>
                  </a:cubicBezTo>
                  <a:cubicBezTo>
                    <a:pt x="217" y="13014"/>
                    <a:pt x="231" y="12889"/>
                    <a:pt x="236" y="12826"/>
                  </a:cubicBezTo>
                  <a:cubicBezTo>
                    <a:pt x="241" y="12758"/>
                    <a:pt x="239" y="12620"/>
                    <a:pt x="247" y="12552"/>
                  </a:cubicBezTo>
                  <a:cubicBezTo>
                    <a:pt x="255" y="12482"/>
                    <a:pt x="292" y="12349"/>
                    <a:pt x="303" y="12280"/>
                  </a:cubicBezTo>
                  <a:cubicBezTo>
                    <a:pt x="313" y="12217"/>
                    <a:pt x="317" y="12090"/>
                    <a:pt x="331" y="12030"/>
                  </a:cubicBezTo>
                  <a:cubicBezTo>
                    <a:pt x="340" y="11994"/>
                    <a:pt x="363" y="11922"/>
                    <a:pt x="382" y="11896"/>
                  </a:cubicBezTo>
                  <a:cubicBezTo>
                    <a:pt x="395" y="11877"/>
                    <a:pt x="429" y="11840"/>
                    <a:pt x="448" y="11846"/>
                  </a:cubicBezTo>
                  <a:cubicBezTo>
                    <a:pt x="469" y="11853"/>
                    <a:pt x="491" y="11917"/>
                    <a:pt x="496" y="11946"/>
                  </a:cubicBezTo>
                  <a:cubicBezTo>
                    <a:pt x="502" y="11974"/>
                    <a:pt x="491" y="12034"/>
                    <a:pt x="489" y="12064"/>
                  </a:cubicBezTo>
                  <a:cubicBezTo>
                    <a:pt x="486" y="12110"/>
                    <a:pt x="486" y="12205"/>
                    <a:pt x="479" y="12251"/>
                  </a:cubicBezTo>
                  <a:cubicBezTo>
                    <a:pt x="474" y="12290"/>
                    <a:pt x="455" y="12369"/>
                    <a:pt x="442" y="12405"/>
                  </a:cubicBezTo>
                  <a:cubicBezTo>
                    <a:pt x="430" y="12440"/>
                    <a:pt x="396" y="12499"/>
                    <a:pt x="382" y="12532"/>
                  </a:cubicBezTo>
                  <a:cubicBezTo>
                    <a:pt x="368" y="12566"/>
                    <a:pt x="335" y="12632"/>
                    <a:pt x="331" y="12671"/>
                  </a:cubicBezTo>
                  <a:cubicBezTo>
                    <a:pt x="327" y="12725"/>
                    <a:pt x="350" y="12833"/>
                    <a:pt x="369" y="12881"/>
                  </a:cubicBezTo>
                  <a:cubicBezTo>
                    <a:pt x="378" y="12903"/>
                    <a:pt x="400" y="12962"/>
                    <a:pt x="418" y="12955"/>
                  </a:cubicBezTo>
                  <a:cubicBezTo>
                    <a:pt x="449" y="12943"/>
                    <a:pt x="423" y="12811"/>
                    <a:pt x="446" y="12778"/>
                  </a:cubicBezTo>
                  <a:cubicBezTo>
                    <a:pt x="457" y="12762"/>
                    <a:pt x="495" y="12744"/>
                    <a:pt x="510" y="12755"/>
                  </a:cubicBezTo>
                  <a:cubicBezTo>
                    <a:pt x="529" y="12770"/>
                    <a:pt x="517" y="12862"/>
                    <a:pt x="538" y="12876"/>
                  </a:cubicBezTo>
                  <a:cubicBezTo>
                    <a:pt x="555" y="12888"/>
                    <a:pt x="594" y="12853"/>
                    <a:pt x="609" y="12836"/>
                  </a:cubicBezTo>
                  <a:cubicBezTo>
                    <a:pt x="634" y="12810"/>
                    <a:pt x="666" y="12731"/>
                    <a:pt x="684" y="12694"/>
                  </a:cubicBezTo>
                  <a:cubicBezTo>
                    <a:pt x="699" y="12664"/>
                    <a:pt x="731" y="12606"/>
                    <a:pt x="738" y="12571"/>
                  </a:cubicBezTo>
                  <a:cubicBezTo>
                    <a:pt x="749" y="12517"/>
                    <a:pt x="747" y="12401"/>
                    <a:pt x="740" y="12345"/>
                  </a:cubicBezTo>
                  <a:cubicBezTo>
                    <a:pt x="734" y="12293"/>
                    <a:pt x="697" y="12199"/>
                    <a:pt x="686" y="12148"/>
                  </a:cubicBezTo>
                  <a:cubicBezTo>
                    <a:pt x="677" y="12107"/>
                    <a:pt x="645" y="12016"/>
                    <a:pt x="662" y="11980"/>
                  </a:cubicBezTo>
                  <a:cubicBezTo>
                    <a:pt x="673" y="11956"/>
                    <a:pt x="725" y="11968"/>
                    <a:pt x="744" y="11955"/>
                  </a:cubicBezTo>
                  <a:cubicBezTo>
                    <a:pt x="762" y="11943"/>
                    <a:pt x="793" y="11904"/>
                    <a:pt x="807" y="11884"/>
                  </a:cubicBezTo>
                  <a:cubicBezTo>
                    <a:pt x="822" y="11863"/>
                    <a:pt x="841" y="11803"/>
                    <a:pt x="860" y="11789"/>
                  </a:cubicBezTo>
                  <a:cubicBezTo>
                    <a:pt x="887" y="11771"/>
                    <a:pt x="952" y="11801"/>
                    <a:pt x="980" y="11787"/>
                  </a:cubicBezTo>
                  <a:cubicBezTo>
                    <a:pt x="1003" y="11777"/>
                    <a:pt x="1047" y="11737"/>
                    <a:pt x="1057" y="11706"/>
                  </a:cubicBezTo>
                  <a:cubicBezTo>
                    <a:pt x="1066" y="11680"/>
                    <a:pt x="1062" y="11616"/>
                    <a:pt x="1051" y="11590"/>
                  </a:cubicBezTo>
                  <a:cubicBezTo>
                    <a:pt x="1045" y="11574"/>
                    <a:pt x="1017" y="11563"/>
                    <a:pt x="1009" y="11547"/>
                  </a:cubicBezTo>
                  <a:cubicBezTo>
                    <a:pt x="998" y="11522"/>
                    <a:pt x="1006" y="11454"/>
                    <a:pt x="993" y="11431"/>
                  </a:cubicBezTo>
                  <a:cubicBezTo>
                    <a:pt x="983" y="11414"/>
                    <a:pt x="952" y="11388"/>
                    <a:pt x="938" y="11395"/>
                  </a:cubicBezTo>
                  <a:cubicBezTo>
                    <a:pt x="912" y="11408"/>
                    <a:pt x="914" y="11515"/>
                    <a:pt x="890" y="11534"/>
                  </a:cubicBezTo>
                  <a:cubicBezTo>
                    <a:pt x="874" y="11546"/>
                    <a:pt x="832" y="11535"/>
                    <a:pt x="817" y="11519"/>
                  </a:cubicBezTo>
                  <a:cubicBezTo>
                    <a:pt x="801" y="11503"/>
                    <a:pt x="801" y="11432"/>
                    <a:pt x="783" y="11421"/>
                  </a:cubicBezTo>
                  <a:cubicBezTo>
                    <a:pt x="773" y="11415"/>
                    <a:pt x="752" y="11430"/>
                    <a:pt x="744" y="11439"/>
                  </a:cubicBezTo>
                  <a:cubicBezTo>
                    <a:pt x="723" y="11462"/>
                    <a:pt x="714" y="11547"/>
                    <a:pt x="692" y="11565"/>
                  </a:cubicBezTo>
                  <a:cubicBezTo>
                    <a:pt x="676" y="11577"/>
                    <a:pt x="635" y="11578"/>
                    <a:pt x="620" y="11565"/>
                  </a:cubicBezTo>
                  <a:cubicBezTo>
                    <a:pt x="592" y="11539"/>
                    <a:pt x="589" y="11424"/>
                    <a:pt x="564" y="11391"/>
                  </a:cubicBezTo>
                  <a:cubicBezTo>
                    <a:pt x="546" y="11368"/>
                    <a:pt x="488" y="11368"/>
                    <a:pt x="470" y="11344"/>
                  </a:cubicBezTo>
                  <a:cubicBezTo>
                    <a:pt x="446" y="11312"/>
                    <a:pt x="425" y="11217"/>
                    <a:pt x="421" y="11170"/>
                  </a:cubicBezTo>
                  <a:cubicBezTo>
                    <a:pt x="417" y="11120"/>
                    <a:pt x="436" y="11022"/>
                    <a:pt x="440" y="10971"/>
                  </a:cubicBezTo>
                  <a:cubicBezTo>
                    <a:pt x="444" y="10923"/>
                    <a:pt x="451" y="10825"/>
                    <a:pt x="451" y="10776"/>
                  </a:cubicBezTo>
                  <a:cubicBezTo>
                    <a:pt x="453" y="10707"/>
                    <a:pt x="434" y="10566"/>
                    <a:pt x="444" y="10498"/>
                  </a:cubicBezTo>
                  <a:cubicBezTo>
                    <a:pt x="449" y="10460"/>
                    <a:pt x="475" y="10389"/>
                    <a:pt x="489" y="10357"/>
                  </a:cubicBezTo>
                  <a:cubicBezTo>
                    <a:pt x="498" y="10335"/>
                    <a:pt x="516" y="10279"/>
                    <a:pt x="534" y="10278"/>
                  </a:cubicBezTo>
                  <a:cubicBezTo>
                    <a:pt x="552" y="10276"/>
                    <a:pt x="578" y="10328"/>
                    <a:pt x="586" y="10351"/>
                  </a:cubicBezTo>
                  <a:cubicBezTo>
                    <a:pt x="595" y="10376"/>
                    <a:pt x="599" y="10434"/>
                    <a:pt x="598" y="10461"/>
                  </a:cubicBezTo>
                  <a:cubicBezTo>
                    <a:pt x="596" y="10495"/>
                    <a:pt x="559" y="10568"/>
                    <a:pt x="575" y="10593"/>
                  </a:cubicBezTo>
                  <a:cubicBezTo>
                    <a:pt x="595" y="10624"/>
                    <a:pt x="668" y="10596"/>
                    <a:pt x="692" y="10572"/>
                  </a:cubicBezTo>
                  <a:cubicBezTo>
                    <a:pt x="711" y="10552"/>
                    <a:pt x="715" y="10474"/>
                    <a:pt x="733" y="10451"/>
                  </a:cubicBezTo>
                  <a:cubicBezTo>
                    <a:pt x="755" y="10423"/>
                    <a:pt x="819" y="10413"/>
                    <a:pt x="845" y="10393"/>
                  </a:cubicBezTo>
                  <a:cubicBezTo>
                    <a:pt x="863" y="10380"/>
                    <a:pt x="890" y="10336"/>
                    <a:pt x="909" y="10330"/>
                  </a:cubicBezTo>
                  <a:cubicBezTo>
                    <a:pt x="938" y="10321"/>
                    <a:pt x="996" y="10352"/>
                    <a:pt x="1025" y="10357"/>
                  </a:cubicBezTo>
                  <a:cubicBezTo>
                    <a:pt x="1069" y="10362"/>
                    <a:pt x="1160" y="10379"/>
                    <a:pt x="1202" y="10361"/>
                  </a:cubicBezTo>
                  <a:cubicBezTo>
                    <a:pt x="1223" y="10353"/>
                    <a:pt x="1267" y="10322"/>
                    <a:pt x="1273" y="10293"/>
                  </a:cubicBezTo>
                  <a:cubicBezTo>
                    <a:pt x="1278" y="10270"/>
                    <a:pt x="1257" y="10224"/>
                    <a:pt x="1247" y="10204"/>
                  </a:cubicBezTo>
                  <a:cubicBezTo>
                    <a:pt x="1236" y="10184"/>
                    <a:pt x="1208" y="10148"/>
                    <a:pt x="1191" y="10141"/>
                  </a:cubicBezTo>
                  <a:cubicBezTo>
                    <a:pt x="1159" y="10128"/>
                    <a:pt x="1084" y="10187"/>
                    <a:pt x="1059" y="10157"/>
                  </a:cubicBezTo>
                  <a:cubicBezTo>
                    <a:pt x="1046" y="10141"/>
                    <a:pt x="1066" y="10080"/>
                    <a:pt x="1056" y="10062"/>
                  </a:cubicBezTo>
                  <a:cubicBezTo>
                    <a:pt x="1033" y="10024"/>
                    <a:pt x="946" y="10048"/>
                    <a:pt x="920" y="10015"/>
                  </a:cubicBezTo>
                  <a:cubicBezTo>
                    <a:pt x="911" y="10003"/>
                    <a:pt x="905" y="9965"/>
                    <a:pt x="905" y="9947"/>
                  </a:cubicBezTo>
                  <a:cubicBezTo>
                    <a:pt x="906" y="9920"/>
                    <a:pt x="932" y="9877"/>
                    <a:pt x="935" y="9852"/>
                  </a:cubicBezTo>
                  <a:cubicBezTo>
                    <a:pt x="940" y="9818"/>
                    <a:pt x="946" y="9742"/>
                    <a:pt x="932" y="9715"/>
                  </a:cubicBezTo>
                  <a:cubicBezTo>
                    <a:pt x="920" y="9692"/>
                    <a:pt x="875" y="9690"/>
                    <a:pt x="856" y="9679"/>
                  </a:cubicBezTo>
                  <a:cubicBezTo>
                    <a:pt x="836" y="9664"/>
                    <a:pt x="800" y="9618"/>
                    <a:pt x="778" y="9610"/>
                  </a:cubicBezTo>
                  <a:cubicBezTo>
                    <a:pt x="748" y="9599"/>
                    <a:pt x="683" y="9601"/>
                    <a:pt x="654" y="9616"/>
                  </a:cubicBezTo>
                  <a:cubicBezTo>
                    <a:pt x="631" y="9627"/>
                    <a:pt x="587" y="9669"/>
                    <a:pt x="575" y="9700"/>
                  </a:cubicBezTo>
                  <a:cubicBezTo>
                    <a:pt x="556" y="9748"/>
                    <a:pt x="558" y="9865"/>
                    <a:pt x="560" y="9920"/>
                  </a:cubicBezTo>
                  <a:cubicBezTo>
                    <a:pt x="562" y="9960"/>
                    <a:pt x="596" y="10043"/>
                    <a:pt x="583" y="10077"/>
                  </a:cubicBezTo>
                  <a:cubicBezTo>
                    <a:pt x="569" y="10113"/>
                    <a:pt x="502" y="10127"/>
                    <a:pt x="474" y="10135"/>
                  </a:cubicBezTo>
                  <a:cubicBezTo>
                    <a:pt x="450" y="10143"/>
                    <a:pt x="394" y="10169"/>
                    <a:pt x="376" y="10146"/>
                  </a:cubicBezTo>
                  <a:cubicBezTo>
                    <a:pt x="360" y="10125"/>
                    <a:pt x="371" y="10051"/>
                    <a:pt x="376" y="10020"/>
                  </a:cubicBezTo>
                  <a:cubicBezTo>
                    <a:pt x="386" y="9965"/>
                    <a:pt x="439" y="9874"/>
                    <a:pt x="451" y="9820"/>
                  </a:cubicBezTo>
                  <a:cubicBezTo>
                    <a:pt x="472" y="9728"/>
                    <a:pt x="468" y="9530"/>
                    <a:pt x="485" y="9437"/>
                  </a:cubicBezTo>
                  <a:cubicBezTo>
                    <a:pt x="501" y="9353"/>
                    <a:pt x="564" y="9200"/>
                    <a:pt x="579" y="9116"/>
                  </a:cubicBezTo>
                  <a:cubicBezTo>
                    <a:pt x="600" y="8994"/>
                    <a:pt x="607" y="8742"/>
                    <a:pt x="609" y="8617"/>
                  </a:cubicBezTo>
                  <a:cubicBezTo>
                    <a:pt x="610" y="8523"/>
                    <a:pt x="608" y="8336"/>
                    <a:pt x="598" y="8244"/>
                  </a:cubicBezTo>
                  <a:cubicBezTo>
                    <a:pt x="593" y="8199"/>
                    <a:pt x="575" y="8113"/>
                    <a:pt x="564" y="8071"/>
                  </a:cubicBezTo>
                  <a:cubicBezTo>
                    <a:pt x="541" y="7981"/>
                    <a:pt x="475" y="7814"/>
                    <a:pt x="455" y="7724"/>
                  </a:cubicBezTo>
                  <a:cubicBezTo>
                    <a:pt x="440" y="7657"/>
                    <a:pt x="420" y="7520"/>
                    <a:pt x="418" y="7450"/>
                  </a:cubicBezTo>
                  <a:cubicBezTo>
                    <a:pt x="414" y="7377"/>
                    <a:pt x="421" y="7229"/>
                    <a:pt x="433" y="7156"/>
                  </a:cubicBezTo>
                  <a:cubicBezTo>
                    <a:pt x="445" y="7077"/>
                    <a:pt x="498" y="6930"/>
                    <a:pt x="511" y="6851"/>
                  </a:cubicBezTo>
                  <a:cubicBezTo>
                    <a:pt x="530" y="6741"/>
                    <a:pt x="542" y="6513"/>
                    <a:pt x="549" y="6400"/>
                  </a:cubicBezTo>
                  <a:cubicBezTo>
                    <a:pt x="556" y="6288"/>
                    <a:pt x="564" y="6065"/>
                    <a:pt x="564" y="5953"/>
                  </a:cubicBezTo>
                  <a:cubicBezTo>
                    <a:pt x="564" y="5786"/>
                    <a:pt x="602" y="5426"/>
                    <a:pt x="538" y="5286"/>
                  </a:cubicBezTo>
                  <a:cubicBezTo>
                    <a:pt x="518" y="5243"/>
                    <a:pt x="427" y="5236"/>
                    <a:pt x="410" y="5191"/>
                  </a:cubicBezTo>
                  <a:cubicBezTo>
                    <a:pt x="388" y="5133"/>
                    <a:pt x="433" y="4994"/>
                    <a:pt x="429" y="4928"/>
                  </a:cubicBezTo>
                  <a:cubicBezTo>
                    <a:pt x="427" y="4897"/>
                    <a:pt x="416" y="4836"/>
                    <a:pt x="406" y="4807"/>
                  </a:cubicBezTo>
                  <a:cubicBezTo>
                    <a:pt x="391" y="4763"/>
                    <a:pt x="342" y="4691"/>
                    <a:pt x="324" y="4650"/>
                  </a:cubicBezTo>
                  <a:cubicBezTo>
                    <a:pt x="307" y="4611"/>
                    <a:pt x="291" y="4514"/>
                    <a:pt x="264" y="4487"/>
                  </a:cubicBezTo>
                  <a:cubicBezTo>
                    <a:pt x="247" y="4470"/>
                    <a:pt x="196" y="4491"/>
                    <a:pt x="181" y="4471"/>
                  </a:cubicBezTo>
                  <a:cubicBezTo>
                    <a:pt x="153" y="4432"/>
                    <a:pt x="164" y="4305"/>
                    <a:pt x="155" y="4250"/>
                  </a:cubicBezTo>
                  <a:cubicBezTo>
                    <a:pt x="145" y="4191"/>
                    <a:pt x="112" y="4075"/>
                    <a:pt x="106" y="4014"/>
                  </a:cubicBezTo>
                  <a:cubicBezTo>
                    <a:pt x="101" y="3962"/>
                    <a:pt x="99" y="3855"/>
                    <a:pt x="106" y="3804"/>
                  </a:cubicBezTo>
                  <a:cubicBezTo>
                    <a:pt x="115" y="3741"/>
                    <a:pt x="170" y="3631"/>
                    <a:pt x="178" y="3567"/>
                  </a:cubicBezTo>
                  <a:cubicBezTo>
                    <a:pt x="185" y="3500"/>
                    <a:pt x="145" y="3358"/>
                    <a:pt x="162" y="3294"/>
                  </a:cubicBezTo>
                  <a:cubicBezTo>
                    <a:pt x="169" y="3270"/>
                    <a:pt x="207" y="3244"/>
                    <a:pt x="215" y="3220"/>
                  </a:cubicBezTo>
                  <a:cubicBezTo>
                    <a:pt x="228" y="3184"/>
                    <a:pt x="236" y="3098"/>
                    <a:pt x="230" y="3058"/>
                  </a:cubicBezTo>
                  <a:cubicBezTo>
                    <a:pt x="225" y="3018"/>
                    <a:pt x="181" y="2955"/>
                    <a:pt x="174" y="2916"/>
                  </a:cubicBezTo>
                  <a:cubicBezTo>
                    <a:pt x="166" y="2873"/>
                    <a:pt x="159" y="2777"/>
                    <a:pt x="174" y="2737"/>
                  </a:cubicBezTo>
                  <a:cubicBezTo>
                    <a:pt x="181" y="2717"/>
                    <a:pt x="213" y="2698"/>
                    <a:pt x="226" y="2685"/>
                  </a:cubicBezTo>
                  <a:cubicBezTo>
                    <a:pt x="242" y="2669"/>
                    <a:pt x="276" y="2641"/>
                    <a:pt x="290" y="2621"/>
                  </a:cubicBezTo>
                  <a:cubicBezTo>
                    <a:pt x="304" y="2602"/>
                    <a:pt x="330" y="2558"/>
                    <a:pt x="335" y="2532"/>
                  </a:cubicBezTo>
                  <a:cubicBezTo>
                    <a:pt x="344" y="2491"/>
                    <a:pt x="323" y="2402"/>
                    <a:pt x="327" y="2359"/>
                  </a:cubicBezTo>
                  <a:cubicBezTo>
                    <a:pt x="331" y="2326"/>
                    <a:pt x="344" y="2260"/>
                    <a:pt x="358" y="2233"/>
                  </a:cubicBezTo>
                  <a:cubicBezTo>
                    <a:pt x="375" y="2198"/>
                    <a:pt x="432" y="2156"/>
                    <a:pt x="455" y="2128"/>
                  </a:cubicBezTo>
                  <a:cubicBezTo>
                    <a:pt x="471" y="2108"/>
                    <a:pt x="505" y="2069"/>
                    <a:pt x="515" y="2044"/>
                  </a:cubicBezTo>
                  <a:cubicBezTo>
                    <a:pt x="526" y="2016"/>
                    <a:pt x="535" y="1953"/>
                    <a:pt x="538" y="1923"/>
                  </a:cubicBezTo>
                  <a:cubicBezTo>
                    <a:pt x="540" y="1891"/>
                    <a:pt x="547" y="1822"/>
                    <a:pt x="534" y="1796"/>
                  </a:cubicBezTo>
                  <a:cubicBezTo>
                    <a:pt x="521" y="1772"/>
                    <a:pt x="466" y="1777"/>
                    <a:pt x="451" y="1754"/>
                  </a:cubicBezTo>
                  <a:cubicBezTo>
                    <a:pt x="435" y="1729"/>
                    <a:pt x="425" y="1656"/>
                    <a:pt x="429" y="1623"/>
                  </a:cubicBezTo>
                  <a:cubicBezTo>
                    <a:pt x="431" y="1604"/>
                    <a:pt x="446" y="1564"/>
                    <a:pt x="459" y="1555"/>
                  </a:cubicBezTo>
                  <a:cubicBezTo>
                    <a:pt x="484" y="1537"/>
                    <a:pt x="544" y="1559"/>
                    <a:pt x="571" y="1571"/>
                  </a:cubicBezTo>
                  <a:cubicBezTo>
                    <a:pt x="602" y="1583"/>
                    <a:pt x="659" y="1623"/>
                    <a:pt x="684" y="1649"/>
                  </a:cubicBezTo>
                  <a:cubicBezTo>
                    <a:pt x="728" y="1695"/>
                    <a:pt x="795" y="1817"/>
                    <a:pt x="834" y="1870"/>
                  </a:cubicBezTo>
                  <a:cubicBezTo>
                    <a:pt x="876" y="1927"/>
                    <a:pt x="966" y="2032"/>
                    <a:pt x="1010" y="2085"/>
                  </a:cubicBezTo>
                  <a:cubicBezTo>
                    <a:pt x="1063" y="2149"/>
                    <a:pt x="1173" y="2271"/>
                    <a:pt x="1224" y="2338"/>
                  </a:cubicBezTo>
                  <a:cubicBezTo>
                    <a:pt x="1277" y="2407"/>
                    <a:pt x="1373" y="2559"/>
                    <a:pt x="1427" y="2627"/>
                  </a:cubicBezTo>
                  <a:cubicBezTo>
                    <a:pt x="1445" y="2649"/>
                    <a:pt x="1479" y="2700"/>
                    <a:pt x="1502" y="2711"/>
                  </a:cubicBezTo>
                  <a:cubicBezTo>
                    <a:pt x="1527" y="2723"/>
                    <a:pt x="1581" y="2703"/>
                    <a:pt x="1607" y="2711"/>
                  </a:cubicBezTo>
                  <a:cubicBezTo>
                    <a:pt x="1622" y="2716"/>
                    <a:pt x="1650" y="2736"/>
                    <a:pt x="1663" y="2748"/>
                  </a:cubicBezTo>
                  <a:cubicBezTo>
                    <a:pt x="1703" y="2784"/>
                    <a:pt x="1772" y="2874"/>
                    <a:pt x="1806" y="2921"/>
                  </a:cubicBezTo>
                  <a:cubicBezTo>
                    <a:pt x="1823" y="2946"/>
                    <a:pt x="1856" y="2998"/>
                    <a:pt x="1870" y="3026"/>
                  </a:cubicBezTo>
                  <a:cubicBezTo>
                    <a:pt x="1890" y="3069"/>
                    <a:pt x="1918" y="3166"/>
                    <a:pt x="1937" y="3210"/>
                  </a:cubicBezTo>
                  <a:cubicBezTo>
                    <a:pt x="1952" y="3246"/>
                    <a:pt x="1982" y="3319"/>
                    <a:pt x="2004" y="3347"/>
                  </a:cubicBezTo>
                  <a:cubicBezTo>
                    <a:pt x="2048" y="3402"/>
                    <a:pt x="2158" y="3469"/>
                    <a:pt x="2211" y="3504"/>
                  </a:cubicBezTo>
                  <a:cubicBezTo>
                    <a:pt x="2282" y="3553"/>
                    <a:pt x="2428" y="3640"/>
                    <a:pt x="2504" y="3677"/>
                  </a:cubicBezTo>
                  <a:cubicBezTo>
                    <a:pt x="2567" y="3709"/>
                    <a:pt x="2695" y="3772"/>
                    <a:pt x="2762" y="3783"/>
                  </a:cubicBezTo>
                  <a:cubicBezTo>
                    <a:pt x="2799" y="3788"/>
                    <a:pt x="2872" y="3769"/>
                    <a:pt x="2909" y="3770"/>
                  </a:cubicBezTo>
                  <a:cubicBezTo>
                    <a:pt x="2933" y="3770"/>
                    <a:pt x="2985" y="3766"/>
                    <a:pt x="3007" y="3782"/>
                  </a:cubicBezTo>
                  <a:cubicBezTo>
                    <a:pt x="3051" y="3813"/>
                    <a:pt x="3096" y="3950"/>
                    <a:pt x="3136" y="3990"/>
                  </a:cubicBezTo>
                  <a:cubicBezTo>
                    <a:pt x="3152" y="4005"/>
                    <a:pt x="3188" y="4029"/>
                    <a:pt x="3207" y="4029"/>
                  </a:cubicBezTo>
                  <a:cubicBezTo>
                    <a:pt x="3228" y="4030"/>
                    <a:pt x="3265" y="3990"/>
                    <a:pt x="3286" y="3990"/>
                  </a:cubicBezTo>
                  <a:cubicBezTo>
                    <a:pt x="3306" y="3990"/>
                    <a:pt x="3345" y="4015"/>
                    <a:pt x="3363" y="4029"/>
                  </a:cubicBezTo>
                  <a:cubicBezTo>
                    <a:pt x="3386" y="4049"/>
                    <a:pt x="3422" y="4110"/>
                    <a:pt x="3447" y="4127"/>
                  </a:cubicBezTo>
                  <a:cubicBezTo>
                    <a:pt x="3484" y="4152"/>
                    <a:pt x="3572" y="4147"/>
                    <a:pt x="3606" y="4177"/>
                  </a:cubicBezTo>
                  <a:cubicBezTo>
                    <a:pt x="3633" y="4200"/>
                    <a:pt x="3658" y="4287"/>
                    <a:pt x="3684" y="4311"/>
                  </a:cubicBezTo>
                  <a:cubicBezTo>
                    <a:pt x="3707" y="4332"/>
                    <a:pt x="3765" y="4343"/>
                    <a:pt x="3792" y="4353"/>
                  </a:cubicBezTo>
                  <a:cubicBezTo>
                    <a:pt x="3833" y="4369"/>
                    <a:pt x="3914" y="4403"/>
                    <a:pt x="3955" y="4416"/>
                  </a:cubicBezTo>
                  <a:cubicBezTo>
                    <a:pt x="3993" y="4428"/>
                    <a:pt x="4069" y="4447"/>
                    <a:pt x="4107" y="4453"/>
                  </a:cubicBezTo>
                  <a:cubicBezTo>
                    <a:pt x="4133" y="4457"/>
                    <a:pt x="4188" y="4474"/>
                    <a:pt x="4212" y="4461"/>
                  </a:cubicBezTo>
                  <a:cubicBezTo>
                    <a:pt x="4234" y="4449"/>
                    <a:pt x="4262" y="4390"/>
                    <a:pt x="4280" y="4369"/>
                  </a:cubicBezTo>
                  <a:cubicBezTo>
                    <a:pt x="4294" y="4352"/>
                    <a:pt x="4322" y="4320"/>
                    <a:pt x="4338" y="4308"/>
                  </a:cubicBezTo>
                  <a:cubicBezTo>
                    <a:pt x="4357" y="4293"/>
                    <a:pt x="4400" y="4258"/>
                    <a:pt x="4421" y="4266"/>
                  </a:cubicBezTo>
                  <a:cubicBezTo>
                    <a:pt x="4434" y="4271"/>
                    <a:pt x="4447" y="4310"/>
                    <a:pt x="4454" y="4327"/>
                  </a:cubicBezTo>
                  <a:cubicBezTo>
                    <a:pt x="4470" y="4363"/>
                    <a:pt x="4482" y="4449"/>
                    <a:pt x="4499" y="4485"/>
                  </a:cubicBezTo>
                  <a:cubicBezTo>
                    <a:pt x="4514" y="4514"/>
                    <a:pt x="4560" y="4551"/>
                    <a:pt x="4575" y="4581"/>
                  </a:cubicBezTo>
                  <a:cubicBezTo>
                    <a:pt x="4593" y="4621"/>
                    <a:pt x="4603" y="4719"/>
                    <a:pt x="4619" y="4761"/>
                  </a:cubicBezTo>
                  <a:cubicBezTo>
                    <a:pt x="4629" y="4784"/>
                    <a:pt x="4650" y="4836"/>
                    <a:pt x="4668" y="4845"/>
                  </a:cubicBezTo>
                  <a:cubicBezTo>
                    <a:pt x="4695" y="4855"/>
                    <a:pt x="4746" y="4799"/>
                    <a:pt x="4773" y="4797"/>
                  </a:cubicBezTo>
                  <a:cubicBezTo>
                    <a:pt x="4805" y="4795"/>
                    <a:pt x="4870" y="4813"/>
                    <a:pt x="4897" y="4836"/>
                  </a:cubicBezTo>
                  <a:cubicBezTo>
                    <a:pt x="4916" y="4852"/>
                    <a:pt x="4948" y="4901"/>
                    <a:pt x="4953" y="4931"/>
                  </a:cubicBezTo>
                  <a:cubicBezTo>
                    <a:pt x="4960" y="4968"/>
                    <a:pt x="4923" y="5043"/>
                    <a:pt x="4929" y="5081"/>
                  </a:cubicBezTo>
                  <a:cubicBezTo>
                    <a:pt x="4935" y="5117"/>
                    <a:pt x="4973" y="5177"/>
                    <a:pt x="4995" y="5199"/>
                  </a:cubicBezTo>
                  <a:cubicBezTo>
                    <a:pt x="5012" y="5218"/>
                    <a:pt x="5055" y="5244"/>
                    <a:pt x="5077" y="5246"/>
                  </a:cubicBezTo>
                  <a:cubicBezTo>
                    <a:pt x="5096" y="5248"/>
                    <a:pt x="5140" y="5240"/>
                    <a:pt x="5148" y="5218"/>
                  </a:cubicBezTo>
                  <a:cubicBezTo>
                    <a:pt x="5160" y="5186"/>
                    <a:pt x="5128" y="5115"/>
                    <a:pt x="5115" y="5086"/>
                  </a:cubicBezTo>
                  <a:cubicBezTo>
                    <a:pt x="5106" y="5067"/>
                    <a:pt x="5075" y="5042"/>
                    <a:pt x="5070" y="5020"/>
                  </a:cubicBezTo>
                  <a:cubicBezTo>
                    <a:pt x="5064" y="4995"/>
                    <a:pt x="5069" y="4939"/>
                    <a:pt x="5079" y="4918"/>
                  </a:cubicBezTo>
                  <a:cubicBezTo>
                    <a:pt x="5089" y="4896"/>
                    <a:pt x="5127" y="4881"/>
                    <a:pt x="5141" y="4865"/>
                  </a:cubicBezTo>
                  <a:cubicBezTo>
                    <a:pt x="5158" y="4846"/>
                    <a:pt x="5183" y="4788"/>
                    <a:pt x="5203" y="4776"/>
                  </a:cubicBezTo>
                  <a:cubicBezTo>
                    <a:pt x="5228" y="4761"/>
                    <a:pt x="5284" y="4776"/>
                    <a:pt x="5312" y="4776"/>
                  </a:cubicBezTo>
                  <a:cubicBezTo>
                    <a:pt x="5340" y="4776"/>
                    <a:pt x="5402" y="4754"/>
                    <a:pt x="5424" y="4779"/>
                  </a:cubicBezTo>
                  <a:cubicBezTo>
                    <a:pt x="5440" y="4795"/>
                    <a:pt x="5452" y="4860"/>
                    <a:pt x="5445" y="4887"/>
                  </a:cubicBezTo>
                  <a:cubicBezTo>
                    <a:pt x="5436" y="4917"/>
                    <a:pt x="5381" y="4934"/>
                    <a:pt x="5362" y="4954"/>
                  </a:cubicBezTo>
                  <a:cubicBezTo>
                    <a:pt x="5342" y="4976"/>
                    <a:pt x="5300" y="5020"/>
                    <a:pt x="5289" y="5052"/>
                  </a:cubicBezTo>
                  <a:cubicBezTo>
                    <a:pt x="5281" y="5074"/>
                    <a:pt x="5279" y="5127"/>
                    <a:pt x="5282" y="5151"/>
                  </a:cubicBezTo>
                  <a:cubicBezTo>
                    <a:pt x="5285" y="5184"/>
                    <a:pt x="5309" y="5244"/>
                    <a:pt x="5321" y="5272"/>
                  </a:cubicBezTo>
                  <a:cubicBezTo>
                    <a:pt x="5329" y="5290"/>
                    <a:pt x="5343" y="5330"/>
                    <a:pt x="5357" y="5338"/>
                  </a:cubicBezTo>
                  <a:cubicBezTo>
                    <a:pt x="5373" y="5348"/>
                    <a:pt x="5413" y="5344"/>
                    <a:pt x="5426" y="5328"/>
                  </a:cubicBezTo>
                  <a:cubicBezTo>
                    <a:pt x="5443" y="5305"/>
                    <a:pt x="5434" y="5229"/>
                    <a:pt x="5443" y="5199"/>
                  </a:cubicBezTo>
                  <a:cubicBezTo>
                    <a:pt x="5449" y="5179"/>
                    <a:pt x="5468" y="5141"/>
                    <a:pt x="5480" y="5128"/>
                  </a:cubicBezTo>
                  <a:cubicBezTo>
                    <a:pt x="5495" y="5114"/>
                    <a:pt x="5533" y="5086"/>
                    <a:pt x="5548" y="5099"/>
                  </a:cubicBezTo>
                  <a:cubicBezTo>
                    <a:pt x="5567" y="5115"/>
                    <a:pt x="5566" y="5189"/>
                    <a:pt x="5567" y="5220"/>
                  </a:cubicBezTo>
                  <a:cubicBezTo>
                    <a:pt x="5568" y="5255"/>
                    <a:pt x="5554" y="5324"/>
                    <a:pt x="5555" y="5359"/>
                  </a:cubicBezTo>
                  <a:cubicBezTo>
                    <a:pt x="5556" y="5393"/>
                    <a:pt x="5576" y="5459"/>
                    <a:pt x="5574" y="5493"/>
                  </a:cubicBezTo>
                  <a:cubicBezTo>
                    <a:pt x="5573" y="5524"/>
                    <a:pt x="5568" y="5597"/>
                    <a:pt x="5548" y="5609"/>
                  </a:cubicBezTo>
                  <a:cubicBezTo>
                    <a:pt x="5532" y="5618"/>
                    <a:pt x="5502" y="5564"/>
                    <a:pt x="5484" y="5564"/>
                  </a:cubicBezTo>
                  <a:cubicBezTo>
                    <a:pt x="5467" y="5565"/>
                    <a:pt x="5431" y="5589"/>
                    <a:pt x="5424" y="5611"/>
                  </a:cubicBezTo>
                  <a:cubicBezTo>
                    <a:pt x="5415" y="5638"/>
                    <a:pt x="5431" y="5699"/>
                    <a:pt x="5441" y="5725"/>
                  </a:cubicBezTo>
                  <a:cubicBezTo>
                    <a:pt x="5448" y="5743"/>
                    <a:pt x="5480" y="5766"/>
                    <a:pt x="5484" y="5787"/>
                  </a:cubicBezTo>
                  <a:cubicBezTo>
                    <a:pt x="5490" y="5815"/>
                    <a:pt x="5470" y="5872"/>
                    <a:pt x="5467" y="5900"/>
                  </a:cubicBezTo>
                  <a:cubicBezTo>
                    <a:pt x="5465" y="5927"/>
                    <a:pt x="5455" y="5983"/>
                    <a:pt x="5462" y="6008"/>
                  </a:cubicBezTo>
                  <a:cubicBezTo>
                    <a:pt x="5469" y="6037"/>
                    <a:pt x="5513" y="6069"/>
                    <a:pt x="5520" y="6097"/>
                  </a:cubicBezTo>
                  <a:cubicBezTo>
                    <a:pt x="5527" y="6130"/>
                    <a:pt x="5502" y="6201"/>
                    <a:pt x="5509" y="6235"/>
                  </a:cubicBezTo>
                  <a:cubicBezTo>
                    <a:pt x="5514" y="6260"/>
                    <a:pt x="5551" y="6294"/>
                    <a:pt x="5554" y="6321"/>
                  </a:cubicBezTo>
                  <a:cubicBezTo>
                    <a:pt x="5556" y="6349"/>
                    <a:pt x="5538" y="6406"/>
                    <a:pt x="5524" y="6426"/>
                  </a:cubicBezTo>
                  <a:cubicBezTo>
                    <a:pt x="5513" y="6440"/>
                    <a:pt x="5482" y="6457"/>
                    <a:pt x="5467" y="6452"/>
                  </a:cubicBezTo>
                  <a:cubicBezTo>
                    <a:pt x="5454" y="6448"/>
                    <a:pt x="5442" y="6408"/>
                    <a:pt x="5430" y="6400"/>
                  </a:cubicBezTo>
                  <a:cubicBezTo>
                    <a:pt x="5419" y="6392"/>
                    <a:pt x="5390" y="6378"/>
                    <a:pt x="5381" y="6389"/>
                  </a:cubicBezTo>
                  <a:cubicBezTo>
                    <a:pt x="5366" y="6406"/>
                    <a:pt x="5387" y="6474"/>
                    <a:pt x="5377" y="6497"/>
                  </a:cubicBezTo>
                  <a:cubicBezTo>
                    <a:pt x="5366" y="6523"/>
                    <a:pt x="5321" y="6542"/>
                    <a:pt x="5302" y="6558"/>
                  </a:cubicBezTo>
                  <a:cubicBezTo>
                    <a:pt x="5281" y="6574"/>
                    <a:pt x="5237" y="6602"/>
                    <a:pt x="5220" y="6625"/>
                  </a:cubicBezTo>
                  <a:cubicBezTo>
                    <a:pt x="5199" y="6655"/>
                    <a:pt x="5177" y="6734"/>
                    <a:pt x="5160" y="6767"/>
                  </a:cubicBezTo>
                  <a:cubicBezTo>
                    <a:pt x="5148" y="6791"/>
                    <a:pt x="5118" y="6830"/>
                    <a:pt x="5107" y="6854"/>
                  </a:cubicBezTo>
                  <a:cubicBezTo>
                    <a:pt x="5090" y="6895"/>
                    <a:pt x="5047" y="6986"/>
                    <a:pt x="5058" y="7030"/>
                  </a:cubicBezTo>
                  <a:cubicBezTo>
                    <a:pt x="5065" y="7058"/>
                    <a:pt x="5110" y="7093"/>
                    <a:pt x="5131" y="7091"/>
                  </a:cubicBezTo>
                  <a:cubicBezTo>
                    <a:pt x="5149" y="7088"/>
                    <a:pt x="5173" y="7044"/>
                    <a:pt x="5184" y="7025"/>
                  </a:cubicBezTo>
                  <a:cubicBezTo>
                    <a:pt x="5198" y="7001"/>
                    <a:pt x="5212" y="6939"/>
                    <a:pt x="5229" y="6920"/>
                  </a:cubicBezTo>
                  <a:cubicBezTo>
                    <a:pt x="5244" y="6904"/>
                    <a:pt x="5288" y="6908"/>
                    <a:pt x="5302" y="6891"/>
                  </a:cubicBezTo>
                  <a:cubicBezTo>
                    <a:pt x="5319" y="6871"/>
                    <a:pt x="5325" y="6802"/>
                    <a:pt x="5338" y="6778"/>
                  </a:cubicBezTo>
                  <a:cubicBezTo>
                    <a:pt x="5352" y="6750"/>
                    <a:pt x="5391" y="6704"/>
                    <a:pt x="5413" y="6688"/>
                  </a:cubicBezTo>
                  <a:cubicBezTo>
                    <a:pt x="5436" y="6672"/>
                    <a:pt x="5490" y="6669"/>
                    <a:pt x="5512" y="6652"/>
                  </a:cubicBezTo>
                  <a:cubicBezTo>
                    <a:pt x="5532" y="6637"/>
                    <a:pt x="5561" y="6590"/>
                    <a:pt x="5578" y="6570"/>
                  </a:cubicBezTo>
                  <a:cubicBezTo>
                    <a:pt x="5590" y="6556"/>
                    <a:pt x="5613" y="6527"/>
                    <a:pt x="5627" y="6518"/>
                  </a:cubicBezTo>
                  <a:cubicBezTo>
                    <a:pt x="5638" y="6510"/>
                    <a:pt x="5667" y="6513"/>
                    <a:pt x="5676" y="6499"/>
                  </a:cubicBezTo>
                  <a:cubicBezTo>
                    <a:pt x="5689" y="6477"/>
                    <a:pt x="5687" y="6411"/>
                    <a:pt x="5687" y="6381"/>
                  </a:cubicBezTo>
                  <a:cubicBezTo>
                    <a:pt x="5687" y="6351"/>
                    <a:pt x="5679" y="6293"/>
                    <a:pt x="5676" y="6263"/>
                  </a:cubicBezTo>
                  <a:cubicBezTo>
                    <a:pt x="5671" y="6224"/>
                    <a:pt x="5627" y="6128"/>
                    <a:pt x="5652" y="6110"/>
                  </a:cubicBezTo>
                  <a:cubicBezTo>
                    <a:pt x="5666" y="6101"/>
                    <a:pt x="5682" y="6161"/>
                    <a:pt x="5694" y="6174"/>
                  </a:cubicBezTo>
                  <a:cubicBezTo>
                    <a:pt x="5717" y="6196"/>
                    <a:pt x="5771" y="6213"/>
                    <a:pt x="5794" y="6232"/>
                  </a:cubicBezTo>
                  <a:cubicBezTo>
                    <a:pt x="5809" y="6246"/>
                    <a:pt x="5841" y="6277"/>
                    <a:pt x="5849" y="6299"/>
                  </a:cubicBezTo>
                  <a:cubicBezTo>
                    <a:pt x="5871" y="6362"/>
                    <a:pt x="5867" y="6507"/>
                    <a:pt x="5865" y="6576"/>
                  </a:cubicBezTo>
                  <a:cubicBezTo>
                    <a:pt x="5864" y="6608"/>
                    <a:pt x="5849" y="6670"/>
                    <a:pt x="5849" y="6702"/>
                  </a:cubicBezTo>
                  <a:cubicBezTo>
                    <a:pt x="5850" y="6735"/>
                    <a:pt x="5871" y="6799"/>
                    <a:pt x="5869" y="6832"/>
                  </a:cubicBezTo>
                  <a:cubicBezTo>
                    <a:pt x="5866" y="6864"/>
                    <a:pt x="5829" y="6917"/>
                    <a:pt x="5829" y="6950"/>
                  </a:cubicBezTo>
                  <a:cubicBezTo>
                    <a:pt x="5830" y="6980"/>
                    <a:pt x="5866" y="7027"/>
                    <a:pt x="5869" y="7057"/>
                  </a:cubicBezTo>
                  <a:cubicBezTo>
                    <a:pt x="5873" y="7095"/>
                    <a:pt x="5856" y="7172"/>
                    <a:pt x="5849" y="7210"/>
                  </a:cubicBezTo>
                  <a:cubicBezTo>
                    <a:pt x="5846" y="7227"/>
                    <a:pt x="5843" y="7268"/>
                    <a:pt x="5832" y="7273"/>
                  </a:cubicBezTo>
                  <a:cubicBezTo>
                    <a:pt x="5805" y="7285"/>
                    <a:pt x="5764" y="7195"/>
                    <a:pt x="5736" y="7187"/>
                  </a:cubicBezTo>
                  <a:cubicBezTo>
                    <a:pt x="5711" y="7179"/>
                    <a:pt x="5650" y="7179"/>
                    <a:pt x="5632" y="7206"/>
                  </a:cubicBezTo>
                  <a:cubicBezTo>
                    <a:pt x="5619" y="7227"/>
                    <a:pt x="5620" y="7291"/>
                    <a:pt x="5627" y="7316"/>
                  </a:cubicBezTo>
                  <a:cubicBezTo>
                    <a:pt x="5631" y="7332"/>
                    <a:pt x="5654" y="7350"/>
                    <a:pt x="5660" y="7363"/>
                  </a:cubicBezTo>
                  <a:cubicBezTo>
                    <a:pt x="5677" y="7395"/>
                    <a:pt x="5707" y="7463"/>
                    <a:pt x="5708" y="7502"/>
                  </a:cubicBezTo>
                  <a:cubicBezTo>
                    <a:pt x="5710" y="7539"/>
                    <a:pt x="5683" y="7608"/>
                    <a:pt x="5675" y="7643"/>
                  </a:cubicBezTo>
                  <a:cubicBezTo>
                    <a:pt x="5667" y="7674"/>
                    <a:pt x="5642" y="7733"/>
                    <a:pt x="5644" y="7766"/>
                  </a:cubicBezTo>
                  <a:cubicBezTo>
                    <a:pt x="5645" y="7793"/>
                    <a:pt x="5678" y="7837"/>
                    <a:pt x="5680" y="7864"/>
                  </a:cubicBezTo>
                  <a:cubicBezTo>
                    <a:pt x="5684" y="7901"/>
                    <a:pt x="5662" y="7973"/>
                    <a:pt x="5658" y="8010"/>
                  </a:cubicBezTo>
                  <a:cubicBezTo>
                    <a:pt x="5654" y="8046"/>
                    <a:pt x="5667" y="8133"/>
                    <a:pt x="5646" y="8156"/>
                  </a:cubicBezTo>
                  <a:cubicBezTo>
                    <a:pt x="5622" y="8184"/>
                    <a:pt x="5549" y="8121"/>
                    <a:pt x="5520" y="8140"/>
                  </a:cubicBezTo>
                  <a:cubicBezTo>
                    <a:pt x="5493" y="8157"/>
                    <a:pt x="5464" y="8236"/>
                    <a:pt x="5452" y="8274"/>
                  </a:cubicBezTo>
                  <a:cubicBezTo>
                    <a:pt x="5445" y="8296"/>
                    <a:pt x="5431" y="8347"/>
                    <a:pt x="5438" y="8369"/>
                  </a:cubicBezTo>
                  <a:cubicBezTo>
                    <a:pt x="5447" y="8395"/>
                    <a:pt x="5493" y="8407"/>
                    <a:pt x="5509" y="8424"/>
                  </a:cubicBezTo>
                  <a:cubicBezTo>
                    <a:pt x="5524" y="8440"/>
                    <a:pt x="5548" y="8485"/>
                    <a:pt x="5562" y="8503"/>
                  </a:cubicBezTo>
                  <a:cubicBezTo>
                    <a:pt x="5579" y="8524"/>
                    <a:pt x="5623" y="8554"/>
                    <a:pt x="5635" y="8582"/>
                  </a:cubicBezTo>
                  <a:cubicBezTo>
                    <a:pt x="5645" y="8602"/>
                    <a:pt x="5647" y="8653"/>
                    <a:pt x="5652" y="8676"/>
                  </a:cubicBezTo>
                  <a:cubicBezTo>
                    <a:pt x="5660" y="8718"/>
                    <a:pt x="5687" y="8799"/>
                    <a:pt x="5686" y="8841"/>
                  </a:cubicBezTo>
                  <a:cubicBezTo>
                    <a:pt x="5685" y="8878"/>
                    <a:pt x="5662" y="8946"/>
                    <a:pt x="5652" y="8980"/>
                  </a:cubicBezTo>
                  <a:cubicBezTo>
                    <a:pt x="5644" y="9008"/>
                    <a:pt x="5616" y="9062"/>
                    <a:pt x="5615" y="9094"/>
                  </a:cubicBezTo>
                  <a:cubicBezTo>
                    <a:pt x="5615" y="9111"/>
                    <a:pt x="5623" y="9149"/>
                    <a:pt x="5632" y="9161"/>
                  </a:cubicBezTo>
                  <a:cubicBezTo>
                    <a:pt x="5644" y="9176"/>
                    <a:pt x="5679" y="9180"/>
                    <a:pt x="5694" y="9188"/>
                  </a:cubicBezTo>
                  <a:cubicBezTo>
                    <a:pt x="5713" y="9199"/>
                    <a:pt x="5755" y="9216"/>
                    <a:pt x="5765" y="9239"/>
                  </a:cubicBezTo>
                  <a:cubicBezTo>
                    <a:pt x="5774" y="9261"/>
                    <a:pt x="5772" y="9318"/>
                    <a:pt x="5762" y="9338"/>
                  </a:cubicBezTo>
                  <a:cubicBezTo>
                    <a:pt x="5752" y="9359"/>
                    <a:pt x="5712" y="9372"/>
                    <a:pt x="5694" y="9377"/>
                  </a:cubicBezTo>
                  <a:cubicBezTo>
                    <a:pt x="5667" y="9386"/>
                    <a:pt x="5611" y="9378"/>
                    <a:pt x="5585" y="9389"/>
                  </a:cubicBezTo>
                  <a:cubicBezTo>
                    <a:pt x="5561" y="9400"/>
                    <a:pt x="5521" y="9448"/>
                    <a:pt x="5497" y="9460"/>
                  </a:cubicBezTo>
                  <a:cubicBezTo>
                    <a:pt x="5473" y="9473"/>
                    <a:pt x="5421" y="9497"/>
                    <a:pt x="5396" y="9487"/>
                  </a:cubicBezTo>
                  <a:cubicBezTo>
                    <a:pt x="5375" y="9481"/>
                    <a:pt x="5339" y="9439"/>
                    <a:pt x="5329" y="9413"/>
                  </a:cubicBezTo>
                  <a:cubicBezTo>
                    <a:pt x="5322" y="9397"/>
                    <a:pt x="5330" y="9351"/>
                    <a:pt x="5320" y="9338"/>
                  </a:cubicBezTo>
                  <a:cubicBezTo>
                    <a:pt x="5311" y="9327"/>
                    <a:pt x="5284" y="9334"/>
                    <a:pt x="5272" y="9338"/>
                  </a:cubicBezTo>
                  <a:cubicBezTo>
                    <a:pt x="5253" y="9344"/>
                    <a:pt x="5216" y="9370"/>
                    <a:pt x="5202" y="9389"/>
                  </a:cubicBezTo>
                  <a:cubicBezTo>
                    <a:pt x="5188" y="9408"/>
                    <a:pt x="5166" y="9457"/>
                    <a:pt x="5165" y="9484"/>
                  </a:cubicBezTo>
                  <a:cubicBezTo>
                    <a:pt x="5165" y="9507"/>
                    <a:pt x="5180" y="9553"/>
                    <a:pt x="5193" y="9567"/>
                  </a:cubicBezTo>
                  <a:cubicBezTo>
                    <a:pt x="5209" y="9584"/>
                    <a:pt x="5255" y="9573"/>
                    <a:pt x="5272" y="9587"/>
                  </a:cubicBezTo>
                  <a:cubicBezTo>
                    <a:pt x="5288" y="9599"/>
                    <a:pt x="5311" y="9640"/>
                    <a:pt x="5320" y="9661"/>
                  </a:cubicBezTo>
                  <a:cubicBezTo>
                    <a:pt x="5337" y="9700"/>
                    <a:pt x="5350" y="9795"/>
                    <a:pt x="5371" y="9831"/>
                  </a:cubicBezTo>
                  <a:cubicBezTo>
                    <a:pt x="5388" y="9861"/>
                    <a:pt x="5434" y="9909"/>
                    <a:pt x="5461" y="9922"/>
                  </a:cubicBezTo>
                  <a:cubicBezTo>
                    <a:pt x="5482" y="9931"/>
                    <a:pt x="5533" y="9942"/>
                    <a:pt x="5551" y="9922"/>
                  </a:cubicBezTo>
                  <a:cubicBezTo>
                    <a:pt x="5566" y="9904"/>
                    <a:pt x="5566" y="9842"/>
                    <a:pt x="5565" y="9815"/>
                  </a:cubicBezTo>
                  <a:cubicBezTo>
                    <a:pt x="5563" y="9778"/>
                    <a:pt x="5522" y="9706"/>
                    <a:pt x="5534" y="9673"/>
                  </a:cubicBezTo>
                  <a:cubicBezTo>
                    <a:pt x="5545" y="9644"/>
                    <a:pt x="5600" y="9634"/>
                    <a:pt x="5624" y="9634"/>
                  </a:cubicBezTo>
                  <a:cubicBezTo>
                    <a:pt x="5649" y="9633"/>
                    <a:pt x="5695" y="9672"/>
                    <a:pt x="5720" y="9670"/>
                  </a:cubicBezTo>
                  <a:cubicBezTo>
                    <a:pt x="5754" y="9665"/>
                    <a:pt x="5823" y="9626"/>
                    <a:pt x="5846" y="9590"/>
                  </a:cubicBezTo>
                  <a:cubicBezTo>
                    <a:pt x="5868" y="9558"/>
                    <a:pt x="5883" y="9466"/>
                    <a:pt x="5889" y="9421"/>
                  </a:cubicBezTo>
                  <a:cubicBezTo>
                    <a:pt x="5894" y="9377"/>
                    <a:pt x="5896" y="9283"/>
                    <a:pt x="5886" y="9239"/>
                  </a:cubicBezTo>
                  <a:cubicBezTo>
                    <a:pt x="5877" y="9203"/>
                    <a:pt x="5832" y="9150"/>
                    <a:pt x="5824" y="9113"/>
                  </a:cubicBezTo>
                  <a:cubicBezTo>
                    <a:pt x="5815" y="9078"/>
                    <a:pt x="5809" y="8997"/>
                    <a:pt x="5821" y="8963"/>
                  </a:cubicBezTo>
                  <a:cubicBezTo>
                    <a:pt x="5829" y="8942"/>
                    <a:pt x="5866" y="8927"/>
                    <a:pt x="5877" y="8909"/>
                  </a:cubicBezTo>
                  <a:cubicBezTo>
                    <a:pt x="5894" y="8881"/>
                    <a:pt x="5924" y="8814"/>
                    <a:pt x="5919" y="8778"/>
                  </a:cubicBezTo>
                  <a:cubicBezTo>
                    <a:pt x="5915" y="8745"/>
                    <a:pt x="5861" y="8713"/>
                    <a:pt x="5849" y="8684"/>
                  </a:cubicBezTo>
                  <a:cubicBezTo>
                    <a:pt x="5838" y="8659"/>
                    <a:pt x="5825" y="8599"/>
                    <a:pt x="5826" y="8570"/>
                  </a:cubicBezTo>
                  <a:cubicBezTo>
                    <a:pt x="5829" y="8535"/>
                    <a:pt x="5862" y="8477"/>
                    <a:pt x="5869" y="8443"/>
                  </a:cubicBezTo>
                  <a:cubicBezTo>
                    <a:pt x="5876" y="8404"/>
                    <a:pt x="5861" y="8313"/>
                    <a:pt x="5877" y="8278"/>
                  </a:cubicBezTo>
                  <a:cubicBezTo>
                    <a:pt x="5887" y="8256"/>
                    <a:pt x="5924" y="8232"/>
                    <a:pt x="5942" y="8227"/>
                  </a:cubicBezTo>
                  <a:cubicBezTo>
                    <a:pt x="5965" y="8220"/>
                    <a:pt x="6015" y="8256"/>
                    <a:pt x="6037" y="8243"/>
                  </a:cubicBezTo>
                  <a:cubicBezTo>
                    <a:pt x="6063" y="8226"/>
                    <a:pt x="6105" y="8152"/>
                    <a:pt x="6102" y="8112"/>
                  </a:cubicBezTo>
                  <a:cubicBezTo>
                    <a:pt x="6101" y="8091"/>
                    <a:pt x="6070" y="8066"/>
                    <a:pt x="6060" y="8049"/>
                  </a:cubicBezTo>
                  <a:cubicBezTo>
                    <a:pt x="6046" y="8028"/>
                    <a:pt x="6023" y="7977"/>
                    <a:pt x="6006" y="7959"/>
                  </a:cubicBezTo>
                  <a:cubicBezTo>
                    <a:pt x="5984" y="7935"/>
                    <a:pt x="5919" y="7929"/>
                    <a:pt x="5902" y="7896"/>
                  </a:cubicBezTo>
                  <a:cubicBezTo>
                    <a:pt x="5888" y="7866"/>
                    <a:pt x="5892" y="7789"/>
                    <a:pt x="5897" y="7754"/>
                  </a:cubicBezTo>
                  <a:cubicBezTo>
                    <a:pt x="5901" y="7724"/>
                    <a:pt x="5923" y="7668"/>
                    <a:pt x="5936" y="7643"/>
                  </a:cubicBezTo>
                  <a:cubicBezTo>
                    <a:pt x="5957" y="7607"/>
                    <a:pt x="6015" y="7557"/>
                    <a:pt x="6037" y="7522"/>
                  </a:cubicBezTo>
                  <a:cubicBezTo>
                    <a:pt x="6059" y="7488"/>
                    <a:pt x="6102" y="7415"/>
                    <a:pt x="6111" y="7372"/>
                  </a:cubicBezTo>
                  <a:cubicBezTo>
                    <a:pt x="6117" y="7337"/>
                    <a:pt x="6101" y="7265"/>
                    <a:pt x="6102" y="7230"/>
                  </a:cubicBezTo>
                  <a:cubicBezTo>
                    <a:pt x="6104" y="7175"/>
                    <a:pt x="6112" y="7063"/>
                    <a:pt x="6127" y="7013"/>
                  </a:cubicBezTo>
                  <a:cubicBezTo>
                    <a:pt x="6137" y="6983"/>
                    <a:pt x="6171" y="6934"/>
                    <a:pt x="6186" y="6911"/>
                  </a:cubicBezTo>
                  <a:cubicBezTo>
                    <a:pt x="6199" y="6892"/>
                    <a:pt x="6226" y="6859"/>
                    <a:pt x="6240" y="6843"/>
                  </a:cubicBezTo>
                  <a:cubicBezTo>
                    <a:pt x="6263" y="6817"/>
                    <a:pt x="6319" y="6775"/>
                    <a:pt x="6336" y="6741"/>
                  </a:cubicBezTo>
                  <a:cubicBezTo>
                    <a:pt x="6348" y="6717"/>
                    <a:pt x="6352" y="6654"/>
                    <a:pt x="6361" y="6627"/>
                  </a:cubicBezTo>
                  <a:cubicBezTo>
                    <a:pt x="6371" y="6596"/>
                    <a:pt x="6397" y="6541"/>
                    <a:pt x="6409" y="6512"/>
                  </a:cubicBezTo>
                  <a:cubicBezTo>
                    <a:pt x="6424" y="6478"/>
                    <a:pt x="6456" y="6412"/>
                    <a:pt x="6471" y="6378"/>
                  </a:cubicBezTo>
                  <a:cubicBezTo>
                    <a:pt x="6482" y="6353"/>
                    <a:pt x="6495" y="6291"/>
                    <a:pt x="6513" y="6276"/>
                  </a:cubicBezTo>
                  <a:cubicBezTo>
                    <a:pt x="6538" y="6256"/>
                    <a:pt x="6601" y="6287"/>
                    <a:pt x="6628" y="6276"/>
                  </a:cubicBezTo>
                  <a:cubicBezTo>
                    <a:pt x="6647" y="6268"/>
                    <a:pt x="6686" y="6241"/>
                    <a:pt x="6696" y="6217"/>
                  </a:cubicBezTo>
                  <a:cubicBezTo>
                    <a:pt x="6705" y="6196"/>
                    <a:pt x="6694" y="6142"/>
                    <a:pt x="6699" y="6118"/>
                  </a:cubicBezTo>
                  <a:cubicBezTo>
                    <a:pt x="6705" y="6082"/>
                    <a:pt x="6737" y="6016"/>
                    <a:pt x="6747" y="5981"/>
                  </a:cubicBezTo>
                  <a:cubicBezTo>
                    <a:pt x="6756" y="5947"/>
                    <a:pt x="6783" y="5879"/>
                    <a:pt x="6775" y="5846"/>
                  </a:cubicBezTo>
                  <a:cubicBezTo>
                    <a:pt x="6766" y="5810"/>
                    <a:pt x="6704" y="5783"/>
                    <a:pt x="6685" y="5756"/>
                  </a:cubicBezTo>
                  <a:cubicBezTo>
                    <a:pt x="6654" y="5713"/>
                    <a:pt x="6601" y="5613"/>
                    <a:pt x="6581" y="5559"/>
                  </a:cubicBezTo>
                  <a:cubicBezTo>
                    <a:pt x="6558" y="5499"/>
                    <a:pt x="6527" y="5369"/>
                    <a:pt x="6519" y="5303"/>
                  </a:cubicBezTo>
                  <a:cubicBezTo>
                    <a:pt x="6513" y="5256"/>
                    <a:pt x="6511" y="5157"/>
                    <a:pt x="6516" y="5109"/>
                  </a:cubicBezTo>
                  <a:cubicBezTo>
                    <a:pt x="6520" y="5069"/>
                    <a:pt x="6553" y="4993"/>
                    <a:pt x="6552" y="4952"/>
                  </a:cubicBezTo>
                  <a:cubicBezTo>
                    <a:pt x="6552" y="4914"/>
                    <a:pt x="6519" y="4847"/>
                    <a:pt x="6513" y="4810"/>
                  </a:cubicBezTo>
                  <a:cubicBezTo>
                    <a:pt x="6507" y="4770"/>
                    <a:pt x="6522" y="4681"/>
                    <a:pt x="6508" y="4644"/>
                  </a:cubicBezTo>
                  <a:cubicBezTo>
                    <a:pt x="6497" y="4619"/>
                    <a:pt x="6460" y="4583"/>
                    <a:pt x="6440" y="4578"/>
                  </a:cubicBezTo>
                  <a:cubicBezTo>
                    <a:pt x="6421" y="4572"/>
                    <a:pt x="6377" y="4581"/>
                    <a:pt x="6364" y="4601"/>
                  </a:cubicBezTo>
                  <a:cubicBezTo>
                    <a:pt x="6351" y="4621"/>
                    <a:pt x="6359" y="4682"/>
                    <a:pt x="6353" y="4708"/>
                  </a:cubicBezTo>
                  <a:cubicBezTo>
                    <a:pt x="6348" y="4725"/>
                    <a:pt x="6336" y="4761"/>
                    <a:pt x="6325" y="4771"/>
                  </a:cubicBezTo>
                  <a:cubicBezTo>
                    <a:pt x="6309" y="4784"/>
                    <a:pt x="6264" y="4764"/>
                    <a:pt x="6251" y="4783"/>
                  </a:cubicBezTo>
                  <a:cubicBezTo>
                    <a:pt x="6243" y="4794"/>
                    <a:pt x="6247" y="4833"/>
                    <a:pt x="6246" y="4849"/>
                  </a:cubicBezTo>
                  <a:cubicBezTo>
                    <a:pt x="6244" y="4884"/>
                    <a:pt x="6235" y="4954"/>
                    <a:pt x="6243" y="4988"/>
                  </a:cubicBezTo>
                  <a:cubicBezTo>
                    <a:pt x="6248" y="5011"/>
                    <a:pt x="6273" y="5048"/>
                    <a:pt x="6285" y="5066"/>
                  </a:cubicBezTo>
                  <a:cubicBezTo>
                    <a:pt x="6297" y="5084"/>
                    <a:pt x="6327" y="5111"/>
                    <a:pt x="6339" y="5129"/>
                  </a:cubicBezTo>
                  <a:cubicBezTo>
                    <a:pt x="6354" y="5155"/>
                    <a:pt x="6377" y="5214"/>
                    <a:pt x="6389" y="5243"/>
                  </a:cubicBezTo>
                  <a:cubicBezTo>
                    <a:pt x="6401" y="5271"/>
                    <a:pt x="6427" y="5327"/>
                    <a:pt x="6431" y="5357"/>
                  </a:cubicBezTo>
                  <a:cubicBezTo>
                    <a:pt x="6436" y="5390"/>
                    <a:pt x="6429" y="5456"/>
                    <a:pt x="6426" y="5488"/>
                  </a:cubicBezTo>
                  <a:cubicBezTo>
                    <a:pt x="6423" y="5518"/>
                    <a:pt x="6430" y="5598"/>
                    <a:pt x="6409" y="5606"/>
                  </a:cubicBezTo>
                  <a:cubicBezTo>
                    <a:pt x="6392" y="5613"/>
                    <a:pt x="6367" y="5555"/>
                    <a:pt x="6361" y="5531"/>
                  </a:cubicBezTo>
                  <a:cubicBezTo>
                    <a:pt x="6354" y="5504"/>
                    <a:pt x="6366" y="5441"/>
                    <a:pt x="6361" y="5413"/>
                  </a:cubicBezTo>
                  <a:cubicBezTo>
                    <a:pt x="6353" y="5369"/>
                    <a:pt x="6316" y="5294"/>
                    <a:pt x="6299" y="5256"/>
                  </a:cubicBezTo>
                  <a:cubicBezTo>
                    <a:pt x="6285" y="5222"/>
                    <a:pt x="6258" y="5152"/>
                    <a:pt x="6237" y="5125"/>
                  </a:cubicBezTo>
                  <a:cubicBezTo>
                    <a:pt x="6217" y="5099"/>
                    <a:pt x="6158" y="5081"/>
                    <a:pt x="6142" y="5050"/>
                  </a:cubicBezTo>
                  <a:cubicBezTo>
                    <a:pt x="6129" y="5026"/>
                    <a:pt x="6127" y="4962"/>
                    <a:pt x="6122" y="4932"/>
                  </a:cubicBezTo>
                  <a:cubicBezTo>
                    <a:pt x="6118" y="4905"/>
                    <a:pt x="6109" y="4852"/>
                    <a:pt x="6105" y="4826"/>
                  </a:cubicBezTo>
                  <a:cubicBezTo>
                    <a:pt x="6099" y="4787"/>
                    <a:pt x="6076" y="4711"/>
                    <a:pt x="6080" y="4672"/>
                  </a:cubicBezTo>
                  <a:cubicBezTo>
                    <a:pt x="6083" y="4642"/>
                    <a:pt x="6113" y="4594"/>
                    <a:pt x="6122" y="4566"/>
                  </a:cubicBezTo>
                  <a:cubicBezTo>
                    <a:pt x="6131" y="4536"/>
                    <a:pt x="6136" y="4466"/>
                    <a:pt x="6150" y="4440"/>
                  </a:cubicBezTo>
                  <a:cubicBezTo>
                    <a:pt x="6161" y="4420"/>
                    <a:pt x="6192" y="4389"/>
                    <a:pt x="6209" y="4384"/>
                  </a:cubicBezTo>
                  <a:cubicBezTo>
                    <a:pt x="6235" y="4377"/>
                    <a:pt x="6287" y="4412"/>
                    <a:pt x="6313" y="4412"/>
                  </a:cubicBezTo>
                  <a:cubicBezTo>
                    <a:pt x="6334" y="4412"/>
                    <a:pt x="6374" y="4387"/>
                    <a:pt x="6395" y="4392"/>
                  </a:cubicBezTo>
                  <a:cubicBezTo>
                    <a:pt x="6421" y="4399"/>
                    <a:pt x="6460" y="4460"/>
                    <a:pt x="6486" y="4469"/>
                  </a:cubicBezTo>
                  <a:cubicBezTo>
                    <a:pt x="6500" y="4473"/>
                    <a:pt x="6535" y="4463"/>
                    <a:pt x="6542" y="4463"/>
                  </a:cubicBezTo>
                  <a:cubicBezTo>
                    <a:pt x="6550" y="4463"/>
                    <a:pt x="6602" y="4384"/>
                    <a:pt x="6613" y="4350"/>
                  </a:cubicBezTo>
                  <a:cubicBezTo>
                    <a:pt x="6626" y="4315"/>
                    <a:pt x="6646" y="4235"/>
                    <a:pt x="6642" y="4195"/>
                  </a:cubicBezTo>
                  <a:cubicBezTo>
                    <a:pt x="6636" y="4142"/>
                    <a:pt x="6591" y="4046"/>
                    <a:pt x="6563" y="4009"/>
                  </a:cubicBezTo>
                  <a:cubicBezTo>
                    <a:pt x="6533" y="3968"/>
                    <a:pt x="6446" y="3936"/>
                    <a:pt x="6415" y="3898"/>
                  </a:cubicBezTo>
                  <a:cubicBezTo>
                    <a:pt x="6390" y="3869"/>
                    <a:pt x="6355" y="3791"/>
                    <a:pt x="6336" y="3754"/>
                  </a:cubicBezTo>
                  <a:cubicBezTo>
                    <a:pt x="6322" y="3727"/>
                    <a:pt x="6290" y="3677"/>
                    <a:pt x="6281" y="3646"/>
                  </a:cubicBezTo>
                  <a:cubicBezTo>
                    <a:pt x="6270" y="3606"/>
                    <a:pt x="6261" y="3516"/>
                    <a:pt x="6266" y="3472"/>
                  </a:cubicBezTo>
                  <a:cubicBezTo>
                    <a:pt x="6269" y="3448"/>
                    <a:pt x="6294" y="3406"/>
                    <a:pt x="6296" y="3381"/>
                  </a:cubicBezTo>
                  <a:cubicBezTo>
                    <a:pt x="6299" y="3354"/>
                    <a:pt x="6299" y="3285"/>
                    <a:pt x="6281" y="3273"/>
                  </a:cubicBezTo>
                  <a:cubicBezTo>
                    <a:pt x="6270" y="3266"/>
                    <a:pt x="6250" y="3300"/>
                    <a:pt x="6238" y="3307"/>
                  </a:cubicBezTo>
                  <a:cubicBezTo>
                    <a:pt x="6219" y="3320"/>
                    <a:pt x="6173" y="3327"/>
                    <a:pt x="6160" y="3349"/>
                  </a:cubicBezTo>
                  <a:cubicBezTo>
                    <a:pt x="6147" y="3370"/>
                    <a:pt x="6147" y="3428"/>
                    <a:pt x="6144" y="3454"/>
                  </a:cubicBezTo>
                  <a:cubicBezTo>
                    <a:pt x="6142" y="3481"/>
                    <a:pt x="6142" y="3537"/>
                    <a:pt x="6141" y="3564"/>
                  </a:cubicBezTo>
                  <a:cubicBezTo>
                    <a:pt x="6139" y="3589"/>
                    <a:pt x="6141" y="3640"/>
                    <a:pt x="6133" y="3662"/>
                  </a:cubicBezTo>
                  <a:cubicBezTo>
                    <a:pt x="6127" y="3679"/>
                    <a:pt x="6097" y="3696"/>
                    <a:pt x="6096" y="3715"/>
                  </a:cubicBezTo>
                  <a:cubicBezTo>
                    <a:pt x="6094" y="3744"/>
                    <a:pt x="6129" y="3790"/>
                    <a:pt x="6143" y="3812"/>
                  </a:cubicBezTo>
                  <a:cubicBezTo>
                    <a:pt x="6160" y="3840"/>
                    <a:pt x="6199" y="3891"/>
                    <a:pt x="6218" y="3917"/>
                  </a:cubicBezTo>
                  <a:cubicBezTo>
                    <a:pt x="6230" y="3934"/>
                    <a:pt x="6259" y="3963"/>
                    <a:pt x="6268" y="3982"/>
                  </a:cubicBezTo>
                  <a:cubicBezTo>
                    <a:pt x="6284" y="4015"/>
                    <a:pt x="6313" y="4092"/>
                    <a:pt x="6306" y="4130"/>
                  </a:cubicBezTo>
                  <a:cubicBezTo>
                    <a:pt x="6301" y="4154"/>
                    <a:pt x="6265" y="4179"/>
                    <a:pt x="6250" y="4193"/>
                  </a:cubicBezTo>
                  <a:cubicBezTo>
                    <a:pt x="6235" y="4205"/>
                    <a:pt x="6203" y="4233"/>
                    <a:pt x="6186" y="4232"/>
                  </a:cubicBezTo>
                  <a:cubicBezTo>
                    <a:pt x="6162" y="4231"/>
                    <a:pt x="6118" y="4197"/>
                    <a:pt x="6101" y="4174"/>
                  </a:cubicBezTo>
                  <a:cubicBezTo>
                    <a:pt x="6088" y="4156"/>
                    <a:pt x="6085" y="4090"/>
                    <a:pt x="6068" y="4080"/>
                  </a:cubicBezTo>
                  <a:cubicBezTo>
                    <a:pt x="6044" y="4067"/>
                    <a:pt x="5994" y="4106"/>
                    <a:pt x="5974" y="4127"/>
                  </a:cubicBezTo>
                  <a:cubicBezTo>
                    <a:pt x="5955" y="4147"/>
                    <a:pt x="5939" y="4220"/>
                    <a:pt x="5918" y="4235"/>
                  </a:cubicBezTo>
                  <a:cubicBezTo>
                    <a:pt x="5900" y="4247"/>
                    <a:pt x="5857" y="4217"/>
                    <a:pt x="5840" y="4232"/>
                  </a:cubicBezTo>
                  <a:cubicBezTo>
                    <a:pt x="5817" y="4255"/>
                    <a:pt x="5794" y="4344"/>
                    <a:pt x="5801" y="4382"/>
                  </a:cubicBezTo>
                  <a:cubicBezTo>
                    <a:pt x="5806" y="4409"/>
                    <a:pt x="5848" y="4432"/>
                    <a:pt x="5863" y="4450"/>
                  </a:cubicBezTo>
                  <a:cubicBezTo>
                    <a:pt x="5878" y="4468"/>
                    <a:pt x="5913" y="4499"/>
                    <a:pt x="5923" y="4524"/>
                  </a:cubicBezTo>
                  <a:cubicBezTo>
                    <a:pt x="5936" y="4555"/>
                    <a:pt x="5933" y="4632"/>
                    <a:pt x="5938" y="4668"/>
                  </a:cubicBezTo>
                  <a:cubicBezTo>
                    <a:pt x="5947" y="4731"/>
                    <a:pt x="5982" y="4853"/>
                    <a:pt x="5983" y="4918"/>
                  </a:cubicBezTo>
                  <a:cubicBezTo>
                    <a:pt x="5984" y="4952"/>
                    <a:pt x="5969" y="5020"/>
                    <a:pt x="5964" y="5054"/>
                  </a:cubicBezTo>
                  <a:cubicBezTo>
                    <a:pt x="5959" y="5091"/>
                    <a:pt x="5949" y="5165"/>
                    <a:pt x="5944" y="5201"/>
                  </a:cubicBezTo>
                  <a:cubicBezTo>
                    <a:pt x="5939" y="5238"/>
                    <a:pt x="5925" y="5309"/>
                    <a:pt x="5923" y="5346"/>
                  </a:cubicBezTo>
                  <a:cubicBezTo>
                    <a:pt x="5922" y="5375"/>
                    <a:pt x="5914" y="5437"/>
                    <a:pt x="5925" y="5461"/>
                  </a:cubicBezTo>
                  <a:cubicBezTo>
                    <a:pt x="5933" y="5480"/>
                    <a:pt x="5962" y="5504"/>
                    <a:pt x="5977" y="5504"/>
                  </a:cubicBezTo>
                  <a:cubicBezTo>
                    <a:pt x="5994" y="5503"/>
                    <a:pt x="6023" y="5473"/>
                    <a:pt x="6032" y="5454"/>
                  </a:cubicBezTo>
                  <a:cubicBezTo>
                    <a:pt x="6043" y="5432"/>
                    <a:pt x="6046" y="5377"/>
                    <a:pt x="6047" y="5352"/>
                  </a:cubicBezTo>
                  <a:cubicBezTo>
                    <a:pt x="6048" y="5331"/>
                    <a:pt x="6037" y="5290"/>
                    <a:pt x="6041" y="5270"/>
                  </a:cubicBezTo>
                  <a:cubicBezTo>
                    <a:pt x="6044" y="5256"/>
                    <a:pt x="6054" y="5230"/>
                    <a:pt x="6064" y="5225"/>
                  </a:cubicBezTo>
                  <a:cubicBezTo>
                    <a:pt x="6082" y="5216"/>
                    <a:pt x="6120" y="5243"/>
                    <a:pt x="6137" y="5257"/>
                  </a:cubicBezTo>
                  <a:cubicBezTo>
                    <a:pt x="6151" y="5268"/>
                    <a:pt x="6179" y="5296"/>
                    <a:pt x="6186" y="5317"/>
                  </a:cubicBezTo>
                  <a:cubicBezTo>
                    <a:pt x="6195" y="5348"/>
                    <a:pt x="6179" y="5418"/>
                    <a:pt x="6184" y="5451"/>
                  </a:cubicBezTo>
                  <a:cubicBezTo>
                    <a:pt x="6187" y="5477"/>
                    <a:pt x="6204" y="5526"/>
                    <a:pt x="6214" y="5549"/>
                  </a:cubicBezTo>
                  <a:cubicBezTo>
                    <a:pt x="6225" y="5573"/>
                    <a:pt x="6250" y="5620"/>
                    <a:pt x="6266" y="5638"/>
                  </a:cubicBezTo>
                  <a:cubicBezTo>
                    <a:pt x="6278" y="5651"/>
                    <a:pt x="6308" y="5661"/>
                    <a:pt x="6319" y="5674"/>
                  </a:cubicBezTo>
                  <a:cubicBezTo>
                    <a:pt x="6333" y="5692"/>
                    <a:pt x="6355" y="5738"/>
                    <a:pt x="6362" y="5764"/>
                  </a:cubicBezTo>
                  <a:cubicBezTo>
                    <a:pt x="6371" y="5796"/>
                    <a:pt x="6371" y="5866"/>
                    <a:pt x="6375" y="5900"/>
                  </a:cubicBezTo>
                  <a:cubicBezTo>
                    <a:pt x="6380" y="5940"/>
                    <a:pt x="6394" y="6018"/>
                    <a:pt x="6394" y="6058"/>
                  </a:cubicBezTo>
                  <a:cubicBezTo>
                    <a:pt x="6394" y="6090"/>
                    <a:pt x="6389" y="6158"/>
                    <a:pt x="6379" y="6187"/>
                  </a:cubicBezTo>
                  <a:cubicBezTo>
                    <a:pt x="6371" y="6209"/>
                    <a:pt x="6346" y="6243"/>
                    <a:pt x="6334" y="6260"/>
                  </a:cubicBezTo>
                  <a:cubicBezTo>
                    <a:pt x="6318" y="6284"/>
                    <a:pt x="6282" y="6324"/>
                    <a:pt x="6268" y="6349"/>
                  </a:cubicBezTo>
                  <a:cubicBezTo>
                    <a:pt x="6258" y="6368"/>
                    <a:pt x="6247" y="6416"/>
                    <a:pt x="6235" y="6431"/>
                  </a:cubicBezTo>
                  <a:cubicBezTo>
                    <a:pt x="6228" y="6438"/>
                    <a:pt x="6212" y="6447"/>
                    <a:pt x="6204" y="6447"/>
                  </a:cubicBezTo>
                  <a:cubicBezTo>
                    <a:pt x="6183" y="6445"/>
                    <a:pt x="6143" y="6416"/>
                    <a:pt x="6127" y="6394"/>
                  </a:cubicBezTo>
                  <a:cubicBezTo>
                    <a:pt x="6108" y="6367"/>
                    <a:pt x="6081" y="6295"/>
                    <a:pt x="6079" y="6258"/>
                  </a:cubicBezTo>
                  <a:cubicBezTo>
                    <a:pt x="6077" y="6215"/>
                    <a:pt x="6121" y="6139"/>
                    <a:pt x="6116" y="6097"/>
                  </a:cubicBezTo>
                  <a:cubicBezTo>
                    <a:pt x="6114" y="6077"/>
                    <a:pt x="6086" y="6051"/>
                    <a:pt x="6081" y="6032"/>
                  </a:cubicBezTo>
                  <a:cubicBezTo>
                    <a:pt x="6074" y="6005"/>
                    <a:pt x="6089" y="5944"/>
                    <a:pt x="6081" y="5919"/>
                  </a:cubicBezTo>
                  <a:cubicBezTo>
                    <a:pt x="6073" y="5897"/>
                    <a:pt x="6045" y="5864"/>
                    <a:pt x="6028" y="5861"/>
                  </a:cubicBezTo>
                  <a:cubicBezTo>
                    <a:pt x="6009" y="5857"/>
                    <a:pt x="5974" y="5890"/>
                    <a:pt x="5957" y="5903"/>
                  </a:cubicBezTo>
                  <a:cubicBezTo>
                    <a:pt x="5944" y="5912"/>
                    <a:pt x="5922" y="5947"/>
                    <a:pt x="5908" y="5945"/>
                  </a:cubicBezTo>
                  <a:cubicBezTo>
                    <a:pt x="5890" y="5943"/>
                    <a:pt x="5855" y="5903"/>
                    <a:pt x="5852" y="5877"/>
                  </a:cubicBezTo>
                  <a:cubicBezTo>
                    <a:pt x="5849" y="5855"/>
                    <a:pt x="5880" y="5820"/>
                    <a:pt x="5882" y="5798"/>
                  </a:cubicBezTo>
                  <a:cubicBezTo>
                    <a:pt x="5884" y="5778"/>
                    <a:pt x="5877" y="5736"/>
                    <a:pt x="5869" y="5719"/>
                  </a:cubicBezTo>
                  <a:cubicBezTo>
                    <a:pt x="5855" y="5692"/>
                    <a:pt x="5804" y="5670"/>
                    <a:pt x="5790" y="5643"/>
                  </a:cubicBezTo>
                  <a:cubicBezTo>
                    <a:pt x="5777" y="5616"/>
                    <a:pt x="5765" y="5549"/>
                    <a:pt x="5767" y="5517"/>
                  </a:cubicBezTo>
                  <a:cubicBezTo>
                    <a:pt x="5769" y="5489"/>
                    <a:pt x="5799" y="5444"/>
                    <a:pt x="5801" y="5417"/>
                  </a:cubicBezTo>
                  <a:cubicBezTo>
                    <a:pt x="5803" y="5392"/>
                    <a:pt x="5787" y="5345"/>
                    <a:pt x="5786" y="5320"/>
                  </a:cubicBezTo>
                  <a:cubicBezTo>
                    <a:pt x="5786" y="5296"/>
                    <a:pt x="5790" y="5248"/>
                    <a:pt x="5797" y="5228"/>
                  </a:cubicBezTo>
                  <a:cubicBezTo>
                    <a:pt x="5806" y="5203"/>
                    <a:pt x="5844" y="5174"/>
                    <a:pt x="5852" y="5149"/>
                  </a:cubicBezTo>
                  <a:cubicBezTo>
                    <a:pt x="5863" y="5111"/>
                    <a:pt x="5856" y="5026"/>
                    <a:pt x="5852" y="4986"/>
                  </a:cubicBezTo>
                  <a:cubicBezTo>
                    <a:pt x="5848" y="4951"/>
                    <a:pt x="5829" y="4886"/>
                    <a:pt x="5822" y="4852"/>
                  </a:cubicBezTo>
                  <a:cubicBezTo>
                    <a:pt x="5817" y="4828"/>
                    <a:pt x="5817" y="4771"/>
                    <a:pt x="5803" y="4755"/>
                  </a:cubicBezTo>
                  <a:cubicBezTo>
                    <a:pt x="5783" y="4731"/>
                    <a:pt x="5717" y="4762"/>
                    <a:pt x="5696" y="4740"/>
                  </a:cubicBezTo>
                  <a:cubicBezTo>
                    <a:pt x="5685" y="4727"/>
                    <a:pt x="5682" y="4683"/>
                    <a:pt x="5676" y="4666"/>
                  </a:cubicBezTo>
                  <a:cubicBezTo>
                    <a:pt x="5666" y="4639"/>
                    <a:pt x="5642" y="4588"/>
                    <a:pt x="5628" y="4563"/>
                  </a:cubicBezTo>
                  <a:cubicBezTo>
                    <a:pt x="5615" y="4538"/>
                    <a:pt x="5583" y="4495"/>
                    <a:pt x="5569" y="4471"/>
                  </a:cubicBezTo>
                  <a:cubicBezTo>
                    <a:pt x="5550" y="4440"/>
                    <a:pt x="5507" y="4380"/>
                    <a:pt x="5495" y="4343"/>
                  </a:cubicBezTo>
                  <a:cubicBezTo>
                    <a:pt x="5483" y="4304"/>
                    <a:pt x="5467" y="4216"/>
                    <a:pt x="5477" y="4177"/>
                  </a:cubicBezTo>
                  <a:cubicBezTo>
                    <a:pt x="5489" y="4127"/>
                    <a:pt x="5562" y="4070"/>
                    <a:pt x="5589" y="4032"/>
                  </a:cubicBezTo>
                  <a:cubicBezTo>
                    <a:pt x="5613" y="3999"/>
                    <a:pt x="5658" y="3925"/>
                    <a:pt x="5683" y="3893"/>
                  </a:cubicBezTo>
                  <a:cubicBezTo>
                    <a:pt x="5717" y="3850"/>
                    <a:pt x="5796" y="3780"/>
                    <a:pt x="5831" y="3738"/>
                  </a:cubicBezTo>
                  <a:cubicBezTo>
                    <a:pt x="5848" y="3718"/>
                    <a:pt x="5882" y="3675"/>
                    <a:pt x="5897" y="3651"/>
                  </a:cubicBezTo>
                  <a:cubicBezTo>
                    <a:pt x="5911" y="3630"/>
                    <a:pt x="5941" y="3588"/>
                    <a:pt x="5949" y="3562"/>
                  </a:cubicBezTo>
                  <a:cubicBezTo>
                    <a:pt x="5960" y="3530"/>
                    <a:pt x="5967" y="3458"/>
                    <a:pt x="5970" y="3423"/>
                  </a:cubicBezTo>
                  <a:cubicBezTo>
                    <a:pt x="5973" y="3387"/>
                    <a:pt x="5974" y="3315"/>
                    <a:pt x="5976" y="3278"/>
                  </a:cubicBezTo>
                  <a:cubicBezTo>
                    <a:pt x="5977" y="3251"/>
                    <a:pt x="5975" y="3195"/>
                    <a:pt x="5983" y="3171"/>
                  </a:cubicBezTo>
                  <a:cubicBezTo>
                    <a:pt x="5990" y="3148"/>
                    <a:pt x="6025" y="3120"/>
                    <a:pt x="6032" y="3097"/>
                  </a:cubicBezTo>
                  <a:cubicBezTo>
                    <a:pt x="6038" y="3077"/>
                    <a:pt x="6046" y="3028"/>
                    <a:pt x="6036" y="3013"/>
                  </a:cubicBezTo>
                  <a:cubicBezTo>
                    <a:pt x="6025" y="2997"/>
                    <a:pt x="5987" y="3002"/>
                    <a:pt x="5974" y="3013"/>
                  </a:cubicBezTo>
                  <a:cubicBezTo>
                    <a:pt x="5964" y="3021"/>
                    <a:pt x="5961" y="3058"/>
                    <a:pt x="5951" y="3066"/>
                  </a:cubicBezTo>
                  <a:cubicBezTo>
                    <a:pt x="5937" y="3076"/>
                    <a:pt x="5899" y="3079"/>
                    <a:pt x="5887" y="3063"/>
                  </a:cubicBezTo>
                  <a:cubicBezTo>
                    <a:pt x="5876" y="3047"/>
                    <a:pt x="5881" y="2995"/>
                    <a:pt x="5886" y="2974"/>
                  </a:cubicBezTo>
                  <a:cubicBezTo>
                    <a:pt x="5893" y="2944"/>
                    <a:pt x="5923" y="2896"/>
                    <a:pt x="5940" y="2877"/>
                  </a:cubicBezTo>
                  <a:cubicBezTo>
                    <a:pt x="5952" y="2862"/>
                    <a:pt x="5981" y="2841"/>
                    <a:pt x="5996" y="2837"/>
                  </a:cubicBezTo>
                  <a:cubicBezTo>
                    <a:pt x="6022" y="2830"/>
                    <a:pt x="6073" y="2848"/>
                    <a:pt x="6099" y="2848"/>
                  </a:cubicBezTo>
                  <a:cubicBezTo>
                    <a:pt x="6121" y="2847"/>
                    <a:pt x="6163" y="2831"/>
                    <a:pt x="6184" y="2837"/>
                  </a:cubicBezTo>
                  <a:cubicBezTo>
                    <a:pt x="6200" y="2842"/>
                    <a:pt x="6229" y="2868"/>
                    <a:pt x="6243" y="2881"/>
                  </a:cubicBezTo>
                  <a:cubicBezTo>
                    <a:pt x="6257" y="2894"/>
                    <a:pt x="6283" y="2922"/>
                    <a:pt x="6295" y="2938"/>
                  </a:cubicBezTo>
                  <a:cubicBezTo>
                    <a:pt x="6307" y="2954"/>
                    <a:pt x="6331" y="2987"/>
                    <a:pt x="6339" y="3007"/>
                  </a:cubicBezTo>
                  <a:cubicBezTo>
                    <a:pt x="6350" y="3041"/>
                    <a:pt x="6345" y="3122"/>
                    <a:pt x="6358" y="3155"/>
                  </a:cubicBezTo>
                  <a:cubicBezTo>
                    <a:pt x="6367" y="3176"/>
                    <a:pt x="6396" y="3209"/>
                    <a:pt x="6412" y="3220"/>
                  </a:cubicBezTo>
                  <a:cubicBezTo>
                    <a:pt x="6433" y="3235"/>
                    <a:pt x="6483" y="3269"/>
                    <a:pt x="6503" y="3251"/>
                  </a:cubicBezTo>
                  <a:cubicBezTo>
                    <a:pt x="6537" y="3222"/>
                    <a:pt x="6532" y="3090"/>
                    <a:pt x="6538" y="3034"/>
                  </a:cubicBezTo>
                  <a:cubicBezTo>
                    <a:pt x="6542" y="3000"/>
                    <a:pt x="6549" y="2929"/>
                    <a:pt x="6548" y="2895"/>
                  </a:cubicBezTo>
                  <a:cubicBezTo>
                    <a:pt x="6547" y="2850"/>
                    <a:pt x="6543" y="2758"/>
                    <a:pt x="6527" y="2719"/>
                  </a:cubicBezTo>
                  <a:cubicBezTo>
                    <a:pt x="6517" y="2695"/>
                    <a:pt x="6472" y="2673"/>
                    <a:pt x="6468" y="2647"/>
                  </a:cubicBezTo>
                  <a:cubicBezTo>
                    <a:pt x="6465" y="2625"/>
                    <a:pt x="6482" y="2577"/>
                    <a:pt x="6496" y="2569"/>
                  </a:cubicBezTo>
                  <a:cubicBezTo>
                    <a:pt x="6518" y="2558"/>
                    <a:pt x="6567" y="2595"/>
                    <a:pt x="6585" y="2617"/>
                  </a:cubicBezTo>
                  <a:cubicBezTo>
                    <a:pt x="6599" y="2634"/>
                    <a:pt x="6602" y="2699"/>
                    <a:pt x="6618" y="2708"/>
                  </a:cubicBezTo>
                  <a:cubicBezTo>
                    <a:pt x="6644" y="2720"/>
                    <a:pt x="6698" y="2669"/>
                    <a:pt x="6718" y="2644"/>
                  </a:cubicBezTo>
                  <a:cubicBezTo>
                    <a:pt x="6736" y="2624"/>
                    <a:pt x="6767" y="2570"/>
                    <a:pt x="6771" y="2538"/>
                  </a:cubicBezTo>
                  <a:cubicBezTo>
                    <a:pt x="6775" y="2496"/>
                    <a:pt x="6750" y="2411"/>
                    <a:pt x="6737" y="2373"/>
                  </a:cubicBezTo>
                  <a:cubicBezTo>
                    <a:pt x="6717" y="2315"/>
                    <a:pt x="6647" y="2224"/>
                    <a:pt x="6631" y="2163"/>
                  </a:cubicBezTo>
                  <a:cubicBezTo>
                    <a:pt x="6617" y="2113"/>
                    <a:pt x="6607" y="2002"/>
                    <a:pt x="6613" y="1949"/>
                  </a:cubicBezTo>
                  <a:cubicBezTo>
                    <a:pt x="6617" y="1915"/>
                    <a:pt x="6641" y="1855"/>
                    <a:pt x="6654" y="1827"/>
                  </a:cubicBezTo>
                  <a:cubicBezTo>
                    <a:pt x="6665" y="1802"/>
                    <a:pt x="6700" y="1765"/>
                    <a:pt x="6709" y="1738"/>
                  </a:cubicBezTo>
                  <a:cubicBezTo>
                    <a:pt x="6716" y="1716"/>
                    <a:pt x="6724" y="1665"/>
                    <a:pt x="6720" y="1642"/>
                  </a:cubicBezTo>
                  <a:cubicBezTo>
                    <a:pt x="6715" y="1609"/>
                    <a:pt x="6685" y="1554"/>
                    <a:pt x="6666" y="1533"/>
                  </a:cubicBezTo>
                  <a:cubicBezTo>
                    <a:pt x="6647" y="1511"/>
                    <a:pt x="6599" y="1483"/>
                    <a:pt x="6573" y="1480"/>
                  </a:cubicBezTo>
                  <a:cubicBezTo>
                    <a:pt x="6548" y="1477"/>
                    <a:pt x="6497" y="1492"/>
                    <a:pt x="6474" y="1508"/>
                  </a:cubicBezTo>
                  <a:cubicBezTo>
                    <a:pt x="6450" y="1524"/>
                    <a:pt x="6411" y="1575"/>
                    <a:pt x="6396" y="1604"/>
                  </a:cubicBezTo>
                  <a:cubicBezTo>
                    <a:pt x="6385" y="1628"/>
                    <a:pt x="6369" y="1682"/>
                    <a:pt x="6367" y="1711"/>
                  </a:cubicBezTo>
                  <a:cubicBezTo>
                    <a:pt x="6365" y="1734"/>
                    <a:pt x="6383" y="1782"/>
                    <a:pt x="6378" y="1805"/>
                  </a:cubicBezTo>
                  <a:cubicBezTo>
                    <a:pt x="6374" y="1825"/>
                    <a:pt x="6343" y="1848"/>
                    <a:pt x="6340" y="1868"/>
                  </a:cubicBezTo>
                  <a:cubicBezTo>
                    <a:pt x="6336" y="1894"/>
                    <a:pt x="6367" y="1944"/>
                    <a:pt x="6361" y="1968"/>
                  </a:cubicBezTo>
                  <a:cubicBezTo>
                    <a:pt x="6354" y="2000"/>
                    <a:pt x="6309" y="2051"/>
                    <a:pt x="6285" y="2047"/>
                  </a:cubicBezTo>
                  <a:cubicBezTo>
                    <a:pt x="6262" y="2044"/>
                    <a:pt x="6236" y="1977"/>
                    <a:pt x="6225" y="1949"/>
                  </a:cubicBezTo>
                  <a:cubicBezTo>
                    <a:pt x="6214" y="1922"/>
                    <a:pt x="6203" y="1862"/>
                    <a:pt x="6198" y="1832"/>
                  </a:cubicBezTo>
                  <a:cubicBezTo>
                    <a:pt x="6192" y="1803"/>
                    <a:pt x="6190" y="1740"/>
                    <a:pt x="6181" y="1712"/>
                  </a:cubicBezTo>
                  <a:cubicBezTo>
                    <a:pt x="6174" y="1691"/>
                    <a:pt x="6150" y="1658"/>
                    <a:pt x="6142" y="1638"/>
                  </a:cubicBezTo>
                  <a:cubicBezTo>
                    <a:pt x="6129" y="1608"/>
                    <a:pt x="6092" y="1544"/>
                    <a:pt x="6102" y="1513"/>
                  </a:cubicBezTo>
                  <a:cubicBezTo>
                    <a:pt x="6111" y="1486"/>
                    <a:pt x="6162" y="1474"/>
                    <a:pt x="6184" y="1476"/>
                  </a:cubicBezTo>
                  <a:cubicBezTo>
                    <a:pt x="6207" y="1478"/>
                    <a:pt x="6247" y="1537"/>
                    <a:pt x="6270" y="1530"/>
                  </a:cubicBezTo>
                  <a:cubicBezTo>
                    <a:pt x="6282" y="1526"/>
                    <a:pt x="6294" y="1489"/>
                    <a:pt x="6302" y="1476"/>
                  </a:cubicBezTo>
                  <a:cubicBezTo>
                    <a:pt x="6315" y="1457"/>
                    <a:pt x="6347" y="1425"/>
                    <a:pt x="6354" y="1401"/>
                  </a:cubicBezTo>
                  <a:cubicBezTo>
                    <a:pt x="6359" y="1384"/>
                    <a:pt x="6362" y="1344"/>
                    <a:pt x="6357" y="1326"/>
                  </a:cubicBezTo>
                  <a:cubicBezTo>
                    <a:pt x="6350" y="1303"/>
                    <a:pt x="6323" y="1262"/>
                    <a:pt x="6306" y="1253"/>
                  </a:cubicBezTo>
                  <a:cubicBezTo>
                    <a:pt x="6291" y="1245"/>
                    <a:pt x="6256" y="1267"/>
                    <a:pt x="6240" y="1259"/>
                  </a:cubicBezTo>
                  <a:cubicBezTo>
                    <a:pt x="6224" y="1252"/>
                    <a:pt x="6190" y="1222"/>
                    <a:pt x="6186" y="1198"/>
                  </a:cubicBezTo>
                  <a:cubicBezTo>
                    <a:pt x="6181" y="1161"/>
                    <a:pt x="6229" y="1101"/>
                    <a:pt x="6235" y="1064"/>
                  </a:cubicBezTo>
                  <a:cubicBezTo>
                    <a:pt x="6239" y="1034"/>
                    <a:pt x="6236" y="972"/>
                    <a:pt x="6233" y="942"/>
                  </a:cubicBezTo>
                  <a:cubicBezTo>
                    <a:pt x="6231" y="922"/>
                    <a:pt x="6227" y="882"/>
                    <a:pt x="6220" y="865"/>
                  </a:cubicBezTo>
                  <a:cubicBezTo>
                    <a:pt x="6211" y="843"/>
                    <a:pt x="6179" y="813"/>
                    <a:pt x="6167" y="794"/>
                  </a:cubicBezTo>
                  <a:cubicBezTo>
                    <a:pt x="6156" y="777"/>
                    <a:pt x="6133" y="739"/>
                    <a:pt x="6126" y="717"/>
                  </a:cubicBezTo>
                  <a:cubicBezTo>
                    <a:pt x="6116" y="684"/>
                    <a:pt x="6096" y="604"/>
                    <a:pt x="6112" y="578"/>
                  </a:cubicBezTo>
                  <a:cubicBezTo>
                    <a:pt x="6125" y="558"/>
                    <a:pt x="6171" y="592"/>
                    <a:pt x="6186" y="578"/>
                  </a:cubicBezTo>
                  <a:cubicBezTo>
                    <a:pt x="6211" y="556"/>
                    <a:pt x="6229" y="471"/>
                    <a:pt x="6233" y="432"/>
                  </a:cubicBezTo>
                  <a:cubicBezTo>
                    <a:pt x="6236" y="402"/>
                    <a:pt x="6237" y="330"/>
                    <a:pt x="6219" y="313"/>
                  </a:cubicBezTo>
                  <a:cubicBezTo>
                    <a:pt x="6193" y="290"/>
                    <a:pt x="6128" y="367"/>
                    <a:pt x="6098" y="357"/>
                  </a:cubicBezTo>
                  <a:cubicBezTo>
                    <a:pt x="6083" y="352"/>
                    <a:pt x="6058" y="320"/>
                    <a:pt x="6053" y="300"/>
                  </a:cubicBezTo>
                  <a:cubicBezTo>
                    <a:pt x="6047" y="273"/>
                    <a:pt x="6057" y="212"/>
                    <a:pt x="6069" y="189"/>
                  </a:cubicBezTo>
                  <a:cubicBezTo>
                    <a:pt x="6082" y="163"/>
                    <a:pt x="6128" y="142"/>
                    <a:pt x="6149" y="128"/>
                  </a:cubicBezTo>
                  <a:cubicBezTo>
                    <a:pt x="6164" y="118"/>
                    <a:pt x="6198" y="104"/>
                    <a:pt x="6211" y="89"/>
                  </a:cubicBezTo>
                  <a:cubicBezTo>
                    <a:pt x="6224" y="73"/>
                    <a:pt x="6235" y="18"/>
                    <a:pt x="6250" y="6"/>
                  </a:cubicBezTo>
                  <a:cubicBezTo>
                    <a:pt x="6263" y="-4"/>
                    <a:pt x="6308" y="2"/>
                    <a:pt x="6308" y="2"/>
                  </a:cubicBezTo>
                  <a:lnTo>
                    <a:pt x="13634" y="2427"/>
                  </a:lnTo>
                  <a:cubicBezTo>
                    <a:pt x="13634" y="2427"/>
                    <a:pt x="21597" y="4567"/>
                    <a:pt x="21597" y="456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13" name="Shape 4795"/>
            <p:cNvSpPr/>
            <p:nvPr/>
          </p:nvSpPr>
          <p:spPr>
            <a:xfrm>
              <a:off x="460234" y="46023"/>
              <a:ext cx="1363451" cy="973429"/>
            </a:xfrm>
            <a:custGeom>
              <a:avLst/>
              <a:gdLst/>
              <a:ahLst/>
              <a:cxnLst>
                <a:cxn ang="0">
                  <a:pos x="wd2" y="hd2"/>
                </a:cxn>
                <a:cxn ang="5400000">
                  <a:pos x="wd2" y="hd2"/>
                </a:cxn>
                <a:cxn ang="10800000">
                  <a:pos x="wd2" y="hd2"/>
                </a:cxn>
                <a:cxn ang="16200000">
                  <a:pos x="wd2" y="hd2"/>
                </a:cxn>
              </a:cxnLst>
              <a:rect l="0" t="0" r="r" b="b"/>
              <a:pathLst>
                <a:path w="21597" h="21596" extrusionOk="0">
                  <a:moveTo>
                    <a:pt x="21597" y="4567"/>
                  </a:moveTo>
                  <a:lnTo>
                    <a:pt x="19698" y="19175"/>
                  </a:lnTo>
                  <a:cubicBezTo>
                    <a:pt x="19698" y="19175"/>
                    <a:pt x="19656" y="19291"/>
                    <a:pt x="19647" y="19333"/>
                  </a:cubicBezTo>
                  <a:cubicBezTo>
                    <a:pt x="19639" y="19371"/>
                    <a:pt x="19620" y="19452"/>
                    <a:pt x="19628" y="19490"/>
                  </a:cubicBezTo>
                  <a:cubicBezTo>
                    <a:pt x="19632" y="19512"/>
                    <a:pt x="19666" y="19536"/>
                    <a:pt x="19673" y="19557"/>
                  </a:cubicBezTo>
                  <a:cubicBezTo>
                    <a:pt x="19682" y="19589"/>
                    <a:pt x="19667" y="19663"/>
                    <a:pt x="19676" y="19695"/>
                  </a:cubicBezTo>
                  <a:cubicBezTo>
                    <a:pt x="19689" y="19747"/>
                    <a:pt x="19764" y="19815"/>
                    <a:pt x="19774" y="19868"/>
                  </a:cubicBezTo>
                  <a:cubicBezTo>
                    <a:pt x="19781" y="19902"/>
                    <a:pt x="19755" y="19972"/>
                    <a:pt x="19760" y="20006"/>
                  </a:cubicBezTo>
                  <a:cubicBezTo>
                    <a:pt x="19767" y="20058"/>
                    <a:pt x="19832" y="20139"/>
                    <a:pt x="19833" y="20191"/>
                  </a:cubicBezTo>
                  <a:cubicBezTo>
                    <a:pt x="19834" y="20243"/>
                    <a:pt x="19762" y="20322"/>
                    <a:pt x="19766" y="20373"/>
                  </a:cubicBezTo>
                  <a:cubicBezTo>
                    <a:pt x="19769" y="20417"/>
                    <a:pt x="19837" y="20468"/>
                    <a:pt x="19847" y="20511"/>
                  </a:cubicBezTo>
                  <a:cubicBezTo>
                    <a:pt x="19855" y="20543"/>
                    <a:pt x="19851" y="20617"/>
                    <a:pt x="19842" y="20648"/>
                  </a:cubicBezTo>
                  <a:cubicBezTo>
                    <a:pt x="19829" y="20690"/>
                    <a:pt x="19772" y="20744"/>
                    <a:pt x="19754" y="20783"/>
                  </a:cubicBezTo>
                  <a:cubicBezTo>
                    <a:pt x="19743" y="20807"/>
                    <a:pt x="19737" y="20868"/>
                    <a:pt x="19723" y="20889"/>
                  </a:cubicBezTo>
                  <a:cubicBezTo>
                    <a:pt x="19708" y="20913"/>
                    <a:pt x="19655" y="20922"/>
                    <a:pt x="19642" y="20948"/>
                  </a:cubicBezTo>
                  <a:cubicBezTo>
                    <a:pt x="19627" y="20979"/>
                    <a:pt x="19620" y="21062"/>
                    <a:pt x="19628" y="21098"/>
                  </a:cubicBezTo>
                  <a:cubicBezTo>
                    <a:pt x="19637" y="21143"/>
                    <a:pt x="19726" y="21213"/>
                    <a:pt x="19738" y="21257"/>
                  </a:cubicBezTo>
                  <a:cubicBezTo>
                    <a:pt x="19783" y="21416"/>
                    <a:pt x="19690" y="21430"/>
                    <a:pt x="19742" y="21596"/>
                  </a:cubicBezTo>
                  <a:cubicBezTo>
                    <a:pt x="19731" y="21577"/>
                    <a:pt x="19682" y="21543"/>
                    <a:pt x="19682" y="21543"/>
                  </a:cubicBezTo>
                  <a:lnTo>
                    <a:pt x="13946" y="19977"/>
                  </a:lnTo>
                  <a:cubicBezTo>
                    <a:pt x="13946" y="19977"/>
                    <a:pt x="13835" y="20075"/>
                    <a:pt x="13796" y="20103"/>
                  </a:cubicBezTo>
                  <a:cubicBezTo>
                    <a:pt x="13759" y="20131"/>
                    <a:pt x="13683" y="20182"/>
                    <a:pt x="13642" y="20198"/>
                  </a:cubicBezTo>
                  <a:cubicBezTo>
                    <a:pt x="13608" y="20212"/>
                    <a:pt x="13535" y="20221"/>
                    <a:pt x="13500" y="20225"/>
                  </a:cubicBezTo>
                  <a:cubicBezTo>
                    <a:pt x="13446" y="20229"/>
                    <a:pt x="13336" y="20247"/>
                    <a:pt x="13286" y="20225"/>
                  </a:cubicBezTo>
                  <a:cubicBezTo>
                    <a:pt x="13251" y="20208"/>
                    <a:pt x="13199" y="20125"/>
                    <a:pt x="13166" y="20103"/>
                  </a:cubicBezTo>
                  <a:cubicBezTo>
                    <a:pt x="13135" y="20084"/>
                    <a:pt x="13068" y="20063"/>
                    <a:pt x="13034" y="20062"/>
                  </a:cubicBezTo>
                  <a:cubicBezTo>
                    <a:pt x="12991" y="20060"/>
                    <a:pt x="12905" y="20091"/>
                    <a:pt x="12862" y="20098"/>
                  </a:cubicBezTo>
                  <a:cubicBezTo>
                    <a:pt x="12823" y="20105"/>
                    <a:pt x="12746" y="20125"/>
                    <a:pt x="12708" y="20119"/>
                  </a:cubicBezTo>
                  <a:cubicBezTo>
                    <a:pt x="12683" y="20115"/>
                    <a:pt x="12636" y="20079"/>
                    <a:pt x="12610" y="20077"/>
                  </a:cubicBezTo>
                  <a:cubicBezTo>
                    <a:pt x="12577" y="20074"/>
                    <a:pt x="12512" y="20115"/>
                    <a:pt x="12479" y="20114"/>
                  </a:cubicBezTo>
                  <a:cubicBezTo>
                    <a:pt x="12454" y="20113"/>
                    <a:pt x="12404" y="20094"/>
                    <a:pt x="12382" y="20077"/>
                  </a:cubicBezTo>
                  <a:cubicBezTo>
                    <a:pt x="12348" y="20051"/>
                    <a:pt x="12304" y="19952"/>
                    <a:pt x="12269" y="19930"/>
                  </a:cubicBezTo>
                  <a:cubicBezTo>
                    <a:pt x="12237" y="19910"/>
                    <a:pt x="12164" y="19902"/>
                    <a:pt x="12130" y="19914"/>
                  </a:cubicBezTo>
                  <a:cubicBezTo>
                    <a:pt x="12105" y="19924"/>
                    <a:pt x="12064" y="19974"/>
                    <a:pt x="12044" y="19998"/>
                  </a:cubicBezTo>
                  <a:cubicBezTo>
                    <a:pt x="12017" y="20032"/>
                    <a:pt x="11980" y="20123"/>
                    <a:pt x="11950" y="20151"/>
                  </a:cubicBezTo>
                  <a:cubicBezTo>
                    <a:pt x="11927" y="20172"/>
                    <a:pt x="11872" y="20188"/>
                    <a:pt x="11845" y="20198"/>
                  </a:cubicBezTo>
                  <a:cubicBezTo>
                    <a:pt x="11794" y="20216"/>
                    <a:pt x="11691" y="20261"/>
                    <a:pt x="11639" y="20256"/>
                  </a:cubicBezTo>
                  <a:cubicBezTo>
                    <a:pt x="11586" y="20251"/>
                    <a:pt x="11489" y="20171"/>
                    <a:pt x="11436" y="20161"/>
                  </a:cubicBezTo>
                  <a:cubicBezTo>
                    <a:pt x="11351" y="20145"/>
                    <a:pt x="11179" y="20169"/>
                    <a:pt x="11095" y="20188"/>
                  </a:cubicBezTo>
                  <a:cubicBezTo>
                    <a:pt x="11030" y="20201"/>
                    <a:pt x="10904" y="20260"/>
                    <a:pt x="10839" y="20277"/>
                  </a:cubicBezTo>
                  <a:cubicBezTo>
                    <a:pt x="10796" y="20289"/>
                    <a:pt x="10708" y="20305"/>
                    <a:pt x="10663" y="20308"/>
                  </a:cubicBezTo>
                  <a:cubicBezTo>
                    <a:pt x="10618" y="20312"/>
                    <a:pt x="10528" y="20296"/>
                    <a:pt x="10483" y="20303"/>
                  </a:cubicBezTo>
                  <a:cubicBezTo>
                    <a:pt x="10458" y="20308"/>
                    <a:pt x="10407" y="20321"/>
                    <a:pt x="10386" y="20340"/>
                  </a:cubicBezTo>
                  <a:cubicBezTo>
                    <a:pt x="10364" y="20359"/>
                    <a:pt x="10340" y="20431"/>
                    <a:pt x="10318" y="20450"/>
                  </a:cubicBezTo>
                  <a:cubicBezTo>
                    <a:pt x="10289" y="20477"/>
                    <a:pt x="10221" y="20510"/>
                    <a:pt x="10187" y="20508"/>
                  </a:cubicBezTo>
                  <a:cubicBezTo>
                    <a:pt x="10156" y="20506"/>
                    <a:pt x="10102" y="20447"/>
                    <a:pt x="10071" y="20445"/>
                  </a:cubicBezTo>
                  <a:cubicBezTo>
                    <a:pt x="10017" y="20441"/>
                    <a:pt x="9917" y="20515"/>
                    <a:pt x="9864" y="20524"/>
                  </a:cubicBezTo>
                  <a:cubicBezTo>
                    <a:pt x="9777" y="20537"/>
                    <a:pt x="9594" y="20540"/>
                    <a:pt x="9511" y="20498"/>
                  </a:cubicBezTo>
                  <a:cubicBezTo>
                    <a:pt x="9469" y="20476"/>
                    <a:pt x="9397" y="20393"/>
                    <a:pt x="9369" y="20345"/>
                  </a:cubicBezTo>
                  <a:cubicBezTo>
                    <a:pt x="9341" y="20298"/>
                    <a:pt x="9321" y="20169"/>
                    <a:pt x="9290" y="20124"/>
                  </a:cubicBezTo>
                  <a:cubicBezTo>
                    <a:pt x="9264" y="20086"/>
                    <a:pt x="9193" y="20035"/>
                    <a:pt x="9155" y="20024"/>
                  </a:cubicBezTo>
                  <a:cubicBezTo>
                    <a:pt x="9113" y="20014"/>
                    <a:pt x="9025" y="20028"/>
                    <a:pt x="8986" y="20051"/>
                  </a:cubicBezTo>
                  <a:cubicBezTo>
                    <a:pt x="8952" y="20071"/>
                    <a:pt x="8904" y="20160"/>
                    <a:pt x="8870" y="20182"/>
                  </a:cubicBezTo>
                  <a:cubicBezTo>
                    <a:pt x="8827" y="20210"/>
                    <a:pt x="8733" y="20230"/>
                    <a:pt x="8686" y="20235"/>
                  </a:cubicBezTo>
                  <a:cubicBezTo>
                    <a:pt x="8640" y="20239"/>
                    <a:pt x="8548" y="20213"/>
                    <a:pt x="8502" y="20219"/>
                  </a:cubicBezTo>
                  <a:cubicBezTo>
                    <a:pt x="8462" y="20224"/>
                    <a:pt x="8381" y="20246"/>
                    <a:pt x="8345" y="20272"/>
                  </a:cubicBezTo>
                  <a:cubicBezTo>
                    <a:pt x="8319" y="20290"/>
                    <a:pt x="8283" y="20368"/>
                    <a:pt x="8255" y="20377"/>
                  </a:cubicBezTo>
                  <a:cubicBezTo>
                    <a:pt x="8232" y="20384"/>
                    <a:pt x="8184" y="20363"/>
                    <a:pt x="8165" y="20345"/>
                  </a:cubicBezTo>
                  <a:cubicBezTo>
                    <a:pt x="8146" y="20328"/>
                    <a:pt x="8131" y="20261"/>
                    <a:pt x="8112" y="20245"/>
                  </a:cubicBezTo>
                  <a:cubicBezTo>
                    <a:pt x="8074" y="20216"/>
                    <a:pt x="7981" y="20241"/>
                    <a:pt x="7939" y="20225"/>
                  </a:cubicBezTo>
                  <a:cubicBezTo>
                    <a:pt x="7903" y="20210"/>
                    <a:pt x="7812" y="20135"/>
                    <a:pt x="7801" y="20135"/>
                  </a:cubicBezTo>
                  <a:cubicBezTo>
                    <a:pt x="7789" y="20135"/>
                    <a:pt x="7705" y="20149"/>
                    <a:pt x="7681" y="20177"/>
                  </a:cubicBezTo>
                  <a:cubicBezTo>
                    <a:pt x="7652" y="20209"/>
                    <a:pt x="7644" y="20332"/>
                    <a:pt x="7613" y="20361"/>
                  </a:cubicBezTo>
                  <a:cubicBezTo>
                    <a:pt x="7586" y="20387"/>
                    <a:pt x="7514" y="20394"/>
                    <a:pt x="7482" y="20382"/>
                  </a:cubicBezTo>
                  <a:cubicBezTo>
                    <a:pt x="7454" y="20371"/>
                    <a:pt x="7399" y="20325"/>
                    <a:pt x="7388" y="20287"/>
                  </a:cubicBezTo>
                  <a:cubicBezTo>
                    <a:pt x="7375" y="20242"/>
                    <a:pt x="7414" y="20142"/>
                    <a:pt x="7411" y="20093"/>
                  </a:cubicBezTo>
                  <a:cubicBezTo>
                    <a:pt x="7408" y="20054"/>
                    <a:pt x="7391" y="19976"/>
                    <a:pt x="7373" y="19946"/>
                  </a:cubicBezTo>
                  <a:cubicBezTo>
                    <a:pt x="7345" y="19899"/>
                    <a:pt x="7258" y="19857"/>
                    <a:pt x="7223" y="19819"/>
                  </a:cubicBezTo>
                  <a:cubicBezTo>
                    <a:pt x="7188" y="19782"/>
                    <a:pt x="7135" y="19675"/>
                    <a:pt x="7096" y="19646"/>
                  </a:cubicBezTo>
                  <a:cubicBezTo>
                    <a:pt x="7071" y="19628"/>
                    <a:pt x="7014" y="19617"/>
                    <a:pt x="6987" y="19615"/>
                  </a:cubicBezTo>
                  <a:cubicBezTo>
                    <a:pt x="6956" y="19613"/>
                    <a:pt x="6894" y="19636"/>
                    <a:pt x="6863" y="19630"/>
                  </a:cubicBezTo>
                  <a:cubicBezTo>
                    <a:pt x="6828" y="19624"/>
                    <a:pt x="6761" y="19589"/>
                    <a:pt x="6731" y="19562"/>
                  </a:cubicBezTo>
                  <a:cubicBezTo>
                    <a:pt x="6697" y="19532"/>
                    <a:pt x="6648" y="19434"/>
                    <a:pt x="6615" y="19399"/>
                  </a:cubicBezTo>
                  <a:cubicBezTo>
                    <a:pt x="6591" y="19374"/>
                    <a:pt x="6537" y="19324"/>
                    <a:pt x="6506" y="19321"/>
                  </a:cubicBezTo>
                  <a:cubicBezTo>
                    <a:pt x="6471" y="19316"/>
                    <a:pt x="6407" y="19379"/>
                    <a:pt x="6371" y="19383"/>
                  </a:cubicBezTo>
                  <a:cubicBezTo>
                    <a:pt x="6337" y="19388"/>
                    <a:pt x="6270" y="19364"/>
                    <a:pt x="6236" y="19358"/>
                  </a:cubicBezTo>
                  <a:cubicBezTo>
                    <a:pt x="6202" y="19350"/>
                    <a:pt x="6133" y="19323"/>
                    <a:pt x="6098" y="19326"/>
                  </a:cubicBezTo>
                  <a:cubicBezTo>
                    <a:pt x="6068" y="19328"/>
                    <a:pt x="6011" y="19370"/>
                    <a:pt x="5981" y="19368"/>
                  </a:cubicBezTo>
                  <a:cubicBezTo>
                    <a:pt x="5943" y="19365"/>
                    <a:pt x="5869" y="19321"/>
                    <a:pt x="5835" y="19294"/>
                  </a:cubicBezTo>
                  <a:cubicBezTo>
                    <a:pt x="5807" y="19273"/>
                    <a:pt x="5764" y="19197"/>
                    <a:pt x="5733" y="19184"/>
                  </a:cubicBezTo>
                  <a:cubicBezTo>
                    <a:pt x="5704" y="19172"/>
                    <a:pt x="5639" y="19186"/>
                    <a:pt x="5610" y="19199"/>
                  </a:cubicBezTo>
                  <a:cubicBezTo>
                    <a:pt x="5577" y="19215"/>
                    <a:pt x="5516" y="19268"/>
                    <a:pt x="5490" y="19299"/>
                  </a:cubicBezTo>
                  <a:cubicBezTo>
                    <a:pt x="5464" y="19331"/>
                    <a:pt x="5434" y="19426"/>
                    <a:pt x="5403" y="19447"/>
                  </a:cubicBezTo>
                  <a:cubicBezTo>
                    <a:pt x="5372" y="19467"/>
                    <a:pt x="5298" y="19435"/>
                    <a:pt x="5265" y="19447"/>
                  </a:cubicBezTo>
                  <a:cubicBezTo>
                    <a:pt x="5242" y="19455"/>
                    <a:pt x="5205" y="19503"/>
                    <a:pt x="5182" y="19510"/>
                  </a:cubicBezTo>
                  <a:cubicBezTo>
                    <a:pt x="5152" y="19519"/>
                    <a:pt x="5089" y="19487"/>
                    <a:pt x="5058" y="19494"/>
                  </a:cubicBezTo>
                  <a:cubicBezTo>
                    <a:pt x="5032" y="19500"/>
                    <a:pt x="4986" y="19541"/>
                    <a:pt x="4961" y="19552"/>
                  </a:cubicBezTo>
                  <a:cubicBezTo>
                    <a:pt x="4925" y="19566"/>
                    <a:pt x="4852" y="19591"/>
                    <a:pt x="4815" y="19588"/>
                  </a:cubicBezTo>
                  <a:cubicBezTo>
                    <a:pt x="4786" y="19587"/>
                    <a:pt x="4734" y="19550"/>
                    <a:pt x="4706" y="19547"/>
                  </a:cubicBezTo>
                  <a:cubicBezTo>
                    <a:pt x="4666" y="19541"/>
                    <a:pt x="4583" y="19547"/>
                    <a:pt x="4544" y="19562"/>
                  </a:cubicBezTo>
                  <a:cubicBezTo>
                    <a:pt x="4519" y="19572"/>
                    <a:pt x="4476" y="19620"/>
                    <a:pt x="4450" y="19630"/>
                  </a:cubicBezTo>
                  <a:cubicBezTo>
                    <a:pt x="4410" y="19648"/>
                    <a:pt x="4324" y="19656"/>
                    <a:pt x="4282" y="19657"/>
                  </a:cubicBezTo>
                  <a:cubicBezTo>
                    <a:pt x="4251" y="19657"/>
                    <a:pt x="4183" y="19667"/>
                    <a:pt x="4158" y="19642"/>
                  </a:cubicBezTo>
                  <a:cubicBezTo>
                    <a:pt x="4127" y="19609"/>
                    <a:pt x="4127" y="19481"/>
                    <a:pt x="4102" y="19441"/>
                  </a:cubicBezTo>
                  <a:cubicBezTo>
                    <a:pt x="4080" y="19408"/>
                    <a:pt x="4021" y="19364"/>
                    <a:pt x="3989" y="19358"/>
                  </a:cubicBezTo>
                  <a:cubicBezTo>
                    <a:pt x="3966" y="19353"/>
                    <a:pt x="3922" y="19385"/>
                    <a:pt x="3899" y="19383"/>
                  </a:cubicBezTo>
                  <a:cubicBezTo>
                    <a:pt x="3877" y="19382"/>
                    <a:pt x="3835" y="19362"/>
                    <a:pt x="3817" y="19347"/>
                  </a:cubicBezTo>
                  <a:cubicBezTo>
                    <a:pt x="3789" y="19324"/>
                    <a:pt x="3748" y="19253"/>
                    <a:pt x="3723" y="19226"/>
                  </a:cubicBezTo>
                  <a:cubicBezTo>
                    <a:pt x="3682" y="19183"/>
                    <a:pt x="3596" y="19104"/>
                    <a:pt x="3550" y="19074"/>
                  </a:cubicBezTo>
                  <a:cubicBezTo>
                    <a:pt x="3511" y="19047"/>
                    <a:pt x="3426" y="19016"/>
                    <a:pt x="3385" y="18995"/>
                  </a:cubicBezTo>
                  <a:cubicBezTo>
                    <a:pt x="3349" y="18976"/>
                    <a:pt x="3274" y="18941"/>
                    <a:pt x="3242" y="18911"/>
                  </a:cubicBezTo>
                  <a:cubicBezTo>
                    <a:pt x="3200" y="18871"/>
                    <a:pt x="3131" y="18762"/>
                    <a:pt x="3100" y="18706"/>
                  </a:cubicBezTo>
                  <a:cubicBezTo>
                    <a:pt x="3079" y="18668"/>
                    <a:pt x="3037" y="18589"/>
                    <a:pt x="3029" y="18543"/>
                  </a:cubicBezTo>
                  <a:cubicBezTo>
                    <a:pt x="3022" y="18500"/>
                    <a:pt x="3032" y="18412"/>
                    <a:pt x="3040" y="18370"/>
                  </a:cubicBezTo>
                  <a:cubicBezTo>
                    <a:pt x="3048" y="18326"/>
                    <a:pt x="3080" y="18248"/>
                    <a:pt x="3093" y="18207"/>
                  </a:cubicBezTo>
                  <a:cubicBezTo>
                    <a:pt x="3106" y="18162"/>
                    <a:pt x="3136" y="18075"/>
                    <a:pt x="3141" y="18028"/>
                  </a:cubicBezTo>
                  <a:cubicBezTo>
                    <a:pt x="3148" y="17976"/>
                    <a:pt x="3146" y="17869"/>
                    <a:pt x="3137" y="17818"/>
                  </a:cubicBezTo>
                  <a:cubicBezTo>
                    <a:pt x="3130" y="17771"/>
                    <a:pt x="3084" y="17692"/>
                    <a:pt x="3081" y="17644"/>
                  </a:cubicBezTo>
                  <a:cubicBezTo>
                    <a:pt x="3080" y="17612"/>
                    <a:pt x="3099" y="17552"/>
                    <a:pt x="3107" y="17524"/>
                  </a:cubicBezTo>
                  <a:cubicBezTo>
                    <a:pt x="3117" y="17492"/>
                    <a:pt x="3150" y="17436"/>
                    <a:pt x="3156" y="17402"/>
                  </a:cubicBezTo>
                  <a:cubicBezTo>
                    <a:pt x="3164" y="17360"/>
                    <a:pt x="3151" y="17268"/>
                    <a:pt x="3156" y="17224"/>
                  </a:cubicBezTo>
                  <a:cubicBezTo>
                    <a:pt x="3162" y="17177"/>
                    <a:pt x="3195" y="17092"/>
                    <a:pt x="3201" y="17045"/>
                  </a:cubicBezTo>
                  <a:cubicBezTo>
                    <a:pt x="3208" y="16998"/>
                    <a:pt x="3213" y="16898"/>
                    <a:pt x="3205" y="16851"/>
                  </a:cubicBezTo>
                  <a:cubicBezTo>
                    <a:pt x="3199" y="16814"/>
                    <a:pt x="3167" y="16754"/>
                    <a:pt x="3156" y="16720"/>
                  </a:cubicBezTo>
                  <a:cubicBezTo>
                    <a:pt x="3136" y="16651"/>
                    <a:pt x="3096" y="16510"/>
                    <a:pt x="3089" y="16436"/>
                  </a:cubicBezTo>
                  <a:cubicBezTo>
                    <a:pt x="3082" y="16371"/>
                    <a:pt x="3107" y="16237"/>
                    <a:pt x="3096" y="16173"/>
                  </a:cubicBezTo>
                  <a:cubicBezTo>
                    <a:pt x="3089" y="16132"/>
                    <a:pt x="3056" y="16058"/>
                    <a:pt x="3036" y="16026"/>
                  </a:cubicBezTo>
                  <a:cubicBezTo>
                    <a:pt x="3009" y="15981"/>
                    <a:pt x="2934" y="15921"/>
                    <a:pt x="2905" y="15879"/>
                  </a:cubicBezTo>
                  <a:cubicBezTo>
                    <a:pt x="2867" y="15822"/>
                    <a:pt x="2809" y="15686"/>
                    <a:pt x="2774" y="15627"/>
                  </a:cubicBezTo>
                  <a:cubicBezTo>
                    <a:pt x="2733" y="15559"/>
                    <a:pt x="2647" y="15429"/>
                    <a:pt x="2601" y="15369"/>
                  </a:cubicBezTo>
                  <a:cubicBezTo>
                    <a:pt x="2575" y="15335"/>
                    <a:pt x="2525" y="15260"/>
                    <a:pt x="2492" y="15243"/>
                  </a:cubicBezTo>
                  <a:cubicBezTo>
                    <a:pt x="2458" y="15225"/>
                    <a:pt x="2382" y="15235"/>
                    <a:pt x="2346" y="15238"/>
                  </a:cubicBezTo>
                  <a:cubicBezTo>
                    <a:pt x="2307" y="15240"/>
                    <a:pt x="2229" y="15246"/>
                    <a:pt x="2192" y="15264"/>
                  </a:cubicBezTo>
                  <a:cubicBezTo>
                    <a:pt x="2157" y="15281"/>
                    <a:pt x="2101" y="15366"/>
                    <a:pt x="2064" y="15369"/>
                  </a:cubicBezTo>
                  <a:cubicBezTo>
                    <a:pt x="2030" y="15372"/>
                    <a:pt x="1971" y="15303"/>
                    <a:pt x="1937" y="15290"/>
                  </a:cubicBezTo>
                  <a:cubicBezTo>
                    <a:pt x="1912" y="15281"/>
                    <a:pt x="1855" y="15293"/>
                    <a:pt x="1832" y="15275"/>
                  </a:cubicBezTo>
                  <a:cubicBezTo>
                    <a:pt x="1804" y="15253"/>
                    <a:pt x="1772" y="15172"/>
                    <a:pt x="1753" y="15138"/>
                  </a:cubicBezTo>
                  <a:cubicBezTo>
                    <a:pt x="1738" y="15110"/>
                    <a:pt x="1698" y="15061"/>
                    <a:pt x="1693" y="15027"/>
                  </a:cubicBezTo>
                  <a:cubicBezTo>
                    <a:pt x="1687" y="14983"/>
                    <a:pt x="1721" y="14899"/>
                    <a:pt x="1727" y="14854"/>
                  </a:cubicBezTo>
                  <a:cubicBezTo>
                    <a:pt x="1733" y="14808"/>
                    <a:pt x="1748" y="14714"/>
                    <a:pt x="1738" y="14670"/>
                  </a:cubicBezTo>
                  <a:cubicBezTo>
                    <a:pt x="1726" y="14615"/>
                    <a:pt x="1670" y="14517"/>
                    <a:pt x="1633" y="14491"/>
                  </a:cubicBezTo>
                  <a:cubicBezTo>
                    <a:pt x="1610" y="14476"/>
                    <a:pt x="1557" y="14486"/>
                    <a:pt x="1532" y="14487"/>
                  </a:cubicBezTo>
                  <a:cubicBezTo>
                    <a:pt x="1509" y="14487"/>
                    <a:pt x="1462" y="14476"/>
                    <a:pt x="1423" y="14474"/>
                  </a:cubicBezTo>
                  <a:cubicBezTo>
                    <a:pt x="1397" y="14434"/>
                    <a:pt x="1318" y="14418"/>
                    <a:pt x="1284" y="14405"/>
                  </a:cubicBezTo>
                  <a:cubicBezTo>
                    <a:pt x="1254" y="14393"/>
                    <a:pt x="1191" y="14384"/>
                    <a:pt x="1160" y="14378"/>
                  </a:cubicBezTo>
                  <a:cubicBezTo>
                    <a:pt x="1144" y="14376"/>
                    <a:pt x="1103" y="14390"/>
                    <a:pt x="1093" y="14370"/>
                  </a:cubicBezTo>
                  <a:cubicBezTo>
                    <a:pt x="1079" y="14346"/>
                    <a:pt x="1106" y="14278"/>
                    <a:pt x="1106" y="14247"/>
                  </a:cubicBezTo>
                  <a:cubicBezTo>
                    <a:pt x="1106" y="14206"/>
                    <a:pt x="1115" y="14108"/>
                    <a:pt x="1091" y="14085"/>
                  </a:cubicBezTo>
                  <a:cubicBezTo>
                    <a:pt x="1061" y="14054"/>
                    <a:pt x="979" y="14100"/>
                    <a:pt x="947" y="14124"/>
                  </a:cubicBezTo>
                  <a:cubicBezTo>
                    <a:pt x="932" y="14134"/>
                    <a:pt x="915" y="14177"/>
                    <a:pt x="900" y="14187"/>
                  </a:cubicBezTo>
                  <a:cubicBezTo>
                    <a:pt x="881" y="14199"/>
                    <a:pt x="833" y="14213"/>
                    <a:pt x="817" y="14195"/>
                  </a:cubicBezTo>
                  <a:cubicBezTo>
                    <a:pt x="803" y="14179"/>
                    <a:pt x="821" y="14112"/>
                    <a:pt x="808" y="14095"/>
                  </a:cubicBezTo>
                  <a:cubicBezTo>
                    <a:pt x="789" y="14071"/>
                    <a:pt x="730" y="14080"/>
                    <a:pt x="707" y="14095"/>
                  </a:cubicBezTo>
                  <a:cubicBezTo>
                    <a:pt x="674" y="14115"/>
                    <a:pt x="635" y="14210"/>
                    <a:pt x="611" y="14247"/>
                  </a:cubicBezTo>
                  <a:cubicBezTo>
                    <a:pt x="593" y="14275"/>
                    <a:pt x="564" y="14352"/>
                    <a:pt x="538" y="14355"/>
                  </a:cubicBezTo>
                  <a:cubicBezTo>
                    <a:pt x="515" y="14358"/>
                    <a:pt x="483" y="14295"/>
                    <a:pt x="465" y="14276"/>
                  </a:cubicBezTo>
                  <a:cubicBezTo>
                    <a:pt x="443" y="14253"/>
                    <a:pt x="399" y="14209"/>
                    <a:pt x="376" y="14187"/>
                  </a:cubicBezTo>
                  <a:cubicBezTo>
                    <a:pt x="360" y="14171"/>
                    <a:pt x="319" y="14148"/>
                    <a:pt x="309" y="14124"/>
                  </a:cubicBezTo>
                  <a:cubicBezTo>
                    <a:pt x="299" y="14101"/>
                    <a:pt x="302" y="14045"/>
                    <a:pt x="303" y="14018"/>
                  </a:cubicBezTo>
                  <a:cubicBezTo>
                    <a:pt x="304" y="13981"/>
                    <a:pt x="324" y="13905"/>
                    <a:pt x="318" y="13869"/>
                  </a:cubicBezTo>
                  <a:cubicBezTo>
                    <a:pt x="314" y="13840"/>
                    <a:pt x="286" y="13790"/>
                    <a:pt x="271" y="13769"/>
                  </a:cubicBezTo>
                  <a:cubicBezTo>
                    <a:pt x="261" y="13754"/>
                    <a:pt x="237" y="13725"/>
                    <a:pt x="223" y="13721"/>
                  </a:cubicBezTo>
                  <a:cubicBezTo>
                    <a:pt x="206" y="13718"/>
                    <a:pt x="170" y="13733"/>
                    <a:pt x="159" y="13750"/>
                  </a:cubicBezTo>
                  <a:cubicBezTo>
                    <a:pt x="141" y="13780"/>
                    <a:pt x="155" y="13868"/>
                    <a:pt x="140" y="13900"/>
                  </a:cubicBezTo>
                  <a:cubicBezTo>
                    <a:pt x="130" y="13923"/>
                    <a:pt x="97" y="13962"/>
                    <a:pt x="78" y="13958"/>
                  </a:cubicBezTo>
                  <a:cubicBezTo>
                    <a:pt x="52" y="13954"/>
                    <a:pt x="20" y="13882"/>
                    <a:pt x="11" y="13848"/>
                  </a:cubicBezTo>
                  <a:cubicBezTo>
                    <a:pt x="0" y="13812"/>
                    <a:pt x="-3" y="13730"/>
                    <a:pt x="5" y="13693"/>
                  </a:cubicBezTo>
                  <a:cubicBezTo>
                    <a:pt x="14" y="13650"/>
                    <a:pt x="65" y="13588"/>
                    <a:pt x="80" y="13549"/>
                  </a:cubicBezTo>
                  <a:cubicBezTo>
                    <a:pt x="104" y="13485"/>
                    <a:pt x="132" y="13347"/>
                    <a:pt x="149" y="13280"/>
                  </a:cubicBezTo>
                  <a:cubicBezTo>
                    <a:pt x="163" y="13229"/>
                    <a:pt x="195" y="13128"/>
                    <a:pt x="206" y="13076"/>
                  </a:cubicBezTo>
                  <a:cubicBezTo>
                    <a:pt x="217" y="13014"/>
                    <a:pt x="231" y="12889"/>
                    <a:pt x="236" y="12826"/>
                  </a:cubicBezTo>
                  <a:cubicBezTo>
                    <a:pt x="241" y="12758"/>
                    <a:pt x="239" y="12620"/>
                    <a:pt x="247" y="12552"/>
                  </a:cubicBezTo>
                  <a:cubicBezTo>
                    <a:pt x="255" y="12482"/>
                    <a:pt x="292" y="12349"/>
                    <a:pt x="303" y="12280"/>
                  </a:cubicBezTo>
                  <a:cubicBezTo>
                    <a:pt x="313" y="12217"/>
                    <a:pt x="317" y="12090"/>
                    <a:pt x="331" y="12030"/>
                  </a:cubicBezTo>
                  <a:cubicBezTo>
                    <a:pt x="340" y="11994"/>
                    <a:pt x="363" y="11922"/>
                    <a:pt x="382" y="11896"/>
                  </a:cubicBezTo>
                  <a:cubicBezTo>
                    <a:pt x="395" y="11877"/>
                    <a:pt x="429" y="11840"/>
                    <a:pt x="448" y="11846"/>
                  </a:cubicBezTo>
                  <a:cubicBezTo>
                    <a:pt x="469" y="11853"/>
                    <a:pt x="491" y="11917"/>
                    <a:pt x="496" y="11946"/>
                  </a:cubicBezTo>
                  <a:cubicBezTo>
                    <a:pt x="502" y="11974"/>
                    <a:pt x="491" y="12034"/>
                    <a:pt x="489" y="12064"/>
                  </a:cubicBezTo>
                  <a:cubicBezTo>
                    <a:pt x="486" y="12110"/>
                    <a:pt x="486" y="12205"/>
                    <a:pt x="479" y="12251"/>
                  </a:cubicBezTo>
                  <a:cubicBezTo>
                    <a:pt x="474" y="12290"/>
                    <a:pt x="455" y="12369"/>
                    <a:pt x="442" y="12405"/>
                  </a:cubicBezTo>
                  <a:cubicBezTo>
                    <a:pt x="430" y="12440"/>
                    <a:pt x="396" y="12499"/>
                    <a:pt x="382" y="12532"/>
                  </a:cubicBezTo>
                  <a:cubicBezTo>
                    <a:pt x="368" y="12566"/>
                    <a:pt x="335" y="12632"/>
                    <a:pt x="331" y="12671"/>
                  </a:cubicBezTo>
                  <a:cubicBezTo>
                    <a:pt x="327" y="12725"/>
                    <a:pt x="350" y="12833"/>
                    <a:pt x="369" y="12881"/>
                  </a:cubicBezTo>
                  <a:cubicBezTo>
                    <a:pt x="378" y="12903"/>
                    <a:pt x="400" y="12962"/>
                    <a:pt x="418" y="12955"/>
                  </a:cubicBezTo>
                  <a:cubicBezTo>
                    <a:pt x="449" y="12943"/>
                    <a:pt x="423" y="12811"/>
                    <a:pt x="446" y="12778"/>
                  </a:cubicBezTo>
                  <a:cubicBezTo>
                    <a:pt x="457" y="12762"/>
                    <a:pt x="495" y="12744"/>
                    <a:pt x="510" y="12755"/>
                  </a:cubicBezTo>
                  <a:cubicBezTo>
                    <a:pt x="529" y="12770"/>
                    <a:pt x="517" y="12862"/>
                    <a:pt x="538" y="12876"/>
                  </a:cubicBezTo>
                  <a:cubicBezTo>
                    <a:pt x="555" y="12888"/>
                    <a:pt x="594" y="12853"/>
                    <a:pt x="609" y="12836"/>
                  </a:cubicBezTo>
                  <a:cubicBezTo>
                    <a:pt x="634" y="12810"/>
                    <a:pt x="666" y="12731"/>
                    <a:pt x="684" y="12694"/>
                  </a:cubicBezTo>
                  <a:cubicBezTo>
                    <a:pt x="699" y="12664"/>
                    <a:pt x="731" y="12606"/>
                    <a:pt x="738" y="12571"/>
                  </a:cubicBezTo>
                  <a:cubicBezTo>
                    <a:pt x="749" y="12517"/>
                    <a:pt x="747" y="12401"/>
                    <a:pt x="740" y="12345"/>
                  </a:cubicBezTo>
                  <a:cubicBezTo>
                    <a:pt x="734" y="12293"/>
                    <a:pt x="697" y="12199"/>
                    <a:pt x="686" y="12148"/>
                  </a:cubicBezTo>
                  <a:cubicBezTo>
                    <a:pt x="677" y="12107"/>
                    <a:pt x="645" y="12016"/>
                    <a:pt x="662" y="11980"/>
                  </a:cubicBezTo>
                  <a:cubicBezTo>
                    <a:pt x="673" y="11956"/>
                    <a:pt x="725" y="11968"/>
                    <a:pt x="744" y="11955"/>
                  </a:cubicBezTo>
                  <a:cubicBezTo>
                    <a:pt x="762" y="11943"/>
                    <a:pt x="793" y="11904"/>
                    <a:pt x="807" y="11884"/>
                  </a:cubicBezTo>
                  <a:cubicBezTo>
                    <a:pt x="822" y="11863"/>
                    <a:pt x="841" y="11803"/>
                    <a:pt x="860" y="11789"/>
                  </a:cubicBezTo>
                  <a:cubicBezTo>
                    <a:pt x="887" y="11771"/>
                    <a:pt x="952" y="11801"/>
                    <a:pt x="980" y="11787"/>
                  </a:cubicBezTo>
                  <a:cubicBezTo>
                    <a:pt x="1003" y="11777"/>
                    <a:pt x="1047" y="11737"/>
                    <a:pt x="1057" y="11706"/>
                  </a:cubicBezTo>
                  <a:cubicBezTo>
                    <a:pt x="1066" y="11680"/>
                    <a:pt x="1062" y="11616"/>
                    <a:pt x="1051" y="11590"/>
                  </a:cubicBezTo>
                  <a:cubicBezTo>
                    <a:pt x="1045" y="11574"/>
                    <a:pt x="1017" y="11563"/>
                    <a:pt x="1009" y="11547"/>
                  </a:cubicBezTo>
                  <a:cubicBezTo>
                    <a:pt x="998" y="11522"/>
                    <a:pt x="1006" y="11454"/>
                    <a:pt x="993" y="11431"/>
                  </a:cubicBezTo>
                  <a:cubicBezTo>
                    <a:pt x="983" y="11414"/>
                    <a:pt x="952" y="11388"/>
                    <a:pt x="938" y="11395"/>
                  </a:cubicBezTo>
                  <a:cubicBezTo>
                    <a:pt x="912" y="11408"/>
                    <a:pt x="914" y="11515"/>
                    <a:pt x="890" y="11534"/>
                  </a:cubicBezTo>
                  <a:cubicBezTo>
                    <a:pt x="874" y="11546"/>
                    <a:pt x="832" y="11535"/>
                    <a:pt x="817" y="11519"/>
                  </a:cubicBezTo>
                  <a:cubicBezTo>
                    <a:pt x="801" y="11503"/>
                    <a:pt x="801" y="11432"/>
                    <a:pt x="783" y="11421"/>
                  </a:cubicBezTo>
                  <a:cubicBezTo>
                    <a:pt x="773" y="11415"/>
                    <a:pt x="752" y="11430"/>
                    <a:pt x="744" y="11439"/>
                  </a:cubicBezTo>
                  <a:cubicBezTo>
                    <a:pt x="723" y="11462"/>
                    <a:pt x="714" y="11547"/>
                    <a:pt x="692" y="11565"/>
                  </a:cubicBezTo>
                  <a:cubicBezTo>
                    <a:pt x="676" y="11577"/>
                    <a:pt x="635" y="11578"/>
                    <a:pt x="620" y="11565"/>
                  </a:cubicBezTo>
                  <a:cubicBezTo>
                    <a:pt x="592" y="11539"/>
                    <a:pt x="589" y="11424"/>
                    <a:pt x="564" y="11391"/>
                  </a:cubicBezTo>
                  <a:cubicBezTo>
                    <a:pt x="546" y="11368"/>
                    <a:pt x="488" y="11368"/>
                    <a:pt x="470" y="11344"/>
                  </a:cubicBezTo>
                  <a:cubicBezTo>
                    <a:pt x="446" y="11312"/>
                    <a:pt x="425" y="11217"/>
                    <a:pt x="421" y="11170"/>
                  </a:cubicBezTo>
                  <a:cubicBezTo>
                    <a:pt x="417" y="11120"/>
                    <a:pt x="436" y="11022"/>
                    <a:pt x="440" y="10971"/>
                  </a:cubicBezTo>
                  <a:cubicBezTo>
                    <a:pt x="444" y="10923"/>
                    <a:pt x="451" y="10825"/>
                    <a:pt x="451" y="10776"/>
                  </a:cubicBezTo>
                  <a:cubicBezTo>
                    <a:pt x="453" y="10707"/>
                    <a:pt x="434" y="10566"/>
                    <a:pt x="444" y="10498"/>
                  </a:cubicBezTo>
                  <a:cubicBezTo>
                    <a:pt x="449" y="10460"/>
                    <a:pt x="475" y="10389"/>
                    <a:pt x="489" y="10357"/>
                  </a:cubicBezTo>
                  <a:cubicBezTo>
                    <a:pt x="498" y="10335"/>
                    <a:pt x="516" y="10279"/>
                    <a:pt x="534" y="10278"/>
                  </a:cubicBezTo>
                  <a:cubicBezTo>
                    <a:pt x="552" y="10276"/>
                    <a:pt x="578" y="10328"/>
                    <a:pt x="586" y="10351"/>
                  </a:cubicBezTo>
                  <a:cubicBezTo>
                    <a:pt x="595" y="10376"/>
                    <a:pt x="599" y="10434"/>
                    <a:pt x="598" y="10461"/>
                  </a:cubicBezTo>
                  <a:cubicBezTo>
                    <a:pt x="596" y="10495"/>
                    <a:pt x="559" y="10568"/>
                    <a:pt x="575" y="10593"/>
                  </a:cubicBezTo>
                  <a:cubicBezTo>
                    <a:pt x="595" y="10624"/>
                    <a:pt x="668" y="10596"/>
                    <a:pt x="692" y="10572"/>
                  </a:cubicBezTo>
                  <a:cubicBezTo>
                    <a:pt x="711" y="10552"/>
                    <a:pt x="715" y="10474"/>
                    <a:pt x="733" y="10451"/>
                  </a:cubicBezTo>
                  <a:cubicBezTo>
                    <a:pt x="755" y="10423"/>
                    <a:pt x="819" y="10413"/>
                    <a:pt x="845" y="10393"/>
                  </a:cubicBezTo>
                  <a:cubicBezTo>
                    <a:pt x="863" y="10380"/>
                    <a:pt x="890" y="10336"/>
                    <a:pt x="909" y="10330"/>
                  </a:cubicBezTo>
                  <a:cubicBezTo>
                    <a:pt x="938" y="10321"/>
                    <a:pt x="996" y="10352"/>
                    <a:pt x="1025" y="10357"/>
                  </a:cubicBezTo>
                  <a:cubicBezTo>
                    <a:pt x="1069" y="10362"/>
                    <a:pt x="1160" y="10379"/>
                    <a:pt x="1202" y="10361"/>
                  </a:cubicBezTo>
                  <a:cubicBezTo>
                    <a:pt x="1223" y="10353"/>
                    <a:pt x="1267" y="10322"/>
                    <a:pt x="1273" y="10293"/>
                  </a:cubicBezTo>
                  <a:cubicBezTo>
                    <a:pt x="1278" y="10270"/>
                    <a:pt x="1257" y="10224"/>
                    <a:pt x="1247" y="10204"/>
                  </a:cubicBezTo>
                  <a:cubicBezTo>
                    <a:pt x="1236" y="10184"/>
                    <a:pt x="1208" y="10148"/>
                    <a:pt x="1191" y="10141"/>
                  </a:cubicBezTo>
                  <a:cubicBezTo>
                    <a:pt x="1159" y="10128"/>
                    <a:pt x="1084" y="10187"/>
                    <a:pt x="1059" y="10157"/>
                  </a:cubicBezTo>
                  <a:cubicBezTo>
                    <a:pt x="1046" y="10141"/>
                    <a:pt x="1066" y="10080"/>
                    <a:pt x="1056" y="10062"/>
                  </a:cubicBezTo>
                  <a:cubicBezTo>
                    <a:pt x="1033" y="10024"/>
                    <a:pt x="946" y="10048"/>
                    <a:pt x="920" y="10015"/>
                  </a:cubicBezTo>
                  <a:cubicBezTo>
                    <a:pt x="911" y="10003"/>
                    <a:pt x="905" y="9965"/>
                    <a:pt x="905" y="9947"/>
                  </a:cubicBezTo>
                  <a:cubicBezTo>
                    <a:pt x="906" y="9920"/>
                    <a:pt x="932" y="9877"/>
                    <a:pt x="935" y="9852"/>
                  </a:cubicBezTo>
                  <a:cubicBezTo>
                    <a:pt x="940" y="9818"/>
                    <a:pt x="946" y="9742"/>
                    <a:pt x="932" y="9715"/>
                  </a:cubicBezTo>
                  <a:cubicBezTo>
                    <a:pt x="920" y="9692"/>
                    <a:pt x="875" y="9690"/>
                    <a:pt x="856" y="9679"/>
                  </a:cubicBezTo>
                  <a:cubicBezTo>
                    <a:pt x="836" y="9664"/>
                    <a:pt x="800" y="9618"/>
                    <a:pt x="778" y="9610"/>
                  </a:cubicBezTo>
                  <a:cubicBezTo>
                    <a:pt x="748" y="9599"/>
                    <a:pt x="683" y="9601"/>
                    <a:pt x="654" y="9616"/>
                  </a:cubicBezTo>
                  <a:cubicBezTo>
                    <a:pt x="631" y="9627"/>
                    <a:pt x="587" y="9669"/>
                    <a:pt x="575" y="9700"/>
                  </a:cubicBezTo>
                  <a:cubicBezTo>
                    <a:pt x="556" y="9748"/>
                    <a:pt x="558" y="9865"/>
                    <a:pt x="560" y="9920"/>
                  </a:cubicBezTo>
                  <a:cubicBezTo>
                    <a:pt x="562" y="9960"/>
                    <a:pt x="596" y="10043"/>
                    <a:pt x="583" y="10077"/>
                  </a:cubicBezTo>
                  <a:cubicBezTo>
                    <a:pt x="569" y="10113"/>
                    <a:pt x="502" y="10127"/>
                    <a:pt x="474" y="10135"/>
                  </a:cubicBezTo>
                  <a:cubicBezTo>
                    <a:pt x="450" y="10143"/>
                    <a:pt x="394" y="10169"/>
                    <a:pt x="376" y="10146"/>
                  </a:cubicBezTo>
                  <a:cubicBezTo>
                    <a:pt x="360" y="10125"/>
                    <a:pt x="371" y="10051"/>
                    <a:pt x="376" y="10020"/>
                  </a:cubicBezTo>
                  <a:cubicBezTo>
                    <a:pt x="386" y="9965"/>
                    <a:pt x="439" y="9874"/>
                    <a:pt x="451" y="9820"/>
                  </a:cubicBezTo>
                  <a:cubicBezTo>
                    <a:pt x="472" y="9728"/>
                    <a:pt x="468" y="9530"/>
                    <a:pt x="485" y="9437"/>
                  </a:cubicBezTo>
                  <a:cubicBezTo>
                    <a:pt x="501" y="9353"/>
                    <a:pt x="564" y="9200"/>
                    <a:pt x="579" y="9116"/>
                  </a:cubicBezTo>
                  <a:cubicBezTo>
                    <a:pt x="600" y="8994"/>
                    <a:pt x="607" y="8742"/>
                    <a:pt x="609" y="8617"/>
                  </a:cubicBezTo>
                  <a:cubicBezTo>
                    <a:pt x="610" y="8523"/>
                    <a:pt x="608" y="8336"/>
                    <a:pt x="598" y="8244"/>
                  </a:cubicBezTo>
                  <a:cubicBezTo>
                    <a:pt x="593" y="8199"/>
                    <a:pt x="575" y="8113"/>
                    <a:pt x="564" y="8071"/>
                  </a:cubicBezTo>
                  <a:cubicBezTo>
                    <a:pt x="541" y="7981"/>
                    <a:pt x="475" y="7814"/>
                    <a:pt x="455" y="7724"/>
                  </a:cubicBezTo>
                  <a:cubicBezTo>
                    <a:pt x="440" y="7657"/>
                    <a:pt x="420" y="7520"/>
                    <a:pt x="418" y="7450"/>
                  </a:cubicBezTo>
                  <a:cubicBezTo>
                    <a:pt x="414" y="7377"/>
                    <a:pt x="421" y="7229"/>
                    <a:pt x="433" y="7156"/>
                  </a:cubicBezTo>
                  <a:cubicBezTo>
                    <a:pt x="445" y="7077"/>
                    <a:pt x="498" y="6930"/>
                    <a:pt x="511" y="6851"/>
                  </a:cubicBezTo>
                  <a:cubicBezTo>
                    <a:pt x="530" y="6741"/>
                    <a:pt x="542" y="6513"/>
                    <a:pt x="549" y="6400"/>
                  </a:cubicBezTo>
                  <a:cubicBezTo>
                    <a:pt x="556" y="6288"/>
                    <a:pt x="564" y="6065"/>
                    <a:pt x="564" y="5953"/>
                  </a:cubicBezTo>
                  <a:cubicBezTo>
                    <a:pt x="564" y="5786"/>
                    <a:pt x="602" y="5426"/>
                    <a:pt x="538" y="5286"/>
                  </a:cubicBezTo>
                  <a:cubicBezTo>
                    <a:pt x="518" y="5243"/>
                    <a:pt x="427" y="5236"/>
                    <a:pt x="410" y="5191"/>
                  </a:cubicBezTo>
                  <a:cubicBezTo>
                    <a:pt x="388" y="5133"/>
                    <a:pt x="433" y="4994"/>
                    <a:pt x="429" y="4928"/>
                  </a:cubicBezTo>
                  <a:cubicBezTo>
                    <a:pt x="427" y="4897"/>
                    <a:pt x="416" y="4836"/>
                    <a:pt x="406" y="4807"/>
                  </a:cubicBezTo>
                  <a:cubicBezTo>
                    <a:pt x="391" y="4763"/>
                    <a:pt x="342" y="4691"/>
                    <a:pt x="324" y="4650"/>
                  </a:cubicBezTo>
                  <a:cubicBezTo>
                    <a:pt x="307" y="4611"/>
                    <a:pt x="291" y="4514"/>
                    <a:pt x="264" y="4487"/>
                  </a:cubicBezTo>
                  <a:cubicBezTo>
                    <a:pt x="247" y="4470"/>
                    <a:pt x="196" y="4491"/>
                    <a:pt x="181" y="4471"/>
                  </a:cubicBezTo>
                  <a:cubicBezTo>
                    <a:pt x="153" y="4432"/>
                    <a:pt x="164" y="4305"/>
                    <a:pt x="155" y="4250"/>
                  </a:cubicBezTo>
                  <a:cubicBezTo>
                    <a:pt x="145" y="4191"/>
                    <a:pt x="112" y="4075"/>
                    <a:pt x="106" y="4014"/>
                  </a:cubicBezTo>
                  <a:cubicBezTo>
                    <a:pt x="101" y="3962"/>
                    <a:pt x="99" y="3855"/>
                    <a:pt x="106" y="3804"/>
                  </a:cubicBezTo>
                  <a:cubicBezTo>
                    <a:pt x="115" y="3741"/>
                    <a:pt x="170" y="3631"/>
                    <a:pt x="178" y="3567"/>
                  </a:cubicBezTo>
                  <a:cubicBezTo>
                    <a:pt x="185" y="3500"/>
                    <a:pt x="145" y="3358"/>
                    <a:pt x="162" y="3294"/>
                  </a:cubicBezTo>
                  <a:cubicBezTo>
                    <a:pt x="169" y="3270"/>
                    <a:pt x="207" y="3244"/>
                    <a:pt x="215" y="3220"/>
                  </a:cubicBezTo>
                  <a:cubicBezTo>
                    <a:pt x="228" y="3184"/>
                    <a:pt x="236" y="3098"/>
                    <a:pt x="230" y="3058"/>
                  </a:cubicBezTo>
                  <a:cubicBezTo>
                    <a:pt x="225" y="3018"/>
                    <a:pt x="181" y="2955"/>
                    <a:pt x="174" y="2916"/>
                  </a:cubicBezTo>
                  <a:cubicBezTo>
                    <a:pt x="166" y="2873"/>
                    <a:pt x="159" y="2777"/>
                    <a:pt x="174" y="2737"/>
                  </a:cubicBezTo>
                  <a:cubicBezTo>
                    <a:pt x="181" y="2717"/>
                    <a:pt x="213" y="2698"/>
                    <a:pt x="226" y="2685"/>
                  </a:cubicBezTo>
                  <a:cubicBezTo>
                    <a:pt x="242" y="2669"/>
                    <a:pt x="276" y="2641"/>
                    <a:pt x="290" y="2621"/>
                  </a:cubicBezTo>
                  <a:cubicBezTo>
                    <a:pt x="304" y="2602"/>
                    <a:pt x="330" y="2558"/>
                    <a:pt x="335" y="2532"/>
                  </a:cubicBezTo>
                  <a:cubicBezTo>
                    <a:pt x="344" y="2491"/>
                    <a:pt x="323" y="2402"/>
                    <a:pt x="327" y="2359"/>
                  </a:cubicBezTo>
                  <a:cubicBezTo>
                    <a:pt x="331" y="2326"/>
                    <a:pt x="344" y="2260"/>
                    <a:pt x="358" y="2233"/>
                  </a:cubicBezTo>
                  <a:cubicBezTo>
                    <a:pt x="375" y="2198"/>
                    <a:pt x="432" y="2156"/>
                    <a:pt x="455" y="2128"/>
                  </a:cubicBezTo>
                  <a:cubicBezTo>
                    <a:pt x="471" y="2108"/>
                    <a:pt x="505" y="2069"/>
                    <a:pt x="515" y="2044"/>
                  </a:cubicBezTo>
                  <a:cubicBezTo>
                    <a:pt x="526" y="2016"/>
                    <a:pt x="535" y="1953"/>
                    <a:pt x="538" y="1923"/>
                  </a:cubicBezTo>
                  <a:cubicBezTo>
                    <a:pt x="540" y="1891"/>
                    <a:pt x="547" y="1822"/>
                    <a:pt x="534" y="1796"/>
                  </a:cubicBezTo>
                  <a:cubicBezTo>
                    <a:pt x="521" y="1772"/>
                    <a:pt x="466" y="1777"/>
                    <a:pt x="451" y="1754"/>
                  </a:cubicBezTo>
                  <a:cubicBezTo>
                    <a:pt x="435" y="1729"/>
                    <a:pt x="425" y="1656"/>
                    <a:pt x="429" y="1623"/>
                  </a:cubicBezTo>
                  <a:cubicBezTo>
                    <a:pt x="431" y="1604"/>
                    <a:pt x="446" y="1564"/>
                    <a:pt x="459" y="1555"/>
                  </a:cubicBezTo>
                  <a:cubicBezTo>
                    <a:pt x="484" y="1537"/>
                    <a:pt x="544" y="1559"/>
                    <a:pt x="571" y="1571"/>
                  </a:cubicBezTo>
                  <a:cubicBezTo>
                    <a:pt x="602" y="1583"/>
                    <a:pt x="659" y="1623"/>
                    <a:pt x="684" y="1649"/>
                  </a:cubicBezTo>
                  <a:cubicBezTo>
                    <a:pt x="728" y="1695"/>
                    <a:pt x="795" y="1817"/>
                    <a:pt x="834" y="1870"/>
                  </a:cubicBezTo>
                  <a:cubicBezTo>
                    <a:pt x="876" y="1927"/>
                    <a:pt x="966" y="2032"/>
                    <a:pt x="1010" y="2085"/>
                  </a:cubicBezTo>
                  <a:cubicBezTo>
                    <a:pt x="1063" y="2149"/>
                    <a:pt x="1173" y="2271"/>
                    <a:pt x="1224" y="2338"/>
                  </a:cubicBezTo>
                  <a:cubicBezTo>
                    <a:pt x="1277" y="2407"/>
                    <a:pt x="1373" y="2559"/>
                    <a:pt x="1427" y="2627"/>
                  </a:cubicBezTo>
                  <a:cubicBezTo>
                    <a:pt x="1445" y="2649"/>
                    <a:pt x="1479" y="2700"/>
                    <a:pt x="1502" y="2711"/>
                  </a:cubicBezTo>
                  <a:cubicBezTo>
                    <a:pt x="1527" y="2723"/>
                    <a:pt x="1581" y="2703"/>
                    <a:pt x="1607" y="2711"/>
                  </a:cubicBezTo>
                  <a:cubicBezTo>
                    <a:pt x="1622" y="2716"/>
                    <a:pt x="1650" y="2736"/>
                    <a:pt x="1663" y="2748"/>
                  </a:cubicBezTo>
                  <a:cubicBezTo>
                    <a:pt x="1703" y="2784"/>
                    <a:pt x="1772" y="2874"/>
                    <a:pt x="1806" y="2921"/>
                  </a:cubicBezTo>
                  <a:cubicBezTo>
                    <a:pt x="1823" y="2946"/>
                    <a:pt x="1856" y="2998"/>
                    <a:pt x="1870" y="3026"/>
                  </a:cubicBezTo>
                  <a:cubicBezTo>
                    <a:pt x="1890" y="3069"/>
                    <a:pt x="1918" y="3166"/>
                    <a:pt x="1937" y="3210"/>
                  </a:cubicBezTo>
                  <a:cubicBezTo>
                    <a:pt x="1952" y="3246"/>
                    <a:pt x="1982" y="3319"/>
                    <a:pt x="2004" y="3347"/>
                  </a:cubicBezTo>
                  <a:cubicBezTo>
                    <a:pt x="2048" y="3402"/>
                    <a:pt x="2158" y="3469"/>
                    <a:pt x="2211" y="3504"/>
                  </a:cubicBezTo>
                  <a:cubicBezTo>
                    <a:pt x="2282" y="3553"/>
                    <a:pt x="2428" y="3640"/>
                    <a:pt x="2504" y="3677"/>
                  </a:cubicBezTo>
                  <a:cubicBezTo>
                    <a:pt x="2567" y="3709"/>
                    <a:pt x="2695" y="3772"/>
                    <a:pt x="2762" y="3783"/>
                  </a:cubicBezTo>
                  <a:cubicBezTo>
                    <a:pt x="2799" y="3788"/>
                    <a:pt x="2872" y="3769"/>
                    <a:pt x="2909" y="3770"/>
                  </a:cubicBezTo>
                  <a:cubicBezTo>
                    <a:pt x="2933" y="3770"/>
                    <a:pt x="2985" y="3766"/>
                    <a:pt x="3007" y="3782"/>
                  </a:cubicBezTo>
                  <a:cubicBezTo>
                    <a:pt x="3051" y="3813"/>
                    <a:pt x="3096" y="3950"/>
                    <a:pt x="3136" y="3990"/>
                  </a:cubicBezTo>
                  <a:cubicBezTo>
                    <a:pt x="3152" y="4005"/>
                    <a:pt x="3188" y="4029"/>
                    <a:pt x="3207" y="4029"/>
                  </a:cubicBezTo>
                  <a:cubicBezTo>
                    <a:pt x="3228" y="4030"/>
                    <a:pt x="3265" y="3990"/>
                    <a:pt x="3286" y="3990"/>
                  </a:cubicBezTo>
                  <a:cubicBezTo>
                    <a:pt x="3306" y="3990"/>
                    <a:pt x="3345" y="4015"/>
                    <a:pt x="3363" y="4029"/>
                  </a:cubicBezTo>
                  <a:cubicBezTo>
                    <a:pt x="3386" y="4049"/>
                    <a:pt x="3422" y="4110"/>
                    <a:pt x="3447" y="4127"/>
                  </a:cubicBezTo>
                  <a:cubicBezTo>
                    <a:pt x="3484" y="4152"/>
                    <a:pt x="3572" y="4147"/>
                    <a:pt x="3606" y="4177"/>
                  </a:cubicBezTo>
                  <a:cubicBezTo>
                    <a:pt x="3633" y="4200"/>
                    <a:pt x="3658" y="4287"/>
                    <a:pt x="3684" y="4311"/>
                  </a:cubicBezTo>
                  <a:cubicBezTo>
                    <a:pt x="3707" y="4332"/>
                    <a:pt x="3765" y="4343"/>
                    <a:pt x="3792" y="4353"/>
                  </a:cubicBezTo>
                  <a:cubicBezTo>
                    <a:pt x="3833" y="4369"/>
                    <a:pt x="3914" y="4403"/>
                    <a:pt x="3955" y="4416"/>
                  </a:cubicBezTo>
                  <a:cubicBezTo>
                    <a:pt x="3993" y="4428"/>
                    <a:pt x="4069" y="4447"/>
                    <a:pt x="4107" y="4453"/>
                  </a:cubicBezTo>
                  <a:cubicBezTo>
                    <a:pt x="4133" y="4457"/>
                    <a:pt x="4188" y="4474"/>
                    <a:pt x="4212" y="4461"/>
                  </a:cubicBezTo>
                  <a:cubicBezTo>
                    <a:pt x="4234" y="4449"/>
                    <a:pt x="4262" y="4390"/>
                    <a:pt x="4280" y="4369"/>
                  </a:cubicBezTo>
                  <a:cubicBezTo>
                    <a:pt x="4294" y="4352"/>
                    <a:pt x="4322" y="4320"/>
                    <a:pt x="4338" y="4308"/>
                  </a:cubicBezTo>
                  <a:cubicBezTo>
                    <a:pt x="4357" y="4293"/>
                    <a:pt x="4400" y="4258"/>
                    <a:pt x="4421" y="4266"/>
                  </a:cubicBezTo>
                  <a:cubicBezTo>
                    <a:pt x="4434" y="4271"/>
                    <a:pt x="4447" y="4310"/>
                    <a:pt x="4454" y="4327"/>
                  </a:cubicBezTo>
                  <a:cubicBezTo>
                    <a:pt x="4470" y="4363"/>
                    <a:pt x="4482" y="4449"/>
                    <a:pt x="4499" y="4485"/>
                  </a:cubicBezTo>
                  <a:cubicBezTo>
                    <a:pt x="4514" y="4514"/>
                    <a:pt x="4560" y="4551"/>
                    <a:pt x="4575" y="4581"/>
                  </a:cubicBezTo>
                  <a:cubicBezTo>
                    <a:pt x="4593" y="4621"/>
                    <a:pt x="4603" y="4719"/>
                    <a:pt x="4619" y="4761"/>
                  </a:cubicBezTo>
                  <a:cubicBezTo>
                    <a:pt x="4629" y="4784"/>
                    <a:pt x="4650" y="4836"/>
                    <a:pt x="4668" y="4845"/>
                  </a:cubicBezTo>
                  <a:cubicBezTo>
                    <a:pt x="4695" y="4855"/>
                    <a:pt x="4746" y="4799"/>
                    <a:pt x="4773" y="4797"/>
                  </a:cubicBezTo>
                  <a:cubicBezTo>
                    <a:pt x="4805" y="4795"/>
                    <a:pt x="4870" y="4813"/>
                    <a:pt x="4897" y="4836"/>
                  </a:cubicBezTo>
                  <a:cubicBezTo>
                    <a:pt x="4916" y="4852"/>
                    <a:pt x="4948" y="4901"/>
                    <a:pt x="4953" y="4931"/>
                  </a:cubicBezTo>
                  <a:cubicBezTo>
                    <a:pt x="4960" y="4968"/>
                    <a:pt x="4923" y="5043"/>
                    <a:pt x="4929" y="5081"/>
                  </a:cubicBezTo>
                  <a:cubicBezTo>
                    <a:pt x="4935" y="5117"/>
                    <a:pt x="4973" y="5177"/>
                    <a:pt x="4995" y="5199"/>
                  </a:cubicBezTo>
                  <a:cubicBezTo>
                    <a:pt x="5012" y="5218"/>
                    <a:pt x="5055" y="5244"/>
                    <a:pt x="5077" y="5246"/>
                  </a:cubicBezTo>
                  <a:cubicBezTo>
                    <a:pt x="5096" y="5248"/>
                    <a:pt x="5140" y="5240"/>
                    <a:pt x="5148" y="5218"/>
                  </a:cubicBezTo>
                  <a:cubicBezTo>
                    <a:pt x="5160" y="5186"/>
                    <a:pt x="5128" y="5115"/>
                    <a:pt x="5115" y="5086"/>
                  </a:cubicBezTo>
                  <a:cubicBezTo>
                    <a:pt x="5106" y="5067"/>
                    <a:pt x="5075" y="5042"/>
                    <a:pt x="5070" y="5020"/>
                  </a:cubicBezTo>
                  <a:cubicBezTo>
                    <a:pt x="5064" y="4995"/>
                    <a:pt x="5069" y="4939"/>
                    <a:pt x="5079" y="4918"/>
                  </a:cubicBezTo>
                  <a:cubicBezTo>
                    <a:pt x="5089" y="4896"/>
                    <a:pt x="5127" y="4881"/>
                    <a:pt x="5141" y="4865"/>
                  </a:cubicBezTo>
                  <a:cubicBezTo>
                    <a:pt x="5158" y="4846"/>
                    <a:pt x="5183" y="4788"/>
                    <a:pt x="5203" y="4776"/>
                  </a:cubicBezTo>
                  <a:cubicBezTo>
                    <a:pt x="5228" y="4761"/>
                    <a:pt x="5284" y="4776"/>
                    <a:pt x="5312" y="4776"/>
                  </a:cubicBezTo>
                  <a:cubicBezTo>
                    <a:pt x="5340" y="4776"/>
                    <a:pt x="5402" y="4754"/>
                    <a:pt x="5424" y="4779"/>
                  </a:cubicBezTo>
                  <a:cubicBezTo>
                    <a:pt x="5440" y="4795"/>
                    <a:pt x="5452" y="4860"/>
                    <a:pt x="5445" y="4887"/>
                  </a:cubicBezTo>
                  <a:cubicBezTo>
                    <a:pt x="5436" y="4917"/>
                    <a:pt x="5381" y="4934"/>
                    <a:pt x="5362" y="4954"/>
                  </a:cubicBezTo>
                  <a:cubicBezTo>
                    <a:pt x="5342" y="4976"/>
                    <a:pt x="5300" y="5020"/>
                    <a:pt x="5289" y="5052"/>
                  </a:cubicBezTo>
                  <a:cubicBezTo>
                    <a:pt x="5281" y="5074"/>
                    <a:pt x="5279" y="5127"/>
                    <a:pt x="5282" y="5151"/>
                  </a:cubicBezTo>
                  <a:cubicBezTo>
                    <a:pt x="5285" y="5184"/>
                    <a:pt x="5309" y="5244"/>
                    <a:pt x="5321" y="5272"/>
                  </a:cubicBezTo>
                  <a:cubicBezTo>
                    <a:pt x="5329" y="5290"/>
                    <a:pt x="5343" y="5330"/>
                    <a:pt x="5357" y="5338"/>
                  </a:cubicBezTo>
                  <a:cubicBezTo>
                    <a:pt x="5373" y="5348"/>
                    <a:pt x="5413" y="5344"/>
                    <a:pt x="5426" y="5328"/>
                  </a:cubicBezTo>
                  <a:cubicBezTo>
                    <a:pt x="5443" y="5305"/>
                    <a:pt x="5434" y="5229"/>
                    <a:pt x="5443" y="5199"/>
                  </a:cubicBezTo>
                  <a:cubicBezTo>
                    <a:pt x="5449" y="5179"/>
                    <a:pt x="5468" y="5141"/>
                    <a:pt x="5480" y="5128"/>
                  </a:cubicBezTo>
                  <a:cubicBezTo>
                    <a:pt x="5495" y="5114"/>
                    <a:pt x="5533" y="5086"/>
                    <a:pt x="5548" y="5099"/>
                  </a:cubicBezTo>
                  <a:cubicBezTo>
                    <a:pt x="5567" y="5115"/>
                    <a:pt x="5566" y="5189"/>
                    <a:pt x="5567" y="5220"/>
                  </a:cubicBezTo>
                  <a:cubicBezTo>
                    <a:pt x="5568" y="5255"/>
                    <a:pt x="5554" y="5324"/>
                    <a:pt x="5555" y="5359"/>
                  </a:cubicBezTo>
                  <a:cubicBezTo>
                    <a:pt x="5556" y="5393"/>
                    <a:pt x="5576" y="5459"/>
                    <a:pt x="5574" y="5493"/>
                  </a:cubicBezTo>
                  <a:cubicBezTo>
                    <a:pt x="5573" y="5524"/>
                    <a:pt x="5568" y="5597"/>
                    <a:pt x="5548" y="5609"/>
                  </a:cubicBezTo>
                  <a:cubicBezTo>
                    <a:pt x="5532" y="5618"/>
                    <a:pt x="5502" y="5564"/>
                    <a:pt x="5484" y="5564"/>
                  </a:cubicBezTo>
                  <a:cubicBezTo>
                    <a:pt x="5467" y="5565"/>
                    <a:pt x="5431" y="5589"/>
                    <a:pt x="5424" y="5611"/>
                  </a:cubicBezTo>
                  <a:cubicBezTo>
                    <a:pt x="5415" y="5638"/>
                    <a:pt x="5431" y="5699"/>
                    <a:pt x="5441" y="5725"/>
                  </a:cubicBezTo>
                  <a:cubicBezTo>
                    <a:pt x="5448" y="5743"/>
                    <a:pt x="5480" y="5766"/>
                    <a:pt x="5484" y="5787"/>
                  </a:cubicBezTo>
                  <a:cubicBezTo>
                    <a:pt x="5490" y="5815"/>
                    <a:pt x="5470" y="5872"/>
                    <a:pt x="5467" y="5900"/>
                  </a:cubicBezTo>
                  <a:cubicBezTo>
                    <a:pt x="5465" y="5927"/>
                    <a:pt x="5455" y="5983"/>
                    <a:pt x="5462" y="6008"/>
                  </a:cubicBezTo>
                  <a:cubicBezTo>
                    <a:pt x="5469" y="6037"/>
                    <a:pt x="5513" y="6069"/>
                    <a:pt x="5520" y="6097"/>
                  </a:cubicBezTo>
                  <a:cubicBezTo>
                    <a:pt x="5527" y="6130"/>
                    <a:pt x="5502" y="6201"/>
                    <a:pt x="5509" y="6235"/>
                  </a:cubicBezTo>
                  <a:cubicBezTo>
                    <a:pt x="5514" y="6260"/>
                    <a:pt x="5551" y="6294"/>
                    <a:pt x="5554" y="6321"/>
                  </a:cubicBezTo>
                  <a:cubicBezTo>
                    <a:pt x="5556" y="6349"/>
                    <a:pt x="5538" y="6406"/>
                    <a:pt x="5524" y="6426"/>
                  </a:cubicBezTo>
                  <a:cubicBezTo>
                    <a:pt x="5513" y="6440"/>
                    <a:pt x="5482" y="6457"/>
                    <a:pt x="5467" y="6452"/>
                  </a:cubicBezTo>
                  <a:cubicBezTo>
                    <a:pt x="5454" y="6448"/>
                    <a:pt x="5442" y="6408"/>
                    <a:pt x="5430" y="6400"/>
                  </a:cubicBezTo>
                  <a:cubicBezTo>
                    <a:pt x="5419" y="6392"/>
                    <a:pt x="5390" y="6378"/>
                    <a:pt x="5381" y="6389"/>
                  </a:cubicBezTo>
                  <a:cubicBezTo>
                    <a:pt x="5366" y="6406"/>
                    <a:pt x="5387" y="6474"/>
                    <a:pt x="5377" y="6497"/>
                  </a:cubicBezTo>
                  <a:cubicBezTo>
                    <a:pt x="5366" y="6523"/>
                    <a:pt x="5321" y="6542"/>
                    <a:pt x="5302" y="6558"/>
                  </a:cubicBezTo>
                  <a:cubicBezTo>
                    <a:pt x="5281" y="6574"/>
                    <a:pt x="5237" y="6602"/>
                    <a:pt x="5220" y="6625"/>
                  </a:cubicBezTo>
                  <a:cubicBezTo>
                    <a:pt x="5199" y="6655"/>
                    <a:pt x="5177" y="6734"/>
                    <a:pt x="5160" y="6767"/>
                  </a:cubicBezTo>
                  <a:cubicBezTo>
                    <a:pt x="5148" y="6791"/>
                    <a:pt x="5118" y="6830"/>
                    <a:pt x="5107" y="6854"/>
                  </a:cubicBezTo>
                  <a:cubicBezTo>
                    <a:pt x="5090" y="6895"/>
                    <a:pt x="5047" y="6986"/>
                    <a:pt x="5058" y="7030"/>
                  </a:cubicBezTo>
                  <a:cubicBezTo>
                    <a:pt x="5065" y="7058"/>
                    <a:pt x="5110" y="7093"/>
                    <a:pt x="5131" y="7091"/>
                  </a:cubicBezTo>
                  <a:cubicBezTo>
                    <a:pt x="5149" y="7088"/>
                    <a:pt x="5173" y="7044"/>
                    <a:pt x="5184" y="7025"/>
                  </a:cubicBezTo>
                  <a:cubicBezTo>
                    <a:pt x="5198" y="7001"/>
                    <a:pt x="5212" y="6939"/>
                    <a:pt x="5229" y="6920"/>
                  </a:cubicBezTo>
                  <a:cubicBezTo>
                    <a:pt x="5244" y="6904"/>
                    <a:pt x="5288" y="6908"/>
                    <a:pt x="5302" y="6891"/>
                  </a:cubicBezTo>
                  <a:cubicBezTo>
                    <a:pt x="5319" y="6871"/>
                    <a:pt x="5325" y="6802"/>
                    <a:pt x="5338" y="6778"/>
                  </a:cubicBezTo>
                  <a:cubicBezTo>
                    <a:pt x="5352" y="6750"/>
                    <a:pt x="5391" y="6704"/>
                    <a:pt x="5413" y="6688"/>
                  </a:cubicBezTo>
                  <a:cubicBezTo>
                    <a:pt x="5436" y="6672"/>
                    <a:pt x="5490" y="6669"/>
                    <a:pt x="5512" y="6652"/>
                  </a:cubicBezTo>
                  <a:cubicBezTo>
                    <a:pt x="5532" y="6637"/>
                    <a:pt x="5561" y="6590"/>
                    <a:pt x="5578" y="6570"/>
                  </a:cubicBezTo>
                  <a:cubicBezTo>
                    <a:pt x="5590" y="6556"/>
                    <a:pt x="5613" y="6527"/>
                    <a:pt x="5627" y="6518"/>
                  </a:cubicBezTo>
                  <a:cubicBezTo>
                    <a:pt x="5638" y="6510"/>
                    <a:pt x="5667" y="6513"/>
                    <a:pt x="5676" y="6499"/>
                  </a:cubicBezTo>
                  <a:cubicBezTo>
                    <a:pt x="5689" y="6477"/>
                    <a:pt x="5687" y="6411"/>
                    <a:pt x="5687" y="6381"/>
                  </a:cubicBezTo>
                  <a:cubicBezTo>
                    <a:pt x="5687" y="6351"/>
                    <a:pt x="5679" y="6293"/>
                    <a:pt x="5676" y="6263"/>
                  </a:cubicBezTo>
                  <a:cubicBezTo>
                    <a:pt x="5671" y="6224"/>
                    <a:pt x="5627" y="6128"/>
                    <a:pt x="5652" y="6110"/>
                  </a:cubicBezTo>
                  <a:cubicBezTo>
                    <a:pt x="5666" y="6101"/>
                    <a:pt x="5682" y="6161"/>
                    <a:pt x="5694" y="6174"/>
                  </a:cubicBezTo>
                  <a:cubicBezTo>
                    <a:pt x="5717" y="6196"/>
                    <a:pt x="5771" y="6213"/>
                    <a:pt x="5794" y="6232"/>
                  </a:cubicBezTo>
                  <a:cubicBezTo>
                    <a:pt x="5809" y="6246"/>
                    <a:pt x="5841" y="6277"/>
                    <a:pt x="5849" y="6299"/>
                  </a:cubicBezTo>
                  <a:cubicBezTo>
                    <a:pt x="5871" y="6362"/>
                    <a:pt x="5867" y="6507"/>
                    <a:pt x="5865" y="6576"/>
                  </a:cubicBezTo>
                  <a:cubicBezTo>
                    <a:pt x="5864" y="6608"/>
                    <a:pt x="5849" y="6670"/>
                    <a:pt x="5849" y="6702"/>
                  </a:cubicBezTo>
                  <a:cubicBezTo>
                    <a:pt x="5850" y="6735"/>
                    <a:pt x="5871" y="6799"/>
                    <a:pt x="5869" y="6832"/>
                  </a:cubicBezTo>
                  <a:cubicBezTo>
                    <a:pt x="5866" y="6864"/>
                    <a:pt x="5829" y="6917"/>
                    <a:pt x="5829" y="6950"/>
                  </a:cubicBezTo>
                  <a:cubicBezTo>
                    <a:pt x="5830" y="6980"/>
                    <a:pt x="5866" y="7027"/>
                    <a:pt x="5869" y="7057"/>
                  </a:cubicBezTo>
                  <a:cubicBezTo>
                    <a:pt x="5873" y="7095"/>
                    <a:pt x="5856" y="7172"/>
                    <a:pt x="5849" y="7210"/>
                  </a:cubicBezTo>
                  <a:cubicBezTo>
                    <a:pt x="5846" y="7227"/>
                    <a:pt x="5843" y="7268"/>
                    <a:pt x="5832" y="7273"/>
                  </a:cubicBezTo>
                  <a:cubicBezTo>
                    <a:pt x="5805" y="7285"/>
                    <a:pt x="5764" y="7195"/>
                    <a:pt x="5736" y="7187"/>
                  </a:cubicBezTo>
                  <a:cubicBezTo>
                    <a:pt x="5711" y="7179"/>
                    <a:pt x="5650" y="7179"/>
                    <a:pt x="5632" y="7206"/>
                  </a:cubicBezTo>
                  <a:cubicBezTo>
                    <a:pt x="5619" y="7227"/>
                    <a:pt x="5620" y="7291"/>
                    <a:pt x="5627" y="7316"/>
                  </a:cubicBezTo>
                  <a:cubicBezTo>
                    <a:pt x="5631" y="7332"/>
                    <a:pt x="5654" y="7350"/>
                    <a:pt x="5660" y="7363"/>
                  </a:cubicBezTo>
                  <a:cubicBezTo>
                    <a:pt x="5677" y="7395"/>
                    <a:pt x="5707" y="7463"/>
                    <a:pt x="5708" y="7502"/>
                  </a:cubicBezTo>
                  <a:cubicBezTo>
                    <a:pt x="5710" y="7539"/>
                    <a:pt x="5683" y="7608"/>
                    <a:pt x="5675" y="7643"/>
                  </a:cubicBezTo>
                  <a:cubicBezTo>
                    <a:pt x="5667" y="7674"/>
                    <a:pt x="5642" y="7733"/>
                    <a:pt x="5644" y="7766"/>
                  </a:cubicBezTo>
                  <a:cubicBezTo>
                    <a:pt x="5645" y="7793"/>
                    <a:pt x="5678" y="7837"/>
                    <a:pt x="5680" y="7864"/>
                  </a:cubicBezTo>
                  <a:cubicBezTo>
                    <a:pt x="5684" y="7901"/>
                    <a:pt x="5662" y="7973"/>
                    <a:pt x="5658" y="8010"/>
                  </a:cubicBezTo>
                  <a:cubicBezTo>
                    <a:pt x="5654" y="8046"/>
                    <a:pt x="5667" y="8133"/>
                    <a:pt x="5646" y="8156"/>
                  </a:cubicBezTo>
                  <a:cubicBezTo>
                    <a:pt x="5622" y="8184"/>
                    <a:pt x="5549" y="8121"/>
                    <a:pt x="5520" y="8140"/>
                  </a:cubicBezTo>
                  <a:cubicBezTo>
                    <a:pt x="5493" y="8157"/>
                    <a:pt x="5464" y="8236"/>
                    <a:pt x="5452" y="8274"/>
                  </a:cubicBezTo>
                  <a:cubicBezTo>
                    <a:pt x="5445" y="8296"/>
                    <a:pt x="5431" y="8347"/>
                    <a:pt x="5438" y="8369"/>
                  </a:cubicBezTo>
                  <a:cubicBezTo>
                    <a:pt x="5447" y="8395"/>
                    <a:pt x="5493" y="8407"/>
                    <a:pt x="5509" y="8424"/>
                  </a:cubicBezTo>
                  <a:cubicBezTo>
                    <a:pt x="5524" y="8440"/>
                    <a:pt x="5548" y="8485"/>
                    <a:pt x="5562" y="8503"/>
                  </a:cubicBezTo>
                  <a:cubicBezTo>
                    <a:pt x="5579" y="8524"/>
                    <a:pt x="5623" y="8554"/>
                    <a:pt x="5635" y="8582"/>
                  </a:cubicBezTo>
                  <a:cubicBezTo>
                    <a:pt x="5645" y="8602"/>
                    <a:pt x="5647" y="8653"/>
                    <a:pt x="5652" y="8676"/>
                  </a:cubicBezTo>
                  <a:cubicBezTo>
                    <a:pt x="5660" y="8718"/>
                    <a:pt x="5687" y="8799"/>
                    <a:pt x="5686" y="8841"/>
                  </a:cubicBezTo>
                  <a:cubicBezTo>
                    <a:pt x="5685" y="8878"/>
                    <a:pt x="5662" y="8946"/>
                    <a:pt x="5652" y="8980"/>
                  </a:cubicBezTo>
                  <a:cubicBezTo>
                    <a:pt x="5644" y="9008"/>
                    <a:pt x="5616" y="9062"/>
                    <a:pt x="5615" y="9094"/>
                  </a:cubicBezTo>
                  <a:cubicBezTo>
                    <a:pt x="5615" y="9111"/>
                    <a:pt x="5623" y="9149"/>
                    <a:pt x="5632" y="9161"/>
                  </a:cubicBezTo>
                  <a:cubicBezTo>
                    <a:pt x="5644" y="9176"/>
                    <a:pt x="5679" y="9180"/>
                    <a:pt x="5694" y="9188"/>
                  </a:cubicBezTo>
                  <a:cubicBezTo>
                    <a:pt x="5713" y="9199"/>
                    <a:pt x="5755" y="9216"/>
                    <a:pt x="5765" y="9239"/>
                  </a:cubicBezTo>
                  <a:cubicBezTo>
                    <a:pt x="5774" y="9261"/>
                    <a:pt x="5772" y="9318"/>
                    <a:pt x="5762" y="9338"/>
                  </a:cubicBezTo>
                  <a:cubicBezTo>
                    <a:pt x="5752" y="9359"/>
                    <a:pt x="5712" y="9372"/>
                    <a:pt x="5694" y="9377"/>
                  </a:cubicBezTo>
                  <a:cubicBezTo>
                    <a:pt x="5667" y="9386"/>
                    <a:pt x="5611" y="9378"/>
                    <a:pt x="5585" y="9389"/>
                  </a:cubicBezTo>
                  <a:cubicBezTo>
                    <a:pt x="5561" y="9400"/>
                    <a:pt x="5521" y="9448"/>
                    <a:pt x="5497" y="9460"/>
                  </a:cubicBezTo>
                  <a:cubicBezTo>
                    <a:pt x="5473" y="9473"/>
                    <a:pt x="5421" y="9497"/>
                    <a:pt x="5396" y="9487"/>
                  </a:cubicBezTo>
                  <a:cubicBezTo>
                    <a:pt x="5375" y="9481"/>
                    <a:pt x="5339" y="9439"/>
                    <a:pt x="5329" y="9413"/>
                  </a:cubicBezTo>
                  <a:cubicBezTo>
                    <a:pt x="5322" y="9397"/>
                    <a:pt x="5330" y="9351"/>
                    <a:pt x="5320" y="9338"/>
                  </a:cubicBezTo>
                  <a:cubicBezTo>
                    <a:pt x="5311" y="9327"/>
                    <a:pt x="5284" y="9334"/>
                    <a:pt x="5272" y="9338"/>
                  </a:cubicBezTo>
                  <a:cubicBezTo>
                    <a:pt x="5253" y="9344"/>
                    <a:pt x="5216" y="9370"/>
                    <a:pt x="5202" y="9389"/>
                  </a:cubicBezTo>
                  <a:cubicBezTo>
                    <a:pt x="5188" y="9408"/>
                    <a:pt x="5166" y="9457"/>
                    <a:pt x="5165" y="9484"/>
                  </a:cubicBezTo>
                  <a:cubicBezTo>
                    <a:pt x="5165" y="9507"/>
                    <a:pt x="5180" y="9553"/>
                    <a:pt x="5193" y="9567"/>
                  </a:cubicBezTo>
                  <a:cubicBezTo>
                    <a:pt x="5209" y="9584"/>
                    <a:pt x="5255" y="9573"/>
                    <a:pt x="5272" y="9587"/>
                  </a:cubicBezTo>
                  <a:cubicBezTo>
                    <a:pt x="5288" y="9599"/>
                    <a:pt x="5311" y="9640"/>
                    <a:pt x="5320" y="9661"/>
                  </a:cubicBezTo>
                  <a:cubicBezTo>
                    <a:pt x="5337" y="9700"/>
                    <a:pt x="5350" y="9795"/>
                    <a:pt x="5371" y="9831"/>
                  </a:cubicBezTo>
                  <a:cubicBezTo>
                    <a:pt x="5388" y="9861"/>
                    <a:pt x="5434" y="9909"/>
                    <a:pt x="5461" y="9922"/>
                  </a:cubicBezTo>
                  <a:cubicBezTo>
                    <a:pt x="5482" y="9931"/>
                    <a:pt x="5533" y="9942"/>
                    <a:pt x="5551" y="9922"/>
                  </a:cubicBezTo>
                  <a:cubicBezTo>
                    <a:pt x="5566" y="9904"/>
                    <a:pt x="5566" y="9842"/>
                    <a:pt x="5565" y="9815"/>
                  </a:cubicBezTo>
                  <a:cubicBezTo>
                    <a:pt x="5563" y="9778"/>
                    <a:pt x="5522" y="9706"/>
                    <a:pt x="5534" y="9673"/>
                  </a:cubicBezTo>
                  <a:cubicBezTo>
                    <a:pt x="5545" y="9644"/>
                    <a:pt x="5600" y="9634"/>
                    <a:pt x="5624" y="9634"/>
                  </a:cubicBezTo>
                  <a:cubicBezTo>
                    <a:pt x="5649" y="9633"/>
                    <a:pt x="5695" y="9672"/>
                    <a:pt x="5720" y="9670"/>
                  </a:cubicBezTo>
                  <a:cubicBezTo>
                    <a:pt x="5754" y="9665"/>
                    <a:pt x="5823" y="9626"/>
                    <a:pt x="5846" y="9590"/>
                  </a:cubicBezTo>
                  <a:cubicBezTo>
                    <a:pt x="5868" y="9558"/>
                    <a:pt x="5883" y="9466"/>
                    <a:pt x="5889" y="9421"/>
                  </a:cubicBezTo>
                  <a:cubicBezTo>
                    <a:pt x="5894" y="9377"/>
                    <a:pt x="5896" y="9283"/>
                    <a:pt x="5886" y="9239"/>
                  </a:cubicBezTo>
                  <a:cubicBezTo>
                    <a:pt x="5877" y="9203"/>
                    <a:pt x="5832" y="9150"/>
                    <a:pt x="5824" y="9113"/>
                  </a:cubicBezTo>
                  <a:cubicBezTo>
                    <a:pt x="5815" y="9078"/>
                    <a:pt x="5809" y="8997"/>
                    <a:pt x="5821" y="8963"/>
                  </a:cubicBezTo>
                  <a:cubicBezTo>
                    <a:pt x="5829" y="8942"/>
                    <a:pt x="5866" y="8927"/>
                    <a:pt x="5877" y="8909"/>
                  </a:cubicBezTo>
                  <a:cubicBezTo>
                    <a:pt x="5894" y="8881"/>
                    <a:pt x="5924" y="8814"/>
                    <a:pt x="5919" y="8778"/>
                  </a:cubicBezTo>
                  <a:cubicBezTo>
                    <a:pt x="5915" y="8745"/>
                    <a:pt x="5861" y="8713"/>
                    <a:pt x="5849" y="8684"/>
                  </a:cubicBezTo>
                  <a:cubicBezTo>
                    <a:pt x="5838" y="8659"/>
                    <a:pt x="5825" y="8599"/>
                    <a:pt x="5826" y="8570"/>
                  </a:cubicBezTo>
                  <a:cubicBezTo>
                    <a:pt x="5829" y="8535"/>
                    <a:pt x="5862" y="8477"/>
                    <a:pt x="5869" y="8443"/>
                  </a:cubicBezTo>
                  <a:cubicBezTo>
                    <a:pt x="5876" y="8404"/>
                    <a:pt x="5861" y="8313"/>
                    <a:pt x="5877" y="8278"/>
                  </a:cubicBezTo>
                  <a:cubicBezTo>
                    <a:pt x="5887" y="8256"/>
                    <a:pt x="5924" y="8232"/>
                    <a:pt x="5942" y="8227"/>
                  </a:cubicBezTo>
                  <a:cubicBezTo>
                    <a:pt x="5965" y="8220"/>
                    <a:pt x="6015" y="8256"/>
                    <a:pt x="6037" y="8243"/>
                  </a:cubicBezTo>
                  <a:cubicBezTo>
                    <a:pt x="6063" y="8226"/>
                    <a:pt x="6105" y="8152"/>
                    <a:pt x="6102" y="8112"/>
                  </a:cubicBezTo>
                  <a:cubicBezTo>
                    <a:pt x="6101" y="8091"/>
                    <a:pt x="6070" y="8066"/>
                    <a:pt x="6060" y="8049"/>
                  </a:cubicBezTo>
                  <a:cubicBezTo>
                    <a:pt x="6046" y="8028"/>
                    <a:pt x="6023" y="7977"/>
                    <a:pt x="6006" y="7959"/>
                  </a:cubicBezTo>
                  <a:cubicBezTo>
                    <a:pt x="5984" y="7935"/>
                    <a:pt x="5919" y="7929"/>
                    <a:pt x="5902" y="7896"/>
                  </a:cubicBezTo>
                  <a:cubicBezTo>
                    <a:pt x="5888" y="7866"/>
                    <a:pt x="5892" y="7789"/>
                    <a:pt x="5897" y="7754"/>
                  </a:cubicBezTo>
                  <a:cubicBezTo>
                    <a:pt x="5901" y="7724"/>
                    <a:pt x="5923" y="7668"/>
                    <a:pt x="5936" y="7643"/>
                  </a:cubicBezTo>
                  <a:cubicBezTo>
                    <a:pt x="5957" y="7607"/>
                    <a:pt x="6015" y="7557"/>
                    <a:pt x="6037" y="7522"/>
                  </a:cubicBezTo>
                  <a:cubicBezTo>
                    <a:pt x="6059" y="7488"/>
                    <a:pt x="6102" y="7415"/>
                    <a:pt x="6111" y="7372"/>
                  </a:cubicBezTo>
                  <a:cubicBezTo>
                    <a:pt x="6117" y="7337"/>
                    <a:pt x="6101" y="7265"/>
                    <a:pt x="6102" y="7230"/>
                  </a:cubicBezTo>
                  <a:cubicBezTo>
                    <a:pt x="6104" y="7175"/>
                    <a:pt x="6112" y="7063"/>
                    <a:pt x="6127" y="7013"/>
                  </a:cubicBezTo>
                  <a:cubicBezTo>
                    <a:pt x="6137" y="6983"/>
                    <a:pt x="6171" y="6934"/>
                    <a:pt x="6186" y="6911"/>
                  </a:cubicBezTo>
                  <a:cubicBezTo>
                    <a:pt x="6199" y="6892"/>
                    <a:pt x="6226" y="6859"/>
                    <a:pt x="6240" y="6843"/>
                  </a:cubicBezTo>
                  <a:cubicBezTo>
                    <a:pt x="6263" y="6817"/>
                    <a:pt x="6319" y="6775"/>
                    <a:pt x="6336" y="6741"/>
                  </a:cubicBezTo>
                  <a:cubicBezTo>
                    <a:pt x="6348" y="6717"/>
                    <a:pt x="6352" y="6654"/>
                    <a:pt x="6361" y="6627"/>
                  </a:cubicBezTo>
                  <a:cubicBezTo>
                    <a:pt x="6371" y="6596"/>
                    <a:pt x="6397" y="6541"/>
                    <a:pt x="6409" y="6512"/>
                  </a:cubicBezTo>
                  <a:cubicBezTo>
                    <a:pt x="6424" y="6478"/>
                    <a:pt x="6456" y="6412"/>
                    <a:pt x="6471" y="6378"/>
                  </a:cubicBezTo>
                  <a:cubicBezTo>
                    <a:pt x="6482" y="6353"/>
                    <a:pt x="6495" y="6291"/>
                    <a:pt x="6513" y="6276"/>
                  </a:cubicBezTo>
                  <a:cubicBezTo>
                    <a:pt x="6538" y="6256"/>
                    <a:pt x="6601" y="6287"/>
                    <a:pt x="6628" y="6276"/>
                  </a:cubicBezTo>
                  <a:cubicBezTo>
                    <a:pt x="6647" y="6268"/>
                    <a:pt x="6686" y="6241"/>
                    <a:pt x="6696" y="6217"/>
                  </a:cubicBezTo>
                  <a:cubicBezTo>
                    <a:pt x="6705" y="6196"/>
                    <a:pt x="6694" y="6142"/>
                    <a:pt x="6699" y="6118"/>
                  </a:cubicBezTo>
                  <a:cubicBezTo>
                    <a:pt x="6705" y="6082"/>
                    <a:pt x="6737" y="6016"/>
                    <a:pt x="6747" y="5981"/>
                  </a:cubicBezTo>
                  <a:cubicBezTo>
                    <a:pt x="6756" y="5947"/>
                    <a:pt x="6783" y="5879"/>
                    <a:pt x="6775" y="5846"/>
                  </a:cubicBezTo>
                  <a:cubicBezTo>
                    <a:pt x="6766" y="5810"/>
                    <a:pt x="6704" y="5783"/>
                    <a:pt x="6685" y="5756"/>
                  </a:cubicBezTo>
                  <a:cubicBezTo>
                    <a:pt x="6654" y="5713"/>
                    <a:pt x="6601" y="5613"/>
                    <a:pt x="6581" y="5559"/>
                  </a:cubicBezTo>
                  <a:cubicBezTo>
                    <a:pt x="6558" y="5499"/>
                    <a:pt x="6527" y="5369"/>
                    <a:pt x="6519" y="5303"/>
                  </a:cubicBezTo>
                  <a:cubicBezTo>
                    <a:pt x="6513" y="5256"/>
                    <a:pt x="6511" y="5157"/>
                    <a:pt x="6516" y="5109"/>
                  </a:cubicBezTo>
                  <a:cubicBezTo>
                    <a:pt x="6520" y="5069"/>
                    <a:pt x="6553" y="4993"/>
                    <a:pt x="6552" y="4952"/>
                  </a:cubicBezTo>
                  <a:cubicBezTo>
                    <a:pt x="6552" y="4914"/>
                    <a:pt x="6519" y="4847"/>
                    <a:pt x="6513" y="4810"/>
                  </a:cubicBezTo>
                  <a:cubicBezTo>
                    <a:pt x="6507" y="4770"/>
                    <a:pt x="6522" y="4681"/>
                    <a:pt x="6508" y="4644"/>
                  </a:cubicBezTo>
                  <a:cubicBezTo>
                    <a:pt x="6497" y="4619"/>
                    <a:pt x="6460" y="4583"/>
                    <a:pt x="6440" y="4578"/>
                  </a:cubicBezTo>
                  <a:cubicBezTo>
                    <a:pt x="6421" y="4572"/>
                    <a:pt x="6377" y="4581"/>
                    <a:pt x="6364" y="4601"/>
                  </a:cubicBezTo>
                  <a:cubicBezTo>
                    <a:pt x="6351" y="4621"/>
                    <a:pt x="6359" y="4682"/>
                    <a:pt x="6353" y="4708"/>
                  </a:cubicBezTo>
                  <a:cubicBezTo>
                    <a:pt x="6348" y="4725"/>
                    <a:pt x="6336" y="4761"/>
                    <a:pt x="6325" y="4771"/>
                  </a:cubicBezTo>
                  <a:cubicBezTo>
                    <a:pt x="6309" y="4784"/>
                    <a:pt x="6264" y="4764"/>
                    <a:pt x="6251" y="4783"/>
                  </a:cubicBezTo>
                  <a:cubicBezTo>
                    <a:pt x="6243" y="4794"/>
                    <a:pt x="6247" y="4833"/>
                    <a:pt x="6246" y="4849"/>
                  </a:cubicBezTo>
                  <a:cubicBezTo>
                    <a:pt x="6244" y="4884"/>
                    <a:pt x="6235" y="4954"/>
                    <a:pt x="6243" y="4988"/>
                  </a:cubicBezTo>
                  <a:cubicBezTo>
                    <a:pt x="6248" y="5011"/>
                    <a:pt x="6273" y="5048"/>
                    <a:pt x="6285" y="5066"/>
                  </a:cubicBezTo>
                  <a:cubicBezTo>
                    <a:pt x="6297" y="5084"/>
                    <a:pt x="6327" y="5111"/>
                    <a:pt x="6339" y="5129"/>
                  </a:cubicBezTo>
                  <a:cubicBezTo>
                    <a:pt x="6354" y="5155"/>
                    <a:pt x="6377" y="5214"/>
                    <a:pt x="6389" y="5243"/>
                  </a:cubicBezTo>
                  <a:cubicBezTo>
                    <a:pt x="6401" y="5271"/>
                    <a:pt x="6427" y="5327"/>
                    <a:pt x="6431" y="5357"/>
                  </a:cubicBezTo>
                  <a:cubicBezTo>
                    <a:pt x="6436" y="5390"/>
                    <a:pt x="6429" y="5456"/>
                    <a:pt x="6426" y="5488"/>
                  </a:cubicBezTo>
                  <a:cubicBezTo>
                    <a:pt x="6423" y="5518"/>
                    <a:pt x="6430" y="5598"/>
                    <a:pt x="6409" y="5606"/>
                  </a:cubicBezTo>
                  <a:cubicBezTo>
                    <a:pt x="6392" y="5613"/>
                    <a:pt x="6367" y="5555"/>
                    <a:pt x="6361" y="5531"/>
                  </a:cubicBezTo>
                  <a:cubicBezTo>
                    <a:pt x="6354" y="5504"/>
                    <a:pt x="6366" y="5441"/>
                    <a:pt x="6361" y="5413"/>
                  </a:cubicBezTo>
                  <a:cubicBezTo>
                    <a:pt x="6353" y="5369"/>
                    <a:pt x="6316" y="5294"/>
                    <a:pt x="6299" y="5256"/>
                  </a:cubicBezTo>
                  <a:cubicBezTo>
                    <a:pt x="6285" y="5222"/>
                    <a:pt x="6258" y="5152"/>
                    <a:pt x="6237" y="5125"/>
                  </a:cubicBezTo>
                  <a:cubicBezTo>
                    <a:pt x="6217" y="5099"/>
                    <a:pt x="6158" y="5081"/>
                    <a:pt x="6142" y="5050"/>
                  </a:cubicBezTo>
                  <a:cubicBezTo>
                    <a:pt x="6129" y="5026"/>
                    <a:pt x="6127" y="4962"/>
                    <a:pt x="6122" y="4932"/>
                  </a:cubicBezTo>
                  <a:cubicBezTo>
                    <a:pt x="6118" y="4905"/>
                    <a:pt x="6109" y="4852"/>
                    <a:pt x="6105" y="4826"/>
                  </a:cubicBezTo>
                  <a:cubicBezTo>
                    <a:pt x="6099" y="4787"/>
                    <a:pt x="6076" y="4711"/>
                    <a:pt x="6080" y="4672"/>
                  </a:cubicBezTo>
                  <a:cubicBezTo>
                    <a:pt x="6083" y="4642"/>
                    <a:pt x="6113" y="4594"/>
                    <a:pt x="6122" y="4566"/>
                  </a:cubicBezTo>
                  <a:cubicBezTo>
                    <a:pt x="6131" y="4536"/>
                    <a:pt x="6136" y="4466"/>
                    <a:pt x="6150" y="4440"/>
                  </a:cubicBezTo>
                  <a:cubicBezTo>
                    <a:pt x="6161" y="4420"/>
                    <a:pt x="6192" y="4389"/>
                    <a:pt x="6209" y="4384"/>
                  </a:cubicBezTo>
                  <a:cubicBezTo>
                    <a:pt x="6235" y="4377"/>
                    <a:pt x="6287" y="4412"/>
                    <a:pt x="6313" y="4412"/>
                  </a:cubicBezTo>
                  <a:cubicBezTo>
                    <a:pt x="6334" y="4412"/>
                    <a:pt x="6374" y="4387"/>
                    <a:pt x="6395" y="4392"/>
                  </a:cubicBezTo>
                  <a:cubicBezTo>
                    <a:pt x="6421" y="4399"/>
                    <a:pt x="6460" y="4460"/>
                    <a:pt x="6486" y="4469"/>
                  </a:cubicBezTo>
                  <a:cubicBezTo>
                    <a:pt x="6500" y="4473"/>
                    <a:pt x="6535" y="4463"/>
                    <a:pt x="6542" y="4463"/>
                  </a:cubicBezTo>
                  <a:cubicBezTo>
                    <a:pt x="6550" y="4463"/>
                    <a:pt x="6602" y="4384"/>
                    <a:pt x="6613" y="4350"/>
                  </a:cubicBezTo>
                  <a:cubicBezTo>
                    <a:pt x="6626" y="4315"/>
                    <a:pt x="6646" y="4235"/>
                    <a:pt x="6642" y="4195"/>
                  </a:cubicBezTo>
                  <a:cubicBezTo>
                    <a:pt x="6636" y="4142"/>
                    <a:pt x="6591" y="4046"/>
                    <a:pt x="6563" y="4009"/>
                  </a:cubicBezTo>
                  <a:cubicBezTo>
                    <a:pt x="6533" y="3968"/>
                    <a:pt x="6446" y="3936"/>
                    <a:pt x="6415" y="3898"/>
                  </a:cubicBezTo>
                  <a:cubicBezTo>
                    <a:pt x="6390" y="3869"/>
                    <a:pt x="6355" y="3791"/>
                    <a:pt x="6336" y="3754"/>
                  </a:cubicBezTo>
                  <a:cubicBezTo>
                    <a:pt x="6322" y="3727"/>
                    <a:pt x="6290" y="3677"/>
                    <a:pt x="6281" y="3646"/>
                  </a:cubicBezTo>
                  <a:cubicBezTo>
                    <a:pt x="6270" y="3606"/>
                    <a:pt x="6261" y="3516"/>
                    <a:pt x="6266" y="3472"/>
                  </a:cubicBezTo>
                  <a:cubicBezTo>
                    <a:pt x="6269" y="3448"/>
                    <a:pt x="6294" y="3406"/>
                    <a:pt x="6296" y="3381"/>
                  </a:cubicBezTo>
                  <a:cubicBezTo>
                    <a:pt x="6299" y="3354"/>
                    <a:pt x="6299" y="3285"/>
                    <a:pt x="6281" y="3273"/>
                  </a:cubicBezTo>
                  <a:cubicBezTo>
                    <a:pt x="6270" y="3266"/>
                    <a:pt x="6250" y="3300"/>
                    <a:pt x="6238" y="3307"/>
                  </a:cubicBezTo>
                  <a:cubicBezTo>
                    <a:pt x="6219" y="3320"/>
                    <a:pt x="6173" y="3327"/>
                    <a:pt x="6160" y="3349"/>
                  </a:cubicBezTo>
                  <a:cubicBezTo>
                    <a:pt x="6147" y="3370"/>
                    <a:pt x="6147" y="3428"/>
                    <a:pt x="6144" y="3454"/>
                  </a:cubicBezTo>
                  <a:cubicBezTo>
                    <a:pt x="6142" y="3481"/>
                    <a:pt x="6142" y="3537"/>
                    <a:pt x="6141" y="3564"/>
                  </a:cubicBezTo>
                  <a:cubicBezTo>
                    <a:pt x="6139" y="3589"/>
                    <a:pt x="6141" y="3640"/>
                    <a:pt x="6133" y="3662"/>
                  </a:cubicBezTo>
                  <a:cubicBezTo>
                    <a:pt x="6127" y="3679"/>
                    <a:pt x="6097" y="3696"/>
                    <a:pt x="6096" y="3715"/>
                  </a:cubicBezTo>
                  <a:cubicBezTo>
                    <a:pt x="6094" y="3744"/>
                    <a:pt x="6129" y="3790"/>
                    <a:pt x="6143" y="3812"/>
                  </a:cubicBezTo>
                  <a:cubicBezTo>
                    <a:pt x="6160" y="3840"/>
                    <a:pt x="6199" y="3891"/>
                    <a:pt x="6218" y="3917"/>
                  </a:cubicBezTo>
                  <a:cubicBezTo>
                    <a:pt x="6230" y="3934"/>
                    <a:pt x="6259" y="3963"/>
                    <a:pt x="6268" y="3982"/>
                  </a:cubicBezTo>
                  <a:cubicBezTo>
                    <a:pt x="6284" y="4015"/>
                    <a:pt x="6313" y="4092"/>
                    <a:pt x="6306" y="4130"/>
                  </a:cubicBezTo>
                  <a:cubicBezTo>
                    <a:pt x="6301" y="4154"/>
                    <a:pt x="6265" y="4179"/>
                    <a:pt x="6250" y="4193"/>
                  </a:cubicBezTo>
                  <a:cubicBezTo>
                    <a:pt x="6235" y="4205"/>
                    <a:pt x="6203" y="4233"/>
                    <a:pt x="6186" y="4232"/>
                  </a:cubicBezTo>
                  <a:cubicBezTo>
                    <a:pt x="6162" y="4231"/>
                    <a:pt x="6118" y="4197"/>
                    <a:pt x="6101" y="4174"/>
                  </a:cubicBezTo>
                  <a:cubicBezTo>
                    <a:pt x="6088" y="4156"/>
                    <a:pt x="6085" y="4090"/>
                    <a:pt x="6068" y="4080"/>
                  </a:cubicBezTo>
                  <a:cubicBezTo>
                    <a:pt x="6044" y="4067"/>
                    <a:pt x="5994" y="4106"/>
                    <a:pt x="5974" y="4127"/>
                  </a:cubicBezTo>
                  <a:cubicBezTo>
                    <a:pt x="5955" y="4147"/>
                    <a:pt x="5939" y="4220"/>
                    <a:pt x="5918" y="4235"/>
                  </a:cubicBezTo>
                  <a:cubicBezTo>
                    <a:pt x="5900" y="4247"/>
                    <a:pt x="5857" y="4217"/>
                    <a:pt x="5840" y="4232"/>
                  </a:cubicBezTo>
                  <a:cubicBezTo>
                    <a:pt x="5817" y="4255"/>
                    <a:pt x="5794" y="4344"/>
                    <a:pt x="5801" y="4382"/>
                  </a:cubicBezTo>
                  <a:cubicBezTo>
                    <a:pt x="5806" y="4409"/>
                    <a:pt x="5848" y="4432"/>
                    <a:pt x="5863" y="4450"/>
                  </a:cubicBezTo>
                  <a:cubicBezTo>
                    <a:pt x="5878" y="4468"/>
                    <a:pt x="5913" y="4499"/>
                    <a:pt x="5923" y="4524"/>
                  </a:cubicBezTo>
                  <a:cubicBezTo>
                    <a:pt x="5936" y="4555"/>
                    <a:pt x="5933" y="4632"/>
                    <a:pt x="5938" y="4668"/>
                  </a:cubicBezTo>
                  <a:cubicBezTo>
                    <a:pt x="5947" y="4731"/>
                    <a:pt x="5982" y="4853"/>
                    <a:pt x="5983" y="4918"/>
                  </a:cubicBezTo>
                  <a:cubicBezTo>
                    <a:pt x="5984" y="4952"/>
                    <a:pt x="5969" y="5020"/>
                    <a:pt x="5964" y="5054"/>
                  </a:cubicBezTo>
                  <a:cubicBezTo>
                    <a:pt x="5959" y="5091"/>
                    <a:pt x="5949" y="5165"/>
                    <a:pt x="5944" y="5201"/>
                  </a:cubicBezTo>
                  <a:cubicBezTo>
                    <a:pt x="5939" y="5238"/>
                    <a:pt x="5925" y="5309"/>
                    <a:pt x="5923" y="5346"/>
                  </a:cubicBezTo>
                  <a:cubicBezTo>
                    <a:pt x="5922" y="5375"/>
                    <a:pt x="5914" y="5437"/>
                    <a:pt x="5925" y="5461"/>
                  </a:cubicBezTo>
                  <a:cubicBezTo>
                    <a:pt x="5933" y="5480"/>
                    <a:pt x="5962" y="5504"/>
                    <a:pt x="5977" y="5504"/>
                  </a:cubicBezTo>
                  <a:cubicBezTo>
                    <a:pt x="5994" y="5503"/>
                    <a:pt x="6023" y="5473"/>
                    <a:pt x="6032" y="5454"/>
                  </a:cubicBezTo>
                  <a:cubicBezTo>
                    <a:pt x="6043" y="5432"/>
                    <a:pt x="6046" y="5377"/>
                    <a:pt x="6047" y="5352"/>
                  </a:cubicBezTo>
                  <a:cubicBezTo>
                    <a:pt x="6048" y="5331"/>
                    <a:pt x="6037" y="5290"/>
                    <a:pt x="6041" y="5270"/>
                  </a:cubicBezTo>
                  <a:cubicBezTo>
                    <a:pt x="6044" y="5256"/>
                    <a:pt x="6054" y="5230"/>
                    <a:pt x="6064" y="5225"/>
                  </a:cubicBezTo>
                  <a:cubicBezTo>
                    <a:pt x="6082" y="5216"/>
                    <a:pt x="6120" y="5243"/>
                    <a:pt x="6137" y="5257"/>
                  </a:cubicBezTo>
                  <a:cubicBezTo>
                    <a:pt x="6151" y="5268"/>
                    <a:pt x="6179" y="5296"/>
                    <a:pt x="6186" y="5317"/>
                  </a:cubicBezTo>
                  <a:cubicBezTo>
                    <a:pt x="6195" y="5348"/>
                    <a:pt x="6179" y="5418"/>
                    <a:pt x="6184" y="5451"/>
                  </a:cubicBezTo>
                  <a:cubicBezTo>
                    <a:pt x="6187" y="5477"/>
                    <a:pt x="6204" y="5526"/>
                    <a:pt x="6214" y="5549"/>
                  </a:cubicBezTo>
                  <a:cubicBezTo>
                    <a:pt x="6225" y="5573"/>
                    <a:pt x="6250" y="5620"/>
                    <a:pt x="6266" y="5638"/>
                  </a:cubicBezTo>
                  <a:cubicBezTo>
                    <a:pt x="6278" y="5651"/>
                    <a:pt x="6308" y="5661"/>
                    <a:pt x="6319" y="5674"/>
                  </a:cubicBezTo>
                  <a:cubicBezTo>
                    <a:pt x="6333" y="5692"/>
                    <a:pt x="6355" y="5738"/>
                    <a:pt x="6362" y="5764"/>
                  </a:cubicBezTo>
                  <a:cubicBezTo>
                    <a:pt x="6371" y="5796"/>
                    <a:pt x="6371" y="5866"/>
                    <a:pt x="6375" y="5900"/>
                  </a:cubicBezTo>
                  <a:cubicBezTo>
                    <a:pt x="6380" y="5940"/>
                    <a:pt x="6394" y="6018"/>
                    <a:pt x="6394" y="6058"/>
                  </a:cubicBezTo>
                  <a:cubicBezTo>
                    <a:pt x="6394" y="6090"/>
                    <a:pt x="6389" y="6158"/>
                    <a:pt x="6379" y="6187"/>
                  </a:cubicBezTo>
                  <a:cubicBezTo>
                    <a:pt x="6371" y="6209"/>
                    <a:pt x="6346" y="6243"/>
                    <a:pt x="6334" y="6260"/>
                  </a:cubicBezTo>
                  <a:cubicBezTo>
                    <a:pt x="6318" y="6284"/>
                    <a:pt x="6282" y="6324"/>
                    <a:pt x="6268" y="6349"/>
                  </a:cubicBezTo>
                  <a:cubicBezTo>
                    <a:pt x="6258" y="6368"/>
                    <a:pt x="6247" y="6416"/>
                    <a:pt x="6235" y="6431"/>
                  </a:cubicBezTo>
                  <a:cubicBezTo>
                    <a:pt x="6228" y="6438"/>
                    <a:pt x="6212" y="6447"/>
                    <a:pt x="6204" y="6447"/>
                  </a:cubicBezTo>
                  <a:cubicBezTo>
                    <a:pt x="6183" y="6445"/>
                    <a:pt x="6143" y="6416"/>
                    <a:pt x="6127" y="6394"/>
                  </a:cubicBezTo>
                  <a:cubicBezTo>
                    <a:pt x="6108" y="6367"/>
                    <a:pt x="6081" y="6295"/>
                    <a:pt x="6079" y="6258"/>
                  </a:cubicBezTo>
                  <a:cubicBezTo>
                    <a:pt x="6077" y="6215"/>
                    <a:pt x="6121" y="6139"/>
                    <a:pt x="6116" y="6097"/>
                  </a:cubicBezTo>
                  <a:cubicBezTo>
                    <a:pt x="6114" y="6077"/>
                    <a:pt x="6086" y="6051"/>
                    <a:pt x="6081" y="6032"/>
                  </a:cubicBezTo>
                  <a:cubicBezTo>
                    <a:pt x="6074" y="6005"/>
                    <a:pt x="6089" y="5944"/>
                    <a:pt x="6081" y="5919"/>
                  </a:cubicBezTo>
                  <a:cubicBezTo>
                    <a:pt x="6073" y="5897"/>
                    <a:pt x="6045" y="5864"/>
                    <a:pt x="6028" y="5861"/>
                  </a:cubicBezTo>
                  <a:cubicBezTo>
                    <a:pt x="6009" y="5857"/>
                    <a:pt x="5974" y="5890"/>
                    <a:pt x="5957" y="5903"/>
                  </a:cubicBezTo>
                  <a:cubicBezTo>
                    <a:pt x="5944" y="5912"/>
                    <a:pt x="5922" y="5947"/>
                    <a:pt x="5908" y="5945"/>
                  </a:cubicBezTo>
                  <a:cubicBezTo>
                    <a:pt x="5890" y="5943"/>
                    <a:pt x="5855" y="5903"/>
                    <a:pt x="5852" y="5877"/>
                  </a:cubicBezTo>
                  <a:cubicBezTo>
                    <a:pt x="5849" y="5855"/>
                    <a:pt x="5880" y="5820"/>
                    <a:pt x="5882" y="5798"/>
                  </a:cubicBezTo>
                  <a:cubicBezTo>
                    <a:pt x="5884" y="5778"/>
                    <a:pt x="5877" y="5736"/>
                    <a:pt x="5869" y="5719"/>
                  </a:cubicBezTo>
                  <a:cubicBezTo>
                    <a:pt x="5855" y="5692"/>
                    <a:pt x="5804" y="5670"/>
                    <a:pt x="5790" y="5643"/>
                  </a:cubicBezTo>
                  <a:cubicBezTo>
                    <a:pt x="5777" y="5616"/>
                    <a:pt x="5765" y="5549"/>
                    <a:pt x="5767" y="5517"/>
                  </a:cubicBezTo>
                  <a:cubicBezTo>
                    <a:pt x="5769" y="5489"/>
                    <a:pt x="5799" y="5444"/>
                    <a:pt x="5801" y="5417"/>
                  </a:cubicBezTo>
                  <a:cubicBezTo>
                    <a:pt x="5803" y="5392"/>
                    <a:pt x="5787" y="5345"/>
                    <a:pt x="5786" y="5320"/>
                  </a:cubicBezTo>
                  <a:cubicBezTo>
                    <a:pt x="5786" y="5296"/>
                    <a:pt x="5790" y="5248"/>
                    <a:pt x="5797" y="5228"/>
                  </a:cubicBezTo>
                  <a:cubicBezTo>
                    <a:pt x="5806" y="5203"/>
                    <a:pt x="5844" y="5174"/>
                    <a:pt x="5852" y="5149"/>
                  </a:cubicBezTo>
                  <a:cubicBezTo>
                    <a:pt x="5863" y="5111"/>
                    <a:pt x="5856" y="5026"/>
                    <a:pt x="5852" y="4986"/>
                  </a:cubicBezTo>
                  <a:cubicBezTo>
                    <a:pt x="5848" y="4951"/>
                    <a:pt x="5829" y="4886"/>
                    <a:pt x="5822" y="4852"/>
                  </a:cubicBezTo>
                  <a:cubicBezTo>
                    <a:pt x="5817" y="4828"/>
                    <a:pt x="5817" y="4771"/>
                    <a:pt x="5803" y="4755"/>
                  </a:cubicBezTo>
                  <a:cubicBezTo>
                    <a:pt x="5783" y="4731"/>
                    <a:pt x="5717" y="4762"/>
                    <a:pt x="5696" y="4740"/>
                  </a:cubicBezTo>
                  <a:cubicBezTo>
                    <a:pt x="5685" y="4727"/>
                    <a:pt x="5682" y="4683"/>
                    <a:pt x="5676" y="4666"/>
                  </a:cubicBezTo>
                  <a:cubicBezTo>
                    <a:pt x="5666" y="4639"/>
                    <a:pt x="5642" y="4588"/>
                    <a:pt x="5628" y="4563"/>
                  </a:cubicBezTo>
                  <a:cubicBezTo>
                    <a:pt x="5615" y="4538"/>
                    <a:pt x="5583" y="4495"/>
                    <a:pt x="5569" y="4471"/>
                  </a:cubicBezTo>
                  <a:cubicBezTo>
                    <a:pt x="5550" y="4440"/>
                    <a:pt x="5507" y="4380"/>
                    <a:pt x="5495" y="4343"/>
                  </a:cubicBezTo>
                  <a:cubicBezTo>
                    <a:pt x="5483" y="4304"/>
                    <a:pt x="5467" y="4216"/>
                    <a:pt x="5477" y="4177"/>
                  </a:cubicBezTo>
                  <a:cubicBezTo>
                    <a:pt x="5489" y="4127"/>
                    <a:pt x="5562" y="4070"/>
                    <a:pt x="5589" y="4032"/>
                  </a:cubicBezTo>
                  <a:cubicBezTo>
                    <a:pt x="5613" y="3999"/>
                    <a:pt x="5658" y="3925"/>
                    <a:pt x="5683" y="3893"/>
                  </a:cubicBezTo>
                  <a:cubicBezTo>
                    <a:pt x="5717" y="3850"/>
                    <a:pt x="5796" y="3780"/>
                    <a:pt x="5831" y="3738"/>
                  </a:cubicBezTo>
                  <a:cubicBezTo>
                    <a:pt x="5848" y="3718"/>
                    <a:pt x="5882" y="3675"/>
                    <a:pt x="5897" y="3651"/>
                  </a:cubicBezTo>
                  <a:cubicBezTo>
                    <a:pt x="5911" y="3630"/>
                    <a:pt x="5941" y="3588"/>
                    <a:pt x="5949" y="3562"/>
                  </a:cubicBezTo>
                  <a:cubicBezTo>
                    <a:pt x="5960" y="3530"/>
                    <a:pt x="5967" y="3458"/>
                    <a:pt x="5970" y="3423"/>
                  </a:cubicBezTo>
                  <a:cubicBezTo>
                    <a:pt x="5973" y="3387"/>
                    <a:pt x="5974" y="3315"/>
                    <a:pt x="5976" y="3278"/>
                  </a:cubicBezTo>
                  <a:cubicBezTo>
                    <a:pt x="5977" y="3251"/>
                    <a:pt x="5975" y="3195"/>
                    <a:pt x="5983" y="3171"/>
                  </a:cubicBezTo>
                  <a:cubicBezTo>
                    <a:pt x="5990" y="3148"/>
                    <a:pt x="6025" y="3120"/>
                    <a:pt x="6032" y="3097"/>
                  </a:cubicBezTo>
                  <a:cubicBezTo>
                    <a:pt x="6038" y="3077"/>
                    <a:pt x="6046" y="3028"/>
                    <a:pt x="6036" y="3013"/>
                  </a:cubicBezTo>
                  <a:cubicBezTo>
                    <a:pt x="6025" y="2997"/>
                    <a:pt x="5987" y="3002"/>
                    <a:pt x="5974" y="3013"/>
                  </a:cubicBezTo>
                  <a:cubicBezTo>
                    <a:pt x="5964" y="3021"/>
                    <a:pt x="5961" y="3058"/>
                    <a:pt x="5951" y="3066"/>
                  </a:cubicBezTo>
                  <a:cubicBezTo>
                    <a:pt x="5937" y="3076"/>
                    <a:pt x="5899" y="3079"/>
                    <a:pt x="5887" y="3063"/>
                  </a:cubicBezTo>
                  <a:cubicBezTo>
                    <a:pt x="5876" y="3047"/>
                    <a:pt x="5881" y="2995"/>
                    <a:pt x="5886" y="2974"/>
                  </a:cubicBezTo>
                  <a:cubicBezTo>
                    <a:pt x="5893" y="2944"/>
                    <a:pt x="5923" y="2896"/>
                    <a:pt x="5940" y="2877"/>
                  </a:cubicBezTo>
                  <a:cubicBezTo>
                    <a:pt x="5952" y="2862"/>
                    <a:pt x="5981" y="2841"/>
                    <a:pt x="5996" y="2837"/>
                  </a:cubicBezTo>
                  <a:cubicBezTo>
                    <a:pt x="6022" y="2830"/>
                    <a:pt x="6073" y="2848"/>
                    <a:pt x="6099" y="2848"/>
                  </a:cubicBezTo>
                  <a:cubicBezTo>
                    <a:pt x="6121" y="2847"/>
                    <a:pt x="6163" y="2831"/>
                    <a:pt x="6184" y="2837"/>
                  </a:cubicBezTo>
                  <a:cubicBezTo>
                    <a:pt x="6200" y="2842"/>
                    <a:pt x="6229" y="2868"/>
                    <a:pt x="6243" y="2881"/>
                  </a:cubicBezTo>
                  <a:cubicBezTo>
                    <a:pt x="6257" y="2894"/>
                    <a:pt x="6283" y="2922"/>
                    <a:pt x="6295" y="2938"/>
                  </a:cubicBezTo>
                  <a:cubicBezTo>
                    <a:pt x="6307" y="2954"/>
                    <a:pt x="6331" y="2987"/>
                    <a:pt x="6339" y="3007"/>
                  </a:cubicBezTo>
                  <a:cubicBezTo>
                    <a:pt x="6350" y="3041"/>
                    <a:pt x="6345" y="3122"/>
                    <a:pt x="6358" y="3155"/>
                  </a:cubicBezTo>
                  <a:cubicBezTo>
                    <a:pt x="6367" y="3176"/>
                    <a:pt x="6396" y="3209"/>
                    <a:pt x="6412" y="3220"/>
                  </a:cubicBezTo>
                  <a:cubicBezTo>
                    <a:pt x="6433" y="3235"/>
                    <a:pt x="6483" y="3269"/>
                    <a:pt x="6503" y="3251"/>
                  </a:cubicBezTo>
                  <a:cubicBezTo>
                    <a:pt x="6537" y="3222"/>
                    <a:pt x="6532" y="3090"/>
                    <a:pt x="6538" y="3034"/>
                  </a:cubicBezTo>
                  <a:cubicBezTo>
                    <a:pt x="6542" y="3000"/>
                    <a:pt x="6549" y="2929"/>
                    <a:pt x="6548" y="2895"/>
                  </a:cubicBezTo>
                  <a:cubicBezTo>
                    <a:pt x="6547" y="2850"/>
                    <a:pt x="6543" y="2758"/>
                    <a:pt x="6527" y="2719"/>
                  </a:cubicBezTo>
                  <a:cubicBezTo>
                    <a:pt x="6517" y="2695"/>
                    <a:pt x="6472" y="2673"/>
                    <a:pt x="6468" y="2647"/>
                  </a:cubicBezTo>
                  <a:cubicBezTo>
                    <a:pt x="6465" y="2625"/>
                    <a:pt x="6482" y="2577"/>
                    <a:pt x="6496" y="2569"/>
                  </a:cubicBezTo>
                  <a:cubicBezTo>
                    <a:pt x="6518" y="2558"/>
                    <a:pt x="6567" y="2595"/>
                    <a:pt x="6585" y="2617"/>
                  </a:cubicBezTo>
                  <a:cubicBezTo>
                    <a:pt x="6599" y="2634"/>
                    <a:pt x="6602" y="2699"/>
                    <a:pt x="6618" y="2708"/>
                  </a:cubicBezTo>
                  <a:cubicBezTo>
                    <a:pt x="6644" y="2720"/>
                    <a:pt x="6698" y="2669"/>
                    <a:pt x="6718" y="2644"/>
                  </a:cubicBezTo>
                  <a:cubicBezTo>
                    <a:pt x="6736" y="2624"/>
                    <a:pt x="6767" y="2570"/>
                    <a:pt x="6771" y="2538"/>
                  </a:cubicBezTo>
                  <a:cubicBezTo>
                    <a:pt x="6775" y="2496"/>
                    <a:pt x="6750" y="2411"/>
                    <a:pt x="6737" y="2373"/>
                  </a:cubicBezTo>
                  <a:cubicBezTo>
                    <a:pt x="6717" y="2315"/>
                    <a:pt x="6647" y="2224"/>
                    <a:pt x="6631" y="2163"/>
                  </a:cubicBezTo>
                  <a:cubicBezTo>
                    <a:pt x="6617" y="2113"/>
                    <a:pt x="6607" y="2002"/>
                    <a:pt x="6613" y="1949"/>
                  </a:cubicBezTo>
                  <a:cubicBezTo>
                    <a:pt x="6617" y="1915"/>
                    <a:pt x="6641" y="1855"/>
                    <a:pt x="6654" y="1827"/>
                  </a:cubicBezTo>
                  <a:cubicBezTo>
                    <a:pt x="6665" y="1802"/>
                    <a:pt x="6700" y="1765"/>
                    <a:pt x="6709" y="1738"/>
                  </a:cubicBezTo>
                  <a:cubicBezTo>
                    <a:pt x="6716" y="1716"/>
                    <a:pt x="6724" y="1665"/>
                    <a:pt x="6720" y="1642"/>
                  </a:cubicBezTo>
                  <a:cubicBezTo>
                    <a:pt x="6715" y="1609"/>
                    <a:pt x="6685" y="1554"/>
                    <a:pt x="6666" y="1533"/>
                  </a:cubicBezTo>
                  <a:cubicBezTo>
                    <a:pt x="6647" y="1511"/>
                    <a:pt x="6599" y="1483"/>
                    <a:pt x="6573" y="1480"/>
                  </a:cubicBezTo>
                  <a:cubicBezTo>
                    <a:pt x="6548" y="1477"/>
                    <a:pt x="6497" y="1492"/>
                    <a:pt x="6474" y="1508"/>
                  </a:cubicBezTo>
                  <a:cubicBezTo>
                    <a:pt x="6450" y="1524"/>
                    <a:pt x="6411" y="1575"/>
                    <a:pt x="6396" y="1604"/>
                  </a:cubicBezTo>
                  <a:cubicBezTo>
                    <a:pt x="6385" y="1628"/>
                    <a:pt x="6369" y="1682"/>
                    <a:pt x="6367" y="1711"/>
                  </a:cubicBezTo>
                  <a:cubicBezTo>
                    <a:pt x="6365" y="1734"/>
                    <a:pt x="6383" y="1782"/>
                    <a:pt x="6378" y="1805"/>
                  </a:cubicBezTo>
                  <a:cubicBezTo>
                    <a:pt x="6374" y="1825"/>
                    <a:pt x="6343" y="1848"/>
                    <a:pt x="6340" y="1868"/>
                  </a:cubicBezTo>
                  <a:cubicBezTo>
                    <a:pt x="6336" y="1894"/>
                    <a:pt x="6367" y="1944"/>
                    <a:pt x="6361" y="1968"/>
                  </a:cubicBezTo>
                  <a:cubicBezTo>
                    <a:pt x="6354" y="2000"/>
                    <a:pt x="6309" y="2051"/>
                    <a:pt x="6285" y="2047"/>
                  </a:cubicBezTo>
                  <a:cubicBezTo>
                    <a:pt x="6262" y="2044"/>
                    <a:pt x="6236" y="1977"/>
                    <a:pt x="6225" y="1949"/>
                  </a:cubicBezTo>
                  <a:cubicBezTo>
                    <a:pt x="6214" y="1922"/>
                    <a:pt x="6203" y="1862"/>
                    <a:pt x="6198" y="1832"/>
                  </a:cubicBezTo>
                  <a:cubicBezTo>
                    <a:pt x="6192" y="1803"/>
                    <a:pt x="6190" y="1740"/>
                    <a:pt x="6181" y="1712"/>
                  </a:cubicBezTo>
                  <a:cubicBezTo>
                    <a:pt x="6174" y="1691"/>
                    <a:pt x="6150" y="1658"/>
                    <a:pt x="6142" y="1638"/>
                  </a:cubicBezTo>
                  <a:cubicBezTo>
                    <a:pt x="6129" y="1608"/>
                    <a:pt x="6092" y="1544"/>
                    <a:pt x="6102" y="1513"/>
                  </a:cubicBezTo>
                  <a:cubicBezTo>
                    <a:pt x="6111" y="1486"/>
                    <a:pt x="6162" y="1474"/>
                    <a:pt x="6184" y="1476"/>
                  </a:cubicBezTo>
                  <a:cubicBezTo>
                    <a:pt x="6207" y="1478"/>
                    <a:pt x="6247" y="1537"/>
                    <a:pt x="6270" y="1530"/>
                  </a:cubicBezTo>
                  <a:cubicBezTo>
                    <a:pt x="6282" y="1526"/>
                    <a:pt x="6294" y="1489"/>
                    <a:pt x="6302" y="1476"/>
                  </a:cubicBezTo>
                  <a:cubicBezTo>
                    <a:pt x="6315" y="1457"/>
                    <a:pt x="6347" y="1425"/>
                    <a:pt x="6354" y="1401"/>
                  </a:cubicBezTo>
                  <a:cubicBezTo>
                    <a:pt x="6359" y="1384"/>
                    <a:pt x="6362" y="1344"/>
                    <a:pt x="6357" y="1326"/>
                  </a:cubicBezTo>
                  <a:cubicBezTo>
                    <a:pt x="6350" y="1303"/>
                    <a:pt x="6323" y="1262"/>
                    <a:pt x="6306" y="1253"/>
                  </a:cubicBezTo>
                  <a:cubicBezTo>
                    <a:pt x="6291" y="1245"/>
                    <a:pt x="6256" y="1267"/>
                    <a:pt x="6240" y="1259"/>
                  </a:cubicBezTo>
                  <a:cubicBezTo>
                    <a:pt x="6224" y="1252"/>
                    <a:pt x="6190" y="1222"/>
                    <a:pt x="6186" y="1198"/>
                  </a:cubicBezTo>
                  <a:cubicBezTo>
                    <a:pt x="6181" y="1161"/>
                    <a:pt x="6229" y="1101"/>
                    <a:pt x="6235" y="1064"/>
                  </a:cubicBezTo>
                  <a:cubicBezTo>
                    <a:pt x="6239" y="1034"/>
                    <a:pt x="6236" y="972"/>
                    <a:pt x="6233" y="942"/>
                  </a:cubicBezTo>
                  <a:cubicBezTo>
                    <a:pt x="6231" y="922"/>
                    <a:pt x="6227" y="882"/>
                    <a:pt x="6220" y="865"/>
                  </a:cubicBezTo>
                  <a:cubicBezTo>
                    <a:pt x="6211" y="843"/>
                    <a:pt x="6179" y="813"/>
                    <a:pt x="6167" y="794"/>
                  </a:cubicBezTo>
                  <a:cubicBezTo>
                    <a:pt x="6156" y="777"/>
                    <a:pt x="6133" y="739"/>
                    <a:pt x="6126" y="717"/>
                  </a:cubicBezTo>
                  <a:cubicBezTo>
                    <a:pt x="6116" y="684"/>
                    <a:pt x="6096" y="604"/>
                    <a:pt x="6112" y="578"/>
                  </a:cubicBezTo>
                  <a:cubicBezTo>
                    <a:pt x="6125" y="558"/>
                    <a:pt x="6171" y="592"/>
                    <a:pt x="6186" y="578"/>
                  </a:cubicBezTo>
                  <a:cubicBezTo>
                    <a:pt x="6211" y="556"/>
                    <a:pt x="6229" y="471"/>
                    <a:pt x="6233" y="432"/>
                  </a:cubicBezTo>
                  <a:cubicBezTo>
                    <a:pt x="6236" y="402"/>
                    <a:pt x="6237" y="330"/>
                    <a:pt x="6219" y="313"/>
                  </a:cubicBezTo>
                  <a:cubicBezTo>
                    <a:pt x="6193" y="290"/>
                    <a:pt x="6128" y="367"/>
                    <a:pt x="6098" y="357"/>
                  </a:cubicBezTo>
                  <a:cubicBezTo>
                    <a:pt x="6083" y="352"/>
                    <a:pt x="6058" y="320"/>
                    <a:pt x="6053" y="300"/>
                  </a:cubicBezTo>
                  <a:cubicBezTo>
                    <a:pt x="6047" y="273"/>
                    <a:pt x="6057" y="212"/>
                    <a:pt x="6069" y="189"/>
                  </a:cubicBezTo>
                  <a:cubicBezTo>
                    <a:pt x="6082" y="163"/>
                    <a:pt x="6128" y="142"/>
                    <a:pt x="6149" y="128"/>
                  </a:cubicBezTo>
                  <a:cubicBezTo>
                    <a:pt x="6164" y="118"/>
                    <a:pt x="6198" y="104"/>
                    <a:pt x="6211" y="89"/>
                  </a:cubicBezTo>
                  <a:cubicBezTo>
                    <a:pt x="6224" y="73"/>
                    <a:pt x="6235" y="18"/>
                    <a:pt x="6250" y="6"/>
                  </a:cubicBezTo>
                  <a:cubicBezTo>
                    <a:pt x="6263" y="-4"/>
                    <a:pt x="6308" y="2"/>
                    <a:pt x="6308" y="2"/>
                  </a:cubicBezTo>
                  <a:lnTo>
                    <a:pt x="13634" y="2427"/>
                  </a:lnTo>
                  <a:cubicBezTo>
                    <a:pt x="13634" y="2427"/>
                    <a:pt x="21597" y="4567"/>
                    <a:pt x="21597" y="4567"/>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14" name="Shape 4796"/>
            <p:cNvSpPr/>
            <p:nvPr/>
          </p:nvSpPr>
          <p:spPr>
            <a:xfrm>
              <a:off x="138070" y="690352"/>
              <a:ext cx="1635172" cy="1351625"/>
            </a:xfrm>
            <a:custGeom>
              <a:avLst/>
              <a:gdLst/>
              <a:ahLst/>
              <a:cxnLst>
                <a:cxn ang="0">
                  <a:pos x="wd2" y="hd2"/>
                </a:cxn>
                <a:cxn ang="5400000">
                  <a:pos x="wd2" y="hd2"/>
                </a:cxn>
                <a:cxn ang="10800000">
                  <a:pos x="wd2" y="hd2"/>
                </a:cxn>
                <a:cxn ang="16200000">
                  <a:pos x="wd2" y="hd2"/>
                </a:cxn>
              </a:cxnLst>
              <a:rect l="0" t="0" r="r" b="b"/>
              <a:pathLst>
                <a:path w="21589" h="21599" extrusionOk="0">
                  <a:moveTo>
                    <a:pt x="10647" y="19859"/>
                  </a:moveTo>
                  <a:lnTo>
                    <a:pt x="7064" y="18879"/>
                  </a:lnTo>
                  <a:lnTo>
                    <a:pt x="2696" y="17602"/>
                  </a:lnTo>
                  <a:lnTo>
                    <a:pt x="277" y="16874"/>
                  </a:lnTo>
                  <a:cubicBezTo>
                    <a:pt x="275" y="16830"/>
                    <a:pt x="271" y="16781"/>
                    <a:pt x="262" y="16753"/>
                  </a:cubicBezTo>
                  <a:cubicBezTo>
                    <a:pt x="251" y="16721"/>
                    <a:pt x="213" y="16665"/>
                    <a:pt x="191" y="16642"/>
                  </a:cubicBezTo>
                  <a:cubicBezTo>
                    <a:pt x="177" y="16627"/>
                    <a:pt x="138" y="16615"/>
                    <a:pt x="124" y="16600"/>
                  </a:cubicBezTo>
                  <a:cubicBezTo>
                    <a:pt x="109" y="16585"/>
                    <a:pt x="86" y="16549"/>
                    <a:pt x="79" y="16528"/>
                  </a:cubicBezTo>
                  <a:cubicBezTo>
                    <a:pt x="70" y="16503"/>
                    <a:pt x="77" y="16440"/>
                    <a:pt x="65" y="16415"/>
                  </a:cubicBezTo>
                  <a:cubicBezTo>
                    <a:pt x="56" y="16397"/>
                    <a:pt x="16" y="16383"/>
                    <a:pt x="9" y="16364"/>
                  </a:cubicBezTo>
                  <a:cubicBezTo>
                    <a:pt x="-3" y="16334"/>
                    <a:pt x="5" y="16262"/>
                    <a:pt x="16" y="16230"/>
                  </a:cubicBezTo>
                  <a:cubicBezTo>
                    <a:pt x="21" y="16214"/>
                    <a:pt x="51" y="16192"/>
                    <a:pt x="53" y="16174"/>
                  </a:cubicBezTo>
                  <a:cubicBezTo>
                    <a:pt x="55" y="16156"/>
                    <a:pt x="32" y="16126"/>
                    <a:pt x="30" y="16109"/>
                  </a:cubicBezTo>
                  <a:cubicBezTo>
                    <a:pt x="27" y="16089"/>
                    <a:pt x="37" y="16051"/>
                    <a:pt x="39" y="16032"/>
                  </a:cubicBezTo>
                  <a:cubicBezTo>
                    <a:pt x="43" y="15999"/>
                    <a:pt x="51" y="15934"/>
                    <a:pt x="51" y="15901"/>
                  </a:cubicBezTo>
                  <a:cubicBezTo>
                    <a:pt x="50" y="15879"/>
                    <a:pt x="47" y="15832"/>
                    <a:pt x="41" y="15810"/>
                  </a:cubicBezTo>
                  <a:cubicBezTo>
                    <a:pt x="35" y="15785"/>
                    <a:pt x="6" y="15743"/>
                    <a:pt x="2" y="15717"/>
                  </a:cubicBezTo>
                  <a:cubicBezTo>
                    <a:pt x="-2" y="15693"/>
                    <a:pt x="2" y="15643"/>
                    <a:pt x="9" y="15620"/>
                  </a:cubicBezTo>
                  <a:cubicBezTo>
                    <a:pt x="16" y="15596"/>
                    <a:pt x="53" y="15563"/>
                    <a:pt x="58" y="15538"/>
                  </a:cubicBezTo>
                  <a:cubicBezTo>
                    <a:pt x="65" y="15501"/>
                    <a:pt x="37" y="15426"/>
                    <a:pt x="34" y="15387"/>
                  </a:cubicBezTo>
                  <a:cubicBezTo>
                    <a:pt x="32" y="15362"/>
                    <a:pt x="29" y="15310"/>
                    <a:pt x="34" y="15285"/>
                  </a:cubicBezTo>
                  <a:cubicBezTo>
                    <a:pt x="39" y="15260"/>
                    <a:pt x="68" y="15219"/>
                    <a:pt x="74" y="15195"/>
                  </a:cubicBezTo>
                  <a:cubicBezTo>
                    <a:pt x="88" y="15145"/>
                    <a:pt x="86" y="15037"/>
                    <a:pt x="100" y="14987"/>
                  </a:cubicBezTo>
                  <a:cubicBezTo>
                    <a:pt x="111" y="14949"/>
                    <a:pt x="150" y="14882"/>
                    <a:pt x="163" y="14845"/>
                  </a:cubicBezTo>
                  <a:cubicBezTo>
                    <a:pt x="180" y="14797"/>
                    <a:pt x="196" y="14693"/>
                    <a:pt x="215" y="14647"/>
                  </a:cubicBezTo>
                  <a:cubicBezTo>
                    <a:pt x="232" y="14603"/>
                    <a:pt x="290" y="14532"/>
                    <a:pt x="306" y="14488"/>
                  </a:cubicBezTo>
                  <a:cubicBezTo>
                    <a:pt x="325" y="14438"/>
                    <a:pt x="342" y="14329"/>
                    <a:pt x="349" y="14275"/>
                  </a:cubicBezTo>
                  <a:cubicBezTo>
                    <a:pt x="354" y="14228"/>
                    <a:pt x="368" y="14130"/>
                    <a:pt x="356" y="14084"/>
                  </a:cubicBezTo>
                  <a:cubicBezTo>
                    <a:pt x="347" y="14054"/>
                    <a:pt x="301" y="14013"/>
                    <a:pt x="287" y="13985"/>
                  </a:cubicBezTo>
                  <a:cubicBezTo>
                    <a:pt x="283" y="13976"/>
                    <a:pt x="274" y="13954"/>
                    <a:pt x="274" y="13943"/>
                  </a:cubicBezTo>
                  <a:cubicBezTo>
                    <a:pt x="273" y="13921"/>
                    <a:pt x="295" y="13882"/>
                    <a:pt x="297" y="13860"/>
                  </a:cubicBezTo>
                  <a:cubicBezTo>
                    <a:pt x="299" y="13838"/>
                    <a:pt x="296" y="13790"/>
                    <a:pt x="287" y="13769"/>
                  </a:cubicBezTo>
                  <a:cubicBezTo>
                    <a:pt x="281" y="13753"/>
                    <a:pt x="254" y="13734"/>
                    <a:pt x="248" y="13718"/>
                  </a:cubicBezTo>
                  <a:cubicBezTo>
                    <a:pt x="242" y="13704"/>
                    <a:pt x="248" y="13664"/>
                    <a:pt x="238" y="13653"/>
                  </a:cubicBezTo>
                  <a:cubicBezTo>
                    <a:pt x="230" y="13643"/>
                    <a:pt x="200" y="13658"/>
                    <a:pt x="191" y="13648"/>
                  </a:cubicBezTo>
                  <a:cubicBezTo>
                    <a:pt x="175" y="13627"/>
                    <a:pt x="187" y="13562"/>
                    <a:pt x="189" y="13534"/>
                  </a:cubicBezTo>
                  <a:cubicBezTo>
                    <a:pt x="191" y="13508"/>
                    <a:pt x="208" y="13460"/>
                    <a:pt x="208" y="13435"/>
                  </a:cubicBezTo>
                  <a:cubicBezTo>
                    <a:pt x="209" y="13398"/>
                    <a:pt x="188" y="13326"/>
                    <a:pt x="187" y="13289"/>
                  </a:cubicBezTo>
                  <a:cubicBezTo>
                    <a:pt x="186" y="13261"/>
                    <a:pt x="188" y="13203"/>
                    <a:pt x="196" y="13176"/>
                  </a:cubicBezTo>
                  <a:cubicBezTo>
                    <a:pt x="204" y="13151"/>
                    <a:pt x="233" y="13108"/>
                    <a:pt x="248" y="13088"/>
                  </a:cubicBezTo>
                  <a:cubicBezTo>
                    <a:pt x="270" y="13058"/>
                    <a:pt x="327" y="13012"/>
                    <a:pt x="349" y="12980"/>
                  </a:cubicBezTo>
                  <a:cubicBezTo>
                    <a:pt x="380" y="12935"/>
                    <a:pt x="424" y="12829"/>
                    <a:pt x="452" y="12782"/>
                  </a:cubicBezTo>
                  <a:cubicBezTo>
                    <a:pt x="469" y="12752"/>
                    <a:pt x="510" y="12696"/>
                    <a:pt x="527" y="12665"/>
                  </a:cubicBezTo>
                  <a:cubicBezTo>
                    <a:pt x="544" y="12636"/>
                    <a:pt x="574" y="12574"/>
                    <a:pt x="588" y="12543"/>
                  </a:cubicBezTo>
                  <a:cubicBezTo>
                    <a:pt x="603" y="12509"/>
                    <a:pt x="628" y="12436"/>
                    <a:pt x="642" y="12401"/>
                  </a:cubicBezTo>
                  <a:cubicBezTo>
                    <a:pt x="654" y="12371"/>
                    <a:pt x="684" y="12314"/>
                    <a:pt x="691" y="12282"/>
                  </a:cubicBezTo>
                  <a:cubicBezTo>
                    <a:pt x="696" y="12257"/>
                    <a:pt x="685" y="12203"/>
                    <a:pt x="693" y="12180"/>
                  </a:cubicBezTo>
                  <a:cubicBezTo>
                    <a:pt x="702" y="12157"/>
                    <a:pt x="741" y="12129"/>
                    <a:pt x="754" y="12109"/>
                  </a:cubicBezTo>
                  <a:cubicBezTo>
                    <a:pt x="768" y="12087"/>
                    <a:pt x="787" y="12038"/>
                    <a:pt x="799" y="12015"/>
                  </a:cubicBezTo>
                  <a:cubicBezTo>
                    <a:pt x="813" y="11987"/>
                    <a:pt x="844" y="11933"/>
                    <a:pt x="857" y="11904"/>
                  </a:cubicBezTo>
                  <a:cubicBezTo>
                    <a:pt x="876" y="11867"/>
                    <a:pt x="911" y="11791"/>
                    <a:pt x="926" y="11751"/>
                  </a:cubicBezTo>
                  <a:cubicBezTo>
                    <a:pt x="934" y="11728"/>
                    <a:pt x="948" y="11680"/>
                    <a:pt x="951" y="11655"/>
                  </a:cubicBezTo>
                  <a:cubicBezTo>
                    <a:pt x="957" y="11615"/>
                    <a:pt x="951" y="11533"/>
                    <a:pt x="958" y="11493"/>
                  </a:cubicBezTo>
                  <a:cubicBezTo>
                    <a:pt x="961" y="11469"/>
                    <a:pt x="972" y="11422"/>
                    <a:pt x="983" y="11402"/>
                  </a:cubicBezTo>
                  <a:cubicBezTo>
                    <a:pt x="994" y="11381"/>
                    <a:pt x="1023" y="11344"/>
                    <a:pt x="1042" y="11334"/>
                  </a:cubicBezTo>
                  <a:cubicBezTo>
                    <a:pt x="1057" y="11326"/>
                    <a:pt x="1093" y="11338"/>
                    <a:pt x="1108" y="11330"/>
                  </a:cubicBezTo>
                  <a:cubicBezTo>
                    <a:pt x="1126" y="11321"/>
                    <a:pt x="1152" y="11282"/>
                    <a:pt x="1167" y="11266"/>
                  </a:cubicBezTo>
                  <a:cubicBezTo>
                    <a:pt x="1192" y="11239"/>
                    <a:pt x="1242" y="11186"/>
                    <a:pt x="1264" y="11156"/>
                  </a:cubicBezTo>
                  <a:cubicBezTo>
                    <a:pt x="1298" y="11111"/>
                    <a:pt x="1359" y="11012"/>
                    <a:pt x="1389" y="10963"/>
                  </a:cubicBezTo>
                  <a:cubicBezTo>
                    <a:pt x="1431" y="10896"/>
                    <a:pt x="1517" y="10766"/>
                    <a:pt x="1552" y="10694"/>
                  </a:cubicBezTo>
                  <a:cubicBezTo>
                    <a:pt x="1589" y="10616"/>
                    <a:pt x="1643" y="10447"/>
                    <a:pt x="1674" y="10365"/>
                  </a:cubicBezTo>
                  <a:cubicBezTo>
                    <a:pt x="1713" y="10262"/>
                    <a:pt x="1795" y="10059"/>
                    <a:pt x="1833" y="9956"/>
                  </a:cubicBezTo>
                  <a:cubicBezTo>
                    <a:pt x="1906" y="9757"/>
                    <a:pt x="2044" y="9356"/>
                    <a:pt x="2109" y="9154"/>
                  </a:cubicBezTo>
                  <a:cubicBezTo>
                    <a:pt x="2148" y="9029"/>
                    <a:pt x="2221" y="8777"/>
                    <a:pt x="2257" y="8650"/>
                  </a:cubicBezTo>
                  <a:cubicBezTo>
                    <a:pt x="2282" y="8562"/>
                    <a:pt x="2326" y="8384"/>
                    <a:pt x="2352" y="8296"/>
                  </a:cubicBezTo>
                  <a:cubicBezTo>
                    <a:pt x="2364" y="8257"/>
                    <a:pt x="2391" y="8179"/>
                    <a:pt x="2402" y="8139"/>
                  </a:cubicBezTo>
                  <a:cubicBezTo>
                    <a:pt x="2418" y="8085"/>
                    <a:pt x="2445" y="7974"/>
                    <a:pt x="2456" y="7918"/>
                  </a:cubicBezTo>
                  <a:cubicBezTo>
                    <a:pt x="2464" y="7876"/>
                    <a:pt x="2474" y="7790"/>
                    <a:pt x="2481" y="7747"/>
                  </a:cubicBezTo>
                  <a:cubicBezTo>
                    <a:pt x="2484" y="7724"/>
                    <a:pt x="2489" y="7674"/>
                    <a:pt x="2496" y="7651"/>
                  </a:cubicBezTo>
                  <a:cubicBezTo>
                    <a:pt x="2509" y="7613"/>
                    <a:pt x="2552" y="7550"/>
                    <a:pt x="2570" y="7515"/>
                  </a:cubicBezTo>
                  <a:cubicBezTo>
                    <a:pt x="2596" y="7463"/>
                    <a:pt x="2649" y="7358"/>
                    <a:pt x="2671" y="7303"/>
                  </a:cubicBezTo>
                  <a:cubicBezTo>
                    <a:pt x="2686" y="7267"/>
                    <a:pt x="2717" y="7195"/>
                    <a:pt x="2723" y="7155"/>
                  </a:cubicBezTo>
                  <a:cubicBezTo>
                    <a:pt x="2730" y="7115"/>
                    <a:pt x="2715" y="7031"/>
                    <a:pt x="2721" y="6990"/>
                  </a:cubicBezTo>
                  <a:cubicBezTo>
                    <a:pt x="2730" y="6931"/>
                    <a:pt x="2775" y="6819"/>
                    <a:pt x="2793" y="6762"/>
                  </a:cubicBezTo>
                  <a:cubicBezTo>
                    <a:pt x="2806" y="6722"/>
                    <a:pt x="2834" y="6643"/>
                    <a:pt x="2845" y="6602"/>
                  </a:cubicBezTo>
                  <a:cubicBezTo>
                    <a:pt x="2852" y="6576"/>
                    <a:pt x="2864" y="6524"/>
                    <a:pt x="2867" y="6496"/>
                  </a:cubicBezTo>
                  <a:cubicBezTo>
                    <a:pt x="2869" y="6474"/>
                    <a:pt x="2859" y="6425"/>
                    <a:pt x="2867" y="6404"/>
                  </a:cubicBezTo>
                  <a:cubicBezTo>
                    <a:pt x="2874" y="6385"/>
                    <a:pt x="2907" y="6364"/>
                    <a:pt x="2917" y="6347"/>
                  </a:cubicBezTo>
                  <a:cubicBezTo>
                    <a:pt x="2924" y="6335"/>
                    <a:pt x="2936" y="6309"/>
                    <a:pt x="2939" y="6294"/>
                  </a:cubicBezTo>
                  <a:cubicBezTo>
                    <a:pt x="2942" y="6276"/>
                    <a:pt x="2937" y="6237"/>
                    <a:pt x="2939" y="6219"/>
                  </a:cubicBezTo>
                  <a:cubicBezTo>
                    <a:pt x="2941" y="6193"/>
                    <a:pt x="2955" y="6143"/>
                    <a:pt x="2961" y="6118"/>
                  </a:cubicBezTo>
                  <a:cubicBezTo>
                    <a:pt x="2969" y="6083"/>
                    <a:pt x="2989" y="6015"/>
                    <a:pt x="2996" y="5980"/>
                  </a:cubicBezTo>
                  <a:cubicBezTo>
                    <a:pt x="3001" y="5960"/>
                    <a:pt x="3010" y="5921"/>
                    <a:pt x="3011" y="5901"/>
                  </a:cubicBezTo>
                  <a:cubicBezTo>
                    <a:pt x="3013" y="5858"/>
                    <a:pt x="2994" y="5772"/>
                    <a:pt x="3000" y="5730"/>
                  </a:cubicBezTo>
                  <a:cubicBezTo>
                    <a:pt x="3003" y="5706"/>
                    <a:pt x="3023" y="5660"/>
                    <a:pt x="3034" y="5639"/>
                  </a:cubicBezTo>
                  <a:cubicBezTo>
                    <a:pt x="3048" y="5612"/>
                    <a:pt x="3086" y="5565"/>
                    <a:pt x="3103" y="5539"/>
                  </a:cubicBezTo>
                  <a:cubicBezTo>
                    <a:pt x="3125" y="5505"/>
                    <a:pt x="3171" y="5437"/>
                    <a:pt x="3189" y="5399"/>
                  </a:cubicBezTo>
                  <a:cubicBezTo>
                    <a:pt x="3213" y="5349"/>
                    <a:pt x="3249" y="5241"/>
                    <a:pt x="3265" y="5187"/>
                  </a:cubicBezTo>
                  <a:cubicBezTo>
                    <a:pt x="3278" y="5146"/>
                    <a:pt x="3295" y="5062"/>
                    <a:pt x="3306" y="5020"/>
                  </a:cubicBezTo>
                  <a:cubicBezTo>
                    <a:pt x="3316" y="4988"/>
                    <a:pt x="3341" y="4925"/>
                    <a:pt x="3348" y="4892"/>
                  </a:cubicBezTo>
                  <a:cubicBezTo>
                    <a:pt x="3355" y="4861"/>
                    <a:pt x="3362" y="4798"/>
                    <a:pt x="3364" y="4767"/>
                  </a:cubicBezTo>
                  <a:cubicBezTo>
                    <a:pt x="3365" y="4748"/>
                    <a:pt x="3361" y="4708"/>
                    <a:pt x="3366" y="4689"/>
                  </a:cubicBezTo>
                  <a:cubicBezTo>
                    <a:pt x="3371" y="4665"/>
                    <a:pt x="3395" y="4621"/>
                    <a:pt x="3409" y="4602"/>
                  </a:cubicBezTo>
                  <a:cubicBezTo>
                    <a:pt x="3425" y="4581"/>
                    <a:pt x="3470" y="4556"/>
                    <a:pt x="3486" y="4536"/>
                  </a:cubicBezTo>
                  <a:cubicBezTo>
                    <a:pt x="3499" y="4520"/>
                    <a:pt x="3518" y="4480"/>
                    <a:pt x="3527" y="4460"/>
                  </a:cubicBezTo>
                  <a:cubicBezTo>
                    <a:pt x="3541" y="4428"/>
                    <a:pt x="3562" y="4360"/>
                    <a:pt x="3572" y="4326"/>
                  </a:cubicBezTo>
                  <a:cubicBezTo>
                    <a:pt x="3582" y="4291"/>
                    <a:pt x="3596" y="4219"/>
                    <a:pt x="3605" y="4184"/>
                  </a:cubicBezTo>
                  <a:cubicBezTo>
                    <a:pt x="3617" y="4135"/>
                    <a:pt x="3641" y="4037"/>
                    <a:pt x="3656" y="3989"/>
                  </a:cubicBezTo>
                  <a:cubicBezTo>
                    <a:pt x="3671" y="3944"/>
                    <a:pt x="3713" y="3860"/>
                    <a:pt x="3724" y="3813"/>
                  </a:cubicBezTo>
                  <a:cubicBezTo>
                    <a:pt x="3732" y="3778"/>
                    <a:pt x="3748" y="3701"/>
                    <a:pt x="3736" y="3667"/>
                  </a:cubicBezTo>
                  <a:cubicBezTo>
                    <a:pt x="3726" y="3640"/>
                    <a:pt x="3668" y="3624"/>
                    <a:pt x="3658" y="3597"/>
                  </a:cubicBezTo>
                  <a:cubicBezTo>
                    <a:pt x="3653" y="3582"/>
                    <a:pt x="3654" y="3542"/>
                    <a:pt x="3664" y="3531"/>
                  </a:cubicBezTo>
                  <a:cubicBezTo>
                    <a:pt x="3677" y="3516"/>
                    <a:pt x="3722" y="3537"/>
                    <a:pt x="3738" y="3525"/>
                  </a:cubicBezTo>
                  <a:cubicBezTo>
                    <a:pt x="3758" y="3509"/>
                    <a:pt x="3772" y="3447"/>
                    <a:pt x="3783" y="3421"/>
                  </a:cubicBezTo>
                  <a:cubicBezTo>
                    <a:pt x="3800" y="3381"/>
                    <a:pt x="3845" y="3305"/>
                    <a:pt x="3849" y="3261"/>
                  </a:cubicBezTo>
                  <a:cubicBezTo>
                    <a:pt x="3852" y="3227"/>
                    <a:pt x="3823" y="3164"/>
                    <a:pt x="3822" y="3130"/>
                  </a:cubicBezTo>
                  <a:cubicBezTo>
                    <a:pt x="3822" y="3106"/>
                    <a:pt x="3828" y="3057"/>
                    <a:pt x="3836" y="3035"/>
                  </a:cubicBezTo>
                  <a:cubicBezTo>
                    <a:pt x="3842" y="3017"/>
                    <a:pt x="3864" y="2988"/>
                    <a:pt x="3874" y="2973"/>
                  </a:cubicBezTo>
                  <a:cubicBezTo>
                    <a:pt x="3887" y="2950"/>
                    <a:pt x="3916" y="2905"/>
                    <a:pt x="3927" y="2880"/>
                  </a:cubicBezTo>
                  <a:cubicBezTo>
                    <a:pt x="3945" y="2841"/>
                    <a:pt x="3972" y="2759"/>
                    <a:pt x="3985" y="2717"/>
                  </a:cubicBezTo>
                  <a:cubicBezTo>
                    <a:pt x="4004" y="2654"/>
                    <a:pt x="4036" y="2526"/>
                    <a:pt x="4053" y="2462"/>
                  </a:cubicBezTo>
                  <a:cubicBezTo>
                    <a:pt x="4070" y="2401"/>
                    <a:pt x="4108" y="2282"/>
                    <a:pt x="4119" y="2220"/>
                  </a:cubicBezTo>
                  <a:cubicBezTo>
                    <a:pt x="4126" y="2185"/>
                    <a:pt x="4138" y="2113"/>
                    <a:pt x="4135" y="2078"/>
                  </a:cubicBezTo>
                  <a:cubicBezTo>
                    <a:pt x="4132" y="2047"/>
                    <a:pt x="4106" y="1993"/>
                    <a:pt x="4098" y="1964"/>
                  </a:cubicBezTo>
                  <a:cubicBezTo>
                    <a:pt x="4089" y="1937"/>
                    <a:pt x="4065" y="1885"/>
                    <a:pt x="4066" y="1856"/>
                  </a:cubicBezTo>
                  <a:cubicBezTo>
                    <a:pt x="4069" y="1793"/>
                    <a:pt x="4140" y="1688"/>
                    <a:pt x="4160" y="1629"/>
                  </a:cubicBezTo>
                  <a:cubicBezTo>
                    <a:pt x="4175" y="1585"/>
                    <a:pt x="4202" y="1493"/>
                    <a:pt x="4210" y="1446"/>
                  </a:cubicBezTo>
                  <a:cubicBezTo>
                    <a:pt x="4215" y="1417"/>
                    <a:pt x="4222" y="1358"/>
                    <a:pt x="4219" y="1328"/>
                  </a:cubicBezTo>
                  <a:cubicBezTo>
                    <a:pt x="4218" y="1305"/>
                    <a:pt x="4199" y="1261"/>
                    <a:pt x="4197" y="1238"/>
                  </a:cubicBezTo>
                  <a:cubicBezTo>
                    <a:pt x="4195" y="1212"/>
                    <a:pt x="4195" y="1158"/>
                    <a:pt x="4205" y="1135"/>
                  </a:cubicBezTo>
                  <a:cubicBezTo>
                    <a:pt x="4214" y="1115"/>
                    <a:pt x="4248" y="1087"/>
                    <a:pt x="4265" y="1076"/>
                  </a:cubicBezTo>
                  <a:cubicBezTo>
                    <a:pt x="4286" y="1063"/>
                    <a:pt x="4338" y="1064"/>
                    <a:pt x="4357" y="1046"/>
                  </a:cubicBezTo>
                  <a:cubicBezTo>
                    <a:pt x="4381" y="1024"/>
                    <a:pt x="4406" y="953"/>
                    <a:pt x="4416" y="920"/>
                  </a:cubicBezTo>
                  <a:cubicBezTo>
                    <a:pt x="4435" y="859"/>
                    <a:pt x="4451" y="730"/>
                    <a:pt x="4455" y="666"/>
                  </a:cubicBezTo>
                  <a:cubicBezTo>
                    <a:pt x="4460" y="604"/>
                    <a:pt x="4458" y="479"/>
                    <a:pt x="4452" y="418"/>
                  </a:cubicBezTo>
                  <a:cubicBezTo>
                    <a:pt x="4449" y="386"/>
                    <a:pt x="4434" y="323"/>
                    <a:pt x="4429" y="291"/>
                  </a:cubicBezTo>
                  <a:cubicBezTo>
                    <a:pt x="4424" y="263"/>
                    <a:pt x="4412" y="208"/>
                    <a:pt x="4410" y="179"/>
                  </a:cubicBezTo>
                  <a:cubicBezTo>
                    <a:pt x="4408" y="150"/>
                    <a:pt x="4412" y="90"/>
                    <a:pt x="4416" y="60"/>
                  </a:cubicBezTo>
                  <a:cubicBezTo>
                    <a:pt x="4419" y="45"/>
                    <a:pt x="4419" y="0"/>
                    <a:pt x="4432" y="0"/>
                  </a:cubicBezTo>
                  <a:cubicBezTo>
                    <a:pt x="4447" y="-1"/>
                    <a:pt x="4447" y="51"/>
                    <a:pt x="4455" y="66"/>
                  </a:cubicBezTo>
                  <a:cubicBezTo>
                    <a:pt x="4465" y="82"/>
                    <a:pt x="4491" y="105"/>
                    <a:pt x="4502" y="119"/>
                  </a:cubicBezTo>
                  <a:cubicBezTo>
                    <a:pt x="4519" y="141"/>
                    <a:pt x="4552" y="186"/>
                    <a:pt x="4563" y="211"/>
                  </a:cubicBezTo>
                  <a:cubicBezTo>
                    <a:pt x="4577" y="243"/>
                    <a:pt x="4586" y="315"/>
                    <a:pt x="4601" y="346"/>
                  </a:cubicBezTo>
                  <a:cubicBezTo>
                    <a:pt x="4610" y="365"/>
                    <a:pt x="4634" y="399"/>
                    <a:pt x="4649" y="410"/>
                  </a:cubicBezTo>
                  <a:cubicBezTo>
                    <a:pt x="4664" y="421"/>
                    <a:pt x="4702" y="440"/>
                    <a:pt x="4717" y="429"/>
                  </a:cubicBezTo>
                  <a:cubicBezTo>
                    <a:pt x="4725" y="423"/>
                    <a:pt x="4727" y="395"/>
                    <a:pt x="4726" y="384"/>
                  </a:cubicBezTo>
                  <a:cubicBezTo>
                    <a:pt x="4724" y="367"/>
                    <a:pt x="4699" y="340"/>
                    <a:pt x="4699" y="323"/>
                  </a:cubicBezTo>
                  <a:cubicBezTo>
                    <a:pt x="4700" y="309"/>
                    <a:pt x="4712" y="278"/>
                    <a:pt x="4723" y="274"/>
                  </a:cubicBezTo>
                  <a:cubicBezTo>
                    <a:pt x="4740" y="268"/>
                    <a:pt x="4768" y="311"/>
                    <a:pt x="4785" y="316"/>
                  </a:cubicBezTo>
                  <a:cubicBezTo>
                    <a:pt x="4806" y="322"/>
                    <a:pt x="4850" y="319"/>
                    <a:pt x="4871" y="314"/>
                  </a:cubicBezTo>
                  <a:cubicBezTo>
                    <a:pt x="4894" y="308"/>
                    <a:pt x="4934" y="263"/>
                    <a:pt x="4957" y="268"/>
                  </a:cubicBezTo>
                  <a:cubicBezTo>
                    <a:pt x="4972" y="272"/>
                    <a:pt x="4986" y="314"/>
                    <a:pt x="5000" y="323"/>
                  </a:cubicBezTo>
                  <a:cubicBezTo>
                    <a:pt x="5024" y="340"/>
                    <a:pt x="5083" y="357"/>
                    <a:pt x="5111" y="352"/>
                  </a:cubicBezTo>
                  <a:cubicBezTo>
                    <a:pt x="5124" y="349"/>
                    <a:pt x="5145" y="321"/>
                    <a:pt x="5159" y="319"/>
                  </a:cubicBezTo>
                  <a:cubicBezTo>
                    <a:pt x="5180" y="316"/>
                    <a:pt x="5220" y="342"/>
                    <a:pt x="5240" y="344"/>
                  </a:cubicBezTo>
                  <a:cubicBezTo>
                    <a:pt x="5254" y="345"/>
                    <a:pt x="5282" y="346"/>
                    <a:pt x="5294" y="338"/>
                  </a:cubicBezTo>
                  <a:cubicBezTo>
                    <a:pt x="5309" y="329"/>
                    <a:pt x="5321" y="280"/>
                    <a:pt x="5337" y="274"/>
                  </a:cubicBezTo>
                  <a:cubicBezTo>
                    <a:pt x="5363" y="265"/>
                    <a:pt x="5412" y="326"/>
                    <a:pt x="5437" y="316"/>
                  </a:cubicBezTo>
                  <a:cubicBezTo>
                    <a:pt x="5456" y="308"/>
                    <a:pt x="5485" y="259"/>
                    <a:pt x="5479" y="236"/>
                  </a:cubicBezTo>
                  <a:cubicBezTo>
                    <a:pt x="5478" y="232"/>
                    <a:pt x="5476" y="227"/>
                    <a:pt x="5473" y="223"/>
                  </a:cubicBezTo>
                  <a:cubicBezTo>
                    <a:pt x="5506" y="225"/>
                    <a:pt x="5545" y="233"/>
                    <a:pt x="5564" y="233"/>
                  </a:cubicBezTo>
                  <a:cubicBezTo>
                    <a:pt x="5585" y="232"/>
                    <a:pt x="5629" y="225"/>
                    <a:pt x="5648" y="236"/>
                  </a:cubicBezTo>
                  <a:cubicBezTo>
                    <a:pt x="5679" y="255"/>
                    <a:pt x="5726" y="325"/>
                    <a:pt x="5736" y="365"/>
                  </a:cubicBezTo>
                  <a:cubicBezTo>
                    <a:pt x="5744" y="397"/>
                    <a:pt x="5732" y="464"/>
                    <a:pt x="5727" y="497"/>
                  </a:cubicBezTo>
                  <a:cubicBezTo>
                    <a:pt x="5722" y="529"/>
                    <a:pt x="5693" y="590"/>
                    <a:pt x="5699" y="622"/>
                  </a:cubicBezTo>
                  <a:cubicBezTo>
                    <a:pt x="5703" y="647"/>
                    <a:pt x="5736" y="682"/>
                    <a:pt x="5749" y="702"/>
                  </a:cubicBezTo>
                  <a:cubicBezTo>
                    <a:pt x="5765" y="727"/>
                    <a:pt x="5791" y="785"/>
                    <a:pt x="5814" y="800"/>
                  </a:cubicBezTo>
                  <a:cubicBezTo>
                    <a:pt x="5834" y="813"/>
                    <a:pt x="5881" y="805"/>
                    <a:pt x="5902" y="811"/>
                  </a:cubicBezTo>
                  <a:cubicBezTo>
                    <a:pt x="5930" y="821"/>
                    <a:pt x="5979" y="870"/>
                    <a:pt x="6008" y="868"/>
                  </a:cubicBezTo>
                  <a:cubicBezTo>
                    <a:pt x="6039" y="866"/>
                    <a:pt x="6085" y="805"/>
                    <a:pt x="6115" y="793"/>
                  </a:cubicBezTo>
                  <a:cubicBezTo>
                    <a:pt x="6145" y="780"/>
                    <a:pt x="6210" y="776"/>
                    <a:pt x="6243" y="774"/>
                  </a:cubicBezTo>
                  <a:cubicBezTo>
                    <a:pt x="6273" y="772"/>
                    <a:pt x="6336" y="764"/>
                    <a:pt x="6365" y="778"/>
                  </a:cubicBezTo>
                  <a:cubicBezTo>
                    <a:pt x="6392" y="790"/>
                    <a:pt x="6434" y="844"/>
                    <a:pt x="6455" y="868"/>
                  </a:cubicBezTo>
                  <a:cubicBezTo>
                    <a:pt x="6493" y="912"/>
                    <a:pt x="6565" y="1005"/>
                    <a:pt x="6599" y="1054"/>
                  </a:cubicBezTo>
                  <a:cubicBezTo>
                    <a:pt x="6629" y="1097"/>
                    <a:pt x="6677" y="1195"/>
                    <a:pt x="6708" y="1235"/>
                  </a:cubicBezTo>
                  <a:cubicBezTo>
                    <a:pt x="6733" y="1266"/>
                    <a:pt x="6795" y="1309"/>
                    <a:pt x="6818" y="1341"/>
                  </a:cubicBezTo>
                  <a:cubicBezTo>
                    <a:pt x="6834" y="1365"/>
                    <a:pt x="6862" y="1418"/>
                    <a:pt x="6868" y="1448"/>
                  </a:cubicBezTo>
                  <a:cubicBezTo>
                    <a:pt x="6877" y="1493"/>
                    <a:pt x="6856" y="1590"/>
                    <a:pt x="6862" y="1637"/>
                  </a:cubicBezTo>
                  <a:cubicBezTo>
                    <a:pt x="6868" y="1690"/>
                    <a:pt x="6901" y="1792"/>
                    <a:pt x="6918" y="1841"/>
                  </a:cubicBezTo>
                  <a:cubicBezTo>
                    <a:pt x="6927" y="1866"/>
                    <a:pt x="6954" y="1909"/>
                    <a:pt x="6959" y="1936"/>
                  </a:cubicBezTo>
                  <a:cubicBezTo>
                    <a:pt x="6965" y="1970"/>
                    <a:pt x="6961" y="2041"/>
                    <a:pt x="6956" y="2076"/>
                  </a:cubicBezTo>
                  <a:cubicBezTo>
                    <a:pt x="6951" y="2109"/>
                    <a:pt x="6923" y="2171"/>
                    <a:pt x="6918" y="2205"/>
                  </a:cubicBezTo>
                  <a:cubicBezTo>
                    <a:pt x="6914" y="2236"/>
                    <a:pt x="6925" y="2302"/>
                    <a:pt x="6918" y="2333"/>
                  </a:cubicBezTo>
                  <a:cubicBezTo>
                    <a:pt x="6913" y="2357"/>
                    <a:pt x="6886" y="2397"/>
                    <a:pt x="6877" y="2420"/>
                  </a:cubicBezTo>
                  <a:cubicBezTo>
                    <a:pt x="6870" y="2441"/>
                    <a:pt x="6854" y="2484"/>
                    <a:pt x="6856" y="2507"/>
                  </a:cubicBezTo>
                  <a:cubicBezTo>
                    <a:pt x="6858" y="2541"/>
                    <a:pt x="6896" y="2599"/>
                    <a:pt x="6902" y="2632"/>
                  </a:cubicBezTo>
                  <a:cubicBezTo>
                    <a:pt x="6909" y="2669"/>
                    <a:pt x="6911" y="2746"/>
                    <a:pt x="6906" y="2783"/>
                  </a:cubicBezTo>
                  <a:cubicBezTo>
                    <a:pt x="6901" y="2817"/>
                    <a:pt x="6876" y="2880"/>
                    <a:pt x="6865" y="2912"/>
                  </a:cubicBezTo>
                  <a:cubicBezTo>
                    <a:pt x="6855" y="2942"/>
                    <a:pt x="6828" y="2998"/>
                    <a:pt x="6821" y="3030"/>
                  </a:cubicBezTo>
                  <a:cubicBezTo>
                    <a:pt x="6815" y="3060"/>
                    <a:pt x="6806" y="3124"/>
                    <a:pt x="6812" y="3154"/>
                  </a:cubicBezTo>
                  <a:cubicBezTo>
                    <a:pt x="6818" y="3188"/>
                    <a:pt x="6854" y="3244"/>
                    <a:pt x="6871" y="3272"/>
                  </a:cubicBezTo>
                  <a:cubicBezTo>
                    <a:pt x="6897" y="3312"/>
                    <a:pt x="6955" y="3390"/>
                    <a:pt x="6990" y="3419"/>
                  </a:cubicBezTo>
                  <a:cubicBezTo>
                    <a:pt x="7017" y="3441"/>
                    <a:pt x="7079" y="3466"/>
                    <a:pt x="7109" y="3480"/>
                  </a:cubicBezTo>
                  <a:cubicBezTo>
                    <a:pt x="7143" y="3495"/>
                    <a:pt x="7214" y="3518"/>
                    <a:pt x="7246" y="3537"/>
                  </a:cubicBezTo>
                  <a:cubicBezTo>
                    <a:pt x="7285" y="3559"/>
                    <a:pt x="7357" y="3615"/>
                    <a:pt x="7390" y="3647"/>
                  </a:cubicBezTo>
                  <a:cubicBezTo>
                    <a:pt x="7411" y="3666"/>
                    <a:pt x="7446" y="3717"/>
                    <a:pt x="7469" y="3733"/>
                  </a:cubicBezTo>
                  <a:cubicBezTo>
                    <a:pt x="7484" y="3744"/>
                    <a:pt x="7519" y="3759"/>
                    <a:pt x="7537" y="3760"/>
                  </a:cubicBezTo>
                  <a:cubicBezTo>
                    <a:pt x="7556" y="3761"/>
                    <a:pt x="7593" y="3738"/>
                    <a:pt x="7612" y="3741"/>
                  </a:cubicBezTo>
                  <a:cubicBezTo>
                    <a:pt x="7639" y="3746"/>
                    <a:pt x="7688" y="3778"/>
                    <a:pt x="7706" y="3802"/>
                  </a:cubicBezTo>
                  <a:cubicBezTo>
                    <a:pt x="7727" y="3830"/>
                    <a:pt x="7728" y="3922"/>
                    <a:pt x="7753" y="3946"/>
                  </a:cubicBezTo>
                  <a:cubicBezTo>
                    <a:pt x="7774" y="3964"/>
                    <a:pt x="7830" y="3957"/>
                    <a:pt x="7856" y="3957"/>
                  </a:cubicBezTo>
                  <a:cubicBezTo>
                    <a:pt x="7892" y="3956"/>
                    <a:pt x="7963" y="3950"/>
                    <a:pt x="7997" y="3938"/>
                  </a:cubicBezTo>
                  <a:cubicBezTo>
                    <a:pt x="8018" y="3930"/>
                    <a:pt x="8054" y="3896"/>
                    <a:pt x="8075" y="3889"/>
                  </a:cubicBezTo>
                  <a:cubicBezTo>
                    <a:pt x="8108" y="3878"/>
                    <a:pt x="8176" y="3873"/>
                    <a:pt x="8210" y="3878"/>
                  </a:cubicBezTo>
                  <a:cubicBezTo>
                    <a:pt x="8233" y="3880"/>
                    <a:pt x="8277" y="3907"/>
                    <a:pt x="8300" y="3908"/>
                  </a:cubicBezTo>
                  <a:cubicBezTo>
                    <a:pt x="8331" y="3910"/>
                    <a:pt x="8393" y="3892"/>
                    <a:pt x="8422" y="3881"/>
                  </a:cubicBezTo>
                  <a:cubicBezTo>
                    <a:pt x="8443" y="3874"/>
                    <a:pt x="8482" y="3844"/>
                    <a:pt x="8504" y="3839"/>
                  </a:cubicBezTo>
                  <a:cubicBezTo>
                    <a:pt x="8529" y="3835"/>
                    <a:pt x="8582" y="3857"/>
                    <a:pt x="8607" y="3851"/>
                  </a:cubicBezTo>
                  <a:cubicBezTo>
                    <a:pt x="8626" y="3846"/>
                    <a:pt x="8657" y="3811"/>
                    <a:pt x="8676" y="3806"/>
                  </a:cubicBezTo>
                  <a:cubicBezTo>
                    <a:pt x="8704" y="3797"/>
                    <a:pt x="8765" y="3820"/>
                    <a:pt x="8791" y="3806"/>
                  </a:cubicBezTo>
                  <a:cubicBezTo>
                    <a:pt x="8817" y="3791"/>
                    <a:pt x="8842" y="3722"/>
                    <a:pt x="8863" y="3699"/>
                  </a:cubicBezTo>
                  <a:cubicBezTo>
                    <a:pt x="8885" y="3677"/>
                    <a:pt x="8936" y="3638"/>
                    <a:pt x="8963" y="3627"/>
                  </a:cubicBezTo>
                  <a:cubicBezTo>
                    <a:pt x="8988" y="3618"/>
                    <a:pt x="9042" y="3607"/>
                    <a:pt x="9066" y="3616"/>
                  </a:cubicBezTo>
                  <a:cubicBezTo>
                    <a:pt x="9092" y="3625"/>
                    <a:pt x="9127" y="3680"/>
                    <a:pt x="9151" y="3696"/>
                  </a:cubicBezTo>
                  <a:cubicBezTo>
                    <a:pt x="9179" y="3715"/>
                    <a:pt x="9241" y="3747"/>
                    <a:pt x="9273" y="3749"/>
                  </a:cubicBezTo>
                  <a:cubicBezTo>
                    <a:pt x="9298" y="3750"/>
                    <a:pt x="9345" y="3720"/>
                    <a:pt x="9370" y="3718"/>
                  </a:cubicBezTo>
                  <a:cubicBezTo>
                    <a:pt x="9399" y="3716"/>
                    <a:pt x="9457" y="3736"/>
                    <a:pt x="9485" y="3741"/>
                  </a:cubicBezTo>
                  <a:cubicBezTo>
                    <a:pt x="9514" y="3746"/>
                    <a:pt x="9570" y="3763"/>
                    <a:pt x="9598" y="3760"/>
                  </a:cubicBezTo>
                  <a:cubicBezTo>
                    <a:pt x="9628" y="3757"/>
                    <a:pt x="9681" y="3712"/>
                    <a:pt x="9711" y="3715"/>
                  </a:cubicBezTo>
                  <a:cubicBezTo>
                    <a:pt x="9736" y="3717"/>
                    <a:pt x="9781" y="3753"/>
                    <a:pt x="9801" y="3771"/>
                  </a:cubicBezTo>
                  <a:cubicBezTo>
                    <a:pt x="9829" y="3796"/>
                    <a:pt x="9870" y="3867"/>
                    <a:pt x="9898" y="3889"/>
                  </a:cubicBezTo>
                  <a:cubicBezTo>
                    <a:pt x="9923" y="3908"/>
                    <a:pt x="9979" y="3933"/>
                    <a:pt x="10008" y="3938"/>
                  </a:cubicBezTo>
                  <a:cubicBezTo>
                    <a:pt x="10034" y="3942"/>
                    <a:pt x="10085" y="3925"/>
                    <a:pt x="10111" y="3927"/>
                  </a:cubicBezTo>
                  <a:cubicBezTo>
                    <a:pt x="10134" y="3928"/>
                    <a:pt x="10181" y="3936"/>
                    <a:pt x="10202" y="3949"/>
                  </a:cubicBezTo>
                  <a:cubicBezTo>
                    <a:pt x="10234" y="3970"/>
                    <a:pt x="10279" y="4047"/>
                    <a:pt x="10308" y="4074"/>
                  </a:cubicBezTo>
                  <a:cubicBezTo>
                    <a:pt x="10337" y="4101"/>
                    <a:pt x="10410" y="4131"/>
                    <a:pt x="10433" y="4165"/>
                  </a:cubicBezTo>
                  <a:cubicBezTo>
                    <a:pt x="10448" y="4187"/>
                    <a:pt x="10462" y="4243"/>
                    <a:pt x="10464" y="4271"/>
                  </a:cubicBezTo>
                  <a:cubicBezTo>
                    <a:pt x="10467" y="4306"/>
                    <a:pt x="10434" y="4378"/>
                    <a:pt x="10446" y="4411"/>
                  </a:cubicBezTo>
                  <a:cubicBezTo>
                    <a:pt x="10455" y="4438"/>
                    <a:pt x="10500" y="4472"/>
                    <a:pt x="10524" y="4479"/>
                  </a:cubicBezTo>
                  <a:cubicBezTo>
                    <a:pt x="10550" y="4488"/>
                    <a:pt x="10611" y="4483"/>
                    <a:pt x="10633" y="4464"/>
                  </a:cubicBezTo>
                  <a:cubicBezTo>
                    <a:pt x="10659" y="4443"/>
                    <a:pt x="10666" y="4355"/>
                    <a:pt x="10690" y="4332"/>
                  </a:cubicBezTo>
                  <a:cubicBezTo>
                    <a:pt x="10710" y="4312"/>
                    <a:pt x="10780" y="4301"/>
                    <a:pt x="10789" y="4301"/>
                  </a:cubicBezTo>
                  <a:cubicBezTo>
                    <a:pt x="10799" y="4301"/>
                    <a:pt x="10875" y="4355"/>
                    <a:pt x="10905" y="4366"/>
                  </a:cubicBezTo>
                  <a:cubicBezTo>
                    <a:pt x="10940" y="4378"/>
                    <a:pt x="11018" y="4359"/>
                    <a:pt x="11049" y="4381"/>
                  </a:cubicBezTo>
                  <a:cubicBezTo>
                    <a:pt x="11065" y="4392"/>
                    <a:pt x="11078" y="4441"/>
                    <a:pt x="11093" y="4452"/>
                  </a:cubicBezTo>
                  <a:cubicBezTo>
                    <a:pt x="11109" y="4466"/>
                    <a:pt x="11149" y="4481"/>
                    <a:pt x="11168" y="4475"/>
                  </a:cubicBezTo>
                  <a:cubicBezTo>
                    <a:pt x="11192" y="4469"/>
                    <a:pt x="11221" y="4413"/>
                    <a:pt x="11243" y="4400"/>
                  </a:cubicBezTo>
                  <a:cubicBezTo>
                    <a:pt x="11273" y="4381"/>
                    <a:pt x="11341" y="4365"/>
                    <a:pt x="11374" y="4362"/>
                  </a:cubicBezTo>
                  <a:cubicBezTo>
                    <a:pt x="11413" y="4358"/>
                    <a:pt x="11489" y="4376"/>
                    <a:pt x="11528" y="4373"/>
                  </a:cubicBezTo>
                  <a:cubicBezTo>
                    <a:pt x="11567" y="4370"/>
                    <a:pt x="11645" y="4355"/>
                    <a:pt x="11681" y="4335"/>
                  </a:cubicBezTo>
                  <a:cubicBezTo>
                    <a:pt x="11709" y="4320"/>
                    <a:pt x="11749" y="4255"/>
                    <a:pt x="11778" y="4240"/>
                  </a:cubicBezTo>
                  <a:cubicBezTo>
                    <a:pt x="11810" y="4224"/>
                    <a:pt x="11884" y="4214"/>
                    <a:pt x="11919" y="4222"/>
                  </a:cubicBezTo>
                  <a:cubicBezTo>
                    <a:pt x="11950" y="4229"/>
                    <a:pt x="12009" y="4266"/>
                    <a:pt x="12031" y="4294"/>
                  </a:cubicBezTo>
                  <a:cubicBezTo>
                    <a:pt x="12057" y="4326"/>
                    <a:pt x="12073" y="4418"/>
                    <a:pt x="12097" y="4452"/>
                  </a:cubicBezTo>
                  <a:cubicBezTo>
                    <a:pt x="12121" y="4487"/>
                    <a:pt x="12180" y="4547"/>
                    <a:pt x="12216" y="4562"/>
                  </a:cubicBezTo>
                  <a:cubicBezTo>
                    <a:pt x="12285" y="4593"/>
                    <a:pt x="12437" y="4591"/>
                    <a:pt x="12510" y="4581"/>
                  </a:cubicBezTo>
                  <a:cubicBezTo>
                    <a:pt x="12554" y="4575"/>
                    <a:pt x="12637" y="4522"/>
                    <a:pt x="12682" y="4525"/>
                  </a:cubicBezTo>
                  <a:cubicBezTo>
                    <a:pt x="12707" y="4526"/>
                    <a:pt x="12753" y="4569"/>
                    <a:pt x="12778" y="4570"/>
                  </a:cubicBezTo>
                  <a:cubicBezTo>
                    <a:pt x="12807" y="4571"/>
                    <a:pt x="12864" y="4548"/>
                    <a:pt x="12888" y="4528"/>
                  </a:cubicBezTo>
                  <a:cubicBezTo>
                    <a:pt x="12906" y="4514"/>
                    <a:pt x="12926" y="4463"/>
                    <a:pt x="12944" y="4449"/>
                  </a:cubicBezTo>
                  <a:cubicBezTo>
                    <a:pt x="12962" y="4436"/>
                    <a:pt x="13005" y="4426"/>
                    <a:pt x="13026" y="4423"/>
                  </a:cubicBezTo>
                  <a:cubicBezTo>
                    <a:pt x="13063" y="4417"/>
                    <a:pt x="13138" y="4429"/>
                    <a:pt x="13176" y="4426"/>
                  </a:cubicBezTo>
                  <a:cubicBezTo>
                    <a:pt x="13213" y="4424"/>
                    <a:pt x="13286" y="4412"/>
                    <a:pt x="13322" y="4403"/>
                  </a:cubicBezTo>
                  <a:cubicBezTo>
                    <a:pt x="13376" y="4391"/>
                    <a:pt x="13481" y="4349"/>
                    <a:pt x="13535" y="4339"/>
                  </a:cubicBezTo>
                  <a:cubicBezTo>
                    <a:pt x="13606" y="4326"/>
                    <a:pt x="13749" y="4309"/>
                    <a:pt x="13820" y="4320"/>
                  </a:cubicBezTo>
                  <a:cubicBezTo>
                    <a:pt x="13864" y="4327"/>
                    <a:pt x="13944" y="4385"/>
                    <a:pt x="13989" y="4388"/>
                  </a:cubicBezTo>
                  <a:cubicBezTo>
                    <a:pt x="14033" y="4392"/>
                    <a:pt x="14118" y="4360"/>
                    <a:pt x="14161" y="4347"/>
                  </a:cubicBezTo>
                  <a:cubicBezTo>
                    <a:pt x="14183" y="4340"/>
                    <a:pt x="14229" y="4328"/>
                    <a:pt x="14248" y="4313"/>
                  </a:cubicBezTo>
                  <a:cubicBezTo>
                    <a:pt x="14274" y="4292"/>
                    <a:pt x="14304" y="4227"/>
                    <a:pt x="14326" y="4203"/>
                  </a:cubicBezTo>
                  <a:cubicBezTo>
                    <a:pt x="14343" y="4185"/>
                    <a:pt x="14377" y="4149"/>
                    <a:pt x="14398" y="4142"/>
                  </a:cubicBezTo>
                  <a:cubicBezTo>
                    <a:pt x="14426" y="4133"/>
                    <a:pt x="14488" y="4139"/>
                    <a:pt x="14514" y="4154"/>
                  </a:cubicBezTo>
                  <a:cubicBezTo>
                    <a:pt x="14544" y="4169"/>
                    <a:pt x="14580" y="4240"/>
                    <a:pt x="14608" y="4260"/>
                  </a:cubicBezTo>
                  <a:cubicBezTo>
                    <a:pt x="14626" y="4272"/>
                    <a:pt x="14668" y="4285"/>
                    <a:pt x="14689" y="4286"/>
                  </a:cubicBezTo>
                  <a:cubicBezTo>
                    <a:pt x="14717" y="4287"/>
                    <a:pt x="14771" y="4258"/>
                    <a:pt x="14799" y="4260"/>
                  </a:cubicBezTo>
                  <a:cubicBezTo>
                    <a:pt x="14820" y="4261"/>
                    <a:pt x="14859" y="4287"/>
                    <a:pt x="14880" y="4290"/>
                  </a:cubicBezTo>
                  <a:cubicBezTo>
                    <a:pt x="14912" y="4294"/>
                    <a:pt x="14976" y="4280"/>
                    <a:pt x="15008" y="4275"/>
                  </a:cubicBezTo>
                  <a:cubicBezTo>
                    <a:pt x="15044" y="4269"/>
                    <a:pt x="15116" y="4247"/>
                    <a:pt x="15152" y="4248"/>
                  </a:cubicBezTo>
                  <a:cubicBezTo>
                    <a:pt x="15180" y="4250"/>
                    <a:pt x="15236" y="4265"/>
                    <a:pt x="15262" y="4279"/>
                  </a:cubicBezTo>
                  <a:cubicBezTo>
                    <a:pt x="15290" y="4294"/>
                    <a:pt x="15332" y="4354"/>
                    <a:pt x="15362" y="4366"/>
                  </a:cubicBezTo>
                  <a:cubicBezTo>
                    <a:pt x="15404" y="4382"/>
                    <a:pt x="15496" y="4369"/>
                    <a:pt x="15540" y="4366"/>
                  </a:cubicBezTo>
                  <a:cubicBezTo>
                    <a:pt x="15570" y="4363"/>
                    <a:pt x="15630" y="4356"/>
                    <a:pt x="15659" y="4347"/>
                  </a:cubicBezTo>
                  <a:cubicBezTo>
                    <a:pt x="15692" y="4335"/>
                    <a:pt x="15756" y="4298"/>
                    <a:pt x="15787" y="4279"/>
                  </a:cubicBezTo>
                  <a:cubicBezTo>
                    <a:pt x="15819" y="4258"/>
                    <a:pt x="15912" y="4188"/>
                    <a:pt x="15912" y="4188"/>
                  </a:cubicBezTo>
                  <a:lnTo>
                    <a:pt x="20693" y="5315"/>
                  </a:lnTo>
                  <a:cubicBezTo>
                    <a:pt x="20693" y="5315"/>
                    <a:pt x="20734" y="5340"/>
                    <a:pt x="20744" y="5354"/>
                  </a:cubicBezTo>
                  <a:cubicBezTo>
                    <a:pt x="20763" y="5382"/>
                    <a:pt x="20784" y="5454"/>
                    <a:pt x="20792" y="5490"/>
                  </a:cubicBezTo>
                  <a:cubicBezTo>
                    <a:pt x="20804" y="5545"/>
                    <a:pt x="20792" y="5664"/>
                    <a:pt x="20809" y="5717"/>
                  </a:cubicBezTo>
                  <a:cubicBezTo>
                    <a:pt x="20823" y="5758"/>
                    <a:pt x="20883" y="5817"/>
                    <a:pt x="20902" y="5855"/>
                  </a:cubicBezTo>
                  <a:cubicBezTo>
                    <a:pt x="20915" y="5882"/>
                    <a:pt x="20933" y="5942"/>
                    <a:pt x="20939" y="5972"/>
                  </a:cubicBezTo>
                  <a:cubicBezTo>
                    <a:pt x="20946" y="6006"/>
                    <a:pt x="20937" y="6082"/>
                    <a:pt x="20953" y="6111"/>
                  </a:cubicBezTo>
                  <a:cubicBezTo>
                    <a:pt x="20966" y="6134"/>
                    <a:pt x="21012" y="6159"/>
                    <a:pt x="21034" y="6163"/>
                  </a:cubicBezTo>
                  <a:cubicBezTo>
                    <a:pt x="21060" y="6169"/>
                    <a:pt x="21113" y="6126"/>
                    <a:pt x="21136" y="6140"/>
                  </a:cubicBezTo>
                  <a:cubicBezTo>
                    <a:pt x="21167" y="6162"/>
                    <a:pt x="21165" y="6270"/>
                    <a:pt x="21189" y="6302"/>
                  </a:cubicBezTo>
                  <a:cubicBezTo>
                    <a:pt x="21206" y="6324"/>
                    <a:pt x="21254" y="6349"/>
                    <a:pt x="21278" y="6354"/>
                  </a:cubicBezTo>
                  <a:cubicBezTo>
                    <a:pt x="21305" y="6361"/>
                    <a:pt x="21363" y="6330"/>
                    <a:pt x="21386" y="6347"/>
                  </a:cubicBezTo>
                  <a:cubicBezTo>
                    <a:pt x="21428" y="6377"/>
                    <a:pt x="21461" y="6501"/>
                    <a:pt x="21471" y="6559"/>
                  </a:cubicBezTo>
                  <a:cubicBezTo>
                    <a:pt x="21476" y="6594"/>
                    <a:pt x="21463" y="6666"/>
                    <a:pt x="21464" y="6701"/>
                  </a:cubicBezTo>
                  <a:cubicBezTo>
                    <a:pt x="21465" y="6725"/>
                    <a:pt x="21467" y="6775"/>
                    <a:pt x="21474" y="6797"/>
                  </a:cubicBezTo>
                  <a:cubicBezTo>
                    <a:pt x="21489" y="6847"/>
                    <a:pt x="21558" y="6920"/>
                    <a:pt x="21572" y="6970"/>
                  </a:cubicBezTo>
                  <a:cubicBezTo>
                    <a:pt x="21585" y="7013"/>
                    <a:pt x="21597" y="7110"/>
                    <a:pt x="21585" y="7153"/>
                  </a:cubicBezTo>
                  <a:cubicBezTo>
                    <a:pt x="21572" y="7198"/>
                    <a:pt x="21509" y="7258"/>
                    <a:pt x="21482" y="7291"/>
                  </a:cubicBezTo>
                  <a:cubicBezTo>
                    <a:pt x="21458" y="7320"/>
                    <a:pt x="21408" y="7371"/>
                    <a:pt x="21385" y="7399"/>
                  </a:cubicBezTo>
                  <a:cubicBezTo>
                    <a:pt x="21363" y="7425"/>
                    <a:pt x="21312" y="7473"/>
                    <a:pt x="21299" y="7507"/>
                  </a:cubicBezTo>
                  <a:cubicBezTo>
                    <a:pt x="21281" y="7552"/>
                    <a:pt x="21299" y="7661"/>
                    <a:pt x="21278" y="7704"/>
                  </a:cubicBezTo>
                  <a:cubicBezTo>
                    <a:pt x="21254" y="7756"/>
                    <a:pt x="21155" y="7808"/>
                    <a:pt x="21121" y="7852"/>
                  </a:cubicBezTo>
                  <a:cubicBezTo>
                    <a:pt x="21083" y="7898"/>
                    <a:pt x="21028" y="8010"/>
                    <a:pt x="20995" y="8062"/>
                  </a:cubicBezTo>
                  <a:cubicBezTo>
                    <a:pt x="20978" y="8090"/>
                    <a:pt x="20936" y="8140"/>
                    <a:pt x="20923" y="8171"/>
                  </a:cubicBezTo>
                  <a:cubicBezTo>
                    <a:pt x="20911" y="8202"/>
                    <a:pt x="20906" y="8273"/>
                    <a:pt x="20895" y="8304"/>
                  </a:cubicBezTo>
                  <a:cubicBezTo>
                    <a:pt x="20884" y="8334"/>
                    <a:pt x="20851" y="8386"/>
                    <a:pt x="20836" y="8414"/>
                  </a:cubicBezTo>
                  <a:cubicBezTo>
                    <a:pt x="20821" y="8441"/>
                    <a:pt x="20787" y="8492"/>
                    <a:pt x="20775" y="8522"/>
                  </a:cubicBezTo>
                  <a:cubicBezTo>
                    <a:pt x="20753" y="8575"/>
                    <a:pt x="20730" y="8692"/>
                    <a:pt x="20714" y="8749"/>
                  </a:cubicBezTo>
                  <a:cubicBezTo>
                    <a:pt x="20704" y="8783"/>
                    <a:pt x="20687" y="8853"/>
                    <a:pt x="20672" y="8885"/>
                  </a:cubicBezTo>
                  <a:cubicBezTo>
                    <a:pt x="20657" y="8916"/>
                    <a:pt x="20620" y="8971"/>
                    <a:pt x="20598" y="8995"/>
                  </a:cubicBezTo>
                  <a:cubicBezTo>
                    <a:pt x="20581" y="9013"/>
                    <a:pt x="20534" y="9031"/>
                    <a:pt x="20520" y="9053"/>
                  </a:cubicBezTo>
                  <a:cubicBezTo>
                    <a:pt x="20507" y="9075"/>
                    <a:pt x="20508" y="9135"/>
                    <a:pt x="20497" y="9159"/>
                  </a:cubicBezTo>
                  <a:cubicBezTo>
                    <a:pt x="20482" y="9191"/>
                    <a:pt x="20440" y="9243"/>
                    <a:pt x="20415" y="9263"/>
                  </a:cubicBezTo>
                  <a:cubicBezTo>
                    <a:pt x="20390" y="9284"/>
                    <a:pt x="20321" y="9289"/>
                    <a:pt x="20304" y="9318"/>
                  </a:cubicBezTo>
                  <a:cubicBezTo>
                    <a:pt x="20287" y="9348"/>
                    <a:pt x="20312" y="9430"/>
                    <a:pt x="20301" y="9464"/>
                  </a:cubicBezTo>
                  <a:cubicBezTo>
                    <a:pt x="20292" y="9494"/>
                    <a:pt x="20239" y="9529"/>
                    <a:pt x="20235" y="9560"/>
                  </a:cubicBezTo>
                  <a:cubicBezTo>
                    <a:pt x="20231" y="9602"/>
                    <a:pt x="20289" y="9672"/>
                    <a:pt x="20292" y="9714"/>
                  </a:cubicBezTo>
                  <a:cubicBezTo>
                    <a:pt x="20293" y="9737"/>
                    <a:pt x="20279" y="9782"/>
                    <a:pt x="20272" y="9804"/>
                  </a:cubicBezTo>
                  <a:cubicBezTo>
                    <a:pt x="20257" y="9848"/>
                    <a:pt x="20225" y="9940"/>
                    <a:pt x="20198" y="9974"/>
                  </a:cubicBezTo>
                  <a:cubicBezTo>
                    <a:pt x="20168" y="10011"/>
                    <a:pt x="20080" y="10039"/>
                    <a:pt x="20050" y="10076"/>
                  </a:cubicBezTo>
                  <a:cubicBezTo>
                    <a:pt x="20021" y="10113"/>
                    <a:pt x="20005" y="10222"/>
                    <a:pt x="19974" y="10255"/>
                  </a:cubicBezTo>
                  <a:cubicBezTo>
                    <a:pt x="19954" y="10276"/>
                    <a:pt x="19897" y="10284"/>
                    <a:pt x="19873" y="10299"/>
                  </a:cubicBezTo>
                  <a:cubicBezTo>
                    <a:pt x="19856" y="10311"/>
                    <a:pt x="19829" y="10351"/>
                    <a:pt x="19810" y="10357"/>
                  </a:cubicBezTo>
                  <a:cubicBezTo>
                    <a:pt x="19790" y="10364"/>
                    <a:pt x="19749" y="10342"/>
                    <a:pt x="19729" y="10345"/>
                  </a:cubicBezTo>
                  <a:cubicBezTo>
                    <a:pt x="19704" y="10347"/>
                    <a:pt x="19651" y="10357"/>
                    <a:pt x="19635" y="10379"/>
                  </a:cubicBezTo>
                  <a:cubicBezTo>
                    <a:pt x="19614" y="10407"/>
                    <a:pt x="19628" y="10495"/>
                    <a:pt x="19614" y="10529"/>
                  </a:cubicBezTo>
                  <a:cubicBezTo>
                    <a:pt x="19602" y="10558"/>
                    <a:pt x="19555" y="10594"/>
                    <a:pt x="19540" y="10621"/>
                  </a:cubicBezTo>
                  <a:cubicBezTo>
                    <a:pt x="19519" y="10659"/>
                    <a:pt x="19500" y="10753"/>
                    <a:pt x="19478" y="10790"/>
                  </a:cubicBezTo>
                  <a:cubicBezTo>
                    <a:pt x="19459" y="10821"/>
                    <a:pt x="19398" y="10856"/>
                    <a:pt x="19383" y="10890"/>
                  </a:cubicBezTo>
                  <a:cubicBezTo>
                    <a:pt x="19370" y="10917"/>
                    <a:pt x="19381" y="10988"/>
                    <a:pt x="19367" y="11016"/>
                  </a:cubicBezTo>
                  <a:cubicBezTo>
                    <a:pt x="19359" y="11034"/>
                    <a:pt x="19321" y="11049"/>
                    <a:pt x="19311" y="11067"/>
                  </a:cubicBezTo>
                  <a:cubicBezTo>
                    <a:pt x="19297" y="11093"/>
                    <a:pt x="19308" y="11167"/>
                    <a:pt x="19289" y="11188"/>
                  </a:cubicBezTo>
                  <a:cubicBezTo>
                    <a:pt x="19276" y="11202"/>
                    <a:pt x="19234" y="11183"/>
                    <a:pt x="19219" y="11195"/>
                  </a:cubicBezTo>
                  <a:cubicBezTo>
                    <a:pt x="19200" y="11209"/>
                    <a:pt x="19187" y="11267"/>
                    <a:pt x="19174" y="11288"/>
                  </a:cubicBezTo>
                  <a:cubicBezTo>
                    <a:pt x="19154" y="11322"/>
                    <a:pt x="19092" y="11371"/>
                    <a:pt x="19079" y="11409"/>
                  </a:cubicBezTo>
                  <a:cubicBezTo>
                    <a:pt x="19068" y="11441"/>
                    <a:pt x="19083" y="11514"/>
                    <a:pt x="19076" y="11547"/>
                  </a:cubicBezTo>
                  <a:cubicBezTo>
                    <a:pt x="19070" y="11573"/>
                    <a:pt x="19047" y="11621"/>
                    <a:pt x="19035" y="11643"/>
                  </a:cubicBezTo>
                  <a:cubicBezTo>
                    <a:pt x="19023" y="11663"/>
                    <a:pt x="18983" y="11693"/>
                    <a:pt x="18979" y="11717"/>
                  </a:cubicBezTo>
                  <a:cubicBezTo>
                    <a:pt x="18975" y="11749"/>
                    <a:pt x="19010" y="11806"/>
                    <a:pt x="19019" y="11836"/>
                  </a:cubicBezTo>
                  <a:cubicBezTo>
                    <a:pt x="19029" y="11867"/>
                    <a:pt x="19065" y="11928"/>
                    <a:pt x="19058" y="11960"/>
                  </a:cubicBezTo>
                  <a:cubicBezTo>
                    <a:pt x="19052" y="11988"/>
                    <a:pt x="18996" y="12010"/>
                    <a:pt x="18987" y="12037"/>
                  </a:cubicBezTo>
                  <a:cubicBezTo>
                    <a:pt x="18977" y="12063"/>
                    <a:pt x="18979" y="12127"/>
                    <a:pt x="18990" y="12153"/>
                  </a:cubicBezTo>
                  <a:cubicBezTo>
                    <a:pt x="18998" y="12172"/>
                    <a:pt x="19035" y="12187"/>
                    <a:pt x="19045" y="12204"/>
                  </a:cubicBezTo>
                  <a:cubicBezTo>
                    <a:pt x="19059" y="12225"/>
                    <a:pt x="19063" y="12289"/>
                    <a:pt x="19083" y="12303"/>
                  </a:cubicBezTo>
                  <a:cubicBezTo>
                    <a:pt x="19105" y="12319"/>
                    <a:pt x="19163" y="12308"/>
                    <a:pt x="19187" y="12295"/>
                  </a:cubicBezTo>
                  <a:cubicBezTo>
                    <a:pt x="19204" y="12285"/>
                    <a:pt x="19222" y="12225"/>
                    <a:pt x="19241" y="12229"/>
                  </a:cubicBezTo>
                  <a:cubicBezTo>
                    <a:pt x="19267" y="12235"/>
                    <a:pt x="19271" y="12318"/>
                    <a:pt x="19284" y="12346"/>
                  </a:cubicBezTo>
                  <a:cubicBezTo>
                    <a:pt x="19292" y="12362"/>
                    <a:pt x="19310" y="12391"/>
                    <a:pt x="19320" y="12405"/>
                  </a:cubicBezTo>
                  <a:cubicBezTo>
                    <a:pt x="19331" y="12422"/>
                    <a:pt x="19353" y="12469"/>
                    <a:pt x="19371" y="12468"/>
                  </a:cubicBezTo>
                  <a:cubicBezTo>
                    <a:pt x="19388" y="12467"/>
                    <a:pt x="19399" y="12412"/>
                    <a:pt x="19414" y="12402"/>
                  </a:cubicBezTo>
                  <a:cubicBezTo>
                    <a:pt x="19425" y="12396"/>
                    <a:pt x="19450" y="12394"/>
                    <a:pt x="19461" y="12398"/>
                  </a:cubicBezTo>
                  <a:cubicBezTo>
                    <a:pt x="19482" y="12407"/>
                    <a:pt x="19520" y="12444"/>
                    <a:pt x="19528" y="12469"/>
                  </a:cubicBezTo>
                  <a:cubicBezTo>
                    <a:pt x="19537" y="12497"/>
                    <a:pt x="19510" y="12561"/>
                    <a:pt x="19516" y="12590"/>
                  </a:cubicBezTo>
                  <a:cubicBezTo>
                    <a:pt x="19521" y="12608"/>
                    <a:pt x="19542" y="12642"/>
                    <a:pt x="19556" y="12651"/>
                  </a:cubicBezTo>
                  <a:cubicBezTo>
                    <a:pt x="19573" y="12663"/>
                    <a:pt x="19617" y="12650"/>
                    <a:pt x="19634" y="12661"/>
                  </a:cubicBezTo>
                  <a:cubicBezTo>
                    <a:pt x="19652" y="12673"/>
                    <a:pt x="19683" y="12713"/>
                    <a:pt x="19689" y="12737"/>
                  </a:cubicBezTo>
                  <a:cubicBezTo>
                    <a:pt x="19696" y="12770"/>
                    <a:pt x="19682" y="12840"/>
                    <a:pt x="19670" y="12871"/>
                  </a:cubicBezTo>
                  <a:cubicBezTo>
                    <a:pt x="19663" y="12888"/>
                    <a:pt x="19638" y="12914"/>
                    <a:pt x="19629" y="12929"/>
                  </a:cubicBezTo>
                  <a:cubicBezTo>
                    <a:pt x="19617" y="12950"/>
                    <a:pt x="19602" y="12998"/>
                    <a:pt x="19591" y="13019"/>
                  </a:cubicBezTo>
                  <a:cubicBezTo>
                    <a:pt x="19579" y="13039"/>
                    <a:pt x="19554" y="13081"/>
                    <a:pt x="19535" y="13093"/>
                  </a:cubicBezTo>
                  <a:cubicBezTo>
                    <a:pt x="19508" y="13110"/>
                    <a:pt x="19434" y="13084"/>
                    <a:pt x="19414" y="13112"/>
                  </a:cubicBezTo>
                  <a:cubicBezTo>
                    <a:pt x="19396" y="13138"/>
                    <a:pt x="19400" y="13225"/>
                    <a:pt x="19420" y="13248"/>
                  </a:cubicBezTo>
                  <a:cubicBezTo>
                    <a:pt x="19426" y="13255"/>
                    <a:pt x="19445" y="13245"/>
                    <a:pt x="19452" y="13250"/>
                  </a:cubicBezTo>
                  <a:cubicBezTo>
                    <a:pt x="19468" y="13261"/>
                    <a:pt x="19490" y="13303"/>
                    <a:pt x="19494" y="13325"/>
                  </a:cubicBezTo>
                  <a:cubicBezTo>
                    <a:pt x="19501" y="13360"/>
                    <a:pt x="19489" y="13434"/>
                    <a:pt x="19480" y="13469"/>
                  </a:cubicBezTo>
                  <a:cubicBezTo>
                    <a:pt x="19473" y="13494"/>
                    <a:pt x="19451" y="13542"/>
                    <a:pt x="19437" y="13562"/>
                  </a:cubicBezTo>
                  <a:cubicBezTo>
                    <a:pt x="19426" y="13578"/>
                    <a:pt x="19392" y="13598"/>
                    <a:pt x="19384" y="13616"/>
                  </a:cubicBezTo>
                  <a:cubicBezTo>
                    <a:pt x="19369" y="13652"/>
                    <a:pt x="19387" y="13741"/>
                    <a:pt x="19375" y="13778"/>
                  </a:cubicBezTo>
                  <a:cubicBezTo>
                    <a:pt x="19369" y="13794"/>
                    <a:pt x="19343" y="13816"/>
                    <a:pt x="19336" y="13832"/>
                  </a:cubicBezTo>
                  <a:cubicBezTo>
                    <a:pt x="19325" y="13856"/>
                    <a:pt x="19323" y="13915"/>
                    <a:pt x="19309" y="13935"/>
                  </a:cubicBezTo>
                  <a:cubicBezTo>
                    <a:pt x="19293" y="13960"/>
                    <a:pt x="19243" y="13981"/>
                    <a:pt x="19221" y="13998"/>
                  </a:cubicBezTo>
                  <a:cubicBezTo>
                    <a:pt x="19205" y="14011"/>
                    <a:pt x="19169" y="14032"/>
                    <a:pt x="19158" y="14051"/>
                  </a:cubicBezTo>
                  <a:cubicBezTo>
                    <a:pt x="19132" y="14100"/>
                    <a:pt x="19122" y="14221"/>
                    <a:pt x="19117" y="14279"/>
                  </a:cubicBezTo>
                  <a:cubicBezTo>
                    <a:pt x="19113" y="14340"/>
                    <a:pt x="19130" y="14464"/>
                    <a:pt x="19124" y="14525"/>
                  </a:cubicBezTo>
                  <a:cubicBezTo>
                    <a:pt x="19116" y="14603"/>
                    <a:pt x="19052" y="14827"/>
                    <a:pt x="19052" y="14827"/>
                  </a:cubicBezTo>
                  <a:lnTo>
                    <a:pt x="18039" y="21599"/>
                  </a:lnTo>
                  <a:lnTo>
                    <a:pt x="18038" y="21599"/>
                  </a:lnTo>
                  <a:lnTo>
                    <a:pt x="10821" y="19906"/>
                  </a:lnTo>
                  <a:cubicBezTo>
                    <a:pt x="10821" y="19906"/>
                    <a:pt x="10647" y="19859"/>
                    <a:pt x="10647" y="19859"/>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15" name="Shape 4797"/>
            <p:cNvSpPr/>
            <p:nvPr/>
          </p:nvSpPr>
          <p:spPr>
            <a:xfrm>
              <a:off x="138070" y="690352"/>
              <a:ext cx="1635172" cy="1351625"/>
            </a:xfrm>
            <a:custGeom>
              <a:avLst/>
              <a:gdLst/>
              <a:ahLst/>
              <a:cxnLst>
                <a:cxn ang="0">
                  <a:pos x="wd2" y="hd2"/>
                </a:cxn>
                <a:cxn ang="5400000">
                  <a:pos x="wd2" y="hd2"/>
                </a:cxn>
                <a:cxn ang="10800000">
                  <a:pos x="wd2" y="hd2"/>
                </a:cxn>
                <a:cxn ang="16200000">
                  <a:pos x="wd2" y="hd2"/>
                </a:cxn>
              </a:cxnLst>
              <a:rect l="0" t="0" r="r" b="b"/>
              <a:pathLst>
                <a:path w="21589" h="21599" extrusionOk="0">
                  <a:moveTo>
                    <a:pt x="10647" y="19859"/>
                  </a:moveTo>
                  <a:lnTo>
                    <a:pt x="7064" y="18879"/>
                  </a:lnTo>
                  <a:lnTo>
                    <a:pt x="2696" y="17602"/>
                  </a:lnTo>
                  <a:lnTo>
                    <a:pt x="277" y="16874"/>
                  </a:lnTo>
                  <a:cubicBezTo>
                    <a:pt x="275" y="16830"/>
                    <a:pt x="271" y="16781"/>
                    <a:pt x="262" y="16753"/>
                  </a:cubicBezTo>
                  <a:cubicBezTo>
                    <a:pt x="251" y="16721"/>
                    <a:pt x="213" y="16665"/>
                    <a:pt x="191" y="16642"/>
                  </a:cubicBezTo>
                  <a:cubicBezTo>
                    <a:pt x="177" y="16627"/>
                    <a:pt x="138" y="16615"/>
                    <a:pt x="124" y="16600"/>
                  </a:cubicBezTo>
                  <a:cubicBezTo>
                    <a:pt x="109" y="16585"/>
                    <a:pt x="86" y="16549"/>
                    <a:pt x="79" y="16528"/>
                  </a:cubicBezTo>
                  <a:cubicBezTo>
                    <a:pt x="70" y="16503"/>
                    <a:pt x="77" y="16440"/>
                    <a:pt x="65" y="16415"/>
                  </a:cubicBezTo>
                  <a:cubicBezTo>
                    <a:pt x="56" y="16397"/>
                    <a:pt x="16" y="16383"/>
                    <a:pt x="9" y="16364"/>
                  </a:cubicBezTo>
                  <a:cubicBezTo>
                    <a:pt x="-3" y="16334"/>
                    <a:pt x="5" y="16262"/>
                    <a:pt x="16" y="16230"/>
                  </a:cubicBezTo>
                  <a:cubicBezTo>
                    <a:pt x="21" y="16214"/>
                    <a:pt x="51" y="16192"/>
                    <a:pt x="53" y="16174"/>
                  </a:cubicBezTo>
                  <a:cubicBezTo>
                    <a:pt x="55" y="16156"/>
                    <a:pt x="32" y="16126"/>
                    <a:pt x="30" y="16109"/>
                  </a:cubicBezTo>
                  <a:cubicBezTo>
                    <a:pt x="27" y="16089"/>
                    <a:pt x="37" y="16051"/>
                    <a:pt x="39" y="16032"/>
                  </a:cubicBezTo>
                  <a:cubicBezTo>
                    <a:pt x="43" y="15999"/>
                    <a:pt x="51" y="15934"/>
                    <a:pt x="51" y="15901"/>
                  </a:cubicBezTo>
                  <a:cubicBezTo>
                    <a:pt x="50" y="15879"/>
                    <a:pt x="47" y="15832"/>
                    <a:pt x="41" y="15810"/>
                  </a:cubicBezTo>
                  <a:cubicBezTo>
                    <a:pt x="35" y="15785"/>
                    <a:pt x="6" y="15743"/>
                    <a:pt x="2" y="15717"/>
                  </a:cubicBezTo>
                  <a:cubicBezTo>
                    <a:pt x="-2" y="15693"/>
                    <a:pt x="2" y="15643"/>
                    <a:pt x="9" y="15620"/>
                  </a:cubicBezTo>
                  <a:cubicBezTo>
                    <a:pt x="16" y="15596"/>
                    <a:pt x="53" y="15563"/>
                    <a:pt x="58" y="15538"/>
                  </a:cubicBezTo>
                  <a:cubicBezTo>
                    <a:pt x="65" y="15501"/>
                    <a:pt x="37" y="15426"/>
                    <a:pt x="34" y="15387"/>
                  </a:cubicBezTo>
                  <a:cubicBezTo>
                    <a:pt x="32" y="15362"/>
                    <a:pt x="29" y="15310"/>
                    <a:pt x="34" y="15285"/>
                  </a:cubicBezTo>
                  <a:cubicBezTo>
                    <a:pt x="39" y="15260"/>
                    <a:pt x="68" y="15219"/>
                    <a:pt x="74" y="15195"/>
                  </a:cubicBezTo>
                  <a:cubicBezTo>
                    <a:pt x="88" y="15145"/>
                    <a:pt x="86" y="15037"/>
                    <a:pt x="100" y="14987"/>
                  </a:cubicBezTo>
                  <a:cubicBezTo>
                    <a:pt x="111" y="14949"/>
                    <a:pt x="150" y="14882"/>
                    <a:pt x="163" y="14845"/>
                  </a:cubicBezTo>
                  <a:cubicBezTo>
                    <a:pt x="180" y="14797"/>
                    <a:pt x="196" y="14693"/>
                    <a:pt x="215" y="14647"/>
                  </a:cubicBezTo>
                  <a:cubicBezTo>
                    <a:pt x="232" y="14603"/>
                    <a:pt x="290" y="14532"/>
                    <a:pt x="306" y="14488"/>
                  </a:cubicBezTo>
                  <a:cubicBezTo>
                    <a:pt x="325" y="14438"/>
                    <a:pt x="342" y="14329"/>
                    <a:pt x="349" y="14275"/>
                  </a:cubicBezTo>
                  <a:cubicBezTo>
                    <a:pt x="354" y="14228"/>
                    <a:pt x="368" y="14130"/>
                    <a:pt x="356" y="14084"/>
                  </a:cubicBezTo>
                  <a:cubicBezTo>
                    <a:pt x="347" y="14054"/>
                    <a:pt x="301" y="14013"/>
                    <a:pt x="287" y="13985"/>
                  </a:cubicBezTo>
                  <a:cubicBezTo>
                    <a:pt x="283" y="13976"/>
                    <a:pt x="274" y="13954"/>
                    <a:pt x="274" y="13943"/>
                  </a:cubicBezTo>
                  <a:cubicBezTo>
                    <a:pt x="273" y="13921"/>
                    <a:pt x="295" y="13882"/>
                    <a:pt x="297" y="13860"/>
                  </a:cubicBezTo>
                  <a:cubicBezTo>
                    <a:pt x="299" y="13838"/>
                    <a:pt x="296" y="13790"/>
                    <a:pt x="287" y="13769"/>
                  </a:cubicBezTo>
                  <a:cubicBezTo>
                    <a:pt x="281" y="13753"/>
                    <a:pt x="254" y="13734"/>
                    <a:pt x="248" y="13718"/>
                  </a:cubicBezTo>
                  <a:cubicBezTo>
                    <a:pt x="242" y="13704"/>
                    <a:pt x="248" y="13664"/>
                    <a:pt x="238" y="13653"/>
                  </a:cubicBezTo>
                  <a:cubicBezTo>
                    <a:pt x="230" y="13643"/>
                    <a:pt x="200" y="13658"/>
                    <a:pt x="191" y="13648"/>
                  </a:cubicBezTo>
                  <a:cubicBezTo>
                    <a:pt x="175" y="13627"/>
                    <a:pt x="187" y="13562"/>
                    <a:pt x="189" y="13534"/>
                  </a:cubicBezTo>
                  <a:cubicBezTo>
                    <a:pt x="191" y="13508"/>
                    <a:pt x="208" y="13460"/>
                    <a:pt x="208" y="13435"/>
                  </a:cubicBezTo>
                  <a:cubicBezTo>
                    <a:pt x="209" y="13398"/>
                    <a:pt x="188" y="13326"/>
                    <a:pt x="187" y="13289"/>
                  </a:cubicBezTo>
                  <a:cubicBezTo>
                    <a:pt x="186" y="13261"/>
                    <a:pt x="188" y="13203"/>
                    <a:pt x="196" y="13176"/>
                  </a:cubicBezTo>
                  <a:cubicBezTo>
                    <a:pt x="204" y="13151"/>
                    <a:pt x="233" y="13108"/>
                    <a:pt x="248" y="13088"/>
                  </a:cubicBezTo>
                  <a:cubicBezTo>
                    <a:pt x="270" y="13058"/>
                    <a:pt x="327" y="13012"/>
                    <a:pt x="349" y="12980"/>
                  </a:cubicBezTo>
                  <a:cubicBezTo>
                    <a:pt x="380" y="12935"/>
                    <a:pt x="424" y="12829"/>
                    <a:pt x="452" y="12782"/>
                  </a:cubicBezTo>
                  <a:cubicBezTo>
                    <a:pt x="469" y="12752"/>
                    <a:pt x="510" y="12696"/>
                    <a:pt x="527" y="12665"/>
                  </a:cubicBezTo>
                  <a:cubicBezTo>
                    <a:pt x="544" y="12636"/>
                    <a:pt x="574" y="12574"/>
                    <a:pt x="588" y="12543"/>
                  </a:cubicBezTo>
                  <a:cubicBezTo>
                    <a:pt x="603" y="12509"/>
                    <a:pt x="628" y="12436"/>
                    <a:pt x="642" y="12401"/>
                  </a:cubicBezTo>
                  <a:cubicBezTo>
                    <a:pt x="654" y="12371"/>
                    <a:pt x="684" y="12314"/>
                    <a:pt x="691" y="12282"/>
                  </a:cubicBezTo>
                  <a:cubicBezTo>
                    <a:pt x="696" y="12257"/>
                    <a:pt x="685" y="12203"/>
                    <a:pt x="693" y="12180"/>
                  </a:cubicBezTo>
                  <a:cubicBezTo>
                    <a:pt x="702" y="12157"/>
                    <a:pt x="741" y="12129"/>
                    <a:pt x="754" y="12109"/>
                  </a:cubicBezTo>
                  <a:cubicBezTo>
                    <a:pt x="768" y="12087"/>
                    <a:pt x="787" y="12038"/>
                    <a:pt x="799" y="12015"/>
                  </a:cubicBezTo>
                  <a:cubicBezTo>
                    <a:pt x="813" y="11987"/>
                    <a:pt x="844" y="11933"/>
                    <a:pt x="857" y="11904"/>
                  </a:cubicBezTo>
                  <a:cubicBezTo>
                    <a:pt x="876" y="11867"/>
                    <a:pt x="911" y="11791"/>
                    <a:pt x="926" y="11751"/>
                  </a:cubicBezTo>
                  <a:cubicBezTo>
                    <a:pt x="934" y="11728"/>
                    <a:pt x="948" y="11680"/>
                    <a:pt x="951" y="11655"/>
                  </a:cubicBezTo>
                  <a:cubicBezTo>
                    <a:pt x="957" y="11615"/>
                    <a:pt x="951" y="11533"/>
                    <a:pt x="958" y="11493"/>
                  </a:cubicBezTo>
                  <a:cubicBezTo>
                    <a:pt x="961" y="11469"/>
                    <a:pt x="972" y="11422"/>
                    <a:pt x="983" y="11402"/>
                  </a:cubicBezTo>
                  <a:cubicBezTo>
                    <a:pt x="994" y="11381"/>
                    <a:pt x="1023" y="11344"/>
                    <a:pt x="1042" y="11334"/>
                  </a:cubicBezTo>
                  <a:cubicBezTo>
                    <a:pt x="1057" y="11326"/>
                    <a:pt x="1093" y="11338"/>
                    <a:pt x="1108" y="11330"/>
                  </a:cubicBezTo>
                  <a:cubicBezTo>
                    <a:pt x="1126" y="11321"/>
                    <a:pt x="1152" y="11282"/>
                    <a:pt x="1167" y="11266"/>
                  </a:cubicBezTo>
                  <a:cubicBezTo>
                    <a:pt x="1192" y="11239"/>
                    <a:pt x="1242" y="11186"/>
                    <a:pt x="1264" y="11156"/>
                  </a:cubicBezTo>
                  <a:cubicBezTo>
                    <a:pt x="1298" y="11111"/>
                    <a:pt x="1359" y="11012"/>
                    <a:pt x="1389" y="10963"/>
                  </a:cubicBezTo>
                  <a:cubicBezTo>
                    <a:pt x="1431" y="10896"/>
                    <a:pt x="1517" y="10766"/>
                    <a:pt x="1552" y="10694"/>
                  </a:cubicBezTo>
                  <a:cubicBezTo>
                    <a:pt x="1589" y="10616"/>
                    <a:pt x="1643" y="10447"/>
                    <a:pt x="1674" y="10365"/>
                  </a:cubicBezTo>
                  <a:cubicBezTo>
                    <a:pt x="1713" y="10262"/>
                    <a:pt x="1795" y="10059"/>
                    <a:pt x="1833" y="9956"/>
                  </a:cubicBezTo>
                  <a:cubicBezTo>
                    <a:pt x="1906" y="9757"/>
                    <a:pt x="2044" y="9356"/>
                    <a:pt x="2109" y="9154"/>
                  </a:cubicBezTo>
                  <a:cubicBezTo>
                    <a:pt x="2148" y="9029"/>
                    <a:pt x="2221" y="8777"/>
                    <a:pt x="2257" y="8650"/>
                  </a:cubicBezTo>
                  <a:cubicBezTo>
                    <a:pt x="2282" y="8562"/>
                    <a:pt x="2326" y="8384"/>
                    <a:pt x="2352" y="8296"/>
                  </a:cubicBezTo>
                  <a:cubicBezTo>
                    <a:pt x="2364" y="8257"/>
                    <a:pt x="2391" y="8179"/>
                    <a:pt x="2402" y="8139"/>
                  </a:cubicBezTo>
                  <a:cubicBezTo>
                    <a:pt x="2418" y="8085"/>
                    <a:pt x="2445" y="7974"/>
                    <a:pt x="2456" y="7918"/>
                  </a:cubicBezTo>
                  <a:cubicBezTo>
                    <a:pt x="2464" y="7876"/>
                    <a:pt x="2474" y="7790"/>
                    <a:pt x="2481" y="7747"/>
                  </a:cubicBezTo>
                  <a:cubicBezTo>
                    <a:pt x="2484" y="7724"/>
                    <a:pt x="2489" y="7674"/>
                    <a:pt x="2496" y="7651"/>
                  </a:cubicBezTo>
                  <a:cubicBezTo>
                    <a:pt x="2509" y="7613"/>
                    <a:pt x="2552" y="7550"/>
                    <a:pt x="2570" y="7515"/>
                  </a:cubicBezTo>
                  <a:cubicBezTo>
                    <a:pt x="2596" y="7463"/>
                    <a:pt x="2649" y="7358"/>
                    <a:pt x="2671" y="7303"/>
                  </a:cubicBezTo>
                  <a:cubicBezTo>
                    <a:pt x="2686" y="7267"/>
                    <a:pt x="2717" y="7195"/>
                    <a:pt x="2723" y="7155"/>
                  </a:cubicBezTo>
                  <a:cubicBezTo>
                    <a:pt x="2730" y="7115"/>
                    <a:pt x="2715" y="7031"/>
                    <a:pt x="2721" y="6990"/>
                  </a:cubicBezTo>
                  <a:cubicBezTo>
                    <a:pt x="2730" y="6931"/>
                    <a:pt x="2775" y="6819"/>
                    <a:pt x="2793" y="6762"/>
                  </a:cubicBezTo>
                  <a:cubicBezTo>
                    <a:pt x="2806" y="6722"/>
                    <a:pt x="2834" y="6643"/>
                    <a:pt x="2845" y="6602"/>
                  </a:cubicBezTo>
                  <a:cubicBezTo>
                    <a:pt x="2852" y="6576"/>
                    <a:pt x="2864" y="6524"/>
                    <a:pt x="2867" y="6496"/>
                  </a:cubicBezTo>
                  <a:cubicBezTo>
                    <a:pt x="2869" y="6474"/>
                    <a:pt x="2859" y="6425"/>
                    <a:pt x="2867" y="6404"/>
                  </a:cubicBezTo>
                  <a:cubicBezTo>
                    <a:pt x="2874" y="6385"/>
                    <a:pt x="2907" y="6364"/>
                    <a:pt x="2917" y="6347"/>
                  </a:cubicBezTo>
                  <a:cubicBezTo>
                    <a:pt x="2924" y="6335"/>
                    <a:pt x="2936" y="6309"/>
                    <a:pt x="2939" y="6294"/>
                  </a:cubicBezTo>
                  <a:cubicBezTo>
                    <a:pt x="2942" y="6276"/>
                    <a:pt x="2937" y="6237"/>
                    <a:pt x="2939" y="6219"/>
                  </a:cubicBezTo>
                  <a:cubicBezTo>
                    <a:pt x="2941" y="6193"/>
                    <a:pt x="2955" y="6143"/>
                    <a:pt x="2961" y="6118"/>
                  </a:cubicBezTo>
                  <a:cubicBezTo>
                    <a:pt x="2969" y="6083"/>
                    <a:pt x="2989" y="6015"/>
                    <a:pt x="2996" y="5980"/>
                  </a:cubicBezTo>
                  <a:cubicBezTo>
                    <a:pt x="3001" y="5960"/>
                    <a:pt x="3010" y="5921"/>
                    <a:pt x="3011" y="5901"/>
                  </a:cubicBezTo>
                  <a:cubicBezTo>
                    <a:pt x="3013" y="5858"/>
                    <a:pt x="2994" y="5772"/>
                    <a:pt x="3000" y="5730"/>
                  </a:cubicBezTo>
                  <a:cubicBezTo>
                    <a:pt x="3003" y="5706"/>
                    <a:pt x="3023" y="5660"/>
                    <a:pt x="3034" y="5639"/>
                  </a:cubicBezTo>
                  <a:cubicBezTo>
                    <a:pt x="3048" y="5612"/>
                    <a:pt x="3086" y="5565"/>
                    <a:pt x="3103" y="5539"/>
                  </a:cubicBezTo>
                  <a:cubicBezTo>
                    <a:pt x="3125" y="5505"/>
                    <a:pt x="3171" y="5437"/>
                    <a:pt x="3189" y="5399"/>
                  </a:cubicBezTo>
                  <a:cubicBezTo>
                    <a:pt x="3213" y="5349"/>
                    <a:pt x="3249" y="5241"/>
                    <a:pt x="3265" y="5187"/>
                  </a:cubicBezTo>
                  <a:cubicBezTo>
                    <a:pt x="3278" y="5146"/>
                    <a:pt x="3295" y="5062"/>
                    <a:pt x="3306" y="5020"/>
                  </a:cubicBezTo>
                  <a:cubicBezTo>
                    <a:pt x="3316" y="4988"/>
                    <a:pt x="3341" y="4925"/>
                    <a:pt x="3348" y="4892"/>
                  </a:cubicBezTo>
                  <a:cubicBezTo>
                    <a:pt x="3355" y="4861"/>
                    <a:pt x="3362" y="4798"/>
                    <a:pt x="3364" y="4767"/>
                  </a:cubicBezTo>
                  <a:cubicBezTo>
                    <a:pt x="3365" y="4748"/>
                    <a:pt x="3361" y="4708"/>
                    <a:pt x="3366" y="4689"/>
                  </a:cubicBezTo>
                  <a:cubicBezTo>
                    <a:pt x="3371" y="4665"/>
                    <a:pt x="3395" y="4621"/>
                    <a:pt x="3409" y="4602"/>
                  </a:cubicBezTo>
                  <a:cubicBezTo>
                    <a:pt x="3425" y="4581"/>
                    <a:pt x="3470" y="4556"/>
                    <a:pt x="3486" y="4536"/>
                  </a:cubicBezTo>
                  <a:cubicBezTo>
                    <a:pt x="3499" y="4520"/>
                    <a:pt x="3518" y="4480"/>
                    <a:pt x="3527" y="4460"/>
                  </a:cubicBezTo>
                  <a:cubicBezTo>
                    <a:pt x="3541" y="4428"/>
                    <a:pt x="3562" y="4360"/>
                    <a:pt x="3572" y="4326"/>
                  </a:cubicBezTo>
                  <a:cubicBezTo>
                    <a:pt x="3582" y="4291"/>
                    <a:pt x="3596" y="4219"/>
                    <a:pt x="3605" y="4184"/>
                  </a:cubicBezTo>
                  <a:cubicBezTo>
                    <a:pt x="3617" y="4135"/>
                    <a:pt x="3641" y="4037"/>
                    <a:pt x="3656" y="3989"/>
                  </a:cubicBezTo>
                  <a:cubicBezTo>
                    <a:pt x="3671" y="3944"/>
                    <a:pt x="3713" y="3860"/>
                    <a:pt x="3724" y="3813"/>
                  </a:cubicBezTo>
                  <a:cubicBezTo>
                    <a:pt x="3732" y="3778"/>
                    <a:pt x="3748" y="3701"/>
                    <a:pt x="3736" y="3667"/>
                  </a:cubicBezTo>
                  <a:cubicBezTo>
                    <a:pt x="3726" y="3640"/>
                    <a:pt x="3668" y="3624"/>
                    <a:pt x="3658" y="3597"/>
                  </a:cubicBezTo>
                  <a:cubicBezTo>
                    <a:pt x="3653" y="3582"/>
                    <a:pt x="3654" y="3542"/>
                    <a:pt x="3664" y="3531"/>
                  </a:cubicBezTo>
                  <a:cubicBezTo>
                    <a:pt x="3677" y="3516"/>
                    <a:pt x="3722" y="3537"/>
                    <a:pt x="3738" y="3525"/>
                  </a:cubicBezTo>
                  <a:cubicBezTo>
                    <a:pt x="3758" y="3509"/>
                    <a:pt x="3772" y="3447"/>
                    <a:pt x="3783" y="3421"/>
                  </a:cubicBezTo>
                  <a:cubicBezTo>
                    <a:pt x="3800" y="3381"/>
                    <a:pt x="3845" y="3305"/>
                    <a:pt x="3849" y="3261"/>
                  </a:cubicBezTo>
                  <a:cubicBezTo>
                    <a:pt x="3852" y="3227"/>
                    <a:pt x="3823" y="3164"/>
                    <a:pt x="3822" y="3130"/>
                  </a:cubicBezTo>
                  <a:cubicBezTo>
                    <a:pt x="3822" y="3106"/>
                    <a:pt x="3828" y="3057"/>
                    <a:pt x="3836" y="3035"/>
                  </a:cubicBezTo>
                  <a:cubicBezTo>
                    <a:pt x="3842" y="3017"/>
                    <a:pt x="3864" y="2988"/>
                    <a:pt x="3874" y="2973"/>
                  </a:cubicBezTo>
                  <a:cubicBezTo>
                    <a:pt x="3887" y="2950"/>
                    <a:pt x="3916" y="2905"/>
                    <a:pt x="3927" y="2880"/>
                  </a:cubicBezTo>
                  <a:cubicBezTo>
                    <a:pt x="3945" y="2841"/>
                    <a:pt x="3972" y="2759"/>
                    <a:pt x="3985" y="2717"/>
                  </a:cubicBezTo>
                  <a:cubicBezTo>
                    <a:pt x="4004" y="2654"/>
                    <a:pt x="4036" y="2526"/>
                    <a:pt x="4053" y="2462"/>
                  </a:cubicBezTo>
                  <a:cubicBezTo>
                    <a:pt x="4070" y="2401"/>
                    <a:pt x="4108" y="2282"/>
                    <a:pt x="4119" y="2220"/>
                  </a:cubicBezTo>
                  <a:cubicBezTo>
                    <a:pt x="4126" y="2185"/>
                    <a:pt x="4138" y="2113"/>
                    <a:pt x="4135" y="2078"/>
                  </a:cubicBezTo>
                  <a:cubicBezTo>
                    <a:pt x="4132" y="2047"/>
                    <a:pt x="4106" y="1993"/>
                    <a:pt x="4098" y="1964"/>
                  </a:cubicBezTo>
                  <a:cubicBezTo>
                    <a:pt x="4089" y="1937"/>
                    <a:pt x="4065" y="1885"/>
                    <a:pt x="4066" y="1856"/>
                  </a:cubicBezTo>
                  <a:cubicBezTo>
                    <a:pt x="4069" y="1793"/>
                    <a:pt x="4140" y="1688"/>
                    <a:pt x="4160" y="1629"/>
                  </a:cubicBezTo>
                  <a:cubicBezTo>
                    <a:pt x="4175" y="1585"/>
                    <a:pt x="4202" y="1493"/>
                    <a:pt x="4210" y="1446"/>
                  </a:cubicBezTo>
                  <a:cubicBezTo>
                    <a:pt x="4215" y="1417"/>
                    <a:pt x="4222" y="1358"/>
                    <a:pt x="4219" y="1328"/>
                  </a:cubicBezTo>
                  <a:cubicBezTo>
                    <a:pt x="4218" y="1305"/>
                    <a:pt x="4199" y="1261"/>
                    <a:pt x="4197" y="1238"/>
                  </a:cubicBezTo>
                  <a:cubicBezTo>
                    <a:pt x="4195" y="1212"/>
                    <a:pt x="4195" y="1158"/>
                    <a:pt x="4205" y="1135"/>
                  </a:cubicBezTo>
                  <a:cubicBezTo>
                    <a:pt x="4214" y="1115"/>
                    <a:pt x="4248" y="1087"/>
                    <a:pt x="4265" y="1076"/>
                  </a:cubicBezTo>
                  <a:cubicBezTo>
                    <a:pt x="4286" y="1063"/>
                    <a:pt x="4338" y="1064"/>
                    <a:pt x="4357" y="1046"/>
                  </a:cubicBezTo>
                  <a:cubicBezTo>
                    <a:pt x="4381" y="1024"/>
                    <a:pt x="4406" y="953"/>
                    <a:pt x="4416" y="920"/>
                  </a:cubicBezTo>
                  <a:cubicBezTo>
                    <a:pt x="4435" y="859"/>
                    <a:pt x="4451" y="730"/>
                    <a:pt x="4455" y="666"/>
                  </a:cubicBezTo>
                  <a:cubicBezTo>
                    <a:pt x="4460" y="604"/>
                    <a:pt x="4458" y="479"/>
                    <a:pt x="4452" y="418"/>
                  </a:cubicBezTo>
                  <a:cubicBezTo>
                    <a:pt x="4449" y="386"/>
                    <a:pt x="4434" y="323"/>
                    <a:pt x="4429" y="291"/>
                  </a:cubicBezTo>
                  <a:cubicBezTo>
                    <a:pt x="4424" y="263"/>
                    <a:pt x="4412" y="208"/>
                    <a:pt x="4410" y="179"/>
                  </a:cubicBezTo>
                  <a:cubicBezTo>
                    <a:pt x="4408" y="150"/>
                    <a:pt x="4412" y="90"/>
                    <a:pt x="4416" y="60"/>
                  </a:cubicBezTo>
                  <a:cubicBezTo>
                    <a:pt x="4419" y="45"/>
                    <a:pt x="4419" y="0"/>
                    <a:pt x="4432" y="0"/>
                  </a:cubicBezTo>
                  <a:cubicBezTo>
                    <a:pt x="4447" y="-1"/>
                    <a:pt x="4447" y="51"/>
                    <a:pt x="4455" y="66"/>
                  </a:cubicBezTo>
                  <a:cubicBezTo>
                    <a:pt x="4465" y="82"/>
                    <a:pt x="4491" y="105"/>
                    <a:pt x="4502" y="119"/>
                  </a:cubicBezTo>
                  <a:cubicBezTo>
                    <a:pt x="4519" y="141"/>
                    <a:pt x="4552" y="186"/>
                    <a:pt x="4563" y="211"/>
                  </a:cubicBezTo>
                  <a:cubicBezTo>
                    <a:pt x="4577" y="243"/>
                    <a:pt x="4586" y="315"/>
                    <a:pt x="4601" y="346"/>
                  </a:cubicBezTo>
                  <a:cubicBezTo>
                    <a:pt x="4610" y="365"/>
                    <a:pt x="4634" y="399"/>
                    <a:pt x="4649" y="410"/>
                  </a:cubicBezTo>
                  <a:cubicBezTo>
                    <a:pt x="4664" y="421"/>
                    <a:pt x="4702" y="440"/>
                    <a:pt x="4717" y="429"/>
                  </a:cubicBezTo>
                  <a:cubicBezTo>
                    <a:pt x="4725" y="423"/>
                    <a:pt x="4727" y="395"/>
                    <a:pt x="4726" y="384"/>
                  </a:cubicBezTo>
                  <a:cubicBezTo>
                    <a:pt x="4724" y="367"/>
                    <a:pt x="4699" y="340"/>
                    <a:pt x="4699" y="323"/>
                  </a:cubicBezTo>
                  <a:cubicBezTo>
                    <a:pt x="4700" y="309"/>
                    <a:pt x="4712" y="278"/>
                    <a:pt x="4723" y="274"/>
                  </a:cubicBezTo>
                  <a:cubicBezTo>
                    <a:pt x="4740" y="268"/>
                    <a:pt x="4768" y="311"/>
                    <a:pt x="4785" y="316"/>
                  </a:cubicBezTo>
                  <a:cubicBezTo>
                    <a:pt x="4806" y="322"/>
                    <a:pt x="4850" y="319"/>
                    <a:pt x="4871" y="314"/>
                  </a:cubicBezTo>
                  <a:cubicBezTo>
                    <a:pt x="4894" y="308"/>
                    <a:pt x="4934" y="263"/>
                    <a:pt x="4957" y="268"/>
                  </a:cubicBezTo>
                  <a:cubicBezTo>
                    <a:pt x="4972" y="272"/>
                    <a:pt x="4986" y="314"/>
                    <a:pt x="5000" y="323"/>
                  </a:cubicBezTo>
                  <a:cubicBezTo>
                    <a:pt x="5024" y="340"/>
                    <a:pt x="5083" y="357"/>
                    <a:pt x="5111" y="352"/>
                  </a:cubicBezTo>
                  <a:cubicBezTo>
                    <a:pt x="5124" y="349"/>
                    <a:pt x="5145" y="321"/>
                    <a:pt x="5159" y="319"/>
                  </a:cubicBezTo>
                  <a:cubicBezTo>
                    <a:pt x="5180" y="316"/>
                    <a:pt x="5220" y="342"/>
                    <a:pt x="5240" y="344"/>
                  </a:cubicBezTo>
                  <a:cubicBezTo>
                    <a:pt x="5254" y="345"/>
                    <a:pt x="5282" y="346"/>
                    <a:pt x="5294" y="338"/>
                  </a:cubicBezTo>
                  <a:cubicBezTo>
                    <a:pt x="5309" y="329"/>
                    <a:pt x="5321" y="280"/>
                    <a:pt x="5337" y="274"/>
                  </a:cubicBezTo>
                  <a:cubicBezTo>
                    <a:pt x="5363" y="265"/>
                    <a:pt x="5412" y="326"/>
                    <a:pt x="5437" y="316"/>
                  </a:cubicBezTo>
                  <a:cubicBezTo>
                    <a:pt x="5456" y="308"/>
                    <a:pt x="5485" y="259"/>
                    <a:pt x="5479" y="236"/>
                  </a:cubicBezTo>
                  <a:cubicBezTo>
                    <a:pt x="5478" y="232"/>
                    <a:pt x="5476" y="227"/>
                    <a:pt x="5473" y="223"/>
                  </a:cubicBezTo>
                  <a:cubicBezTo>
                    <a:pt x="5506" y="225"/>
                    <a:pt x="5545" y="233"/>
                    <a:pt x="5564" y="233"/>
                  </a:cubicBezTo>
                  <a:cubicBezTo>
                    <a:pt x="5585" y="232"/>
                    <a:pt x="5629" y="225"/>
                    <a:pt x="5648" y="236"/>
                  </a:cubicBezTo>
                  <a:cubicBezTo>
                    <a:pt x="5679" y="255"/>
                    <a:pt x="5726" y="325"/>
                    <a:pt x="5736" y="365"/>
                  </a:cubicBezTo>
                  <a:cubicBezTo>
                    <a:pt x="5744" y="397"/>
                    <a:pt x="5732" y="464"/>
                    <a:pt x="5727" y="497"/>
                  </a:cubicBezTo>
                  <a:cubicBezTo>
                    <a:pt x="5722" y="529"/>
                    <a:pt x="5693" y="590"/>
                    <a:pt x="5699" y="622"/>
                  </a:cubicBezTo>
                  <a:cubicBezTo>
                    <a:pt x="5703" y="647"/>
                    <a:pt x="5736" y="682"/>
                    <a:pt x="5749" y="702"/>
                  </a:cubicBezTo>
                  <a:cubicBezTo>
                    <a:pt x="5765" y="727"/>
                    <a:pt x="5791" y="785"/>
                    <a:pt x="5814" y="800"/>
                  </a:cubicBezTo>
                  <a:cubicBezTo>
                    <a:pt x="5834" y="813"/>
                    <a:pt x="5881" y="805"/>
                    <a:pt x="5902" y="811"/>
                  </a:cubicBezTo>
                  <a:cubicBezTo>
                    <a:pt x="5930" y="821"/>
                    <a:pt x="5979" y="870"/>
                    <a:pt x="6008" y="868"/>
                  </a:cubicBezTo>
                  <a:cubicBezTo>
                    <a:pt x="6039" y="866"/>
                    <a:pt x="6085" y="805"/>
                    <a:pt x="6115" y="793"/>
                  </a:cubicBezTo>
                  <a:cubicBezTo>
                    <a:pt x="6145" y="780"/>
                    <a:pt x="6210" y="776"/>
                    <a:pt x="6243" y="774"/>
                  </a:cubicBezTo>
                  <a:cubicBezTo>
                    <a:pt x="6273" y="772"/>
                    <a:pt x="6336" y="764"/>
                    <a:pt x="6365" y="778"/>
                  </a:cubicBezTo>
                  <a:cubicBezTo>
                    <a:pt x="6392" y="790"/>
                    <a:pt x="6434" y="844"/>
                    <a:pt x="6455" y="868"/>
                  </a:cubicBezTo>
                  <a:cubicBezTo>
                    <a:pt x="6493" y="912"/>
                    <a:pt x="6565" y="1005"/>
                    <a:pt x="6599" y="1054"/>
                  </a:cubicBezTo>
                  <a:cubicBezTo>
                    <a:pt x="6629" y="1097"/>
                    <a:pt x="6677" y="1195"/>
                    <a:pt x="6708" y="1235"/>
                  </a:cubicBezTo>
                  <a:cubicBezTo>
                    <a:pt x="6733" y="1266"/>
                    <a:pt x="6795" y="1309"/>
                    <a:pt x="6818" y="1341"/>
                  </a:cubicBezTo>
                  <a:cubicBezTo>
                    <a:pt x="6834" y="1365"/>
                    <a:pt x="6862" y="1418"/>
                    <a:pt x="6868" y="1448"/>
                  </a:cubicBezTo>
                  <a:cubicBezTo>
                    <a:pt x="6877" y="1493"/>
                    <a:pt x="6856" y="1590"/>
                    <a:pt x="6862" y="1637"/>
                  </a:cubicBezTo>
                  <a:cubicBezTo>
                    <a:pt x="6868" y="1690"/>
                    <a:pt x="6901" y="1792"/>
                    <a:pt x="6918" y="1841"/>
                  </a:cubicBezTo>
                  <a:cubicBezTo>
                    <a:pt x="6927" y="1866"/>
                    <a:pt x="6954" y="1909"/>
                    <a:pt x="6959" y="1936"/>
                  </a:cubicBezTo>
                  <a:cubicBezTo>
                    <a:pt x="6965" y="1970"/>
                    <a:pt x="6961" y="2041"/>
                    <a:pt x="6956" y="2076"/>
                  </a:cubicBezTo>
                  <a:cubicBezTo>
                    <a:pt x="6951" y="2109"/>
                    <a:pt x="6923" y="2171"/>
                    <a:pt x="6918" y="2205"/>
                  </a:cubicBezTo>
                  <a:cubicBezTo>
                    <a:pt x="6914" y="2236"/>
                    <a:pt x="6925" y="2302"/>
                    <a:pt x="6918" y="2333"/>
                  </a:cubicBezTo>
                  <a:cubicBezTo>
                    <a:pt x="6913" y="2357"/>
                    <a:pt x="6886" y="2397"/>
                    <a:pt x="6877" y="2420"/>
                  </a:cubicBezTo>
                  <a:cubicBezTo>
                    <a:pt x="6870" y="2441"/>
                    <a:pt x="6854" y="2484"/>
                    <a:pt x="6856" y="2507"/>
                  </a:cubicBezTo>
                  <a:cubicBezTo>
                    <a:pt x="6858" y="2541"/>
                    <a:pt x="6896" y="2599"/>
                    <a:pt x="6902" y="2632"/>
                  </a:cubicBezTo>
                  <a:cubicBezTo>
                    <a:pt x="6909" y="2669"/>
                    <a:pt x="6911" y="2746"/>
                    <a:pt x="6906" y="2783"/>
                  </a:cubicBezTo>
                  <a:cubicBezTo>
                    <a:pt x="6901" y="2817"/>
                    <a:pt x="6876" y="2880"/>
                    <a:pt x="6865" y="2912"/>
                  </a:cubicBezTo>
                  <a:cubicBezTo>
                    <a:pt x="6855" y="2942"/>
                    <a:pt x="6828" y="2998"/>
                    <a:pt x="6821" y="3030"/>
                  </a:cubicBezTo>
                  <a:cubicBezTo>
                    <a:pt x="6815" y="3060"/>
                    <a:pt x="6806" y="3124"/>
                    <a:pt x="6812" y="3154"/>
                  </a:cubicBezTo>
                  <a:cubicBezTo>
                    <a:pt x="6818" y="3188"/>
                    <a:pt x="6854" y="3244"/>
                    <a:pt x="6871" y="3272"/>
                  </a:cubicBezTo>
                  <a:cubicBezTo>
                    <a:pt x="6897" y="3312"/>
                    <a:pt x="6955" y="3390"/>
                    <a:pt x="6990" y="3419"/>
                  </a:cubicBezTo>
                  <a:cubicBezTo>
                    <a:pt x="7017" y="3441"/>
                    <a:pt x="7079" y="3466"/>
                    <a:pt x="7109" y="3480"/>
                  </a:cubicBezTo>
                  <a:cubicBezTo>
                    <a:pt x="7143" y="3495"/>
                    <a:pt x="7214" y="3518"/>
                    <a:pt x="7246" y="3537"/>
                  </a:cubicBezTo>
                  <a:cubicBezTo>
                    <a:pt x="7285" y="3559"/>
                    <a:pt x="7357" y="3615"/>
                    <a:pt x="7390" y="3647"/>
                  </a:cubicBezTo>
                  <a:cubicBezTo>
                    <a:pt x="7411" y="3666"/>
                    <a:pt x="7446" y="3717"/>
                    <a:pt x="7469" y="3733"/>
                  </a:cubicBezTo>
                  <a:cubicBezTo>
                    <a:pt x="7484" y="3744"/>
                    <a:pt x="7519" y="3759"/>
                    <a:pt x="7537" y="3760"/>
                  </a:cubicBezTo>
                  <a:cubicBezTo>
                    <a:pt x="7556" y="3761"/>
                    <a:pt x="7593" y="3738"/>
                    <a:pt x="7612" y="3741"/>
                  </a:cubicBezTo>
                  <a:cubicBezTo>
                    <a:pt x="7639" y="3746"/>
                    <a:pt x="7688" y="3778"/>
                    <a:pt x="7706" y="3802"/>
                  </a:cubicBezTo>
                  <a:cubicBezTo>
                    <a:pt x="7727" y="3830"/>
                    <a:pt x="7728" y="3922"/>
                    <a:pt x="7753" y="3946"/>
                  </a:cubicBezTo>
                  <a:cubicBezTo>
                    <a:pt x="7774" y="3964"/>
                    <a:pt x="7830" y="3957"/>
                    <a:pt x="7856" y="3957"/>
                  </a:cubicBezTo>
                  <a:cubicBezTo>
                    <a:pt x="7892" y="3956"/>
                    <a:pt x="7963" y="3950"/>
                    <a:pt x="7997" y="3938"/>
                  </a:cubicBezTo>
                  <a:cubicBezTo>
                    <a:pt x="8018" y="3930"/>
                    <a:pt x="8054" y="3896"/>
                    <a:pt x="8075" y="3889"/>
                  </a:cubicBezTo>
                  <a:cubicBezTo>
                    <a:pt x="8108" y="3878"/>
                    <a:pt x="8176" y="3873"/>
                    <a:pt x="8210" y="3878"/>
                  </a:cubicBezTo>
                  <a:cubicBezTo>
                    <a:pt x="8233" y="3880"/>
                    <a:pt x="8277" y="3907"/>
                    <a:pt x="8300" y="3908"/>
                  </a:cubicBezTo>
                  <a:cubicBezTo>
                    <a:pt x="8331" y="3910"/>
                    <a:pt x="8393" y="3892"/>
                    <a:pt x="8422" y="3881"/>
                  </a:cubicBezTo>
                  <a:cubicBezTo>
                    <a:pt x="8443" y="3874"/>
                    <a:pt x="8482" y="3844"/>
                    <a:pt x="8504" y="3839"/>
                  </a:cubicBezTo>
                  <a:cubicBezTo>
                    <a:pt x="8529" y="3835"/>
                    <a:pt x="8582" y="3857"/>
                    <a:pt x="8607" y="3851"/>
                  </a:cubicBezTo>
                  <a:cubicBezTo>
                    <a:pt x="8626" y="3846"/>
                    <a:pt x="8657" y="3811"/>
                    <a:pt x="8676" y="3806"/>
                  </a:cubicBezTo>
                  <a:cubicBezTo>
                    <a:pt x="8704" y="3797"/>
                    <a:pt x="8765" y="3820"/>
                    <a:pt x="8791" y="3806"/>
                  </a:cubicBezTo>
                  <a:cubicBezTo>
                    <a:pt x="8817" y="3791"/>
                    <a:pt x="8842" y="3722"/>
                    <a:pt x="8863" y="3699"/>
                  </a:cubicBezTo>
                  <a:cubicBezTo>
                    <a:pt x="8885" y="3677"/>
                    <a:pt x="8936" y="3638"/>
                    <a:pt x="8963" y="3627"/>
                  </a:cubicBezTo>
                  <a:cubicBezTo>
                    <a:pt x="8988" y="3618"/>
                    <a:pt x="9042" y="3607"/>
                    <a:pt x="9066" y="3616"/>
                  </a:cubicBezTo>
                  <a:cubicBezTo>
                    <a:pt x="9092" y="3625"/>
                    <a:pt x="9127" y="3680"/>
                    <a:pt x="9151" y="3696"/>
                  </a:cubicBezTo>
                  <a:cubicBezTo>
                    <a:pt x="9179" y="3715"/>
                    <a:pt x="9241" y="3747"/>
                    <a:pt x="9273" y="3749"/>
                  </a:cubicBezTo>
                  <a:cubicBezTo>
                    <a:pt x="9298" y="3750"/>
                    <a:pt x="9345" y="3720"/>
                    <a:pt x="9370" y="3718"/>
                  </a:cubicBezTo>
                  <a:cubicBezTo>
                    <a:pt x="9399" y="3716"/>
                    <a:pt x="9457" y="3736"/>
                    <a:pt x="9485" y="3741"/>
                  </a:cubicBezTo>
                  <a:cubicBezTo>
                    <a:pt x="9514" y="3746"/>
                    <a:pt x="9570" y="3763"/>
                    <a:pt x="9598" y="3760"/>
                  </a:cubicBezTo>
                  <a:cubicBezTo>
                    <a:pt x="9628" y="3757"/>
                    <a:pt x="9681" y="3712"/>
                    <a:pt x="9711" y="3715"/>
                  </a:cubicBezTo>
                  <a:cubicBezTo>
                    <a:pt x="9736" y="3717"/>
                    <a:pt x="9781" y="3753"/>
                    <a:pt x="9801" y="3771"/>
                  </a:cubicBezTo>
                  <a:cubicBezTo>
                    <a:pt x="9829" y="3796"/>
                    <a:pt x="9870" y="3867"/>
                    <a:pt x="9898" y="3889"/>
                  </a:cubicBezTo>
                  <a:cubicBezTo>
                    <a:pt x="9923" y="3908"/>
                    <a:pt x="9979" y="3933"/>
                    <a:pt x="10008" y="3938"/>
                  </a:cubicBezTo>
                  <a:cubicBezTo>
                    <a:pt x="10034" y="3942"/>
                    <a:pt x="10085" y="3925"/>
                    <a:pt x="10111" y="3927"/>
                  </a:cubicBezTo>
                  <a:cubicBezTo>
                    <a:pt x="10134" y="3928"/>
                    <a:pt x="10181" y="3936"/>
                    <a:pt x="10202" y="3949"/>
                  </a:cubicBezTo>
                  <a:cubicBezTo>
                    <a:pt x="10234" y="3970"/>
                    <a:pt x="10279" y="4047"/>
                    <a:pt x="10308" y="4074"/>
                  </a:cubicBezTo>
                  <a:cubicBezTo>
                    <a:pt x="10337" y="4101"/>
                    <a:pt x="10410" y="4131"/>
                    <a:pt x="10433" y="4165"/>
                  </a:cubicBezTo>
                  <a:cubicBezTo>
                    <a:pt x="10448" y="4187"/>
                    <a:pt x="10462" y="4243"/>
                    <a:pt x="10464" y="4271"/>
                  </a:cubicBezTo>
                  <a:cubicBezTo>
                    <a:pt x="10467" y="4306"/>
                    <a:pt x="10434" y="4378"/>
                    <a:pt x="10446" y="4411"/>
                  </a:cubicBezTo>
                  <a:cubicBezTo>
                    <a:pt x="10455" y="4438"/>
                    <a:pt x="10500" y="4472"/>
                    <a:pt x="10524" y="4479"/>
                  </a:cubicBezTo>
                  <a:cubicBezTo>
                    <a:pt x="10550" y="4488"/>
                    <a:pt x="10611" y="4483"/>
                    <a:pt x="10633" y="4464"/>
                  </a:cubicBezTo>
                  <a:cubicBezTo>
                    <a:pt x="10659" y="4443"/>
                    <a:pt x="10666" y="4355"/>
                    <a:pt x="10690" y="4332"/>
                  </a:cubicBezTo>
                  <a:cubicBezTo>
                    <a:pt x="10710" y="4312"/>
                    <a:pt x="10780" y="4301"/>
                    <a:pt x="10789" y="4301"/>
                  </a:cubicBezTo>
                  <a:cubicBezTo>
                    <a:pt x="10799" y="4301"/>
                    <a:pt x="10875" y="4355"/>
                    <a:pt x="10905" y="4366"/>
                  </a:cubicBezTo>
                  <a:cubicBezTo>
                    <a:pt x="10940" y="4378"/>
                    <a:pt x="11018" y="4359"/>
                    <a:pt x="11049" y="4381"/>
                  </a:cubicBezTo>
                  <a:cubicBezTo>
                    <a:pt x="11065" y="4392"/>
                    <a:pt x="11078" y="4441"/>
                    <a:pt x="11093" y="4452"/>
                  </a:cubicBezTo>
                  <a:cubicBezTo>
                    <a:pt x="11109" y="4466"/>
                    <a:pt x="11149" y="4481"/>
                    <a:pt x="11168" y="4475"/>
                  </a:cubicBezTo>
                  <a:cubicBezTo>
                    <a:pt x="11192" y="4469"/>
                    <a:pt x="11221" y="4413"/>
                    <a:pt x="11243" y="4400"/>
                  </a:cubicBezTo>
                  <a:cubicBezTo>
                    <a:pt x="11273" y="4381"/>
                    <a:pt x="11341" y="4365"/>
                    <a:pt x="11374" y="4362"/>
                  </a:cubicBezTo>
                  <a:cubicBezTo>
                    <a:pt x="11413" y="4358"/>
                    <a:pt x="11489" y="4376"/>
                    <a:pt x="11528" y="4373"/>
                  </a:cubicBezTo>
                  <a:cubicBezTo>
                    <a:pt x="11567" y="4370"/>
                    <a:pt x="11645" y="4355"/>
                    <a:pt x="11681" y="4335"/>
                  </a:cubicBezTo>
                  <a:cubicBezTo>
                    <a:pt x="11709" y="4320"/>
                    <a:pt x="11749" y="4255"/>
                    <a:pt x="11778" y="4240"/>
                  </a:cubicBezTo>
                  <a:cubicBezTo>
                    <a:pt x="11810" y="4224"/>
                    <a:pt x="11884" y="4214"/>
                    <a:pt x="11919" y="4222"/>
                  </a:cubicBezTo>
                  <a:cubicBezTo>
                    <a:pt x="11950" y="4229"/>
                    <a:pt x="12009" y="4266"/>
                    <a:pt x="12031" y="4294"/>
                  </a:cubicBezTo>
                  <a:cubicBezTo>
                    <a:pt x="12057" y="4326"/>
                    <a:pt x="12073" y="4418"/>
                    <a:pt x="12097" y="4452"/>
                  </a:cubicBezTo>
                  <a:cubicBezTo>
                    <a:pt x="12121" y="4487"/>
                    <a:pt x="12180" y="4547"/>
                    <a:pt x="12216" y="4562"/>
                  </a:cubicBezTo>
                  <a:cubicBezTo>
                    <a:pt x="12285" y="4593"/>
                    <a:pt x="12437" y="4591"/>
                    <a:pt x="12510" y="4581"/>
                  </a:cubicBezTo>
                  <a:cubicBezTo>
                    <a:pt x="12554" y="4575"/>
                    <a:pt x="12637" y="4522"/>
                    <a:pt x="12682" y="4525"/>
                  </a:cubicBezTo>
                  <a:cubicBezTo>
                    <a:pt x="12707" y="4526"/>
                    <a:pt x="12753" y="4569"/>
                    <a:pt x="12778" y="4570"/>
                  </a:cubicBezTo>
                  <a:cubicBezTo>
                    <a:pt x="12807" y="4571"/>
                    <a:pt x="12864" y="4548"/>
                    <a:pt x="12888" y="4528"/>
                  </a:cubicBezTo>
                  <a:cubicBezTo>
                    <a:pt x="12906" y="4514"/>
                    <a:pt x="12926" y="4463"/>
                    <a:pt x="12944" y="4449"/>
                  </a:cubicBezTo>
                  <a:cubicBezTo>
                    <a:pt x="12962" y="4436"/>
                    <a:pt x="13005" y="4426"/>
                    <a:pt x="13026" y="4423"/>
                  </a:cubicBezTo>
                  <a:cubicBezTo>
                    <a:pt x="13063" y="4417"/>
                    <a:pt x="13138" y="4429"/>
                    <a:pt x="13176" y="4426"/>
                  </a:cubicBezTo>
                  <a:cubicBezTo>
                    <a:pt x="13213" y="4424"/>
                    <a:pt x="13286" y="4412"/>
                    <a:pt x="13322" y="4403"/>
                  </a:cubicBezTo>
                  <a:cubicBezTo>
                    <a:pt x="13376" y="4391"/>
                    <a:pt x="13481" y="4349"/>
                    <a:pt x="13535" y="4339"/>
                  </a:cubicBezTo>
                  <a:cubicBezTo>
                    <a:pt x="13606" y="4326"/>
                    <a:pt x="13749" y="4309"/>
                    <a:pt x="13820" y="4320"/>
                  </a:cubicBezTo>
                  <a:cubicBezTo>
                    <a:pt x="13864" y="4327"/>
                    <a:pt x="13944" y="4385"/>
                    <a:pt x="13989" y="4388"/>
                  </a:cubicBezTo>
                  <a:cubicBezTo>
                    <a:pt x="14033" y="4392"/>
                    <a:pt x="14118" y="4360"/>
                    <a:pt x="14161" y="4347"/>
                  </a:cubicBezTo>
                  <a:cubicBezTo>
                    <a:pt x="14183" y="4340"/>
                    <a:pt x="14229" y="4328"/>
                    <a:pt x="14248" y="4313"/>
                  </a:cubicBezTo>
                  <a:cubicBezTo>
                    <a:pt x="14274" y="4292"/>
                    <a:pt x="14304" y="4227"/>
                    <a:pt x="14326" y="4203"/>
                  </a:cubicBezTo>
                  <a:cubicBezTo>
                    <a:pt x="14343" y="4185"/>
                    <a:pt x="14377" y="4149"/>
                    <a:pt x="14398" y="4142"/>
                  </a:cubicBezTo>
                  <a:cubicBezTo>
                    <a:pt x="14426" y="4133"/>
                    <a:pt x="14488" y="4139"/>
                    <a:pt x="14514" y="4154"/>
                  </a:cubicBezTo>
                  <a:cubicBezTo>
                    <a:pt x="14544" y="4169"/>
                    <a:pt x="14580" y="4240"/>
                    <a:pt x="14608" y="4260"/>
                  </a:cubicBezTo>
                  <a:cubicBezTo>
                    <a:pt x="14626" y="4272"/>
                    <a:pt x="14668" y="4285"/>
                    <a:pt x="14689" y="4286"/>
                  </a:cubicBezTo>
                  <a:cubicBezTo>
                    <a:pt x="14717" y="4287"/>
                    <a:pt x="14771" y="4258"/>
                    <a:pt x="14799" y="4260"/>
                  </a:cubicBezTo>
                  <a:cubicBezTo>
                    <a:pt x="14820" y="4261"/>
                    <a:pt x="14859" y="4287"/>
                    <a:pt x="14880" y="4290"/>
                  </a:cubicBezTo>
                  <a:cubicBezTo>
                    <a:pt x="14912" y="4294"/>
                    <a:pt x="14976" y="4280"/>
                    <a:pt x="15008" y="4275"/>
                  </a:cubicBezTo>
                  <a:cubicBezTo>
                    <a:pt x="15044" y="4269"/>
                    <a:pt x="15116" y="4247"/>
                    <a:pt x="15152" y="4248"/>
                  </a:cubicBezTo>
                  <a:cubicBezTo>
                    <a:pt x="15180" y="4250"/>
                    <a:pt x="15236" y="4265"/>
                    <a:pt x="15262" y="4279"/>
                  </a:cubicBezTo>
                  <a:cubicBezTo>
                    <a:pt x="15290" y="4294"/>
                    <a:pt x="15332" y="4354"/>
                    <a:pt x="15362" y="4366"/>
                  </a:cubicBezTo>
                  <a:cubicBezTo>
                    <a:pt x="15404" y="4382"/>
                    <a:pt x="15496" y="4369"/>
                    <a:pt x="15540" y="4366"/>
                  </a:cubicBezTo>
                  <a:cubicBezTo>
                    <a:pt x="15570" y="4363"/>
                    <a:pt x="15630" y="4356"/>
                    <a:pt x="15659" y="4347"/>
                  </a:cubicBezTo>
                  <a:cubicBezTo>
                    <a:pt x="15692" y="4335"/>
                    <a:pt x="15756" y="4298"/>
                    <a:pt x="15787" y="4279"/>
                  </a:cubicBezTo>
                  <a:cubicBezTo>
                    <a:pt x="15819" y="4258"/>
                    <a:pt x="15912" y="4188"/>
                    <a:pt x="15912" y="4188"/>
                  </a:cubicBezTo>
                  <a:lnTo>
                    <a:pt x="20693" y="5315"/>
                  </a:lnTo>
                  <a:cubicBezTo>
                    <a:pt x="20693" y="5315"/>
                    <a:pt x="20734" y="5340"/>
                    <a:pt x="20744" y="5354"/>
                  </a:cubicBezTo>
                  <a:cubicBezTo>
                    <a:pt x="20763" y="5382"/>
                    <a:pt x="20784" y="5454"/>
                    <a:pt x="20792" y="5490"/>
                  </a:cubicBezTo>
                  <a:cubicBezTo>
                    <a:pt x="20804" y="5545"/>
                    <a:pt x="20792" y="5664"/>
                    <a:pt x="20809" y="5717"/>
                  </a:cubicBezTo>
                  <a:cubicBezTo>
                    <a:pt x="20823" y="5758"/>
                    <a:pt x="20883" y="5817"/>
                    <a:pt x="20902" y="5855"/>
                  </a:cubicBezTo>
                  <a:cubicBezTo>
                    <a:pt x="20915" y="5882"/>
                    <a:pt x="20933" y="5942"/>
                    <a:pt x="20939" y="5972"/>
                  </a:cubicBezTo>
                  <a:cubicBezTo>
                    <a:pt x="20946" y="6006"/>
                    <a:pt x="20937" y="6082"/>
                    <a:pt x="20953" y="6111"/>
                  </a:cubicBezTo>
                  <a:cubicBezTo>
                    <a:pt x="20966" y="6134"/>
                    <a:pt x="21012" y="6159"/>
                    <a:pt x="21034" y="6163"/>
                  </a:cubicBezTo>
                  <a:cubicBezTo>
                    <a:pt x="21060" y="6169"/>
                    <a:pt x="21113" y="6126"/>
                    <a:pt x="21136" y="6140"/>
                  </a:cubicBezTo>
                  <a:cubicBezTo>
                    <a:pt x="21167" y="6162"/>
                    <a:pt x="21165" y="6270"/>
                    <a:pt x="21189" y="6302"/>
                  </a:cubicBezTo>
                  <a:cubicBezTo>
                    <a:pt x="21206" y="6324"/>
                    <a:pt x="21254" y="6349"/>
                    <a:pt x="21278" y="6354"/>
                  </a:cubicBezTo>
                  <a:cubicBezTo>
                    <a:pt x="21305" y="6361"/>
                    <a:pt x="21363" y="6330"/>
                    <a:pt x="21386" y="6347"/>
                  </a:cubicBezTo>
                  <a:cubicBezTo>
                    <a:pt x="21428" y="6377"/>
                    <a:pt x="21461" y="6501"/>
                    <a:pt x="21471" y="6559"/>
                  </a:cubicBezTo>
                  <a:cubicBezTo>
                    <a:pt x="21476" y="6594"/>
                    <a:pt x="21463" y="6666"/>
                    <a:pt x="21464" y="6701"/>
                  </a:cubicBezTo>
                  <a:cubicBezTo>
                    <a:pt x="21465" y="6725"/>
                    <a:pt x="21467" y="6775"/>
                    <a:pt x="21474" y="6797"/>
                  </a:cubicBezTo>
                  <a:cubicBezTo>
                    <a:pt x="21489" y="6847"/>
                    <a:pt x="21558" y="6920"/>
                    <a:pt x="21572" y="6970"/>
                  </a:cubicBezTo>
                  <a:cubicBezTo>
                    <a:pt x="21585" y="7013"/>
                    <a:pt x="21597" y="7110"/>
                    <a:pt x="21585" y="7153"/>
                  </a:cubicBezTo>
                  <a:cubicBezTo>
                    <a:pt x="21572" y="7198"/>
                    <a:pt x="21509" y="7258"/>
                    <a:pt x="21482" y="7291"/>
                  </a:cubicBezTo>
                  <a:cubicBezTo>
                    <a:pt x="21458" y="7320"/>
                    <a:pt x="21408" y="7371"/>
                    <a:pt x="21385" y="7399"/>
                  </a:cubicBezTo>
                  <a:cubicBezTo>
                    <a:pt x="21363" y="7425"/>
                    <a:pt x="21312" y="7473"/>
                    <a:pt x="21299" y="7507"/>
                  </a:cubicBezTo>
                  <a:cubicBezTo>
                    <a:pt x="21281" y="7552"/>
                    <a:pt x="21299" y="7661"/>
                    <a:pt x="21278" y="7704"/>
                  </a:cubicBezTo>
                  <a:cubicBezTo>
                    <a:pt x="21254" y="7756"/>
                    <a:pt x="21155" y="7808"/>
                    <a:pt x="21121" y="7852"/>
                  </a:cubicBezTo>
                  <a:cubicBezTo>
                    <a:pt x="21083" y="7898"/>
                    <a:pt x="21028" y="8010"/>
                    <a:pt x="20995" y="8062"/>
                  </a:cubicBezTo>
                  <a:cubicBezTo>
                    <a:pt x="20978" y="8090"/>
                    <a:pt x="20936" y="8140"/>
                    <a:pt x="20923" y="8171"/>
                  </a:cubicBezTo>
                  <a:cubicBezTo>
                    <a:pt x="20911" y="8202"/>
                    <a:pt x="20906" y="8273"/>
                    <a:pt x="20895" y="8304"/>
                  </a:cubicBezTo>
                  <a:cubicBezTo>
                    <a:pt x="20884" y="8334"/>
                    <a:pt x="20851" y="8386"/>
                    <a:pt x="20836" y="8414"/>
                  </a:cubicBezTo>
                  <a:cubicBezTo>
                    <a:pt x="20821" y="8441"/>
                    <a:pt x="20787" y="8492"/>
                    <a:pt x="20775" y="8522"/>
                  </a:cubicBezTo>
                  <a:cubicBezTo>
                    <a:pt x="20753" y="8575"/>
                    <a:pt x="20730" y="8692"/>
                    <a:pt x="20714" y="8749"/>
                  </a:cubicBezTo>
                  <a:cubicBezTo>
                    <a:pt x="20704" y="8783"/>
                    <a:pt x="20687" y="8853"/>
                    <a:pt x="20672" y="8885"/>
                  </a:cubicBezTo>
                  <a:cubicBezTo>
                    <a:pt x="20657" y="8916"/>
                    <a:pt x="20620" y="8971"/>
                    <a:pt x="20598" y="8995"/>
                  </a:cubicBezTo>
                  <a:cubicBezTo>
                    <a:pt x="20581" y="9013"/>
                    <a:pt x="20534" y="9031"/>
                    <a:pt x="20520" y="9053"/>
                  </a:cubicBezTo>
                  <a:cubicBezTo>
                    <a:pt x="20507" y="9075"/>
                    <a:pt x="20508" y="9135"/>
                    <a:pt x="20497" y="9159"/>
                  </a:cubicBezTo>
                  <a:cubicBezTo>
                    <a:pt x="20482" y="9191"/>
                    <a:pt x="20440" y="9243"/>
                    <a:pt x="20415" y="9263"/>
                  </a:cubicBezTo>
                  <a:cubicBezTo>
                    <a:pt x="20390" y="9284"/>
                    <a:pt x="20321" y="9289"/>
                    <a:pt x="20304" y="9318"/>
                  </a:cubicBezTo>
                  <a:cubicBezTo>
                    <a:pt x="20287" y="9348"/>
                    <a:pt x="20312" y="9430"/>
                    <a:pt x="20301" y="9464"/>
                  </a:cubicBezTo>
                  <a:cubicBezTo>
                    <a:pt x="20292" y="9494"/>
                    <a:pt x="20239" y="9529"/>
                    <a:pt x="20235" y="9560"/>
                  </a:cubicBezTo>
                  <a:cubicBezTo>
                    <a:pt x="20231" y="9602"/>
                    <a:pt x="20289" y="9672"/>
                    <a:pt x="20292" y="9714"/>
                  </a:cubicBezTo>
                  <a:cubicBezTo>
                    <a:pt x="20293" y="9737"/>
                    <a:pt x="20279" y="9782"/>
                    <a:pt x="20272" y="9804"/>
                  </a:cubicBezTo>
                  <a:cubicBezTo>
                    <a:pt x="20257" y="9848"/>
                    <a:pt x="20225" y="9940"/>
                    <a:pt x="20198" y="9974"/>
                  </a:cubicBezTo>
                  <a:cubicBezTo>
                    <a:pt x="20168" y="10011"/>
                    <a:pt x="20080" y="10039"/>
                    <a:pt x="20050" y="10076"/>
                  </a:cubicBezTo>
                  <a:cubicBezTo>
                    <a:pt x="20021" y="10113"/>
                    <a:pt x="20005" y="10222"/>
                    <a:pt x="19974" y="10255"/>
                  </a:cubicBezTo>
                  <a:cubicBezTo>
                    <a:pt x="19954" y="10276"/>
                    <a:pt x="19897" y="10284"/>
                    <a:pt x="19873" y="10299"/>
                  </a:cubicBezTo>
                  <a:cubicBezTo>
                    <a:pt x="19856" y="10311"/>
                    <a:pt x="19829" y="10351"/>
                    <a:pt x="19810" y="10357"/>
                  </a:cubicBezTo>
                  <a:cubicBezTo>
                    <a:pt x="19790" y="10364"/>
                    <a:pt x="19749" y="10342"/>
                    <a:pt x="19729" y="10345"/>
                  </a:cubicBezTo>
                  <a:cubicBezTo>
                    <a:pt x="19704" y="10347"/>
                    <a:pt x="19651" y="10357"/>
                    <a:pt x="19635" y="10379"/>
                  </a:cubicBezTo>
                  <a:cubicBezTo>
                    <a:pt x="19614" y="10407"/>
                    <a:pt x="19628" y="10495"/>
                    <a:pt x="19614" y="10529"/>
                  </a:cubicBezTo>
                  <a:cubicBezTo>
                    <a:pt x="19602" y="10558"/>
                    <a:pt x="19555" y="10594"/>
                    <a:pt x="19540" y="10621"/>
                  </a:cubicBezTo>
                  <a:cubicBezTo>
                    <a:pt x="19519" y="10659"/>
                    <a:pt x="19500" y="10753"/>
                    <a:pt x="19478" y="10790"/>
                  </a:cubicBezTo>
                  <a:cubicBezTo>
                    <a:pt x="19459" y="10821"/>
                    <a:pt x="19398" y="10856"/>
                    <a:pt x="19383" y="10890"/>
                  </a:cubicBezTo>
                  <a:cubicBezTo>
                    <a:pt x="19370" y="10917"/>
                    <a:pt x="19381" y="10988"/>
                    <a:pt x="19367" y="11016"/>
                  </a:cubicBezTo>
                  <a:cubicBezTo>
                    <a:pt x="19359" y="11034"/>
                    <a:pt x="19321" y="11049"/>
                    <a:pt x="19311" y="11067"/>
                  </a:cubicBezTo>
                  <a:cubicBezTo>
                    <a:pt x="19297" y="11093"/>
                    <a:pt x="19308" y="11167"/>
                    <a:pt x="19289" y="11188"/>
                  </a:cubicBezTo>
                  <a:cubicBezTo>
                    <a:pt x="19276" y="11202"/>
                    <a:pt x="19234" y="11183"/>
                    <a:pt x="19219" y="11195"/>
                  </a:cubicBezTo>
                  <a:cubicBezTo>
                    <a:pt x="19200" y="11209"/>
                    <a:pt x="19187" y="11267"/>
                    <a:pt x="19174" y="11288"/>
                  </a:cubicBezTo>
                  <a:cubicBezTo>
                    <a:pt x="19154" y="11322"/>
                    <a:pt x="19092" y="11371"/>
                    <a:pt x="19079" y="11409"/>
                  </a:cubicBezTo>
                  <a:cubicBezTo>
                    <a:pt x="19068" y="11441"/>
                    <a:pt x="19083" y="11514"/>
                    <a:pt x="19076" y="11547"/>
                  </a:cubicBezTo>
                  <a:cubicBezTo>
                    <a:pt x="19070" y="11573"/>
                    <a:pt x="19047" y="11621"/>
                    <a:pt x="19035" y="11643"/>
                  </a:cubicBezTo>
                  <a:cubicBezTo>
                    <a:pt x="19023" y="11663"/>
                    <a:pt x="18983" y="11693"/>
                    <a:pt x="18979" y="11717"/>
                  </a:cubicBezTo>
                  <a:cubicBezTo>
                    <a:pt x="18975" y="11749"/>
                    <a:pt x="19010" y="11806"/>
                    <a:pt x="19019" y="11836"/>
                  </a:cubicBezTo>
                  <a:cubicBezTo>
                    <a:pt x="19029" y="11867"/>
                    <a:pt x="19065" y="11928"/>
                    <a:pt x="19058" y="11960"/>
                  </a:cubicBezTo>
                  <a:cubicBezTo>
                    <a:pt x="19052" y="11988"/>
                    <a:pt x="18996" y="12010"/>
                    <a:pt x="18987" y="12037"/>
                  </a:cubicBezTo>
                  <a:cubicBezTo>
                    <a:pt x="18977" y="12063"/>
                    <a:pt x="18979" y="12127"/>
                    <a:pt x="18990" y="12153"/>
                  </a:cubicBezTo>
                  <a:cubicBezTo>
                    <a:pt x="18998" y="12172"/>
                    <a:pt x="19035" y="12187"/>
                    <a:pt x="19045" y="12204"/>
                  </a:cubicBezTo>
                  <a:cubicBezTo>
                    <a:pt x="19059" y="12225"/>
                    <a:pt x="19063" y="12289"/>
                    <a:pt x="19083" y="12303"/>
                  </a:cubicBezTo>
                  <a:cubicBezTo>
                    <a:pt x="19105" y="12319"/>
                    <a:pt x="19163" y="12308"/>
                    <a:pt x="19187" y="12295"/>
                  </a:cubicBezTo>
                  <a:cubicBezTo>
                    <a:pt x="19204" y="12285"/>
                    <a:pt x="19222" y="12225"/>
                    <a:pt x="19241" y="12229"/>
                  </a:cubicBezTo>
                  <a:cubicBezTo>
                    <a:pt x="19267" y="12235"/>
                    <a:pt x="19271" y="12318"/>
                    <a:pt x="19284" y="12346"/>
                  </a:cubicBezTo>
                  <a:cubicBezTo>
                    <a:pt x="19292" y="12362"/>
                    <a:pt x="19310" y="12391"/>
                    <a:pt x="19320" y="12405"/>
                  </a:cubicBezTo>
                  <a:cubicBezTo>
                    <a:pt x="19331" y="12422"/>
                    <a:pt x="19353" y="12469"/>
                    <a:pt x="19371" y="12468"/>
                  </a:cubicBezTo>
                  <a:cubicBezTo>
                    <a:pt x="19388" y="12467"/>
                    <a:pt x="19399" y="12412"/>
                    <a:pt x="19414" y="12402"/>
                  </a:cubicBezTo>
                  <a:cubicBezTo>
                    <a:pt x="19425" y="12396"/>
                    <a:pt x="19450" y="12394"/>
                    <a:pt x="19461" y="12398"/>
                  </a:cubicBezTo>
                  <a:cubicBezTo>
                    <a:pt x="19482" y="12407"/>
                    <a:pt x="19520" y="12444"/>
                    <a:pt x="19528" y="12469"/>
                  </a:cubicBezTo>
                  <a:cubicBezTo>
                    <a:pt x="19537" y="12497"/>
                    <a:pt x="19510" y="12561"/>
                    <a:pt x="19516" y="12590"/>
                  </a:cubicBezTo>
                  <a:cubicBezTo>
                    <a:pt x="19521" y="12608"/>
                    <a:pt x="19542" y="12642"/>
                    <a:pt x="19556" y="12651"/>
                  </a:cubicBezTo>
                  <a:cubicBezTo>
                    <a:pt x="19573" y="12663"/>
                    <a:pt x="19617" y="12650"/>
                    <a:pt x="19634" y="12661"/>
                  </a:cubicBezTo>
                  <a:cubicBezTo>
                    <a:pt x="19652" y="12673"/>
                    <a:pt x="19683" y="12713"/>
                    <a:pt x="19689" y="12737"/>
                  </a:cubicBezTo>
                  <a:cubicBezTo>
                    <a:pt x="19696" y="12770"/>
                    <a:pt x="19682" y="12840"/>
                    <a:pt x="19670" y="12871"/>
                  </a:cubicBezTo>
                  <a:cubicBezTo>
                    <a:pt x="19663" y="12888"/>
                    <a:pt x="19638" y="12914"/>
                    <a:pt x="19629" y="12929"/>
                  </a:cubicBezTo>
                  <a:cubicBezTo>
                    <a:pt x="19617" y="12950"/>
                    <a:pt x="19602" y="12998"/>
                    <a:pt x="19591" y="13019"/>
                  </a:cubicBezTo>
                  <a:cubicBezTo>
                    <a:pt x="19579" y="13039"/>
                    <a:pt x="19554" y="13081"/>
                    <a:pt x="19535" y="13093"/>
                  </a:cubicBezTo>
                  <a:cubicBezTo>
                    <a:pt x="19508" y="13110"/>
                    <a:pt x="19434" y="13084"/>
                    <a:pt x="19414" y="13112"/>
                  </a:cubicBezTo>
                  <a:cubicBezTo>
                    <a:pt x="19396" y="13138"/>
                    <a:pt x="19400" y="13225"/>
                    <a:pt x="19420" y="13248"/>
                  </a:cubicBezTo>
                  <a:cubicBezTo>
                    <a:pt x="19426" y="13255"/>
                    <a:pt x="19445" y="13245"/>
                    <a:pt x="19452" y="13250"/>
                  </a:cubicBezTo>
                  <a:cubicBezTo>
                    <a:pt x="19468" y="13261"/>
                    <a:pt x="19490" y="13303"/>
                    <a:pt x="19494" y="13325"/>
                  </a:cubicBezTo>
                  <a:cubicBezTo>
                    <a:pt x="19501" y="13360"/>
                    <a:pt x="19489" y="13434"/>
                    <a:pt x="19480" y="13469"/>
                  </a:cubicBezTo>
                  <a:cubicBezTo>
                    <a:pt x="19473" y="13494"/>
                    <a:pt x="19451" y="13542"/>
                    <a:pt x="19437" y="13562"/>
                  </a:cubicBezTo>
                  <a:cubicBezTo>
                    <a:pt x="19426" y="13578"/>
                    <a:pt x="19392" y="13598"/>
                    <a:pt x="19384" y="13616"/>
                  </a:cubicBezTo>
                  <a:cubicBezTo>
                    <a:pt x="19369" y="13652"/>
                    <a:pt x="19387" y="13741"/>
                    <a:pt x="19375" y="13778"/>
                  </a:cubicBezTo>
                  <a:cubicBezTo>
                    <a:pt x="19369" y="13794"/>
                    <a:pt x="19343" y="13816"/>
                    <a:pt x="19336" y="13832"/>
                  </a:cubicBezTo>
                  <a:cubicBezTo>
                    <a:pt x="19325" y="13856"/>
                    <a:pt x="19323" y="13915"/>
                    <a:pt x="19309" y="13935"/>
                  </a:cubicBezTo>
                  <a:cubicBezTo>
                    <a:pt x="19293" y="13960"/>
                    <a:pt x="19243" y="13981"/>
                    <a:pt x="19221" y="13998"/>
                  </a:cubicBezTo>
                  <a:cubicBezTo>
                    <a:pt x="19205" y="14011"/>
                    <a:pt x="19169" y="14032"/>
                    <a:pt x="19158" y="14051"/>
                  </a:cubicBezTo>
                  <a:cubicBezTo>
                    <a:pt x="19132" y="14100"/>
                    <a:pt x="19122" y="14221"/>
                    <a:pt x="19117" y="14279"/>
                  </a:cubicBezTo>
                  <a:cubicBezTo>
                    <a:pt x="19113" y="14340"/>
                    <a:pt x="19130" y="14464"/>
                    <a:pt x="19124" y="14525"/>
                  </a:cubicBezTo>
                  <a:cubicBezTo>
                    <a:pt x="19116" y="14603"/>
                    <a:pt x="19052" y="14827"/>
                    <a:pt x="19052" y="14827"/>
                  </a:cubicBezTo>
                  <a:lnTo>
                    <a:pt x="18039" y="21599"/>
                  </a:lnTo>
                  <a:lnTo>
                    <a:pt x="18038" y="21599"/>
                  </a:lnTo>
                  <a:lnTo>
                    <a:pt x="10821" y="19906"/>
                  </a:lnTo>
                  <a:cubicBezTo>
                    <a:pt x="10821" y="19906"/>
                    <a:pt x="10647" y="19859"/>
                    <a:pt x="10647" y="19859"/>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16" name="Shape 4798"/>
            <p:cNvSpPr/>
            <p:nvPr/>
          </p:nvSpPr>
          <p:spPr>
            <a:xfrm>
              <a:off x="253129" y="2899479"/>
              <a:ext cx="5925" cy="9800"/>
            </a:xfrm>
            <a:custGeom>
              <a:avLst/>
              <a:gdLst/>
              <a:ahLst/>
              <a:cxnLst>
                <a:cxn ang="0">
                  <a:pos x="wd2" y="hd2"/>
                </a:cxn>
                <a:cxn ang="5400000">
                  <a:pos x="wd2" y="hd2"/>
                </a:cxn>
                <a:cxn ang="10800000">
                  <a:pos x="wd2" y="hd2"/>
                </a:cxn>
                <a:cxn ang="16200000">
                  <a:pos x="wd2" y="hd2"/>
                </a:cxn>
              </a:cxnLst>
              <a:rect l="0" t="0" r="r" b="b"/>
              <a:pathLst>
                <a:path w="20015" h="20656" extrusionOk="0">
                  <a:moveTo>
                    <a:pt x="10831" y="616"/>
                  </a:moveTo>
                  <a:cubicBezTo>
                    <a:pt x="8629" y="48"/>
                    <a:pt x="2973" y="-426"/>
                    <a:pt x="1265" y="616"/>
                  </a:cubicBezTo>
                  <a:cubicBezTo>
                    <a:pt x="-709" y="1800"/>
                    <a:pt x="12" y="5732"/>
                    <a:pt x="847" y="7390"/>
                  </a:cubicBezTo>
                  <a:cubicBezTo>
                    <a:pt x="1645" y="8953"/>
                    <a:pt x="6238" y="11037"/>
                    <a:pt x="7263" y="12553"/>
                  </a:cubicBezTo>
                  <a:cubicBezTo>
                    <a:pt x="8478" y="14448"/>
                    <a:pt x="5782" y="19990"/>
                    <a:pt x="8857" y="20606"/>
                  </a:cubicBezTo>
                  <a:cubicBezTo>
                    <a:pt x="11666" y="21174"/>
                    <a:pt x="15538" y="16769"/>
                    <a:pt x="16829" y="15111"/>
                  </a:cubicBezTo>
                  <a:cubicBezTo>
                    <a:pt x="18575" y="12932"/>
                    <a:pt x="20891" y="7863"/>
                    <a:pt x="19676" y="5590"/>
                  </a:cubicBezTo>
                  <a:cubicBezTo>
                    <a:pt x="18727" y="3837"/>
                    <a:pt x="13640" y="1279"/>
                    <a:pt x="10831" y="61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17" name="Shape 4799"/>
            <p:cNvSpPr/>
            <p:nvPr/>
          </p:nvSpPr>
          <p:spPr>
            <a:xfrm>
              <a:off x="253129" y="2899479"/>
              <a:ext cx="5925" cy="9800"/>
            </a:xfrm>
            <a:custGeom>
              <a:avLst/>
              <a:gdLst/>
              <a:ahLst/>
              <a:cxnLst>
                <a:cxn ang="0">
                  <a:pos x="wd2" y="hd2"/>
                </a:cxn>
                <a:cxn ang="5400000">
                  <a:pos x="wd2" y="hd2"/>
                </a:cxn>
                <a:cxn ang="10800000">
                  <a:pos x="wd2" y="hd2"/>
                </a:cxn>
                <a:cxn ang="16200000">
                  <a:pos x="wd2" y="hd2"/>
                </a:cxn>
              </a:cxnLst>
              <a:rect l="0" t="0" r="r" b="b"/>
              <a:pathLst>
                <a:path w="20015" h="20656" extrusionOk="0">
                  <a:moveTo>
                    <a:pt x="10831" y="616"/>
                  </a:moveTo>
                  <a:cubicBezTo>
                    <a:pt x="8629" y="48"/>
                    <a:pt x="2973" y="-426"/>
                    <a:pt x="1265" y="616"/>
                  </a:cubicBezTo>
                  <a:cubicBezTo>
                    <a:pt x="-709" y="1800"/>
                    <a:pt x="12" y="5732"/>
                    <a:pt x="847" y="7390"/>
                  </a:cubicBezTo>
                  <a:cubicBezTo>
                    <a:pt x="1645" y="8953"/>
                    <a:pt x="6238" y="11037"/>
                    <a:pt x="7263" y="12553"/>
                  </a:cubicBezTo>
                  <a:cubicBezTo>
                    <a:pt x="8478" y="14448"/>
                    <a:pt x="5782" y="19990"/>
                    <a:pt x="8857" y="20606"/>
                  </a:cubicBezTo>
                  <a:cubicBezTo>
                    <a:pt x="11666" y="21174"/>
                    <a:pt x="15538" y="16769"/>
                    <a:pt x="16867" y="15111"/>
                  </a:cubicBezTo>
                  <a:cubicBezTo>
                    <a:pt x="18575" y="12932"/>
                    <a:pt x="20891" y="7863"/>
                    <a:pt x="19676" y="5590"/>
                  </a:cubicBezTo>
                  <a:cubicBezTo>
                    <a:pt x="18727" y="3837"/>
                    <a:pt x="13640" y="1279"/>
                    <a:pt x="10831" y="61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18" name="Shape 4800"/>
            <p:cNvSpPr/>
            <p:nvPr/>
          </p:nvSpPr>
          <p:spPr>
            <a:xfrm>
              <a:off x="-1" y="1748892"/>
              <a:ext cx="1738172" cy="2762675"/>
            </a:xfrm>
            <a:custGeom>
              <a:avLst/>
              <a:gdLst/>
              <a:ahLst/>
              <a:cxnLst>
                <a:cxn ang="0">
                  <a:pos x="wd2" y="hd2"/>
                </a:cxn>
                <a:cxn ang="5400000">
                  <a:pos x="wd2" y="hd2"/>
                </a:cxn>
                <a:cxn ang="10800000">
                  <a:pos x="wd2" y="hd2"/>
                </a:cxn>
                <a:cxn ang="16200000">
                  <a:pos x="wd2" y="hd2"/>
                </a:cxn>
              </a:cxnLst>
              <a:rect l="0" t="0" r="r" b="b"/>
              <a:pathLst>
                <a:path w="21594" h="21597" extrusionOk="0">
                  <a:moveTo>
                    <a:pt x="21585" y="18522"/>
                  </a:moveTo>
                  <a:cubicBezTo>
                    <a:pt x="21593" y="18535"/>
                    <a:pt x="21594" y="18563"/>
                    <a:pt x="21593" y="18576"/>
                  </a:cubicBezTo>
                  <a:cubicBezTo>
                    <a:pt x="21592" y="18589"/>
                    <a:pt x="21587" y="18617"/>
                    <a:pt x="21575" y="18627"/>
                  </a:cubicBezTo>
                  <a:cubicBezTo>
                    <a:pt x="21565" y="18636"/>
                    <a:pt x="21529" y="18643"/>
                    <a:pt x="21513" y="18649"/>
                  </a:cubicBezTo>
                  <a:cubicBezTo>
                    <a:pt x="21489" y="18658"/>
                    <a:pt x="21421" y="18685"/>
                    <a:pt x="21417" y="18686"/>
                  </a:cubicBezTo>
                  <a:cubicBezTo>
                    <a:pt x="21414" y="18688"/>
                    <a:pt x="21362" y="18728"/>
                    <a:pt x="21341" y="18740"/>
                  </a:cubicBezTo>
                  <a:cubicBezTo>
                    <a:pt x="21325" y="18750"/>
                    <a:pt x="21291" y="18767"/>
                    <a:pt x="21271" y="18772"/>
                  </a:cubicBezTo>
                  <a:cubicBezTo>
                    <a:pt x="21241" y="18779"/>
                    <a:pt x="21176" y="18776"/>
                    <a:pt x="21146" y="18781"/>
                  </a:cubicBezTo>
                  <a:cubicBezTo>
                    <a:pt x="21132" y="18783"/>
                    <a:pt x="21105" y="18791"/>
                    <a:pt x="21093" y="18796"/>
                  </a:cubicBezTo>
                  <a:cubicBezTo>
                    <a:pt x="21074" y="18804"/>
                    <a:pt x="21046" y="18828"/>
                    <a:pt x="21027" y="18837"/>
                  </a:cubicBezTo>
                  <a:cubicBezTo>
                    <a:pt x="21006" y="18846"/>
                    <a:pt x="20962" y="18860"/>
                    <a:pt x="20937" y="18865"/>
                  </a:cubicBezTo>
                  <a:cubicBezTo>
                    <a:pt x="20912" y="18869"/>
                    <a:pt x="20859" y="18864"/>
                    <a:pt x="20835" y="18868"/>
                  </a:cubicBezTo>
                  <a:cubicBezTo>
                    <a:pt x="20806" y="18873"/>
                    <a:pt x="20749" y="18890"/>
                    <a:pt x="20729" y="18904"/>
                  </a:cubicBezTo>
                  <a:cubicBezTo>
                    <a:pt x="20710" y="18916"/>
                    <a:pt x="20687" y="18950"/>
                    <a:pt x="20682" y="18967"/>
                  </a:cubicBezTo>
                  <a:cubicBezTo>
                    <a:pt x="20679" y="18981"/>
                    <a:pt x="20698" y="19011"/>
                    <a:pt x="20689" y="19024"/>
                  </a:cubicBezTo>
                  <a:cubicBezTo>
                    <a:pt x="20683" y="19033"/>
                    <a:pt x="20654" y="19041"/>
                    <a:pt x="20645" y="19048"/>
                  </a:cubicBezTo>
                  <a:cubicBezTo>
                    <a:pt x="20628" y="19061"/>
                    <a:pt x="20610" y="19093"/>
                    <a:pt x="20592" y="19106"/>
                  </a:cubicBezTo>
                  <a:cubicBezTo>
                    <a:pt x="20571" y="19120"/>
                    <a:pt x="20519" y="19143"/>
                    <a:pt x="20491" y="19151"/>
                  </a:cubicBezTo>
                  <a:cubicBezTo>
                    <a:pt x="20479" y="19156"/>
                    <a:pt x="20451" y="19160"/>
                    <a:pt x="20438" y="19163"/>
                  </a:cubicBezTo>
                  <a:cubicBezTo>
                    <a:pt x="20424" y="19167"/>
                    <a:pt x="20393" y="19171"/>
                    <a:pt x="20385" y="19178"/>
                  </a:cubicBezTo>
                  <a:cubicBezTo>
                    <a:pt x="20376" y="19187"/>
                    <a:pt x="20375" y="19209"/>
                    <a:pt x="20380" y="19219"/>
                  </a:cubicBezTo>
                  <a:cubicBezTo>
                    <a:pt x="20385" y="19227"/>
                    <a:pt x="20413" y="19235"/>
                    <a:pt x="20416" y="19243"/>
                  </a:cubicBezTo>
                  <a:cubicBezTo>
                    <a:pt x="20420" y="19253"/>
                    <a:pt x="20401" y="19272"/>
                    <a:pt x="20400" y="19282"/>
                  </a:cubicBezTo>
                  <a:cubicBezTo>
                    <a:pt x="20399" y="19297"/>
                    <a:pt x="20427" y="19327"/>
                    <a:pt x="20416" y="19340"/>
                  </a:cubicBezTo>
                  <a:cubicBezTo>
                    <a:pt x="20410" y="19348"/>
                    <a:pt x="20377" y="19350"/>
                    <a:pt x="20368" y="19356"/>
                  </a:cubicBezTo>
                  <a:cubicBezTo>
                    <a:pt x="20350" y="19370"/>
                    <a:pt x="20338" y="19407"/>
                    <a:pt x="20334" y="19424"/>
                  </a:cubicBezTo>
                  <a:cubicBezTo>
                    <a:pt x="20330" y="19440"/>
                    <a:pt x="20333" y="19473"/>
                    <a:pt x="20337" y="19489"/>
                  </a:cubicBezTo>
                  <a:cubicBezTo>
                    <a:pt x="20341" y="19503"/>
                    <a:pt x="20363" y="19529"/>
                    <a:pt x="20365" y="19544"/>
                  </a:cubicBezTo>
                  <a:cubicBezTo>
                    <a:pt x="20366" y="19559"/>
                    <a:pt x="20348" y="19588"/>
                    <a:pt x="20349" y="19603"/>
                  </a:cubicBezTo>
                  <a:cubicBezTo>
                    <a:pt x="20351" y="19619"/>
                    <a:pt x="20385" y="19650"/>
                    <a:pt x="20378" y="19665"/>
                  </a:cubicBezTo>
                  <a:cubicBezTo>
                    <a:pt x="20374" y="19675"/>
                    <a:pt x="20347" y="19687"/>
                    <a:pt x="20334" y="19692"/>
                  </a:cubicBezTo>
                  <a:cubicBezTo>
                    <a:pt x="20319" y="19698"/>
                    <a:pt x="20280" y="19697"/>
                    <a:pt x="20270" y="19705"/>
                  </a:cubicBezTo>
                  <a:cubicBezTo>
                    <a:pt x="20248" y="19722"/>
                    <a:pt x="20263" y="19769"/>
                    <a:pt x="20256" y="19790"/>
                  </a:cubicBezTo>
                  <a:cubicBezTo>
                    <a:pt x="20252" y="19804"/>
                    <a:pt x="20240" y="19832"/>
                    <a:pt x="20230" y="19845"/>
                  </a:cubicBezTo>
                  <a:cubicBezTo>
                    <a:pt x="20220" y="19859"/>
                    <a:pt x="20179" y="19881"/>
                    <a:pt x="20178" y="19897"/>
                  </a:cubicBezTo>
                  <a:cubicBezTo>
                    <a:pt x="20177" y="19914"/>
                    <a:pt x="20239" y="19942"/>
                    <a:pt x="20230" y="19958"/>
                  </a:cubicBezTo>
                  <a:cubicBezTo>
                    <a:pt x="20224" y="19970"/>
                    <a:pt x="20179" y="19974"/>
                    <a:pt x="20162" y="19979"/>
                  </a:cubicBezTo>
                  <a:cubicBezTo>
                    <a:pt x="20154" y="19982"/>
                    <a:pt x="20139" y="19985"/>
                    <a:pt x="20133" y="19989"/>
                  </a:cubicBezTo>
                  <a:cubicBezTo>
                    <a:pt x="20113" y="20000"/>
                    <a:pt x="20094" y="20034"/>
                    <a:pt x="20073" y="20046"/>
                  </a:cubicBezTo>
                  <a:cubicBezTo>
                    <a:pt x="20057" y="20055"/>
                    <a:pt x="20014" y="20060"/>
                    <a:pt x="19997" y="20069"/>
                  </a:cubicBezTo>
                  <a:cubicBezTo>
                    <a:pt x="19971" y="20082"/>
                    <a:pt x="19933" y="20117"/>
                    <a:pt x="19914" y="20135"/>
                  </a:cubicBezTo>
                  <a:cubicBezTo>
                    <a:pt x="19901" y="20147"/>
                    <a:pt x="19884" y="20177"/>
                    <a:pt x="19866" y="20188"/>
                  </a:cubicBezTo>
                  <a:cubicBezTo>
                    <a:pt x="19852" y="20197"/>
                    <a:pt x="19815" y="20212"/>
                    <a:pt x="19795" y="20212"/>
                  </a:cubicBezTo>
                  <a:cubicBezTo>
                    <a:pt x="19785" y="20212"/>
                    <a:pt x="19770" y="20199"/>
                    <a:pt x="19760" y="20198"/>
                  </a:cubicBezTo>
                  <a:cubicBezTo>
                    <a:pt x="19735" y="20195"/>
                    <a:pt x="19683" y="20202"/>
                    <a:pt x="19658" y="20207"/>
                  </a:cubicBezTo>
                  <a:cubicBezTo>
                    <a:pt x="19643" y="20210"/>
                    <a:pt x="19605" y="20218"/>
                    <a:pt x="19601" y="20228"/>
                  </a:cubicBezTo>
                  <a:cubicBezTo>
                    <a:pt x="19596" y="20241"/>
                    <a:pt x="19640" y="20262"/>
                    <a:pt x="19650" y="20275"/>
                  </a:cubicBezTo>
                  <a:cubicBezTo>
                    <a:pt x="19659" y="20288"/>
                    <a:pt x="19679" y="20315"/>
                    <a:pt x="19674" y="20328"/>
                  </a:cubicBezTo>
                  <a:cubicBezTo>
                    <a:pt x="19669" y="20344"/>
                    <a:pt x="19627" y="20364"/>
                    <a:pt x="19611" y="20376"/>
                  </a:cubicBezTo>
                  <a:cubicBezTo>
                    <a:pt x="19595" y="20388"/>
                    <a:pt x="19548" y="20408"/>
                    <a:pt x="19548" y="20423"/>
                  </a:cubicBezTo>
                  <a:cubicBezTo>
                    <a:pt x="19548" y="20433"/>
                    <a:pt x="19576" y="20448"/>
                    <a:pt x="19590" y="20454"/>
                  </a:cubicBezTo>
                  <a:cubicBezTo>
                    <a:pt x="19603" y="20459"/>
                    <a:pt x="19639" y="20458"/>
                    <a:pt x="19651" y="20464"/>
                  </a:cubicBezTo>
                  <a:cubicBezTo>
                    <a:pt x="19662" y="20471"/>
                    <a:pt x="19673" y="20490"/>
                    <a:pt x="19674" y="20499"/>
                  </a:cubicBezTo>
                  <a:cubicBezTo>
                    <a:pt x="19676" y="20511"/>
                    <a:pt x="19663" y="20534"/>
                    <a:pt x="19657" y="20546"/>
                  </a:cubicBezTo>
                  <a:cubicBezTo>
                    <a:pt x="19651" y="20558"/>
                    <a:pt x="19628" y="20581"/>
                    <a:pt x="19625" y="20594"/>
                  </a:cubicBezTo>
                  <a:cubicBezTo>
                    <a:pt x="19622" y="20609"/>
                    <a:pt x="19643" y="20639"/>
                    <a:pt x="19640" y="20654"/>
                  </a:cubicBezTo>
                  <a:cubicBezTo>
                    <a:pt x="19635" y="20676"/>
                    <a:pt x="19600" y="20717"/>
                    <a:pt x="19584" y="20736"/>
                  </a:cubicBezTo>
                  <a:cubicBezTo>
                    <a:pt x="19569" y="20754"/>
                    <a:pt x="19529" y="20785"/>
                    <a:pt x="19515" y="20803"/>
                  </a:cubicBezTo>
                  <a:cubicBezTo>
                    <a:pt x="19507" y="20814"/>
                    <a:pt x="19488" y="20837"/>
                    <a:pt x="19491" y="20848"/>
                  </a:cubicBezTo>
                  <a:cubicBezTo>
                    <a:pt x="19494" y="20864"/>
                    <a:pt x="19536" y="20885"/>
                    <a:pt x="19547" y="20899"/>
                  </a:cubicBezTo>
                  <a:cubicBezTo>
                    <a:pt x="19558" y="20913"/>
                    <a:pt x="19565" y="20946"/>
                    <a:pt x="19579" y="20959"/>
                  </a:cubicBezTo>
                  <a:cubicBezTo>
                    <a:pt x="19586" y="20966"/>
                    <a:pt x="19606" y="20981"/>
                    <a:pt x="19620" y="20982"/>
                  </a:cubicBezTo>
                  <a:cubicBezTo>
                    <a:pt x="19636" y="20983"/>
                    <a:pt x="19657" y="20958"/>
                    <a:pt x="19673" y="20959"/>
                  </a:cubicBezTo>
                  <a:cubicBezTo>
                    <a:pt x="19690" y="20961"/>
                    <a:pt x="19700" y="20989"/>
                    <a:pt x="19715" y="20995"/>
                  </a:cubicBezTo>
                  <a:cubicBezTo>
                    <a:pt x="19729" y="21001"/>
                    <a:pt x="19763" y="21008"/>
                    <a:pt x="19780" y="21006"/>
                  </a:cubicBezTo>
                  <a:cubicBezTo>
                    <a:pt x="19797" y="21005"/>
                    <a:pt x="19822" y="20985"/>
                    <a:pt x="19840" y="20983"/>
                  </a:cubicBezTo>
                  <a:cubicBezTo>
                    <a:pt x="19857" y="20981"/>
                    <a:pt x="19892" y="20987"/>
                    <a:pt x="19909" y="20991"/>
                  </a:cubicBezTo>
                  <a:cubicBezTo>
                    <a:pt x="19934" y="20996"/>
                    <a:pt x="19985" y="21009"/>
                    <a:pt x="20002" y="21021"/>
                  </a:cubicBezTo>
                  <a:cubicBezTo>
                    <a:pt x="20018" y="21034"/>
                    <a:pt x="20028" y="21067"/>
                    <a:pt x="20031" y="21082"/>
                  </a:cubicBezTo>
                  <a:cubicBezTo>
                    <a:pt x="20032" y="21096"/>
                    <a:pt x="20015" y="21124"/>
                    <a:pt x="20021" y="21137"/>
                  </a:cubicBezTo>
                  <a:cubicBezTo>
                    <a:pt x="20028" y="21150"/>
                    <a:pt x="20081" y="21163"/>
                    <a:pt x="20080" y="21176"/>
                  </a:cubicBezTo>
                  <a:cubicBezTo>
                    <a:pt x="20079" y="21191"/>
                    <a:pt x="20013" y="21201"/>
                    <a:pt x="20009" y="21215"/>
                  </a:cubicBezTo>
                  <a:cubicBezTo>
                    <a:pt x="20005" y="21230"/>
                    <a:pt x="20050" y="21256"/>
                    <a:pt x="20058" y="21271"/>
                  </a:cubicBezTo>
                  <a:cubicBezTo>
                    <a:pt x="20064" y="21283"/>
                    <a:pt x="20068" y="21308"/>
                    <a:pt x="20066" y="21320"/>
                  </a:cubicBezTo>
                  <a:cubicBezTo>
                    <a:pt x="20062" y="21341"/>
                    <a:pt x="20047" y="21383"/>
                    <a:pt x="20027" y="21400"/>
                  </a:cubicBezTo>
                  <a:cubicBezTo>
                    <a:pt x="20008" y="21416"/>
                    <a:pt x="19946" y="21433"/>
                    <a:pt x="19919" y="21444"/>
                  </a:cubicBezTo>
                  <a:cubicBezTo>
                    <a:pt x="19898" y="21452"/>
                    <a:pt x="19848" y="21461"/>
                    <a:pt x="19835" y="21474"/>
                  </a:cubicBezTo>
                  <a:cubicBezTo>
                    <a:pt x="19822" y="21488"/>
                    <a:pt x="19841" y="21524"/>
                    <a:pt x="19829" y="21539"/>
                  </a:cubicBezTo>
                  <a:cubicBezTo>
                    <a:pt x="19822" y="21548"/>
                    <a:pt x="19794" y="21564"/>
                    <a:pt x="19778" y="21568"/>
                  </a:cubicBezTo>
                  <a:cubicBezTo>
                    <a:pt x="19759" y="21572"/>
                    <a:pt x="19717" y="21565"/>
                    <a:pt x="19698" y="21569"/>
                  </a:cubicBezTo>
                  <a:cubicBezTo>
                    <a:pt x="19680" y="21572"/>
                    <a:pt x="19653" y="21592"/>
                    <a:pt x="19634" y="21595"/>
                  </a:cubicBezTo>
                  <a:cubicBezTo>
                    <a:pt x="19608" y="21600"/>
                    <a:pt x="19554" y="21594"/>
                    <a:pt x="19527" y="21593"/>
                  </a:cubicBezTo>
                  <a:cubicBezTo>
                    <a:pt x="19513" y="21592"/>
                    <a:pt x="19483" y="21591"/>
                    <a:pt x="19470" y="21587"/>
                  </a:cubicBezTo>
                  <a:cubicBezTo>
                    <a:pt x="19452" y="21582"/>
                    <a:pt x="19429" y="21561"/>
                    <a:pt x="19412" y="21555"/>
                  </a:cubicBezTo>
                  <a:cubicBezTo>
                    <a:pt x="19400" y="21550"/>
                    <a:pt x="19372" y="21543"/>
                    <a:pt x="19357" y="21544"/>
                  </a:cubicBezTo>
                  <a:cubicBezTo>
                    <a:pt x="19343" y="21545"/>
                    <a:pt x="19320" y="21549"/>
                    <a:pt x="19310" y="21556"/>
                  </a:cubicBezTo>
                  <a:cubicBezTo>
                    <a:pt x="19300" y="21563"/>
                    <a:pt x="19304" y="21572"/>
                    <a:pt x="19294" y="21583"/>
                  </a:cubicBezTo>
                  <a:lnTo>
                    <a:pt x="15528" y="21413"/>
                  </a:lnTo>
                  <a:lnTo>
                    <a:pt x="12794" y="21274"/>
                  </a:lnTo>
                  <a:cubicBezTo>
                    <a:pt x="12794" y="21274"/>
                    <a:pt x="12783" y="21225"/>
                    <a:pt x="12783" y="21209"/>
                  </a:cubicBezTo>
                  <a:cubicBezTo>
                    <a:pt x="12782" y="21185"/>
                    <a:pt x="12798" y="21137"/>
                    <a:pt x="12794" y="21112"/>
                  </a:cubicBezTo>
                  <a:cubicBezTo>
                    <a:pt x="12791" y="21090"/>
                    <a:pt x="12768" y="21047"/>
                    <a:pt x="12758" y="21025"/>
                  </a:cubicBezTo>
                  <a:cubicBezTo>
                    <a:pt x="12750" y="21011"/>
                    <a:pt x="12742" y="20979"/>
                    <a:pt x="12725" y="20967"/>
                  </a:cubicBezTo>
                  <a:cubicBezTo>
                    <a:pt x="12708" y="20955"/>
                    <a:pt x="12657" y="20935"/>
                    <a:pt x="12631" y="20938"/>
                  </a:cubicBezTo>
                  <a:cubicBezTo>
                    <a:pt x="12612" y="20939"/>
                    <a:pt x="12593" y="20967"/>
                    <a:pt x="12574" y="20970"/>
                  </a:cubicBezTo>
                  <a:cubicBezTo>
                    <a:pt x="12559" y="20972"/>
                    <a:pt x="12526" y="20966"/>
                    <a:pt x="12515" y="20959"/>
                  </a:cubicBezTo>
                  <a:cubicBezTo>
                    <a:pt x="12497" y="20947"/>
                    <a:pt x="12488" y="20912"/>
                    <a:pt x="12487" y="20895"/>
                  </a:cubicBezTo>
                  <a:cubicBezTo>
                    <a:pt x="12486" y="20883"/>
                    <a:pt x="12493" y="20859"/>
                    <a:pt x="12502" y="20848"/>
                  </a:cubicBezTo>
                  <a:cubicBezTo>
                    <a:pt x="12511" y="20837"/>
                    <a:pt x="12547" y="20822"/>
                    <a:pt x="12556" y="20811"/>
                  </a:cubicBezTo>
                  <a:cubicBezTo>
                    <a:pt x="12566" y="20798"/>
                    <a:pt x="12571" y="20770"/>
                    <a:pt x="12571" y="20756"/>
                  </a:cubicBezTo>
                  <a:cubicBezTo>
                    <a:pt x="12571" y="20743"/>
                    <a:pt x="12564" y="20717"/>
                    <a:pt x="12556" y="20704"/>
                  </a:cubicBezTo>
                  <a:cubicBezTo>
                    <a:pt x="12552" y="20697"/>
                    <a:pt x="12534" y="20684"/>
                    <a:pt x="12528" y="20676"/>
                  </a:cubicBezTo>
                  <a:cubicBezTo>
                    <a:pt x="12521" y="20667"/>
                    <a:pt x="12504" y="20648"/>
                    <a:pt x="12503" y="20638"/>
                  </a:cubicBezTo>
                  <a:cubicBezTo>
                    <a:pt x="12502" y="20629"/>
                    <a:pt x="12509" y="20611"/>
                    <a:pt x="12518" y="20605"/>
                  </a:cubicBezTo>
                  <a:cubicBezTo>
                    <a:pt x="12528" y="20598"/>
                    <a:pt x="12562" y="20595"/>
                    <a:pt x="12575" y="20590"/>
                  </a:cubicBezTo>
                  <a:cubicBezTo>
                    <a:pt x="12587" y="20586"/>
                    <a:pt x="12612" y="20577"/>
                    <a:pt x="12619" y="20569"/>
                  </a:cubicBezTo>
                  <a:cubicBezTo>
                    <a:pt x="12634" y="20555"/>
                    <a:pt x="12643" y="20521"/>
                    <a:pt x="12646" y="20504"/>
                  </a:cubicBezTo>
                  <a:cubicBezTo>
                    <a:pt x="12653" y="20467"/>
                    <a:pt x="12646" y="20392"/>
                    <a:pt x="12643" y="20355"/>
                  </a:cubicBezTo>
                  <a:cubicBezTo>
                    <a:pt x="12642" y="20334"/>
                    <a:pt x="12635" y="20293"/>
                    <a:pt x="12632" y="20273"/>
                  </a:cubicBezTo>
                  <a:cubicBezTo>
                    <a:pt x="12627" y="20243"/>
                    <a:pt x="12617" y="20182"/>
                    <a:pt x="12612" y="20152"/>
                  </a:cubicBezTo>
                  <a:cubicBezTo>
                    <a:pt x="12608" y="20128"/>
                    <a:pt x="12608" y="20079"/>
                    <a:pt x="12599" y="20056"/>
                  </a:cubicBezTo>
                  <a:cubicBezTo>
                    <a:pt x="12584" y="20017"/>
                    <a:pt x="12532" y="19944"/>
                    <a:pt x="12503" y="19908"/>
                  </a:cubicBezTo>
                  <a:cubicBezTo>
                    <a:pt x="12482" y="19881"/>
                    <a:pt x="12426" y="19831"/>
                    <a:pt x="12403" y="19804"/>
                  </a:cubicBezTo>
                  <a:cubicBezTo>
                    <a:pt x="12385" y="19783"/>
                    <a:pt x="12349" y="19739"/>
                    <a:pt x="12335" y="19715"/>
                  </a:cubicBezTo>
                  <a:cubicBezTo>
                    <a:pt x="12318" y="19686"/>
                    <a:pt x="12305" y="19621"/>
                    <a:pt x="12282" y="19593"/>
                  </a:cubicBezTo>
                  <a:cubicBezTo>
                    <a:pt x="12263" y="19567"/>
                    <a:pt x="12208" y="19524"/>
                    <a:pt x="12178" y="19504"/>
                  </a:cubicBezTo>
                  <a:cubicBezTo>
                    <a:pt x="12165" y="19495"/>
                    <a:pt x="12135" y="19480"/>
                    <a:pt x="12121" y="19472"/>
                  </a:cubicBezTo>
                  <a:cubicBezTo>
                    <a:pt x="12100" y="19460"/>
                    <a:pt x="12052" y="19441"/>
                    <a:pt x="12035" y="19427"/>
                  </a:cubicBezTo>
                  <a:cubicBezTo>
                    <a:pt x="12020" y="19414"/>
                    <a:pt x="12010" y="19381"/>
                    <a:pt x="11999" y="19366"/>
                  </a:cubicBezTo>
                  <a:cubicBezTo>
                    <a:pt x="11986" y="19350"/>
                    <a:pt x="11962" y="19315"/>
                    <a:pt x="11941" y="19302"/>
                  </a:cubicBezTo>
                  <a:cubicBezTo>
                    <a:pt x="11926" y="19292"/>
                    <a:pt x="11887" y="19280"/>
                    <a:pt x="11868" y="19274"/>
                  </a:cubicBezTo>
                  <a:cubicBezTo>
                    <a:pt x="11854" y="19270"/>
                    <a:pt x="11824" y="19265"/>
                    <a:pt x="11810" y="19261"/>
                  </a:cubicBezTo>
                  <a:cubicBezTo>
                    <a:pt x="11796" y="19256"/>
                    <a:pt x="11767" y="19245"/>
                    <a:pt x="11757" y="19237"/>
                  </a:cubicBezTo>
                  <a:cubicBezTo>
                    <a:pt x="11742" y="19223"/>
                    <a:pt x="11737" y="19188"/>
                    <a:pt x="11726" y="19173"/>
                  </a:cubicBezTo>
                  <a:cubicBezTo>
                    <a:pt x="11716" y="19158"/>
                    <a:pt x="11687" y="19130"/>
                    <a:pt x="11673" y="19116"/>
                  </a:cubicBezTo>
                  <a:cubicBezTo>
                    <a:pt x="11664" y="19105"/>
                    <a:pt x="11648" y="19083"/>
                    <a:pt x="11635" y="19075"/>
                  </a:cubicBezTo>
                  <a:cubicBezTo>
                    <a:pt x="11622" y="19066"/>
                    <a:pt x="11583" y="19059"/>
                    <a:pt x="11570" y="19050"/>
                  </a:cubicBezTo>
                  <a:cubicBezTo>
                    <a:pt x="11558" y="19041"/>
                    <a:pt x="11551" y="19017"/>
                    <a:pt x="11541" y="19007"/>
                  </a:cubicBezTo>
                  <a:cubicBezTo>
                    <a:pt x="11517" y="18984"/>
                    <a:pt x="11458" y="18943"/>
                    <a:pt x="11422" y="18929"/>
                  </a:cubicBezTo>
                  <a:cubicBezTo>
                    <a:pt x="11398" y="18919"/>
                    <a:pt x="11336" y="18916"/>
                    <a:pt x="11313" y="18905"/>
                  </a:cubicBezTo>
                  <a:cubicBezTo>
                    <a:pt x="11300" y="18899"/>
                    <a:pt x="11286" y="18880"/>
                    <a:pt x="11275" y="18872"/>
                  </a:cubicBezTo>
                  <a:cubicBezTo>
                    <a:pt x="11246" y="18852"/>
                    <a:pt x="11174" y="18822"/>
                    <a:pt x="11147" y="18801"/>
                  </a:cubicBezTo>
                  <a:cubicBezTo>
                    <a:pt x="11124" y="18784"/>
                    <a:pt x="11090" y="18746"/>
                    <a:pt x="11073" y="18727"/>
                  </a:cubicBezTo>
                  <a:cubicBezTo>
                    <a:pt x="11056" y="18707"/>
                    <a:pt x="11027" y="18665"/>
                    <a:pt x="11010" y="18645"/>
                  </a:cubicBezTo>
                  <a:cubicBezTo>
                    <a:pt x="10996" y="18629"/>
                    <a:pt x="10969" y="18597"/>
                    <a:pt x="10950" y="18583"/>
                  </a:cubicBezTo>
                  <a:cubicBezTo>
                    <a:pt x="10927" y="18568"/>
                    <a:pt x="10869" y="18545"/>
                    <a:pt x="10842" y="18532"/>
                  </a:cubicBezTo>
                  <a:cubicBezTo>
                    <a:pt x="10829" y="18526"/>
                    <a:pt x="10804" y="18510"/>
                    <a:pt x="10788" y="18507"/>
                  </a:cubicBezTo>
                  <a:cubicBezTo>
                    <a:pt x="10776" y="18504"/>
                    <a:pt x="10748" y="18500"/>
                    <a:pt x="10736" y="18504"/>
                  </a:cubicBezTo>
                  <a:cubicBezTo>
                    <a:pt x="10719" y="18508"/>
                    <a:pt x="10696" y="18529"/>
                    <a:pt x="10688" y="18539"/>
                  </a:cubicBezTo>
                  <a:cubicBezTo>
                    <a:pt x="10680" y="18548"/>
                    <a:pt x="10684" y="18572"/>
                    <a:pt x="10671" y="18578"/>
                  </a:cubicBezTo>
                  <a:cubicBezTo>
                    <a:pt x="10655" y="18586"/>
                    <a:pt x="10608" y="18577"/>
                    <a:pt x="10586" y="18578"/>
                  </a:cubicBezTo>
                  <a:cubicBezTo>
                    <a:pt x="10553" y="18578"/>
                    <a:pt x="10488" y="18585"/>
                    <a:pt x="10455" y="18582"/>
                  </a:cubicBezTo>
                  <a:cubicBezTo>
                    <a:pt x="10427" y="18580"/>
                    <a:pt x="10370" y="18570"/>
                    <a:pt x="10345" y="18561"/>
                  </a:cubicBezTo>
                  <a:cubicBezTo>
                    <a:pt x="10320" y="18552"/>
                    <a:pt x="10287" y="18521"/>
                    <a:pt x="10264" y="18510"/>
                  </a:cubicBezTo>
                  <a:cubicBezTo>
                    <a:pt x="10248" y="18503"/>
                    <a:pt x="10210" y="18492"/>
                    <a:pt x="10192" y="18487"/>
                  </a:cubicBezTo>
                  <a:cubicBezTo>
                    <a:pt x="10171" y="18481"/>
                    <a:pt x="10122" y="18476"/>
                    <a:pt x="10105" y="18466"/>
                  </a:cubicBezTo>
                  <a:cubicBezTo>
                    <a:pt x="10089" y="18456"/>
                    <a:pt x="10071" y="18430"/>
                    <a:pt x="10068" y="18417"/>
                  </a:cubicBezTo>
                  <a:cubicBezTo>
                    <a:pt x="10066" y="18405"/>
                    <a:pt x="10073" y="18381"/>
                    <a:pt x="10083" y="18372"/>
                  </a:cubicBezTo>
                  <a:cubicBezTo>
                    <a:pt x="10091" y="18365"/>
                    <a:pt x="10118" y="18359"/>
                    <a:pt x="10129" y="18354"/>
                  </a:cubicBezTo>
                  <a:cubicBezTo>
                    <a:pt x="10146" y="18344"/>
                    <a:pt x="10180" y="18322"/>
                    <a:pt x="10190" y="18309"/>
                  </a:cubicBezTo>
                  <a:cubicBezTo>
                    <a:pt x="10201" y="18295"/>
                    <a:pt x="10208" y="18264"/>
                    <a:pt x="10208" y="18248"/>
                  </a:cubicBezTo>
                  <a:cubicBezTo>
                    <a:pt x="10210" y="18203"/>
                    <a:pt x="10187" y="18114"/>
                    <a:pt x="10170" y="18070"/>
                  </a:cubicBezTo>
                  <a:cubicBezTo>
                    <a:pt x="10157" y="18036"/>
                    <a:pt x="10123" y="17969"/>
                    <a:pt x="10095" y="17939"/>
                  </a:cubicBezTo>
                  <a:cubicBezTo>
                    <a:pt x="10077" y="17920"/>
                    <a:pt x="10025" y="17890"/>
                    <a:pt x="10001" y="17874"/>
                  </a:cubicBezTo>
                  <a:cubicBezTo>
                    <a:pt x="9984" y="17864"/>
                    <a:pt x="9952" y="17841"/>
                    <a:pt x="9932" y="17834"/>
                  </a:cubicBezTo>
                  <a:cubicBezTo>
                    <a:pt x="9901" y="17824"/>
                    <a:pt x="9832" y="17817"/>
                    <a:pt x="9798" y="17814"/>
                  </a:cubicBezTo>
                  <a:cubicBezTo>
                    <a:pt x="9773" y="17812"/>
                    <a:pt x="9721" y="17814"/>
                    <a:pt x="9696" y="17812"/>
                  </a:cubicBezTo>
                  <a:cubicBezTo>
                    <a:pt x="9662" y="17810"/>
                    <a:pt x="9595" y="17801"/>
                    <a:pt x="9561" y="17796"/>
                  </a:cubicBezTo>
                  <a:cubicBezTo>
                    <a:pt x="9530" y="17792"/>
                    <a:pt x="9469" y="17780"/>
                    <a:pt x="9437" y="17779"/>
                  </a:cubicBezTo>
                  <a:cubicBezTo>
                    <a:pt x="9414" y="17778"/>
                    <a:pt x="9368" y="17784"/>
                    <a:pt x="9344" y="17786"/>
                  </a:cubicBezTo>
                  <a:cubicBezTo>
                    <a:pt x="9330" y="17787"/>
                    <a:pt x="9301" y="17786"/>
                    <a:pt x="9289" y="17791"/>
                  </a:cubicBezTo>
                  <a:cubicBezTo>
                    <a:pt x="9274" y="17797"/>
                    <a:pt x="9267" y="17827"/>
                    <a:pt x="9249" y="17828"/>
                  </a:cubicBezTo>
                  <a:cubicBezTo>
                    <a:pt x="9235" y="17829"/>
                    <a:pt x="9218" y="17811"/>
                    <a:pt x="9211" y="17804"/>
                  </a:cubicBezTo>
                  <a:cubicBezTo>
                    <a:pt x="9200" y="17794"/>
                    <a:pt x="9190" y="17769"/>
                    <a:pt x="9178" y="17759"/>
                  </a:cubicBezTo>
                  <a:cubicBezTo>
                    <a:pt x="9165" y="17749"/>
                    <a:pt x="9130" y="17732"/>
                    <a:pt x="9111" y="17726"/>
                  </a:cubicBezTo>
                  <a:cubicBezTo>
                    <a:pt x="9084" y="17717"/>
                    <a:pt x="9024" y="17713"/>
                    <a:pt x="8996" y="17707"/>
                  </a:cubicBezTo>
                  <a:cubicBezTo>
                    <a:pt x="8967" y="17700"/>
                    <a:pt x="8910" y="17687"/>
                    <a:pt x="8884" y="17677"/>
                  </a:cubicBezTo>
                  <a:cubicBezTo>
                    <a:pt x="8861" y="17668"/>
                    <a:pt x="8822" y="17645"/>
                    <a:pt x="8802" y="17634"/>
                  </a:cubicBezTo>
                  <a:cubicBezTo>
                    <a:pt x="8774" y="17619"/>
                    <a:pt x="8725" y="17585"/>
                    <a:pt x="8695" y="17573"/>
                  </a:cubicBezTo>
                  <a:cubicBezTo>
                    <a:pt x="8669" y="17563"/>
                    <a:pt x="8608" y="17551"/>
                    <a:pt x="8580" y="17542"/>
                  </a:cubicBezTo>
                  <a:cubicBezTo>
                    <a:pt x="8567" y="17539"/>
                    <a:pt x="8542" y="17528"/>
                    <a:pt x="8527" y="17525"/>
                  </a:cubicBezTo>
                  <a:cubicBezTo>
                    <a:pt x="8512" y="17522"/>
                    <a:pt x="8476" y="17525"/>
                    <a:pt x="8463" y="17519"/>
                  </a:cubicBezTo>
                  <a:cubicBezTo>
                    <a:pt x="8449" y="17513"/>
                    <a:pt x="8442" y="17489"/>
                    <a:pt x="8432" y="17480"/>
                  </a:cubicBezTo>
                  <a:cubicBezTo>
                    <a:pt x="8420" y="17468"/>
                    <a:pt x="8394" y="17444"/>
                    <a:pt x="8377" y="17434"/>
                  </a:cubicBezTo>
                  <a:cubicBezTo>
                    <a:pt x="8363" y="17426"/>
                    <a:pt x="8325" y="17417"/>
                    <a:pt x="8309" y="17411"/>
                  </a:cubicBezTo>
                  <a:cubicBezTo>
                    <a:pt x="8298" y="17407"/>
                    <a:pt x="8275" y="17400"/>
                    <a:pt x="8267" y="17394"/>
                  </a:cubicBezTo>
                  <a:cubicBezTo>
                    <a:pt x="8255" y="17386"/>
                    <a:pt x="8242" y="17365"/>
                    <a:pt x="8236" y="17355"/>
                  </a:cubicBezTo>
                  <a:cubicBezTo>
                    <a:pt x="8225" y="17339"/>
                    <a:pt x="8204" y="17307"/>
                    <a:pt x="8201" y="17290"/>
                  </a:cubicBezTo>
                  <a:cubicBezTo>
                    <a:pt x="8196" y="17268"/>
                    <a:pt x="8212" y="17224"/>
                    <a:pt x="8207" y="17202"/>
                  </a:cubicBezTo>
                  <a:cubicBezTo>
                    <a:pt x="8203" y="17182"/>
                    <a:pt x="8189" y="17141"/>
                    <a:pt x="8168" y="17126"/>
                  </a:cubicBezTo>
                  <a:cubicBezTo>
                    <a:pt x="8157" y="17119"/>
                    <a:pt x="8125" y="17115"/>
                    <a:pt x="8112" y="17109"/>
                  </a:cubicBezTo>
                  <a:cubicBezTo>
                    <a:pt x="8095" y="17102"/>
                    <a:pt x="8064" y="17085"/>
                    <a:pt x="8053" y="17075"/>
                  </a:cubicBezTo>
                  <a:cubicBezTo>
                    <a:pt x="8041" y="17064"/>
                    <a:pt x="8033" y="17039"/>
                    <a:pt x="8024" y="17027"/>
                  </a:cubicBezTo>
                  <a:cubicBezTo>
                    <a:pt x="8020" y="17022"/>
                    <a:pt x="8012" y="17009"/>
                    <a:pt x="8004" y="17005"/>
                  </a:cubicBezTo>
                  <a:cubicBezTo>
                    <a:pt x="7991" y="16998"/>
                    <a:pt x="7950" y="16999"/>
                    <a:pt x="7938" y="16991"/>
                  </a:cubicBezTo>
                  <a:cubicBezTo>
                    <a:pt x="7926" y="16984"/>
                    <a:pt x="7921" y="16961"/>
                    <a:pt x="7914" y="16951"/>
                  </a:cubicBezTo>
                  <a:cubicBezTo>
                    <a:pt x="7903" y="16937"/>
                    <a:pt x="7882" y="16907"/>
                    <a:pt x="7865" y="16894"/>
                  </a:cubicBezTo>
                  <a:cubicBezTo>
                    <a:pt x="7848" y="16881"/>
                    <a:pt x="7803" y="16862"/>
                    <a:pt x="7781" y="16853"/>
                  </a:cubicBezTo>
                  <a:cubicBezTo>
                    <a:pt x="7755" y="16841"/>
                    <a:pt x="7698" y="16823"/>
                    <a:pt x="7673" y="16811"/>
                  </a:cubicBezTo>
                  <a:cubicBezTo>
                    <a:pt x="7640" y="16795"/>
                    <a:pt x="7588" y="16751"/>
                    <a:pt x="7554" y="16736"/>
                  </a:cubicBezTo>
                  <a:cubicBezTo>
                    <a:pt x="7525" y="16723"/>
                    <a:pt x="7460" y="16703"/>
                    <a:pt x="7426" y="16697"/>
                  </a:cubicBezTo>
                  <a:cubicBezTo>
                    <a:pt x="7393" y="16691"/>
                    <a:pt x="7323" y="16690"/>
                    <a:pt x="7289" y="16691"/>
                  </a:cubicBezTo>
                  <a:cubicBezTo>
                    <a:pt x="7268" y="16692"/>
                    <a:pt x="7224" y="16694"/>
                    <a:pt x="7205" y="16700"/>
                  </a:cubicBezTo>
                  <a:cubicBezTo>
                    <a:pt x="7192" y="16704"/>
                    <a:pt x="7175" y="16722"/>
                    <a:pt x="7161" y="16726"/>
                  </a:cubicBezTo>
                  <a:cubicBezTo>
                    <a:pt x="7149" y="16729"/>
                    <a:pt x="7120" y="16733"/>
                    <a:pt x="7108" y="16729"/>
                  </a:cubicBezTo>
                  <a:cubicBezTo>
                    <a:pt x="7096" y="16725"/>
                    <a:pt x="7087" y="16706"/>
                    <a:pt x="7077" y="16700"/>
                  </a:cubicBezTo>
                  <a:cubicBezTo>
                    <a:pt x="7060" y="16689"/>
                    <a:pt x="7019" y="16671"/>
                    <a:pt x="6998" y="16664"/>
                  </a:cubicBezTo>
                  <a:cubicBezTo>
                    <a:pt x="6982" y="16659"/>
                    <a:pt x="6949" y="16651"/>
                    <a:pt x="6932" y="16650"/>
                  </a:cubicBezTo>
                  <a:cubicBezTo>
                    <a:pt x="6908" y="16647"/>
                    <a:pt x="6859" y="16650"/>
                    <a:pt x="6835" y="16651"/>
                  </a:cubicBezTo>
                  <a:cubicBezTo>
                    <a:pt x="6812" y="16652"/>
                    <a:pt x="6766" y="16659"/>
                    <a:pt x="6744" y="16655"/>
                  </a:cubicBezTo>
                  <a:cubicBezTo>
                    <a:pt x="6722" y="16652"/>
                    <a:pt x="6681" y="16636"/>
                    <a:pt x="6665" y="16626"/>
                  </a:cubicBezTo>
                  <a:cubicBezTo>
                    <a:pt x="6648" y="16616"/>
                    <a:pt x="6632" y="16587"/>
                    <a:pt x="6614" y="16579"/>
                  </a:cubicBezTo>
                  <a:cubicBezTo>
                    <a:pt x="6601" y="16573"/>
                    <a:pt x="6564" y="16571"/>
                    <a:pt x="6550" y="16565"/>
                  </a:cubicBezTo>
                  <a:cubicBezTo>
                    <a:pt x="6535" y="16558"/>
                    <a:pt x="6519" y="16535"/>
                    <a:pt x="6506" y="16528"/>
                  </a:cubicBezTo>
                  <a:cubicBezTo>
                    <a:pt x="6481" y="16513"/>
                    <a:pt x="6424" y="16489"/>
                    <a:pt x="6393" y="16482"/>
                  </a:cubicBezTo>
                  <a:cubicBezTo>
                    <a:pt x="6373" y="16477"/>
                    <a:pt x="6329" y="16474"/>
                    <a:pt x="6307" y="16473"/>
                  </a:cubicBezTo>
                  <a:cubicBezTo>
                    <a:pt x="6284" y="16472"/>
                    <a:pt x="6236" y="16478"/>
                    <a:pt x="6214" y="16473"/>
                  </a:cubicBezTo>
                  <a:cubicBezTo>
                    <a:pt x="6191" y="16469"/>
                    <a:pt x="6157" y="16444"/>
                    <a:pt x="6135" y="16437"/>
                  </a:cubicBezTo>
                  <a:cubicBezTo>
                    <a:pt x="6107" y="16429"/>
                    <a:pt x="6046" y="16421"/>
                    <a:pt x="6016" y="16418"/>
                  </a:cubicBezTo>
                  <a:cubicBezTo>
                    <a:pt x="6000" y="16416"/>
                    <a:pt x="5966" y="16416"/>
                    <a:pt x="5950" y="16414"/>
                  </a:cubicBezTo>
                  <a:cubicBezTo>
                    <a:pt x="5919" y="16408"/>
                    <a:pt x="5864" y="16387"/>
                    <a:pt x="5833" y="16382"/>
                  </a:cubicBezTo>
                  <a:cubicBezTo>
                    <a:pt x="5807" y="16378"/>
                    <a:pt x="5753" y="16377"/>
                    <a:pt x="5727" y="16377"/>
                  </a:cubicBezTo>
                  <a:cubicBezTo>
                    <a:pt x="5691" y="16377"/>
                    <a:pt x="5621" y="16384"/>
                    <a:pt x="5586" y="16383"/>
                  </a:cubicBezTo>
                  <a:cubicBezTo>
                    <a:pt x="5553" y="16383"/>
                    <a:pt x="5490" y="16377"/>
                    <a:pt x="5457" y="16375"/>
                  </a:cubicBezTo>
                  <a:cubicBezTo>
                    <a:pt x="5410" y="16372"/>
                    <a:pt x="5313" y="16374"/>
                    <a:pt x="5268" y="16365"/>
                  </a:cubicBezTo>
                  <a:cubicBezTo>
                    <a:pt x="5254" y="16362"/>
                    <a:pt x="5227" y="16353"/>
                    <a:pt x="5218" y="16346"/>
                  </a:cubicBezTo>
                  <a:cubicBezTo>
                    <a:pt x="5207" y="16338"/>
                    <a:pt x="5195" y="16318"/>
                    <a:pt x="5191" y="16308"/>
                  </a:cubicBezTo>
                  <a:cubicBezTo>
                    <a:pt x="5187" y="16297"/>
                    <a:pt x="5186" y="16274"/>
                    <a:pt x="5184" y="16262"/>
                  </a:cubicBezTo>
                  <a:cubicBezTo>
                    <a:pt x="5181" y="16249"/>
                    <a:pt x="5178" y="16223"/>
                    <a:pt x="5171" y="16210"/>
                  </a:cubicBezTo>
                  <a:cubicBezTo>
                    <a:pt x="5162" y="16196"/>
                    <a:pt x="5136" y="16170"/>
                    <a:pt x="5121" y="16157"/>
                  </a:cubicBezTo>
                  <a:cubicBezTo>
                    <a:pt x="5106" y="16146"/>
                    <a:pt x="5072" y="16125"/>
                    <a:pt x="5053" y="16117"/>
                  </a:cubicBezTo>
                  <a:cubicBezTo>
                    <a:pt x="5039" y="16111"/>
                    <a:pt x="5010" y="16101"/>
                    <a:pt x="4994" y="16099"/>
                  </a:cubicBezTo>
                  <a:cubicBezTo>
                    <a:pt x="4977" y="16095"/>
                    <a:pt x="4940" y="16099"/>
                    <a:pt x="4923" y="16095"/>
                  </a:cubicBezTo>
                  <a:cubicBezTo>
                    <a:pt x="4908" y="16091"/>
                    <a:pt x="4880" y="16077"/>
                    <a:pt x="4870" y="16068"/>
                  </a:cubicBezTo>
                  <a:cubicBezTo>
                    <a:pt x="4862" y="16059"/>
                    <a:pt x="4857" y="16037"/>
                    <a:pt x="4856" y="16026"/>
                  </a:cubicBezTo>
                  <a:cubicBezTo>
                    <a:pt x="4855" y="16017"/>
                    <a:pt x="4857" y="15998"/>
                    <a:pt x="4863" y="15989"/>
                  </a:cubicBezTo>
                  <a:cubicBezTo>
                    <a:pt x="4871" y="15978"/>
                    <a:pt x="4899" y="15960"/>
                    <a:pt x="4913" y="15951"/>
                  </a:cubicBezTo>
                  <a:cubicBezTo>
                    <a:pt x="4927" y="15942"/>
                    <a:pt x="4962" y="15928"/>
                    <a:pt x="4975" y="15919"/>
                  </a:cubicBezTo>
                  <a:cubicBezTo>
                    <a:pt x="4998" y="15902"/>
                    <a:pt x="5036" y="15863"/>
                    <a:pt x="5047" y="15842"/>
                  </a:cubicBezTo>
                  <a:cubicBezTo>
                    <a:pt x="5054" y="15828"/>
                    <a:pt x="5060" y="15797"/>
                    <a:pt x="5057" y="15783"/>
                  </a:cubicBezTo>
                  <a:cubicBezTo>
                    <a:pt x="5055" y="15770"/>
                    <a:pt x="5041" y="15746"/>
                    <a:pt x="5032" y="15735"/>
                  </a:cubicBezTo>
                  <a:cubicBezTo>
                    <a:pt x="5024" y="15724"/>
                    <a:pt x="4997" y="15708"/>
                    <a:pt x="4993" y="15698"/>
                  </a:cubicBezTo>
                  <a:cubicBezTo>
                    <a:pt x="4988" y="15687"/>
                    <a:pt x="4991" y="15665"/>
                    <a:pt x="4996" y="15654"/>
                  </a:cubicBezTo>
                  <a:cubicBezTo>
                    <a:pt x="5001" y="15643"/>
                    <a:pt x="5024" y="15623"/>
                    <a:pt x="5035" y="15613"/>
                  </a:cubicBezTo>
                  <a:cubicBezTo>
                    <a:pt x="5049" y="15602"/>
                    <a:pt x="5085" y="15584"/>
                    <a:pt x="5097" y="15572"/>
                  </a:cubicBezTo>
                  <a:cubicBezTo>
                    <a:pt x="5107" y="15563"/>
                    <a:pt x="5121" y="15540"/>
                    <a:pt x="5127" y="15529"/>
                  </a:cubicBezTo>
                  <a:cubicBezTo>
                    <a:pt x="5131" y="15519"/>
                    <a:pt x="5137" y="15497"/>
                    <a:pt x="5135" y="15486"/>
                  </a:cubicBezTo>
                  <a:cubicBezTo>
                    <a:pt x="5134" y="15478"/>
                    <a:pt x="5126" y="15460"/>
                    <a:pt x="5119" y="15452"/>
                  </a:cubicBezTo>
                  <a:cubicBezTo>
                    <a:pt x="5110" y="15442"/>
                    <a:pt x="5081" y="15425"/>
                    <a:pt x="5069" y="15416"/>
                  </a:cubicBezTo>
                  <a:cubicBezTo>
                    <a:pt x="5060" y="15409"/>
                    <a:pt x="5038" y="15395"/>
                    <a:pt x="5032" y="15386"/>
                  </a:cubicBezTo>
                  <a:cubicBezTo>
                    <a:pt x="5027" y="15377"/>
                    <a:pt x="5024" y="15358"/>
                    <a:pt x="5026" y="15349"/>
                  </a:cubicBezTo>
                  <a:cubicBezTo>
                    <a:pt x="5030" y="15337"/>
                    <a:pt x="5057" y="15315"/>
                    <a:pt x="5066" y="15303"/>
                  </a:cubicBezTo>
                  <a:cubicBezTo>
                    <a:pt x="5080" y="15287"/>
                    <a:pt x="5105" y="15255"/>
                    <a:pt x="5119" y="15239"/>
                  </a:cubicBezTo>
                  <a:cubicBezTo>
                    <a:pt x="5135" y="15221"/>
                    <a:pt x="5176" y="15187"/>
                    <a:pt x="5189" y="15168"/>
                  </a:cubicBezTo>
                  <a:cubicBezTo>
                    <a:pt x="5198" y="15155"/>
                    <a:pt x="5207" y="15128"/>
                    <a:pt x="5214" y="15115"/>
                  </a:cubicBezTo>
                  <a:cubicBezTo>
                    <a:pt x="5224" y="15096"/>
                    <a:pt x="5253" y="15060"/>
                    <a:pt x="5259" y="15040"/>
                  </a:cubicBezTo>
                  <a:cubicBezTo>
                    <a:pt x="5264" y="15025"/>
                    <a:pt x="5262" y="14993"/>
                    <a:pt x="5263" y="14978"/>
                  </a:cubicBezTo>
                  <a:cubicBezTo>
                    <a:pt x="5264" y="14963"/>
                    <a:pt x="5273" y="14932"/>
                    <a:pt x="5267" y="14917"/>
                  </a:cubicBezTo>
                  <a:cubicBezTo>
                    <a:pt x="5263" y="14908"/>
                    <a:pt x="5246" y="14891"/>
                    <a:pt x="5234" y="14885"/>
                  </a:cubicBezTo>
                  <a:cubicBezTo>
                    <a:pt x="5221" y="14877"/>
                    <a:pt x="5182" y="14875"/>
                    <a:pt x="5169" y="14868"/>
                  </a:cubicBezTo>
                  <a:cubicBezTo>
                    <a:pt x="5155" y="14861"/>
                    <a:pt x="5143" y="14839"/>
                    <a:pt x="5132" y="14830"/>
                  </a:cubicBezTo>
                  <a:cubicBezTo>
                    <a:pt x="5123" y="14822"/>
                    <a:pt x="5104" y="14807"/>
                    <a:pt x="5091" y="14803"/>
                  </a:cubicBezTo>
                  <a:cubicBezTo>
                    <a:pt x="5079" y="14799"/>
                    <a:pt x="5050" y="14795"/>
                    <a:pt x="5038" y="14799"/>
                  </a:cubicBezTo>
                  <a:cubicBezTo>
                    <a:pt x="5024" y="14802"/>
                    <a:pt x="5013" y="14823"/>
                    <a:pt x="5002" y="14830"/>
                  </a:cubicBezTo>
                  <a:cubicBezTo>
                    <a:pt x="4993" y="14836"/>
                    <a:pt x="4975" y="14850"/>
                    <a:pt x="4963" y="14848"/>
                  </a:cubicBezTo>
                  <a:cubicBezTo>
                    <a:pt x="4950" y="14847"/>
                    <a:pt x="4946" y="14825"/>
                    <a:pt x="4940" y="14817"/>
                  </a:cubicBezTo>
                  <a:cubicBezTo>
                    <a:pt x="4930" y="14806"/>
                    <a:pt x="4913" y="14781"/>
                    <a:pt x="4898" y="14771"/>
                  </a:cubicBezTo>
                  <a:cubicBezTo>
                    <a:pt x="4883" y="14762"/>
                    <a:pt x="4840" y="14751"/>
                    <a:pt x="4823" y="14742"/>
                  </a:cubicBezTo>
                  <a:cubicBezTo>
                    <a:pt x="4804" y="14731"/>
                    <a:pt x="4774" y="14703"/>
                    <a:pt x="4758" y="14690"/>
                  </a:cubicBezTo>
                  <a:cubicBezTo>
                    <a:pt x="4745" y="14680"/>
                    <a:pt x="4715" y="14662"/>
                    <a:pt x="4707" y="14650"/>
                  </a:cubicBezTo>
                  <a:cubicBezTo>
                    <a:pt x="4697" y="14634"/>
                    <a:pt x="4690" y="14600"/>
                    <a:pt x="4695" y="14583"/>
                  </a:cubicBezTo>
                  <a:cubicBezTo>
                    <a:pt x="4698" y="14573"/>
                    <a:pt x="4717" y="14556"/>
                    <a:pt x="4727" y="14548"/>
                  </a:cubicBezTo>
                  <a:cubicBezTo>
                    <a:pt x="4735" y="14542"/>
                    <a:pt x="4758" y="14533"/>
                    <a:pt x="4766" y="14527"/>
                  </a:cubicBezTo>
                  <a:cubicBezTo>
                    <a:pt x="4779" y="14515"/>
                    <a:pt x="4790" y="14488"/>
                    <a:pt x="4798" y="14474"/>
                  </a:cubicBezTo>
                  <a:cubicBezTo>
                    <a:pt x="4805" y="14462"/>
                    <a:pt x="4816" y="14438"/>
                    <a:pt x="4824" y="14427"/>
                  </a:cubicBezTo>
                  <a:cubicBezTo>
                    <a:pt x="4833" y="14414"/>
                    <a:pt x="4862" y="14393"/>
                    <a:pt x="4867" y="14380"/>
                  </a:cubicBezTo>
                  <a:cubicBezTo>
                    <a:pt x="4876" y="14361"/>
                    <a:pt x="4869" y="14320"/>
                    <a:pt x="4868" y="14300"/>
                  </a:cubicBezTo>
                  <a:cubicBezTo>
                    <a:pt x="4868" y="14289"/>
                    <a:pt x="4871" y="14266"/>
                    <a:pt x="4865" y="14255"/>
                  </a:cubicBezTo>
                  <a:cubicBezTo>
                    <a:pt x="4857" y="14243"/>
                    <a:pt x="4829" y="14220"/>
                    <a:pt x="4810" y="14213"/>
                  </a:cubicBezTo>
                  <a:cubicBezTo>
                    <a:pt x="4794" y="14207"/>
                    <a:pt x="4753" y="14210"/>
                    <a:pt x="4737" y="14205"/>
                  </a:cubicBezTo>
                  <a:cubicBezTo>
                    <a:pt x="4725" y="14201"/>
                    <a:pt x="4711" y="14185"/>
                    <a:pt x="4700" y="14180"/>
                  </a:cubicBezTo>
                  <a:cubicBezTo>
                    <a:pt x="4679" y="14172"/>
                    <a:pt x="4626" y="14171"/>
                    <a:pt x="4604" y="14163"/>
                  </a:cubicBezTo>
                  <a:cubicBezTo>
                    <a:pt x="4590" y="14158"/>
                    <a:pt x="4566" y="14142"/>
                    <a:pt x="4557" y="14133"/>
                  </a:cubicBezTo>
                  <a:cubicBezTo>
                    <a:pt x="4543" y="14119"/>
                    <a:pt x="4534" y="14087"/>
                    <a:pt x="4520" y="14074"/>
                  </a:cubicBezTo>
                  <a:cubicBezTo>
                    <a:pt x="4509" y="14062"/>
                    <a:pt x="4474" y="14045"/>
                    <a:pt x="4461" y="14033"/>
                  </a:cubicBezTo>
                  <a:cubicBezTo>
                    <a:pt x="4451" y="14023"/>
                    <a:pt x="4440" y="13998"/>
                    <a:pt x="4429" y="13988"/>
                  </a:cubicBezTo>
                  <a:cubicBezTo>
                    <a:pt x="4419" y="13979"/>
                    <a:pt x="4385" y="13966"/>
                    <a:pt x="4378" y="13955"/>
                  </a:cubicBezTo>
                  <a:cubicBezTo>
                    <a:pt x="4370" y="13945"/>
                    <a:pt x="4376" y="13921"/>
                    <a:pt x="4373" y="13910"/>
                  </a:cubicBezTo>
                  <a:cubicBezTo>
                    <a:pt x="4369" y="13896"/>
                    <a:pt x="4357" y="13868"/>
                    <a:pt x="4348" y="13854"/>
                  </a:cubicBezTo>
                  <a:cubicBezTo>
                    <a:pt x="4342" y="13844"/>
                    <a:pt x="4320" y="13825"/>
                    <a:pt x="4314" y="13814"/>
                  </a:cubicBezTo>
                  <a:cubicBezTo>
                    <a:pt x="4308" y="13801"/>
                    <a:pt x="4311" y="13773"/>
                    <a:pt x="4303" y="13760"/>
                  </a:cubicBezTo>
                  <a:cubicBezTo>
                    <a:pt x="4297" y="13751"/>
                    <a:pt x="4279" y="13736"/>
                    <a:pt x="4268" y="13731"/>
                  </a:cubicBezTo>
                  <a:cubicBezTo>
                    <a:pt x="4259" y="13726"/>
                    <a:pt x="4235" y="13723"/>
                    <a:pt x="4224" y="13720"/>
                  </a:cubicBezTo>
                  <a:cubicBezTo>
                    <a:pt x="4200" y="13713"/>
                    <a:pt x="4154" y="13697"/>
                    <a:pt x="4131" y="13689"/>
                  </a:cubicBezTo>
                  <a:cubicBezTo>
                    <a:pt x="4115" y="13683"/>
                    <a:pt x="4081" y="13673"/>
                    <a:pt x="4067" y="13665"/>
                  </a:cubicBezTo>
                  <a:cubicBezTo>
                    <a:pt x="4053" y="13658"/>
                    <a:pt x="4029" y="13641"/>
                    <a:pt x="4021" y="13631"/>
                  </a:cubicBezTo>
                  <a:cubicBezTo>
                    <a:pt x="4010" y="13618"/>
                    <a:pt x="4005" y="13591"/>
                    <a:pt x="3997" y="13578"/>
                  </a:cubicBezTo>
                  <a:cubicBezTo>
                    <a:pt x="3988" y="13566"/>
                    <a:pt x="3957" y="13545"/>
                    <a:pt x="3952" y="13532"/>
                  </a:cubicBezTo>
                  <a:cubicBezTo>
                    <a:pt x="3947" y="13515"/>
                    <a:pt x="3967" y="13479"/>
                    <a:pt x="3968" y="13461"/>
                  </a:cubicBezTo>
                  <a:cubicBezTo>
                    <a:pt x="3969" y="13445"/>
                    <a:pt x="3965" y="13411"/>
                    <a:pt x="3959" y="13395"/>
                  </a:cubicBezTo>
                  <a:cubicBezTo>
                    <a:pt x="3955" y="13383"/>
                    <a:pt x="3944" y="13361"/>
                    <a:pt x="3935" y="13352"/>
                  </a:cubicBezTo>
                  <a:cubicBezTo>
                    <a:pt x="3923" y="13338"/>
                    <a:pt x="3888" y="13317"/>
                    <a:pt x="3875" y="13304"/>
                  </a:cubicBezTo>
                  <a:cubicBezTo>
                    <a:pt x="3858" y="13288"/>
                    <a:pt x="3831" y="13252"/>
                    <a:pt x="3816" y="13234"/>
                  </a:cubicBezTo>
                  <a:cubicBezTo>
                    <a:pt x="3806" y="13222"/>
                    <a:pt x="3787" y="13198"/>
                    <a:pt x="3776" y="13187"/>
                  </a:cubicBezTo>
                  <a:cubicBezTo>
                    <a:pt x="3764" y="13175"/>
                    <a:pt x="3732" y="13156"/>
                    <a:pt x="3723" y="13143"/>
                  </a:cubicBezTo>
                  <a:cubicBezTo>
                    <a:pt x="3713" y="13129"/>
                    <a:pt x="3706" y="13098"/>
                    <a:pt x="3706" y="13083"/>
                  </a:cubicBezTo>
                  <a:cubicBezTo>
                    <a:pt x="3707" y="13071"/>
                    <a:pt x="3721" y="13047"/>
                    <a:pt x="3723" y="13035"/>
                  </a:cubicBezTo>
                  <a:cubicBezTo>
                    <a:pt x="3726" y="13018"/>
                    <a:pt x="3732" y="12982"/>
                    <a:pt x="3726" y="12965"/>
                  </a:cubicBezTo>
                  <a:cubicBezTo>
                    <a:pt x="3721" y="12947"/>
                    <a:pt x="3698" y="12914"/>
                    <a:pt x="3681" y="12899"/>
                  </a:cubicBezTo>
                  <a:cubicBezTo>
                    <a:pt x="3662" y="12883"/>
                    <a:pt x="3607" y="12861"/>
                    <a:pt x="3582" y="12849"/>
                  </a:cubicBezTo>
                  <a:cubicBezTo>
                    <a:pt x="3568" y="12842"/>
                    <a:pt x="3534" y="12832"/>
                    <a:pt x="3524" y="12823"/>
                  </a:cubicBezTo>
                  <a:cubicBezTo>
                    <a:pt x="3514" y="12812"/>
                    <a:pt x="3513" y="12786"/>
                    <a:pt x="3509" y="12774"/>
                  </a:cubicBezTo>
                  <a:cubicBezTo>
                    <a:pt x="3503" y="12757"/>
                    <a:pt x="3489" y="12725"/>
                    <a:pt x="3483" y="12709"/>
                  </a:cubicBezTo>
                  <a:cubicBezTo>
                    <a:pt x="3478" y="12697"/>
                    <a:pt x="3469" y="12674"/>
                    <a:pt x="3465" y="12663"/>
                  </a:cubicBezTo>
                  <a:cubicBezTo>
                    <a:pt x="3459" y="12646"/>
                    <a:pt x="3453" y="12610"/>
                    <a:pt x="3445" y="12593"/>
                  </a:cubicBezTo>
                  <a:cubicBezTo>
                    <a:pt x="3435" y="12573"/>
                    <a:pt x="3404" y="12534"/>
                    <a:pt x="3388" y="12516"/>
                  </a:cubicBezTo>
                  <a:cubicBezTo>
                    <a:pt x="3366" y="12491"/>
                    <a:pt x="3318" y="12442"/>
                    <a:pt x="3289" y="12421"/>
                  </a:cubicBezTo>
                  <a:cubicBezTo>
                    <a:pt x="3259" y="12399"/>
                    <a:pt x="3188" y="12360"/>
                    <a:pt x="3151" y="12342"/>
                  </a:cubicBezTo>
                  <a:cubicBezTo>
                    <a:pt x="3128" y="12332"/>
                    <a:pt x="3075" y="12319"/>
                    <a:pt x="3055" y="12307"/>
                  </a:cubicBezTo>
                  <a:cubicBezTo>
                    <a:pt x="3039" y="12297"/>
                    <a:pt x="3014" y="12273"/>
                    <a:pt x="3007" y="12259"/>
                  </a:cubicBezTo>
                  <a:cubicBezTo>
                    <a:pt x="3000" y="12246"/>
                    <a:pt x="3009" y="12217"/>
                    <a:pt x="3002" y="12204"/>
                  </a:cubicBezTo>
                  <a:cubicBezTo>
                    <a:pt x="2994" y="12189"/>
                    <a:pt x="2961" y="12165"/>
                    <a:pt x="2949" y="12152"/>
                  </a:cubicBezTo>
                  <a:cubicBezTo>
                    <a:pt x="2942" y="12144"/>
                    <a:pt x="2926" y="12129"/>
                    <a:pt x="2924" y="12120"/>
                  </a:cubicBezTo>
                  <a:cubicBezTo>
                    <a:pt x="2920" y="12102"/>
                    <a:pt x="2938" y="12065"/>
                    <a:pt x="2942" y="12046"/>
                  </a:cubicBezTo>
                  <a:cubicBezTo>
                    <a:pt x="2946" y="12026"/>
                    <a:pt x="2957" y="11984"/>
                    <a:pt x="2958" y="11964"/>
                  </a:cubicBezTo>
                  <a:cubicBezTo>
                    <a:pt x="2959" y="11937"/>
                    <a:pt x="2954" y="11882"/>
                    <a:pt x="2947" y="11856"/>
                  </a:cubicBezTo>
                  <a:cubicBezTo>
                    <a:pt x="2944" y="11841"/>
                    <a:pt x="2927" y="11813"/>
                    <a:pt x="2926" y="11798"/>
                  </a:cubicBezTo>
                  <a:cubicBezTo>
                    <a:pt x="2924" y="11780"/>
                    <a:pt x="2934" y="11744"/>
                    <a:pt x="2942" y="11727"/>
                  </a:cubicBezTo>
                  <a:cubicBezTo>
                    <a:pt x="2947" y="11716"/>
                    <a:pt x="2961" y="11696"/>
                    <a:pt x="2971" y="11687"/>
                  </a:cubicBezTo>
                  <a:cubicBezTo>
                    <a:pt x="2980" y="11677"/>
                    <a:pt x="3012" y="11665"/>
                    <a:pt x="3017" y="11654"/>
                  </a:cubicBezTo>
                  <a:cubicBezTo>
                    <a:pt x="3020" y="11645"/>
                    <a:pt x="3014" y="11625"/>
                    <a:pt x="3004" y="11618"/>
                  </a:cubicBezTo>
                  <a:cubicBezTo>
                    <a:pt x="2988" y="11608"/>
                    <a:pt x="2930" y="11614"/>
                    <a:pt x="2915" y="11603"/>
                  </a:cubicBezTo>
                  <a:cubicBezTo>
                    <a:pt x="2904" y="11595"/>
                    <a:pt x="2900" y="11569"/>
                    <a:pt x="2906" y="11559"/>
                  </a:cubicBezTo>
                  <a:cubicBezTo>
                    <a:pt x="2915" y="11546"/>
                    <a:pt x="2959" y="11535"/>
                    <a:pt x="2975" y="11526"/>
                  </a:cubicBezTo>
                  <a:cubicBezTo>
                    <a:pt x="2990" y="11516"/>
                    <a:pt x="3012" y="11490"/>
                    <a:pt x="3030" y="11482"/>
                  </a:cubicBezTo>
                  <a:cubicBezTo>
                    <a:pt x="3045" y="11476"/>
                    <a:pt x="3081" y="11468"/>
                    <a:pt x="3098" y="11470"/>
                  </a:cubicBezTo>
                  <a:cubicBezTo>
                    <a:pt x="3115" y="11472"/>
                    <a:pt x="3141" y="11489"/>
                    <a:pt x="3151" y="11498"/>
                  </a:cubicBezTo>
                  <a:cubicBezTo>
                    <a:pt x="3165" y="11509"/>
                    <a:pt x="3169" y="11541"/>
                    <a:pt x="3187" y="11549"/>
                  </a:cubicBezTo>
                  <a:cubicBezTo>
                    <a:pt x="3197" y="11554"/>
                    <a:pt x="3225" y="11556"/>
                    <a:pt x="3237" y="11553"/>
                  </a:cubicBezTo>
                  <a:cubicBezTo>
                    <a:pt x="3261" y="11548"/>
                    <a:pt x="3286" y="11518"/>
                    <a:pt x="3304" y="11506"/>
                  </a:cubicBezTo>
                  <a:cubicBezTo>
                    <a:pt x="3317" y="11497"/>
                    <a:pt x="3350" y="11482"/>
                    <a:pt x="3359" y="11471"/>
                  </a:cubicBezTo>
                  <a:cubicBezTo>
                    <a:pt x="3369" y="11459"/>
                    <a:pt x="3370" y="11430"/>
                    <a:pt x="3377" y="11417"/>
                  </a:cubicBezTo>
                  <a:cubicBezTo>
                    <a:pt x="3386" y="11398"/>
                    <a:pt x="3413" y="11361"/>
                    <a:pt x="3425" y="11342"/>
                  </a:cubicBezTo>
                  <a:cubicBezTo>
                    <a:pt x="3434" y="11328"/>
                    <a:pt x="3449" y="11298"/>
                    <a:pt x="3460" y="11284"/>
                  </a:cubicBezTo>
                  <a:cubicBezTo>
                    <a:pt x="3474" y="11267"/>
                    <a:pt x="3510" y="11237"/>
                    <a:pt x="3522" y="11220"/>
                  </a:cubicBezTo>
                  <a:cubicBezTo>
                    <a:pt x="3532" y="11206"/>
                    <a:pt x="3548" y="11178"/>
                    <a:pt x="3551" y="11163"/>
                  </a:cubicBezTo>
                  <a:cubicBezTo>
                    <a:pt x="3555" y="11142"/>
                    <a:pt x="3548" y="11100"/>
                    <a:pt x="3542" y="11080"/>
                  </a:cubicBezTo>
                  <a:cubicBezTo>
                    <a:pt x="3535" y="11056"/>
                    <a:pt x="3510" y="11010"/>
                    <a:pt x="3500" y="10987"/>
                  </a:cubicBezTo>
                  <a:cubicBezTo>
                    <a:pt x="3494" y="10971"/>
                    <a:pt x="3483" y="10939"/>
                    <a:pt x="3476" y="10924"/>
                  </a:cubicBezTo>
                  <a:cubicBezTo>
                    <a:pt x="3467" y="10906"/>
                    <a:pt x="3449" y="10868"/>
                    <a:pt x="3434" y="10852"/>
                  </a:cubicBezTo>
                  <a:cubicBezTo>
                    <a:pt x="3424" y="10841"/>
                    <a:pt x="3398" y="10821"/>
                    <a:pt x="3381" y="10814"/>
                  </a:cubicBezTo>
                  <a:cubicBezTo>
                    <a:pt x="3363" y="10807"/>
                    <a:pt x="3322" y="10797"/>
                    <a:pt x="3301" y="10799"/>
                  </a:cubicBezTo>
                  <a:cubicBezTo>
                    <a:pt x="3287" y="10801"/>
                    <a:pt x="3270" y="10818"/>
                    <a:pt x="3257" y="10823"/>
                  </a:cubicBezTo>
                  <a:cubicBezTo>
                    <a:pt x="3243" y="10828"/>
                    <a:pt x="3209" y="10840"/>
                    <a:pt x="3193" y="10837"/>
                  </a:cubicBezTo>
                  <a:cubicBezTo>
                    <a:pt x="3179" y="10834"/>
                    <a:pt x="3172" y="10809"/>
                    <a:pt x="3158" y="10805"/>
                  </a:cubicBezTo>
                  <a:cubicBezTo>
                    <a:pt x="3145" y="10800"/>
                    <a:pt x="3113" y="10803"/>
                    <a:pt x="3098" y="10805"/>
                  </a:cubicBezTo>
                  <a:cubicBezTo>
                    <a:pt x="3082" y="10807"/>
                    <a:pt x="3055" y="10822"/>
                    <a:pt x="3039" y="10823"/>
                  </a:cubicBezTo>
                  <a:cubicBezTo>
                    <a:pt x="2995" y="10825"/>
                    <a:pt x="2908" y="10806"/>
                    <a:pt x="2871" y="10791"/>
                  </a:cubicBezTo>
                  <a:cubicBezTo>
                    <a:pt x="2835" y="10776"/>
                    <a:pt x="2782" y="10731"/>
                    <a:pt x="2756" y="10709"/>
                  </a:cubicBezTo>
                  <a:cubicBezTo>
                    <a:pt x="2726" y="10682"/>
                    <a:pt x="2673" y="10626"/>
                    <a:pt x="2650" y="10596"/>
                  </a:cubicBezTo>
                  <a:cubicBezTo>
                    <a:pt x="2627" y="10565"/>
                    <a:pt x="2592" y="10500"/>
                    <a:pt x="2575" y="10467"/>
                  </a:cubicBezTo>
                  <a:cubicBezTo>
                    <a:pt x="2570" y="10456"/>
                    <a:pt x="2563" y="10431"/>
                    <a:pt x="2556" y="10420"/>
                  </a:cubicBezTo>
                  <a:cubicBezTo>
                    <a:pt x="2549" y="10410"/>
                    <a:pt x="2537" y="10390"/>
                    <a:pt x="2525" y="10382"/>
                  </a:cubicBezTo>
                  <a:cubicBezTo>
                    <a:pt x="2516" y="10378"/>
                    <a:pt x="2492" y="10373"/>
                    <a:pt x="2480" y="10371"/>
                  </a:cubicBezTo>
                  <a:cubicBezTo>
                    <a:pt x="2468" y="10369"/>
                    <a:pt x="2437" y="10374"/>
                    <a:pt x="2430" y="10367"/>
                  </a:cubicBezTo>
                  <a:cubicBezTo>
                    <a:pt x="2417" y="10357"/>
                    <a:pt x="2449" y="10329"/>
                    <a:pt x="2443" y="10316"/>
                  </a:cubicBezTo>
                  <a:cubicBezTo>
                    <a:pt x="2438" y="10306"/>
                    <a:pt x="2405" y="10294"/>
                    <a:pt x="2399" y="10284"/>
                  </a:cubicBezTo>
                  <a:cubicBezTo>
                    <a:pt x="2393" y="10275"/>
                    <a:pt x="2401" y="10254"/>
                    <a:pt x="2394" y="10245"/>
                  </a:cubicBezTo>
                  <a:cubicBezTo>
                    <a:pt x="2386" y="10234"/>
                    <a:pt x="2348" y="10221"/>
                    <a:pt x="2339" y="10210"/>
                  </a:cubicBezTo>
                  <a:cubicBezTo>
                    <a:pt x="2326" y="10194"/>
                    <a:pt x="2322" y="10156"/>
                    <a:pt x="2322" y="10138"/>
                  </a:cubicBezTo>
                  <a:cubicBezTo>
                    <a:pt x="2322" y="10117"/>
                    <a:pt x="2335" y="10076"/>
                    <a:pt x="2342" y="10056"/>
                  </a:cubicBezTo>
                  <a:cubicBezTo>
                    <a:pt x="2347" y="10040"/>
                    <a:pt x="2359" y="10007"/>
                    <a:pt x="2368" y="9991"/>
                  </a:cubicBezTo>
                  <a:cubicBezTo>
                    <a:pt x="2376" y="9976"/>
                    <a:pt x="2400" y="9949"/>
                    <a:pt x="2410" y="9935"/>
                  </a:cubicBezTo>
                  <a:cubicBezTo>
                    <a:pt x="2419" y="9922"/>
                    <a:pt x="2441" y="9896"/>
                    <a:pt x="2445" y="9881"/>
                  </a:cubicBezTo>
                  <a:cubicBezTo>
                    <a:pt x="2450" y="9864"/>
                    <a:pt x="2452" y="9830"/>
                    <a:pt x="2445" y="9813"/>
                  </a:cubicBezTo>
                  <a:cubicBezTo>
                    <a:pt x="2442" y="9804"/>
                    <a:pt x="2423" y="9790"/>
                    <a:pt x="2419" y="9781"/>
                  </a:cubicBezTo>
                  <a:cubicBezTo>
                    <a:pt x="2410" y="9763"/>
                    <a:pt x="2410" y="9725"/>
                    <a:pt x="2410" y="9706"/>
                  </a:cubicBezTo>
                  <a:cubicBezTo>
                    <a:pt x="2410" y="9689"/>
                    <a:pt x="2418" y="9653"/>
                    <a:pt x="2419" y="9636"/>
                  </a:cubicBezTo>
                  <a:cubicBezTo>
                    <a:pt x="2419" y="9619"/>
                    <a:pt x="2429" y="9584"/>
                    <a:pt x="2412" y="9572"/>
                  </a:cubicBezTo>
                  <a:cubicBezTo>
                    <a:pt x="2401" y="9563"/>
                    <a:pt x="2360" y="9565"/>
                    <a:pt x="2344" y="9562"/>
                  </a:cubicBezTo>
                  <a:cubicBezTo>
                    <a:pt x="2332" y="9560"/>
                    <a:pt x="2305" y="9558"/>
                    <a:pt x="2297" y="9552"/>
                  </a:cubicBezTo>
                  <a:cubicBezTo>
                    <a:pt x="2288" y="9545"/>
                    <a:pt x="2290" y="9524"/>
                    <a:pt x="2291" y="9515"/>
                  </a:cubicBezTo>
                  <a:cubicBezTo>
                    <a:pt x="2291" y="9498"/>
                    <a:pt x="2300" y="9466"/>
                    <a:pt x="2306" y="9451"/>
                  </a:cubicBezTo>
                  <a:cubicBezTo>
                    <a:pt x="2310" y="9440"/>
                    <a:pt x="2328" y="9419"/>
                    <a:pt x="2330" y="9408"/>
                  </a:cubicBezTo>
                  <a:cubicBezTo>
                    <a:pt x="2333" y="9398"/>
                    <a:pt x="2323" y="9378"/>
                    <a:pt x="2328" y="9369"/>
                  </a:cubicBezTo>
                  <a:cubicBezTo>
                    <a:pt x="2334" y="9360"/>
                    <a:pt x="2359" y="9349"/>
                    <a:pt x="2370" y="9342"/>
                  </a:cubicBezTo>
                  <a:cubicBezTo>
                    <a:pt x="2379" y="9337"/>
                    <a:pt x="2399" y="9328"/>
                    <a:pt x="2406" y="9322"/>
                  </a:cubicBezTo>
                  <a:cubicBezTo>
                    <a:pt x="2414" y="9313"/>
                    <a:pt x="2418" y="9292"/>
                    <a:pt x="2425" y="9283"/>
                  </a:cubicBezTo>
                  <a:cubicBezTo>
                    <a:pt x="2432" y="9275"/>
                    <a:pt x="2453" y="9265"/>
                    <a:pt x="2459" y="9257"/>
                  </a:cubicBezTo>
                  <a:cubicBezTo>
                    <a:pt x="2467" y="9245"/>
                    <a:pt x="2466" y="9216"/>
                    <a:pt x="2467" y="9202"/>
                  </a:cubicBezTo>
                  <a:cubicBezTo>
                    <a:pt x="2468" y="9189"/>
                    <a:pt x="2465" y="9163"/>
                    <a:pt x="2467" y="9149"/>
                  </a:cubicBezTo>
                  <a:cubicBezTo>
                    <a:pt x="2469" y="9137"/>
                    <a:pt x="2483" y="9113"/>
                    <a:pt x="2485" y="9101"/>
                  </a:cubicBezTo>
                  <a:cubicBezTo>
                    <a:pt x="2488" y="9081"/>
                    <a:pt x="2477" y="9042"/>
                    <a:pt x="2483" y="9023"/>
                  </a:cubicBezTo>
                  <a:cubicBezTo>
                    <a:pt x="2485" y="9016"/>
                    <a:pt x="2495" y="9001"/>
                    <a:pt x="2502" y="8995"/>
                  </a:cubicBezTo>
                  <a:cubicBezTo>
                    <a:pt x="2508" y="8989"/>
                    <a:pt x="2520" y="8977"/>
                    <a:pt x="2530" y="8974"/>
                  </a:cubicBezTo>
                  <a:cubicBezTo>
                    <a:pt x="2542" y="8971"/>
                    <a:pt x="2571" y="8977"/>
                    <a:pt x="2584" y="8974"/>
                  </a:cubicBezTo>
                  <a:cubicBezTo>
                    <a:pt x="2598" y="8972"/>
                    <a:pt x="2619" y="8958"/>
                    <a:pt x="2633" y="8955"/>
                  </a:cubicBezTo>
                  <a:cubicBezTo>
                    <a:pt x="2650" y="8951"/>
                    <a:pt x="2687" y="8949"/>
                    <a:pt x="2705" y="8950"/>
                  </a:cubicBezTo>
                  <a:cubicBezTo>
                    <a:pt x="2722" y="8951"/>
                    <a:pt x="2757" y="8956"/>
                    <a:pt x="2773" y="8961"/>
                  </a:cubicBezTo>
                  <a:cubicBezTo>
                    <a:pt x="2786" y="8966"/>
                    <a:pt x="2809" y="8978"/>
                    <a:pt x="2817" y="8986"/>
                  </a:cubicBezTo>
                  <a:cubicBezTo>
                    <a:pt x="2829" y="8999"/>
                    <a:pt x="2837" y="9030"/>
                    <a:pt x="2837" y="9045"/>
                  </a:cubicBezTo>
                  <a:cubicBezTo>
                    <a:pt x="2838" y="9056"/>
                    <a:pt x="2828" y="9079"/>
                    <a:pt x="2826" y="9090"/>
                  </a:cubicBezTo>
                  <a:cubicBezTo>
                    <a:pt x="2824" y="9099"/>
                    <a:pt x="2818" y="9117"/>
                    <a:pt x="2821" y="9126"/>
                  </a:cubicBezTo>
                  <a:cubicBezTo>
                    <a:pt x="2824" y="9134"/>
                    <a:pt x="2846" y="9145"/>
                    <a:pt x="2848" y="9153"/>
                  </a:cubicBezTo>
                  <a:cubicBezTo>
                    <a:pt x="2849" y="9158"/>
                    <a:pt x="2846" y="9171"/>
                    <a:pt x="2839" y="9173"/>
                  </a:cubicBezTo>
                  <a:cubicBezTo>
                    <a:pt x="2826" y="9179"/>
                    <a:pt x="2793" y="9167"/>
                    <a:pt x="2778" y="9170"/>
                  </a:cubicBezTo>
                  <a:cubicBezTo>
                    <a:pt x="2767" y="9172"/>
                    <a:pt x="2746" y="9184"/>
                    <a:pt x="2742" y="9191"/>
                  </a:cubicBezTo>
                  <a:cubicBezTo>
                    <a:pt x="2736" y="9201"/>
                    <a:pt x="2749" y="9221"/>
                    <a:pt x="2751" y="9232"/>
                  </a:cubicBezTo>
                  <a:cubicBezTo>
                    <a:pt x="2752" y="9242"/>
                    <a:pt x="2753" y="9263"/>
                    <a:pt x="2751" y="9272"/>
                  </a:cubicBezTo>
                  <a:cubicBezTo>
                    <a:pt x="2748" y="9282"/>
                    <a:pt x="2727" y="9300"/>
                    <a:pt x="2730" y="9310"/>
                  </a:cubicBezTo>
                  <a:cubicBezTo>
                    <a:pt x="2732" y="9318"/>
                    <a:pt x="2760" y="9328"/>
                    <a:pt x="2762" y="9336"/>
                  </a:cubicBezTo>
                  <a:cubicBezTo>
                    <a:pt x="2764" y="9345"/>
                    <a:pt x="2748" y="9361"/>
                    <a:pt x="2743" y="9369"/>
                  </a:cubicBezTo>
                  <a:cubicBezTo>
                    <a:pt x="2737" y="9378"/>
                    <a:pt x="2712" y="9396"/>
                    <a:pt x="2715" y="9406"/>
                  </a:cubicBezTo>
                  <a:cubicBezTo>
                    <a:pt x="2718" y="9414"/>
                    <a:pt x="2745" y="9423"/>
                    <a:pt x="2756" y="9426"/>
                  </a:cubicBezTo>
                  <a:cubicBezTo>
                    <a:pt x="2770" y="9430"/>
                    <a:pt x="2803" y="9430"/>
                    <a:pt x="2817" y="9435"/>
                  </a:cubicBezTo>
                  <a:cubicBezTo>
                    <a:pt x="2831" y="9440"/>
                    <a:pt x="2848" y="9459"/>
                    <a:pt x="2861" y="9465"/>
                  </a:cubicBezTo>
                  <a:cubicBezTo>
                    <a:pt x="2872" y="9471"/>
                    <a:pt x="2898" y="9481"/>
                    <a:pt x="2911" y="9485"/>
                  </a:cubicBezTo>
                  <a:cubicBezTo>
                    <a:pt x="2927" y="9491"/>
                    <a:pt x="2964" y="9500"/>
                    <a:pt x="2978" y="9508"/>
                  </a:cubicBezTo>
                  <a:cubicBezTo>
                    <a:pt x="2993" y="9516"/>
                    <a:pt x="3014" y="9537"/>
                    <a:pt x="3026" y="9547"/>
                  </a:cubicBezTo>
                  <a:cubicBezTo>
                    <a:pt x="3036" y="9555"/>
                    <a:pt x="3061" y="9572"/>
                    <a:pt x="3068" y="9583"/>
                  </a:cubicBezTo>
                  <a:cubicBezTo>
                    <a:pt x="3077" y="9594"/>
                    <a:pt x="3080" y="9621"/>
                    <a:pt x="3090" y="9633"/>
                  </a:cubicBezTo>
                  <a:cubicBezTo>
                    <a:pt x="3099" y="9642"/>
                    <a:pt x="3122" y="9659"/>
                    <a:pt x="3137" y="9663"/>
                  </a:cubicBezTo>
                  <a:cubicBezTo>
                    <a:pt x="3159" y="9669"/>
                    <a:pt x="3209" y="9663"/>
                    <a:pt x="3232" y="9666"/>
                  </a:cubicBezTo>
                  <a:cubicBezTo>
                    <a:pt x="3246" y="9668"/>
                    <a:pt x="3274" y="9684"/>
                    <a:pt x="3287" y="9680"/>
                  </a:cubicBezTo>
                  <a:cubicBezTo>
                    <a:pt x="3304" y="9674"/>
                    <a:pt x="3304" y="9646"/>
                    <a:pt x="3304" y="9634"/>
                  </a:cubicBezTo>
                  <a:cubicBezTo>
                    <a:pt x="3303" y="9624"/>
                    <a:pt x="3292" y="9606"/>
                    <a:pt x="3287" y="9597"/>
                  </a:cubicBezTo>
                  <a:cubicBezTo>
                    <a:pt x="3280" y="9583"/>
                    <a:pt x="3259" y="9556"/>
                    <a:pt x="3255" y="9542"/>
                  </a:cubicBezTo>
                  <a:cubicBezTo>
                    <a:pt x="3252" y="9528"/>
                    <a:pt x="3259" y="9500"/>
                    <a:pt x="3261" y="9486"/>
                  </a:cubicBezTo>
                  <a:cubicBezTo>
                    <a:pt x="3264" y="9467"/>
                    <a:pt x="3276" y="9429"/>
                    <a:pt x="3277" y="9410"/>
                  </a:cubicBezTo>
                  <a:cubicBezTo>
                    <a:pt x="3278" y="9389"/>
                    <a:pt x="3279" y="9348"/>
                    <a:pt x="3270" y="9329"/>
                  </a:cubicBezTo>
                  <a:cubicBezTo>
                    <a:pt x="3264" y="9318"/>
                    <a:pt x="3244" y="9298"/>
                    <a:pt x="3232" y="9289"/>
                  </a:cubicBezTo>
                  <a:cubicBezTo>
                    <a:pt x="3217" y="9279"/>
                    <a:pt x="3181" y="9263"/>
                    <a:pt x="3162" y="9256"/>
                  </a:cubicBezTo>
                  <a:cubicBezTo>
                    <a:pt x="3152" y="9251"/>
                    <a:pt x="3126" y="9246"/>
                    <a:pt x="3117" y="9239"/>
                  </a:cubicBezTo>
                  <a:cubicBezTo>
                    <a:pt x="3106" y="9231"/>
                    <a:pt x="3097" y="9208"/>
                    <a:pt x="3094" y="9197"/>
                  </a:cubicBezTo>
                  <a:cubicBezTo>
                    <a:pt x="3092" y="9187"/>
                    <a:pt x="3091" y="9165"/>
                    <a:pt x="3097" y="9155"/>
                  </a:cubicBezTo>
                  <a:cubicBezTo>
                    <a:pt x="3102" y="9148"/>
                    <a:pt x="3127" y="9139"/>
                    <a:pt x="3129" y="9132"/>
                  </a:cubicBezTo>
                  <a:cubicBezTo>
                    <a:pt x="3132" y="9125"/>
                    <a:pt x="3124" y="9108"/>
                    <a:pt x="3115" y="9103"/>
                  </a:cubicBezTo>
                  <a:cubicBezTo>
                    <a:pt x="3101" y="9096"/>
                    <a:pt x="3061" y="9102"/>
                    <a:pt x="3044" y="9098"/>
                  </a:cubicBezTo>
                  <a:cubicBezTo>
                    <a:pt x="3030" y="9095"/>
                    <a:pt x="3004" y="9085"/>
                    <a:pt x="2992" y="9079"/>
                  </a:cubicBezTo>
                  <a:cubicBezTo>
                    <a:pt x="2981" y="9072"/>
                    <a:pt x="2959" y="9058"/>
                    <a:pt x="2955" y="9049"/>
                  </a:cubicBezTo>
                  <a:cubicBezTo>
                    <a:pt x="2949" y="9035"/>
                    <a:pt x="2957" y="9005"/>
                    <a:pt x="2965" y="8992"/>
                  </a:cubicBezTo>
                  <a:cubicBezTo>
                    <a:pt x="2969" y="8985"/>
                    <a:pt x="2983" y="8971"/>
                    <a:pt x="2994" y="8967"/>
                  </a:cubicBezTo>
                  <a:cubicBezTo>
                    <a:pt x="3004" y="8962"/>
                    <a:pt x="3033" y="8964"/>
                    <a:pt x="3042" y="8959"/>
                  </a:cubicBezTo>
                  <a:cubicBezTo>
                    <a:pt x="3050" y="8954"/>
                    <a:pt x="3053" y="8940"/>
                    <a:pt x="3056" y="8933"/>
                  </a:cubicBezTo>
                  <a:cubicBezTo>
                    <a:pt x="3058" y="8926"/>
                    <a:pt x="3056" y="8910"/>
                    <a:pt x="3059" y="8903"/>
                  </a:cubicBezTo>
                  <a:cubicBezTo>
                    <a:pt x="3063" y="8892"/>
                    <a:pt x="3082" y="8874"/>
                    <a:pt x="3085" y="8863"/>
                  </a:cubicBezTo>
                  <a:cubicBezTo>
                    <a:pt x="3088" y="8854"/>
                    <a:pt x="3090" y="8834"/>
                    <a:pt x="3085" y="8824"/>
                  </a:cubicBezTo>
                  <a:cubicBezTo>
                    <a:pt x="3081" y="8815"/>
                    <a:pt x="3064" y="8798"/>
                    <a:pt x="3051" y="8792"/>
                  </a:cubicBezTo>
                  <a:cubicBezTo>
                    <a:pt x="3041" y="8788"/>
                    <a:pt x="3015" y="8787"/>
                    <a:pt x="3003" y="8786"/>
                  </a:cubicBezTo>
                  <a:cubicBezTo>
                    <a:pt x="2986" y="8783"/>
                    <a:pt x="2950" y="8785"/>
                    <a:pt x="2936" y="8779"/>
                  </a:cubicBezTo>
                  <a:cubicBezTo>
                    <a:pt x="2926" y="8775"/>
                    <a:pt x="2916" y="8760"/>
                    <a:pt x="2909" y="8754"/>
                  </a:cubicBezTo>
                  <a:cubicBezTo>
                    <a:pt x="2897" y="8745"/>
                    <a:pt x="2870" y="8727"/>
                    <a:pt x="2860" y="8717"/>
                  </a:cubicBezTo>
                  <a:cubicBezTo>
                    <a:pt x="2853" y="8709"/>
                    <a:pt x="2836" y="8692"/>
                    <a:pt x="2840" y="8683"/>
                  </a:cubicBezTo>
                  <a:cubicBezTo>
                    <a:pt x="2845" y="8673"/>
                    <a:pt x="2879" y="8663"/>
                    <a:pt x="2894" y="8659"/>
                  </a:cubicBezTo>
                  <a:cubicBezTo>
                    <a:pt x="2914" y="8654"/>
                    <a:pt x="2958" y="8660"/>
                    <a:pt x="2976" y="8654"/>
                  </a:cubicBezTo>
                  <a:cubicBezTo>
                    <a:pt x="2984" y="8651"/>
                    <a:pt x="2992" y="8640"/>
                    <a:pt x="2997" y="8635"/>
                  </a:cubicBezTo>
                  <a:cubicBezTo>
                    <a:pt x="3008" y="8624"/>
                    <a:pt x="3019" y="8598"/>
                    <a:pt x="3032" y="8588"/>
                  </a:cubicBezTo>
                  <a:cubicBezTo>
                    <a:pt x="3037" y="8584"/>
                    <a:pt x="3051" y="8575"/>
                    <a:pt x="3059" y="8576"/>
                  </a:cubicBezTo>
                  <a:cubicBezTo>
                    <a:pt x="3072" y="8577"/>
                    <a:pt x="3079" y="8598"/>
                    <a:pt x="3091" y="8602"/>
                  </a:cubicBezTo>
                  <a:cubicBezTo>
                    <a:pt x="3105" y="8607"/>
                    <a:pt x="3140" y="8605"/>
                    <a:pt x="3157" y="8604"/>
                  </a:cubicBezTo>
                  <a:cubicBezTo>
                    <a:pt x="3177" y="8604"/>
                    <a:pt x="3219" y="8601"/>
                    <a:pt x="3236" y="8595"/>
                  </a:cubicBezTo>
                  <a:cubicBezTo>
                    <a:pt x="3250" y="8590"/>
                    <a:pt x="3268" y="8572"/>
                    <a:pt x="3280" y="8565"/>
                  </a:cubicBezTo>
                  <a:cubicBezTo>
                    <a:pt x="3288" y="8559"/>
                    <a:pt x="3311" y="8551"/>
                    <a:pt x="3317" y="8544"/>
                  </a:cubicBezTo>
                  <a:cubicBezTo>
                    <a:pt x="3328" y="8531"/>
                    <a:pt x="3330" y="8499"/>
                    <a:pt x="3325" y="8485"/>
                  </a:cubicBezTo>
                  <a:cubicBezTo>
                    <a:pt x="3320" y="8473"/>
                    <a:pt x="3294" y="8453"/>
                    <a:pt x="3282" y="8443"/>
                  </a:cubicBezTo>
                  <a:cubicBezTo>
                    <a:pt x="3264" y="8428"/>
                    <a:pt x="3224" y="8401"/>
                    <a:pt x="3206" y="8386"/>
                  </a:cubicBezTo>
                  <a:cubicBezTo>
                    <a:pt x="3189" y="8374"/>
                    <a:pt x="3155" y="8351"/>
                    <a:pt x="3141" y="8338"/>
                  </a:cubicBezTo>
                  <a:cubicBezTo>
                    <a:pt x="3131" y="8327"/>
                    <a:pt x="3124" y="8301"/>
                    <a:pt x="3109" y="8293"/>
                  </a:cubicBezTo>
                  <a:cubicBezTo>
                    <a:pt x="3100" y="8287"/>
                    <a:pt x="3073" y="8281"/>
                    <a:pt x="3061" y="8283"/>
                  </a:cubicBezTo>
                  <a:cubicBezTo>
                    <a:pt x="3043" y="8286"/>
                    <a:pt x="3029" y="8312"/>
                    <a:pt x="3015" y="8319"/>
                  </a:cubicBezTo>
                  <a:cubicBezTo>
                    <a:pt x="2999" y="8327"/>
                    <a:pt x="2963" y="8340"/>
                    <a:pt x="2943" y="8341"/>
                  </a:cubicBezTo>
                  <a:cubicBezTo>
                    <a:pt x="2931" y="8342"/>
                    <a:pt x="2910" y="8332"/>
                    <a:pt x="2899" y="8332"/>
                  </a:cubicBezTo>
                  <a:cubicBezTo>
                    <a:pt x="2884" y="8330"/>
                    <a:pt x="2851" y="8327"/>
                    <a:pt x="2839" y="8333"/>
                  </a:cubicBezTo>
                  <a:cubicBezTo>
                    <a:pt x="2824" y="8340"/>
                    <a:pt x="2820" y="8366"/>
                    <a:pt x="2817" y="8377"/>
                  </a:cubicBezTo>
                  <a:cubicBezTo>
                    <a:pt x="2814" y="8388"/>
                    <a:pt x="2820" y="8410"/>
                    <a:pt x="2814" y="8420"/>
                  </a:cubicBezTo>
                  <a:cubicBezTo>
                    <a:pt x="2807" y="8430"/>
                    <a:pt x="2775" y="8443"/>
                    <a:pt x="2765" y="8452"/>
                  </a:cubicBezTo>
                  <a:cubicBezTo>
                    <a:pt x="2755" y="8461"/>
                    <a:pt x="2736" y="8480"/>
                    <a:pt x="2732" y="8491"/>
                  </a:cubicBezTo>
                  <a:cubicBezTo>
                    <a:pt x="2728" y="8501"/>
                    <a:pt x="2724" y="8522"/>
                    <a:pt x="2731" y="8531"/>
                  </a:cubicBezTo>
                  <a:cubicBezTo>
                    <a:pt x="2740" y="8543"/>
                    <a:pt x="2786" y="8551"/>
                    <a:pt x="2795" y="8563"/>
                  </a:cubicBezTo>
                  <a:cubicBezTo>
                    <a:pt x="2800" y="8569"/>
                    <a:pt x="2800" y="8584"/>
                    <a:pt x="2795" y="8590"/>
                  </a:cubicBezTo>
                  <a:cubicBezTo>
                    <a:pt x="2790" y="8597"/>
                    <a:pt x="2764" y="8605"/>
                    <a:pt x="2755" y="8610"/>
                  </a:cubicBezTo>
                  <a:cubicBezTo>
                    <a:pt x="2743" y="8619"/>
                    <a:pt x="2727" y="8638"/>
                    <a:pt x="2716" y="8647"/>
                  </a:cubicBezTo>
                  <a:cubicBezTo>
                    <a:pt x="2703" y="8655"/>
                    <a:pt x="2666" y="8665"/>
                    <a:pt x="2660" y="8676"/>
                  </a:cubicBezTo>
                  <a:cubicBezTo>
                    <a:pt x="2656" y="8683"/>
                    <a:pt x="2668" y="8699"/>
                    <a:pt x="2673" y="8706"/>
                  </a:cubicBezTo>
                  <a:cubicBezTo>
                    <a:pt x="2683" y="8723"/>
                    <a:pt x="2715" y="8754"/>
                    <a:pt x="2730" y="8769"/>
                  </a:cubicBezTo>
                  <a:cubicBezTo>
                    <a:pt x="2739" y="8779"/>
                    <a:pt x="2762" y="8797"/>
                    <a:pt x="2770" y="8808"/>
                  </a:cubicBezTo>
                  <a:cubicBezTo>
                    <a:pt x="2778" y="8819"/>
                    <a:pt x="2796" y="8844"/>
                    <a:pt x="2789" y="8856"/>
                  </a:cubicBezTo>
                  <a:cubicBezTo>
                    <a:pt x="2785" y="8863"/>
                    <a:pt x="2760" y="8876"/>
                    <a:pt x="2747" y="8875"/>
                  </a:cubicBezTo>
                  <a:cubicBezTo>
                    <a:pt x="2729" y="8874"/>
                    <a:pt x="2710" y="8849"/>
                    <a:pt x="2700" y="8840"/>
                  </a:cubicBezTo>
                  <a:cubicBezTo>
                    <a:pt x="2693" y="8833"/>
                    <a:pt x="2688" y="8815"/>
                    <a:pt x="2677" y="8811"/>
                  </a:cubicBezTo>
                  <a:cubicBezTo>
                    <a:pt x="2670" y="8809"/>
                    <a:pt x="2652" y="8808"/>
                    <a:pt x="2645" y="8810"/>
                  </a:cubicBezTo>
                  <a:cubicBezTo>
                    <a:pt x="2635" y="8814"/>
                    <a:pt x="2622" y="8829"/>
                    <a:pt x="2621" y="8836"/>
                  </a:cubicBezTo>
                  <a:cubicBezTo>
                    <a:pt x="2618" y="8846"/>
                    <a:pt x="2636" y="8865"/>
                    <a:pt x="2635" y="8874"/>
                  </a:cubicBezTo>
                  <a:cubicBezTo>
                    <a:pt x="2634" y="8883"/>
                    <a:pt x="2627" y="8902"/>
                    <a:pt x="2615" y="8906"/>
                  </a:cubicBezTo>
                  <a:cubicBezTo>
                    <a:pt x="2603" y="8911"/>
                    <a:pt x="2574" y="8904"/>
                    <a:pt x="2561" y="8902"/>
                  </a:cubicBezTo>
                  <a:cubicBezTo>
                    <a:pt x="2545" y="8900"/>
                    <a:pt x="2515" y="8893"/>
                    <a:pt x="2502" y="8887"/>
                  </a:cubicBezTo>
                  <a:cubicBezTo>
                    <a:pt x="2477" y="8877"/>
                    <a:pt x="2437" y="8848"/>
                    <a:pt x="2420" y="8833"/>
                  </a:cubicBezTo>
                  <a:cubicBezTo>
                    <a:pt x="2407" y="8822"/>
                    <a:pt x="2392" y="8797"/>
                    <a:pt x="2381" y="8786"/>
                  </a:cubicBezTo>
                  <a:cubicBezTo>
                    <a:pt x="2365" y="8769"/>
                    <a:pt x="2329" y="8738"/>
                    <a:pt x="2308" y="8724"/>
                  </a:cubicBezTo>
                  <a:cubicBezTo>
                    <a:pt x="2293" y="8715"/>
                    <a:pt x="2260" y="8698"/>
                    <a:pt x="2241" y="8691"/>
                  </a:cubicBezTo>
                  <a:cubicBezTo>
                    <a:pt x="2230" y="8687"/>
                    <a:pt x="2203" y="8681"/>
                    <a:pt x="2190" y="8680"/>
                  </a:cubicBezTo>
                  <a:cubicBezTo>
                    <a:pt x="2174" y="8679"/>
                    <a:pt x="2141" y="8685"/>
                    <a:pt x="2125" y="8685"/>
                  </a:cubicBezTo>
                  <a:cubicBezTo>
                    <a:pt x="2112" y="8684"/>
                    <a:pt x="2085" y="8684"/>
                    <a:pt x="2075" y="8679"/>
                  </a:cubicBezTo>
                  <a:cubicBezTo>
                    <a:pt x="2061" y="8671"/>
                    <a:pt x="2063" y="8645"/>
                    <a:pt x="2056" y="8634"/>
                  </a:cubicBezTo>
                  <a:cubicBezTo>
                    <a:pt x="2046" y="8618"/>
                    <a:pt x="2020" y="8588"/>
                    <a:pt x="2005" y="8573"/>
                  </a:cubicBezTo>
                  <a:cubicBezTo>
                    <a:pt x="1994" y="8564"/>
                    <a:pt x="1965" y="8549"/>
                    <a:pt x="1958" y="8538"/>
                  </a:cubicBezTo>
                  <a:cubicBezTo>
                    <a:pt x="1946" y="8523"/>
                    <a:pt x="1948" y="8487"/>
                    <a:pt x="1937" y="8471"/>
                  </a:cubicBezTo>
                  <a:cubicBezTo>
                    <a:pt x="1926" y="8455"/>
                    <a:pt x="1888" y="8429"/>
                    <a:pt x="1872" y="8415"/>
                  </a:cubicBezTo>
                  <a:cubicBezTo>
                    <a:pt x="1862" y="8407"/>
                    <a:pt x="1846" y="8387"/>
                    <a:pt x="1833" y="8381"/>
                  </a:cubicBezTo>
                  <a:cubicBezTo>
                    <a:pt x="1811" y="8371"/>
                    <a:pt x="1757" y="8367"/>
                    <a:pt x="1734" y="8359"/>
                  </a:cubicBezTo>
                  <a:cubicBezTo>
                    <a:pt x="1718" y="8353"/>
                    <a:pt x="1692" y="8335"/>
                    <a:pt x="1675" y="8330"/>
                  </a:cubicBezTo>
                  <a:cubicBezTo>
                    <a:pt x="1665" y="8327"/>
                    <a:pt x="1643" y="8326"/>
                    <a:pt x="1632" y="8326"/>
                  </a:cubicBezTo>
                  <a:cubicBezTo>
                    <a:pt x="1615" y="8327"/>
                    <a:pt x="1578" y="8330"/>
                    <a:pt x="1566" y="8338"/>
                  </a:cubicBezTo>
                  <a:cubicBezTo>
                    <a:pt x="1554" y="8347"/>
                    <a:pt x="1565" y="8373"/>
                    <a:pt x="1554" y="8383"/>
                  </a:cubicBezTo>
                  <a:cubicBezTo>
                    <a:pt x="1545" y="8391"/>
                    <a:pt x="1515" y="8405"/>
                    <a:pt x="1498" y="8404"/>
                  </a:cubicBezTo>
                  <a:cubicBezTo>
                    <a:pt x="1476" y="8402"/>
                    <a:pt x="1443" y="8376"/>
                    <a:pt x="1435" y="8363"/>
                  </a:cubicBezTo>
                  <a:cubicBezTo>
                    <a:pt x="1431" y="8355"/>
                    <a:pt x="1432" y="8340"/>
                    <a:pt x="1437" y="8333"/>
                  </a:cubicBezTo>
                  <a:cubicBezTo>
                    <a:pt x="1444" y="8323"/>
                    <a:pt x="1476" y="8311"/>
                    <a:pt x="1488" y="8303"/>
                  </a:cubicBezTo>
                  <a:cubicBezTo>
                    <a:pt x="1503" y="8293"/>
                    <a:pt x="1532" y="8272"/>
                    <a:pt x="1546" y="8262"/>
                  </a:cubicBezTo>
                  <a:cubicBezTo>
                    <a:pt x="1565" y="8247"/>
                    <a:pt x="1602" y="8216"/>
                    <a:pt x="1619" y="8200"/>
                  </a:cubicBezTo>
                  <a:cubicBezTo>
                    <a:pt x="1639" y="8181"/>
                    <a:pt x="1676" y="8142"/>
                    <a:pt x="1690" y="8121"/>
                  </a:cubicBezTo>
                  <a:cubicBezTo>
                    <a:pt x="1702" y="8103"/>
                    <a:pt x="1726" y="8065"/>
                    <a:pt x="1725" y="8046"/>
                  </a:cubicBezTo>
                  <a:cubicBezTo>
                    <a:pt x="1724" y="8024"/>
                    <a:pt x="1679" y="7985"/>
                    <a:pt x="1677" y="7963"/>
                  </a:cubicBezTo>
                  <a:cubicBezTo>
                    <a:pt x="1675" y="7947"/>
                    <a:pt x="1683" y="7914"/>
                    <a:pt x="1698" y="7901"/>
                  </a:cubicBezTo>
                  <a:cubicBezTo>
                    <a:pt x="1704" y="7897"/>
                    <a:pt x="1726" y="7896"/>
                    <a:pt x="1729" y="7891"/>
                  </a:cubicBezTo>
                  <a:cubicBezTo>
                    <a:pt x="1738" y="7879"/>
                    <a:pt x="1710" y="7853"/>
                    <a:pt x="1707" y="7839"/>
                  </a:cubicBezTo>
                  <a:cubicBezTo>
                    <a:pt x="1704" y="7826"/>
                    <a:pt x="1714" y="7797"/>
                    <a:pt x="1706" y="7784"/>
                  </a:cubicBezTo>
                  <a:cubicBezTo>
                    <a:pt x="1702" y="7777"/>
                    <a:pt x="1684" y="7766"/>
                    <a:pt x="1675" y="7761"/>
                  </a:cubicBezTo>
                  <a:cubicBezTo>
                    <a:pt x="1664" y="7754"/>
                    <a:pt x="1642" y="7737"/>
                    <a:pt x="1626" y="7737"/>
                  </a:cubicBezTo>
                  <a:cubicBezTo>
                    <a:pt x="1611" y="7736"/>
                    <a:pt x="1590" y="7760"/>
                    <a:pt x="1575" y="7757"/>
                  </a:cubicBezTo>
                  <a:cubicBezTo>
                    <a:pt x="1553" y="7753"/>
                    <a:pt x="1536" y="7720"/>
                    <a:pt x="1537" y="7705"/>
                  </a:cubicBezTo>
                  <a:cubicBezTo>
                    <a:pt x="1537" y="7690"/>
                    <a:pt x="1571" y="7666"/>
                    <a:pt x="1579" y="7652"/>
                  </a:cubicBezTo>
                  <a:cubicBezTo>
                    <a:pt x="1589" y="7635"/>
                    <a:pt x="1608" y="7602"/>
                    <a:pt x="1606" y="7585"/>
                  </a:cubicBezTo>
                  <a:cubicBezTo>
                    <a:pt x="1603" y="7559"/>
                    <a:pt x="1557" y="7514"/>
                    <a:pt x="1546" y="7489"/>
                  </a:cubicBezTo>
                  <a:cubicBezTo>
                    <a:pt x="1537" y="7472"/>
                    <a:pt x="1534" y="7434"/>
                    <a:pt x="1522" y="7417"/>
                  </a:cubicBezTo>
                  <a:cubicBezTo>
                    <a:pt x="1507" y="7396"/>
                    <a:pt x="1456" y="7361"/>
                    <a:pt x="1431" y="7345"/>
                  </a:cubicBezTo>
                  <a:cubicBezTo>
                    <a:pt x="1411" y="7332"/>
                    <a:pt x="1366" y="7311"/>
                    <a:pt x="1344" y="7300"/>
                  </a:cubicBezTo>
                  <a:cubicBezTo>
                    <a:pt x="1322" y="7288"/>
                    <a:pt x="1276" y="7267"/>
                    <a:pt x="1257" y="7253"/>
                  </a:cubicBezTo>
                  <a:cubicBezTo>
                    <a:pt x="1233" y="7236"/>
                    <a:pt x="1203" y="7193"/>
                    <a:pt x="1181" y="7175"/>
                  </a:cubicBezTo>
                  <a:cubicBezTo>
                    <a:pt x="1166" y="7163"/>
                    <a:pt x="1127" y="7144"/>
                    <a:pt x="1116" y="7131"/>
                  </a:cubicBezTo>
                  <a:cubicBezTo>
                    <a:pt x="1104" y="7117"/>
                    <a:pt x="1103" y="7082"/>
                    <a:pt x="1091" y="7067"/>
                  </a:cubicBezTo>
                  <a:cubicBezTo>
                    <a:pt x="1085" y="7060"/>
                    <a:pt x="1064" y="7051"/>
                    <a:pt x="1058" y="7044"/>
                  </a:cubicBezTo>
                  <a:cubicBezTo>
                    <a:pt x="1048" y="7031"/>
                    <a:pt x="1044" y="7001"/>
                    <a:pt x="1038" y="6987"/>
                  </a:cubicBezTo>
                  <a:cubicBezTo>
                    <a:pt x="1026" y="6957"/>
                    <a:pt x="1001" y="6899"/>
                    <a:pt x="985" y="6870"/>
                  </a:cubicBezTo>
                  <a:cubicBezTo>
                    <a:pt x="974" y="6851"/>
                    <a:pt x="948" y="6814"/>
                    <a:pt x="934" y="6796"/>
                  </a:cubicBezTo>
                  <a:cubicBezTo>
                    <a:pt x="922" y="6781"/>
                    <a:pt x="900" y="6751"/>
                    <a:pt x="884" y="6739"/>
                  </a:cubicBezTo>
                  <a:cubicBezTo>
                    <a:pt x="866" y="6726"/>
                    <a:pt x="812" y="6711"/>
                    <a:pt x="797" y="6697"/>
                  </a:cubicBezTo>
                  <a:cubicBezTo>
                    <a:pt x="786" y="6687"/>
                    <a:pt x="779" y="6663"/>
                    <a:pt x="775" y="6652"/>
                  </a:cubicBezTo>
                  <a:cubicBezTo>
                    <a:pt x="769" y="6636"/>
                    <a:pt x="767" y="6604"/>
                    <a:pt x="757" y="6590"/>
                  </a:cubicBezTo>
                  <a:cubicBezTo>
                    <a:pt x="735" y="6559"/>
                    <a:pt x="655" y="6513"/>
                    <a:pt x="623" y="6487"/>
                  </a:cubicBezTo>
                  <a:cubicBezTo>
                    <a:pt x="607" y="6473"/>
                    <a:pt x="572" y="6447"/>
                    <a:pt x="561" y="6432"/>
                  </a:cubicBezTo>
                  <a:cubicBezTo>
                    <a:pt x="547" y="6412"/>
                    <a:pt x="541" y="6368"/>
                    <a:pt x="530" y="6347"/>
                  </a:cubicBezTo>
                  <a:cubicBezTo>
                    <a:pt x="523" y="6332"/>
                    <a:pt x="503" y="6303"/>
                    <a:pt x="491" y="6289"/>
                  </a:cubicBezTo>
                  <a:cubicBezTo>
                    <a:pt x="479" y="6275"/>
                    <a:pt x="442" y="6252"/>
                    <a:pt x="438" y="6237"/>
                  </a:cubicBezTo>
                  <a:cubicBezTo>
                    <a:pt x="434" y="6223"/>
                    <a:pt x="446" y="6193"/>
                    <a:pt x="460" y="6181"/>
                  </a:cubicBezTo>
                  <a:cubicBezTo>
                    <a:pt x="470" y="6173"/>
                    <a:pt x="505" y="6167"/>
                    <a:pt x="519" y="6160"/>
                  </a:cubicBezTo>
                  <a:cubicBezTo>
                    <a:pt x="538" y="6151"/>
                    <a:pt x="575" y="6130"/>
                    <a:pt x="588" y="6116"/>
                  </a:cubicBezTo>
                  <a:cubicBezTo>
                    <a:pt x="601" y="6103"/>
                    <a:pt x="610" y="6072"/>
                    <a:pt x="616" y="6056"/>
                  </a:cubicBezTo>
                  <a:cubicBezTo>
                    <a:pt x="625" y="6031"/>
                    <a:pt x="642" y="5980"/>
                    <a:pt x="642" y="5954"/>
                  </a:cubicBezTo>
                  <a:cubicBezTo>
                    <a:pt x="642" y="5935"/>
                    <a:pt x="631" y="5896"/>
                    <a:pt x="623" y="5877"/>
                  </a:cubicBezTo>
                  <a:cubicBezTo>
                    <a:pt x="618" y="5866"/>
                    <a:pt x="600" y="5845"/>
                    <a:pt x="597" y="5834"/>
                  </a:cubicBezTo>
                  <a:cubicBezTo>
                    <a:pt x="589" y="5810"/>
                    <a:pt x="594" y="5761"/>
                    <a:pt x="592" y="5737"/>
                  </a:cubicBezTo>
                  <a:cubicBezTo>
                    <a:pt x="591" y="5713"/>
                    <a:pt x="589" y="5666"/>
                    <a:pt x="583" y="5643"/>
                  </a:cubicBezTo>
                  <a:cubicBezTo>
                    <a:pt x="578" y="5620"/>
                    <a:pt x="555" y="5576"/>
                    <a:pt x="550" y="5553"/>
                  </a:cubicBezTo>
                  <a:cubicBezTo>
                    <a:pt x="545" y="5537"/>
                    <a:pt x="539" y="5504"/>
                    <a:pt x="541" y="5487"/>
                  </a:cubicBezTo>
                  <a:cubicBezTo>
                    <a:pt x="542" y="5473"/>
                    <a:pt x="557" y="5448"/>
                    <a:pt x="558" y="5434"/>
                  </a:cubicBezTo>
                  <a:cubicBezTo>
                    <a:pt x="560" y="5419"/>
                    <a:pt x="550" y="5388"/>
                    <a:pt x="550" y="5372"/>
                  </a:cubicBezTo>
                  <a:cubicBezTo>
                    <a:pt x="549" y="5356"/>
                    <a:pt x="551" y="5323"/>
                    <a:pt x="556" y="5307"/>
                  </a:cubicBezTo>
                  <a:cubicBezTo>
                    <a:pt x="564" y="5285"/>
                    <a:pt x="591" y="5243"/>
                    <a:pt x="607" y="5222"/>
                  </a:cubicBezTo>
                  <a:cubicBezTo>
                    <a:pt x="626" y="5197"/>
                    <a:pt x="670" y="5149"/>
                    <a:pt x="697" y="5128"/>
                  </a:cubicBezTo>
                  <a:cubicBezTo>
                    <a:pt x="728" y="5103"/>
                    <a:pt x="814" y="5067"/>
                    <a:pt x="837" y="5039"/>
                  </a:cubicBezTo>
                  <a:cubicBezTo>
                    <a:pt x="848" y="5024"/>
                    <a:pt x="851" y="4991"/>
                    <a:pt x="852" y="4975"/>
                  </a:cubicBezTo>
                  <a:cubicBezTo>
                    <a:pt x="852" y="4965"/>
                    <a:pt x="848" y="4946"/>
                    <a:pt x="845" y="4936"/>
                  </a:cubicBezTo>
                  <a:cubicBezTo>
                    <a:pt x="842" y="4923"/>
                    <a:pt x="826" y="4897"/>
                    <a:pt x="828" y="4883"/>
                  </a:cubicBezTo>
                  <a:cubicBezTo>
                    <a:pt x="829" y="4869"/>
                    <a:pt x="854" y="4842"/>
                    <a:pt x="861" y="4828"/>
                  </a:cubicBezTo>
                  <a:cubicBezTo>
                    <a:pt x="871" y="4806"/>
                    <a:pt x="893" y="4761"/>
                    <a:pt x="894" y="4737"/>
                  </a:cubicBezTo>
                  <a:cubicBezTo>
                    <a:pt x="895" y="4719"/>
                    <a:pt x="886" y="4681"/>
                    <a:pt x="874" y="4664"/>
                  </a:cubicBezTo>
                  <a:cubicBezTo>
                    <a:pt x="865" y="4651"/>
                    <a:pt x="828" y="4631"/>
                    <a:pt x="821" y="4618"/>
                  </a:cubicBezTo>
                  <a:cubicBezTo>
                    <a:pt x="815" y="4607"/>
                    <a:pt x="817" y="4584"/>
                    <a:pt x="821" y="4572"/>
                  </a:cubicBezTo>
                  <a:cubicBezTo>
                    <a:pt x="825" y="4561"/>
                    <a:pt x="845" y="4542"/>
                    <a:pt x="850" y="4531"/>
                  </a:cubicBezTo>
                  <a:cubicBezTo>
                    <a:pt x="855" y="4517"/>
                    <a:pt x="856" y="4490"/>
                    <a:pt x="858" y="4476"/>
                  </a:cubicBezTo>
                  <a:cubicBezTo>
                    <a:pt x="861" y="4463"/>
                    <a:pt x="876" y="4437"/>
                    <a:pt x="874" y="4424"/>
                  </a:cubicBezTo>
                  <a:cubicBezTo>
                    <a:pt x="872" y="4411"/>
                    <a:pt x="859" y="4388"/>
                    <a:pt x="847" y="4378"/>
                  </a:cubicBezTo>
                  <a:cubicBezTo>
                    <a:pt x="832" y="4365"/>
                    <a:pt x="780" y="4351"/>
                    <a:pt x="766" y="4338"/>
                  </a:cubicBezTo>
                  <a:cubicBezTo>
                    <a:pt x="754" y="4326"/>
                    <a:pt x="745" y="4300"/>
                    <a:pt x="744" y="4286"/>
                  </a:cubicBezTo>
                  <a:cubicBezTo>
                    <a:pt x="743" y="4272"/>
                    <a:pt x="765" y="4243"/>
                    <a:pt x="761" y="4229"/>
                  </a:cubicBezTo>
                  <a:cubicBezTo>
                    <a:pt x="755" y="4207"/>
                    <a:pt x="704" y="4173"/>
                    <a:pt x="686" y="4153"/>
                  </a:cubicBezTo>
                  <a:cubicBezTo>
                    <a:pt x="672" y="4136"/>
                    <a:pt x="641" y="4102"/>
                    <a:pt x="633" y="4083"/>
                  </a:cubicBezTo>
                  <a:cubicBezTo>
                    <a:pt x="627" y="4068"/>
                    <a:pt x="638" y="4036"/>
                    <a:pt x="629" y="4021"/>
                  </a:cubicBezTo>
                  <a:cubicBezTo>
                    <a:pt x="622" y="4009"/>
                    <a:pt x="593" y="3989"/>
                    <a:pt x="578" y="3979"/>
                  </a:cubicBezTo>
                  <a:cubicBezTo>
                    <a:pt x="561" y="3968"/>
                    <a:pt x="511" y="3955"/>
                    <a:pt x="499" y="3942"/>
                  </a:cubicBezTo>
                  <a:cubicBezTo>
                    <a:pt x="490" y="3932"/>
                    <a:pt x="492" y="3908"/>
                    <a:pt x="494" y="3897"/>
                  </a:cubicBezTo>
                  <a:cubicBezTo>
                    <a:pt x="498" y="3883"/>
                    <a:pt x="528" y="3859"/>
                    <a:pt x="527" y="3845"/>
                  </a:cubicBezTo>
                  <a:cubicBezTo>
                    <a:pt x="527" y="3823"/>
                    <a:pt x="494" y="3783"/>
                    <a:pt x="474" y="3765"/>
                  </a:cubicBezTo>
                  <a:cubicBezTo>
                    <a:pt x="466" y="3758"/>
                    <a:pt x="445" y="3744"/>
                    <a:pt x="432" y="3739"/>
                  </a:cubicBezTo>
                  <a:cubicBezTo>
                    <a:pt x="414" y="3731"/>
                    <a:pt x="368" y="3727"/>
                    <a:pt x="351" y="3718"/>
                  </a:cubicBezTo>
                  <a:cubicBezTo>
                    <a:pt x="336" y="3711"/>
                    <a:pt x="315" y="3690"/>
                    <a:pt x="307" y="3679"/>
                  </a:cubicBezTo>
                  <a:cubicBezTo>
                    <a:pt x="296" y="3664"/>
                    <a:pt x="297" y="3627"/>
                    <a:pt x="282" y="3613"/>
                  </a:cubicBezTo>
                  <a:cubicBezTo>
                    <a:pt x="264" y="3593"/>
                    <a:pt x="197" y="3571"/>
                    <a:pt x="172" y="3554"/>
                  </a:cubicBezTo>
                  <a:cubicBezTo>
                    <a:pt x="138" y="3531"/>
                    <a:pt x="82" y="3478"/>
                    <a:pt x="57" y="3450"/>
                  </a:cubicBezTo>
                  <a:cubicBezTo>
                    <a:pt x="44" y="3435"/>
                    <a:pt x="21" y="3403"/>
                    <a:pt x="13" y="3386"/>
                  </a:cubicBezTo>
                  <a:cubicBezTo>
                    <a:pt x="8" y="3373"/>
                    <a:pt x="-6" y="3346"/>
                    <a:pt x="2" y="3333"/>
                  </a:cubicBezTo>
                  <a:cubicBezTo>
                    <a:pt x="9" y="3323"/>
                    <a:pt x="50" y="3316"/>
                    <a:pt x="60" y="3307"/>
                  </a:cubicBezTo>
                  <a:cubicBezTo>
                    <a:pt x="72" y="3296"/>
                    <a:pt x="80" y="3267"/>
                    <a:pt x="82" y="3253"/>
                  </a:cubicBezTo>
                  <a:cubicBezTo>
                    <a:pt x="83" y="3245"/>
                    <a:pt x="73" y="3228"/>
                    <a:pt x="75" y="3219"/>
                  </a:cubicBezTo>
                  <a:cubicBezTo>
                    <a:pt x="78" y="3209"/>
                    <a:pt x="101" y="3192"/>
                    <a:pt x="104" y="3182"/>
                  </a:cubicBezTo>
                  <a:cubicBezTo>
                    <a:pt x="108" y="3165"/>
                    <a:pt x="95" y="3130"/>
                    <a:pt x="91" y="3113"/>
                  </a:cubicBezTo>
                  <a:cubicBezTo>
                    <a:pt x="87" y="3099"/>
                    <a:pt x="80" y="3072"/>
                    <a:pt x="71" y="3060"/>
                  </a:cubicBezTo>
                  <a:cubicBezTo>
                    <a:pt x="62" y="3048"/>
                    <a:pt x="23" y="3032"/>
                    <a:pt x="20" y="3020"/>
                  </a:cubicBezTo>
                  <a:cubicBezTo>
                    <a:pt x="17" y="3007"/>
                    <a:pt x="40" y="2982"/>
                    <a:pt x="51" y="2971"/>
                  </a:cubicBezTo>
                  <a:cubicBezTo>
                    <a:pt x="62" y="2960"/>
                    <a:pt x="94" y="2943"/>
                    <a:pt x="106" y="2932"/>
                  </a:cubicBezTo>
                  <a:cubicBezTo>
                    <a:pt x="115" y="2924"/>
                    <a:pt x="131" y="2908"/>
                    <a:pt x="137" y="2899"/>
                  </a:cubicBezTo>
                  <a:cubicBezTo>
                    <a:pt x="144" y="2888"/>
                    <a:pt x="150" y="2865"/>
                    <a:pt x="159" y="2854"/>
                  </a:cubicBezTo>
                  <a:cubicBezTo>
                    <a:pt x="171" y="2840"/>
                    <a:pt x="204" y="2814"/>
                    <a:pt x="221" y="2801"/>
                  </a:cubicBezTo>
                  <a:cubicBezTo>
                    <a:pt x="252" y="2778"/>
                    <a:pt x="323" y="2737"/>
                    <a:pt x="355" y="2714"/>
                  </a:cubicBezTo>
                  <a:cubicBezTo>
                    <a:pt x="440" y="2653"/>
                    <a:pt x="592" y="2524"/>
                    <a:pt x="673" y="2461"/>
                  </a:cubicBezTo>
                  <a:cubicBezTo>
                    <a:pt x="733" y="2415"/>
                    <a:pt x="858" y="2327"/>
                    <a:pt x="916" y="2279"/>
                  </a:cubicBezTo>
                  <a:cubicBezTo>
                    <a:pt x="964" y="2240"/>
                    <a:pt x="1057" y="2158"/>
                    <a:pt x="1099" y="2116"/>
                  </a:cubicBezTo>
                  <a:cubicBezTo>
                    <a:pt x="1120" y="2094"/>
                    <a:pt x="1158" y="2050"/>
                    <a:pt x="1174" y="2027"/>
                  </a:cubicBezTo>
                  <a:cubicBezTo>
                    <a:pt x="1187" y="2009"/>
                    <a:pt x="1210" y="1973"/>
                    <a:pt x="1216" y="1955"/>
                  </a:cubicBezTo>
                  <a:cubicBezTo>
                    <a:pt x="1221" y="1939"/>
                    <a:pt x="1231" y="1906"/>
                    <a:pt x="1220" y="1892"/>
                  </a:cubicBezTo>
                  <a:cubicBezTo>
                    <a:pt x="1213" y="1882"/>
                    <a:pt x="1173" y="1874"/>
                    <a:pt x="1165" y="1864"/>
                  </a:cubicBezTo>
                  <a:cubicBezTo>
                    <a:pt x="1152" y="1847"/>
                    <a:pt x="1164" y="1808"/>
                    <a:pt x="1165" y="1789"/>
                  </a:cubicBezTo>
                  <a:cubicBezTo>
                    <a:pt x="1166" y="1776"/>
                    <a:pt x="1164" y="1750"/>
                    <a:pt x="1170" y="1738"/>
                  </a:cubicBezTo>
                  <a:cubicBezTo>
                    <a:pt x="1174" y="1727"/>
                    <a:pt x="1190" y="1705"/>
                    <a:pt x="1203" y="1696"/>
                  </a:cubicBezTo>
                  <a:cubicBezTo>
                    <a:pt x="1214" y="1689"/>
                    <a:pt x="1245" y="1682"/>
                    <a:pt x="1258" y="1675"/>
                  </a:cubicBezTo>
                  <a:cubicBezTo>
                    <a:pt x="1278" y="1666"/>
                    <a:pt x="1314" y="1644"/>
                    <a:pt x="1329" y="1631"/>
                  </a:cubicBezTo>
                  <a:cubicBezTo>
                    <a:pt x="1358" y="1606"/>
                    <a:pt x="1395" y="1547"/>
                    <a:pt x="1417" y="1518"/>
                  </a:cubicBezTo>
                  <a:cubicBezTo>
                    <a:pt x="1432" y="1498"/>
                    <a:pt x="1463" y="1457"/>
                    <a:pt x="1479" y="1436"/>
                  </a:cubicBezTo>
                  <a:cubicBezTo>
                    <a:pt x="1500" y="1409"/>
                    <a:pt x="1544" y="1356"/>
                    <a:pt x="1565" y="1328"/>
                  </a:cubicBezTo>
                  <a:cubicBezTo>
                    <a:pt x="1587" y="1297"/>
                    <a:pt x="1629" y="1234"/>
                    <a:pt x="1649" y="1202"/>
                  </a:cubicBezTo>
                  <a:cubicBezTo>
                    <a:pt x="1665" y="1176"/>
                    <a:pt x="1699" y="1125"/>
                    <a:pt x="1708" y="1098"/>
                  </a:cubicBezTo>
                  <a:cubicBezTo>
                    <a:pt x="1718" y="1067"/>
                    <a:pt x="1718" y="1005"/>
                    <a:pt x="1719" y="974"/>
                  </a:cubicBezTo>
                  <a:cubicBezTo>
                    <a:pt x="1720" y="935"/>
                    <a:pt x="1718" y="857"/>
                    <a:pt x="1715" y="818"/>
                  </a:cubicBezTo>
                  <a:cubicBezTo>
                    <a:pt x="1713" y="794"/>
                    <a:pt x="1707" y="745"/>
                    <a:pt x="1702" y="721"/>
                  </a:cubicBezTo>
                  <a:cubicBezTo>
                    <a:pt x="1699" y="710"/>
                    <a:pt x="1685" y="687"/>
                    <a:pt x="1686" y="676"/>
                  </a:cubicBezTo>
                  <a:cubicBezTo>
                    <a:pt x="1687" y="661"/>
                    <a:pt x="1713" y="633"/>
                    <a:pt x="1715" y="619"/>
                  </a:cubicBezTo>
                  <a:cubicBezTo>
                    <a:pt x="1717" y="603"/>
                    <a:pt x="1706" y="570"/>
                    <a:pt x="1699" y="555"/>
                  </a:cubicBezTo>
                  <a:cubicBezTo>
                    <a:pt x="1697" y="548"/>
                    <a:pt x="1691" y="534"/>
                    <a:pt x="1684" y="528"/>
                  </a:cubicBezTo>
                  <a:cubicBezTo>
                    <a:pt x="1675" y="521"/>
                    <a:pt x="1648" y="512"/>
                    <a:pt x="1635" y="507"/>
                  </a:cubicBezTo>
                  <a:cubicBezTo>
                    <a:pt x="1622" y="502"/>
                    <a:pt x="1590" y="497"/>
                    <a:pt x="1578" y="491"/>
                  </a:cubicBezTo>
                  <a:cubicBezTo>
                    <a:pt x="1564" y="483"/>
                    <a:pt x="1547" y="462"/>
                    <a:pt x="1538" y="452"/>
                  </a:cubicBezTo>
                  <a:cubicBezTo>
                    <a:pt x="1529" y="440"/>
                    <a:pt x="1506" y="417"/>
                    <a:pt x="1507" y="403"/>
                  </a:cubicBezTo>
                  <a:cubicBezTo>
                    <a:pt x="1508" y="393"/>
                    <a:pt x="1530" y="374"/>
                    <a:pt x="1541" y="366"/>
                  </a:cubicBezTo>
                  <a:cubicBezTo>
                    <a:pt x="1558" y="353"/>
                    <a:pt x="1607" y="335"/>
                    <a:pt x="1624" y="321"/>
                  </a:cubicBezTo>
                  <a:cubicBezTo>
                    <a:pt x="1650" y="301"/>
                    <a:pt x="1683" y="253"/>
                    <a:pt x="1702" y="230"/>
                  </a:cubicBezTo>
                  <a:cubicBezTo>
                    <a:pt x="1721" y="204"/>
                    <a:pt x="1762" y="154"/>
                    <a:pt x="1774" y="127"/>
                  </a:cubicBezTo>
                  <a:cubicBezTo>
                    <a:pt x="1784" y="104"/>
                    <a:pt x="1792" y="57"/>
                    <a:pt x="1792" y="34"/>
                  </a:cubicBezTo>
                  <a:cubicBezTo>
                    <a:pt x="1792" y="25"/>
                    <a:pt x="1792" y="13"/>
                    <a:pt x="1791" y="0"/>
                  </a:cubicBezTo>
                  <a:lnTo>
                    <a:pt x="4067" y="356"/>
                  </a:lnTo>
                  <a:lnTo>
                    <a:pt x="8176" y="981"/>
                  </a:lnTo>
                  <a:lnTo>
                    <a:pt x="11548" y="1460"/>
                  </a:lnTo>
                  <a:lnTo>
                    <a:pt x="11162" y="2604"/>
                  </a:lnTo>
                  <a:lnTo>
                    <a:pt x="10385" y="4948"/>
                  </a:lnTo>
                  <a:lnTo>
                    <a:pt x="9602" y="7163"/>
                  </a:lnTo>
                  <a:lnTo>
                    <a:pt x="9525" y="7451"/>
                  </a:lnTo>
                  <a:lnTo>
                    <a:pt x="10938" y="8666"/>
                  </a:lnTo>
                  <a:lnTo>
                    <a:pt x="15322" y="12440"/>
                  </a:lnTo>
                  <a:lnTo>
                    <a:pt x="17852" y="14617"/>
                  </a:lnTo>
                  <a:lnTo>
                    <a:pt x="20558" y="16947"/>
                  </a:lnTo>
                  <a:cubicBezTo>
                    <a:pt x="20558" y="16947"/>
                    <a:pt x="20622" y="16989"/>
                    <a:pt x="20632" y="17007"/>
                  </a:cubicBezTo>
                  <a:cubicBezTo>
                    <a:pt x="20638" y="17019"/>
                    <a:pt x="20635" y="17046"/>
                    <a:pt x="20632" y="17059"/>
                  </a:cubicBezTo>
                  <a:cubicBezTo>
                    <a:pt x="20629" y="17070"/>
                    <a:pt x="20609" y="17089"/>
                    <a:pt x="20611" y="17099"/>
                  </a:cubicBezTo>
                  <a:cubicBezTo>
                    <a:pt x="20613" y="17109"/>
                    <a:pt x="20645" y="17122"/>
                    <a:pt x="20646" y="17132"/>
                  </a:cubicBezTo>
                  <a:cubicBezTo>
                    <a:pt x="20648" y="17144"/>
                    <a:pt x="20622" y="17166"/>
                    <a:pt x="20615" y="17178"/>
                  </a:cubicBezTo>
                  <a:cubicBezTo>
                    <a:pt x="20603" y="17201"/>
                    <a:pt x="20578" y="17247"/>
                    <a:pt x="20577" y="17271"/>
                  </a:cubicBezTo>
                  <a:cubicBezTo>
                    <a:pt x="20577" y="17282"/>
                    <a:pt x="20583" y="17307"/>
                    <a:pt x="20593" y="17317"/>
                  </a:cubicBezTo>
                  <a:cubicBezTo>
                    <a:pt x="20607" y="17329"/>
                    <a:pt x="20658" y="17340"/>
                    <a:pt x="20674" y="17352"/>
                  </a:cubicBezTo>
                  <a:cubicBezTo>
                    <a:pt x="20689" y="17364"/>
                    <a:pt x="20708" y="17392"/>
                    <a:pt x="20714" y="17407"/>
                  </a:cubicBezTo>
                  <a:cubicBezTo>
                    <a:pt x="20722" y="17425"/>
                    <a:pt x="20717" y="17463"/>
                    <a:pt x="20725" y="17482"/>
                  </a:cubicBezTo>
                  <a:cubicBezTo>
                    <a:pt x="20730" y="17496"/>
                    <a:pt x="20746" y="17524"/>
                    <a:pt x="20760" y="17536"/>
                  </a:cubicBezTo>
                  <a:cubicBezTo>
                    <a:pt x="20775" y="17549"/>
                    <a:pt x="20821" y="17567"/>
                    <a:pt x="20839" y="17579"/>
                  </a:cubicBezTo>
                  <a:cubicBezTo>
                    <a:pt x="20860" y="17593"/>
                    <a:pt x="20903" y="17621"/>
                    <a:pt x="20916" y="17639"/>
                  </a:cubicBezTo>
                  <a:cubicBezTo>
                    <a:pt x="20927" y="17655"/>
                    <a:pt x="20930" y="17690"/>
                    <a:pt x="20933" y="17707"/>
                  </a:cubicBezTo>
                  <a:cubicBezTo>
                    <a:pt x="20938" y="17728"/>
                    <a:pt x="20938" y="17771"/>
                    <a:pt x="20946" y="17791"/>
                  </a:cubicBezTo>
                  <a:cubicBezTo>
                    <a:pt x="20954" y="17809"/>
                    <a:pt x="20993" y="17841"/>
                    <a:pt x="20992" y="17860"/>
                  </a:cubicBezTo>
                  <a:cubicBezTo>
                    <a:pt x="20991" y="17872"/>
                    <a:pt x="20957" y="17889"/>
                    <a:pt x="20958" y="17900"/>
                  </a:cubicBezTo>
                  <a:cubicBezTo>
                    <a:pt x="20960" y="17912"/>
                    <a:pt x="20991" y="17929"/>
                    <a:pt x="21002" y="17939"/>
                  </a:cubicBezTo>
                  <a:cubicBezTo>
                    <a:pt x="21025" y="17958"/>
                    <a:pt x="21077" y="17993"/>
                    <a:pt x="21092" y="18015"/>
                  </a:cubicBezTo>
                  <a:cubicBezTo>
                    <a:pt x="21102" y="18029"/>
                    <a:pt x="21116" y="18060"/>
                    <a:pt x="21110" y="18074"/>
                  </a:cubicBezTo>
                  <a:cubicBezTo>
                    <a:pt x="21105" y="18088"/>
                    <a:pt x="21064" y="18104"/>
                    <a:pt x="21055" y="18117"/>
                  </a:cubicBezTo>
                  <a:cubicBezTo>
                    <a:pt x="21045" y="18131"/>
                    <a:pt x="21030" y="18165"/>
                    <a:pt x="21038" y="18181"/>
                  </a:cubicBezTo>
                  <a:cubicBezTo>
                    <a:pt x="21043" y="18190"/>
                    <a:pt x="21069" y="18205"/>
                    <a:pt x="21083" y="18210"/>
                  </a:cubicBezTo>
                  <a:cubicBezTo>
                    <a:pt x="21103" y="18217"/>
                    <a:pt x="21153" y="18216"/>
                    <a:pt x="21173" y="18223"/>
                  </a:cubicBezTo>
                  <a:cubicBezTo>
                    <a:pt x="21191" y="18229"/>
                    <a:pt x="21221" y="18249"/>
                    <a:pt x="21232" y="18260"/>
                  </a:cubicBezTo>
                  <a:cubicBezTo>
                    <a:pt x="21243" y="18271"/>
                    <a:pt x="21244" y="18300"/>
                    <a:pt x="21257" y="18310"/>
                  </a:cubicBezTo>
                  <a:cubicBezTo>
                    <a:pt x="21267" y="18317"/>
                    <a:pt x="21299" y="18322"/>
                    <a:pt x="21311" y="18328"/>
                  </a:cubicBezTo>
                  <a:cubicBezTo>
                    <a:pt x="21329" y="18336"/>
                    <a:pt x="21359" y="18357"/>
                    <a:pt x="21371" y="18368"/>
                  </a:cubicBezTo>
                  <a:cubicBezTo>
                    <a:pt x="21383" y="18380"/>
                    <a:pt x="21390" y="18409"/>
                    <a:pt x="21406" y="18419"/>
                  </a:cubicBezTo>
                  <a:cubicBezTo>
                    <a:pt x="21427" y="18432"/>
                    <a:pt x="21495" y="18432"/>
                    <a:pt x="21516" y="18445"/>
                  </a:cubicBezTo>
                  <a:cubicBezTo>
                    <a:pt x="21529" y="18453"/>
                    <a:pt x="21532" y="18479"/>
                    <a:pt x="21541" y="18489"/>
                  </a:cubicBezTo>
                  <a:cubicBezTo>
                    <a:pt x="21549" y="18498"/>
                    <a:pt x="21578" y="18512"/>
                    <a:pt x="21585" y="1852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19" name="Shape 4801"/>
            <p:cNvSpPr/>
            <p:nvPr/>
          </p:nvSpPr>
          <p:spPr>
            <a:xfrm>
              <a:off x="-1" y="1748892"/>
              <a:ext cx="1738172" cy="2762675"/>
            </a:xfrm>
            <a:custGeom>
              <a:avLst/>
              <a:gdLst/>
              <a:ahLst/>
              <a:cxnLst>
                <a:cxn ang="0">
                  <a:pos x="wd2" y="hd2"/>
                </a:cxn>
                <a:cxn ang="5400000">
                  <a:pos x="wd2" y="hd2"/>
                </a:cxn>
                <a:cxn ang="10800000">
                  <a:pos x="wd2" y="hd2"/>
                </a:cxn>
                <a:cxn ang="16200000">
                  <a:pos x="wd2" y="hd2"/>
                </a:cxn>
              </a:cxnLst>
              <a:rect l="0" t="0" r="r" b="b"/>
              <a:pathLst>
                <a:path w="21594" h="21597" extrusionOk="0">
                  <a:moveTo>
                    <a:pt x="21585" y="18522"/>
                  </a:moveTo>
                  <a:cubicBezTo>
                    <a:pt x="21593" y="18535"/>
                    <a:pt x="21594" y="18563"/>
                    <a:pt x="21593" y="18576"/>
                  </a:cubicBezTo>
                  <a:cubicBezTo>
                    <a:pt x="21592" y="18589"/>
                    <a:pt x="21587" y="18617"/>
                    <a:pt x="21575" y="18627"/>
                  </a:cubicBezTo>
                  <a:cubicBezTo>
                    <a:pt x="21565" y="18636"/>
                    <a:pt x="21529" y="18643"/>
                    <a:pt x="21513" y="18649"/>
                  </a:cubicBezTo>
                  <a:cubicBezTo>
                    <a:pt x="21489" y="18658"/>
                    <a:pt x="21421" y="18685"/>
                    <a:pt x="21417" y="18686"/>
                  </a:cubicBezTo>
                  <a:cubicBezTo>
                    <a:pt x="21414" y="18688"/>
                    <a:pt x="21362" y="18728"/>
                    <a:pt x="21341" y="18740"/>
                  </a:cubicBezTo>
                  <a:cubicBezTo>
                    <a:pt x="21325" y="18750"/>
                    <a:pt x="21291" y="18767"/>
                    <a:pt x="21271" y="18772"/>
                  </a:cubicBezTo>
                  <a:cubicBezTo>
                    <a:pt x="21241" y="18779"/>
                    <a:pt x="21176" y="18776"/>
                    <a:pt x="21146" y="18781"/>
                  </a:cubicBezTo>
                  <a:cubicBezTo>
                    <a:pt x="21132" y="18783"/>
                    <a:pt x="21105" y="18791"/>
                    <a:pt x="21093" y="18796"/>
                  </a:cubicBezTo>
                  <a:cubicBezTo>
                    <a:pt x="21074" y="18804"/>
                    <a:pt x="21046" y="18828"/>
                    <a:pt x="21027" y="18837"/>
                  </a:cubicBezTo>
                  <a:cubicBezTo>
                    <a:pt x="21006" y="18846"/>
                    <a:pt x="20962" y="18860"/>
                    <a:pt x="20937" y="18865"/>
                  </a:cubicBezTo>
                  <a:cubicBezTo>
                    <a:pt x="20912" y="18869"/>
                    <a:pt x="20859" y="18864"/>
                    <a:pt x="20835" y="18868"/>
                  </a:cubicBezTo>
                  <a:cubicBezTo>
                    <a:pt x="20806" y="18873"/>
                    <a:pt x="20749" y="18890"/>
                    <a:pt x="20729" y="18904"/>
                  </a:cubicBezTo>
                  <a:cubicBezTo>
                    <a:pt x="20710" y="18916"/>
                    <a:pt x="20687" y="18950"/>
                    <a:pt x="20682" y="18967"/>
                  </a:cubicBezTo>
                  <a:cubicBezTo>
                    <a:pt x="20679" y="18981"/>
                    <a:pt x="20698" y="19011"/>
                    <a:pt x="20689" y="19024"/>
                  </a:cubicBezTo>
                  <a:cubicBezTo>
                    <a:pt x="20683" y="19033"/>
                    <a:pt x="20654" y="19041"/>
                    <a:pt x="20645" y="19048"/>
                  </a:cubicBezTo>
                  <a:cubicBezTo>
                    <a:pt x="20628" y="19061"/>
                    <a:pt x="20610" y="19093"/>
                    <a:pt x="20592" y="19106"/>
                  </a:cubicBezTo>
                  <a:cubicBezTo>
                    <a:pt x="20571" y="19120"/>
                    <a:pt x="20519" y="19143"/>
                    <a:pt x="20491" y="19151"/>
                  </a:cubicBezTo>
                  <a:cubicBezTo>
                    <a:pt x="20479" y="19156"/>
                    <a:pt x="20451" y="19160"/>
                    <a:pt x="20438" y="19163"/>
                  </a:cubicBezTo>
                  <a:cubicBezTo>
                    <a:pt x="20424" y="19167"/>
                    <a:pt x="20393" y="19171"/>
                    <a:pt x="20385" y="19178"/>
                  </a:cubicBezTo>
                  <a:cubicBezTo>
                    <a:pt x="20376" y="19187"/>
                    <a:pt x="20375" y="19209"/>
                    <a:pt x="20380" y="19219"/>
                  </a:cubicBezTo>
                  <a:cubicBezTo>
                    <a:pt x="20385" y="19227"/>
                    <a:pt x="20413" y="19235"/>
                    <a:pt x="20416" y="19243"/>
                  </a:cubicBezTo>
                  <a:cubicBezTo>
                    <a:pt x="20420" y="19253"/>
                    <a:pt x="20401" y="19272"/>
                    <a:pt x="20400" y="19282"/>
                  </a:cubicBezTo>
                  <a:cubicBezTo>
                    <a:pt x="20399" y="19297"/>
                    <a:pt x="20427" y="19327"/>
                    <a:pt x="20416" y="19340"/>
                  </a:cubicBezTo>
                  <a:cubicBezTo>
                    <a:pt x="20410" y="19348"/>
                    <a:pt x="20377" y="19350"/>
                    <a:pt x="20368" y="19356"/>
                  </a:cubicBezTo>
                  <a:cubicBezTo>
                    <a:pt x="20350" y="19370"/>
                    <a:pt x="20338" y="19407"/>
                    <a:pt x="20334" y="19424"/>
                  </a:cubicBezTo>
                  <a:cubicBezTo>
                    <a:pt x="20330" y="19440"/>
                    <a:pt x="20333" y="19473"/>
                    <a:pt x="20337" y="19489"/>
                  </a:cubicBezTo>
                  <a:cubicBezTo>
                    <a:pt x="20341" y="19503"/>
                    <a:pt x="20363" y="19529"/>
                    <a:pt x="20365" y="19544"/>
                  </a:cubicBezTo>
                  <a:cubicBezTo>
                    <a:pt x="20366" y="19559"/>
                    <a:pt x="20348" y="19588"/>
                    <a:pt x="20349" y="19603"/>
                  </a:cubicBezTo>
                  <a:cubicBezTo>
                    <a:pt x="20351" y="19619"/>
                    <a:pt x="20385" y="19650"/>
                    <a:pt x="20378" y="19665"/>
                  </a:cubicBezTo>
                  <a:cubicBezTo>
                    <a:pt x="20374" y="19675"/>
                    <a:pt x="20347" y="19687"/>
                    <a:pt x="20334" y="19692"/>
                  </a:cubicBezTo>
                  <a:cubicBezTo>
                    <a:pt x="20319" y="19698"/>
                    <a:pt x="20280" y="19697"/>
                    <a:pt x="20270" y="19705"/>
                  </a:cubicBezTo>
                  <a:cubicBezTo>
                    <a:pt x="20248" y="19722"/>
                    <a:pt x="20263" y="19769"/>
                    <a:pt x="20256" y="19790"/>
                  </a:cubicBezTo>
                  <a:cubicBezTo>
                    <a:pt x="20252" y="19804"/>
                    <a:pt x="20240" y="19832"/>
                    <a:pt x="20230" y="19845"/>
                  </a:cubicBezTo>
                  <a:cubicBezTo>
                    <a:pt x="20220" y="19859"/>
                    <a:pt x="20179" y="19881"/>
                    <a:pt x="20178" y="19897"/>
                  </a:cubicBezTo>
                  <a:cubicBezTo>
                    <a:pt x="20177" y="19914"/>
                    <a:pt x="20239" y="19942"/>
                    <a:pt x="20230" y="19958"/>
                  </a:cubicBezTo>
                  <a:cubicBezTo>
                    <a:pt x="20224" y="19970"/>
                    <a:pt x="20179" y="19974"/>
                    <a:pt x="20162" y="19979"/>
                  </a:cubicBezTo>
                  <a:cubicBezTo>
                    <a:pt x="20154" y="19982"/>
                    <a:pt x="20139" y="19985"/>
                    <a:pt x="20133" y="19989"/>
                  </a:cubicBezTo>
                  <a:cubicBezTo>
                    <a:pt x="20113" y="20000"/>
                    <a:pt x="20094" y="20034"/>
                    <a:pt x="20073" y="20046"/>
                  </a:cubicBezTo>
                  <a:cubicBezTo>
                    <a:pt x="20057" y="20055"/>
                    <a:pt x="20014" y="20060"/>
                    <a:pt x="19997" y="20069"/>
                  </a:cubicBezTo>
                  <a:cubicBezTo>
                    <a:pt x="19971" y="20082"/>
                    <a:pt x="19933" y="20117"/>
                    <a:pt x="19914" y="20135"/>
                  </a:cubicBezTo>
                  <a:cubicBezTo>
                    <a:pt x="19901" y="20147"/>
                    <a:pt x="19884" y="20177"/>
                    <a:pt x="19866" y="20188"/>
                  </a:cubicBezTo>
                  <a:cubicBezTo>
                    <a:pt x="19852" y="20197"/>
                    <a:pt x="19815" y="20212"/>
                    <a:pt x="19795" y="20212"/>
                  </a:cubicBezTo>
                  <a:cubicBezTo>
                    <a:pt x="19785" y="20212"/>
                    <a:pt x="19770" y="20199"/>
                    <a:pt x="19760" y="20198"/>
                  </a:cubicBezTo>
                  <a:cubicBezTo>
                    <a:pt x="19735" y="20195"/>
                    <a:pt x="19683" y="20202"/>
                    <a:pt x="19658" y="20207"/>
                  </a:cubicBezTo>
                  <a:cubicBezTo>
                    <a:pt x="19643" y="20210"/>
                    <a:pt x="19605" y="20218"/>
                    <a:pt x="19601" y="20228"/>
                  </a:cubicBezTo>
                  <a:cubicBezTo>
                    <a:pt x="19596" y="20241"/>
                    <a:pt x="19640" y="20262"/>
                    <a:pt x="19650" y="20275"/>
                  </a:cubicBezTo>
                  <a:cubicBezTo>
                    <a:pt x="19659" y="20288"/>
                    <a:pt x="19679" y="20315"/>
                    <a:pt x="19674" y="20328"/>
                  </a:cubicBezTo>
                  <a:cubicBezTo>
                    <a:pt x="19669" y="20344"/>
                    <a:pt x="19627" y="20364"/>
                    <a:pt x="19611" y="20376"/>
                  </a:cubicBezTo>
                  <a:cubicBezTo>
                    <a:pt x="19595" y="20388"/>
                    <a:pt x="19548" y="20408"/>
                    <a:pt x="19548" y="20423"/>
                  </a:cubicBezTo>
                  <a:cubicBezTo>
                    <a:pt x="19548" y="20433"/>
                    <a:pt x="19576" y="20448"/>
                    <a:pt x="19590" y="20454"/>
                  </a:cubicBezTo>
                  <a:cubicBezTo>
                    <a:pt x="19603" y="20459"/>
                    <a:pt x="19639" y="20458"/>
                    <a:pt x="19651" y="20464"/>
                  </a:cubicBezTo>
                  <a:cubicBezTo>
                    <a:pt x="19662" y="20471"/>
                    <a:pt x="19673" y="20490"/>
                    <a:pt x="19674" y="20499"/>
                  </a:cubicBezTo>
                  <a:cubicBezTo>
                    <a:pt x="19676" y="20511"/>
                    <a:pt x="19663" y="20534"/>
                    <a:pt x="19657" y="20546"/>
                  </a:cubicBezTo>
                  <a:cubicBezTo>
                    <a:pt x="19651" y="20558"/>
                    <a:pt x="19628" y="20581"/>
                    <a:pt x="19625" y="20594"/>
                  </a:cubicBezTo>
                  <a:cubicBezTo>
                    <a:pt x="19622" y="20609"/>
                    <a:pt x="19643" y="20639"/>
                    <a:pt x="19640" y="20654"/>
                  </a:cubicBezTo>
                  <a:cubicBezTo>
                    <a:pt x="19635" y="20676"/>
                    <a:pt x="19600" y="20717"/>
                    <a:pt x="19584" y="20736"/>
                  </a:cubicBezTo>
                  <a:cubicBezTo>
                    <a:pt x="19569" y="20754"/>
                    <a:pt x="19529" y="20785"/>
                    <a:pt x="19515" y="20803"/>
                  </a:cubicBezTo>
                  <a:cubicBezTo>
                    <a:pt x="19507" y="20814"/>
                    <a:pt x="19488" y="20837"/>
                    <a:pt x="19491" y="20848"/>
                  </a:cubicBezTo>
                  <a:cubicBezTo>
                    <a:pt x="19494" y="20864"/>
                    <a:pt x="19536" y="20885"/>
                    <a:pt x="19547" y="20899"/>
                  </a:cubicBezTo>
                  <a:cubicBezTo>
                    <a:pt x="19558" y="20913"/>
                    <a:pt x="19565" y="20946"/>
                    <a:pt x="19579" y="20959"/>
                  </a:cubicBezTo>
                  <a:cubicBezTo>
                    <a:pt x="19586" y="20966"/>
                    <a:pt x="19606" y="20981"/>
                    <a:pt x="19620" y="20982"/>
                  </a:cubicBezTo>
                  <a:cubicBezTo>
                    <a:pt x="19636" y="20983"/>
                    <a:pt x="19657" y="20958"/>
                    <a:pt x="19673" y="20959"/>
                  </a:cubicBezTo>
                  <a:cubicBezTo>
                    <a:pt x="19690" y="20961"/>
                    <a:pt x="19700" y="20989"/>
                    <a:pt x="19715" y="20995"/>
                  </a:cubicBezTo>
                  <a:cubicBezTo>
                    <a:pt x="19729" y="21001"/>
                    <a:pt x="19763" y="21008"/>
                    <a:pt x="19780" y="21006"/>
                  </a:cubicBezTo>
                  <a:cubicBezTo>
                    <a:pt x="19797" y="21005"/>
                    <a:pt x="19822" y="20985"/>
                    <a:pt x="19840" y="20983"/>
                  </a:cubicBezTo>
                  <a:cubicBezTo>
                    <a:pt x="19857" y="20981"/>
                    <a:pt x="19892" y="20987"/>
                    <a:pt x="19909" y="20991"/>
                  </a:cubicBezTo>
                  <a:cubicBezTo>
                    <a:pt x="19934" y="20996"/>
                    <a:pt x="19985" y="21009"/>
                    <a:pt x="20002" y="21021"/>
                  </a:cubicBezTo>
                  <a:cubicBezTo>
                    <a:pt x="20018" y="21034"/>
                    <a:pt x="20028" y="21067"/>
                    <a:pt x="20031" y="21082"/>
                  </a:cubicBezTo>
                  <a:cubicBezTo>
                    <a:pt x="20032" y="21096"/>
                    <a:pt x="20015" y="21124"/>
                    <a:pt x="20021" y="21137"/>
                  </a:cubicBezTo>
                  <a:cubicBezTo>
                    <a:pt x="20028" y="21150"/>
                    <a:pt x="20081" y="21163"/>
                    <a:pt x="20080" y="21176"/>
                  </a:cubicBezTo>
                  <a:cubicBezTo>
                    <a:pt x="20079" y="21191"/>
                    <a:pt x="20013" y="21201"/>
                    <a:pt x="20009" y="21215"/>
                  </a:cubicBezTo>
                  <a:cubicBezTo>
                    <a:pt x="20005" y="21230"/>
                    <a:pt x="20050" y="21256"/>
                    <a:pt x="20058" y="21271"/>
                  </a:cubicBezTo>
                  <a:cubicBezTo>
                    <a:pt x="20064" y="21283"/>
                    <a:pt x="20068" y="21308"/>
                    <a:pt x="20066" y="21320"/>
                  </a:cubicBezTo>
                  <a:cubicBezTo>
                    <a:pt x="20062" y="21341"/>
                    <a:pt x="20047" y="21383"/>
                    <a:pt x="20027" y="21400"/>
                  </a:cubicBezTo>
                  <a:cubicBezTo>
                    <a:pt x="20008" y="21416"/>
                    <a:pt x="19946" y="21433"/>
                    <a:pt x="19919" y="21444"/>
                  </a:cubicBezTo>
                  <a:cubicBezTo>
                    <a:pt x="19898" y="21452"/>
                    <a:pt x="19848" y="21461"/>
                    <a:pt x="19835" y="21474"/>
                  </a:cubicBezTo>
                  <a:cubicBezTo>
                    <a:pt x="19822" y="21488"/>
                    <a:pt x="19841" y="21524"/>
                    <a:pt x="19829" y="21539"/>
                  </a:cubicBezTo>
                  <a:cubicBezTo>
                    <a:pt x="19822" y="21548"/>
                    <a:pt x="19794" y="21564"/>
                    <a:pt x="19778" y="21568"/>
                  </a:cubicBezTo>
                  <a:cubicBezTo>
                    <a:pt x="19759" y="21572"/>
                    <a:pt x="19717" y="21565"/>
                    <a:pt x="19698" y="21569"/>
                  </a:cubicBezTo>
                  <a:cubicBezTo>
                    <a:pt x="19680" y="21572"/>
                    <a:pt x="19653" y="21592"/>
                    <a:pt x="19634" y="21595"/>
                  </a:cubicBezTo>
                  <a:cubicBezTo>
                    <a:pt x="19608" y="21600"/>
                    <a:pt x="19554" y="21594"/>
                    <a:pt x="19527" y="21593"/>
                  </a:cubicBezTo>
                  <a:cubicBezTo>
                    <a:pt x="19513" y="21592"/>
                    <a:pt x="19483" y="21591"/>
                    <a:pt x="19470" y="21587"/>
                  </a:cubicBezTo>
                  <a:cubicBezTo>
                    <a:pt x="19452" y="21582"/>
                    <a:pt x="19429" y="21561"/>
                    <a:pt x="19412" y="21555"/>
                  </a:cubicBezTo>
                  <a:cubicBezTo>
                    <a:pt x="19400" y="21550"/>
                    <a:pt x="19372" y="21543"/>
                    <a:pt x="19357" y="21544"/>
                  </a:cubicBezTo>
                  <a:cubicBezTo>
                    <a:pt x="19343" y="21545"/>
                    <a:pt x="19320" y="21549"/>
                    <a:pt x="19310" y="21556"/>
                  </a:cubicBezTo>
                  <a:cubicBezTo>
                    <a:pt x="19300" y="21563"/>
                    <a:pt x="19304" y="21572"/>
                    <a:pt x="19294" y="21583"/>
                  </a:cubicBezTo>
                  <a:lnTo>
                    <a:pt x="15528" y="21413"/>
                  </a:lnTo>
                  <a:lnTo>
                    <a:pt x="12794" y="21274"/>
                  </a:lnTo>
                  <a:cubicBezTo>
                    <a:pt x="12794" y="21274"/>
                    <a:pt x="12783" y="21225"/>
                    <a:pt x="12783" y="21209"/>
                  </a:cubicBezTo>
                  <a:cubicBezTo>
                    <a:pt x="12782" y="21185"/>
                    <a:pt x="12798" y="21137"/>
                    <a:pt x="12794" y="21112"/>
                  </a:cubicBezTo>
                  <a:cubicBezTo>
                    <a:pt x="12791" y="21090"/>
                    <a:pt x="12768" y="21047"/>
                    <a:pt x="12758" y="21025"/>
                  </a:cubicBezTo>
                  <a:cubicBezTo>
                    <a:pt x="12750" y="21011"/>
                    <a:pt x="12742" y="20979"/>
                    <a:pt x="12725" y="20967"/>
                  </a:cubicBezTo>
                  <a:cubicBezTo>
                    <a:pt x="12708" y="20955"/>
                    <a:pt x="12657" y="20935"/>
                    <a:pt x="12631" y="20938"/>
                  </a:cubicBezTo>
                  <a:cubicBezTo>
                    <a:pt x="12612" y="20939"/>
                    <a:pt x="12593" y="20967"/>
                    <a:pt x="12574" y="20970"/>
                  </a:cubicBezTo>
                  <a:cubicBezTo>
                    <a:pt x="12559" y="20972"/>
                    <a:pt x="12526" y="20966"/>
                    <a:pt x="12515" y="20959"/>
                  </a:cubicBezTo>
                  <a:cubicBezTo>
                    <a:pt x="12497" y="20947"/>
                    <a:pt x="12488" y="20912"/>
                    <a:pt x="12487" y="20895"/>
                  </a:cubicBezTo>
                  <a:cubicBezTo>
                    <a:pt x="12486" y="20883"/>
                    <a:pt x="12493" y="20859"/>
                    <a:pt x="12502" y="20848"/>
                  </a:cubicBezTo>
                  <a:cubicBezTo>
                    <a:pt x="12511" y="20837"/>
                    <a:pt x="12547" y="20822"/>
                    <a:pt x="12556" y="20811"/>
                  </a:cubicBezTo>
                  <a:cubicBezTo>
                    <a:pt x="12566" y="20798"/>
                    <a:pt x="12571" y="20770"/>
                    <a:pt x="12571" y="20756"/>
                  </a:cubicBezTo>
                  <a:cubicBezTo>
                    <a:pt x="12571" y="20743"/>
                    <a:pt x="12564" y="20717"/>
                    <a:pt x="12556" y="20704"/>
                  </a:cubicBezTo>
                  <a:cubicBezTo>
                    <a:pt x="12552" y="20697"/>
                    <a:pt x="12534" y="20684"/>
                    <a:pt x="12528" y="20676"/>
                  </a:cubicBezTo>
                  <a:cubicBezTo>
                    <a:pt x="12521" y="20667"/>
                    <a:pt x="12504" y="20648"/>
                    <a:pt x="12503" y="20638"/>
                  </a:cubicBezTo>
                  <a:cubicBezTo>
                    <a:pt x="12502" y="20629"/>
                    <a:pt x="12509" y="20611"/>
                    <a:pt x="12518" y="20605"/>
                  </a:cubicBezTo>
                  <a:cubicBezTo>
                    <a:pt x="12528" y="20598"/>
                    <a:pt x="12562" y="20595"/>
                    <a:pt x="12575" y="20590"/>
                  </a:cubicBezTo>
                  <a:cubicBezTo>
                    <a:pt x="12587" y="20586"/>
                    <a:pt x="12612" y="20577"/>
                    <a:pt x="12619" y="20569"/>
                  </a:cubicBezTo>
                  <a:cubicBezTo>
                    <a:pt x="12634" y="20555"/>
                    <a:pt x="12643" y="20521"/>
                    <a:pt x="12646" y="20504"/>
                  </a:cubicBezTo>
                  <a:cubicBezTo>
                    <a:pt x="12653" y="20467"/>
                    <a:pt x="12646" y="20392"/>
                    <a:pt x="12643" y="20355"/>
                  </a:cubicBezTo>
                  <a:cubicBezTo>
                    <a:pt x="12642" y="20334"/>
                    <a:pt x="12635" y="20293"/>
                    <a:pt x="12632" y="20273"/>
                  </a:cubicBezTo>
                  <a:cubicBezTo>
                    <a:pt x="12627" y="20243"/>
                    <a:pt x="12617" y="20182"/>
                    <a:pt x="12612" y="20152"/>
                  </a:cubicBezTo>
                  <a:cubicBezTo>
                    <a:pt x="12608" y="20128"/>
                    <a:pt x="12608" y="20079"/>
                    <a:pt x="12599" y="20056"/>
                  </a:cubicBezTo>
                  <a:cubicBezTo>
                    <a:pt x="12584" y="20017"/>
                    <a:pt x="12532" y="19944"/>
                    <a:pt x="12503" y="19908"/>
                  </a:cubicBezTo>
                  <a:cubicBezTo>
                    <a:pt x="12482" y="19881"/>
                    <a:pt x="12426" y="19831"/>
                    <a:pt x="12403" y="19804"/>
                  </a:cubicBezTo>
                  <a:cubicBezTo>
                    <a:pt x="12385" y="19783"/>
                    <a:pt x="12349" y="19739"/>
                    <a:pt x="12335" y="19715"/>
                  </a:cubicBezTo>
                  <a:cubicBezTo>
                    <a:pt x="12318" y="19686"/>
                    <a:pt x="12305" y="19621"/>
                    <a:pt x="12282" y="19593"/>
                  </a:cubicBezTo>
                  <a:cubicBezTo>
                    <a:pt x="12263" y="19567"/>
                    <a:pt x="12208" y="19524"/>
                    <a:pt x="12178" y="19504"/>
                  </a:cubicBezTo>
                  <a:cubicBezTo>
                    <a:pt x="12165" y="19495"/>
                    <a:pt x="12135" y="19480"/>
                    <a:pt x="12121" y="19472"/>
                  </a:cubicBezTo>
                  <a:cubicBezTo>
                    <a:pt x="12100" y="19460"/>
                    <a:pt x="12052" y="19441"/>
                    <a:pt x="12035" y="19427"/>
                  </a:cubicBezTo>
                  <a:cubicBezTo>
                    <a:pt x="12020" y="19414"/>
                    <a:pt x="12010" y="19381"/>
                    <a:pt x="11999" y="19366"/>
                  </a:cubicBezTo>
                  <a:cubicBezTo>
                    <a:pt x="11986" y="19350"/>
                    <a:pt x="11962" y="19315"/>
                    <a:pt x="11941" y="19302"/>
                  </a:cubicBezTo>
                  <a:cubicBezTo>
                    <a:pt x="11926" y="19292"/>
                    <a:pt x="11887" y="19280"/>
                    <a:pt x="11868" y="19274"/>
                  </a:cubicBezTo>
                  <a:cubicBezTo>
                    <a:pt x="11854" y="19270"/>
                    <a:pt x="11824" y="19265"/>
                    <a:pt x="11810" y="19261"/>
                  </a:cubicBezTo>
                  <a:cubicBezTo>
                    <a:pt x="11796" y="19256"/>
                    <a:pt x="11767" y="19245"/>
                    <a:pt x="11757" y="19237"/>
                  </a:cubicBezTo>
                  <a:cubicBezTo>
                    <a:pt x="11742" y="19223"/>
                    <a:pt x="11737" y="19188"/>
                    <a:pt x="11726" y="19173"/>
                  </a:cubicBezTo>
                  <a:cubicBezTo>
                    <a:pt x="11716" y="19158"/>
                    <a:pt x="11687" y="19130"/>
                    <a:pt x="11673" y="19116"/>
                  </a:cubicBezTo>
                  <a:cubicBezTo>
                    <a:pt x="11664" y="19105"/>
                    <a:pt x="11648" y="19083"/>
                    <a:pt x="11635" y="19075"/>
                  </a:cubicBezTo>
                  <a:cubicBezTo>
                    <a:pt x="11622" y="19066"/>
                    <a:pt x="11583" y="19059"/>
                    <a:pt x="11570" y="19050"/>
                  </a:cubicBezTo>
                  <a:cubicBezTo>
                    <a:pt x="11558" y="19041"/>
                    <a:pt x="11551" y="19017"/>
                    <a:pt x="11541" y="19007"/>
                  </a:cubicBezTo>
                  <a:cubicBezTo>
                    <a:pt x="11517" y="18984"/>
                    <a:pt x="11458" y="18943"/>
                    <a:pt x="11422" y="18929"/>
                  </a:cubicBezTo>
                  <a:cubicBezTo>
                    <a:pt x="11398" y="18919"/>
                    <a:pt x="11336" y="18916"/>
                    <a:pt x="11313" y="18905"/>
                  </a:cubicBezTo>
                  <a:cubicBezTo>
                    <a:pt x="11300" y="18899"/>
                    <a:pt x="11286" y="18880"/>
                    <a:pt x="11275" y="18872"/>
                  </a:cubicBezTo>
                  <a:cubicBezTo>
                    <a:pt x="11246" y="18852"/>
                    <a:pt x="11174" y="18822"/>
                    <a:pt x="11147" y="18801"/>
                  </a:cubicBezTo>
                  <a:cubicBezTo>
                    <a:pt x="11124" y="18784"/>
                    <a:pt x="11090" y="18746"/>
                    <a:pt x="11073" y="18727"/>
                  </a:cubicBezTo>
                  <a:cubicBezTo>
                    <a:pt x="11056" y="18707"/>
                    <a:pt x="11027" y="18665"/>
                    <a:pt x="11010" y="18645"/>
                  </a:cubicBezTo>
                  <a:cubicBezTo>
                    <a:pt x="10996" y="18629"/>
                    <a:pt x="10969" y="18597"/>
                    <a:pt x="10950" y="18583"/>
                  </a:cubicBezTo>
                  <a:cubicBezTo>
                    <a:pt x="10927" y="18568"/>
                    <a:pt x="10869" y="18545"/>
                    <a:pt x="10842" y="18532"/>
                  </a:cubicBezTo>
                  <a:cubicBezTo>
                    <a:pt x="10829" y="18526"/>
                    <a:pt x="10804" y="18510"/>
                    <a:pt x="10788" y="18507"/>
                  </a:cubicBezTo>
                  <a:cubicBezTo>
                    <a:pt x="10776" y="18504"/>
                    <a:pt x="10748" y="18500"/>
                    <a:pt x="10736" y="18504"/>
                  </a:cubicBezTo>
                  <a:cubicBezTo>
                    <a:pt x="10719" y="18508"/>
                    <a:pt x="10696" y="18529"/>
                    <a:pt x="10688" y="18539"/>
                  </a:cubicBezTo>
                  <a:cubicBezTo>
                    <a:pt x="10680" y="18548"/>
                    <a:pt x="10684" y="18572"/>
                    <a:pt x="10671" y="18578"/>
                  </a:cubicBezTo>
                  <a:cubicBezTo>
                    <a:pt x="10655" y="18586"/>
                    <a:pt x="10608" y="18577"/>
                    <a:pt x="10586" y="18578"/>
                  </a:cubicBezTo>
                  <a:cubicBezTo>
                    <a:pt x="10553" y="18578"/>
                    <a:pt x="10488" y="18585"/>
                    <a:pt x="10455" y="18582"/>
                  </a:cubicBezTo>
                  <a:cubicBezTo>
                    <a:pt x="10427" y="18580"/>
                    <a:pt x="10370" y="18570"/>
                    <a:pt x="10345" y="18561"/>
                  </a:cubicBezTo>
                  <a:cubicBezTo>
                    <a:pt x="10320" y="18552"/>
                    <a:pt x="10287" y="18521"/>
                    <a:pt x="10264" y="18510"/>
                  </a:cubicBezTo>
                  <a:cubicBezTo>
                    <a:pt x="10248" y="18503"/>
                    <a:pt x="10210" y="18492"/>
                    <a:pt x="10192" y="18487"/>
                  </a:cubicBezTo>
                  <a:cubicBezTo>
                    <a:pt x="10171" y="18481"/>
                    <a:pt x="10122" y="18476"/>
                    <a:pt x="10105" y="18466"/>
                  </a:cubicBezTo>
                  <a:cubicBezTo>
                    <a:pt x="10089" y="18456"/>
                    <a:pt x="10071" y="18430"/>
                    <a:pt x="10068" y="18417"/>
                  </a:cubicBezTo>
                  <a:cubicBezTo>
                    <a:pt x="10066" y="18405"/>
                    <a:pt x="10073" y="18381"/>
                    <a:pt x="10083" y="18372"/>
                  </a:cubicBezTo>
                  <a:cubicBezTo>
                    <a:pt x="10091" y="18365"/>
                    <a:pt x="10118" y="18359"/>
                    <a:pt x="10129" y="18354"/>
                  </a:cubicBezTo>
                  <a:cubicBezTo>
                    <a:pt x="10146" y="18344"/>
                    <a:pt x="10180" y="18322"/>
                    <a:pt x="10190" y="18309"/>
                  </a:cubicBezTo>
                  <a:cubicBezTo>
                    <a:pt x="10201" y="18295"/>
                    <a:pt x="10208" y="18264"/>
                    <a:pt x="10208" y="18248"/>
                  </a:cubicBezTo>
                  <a:cubicBezTo>
                    <a:pt x="10210" y="18203"/>
                    <a:pt x="10187" y="18114"/>
                    <a:pt x="10170" y="18070"/>
                  </a:cubicBezTo>
                  <a:cubicBezTo>
                    <a:pt x="10157" y="18036"/>
                    <a:pt x="10123" y="17969"/>
                    <a:pt x="10095" y="17939"/>
                  </a:cubicBezTo>
                  <a:cubicBezTo>
                    <a:pt x="10077" y="17920"/>
                    <a:pt x="10025" y="17890"/>
                    <a:pt x="10001" y="17874"/>
                  </a:cubicBezTo>
                  <a:cubicBezTo>
                    <a:pt x="9984" y="17864"/>
                    <a:pt x="9952" y="17841"/>
                    <a:pt x="9932" y="17834"/>
                  </a:cubicBezTo>
                  <a:cubicBezTo>
                    <a:pt x="9901" y="17824"/>
                    <a:pt x="9832" y="17817"/>
                    <a:pt x="9798" y="17814"/>
                  </a:cubicBezTo>
                  <a:cubicBezTo>
                    <a:pt x="9773" y="17812"/>
                    <a:pt x="9721" y="17814"/>
                    <a:pt x="9696" y="17812"/>
                  </a:cubicBezTo>
                  <a:cubicBezTo>
                    <a:pt x="9662" y="17810"/>
                    <a:pt x="9595" y="17801"/>
                    <a:pt x="9561" y="17796"/>
                  </a:cubicBezTo>
                  <a:cubicBezTo>
                    <a:pt x="9530" y="17792"/>
                    <a:pt x="9469" y="17780"/>
                    <a:pt x="9437" y="17779"/>
                  </a:cubicBezTo>
                  <a:cubicBezTo>
                    <a:pt x="9414" y="17778"/>
                    <a:pt x="9368" y="17784"/>
                    <a:pt x="9344" y="17786"/>
                  </a:cubicBezTo>
                  <a:cubicBezTo>
                    <a:pt x="9330" y="17787"/>
                    <a:pt x="9301" y="17786"/>
                    <a:pt x="9289" y="17791"/>
                  </a:cubicBezTo>
                  <a:cubicBezTo>
                    <a:pt x="9274" y="17797"/>
                    <a:pt x="9267" y="17827"/>
                    <a:pt x="9249" y="17828"/>
                  </a:cubicBezTo>
                  <a:cubicBezTo>
                    <a:pt x="9235" y="17829"/>
                    <a:pt x="9218" y="17811"/>
                    <a:pt x="9211" y="17804"/>
                  </a:cubicBezTo>
                  <a:cubicBezTo>
                    <a:pt x="9200" y="17794"/>
                    <a:pt x="9190" y="17769"/>
                    <a:pt x="9178" y="17759"/>
                  </a:cubicBezTo>
                  <a:cubicBezTo>
                    <a:pt x="9165" y="17749"/>
                    <a:pt x="9130" y="17732"/>
                    <a:pt x="9111" y="17726"/>
                  </a:cubicBezTo>
                  <a:cubicBezTo>
                    <a:pt x="9084" y="17717"/>
                    <a:pt x="9024" y="17713"/>
                    <a:pt x="8996" y="17707"/>
                  </a:cubicBezTo>
                  <a:cubicBezTo>
                    <a:pt x="8967" y="17700"/>
                    <a:pt x="8910" y="17687"/>
                    <a:pt x="8884" y="17677"/>
                  </a:cubicBezTo>
                  <a:cubicBezTo>
                    <a:pt x="8861" y="17668"/>
                    <a:pt x="8822" y="17645"/>
                    <a:pt x="8802" y="17634"/>
                  </a:cubicBezTo>
                  <a:cubicBezTo>
                    <a:pt x="8774" y="17619"/>
                    <a:pt x="8725" y="17585"/>
                    <a:pt x="8695" y="17573"/>
                  </a:cubicBezTo>
                  <a:cubicBezTo>
                    <a:pt x="8669" y="17563"/>
                    <a:pt x="8608" y="17551"/>
                    <a:pt x="8580" y="17542"/>
                  </a:cubicBezTo>
                  <a:cubicBezTo>
                    <a:pt x="8567" y="17539"/>
                    <a:pt x="8542" y="17528"/>
                    <a:pt x="8527" y="17525"/>
                  </a:cubicBezTo>
                  <a:cubicBezTo>
                    <a:pt x="8512" y="17522"/>
                    <a:pt x="8476" y="17525"/>
                    <a:pt x="8463" y="17519"/>
                  </a:cubicBezTo>
                  <a:cubicBezTo>
                    <a:pt x="8449" y="17513"/>
                    <a:pt x="8442" y="17489"/>
                    <a:pt x="8432" y="17480"/>
                  </a:cubicBezTo>
                  <a:cubicBezTo>
                    <a:pt x="8420" y="17468"/>
                    <a:pt x="8394" y="17444"/>
                    <a:pt x="8377" y="17434"/>
                  </a:cubicBezTo>
                  <a:cubicBezTo>
                    <a:pt x="8363" y="17426"/>
                    <a:pt x="8325" y="17417"/>
                    <a:pt x="8309" y="17411"/>
                  </a:cubicBezTo>
                  <a:cubicBezTo>
                    <a:pt x="8298" y="17407"/>
                    <a:pt x="8275" y="17400"/>
                    <a:pt x="8267" y="17394"/>
                  </a:cubicBezTo>
                  <a:cubicBezTo>
                    <a:pt x="8255" y="17386"/>
                    <a:pt x="8242" y="17365"/>
                    <a:pt x="8236" y="17355"/>
                  </a:cubicBezTo>
                  <a:cubicBezTo>
                    <a:pt x="8225" y="17339"/>
                    <a:pt x="8204" y="17307"/>
                    <a:pt x="8201" y="17290"/>
                  </a:cubicBezTo>
                  <a:cubicBezTo>
                    <a:pt x="8196" y="17268"/>
                    <a:pt x="8212" y="17224"/>
                    <a:pt x="8207" y="17202"/>
                  </a:cubicBezTo>
                  <a:cubicBezTo>
                    <a:pt x="8203" y="17182"/>
                    <a:pt x="8189" y="17141"/>
                    <a:pt x="8168" y="17126"/>
                  </a:cubicBezTo>
                  <a:cubicBezTo>
                    <a:pt x="8157" y="17119"/>
                    <a:pt x="8125" y="17115"/>
                    <a:pt x="8112" y="17109"/>
                  </a:cubicBezTo>
                  <a:cubicBezTo>
                    <a:pt x="8095" y="17102"/>
                    <a:pt x="8064" y="17085"/>
                    <a:pt x="8053" y="17075"/>
                  </a:cubicBezTo>
                  <a:cubicBezTo>
                    <a:pt x="8041" y="17064"/>
                    <a:pt x="8033" y="17039"/>
                    <a:pt x="8024" y="17027"/>
                  </a:cubicBezTo>
                  <a:cubicBezTo>
                    <a:pt x="8020" y="17022"/>
                    <a:pt x="8012" y="17009"/>
                    <a:pt x="8004" y="17005"/>
                  </a:cubicBezTo>
                  <a:cubicBezTo>
                    <a:pt x="7991" y="16998"/>
                    <a:pt x="7950" y="16999"/>
                    <a:pt x="7938" y="16991"/>
                  </a:cubicBezTo>
                  <a:cubicBezTo>
                    <a:pt x="7926" y="16984"/>
                    <a:pt x="7921" y="16961"/>
                    <a:pt x="7914" y="16951"/>
                  </a:cubicBezTo>
                  <a:cubicBezTo>
                    <a:pt x="7903" y="16937"/>
                    <a:pt x="7882" y="16907"/>
                    <a:pt x="7865" y="16894"/>
                  </a:cubicBezTo>
                  <a:cubicBezTo>
                    <a:pt x="7848" y="16881"/>
                    <a:pt x="7803" y="16862"/>
                    <a:pt x="7781" y="16853"/>
                  </a:cubicBezTo>
                  <a:cubicBezTo>
                    <a:pt x="7755" y="16841"/>
                    <a:pt x="7698" y="16823"/>
                    <a:pt x="7673" y="16811"/>
                  </a:cubicBezTo>
                  <a:cubicBezTo>
                    <a:pt x="7640" y="16795"/>
                    <a:pt x="7588" y="16751"/>
                    <a:pt x="7554" y="16736"/>
                  </a:cubicBezTo>
                  <a:cubicBezTo>
                    <a:pt x="7525" y="16723"/>
                    <a:pt x="7460" y="16703"/>
                    <a:pt x="7426" y="16697"/>
                  </a:cubicBezTo>
                  <a:cubicBezTo>
                    <a:pt x="7393" y="16691"/>
                    <a:pt x="7323" y="16690"/>
                    <a:pt x="7289" y="16691"/>
                  </a:cubicBezTo>
                  <a:cubicBezTo>
                    <a:pt x="7268" y="16692"/>
                    <a:pt x="7224" y="16694"/>
                    <a:pt x="7205" y="16700"/>
                  </a:cubicBezTo>
                  <a:cubicBezTo>
                    <a:pt x="7192" y="16704"/>
                    <a:pt x="7175" y="16722"/>
                    <a:pt x="7161" y="16726"/>
                  </a:cubicBezTo>
                  <a:cubicBezTo>
                    <a:pt x="7149" y="16729"/>
                    <a:pt x="7120" y="16733"/>
                    <a:pt x="7108" y="16729"/>
                  </a:cubicBezTo>
                  <a:cubicBezTo>
                    <a:pt x="7096" y="16725"/>
                    <a:pt x="7087" y="16706"/>
                    <a:pt x="7077" y="16700"/>
                  </a:cubicBezTo>
                  <a:cubicBezTo>
                    <a:pt x="7060" y="16689"/>
                    <a:pt x="7019" y="16671"/>
                    <a:pt x="6998" y="16664"/>
                  </a:cubicBezTo>
                  <a:cubicBezTo>
                    <a:pt x="6982" y="16659"/>
                    <a:pt x="6949" y="16651"/>
                    <a:pt x="6932" y="16650"/>
                  </a:cubicBezTo>
                  <a:cubicBezTo>
                    <a:pt x="6908" y="16647"/>
                    <a:pt x="6859" y="16650"/>
                    <a:pt x="6835" y="16651"/>
                  </a:cubicBezTo>
                  <a:cubicBezTo>
                    <a:pt x="6812" y="16652"/>
                    <a:pt x="6766" y="16659"/>
                    <a:pt x="6744" y="16655"/>
                  </a:cubicBezTo>
                  <a:cubicBezTo>
                    <a:pt x="6722" y="16652"/>
                    <a:pt x="6681" y="16636"/>
                    <a:pt x="6665" y="16626"/>
                  </a:cubicBezTo>
                  <a:cubicBezTo>
                    <a:pt x="6648" y="16616"/>
                    <a:pt x="6632" y="16587"/>
                    <a:pt x="6614" y="16579"/>
                  </a:cubicBezTo>
                  <a:cubicBezTo>
                    <a:pt x="6601" y="16573"/>
                    <a:pt x="6564" y="16571"/>
                    <a:pt x="6550" y="16565"/>
                  </a:cubicBezTo>
                  <a:cubicBezTo>
                    <a:pt x="6535" y="16558"/>
                    <a:pt x="6519" y="16535"/>
                    <a:pt x="6506" y="16528"/>
                  </a:cubicBezTo>
                  <a:cubicBezTo>
                    <a:pt x="6481" y="16513"/>
                    <a:pt x="6424" y="16489"/>
                    <a:pt x="6393" y="16482"/>
                  </a:cubicBezTo>
                  <a:cubicBezTo>
                    <a:pt x="6373" y="16477"/>
                    <a:pt x="6329" y="16474"/>
                    <a:pt x="6307" y="16473"/>
                  </a:cubicBezTo>
                  <a:cubicBezTo>
                    <a:pt x="6284" y="16472"/>
                    <a:pt x="6236" y="16478"/>
                    <a:pt x="6214" y="16473"/>
                  </a:cubicBezTo>
                  <a:cubicBezTo>
                    <a:pt x="6191" y="16469"/>
                    <a:pt x="6157" y="16444"/>
                    <a:pt x="6135" y="16437"/>
                  </a:cubicBezTo>
                  <a:cubicBezTo>
                    <a:pt x="6107" y="16429"/>
                    <a:pt x="6046" y="16421"/>
                    <a:pt x="6016" y="16418"/>
                  </a:cubicBezTo>
                  <a:cubicBezTo>
                    <a:pt x="6000" y="16416"/>
                    <a:pt x="5966" y="16416"/>
                    <a:pt x="5950" y="16414"/>
                  </a:cubicBezTo>
                  <a:cubicBezTo>
                    <a:pt x="5919" y="16408"/>
                    <a:pt x="5864" y="16387"/>
                    <a:pt x="5833" y="16382"/>
                  </a:cubicBezTo>
                  <a:cubicBezTo>
                    <a:pt x="5807" y="16378"/>
                    <a:pt x="5753" y="16377"/>
                    <a:pt x="5727" y="16377"/>
                  </a:cubicBezTo>
                  <a:cubicBezTo>
                    <a:pt x="5691" y="16377"/>
                    <a:pt x="5621" y="16384"/>
                    <a:pt x="5586" y="16383"/>
                  </a:cubicBezTo>
                  <a:cubicBezTo>
                    <a:pt x="5553" y="16383"/>
                    <a:pt x="5490" y="16377"/>
                    <a:pt x="5457" y="16375"/>
                  </a:cubicBezTo>
                  <a:cubicBezTo>
                    <a:pt x="5410" y="16372"/>
                    <a:pt x="5313" y="16374"/>
                    <a:pt x="5268" y="16365"/>
                  </a:cubicBezTo>
                  <a:cubicBezTo>
                    <a:pt x="5254" y="16362"/>
                    <a:pt x="5227" y="16353"/>
                    <a:pt x="5218" y="16346"/>
                  </a:cubicBezTo>
                  <a:cubicBezTo>
                    <a:pt x="5207" y="16338"/>
                    <a:pt x="5195" y="16318"/>
                    <a:pt x="5191" y="16308"/>
                  </a:cubicBezTo>
                  <a:cubicBezTo>
                    <a:pt x="5187" y="16297"/>
                    <a:pt x="5186" y="16274"/>
                    <a:pt x="5184" y="16262"/>
                  </a:cubicBezTo>
                  <a:cubicBezTo>
                    <a:pt x="5181" y="16249"/>
                    <a:pt x="5178" y="16223"/>
                    <a:pt x="5171" y="16210"/>
                  </a:cubicBezTo>
                  <a:cubicBezTo>
                    <a:pt x="5162" y="16196"/>
                    <a:pt x="5136" y="16170"/>
                    <a:pt x="5121" y="16157"/>
                  </a:cubicBezTo>
                  <a:cubicBezTo>
                    <a:pt x="5106" y="16146"/>
                    <a:pt x="5072" y="16125"/>
                    <a:pt x="5053" y="16117"/>
                  </a:cubicBezTo>
                  <a:cubicBezTo>
                    <a:pt x="5039" y="16111"/>
                    <a:pt x="5010" y="16101"/>
                    <a:pt x="4994" y="16099"/>
                  </a:cubicBezTo>
                  <a:cubicBezTo>
                    <a:pt x="4977" y="16095"/>
                    <a:pt x="4940" y="16099"/>
                    <a:pt x="4923" y="16095"/>
                  </a:cubicBezTo>
                  <a:cubicBezTo>
                    <a:pt x="4908" y="16091"/>
                    <a:pt x="4880" y="16077"/>
                    <a:pt x="4870" y="16068"/>
                  </a:cubicBezTo>
                  <a:cubicBezTo>
                    <a:pt x="4862" y="16059"/>
                    <a:pt x="4857" y="16037"/>
                    <a:pt x="4856" y="16026"/>
                  </a:cubicBezTo>
                  <a:cubicBezTo>
                    <a:pt x="4855" y="16017"/>
                    <a:pt x="4857" y="15998"/>
                    <a:pt x="4863" y="15989"/>
                  </a:cubicBezTo>
                  <a:cubicBezTo>
                    <a:pt x="4871" y="15978"/>
                    <a:pt x="4899" y="15960"/>
                    <a:pt x="4913" y="15951"/>
                  </a:cubicBezTo>
                  <a:cubicBezTo>
                    <a:pt x="4927" y="15942"/>
                    <a:pt x="4962" y="15928"/>
                    <a:pt x="4975" y="15919"/>
                  </a:cubicBezTo>
                  <a:cubicBezTo>
                    <a:pt x="4998" y="15902"/>
                    <a:pt x="5036" y="15863"/>
                    <a:pt x="5047" y="15842"/>
                  </a:cubicBezTo>
                  <a:cubicBezTo>
                    <a:pt x="5054" y="15828"/>
                    <a:pt x="5060" y="15797"/>
                    <a:pt x="5057" y="15783"/>
                  </a:cubicBezTo>
                  <a:cubicBezTo>
                    <a:pt x="5055" y="15770"/>
                    <a:pt x="5041" y="15746"/>
                    <a:pt x="5032" y="15735"/>
                  </a:cubicBezTo>
                  <a:cubicBezTo>
                    <a:pt x="5024" y="15724"/>
                    <a:pt x="4997" y="15708"/>
                    <a:pt x="4993" y="15698"/>
                  </a:cubicBezTo>
                  <a:cubicBezTo>
                    <a:pt x="4988" y="15687"/>
                    <a:pt x="4991" y="15665"/>
                    <a:pt x="4996" y="15654"/>
                  </a:cubicBezTo>
                  <a:cubicBezTo>
                    <a:pt x="5001" y="15643"/>
                    <a:pt x="5024" y="15623"/>
                    <a:pt x="5035" y="15613"/>
                  </a:cubicBezTo>
                  <a:cubicBezTo>
                    <a:pt x="5049" y="15602"/>
                    <a:pt x="5085" y="15584"/>
                    <a:pt x="5097" y="15572"/>
                  </a:cubicBezTo>
                  <a:cubicBezTo>
                    <a:pt x="5107" y="15563"/>
                    <a:pt x="5121" y="15540"/>
                    <a:pt x="5127" y="15529"/>
                  </a:cubicBezTo>
                  <a:cubicBezTo>
                    <a:pt x="5131" y="15519"/>
                    <a:pt x="5137" y="15497"/>
                    <a:pt x="5135" y="15486"/>
                  </a:cubicBezTo>
                  <a:cubicBezTo>
                    <a:pt x="5134" y="15478"/>
                    <a:pt x="5126" y="15460"/>
                    <a:pt x="5119" y="15452"/>
                  </a:cubicBezTo>
                  <a:cubicBezTo>
                    <a:pt x="5110" y="15442"/>
                    <a:pt x="5081" y="15425"/>
                    <a:pt x="5069" y="15416"/>
                  </a:cubicBezTo>
                  <a:cubicBezTo>
                    <a:pt x="5060" y="15409"/>
                    <a:pt x="5038" y="15395"/>
                    <a:pt x="5032" y="15386"/>
                  </a:cubicBezTo>
                  <a:cubicBezTo>
                    <a:pt x="5027" y="15377"/>
                    <a:pt x="5024" y="15358"/>
                    <a:pt x="5026" y="15349"/>
                  </a:cubicBezTo>
                  <a:cubicBezTo>
                    <a:pt x="5030" y="15337"/>
                    <a:pt x="5057" y="15315"/>
                    <a:pt x="5066" y="15303"/>
                  </a:cubicBezTo>
                  <a:cubicBezTo>
                    <a:pt x="5080" y="15287"/>
                    <a:pt x="5105" y="15255"/>
                    <a:pt x="5119" y="15239"/>
                  </a:cubicBezTo>
                  <a:cubicBezTo>
                    <a:pt x="5135" y="15221"/>
                    <a:pt x="5176" y="15187"/>
                    <a:pt x="5189" y="15168"/>
                  </a:cubicBezTo>
                  <a:cubicBezTo>
                    <a:pt x="5198" y="15155"/>
                    <a:pt x="5207" y="15128"/>
                    <a:pt x="5214" y="15115"/>
                  </a:cubicBezTo>
                  <a:cubicBezTo>
                    <a:pt x="5224" y="15096"/>
                    <a:pt x="5253" y="15060"/>
                    <a:pt x="5259" y="15040"/>
                  </a:cubicBezTo>
                  <a:cubicBezTo>
                    <a:pt x="5264" y="15025"/>
                    <a:pt x="5262" y="14993"/>
                    <a:pt x="5263" y="14978"/>
                  </a:cubicBezTo>
                  <a:cubicBezTo>
                    <a:pt x="5264" y="14963"/>
                    <a:pt x="5273" y="14932"/>
                    <a:pt x="5267" y="14917"/>
                  </a:cubicBezTo>
                  <a:cubicBezTo>
                    <a:pt x="5263" y="14908"/>
                    <a:pt x="5246" y="14891"/>
                    <a:pt x="5234" y="14885"/>
                  </a:cubicBezTo>
                  <a:cubicBezTo>
                    <a:pt x="5221" y="14877"/>
                    <a:pt x="5182" y="14875"/>
                    <a:pt x="5169" y="14868"/>
                  </a:cubicBezTo>
                  <a:cubicBezTo>
                    <a:pt x="5155" y="14861"/>
                    <a:pt x="5143" y="14839"/>
                    <a:pt x="5132" y="14830"/>
                  </a:cubicBezTo>
                  <a:cubicBezTo>
                    <a:pt x="5123" y="14822"/>
                    <a:pt x="5104" y="14807"/>
                    <a:pt x="5091" y="14803"/>
                  </a:cubicBezTo>
                  <a:cubicBezTo>
                    <a:pt x="5079" y="14799"/>
                    <a:pt x="5050" y="14795"/>
                    <a:pt x="5038" y="14799"/>
                  </a:cubicBezTo>
                  <a:cubicBezTo>
                    <a:pt x="5024" y="14802"/>
                    <a:pt x="5013" y="14823"/>
                    <a:pt x="5002" y="14830"/>
                  </a:cubicBezTo>
                  <a:cubicBezTo>
                    <a:pt x="4993" y="14836"/>
                    <a:pt x="4975" y="14850"/>
                    <a:pt x="4963" y="14848"/>
                  </a:cubicBezTo>
                  <a:cubicBezTo>
                    <a:pt x="4950" y="14847"/>
                    <a:pt x="4946" y="14825"/>
                    <a:pt x="4940" y="14817"/>
                  </a:cubicBezTo>
                  <a:cubicBezTo>
                    <a:pt x="4930" y="14806"/>
                    <a:pt x="4913" y="14781"/>
                    <a:pt x="4898" y="14771"/>
                  </a:cubicBezTo>
                  <a:cubicBezTo>
                    <a:pt x="4883" y="14762"/>
                    <a:pt x="4840" y="14751"/>
                    <a:pt x="4823" y="14742"/>
                  </a:cubicBezTo>
                  <a:cubicBezTo>
                    <a:pt x="4804" y="14731"/>
                    <a:pt x="4774" y="14703"/>
                    <a:pt x="4758" y="14690"/>
                  </a:cubicBezTo>
                  <a:cubicBezTo>
                    <a:pt x="4745" y="14680"/>
                    <a:pt x="4715" y="14662"/>
                    <a:pt x="4707" y="14650"/>
                  </a:cubicBezTo>
                  <a:cubicBezTo>
                    <a:pt x="4697" y="14634"/>
                    <a:pt x="4690" y="14600"/>
                    <a:pt x="4695" y="14583"/>
                  </a:cubicBezTo>
                  <a:cubicBezTo>
                    <a:pt x="4698" y="14573"/>
                    <a:pt x="4717" y="14556"/>
                    <a:pt x="4727" y="14548"/>
                  </a:cubicBezTo>
                  <a:cubicBezTo>
                    <a:pt x="4735" y="14542"/>
                    <a:pt x="4758" y="14533"/>
                    <a:pt x="4766" y="14527"/>
                  </a:cubicBezTo>
                  <a:cubicBezTo>
                    <a:pt x="4779" y="14515"/>
                    <a:pt x="4790" y="14488"/>
                    <a:pt x="4798" y="14474"/>
                  </a:cubicBezTo>
                  <a:cubicBezTo>
                    <a:pt x="4805" y="14462"/>
                    <a:pt x="4816" y="14438"/>
                    <a:pt x="4824" y="14427"/>
                  </a:cubicBezTo>
                  <a:cubicBezTo>
                    <a:pt x="4833" y="14414"/>
                    <a:pt x="4862" y="14393"/>
                    <a:pt x="4867" y="14380"/>
                  </a:cubicBezTo>
                  <a:cubicBezTo>
                    <a:pt x="4876" y="14361"/>
                    <a:pt x="4869" y="14320"/>
                    <a:pt x="4868" y="14300"/>
                  </a:cubicBezTo>
                  <a:cubicBezTo>
                    <a:pt x="4868" y="14289"/>
                    <a:pt x="4871" y="14266"/>
                    <a:pt x="4865" y="14255"/>
                  </a:cubicBezTo>
                  <a:cubicBezTo>
                    <a:pt x="4857" y="14243"/>
                    <a:pt x="4829" y="14220"/>
                    <a:pt x="4810" y="14213"/>
                  </a:cubicBezTo>
                  <a:cubicBezTo>
                    <a:pt x="4794" y="14207"/>
                    <a:pt x="4753" y="14210"/>
                    <a:pt x="4737" y="14205"/>
                  </a:cubicBezTo>
                  <a:cubicBezTo>
                    <a:pt x="4725" y="14201"/>
                    <a:pt x="4711" y="14185"/>
                    <a:pt x="4700" y="14180"/>
                  </a:cubicBezTo>
                  <a:cubicBezTo>
                    <a:pt x="4679" y="14172"/>
                    <a:pt x="4626" y="14171"/>
                    <a:pt x="4604" y="14163"/>
                  </a:cubicBezTo>
                  <a:cubicBezTo>
                    <a:pt x="4590" y="14158"/>
                    <a:pt x="4566" y="14142"/>
                    <a:pt x="4557" y="14133"/>
                  </a:cubicBezTo>
                  <a:cubicBezTo>
                    <a:pt x="4543" y="14119"/>
                    <a:pt x="4534" y="14087"/>
                    <a:pt x="4520" y="14074"/>
                  </a:cubicBezTo>
                  <a:cubicBezTo>
                    <a:pt x="4509" y="14062"/>
                    <a:pt x="4474" y="14045"/>
                    <a:pt x="4461" y="14033"/>
                  </a:cubicBezTo>
                  <a:cubicBezTo>
                    <a:pt x="4451" y="14023"/>
                    <a:pt x="4440" y="13998"/>
                    <a:pt x="4429" y="13988"/>
                  </a:cubicBezTo>
                  <a:cubicBezTo>
                    <a:pt x="4419" y="13979"/>
                    <a:pt x="4385" y="13966"/>
                    <a:pt x="4378" y="13955"/>
                  </a:cubicBezTo>
                  <a:cubicBezTo>
                    <a:pt x="4370" y="13945"/>
                    <a:pt x="4376" y="13921"/>
                    <a:pt x="4373" y="13910"/>
                  </a:cubicBezTo>
                  <a:cubicBezTo>
                    <a:pt x="4369" y="13896"/>
                    <a:pt x="4357" y="13868"/>
                    <a:pt x="4348" y="13854"/>
                  </a:cubicBezTo>
                  <a:cubicBezTo>
                    <a:pt x="4342" y="13844"/>
                    <a:pt x="4320" y="13825"/>
                    <a:pt x="4314" y="13814"/>
                  </a:cubicBezTo>
                  <a:cubicBezTo>
                    <a:pt x="4308" y="13801"/>
                    <a:pt x="4311" y="13773"/>
                    <a:pt x="4303" y="13760"/>
                  </a:cubicBezTo>
                  <a:cubicBezTo>
                    <a:pt x="4297" y="13751"/>
                    <a:pt x="4279" y="13736"/>
                    <a:pt x="4268" y="13731"/>
                  </a:cubicBezTo>
                  <a:cubicBezTo>
                    <a:pt x="4259" y="13726"/>
                    <a:pt x="4235" y="13723"/>
                    <a:pt x="4224" y="13720"/>
                  </a:cubicBezTo>
                  <a:cubicBezTo>
                    <a:pt x="4200" y="13713"/>
                    <a:pt x="4154" y="13697"/>
                    <a:pt x="4131" y="13689"/>
                  </a:cubicBezTo>
                  <a:cubicBezTo>
                    <a:pt x="4115" y="13683"/>
                    <a:pt x="4081" y="13673"/>
                    <a:pt x="4067" y="13665"/>
                  </a:cubicBezTo>
                  <a:cubicBezTo>
                    <a:pt x="4053" y="13658"/>
                    <a:pt x="4029" y="13641"/>
                    <a:pt x="4021" y="13631"/>
                  </a:cubicBezTo>
                  <a:cubicBezTo>
                    <a:pt x="4010" y="13618"/>
                    <a:pt x="4005" y="13591"/>
                    <a:pt x="3997" y="13578"/>
                  </a:cubicBezTo>
                  <a:cubicBezTo>
                    <a:pt x="3988" y="13566"/>
                    <a:pt x="3957" y="13545"/>
                    <a:pt x="3952" y="13532"/>
                  </a:cubicBezTo>
                  <a:cubicBezTo>
                    <a:pt x="3947" y="13515"/>
                    <a:pt x="3967" y="13479"/>
                    <a:pt x="3968" y="13461"/>
                  </a:cubicBezTo>
                  <a:cubicBezTo>
                    <a:pt x="3969" y="13445"/>
                    <a:pt x="3965" y="13411"/>
                    <a:pt x="3959" y="13395"/>
                  </a:cubicBezTo>
                  <a:cubicBezTo>
                    <a:pt x="3955" y="13383"/>
                    <a:pt x="3944" y="13361"/>
                    <a:pt x="3935" y="13352"/>
                  </a:cubicBezTo>
                  <a:cubicBezTo>
                    <a:pt x="3923" y="13338"/>
                    <a:pt x="3888" y="13317"/>
                    <a:pt x="3875" y="13304"/>
                  </a:cubicBezTo>
                  <a:cubicBezTo>
                    <a:pt x="3858" y="13288"/>
                    <a:pt x="3831" y="13252"/>
                    <a:pt x="3816" y="13234"/>
                  </a:cubicBezTo>
                  <a:cubicBezTo>
                    <a:pt x="3806" y="13222"/>
                    <a:pt x="3787" y="13198"/>
                    <a:pt x="3776" y="13187"/>
                  </a:cubicBezTo>
                  <a:cubicBezTo>
                    <a:pt x="3764" y="13175"/>
                    <a:pt x="3732" y="13156"/>
                    <a:pt x="3723" y="13143"/>
                  </a:cubicBezTo>
                  <a:cubicBezTo>
                    <a:pt x="3713" y="13129"/>
                    <a:pt x="3706" y="13098"/>
                    <a:pt x="3706" y="13083"/>
                  </a:cubicBezTo>
                  <a:cubicBezTo>
                    <a:pt x="3707" y="13071"/>
                    <a:pt x="3721" y="13047"/>
                    <a:pt x="3723" y="13035"/>
                  </a:cubicBezTo>
                  <a:cubicBezTo>
                    <a:pt x="3726" y="13018"/>
                    <a:pt x="3732" y="12982"/>
                    <a:pt x="3726" y="12965"/>
                  </a:cubicBezTo>
                  <a:cubicBezTo>
                    <a:pt x="3721" y="12947"/>
                    <a:pt x="3698" y="12914"/>
                    <a:pt x="3681" y="12899"/>
                  </a:cubicBezTo>
                  <a:cubicBezTo>
                    <a:pt x="3662" y="12883"/>
                    <a:pt x="3607" y="12861"/>
                    <a:pt x="3582" y="12849"/>
                  </a:cubicBezTo>
                  <a:cubicBezTo>
                    <a:pt x="3568" y="12842"/>
                    <a:pt x="3534" y="12832"/>
                    <a:pt x="3524" y="12823"/>
                  </a:cubicBezTo>
                  <a:cubicBezTo>
                    <a:pt x="3514" y="12812"/>
                    <a:pt x="3513" y="12786"/>
                    <a:pt x="3509" y="12774"/>
                  </a:cubicBezTo>
                  <a:cubicBezTo>
                    <a:pt x="3503" y="12757"/>
                    <a:pt x="3489" y="12725"/>
                    <a:pt x="3483" y="12709"/>
                  </a:cubicBezTo>
                  <a:cubicBezTo>
                    <a:pt x="3478" y="12697"/>
                    <a:pt x="3469" y="12674"/>
                    <a:pt x="3465" y="12663"/>
                  </a:cubicBezTo>
                  <a:cubicBezTo>
                    <a:pt x="3459" y="12646"/>
                    <a:pt x="3453" y="12610"/>
                    <a:pt x="3445" y="12593"/>
                  </a:cubicBezTo>
                  <a:cubicBezTo>
                    <a:pt x="3435" y="12573"/>
                    <a:pt x="3404" y="12534"/>
                    <a:pt x="3388" y="12516"/>
                  </a:cubicBezTo>
                  <a:cubicBezTo>
                    <a:pt x="3366" y="12491"/>
                    <a:pt x="3318" y="12442"/>
                    <a:pt x="3289" y="12421"/>
                  </a:cubicBezTo>
                  <a:cubicBezTo>
                    <a:pt x="3259" y="12399"/>
                    <a:pt x="3188" y="12360"/>
                    <a:pt x="3151" y="12342"/>
                  </a:cubicBezTo>
                  <a:cubicBezTo>
                    <a:pt x="3128" y="12332"/>
                    <a:pt x="3075" y="12319"/>
                    <a:pt x="3055" y="12307"/>
                  </a:cubicBezTo>
                  <a:cubicBezTo>
                    <a:pt x="3039" y="12297"/>
                    <a:pt x="3014" y="12273"/>
                    <a:pt x="3007" y="12259"/>
                  </a:cubicBezTo>
                  <a:cubicBezTo>
                    <a:pt x="3000" y="12246"/>
                    <a:pt x="3009" y="12217"/>
                    <a:pt x="3002" y="12204"/>
                  </a:cubicBezTo>
                  <a:cubicBezTo>
                    <a:pt x="2994" y="12189"/>
                    <a:pt x="2961" y="12165"/>
                    <a:pt x="2949" y="12152"/>
                  </a:cubicBezTo>
                  <a:cubicBezTo>
                    <a:pt x="2942" y="12144"/>
                    <a:pt x="2926" y="12129"/>
                    <a:pt x="2924" y="12120"/>
                  </a:cubicBezTo>
                  <a:cubicBezTo>
                    <a:pt x="2920" y="12102"/>
                    <a:pt x="2938" y="12065"/>
                    <a:pt x="2942" y="12046"/>
                  </a:cubicBezTo>
                  <a:cubicBezTo>
                    <a:pt x="2946" y="12026"/>
                    <a:pt x="2957" y="11984"/>
                    <a:pt x="2958" y="11964"/>
                  </a:cubicBezTo>
                  <a:cubicBezTo>
                    <a:pt x="2959" y="11937"/>
                    <a:pt x="2954" y="11882"/>
                    <a:pt x="2947" y="11856"/>
                  </a:cubicBezTo>
                  <a:cubicBezTo>
                    <a:pt x="2944" y="11841"/>
                    <a:pt x="2927" y="11813"/>
                    <a:pt x="2926" y="11798"/>
                  </a:cubicBezTo>
                  <a:cubicBezTo>
                    <a:pt x="2924" y="11780"/>
                    <a:pt x="2934" y="11744"/>
                    <a:pt x="2942" y="11727"/>
                  </a:cubicBezTo>
                  <a:cubicBezTo>
                    <a:pt x="2947" y="11716"/>
                    <a:pt x="2961" y="11696"/>
                    <a:pt x="2971" y="11687"/>
                  </a:cubicBezTo>
                  <a:cubicBezTo>
                    <a:pt x="2980" y="11677"/>
                    <a:pt x="3012" y="11665"/>
                    <a:pt x="3017" y="11654"/>
                  </a:cubicBezTo>
                  <a:cubicBezTo>
                    <a:pt x="3020" y="11645"/>
                    <a:pt x="3014" y="11625"/>
                    <a:pt x="3004" y="11618"/>
                  </a:cubicBezTo>
                  <a:cubicBezTo>
                    <a:pt x="2988" y="11608"/>
                    <a:pt x="2930" y="11614"/>
                    <a:pt x="2915" y="11603"/>
                  </a:cubicBezTo>
                  <a:cubicBezTo>
                    <a:pt x="2904" y="11595"/>
                    <a:pt x="2900" y="11569"/>
                    <a:pt x="2906" y="11559"/>
                  </a:cubicBezTo>
                  <a:cubicBezTo>
                    <a:pt x="2915" y="11546"/>
                    <a:pt x="2959" y="11535"/>
                    <a:pt x="2975" y="11526"/>
                  </a:cubicBezTo>
                  <a:cubicBezTo>
                    <a:pt x="2990" y="11516"/>
                    <a:pt x="3012" y="11490"/>
                    <a:pt x="3030" y="11482"/>
                  </a:cubicBezTo>
                  <a:cubicBezTo>
                    <a:pt x="3045" y="11476"/>
                    <a:pt x="3081" y="11468"/>
                    <a:pt x="3098" y="11470"/>
                  </a:cubicBezTo>
                  <a:cubicBezTo>
                    <a:pt x="3115" y="11472"/>
                    <a:pt x="3141" y="11489"/>
                    <a:pt x="3151" y="11498"/>
                  </a:cubicBezTo>
                  <a:cubicBezTo>
                    <a:pt x="3165" y="11509"/>
                    <a:pt x="3169" y="11541"/>
                    <a:pt x="3187" y="11549"/>
                  </a:cubicBezTo>
                  <a:cubicBezTo>
                    <a:pt x="3197" y="11554"/>
                    <a:pt x="3225" y="11556"/>
                    <a:pt x="3237" y="11553"/>
                  </a:cubicBezTo>
                  <a:cubicBezTo>
                    <a:pt x="3261" y="11548"/>
                    <a:pt x="3286" y="11518"/>
                    <a:pt x="3304" y="11506"/>
                  </a:cubicBezTo>
                  <a:cubicBezTo>
                    <a:pt x="3317" y="11497"/>
                    <a:pt x="3350" y="11482"/>
                    <a:pt x="3359" y="11471"/>
                  </a:cubicBezTo>
                  <a:cubicBezTo>
                    <a:pt x="3369" y="11459"/>
                    <a:pt x="3370" y="11430"/>
                    <a:pt x="3377" y="11417"/>
                  </a:cubicBezTo>
                  <a:cubicBezTo>
                    <a:pt x="3386" y="11398"/>
                    <a:pt x="3413" y="11361"/>
                    <a:pt x="3425" y="11342"/>
                  </a:cubicBezTo>
                  <a:cubicBezTo>
                    <a:pt x="3434" y="11328"/>
                    <a:pt x="3449" y="11298"/>
                    <a:pt x="3460" y="11284"/>
                  </a:cubicBezTo>
                  <a:cubicBezTo>
                    <a:pt x="3474" y="11267"/>
                    <a:pt x="3510" y="11237"/>
                    <a:pt x="3522" y="11220"/>
                  </a:cubicBezTo>
                  <a:cubicBezTo>
                    <a:pt x="3532" y="11206"/>
                    <a:pt x="3548" y="11178"/>
                    <a:pt x="3551" y="11163"/>
                  </a:cubicBezTo>
                  <a:cubicBezTo>
                    <a:pt x="3555" y="11142"/>
                    <a:pt x="3548" y="11100"/>
                    <a:pt x="3542" y="11080"/>
                  </a:cubicBezTo>
                  <a:cubicBezTo>
                    <a:pt x="3535" y="11056"/>
                    <a:pt x="3510" y="11010"/>
                    <a:pt x="3500" y="10987"/>
                  </a:cubicBezTo>
                  <a:cubicBezTo>
                    <a:pt x="3494" y="10971"/>
                    <a:pt x="3483" y="10939"/>
                    <a:pt x="3476" y="10924"/>
                  </a:cubicBezTo>
                  <a:cubicBezTo>
                    <a:pt x="3467" y="10906"/>
                    <a:pt x="3449" y="10868"/>
                    <a:pt x="3434" y="10852"/>
                  </a:cubicBezTo>
                  <a:cubicBezTo>
                    <a:pt x="3424" y="10841"/>
                    <a:pt x="3398" y="10821"/>
                    <a:pt x="3381" y="10814"/>
                  </a:cubicBezTo>
                  <a:cubicBezTo>
                    <a:pt x="3363" y="10807"/>
                    <a:pt x="3322" y="10797"/>
                    <a:pt x="3301" y="10799"/>
                  </a:cubicBezTo>
                  <a:cubicBezTo>
                    <a:pt x="3287" y="10801"/>
                    <a:pt x="3270" y="10818"/>
                    <a:pt x="3257" y="10823"/>
                  </a:cubicBezTo>
                  <a:cubicBezTo>
                    <a:pt x="3243" y="10828"/>
                    <a:pt x="3209" y="10840"/>
                    <a:pt x="3193" y="10837"/>
                  </a:cubicBezTo>
                  <a:cubicBezTo>
                    <a:pt x="3179" y="10834"/>
                    <a:pt x="3172" y="10809"/>
                    <a:pt x="3158" y="10805"/>
                  </a:cubicBezTo>
                  <a:cubicBezTo>
                    <a:pt x="3145" y="10800"/>
                    <a:pt x="3113" y="10803"/>
                    <a:pt x="3098" y="10805"/>
                  </a:cubicBezTo>
                  <a:cubicBezTo>
                    <a:pt x="3082" y="10807"/>
                    <a:pt x="3055" y="10822"/>
                    <a:pt x="3039" y="10823"/>
                  </a:cubicBezTo>
                  <a:cubicBezTo>
                    <a:pt x="2995" y="10825"/>
                    <a:pt x="2908" y="10806"/>
                    <a:pt x="2871" y="10791"/>
                  </a:cubicBezTo>
                  <a:cubicBezTo>
                    <a:pt x="2835" y="10776"/>
                    <a:pt x="2782" y="10731"/>
                    <a:pt x="2756" y="10709"/>
                  </a:cubicBezTo>
                  <a:cubicBezTo>
                    <a:pt x="2726" y="10682"/>
                    <a:pt x="2673" y="10626"/>
                    <a:pt x="2650" y="10596"/>
                  </a:cubicBezTo>
                  <a:cubicBezTo>
                    <a:pt x="2627" y="10565"/>
                    <a:pt x="2592" y="10500"/>
                    <a:pt x="2575" y="10467"/>
                  </a:cubicBezTo>
                  <a:cubicBezTo>
                    <a:pt x="2570" y="10456"/>
                    <a:pt x="2563" y="10431"/>
                    <a:pt x="2556" y="10420"/>
                  </a:cubicBezTo>
                  <a:cubicBezTo>
                    <a:pt x="2549" y="10410"/>
                    <a:pt x="2537" y="10390"/>
                    <a:pt x="2525" y="10382"/>
                  </a:cubicBezTo>
                  <a:cubicBezTo>
                    <a:pt x="2516" y="10378"/>
                    <a:pt x="2492" y="10373"/>
                    <a:pt x="2480" y="10371"/>
                  </a:cubicBezTo>
                  <a:cubicBezTo>
                    <a:pt x="2468" y="10369"/>
                    <a:pt x="2437" y="10374"/>
                    <a:pt x="2430" y="10367"/>
                  </a:cubicBezTo>
                  <a:cubicBezTo>
                    <a:pt x="2417" y="10357"/>
                    <a:pt x="2449" y="10329"/>
                    <a:pt x="2443" y="10316"/>
                  </a:cubicBezTo>
                  <a:cubicBezTo>
                    <a:pt x="2438" y="10306"/>
                    <a:pt x="2405" y="10294"/>
                    <a:pt x="2399" y="10284"/>
                  </a:cubicBezTo>
                  <a:cubicBezTo>
                    <a:pt x="2393" y="10275"/>
                    <a:pt x="2401" y="10254"/>
                    <a:pt x="2394" y="10245"/>
                  </a:cubicBezTo>
                  <a:cubicBezTo>
                    <a:pt x="2386" y="10234"/>
                    <a:pt x="2348" y="10221"/>
                    <a:pt x="2339" y="10210"/>
                  </a:cubicBezTo>
                  <a:cubicBezTo>
                    <a:pt x="2326" y="10194"/>
                    <a:pt x="2322" y="10156"/>
                    <a:pt x="2322" y="10138"/>
                  </a:cubicBezTo>
                  <a:cubicBezTo>
                    <a:pt x="2322" y="10117"/>
                    <a:pt x="2335" y="10076"/>
                    <a:pt x="2342" y="10056"/>
                  </a:cubicBezTo>
                  <a:cubicBezTo>
                    <a:pt x="2347" y="10040"/>
                    <a:pt x="2359" y="10007"/>
                    <a:pt x="2368" y="9991"/>
                  </a:cubicBezTo>
                  <a:cubicBezTo>
                    <a:pt x="2376" y="9976"/>
                    <a:pt x="2400" y="9949"/>
                    <a:pt x="2410" y="9935"/>
                  </a:cubicBezTo>
                  <a:cubicBezTo>
                    <a:pt x="2419" y="9922"/>
                    <a:pt x="2441" y="9896"/>
                    <a:pt x="2445" y="9881"/>
                  </a:cubicBezTo>
                  <a:cubicBezTo>
                    <a:pt x="2450" y="9864"/>
                    <a:pt x="2452" y="9830"/>
                    <a:pt x="2445" y="9813"/>
                  </a:cubicBezTo>
                  <a:cubicBezTo>
                    <a:pt x="2442" y="9804"/>
                    <a:pt x="2423" y="9790"/>
                    <a:pt x="2419" y="9781"/>
                  </a:cubicBezTo>
                  <a:cubicBezTo>
                    <a:pt x="2410" y="9763"/>
                    <a:pt x="2410" y="9725"/>
                    <a:pt x="2410" y="9706"/>
                  </a:cubicBezTo>
                  <a:cubicBezTo>
                    <a:pt x="2410" y="9689"/>
                    <a:pt x="2418" y="9653"/>
                    <a:pt x="2419" y="9636"/>
                  </a:cubicBezTo>
                  <a:cubicBezTo>
                    <a:pt x="2419" y="9619"/>
                    <a:pt x="2429" y="9584"/>
                    <a:pt x="2412" y="9572"/>
                  </a:cubicBezTo>
                  <a:cubicBezTo>
                    <a:pt x="2401" y="9563"/>
                    <a:pt x="2360" y="9565"/>
                    <a:pt x="2344" y="9562"/>
                  </a:cubicBezTo>
                  <a:cubicBezTo>
                    <a:pt x="2332" y="9560"/>
                    <a:pt x="2305" y="9558"/>
                    <a:pt x="2297" y="9552"/>
                  </a:cubicBezTo>
                  <a:cubicBezTo>
                    <a:pt x="2288" y="9545"/>
                    <a:pt x="2290" y="9524"/>
                    <a:pt x="2291" y="9515"/>
                  </a:cubicBezTo>
                  <a:cubicBezTo>
                    <a:pt x="2291" y="9498"/>
                    <a:pt x="2300" y="9466"/>
                    <a:pt x="2306" y="9451"/>
                  </a:cubicBezTo>
                  <a:cubicBezTo>
                    <a:pt x="2310" y="9440"/>
                    <a:pt x="2328" y="9419"/>
                    <a:pt x="2330" y="9408"/>
                  </a:cubicBezTo>
                  <a:cubicBezTo>
                    <a:pt x="2333" y="9398"/>
                    <a:pt x="2323" y="9378"/>
                    <a:pt x="2328" y="9369"/>
                  </a:cubicBezTo>
                  <a:cubicBezTo>
                    <a:pt x="2334" y="9360"/>
                    <a:pt x="2359" y="9349"/>
                    <a:pt x="2370" y="9342"/>
                  </a:cubicBezTo>
                  <a:cubicBezTo>
                    <a:pt x="2379" y="9337"/>
                    <a:pt x="2399" y="9328"/>
                    <a:pt x="2406" y="9322"/>
                  </a:cubicBezTo>
                  <a:cubicBezTo>
                    <a:pt x="2414" y="9313"/>
                    <a:pt x="2418" y="9292"/>
                    <a:pt x="2425" y="9283"/>
                  </a:cubicBezTo>
                  <a:cubicBezTo>
                    <a:pt x="2432" y="9275"/>
                    <a:pt x="2453" y="9265"/>
                    <a:pt x="2459" y="9257"/>
                  </a:cubicBezTo>
                  <a:cubicBezTo>
                    <a:pt x="2467" y="9245"/>
                    <a:pt x="2466" y="9216"/>
                    <a:pt x="2467" y="9202"/>
                  </a:cubicBezTo>
                  <a:cubicBezTo>
                    <a:pt x="2468" y="9189"/>
                    <a:pt x="2465" y="9163"/>
                    <a:pt x="2467" y="9149"/>
                  </a:cubicBezTo>
                  <a:cubicBezTo>
                    <a:pt x="2469" y="9137"/>
                    <a:pt x="2483" y="9113"/>
                    <a:pt x="2485" y="9101"/>
                  </a:cubicBezTo>
                  <a:cubicBezTo>
                    <a:pt x="2488" y="9081"/>
                    <a:pt x="2477" y="9042"/>
                    <a:pt x="2483" y="9023"/>
                  </a:cubicBezTo>
                  <a:cubicBezTo>
                    <a:pt x="2485" y="9016"/>
                    <a:pt x="2495" y="9001"/>
                    <a:pt x="2502" y="8995"/>
                  </a:cubicBezTo>
                  <a:cubicBezTo>
                    <a:pt x="2508" y="8989"/>
                    <a:pt x="2520" y="8977"/>
                    <a:pt x="2530" y="8974"/>
                  </a:cubicBezTo>
                  <a:cubicBezTo>
                    <a:pt x="2542" y="8971"/>
                    <a:pt x="2571" y="8977"/>
                    <a:pt x="2584" y="8974"/>
                  </a:cubicBezTo>
                  <a:cubicBezTo>
                    <a:pt x="2598" y="8972"/>
                    <a:pt x="2619" y="8958"/>
                    <a:pt x="2633" y="8955"/>
                  </a:cubicBezTo>
                  <a:cubicBezTo>
                    <a:pt x="2650" y="8951"/>
                    <a:pt x="2687" y="8949"/>
                    <a:pt x="2705" y="8950"/>
                  </a:cubicBezTo>
                  <a:cubicBezTo>
                    <a:pt x="2722" y="8951"/>
                    <a:pt x="2757" y="8956"/>
                    <a:pt x="2773" y="8961"/>
                  </a:cubicBezTo>
                  <a:cubicBezTo>
                    <a:pt x="2786" y="8966"/>
                    <a:pt x="2809" y="8978"/>
                    <a:pt x="2817" y="8986"/>
                  </a:cubicBezTo>
                  <a:cubicBezTo>
                    <a:pt x="2829" y="8999"/>
                    <a:pt x="2837" y="9030"/>
                    <a:pt x="2837" y="9045"/>
                  </a:cubicBezTo>
                  <a:cubicBezTo>
                    <a:pt x="2838" y="9056"/>
                    <a:pt x="2828" y="9079"/>
                    <a:pt x="2826" y="9090"/>
                  </a:cubicBezTo>
                  <a:cubicBezTo>
                    <a:pt x="2824" y="9099"/>
                    <a:pt x="2818" y="9117"/>
                    <a:pt x="2821" y="9126"/>
                  </a:cubicBezTo>
                  <a:cubicBezTo>
                    <a:pt x="2824" y="9134"/>
                    <a:pt x="2846" y="9145"/>
                    <a:pt x="2848" y="9153"/>
                  </a:cubicBezTo>
                  <a:cubicBezTo>
                    <a:pt x="2849" y="9158"/>
                    <a:pt x="2846" y="9171"/>
                    <a:pt x="2839" y="9173"/>
                  </a:cubicBezTo>
                  <a:cubicBezTo>
                    <a:pt x="2826" y="9179"/>
                    <a:pt x="2793" y="9167"/>
                    <a:pt x="2778" y="9170"/>
                  </a:cubicBezTo>
                  <a:cubicBezTo>
                    <a:pt x="2767" y="9172"/>
                    <a:pt x="2746" y="9184"/>
                    <a:pt x="2742" y="9191"/>
                  </a:cubicBezTo>
                  <a:cubicBezTo>
                    <a:pt x="2736" y="9201"/>
                    <a:pt x="2749" y="9221"/>
                    <a:pt x="2751" y="9232"/>
                  </a:cubicBezTo>
                  <a:cubicBezTo>
                    <a:pt x="2752" y="9242"/>
                    <a:pt x="2753" y="9263"/>
                    <a:pt x="2751" y="9272"/>
                  </a:cubicBezTo>
                  <a:cubicBezTo>
                    <a:pt x="2748" y="9282"/>
                    <a:pt x="2727" y="9300"/>
                    <a:pt x="2730" y="9310"/>
                  </a:cubicBezTo>
                  <a:cubicBezTo>
                    <a:pt x="2732" y="9318"/>
                    <a:pt x="2760" y="9328"/>
                    <a:pt x="2762" y="9336"/>
                  </a:cubicBezTo>
                  <a:cubicBezTo>
                    <a:pt x="2764" y="9345"/>
                    <a:pt x="2748" y="9361"/>
                    <a:pt x="2743" y="9369"/>
                  </a:cubicBezTo>
                  <a:cubicBezTo>
                    <a:pt x="2737" y="9378"/>
                    <a:pt x="2712" y="9396"/>
                    <a:pt x="2715" y="9406"/>
                  </a:cubicBezTo>
                  <a:cubicBezTo>
                    <a:pt x="2718" y="9414"/>
                    <a:pt x="2745" y="9423"/>
                    <a:pt x="2756" y="9426"/>
                  </a:cubicBezTo>
                  <a:cubicBezTo>
                    <a:pt x="2770" y="9430"/>
                    <a:pt x="2803" y="9430"/>
                    <a:pt x="2817" y="9435"/>
                  </a:cubicBezTo>
                  <a:cubicBezTo>
                    <a:pt x="2831" y="9440"/>
                    <a:pt x="2848" y="9459"/>
                    <a:pt x="2861" y="9465"/>
                  </a:cubicBezTo>
                  <a:cubicBezTo>
                    <a:pt x="2872" y="9471"/>
                    <a:pt x="2898" y="9481"/>
                    <a:pt x="2911" y="9485"/>
                  </a:cubicBezTo>
                  <a:cubicBezTo>
                    <a:pt x="2927" y="9491"/>
                    <a:pt x="2964" y="9500"/>
                    <a:pt x="2978" y="9508"/>
                  </a:cubicBezTo>
                  <a:cubicBezTo>
                    <a:pt x="2993" y="9516"/>
                    <a:pt x="3014" y="9537"/>
                    <a:pt x="3026" y="9547"/>
                  </a:cubicBezTo>
                  <a:cubicBezTo>
                    <a:pt x="3036" y="9555"/>
                    <a:pt x="3061" y="9572"/>
                    <a:pt x="3068" y="9583"/>
                  </a:cubicBezTo>
                  <a:cubicBezTo>
                    <a:pt x="3077" y="9594"/>
                    <a:pt x="3080" y="9621"/>
                    <a:pt x="3090" y="9633"/>
                  </a:cubicBezTo>
                  <a:cubicBezTo>
                    <a:pt x="3099" y="9642"/>
                    <a:pt x="3122" y="9659"/>
                    <a:pt x="3137" y="9663"/>
                  </a:cubicBezTo>
                  <a:cubicBezTo>
                    <a:pt x="3159" y="9669"/>
                    <a:pt x="3209" y="9663"/>
                    <a:pt x="3232" y="9666"/>
                  </a:cubicBezTo>
                  <a:cubicBezTo>
                    <a:pt x="3246" y="9668"/>
                    <a:pt x="3274" y="9684"/>
                    <a:pt x="3287" y="9680"/>
                  </a:cubicBezTo>
                  <a:cubicBezTo>
                    <a:pt x="3304" y="9674"/>
                    <a:pt x="3304" y="9646"/>
                    <a:pt x="3304" y="9634"/>
                  </a:cubicBezTo>
                  <a:cubicBezTo>
                    <a:pt x="3303" y="9624"/>
                    <a:pt x="3292" y="9606"/>
                    <a:pt x="3287" y="9597"/>
                  </a:cubicBezTo>
                  <a:cubicBezTo>
                    <a:pt x="3280" y="9583"/>
                    <a:pt x="3259" y="9556"/>
                    <a:pt x="3255" y="9542"/>
                  </a:cubicBezTo>
                  <a:cubicBezTo>
                    <a:pt x="3252" y="9528"/>
                    <a:pt x="3259" y="9500"/>
                    <a:pt x="3261" y="9486"/>
                  </a:cubicBezTo>
                  <a:cubicBezTo>
                    <a:pt x="3264" y="9467"/>
                    <a:pt x="3276" y="9429"/>
                    <a:pt x="3277" y="9410"/>
                  </a:cubicBezTo>
                  <a:cubicBezTo>
                    <a:pt x="3278" y="9389"/>
                    <a:pt x="3279" y="9348"/>
                    <a:pt x="3270" y="9329"/>
                  </a:cubicBezTo>
                  <a:cubicBezTo>
                    <a:pt x="3264" y="9318"/>
                    <a:pt x="3244" y="9298"/>
                    <a:pt x="3232" y="9289"/>
                  </a:cubicBezTo>
                  <a:cubicBezTo>
                    <a:pt x="3217" y="9279"/>
                    <a:pt x="3181" y="9263"/>
                    <a:pt x="3162" y="9256"/>
                  </a:cubicBezTo>
                  <a:cubicBezTo>
                    <a:pt x="3152" y="9251"/>
                    <a:pt x="3126" y="9246"/>
                    <a:pt x="3117" y="9239"/>
                  </a:cubicBezTo>
                  <a:cubicBezTo>
                    <a:pt x="3106" y="9231"/>
                    <a:pt x="3097" y="9208"/>
                    <a:pt x="3094" y="9197"/>
                  </a:cubicBezTo>
                  <a:cubicBezTo>
                    <a:pt x="3092" y="9187"/>
                    <a:pt x="3091" y="9165"/>
                    <a:pt x="3097" y="9155"/>
                  </a:cubicBezTo>
                  <a:cubicBezTo>
                    <a:pt x="3102" y="9148"/>
                    <a:pt x="3127" y="9139"/>
                    <a:pt x="3129" y="9132"/>
                  </a:cubicBezTo>
                  <a:cubicBezTo>
                    <a:pt x="3132" y="9125"/>
                    <a:pt x="3124" y="9108"/>
                    <a:pt x="3115" y="9103"/>
                  </a:cubicBezTo>
                  <a:cubicBezTo>
                    <a:pt x="3101" y="9096"/>
                    <a:pt x="3061" y="9102"/>
                    <a:pt x="3044" y="9098"/>
                  </a:cubicBezTo>
                  <a:cubicBezTo>
                    <a:pt x="3030" y="9095"/>
                    <a:pt x="3004" y="9085"/>
                    <a:pt x="2992" y="9079"/>
                  </a:cubicBezTo>
                  <a:cubicBezTo>
                    <a:pt x="2981" y="9072"/>
                    <a:pt x="2959" y="9058"/>
                    <a:pt x="2955" y="9049"/>
                  </a:cubicBezTo>
                  <a:cubicBezTo>
                    <a:pt x="2949" y="9035"/>
                    <a:pt x="2957" y="9005"/>
                    <a:pt x="2965" y="8992"/>
                  </a:cubicBezTo>
                  <a:cubicBezTo>
                    <a:pt x="2969" y="8985"/>
                    <a:pt x="2983" y="8971"/>
                    <a:pt x="2994" y="8967"/>
                  </a:cubicBezTo>
                  <a:cubicBezTo>
                    <a:pt x="3004" y="8962"/>
                    <a:pt x="3033" y="8964"/>
                    <a:pt x="3042" y="8959"/>
                  </a:cubicBezTo>
                  <a:cubicBezTo>
                    <a:pt x="3050" y="8954"/>
                    <a:pt x="3053" y="8940"/>
                    <a:pt x="3056" y="8933"/>
                  </a:cubicBezTo>
                  <a:cubicBezTo>
                    <a:pt x="3058" y="8926"/>
                    <a:pt x="3056" y="8910"/>
                    <a:pt x="3059" y="8903"/>
                  </a:cubicBezTo>
                  <a:cubicBezTo>
                    <a:pt x="3063" y="8892"/>
                    <a:pt x="3082" y="8874"/>
                    <a:pt x="3085" y="8863"/>
                  </a:cubicBezTo>
                  <a:cubicBezTo>
                    <a:pt x="3088" y="8854"/>
                    <a:pt x="3090" y="8834"/>
                    <a:pt x="3085" y="8824"/>
                  </a:cubicBezTo>
                  <a:cubicBezTo>
                    <a:pt x="3081" y="8815"/>
                    <a:pt x="3064" y="8798"/>
                    <a:pt x="3051" y="8792"/>
                  </a:cubicBezTo>
                  <a:cubicBezTo>
                    <a:pt x="3041" y="8788"/>
                    <a:pt x="3015" y="8787"/>
                    <a:pt x="3003" y="8786"/>
                  </a:cubicBezTo>
                  <a:cubicBezTo>
                    <a:pt x="2986" y="8783"/>
                    <a:pt x="2950" y="8785"/>
                    <a:pt x="2936" y="8779"/>
                  </a:cubicBezTo>
                  <a:cubicBezTo>
                    <a:pt x="2926" y="8775"/>
                    <a:pt x="2916" y="8760"/>
                    <a:pt x="2909" y="8754"/>
                  </a:cubicBezTo>
                  <a:cubicBezTo>
                    <a:pt x="2897" y="8745"/>
                    <a:pt x="2870" y="8727"/>
                    <a:pt x="2860" y="8717"/>
                  </a:cubicBezTo>
                  <a:cubicBezTo>
                    <a:pt x="2853" y="8709"/>
                    <a:pt x="2836" y="8692"/>
                    <a:pt x="2840" y="8683"/>
                  </a:cubicBezTo>
                  <a:cubicBezTo>
                    <a:pt x="2845" y="8673"/>
                    <a:pt x="2879" y="8663"/>
                    <a:pt x="2894" y="8659"/>
                  </a:cubicBezTo>
                  <a:cubicBezTo>
                    <a:pt x="2914" y="8654"/>
                    <a:pt x="2958" y="8660"/>
                    <a:pt x="2976" y="8654"/>
                  </a:cubicBezTo>
                  <a:cubicBezTo>
                    <a:pt x="2984" y="8651"/>
                    <a:pt x="2992" y="8640"/>
                    <a:pt x="2997" y="8635"/>
                  </a:cubicBezTo>
                  <a:cubicBezTo>
                    <a:pt x="3008" y="8624"/>
                    <a:pt x="3019" y="8598"/>
                    <a:pt x="3032" y="8588"/>
                  </a:cubicBezTo>
                  <a:cubicBezTo>
                    <a:pt x="3037" y="8584"/>
                    <a:pt x="3051" y="8575"/>
                    <a:pt x="3059" y="8576"/>
                  </a:cubicBezTo>
                  <a:cubicBezTo>
                    <a:pt x="3072" y="8577"/>
                    <a:pt x="3079" y="8598"/>
                    <a:pt x="3091" y="8602"/>
                  </a:cubicBezTo>
                  <a:cubicBezTo>
                    <a:pt x="3105" y="8607"/>
                    <a:pt x="3140" y="8605"/>
                    <a:pt x="3157" y="8604"/>
                  </a:cubicBezTo>
                  <a:cubicBezTo>
                    <a:pt x="3177" y="8604"/>
                    <a:pt x="3219" y="8601"/>
                    <a:pt x="3236" y="8595"/>
                  </a:cubicBezTo>
                  <a:cubicBezTo>
                    <a:pt x="3250" y="8590"/>
                    <a:pt x="3268" y="8572"/>
                    <a:pt x="3280" y="8565"/>
                  </a:cubicBezTo>
                  <a:cubicBezTo>
                    <a:pt x="3288" y="8559"/>
                    <a:pt x="3311" y="8551"/>
                    <a:pt x="3317" y="8544"/>
                  </a:cubicBezTo>
                  <a:cubicBezTo>
                    <a:pt x="3328" y="8531"/>
                    <a:pt x="3330" y="8499"/>
                    <a:pt x="3325" y="8485"/>
                  </a:cubicBezTo>
                  <a:cubicBezTo>
                    <a:pt x="3320" y="8473"/>
                    <a:pt x="3294" y="8453"/>
                    <a:pt x="3282" y="8443"/>
                  </a:cubicBezTo>
                  <a:cubicBezTo>
                    <a:pt x="3264" y="8428"/>
                    <a:pt x="3224" y="8401"/>
                    <a:pt x="3206" y="8386"/>
                  </a:cubicBezTo>
                  <a:cubicBezTo>
                    <a:pt x="3189" y="8374"/>
                    <a:pt x="3155" y="8351"/>
                    <a:pt x="3141" y="8338"/>
                  </a:cubicBezTo>
                  <a:cubicBezTo>
                    <a:pt x="3131" y="8327"/>
                    <a:pt x="3124" y="8301"/>
                    <a:pt x="3109" y="8293"/>
                  </a:cubicBezTo>
                  <a:cubicBezTo>
                    <a:pt x="3100" y="8287"/>
                    <a:pt x="3073" y="8281"/>
                    <a:pt x="3061" y="8283"/>
                  </a:cubicBezTo>
                  <a:cubicBezTo>
                    <a:pt x="3043" y="8286"/>
                    <a:pt x="3029" y="8312"/>
                    <a:pt x="3015" y="8319"/>
                  </a:cubicBezTo>
                  <a:cubicBezTo>
                    <a:pt x="2999" y="8327"/>
                    <a:pt x="2963" y="8340"/>
                    <a:pt x="2943" y="8341"/>
                  </a:cubicBezTo>
                  <a:cubicBezTo>
                    <a:pt x="2931" y="8342"/>
                    <a:pt x="2910" y="8332"/>
                    <a:pt x="2899" y="8332"/>
                  </a:cubicBezTo>
                  <a:cubicBezTo>
                    <a:pt x="2884" y="8330"/>
                    <a:pt x="2851" y="8327"/>
                    <a:pt x="2839" y="8333"/>
                  </a:cubicBezTo>
                  <a:cubicBezTo>
                    <a:pt x="2824" y="8340"/>
                    <a:pt x="2820" y="8366"/>
                    <a:pt x="2817" y="8377"/>
                  </a:cubicBezTo>
                  <a:cubicBezTo>
                    <a:pt x="2814" y="8388"/>
                    <a:pt x="2820" y="8410"/>
                    <a:pt x="2814" y="8420"/>
                  </a:cubicBezTo>
                  <a:cubicBezTo>
                    <a:pt x="2807" y="8430"/>
                    <a:pt x="2775" y="8443"/>
                    <a:pt x="2765" y="8452"/>
                  </a:cubicBezTo>
                  <a:cubicBezTo>
                    <a:pt x="2755" y="8461"/>
                    <a:pt x="2736" y="8480"/>
                    <a:pt x="2732" y="8491"/>
                  </a:cubicBezTo>
                  <a:cubicBezTo>
                    <a:pt x="2728" y="8501"/>
                    <a:pt x="2724" y="8522"/>
                    <a:pt x="2731" y="8531"/>
                  </a:cubicBezTo>
                  <a:cubicBezTo>
                    <a:pt x="2740" y="8543"/>
                    <a:pt x="2786" y="8551"/>
                    <a:pt x="2795" y="8563"/>
                  </a:cubicBezTo>
                  <a:cubicBezTo>
                    <a:pt x="2800" y="8569"/>
                    <a:pt x="2800" y="8584"/>
                    <a:pt x="2795" y="8590"/>
                  </a:cubicBezTo>
                  <a:cubicBezTo>
                    <a:pt x="2790" y="8597"/>
                    <a:pt x="2764" y="8605"/>
                    <a:pt x="2755" y="8610"/>
                  </a:cubicBezTo>
                  <a:cubicBezTo>
                    <a:pt x="2743" y="8619"/>
                    <a:pt x="2727" y="8638"/>
                    <a:pt x="2716" y="8647"/>
                  </a:cubicBezTo>
                  <a:cubicBezTo>
                    <a:pt x="2703" y="8655"/>
                    <a:pt x="2666" y="8665"/>
                    <a:pt x="2660" y="8676"/>
                  </a:cubicBezTo>
                  <a:cubicBezTo>
                    <a:pt x="2656" y="8683"/>
                    <a:pt x="2668" y="8699"/>
                    <a:pt x="2673" y="8706"/>
                  </a:cubicBezTo>
                  <a:cubicBezTo>
                    <a:pt x="2683" y="8723"/>
                    <a:pt x="2715" y="8754"/>
                    <a:pt x="2730" y="8769"/>
                  </a:cubicBezTo>
                  <a:cubicBezTo>
                    <a:pt x="2739" y="8779"/>
                    <a:pt x="2762" y="8797"/>
                    <a:pt x="2770" y="8808"/>
                  </a:cubicBezTo>
                  <a:cubicBezTo>
                    <a:pt x="2778" y="8819"/>
                    <a:pt x="2796" y="8844"/>
                    <a:pt x="2789" y="8856"/>
                  </a:cubicBezTo>
                  <a:cubicBezTo>
                    <a:pt x="2785" y="8863"/>
                    <a:pt x="2760" y="8876"/>
                    <a:pt x="2747" y="8875"/>
                  </a:cubicBezTo>
                  <a:cubicBezTo>
                    <a:pt x="2729" y="8874"/>
                    <a:pt x="2710" y="8849"/>
                    <a:pt x="2700" y="8840"/>
                  </a:cubicBezTo>
                  <a:cubicBezTo>
                    <a:pt x="2693" y="8833"/>
                    <a:pt x="2688" y="8815"/>
                    <a:pt x="2677" y="8811"/>
                  </a:cubicBezTo>
                  <a:cubicBezTo>
                    <a:pt x="2670" y="8809"/>
                    <a:pt x="2652" y="8808"/>
                    <a:pt x="2645" y="8810"/>
                  </a:cubicBezTo>
                  <a:cubicBezTo>
                    <a:pt x="2635" y="8814"/>
                    <a:pt x="2622" y="8829"/>
                    <a:pt x="2621" y="8836"/>
                  </a:cubicBezTo>
                  <a:cubicBezTo>
                    <a:pt x="2618" y="8846"/>
                    <a:pt x="2636" y="8865"/>
                    <a:pt x="2635" y="8874"/>
                  </a:cubicBezTo>
                  <a:cubicBezTo>
                    <a:pt x="2634" y="8883"/>
                    <a:pt x="2627" y="8902"/>
                    <a:pt x="2615" y="8906"/>
                  </a:cubicBezTo>
                  <a:cubicBezTo>
                    <a:pt x="2603" y="8911"/>
                    <a:pt x="2574" y="8904"/>
                    <a:pt x="2561" y="8902"/>
                  </a:cubicBezTo>
                  <a:cubicBezTo>
                    <a:pt x="2545" y="8900"/>
                    <a:pt x="2515" y="8893"/>
                    <a:pt x="2502" y="8887"/>
                  </a:cubicBezTo>
                  <a:cubicBezTo>
                    <a:pt x="2477" y="8877"/>
                    <a:pt x="2437" y="8848"/>
                    <a:pt x="2420" y="8833"/>
                  </a:cubicBezTo>
                  <a:cubicBezTo>
                    <a:pt x="2407" y="8822"/>
                    <a:pt x="2392" y="8797"/>
                    <a:pt x="2381" y="8786"/>
                  </a:cubicBezTo>
                  <a:cubicBezTo>
                    <a:pt x="2365" y="8769"/>
                    <a:pt x="2329" y="8738"/>
                    <a:pt x="2308" y="8724"/>
                  </a:cubicBezTo>
                  <a:cubicBezTo>
                    <a:pt x="2293" y="8715"/>
                    <a:pt x="2260" y="8698"/>
                    <a:pt x="2241" y="8691"/>
                  </a:cubicBezTo>
                  <a:cubicBezTo>
                    <a:pt x="2230" y="8687"/>
                    <a:pt x="2203" y="8681"/>
                    <a:pt x="2190" y="8680"/>
                  </a:cubicBezTo>
                  <a:cubicBezTo>
                    <a:pt x="2174" y="8679"/>
                    <a:pt x="2141" y="8685"/>
                    <a:pt x="2125" y="8685"/>
                  </a:cubicBezTo>
                  <a:cubicBezTo>
                    <a:pt x="2112" y="8684"/>
                    <a:pt x="2085" y="8684"/>
                    <a:pt x="2075" y="8679"/>
                  </a:cubicBezTo>
                  <a:cubicBezTo>
                    <a:pt x="2061" y="8671"/>
                    <a:pt x="2063" y="8645"/>
                    <a:pt x="2056" y="8634"/>
                  </a:cubicBezTo>
                  <a:cubicBezTo>
                    <a:pt x="2046" y="8618"/>
                    <a:pt x="2020" y="8588"/>
                    <a:pt x="2005" y="8573"/>
                  </a:cubicBezTo>
                  <a:cubicBezTo>
                    <a:pt x="1994" y="8564"/>
                    <a:pt x="1965" y="8549"/>
                    <a:pt x="1958" y="8538"/>
                  </a:cubicBezTo>
                  <a:cubicBezTo>
                    <a:pt x="1946" y="8523"/>
                    <a:pt x="1948" y="8487"/>
                    <a:pt x="1937" y="8471"/>
                  </a:cubicBezTo>
                  <a:cubicBezTo>
                    <a:pt x="1926" y="8455"/>
                    <a:pt x="1888" y="8429"/>
                    <a:pt x="1872" y="8415"/>
                  </a:cubicBezTo>
                  <a:cubicBezTo>
                    <a:pt x="1862" y="8407"/>
                    <a:pt x="1846" y="8387"/>
                    <a:pt x="1833" y="8381"/>
                  </a:cubicBezTo>
                  <a:cubicBezTo>
                    <a:pt x="1811" y="8371"/>
                    <a:pt x="1757" y="8367"/>
                    <a:pt x="1734" y="8359"/>
                  </a:cubicBezTo>
                  <a:cubicBezTo>
                    <a:pt x="1718" y="8353"/>
                    <a:pt x="1692" y="8335"/>
                    <a:pt x="1675" y="8330"/>
                  </a:cubicBezTo>
                  <a:cubicBezTo>
                    <a:pt x="1665" y="8327"/>
                    <a:pt x="1643" y="8326"/>
                    <a:pt x="1632" y="8326"/>
                  </a:cubicBezTo>
                  <a:cubicBezTo>
                    <a:pt x="1615" y="8327"/>
                    <a:pt x="1578" y="8330"/>
                    <a:pt x="1566" y="8338"/>
                  </a:cubicBezTo>
                  <a:cubicBezTo>
                    <a:pt x="1554" y="8347"/>
                    <a:pt x="1565" y="8373"/>
                    <a:pt x="1554" y="8383"/>
                  </a:cubicBezTo>
                  <a:cubicBezTo>
                    <a:pt x="1545" y="8391"/>
                    <a:pt x="1515" y="8405"/>
                    <a:pt x="1498" y="8404"/>
                  </a:cubicBezTo>
                  <a:cubicBezTo>
                    <a:pt x="1476" y="8402"/>
                    <a:pt x="1443" y="8376"/>
                    <a:pt x="1435" y="8363"/>
                  </a:cubicBezTo>
                  <a:cubicBezTo>
                    <a:pt x="1431" y="8355"/>
                    <a:pt x="1432" y="8340"/>
                    <a:pt x="1437" y="8333"/>
                  </a:cubicBezTo>
                  <a:cubicBezTo>
                    <a:pt x="1444" y="8323"/>
                    <a:pt x="1476" y="8311"/>
                    <a:pt x="1488" y="8303"/>
                  </a:cubicBezTo>
                  <a:cubicBezTo>
                    <a:pt x="1503" y="8293"/>
                    <a:pt x="1532" y="8272"/>
                    <a:pt x="1546" y="8262"/>
                  </a:cubicBezTo>
                  <a:cubicBezTo>
                    <a:pt x="1565" y="8247"/>
                    <a:pt x="1602" y="8216"/>
                    <a:pt x="1619" y="8200"/>
                  </a:cubicBezTo>
                  <a:cubicBezTo>
                    <a:pt x="1639" y="8181"/>
                    <a:pt x="1676" y="8142"/>
                    <a:pt x="1690" y="8121"/>
                  </a:cubicBezTo>
                  <a:cubicBezTo>
                    <a:pt x="1702" y="8103"/>
                    <a:pt x="1726" y="8065"/>
                    <a:pt x="1725" y="8046"/>
                  </a:cubicBezTo>
                  <a:cubicBezTo>
                    <a:pt x="1724" y="8024"/>
                    <a:pt x="1679" y="7985"/>
                    <a:pt x="1677" y="7963"/>
                  </a:cubicBezTo>
                  <a:cubicBezTo>
                    <a:pt x="1675" y="7947"/>
                    <a:pt x="1683" y="7914"/>
                    <a:pt x="1698" y="7901"/>
                  </a:cubicBezTo>
                  <a:cubicBezTo>
                    <a:pt x="1704" y="7897"/>
                    <a:pt x="1726" y="7896"/>
                    <a:pt x="1729" y="7891"/>
                  </a:cubicBezTo>
                  <a:cubicBezTo>
                    <a:pt x="1738" y="7879"/>
                    <a:pt x="1710" y="7853"/>
                    <a:pt x="1707" y="7839"/>
                  </a:cubicBezTo>
                  <a:cubicBezTo>
                    <a:pt x="1704" y="7826"/>
                    <a:pt x="1714" y="7797"/>
                    <a:pt x="1706" y="7784"/>
                  </a:cubicBezTo>
                  <a:cubicBezTo>
                    <a:pt x="1702" y="7777"/>
                    <a:pt x="1684" y="7766"/>
                    <a:pt x="1675" y="7761"/>
                  </a:cubicBezTo>
                  <a:cubicBezTo>
                    <a:pt x="1664" y="7754"/>
                    <a:pt x="1642" y="7737"/>
                    <a:pt x="1626" y="7737"/>
                  </a:cubicBezTo>
                  <a:cubicBezTo>
                    <a:pt x="1611" y="7736"/>
                    <a:pt x="1590" y="7760"/>
                    <a:pt x="1575" y="7757"/>
                  </a:cubicBezTo>
                  <a:cubicBezTo>
                    <a:pt x="1553" y="7753"/>
                    <a:pt x="1536" y="7720"/>
                    <a:pt x="1537" y="7705"/>
                  </a:cubicBezTo>
                  <a:cubicBezTo>
                    <a:pt x="1537" y="7690"/>
                    <a:pt x="1571" y="7666"/>
                    <a:pt x="1579" y="7652"/>
                  </a:cubicBezTo>
                  <a:cubicBezTo>
                    <a:pt x="1589" y="7635"/>
                    <a:pt x="1608" y="7602"/>
                    <a:pt x="1606" y="7585"/>
                  </a:cubicBezTo>
                  <a:cubicBezTo>
                    <a:pt x="1603" y="7559"/>
                    <a:pt x="1557" y="7514"/>
                    <a:pt x="1546" y="7489"/>
                  </a:cubicBezTo>
                  <a:cubicBezTo>
                    <a:pt x="1537" y="7472"/>
                    <a:pt x="1534" y="7434"/>
                    <a:pt x="1522" y="7417"/>
                  </a:cubicBezTo>
                  <a:cubicBezTo>
                    <a:pt x="1507" y="7396"/>
                    <a:pt x="1456" y="7361"/>
                    <a:pt x="1431" y="7345"/>
                  </a:cubicBezTo>
                  <a:cubicBezTo>
                    <a:pt x="1411" y="7332"/>
                    <a:pt x="1366" y="7311"/>
                    <a:pt x="1344" y="7300"/>
                  </a:cubicBezTo>
                  <a:cubicBezTo>
                    <a:pt x="1322" y="7288"/>
                    <a:pt x="1276" y="7267"/>
                    <a:pt x="1257" y="7253"/>
                  </a:cubicBezTo>
                  <a:cubicBezTo>
                    <a:pt x="1233" y="7236"/>
                    <a:pt x="1203" y="7193"/>
                    <a:pt x="1181" y="7175"/>
                  </a:cubicBezTo>
                  <a:cubicBezTo>
                    <a:pt x="1166" y="7163"/>
                    <a:pt x="1127" y="7144"/>
                    <a:pt x="1116" y="7131"/>
                  </a:cubicBezTo>
                  <a:cubicBezTo>
                    <a:pt x="1104" y="7117"/>
                    <a:pt x="1103" y="7082"/>
                    <a:pt x="1091" y="7067"/>
                  </a:cubicBezTo>
                  <a:cubicBezTo>
                    <a:pt x="1085" y="7060"/>
                    <a:pt x="1064" y="7051"/>
                    <a:pt x="1058" y="7044"/>
                  </a:cubicBezTo>
                  <a:cubicBezTo>
                    <a:pt x="1048" y="7031"/>
                    <a:pt x="1044" y="7001"/>
                    <a:pt x="1038" y="6987"/>
                  </a:cubicBezTo>
                  <a:cubicBezTo>
                    <a:pt x="1026" y="6957"/>
                    <a:pt x="1001" y="6899"/>
                    <a:pt x="985" y="6870"/>
                  </a:cubicBezTo>
                  <a:cubicBezTo>
                    <a:pt x="974" y="6851"/>
                    <a:pt x="948" y="6814"/>
                    <a:pt x="934" y="6796"/>
                  </a:cubicBezTo>
                  <a:cubicBezTo>
                    <a:pt x="922" y="6781"/>
                    <a:pt x="900" y="6751"/>
                    <a:pt x="884" y="6739"/>
                  </a:cubicBezTo>
                  <a:cubicBezTo>
                    <a:pt x="866" y="6726"/>
                    <a:pt x="812" y="6711"/>
                    <a:pt x="797" y="6697"/>
                  </a:cubicBezTo>
                  <a:cubicBezTo>
                    <a:pt x="786" y="6687"/>
                    <a:pt x="779" y="6663"/>
                    <a:pt x="775" y="6652"/>
                  </a:cubicBezTo>
                  <a:cubicBezTo>
                    <a:pt x="769" y="6636"/>
                    <a:pt x="767" y="6604"/>
                    <a:pt x="757" y="6590"/>
                  </a:cubicBezTo>
                  <a:cubicBezTo>
                    <a:pt x="735" y="6559"/>
                    <a:pt x="655" y="6513"/>
                    <a:pt x="623" y="6487"/>
                  </a:cubicBezTo>
                  <a:cubicBezTo>
                    <a:pt x="607" y="6473"/>
                    <a:pt x="572" y="6447"/>
                    <a:pt x="561" y="6432"/>
                  </a:cubicBezTo>
                  <a:cubicBezTo>
                    <a:pt x="547" y="6412"/>
                    <a:pt x="541" y="6368"/>
                    <a:pt x="530" y="6347"/>
                  </a:cubicBezTo>
                  <a:cubicBezTo>
                    <a:pt x="523" y="6332"/>
                    <a:pt x="503" y="6303"/>
                    <a:pt x="491" y="6289"/>
                  </a:cubicBezTo>
                  <a:cubicBezTo>
                    <a:pt x="479" y="6275"/>
                    <a:pt x="442" y="6252"/>
                    <a:pt x="438" y="6237"/>
                  </a:cubicBezTo>
                  <a:cubicBezTo>
                    <a:pt x="434" y="6223"/>
                    <a:pt x="446" y="6193"/>
                    <a:pt x="460" y="6181"/>
                  </a:cubicBezTo>
                  <a:cubicBezTo>
                    <a:pt x="470" y="6173"/>
                    <a:pt x="505" y="6167"/>
                    <a:pt x="519" y="6160"/>
                  </a:cubicBezTo>
                  <a:cubicBezTo>
                    <a:pt x="538" y="6151"/>
                    <a:pt x="575" y="6130"/>
                    <a:pt x="588" y="6116"/>
                  </a:cubicBezTo>
                  <a:cubicBezTo>
                    <a:pt x="601" y="6103"/>
                    <a:pt x="610" y="6072"/>
                    <a:pt x="616" y="6056"/>
                  </a:cubicBezTo>
                  <a:cubicBezTo>
                    <a:pt x="625" y="6031"/>
                    <a:pt x="642" y="5980"/>
                    <a:pt x="642" y="5954"/>
                  </a:cubicBezTo>
                  <a:cubicBezTo>
                    <a:pt x="642" y="5935"/>
                    <a:pt x="631" y="5896"/>
                    <a:pt x="623" y="5877"/>
                  </a:cubicBezTo>
                  <a:cubicBezTo>
                    <a:pt x="618" y="5866"/>
                    <a:pt x="600" y="5845"/>
                    <a:pt x="597" y="5834"/>
                  </a:cubicBezTo>
                  <a:cubicBezTo>
                    <a:pt x="589" y="5810"/>
                    <a:pt x="594" y="5761"/>
                    <a:pt x="592" y="5737"/>
                  </a:cubicBezTo>
                  <a:cubicBezTo>
                    <a:pt x="591" y="5713"/>
                    <a:pt x="589" y="5666"/>
                    <a:pt x="583" y="5643"/>
                  </a:cubicBezTo>
                  <a:cubicBezTo>
                    <a:pt x="578" y="5620"/>
                    <a:pt x="555" y="5576"/>
                    <a:pt x="550" y="5553"/>
                  </a:cubicBezTo>
                  <a:cubicBezTo>
                    <a:pt x="545" y="5537"/>
                    <a:pt x="539" y="5504"/>
                    <a:pt x="541" y="5487"/>
                  </a:cubicBezTo>
                  <a:cubicBezTo>
                    <a:pt x="542" y="5473"/>
                    <a:pt x="557" y="5448"/>
                    <a:pt x="558" y="5434"/>
                  </a:cubicBezTo>
                  <a:cubicBezTo>
                    <a:pt x="560" y="5419"/>
                    <a:pt x="550" y="5388"/>
                    <a:pt x="550" y="5372"/>
                  </a:cubicBezTo>
                  <a:cubicBezTo>
                    <a:pt x="549" y="5356"/>
                    <a:pt x="551" y="5323"/>
                    <a:pt x="556" y="5307"/>
                  </a:cubicBezTo>
                  <a:cubicBezTo>
                    <a:pt x="564" y="5285"/>
                    <a:pt x="591" y="5243"/>
                    <a:pt x="607" y="5222"/>
                  </a:cubicBezTo>
                  <a:cubicBezTo>
                    <a:pt x="626" y="5197"/>
                    <a:pt x="670" y="5149"/>
                    <a:pt x="697" y="5128"/>
                  </a:cubicBezTo>
                  <a:cubicBezTo>
                    <a:pt x="728" y="5103"/>
                    <a:pt x="814" y="5067"/>
                    <a:pt x="837" y="5039"/>
                  </a:cubicBezTo>
                  <a:cubicBezTo>
                    <a:pt x="848" y="5024"/>
                    <a:pt x="851" y="4991"/>
                    <a:pt x="852" y="4975"/>
                  </a:cubicBezTo>
                  <a:cubicBezTo>
                    <a:pt x="852" y="4965"/>
                    <a:pt x="848" y="4946"/>
                    <a:pt x="845" y="4936"/>
                  </a:cubicBezTo>
                  <a:cubicBezTo>
                    <a:pt x="842" y="4923"/>
                    <a:pt x="826" y="4897"/>
                    <a:pt x="828" y="4883"/>
                  </a:cubicBezTo>
                  <a:cubicBezTo>
                    <a:pt x="829" y="4869"/>
                    <a:pt x="854" y="4842"/>
                    <a:pt x="861" y="4828"/>
                  </a:cubicBezTo>
                  <a:cubicBezTo>
                    <a:pt x="871" y="4806"/>
                    <a:pt x="893" y="4761"/>
                    <a:pt x="894" y="4737"/>
                  </a:cubicBezTo>
                  <a:cubicBezTo>
                    <a:pt x="895" y="4719"/>
                    <a:pt x="886" y="4681"/>
                    <a:pt x="874" y="4664"/>
                  </a:cubicBezTo>
                  <a:cubicBezTo>
                    <a:pt x="865" y="4651"/>
                    <a:pt x="828" y="4631"/>
                    <a:pt x="821" y="4618"/>
                  </a:cubicBezTo>
                  <a:cubicBezTo>
                    <a:pt x="815" y="4607"/>
                    <a:pt x="817" y="4584"/>
                    <a:pt x="821" y="4572"/>
                  </a:cubicBezTo>
                  <a:cubicBezTo>
                    <a:pt x="825" y="4561"/>
                    <a:pt x="845" y="4542"/>
                    <a:pt x="850" y="4531"/>
                  </a:cubicBezTo>
                  <a:cubicBezTo>
                    <a:pt x="855" y="4517"/>
                    <a:pt x="856" y="4490"/>
                    <a:pt x="858" y="4476"/>
                  </a:cubicBezTo>
                  <a:cubicBezTo>
                    <a:pt x="861" y="4463"/>
                    <a:pt x="876" y="4437"/>
                    <a:pt x="874" y="4424"/>
                  </a:cubicBezTo>
                  <a:cubicBezTo>
                    <a:pt x="872" y="4411"/>
                    <a:pt x="859" y="4388"/>
                    <a:pt x="847" y="4378"/>
                  </a:cubicBezTo>
                  <a:cubicBezTo>
                    <a:pt x="832" y="4365"/>
                    <a:pt x="780" y="4351"/>
                    <a:pt x="766" y="4338"/>
                  </a:cubicBezTo>
                  <a:cubicBezTo>
                    <a:pt x="754" y="4326"/>
                    <a:pt x="745" y="4300"/>
                    <a:pt x="744" y="4286"/>
                  </a:cubicBezTo>
                  <a:cubicBezTo>
                    <a:pt x="743" y="4272"/>
                    <a:pt x="765" y="4243"/>
                    <a:pt x="761" y="4229"/>
                  </a:cubicBezTo>
                  <a:cubicBezTo>
                    <a:pt x="755" y="4207"/>
                    <a:pt x="704" y="4173"/>
                    <a:pt x="686" y="4153"/>
                  </a:cubicBezTo>
                  <a:cubicBezTo>
                    <a:pt x="672" y="4136"/>
                    <a:pt x="641" y="4102"/>
                    <a:pt x="633" y="4083"/>
                  </a:cubicBezTo>
                  <a:cubicBezTo>
                    <a:pt x="627" y="4068"/>
                    <a:pt x="638" y="4036"/>
                    <a:pt x="629" y="4021"/>
                  </a:cubicBezTo>
                  <a:cubicBezTo>
                    <a:pt x="622" y="4009"/>
                    <a:pt x="593" y="3989"/>
                    <a:pt x="578" y="3979"/>
                  </a:cubicBezTo>
                  <a:cubicBezTo>
                    <a:pt x="561" y="3968"/>
                    <a:pt x="511" y="3955"/>
                    <a:pt x="499" y="3942"/>
                  </a:cubicBezTo>
                  <a:cubicBezTo>
                    <a:pt x="490" y="3932"/>
                    <a:pt x="492" y="3908"/>
                    <a:pt x="494" y="3897"/>
                  </a:cubicBezTo>
                  <a:cubicBezTo>
                    <a:pt x="498" y="3883"/>
                    <a:pt x="528" y="3859"/>
                    <a:pt x="527" y="3845"/>
                  </a:cubicBezTo>
                  <a:cubicBezTo>
                    <a:pt x="527" y="3823"/>
                    <a:pt x="494" y="3783"/>
                    <a:pt x="474" y="3765"/>
                  </a:cubicBezTo>
                  <a:cubicBezTo>
                    <a:pt x="466" y="3758"/>
                    <a:pt x="445" y="3744"/>
                    <a:pt x="432" y="3739"/>
                  </a:cubicBezTo>
                  <a:cubicBezTo>
                    <a:pt x="414" y="3731"/>
                    <a:pt x="368" y="3727"/>
                    <a:pt x="351" y="3718"/>
                  </a:cubicBezTo>
                  <a:cubicBezTo>
                    <a:pt x="336" y="3711"/>
                    <a:pt x="315" y="3690"/>
                    <a:pt x="307" y="3679"/>
                  </a:cubicBezTo>
                  <a:cubicBezTo>
                    <a:pt x="296" y="3664"/>
                    <a:pt x="297" y="3627"/>
                    <a:pt x="282" y="3613"/>
                  </a:cubicBezTo>
                  <a:cubicBezTo>
                    <a:pt x="264" y="3593"/>
                    <a:pt x="197" y="3571"/>
                    <a:pt x="172" y="3554"/>
                  </a:cubicBezTo>
                  <a:cubicBezTo>
                    <a:pt x="138" y="3531"/>
                    <a:pt x="82" y="3478"/>
                    <a:pt x="57" y="3450"/>
                  </a:cubicBezTo>
                  <a:cubicBezTo>
                    <a:pt x="44" y="3435"/>
                    <a:pt x="21" y="3403"/>
                    <a:pt x="13" y="3386"/>
                  </a:cubicBezTo>
                  <a:cubicBezTo>
                    <a:pt x="8" y="3373"/>
                    <a:pt x="-6" y="3346"/>
                    <a:pt x="2" y="3333"/>
                  </a:cubicBezTo>
                  <a:cubicBezTo>
                    <a:pt x="9" y="3323"/>
                    <a:pt x="50" y="3316"/>
                    <a:pt x="60" y="3307"/>
                  </a:cubicBezTo>
                  <a:cubicBezTo>
                    <a:pt x="72" y="3296"/>
                    <a:pt x="80" y="3267"/>
                    <a:pt x="82" y="3253"/>
                  </a:cubicBezTo>
                  <a:cubicBezTo>
                    <a:pt x="83" y="3245"/>
                    <a:pt x="73" y="3228"/>
                    <a:pt x="75" y="3219"/>
                  </a:cubicBezTo>
                  <a:cubicBezTo>
                    <a:pt x="78" y="3209"/>
                    <a:pt x="101" y="3192"/>
                    <a:pt x="104" y="3182"/>
                  </a:cubicBezTo>
                  <a:cubicBezTo>
                    <a:pt x="108" y="3165"/>
                    <a:pt x="95" y="3130"/>
                    <a:pt x="91" y="3113"/>
                  </a:cubicBezTo>
                  <a:cubicBezTo>
                    <a:pt x="87" y="3099"/>
                    <a:pt x="80" y="3072"/>
                    <a:pt x="71" y="3060"/>
                  </a:cubicBezTo>
                  <a:cubicBezTo>
                    <a:pt x="62" y="3048"/>
                    <a:pt x="23" y="3032"/>
                    <a:pt x="20" y="3020"/>
                  </a:cubicBezTo>
                  <a:cubicBezTo>
                    <a:pt x="17" y="3007"/>
                    <a:pt x="40" y="2982"/>
                    <a:pt x="51" y="2971"/>
                  </a:cubicBezTo>
                  <a:cubicBezTo>
                    <a:pt x="62" y="2960"/>
                    <a:pt x="94" y="2943"/>
                    <a:pt x="106" y="2932"/>
                  </a:cubicBezTo>
                  <a:cubicBezTo>
                    <a:pt x="115" y="2924"/>
                    <a:pt x="131" y="2908"/>
                    <a:pt x="137" y="2899"/>
                  </a:cubicBezTo>
                  <a:cubicBezTo>
                    <a:pt x="144" y="2888"/>
                    <a:pt x="150" y="2865"/>
                    <a:pt x="159" y="2854"/>
                  </a:cubicBezTo>
                  <a:cubicBezTo>
                    <a:pt x="171" y="2840"/>
                    <a:pt x="204" y="2814"/>
                    <a:pt x="221" y="2801"/>
                  </a:cubicBezTo>
                  <a:cubicBezTo>
                    <a:pt x="252" y="2778"/>
                    <a:pt x="323" y="2737"/>
                    <a:pt x="355" y="2714"/>
                  </a:cubicBezTo>
                  <a:cubicBezTo>
                    <a:pt x="440" y="2653"/>
                    <a:pt x="592" y="2524"/>
                    <a:pt x="673" y="2461"/>
                  </a:cubicBezTo>
                  <a:cubicBezTo>
                    <a:pt x="733" y="2415"/>
                    <a:pt x="858" y="2327"/>
                    <a:pt x="916" y="2279"/>
                  </a:cubicBezTo>
                  <a:cubicBezTo>
                    <a:pt x="964" y="2240"/>
                    <a:pt x="1057" y="2158"/>
                    <a:pt x="1099" y="2116"/>
                  </a:cubicBezTo>
                  <a:cubicBezTo>
                    <a:pt x="1120" y="2094"/>
                    <a:pt x="1158" y="2050"/>
                    <a:pt x="1174" y="2027"/>
                  </a:cubicBezTo>
                  <a:cubicBezTo>
                    <a:pt x="1187" y="2009"/>
                    <a:pt x="1210" y="1973"/>
                    <a:pt x="1216" y="1955"/>
                  </a:cubicBezTo>
                  <a:cubicBezTo>
                    <a:pt x="1221" y="1939"/>
                    <a:pt x="1231" y="1906"/>
                    <a:pt x="1220" y="1892"/>
                  </a:cubicBezTo>
                  <a:cubicBezTo>
                    <a:pt x="1213" y="1882"/>
                    <a:pt x="1173" y="1874"/>
                    <a:pt x="1165" y="1864"/>
                  </a:cubicBezTo>
                  <a:cubicBezTo>
                    <a:pt x="1152" y="1847"/>
                    <a:pt x="1164" y="1808"/>
                    <a:pt x="1165" y="1789"/>
                  </a:cubicBezTo>
                  <a:cubicBezTo>
                    <a:pt x="1166" y="1776"/>
                    <a:pt x="1164" y="1750"/>
                    <a:pt x="1170" y="1738"/>
                  </a:cubicBezTo>
                  <a:cubicBezTo>
                    <a:pt x="1174" y="1727"/>
                    <a:pt x="1190" y="1705"/>
                    <a:pt x="1203" y="1696"/>
                  </a:cubicBezTo>
                  <a:cubicBezTo>
                    <a:pt x="1214" y="1689"/>
                    <a:pt x="1245" y="1682"/>
                    <a:pt x="1258" y="1675"/>
                  </a:cubicBezTo>
                  <a:cubicBezTo>
                    <a:pt x="1278" y="1666"/>
                    <a:pt x="1314" y="1644"/>
                    <a:pt x="1329" y="1631"/>
                  </a:cubicBezTo>
                  <a:cubicBezTo>
                    <a:pt x="1358" y="1606"/>
                    <a:pt x="1395" y="1547"/>
                    <a:pt x="1417" y="1518"/>
                  </a:cubicBezTo>
                  <a:cubicBezTo>
                    <a:pt x="1432" y="1498"/>
                    <a:pt x="1463" y="1457"/>
                    <a:pt x="1479" y="1436"/>
                  </a:cubicBezTo>
                  <a:cubicBezTo>
                    <a:pt x="1500" y="1409"/>
                    <a:pt x="1544" y="1356"/>
                    <a:pt x="1565" y="1328"/>
                  </a:cubicBezTo>
                  <a:cubicBezTo>
                    <a:pt x="1587" y="1297"/>
                    <a:pt x="1629" y="1234"/>
                    <a:pt x="1649" y="1202"/>
                  </a:cubicBezTo>
                  <a:cubicBezTo>
                    <a:pt x="1665" y="1176"/>
                    <a:pt x="1699" y="1125"/>
                    <a:pt x="1708" y="1098"/>
                  </a:cubicBezTo>
                  <a:cubicBezTo>
                    <a:pt x="1718" y="1067"/>
                    <a:pt x="1718" y="1005"/>
                    <a:pt x="1719" y="974"/>
                  </a:cubicBezTo>
                  <a:cubicBezTo>
                    <a:pt x="1720" y="935"/>
                    <a:pt x="1718" y="857"/>
                    <a:pt x="1715" y="818"/>
                  </a:cubicBezTo>
                  <a:cubicBezTo>
                    <a:pt x="1713" y="794"/>
                    <a:pt x="1707" y="745"/>
                    <a:pt x="1702" y="721"/>
                  </a:cubicBezTo>
                  <a:cubicBezTo>
                    <a:pt x="1699" y="710"/>
                    <a:pt x="1685" y="687"/>
                    <a:pt x="1686" y="676"/>
                  </a:cubicBezTo>
                  <a:cubicBezTo>
                    <a:pt x="1687" y="661"/>
                    <a:pt x="1713" y="633"/>
                    <a:pt x="1715" y="619"/>
                  </a:cubicBezTo>
                  <a:cubicBezTo>
                    <a:pt x="1717" y="603"/>
                    <a:pt x="1706" y="570"/>
                    <a:pt x="1699" y="555"/>
                  </a:cubicBezTo>
                  <a:cubicBezTo>
                    <a:pt x="1697" y="548"/>
                    <a:pt x="1691" y="534"/>
                    <a:pt x="1684" y="528"/>
                  </a:cubicBezTo>
                  <a:cubicBezTo>
                    <a:pt x="1675" y="521"/>
                    <a:pt x="1648" y="512"/>
                    <a:pt x="1635" y="507"/>
                  </a:cubicBezTo>
                  <a:cubicBezTo>
                    <a:pt x="1622" y="502"/>
                    <a:pt x="1590" y="497"/>
                    <a:pt x="1578" y="491"/>
                  </a:cubicBezTo>
                  <a:cubicBezTo>
                    <a:pt x="1564" y="483"/>
                    <a:pt x="1547" y="462"/>
                    <a:pt x="1538" y="452"/>
                  </a:cubicBezTo>
                  <a:cubicBezTo>
                    <a:pt x="1529" y="440"/>
                    <a:pt x="1506" y="417"/>
                    <a:pt x="1507" y="403"/>
                  </a:cubicBezTo>
                  <a:cubicBezTo>
                    <a:pt x="1508" y="393"/>
                    <a:pt x="1530" y="374"/>
                    <a:pt x="1541" y="366"/>
                  </a:cubicBezTo>
                  <a:cubicBezTo>
                    <a:pt x="1558" y="353"/>
                    <a:pt x="1607" y="335"/>
                    <a:pt x="1624" y="321"/>
                  </a:cubicBezTo>
                  <a:cubicBezTo>
                    <a:pt x="1650" y="301"/>
                    <a:pt x="1683" y="253"/>
                    <a:pt x="1702" y="230"/>
                  </a:cubicBezTo>
                  <a:cubicBezTo>
                    <a:pt x="1721" y="204"/>
                    <a:pt x="1762" y="154"/>
                    <a:pt x="1774" y="127"/>
                  </a:cubicBezTo>
                  <a:cubicBezTo>
                    <a:pt x="1784" y="104"/>
                    <a:pt x="1792" y="57"/>
                    <a:pt x="1792" y="34"/>
                  </a:cubicBezTo>
                  <a:cubicBezTo>
                    <a:pt x="1792" y="25"/>
                    <a:pt x="1792" y="13"/>
                    <a:pt x="1791" y="0"/>
                  </a:cubicBezTo>
                  <a:lnTo>
                    <a:pt x="4067" y="356"/>
                  </a:lnTo>
                  <a:lnTo>
                    <a:pt x="8176" y="981"/>
                  </a:lnTo>
                  <a:lnTo>
                    <a:pt x="11548" y="1460"/>
                  </a:lnTo>
                  <a:lnTo>
                    <a:pt x="11162" y="2604"/>
                  </a:lnTo>
                  <a:lnTo>
                    <a:pt x="10385" y="4948"/>
                  </a:lnTo>
                  <a:lnTo>
                    <a:pt x="9602" y="7163"/>
                  </a:lnTo>
                  <a:lnTo>
                    <a:pt x="9525" y="7451"/>
                  </a:lnTo>
                  <a:lnTo>
                    <a:pt x="10938" y="8666"/>
                  </a:lnTo>
                  <a:lnTo>
                    <a:pt x="15322" y="12440"/>
                  </a:lnTo>
                  <a:lnTo>
                    <a:pt x="17852" y="14617"/>
                  </a:lnTo>
                  <a:lnTo>
                    <a:pt x="20558" y="16947"/>
                  </a:lnTo>
                  <a:cubicBezTo>
                    <a:pt x="20558" y="16947"/>
                    <a:pt x="20622" y="16989"/>
                    <a:pt x="20632" y="17007"/>
                  </a:cubicBezTo>
                  <a:cubicBezTo>
                    <a:pt x="20638" y="17019"/>
                    <a:pt x="20635" y="17046"/>
                    <a:pt x="20632" y="17059"/>
                  </a:cubicBezTo>
                  <a:cubicBezTo>
                    <a:pt x="20629" y="17070"/>
                    <a:pt x="20609" y="17089"/>
                    <a:pt x="20611" y="17099"/>
                  </a:cubicBezTo>
                  <a:cubicBezTo>
                    <a:pt x="20613" y="17109"/>
                    <a:pt x="20645" y="17122"/>
                    <a:pt x="20646" y="17132"/>
                  </a:cubicBezTo>
                  <a:cubicBezTo>
                    <a:pt x="20648" y="17144"/>
                    <a:pt x="20622" y="17166"/>
                    <a:pt x="20615" y="17178"/>
                  </a:cubicBezTo>
                  <a:cubicBezTo>
                    <a:pt x="20603" y="17201"/>
                    <a:pt x="20578" y="17247"/>
                    <a:pt x="20577" y="17271"/>
                  </a:cubicBezTo>
                  <a:cubicBezTo>
                    <a:pt x="20577" y="17282"/>
                    <a:pt x="20583" y="17307"/>
                    <a:pt x="20593" y="17317"/>
                  </a:cubicBezTo>
                  <a:cubicBezTo>
                    <a:pt x="20607" y="17329"/>
                    <a:pt x="20658" y="17340"/>
                    <a:pt x="20674" y="17352"/>
                  </a:cubicBezTo>
                  <a:cubicBezTo>
                    <a:pt x="20689" y="17364"/>
                    <a:pt x="20708" y="17392"/>
                    <a:pt x="20714" y="17407"/>
                  </a:cubicBezTo>
                  <a:cubicBezTo>
                    <a:pt x="20722" y="17425"/>
                    <a:pt x="20717" y="17463"/>
                    <a:pt x="20725" y="17482"/>
                  </a:cubicBezTo>
                  <a:cubicBezTo>
                    <a:pt x="20730" y="17496"/>
                    <a:pt x="20746" y="17524"/>
                    <a:pt x="20760" y="17536"/>
                  </a:cubicBezTo>
                  <a:cubicBezTo>
                    <a:pt x="20775" y="17549"/>
                    <a:pt x="20821" y="17567"/>
                    <a:pt x="20839" y="17579"/>
                  </a:cubicBezTo>
                  <a:cubicBezTo>
                    <a:pt x="20860" y="17593"/>
                    <a:pt x="20903" y="17621"/>
                    <a:pt x="20916" y="17639"/>
                  </a:cubicBezTo>
                  <a:cubicBezTo>
                    <a:pt x="20927" y="17655"/>
                    <a:pt x="20930" y="17690"/>
                    <a:pt x="20933" y="17707"/>
                  </a:cubicBezTo>
                  <a:cubicBezTo>
                    <a:pt x="20938" y="17728"/>
                    <a:pt x="20938" y="17771"/>
                    <a:pt x="20946" y="17791"/>
                  </a:cubicBezTo>
                  <a:cubicBezTo>
                    <a:pt x="20954" y="17809"/>
                    <a:pt x="20993" y="17841"/>
                    <a:pt x="20992" y="17860"/>
                  </a:cubicBezTo>
                  <a:cubicBezTo>
                    <a:pt x="20991" y="17872"/>
                    <a:pt x="20957" y="17889"/>
                    <a:pt x="20958" y="17900"/>
                  </a:cubicBezTo>
                  <a:cubicBezTo>
                    <a:pt x="20960" y="17912"/>
                    <a:pt x="20991" y="17929"/>
                    <a:pt x="21002" y="17939"/>
                  </a:cubicBezTo>
                  <a:cubicBezTo>
                    <a:pt x="21025" y="17958"/>
                    <a:pt x="21077" y="17993"/>
                    <a:pt x="21092" y="18015"/>
                  </a:cubicBezTo>
                  <a:cubicBezTo>
                    <a:pt x="21102" y="18029"/>
                    <a:pt x="21116" y="18060"/>
                    <a:pt x="21110" y="18074"/>
                  </a:cubicBezTo>
                  <a:cubicBezTo>
                    <a:pt x="21105" y="18088"/>
                    <a:pt x="21064" y="18104"/>
                    <a:pt x="21055" y="18117"/>
                  </a:cubicBezTo>
                  <a:cubicBezTo>
                    <a:pt x="21045" y="18131"/>
                    <a:pt x="21030" y="18165"/>
                    <a:pt x="21038" y="18181"/>
                  </a:cubicBezTo>
                  <a:cubicBezTo>
                    <a:pt x="21043" y="18190"/>
                    <a:pt x="21069" y="18205"/>
                    <a:pt x="21083" y="18210"/>
                  </a:cubicBezTo>
                  <a:cubicBezTo>
                    <a:pt x="21103" y="18217"/>
                    <a:pt x="21153" y="18216"/>
                    <a:pt x="21173" y="18223"/>
                  </a:cubicBezTo>
                  <a:cubicBezTo>
                    <a:pt x="21191" y="18229"/>
                    <a:pt x="21221" y="18249"/>
                    <a:pt x="21232" y="18260"/>
                  </a:cubicBezTo>
                  <a:cubicBezTo>
                    <a:pt x="21243" y="18271"/>
                    <a:pt x="21244" y="18300"/>
                    <a:pt x="21257" y="18310"/>
                  </a:cubicBezTo>
                  <a:cubicBezTo>
                    <a:pt x="21267" y="18317"/>
                    <a:pt x="21299" y="18322"/>
                    <a:pt x="21311" y="18328"/>
                  </a:cubicBezTo>
                  <a:cubicBezTo>
                    <a:pt x="21329" y="18336"/>
                    <a:pt x="21359" y="18357"/>
                    <a:pt x="21371" y="18368"/>
                  </a:cubicBezTo>
                  <a:cubicBezTo>
                    <a:pt x="21383" y="18380"/>
                    <a:pt x="21390" y="18409"/>
                    <a:pt x="21406" y="18419"/>
                  </a:cubicBezTo>
                  <a:cubicBezTo>
                    <a:pt x="21427" y="18432"/>
                    <a:pt x="21495" y="18432"/>
                    <a:pt x="21516" y="18445"/>
                  </a:cubicBezTo>
                  <a:cubicBezTo>
                    <a:pt x="21529" y="18453"/>
                    <a:pt x="21532" y="18479"/>
                    <a:pt x="21541" y="18489"/>
                  </a:cubicBezTo>
                  <a:cubicBezTo>
                    <a:pt x="21549" y="18498"/>
                    <a:pt x="21578" y="18512"/>
                    <a:pt x="21585" y="18522"/>
                  </a:cubicBezTo>
                  <a:close/>
                </a:path>
              </a:pathLst>
            </a:custGeom>
            <a:solidFill>
              <a:schemeClr val="accent1"/>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20" name="Shape 4802"/>
            <p:cNvSpPr/>
            <p:nvPr/>
          </p:nvSpPr>
          <p:spPr>
            <a:xfrm>
              <a:off x="9549870" y="2715385"/>
              <a:ext cx="24540" cy="31752"/>
            </a:xfrm>
            <a:custGeom>
              <a:avLst/>
              <a:gdLst/>
              <a:ahLst/>
              <a:cxnLst>
                <a:cxn ang="0">
                  <a:pos x="wd2" y="hd2"/>
                </a:cxn>
                <a:cxn ang="5400000">
                  <a:pos x="wd2" y="hd2"/>
                </a:cxn>
                <a:cxn ang="10800000">
                  <a:pos x="wd2" y="hd2"/>
                </a:cxn>
                <a:cxn ang="16200000">
                  <a:pos x="wd2" y="hd2"/>
                </a:cxn>
              </a:cxnLst>
              <a:rect l="0" t="0" r="r" b="b"/>
              <a:pathLst>
                <a:path w="20780" h="21522" extrusionOk="0">
                  <a:moveTo>
                    <a:pt x="20525" y="20715"/>
                  </a:moveTo>
                  <a:cubicBezTo>
                    <a:pt x="21343" y="19603"/>
                    <a:pt x="19992" y="16754"/>
                    <a:pt x="19307" y="15566"/>
                  </a:cubicBezTo>
                  <a:cubicBezTo>
                    <a:pt x="18564" y="14302"/>
                    <a:pt x="15881" y="12398"/>
                    <a:pt x="14911" y="11240"/>
                  </a:cubicBezTo>
                  <a:cubicBezTo>
                    <a:pt x="14092" y="10295"/>
                    <a:pt x="12551" y="8315"/>
                    <a:pt x="12075" y="7234"/>
                  </a:cubicBezTo>
                  <a:cubicBezTo>
                    <a:pt x="11561" y="6015"/>
                    <a:pt x="12037" y="3151"/>
                    <a:pt x="11085" y="2100"/>
                  </a:cubicBezTo>
                  <a:cubicBezTo>
                    <a:pt x="10286" y="1202"/>
                    <a:pt x="7622" y="135"/>
                    <a:pt x="6290" y="13"/>
                  </a:cubicBezTo>
                  <a:cubicBezTo>
                    <a:pt x="5490" y="-78"/>
                    <a:pt x="3911" y="303"/>
                    <a:pt x="3245" y="638"/>
                  </a:cubicBezTo>
                  <a:cubicBezTo>
                    <a:pt x="2198" y="1202"/>
                    <a:pt x="352" y="2862"/>
                    <a:pt x="47" y="3852"/>
                  </a:cubicBezTo>
                  <a:cubicBezTo>
                    <a:pt x="-257" y="4949"/>
                    <a:pt x="980" y="7112"/>
                    <a:pt x="1246" y="8178"/>
                  </a:cubicBezTo>
                  <a:cubicBezTo>
                    <a:pt x="1570" y="9427"/>
                    <a:pt x="1456" y="12093"/>
                    <a:pt x="2274" y="13174"/>
                  </a:cubicBezTo>
                  <a:cubicBezTo>
                    <a:pt x="2826" y="13906"/>
                    <a:pt x="4653" y="15551"/>
                    <a:pt x="5681" y="15246"/>
                  </a:cubicBezTo>
                  <a:cubicBezTo>
                    <a:pt x="6518" y="15002"/>
                    <a:pt x="5700" y="12778"/>
                    <a:pt x="6499" y="12367"/>
                  </a:cubicBezTo>
                  <a:cubicBezTo>
                    <a:pt x="7336" y="11925"/>
                    <a:pt x="9848" y="12367"/>
                    <a:pt x="10476" y="13022"/>
                  </a:cubicBezTo>
                  <a:cubicBezTo>
                    <a:pt x="11276" y="13799"/>
                    <a:pt x="9886" y="16053"/>
                    <a:pt x="10286" y="17028"/>
                  </a:cubicBezTo>
                  <a:cubicBezTo>
                    <a:pt x="10762" y="18171"/>
                    <a:pt x="12855" y="20060"/>
                    <a:pt x="14092" y="20715"/>
                  </a:cubicBezTo>
                  <a:cubicBezTo>
                    <a:pt x="14796" y="21095"/>
                    <a:pt x="16452" y="21522"/>
                    <a:pt x="17308" y="21522"/>
                  </a:cubicBezTo>
                  <a:cubicBezTo>
                    <a:pt x="18146" y="21522"/>
                    <a:pt x="20068" y="21294"/>
                    <a:pt x="20525" y="2071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21" name="Shape 4803"/>
            <p:cNvSpPr/>
            <p:nvPr/>
          </p:nvSpPr>
          <p:spPr>
            <a:xfrm>
              <a:off x="9549870" y="2715385"/>
              <a:ext cx="24540" cy="31752"/>
            </a:xfrm>
            <a:custGeom>
              <a:avLst/>
              <a:gdLst/>
              <a:ahLst/>
              <a:cxnLst>
                <a:cxn ang="0">
                  <a:pos x="wd2" y="hd2"/>
                </a:cxn>
                <a:cxn ang="5400000">
                  <a:pos x="wd2" y="hd2"/>
                </a:cxn>
                <a:cxn ang="10800000">
                  <a:pos x="wd2" y="hd2"/>
                </a:cxn>
                <a:cxn ang="16200000">
                  <a:pos x="wd2" y="hd2"/>
                </a:cxn>
              </a:cxnLst>
              <a:rect l="0" t="0" r="r" b="b"/>
              <a:pathLst>
                <a:path w="20780" h="21522" extrusionOk="0">
                  <a:moveTo>
                    <a:pt x="20525" y="20715"/>
                  </a:moveTo>
                  <a:cubicBezTo>
                    <a:pt x="21343" y="19603"/>
                    <a:pt x="19992" y="16754"/>
                    <a:pt x="19307" y="15566"/>
                  </a:cubicBezTo>
                  <a:cubicBezTo>
                    <a:pt x="18564" y="14302"/>
                    <a:pt x="15881" y="12398"/>
                    <a:pt x="14911" y="11240"/>
                  </a:cubicBezTo>
                  <a:cubicBezTo>
                    <a:pt x="14092" y="10295"/>
                    <a:pt x="12551" y="8315"/>
                    <a:pt x="12075" y="7234"/>
                  </a:cubicBezTo>
                  <a:cubicBezTo>
                    <a:pt x="11561" y="6015"/>
                    <a:pt x="12037" y="3151"/>
                    <a:pt x="11085" y="2100"/>
                  </a:cubicBezTo>
                  <a:cubicBezTo>
                    <a:pt x="10286" y="1202"/>
                    <a:pt x="7622" y="135"/>
                    <a:pt x="6290" y="13"/>
                  </a:cubicBezTo>
                  <a:cubicBezTo>
                    <a:pt x="5490" y="-78"/>
                    <a:pt x="3911" y="303"/>
                    <a:pt x="3245" y="638"/>
                  </a:cubicBezTo>
                  <a:cubicBezTo>
                    <a:pt x="2198" y="1202"/>
                    <a:pt x="352" y="2862"/>
                    <a:pt x="47" y="3852"/>
                  </a:cubicBezTo>
                  <a:cubicBezTo>
                    <a:pt x="-257" y="4949"/>
                    <a:pt x="980" y="7112"/>
                    <a:pt x="1246" y="8178"/>
                  </a:cubicBezTo>
                  <a:cubicBezTo>
                    <a:pt x="1570" y="9427"/>
                    <a:pt x="1456" y="12093"/>
                    <a:pt x="2274" y="13174"/>
                  </a:cubicBezTo>
                  <a:cubicBezTo>
                    <a:pt x="2826" y="13906"/>
                    <a:pt x="4653" y="15551"/>
                    <a:pt x="5681" y="15261"/>
                  </a:cubicBezTo>
                  <a:cubicBezTo>
                    <a:pt x="6518" y="15002"/>
                    <a:pt x="5700" y="12778"/>
                    <a:pt x="6499" y="12367"/>
                  </a:cubicBezTo>
                  <a:cubicBezTo>
                    <a:pt x="7336" y="11925"/>
                    <a:pt x="9848" y="12367"/>
                    <a:pt x="10476" y="13022"/>
                  </a:cubicBezTo>
                  <a:cubicBezTo>
                    <a:pt x="11257" y="13799"/>
                    <a:pt x="9886" y="16053"/>
                    <a:pt x="10286" y="17028"/>
                  </a:cubicBezTo>
                  <a:cubicBezTo>
                    <a:pt x="10762" y="18171"/>
                    <a:pt x="12855" y="20060"/>
                    <a:pt x="14092" y="20715"/>
                  </a:cubicBezTo>
                  <a:cubicBezTo>
                    <a:pt x="14796" y="21095"/>
                    <a:pt x="16452" y="21522"/>
                    <a:pt x="17308" y="21522"/>
                  </a:cubicBezTo>
                  <a:cubicBezTo>
                    <a:pt x="18146" y="21522"/>
                    <a:pt x="20068" y="21294"/>
                    <a:pt x="20525" y="2071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22" name="Shape 4804"/>
            <p:cNvSpPr/>
            <p:nvPr/>
          </p:nvSpPr>
          <p:spPr>
            <a:xfrm>
              <a:off x="9549870" y="2738396"/>
              <a:ext cx="15515" cy="24133"/>
            </a:xfrm>
            <a:custGeom>
              <a:avLst/>
              <a:gdLst/>
              <a:ahLst/>
              <a:cxnLst>
                <a:cxn ang="0">
                  <a:pos x="wd2" y="hd2"/>
                </a:cxn>
                <a:cxn ang="5400000">
                  <a:pos x="wd2" y="hd2"/>
                </a:cxn>
                <a:cxn ang="10800000">
                  <a:pos x="wd2" y="hd2"/>
                </a:cxn>
                <a:cxn ang="16200000">
                  <a:pos x="wd2" y="hd2"/>
                </a:cxn>
              </a:cxnLst>
              <a:rect l="0" t="0" r="r" b="b"/>
              <a:pathLst>
                <a:path w="21395" h="21476" extrusionOk="0">
                  <a:moveTo>
                    <a:pt x="21271" y="19136"/>
                  </a:moveTo>
                  <a:lnTo>
                    <a:pt x="6706" y="21476"/>
                  </a:lnTo>
                  <a:cubicBezTo>
                    <a:pt x="5249" y="20076"/>
                    <a:pt x="2832" y="18336"/>
                    <a:pt x="2584" y="17096"/>
                  </a:cubicBezTo>
                  <a:cubicBezTo>
                    <a:pt x="2305" y="15696"/>
                    <a:pt x="5280" y="13016"/>
                    <a:pt x="4908" y="11616"/>
                  </a:cubicBezTo>
                  <a:cubicBezTo>
                    <a:pt x="4567" y="10236"/>
                    <a:pt x="136" y="8456"/>
                    <a:pt x="12" y="7076"/>
                  </a:cubicBezTo>
                  <a:cubicBezTo>
                    <a:pt x="-205" y="5456"/>
                    <a:pt x="2522" y="2376"/>
                    <a:pt x="4382" y="1296"/>
                  </a:cubicBezTo>
                  <a:cubicBezTo>
                    <a:pt x="5404" y="696"/>
                    <a:pt x="8131" y="-124"/>
                    <a:pt x="9464" y="16"/>
                  </a:cubicBezTo>
                  <a:cubicBezTo>
                    <a:pt x="10920" y="156"/>
                    <a:pt x="12718" y="2016"/>
                    <a:pt x="14050" y="2456"/>
                  </a:cubicBezTo>
                  <a:cubicBezTo>
                    <a:pt x="15259" y="2836"/>
                    <a:pt x="18265" y="2796"/>
                    <a:pt x="19288" y="3396"/>
                  </a:cubicBezTo>
                  <a:cubicBezTo>
                    <a:pt x="20372" y="4036"/>
                    <a:pt x="21395" y="6016"/>
                    <a:pt x="21395" y="6976"/>
                  </a:cubicBezTo>
                  <a:cubicBezTo>
                    <a:pt x="21395" y="8296"/>
                    <a:pt x="18544" y="10596"/>
                    <a:pt x="18420" y="11936"/>
                  </a:cubicBezTo>
                  <a:cubicBezTo>
                    <a:pt x="18327" y="13576"/>
                    <a:pt x="20992" y="16536"/>
                    <a:pt x="21209" y="18136"/>
                  </a:cubicBezTo>
                  <a:cubicBezTo>
                    <a:pt x="21271" y="18436"/>
                    <a:pt x="21271" y="18776"/>
                    <a:pt x="21271" y="1913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23" name="Shape 4805"/>
            <p:cNvSpPr/>
            <p:nvPr/>
          </p:nvSpPr>
          <p:spPr>
            <a:xfrm>
              <a:off x="9549870" y="2738396"/>
              <a:ext cx="15515" cy="24133"/>
            </a:xfrm>
            <a:custGeom>
              <a:avLst/>
              <a:gdLst/>
              <a:ahLst/>
              <a:cxnLst>
                <a:cxn ang="0">
                  <a:pos x="wd2" y="hd2"/>
                </a:cxn>
                <a:cxn ang="5400000">
                  <a:pos x="wd2" y="hd2"/>
                </a:cxn>
                <a:cxn ang="10800000">
                  <a:pos x="wd2" y="hd2"/>
                </a:cxn>
                <a:cxn ang="16200000">
                  <a:pos x="wd2" y="hd2"/>
                </a:cxn>
              </a:cxnLst>
              <a:rect l="0" t="0" r="r" b="b"/>
              <a:pathLst>
                <a:path w="21395" h="21476" extrusionOk="0">
                  <a:moveTo>
                    <a:pt x="21271" y="19136"/>
                  </a:moveTo>
                  <a:lnTo>
                    <a:pt x="6706" y="21476"/>
                  </a:lnTo>
                  <a:cubicBezTo>
                    <a:pt x="5249" y="20076"/>
                    <a:pt x="2832" y="18336"/>
                    <a:pt x="2584" y="17096"/>
                  </a:cubicBezTo>
                  <a:cubicBezTo>
                    <a:pt x="2305" y="15696"/>
                    <a:pt x="5280" y="13016"/>
                    <a:pt x="4908" y="11616"/>
                  </a:cubicBezTo>
                  <a:cubicBezTo>
                    <a:pt x="4567" y="10236"/>
                    <a:pt x="136" y="8456"/>
                    <a:pt x="12" y="7076"/>
                  </a:cubicBezTo>
                  <a:cubicBezTo>
                    <a:pt x="-205" y="5456"/>
                    <a:pt x="2522" y="2376"/>
                    <a:pt x="4382" y="1296"/>
                  </a:cubicBezTo>
                  <a:cubicBezTo>
                    <a:pt x="5404" y="696"/>
                    <a:pt x="8131" y="-124"/>
                    <a:pt x="9464" y="16"/>
                  </a:cubicBezTo>
                  <a:cubicBezTo>
                    <a:pt x="10920" y="156"/>
                    <a:pt x="12718" y="2016"/>
                    <a:pt x="14050" y="2456"/>
                  </a:cubicBezTo>
                  <a:cubicBezTo>
                    <a:pt x="15259" y="2836"/>
                    <a:pt x="18265" y="2796"/>
                    <a:pt x="19288" y="3396"/>
                  </a:cubicBezTo>
                  <a:cubicBezTo>
                    <a:pt x="20372" y="4036"/>
                    <a:pt x="21395" y="6016"/>
                    <a:pt x="21395" y="6976"/>
                  </a:cubicBezTo>
                  <a:cubicBezTo>
                    <a:pt x="21395" y="8296"/>
                    <a:pt x="18544" y="10596"/>
                    <a:pt x="18420" y="11936"/>
                  </a:cubicBezTo>
                  <a:cubicBezTo>
                    <a:pt x="18327" y="13576"/>
                    <a:pt x="20992" y="16536"/>
                    <a:pt x="21209" y="18136"/>
                  </a:cubicBezTo>
                  <a:cubicBezTo>
                    <a:pt x="21271" y="18436"/>
                    <a:pt x="21271" y="18776"/>
                    <a:pt x="21271" y="1913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24" name="Shape 4806"/>
            <p:cNvSpPr/>
            <p:nvPr/>
          </p:nvSpPr>
          <p:spPr>
            <a:xfrm>
              <a:off x="8790483" y="2324185"/>
              <a:ext cx="941241" cy="462718"/>
            </a:xfrm>
            <a:custGeom>
              <a:avLst/>
              <a:gdLst/>
              <a:ahLst/>
              <a:cxnLst>
                <a:cxn ang="0">
                  <a:pos x="wd2" y="hd2"/>
                </a:cxn>
                <a:cxn ang="5400000">
                  <a:pos x="wd2" y="hd2"/>
                </a:cxn>
                <a:cxn ang="10800000">
                  <a:pos x="wd2" y="hd2"/>
                </a:cxn>
                <a:cxn ang="16200000">
                  <a:pos x="wd2" y="hd2"/>
                </a:cxn>
              </a:cxnLst>
              <a:rect l="0" t="0" r="r" b="b"/>
              <a:pathLst>
                <a:path w="21588" h="21572" extrusionOk="0">
                  <a:moveTo>
                    <a:pt x="3073" y="8306"/>
                  </a:moveTo>
                  <a:cubicBezTo>
                    <a:pt x="3076" y="8348"/>
                    <a:pt x="3124" y="8408"/>
                    <a:pt x="3119" y="8448"/>
                  </a:cubicBezTo>
                  <a:cubicBezTo>
                    <a:pt x="3113" y="8495"/>
                    <a:pt x="3052" y="8489"/>
                    <a:pt x="3035" y="8521"/>
                  </a:cubicBezTo>
                  <a:cubicBezTo>
                    <a:pt x="3007" y="8569"/>
                    <a:pt x="2964" y="8701"/>
                    <a:pt x="2955" y="8775"/>
                  </a:cubicBezTo>
                  <a:cubicBezTo>
                    <a:pt x="2948" y="8841"/>
                    <a:pt x="2987" y="8988"/>
                    <a:pt x="2970" y="9046"/>
                  </a:cubicBezTo>
                  <a:cubicBezTo>
                    <a:pt x="2960" y="9075"/>
                    <a:pt x="2918" y="9067"/>
                    <a:pt x="2905" y="9090"/>
                  </a:cubicBezTo>
                  <a:cubicBezTo>
                    <a:pt x="2880" y="9133"/>
                    <a:pt x="2855" y="9263"/>
                    <a:pt x="2848" y="9327"/>
                  </a:cubicBezTo>
                  <a:cubicBezTo>
                    <a:pt x="2840" y="9380"/>
                    <a:pt x="2855" y="9505"/>
                    <a:pt x="2839" y="9549"/>
                  </a:cubicBezTo>
                  <a:cubicBezTo>
                    <a:pt x="2824" y="9585"/>
                    <a:pt x="2768" y="9584"/>
                    <a:pt x="2747" y="9608"/>
                  </a:cubicBezTo>
                  <a:cubicBezTo>
                    <a:pt x="2724" y="9634"/>
                    <a:pt x="2683" y="9699"/>
                    <a:pt x="2673" y="9748"/>
                  </a:cubicBezTo>
                  <a:cubicBezTo>
                    <a:pt x="2657" y="9819"/>
                    <a:pt x="2683" y="9983"/>
                    <a:pt x="2676" y="10062"/>
                  </a:cubicBezTo>
                  <a:cubicBezTo>
                    <a:pt x="2671" y="10124"/>
                    <a:pt x="2661" y="10272"/>
                    <a:pt x="2633" y="10299"/>
                  </a:cubicBezTo>
                  <a:cubicBezTo>
                    <a:pt x="2607" y="10324"/>
                    <a:pt x="2548" y="10246"/>
                    <a:pt x="2521" y="10221"/>
                  </a:cubicBezTo>
                  <a:cubicBezTo>
                    <a:pt x="2489" y="10191"/>
                    <a:pt x="2435" y="10100"/>
                    <a:pt x="2402" y="10072"/>
                  </a:cubicBezTo>
                  <a:cubicBezTo>
                    <a:pt x="2375" y="10051"/>
                    <a:pt x="2318" y="10029"/>
                    <a:pt x="2289" y="10023"/>
                  </a:cubicBezTo>
                  <a:cubicBezTo>
                    <a:pt x="2258" y="10015"/>
                    <a:pt x="2189" y="9999"/>
                    <a:pt x="2158" y="10017"/>
                  </a:cubicBezTo>
                  <a:cubicBezTo>
                    <a:pt x="2129" y="10034"/>
                    <a:pt x="2076" y="10099"/>
                    <a:pt x="2057" y="10145"/>
                  </a:cubicBezTo>
                  <a:cubicBezTo>
                    <a:pt x="2028" y="10213"/>
                    <a:pt x="2001" y="10393"/>
                    <a:pt x="1988" y="10481"/>
                  </a:cubicBezTo>
                  <a:cubicBezTo>
                    <a:pt x="1980" y="10553"/>
                    <a:pt x="1984" y="10709"/>
                    <a:pt x="1971" y="10780"/>
                  </a:cubicBezTo>
                  <a:cubicBezTo>
                    <a:pt x="1961" y="10828"/>
                    <a:pt x="1927" y="10909"/>
                    <a:pt x="1908" y="10944"/>
                  </a:cubicBezTo>
                  <a:cubicBezTo>
                    <a:pt x="1891" y="10977"/>
                    <a:pt x="1846" y="11013"/>
                    <a:pt x="1829" y="11044"/>
                  </a:cubicBezTo>
                  <a:cubicBezTo>
                    <a:pt x="1807" y="11084"/>
                    <a:pt x="1775" y="11185"/>
                    <a:pt x="1756" y="11231"/>
                  </a:cubicBezTo>
                  <a:cubicBezTo>
                    <a:pt x="1735" y="11281"/>
                    <a:pt x="1685" y="11369"/>
                    <a:pt x="1669" y="11425"/>
                  </a:cubicBezTo>
                  <a:cubicBezTo>
                    <a:pt x="1653" y="11470"/>
                    <a:pt x="1643" y="11582"/>
                    <a:pt x="1626" y="11624"/>
                  </a:cubicBezTo>
                  <a:cubicBezTo>
                    <a:pt x="1605" y="11672"/>
                    <a:pt x="1528" y="11752"/>
                    <a:pt x="1518" y="11756"/>
                  </a:cubicBezTo>
                  <a:cubicBezTo>
                    <a:pt x="1511" y="11762"/>
                    <a:pt x="1468" y="11904"/>
                    <a:pt x="1457" y="11959"/>
                  </a:cubicBezTo>
                  <a:cubicBezTo>
                    <a:pt x="1444" y="12026"/>
                    <a:pt x="1434" y="12168"/>
                    <a:pt x="1424" y="12237"/>
                  </a:cubicBezTo>
                  <a:cubicBezTo>
                    <a:pt x="1413" y="12314"/>
                    <a:pt x="1403" y="12491"/>
                    <a:pt x="1373" y="12546"/>
                  </a:cubicBezTo>
                  <a:cubicBezTo>
                    <a:pt x="1351" y="12584"/>
                    <a:pt x="1288" y="12567"/>
                    <a:pt x="1264" y="12595"/>
                  </a:cubicBezTo>
                  <a:cubicBezTo>
                    <a:pt x="1233" y="12633"/>
                    <a:pt x="1189" y="12761"/>
                    <a:pt x="1169" y="12823"/>
                  </a:cubicBezTo>
                  <a:cubicBezTo>
                    <a:pt x="1147" y="12884"/>
                    <a:pt x="1130" y="13043"/>
                    <a:pt x="1101" y="13088"/>
                  </a:cubicBezTo>
                  <a:cubicBezTo>
                    <a:pt x="1081" y="13117"/>
                    <a:pt x="1025" y="13093"/>
                    <a:pt x="1006" y="13125"/>
                  </a:cubicBezTo>
                  <a:cubicBezTo>
                    <a:pt x="976" y="13177"/>
                    <a:pt x="966" y="13355"/>
                    <a:pt x="946" y="13424"/>
                  </a:cubicBezTo>
                  <a:cubicBezTo>
                    <a:pt x="932" y="13472"/>
                    <a:pt x="891" y="13551"/>
                    <a:pt x="876" y="13600"/>
                  </a:cubicBezTo>
                  <a:cubicBezTo>
                    <a:pt x="860" y="13651"/>
                    <a:pt x="843" y="13771"/>
                    <a:pt x="827" y="13821"/>
                  </a:cubicBezTo>
                  <a:cubicBezTo>
                    <a:pt x="811" y="13872"/>
                    <a:pt x="768" y="13961"/>
                    <a:pt x="745" y="13998"/>
                  </a:cubicBezTo>
                  <a:cubicBezTo>
                    <a:pt x="718" y="14040"/>
                    <a:pt x="629" y="14130"/>
                    <a:pt x="629" y="14130"/>
                  </a:cubicBezTo>
                  <a:lnTo>
                    <a:pt x="0" y="8037"/>
                  </a:lnTo>
                  <a:lnTo>
                    <a:pt x="8847" y="3855"/>
                  </a:lnTo>
                  <a:lnTo>
                    <a:pt x="14339" y="1039"/>
                  </a:lnTo>
                  <a:lnTo>
                    <a:pt x="16336" y="0"/>
                  </a:lnTo>
                  <a:cubicBezTo>
                    <a:pt x="16331" y="152"/>
                    <a:pt x="16330" y="317"/>
                    <a:pt x="16336" y="418"/>
                  </a:cubicBezTo>
                  <a:cubicBezTo>
                    <a:pt x="16348" y="651"/>
                    <a:pt x="16460" y="1316"/>
                    <a:pt x="16460" y="1316"/>
                  </a:cubicBezTo>
                  <a:lnTo>
                    <a:pt x="18617" y="14677"/>
                  </a:lnTo>
                  <a:lnTo>
                    <a:pt x="21526" y="13191"/>
                  </a:lnTo>
                  <a:cubicBezTo>
                    <a:pt x="21534" y="13438"/>
                    <a:pt x="21531" y="13745"/>
                    <a:pt x="21539" y="13922"/>
                  </a:cubicBezTo>
                  <a:cubicBezTo>
                    <a:pt x="21548" y="14110"/>
                    <a:pt x="21600" y="14489"/>
                    <a:pt x="21585" y="14677"/>
                  </a:cubicBezTo>
                  <a:cubicBezTo>
                    <a:pt x="21573" y="14848"/>
                    <a:pt x="21456" y="15135"/>
                    <a:pt x="21441" y="15306"/>
                  </a:cubicBezTo>
                  <a:cubicBezTo>
                    <a:pt x="21417" y="15607"/>
                    <a:pt x="21501" y="16212"/>
                    <a:pt x="21507" y="16515"/>
                  </a:cubicBezTo>
                  <a:cubicBezTo>
                    <a:pt x="21512" y="16791"/>
                    <a:pt x="21517" y="17345"/>
                    <a:pt x="21491" y="17615"/>
                  </a:cubicBezTo>
                  <a:cubicBezTo>
                    <a:pt x="21467" y="17854"/>
                    <a:pt x="21361" y="18297"/>
                    <a:pt x="21319" y="18526"/>
                  </a:cubicBezTo>
                  <a:cubicBezTo>
                    <a:pt x="21311" y="18571"/>
                    <a:pt x="21302" y="18627"/>
                    <a:pt x="21291" y="18689"/>
                  </a:cubicBezTo>
                  <a:lnTo>
                    <a:pt x="19617" y="20105"/>
                  </a:lnTo>
                  <a:lnTo>
                    <a:pt x="19617" y="20634"/>
                  </a:lnTo>
                  <a:lnTo>
                    <a:pt x="19360" y="20634"/>
                  </a:lnTo>
                  <a:cubicBezTo>
                    <a:pt x="19377" y="20559"/>
                    <a:pt x="19395" y="20463"/>
                    <a:pt x="19375" y="20430"/>
                  </a:cubicBezTo>
                  <a:cubicBezTo>
                    <a:pt x="19328" y="20350"/>
                    <a:pt x="19207" y="20593"/>
                    <a:pt x="19147" y="20613"/>
                  </a:cubicBezTo>
                  <a:cubicBezTo>
                    <a:pt x="19101" y="20626"/>
                    <a:pt x="19004" y="20544"/>
                    <a:pt x="18962" y="20584"/>
                  </a:cubicBezTo>
                  <a:cubicBezTo>
                    <a:pt x="18927" y="20619"/>
                    <a:pt x="18892" y="20777"/>
                    <a:pt x="18872" y="20844"/>
                  </a:cubicBezTo>
                  <a:cubicBezTo>
                    <a:pt x="18839" y="20951"/>
                    <a:pt x="18792" y="21191"/>
                    <a:pt x="18752" y="21291"/>
                  </a:cubicBezTo>
                  <a:cubicBezTo>
                    <a:pt x="18728" y="21356"/>
                    <a:pt x="18670" y="21477"/>
                    <a:pt x="18633" y="21511"/>
                  </a:cubicBezTo>
                  <a:cubicBezTo>
                    <a:pt x="18604" y="21541"/>
                    <a:pt x="18528" y="21600"/>
                    <a:pt x="18502" y="21557"/>
                  </a:cubicBezTo>
                  <a:cubicBezTo>
                    <a:pt x="18478" y="21514"/>
                    <a:pt x="18505" y="21358"/>
                    <a:pt x="18502" y="21291"/>
                  </a:cubicBezTo>
                  <a:cubicBezTo>
                    <a:pt x="18500" y="21218"/>
                    <a:pt x="18492" y="21070"/>
                    <a:pt x="18481" y="20999"/>
                  </a:cubicBezTo>
                  <a:cubicBezTo>
                    <a:pt x="18468" y="20905"/>
                    <a:pt x="18407" y="20742"/>
                    <a:pt x="18402" y="20646"/>
                  </a:cubicBezTo>
                  <a:cubicBezTo>
                    <a:pt x="18400" y="20581"/>
                    <a:pt x="18422" y="20455"/>
                    <a:pt x="18429" y="20392"/>
                  </a:cubicBezTo>
                  <a:cubicBezTo>
                    <a:pt x="18439" y="20306"/>
                    <a:pt x="18437" y="20112"/>
                    <a:pt x="18468" y="20048"/>
                  </a:cubicBezTo>
                  <a:cubicBezTo>
                    <a:pt x="18495" y="19991"/>
                    <a:pt x="18590" y="20020"/>
                    <a:pt x="18620" y="19967"/>
                  </a:cubicBezTo>
                  <a:cubicBezTo>
                    <a:pt x="18644" y="19922"/>
                    <a:pt x="18666" y="19784"/>
                    <a:pt x="18666" y="19718"/>
                  </a:cubicBezTo>
                  <a:cubicBezTo>
                    <a:pt x="18666" y="19679"/>
                    <a:pt x="18657" y="19596"/>
                    <a:pt x="18642" y="19575"/>
                  </a:cubicBezTo>
                  <a:cubicBezTo>
                    <a:pt x="18616" y="19538"/>
                    <a:pt x="18544" y="19543"/>
                    <a:pt x="18517" y="19575"/>
                  </a:cubicBezTo>
                  <a:cubicBezTo>
                    <a:pt x="18485" y="19609"/>
                    <a:pt x="18470" y="19798"/>
                    <a:pt x="18435" y="19818"/>
                  </a:cubicBezTo>
                  <a:cubicBezTo>
                    <a:pt x="18415" y="19829"/>
                    <a:pt x="18374" y="19779"/>
                    <a:pt x="18362" y="19746"/>
                  </a:cubicBezTo>
                  <a:cubicBezTo>
                    <a:pt x="18342" y="19693"/>
                    <a:pt x="18337" y="19551"/>
                    <a:pt x="18340" y="19486"/>
                  </a:cubicBezTo>
                  <a:cubicBezTo>
                    <a:pt x="18343" y="19419"/>
                    <a:pt x="18370" y="19291"/>
                    <a:pt x="18389" y="19237"/>
                  </a:cubicBezTo>
                  <a:cubicBezTo>
                    <a:pt x="18409" y="19183"/>
                    <a:pt x="18479" y="19127"/>
                    <a:pt x="18492" y="19066"/>
                  </a:cubicBezTo>
                  <a:cubicBezTo>
                    <a:pt x="18505" y="19005"/>
                    <a:pt x="18502" y="18852"/>
                    <a:pt x="18481" y="18801"/>
                  </a:cubicBezTo>
                  <a:cubicBezTo>
                    <a:pt x="18465" y="18764"/>
                    <a:pt x="18409" y="18744"/>
                    <a:pt x="18386" y="18763"/>
                  </a:cubicBezTo>
                  <a:cubicBezTo>
                    <a:pt x="18369" y="18779"/>
                    <a:pt x="18361" y="18872"/>
                    <a:pt x="18345" y="18895"/>
                  </a:cubicBezTo>
                  <a:cubicBezTo>
                    <a:pt x="18324" y="18928"/>
                    <a:pt x="18268" y="18937"/>
                    <a:pt x="18242" y="18950"/>
                  </a:cubicBezTo>
                  <a:cubicBezTo>
                    <a:pt x="18208" y="18968"/>
                    <a:pt x="18128" y="18962"/>
                    <a:pt x="18107" y="19016"/>
                  </a:cubicBezTo>
                  <a:cubicBezTo>
                    <a:pt x="18088" y="19064"/>
                    <a:pt x="18116" y="19200"/>
                    <a:pt x="18104" y="19254"/>
                  </a:cubicBezTo>
                  <a:cubicBezTo>
                    <a:pt x="18092" y="19305"/>
                    <a:pt x="18047" y="19402"/>
                    <a:pt x="18020" y="19403"/>
                  </a:cubicBezTo>
                  <a:cubicBezTo>
                    <a:pt x="17996" y="19405"/>
                    <a:pt x="17960" y="19323"/>
                    <a:pt x="17946" y="19287"/>
                  </a:cubicBezTo>
                  <a:cubicBezTo>
                    <a:pt x="17928" y="19239"/>
                    <a:pt x="17899" y="19127"/>
                    <a:pt x="17895" y="19066"/>
                  </a:cubicBezTo>
                  <a:cubicBezTo>
                    <a:pt x="17888" y="18965"/>
                    <a:pt x="17915" y="18762"/>
                    <a:pt x="17930" y="18664"/>
                  </a:cubicBezTo>
                  <a:cubicBezTo>
                    <a:pt x="17937" y="18613"/>
                    <a:pt x="17955" y="18511"/>
                    <a:pt x="17971" y="18470"/>
                  </a:cubicBezTo>
                  <a:cubicBezTo>
                    <a:pt x="17995" y="18407"/>
                    <a:pt x="18062" y="18316"/>
                    <a:pt x="18095" y="18270"/>
                  </a:cubicBezTo>
                  <a:cubicBezTo>
                    <a:pt x="18130" y="18224"/>
                    <a:pt x="18213" y="18171"/>
                    <a:pt x="18242" y="18111"/>
                  </a:cubicBezTo>
                  <a:cubicBezTo>
                    <a:pt x="18262" y="18069"/>
                    <a:pt x="18294" y="17960"/>
                    <a:pt x="18293" y="17901"/>
                  </a:cubicBezTo>
                  <a:cubicBezTo>
                    <a:pt x="18293" y="17844"/>
                    <a:pt x="18265" y="17731"/>
                    <a:pt x="18242" y="17697"/>
                  </a:cubicBezTo>
                  <a:cubicBezTo>
                    <a:pt x="18226" y="17673"/>
                    <a:pt x="18182" y="17658"/>
                    <a:pt x="18163" y="17670"/>
                  </a:cubicBezTo>
                  <a:cubicBezTo>
                    <a:pt x="18137" y="17686"/>
                    <a:pt x="18109" y="17813"/>
                    <a:pt x="18082" y="17819"/>
                  </a:cubicBezTo>
                  <a:cubicBezTo>
                    <a:pt x="18057" y="17824"/>
                    <a:pt x="18014" y="17747"/>
                    <a:pt x="17995" y="17713"/>
                  </a:cubicBezTo>
                  <a:cubicBezTo>
                    <a:pt x="17973" y="17674"/>
                    <a:pt x="17944" y="17564"/>
                    <a:pt x="17919" y="17532"/>
                  </a:cubicBezTo>
                  <a:cubicBezTo>
                    <a:pt x="17889" y="17491"/>
                    <a:pt x="17816" y="17421"/>
                    <a:pt x="17783" y="17449"/>
                  </a:cubicBezTo>
                  <a:cubicBezTo>
                    <a:pt x="17769" y="17459"/>
                    <a:pt x="17753" y="17523"/>
                    <a:pt x="17753" y="17554"/>
                  </a:cubicBezTo>
                  <a:cubicBezTo>
                    <a:pt x="17755" y="17615"/>
                    <a:pt x="17822" y="17687"/>
                    <a:pt x="17827" y="17747"/>
                  </a:cubicBezTo>
                  <a:cubicBezTo>
                    <a:pt x="17830" y="17784"/>
                    <a:pt x="17816" y="17864"/>
                    <a:pt x="17803" y="17890"/>
                  </a:cubicBezTo>
                  <a:cubicBezTo>
                    <a:pt x="17785" y="17921"/>
                    <a:pt x="17734" y="17957"/>
                    <a:pt x="17715" y="17934"/>
                  </a:cubicBezTo>
                  <a:cubicBezTo>
                    <a:pt x="17694" y="17908"/>
                    <a:pt x="17708" y="17779"/>
                    <a:pt x="17691" y="17742"/>
                  </a:cubicBezTo>
                  <a:cubicBezTo>
                    <a:pt x="17678" y="17713"/>
                    <a:pt x="17633" y="17713"/>
                    <a:pt x="17620" y="17686"/>
                  </a:cubicBezTo>
                  <a:cubicBezTo>
                    <a:pt x="17598" y="17638"/>
                    <a:pt x="17599" y="17490"/>
                    <a:pt x="17583" y="17432"/>
                  </a:cubicBezTo>
                  <a:cubicBezTo>
                    <a:pt x="17568" y="17382"/>
                    <a:pt x="17515" y="17318"/>
                    <a:pt x="17500" y="17266"/>
                  </a:cubicBezTo>
                  <a:cubicBezTo>
                    <a:pt x="17489" y="17224"/>
                    <a:pt x="17470" y="17123"/>
                    <a:pt x="17479" y="17077"/>
                  </a:cubicBezTo>
                  <a:cubicBezTo>
                    <a:pt x="17486" y="17045"/>
                    <a:pt x="17529" y="17033"/>
                    <a:pt x="17541" y="17007"/>
                  </a:cubicBezTo>
                  <a:cubicBezTo>
                    <a:pt x="17553" y="16983"/>
                    <a:pt x="17568" y="16918"/>
                    <a:pt x="17574" y="16886"/>
                  </a:cubicBezTo>
                  <a:cubicBezTo>
                    <a:pt x="17583" y="16844"/>
                    <a:pt x="17602" y="16754"/>
                    <a:pt x="17598" y="16709"/>
                  </a:cubicBezTo>
                  <a:cubicBezTo>
                    <a:pt x="17594" y="16646"/>
                    <a:pt x="17555" y="16539"/>
                    <a:pt x="17530" y="16499"/>
                  </a:cubicBezTo>
                  <a:cubicBezTo>
                    <a:pt x="17508" y="16462"/>
                    <a:pt x="17451" y="16417"/>
                    <a:pt x="17422" y="16411"/>
                  </a:cubicBezTo>
                  <a:cubicBezTo>
                    <a:pt x="17397" y="16406"/>
                    <a:pt x="17337" y="16405"/>
                    <a:pt x="17325" y="16449"/>
                  </a:cubicBezTo>
                  <a:cubicBezTo>
                    <a:pt x="17309" y="16502"/>
                    <a:pt x="17356" y="16626"/>
                    <a:pt x="17363" y="16687"/>
                  </a:cubicBezTo>
                  <a:cubicBezTo>
                    <a:pt x="17368" y="16748"/>
                    <a:pt x="17382" y="16878"/>
                    <a:pt x="17370" y="16936"/>
                  </a:cubicBezTo>
                  <a:cubicBezTo>
                    <a:pt x="17354" y="17013"/>
                    <a:pt x="17258" y="17076"/>
                    <a:pt x="17245" y="17156"/>
                  </a:cubicBezTo>
                  <a:cubicBezTo>
                    <a:pt x="17238" y="17207"/>
                    <a:pt x="17257" y="17321"/>
                    <a:pt x="17273" y="17366"/>
                  </a:cubicBezTo>
                  <a:cubicBezTo>
                    <a:pt x="17289" y="17411"/>
                    <a:pt x="17350" y="17441"/>
                    <a:pt x="17365" y="17487"/>
                  </a:cubicBezTo>
                  <a:cubicBezTo>
                    <a:pt x="17383" y="17540"/>
                    <a:pt x="17387" y="17673"/>
                    <a:pt x="17390" y="17736"/>
                  </a:cubicBezTo>
                  <a:cubicBezTo>
                    <a:pt x="17391" y="17784"/>
                    <a:pt x="17378" y="17882"/>
                    <a:pt x="17384" y="17930"/>
                  </a:cubicBezTo>
                  <a:cubicBezTo>
                    <a:pt x="17391" y="17977"/>
                    <a:pt x="17430" y="18049"/>
                    <a:pt x="17441" y="18094"/>
                  </a:cubicBezTo>
                  <a:cubicBezTo>
                    <a:pt x="17454" y="18152"/>
                    <a:pt x="17491" y="18294"/>
                    <a:pt x="17470" y="18343"/>
                  </a:cubicBezTo>
                  <a:cubicBezTo>
                    <a:pt x="17448" y="18399"/>
                    <a:pt x="17360" y="18348"/>
                    <a:pt x="17327" y="18321"/>
                  </a:cubicBezTo>
                  <a:cubicBezTo>
                    <a:pt x="17310" y="18307"/>
                    <a:pt x="17283" y="18256"/>
                    <a:pt x="17273" y="18228"/>
                  </a:cubicBezTo>
                  <a:cubicBezTo>
                    <a:pt x="17259" y="18191"/>
                    <a:pt x="17253" y="18087"/>
                    <a:pt x="17234" y="18062"/>
                  </a:cubicBezTo>
                  <a:cubicBezTo>
                    <a:pt x="17207" y="18025"/>
                    <a:pt x="17128" y="18091"/>
                    <a:pt x="17101" y="18050"/>
                  </a:cubicBezTo>
                  <a:cubicBezTo>
                    <a:pt x="17089" y="18031"/>
                    <a:pt x="17085" y="17959"/>
                    <a:pt x="17080" y="17930"/>
                  </a:cubicBezTo>
                  <a:cubicBezTo>
                    <a:pt x="17069" y="17877"/>
                    <a:pt x="17053" y="17761"/>
                    <a:pt x="17031" y="17724"/>
                  </a:cubicBezTo>
                  <a:cubicBezTo>
                    <a:pt x="17014" y="17697"/>
                    <a:pt x="16970" y="17672"/>
                    <a:pt x="16949" y="17681"/>
                  </a:cubicBezTo>
                  <a:cubicBezTo>
                    <a:pt x="16923" y="17691"/>
                    <a:pt x="16890" y="17793"/>
                    <a:pt x="16865" y="17813"/>
                  </a:cubicBezTo>
                  <a:cubicBezTo>
                    <a:pt x="16836" y="17835"/>
                    <a:pt x="16763" y="17783"/>
                    <a:pt x="16743" y="17830"/>
                  </a:cubicBezTo>
                  <a:cubicBezTo>
                    <a:pt x="16728" y="17864"/>
                    <a:pt x="16737" y="17973"/>
                    <a:pt x="16745" y="18017"/>
                  </a:cubicBezTo>
                  <a:cubicBezTo>
                    <a:pt x="16757" y="18072"/>
                    <a:pt x="16798" y="18176"/>
                    <a:pt x="16827" y="18195"/>
                  </a:cubicBezTo>
                  <a:cubicBezTo>
                    <a:pt x="16854" y="18211"/>
                    <a:pt x="16911" y="18137"/>
                    <a:pt x="16939" y="18150"/>
                  </a:cubicBezTo>
                  <a:cubicBezTo>
                    <a:pt x="16965" y="18162"/>
                    <a:pt x="17023" y="18228"/>
                    <a:pt x="17028" y="18282"/>
                  </a:cubicBezTo>
                  <a:cubicBezTo>
                    <a:pt x="17033" y="18327"/>
                    <a:pt x="17003" y="18415"/>
                    <a:pt x="16985" y="18442"/>
                  </a:cubicBezTo>
                  <a:cubicBezTo>
                    <a:pt x="16965" y="18473"/>
                    <a:pt x="16914" y="18490"/>
                    <a:pt x="16889" y="18486"/>
                  </a:cubicBezTo>
                  <a:cubicBezTo>
                    <a:pt x="16863" y="18484"/>
                    <a:pt x="16814" y="18444"/>
                    <a:pt x="16792" y="18415"/>
                  </a:cubicBezTo>
                  <a:cubicBezTo>
                    <a:pt x="16758" y="18370"/>
                    <a:pt x="16705" y="18239"/>
                    <a:pt x="16680" y="18171"/>
                  </a:cubicBezTo>
                  <a:cubicBezTo>
                    <a:pt x="16660" y="18118"/>
                    <a:pt x="16632" y="17995"/>
                    <a:pt x="16613" y="17940"/>
                  </a:cubicBezTo>
                  <a:cubicBezTo>
                    <a:pt x="16593" y="17886"/>
                    <a:pt x="16555" y="17767"/>
                    <a:pt x="16526" y="17736"/>
                  </a:cubicBezTo>
                  <a:cubicBezTo>
                    <a:pt x="16498" y="17709"/>
                    <a:pt x="16436" y="17716"/>
                    <a:pt x="16406" y="17713"/>
                  </a:cubicBezTo>
                  <a:cubicBezTo>
                    <a:pt x="16378" y="17712"/>
                    <a:pt x="16321" y="17745"/>
                    <a:pt x="16298" y="17719"/>
                  </a:cubicBezTo>
                  <a:cubicBezTo>
                    <a:pt x="16275" y="17696"/>
                    <a:pt x="16248" y="17597"/>
                    <a:pt x="16241" y="17548"/>
                  </a:cubicBezTo>
                  <a:cubicBezTo>
                    <a:pt x="16232" y="17494"/>
                    <a:pt x="16226" y="17371"/>
                    <a:pt x="16241" y="17321"/>
                  </a:cubicBezTo>
                  <a:cubicBezTo>
                    <a:pt x="16255" y="17272"/>
                    <a:pt x="16333" y="17263"/>
                    <a:pt x="16338" y="17205"/>
                  </a:cubicBezTo>
                  <a:cubicBezTo>
                    <a:pt x="16344" y="17140"/>
                    <a:pt x="16286" y="17019"/>
                    <a:pt x="16254" y="17002"/>
                  </a:cubicBezTo>
                  <a:cubicBezTo>
                    <a:pt x="16224" y="16985"/>
                    <a:pt x="16170" y="17095"/>
                    <a:pt x="16141" y="17085"/>
                  </a:cubicBezTo>
                  <a:cubicBezTo>
                    <a:pt x="16113" y="17074"/>
                    <a:pt x="16068" y="16987"/>
                    <a:pt x="16056" y="16936"/>
                  </a:cubicBezTo>
                  <a:cubicBezTo>
                    <a:pt x="16040" y="16868"/>
                    <a:pt x="16059" y="16709"/>
                    <a:pt x="16048" y="16637"/>
                  </a:cubicBezTo>
                  <a:cubicBezTo>
                    <a:pt x="16034" y="16553"/>
                    <a:pt x="15984" y="16399"/>
                    <a:pt x="15953" y="16339"/>
                  </a:cubicBezTo>
                  <a:cubicBezTo>
                    <a:pt x="15923" y="16280"/>
                    <a:pt x="15839" y="16225"/>
                    <a:pt x="15808" y="16168"/>
                  </a:cubicBezTo>
                  <a:cubicBezTo>
                    <a:pt x="15771" y="16097"/>
                    <a:pt x="15704" y="15922"/>
                    <a:pt x="15689" y="15820"/>
                  </a:cubicBezTo>
                  <a:cubicBezTo>
                    <a:pt x="15683" y="15778"/>
                    <a:pt x="15681" y="15685"/>
                    <a:pt x="15691" y="15649"/>
                  </a:cubicBezTo>
                  <a:cubicBezTo>
                    <a:pt x="15714" y="15576"/>
                    <a:pt x="15801" y="15507"/>
                    <a:pt x="15843" y="15487"/>
                  </a:cubicBezTo>
                  <a:cubicBezTo>
                    <a:pt x="15876" y="15472"/>
                    <a:pt x="15951" y="15535"/>
                    <a:pt x="15978" y="15496"/>
                  </a:cubicBezTo>
                  <a:cubicBezTo>
                    <a:pt x="16002" y="15463"/>
                    <a:pt x="16009" y="15336"/>
                    <a:pt x="16013" y="15281"/>
                  </a:cubicBezTo>
                  <a:cubicBezTo>
                    <a:pt x="16019" y="15220"/>
                    <a:pt x="16040" y="15072"/>
                    <a:pt x="16016" y="15036"/>
                  </a:cubicBezTo>
                  <a:cubicBezTo>
                    <a:pt x="15988" y="14998"/>
                    <a:pt x="15921" y="15142"/>
                    <a:pt x="15890" y="15122"/>
                  </a:cubicBezTo>
                  <a:cubicBezTo>
                    <a:pt x="15853" y="15101"/>
                    <a:pt x="15821" y="14936"/>
                    <a:pt x="15794" y="14883"/>
                  </a:cubicBezTo>
                  <a:cubicBezTo>
                    <a:pt x="15778" y="14852"/>
                    <a:pt x="15731" y="14820"/>
                    <a:pt x="15722" y="14779"/>
                  </a:cubicBezTo>
                  <a:cubicBezTo>
                    <a:pt x="15713" y="14736"/>
                    <a:pt x="15723" y="14632"/>
                    <a:pt x="15733" y="14589"/>
                  </a:cubicBezTo>
                  <a:cubicBezTo>
                    <a:pt x="15743" y="14534"/>
                    <a:pt x="15804" y="14465"/>
                    <a:pt x="15806" y="14406"/>
                  </a:cubicBezTo>
                  <a:cubicBezTo>
                    <a:pt x="15807" y="14368"/>
                    <a:pt x="15758" y="14317"/>
                    <a:pt x="15763" y="14278"/>
                  </a:cubicBezTo>
                  <a:cubicBezTo>
                    <a:pt x="15766" y="14252"/>
                    <a:pt x="15801" y="14245"/>
                    <a:pt x="15810" y="14224"/>
                  </a:cubicBezTo>
                  <a:cubicBezTo>
                    <a:pt x="15821" y="14195"/>
                    <a:pt x="15823" y="14119"/>
                    <a:pt x="15832" y="14087"/>
                  </a:cubicBezTo>
                  <a:cubicBezTo>
                    <a:pt x="15847" y="14036"/>
                    <a:pt x="15883" y="13915"/>
                    <a:pt x="15911" y="13909"/>
                  </a:cubicBezTo>
                  <a:cubicBezTo>
                    <a:pt x="15933" y="13906"/>
                    <a:pt x="15961" y="14001"/>
                    <a:pt x="15981" y="14018"/>
                  </a:cubicBezTo>
                  <a:cubicBezTo>
                    <a:pt x="16008" y="14038"/>
                    <a:pt x="16071" y="14056"/>
                    <a:pt x="16099" y="14038"/>
                  </a:cubicBezTo>
                  <a:cubicBezTo>
                    <a:pt x="16124" y="14023"/>
                    <a:pt x="16159" y="13932"/>
                    <a:pt x="16181" y="13901"/>
                  </a:cubicBezTo>
                  <a:cubicBezTo>
                    <a:pt x="16206" y="13865"/>
                    <a:pt x="16273" y="13826"/>
                    <a:pt x="16288" y="13773"/>
                  </a:cubicBezTo>
                  <a:cubicBezTo>
                    <a:pt x="16303" y="13726"/>
                    <a:pt x="16304" y="13603"/>
                    <a:pt x="16293" y="13554"/>
                  </a:cubicBezTo>
                  <a:cubicBezTo>
                    <a:pt x="16280" y="13497"/>
                    <a:pt x="16224" y="13420"/>
                    <a:pt x="16196" y="13400"/>
                  </a:cubicBezTo>
                  <a:cubicBezTo>
                    <a:pt x="16171" y="13384"/>
                    <a:pt x="16120" y="13400"/>
                    <a:pt x="16095" y="13400"/>
                  </a:cubicBezTo>
                  <a:cubicBezTo>
                    <a:pt x="16068" y="13400"/>
                    <a:pt x="16009" y="13427"/>
                    <a:pt x="15985" y="13400"/>
                  </a:cubicBezTo>
                  <a:cubicBezTo>
                    <a:pt x="15962" y="13374"/>
                    <a:pt x="15948" y="13256"/>
                    <a:pt x="15928" y="13219"/>
                  </a:cubicBezTo>
                  <a:cubicBezTo>
                    <a:pt x="15904" y="13172"/>
                    <a:pt x="15836" y="13137"/>
                    <a:pt x="15816" y="13086"/>
                  </a:cubicBezTo>
                  <a:cubicBezTo>
                    <a:pt x="15798" y="13038"/>
                    <a:pt x="15803" y="12897"/>
                    <a:pt x="15781" y="12854"/>
                  </a:cubicBezTo>
                  <a:cubicBezTo>
                    <a:pt x="15768" y="12828"/>
                    <a:pt x="15730" y="12806"/>
                    <a:pt x="15712" y="12813"/>
                  </a:cubicBezTo>
                  <a:cubicBezTo>
                    <a:pt x="15691" y="12820"/>
                    <a:pt x="15648" y="12873"/>
                    <a:pt x="15643" y="12916"/>
                  </a:cubicBezTo>
                  <a:cubicBezTo>
                    <a:pt x="15636" y="12961"/>
                    <a:pt x="15689" y="13050"/>
                    <a:pt x="15678" y="13090"/>
                  </a:cubicBezTo>
                  <a:cubicBezTo>
                    <a:pt x="15662" y="13142"/>
                    <a:pt x="15586" y="13148"/>
                    <a:pt x="15560" y="13118"/>
                  </a:cubicBezTo>
                  <a:cubicBezTo>
                    <a:pt x="15536" y="13090"/>
                    <a:pt x="15538" y="12944"/>
                    <a:pt x="15517" y="12913"/>
                  </a:cubicBezTo>
                  <a:cubicBezTo>
                    <a:pt x="15505" y="12894"/>
                    <a:pt x="15473" y="12891"/>
                    <a:pt x="15459" y="12903"/>
                  </a:cubicBezTo>
                  <a:cubicBezTo>
                    <a:pt x="15439" y="12923"/>
                    <a:pt x="15410" y="13007"/>
                    <a:pt x="15406" y="13053"/>
                  </a:cubicBezTo>
                  <a:cubicBezTo>
                    <a:pt x="15402" y="13111"/>
                    <a:pt x="15424" y="13230"/>
                    <a:pt x="15441" y="13276"/>
                  </a:cubicBezTo>
                  <a:cubicBezTo>
                    <a:pt x="15453" y="13308"/>
                    <a:pt x="15493" y="13330"/>
                    <a:pt x="15504" y="13359"/>
                  </a:cubicBezTo>
                  <a:cubicBezTo>
                    <a:pt x="15516" y="13388"/>
                    <a:pt x="15531" y="13463"/>
                    <a:pt x="15529" y="13499"/>
                  </a:cubicBezTo>
                  <a:cubicBezTo>
                    <a:pt x="15526" y="13572"/>
                    <a:pt x="15494" y="13726"/>
                    <a:pt x="15462" y="13757"/>
                  </a:cubicBezTo>
                  <a:cubicBezTo>
                    <a:pt x="15439" y="13779"/>
                    <a:pt x="15386" y="13742"/>
                    <a:pt x="15364" y="13719"/>
                  </a:cubicBezTo>
                  <a:cubicBezTo>
                    <a:pt x="15333" y="13690"/>
                    <a:pt x="15278" y="13601"/>
                    <a:pt x="15264" y="13541"/>
                  </a:cubicBezTo>
                  <a:cubicBezTo>
                    <a:pt x="15241" y="13442"/>
                    <a:pt x="15262" y="13215"/>
                    <a:pt x="15258" y="13106"/>
                  </a:cubicBezTo>
                  <a:cubicBezTo>
                    <a:pt x="15255" y="13027"/>
                    <a:pt x="15238" y="12870"/>
                    <a:pt x="15238" y="12791"/>
                  </a:cubicBezTo>
                  <a:cubicBezTo>
                    <a:pt x="15237" y="12714"/>
                    <a:pt x="15238" y="12555"/>
                    <a:pt x="15253" y="12485"/>
                  </a:cubicBezTo>
                  <a:cubicBezTo>
                    <a:pt x="15266" y="12430"/>
                    <a:pt x="15326" y="12368"/>
                    <a:pt x="15335" y="12311"/>
                  </a:cubicBezTo>
                  <a:cubicBezTo>
                    <a:pt x="15350" y="12232"/>
                    <a:pt x="15311" y="12055"/>
                    <a:pt x="15321" y="11972"/>
                  </a:cubicBezTo>
                  <a:cubicBezTo>
                    <a:pt x="15328" y="11917"/>
                    <a:pt x="15366" y="11829"/>
                    <a:pt x="15382" y="11785"/>
                  </a:cubicBezTo>
                  <a:cubicBezTo>
                    <a:pt x="15396" y="11747"/>
                    <a:pt x="15434" y="11682"/>
                    <a:pt x="15443" y="11638"/>
                  </a:cubicBezTo>
                  <a:cubicBezTo>
                    <a:pt x="15455" y="11577"/>
                    <a:pt x="15431" y="11439"/>
                    <a:pt x="15449" y="11387"/>
                  </a:cubicBezTo>
                  <a:cubicBezTo>
                    <a:pt x="15459" y="11359"/>
                    <a:pt x="15498" y="11320"/>
                    <a:pt x="15514" y="11335"/>
                  </a:cubicBezTo>
                  <a:cubicBezTo>
                    <a:pt x="15548" y="11361"/>
                    <a:pt x="15546" y="11546"/>
                    <a:pt x="15569" y="11603"/>
                  </a:cubicBezTo>
                  <a:cubicBezTo>
                    <a:pt x="15593" y="11660"/>
                    <a:pt x="15658" y="11748"/>
                    <a:pt x="15694" y="11765"/>
                  </a:cubicBezTo>
                  <a:cubicBezTo>
                    <a:pt x="15722" y="11778"/>
                    <a:pt x="15788" y="11779"/>
                    <a:pt x="15810" y="11739"/>
                  </a:cubicBezTo>
                  <a:cubicBezTo>
                    <a:pt x="15841" y="11684"/>
                    <a:pt x="15848" y="11495"/>
                    <a:pt x="15843" y="11412"/>
                  </a:cubicBezTo>
                  <a:cubicBezTo>
                    <a:pt x="15838" y="11353"/>
                    <a:pt x="15801" y="11249"/>
                    <a:pt x="15786" y="11198"/>
                  </a:cubicBezTo>
                  <a:cubicBezTo>
                    <a:pt x="15764" y="11126"/>
                    <a:pt x="15709" y="11001"/>
                    <a:pt x="15691" y="10924"/>
                  </a:cubicBezTo>
                  <a:cubicBezTo>
                    <a:pt x="15674" y="10845"/>
                    <a:pt x="15660" y="10673"/>
                    <a:pt x="15647" y="10587"/>
                  </a:cubicBezTo>
                  <a:cubicBezTo>
                    <a:pt x="15636" y="10519"/>
                    <a:pt x="15626" y="10359"/>
                    <a:pt x="15600" y="10307"/>
                  </a:cubicBezTo>
                  <a:cubicBezTo>
                    <a:pt x="15586" y="10279"/>
                    <a:pt x="15546" y="10255"/>
                    <a:pt x="15526" y="10257"/>
                  </a:cubicBezTo>
                  <a:cubicBezTo>
                    <a:pt x="15507" y="10258"/>
                    <a:pt x="15462" y="10285"/>
                    <a:pt x="15454" y="10323"/>
                  </a:cubicBezTo>
                  <a:cubicBezTo>
                    <a:pt x="15442" y="10376"/>
                    <a:pt x="15491" y="10483"/>
                    <a:pt x="15488" y="10540"/>
                  </a:cubicBezTo>
                  <a:cubicBezTo>
                    <a:pt x="15486" y="10584"/>
                    <a:pt x="15463" y="10670"/>
                    <a:pt x="15443" y="10687"/>
                  </a:cubicBezTo>
                  <a:cubicBezTo>
                    <a:pt x="15426" y="10705"/>
                    <a:pt x="15379" y="10692"/>
                    <a:pt x="15366" y="10663"/>
                  </a:cubicBezTo>
                  <a:cubicBezTo>
                    <a:pt x="15341" y="10611"/>
                    <a:pt x="15370" y="10436"/>
                    <a:pt x="15350" y="10377"/>
                  </a:cubicBezTo>
                  <a:cubicBezTo>
                    <a:pt x="15342" y="10356"/>
                    <a:pt x="15317" y="10326"/>
                    <a:pt x="15305" y="10332"/>
                  </a:cubicBezTo>
                  <a:cubicBezTo>
                    <a:pt x="15282" y="10342"/>
                    <a:pt x="15249" y="10431"/>
                    <a:pt x="15245" y="10477"/>
                  </a:cubicBezTo>
                  <a:cubicBezTo>
                    <a:pt x="15241" y="10532"/>
                    <a:pt x="15288" y="10629"/>
                    <a:pt x="15286" y="10683"/>
                  </a:cubicBezTo>
                  <a:cubicBezTo>
                    <a:pt x="15284" y="10740"/>
                    <a:pt x="15256" y="10853"/>
                    <a:pt x="15231" y="10882"/>
                  </a:cubicBezTo>
                  <a:cubicBezTo>
                    <a:pt x="15209" y="10908"/>
                    <a:pt x="15151" y="10859"/>
                    <a:pt x="15127" y="10882"/>
                  </a:cubicBezTo>
                  <a:cubicBezTo>
                    <a:pt x="15110" y="10900"/>
                    <a:pt x="15084" y="10971"/>
                    <a:pt x="15082" y="11011"/>
                  </a:cubicBezTo>
                  <a:cubicBezTo>
                    <a:pt x="15082" y="11061"/>
                    <a:pt x="15119" y="11140"/>
                    <a:pt x="15133" y="11180"/>
                  </a:cubicBezTo>
                  <a:cubicBezTo>
                    <a:pt x="15152" y="11230"/>
                    <a:pt x="15211" y="11306"/>
                    <a:pt x="15215" y="11367"/>
                  </a:cubicBezTo>
                  <a:cubicBezTo>
                    <a:pt x="15218" y="11414"/>
                    <a:pt x="15187" y="11499"/>
                    <a:pt x="15172" y="11537"/>
                  </a:cubicBezTo>
                  <a:cubicBezTo>
                    <a:pt x="15156" y="11577"/>
                    <a:pt x="15109" y="11627"/>
                    <a:pt x="15091" y="11665"/>
                  </a:cubicBezTo>
                  <a:cubicBezTo>
                    <a:pt x="15070" y="11708"/>
                    <a:pt x="15048" y="11859"/>
                    <a:pt x="15018" y="11859"/>
                  </a:cubicBezTo>
                  <a:cubicBezTo>
                    <a:pt x="14996" y="11861"/>
                    <a:pt x="14972" y="11766"/>
                    <a:pt x="14963" y="11727"/>
                  </a:cubicBezTo>
                  <a:cubicBezTo>
                    <a:pt x="14949" y="11672"/>
                    <a:pt x="14939" y="11544"/>
                    <a:pt x="14934" y="11483"/>
                  </a:cubicBezTo>
                  <a:cubicBezTo>
                    <a:pt x="14926" y="11396"/>
                    <a:pt x="14923" y="11220"/>
                    <a:pt x="14918" y="11131"/>
                  </a:cubicBezTo>
                  <a:cubicBezTo>
                    <a:pt x="14912" y="11027"/>
                    <a:pt x="14898" y="10821"/>
                    <a:pt x="14891" y="10718"/>
                  </a:cubicBezTo>
                  <a:cubicBezTo>
                    <a:pt x="14886" y="10626"/>
                    <a:pt x="14873" y="10381"/>
                    <a:pt x="14875" y="10348"/>
                  </a:cubicBezTo>
                  <a:cubicBezTo>
                    <a:pt x="14877" y="10315"/>
                    <a:pt x="14904" y="10103"/>
                    <a:pt x="14912" y="10021"/>
                  </a:cubicBezTo>
                  <a:cubicBezTo>
                    <a:pt x="14919" y="9945"/>
                    <a:pt x="14934" y="9790"/>
                    <a:pt x="14934" y="9710"/>
                  </a:cubicBezTo>
                  <a:cubicBezTo>
                    <a:pt x="14935" y="9628"/>
                    <a:pt x="14912" y="9466"/>
                    <a:pt x="14916" y="9384"/>
                  </a:cubicBezTo>
                  <a:cubicBezTo>
                    <a:pt x="14919" y="9313"/>
                    <a:pt x="14929" y="9154"/>
                    <a:pt x="14956" y="9110"/>
                  </a:cubicBezTo>
                  <a:cubicBezTo>
                    <a:pt x="14975" y="9082"/>
                    <a:pt x="15032" y="9076"/>
                    <a:pt x="15050" y="9106"/>
                  </a:cubicBezTo>
                  <a:cubicBezTo>
                    <a:pt x="15079" y="9155"/>
                    <a:pt x="15064" y="9337"/>
                    <a:pt x="15079" y="9408"/>
                  </a:cubicBezTo>
                  <a:cubicBezTo>
                    <a:pt x="15093" y="9475"/>
                    <a:pt x="15136" y="9594"/>
                    <a:pt x="15161" y="9648"/>
                  </a:cubicBezTo>
                  <a:cubicBezTo>
                    <a:pt x="15183" y="9704"/>
                    <a:pt x="15233" y="9814"/>
                    <a:pt x="15266" y="9844"/>
                  </a:cubicBezTo>
                  <a:cubicBezTo>
                    <a:pt x="15305" y="9878"/>
                    <a:pt x="15391" y="9874"/>
                    <a:pt x="15433" y="9872"/>
                  </a:cubicBezTo>
                  <a:cubicBezTo>
                    <a:pt x="15468" y="9869"/>
                    <a:pt x="15540" y="9861"/>
                    <a:pt x="15569" y="9826"/>
                  </a:cubicBezTo>
                  <a:cubicBezTo>
                    <a:pt x="15598" y="9794"/>
                    <a:pt x="15633" y="9675"/>
                    <a:pt x="15653" y="9623"/>
                  </a:cubicBezTo>
                  <a:cubicBezTo>
                    <a:pt x="15671" y="9579"/>
                    <a:pt x="15715" y="9497"/>
                    <a:pt x="15722" y="9442"/>
                  </a:cubicBezTo>
                  <a:cubicBezTo>
                    <a:pt x="15731" y="9377"/>
                    <a:pt x="15728" y="9230"/>
                    <a:pt x="15710" y="9172"/>
                  </a:cubicBezTo>
                  <a:cubicBezTo>
                    <a:pt x="15696" y="9129"/>
                    <a:pt x="15638" y="9106"/>
                    <a:pt x="15621" y="9070"/>
                  </a:cubicBezTo>
                  <a:cubicBezTo>
                    <a:pt x="15603" y="9034"/>
                    <a:pt x="15575" y="8947"/>
                    <a:pt x="15571" y="8899"/>
                  </a:cubicBezTo>
                  <a:cubicBezTo>
                    <a:pt x="15568" y="8854"/>
                    <a:pt x="15583" y="8765"/>
                    <a:pt x="15592" y="8725"/>
                  </a:cubicBezTo>
                  <a:cubicBezTo>
                    <a:pt x="15601" y="8686"/>
                    <a:pt x="15636" y="8628"/>
                    <a:pt x="15645" y="8588"/>
                  </a:cubicBezTo>
                  <a:cubicBezTo>
                    <a:pt x="15653" y="8552"/>
                    <a:pt x="15663" y="8475"/>
                    <a:pt x="15661" y="8434"/>
                  </a:cubicBezTo>
                  <a:cubicBezTo>
                    <a:pt x="15659" y="8392"/>
                    <a:pt x="15645" y="8301"/>
                    <a:pt x="15627" y="8279"/>
                  </a:cubicBezTo>
                  <a:cubicBezTo>
                    <a:pt x="15604" y="8248"/>
                    <a:pt x="15544" y="8269"/>
                    <a:pt x="15518" y="8286"/>
                  </a:cubicBezTo>
                  <a:cubicBezTo>
                    <a:pt x="15493" y="8303"/>
                    <a:pt x="15445" y="8363"/>
                    <a:pt x="15428" y="8408"/>
                  </a:cubicBezTo>
                  <a:cubicBezTo>
                    <a:pt x="15411" y="8457"/>
                    <a:pt x="15400" y="8585"/>
                    <a:pt x="15398" y="8646"/>
                  </a:cubicBezTo>
                  <a:cubicBezTo>
                    <a:pt x="15397" y="8707"/>
                    <a:pt x="15412" y="8827"/>
                    <a:pt x="15417" y="8886"/>
                  </a:cubicBezTo>
                  <a:cubicBezTo>
                    <a:pt x="15421" y="8941"/>
                    <a:pt x="15421" y="9053"/>
                    <a:pt x="15433" y="9102"/>
                  </a:cubicBezTo>
                  <a:cubicBezTo>
                    <a:pt x="15445" y="9147"/>
                    <a:pt x="15497" y="9195"/>
                    <a:pt x="15506" y="9244"/>
                  </a:cubicBezTo>
                  <a:cubicBezTo>
                    <a:pt x="15514" y="9283"/>
                    <a:pt x="15516" y="9389"/>
                    <a:pt x="15501" y="9422"/>
                  </a:cubicBezTo>
                  <a:cubicBezTo>
                    <a:pt x="15486" y="9453"/>
                    <a:pt x="15436" y="9446"/>
                    <a:pt x="15415" y="9442"/>
                  </a:cubicBezTo>
                  <a:cubicBezTo>
                    <a:pt x="15392" y="9436"/>
                    <a:pt x="15345" y="9417"/>
                    <a:pt x="15329" y="9384"/>
                  </a:cubicBezTo>
                  <a:cubicBezTo>
                    <a:pt x="15301" y="9324"/>
                    <a:pt x="15286" y="9151"/>
                    <a:pt x="15281" y="9070"/>
                  </a:cubicBezTo>
                  <a:cubicBezTo>
                    <a:pt x="15276" y="8996"/>
                    <a:pt x="15292" y="8849"/>
                    <a:pt x="15286" y="8775"/>
                  </a:cubicBezTo>
                  <a:cubicBezTo>
                    <a:pt x="15281" y="8701"/>
                    <a:pt x="15250" y="8564"/>
                    <a:pt x="15238" y="8495"/>
                  </a:cubicBezTo>
                  <a:cubicBezTo>
                    <a:pt x="15228" y="8441"/>
                    <a:pt x="15214" y="8335"/>
                    <a:pt x="15203" y="8286"/>
                  </a:cubicBezTo>
                  <a:cubicBezTo>
                    <a:pt x="15183" y="8206"/>
                    <a:pt x="15143" y="8044"/>
                    <a:pt x="15107" y="7993"/>
                  </a:cubicBezTo>
                  <a:cubicBezTo>
                    <a:pt x="15080" y="7953"/>
                    <a:pt x="15002" y="7974"/>
                    <a:pt x="14979" y="7927"/>
                  </a:cubicBezTo>
                  <a:cubicBezTo>
                    <a:pt x="14962" y="7890"/>
                    <a:pt x="14963" y="7784"/>
                    <a:pt x="14959" y="7735"/>
                  </a:cubicBezTo>
                  <a:cubicBezTo>
                    <a:pt x="14952" y="7665"/>
                    <a:pt x="14931" y="7515"/>
                    <a:pt x="14941" y="7446"/>
                  </a:cubicBezTo>
                  <a:cubicBezTo>
                    <a:pt x="14949" y="7374"/>
                    <a:pt x="15016" y="7275"/>
                    <a:pt x="15028" y="7204"/>
                  </a:cubicBezTo>
                  <a:cubicBezTo>
                    <a:pt x="15040" y="7133"/>
                    <a:pt x="15024" y="6975"/>
                    <a:pt x="15028" y="6899"/>
                  </a:cubicBezTo>
                  <a:cubicBezTo>
                    <a:pt x="15031" y="6817"/>
                    <a:pt x="15042" y="6655"/>
                    <a:pt x="15054" y="6574"/>
                  </a:cubicBezTo>
                  <a:cubicBezTo>
                    <a:pt x="15066" y="6503"/>
                    <a:pt x="15100" y="6368"/>
                    <a:pt x="15117" y="6299"/>
                  </a:cubicBezTo>
                  <a:cubicBezTo>
                    <a:pt x="15131" y="6242"/>
                    <a:pt x="15165" y="6136"/>
                    <a:pt x="15178" y="6079"/>
                  </a:cubicBezTo>
                  <a:cubicBezTo>
                    <a:pt x="15188" y="6037"/>
                    <a:pt x="15214" y="5952"/>
                    <a:pt x="15211" y="5906"/>
                  </a:cubicBezTo>
                  <a:cubicBezTo>
                    <a:pt x="15206" y="5835"/>
                    <a:pt x="15134" y="5748"/>
                    <a:pt x="15126" y="5677"/>
                  </a:cubicBezTo>
                  <a:cubicBezTo>
                    <a:pt x="15120" y="5633"/>
                    <a:pt x="15123" y="5531"/>
                    <a:pt x="15138" y="5494"/>
                  </a:cubicBezTo>
                  <a:cubicBezTo>
                    <a:pt x="15156" y="5450"/>
                    <a:pt x="15221" y="5447"/>
                    <a:pt x="15245" y="5421"/>
                  </a:cubicBezTo>
                  <a:cubicBezTo>
                    <a:pt x="15261" y="5404"/>
                    <a:pt x="15291" y="5360"/>
                    <a:pt x="15303" y="5334"/>
                  </a:cubicBezTo>
                  <a:cubicBezTo>
                    <a:pt x="15317" y="5299"/>
                    <a:pt x="15328" y="5211"/>
                    <a:pt x="15341" y="5177"/>
                  </a:cubicBezTo>
                  <a:cubicBezTo>
                    <a:pt x="15352" y="5148"/>
                    <a:pt x="15383" y="5115"/>
                    <a:pt x="15392" y="5085"/>
                  </a:cubicBezTo>
                  <a:cubicBezTo>
                    <a:pt x="15407" y="5037"/>
                    <a:pt x="15401" y="4902"/>
                    <a:pt x="15421" y="4862"/>
                  </a:cubicBezTo>
                  <a:cubicBezTo>
                    <a:pt x="15446" y="4812"/>
                    <a:pt x="15521" y="4790"/>
                    <a:pt x="15555" y="4796"/>
                  </a:cubicBezTo>
                  <a:cubicBezTo>
                    <a:pt x="15592" y="4799"/>
                    <a:pt x="15656" y="4886"/>
                    <a:pt x="15691" y="4899"/>
                  </a:cubicBezTo>
                  <a:cubicBezTo>
                    <a:pt x="15726" y="4910"/>
                    <a:pt x="15801" y="4931"/>
                    <a:pt x="15828" y="4891"/>
                  </a:cubicBezTo>
                  <a:cubicBezTo>
                    <a:pt x="15862" y="4840"/>
                    <a:pt x="15898" y="4645"/>
                    <a:pt x="15881" y="4568"/>
                  </a:cubicBezTo>
                  <a:cubicBezTo>
                    <a:pt x="15869" y="4510"/>
                    <a:pt x="15800" y="4470"/>
                    <a:pt x="15769" y="4464"/>
                  </a:cubicBezTo>
                  <a:cubicBezTo>
                    <a:pt x="15748" y="4459"/>
                    <a:pt x="15702" y="4523"/>
                    <a:pt x="15683" y="4498"/>
                  </a:cubicBezTo>
                  <a:cubicBezTo>
                    <a:pt x="15666" y="4470"/>
                    <a:pt x="15661" y="4363"/>
                    <a:pt x="15669" y="4320"/>
                  </a:cubicBezTo>
                  <a:cubicBezTo>
                    <a:pt x="15682" y="4255"/>
                    <a:pt x="15755" y="4200"/>
                    <a:pt x="15775" y="4146"/>
                  </a:cubicBezTo>
                  <a:cubicBezTo>
                    <a:pt x="15793" y="4101"/>
                    <a:pt x="15816" y="3994"/>
                    <a:pt x="15822" y="3938"/>
                  </a:cubicBezTo>
                  <a:cubicBezTo>
                    <a:pt x="15831" y="3866"/>
                    <a:pt x="15848" y="3699"/>
                    <a:pt x="15828" y="3636"/>
                  </a:cubicBezTo>
                  <a:cubicBezTo>
                    <a:pt x="15813" y="3589"/>
                    <a:pt x="15743" y="3596"/>
                    <a:pt x="15726" y="3554"/>
                  </a:cubicBezTo>
                  <a:cubicBezTo>
                    <a:pt x="15700" y="3490"/>
                    <a:pt x="15697" y="3310"/>
                    <a:pt x="15696" y="3226"/>
                  </a:cubicBezTo>
                  <a:cubicBezTo>
                    <a:pt x="15695" y="3162"/>
                    <a:pt x="15703" y="3032"/>
                    <a:pt x="15712" y="2969"/>
                  </a:cubicBezTo>
                  <a:cubicBezTo>
                    <a:pt x="15721" y="2918"/>
                    <a:pt x="15754" y="2831"/>
                    <a:pt x="15761" y="2778"/>
                  </a:cubicBezTo>
                  <a:cubicBezTo>
                    <a:pt x="15770" y="2713"/>
                    <a:pt x="15783" y="2571"/>
                    <a:pt x="15769" y="2509"/>
                  </a:cubicBezTo>
                  <a:cubicBezTo>
                    <a:pt x="15759" y="2465"/>
                    <a:pt x="15719" y="2400"/>
                    <a:pt x="15696" y="2390"/>
                  </a:cubicBezTo>
                  <a:cubicBezTo>
                    <a:pt x="15666" y="2375"/>
                    <a:pt x="15601" y="2407"/>
                    <a:pt x="15578" y="2444"/>
                  </a:cubicBezTo>
                  <a:cubicBezTo>
                    <a:pt x="15553" y="2481"/>
                    <a:pt x="15545" y="2628"/>
                    <a:pt x="15518" y="2658"/>
                  </a:cubicBezTo>
                  <a:cubicBezTo>
                    <a:pt x="15488" y="2697"/>
                    <a:pt x="15408" y="2633"/>
                    <a:pt x="15374" y="2658"/>
                  </a:cubicBezTo>
                  <a:cubicBezTo>
                    <a:pt x="15324" y="2697"/>
                    <a:pt x="15242" y="2855"/>
                    <a:pt x="15215" y="2947"/>
                  </a:cubicBezTo>
                  <a:cubicBezTo>
                    <a:pt x="15190" y="3036"/>
                    <a:pt x="15169" y="3245"/>
                    <a:pt x="15172" y="3345"/>
                  </a:cubicBezTo>
                  <a:cubicBezTo>
                    <a:pt x="15174" y="3402"/>
                    <a:pt x="15191" y="3515"/>
                    <a:pt x="15211" y="3554"/>
                  </a:cubicBezTo>
                  <a:cubicBezTo>
                    <a:pt x="15226" y="3582"/>
                    <a:pt x="15269" y="3602"/>
                    <a:pt x="15291" y="3602"/>
                  </a:cubicBezTo>
                  <a:cubicBezTo>
                    <a:pt x="15312" y="3602"/>
                    <a:pt x="15351" y="3540"/>
                    <a:pt x="15372" y="3548"/>
                  </a:cubicBezTo>
                  <a:cubicBezTo>
                    <a:pt x="15398" y="3559"/>
                    <a:pt x="15441" y="3636"/>
                    <a:pt x="15456" y="3683"/>
                  </a:cubicBezTo>
                  <a:cubicBezTo>
                    <a:pt x="15476" y="3742"/>
                    <a:pt x="15502" y="3888"/>
                    <a:pt x="15496" y="3959"/>
                  </a:cubicBezTo>
                  <a:cubicBezTo>
                    <a:pt x="15491" y="4018"/>
                    <a:pt x="15451" y="4116"/>
                    <a:pt x="15427" y="4152"/>
                  </a:cubicBezTo>
                  <a:cubicBezTo>
                    <a:pt x="15392" y="4210"/>
                    <a:pt x="15292" y="4221"/>
                    <a:pt x="15264" y="4290"/>
                  </a:cubicBezTo>
                  <a:cubicBezTo>
                    <a:pt x="15240" y="4349"/>
                    <a:pt x="15249" y="4521"/>
                    <a:pt x="15229" y="4585"/>
                  </a:cubicBezTo>
                  <a:cubicBezTo>
                    <a:pt x="15210" y="4649"/>
                    <a:pt x="15136" y="4709"/>
                    <a:pt x="15116" y="4770"/>
                  </a:cubicBezTo>
                  <a:cubicBezTo>
                    <a:pt x="15089" y="4851"/>
                    <a:pt x="15085" y="5054"/>
                    <a:pt x="15063" y="5140"/>
                  </a:cubicBezTo>
                  <a:cubicBezTo>
                    <a:pt x="15044" y="5211"/>
                    <a:pt x="14988" y="5332"/>
                    <a:pt x="14959" y="5387"/>
                  </a:cubicBezTo>
                  <a:cubicBezTo>
                    <a:pt x="14944" y="5417"/>
                    <a:pt x="14914" y="5489"/>
                    <a:pt x="14894" y="5487"/>
                  </a:cubicBezTo>
                  <a:cubicBezTo>
                    <a:pt x="14868" y="5485"/>
                    <a:pt x="14843" y="5357"/>
                    <a:pt x="14818" y="5350"/>
                  </a:cubicBezTo>
                  <a:cubicBezTo>
                    <a:pt x="14802" y="5346"/>
                    <a:pt x="14772" y="5386"/>
                    <a:pt x="14763" y="5413"/>
                  </a:cubicBezTo>
                  <a:cubicBezTo>
                    <a:pt x="14747" y="5459"/>
                    <a:pt x="14738" y="5580"/>
                    <a:pt x="14742" y="5637"/>
                  </a:cubicBezTo>
                  <a:cubicBezTo>
                    <a:pt x="14749" y="5699"/>
                    <a:pt x="14806" y="5791"/>
                    <a:pt x="14807" y="5855"/>
                  </a:cubicBezTo>
                  <a:cubicBezTo>
                    <a:pt x="14810" y="5934"/>
                    <a:pt x="14771" y="6086"/>
                    <a:pt x="14745" y="6145"/>
                  </a:cubicBezTo>
                  <a:cubicBezTo>
                    <a:pt x="14732" y="6173"/>
                    <a:pt x="14699" y="6231"/>
                    <a:pt x="14681" y="6220"/>
                  </a:cubicBezTo>
                  <a:cubicBezTo>
                    <a:pt x="14650" y="6200"/>
                    <a:pt x="14632" y="6044"/>
                    <a:pt x="14624" y="5979"/>
                  </a:cubicBezTo>
                  <a:cubicBezTo>
                    <a:pt x="14618" y="5929"/>
                    <a:pt x="14624" y="5821"/>
                    <a:pt x="14619" y="5769"/>
                  </a:cubicBezTo>
                  <a:cubicBezTo>
                    <a:pt x="14613" y="5718"/>
                    <a:pt x="14599" y="5618"/>
                    <a:pt x="14584" y="5578"/>
                  </a:cubicBezTo>
                  <a:cubicBezTo>
                    <a:pt x="14574" y="5555"/>
                    <a:pt x="14551" y="5514"/>
                    <a:pt x="14536" y="5508"/>
                  </a:cubicBezTo>
                  <a:cubicBezTo>
                    <a:pt x="14508" y="5495"/>
                    <a:pt x="14444" y="5525"/>
                    <a:pt x="14423" y="5565"/>
                  </a:cubicBezTo>
                  <a:cubicBezTo>
                    <a:pt x="14404" y="5600"/>
                    <a:pt x="14388" y="5707"/>
                    <a:pt x="14390" y="5755"/>
                  </a:cubicBezTo>
                  <a:cubicBezTo>
                    <a:pt x="14393" y="5819"/>
                    <a:pt x="14434" y="5919"/>
                    <a:pt x="14451" y="5973"/>
                  </a:cubicBezTo>
                  <a:cubicBezTo>
                    <a:pt x="14463" y="6013"/>
                    <a:pt x="14500" y="6082"/>
                    <a:pt x="14502" y="6128"/>
                  </a:cubicBezTo>
                  <a:cubicBezTo>
                    <a:pt x="14504" y="6163"/>
                    <a:pt x="14489" y="6237"/>
                    <a:pt x="14475" y="6262"/>
                  </a:cubicBezTo>
                  <a:cubicBezTo>
                    <a:pt x="14447" y="6313"/>
                    <a:pt x="14357" y="6291"/>
                    <a:pt x="14331" y="6346"/>
                  </a:cubicBezTo>
                  <a:cubicBezTo>
                    <a:pt x="14296" y="6419"/>
                    <a:pt x="14292" y="6643"/>
                    <a:pt x="14279" y="6743"/>
                  </a:cubicBezTo>
                  <a:cubicBezTo>
                    <a:pt x="14275" y="6783"/>
                    <a:pt x="14252" y="6863"/>
                    <a:pt x="14260" y="6901"/>
                  </a:cubicBezTo>
                  <a:cubicBezTo>
                    <a:pt x="14272" y="6956"/>
                    <a:pt x="14351" y="6963"/>
                    <a:pt x="14362" y="7016"/>
                  </a:cubicBezTo>
                  <a:cubicBezTo>
                    <a:pt x="14374" y="7070"/>
                    <a:pt x="14341" y="7184"/>
                    <a:pt x="14332" y="7239"/>
                  </a:cubicBezTo>
                  <a:cubicBezTo>
                    <a:pt x="14320" y="7322"/>
                    <a:pt x="14304" y="7495"/>
                    <a:pt x="14279" y="7563"/>
                  </a:cubicBezTo>
                  <a:cubicBezTo>
                    <a:pt x="14260" y="7609"/>
                    <a:pt x="14206" y="7664"/>
                    <a:pt x="14182" y="7692"/>
                  </a:cubicBezTo>
                  <a:cubicBezTo>
                    <a:pt x="14146" y="7735"/>
                    <a:pt x="14071" y="7818"/>
                    <a:pt x="14032" y="7845"/>
                  </a:cubicBezTo>
                  <a:cubicBezTo>
                    <a:pt x="14012" y="7859"/>
                    <a:pt x="13970" y="7888"/>
                    <a:pt x="13951" y="7872"/>
                  </a:cubicBezTo>
                  <a:cubicBezTo>
                    <a:pt x="13923" y="7848"/>
                    <a:pt x="13903" y="7715"/>
                    <a:pt x="13881" y="7673"/>
                  </a:cubicBezTo>
                  <a:cubicBezTo>
                    <a:pt x="13871" y="7653"/>
                    <a:pt x="13849" y="7604"/>
                    <a:pt x="13834" y="7607"/>
                  </a:cubicBezTo>
                  <a:cubicBezTo>
                    <a:pt x="13811" y="7612"/>
                    <a:pt x="13783" y="7703"/>
                    <a:pt x="13776" y="7744"/>
                  </a:cubicBezTo>
                  <a:cubicBezTo>
                    <a:pt x="13764" y="7817"/>
                    <a:pt x="13767" y="7981"/>
                    <a:pt x="13784" y="8049"/>
                  </a:cubicBezTo>
                  <a:cubicBezTo>
                    <a:pt x="13798" y="8105"/>
                    <a:pt x="13853" y="8181"/>
                    <a:pt x="13881" y="8205"/>
                  </a:cubicBezTo>
                  <a:cubicBezTo>
                    <a:pt x="13914" y="8233"/>
                    <a:pt x="13985" y="8221"/>
                    <a:pt x="14019" y="8236"/>
                  </a:cubicBezTo>
                  <a:cubicBezTo>
                    <a:pt x="14066" y="8259"/>
                    <a:pt x="14157" y="8323"/>
                    <a:pt x="14201" y="8364"/>
                  </a:cubicBezTo>
                  <a:cubicBezTo>
                    <a:pt x="14234" y="8394"/>
                    <a:pt x="14303" y="8459"/>
                    <a:pt x="14326" y="8516"/>
                  </a:cubicBezTo>
                  <a:cubicBezTo>
                    <a:pt x="14363" y="8606"/>
                    <a:pt x="14381" y="8850"/>
                    <a:pt x="14407" y="8955"/>
                  </a:cubicBezTo>
                  <a:cubicBezTo>
                    <a:pt x="14416" y="8993"/>
                    <a:pt x="14446" y="9060"/>
                    <a:pt x="14454" y="9101"/>
                  </a:cubicBezTo>
                  <a:cubicBezTo>
                    <a:pt x="14470" y="9189"/>
                    <a:pt x="14459" y="9398"/>
                    <a:pt x="14487" y="9473"/>
                  </a:cubicBezTo>
                  <a:cubicBezTo>
                    <a:pt x="14505" y="9520"/>
                    <a:pt x="14566" y="9545"/>
                    <a:pt x="14591" y="9579"/>
                  </a:cubicBezTo>
                  <a:cubicBezTo>
                    <a:pt x="14622" y="9623"/>
                    <a:pt x="14699" y="9715"/>
                    <a:pt x="14704" y="9794"/>
                  </a:cubicBezTo>
                  <a:cubicBezTo>
                    <a:pt x="14710" y="9880"/>
                    <a:pt x="14643" y="10024"/>
                    <a:pt x="14615" y="10088"/>
                  </a:cubicBezTo>
                  <a:cubicBezTo>
                    <a:pt x="14591" y="10146"/>
                    <a:pt x="14527" y="10231"/>
                    <a:pt x="14499" y="10282"/>
                  </a:cubicBezTo>
                  <a:cubicBezTo>
                    <a:pt x="14474" y="10332"/>
                    <a:pt x="14411" y="10425"/>
                    <a:pt x="14401" y="10495"/>
                  </a:cubicBezTo>
                  <a:cubicBezTo>
                    <a:pt x="14395" y="10541"/>
                    <a:pt x="14409" y="10641"/>
                    <a:pt x="14419" y="10682"/>
                  </a:cubicBezTo>
                  <a:cubicBezTo>
                    <a:pt x="14436" y="10743"/>
                    <a:pt x="14506" y="10809"/>
                    <a:pt x="14516" y="10876"/>
                  </a:cubicBezTo>
                  <a:cubicBezTo>
                    <a:pt x="14528" y="10957"/>
                    <a:pt x="14500" y="11127"/>
                    <a:pt x="14484" y="11204"/>
                  </a:cubicBezTo>
                  <a:cubicBezTo>
                    <a:pt x="14470" y="11263"/>
                    <a:pt x="14413" y="11345"/>
                    <a:pt x="14406" y="11408"/>
                  </a:cubicBezTo>
                  <a:cubicBezTo>
                    <a:pt x="14401" y="11456"/>
                    <a:pt x="14427" y="11551"/>
                    <a:pt x="14425" y="11599"/>
                  </a:cubicBezTo>
                  <a:cubicBezTo>
                    <a:pt x="14421" y="11656"/>
                    <a:pt x="14373" y="11750"/>
                    <a:pt x="14377" y="11805"/>
                  </a:cubicBezTo>
                  <a:cubicBezTo>
                    <a:pt x="14381" y="11857"/>
                    <a:pt x="14426" y="11923"/>
                    <a:pt x="14444" y="11958"/>
                  </a:cubicBezTo>
                  <a:cubicBezTo>
                    <a:pt x="14466" y="12002"/>
                    <a:pt x="14528" y="12065"/>
                    <a:pt x="14537" y="12126"/>
                  </a:cubicBezTo>
                  <a:cubicBezTo>
                    <a:pt x="14551" y="12212"/>
                    <a:pt x="14519" y="12396"/>
                    <a:pt x="14502" y="12480"/>
                  </a:cubicBezTo>
                  <a:cubicBezTo>
                    <a:pt x="14489" y="12547"/>
                    <a:pt x="14445" y="12662"/>
                    <a:pt x="14425" y="12722"/>
                  </a:cubicBezTo>
                  <a:cubicBezTo>
                    <a:pt x="14407" y="12774"/>
                    <a:pt x="14365" y="12868"/>
                    <a:pt x="14353" y="12923"/>
                  </a:cubicBezTo>
                  <a:cubicBezTo>
                    <a:pt x="14341" y="12980"/>
                    <a:pt x="14327" y="13101"/>
                    <a:pt x="14331" y="13160"/>
                  </a:cubicBezTo>
                  <a:cubicBezTo>
                    <a:pt x="14334" y="13212"/>
                    <a:pt x="14376" y="13338"/>
                    <a:pt x="14376" y="13351"/>
                  </a:cubicBezTo>
                  <a:cubicBezTo>
                    <a:pt x="14376" y="13363"/>
                    <a:pt x="14488" y="13516"/>
                    <a:pt x="14510" y="13595"/>
                  </a:cubicBezTo>
                  <a:cubicBezTo>
                    <a:pt x="14530" y="13665"/>
                    <a:pt x="14529" y="13838"/>
                    <a:pt x="14536" y="13918"/>
                  </a:cubicBezTo>
                  <a:cubicBezTo>
                    <a:pt x="14545" y="13998"/>
                    <a:pt x="14555" y="14165"/>
                    <a:pt x="14576" y="14237"/>
                  </a:cubicBezTo>
                  <a:cubicBezTo>
                    <a:pt x="14596" y="14306"/>
                    <a:pt x="14670" y="14387"/>
                    <a:pt x="14689" y="14457"/>
                  </a:cubicBezTo>
                  <a:cubicBezTo>
                    <a:pt x="14713" y="14538"/>
                    <a:pt x="14720" y="14734"/>
                    <a:pt x="14732" y="14824"/>
                  </a:cubicBezTo>
                  <a:cubicBezTo>
                    <a:pt x="14746" y="14926"/>
                    <a:pt x="14777" y="15122"/>
                    <a:pt x="14791" y="15222"/>
                  </a:cubicBezTo>
                  <a:cubicBezTo>
                    <a:pt x="14817" y="15403"/>
                    <a:pt x="14841" y="15789"/>
                    <a:pt x="14891" y="15948"/>
                  </a:cubicBezTo>
                  <a:cubicBezTo>
                    <a:pt x="14926" y="16058"/>
                    <a:pt x="15042" y="16202"/>
                    <a:pt x="15094" y="16286"/>
                  </a:cubicBezTo>
                  <a:cubicBezTo>
                    <a:pt x="15131" y="16350"/>
                    <a:pt x="15206" y="16481"/>
                    <a:pt x="15245" y="16539"/>
                  </a:cubicBezTo>
                  <a:cubicBezTo>
                    <a:pt x="15314" y="16640"/>
                    <a:pt x="15471" y="16785"/>
                    <a:pt x="15531" y="16907"/>
                  </a:cubicBezTo>
                  <a:cubicBezTo>
                    <a:pt x="15571" y="16989"/>
                    <a:pt x="15636" y="17186"/>
                    <a:pt x="15651" y="17297"/>
                  </a:cubicBezTo>
                  <a:cubicBezTo>
                    <a:pt x="15661" y="17367"/>
                    <a:pt x="15658" y="17519"/>
                    <a:pt x="15651" y="17589"/>
                  </a:cubicBezTo>
                  <a:cubicBezTo>
                    <a:pt x="15644" y="17670"/>
                    <a:pt x="15596" y="17809"/>
                    <a:pt x="15593" y="17889"/>
                  </a:cubicBezTo>
                  <a:cubicBezTo>
                    <a:pt x="15593" y="17938"/>
                    <a:pt x="15604" y="18048"/>
                    <a:pt x="15623" y="18080"/>
                  </a:cubicBezTo>
                  <a:cubicBezTo>
                    <a:pt x="15643" y="18113"/>
                    <a:pt x="15703" y="18078"/>
                    <a:pt x="15726" y="18104"/>
                  </a:cubicBezTo>
                  <a:cubicBezTo>
                    <a:pt x="15745" y="18126"/>
                    <a:pt x="15775" y="18195"/>
                    <a:pt x="15781" y="18237"/>
                  </a:cubicBezTo>
                  <a:cubicBezTo>
                    <a:pt x="15791" y="18299"/>
                    <a:pt x="15776" y="18433"/>
                    <a:pt x="15771" y="18498"/>
                  </a:cubicBezTo>
                  <a:cubicBezTo>
                    <a:pt x="15766" y="18567"/>
                    <a:pt x="15741" y="18698"/>
                    <a:pt x="15745" y="18766"/>
                  </a:cubicBezTo>
                  <a:cubicBezTo>
                    <a:pt x="15750" y="18868"/>
                    <a:pt x="15794" y="19059"/>
                    <a:pt x="15824" y="19140"/>
                  </a:cubicBezTo>
                  <a:cubicBezTo>
                    <a:pt x="15855" y="19220"/>
                    <a:pt x="15941" y="19332"/>
                    <a:pt x="15981" y="19391"/>
                  </a:cubicBezTo>
                  <a:cubicBezTo>
                    <a:pt x="16018" y="19447"/>
                    <a:pt x="16097" y="19543"/>
                    <a:pt x="16132" y="19604"/>
                  </a:cubicBezTo>
                  <a:cubicBezTo>
                    <a:pt x="16159" y="19651"/>
                    <a:pt x="16220" y="19746"/>
                    <a:pt x="16233" y="19816"/>
                  </a:cubicBezTo>
                  <a:cubicBezTo>
                    <a:pt x="16250" y="19895"/>
                    <a:pt x="16223" y="20081"/>
                    <a:pt x="16233" y="20167"/>
                  </a:cubicBezTo>
                  <a:cubicBezTo>
                    <a:pt x="16246" y="20259"/>
                    <a:pt x="16301" y="20418"/>
                    <a:pt x="16323" y="20502"/>
                  </a:cubicBezTo>
                  <a:cubicBezTo>
                    <a:pt x="16344" y="20577"/>
                    <a:pt x="16395" y="20723"/>
                    <a:pt x="16405" y="20809"/>
                  </a:cubicBezTo>
                  <a:cubicBezTo>
                    <a:pt x="16413" y="20873"/>
                    <a:pt x="16423" y="21024"/>
                    <a:pt x="16401" y="21069"/>
                  </a:cubicBezTo>
                  <a:cubicBezTo>
                    <a:pt x="16376" y="21117"/>
                    <a:pt x="16299" y="21090"/>
                    <a:pt x="16268" y="21066"/>
                  </a:cubicBezTo>
                  <a:cubicBezTo>
                    <a:pt x="16241" y="21043"/>
                    <a:pt x="16205" y="20942"/>
                    <a:pt x="16185" y="20899"/>
                  </a:cubicBezTo>
                  <a:cubicBezTo>
                    <a:pt x="16158" y="20844"/>
                    <a:pt x="16111" y="20713"/>
                    <a:pt x="16079" y="20668"/>
                  </a:cubicBezTo>
                  <a:cubicBezTo>
                    <a:pt x="16048" y="20624"/>
                    <a:pt x="15967" y="20603"/>
                    <a:pt x="15938" y="20552"/>
                  </a:cubicBezTo>
                  <a:cubicBezTo>
                    <a:pt x="15904" y="20491"/>
                    <a:pt x="15884" y="20287"/>
                    <a:pt x="15847" y="20237"/>
                  </a:cubicBezTo>
                  <a:cubicBezTo>
                    <a:pt x="15819" y="20199"/>
                    <a:pt x="15744" y="20166"/>
                    <a:pt x="15714" y="20195"/>
                  </a:cubicBezTo>
                  <a:cubicBezTo>
                    <a:pt x="15691" y="20219"/>
                    <a:pt x="15659" y="20328"/>
                    <a:pt x="15661" y="20382"/>
                  </a:cubicBezTo>
                  <a:cubicBezTo>
                    <a:pt x="15663" y="20433"/>
                    <a:pt x="15721" y="20489"/>
                    <a:pt x="15724" y="20539"/>
                  </a:cubicBezTo>
                  <a:cubicBezTo>
                    <a:pt x="15730" y="20601"/>
                    <a:pt x="15711" y="20748"/>
                    <a:pt x="15683" y="20774"/>
                  </a:cubicBezTo>
                  <a:cubicBezTo>
                    <a:pt x="15661" y="20797"/>
                    <a:pt x="15609" y="20740"/>
                    <a:pt x="15590" y="20709"/>
                  </a:cubicBezTo>
                  <a:cubicBezTo>
                    <a:pt x="15562" y="20664"/>
                    <a:pt x="15541" y="20517"/>
                    <a:pt x="15517" y="20465"/>
                  </a:cubicBezTo>
                  <a:cubicBezTo>
                    <a:pt x="15501" y="20433"/>
                    <a:pt x="15466" y="20375"/>
                    <a:pt x="15446" y="20366"/>
                  </a:cubicBezTo>
                  <a:cubicBezTo>
                    <a:pt x="15413" y="20350"/>
                    <a:pt x="15343" y="20442"/>
                    <a:pt x="15317" y="20401"/>
                  </a:cubicBezTo>
                  <a:cubicBezTo>
                    <a:pt x="15295" y="20367"/>
                    <a:pt x="15316" y="20225"/>
                    <a:pt x="15303" y="20175"/>
                  </a:cubicBezTo>
                  <a:cubicBezTo>
                    <a:pt x="15276" y="20077"/>
                    <a:pt x="15178" y="19955"/>
                    <a:pt x="15136" y="19885"/>
                  </a:cubicBezTo>
                  <a:cubicBezTo>
                    <a:pt x="15110" y="19843"/>
                    <a:pt x="15062" y="19749"/>
                    <a:pt x="15032" y="19723"/>
                  </a:cubicBezTo>
                  <a:cubicBezTo>
                    <a:pt x="15002" y="19698"/>
                    <a:pt x="14935" y="19701"/>
                    <a:pt x="14904" y="19686"/>
                  </a:cubicBezTo>
                  <a:cubicBezTo>
                    <a:pt x="14861" y="19668"/>
                    <a:pt x="14779" y="19587"/>
                    <a:pt x="14736" y="19582"/>
                  </a:cubicBezTo>
                  <a:cubicBezTo>
                    <a:pt x="14690" y="19577"/>
                    <a:pt x="14601" y="19632"/>
                    <a:pt x="14555" y="19649"/>
                  </a:cubicBezTo>
                  <a:cubicBezTo>
                    <a:pt x="14496" y="19670"/>
                    <a:pt x="14369" y="19668"/>
                    <a:pt x="14316" y="19731"/>
                  </a:cubicBezTo>
                  <a:cubicBezTo>
                    <a:pt x="14299" y="19753"/>
                    <a:pt x="14284" y="19841"/>
                    <a:pt x="14268" y="19869"/>
                  </a:cubicBezTo>
                  <a:cubicBezTo>
                    <a:pt x="14240" y="19916"/>
                    <a:pt x="14173" y="19984"/>
                    <a:pt x="14138" y="19997"/>
                  </a:cubicBezTo>
                  <a:cubicBezTo>
                    <a:pt x="14111" y="20004"/>
                    <a:pt x="14056" y="19991"/>
                    <a:pt x="14031" y="19968"/>
                  </a:cubicBezTo>
                  <a:cubicBezTo>
                    <a:pt x="13999" y="19935"/>
                    <a:pt x="13940" y="19829"/>
                    <a:pt x="13927" y="19760"/>
                  </a:cubicBezTo>
                  <a:cubicBezTo>
                    <a:pt x="13919" y="19710"/>
                    <a:pt x="13940" y="19596"/>
                    <a:pt x="13939" y="19541"/>
                  </a:cubicBezTo>
                  <a:cubicBezTo>
                    <a:pt x="13936" y="19479"/>
                    <a:pt x="13924" y="19355"/>
                    <a:pt x="13909" y="19302"/>
                  </a:cubicBezTo>
                  <a:cubicBezTo>
                    <a:pt x="13899" y="19267"/>
                    <a:pt x="13872" y="19204"/>
                    <a:pt x="13854" y="19190"/>
                  </a:cubicBezTo>
                  <a:cubicBezTo>
                    <a:pt x="13831" y="19169"/>
                    <a:pt x="13775" y="19167"/>
                    <a:pt x="13752" y="19193"/>
                  </a:cubicBezTo>
                  <a:cubicBezTo>
                    <a:pt x="13733" y="19217"/>
                    <a:pt x="13701" y="19305"/>
                    <a:pt x="13706" y="19351"/>
                  </a:cubicBezTo>
                  <a:cubicBezTo>
                    <a:pt x="13709" y="19390"/>
                    <a:pt x="13756" y="19418"/>
                    <a:pt x="13765" y="19455"/>
                  </a:cubicBezTo>
                  <a:cubicBezTo>
                    <a:pt x="13776" y="19502"/>
                    <a:pt x="13784" y="19615"/>
                    <a:pt x="13771" y="19657"/>
                  </a:cubicBezTo>
                  <a:cubicBezTo>
                    <a:pt x="13756" y="19701"/>
                    <a:pt x="13699" y="19737"/>
                    <a:pt x="13673" y="19731"/>
                  </a:cubicBezTo>
                  <a:cubicBezTo>
                    <a:pt x="13648" y="19727"/>
                    <a:pt x="13612" y="19640"/>
                    <a:pt x="13589" y="19620"/>
                  </a:cubicBezTo>
                  <a:cubicBezTo>
                    <a:pt x="13554" y="19588"/>
                    <a:pt x="13473" y="19595"/>
                    <a:pt x="13441" y="19554"/>
                  </a:cubicBezTo>
                  <a:cubicBezTo>
                    <a:pt x="13403" y="19504"/>
                    <a:pt x="13366" y="19323"/>
                    <a:pt x="13333" y="19259"/>
                  </a:cubicBezTo>
                  <a:cubicBezTo>
                    <a:pt x="13312" y="19217"/>
                    <a:pt x="13263" y="19140"/>
                    <a:pt x="13235" y="19119"/>
                  </a:cubicBezTo>
                  <a:cubicBezTo>
                    <a:pt x="13201" y="19093"/>
                    <a:pt x="13122" y="19123"/>
                    <a:pt x="13089" y="19090"/>
                  </a:cubicBezTo>
                  <a:cubicBezTo>
                    <a:pt x="13054" y="19055"/>
                    <a:pt x="13000" y="18928"/>
                    <a:pt x="12982" y="18858"/>
                  </a:cubicBezTo>
                  <a:cubicBezTo>
                    <a:pt x="12962" y="18775"/>
                    <a:pt x="12964" y="18580"/>
                    <a:pt x="12948" y="18493"/>
                  </a:cubicBezTo>
                  <a:cubicBezTo>
                    <a:pt x="12931" y="18400"/>
                    <a:pt x="12880" y="18228"/>
                    <a:pt x="12850" y="18150"/>
                  </a:cubicBezTo>
                  <a:cubicBezTo>
                    <a:pt x="12827" y="18091"/>
                    <a:pt x="12779" y="17970"/>
                    <a:pt x="12744" y="17943"/>
                  </a:cubicBezTo>
                  <a:cubicBezTo>
                    <a:pt x="12721" y="17924"/>
                    <a:pt x="12668" y="17930"/>
                    <a:pt x="12644" y="17947"/>
                  </a:cubicBezTo>
                  <a:cubicBezTo>
                    <a:pt x="12621" y="17962"/>
                    <a:pt x="12583" y="18030"/>
                    <a:pt x="12567" y="18068"/>
                  </a:cubicBezTo>
                  <a:cubicBezTo>
                    <a:pt x="12539" y="18131"/>
                    <a:pt x="12510" y="18297"/>
                    <a:pt x="12483" y="18362"/>
                  </a:cubicBezTo>
                  <a:cubicBezTo>
                    <a:pt x="12462" y="18414"/>
                    <a:pt x="12403" y="18486"/>
                    <a:pt x="12379" y="18534"/>
                  </a:cubicBezTo>
                  <a:cubicBezTo>
                    <a:pt x="12359" y="18577"/>
                    <a:pt x="12323" y="18675"/>
                    <a:pt x="12304" y="18722"/>
                  </a:cubicBezTo>
                  <a:cubicBezTo>
                    <a:pt x="12276" y="18789"/>
                    <a:pt x="12221" y="18934"/>
                    <a:pt x="12186" y="18990"/>
                  </a:cubicBezTo>
                  <a:cubicBezTo>
                    <a:pt x="12153" y="19044"/>
                    <a:pt x="12075" y="19110"/>
                    <a:pt x="12040" y="19156"/>
                  </a:cubicBezTo>
                  <a:cubicBezTo>
                    <a:pt x="12010" y="19196"/>
                    <a:pt x="11960" y="19329"/>
                    <a:pt x="11923" y="19329"/>
                  </a:cubicBezTo>
                  <a:cubicBezTo>
                    <a:pt x="11872" y="19331"/>
                    <a:pt x="11787" y="19169"/>
                    <a:pt x="11755" y="19090"/>
                  </a:cubicBezTo>
                  <a:cubicBezTo>
                    <a:pt x="11732" y="19037"/>
                    <a:pt x="11707" y="18907"/>
                    <a:pt x="11697" y="18841"/>
                  </a:cubicBezTo>
                  <a:cubicBezTo>
                    <a:pt x="11686" y="18766"/>
                    <a:pt x="11692" y="18597"/>
                    <a:pt x="11675" y="18526"/>
                  </a:cubicBezTo>
                  <a:cubicBezTo>
                    <a:pt x="11662" y="18475"/>
                    <a:pt x="11607" y="18415"/>
                    <a:pt x="11593" y="18365"/>
                  </a:cubicBezTo>
                  <a:cubicBezTo>
                    <a:pt x="11569" y="18281"/>
                    <a:pt x="11547" y="18085"/>
                    <a:pt x="11542" y="17988"/>
                  </a:cubicBezTo>
                  <a:cubicBezTo>
                    <a:pt x="11538" y="17908"/>
                    <a:pt x="11548" y="17747"/>
                    <a:pt x="11551" y="17665"/>
                  </a:cubicBezTo>
                  <a:cubicBezTo>
                    <a:pt x="11552" y="17587"/>
                    <a:pt x="11548" y="17426"/>
                    <a:pt x="11559" y="17350"/>
                  </a:cubicBezTo>
                  <a:cubicBezTo>
                    <a:pt x="11567" y="17289"/>
                    <a:pt x="11604" y="17183"/>
                    <a:pt x="11620" y="17127"/>
                  </a:cubicBezTo>
                  <a:cubicBezTo>
                    <a:pt x="11629" y="17092"/>
                    <a:pt x="11652" y="17024"/>
                    <a:pt x="11659" y="16987"/>
                  </a:cubicBezTo>
                  <a:cubicBezTo>
                    <a:pt x="11667" y="16936"/>
                    <a:pt x="11667" y="16828"/>
                    <a:pt x="11673" y="16775"/>
                  </a:cubicBezTo>
                  <a:cubicBezTo>
                    <a:pt x="11680" y="16709"/>
                    <a:pt x="11690" y="16570"/>
                    <a:pt x="11710" y="16514"/>
                  </a:cubicBezTo>
                  <a:cubicBezTo>
                    <a:pt x="11727" y="16464"/>
                    <a:pt x="11782" y="16405"/>
                    <a:pt x="11807" y="16370"/>
                  </a:cubicBezTo>
                  <a:cubicBezTo>
                    <a:pt x="11827" y="16341"/>
                    <a:pt x="11872" y="16300"/>
                    <a:pt x="11889" y="16265"/>
                  </a:cubicBezTo>
                  <a:cubicBezTo>
                    <a:pt x="11907" y="16230"/>
                    <a:pt x="11938" y="16142"/>
                    <a:pt x="11944" y="16093"/>
                  </a:cubicBezTo>
                  <a:cubicBezTo>
                    <a:pt x="11950" y="16035"/>
                    <a:pt x="11943" y="15911"/>
                    <a:pt x="11929" y="15859"/>
                  </a:cubicBezTo>
                  <a:cubicBezTo>
                    <a:pt x="11922" y="15833"/>
                    <a:pt x="11903" y="15783"/>
                    <a:pt x="11885" y="15764"/>
                  </a:cubicBezTo>
                  <a:cubicBezTo>
                    <a:pt x="11889" y="15724"/>
                    <a:pt x="11892" y="15689"/>
                    <a:pt x="11893" y="15665"/>
                  </a:cubicBezTo>
                  <a:cubicBezTo>
                    <a:pt x="11894" y="15564"/>
                    <a:pt x="11862" y="15268"/>
                    <a:pt x="11869" y="15259"/>
                  </a:cubicBezTo>
                  <a:cubicBezTo>
                    <a:pt x="11874" y="15251"/>
                    <a:pt x="11948" y="15021"/>
                    <a:pt x="11987" y="14966"/>
                  </a:cubicBezTo>
                  <a:cubicBezTo>
                    <a:pt x="12015" y="14923"/>
                    <a:pt x="12093" y="14915"/>
                    <a:pt x="12121" y="14870"/>
                  </a:cubicBezTo>
                  <a:cubicBezTo>
                    <a:pt x="12145" y="14831"/>
                    <a:pt x="12181" y="14724"/>
                    <a:pt x="12186" y="14662"/>
                  </a:cubicBezTo>
                  <a:cubicBezTo>
                    <a:pt x="12192" y="14600"/>
                    <a:pt x="12167" y="14474"/>
                    <a:pt x="12160" y="14410"/>
                  </a:cubicBezTo>
                  <a:cubicBezTo>
                    <a:pt x="12150" y="14324"/>
                    <a:pt x="12123" y="14155"/>
                    <a:pt x="12117" y="14066"/>
                  </a:cubicBezTo>
                  <a:cubicBezTo>
                    <a:pt x="12112" y="13998"/>
                    <a:pt x="12115" y="13867"/>
                    <a:pt x="12113" y="13783"/>
                  </a:cubicBezTo>
                  <a:lnTo>
                    <a:pt x="12527" y="12380"/>
                  </a:lnTo>
                  <a:lnTo>
                    <a:pt x="11822" y="11430"/>
                  </a:lnTo>
                  <a:lnTo>
                    <a:pt x="11518" y="12355"/>
                  </a:lnTo>
                  <a:cubicBezTo>
                    <a:pt x="11490" y="12286"/>
                    <a:pt x="11447" y="12167"/>
                    <a:pt x="11414" y="12129"/>
                  </a:cubicBezTo>
                  <a:cubicBezTo>
                    <a:pt x="11377" y="12086"/>
                    <a:pt x="11289" y="12055"/>
                    <a:pt x="11247" y="12063"/>
                  </a:cubicBezTo>
                  <a:cubicBezTo>
                    <a:pt x="11224" y="12067"/>
                    <a:pt x="11184" y="12128"/>
                    <a:pt x="11162" y="12136"/>
                  </a:cubicBezTo>
                  <a:cubicBezTo>
                    <a:pt x="11126" y="12151"/>
                    <a:pt x="11055" y="12150"/>
                    <a:pt x="11019" y="12136"/>
                  </a:cubicBezTo>
                  <a:cubicBezTo>
                    <a:pt x="10984" y="12126"/>
                    <a:pt x="10911" y="12094"/>
                    <a:pt x="10884" y="12046"/>
                  </a:cubicBezTo>
                  <a:cubicBezTo>
                    <a:pt x="10854" y="11991"/>
                    <a:pt x="10835" y="11821"/>
                    <a:pt x="10815" y="11748"/>
                  </a:cubicBezTo>
                  <a:cubicBezTo>
                    <a:pt x="10802" y="11698"/>
                    <a:pt x="10779" y="11594"/>
                    <a:pt x="10758" y="11557"/>
                  </a:cubicBezTo>
                  <a:cubicBezTo>
                    <a:pt x="10728" y="11504"/>
                    <a:pt x="10646" y="11461"/>
                    <a:pt x="10608" y="11434"/>
                  </a:cubicBezTo>
                  <a:cubicBezTo>
                    <a:pt x="10550" y="11396"/>
                    <a:pt x="10432" y="11313"/>
                    <a:pt x="10371" y="11309"/>
                  </a:cubicBezTo>
                  <a:cubicBezTo>
                    <a:pt x="10323" y="11307"/>
                    <a:pt x="10229" y="11357"/>
                    <a:pt x="10183" y="11383"/>
                  </a:cubicBezTo>
                  <a:cubicBezTo>
                    <a:pt x="10131" y="11413"/>
                    <a:pt x="10034" y="11531"/>
                    <a:pt x="9980" y="11536"/>
                  </a:cubicBezTo>
                  <a:cubicBezTo>
                    <a:pt x="9935" y="11538"/>
                    <a:pt x="9843" y="11485"/>
                    <a:pt x="9806" y="11430"/>
                  </a:cubicBezTo>
                  <a:cubicBezTo>
                    <a:pt x="9780" y="11390"/>
                    <a:pt x="9760" y="11248"/>
                    <a:pt x="9735" y="11204"/>
                  </a:cubicBezTo>
                  <a:cubicBezTo>
                    <a:pt x="9716" y="11170"/>
                    <a:pt x="9668" y="11127"/>
                    <a:pt x="9643" y="11116"/>
                  </a:cubicBezTo>
                  <a:cubicBezTo>
                    <a:pt x="9606" y="11098"/>
                    <a:pt x="9525" y="11147"/>
                    <a:pt x="9491" y="11111"/>
                  </a:cubicBezTo>
                  <a:cubicBezTo>
                    <a:pt x="9461" y="11077"/>
                    <a:pt x="9425" y="10950"/>
                    <a:pt x="9415" y="10883"/>
                  </a:cubicBezTo>
                  <a:cubicBezTo>
                    <a:pt x="9403" y="10802"/>
                    <a:pt x="9410" y="10625"/>
                    <a:pt x="9420" y="10542"/>
                  </a:cubicBezTo>
                  <a:cubicBezTo>
                    <a:pt x="9428" y="10477"/>
                    <a:pt x="9459" y="10355"/>
                    <a:pt x="9480" y="10304"/>
                  </a:cubicBezTo>
                  <a:cubicBezTo>
                    <a:pt x="9501" y="10253"/>
                    <a:pt x="9568" y="10198"/>
                    <a:pt x="9583" y="10137"/>
                  </a:cubicBezTo>
                  <a:cubicBezTo>
                    <a:pt x="9604" y="10058"/>
                    <a:pt x="9609" y="9861"/>
                    <a:pt x="9595" y="9774"/>
                  </a:cubicBezTo>
                  <a:cubicBezTo>
                    <a:pt x="9579" y="9687"/>
                    <a:pt x="9513" y="9539"/>
                    <a:pt x="9472" y="9503"/>
                  </a:cubicBezTo>
                  <a:cubicBezTo>
                    <a:pt x="9443" y="9478"/>
                    <a:pt x="9375" y="9522"/>
                    <a:pt x="9344" y="9509"/>
                  </a:cubicBezTo>
                  <a:cubicBezTo>
                    <a:pt x="9305" y="9493"/>
                    <a:pt x="9228" y="9433"/>
                    <a:pt x="9195" y="9382"/>
                  </a:cubicBezTo>
                  <a:cubicBezTo>
                    <a:pt x="9158" y="9324"/>
                    <a:pt x="9121" y="9137"/>
                    <a:pt x="9083" y="9084"/>
                  </a:cubicBezTo>
                  <a:cubicBezTo>
                    <a:pt x="9050" y="9037"/>
                    <a:pt x="8967" y="8983"/>
                    <a:pt x="8926" y="8995"/>
                  </a:cubicBezTo>
                  <a:cubicBezTo>
                    <a:pt x="8891" y="9005"/>
                    <a:pt x="8838" y="9132"/>
                    <a:pt x="8804" y="9151"/>
                  </a:cubicBezTo>
                  <a:cubicBezTo>
                    <a:pt x="8773" y="9167"/>
                    <a:pt x="8709" y="9159"/>
                    <a:pt x="8679" y="9144"/>
                  </a:cubicBezTo>
                  <a:cubicBezTo>
                    <a:pt x="8631" y="9122"/>
                    <a:pt x="8553" y="8973"/>
                    <a:pt x="8505" y="8973"/>
                  </a:cubicBezTo>
                  <a:cubicBezTo>
                    <a:pt x="8479" y="8974"/>
                    <a:pt x="8435" y="9043"/>
                    <a:pt x="8413" y="9068"/>
                  </a:cubicBezTo>
                  <a:cubicBezTo>
                    <a:pt x="8404" y="9077"/>
                    <a:pt x="8394" y="9088"/>
                    <a:pt x="8382" y="9099"/>
                  </a:cubicBezTo>
                  <a:cubicBezTo>
                    <a:pt x="8347" y="9075"/>
                    <a:pt x="8306" y="9050"/>
                    <a:pt x="8285" y="9040"/>
                  </a:cubicBezTo>
                  <a:cubicBezTo>
                    <a:pt x="8258" y="9026"/>
                    <a:pt x="8198" y="9035"/>
                    <a:pt x="8173" y="9006"/>
                  </a:cubicBezTo>
                  <a:cubicBezTo>
                    <a:pt x="8157" y="8988"/>
                    <a:pt x="8131" y="8928"/>
                    <a:pt x="8126" y="8892"/>
                  </a:cubicBezTo>
                  <a:cubicBezTo>
                    <a:pt x="8121" y="8842"/>
                    <a:pt x="8149" y="8748"/>
                    <a:pt x="8148" y="8700"/>
                  </a:cubicBezTo>
                  <a:cubicBezTo>
                    <a:pt x="8148" y="8652"/>
                    <a:pt x="8123" y="8563"/>
                    <a:pt x="8122" y="8514"/>
                  </a:cubicBezTo>
                  <a:cubicBezTo>
                    <a:pt x="8122" y="8443"/>
                    <a:pt x="8156" y="8255"/>
                    <a:pt x="8153" y="8236"/>
                  </a:cubicBezTo>
                  <a:cubicBezTo>
                    <a:pt x="8148" y="8219"/>
                    <a:pt x="8088" y="8041"/>
                    <a:pt x="8055" y="8004"/>
                  </a:cubicBezTo>
                  <a:cubicBezTo>
                    <a:pt x="8021" y="7968"/>
                    <a:pt x="7937" y="7993"/>
                    <a:pt x="7902" y="7959"/>
                  </a:cubicBezTo>
                  <a:cubicBezTo>
                    <a:pt x="7879" y="7936"/>
                    <a:pt x="7831" y="7869"/>
                    <a:pt x="7825" y="7818"/>
                  </a:cubicBezTo>
                  <a:cubicBezTo>
                    <a:pt x="7819" y="7772"/>
                    <a:pt x="7857" y="7682"/>
                    <a:pt x="7854" y="7631"/>
                  </a:cubicBezTo>
                  <a:cubicBezTo>
                    <a:pt x="7850" y="7586"/>
                    <a:pt x="7804" y="7529"/>
                    <a:pt x="7800" y="7483"/>
                  </a:cubicBezTo>
                  <a:cubicBezTo>
                    <a:pt x="7797" y="7429"/>
                    <a:pt x="7841" y="7336"/>
                    <a:pt x="7839" y="7283"/>
                  </a:cubicBezTo>
                  <a:cubicBezTo>
                    <a:pt x="7837" y="7247"/>
                    <a:pt x="7816" y="7167"/>
                    <a:pt x="7799" y="7156"/>
                  </a:cubicBezTo>
                  <a:cubicBezTo>
                    <a:pt x="7760" y="7131"/>
                    <a:pt x="7688" y="7271"/>
                    <a:pt x="7648" y="7271"/>
                  </a:cubicBezTo>
                  <a:cubicBezTo>
                    <a:pt x="7614" y="7271"/>
                    <a:pt x="7538" y="7236"/>
                    <a:pt x="7523" y="7176"/>
                  </a:cubicBezTo>
                  <a:cubicBezTo>
                    <a:pt x="7511" y="7122"/>
                    <a:pt x="7578" y="6996"/>
                    <a:pt x="7560" y="6948"/>
                  </a:cubicBezTo>
                  <a:cubicBezTo>
                    <a:pt x="7534" y="6876"/>
                    <a:pt x="7423" y="6998"/>
                    <a:pt x="7383" y="6963"/>
                  </a:cubicBezTo>
                  <a:cubicBezTo>
                    <a:pt x="7355" y="6936"/>
                    <a:pt x="7311" y="6831"/>
                    <a:pt x="7307" y="6770"/>
                  </a:cubicBezTo>
                  <a:cubicBezTo>
                    <a:pt x="7304" y="6718"/>
                    <a:pt x="7331" y="6610"/>
                    <a:pt x="7350" y="6571"/>
                  </a:cubicBezTo>
                  <a:cubicBezTo>
                    <a:pt x="7370" y="6534"/>
                    <a:pt x="7436" y="6535"/>
                    <a:pt x="7454" y="6494"/>
                  </a:cubicBezTo>
                  <a:cubicBezTo>
                    <a:pt x="7477" y="6439"/>
                    <a:pt x="7493" y="6287"/>
                    <a:pt x="7489" y="6216"/>
                  </a:cubicBezTo>
                  <a:cubicBezTo>
                    <a:pt x="7485" y="6156"/>
                    <a:pt x="7458" y="6035"/>
                    <a:pt x="7434" y="6001"/>
                  </a:cubicBezTo>
                  <a:cubicBezTo>
                    <a:pt x="7393" y="5943"/>
                    <a:pt x="7283" y="5918"/>
                    <a:pt x="7236" y="5954"/>
                  </a:cubicBezTo>
                  <a:cubicBezTo>
                    <a:pt x="7208" y="5976"/>
                    <a:pt x="7184" y="6110"/>
                    <a:pt x="7157" y="6137"/>
                  </a:cubicBezTo>
                  <a:cubicBezTo>
                    <a:pt x="7127" y="6167"/>
                    <a:pt x="7055" y="6128"/>
                    <a:pt x="7024" y="6153"/>
                  </a:cubicBezTo>
                  <a:cubicBezTo>
                    <a:pt x="6998" y="6174"/>
                    <a:pt x="6962" y="6284"/>
                    <a:pt x="6934" y="6299"/>
                  </a:cubicBezTo>
                  <a:cubicBezTo>
                    <a:pt x="6904" y="6314"/>
                    <a:pt x="6844" y="6247"/>
                    <a:pt x="6814" y="6261"/>
                  </a:cubicBezTo>
                  <a:cubicBezTo>
                    <a:pt x="6793" y="6272"/>
                    <a:pt x="6764" y="6355"/>
                    <a:pt x="6743" y="6366"/>
                  </a:cubicBezTo>
                  <a:cubicBezTo>
                    <a:pt x="6696" y="6386"/>
                    <a:pt x="6594" y="6337"/>
                    <a:pt x="6551" y="6285"/>
                  </a:cubicBezTo>
                  <a:cubicBezTo>
                    <a:pt x="6516" y="6242"/>
                    <a:pt x="6475" y="6086"/>
                    <a:pt x="6448" y="6025"/>
                  </a:cubicBezTo>
                  <a:cubicBezTo>
                    <a:pt x="6421" y="5967"/>
                    <a:pt x="6367" y="5842"/>
                    <a:pt x="6334" y="5801"/>
                  </a:cubicBezTo>
                  <a:cubicBezTo>
                    <a:pt x="6300" y="5760"/>
                    <a:pt x="6224" y="5723"/>
                    <a:pt x="6187" y="5703"/>
                  </a:cubicBezTo>
                  <a:cubicBezTo>
                    <a:pt x="6152" y="5682"/>
                    <a:pt x="6081" y="5637"/>
                    <a:pt x="6044" y="5628"/>
                  </a:cubicBezTo>
                  <a:cubicBezTo>
                    <a:pt x="5979" y="5612"/>
                    <a:pt x="5842" y="5573"/>
                    <a:pt x="5782" y="5628"/>
                  </a:cubicBezTo>
                  <a:cubicBezTo>
                    <a:pt x="5756" y="5650"/>
                    <a:pt x="5727" y="5755"/>
                    <a:pt x="5709" y="5798"/>
                  </a:cubicBezTo>
                  <a:cubicBezTo>
                    <a:pt x="5690" y="5838"/>
                    <a:pt x="5646" y="5911"/>
                    <a:pt x="5632" y="5959"/>
                  </a:cubicBezTo>
                  <a:cubicBezTo>
                    <a:pt x="5614" y="6023"/>
                    <a:pt x="5602" y="6173"/>
                    <a:pt x="5592" y="6244"/>
                  </a:cubicBezTo>
                  <a:cubicBezTo>
                    <a:pt x="5581" y="6325"/>
                    <a:pt x="5569" y="6494"/>
                    <a:pt x="5547" y="6565"/>
                  </a:cubicBezTo>
                  <a:cubicBezTo>
                    <a:pt x="5533" y="6609"/>
                    <a:pt x="5493" y="6690"/>
                    <a:pt x="5468" y="6701"/>
                  </a:cubicBezTo>
                  <a:cubicBezTo>
                    <a:pt x="5431" y="6714"/>
                    <a:pt x="5365" y="6611"/>
                    <a:pt x="5329" y="6599"/>
                  </a:cubicBezTo>
                  <a:cubicBezTo>
                    <a:pt x="5280" y="6584"/>
                    <a:pt x="5174" y="6571"/>
                    <a:pt x="5129" y="6616"/>
                  </a:cubicBezTo>
                  <a:cubicBezTo>
                    <a:pt x="5103" y="6642"/>
                    <a:pt x="5069" y="6746"/>
                    <a:pt x="5053" y="6798"/>
                  </a:cubicBezTo>
                  <a:cubicBezTo>
                    <a:pt x="5042" y="6834"/>
                    <a:pt x="5039" y="6926"/>
                    <a:pt x="5023" y="6953"/>
                  </a:cubicBezTo>
                  <a:cubicBezTo>
                    <a:pt x="5002" y="6987"/>
                    <a:pt x="4946" y="6985"/>
                    <a:pt x="4920" y="6991"/>
                  </a:cubicBezTo>
                  <a:cubicBezTo>
                    <a:pt x="4887" y="7000"/>
                    <a:pt x="4818" y="6971"/>
                    <a:pt x="4790" y="7004"/>
                  </a:cubicBezTo>
                  <a:cubicBezTo>
                    <a:pt x="4775" y="7018"/>
                    <a:pt x="4751" y="7074"/>
                    <a:pt x="4752" y="7107"/>
                  </a:cubicBezTo>
                  <a:cubicBezTo>
                    <a:pt x="4753" y="7146"/>
                    <a:pt x="4790" y="7199"/>
                    <a:pt x="4806" y="7217"/>
                  </a:cubicBezTo>
                  <a:cubicBezTo>
                    <a:pt x="4829" y="7247"/>
                    <a:pt x="4892" y="7245"/>
                    <a:pt x="4912" y="7283"/>
                  </a:cubicBezTo>
                  <a:cubicBezTo>
                    <a:pt x="4925" y="7313"/>
                    <a:pt x="4943" y="7403"/>
                    <a:pt x="4933" y="7439"/>
                  </a:cubicBezTo>
                  <a:cubicBezTo>
                    <a:pt x="4926" y="7465"/>
                    <a:pt x="4891" y="7464"/>
                    <a:pt x="4877" y="7466"/>
                  </a:cubicBezTo>
                  <a:cubicBezTo>
                    <a:pt x="4851" y="7473"/>
                    <a:pt x="4796" y="7452"/>
                    <a:pt x="4773" y="7471"/>
                  </a:cubicBezTo>
                  <a:cubicBezTo>
                    <a:pt x="4754" y="7488"/>
                    <a:pt x="4717" y="7546"/>
                    <a:pt x="4711" y="7588"/>
                  </a:cubicBezTo>
                  <a:cubicBezTo>
                    <a:pt x="4707" y="7612"/>
                    <a:pt x="4715" y="7670"/>
                    <a:pt x="4725" y="7687"/>
                  </a:cubicBezTo>
                  <a:cubicBezTo>
                    <a:pt x="4744" y="7727"/>
                    <a:pt x="4808" y="7706"/>
                    <a:pt x="4829" y="7736"/>
                  </a:cubicBezTo>
                  <a:cubicBezTo>
                    <a:pt x="4846" y="7759"/>
                    <a:pt x="4868" y="7830"/>
                    <a:pt x="4871" y="7869"/>
                  </a:cubicBezTo>
                  <a:cubicBezTo>
                    <a:pt x="4875" y="7922"/>
                    <a:pt x="4858" y="8028"/>
                    <a:pt x="4844" y="8074"/>
                  </a:cubicBezTo>
                  <a:cubicBezTo>
                    <a:pt x="4831" y="8113"/>
                    <a:pt x="4791" y="8169"/>
                    <a:pt x="4773" y="8200"/>
                  </a:cubicBezTo>
                  <a:cubicBezTo>
                    <a:pt x="4741" y="8259"/>
                    <a:pt x="4687" y="8418"/>
                    <a:pt x="4645" y="8438"/>
                  </a:cubicBezTo>
                  <a:cubicBezTo>
                    <a:pt x="4610" y="8456"/>
                    <a:pt x="4539" y="8343"/>
                    <a:pt x="4502" y="8355"/>
                  </a:cubicBezTo>
                  <a:cubicBezTo>
                    <a:pt x="4465" y="8369"/>
                    <a:pt x="4417" y="8510"/>
                    <a:pt x="4382" y="8531"/>
                  </a:cubicBezTo>
                  <a:cubicBezTo>
                    <a:pt x="4355" y="8547"/>
                    <a:pt x="4295" y="8543"/>
                    <a:pt x="4270" y="8521"/>
                  </a:cubicBezTo>
                  <a:cubicBezTo>
                    <a:pt x="4247" y="8500"/>
                    <a:pt x="4219" y="8392"/>
                    <a:pt x="4194" y="8372"/>
                  </a:cubicBezTo>
                  <a:cubicBezTo>
                    <a:pt x="4157" y="8341"/>
                    <a:pt x="4068" y="8345"/>
                    <a:pt x="4028" y="8372"/>
                  </a:cubicBezTo>
                  <a:cubicBezTo>
                    <a:pt x="4005" y="8389"/>
                    <a:pt x="3971" y="8479"/>
                    <a:pt x="3947" y="8498"/>
                  </a:cubicBezTo>
                  <a:cubicBezTo>
                    <a:pt x="3907" y="8531"/>
                    <a:pt x="3817" y="8550"/>
                    <a:pt x="3774" y="8531"/>
                  </a:cubicBezTo>
                  <a:cubicBezTo>
                    <a:pt x="3745" y="8520"/>
                    <a:pt x="3698" y="8434"/>
                    <a:pt x="3670" y="8410"/>
                  </a:cubicBezTo>
                  <a:cubicBezTo>
                    <a:pt x="3642" y="8386"/>
                    <a:pt x="3581" y="8363"/>
                    <a:pt x="3551" y="8345"/>
                  </a:cubicBezTo>
                  <a:cubicBezTo>
                    <a:pt x="3505" y="8319"/>
                    <a:pt x="3405" y="8301"/>
                    <a:pt x="3369" y="8240"/>
                  </a:cubicBezTo>
                  <a:cubicBezTo>
                    <a:pt x="3350" y="8204"/>
                    <a:pt x="3324" y="8100"/>
                    <a:pt x="3324" y="8046"/>
                  </a:cubicBezTo>
                  <a:cubicBezTo>
                    <a:pt x="3326" y="8005"/>
                    <a:pt x="3350" y="7932"/>
                    <a:pt x="3363" y="7903"/>
                  </a:cubicBezTo>
                  <a:cubicBezTo>
                    <a:pt x="3380" y="7868"/>
                    <a:pt x="3430" y="7843"/>
                    <a:pt x="3443" y="7803"/>
                  </a:cubicBezTo>
                  <a:cubicBezTo>
                    <a:pt x="3450" y="7774"/>
                    <a:pt x="3455" y="7695"/>
                    <a:pt x="3445" y="7670"/>
                  </a:cubicBezTo>
                  <a:cubicBezTo>
                    <a:pt x="3424" y="7627"/>
                    <a:pt x="3353" y="7687"/>
                    <a:pt x="3328" y="7653"/>
                  </a:cubicBezTo>
                  <a:cubicBezTo>
                    <a:pt x="3312" y="7631"/>
                    <a:pt x="3309" y="7535"/>
                    <a:pt x="3292" y="7511"/>
                  </a:cubicBezTo>
                  <a:cubicBezTo>
                    <a:pt x="3275" y="7484"/>
                    <a:pt x="3226" y="7464"/>
                    <a:pt x="3206" y="7477"/>
                  </a:cubicBezTo>
                  <a:cubicBezTo>
                    <a:pt x="3185" y="7493"/>
                    <a:pt x="3161" y="7577"/>
                    <a:pt x="3149" y="7615"/>
                  </a:cubicBezTo>
                  <a:cubicBezTo>
                    <a:pt x="3135" y="7656"/>
                    <a:pt x="3100" y="7747"/>
                    <a:pt x="3108" y="7792"/>
                  </a:cubicBezTo>
                  <a:cubicBezTo>
                    <a:pt x="3116" y="7837"/>
                    <a:pt x="3183" y="7826"/>
                    <a:pt x="3192" y="7869"/>
                  </a:cubicBezTo>
                  <a:cubicBezTo>
                    <a:pt x="3201" y="7907"/>
                    <a:pt x="3183" y="7992"/>
                    <a:pt x="3171" y="8023"/>
                  </a:cubicBezTo>
                  <a:cubicBezTo>
                    <a:pt x="3157" y="8060"/>
                    <a:pt x="3110" y="8087"/>
                    <a:pt x="3098" y="8124"/>
                  </a:cubicBezTo>
                  <a:cubicBezTo>
                    <a:pt x="3083" y="8161"/>
                    <a:pt x="3069" y="8259"/>
                    <a:pt x="3073" y="830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25" name="Shape 4807"/>
            <p:cNvSpPr/>
            <p:nvPr/>
          </p:nvSpPr>
          <p:spPr>
            <a:xfrm>
              <a:off x="8790483" y="2324185"/>
              <a:ext cx="941241" cy="462718"/>
            </a:xfrm>
            <a:custGeom>
              <a:avLst/>
              <a:gdLst/>
              <a:ahLst/>
              <a:cxnLst>
                <a:cxn ang="0">
                  <a:pos x="wd2" y="hd2"/>
                </a:cxn>
                <a:cxn ang="5400000">
                  <a:pos x="wd2" y="hd2"/>
                </a:cxn>
                <a:cxn ang="10800000">
                  <a:pos x="wd2" y="hd2"/>
                </a:cxn>
                <a:cxn ang="16200000">
                  <a:pos x="wd2" y="hd2"/>
                </a:cxn>
              </a:cxnLst>
              <a:rect l="0" t="0" r="r" b="b"/>
              <a:pathLst>
                <a:path w="21588" h="21572" extrusionOk="0">
                  <a:moveTo>
                    <a:pt x="3073" y="8306"/>
                  </a:moveTo>
                  <a:cubicBezTo>
                    <a:pt x="3076" y="8348"/>
                    <a:pt x="3124" y="8408"/>
                    <a:pt x="3119" y="8448"/>
                  </a:cubicBezTo>
                  <a:cubicBezTo>
                    <a:pt x="3113" y="8495"/>
                    <a:pt x="3052" y="8489"/>
                    <a:pt x="3035" y="8521"/>
                  </a:cubicBezTo>
                  <a:cubicBezTo>
                    <a:pt x="3007" y="8569"/>
                    <a:pt x="2964" y="8701"/>
                    <a:pt x="2955" y="8775"/>
                  </a:cubicBezTo>
                  <a:cubicBezTo>
                    <a:pt x="2948" y="8841"/>
                    <a:pt x="2988" y="8988"/>
                    <a:pt x="2970" y="9046"/>
                  </a:cubicBezTo>
                  <a:cubicBezTo>
                    <a:pt x="2960" y="9075"/>
                    <a:pt x="2918" y="9067"/>
                    <a:pt x="2905" y="9090"/>
                  </a:cubicBezTo>
                  <a:cubicBezTo>
                    <a:pt x="2880" y="9133"/>
                    <a:pt x="2855" y="9263"/>
                    <a:pt x="2848" y="9327"/>
                  </a:cubicBezTo>
                  <a:cubicBezTo>
                    <a:pt x="2840" y="9380"/>
                    <a:pt x="2855" y="9505"/>
                    <a:pt x="2839" y="9549"/>
                  </a:cubicBezTo>
                  <a:cubicBezTo>
                    <a:pt x="2824" y="9585"/>
                    <a:pt x="2768" y="9584"/>
                    <a:pt x="2747" y="9608"/>
                  </a:cubicBezTo>
                  <a:cubicBezTo>
                    <a:pt x="2724" y="9634"/>
                    <a:pt x="2683" y="9699"/>
                    <a:pt x="2673" y="9748"/>
                  </a:cubicBezTo>
                  <a:cubicBezTo>
                    <a:pt x="2657" y="9819"/>
                    <a:pt x="2683" y="9983"/>
                    <a:pt x="2676" y="10062"/>
                  </a:cubicBezTo>
                  <a:cubicBezTo>
                    <a:pt x="2671" y="10124"/>
                    <a:pt x="2661" y="10272"/>
                    <a:pt x="2633" y="10299"/>
                  </a:cubicBezTo>
                  <a:cubicBezTo>
                    <a:pt x="2607" y="10324"/>
                    <a:pt x="2548" y="10246"/>
                    <a:pt x="2521" y="10221"/>
                  </a:cubicBezTo>
                  <a:cubicBezTo>
                    <a:pt x="2489" y="10191"/>
                    <a:pt x="2435" y="10100"/>
                    <a:pt x="2402" y="10072"/>
                  </a:cubicBezTo>
                  <a:cubicBezTo>
                    <a:pt x="2375" y="10051"/>
                    <a:pt x="2318" y="10029"/>
                    <a:pt x="2289" y="10023"/>
                  </a:cubicBezTo>
                  <a:cubicBezTo>
                    <a:pt x="2258" y="10015"/>
                    <a:pt x="2189" y="9999"/>
                    <a:pt x="2158" y="10017"/>
                  </a:cubicBezTo>
                  <a:cubicBezTo>
                    <a:pt x="2129" y="10034"/>
                    <a:pt x="2076" y="10099"/>
                    <a:pt x="2057" y="10145"/>
                  </a:cubicBezTo>
                  <a:cubicBezTo>
                    <a:pt x="2028" y="10213"/>
                    <a:pt x="2001" y="10393"/>
                    <a:pt x="1988" y="10481"/>
                  </a:cubicBezTo>
                  <a:cubicBezTo>
                    <a:pt x="1980" y="10553"/>
                    <a:pt x="1984" y="10709"/>
                    <a:pt x="1971" y="10780"/>
                  </a:cubicBezTo>
                  <a:cubicBezTo>
                    <a:pt x="1961" y="10828"/>
                    <a:pt x="1927" y="10909"/>
                    <a:pt x="1908" y="10944"/>
                  </a:cubicBezTo>
                  <a:cubicBezTo>
                    <a:pt x="1891" y="10977"/>
                    <a:pt x="1846" y="11013"/>
                    <a:pt x="1829" y="11044"/>
                  </a:cubicBezTo>
                  <a:cubicBezTo>
                    <a:pt x="1807" y="11084"/>
                    <a:pt x="1775" y="11185"/>
                    <a:pt x="1756" y="11231"/>
                  </a:cubicBezTo>
                  <a:cubicBezTo>
                    <a:pt x="1735" y="11281"/>
                    <a:pt x="1685" y="11369"/>
                    <a:pt x="1669" y="11425"/>
                  </a:cubicBezTo>
                  <a:cubicBezTo>
                    <a:pt x="1653" y="11470"/>
                    <a:pt x="1643" y="11582"/>
                    <a:pt x="1626" y="11624"/>
                  </a:cubicBezTo>
                  <a:cubicBezTo>
                    <a:pt x="1605" y="11672"/>
                    <a:pt x="1528" y="11752"/>
                    <a:pt x="1518" y="11756"/>
                  </a:cubicBezTo>
                  <a:cubicBezTo>
                    <a:pt x="1511" y="11762"/>
                    <a:pt x="1468" y="11904"/>
                    <a:pt x="1457" y="11959"/>
                  </a:cubicBezTo>
                  <a:cubicBezTo>
                    <a:pt x="1444" y="12026"/>
                    <a:pt x="1434" y="12168"/>
                    <a:pt x="1424" y="12237"/>
                  </a:cubicBezTo>
                  <a:cubicBezTo>
                    <a:pt x="1413" y="12314"/>
                    <a:pt x="1403" y="12491"/>
                    <a:pt x="1373" y="12546"/>
                  </a:cubicBezTo>
                  <a:cubicBezTo>
                    <a:pt x="1351" y="12584"/>
                    <a:pt x="1288" y="12567"/>
                    <a:pt x="1264" y="12595"/>
                  </a:cubicBezTo>
                  <a:cubicBezTo>
                    <a:pt x="1233" y="12633"/>
                    <a:pt x="1189" y="12761"/>
                    <a:pt x="1169" y="12823"/>
                  </a:cubicBezTo>
                  <a:cubicBezTo>
                    <a:pt x="1147" y="12884"/>
                    <a:pt x="1130" y="13043"/>
                    <a:pt x="1101" y="13088"/>
                  </a:cubicBezTo>
                  <a:cubicBezTo>
                    <a:pt x="1081" y="13117"/>
                    <a:pt x="1025" y="13093"/>
                    <a:pt x="1006" y="13125"/>
                  </a:cubicBezTo>
                  <a:cubicBezTo>
                    <a:pt x="976" y="13176"/>
                    <a:pt x="966" y="13355"/>
                    <a:pt x="946" y="13424"/>
                  </a:cubicBezTo>
                  <a:cubicBezTo>
                    <a:pt x="932" y="13472"/>
                    <a:pt x="891" y="13551"/>
                    <a:pt x="876" y="13600"/>
                  </a:cubicBezTo>
                  <a:cubicBezTo>
                    <a:pt x="860" y="13651"/>
                    <a:pt x="843" y="13771"/>
                    <a:pt x="827" y="13821"/>
                  </a:cubicBezTo>
                  <a:cubicBezTo>
                    <a:pt x="811" y="13872"/>
                    <a:pt x="768" y="13961"/>
                    <a:pt x="745" y="13998"/>
                  </a:cubicBezTo>
                  <a:cubicBezTo>
                    <a:pt x="718" y="14040"/>
                    <a:pt x="629" y="14130"/>
                    <a:pt x="629" y="14130"/>
                  </a:cubicBezTo>
                  <a:lnTo>
                    <a:pt x="0" y="8037"/>
                  </a:lnTo>
                  <a:lnTo>
                    <a:pt x="8847" y="3855"/>
                  </a:lnTo>
                  <a:lnTo>
                    <a:pt x="14339" y="1039"/>
                  </a:lnTo>
                  <a:lnTo>
                    <a:pt x="16336" y="0"/>
                  </a:lnTo>
                  <a:cubicBezTo>
                    <a:pt x="16331" y="152"/>
                    <a:pt x="16330" y="317"/>
                    <a:pt x="16336" y="418"/>
                  </a:cubicBezTo>
                  <a:cubicBezTo>
                    <a:pt x="16348" y="651"/>
                    <a:pt x="16460" y="1316"/>
                    <a:pt x="16460" y="1316"/>
                  </a:cubicBezTo>
                  <a:lnTo>
                    <a:pt x="18617" y="14677"/>
                  </a:lnTo>
                  <a:lnTo>
                    <a:pt x="21526" y="13191"/>
                  </a:lnTo>
                  <a:cubicBezTo>
                    <a:pt x="21534" y="13438"/>
                    <a:pt x="21531" y="13745"/>
                    <a:pt x="21539" y="13922"/>
                  </a:cubicBezTo>
                  <a:cubicBezTo>
                    <a:pt x="21548" y="14110"/>
                    <a:pt x="21600" y="14489"/>
                    <a:pt x="21585" y="14677"/>
                  </a:cubicBezTo>
                  <a:cubicBezTo>
                    <a:pt x="21573" y="14848"/>
                    <a:pt x="21456" y="15135"/>
                    <a:pt x="21441" y="15306"/>
                  </a:cubicBezTo>
                  <a:cubicBezTo>
                    <a:pt x="21417" y="15607"/>
                    <a:pt x="21501" y="16212"/>
                    <a:pt x="21507" y="16515"/>
                  </a:cubicBezTo>
                  <a:cubicBezTo>
                    <a:pt x="21512" y="16791"/>
                    <a:pt x="21517" y="17345"/>
                    <a:pt x="21491" y="17615"/>
                  </a:cubicBezTo>
                  <a:cubicBezTo>
                    <a:pt x="21467" y="17854"/>
                    <a:pt x="21361" y="18297"/>
                    <a:pt x="21319" y="18526"/>
                  </a:cubicBezTo>
                  <a:cubicBezTo>
                    <a:pt x="21311" y="18571"/>
                    <a:pt x="21302" y="18627"/>
                    <a:pt x="21291" y="18687"/>
                  </a:cubicBezTo>
                  <a:lnTo>
                    <a:pt x="19617" y="20105"/>
                  </a:lnTo>
                  <a:lnTo>
                    <a:pt x="19617" y="20634"/>
                  </a:lnTo>
                  <a:lnTo>
                    <a:pt x="19360" y="20634"/>
                  </a:lnTo>
                  <a:cubicBezTo>
                    <a:pt x="19377" y="20559"/>
                    <a:pt x="19395" y="20463"/>
                    <a:pt x="19375" y="20430"/>
                  </a:cubicBezTo>
                  <a:cubicBezTo>
                    <a:pt x="19328" y="20350"/>
                    <a:pt x="19207" y="20593"/>
                    <a:pt x="19147" y="20613"/>
                  </a:cubicBezTo>
                  <a:cubicBezTo>
                    <a:pt x="19101" y="20626"/>
                    <a:pt x="19004" y="20544"/>
                    <a:pt x="18962" y="20584"/>
                  </a:cubicBezTo>
                  <a:cubicBezTo>
                    <a:pt x="18927" y="20619"/>
                    <a:pt x="18892" y="20777"/>
                    <a:pt x="18872" y="20844"/>
                  </a:cubicBezTo>
                  <a:cubicBezTo>
                    <a:pt x="18839" y="20951"/>
                    <a:pt x="18792" y="21191"/>
                    <a:pt x="18752" y="21291"/>
                  </a:cubicBezTo>
                  <a:cubicBezTo>
                    <a:pt x="18728" y="21356"/>
                    <a:pt x="18670" y="21476"/>
                    <a:pt x="18633" y="21511"/>
                  </a:cubicBezTo>
                  <a:cubicBezTo>
                    <a:pt x="18604" y="21541"/>
                    <a:pt x="18528" y="21600"/>
                    <a:pt x="18502" y="21557"/>
                  </a:cubicBezTo>
                  <a:cubicBezTo>
                    <a:pt x="18478" y="21514"/>
                    <a:pt x="18505" y="21358"/>
                    <a:pt x="18502" y="21291"/>
                  </a:cubicBezTo>
                  <a:cubicBezTo>
                    <a:pt x="18500" y="21218"/>
                    <a:pt x="18492" y="21070"/>
                    <a:pt x="18481" y="20999"/>
                  </a:cubicBezTo>
                  <a:cubicBezTo>
                    <a:pt x="18468" y="20905"/>
                    <a:pt x="18407" y="20742"/>
                    <a:pt x="18402" y="20646"/>
                  </a:cubicBezTo>
                  <a:cubicBezTo>
                    <a:pt x="18400" y="20581"/>
                    <a:pt x="18422" y="20455"/>
                    <a:pt x="18429" y="20392"/>
                  </a:cubicBezTo>
                  <a:cubicBezTo>
                    <a:pt x="18439" y="20306"/>
                    <a:pt x="18437" y="20112"/>
                    <a:pt x="18468" y="20048"/>
                  </a:cubicBezTo>
                  <a:cubicBezTo>
                    <a:pt x="18495" y="19991"/>
                    <a:pt x="18590" y="20020"/>
                    <a:pt x="18620" y="19967"/>
                  </a:cubicBezTo>
                  <a:cubicBezTo>
                    <a:pt x="18644" y="19922"/>
                    <a:pt x="18666" y="19784"/>
                    <a:pt x="18666" y="19718"/>
                  </a:cubicBezTo>
                  <a:cubicBezTo>
                    <a:pt x="18666" y="19679"/>
                    <a:pt x="18657" y="19596"/>
                    <a:pt x="18642" y="19575"/>
                  </a:cubicBezTo>
                  <a:cubicBezTo>
                    <a:pt x="18616" y="19538"/>
                    <a:pt x="18544" y="19543"/>
                    <a:pt x="18517" y="19575"/>
                  </a:cubicBezTo>
                  <a:cubicBezTo>
                    <a:pt x="18485" y="19609"/>
                    <a:pt x="18470" y="19798"/>
                    <a:pt x="18435" y="19818"/>
                  </a:cubicBezTo>
                  <a:cubicBezTo>
                    <a:pt x="18415" y="19829"/>
                    <a:pt x="18374" y="19779"/>
                    <a:pt x="18362" y="19746"/>
                  </a:cubicBezTo>
                  <a:cubicBezTo>
                    <a:pt x="18342" y="19693"/>
                    <a:pt x="18337" y="19551"/>
                    <a:pt x="18340" y="19486"/>
                  </a:cubicBezTo>
                  <a:cubicBezTo>
                    <a:pt x="18343" y="19419"/>
                    <a:pt x="18370" y="19291"/>
                    <a:pt x="18389" y="19237"/>
                  </a:cubicBezTo>
                  <a:cubicBezTo>
                    <a:pt x="18409" y="19183"/>
                    <a:pt x="18479" y="19127"/>
                    <a:pt x="18492" y="19066"/>
                  </a:cubicBezTo>
                  <a:cubicBezTo>
                    <a:pt x="18505" y="19005"/>
                    <a:pt x="18502" y="18852"/>
                    <a:pt x="18481" y="18801"/>
                  </a:cubicBezTo>
                  <a:cubicBezTo>
                    <a:pt x="18465" y="18764"/>
                    <a:pt x="18409" y="18744"/>
                    <a:pt x="18386" y="18763"/>
                  </a:cubicBezTo>
                  <a:cubicBezTo>
                    <a:pt x="18369" y="18779"/>
                    <a:pt x="18361" y="18872"/>
                    <a:pt x="18345" y="18895"/>
                  </a:cubicBezTo>
                  <a:cubicBezTo>
                    <a:pt x="18324" y="18928"/>
                    <a:pt x="18268" y="18937"/>
                    <a:pt x="18242" y="18950"/>
                  </a:cubicBezTo>
                  <a:cubicBezTo>
                    <a:pt x="18208" y="18968"/>
                    <a:pt x="18128" y="18962"/>
                    <a:pt x="18107" y="19016"/>
                  </a:cubicBezTo>
                  <a:cubicBezTo>
                    <a:pt x="18088" y="19064"/>
                    <a:pt x="18116" y="19200"/>
                    <a:pt x="18104" y="19254"/>
                  </a:cubicBezTo>
                  <a:cubicBezTo>
                    <a:pt x="18092" y="19305"/>
                    <a:pt x="18047" y="19402"/>
                    <a:pt x="18020" y="19403"/>
                  </a:cubicBezTo>
                  <a:cubicBezTo>
                    <a:pt x="17996" y="19405"/>
                    <a:pt x="17960" y="19323"/>
                    <a:pt x="17946" y="19287"/>
                  </a:cubicBezTo>
                  <a:cubicBezTo>
                    <a:pt x="17928" y="19239"/>
                    <a:pt x="17899" y="19126"/>
                    <a:pt x="17895" y="19066"/>
                  </a:cubicBezTo>
                  <a:cubicBezTo>
                    <a:pt x="17888" y="18965"/>
                    <a:pt x="17915" y="18762"/>
                    <a:pt x="17930" y="18664"/>
                  </a:cubicBezTo>
                  <a:cubicBezTo>
                    <a:pt x="17937" y="18613"/>
                    <a:pt x="17955" y="18511"/>
                    <a:pt x="17971" y="18470"/>
                  </a:cubicBezTo>
                  <a:cubicBezTo>
                    <a:pt x="17995" y="18407"/>
                    <a:pt x="18062" y="18316"/>
                    <a:pt x="18095" y="18270"/>
                  </a:cubicBezTo>
                  <a:cubicBezTo>
                    <a:pt x="18130" y="18224"/>
                    <a:pt x="18213" y="18171"/>
                    <a:pt x="18242" y="18111"/>
                  </a:cubicBezTo>
                  <a:cubicBezTo>
                    <a:pt x="18262" y="18069"/>
                    <a:pt x="18294" y="17960"/>
                    <a:pt x="18293" y="17901"/>
                  </a:cubicBezTo>
                  <a:cubicBezTo>
                    <a:pt x="18293" y="17844"/>
                    <a:pt x="18265" y="17731"/>
                    <a:pt x="18242" y="17697"/>
                  </a:cubicBezTo>
                  <a:cubicBezTo>
                    <a:pt x="18226" y="17673"/>
                    <a:pt x="18182" y="17658"/>
                    <a:pt x="18163" y="17670"/>
                  </a:cubicBezTo>
                  <a:cubicBezTo>
                    <a:pt x="18137" y="17686"/>
                    <a:pt x="18109" y="17813"/>
                    <a:pt x="18082" y="17819"/>
                  </a:cubicBezTo>
                  <a:cubicBezTo>
                    <a:pt x="18057" y="17824"/>
                    <a:pt x="18014" y="17747"/>
                    <a:pt x="17995" y="17713"/>
                  </a:cubicBezTo>
                  <a:cubicBezTo>
                    <a:pt x="17973" y="17674"/>
                    <a:pt x="17944" y="17564"/>
                    <a:pt x="17919" y="17532"/>
                  </a:cubicBezTo>
                  <a:cubicBezTo>
                    <a:pt x="17889" y="17491"/>
                    <a:pt x="17816" y="17421"/>
                    <a:pt x="17783" y="17449"/>
                  </a:cubicBezTo>
                  <a:cubicBezTo>
                    <a:pt x="17769" y="17459"/>
                    <a:pt x="17753" y="17523"/>
                    <a:pt x="17753" y="17554"/>
                  </a:cubicBezTo>
                  <a:cubicBezTo>
                    <a:pt x="17755" y="17615"/>
                    <a:pt x="17822" y="17687"/>
                    <a:pt x="17827" y="17747"/>
                  </a:cubicBezTo>
                  <a:cubicBezTo>
                    <a:pt x="17830" y="17784"/>
                    <a:pt x="17816" y="17864"/>
                    <a:pt x="17803" y="17890"/>
                  </a:cubicBezTo>
                  <a:cubicBezTo>
                    <a:pt x="17785" y="17921"/>
                    <a:pt x="17734" y="17957"/>
                    <a:pt x="17715" y="17934"/>
                  </a:cubicBezTo>
                  <a:cubicBezTo>
                    <a:pt x="17694" y="17908"/>
                    <a:pt x="17708" y="17779"/>
                    <a:pt x="17691" y="17742"/>
                  </a:cubicBezTo>
                  <a:cubicBezTo>
                    <a:pt x="17678" y="17713"/>
                    <a:pt x="17633" y="17713"/>
                    <a:pt x="17620" y="17686"/>
                  </a:cubicBezTo>
                  <a:cubicBezTo>
                    <a:pt x="17598" y="17638"/>
                    <a:pt x="17599" y="17490"/>
                    <a:pt x="17583" y="17432"/>
                  </a:cubicBezTo>
                  <a:cubicBezTo>
                    <a:pt x="17568" y="17382"/>
                    <a:pt x="17515" y="17318"/>
                    <a:pt x="17500" y="17266"/>
                  </a:cubicBezTo>
                  <a:cubicBezTo>
                    <a:pt x="17489" y="17224"/>
                    <a:pt x="17470" y="17123"/>
                    <a:pt x="17479" y="17077"/>
                  </a:cubicBezTo>
                  <a:cubicBezTo>
                    <a:pt x="17486" y="17045"/>
                    <a:pt x="17529" y="17033"/>
                    <a:pt x="17541" y="17007"/>
                  </a:cubicBezTo>
                  <a:cubicBezTo>
                    <a:pt x="17553" y="16983"/>
                    <a:pt x="17568" y="16918"/>
                    <a:pt x="17574" y="16886"/>
                  </a:cubicBezTo>
                  <a:cubicBezTo>
                    <a:pt x="17583" y="16844"/>
                    <a:pt x="17602" y="16754"/>
                    <a:pt x="17598" y="16709"/>
                  </a:cubicBezTo>
                  <a:cubicBezTo>
                    <a:pt x="17594" y="16646"/>
                    <a:pt x="17555" y="16539"/>
                    <a:pt x="17530" y="16499"/>
                  </a:cubicBezTo>
                  <a:cubicBezTo>
                    <a:pt x="17508" y="16462"/>
                    <a:pt x="17451" y="16417"/>
                    <a:pt x="17422" y="16411"/>
                  </a:cubicBezTo>
                  <a:cubicBezTo>
                    <a:pt x="17397" y="16406"/>
                    <a:pt x="17337" y="16405"/>
                    <a:pt x="17325" y="16449"/>
                  </a:cubicBezTo>
                  <a:cubicBezTo>
                    <a:pt x="17309" y="16502"/>
                    <a:pt x="17356" y="16626"/>
                    <a:pt x="17363" y="16687"/>
                  </a:cubicBezTo>
                  <a:cubicBezTo>
                    <a:pt x="17368" y="16748"/>
                    <a:pt x="17382" y="16878"/>
                    <a:pt x="17370" y="16936"/>
                  </a:cubicBezTo>
                  <a:cubicBezTo>
                    <a:pt x="17354" y="17013"/>
                    <a:pt x="17258" y="17076"/>
                    <a:pt x="17245" y="17156"/>
                  </a:cubicBezTo>
                  <a:cubicBezTo>
                    <a:pt x="17238" y="17207"/>
                    <a:pt x="17257" y="17321"/>
                    <a:pt x="17273" y="17366"/>
                  </a:cubicBezTo>
                  <a:cubicBezTo>
                    <a:pt x="17289" y="17411"/>
                    <a:pt x="17350" y="17441"/>
                    <a:pt x="17365" y="17487"/>
                  </a:cubicBezTo>
                  <a:cubicBezTo>
                    <a:pt x="17383" y="17540"/>
                    <a:pt x="17387" y="17673"/>
                    <a:pt x="17390" y="17736"/>
                  </a:cubicBezTo>
                  <a:cubicBezTo>
                    <a:pt x="17391" y="17784"/>
                    <a:pt x="17378" y="17882"/>
                    <a:pt x="17384" y="17930"/>
                  </a:cubicBezTo>
                  <a:cubicBezTo>
                    <a:pt x="17391" y="17977"/>
                    <a:pt x="17430" y="18049"/>
                    <a:pt x="17441" y="18094"/>
                  </a:cubicBezTo>
                  <a:cubicBezTo>
                    <a:pt x="17454" y="18152"/>
                    <a:pt x="17491" y="18294"/>
                    <a:pt x="17470" y="18343"/>
                  </a:cubicBezTo>
                  <a:cubicBezTo>
                    <a:pt x="17448" y="18399"/>
                    <a:pt x="17360" y="18348"/>
                    <a:pt x="17327" y="18321"/>
                  </a:cubicBezTo>
                  <a:cubicBezTo>
                    <a:pt x="17310" y="18307"/>
                    <a:pt x="17283" y="18256"/>
                    <a:pt x="17273" y="18228"/>
                  </a:cubicBezTo>
                  <a:cubicBezTo>
                    <a:pt x="17259" y="18191"/>
                    <a:pt x="17253" y="18087"/>
                    <a:pt x="17234" y="18062"/>
                  </a:cubicBezTo>
                  <a:cubicBezTo>
                    <a:pt x="17207" y="18025"/>
                    <a:pt x="17128" y="18091"/>
                    <a:pt x="17101" y="18050"/>
                  </a:cubicBezTo>
                  <a:cubicBezTo>
                    <a:pt x="17089" y="18031"/>
                    <a:pt x="17085" y="17959"/>
                    <a:pt x="17080" y="17930"/>
                  </a:cubicBezTo>
                  <a:cubicBezTo>
                    <a:pt x="17069" y="17877"/>
                    <a:pt x="17053" y="17761"/>
                    <a:pt x="17031" y="17724"/>
                  </a:cubicBezTo>
                  <a:cubicBezTo>
                    <a:pt x="17014" y="17697"/>
                    <a:pt x="16970" y="17672"/>
                    <a:pt x="16949" y="17681"/>
                  </a:cubicBezTo>
                  <a:cubicBezTo>
                    <a:pt x="16923" y="17691"/>
                    <a:pt x="16890" y="17793"/>
                    <a:pt x="16865" y="17813"/>
                  </a:cubicBezTo>
                  <a:cubicBezTo>
                    <a:pt x="16836" y="17835"/>
                    <a:pt x="16763" y="17783"/>
                    <a:pt x="16743" y="17830"/>
                  </a:cubicBezTo>
                  <a:cubicBezTo>
                    <a:pt x="16728" y="17864"/>
                    <a:pt x="16737" y="17973"/>
                    <a:pt x="16745" y="18017"/>
                  </a:cubicBezTo>
                  <a:cubicBezTo>
                    <a:pt x="16757" y="18072"/>
                    <a:pt x="16798" y="18176"/>
                    <a:pt x="16827" y="18195"/>
                  </a:cubicBezTo>
                  <a:cubicBezTo>
                    <a:pt x="16854" y="18211"/>
                    <a:pt x="16911" y="18137"/>
                    <a:pt x="16939" y="18150"/>
                  </a:cubicBezTo>
                  <a:cubicBezTo>
                    <a:pt x="16965" y="18162"/>
                    <a:pt x="17023" y="18228"/>
                    <a:pt x="17028" y="18282"/>
                  </a:cubicBezTo>
                  <a:cubicBezTo>
                    <a:pt x="17033" y="18327"/>
                    <a:pt x="17003" y="18415"/>
                    <a:pt x="16985" y="18442"/>
                  </a:cubicBezTo>
                  <a:cubicBezTo>
                    <a:pt x="16965" y="18473"/>
                    <a:pt x="16914" y="18489"/>
                    <a:pt x="16889" y="18486"/>
                  </a:cubicBezTo>
                  <a:cubicBezTo>
                    <a:pt x="16863" y="18484"/>
                    <a:pt x="16814" y="18444"/>
                    <a:pt x="16792" y="18415"/>
                  </a:cubicBezTo>
                  <a:cubicBezTo>
                    <a:pt x="16758" y="18370"/>
                    <a:pt x="16705" y="18239"/>
                    <a:pt x="16680" y="18171"/>
                  </a:cubicBezTo>
                  <a:cubicBezTo>
                    <a:pt x="16660" y="18118"/>
                    <a:pt x="16632" y="17995"/>
                    <a:pt x="16613" y="17940"/>
                  </a:cubicBezTo>
                  <a:cubicBezTo>
                    <a:pt x="16593" y="17886"/>
                    <a:pt x="16555" y="17767"/>
                    <a:pt x="16526" y="17736"/>
                  </a:cubicBezTo>
                  <a:cubicBezTo>
                    <a:pt x="16498" y="17709"/>
                    <a:pt x="16436" y="17716"/>
                    <a:pt x="16406" y="17713"/>
                  </a:cubicBezTo>
                  <a:cubicBezTo>
                    <a:pt x="16378" y="17712"/>
                    <a:pt x="16321" y="17743"/>
                    <a:pt x="16298" y="17719"/>
                  </a:cubicBezTo>
                  <a:cubicBezTo>
                    <a:pt x="16275" y="17696"/>
                    <a:pt x="16248" y="17597"/>
                    <a:pt x="16241" y="17548"/>
                  </a:cubicBezTo>
                  <a:cubicBezTo>
                    <a:pt x="16232" y="17494"/>
                    <a:pt x="16226" y="17371"/>
                    <a:pt x="16241" y="17321"/>
                  </a:cubicBezTo>
                  <a:cubicBezTo>
                    <a:pt x="16255" y="17272"/>
                    <a:pt x="16333" y="17263"/>
                    <a:pt x="16338" y="17205"/>
                  </a:cubicBezTo>
                  <a:cubicBezTo>
                    <a:pt x="16344" y="17140"/>
                    <a:pt x="16286" y="17019"/>
                    <a:pt x="16254" y="17002"/>
                  </a:cubicBezTo>
                  <a:cubicBezTo>
                    <a:pt x="16224" y="16985"/>
                    <a:pt x="16170" y="17095"/>
                    <a:pt x="16141" y="17085"/>
                  </a:cubicBezTo>
                  <a:cubicBezTo>
                    <a:pt x="16113" y="17074"/>
                    <a:pt x="16068" y="16987"/>
                    <a:pt x="16056" y="16936"/>
                  </a:cubicBezTo>
                  <a:cubicBezTo>
                    <a:pt x="16040" y="16868"/>
                    <a:pt x="16059" y="16709"/>
                    <a:pt x="16048" y="16637"/>
                  </a:cubicBezTo>
                  <a:cubicBezTo>
                    <a:pt x="16034" y="16553"/>
                    <a:pt x="15984" y="16399"/>
                    <a:pt x="15953" y="16339"/>
                  </a:cubicBezTo>
                  <a:cubicBezTo>
                    <a:pt x="15923" y="16280"/>
                    <a:pt x="15839" y="16225"/>
                    <a:pt x="15808" y="16168"/>
                  </a:cubicBezTo>
                  <a:cubicBezTo>
                    <a:pt x="15771" y="16095"/>
                    <a:pt x="15704" y="15922"/>
                    <a:pt x="15689" y="15820"/>
                  </a:cubicBezTo>
                  <a:cubicBezTo>
                    <a:pt x="15683" y="15778"/>
                    <a:pt x="15681" y="15685"/>
                    <a:pt x="15691" y="15649"/>
                  </a:cubicBezTo>
                  <a:cubicBezTo>
                    <a:pt x="15714" y="15576"/>
                    <a:pt x="15801" y="15507"/>
                    <a:pt x="15843" y="15487"/>
                  </a:cubicBezTo>
                  <a:cubicBezTo>
                    <a:pt x="15876" y="15472"/>
                    <a:pt x="15951" y="15535"/>
                    <a:pt x="15978" y="15496"/>
                  </a:cubicBezTo>
                  <a:cubicBezTo>
                    <a:pt x="16002" y="15463"/>
                    <a:pt x="16009" y="15336"/>
                    <a:pt x="16013" y="15281"/>
                  </a:cubicBezTo>
                  <a:cubicBezTo>
                    <a:pt x="16019" y="15220"/>
                    <a:pt x="16040" y="15072"/>
                    <a:pt x="16016" y="15036"/>
                  </a:cubicBezTo>
                  <a:cubicBezTo>
                    <a:pt x="15988" y="14998"/>
                    <a:pt x="15921" y="15142"/>
                    <a:pt x="15890" y="15122"/>
                  </a:cubicBezTo>
                  <a:cubicBezTo>
                    <a:pt x="15853" y="15101"/>
                    <a:pt x="15821" y="14936"/>
                    <a:pt x="15794" y="14883"/>
                  </a:cubicBezTo>
                  <a:cubicBezTo>
                    <a:pt x="15778" y="14852"/>
                    <a:pt x="15731" y="14820"/>
                    <a:pt x="15722" y="14779"/>
                  </a:cubicBezTo>
                  <a:cubicBezTo>
                    <a:pt x="15713" y="14735"/>
                    <a:pt x="15723" y="14632"/>
                    <a:pt x="15733" y="14589"/>
                  </a:cubicBezTo>
                  <a:cubicBezTo>
                    <a:pt x="15743" y="14534"/>
                    <a:pt x="15804" y="14465"/>
                    <a:pt x="15806" y="14406"/>
                  </a:cubicBezTo>
                  <a:cubicBezTo>
                    <a:pt x="15807" y="14368"/>
                    <a:pt x="15758" y="14317"/>
                    <a:pt x="15763" y="14278"/>
                  </a:cubicBezTo>
                  <a:cubicBezTo>
                    <a:pt x="15766" y="14252"/>
                    <a:pt x="15801" y="14245"/>
                    <a:pt x="15810" y="14224"/>
                  </a:cubicBezTo>
                  <a:cubicBezTo>
                    <a:pt x="15821" y="14195"/>
                    <a:pt x="15823" y="14119"/>
                    <a:pt x="15832" y="14087"/>
                  </a:cubicBezTo>
                  <a:cubicBezTo>
                    <a:pt x="15847" y="14036"/>
                    <a:pt x="15883" y="13915"/>
                    <a:pt x="15911" y="13909"/>
                  </a:cubicBezTo>
                  <a:cubicBezTo>
                    <a:pt x="15933" y="13906"/>
                    <a:pt x="15961" y="14001"/>
                    <a:pt x="15981" y="14018"/>
                  </a:cubicBezTo>
                  <a:cubicBezTo>
                    <a:pt x="16008" y="14038"/>
                    <a:pt x="16071" y="14056"/>
                    <a:pt x="16099" y="14038"/>
                  </a:cubicBezTo>
                  <a:cubicBezTo>
                    <a:pt x="16124" y="14023"/>
                    <a:pt x="16159" y="13932"/>
                    <a:pt x="16181" y="13901"/>
                  </a:cubicBezTo>
                  <a:cubicBezTo>
                    <a:pt x="16206" y="13865"/>
                    <a:pt x="16273" y="13826"/>
                    <a:pt x="16288" y="13773"/>
                  </a:cubicBezTo>
                  <a:cubicBezTo>
                    <a:pt x="16303" y="13726"/>
                    <a:pt x="16304" y="13603"/>
                    <a:pt x="16293" y="13554"/>
                  </a:cubicBezTo>
                  <a:cubicBezTo>
                    <a:pt x="16280" y="13497"/>
                    <a:pt x="16224" y="13420"/>
                    <a:pt x="16196" y="13400"/>
                  </a:cubicBezTo>
                  <a:cubicBezTo>
                    <a:pt x="16171" y="13384"/>
                    <a:pt x="16120" y="13400"/>
                    <a:pt x="16095" y="13400"/>
                  </a:cubicBezTo>
                  <a:cubicBezTo>
                    <a:pt x="16068" y="13400"/>
                    <a:pt x="16009" y="13427"/>
                    <a:pt x="15985" y="13400"/>
                  </a:cubicBezTo>
                  <a:cubicBezTo>
                    <a:pt x="15962" y="13374"/>
                    <a:pt x="15948" y="13256"/>
                    <a:pt x="15928" y="13219"/>
                  </a:cubicBezTo>
                  <a:cubicBezTo>
                    <a:pt x="15904" y="13172"/>
                    <a:pt x="15836" y="13137"/>
                    <a:pt x="15816" y="13086"/>
                  </a:cubicBezTo>
                  <a:cubicBezTo>
                    <a:pt x="15798" y="13038"/>
                    <a:pt x="15803" y="12897"/>
                    <a:pt x="15781" y="12854"/>
                  </a:cubicBezTo>
                  <a:cubicBezTo>
                    <a:pt x="15768" y="12828"/>
                    <a:pt x="15730" y="12806"/>
                    <a:pt x="15712" y="12813"/>
                  </a:cubicBezTo>
                  <a:cubicBezTo>
                    <a:pt x="15691" y="12820"/>
                    <a:pt x="15648" y="12873"/>
                    <a:pt x="15643" y="12916"/>
                  </a:cubicBezTo>
                  <a:cubicBezTo>
                    <a:pt x="15636" y="12961"/>
                    <a:pt x="15689" y="13050"/>
                    <a:pt x="15678" y="13090"/>
                  </a:cubicBezTo>
                  <a:cubicBezTo>
                    <a:pt x="15662" y="13142"/>
                    <a:pt x="15586" y="13148"/>
                    <a:pt x="15560" y="13118"/>
                  </a:cubicBezTo>
                  <a:cubicBezTo>
                    <a:pt x="15536" y="13090"/>
                    <a:pt x="15538" y="12944"/>
                    <a:pt x="15517" y="12912"/>
                  </a:cubicBezTo>
                  <a:cubicBezTo>
                    <a:pt x="15505" y="12894"/>
                    <a:pt x="15473" y="12891"/>
                    <a:pt x="15459" y="12903"/>
                  </a:cubicBezTo>
                  <a:cubicBezTo>
                    <a:pt x="15439" y="12923"/>
                    <a:pt x="15410" y="13007"/>
                    <a:pt x="15406" y="13053"/>
                  </a:cubicBezTo>
                  <a:cubicBezTo>
                    <a:pt x="15402" y="13111"/>
                    <a:pt x="15424" y="13230"/>
                    <a:pt x="15441" y="13276"/>
                  </a:cubicBezTo>
                  <a:cubicBezTo>
                    <a:pt x="15453" y="13307"/>
                    <a:pt x="15493" y="13330"/>
                    <a:pt x="15504" y="13359"/>
                  </a:cubicBezTo>
                  <a:cubicBezTo>
                    <a:pt x="15516" y="13388"/>
                    <a:pt x="15531" y="13462"/>
                    <a:pt x="15529" y="13499"/>
                  </a:cubicBezTo>
                  <a:cubicBezTo>
                    <a:pt x="15526" y="13572"/>
                    <a:pt x="15494" y="13725"/>
                    <a:pt x="15462" y="13757"/>
                  </a:cubicBezTo>
                  <a:cubicBezTo>
                    <a:pt x="15439" y="13779"/>
                    <a:pt x="15386" y="13742"/>
                    <a:pt x="15364" y="13719"/>
                  </a:cubicBezTo>
                  <a:cubicBezTo>
                    <a:pt x="15333" y="13690"/>
                    <a:pt x="15278" y="13601"/>
                    <a:pt x="15264" y="13541"/>
                  </a:cubicBezTo>
                  <a:cubicBezTo>
                    <a:pt x="15241" y="13442"/>
                    <a:pt x="15262" y="13215"/>
                    <a:pt x="15258" y="13106"/>
                  </a:cubicBezTo>
                  <a:cubicBezTo>
                    <a:pt x="15255" y="13027"/>
                    <a:pt x="15238" y="12870"/>
                    <a:pt x="15238" y="12791"/>
                  </a:cubicBezTo>
                  <a:cubicBezTo>
                    <a:pt x="15237" y="12714"/>
                    <a:pt x="15238" y="12555"/>
                    <a:pt x="15253" y="12485"/>
                  </a:cubicBezTo>
                  <a:cubicBezTo>
                    <a:pt x="15266" y="12430"/>
                    <a:pt x="15326" y="12368"/>
                    <a:pt x="15335" y="12311"/>
                  </a:cubicBezTo>
                  <a:cubicBezTo>
                    <a:pt x="15350" y="12232"/>
                    <a:pt x="15311" y="12055"/>
                    <a:pt x="15321" y="11972"/>
                  </a:cubicBezTo>
                  <a:cubicBezTo>
                    <a:pt x="15328" y="11917"/>
                    <a:pt x="15366" y="11829"/>
                    <a:pt x="15382" y="11785"/>
                  </a:cubicBezTo>
                  <a:cubicBezTo>
                    <a:pt x="15396" y="11747"/>
                    <a:pt x="15434" y="11682"/>
                    <a:pt x="15443" y="11638"/>
                  </a:cubicBezTo>
                  <a:cubicBezTo>
                    <a:pt x="15455" y="11577"/>
                    <a:pt x="15431" y="11439"/>
                    <a:pt x="15449" y="11387"/>
                  </a:cubicBezTo>
                  <a:cubicBezTo>
                    <a:pt x="15459" y="11359"/>
                    <a:pt x="15498" y="11320"/>
                    <a:pt x="15514" y="11335"/>
                  </a:cubicBezTo>
                  <a:cubicBezTo>
                    <a:pt x="15548" y="11361"/>
                    <a:pt x="15546" y="11546"/>
                    <a:pt x="15569" y="11603"/>
                  </a:cubicBezTo>
                  <a:cubicBezTo>
                    <a:pt x="15593" y="11660"/>
                    <a:pt x="15658" y="11748"/>
                    <a:pt x="15694" y="11765"/>
                  </a:cubicBezTo>
                  <a:cubicBezTo>
                    <a:pt x="15722" y="11778"/>
                    <a:pt x="15788" y="11779"/>
                    <a:pt x="15810" y="11739"/>
                  </a:cubicBezTo>
                  <a:cubicBezTo>
                    <a:pt x="15841" y="11683"/>
                    <a:pt x="15848" y="11495"/>
                    <a:pt x="15843" y="11412"/>
                  </a:cubicBezTo>
                  <a:cubicBezTo>
                    <a:pt x="15838" y="11353"/>
                    <a:pt x="15801" y="11249"/>
                    <a:pt x="15786" y="11198"/>
                  </a:cubicBezTo>
                  <a:cubicBezTo>
                    <a:pt x="15764" y="11126"/>
                    <a:pt x="15709" y="11001"/>
                    <a:pt x="15691" y="10924"/>
                  </a:cubicBezTo>
                  <a:cubicBezTo>
                    <a:pt x="15674" y="10845"/>
                    <a:pt x="15660" y="10672"/>
                    <a:pt x="15647" y="10587"/>
                  </a:cubicBezTo>
                  <a:cubicBezTo>
                    <a:pt x="15636" y="10518"/>
                    <a:pt x="15626" y="10359"/>
                    <a:pt x="15600" y="10307"/>
                  </a:cubicBezTo>
                  <a:cubicBezTo>
                    <a:pt x="15586" y="10279"/>
                    <a:pt x="15546" y="10255"/>
                    <a:pt x="15526" y="10257"/>
                  </a:cubicBezTo>
                  <a:cubicBezTo>
                    <a:pt x="15507" y="10258"/>
                    <a:pt x="15462" y="10285"/>
                    <a:pt x="15454" y="10323"/>
                  </a:cubicBezTo>
                  <a:cubicBezTo>
                    <a:pt x="15442" y="10376"/>
                    <a:pt x="15491" y="10483"/>
                    <a:pt x="15488" y="10540"/>
                  </a:cubicBezTo>
                  <a:cubicBezTo>
                    <a:pt x="15486" y="10584"/>
                    <a:pt x="15463" y="10670"/>
                    <a:pt x="15443" y="10687"/>
                  </a:cubicBezTo>
                  <a:cubicBezTo>
                    <a:pt x="15426" y="10705"/>
                    <a:pt x="15379" y="10692"/>
                    <a:pt x="15366" y="10663"/>
                  </a:cubicBezTo>
                  <a:cubicBezTo>
                    <a:pt x="15341" y="10611"/>
                    <a:pt x="15370" y="10436"/>
                    <a:pt x="15350" y="10377"/>
                  </a:cubicBezTo>
                  <a:cubicBezTo>
                    <a:pt x="15342" y="10356"/>
                    <a:pt x="15317" y="10326"/>
                    <a:pt x="15305" y="10332"/>
                  </a:cubicBezTo>
                  <a:cubicBezTo>
                    <a:pt x="15282" y="10342"/>
                    <a:pt x="15249" y="10431"/>
                    <a:pt x="15245" y="10477"/>
                  </a:cubicBezTo>
                  <a:cubicBezTo>
                    <a:pt x="15241" y="10532"/>
                    <a:pt x="15288" y="10629"/>
                    <a:pt x="15286" y="10683"/>
                  </a:cubicBezTo>
                  <a:cubicBezTo>
                    <a:pt x="15284" y="10740"/>
                    <a:pt x="15256" y="10853"/>
                    <a:pt x="15231" y="10882"/>
                  </a:cubicBezTo>
                  <a:cubicBezTo>
                    <a:pt x="15209" y="10908"/>
                    <a:pt x="15151" y="10859"/>
                    <a:pt x="15127" y="10882"/>
                  </a:cubicBezTo>
                  <a:cubicBezTo>
                    <a:pt x="15110" y="10900"/>
                    <a:pt x="15084" y="10971"/>
                    <a:pt x="15082" y="11011"/>
                  </a:cubicBezTo>
                  <a:cubicBezTo>
                    <a:pt x="15082" y="11061"/>
                    <a:pt x="15119" y="11140"/>
                    <a:pt x="15133" y="11180"/>
                  </a:cubicBezTo>
                  <a:cubicBezTo>
                    <a:pt x="15152" y="11230"/>
                    <a:pt x="15211" y="11306"/>
                    <a:pt x="15215" y="11367"/>
                  </a:cubicBezTo>
                  <a:cubicBezTo>
                    <a:pt x="15218" y="11414"/>
                    <a:pt x="15187" y="11499"/>
                    <a:pt x="15172" y="11537"/>
                  </a:cubicBezTo>
                  <a:cubicBezTo>
                    <a:pt x="15156" y="11577"/>
                    <a:pt x="15109" y="11627"/>
                    <a:pt x="15091" y="11665"/>
                  </a:cubicBezTo>
                  <a:cubicBezTo>
                    <a:pt x="15070" y="11708"/>
                    <a:pt x="15048" y="11858"/>
                    <a:pt x="15018" y="11859"/>
                  </a:cubicBezTo>
                  <a:cubicBezTo>
                    <a:pt x="14996" y="11861"/>
                    <a:pt x="14972" y="11766"/>
                    <a:pt x="14963" y="11727"/>
                  </a:cubicBezTo>
                  <a:cubicBezTo>
                    <a:pt x="14949" y="11672"/>
                    <a:pt x="14939" y="11544"/>
                    <a:pt x="14934" y="11483"/>
                  </a:cubicBezTo>
                  <a:cubicBezTo>
                    <a:pt x="14926" y="11396"/>
                    <a:pt x="14923" y="11220"/>
                    <a:pt x="14918" y="11131"/>
                  </a:cubicBezTo>
                  <a:cubicBezTo>
                    <a:pt x="14912" y="11027"/>
                    <a:pt x="14898" y="10821"/>
                    <a:pt x="14891" y="10717"/>
                  </a:cubicBezTo>
                  <a:cubicBezTo>
                    <a:pt x="14886" y="10626"/>
                    <a:pt x="14873" y="10381"/>
                    <a:pt x="14875" y="10348"/>
                  </a:cubicBezTo>
                  <a:cubicBezTo>
                    <a:pt x="14877" y="10315"/>
                    <a:pt x="14904" y="10103"/>
                    <a:pt x="14912" y="10021"/>
                  </a:cubicBezTo>
                  <a:cubicBezTo>
                    <a:pt x="14919" y="9945"/>
                    <a:pt x="14934" y="9790"/>
                    <a:pt x="14934" y="9710"/>
                  </a:cubicBezTo>
                  <a:cubicBezTo>
                    <a:pt x="14935" y="9628"/>
                    <a:pt x="14912" y="9465"/>
                    <a:pt x="14916" y="9384"/>
                  </a:cubicBezTo>
                  <a:cubicBezTo>
                    <a:pt x="14919" y="9313"/>
                    <a:pt x="14929" y="9154"/>
                    <a:pt x="14956" y="9110"/>
                  </a:cubicBezTo>
                  <a:cubicBezTo>
                    <a:pt x="14975" y="9082"/>
                    <a:pt x="15032" y="9076"/>
                    <a:pt x="15050" y="9106"/>
                  </a:cubicBezTo>
                  <a:cubicBezTo>
                    <a:pt x="15079" y="9155"/>
                    <a:pt x="15064" y="9337"/>
                    <a:pt x="15079" y="9408"/>
                  </a:cubicBezTo>
                  <a:cubicBezTo>
                    <a:pt x="15093" y="9475"/>
                    <a:pt x="15136" y="9594"/>
                    <a:pt x="15161" y="9648"/>
                  </a:cubicBezTo>
                  <a:cubicBezTo>
                    <a:pt x="15183" y="9704"/>
                    <a:pt x="15233" y="9814"/>
                    <a:pt x="15266" y="9844"/>
                  </a:cubicBezTo>
                  <a:cubicBezTo>
                    <a:pt x="15305" y="9878"/>
                    <a:pt x="15391" y="9874"/>
                    <a:pt x="15433" y="9872"/>
                  </a:cubicBezTo>
                  <a:cubicBezTo>
                    <a:pt x="15468" y="9869"/>
                    <a:pt x="15540" y="9861"/>
                    <a:pt x="15569" y="9826"/>
                  </a:cubicBezTo>
                  <a:cubicBezTo>
                    <a:pt x="15598" y="9794"/>
                    <a:pt x="15633" y="9675"/>
                    <a:pt x="15653" y="9623"/>
                  </a:cubicBezTo>
                  <a:cubicBezTo>
                    <a:pt x="15671" y="9579"/>
                    <a:pt x="15715" y="9497"/>
                    <a:pt x="15722" y="9443"/>
                  </a:cubicBezTo>
                  <a:cubicBezTo>
                    <a:pt x="15731" y="9376"/>
                    <a:pt x="15728" y="9230"/>
                    <a:pt x="15710" y="9172"/>
                  </a:cubicBezTo>
                  <a:cubicBezTo>
                    <a:pt x="15696" y="9129"/>
                    <a:pt x="15638" y="9106"/>
                    <a:pt x="15621" y="9069"/>
                  </a:cubicBezTo>
                  <a:cubicBezTo>
                    <a:pt x="15603" y="9034"/>
                    <a:pt x="15575" y="8947"/>
                    <a:pt x="15571" y="8899"/>
                  </a:cubicBezTo>
                  <a:cubicBezTo>
                    <a:pt x="15568" y="8854"/>
                    <a:pt x="15583" y="8765"/>
                    <a:pt x="15592" y="8725"/>
                  </a:cubicBezTo>
                  <a:cubicBezTo>
                    <a:pt x="15601" y="8686"/>
                    <a:pt x="15636" y="8628"/>
                    <a:pt x="15645" y="8588"/>
                  </a:cubicBezTo>
                  <a:cubicBezTo>
                    <a:pt x="15653" y="8552"/>
                    <a:pt x="15663" y="8475"/>
                    <a:pt x="15661" y="8434"/>
                  </a:cubicBezTo>
                  <a:cubicBezTo>
                    <a:pt x="15659" y="8392"/>
                    <a:pt x="15645" y="8301"/>
                    <a:pt x="15627" y="8278"/>
                  </a:cubicBezTo>
                  <a:cubicBezTo>
                    <a:pt x="15604" y="8248"/>
                    <a:pt x="15544" y="8269"/>
                    <a:pt x="15518" y="8286"/>
                  </a:cubicBezTo>
                  <a:cubicBezTo>
                    <a:pt x="15493" y="8303"/>
                    <a:pt x="15445" y="8363"/>
                    <a:pt x="15428" y="8408"/>
                  </a:cubicBezTo>
                  <a:cubicBezTo>
                    <a:pt x="15411" y="8457"/>
                    <a:pt x="15400" y="8585"/>
                    <a:pt x="15398" y="8646"/>
                  </a:cubicBezTo>
                  <a:cubicBezTo>
                    <a:pt x="15397" y="8707"/>
                    <a:pt x="15412" y="8827"/>
                    <a:pt x="15417" y="8886"/>
                  </a:cubicBezTo>
                  <a:cubicBezTo>
                    <a:pt x="15421" y="8941"/>
                    <a:pt x="15421" y="9053"/>
                    <a:pt x="15433" y="9102"/>
                  </a:cubicBezTo>
                  <a:cubicBezTo>
                    <a:pt x="15445" y="9147"/>
                    <a:pt x="15497" y="9195"/>
                    <a:pt x="15506" y="9244"/>
                  </a:cubicBezTo>
                  <a:cubicBezTo>
                    <a:pt x="15514" y="9283"/>
                    <a:pt x="15516" y="9389"/>
                    <a:pt x="15501" y="9421"/>
                  </a:cubicBezTo>
                  <a:cubicBezTo>
                    <a:pt x="15486" y="9453"/>
                    <a:pt x="15436" y="9446"/>
                    <a:pt x="15415" y="9443"/>
                  </a:cubicBezTo>
                  <a:cubicBezTo>
                    <a:pt x="15392" y="9436"/>
                    <a:pt x="15345" y="9417"/>
                    <a:pt x="15329" y="9384"/>
                  </a:cubicBezTo>
                  <a:cubicBezTo>
                    <a:pt x="15301" y="9324"/>
                    <a:pt x="15286" y="9151"/>
                    <a:pt x="15281" y="9069"/>
                  </a:cubicBezTo>
                  <a:cubicBezTo>
                    <a:pt x="15276" y="8996"/>
                    <a:pt x="15292" y="8849"/>
                    <a:pt x="15286" y="8775"/>
                  </a:cubicBezTo>
                  <a:cubicBezTo>
                    <a:pt x="15281" y="8701"/>
                    <a:pt x="15250" y="8564"/>
                    <a:pt x="15238" y="8495"/>
                  </a:cubicBezTo>
                  <a:cubicBezTo>
                    <a:pt x="15228" y="8441"/>
                    <a:pt x="15214" y="8335"/>
                    <a:pt x="15203" y="8286"/>
                  </a:cubicBezTo>
                  <a:cubicBezTo>
                    <a:pt x="15183" y="8206"/>
                    <a:pt x="15143" y="8044"/>
                    <a:pt x="15107" y="7993"/>
                  </a:cubicBezTo>
                  <a:cubicBezTo>
                    <a:pt x="15080" y="7953"/>
                    <a:pt x="15002" y="7974"/>
                    <a:pt x="14979" y="7927"/>
                  </a:cubicBezTo>
                  <a:cubicBezTo>
                    <a:pt x="14962" y="7890"/>
                    <a:pt x="14963" y="7784"/>
                    <a:pt x="14959" y="7735"/>
                  </a:cubicBezTo>
                  <a:cubicBezTo>
                    <a:pt x="14952" y="7664"/>
                    <a:pt x="14931" y="7515"/>
                    <a:pt x="14941" y="7445"/>
                  </a:cubicBezTo>
                  <a:cubicBezTo>
                    <a:pt x="14949" y="7374"/>
                    <a:pt x="15016" y="7275"/>
                    <a:pt x="15028" y="7204"/>
                  </a:cubicBezTo>
                  <a:cubicBezTo>
                    <a:pt x="15040" y="7133"/>
                    <a:pt x="15024" y="6975"/>
                    <a:pt x="15028" y="6899"/>
                  </a:cubicBezTo>
                  <a:cubicBezTo>
                    <a:pt x="15031" y="6817"/>
                    <a:pt x="15042" y="6654"/>
                    <a:pt x="15054" y="6574"/>
                  </a:cubicBezTo>
                  <a:cubicBezTo>
                    <a:pt x="15066" y="6503"/>
                    <a:pt x="15100" y="6368"/>
                    <a:pt x="15117" y="6299"/>
                  </a:cubicBezTo>
                  <a:cubicBezTo>
                    <a:pt x="15131" y="6242"/>
                    <a:pt x="15165" y="6136"/>
                    <a:pt x="15178" y="6079"/>
                  </a:cubicBezTo>
                  <a:cubicBezTo>
                    <a:pt x="15188" y="6037"/>
                    <a:pt x="15214" y="5951"/>
                    <a:pt x="15211" y="5906"/>
                  </a:cubicBezTo>
                  <a:cubicBezTo>
                    <a:pt x="15206" y="5835"/>
                    <a:pt x="15134" y="5748"/>
                    <a:pt x="15126" y="5677"/>
                  </a:cubicBezTo>
                  <a:cubicBezTo>
                    <a:pt x="15120" y="5633"/>
                    <a:pt x="15123" y="5531"/>
                    <a:pt x="15138" y="5494"/>
                  </a:cubicBezTo>
                  <a:cubicBezTo>
                    <a:pt x="15156" y="5450"/>
                    <a:pt x="15221" y="5447"/>
                    <a:pt x="15245" y="5421"/>
                  </a:cubicBezTo>
                  <a:cubicBezTo>
                    <a:pt x="15261" y="5404"/>
                    <a:pt x="15291" y="5360"/>
                    <a:pt x="15303" y="5334"/>
                  </a:cubicBezTo>
                  <a:cubicBezTo>
                    <a:pt x="15317" y="5299"/>
                    <a:pt x="15328" y="5211"/>
                    <a:pt x="15341" y="5177"/>
                  </a:cubicBezTo>
                  <a:cubicBezTo>
                    <a:pt x="15352" y="5148"/>
                    <a:pt x="15383" y="5115"/>
                    <a:pt x="15392" y="5085"/>
                  </a:cubicBezTo>
                  <a:cubicBezTo>
                    <a:pt x="15407" y="5037"/>
                    <a:pt x="15401" y="4902"/>
                    <a:pt x="15421" y="4862"/>
                  </a:cubicBezTo>
                  <a:cubicBezTo>
                    <a:pt x="15446" y="4812"/>
                    <a:pt x="15521" y="4790"/>
                    <a:pt x="15555" y="4796"/>
                  </a:cubicBezTo>
                  <a:cubicBezTo>
                    <a:pt x="15592" y="4799"/>
                    <a:pt x="15656" y="4886"/>
                    <a:pt x="15691" y="4899"/>
                  </a:cubicBezTo>
                  <a:cubicBezTo>
                    <a:pt x="15726" y="4910"/>
                    <a:pt x="15801" y="4931"/>
                    <a:pt x="15828" y="4891"/>
                  </a:cubicBezTo>
                  <a:cubicBezTo>
                    <a:pt x="15862" y="4840"/>
                    <a:pt x="15898" y="4645"/>
                    <a:pt x="15881" y="4567"/>
                  </a:cubicBezTo>
                  <a:cubicBezTo>
                    <a:pt x="15869" y="4510"/>
                    <a:pt x="15800" y="4470"/>
                    <a:pt x="15769" y="4464"/>
                  </a:cubicBezTo>
                  <a:cubicBezTo>
                    <a:pt x="15748" y="4459"/>
                    <a:pt x="15702" y="4523"/>
                    <a:pt x="15683" y="4498"/>
                  </a:cubicBezTo>
                  <a:cubicBezTo>
                    <a:pt x="15666" y="4470"/>
                    <a:pt x="15661" y="4363"/>
                    <a:pt x="15669" y="4320"/>
                  </a:cubicBezTo>
                  <a:cubicBezTo>
                    <a:pt x="15682" y="4255"/>
                    <a:pt x="15755" y="4200"/>
                    <a:pt x="15775" y="4146"/>
                  </a:cubicBezTo>
                  <a:cubicBezTo>
                    <a:pt x="15793" y="4101"/>
                    <a:pt x="15816" y="3994"/>
                    <a:pt x="15822" y="3938"/>
                  </a:cubicBezTo>
                  <a:cubicBezTo>
                    <a:pt x="15831" y="3865"/>
                    <a:pt x="15848" y="3699"/>
                    <a:pt x="15828" y="3636"/>
                  </a:cubicBezTo>
                  <a:cubicBezTo>
                    <a:pt x="15813" y="3589"/>
                    <a:pt x="15743" y="3596"/>
                    <a:pt x="15726" y="3554"/>
                  </a:cubicBezTo>
                  <a:cubicBezTo>
                    <a:pt x="15700" y="3490"/>
                    <a:pt x="15697" y="3310"/>
                    <a:pt x="15696" y="3226"/>
                  </a:cubicBezTo>
                  <a:cubicBezTo>
                    <a:pt x="15695" y="3162"/>
                    <a:pt x="15703" y="3032"/>
                    <a:pt x="15712" y="2969"/>
                  </a:cubicBezTo>
                  <a:cubicBezTo>
                    <a:pt x="15721" y="2918"/>
                    <a:pt x="15754" y="2831"/>
                    <a:pt x="15761" y="2778"/>
                  </a:cubicBezTo>
                  <a:cubicBezTo>
                    <a:pt x="15770" y="2713"/>
                    <a:pt x="15783" y="2571"/>
                    <a:pt x="15769" y="2509"/>
                  </a:cubicBezTo>
                  <a:cubicBezTo>
                    <a:pt x="15759" y="2465"/>
                    <a:pt x="15719" y="2400"/>
                    <a:pt x="15696" y="2390"/>
                  </a:cubicBezTo>
                  <a:cubicBezTo>
                    <a:pt x="15666" y="2375"/>
                    <a:pt x="15601" y="2407"/>
                    <a:pt x="15578" y="2444"/>
                  </a:cubicBezTo>
                  <a:cubicBezTo>
                    <a:pt x="15553" y="2481"/>
                    <a:pt x="15545" y="2628"/>
                    <a:pt x="15518" y="2658"/>
                  </a:cubicBezTo>
                  <a:cubicBezTo>
                    <a:pt x="15488" y="2697"/>
                    <a:pt x="15408" y="2633"/>
                    <a:pt x="15374" y="2658"/>
                  </a:cubicBezTo>
                  <a:cubicBezTo>
                    <a:pt x="15324" y="2697"/>
                    <a:pt x="15242" y="2855"/>
                    <a:pt x="15215" y="2947"/>
                  </a:cubicBezTo>
                  <a:cubicBezTo>
                    <a:pt x="15190" y="3036"/>
                    <a:pt x="15169" y="3245"/>
                    <a:pt x="15172" y="3345"/>
                  </a:cubicBezTo>
                  <a:cubicBezTo>
                    <a:pt x="15174" y="3402"/>
                    <a:pt x="15191" y="3515"/>
                    <a:pt x="15211" y="3554"/>
                  </a:cubicBezTo>
                  <a:cubicBezTo>
                    <a:pt x="15226" y="3582"/>
                    <a:pt x="15269" y="3602"/>
                    <a:pt x="15291" y="3602"/>
                  </a:cubicBezTo>
                  <a:cubicBezTo>
                    <a:pt x="15312" y="3601"/>
                    <a:pt x="15351" y="3540"/>
                    <a:pt x="15372" y="3548"/>
                  </a:cubicBezTo>
                  <a:cubicBezTo>
                    <a:pt x="15398" y="3559"/>
                    <a:pt x="15441" y="3636"/>
                    <a:pt x="15456" y="3683"/>
                  </a:cubicBezTo>
                  <a:cubicBezTo>
                    <a:pt x="15476" y="3742"/>
                    <a:pt x="15502" y="3887"/>
                    <a:pt x="15496" y="3959"/>
                  </a:cubicBezTo>
                  <a:cubicBezTo>
                    <a:pt x="15491" y="4018"/>
                    <a:pt x="15451" y="4116"/>
                    <a:pt x="15427" y="4152"/>
                  </a:cubicBezTo>
                  <a:cubicBezTo>
                    <a:pt x="15392" y="4210"/>
                    <a:pt x="15292" y="4221"/>
                    <a:pt x="15264" y="4290"/>
                  </a:cubicBezTo>
                  <a:cubicBezTo>
                    <a:pt x="15240" y="4348"/>
                    <a:pt x="15249" y="4521"/>
                    <a:pt x="15229" y="4585"/>
                  </a:cubicBezTo>
                  <a:cubicBezTo>
                    <a:pt x="15210" y="4649"/>
                    <a:pt x="15136" y="4709"/>
                    <a:pt x="15116" y="4770"/>
                  </a:cubicBezTo>
                  <a:cubicBezTo>
                    <a:pt x="15089" y="4851"/>
                    <a:pt x="15085" y="5054"/>
                    <a:pt x="15063" y="5140"/>
                  </a:cubicBezTo>
                  <a:cubicBezTo>
                    <a:pt x="15044" y="5211"/>
                    <a:pt x="14988" y="5332"/>
                    <a:pt x="14959" y="5387"/>
                  </a:cubicBezTo>
                  <a:cubicBezTo>
                    <a:pt x="14944" y="5417"/>
                    <a:pt x="14914" y="5489"/>
                    <a:pt x="14894" y="5487"/>
                  </a:cubicBezTo>
                  <a:cubicBezTo>
                    <a:pt x="14868" y="5485"/>
                    <a:pt x="14843" y="5357"/>
                    <a:pt x="14818" y="5350"/>
                  </a:cubicBezTo>
                  <a:cubicBezTo>
                    <a:pt x="14802" y="5346"/>
                    <a:pt x="14772" y="5386"/>
                    <a:pt x="14763" y="5413"/>
                  </a:cubicBezTo>
                  <a:cubicBezTo>
                    <a:pt x="14747" y="5459"/>
                    <a:pt x="14738" y="5580"/>
                    <a:pt x="14742" y="5637"/>
                  </a:cubicBezTo>
                  <a:cubicBezTo>
                    <a:pt x="14749" y="5699"/>
                    <a:pt x="14806" y="5791"/>
                    <a:pt x="14807" y="5855"/>
                  </a:cubicBezTo>
                  <a:cubicBezTo>
                    <a:pt x="14810" y="5934"/>
                    <a:pt x="14771" y="6086"/>
                    <a:pt x="14745" y="6145"/>
                  </a:cubicBezTo>
                  <a:cubicBezTo>
                    <a:pt x="14732" y="6173"/>
                    <a:pt x="14699" y="6231"/>
                    <a:pt x="14681" y="6220"/>
                  </a:cubicBezTo>
                  <a:cubicBezTo>
                    <a:pt x="14650" y="6200"/>
                    <a:pt x="14632" y="6044"/>
                    <a:pt x="14624" y="5979"/>
                  </a:cubicBezTo>
                  <a:cubicBezTo>
                    <a:pt x="14618" y="5929"/>
                    <a:pt x="14624" y="5821"/>
                    <a:pt x="14619" y="5769"/>
                  </a:cubicBezTo>
                  <a:cubicBezTo>
                    <a:pt x="14613" y="5718"/>
                    <a:pt x="14599" y="5618"/>
                    <a:pt x="14584" y="5578"/>
                  </a:cubicBezTo>
                  <a:cubicBezTo>
                    <a:pt x="14574" y="5555"/>
                    <a:pt x="14551" y="5513"/>
                    <a:pt x="14536" y="5508"/>
                  </a:cubicBezTo>
                  <a:cubicBezTo>
                    <a:pt x="14508" y="5495"/>
                    <a:pt x="14444" y="5525"/>
                    <a:pt x="14423" y="5565"/>
                  </a:cubicBezTo>
                  <a:cubicBezTo>
                    <a:pt x="14404" y="5600"/>
                    <a:pt x="14388" y="5707"/>
                    <a:pt x="14390" y="5755"/>
                  </a:cubicBezTo>
                  <a:cubicBezTo>
                    <a:pt x="14393" y="5819"/>
                    <a:pt x="14434" y="5919"/>
                    <a:pt x="14451" y="5973"/>
                  </a:cubicBezTo>
                  <a:cubicBezTo>
                    <a:pt x="14463" y="6013"/>
                    <a:pt x="14500" y="6082"/>
                    <a:pt x="14502" y="6127"/>
                  </a:cubicBezTo>
                  <a:cubicBezTo>
                    <a:pt x="14504" y="6163"/>
                    <a:pt x="14489" y="6237"/>
                    <a:pt x="14475" y="6262"/>
                  </a:cubicBezTo>
                  <a:cubicBezTo>
                    <a:pt x="14447" y="6313"/>
                    <a:pt x="14357" y="6291"/>
                    <a:pt x="14331" y="6346"/>
                  </a:cubicBezTo>
                  <a:cubicBezTo>
                    <a:pt x="14296" y="6419"/>
                    <a:pt x="14292" y="6643"/>
                    <a:pt x="14279" y="6743"/>
                  </a:cubicBezTo>
                  <a:cubicBezTo>
                    <a:pt x="14275" y="6783"/>
                    <a:pt x="14252" y="6863"/>
                    <a:pt x="14260" y="6901"/>
                  </a:cubicBezTo>
                  <a:cubicBezTo>
                    <a:pt x="14272" y="6956"/>
                    <a:pt x="14351" y="6962"/>
                    <a:pt x="14362" y="7016"/>
                  </a:cubicBezTo>
                  <a:cubicBezTo>
                    <a:pt x="14374" y="7070"/>
                    <a:pt x="14341" y="7184"/>
                    <a:pt x="14332" y="7239"/>
                  </a:cubicBezTo>
                  <a:cubicBezTo>
                    <a:pt x="14320" y="7322"/>
                    <a:pt x="14304" y="7495"/>
                    <a:pt x="14279" y="7563"/>
                  </a:cubicBezTo>
                  <a:cubicBezTo>
                    <a:pt x="14260" y="7609"/>
                    <a:pt x="14206" y="7664"/>
                    <a:pt x="14182" y="7692"/>
                  </a:cubicBezTo>
                  <a:cubicBezTo>
                    <a:pt x="14146" y="7735"/>
                    <a:pt x="14071" y="7818"/>
                    <a:pt x="14032" y="7845"/>
                  </a:cubicBezTo>
                  <a:cubicBezTo>
                    <a:pt x="14012" y="7859"/>
                    <a:pt x="13970" y="7888"/>
                    <a:pt x="13951" y="7872"/>
                  </a:cubicBezTo>
                  <a:cubicBezTo>
                    <a:pt x="13923" y="7848"/>
                    <a:pt x="13903" y="7715"/>
                    <a:pt x="13881" y="7673"/>
                  </a:cubicBezTo>
                  <a:cubicBezTo>
                    <a:pt x="13871" y="7653"/>
                    <a:pt x="13849" y="7604"/>
                    <a:pt x="13834" y="7607"/>
                  </a:cubicBezTo>
                  <a:cubicBezTo>
                    <a:pt x="13811" y="7612"/>
                    <a:pt x="13783" y="7703"/>
                    <a:pt x="13776" y="7744"/>
                  </a:cubicBezTo>
                  <a:cubicBezTo>
                    <a:pt x="13764" y="7817"/>
                    <a:pt x="13767" y="7981"/>
                    <a:pt x="13784" y="8049"/>
                  </a:cubicBezTo>
                  <a:cubicBezTo>
                    <a:pt x="13798" y="8105"/>
                    <a:pt x="13853" y="8181"/>
                    <a:pt x="13881" y="8205"/>
                  </a:cubicBezTo>
                  <a:cubicBezTo>
                    <a:pt x="13914" y="8233"/>
                    <a:pt x="13985" y="8221"/>
                    <a:pt x="14019" y="8236"/>
                  </a:cubicBezTo>
                  <a:cubicBezTo>
                    <a:pt x="14066" y="8258"/>
                    <a:pt x="14157" y="8322"/>
                    <a:pt x="14201" y="8364"/>
                  </a:cubicBezTo>
                  <a:cubicBezTo>
                    <a:pt x="14234" y="8394"/>
                    <a:pt x="14303" y="8459"/>
                    <a:pt x="14326" y="8516"/>
                  </a:cubicBezTo>
                  <a:cubicBezTo>
                    <a:pt x="14363" y="8606"/>
                    <a:pt x="14381" y="8850"/>
                    <a:pt x="14407" y="8955"/>
                  </a:cubicBezTo>
                  <a:cubicBezTo>
                    <a:pt x="14416" y="8993"/>
                    <a:pt x="14446" y="9060"/>
                    <a:pt x="14454" y="9101"/>
                  </a:cubicBezTo>
                  <a:cubicBezTo>
                    <a:pt x="14470" y="9189"/>
                    <a:pt x="14459" y="9398"/>
                    <a:pt x="14487" y="9473"/>
                  </a:cubicBezTo>
                  <a:cubicBezTo>
                    <a:pt x="14505" y="9520"/>
                    <a:pt x="14566" y="9545"/>
                    <a:pt x="14591" y="9579"/>
                  </a:cubicBezTo>
                  <a:cubicBezTo>
                    <a:pt x="14622" y="9623"/>
                    <a:pt x="14699" y="9715"/>
                    <a:pt x="14704" y="9794"/>
                  </a:cubicBezTo>
                  <a:cubicBezTo>
                    <a:pt x="14710" y="9880"/>
                    <a:pt x="14643" y="10024"/>
                    <a:pt x="14615" y="10088"/>
                  </a:cubicBezTo>
                  <a:cubicBezTo>
                    <a:pt x="14591" y="10146"/>
                    <a:pt x="14527" y="10231"/>
                    <a:pt x="14499" y="10282"/>
                  </a:cubicBezTo>
                  <a:cubicBezTo>
                    <a:pt x="14474" y="10332"/>
                    <a:pt x="14411" y="10425"/>
                    <a:pt x="14401" y="10495"/>
                  </a:cubicBezTo>
                  <a:cubicBezTo>
                    <a:pt x="14395" y="10541"/>
                    <a:pt x="14409" y="10641"/>
                    <a:pt x="14419" y="10682"/>
                  </a:cubicBezTo>
                  <a:cubicBezTo>
                    <a:pt x="14436" y="10743"/>
                    <a:pt x="14506" y="10809"/>
                    <a:pt x="14516" y="10876"/>
                  </a:cubicBezTo>
                  <a:cubicBezTo>
                    <a:pt x="14528" y="10957"/>
                    <a:pt x="14500" y="11127"/>
                    <a:pt x="14484" y="11204"/>
                  </a:cubicBezTo>
                  <a:cubicBezTo>
                    <a:pt x="14470" y="11263"/>
                    <a:pt x="14413" y="11345"/>
                    <a:pt x="14406" y="11408"/>
                  </a:cubicBezTo>
                  <a:cubicBezTo>
                    <a:pt x="14401" y="11456"/>
                    <a:pt x="14427" y="11551"/>
                    <a:pt x="14425" y="11599"/>
                  </a:cubicBezTo>
                  <a:cubicBezTo>
                    <a:pt x="14421" y="11656"/>
                    <a:pt x="14373" y="11750"/>
                    <a:pt x="14377" y="11805"/>
                  </a:cubicBezTo>
                  <a:cubicBezTo>
                    <a:pt x="14381" y="11857"/>
                    <a:pt x="14426" y="11923"/>
                    <a:pt x="14444" y="11958"/>
                  </a:cubicBezTo>
                  <a:cubicBezTo>
                    <a:pt x="14466" y="12002"/>
                    <a:pt x="14528" y="12065"/>
                    <a:pt x="14537" y="12126"/>
                  </a:cubicBezTo>
                  <a:cubicBezTo>
                    <a:pt x="14551" y="12212"/>
                    <a:pt x="14519" y="12396"/>
                    <a:pt x="14502" y="12480"/>
                  </a:cubicBezTo>
                  <a:cubicBezTo>
                    <a:pt x="14489" y="12547"/>
                    <a:pt x="14445" y="12662"/>
                    <a:pt x="14425" y="12722"/>
                  </a:cubicBezTo>
                  <a:cubicBezTo>
                    <a:pt x="14407" y="12774"/>
                    <a:pt x="14365" y="12868"/>
                    <a:pt x="14353" y="12923"/>
                  </a:cubicBezTo>
                  <a:cubicBezTo>
                    <a:pt x="14341" y="12979"/>
                    <a:pt x="14327" y="13101"/>
                    <a:pt x="14331" y="13160"/>
                  </a:cubicBezTo>
                  <a:cubicBezTo>
                    <a:pt x="14334" y="13212"/>
                    <a:pt x="14376" y="13338"/>
                    <a:pt x="14376" y="13351"/>
                  </a:cubicBezTo>
                  <a:cubicBezTo>
                    <a:pt x="14376" y="13363"/>
                    <a:pt x="14488" y="13516"/>
                    <a:pt x="14510" y="13595"/>
                  </a:cubicBezTo>
                  <a:cubicBezTo>
                    <a:pt x="14530" y="13665"/>
                    <a:pt x="14529" y="13838"/>
                    <a:pt x="14536" y="13918"/>
                  </a:cubicBezTo>
                  <a:cubicBezTo>
                    <a:pt x="14545" y="13998"/>
                    <a:pt x="14555" y="14165"/>
                    <a:pt x="14576" y="14237"/>
                  </a:cubicBezTo>
                  <a:cubicBezTo>
                    <a:pt x="14596" y="14306"/>
                    <a:pt x="14670" y="14387"/>
                    <a:pt x="14689" y="14457"/>
                  </a:cubicBezTo>
                  <a:cubicBezTo>
                    <a:pt x="14713" y="14538"/>
                    <a:pt x="14720" y="14734"/>
                    <a:pt x="14732" y="14824"/>
                  </a:cubicBezTo>
                  <a:cubicBezTo>
                    <a:pt x="14746" y="14926"/>
                    <a:pt x="14777" y="15122"/>
                    <a:pt x="14791" y="15222"/>
                  </a:cubicBezTo>
                  <a:cubicBezTo>
                    <a:pt x="14817" y="15403"/>
                    <a:pt x="14841" y="15789"/>
                    <a:pt x="14891" y="15948"/>
                  </a:cubicBezTo>
                  <a:cubicBezTo>
                    <a:pt x="14926" y="16058"/>
                    <a:pt x="15042" y="16202"/>
                    <a:pt x="15094" y="16286"/>
                  </a:cubicBezTo>
                  <a:cubicBezTo>
                    <a:pt x="15131" y="16350"/>
                    <a:pt x="15206" y="16481"/>
                    <a:pt x="15245" y="16539"/>
                  </a:cubicBezTo>
                  <a:cubicBezTo>
                    <a:pt x="15314" y="16640"/>
                    <a:pt x="15471" y="16785"/>
                    <a:pt x="15531" y="16907"/>
                  </a:cubicBezTo>
                  <a:cubicBezTo>
                    <a:pt x="15571" y="16989"/>
                    <a:pt x="15636" y="17186"/>
                    <a:pt x="15651" y="17297"/>
                  </a:cubicBezTo>
                  <a:cubicBezTo>
                    <a:pt x="15661" y="17367"/>
                    <a:pt x="15658" y="17519"/>
                    <a:pt x="15651" y="17589"/>
                  </a:cubicBezTo>
                  <a:cubicBezTo>
                    <a:pt x="15644" y="17670"/>
                    <a:pt x="15596" y="17808"/>
                    <a:pt x="15593" y="17889"/>
                  </a:cubicBezTo>
                  <a:cubicBezTo>
                    <a:pt x="15593" y="17938"/>
                    <a:pt x="15604" y="18048"/>
                    <a:pt x="15623" y="18080"/>
                  </a:cubicBezTo>
                  <a:cubicBezTo>
                    <a:pt x="15643" y="18113"/>
                    <a:pt x="15703" y="18078"/>
                    <a:pt x="15726" y="18104"/>
                  </a:cubicBezTo>
                  <a:cubicBezTo>
                    <a:pt x="15745" y="18126"/>
                    <a:pt x="15775" y="18195"/>
                    <a:pt x="15781" y="18237"/>
                  </a:cubicBezTo>
                  <a:cubicBezTo>
                    <a:pt x="15791" y="18299"/>
                    <a:pt x="15776" y="18433"/>
                    <a:pt x="15771" y="18498"/>
                  </a:cubicBezTo>
                  <a:cubicBezTo>
                    <a:pt x="15766" y="18567"/>
                    <a:pt x="15741" y="18698"/>
                    <a:pt x="15745" y="18766"/>
                  </a:cubicBezTo>
                  <a:cubicBezTo>
                    <a:pt x="15750" y="18868"/>
                    <a:pt x="15794" y="19059"/>
                    <a:pt x="15824" y="19140"/>
                  </a:cubicBezTo>
                  <a:cubicBezTo>
                    <a:pt x="15855" y="19220"/>
                    <a:pt x="15941" y="19332"/>
                    <a:pt x="15981" y="19391"/>
                  </a:cubicBezTo>
                  <a:cubicBezTo>
                    <a:pt x="16018" y="19447"/>
                    <a:pt x="16097" y="19543"/>
                    <a:pt x="16132" y="19604"/>
                  </a:cubicBezTo>
                  <a:cubicBezTo>
                    <a:pt x="16159" y="19651"/>
                    <a:pt x="16220" y="19746"/>
                    <a:pt x="16233" y="19816"/>
                  </a:cubicBezTo>
                  <a:cubicBezTo>
                    <a:pt x="16250" y="19894"/>
                    <a:pt x="16223" y="20081"/>
                    <a:pt x="16233" y="20167"/>
                  </a:cubicBezTo>
                  <a:cubicBezTo>
                    <a:pt x="16246" y="20259"/>
                    <a:pt x="16301" y="20418"/>
                    <a:pt x="16323" y="20502"/>
                  </a:cubicBezTo>
                  <a:cubicBezTo>
                    <a:pt x="16344" y="20577"/>
                    <a:pt x="16395" y="20723"/>
                    <a:pt x="16405" y="20809"/>
                  </a:cubicBezTo>
                  <a:cubicBezTo>
                    <a:pt x="16413" y="20873"/>
                    <a:pt x="16423" y="21024"/>
                    <a:pt x="16401" y="21069"/>
                  </a:cubicBezTo>
                  <a:cubicBezTo>
                    <a:pt x="16376" y="21117"/>
                    <a:pt x="16299" y="21090"/>
                    <a:pt x="16268" y="21066"/>
                  </a:cubicBezTo>
                  <a:cubicBezTo>
                    <a:pt x="16241" y="21043"/>
                    <a:pt x="16205" y="20942"/>
                    <a:pt x="16185" y="20899"/>
                  </a:cubicBezTo>
                  <a:cubicBezTo>
                    <a:pt x="16158" y="20844"/>
                    <a:pt x="16111" y="20713"/>
                    <a:pt x="16079" y="20668"/>
                  </a:cubicBezTo>
                  <a:cubicBezTo>
                    <a:pt x="16048" y="20624"/>
                    <a:pt x="15967" y="20603"/>
                    <a:pt x="15938" y="20552"/>
                  </a:cubicBezTo>
                  <a:cubicBezTo>
                    <a:pt x="15904" y="20491"/>
                    <a:pt x="15884" y="20287"/>
                    <a:pt x="15847" y="20237"/>
                  </a:cubicBezTo>
                  <a:cubicBezTo>
                    <a:pt x="15819" y="20199"/>
                    <a:pt x="15744" y="20166"/>
                    <a:pt x="15714" y="20195"/>
                  </a:cubicBezTo>
                  <a:cubicBezTo>
                    <a:pt x="15691" y="20219"/>
                    <a:pt x="15659" y="20328"/>
                    <a:pt x="15661" y="20382"/>
                  </a:cubicBezTo>
                  <a:cubicBezTo>
                    <a:pt x="15663" y="20433"/>
                    <a:pt x="15721" y="20488"/>
                    <a:pt x="15724" y="20539"/>
                  </a:cubicBezTo>
                  <a:cubicBezTo>
                    <a:pt x="15730" y="20601"/>
                    <a:pt x="15711" y="20748"/>
                    <a:pt x="15683" y="20774"/>
                  </a:cubicBezTo>
                  <a:cubicBezTo>
                    <a:pt x="15661" y="20796"/>
                    <a:pt x="15609" y="20740"/>
                    <a:pt x="15590" y="20709"/>
                  </a:cubicBezTo>
                  <a:cubicBezTo>
                    <a:pt x="15562" y="20664"/>
                    <a:pt x="15541" y="20517"/>
                    <a:pt x="15517" y="20465"/>
                  </a:cubicBezTo>
                  <a:cubicBezTo>
                    <a:pt x="15501" y="20433"/>
                    <a:pt x="15466" y="20375"/>
                    <a:pt x="15446" y="20366"/>
                  </a:cubicBezTo>
                  <a:cubicBezTo>
                    <a:pt x="15413" y="20350"/>
                    <a:pt x="15343" y="20442"/>
                    <a:pt x="15317" y="20401"/>
                  </a:cubicBezTo>
                  <a:cubicBezTo>
                    <a:pt x="15295" y="20367"/>
                    <a:pt x="15316" y="20224"/>
                    <a:pt x="15303" y="20175"/>
                  </a:cubicBezTo>
                  <a:cubicBezTo>
                    <a:pt x="15276" y="20077"/>
                    <a:pt x="15178" y="19955"/>
                    <a:pt x="15136" y="19885"/>
                  </a:cubicBezTo>
                  <a:cubicBezTo>
                    <a:pt x="15110" y="19843"/>
                    <a:pt x="15062" y="19749"/>
                    <a:pt x="15032" y="19723"/>
                  </a:cubicBezTo>
                  <a:cubicBezTo>
                    <a:pt x="15002" y="19698"/>
                    <a:pt x="14935" y="19701"/>
                    <a:pt x="14904" y="19686"/>
                  </a:cubicBezTo>
                  <a:cubicBezTo>
                    <a:pt x="14861" y="19668"/>
                    <a:pt x="14779" y="19587"/>
                    <a:pt x="14736" y="19582"/>
                  </a:cubicBezTo>
                  <a:cubicBezTo>
                    <a:pt x="14690" y="19577"/>
                    <a:pt x="14601" y="19632"/>
                    <a:pt x="14555" y="19649"/>
                  </a:cubicBezTo>
                  <a:cubicBezTo>
                    <a:pt x="14496" y="19670"/>
                    <a:pt x="14369" y="19668"/>
                    <a:pt x="14316" y="19731"/>
                  </a:cubicBezTo>
                  <a:cubicBezTo>
                    <a:pt x="14299" y="19753"/>
                    <a:pt x="14284" y="19841"/>
                    <a:pt x="14268" y="19869"/>
                  </a:cubicBezTo>
                  <a:cubicBezTo>
                    <a:pt x="14240" y="19916"/>
                    <a:pt x="14173" y="19984"/>
                    <a:pt x="14138" y="19997"/>
                  </a:cubicBezTo>
                  <a:cubicBezTo>
                    <a:pt x="14111" y="20004"/>
                    <a:pt x="14056" y="19991"/>
                    <a:pt x="14031" y="19968"/>
                  </a:cubicBezTo>
                  <a:cubicBezTo>
                    <a:pt x="13999" y="19935"/>
                    <a:pt x="13940" y="19829"/>
                    <a:pt x="13927" y="19760"/>
                  </a:cubicBezTo>
                  <a:cubicBezTo>
                    <a:pt x="13919" y="19710"/>
                    <a:pt x="13940" y="19596"/>
                    <a:pt x="13939" y="19541"/>
                  </a:cubicBezTo>
                  <a:cubicBezTo>
                    <a:pt x="13936" y="19479"/>
                    <a:pt x="13924" y="19355"/>
                    <a:pt x="13909" y="19301"/>
                  </a:cubicBezTo>
                  <a:cubicBezTo>
                    <a:pt x="13899" y="19267"/>
                    <a:pt x="13872" y="19204"/>
                    <a:pt x="13854" y="19190"/>
                  </a:cubicBezTo>
                  <a:cubicBezTo>
                    <a:pt x="13831" y="19170"/>
                    <a:pt x="13775" y="19167"/>
                    <a:pt x="13752" y="19192"/>
                  </a:cubicBezTo>
                  <a:cubicBezTo>
                    <a:pt x="13733" y="19217"/>
                    <a:pt x="13701" y="19305"/>
                    <a:pt x="13706" y="19351"/>
                  </a:cubicBezTo>
                  <a:cubicBezTo>
                    <a:pt x="13709" y="19389"/>
                    <a:pt x="13756" y="19418"/>
                    <a:pt x="13765" y="19455"/>
                  </a:cubicBezTo>
                  <a:cubicBezTo>
                    <a:pt x="13776" y="19500"/>
                    <a:pt x="13784" y="19615"/>
                    <a:pt x="13771" y="19657"/>
                  </a:cubicBezTo>
                  <a:cubicBezTo>
                    <a:pt x="13756" y="19701"/>
                    <a:pt x="13699" y="19737"/>
                    <a:pt x="13673" y="19731"/>
                  </a:cubicBezTo>
                  <a:cubicBezTo>
                    <a:pt x="13648" y="19727"/>
                    <a:pt x="13612" y="19640"/>
                    <a:pt x="13589" y="19620"/>
                  </a:cubicBezTo>
                  <a:cubicBezTo>
                    <a:pt x="13554" y="19588"/>
                    <a:pt x="13473" y="19595"/>
                    <a:pt x="13441" y="19554"/>
                  </a:cubicBezTo>
                  <a:cubicBezTo>
                    <a:pt x="13403" y="19504"/>
                    <a:pt x="13366" y="19323"/>
                    <a:pt x="13333" y="19259"/>
                  </a:cubicBezTo>
                  <a:cubicBezTo>
                    <a:pt x="13312" y="19217"/>
                    <a:pt x="13263" y="19140"/>
                    <a:pt x="13235" y="19119"/>
                  </a:cubicBezTo>
                  <a:cubicBezTo>
                    <a:pt x="13201" y="19093"/>
                    <a:pt x="13122" y="19123"/>
                    <a:pt x="13089" y="19090"/>
                  </a:cubicBezTo>
                  <a:cubicBezTo>
                    <a:pt x="13054" y="19055"/>
                    <a:pt x="13000" y="18928"/>
                    <a:pt x="12982" y="18858"/>
                  </a:cubicBezTo>
                  <a:cubicBezTo>
                    <a:pt x="12962" y="18775"/>
                    <a:pt x="12964" y="18580"/>
                    <a:pt x="12948" y="18493"/>
                  </a:cubicBezTo>
                  <a:cubicBezTo>
                    <a:pt x="12931" y="18400"/>
                    <a:pt x="12880" y="18228"/>
                    <a:pt x="12850" y="18150"/>
                  </a:cubicBezTo>
                  <a:cubicBezTo>
                    <a:pt x="12827" y="18091"/>
                    <a:pt x="12779" y="17970"/>
                    <a:pt x="12744" y="17943"/>
                  </a:cubicBezTo>
                  <a:cubicBezTo>
                    <a:pt x="12721" y="17924"/>
                    <a:pt x="12668" y="17930"/>
                    <a:pt x="12644" y="17947"/>
                  </a:cubicBezTo>
                  <a:cubicBezTo>
                    <a:pt x="12621" y="17962"/>
                    <a:pt x="12583" y="18030"/>
                    <a:pt x="12567" y="18068"/>
                  </a:cubicBezTo>
                  <a:cubicBezTo>
                    <a:pt x="12539" y="18131"/>
                    <a:pt x="12510" y="18297"/>
                    <a:pt x="12483" y="18362"/>
                  </a:cubicBezTo>
                  <a:cubicBezTo>
                    <a:pt x="12462" y="18414"/>
                    <a:pt x="12403" y="18486"/>
                    <a:pt x="12379" y="18534"/>
                  </a:cubicBezTo>
                  <a:cubicBezTo>
                    <a:pt x="12359" y="18577"/>
                    <a:pt x="12323" y="18675"/>
                    <a:pt x="12304" y="18722"/>
                  </a:cubicBezTo>
                  <a:cubicBezTo>
                    <a:pt x="12276" y="18789"/>
                    <a:pt x="12221" y="18934"/>
                    <a:pt x="12186" y="18990"/>
                  </a:cubicBezTo>
                  <a:cubicBezTo>
                    <a:pt x="12153" y="19044"/>
                    <a:pt x="12075" y="19110"/>
                    <a:pt x="12040" y="19156"/>
                  </a:cubicBezTo>
                  <a:cubicBezTo>
                    <a:pt x="12010" y="19196"/>
                    <a:pt x="11960" y="19329"/>
                    <a:pt x="11923" y="19329"/>
                  </a:cubicBezTo>
                  <a:cubicBezTo>
                    <a:pt x="11872" y="19331"/>
                    <a:pt x="11787" y="19170"/>
                    <a:pt x="11755" y="19090"/>
                  </a:cubicBezTo>
                  <a:cubicBezTo>
                    <a:pt x="11732" y="19037"/>
                    <a:pt x="11707" y="18906"/>
                    <a:pt x="11697" y="18840"/>
                  </a:cubicBezTo>
                  <a:cubicBezTo>
                    <a:pt x="11686" y="18766"/>
                    <a:pt x="11692" y="18597"/>
                    <a:pt x="11675" y="18526"/>
                  </a:cubicBezTo>
                  <a:cubicBezTo>
                    <a:pt x="11662" y="18475"/>
                    <a:pt x="11607" y="18415"/>
                    <a:pt x="11593" y="18365"/>
                  </a:cubicBezTo>
                  <a:cubicBezTo>
                    <a:pt x="11569" y="18281"/>
                    <a:pt x="11547" y="18085"/>
                    <a:pt x="11542" y="17988"/>
                  </a:cubicBezTo>
                  <a:cubicBezTo>
                    <a:pt x="11538" y="17908"/>
                    <a:pt x="11548" y="17747"/>
                    <a:pt x="11551" y="17665"/>
                  </a:cubicBezTo>
                  <a:cubicBezTo>
                    <a:pt x="11552" y="17587"/>
                    <a:pt x="11548" y="17426"/>
                    <a:pt x="11559" y="17350"/>
                  </a:cubicBezTo>
                  <a:cubicBezTo>
                    <a:pt x="11567" y="17289"/>
                    <a:pt x="11604" y="17183"/>
                    <a:pt x="11620" y="17127"/>
                  </a:cubicBezTo>
                  <a:cubicBezTo>
                    <a:pt x="11629" y="17092"/>
                    <a:pt x="11652" y="17024"/>
                    <a:pt x="11659" y="16987"/>
                  </a:cubicBezTo>
                  <a:cubicBezTo>
                    <a:pt x="11667" y="16936"/>
                    <a:pt x="11667" y="16828"/>
                    <a:pt x="11673" y="16775"/>
                  </a:cubicBezTo>
                  <a:cubicBezTo>
                    <a:pt x="11680" y="16709"/>
                    <a:pt x="11690" y="16570"/>
                    <a:pt x="11710" y="16514"/>
                  </a:cubicBezTo>
                  <a:cubicBezTo>
                    <a:pt x="11727" y="16464"/>
                    <a:pt x="11782" y="16404"/>
                    <a:pt x="11807" y="16370"/>
                  </a:cubicBezTo>
                  <a:cubicBezTo>
                    <a:pt x="11827" y="16341"/>
                    <a:pt x="11872" y="16300"/>
                    <a:pt x="11889" y="16265"/>
                  </a:cubicBezTo>
                  <a:cubicBezTo>
                    <a:pt x="11907" y="16229"/>
                    <a:pt x="11938" y="16142"/>
                    <a:pt x="11944" y="16093"/>
                  </a:cubicBezTo>
                  <a:cubicBezTo>
                    <a:pt x="11950" y="16035"/>
                    <a:pt x="11943" y="15911"/>
                    <a:pt x="11929" y="15859"/>
                  </a:cubicBezTo>
                  <a:cubicBezTo>
                    <a:pt x="11922" y="15833"/>
                    <a:pt x="11903" y="15783"/>
                    <a:pt x="11885" y="15764"/>
                  </a:cubicBezTo>
                  <a:cubicBezTo>
                    <a:pt x="11889" y="15724"/>
                    <a:pt x="11892" y="15689"/>
                    <a:pt x="11893" y="15665"/>
                  </a:cubicBezTo>
                  <a:cubicBezTo>
                    <a:pt x="11894" y="15564"/>
                    <a:pt x="11862" y="15268"/>
                    <a:pt x="11869" y="15259"/>
                  </a:cubicBezTo>
                  <a:cubicBezTo>
                    <a:pt x="11874" y="15251"/>
                    <a:pt x="11948" y="15021"/>
                    <a:pt x="11987" y="14966"/>
                  </a:cubicBezTo>
                  <a:cubicBezTo>
                    <a:pt x="12015" y="14923"/>
                    <a:pt x="12093" y="14915"/>
                    <a:pt x="12121" y="14870"/>
                  </a:cubicBezTo>
                  <a:cubicBezTo>
                    <a:pt x="12145" y="14831"/>
                    <a:pt x="12181" y="14724"/>
                    <a:pt x="12186" y="14662"/>
                  </a:cubicBezTo>
                  <a:cubicBezTo>
                    <a:pt x="12192" y="14600"/>
                    <a:pt x="12167" y="14474"/>
                    <a:pt x="12160" y="14410"/>
                  </a:cubicBezTo>
                  <a:cubicBezTo>
                    <a:pt x="12150" y="14324"/>
                    <a:pt x="12123" y="14155"/>
                    <a:pt x="12117" y="14066"/>
                  </a:cubicBezTo>
                  <a:cubicBezTo>
                    <a:pt x="12112" y="13998"/>
                    <a:pt x="12115" y="13867"/>
                    <a:pt x="12113" y="13783"/>
                  </a:cubicBezTo>
                  <a:lnTo>
                    <a:pt x="12527" y="12380"/>
                  </a:lnTo>
                  <a:lnTo>
                    <a:pt x="11822" y="11430"/>
                  </a:lnTo>
                  <a:lnTo>
                    <a:pt x="11518" y="12355"/>
                  </a:lnTo>
                  <a:cubicBezTo>
                    <a:pt x="11490" y="12286"/>
                    <a:pt x="11447" y="12166"/>
                    <a:pt x="11414" y="12129"/>
                  </a:cubicBezTo>
                  <a:cubicBezTo>
                    <a:pt x="11377" y="12086"/>
                    <a:pt x="11289" y="12055"/>
                    <a:pt x="11247" y="12063"/>
                  </a:cubicBezTo>
                  <a:cubicBezTo>
                    <a:pt x="11224" y="12067"/>
                    <a:pt x="11184" y="12128"/>
                    <a:pt x="11162" y="12136"/>
                  </a:cubicBezTo>
                  <a:cubicBezTo>
                    <a:pt x="11126" y="12151"/>
                    <a:pt x="11055" y="12150"/>
                    <a:pt x="11019" y="12136"/>
                  </a:cubicBezTo>
                  <a:cubicBezTo>
                    <a:pt x="10984" y="12126"/>
                    <a:pt x="10911" y="12094"/>
                    <a:pt x="10884" y="12046"/>
                  </a:cubicBezTo>
                  <a:cubicBezTo>
                    <a:pt x="10854" y="11991"/>
                    <a:pt x="10835" y="11821"/>
                    <a:pt x="10815" y="11748"/>
                  </a:cubicBezTo>
                  <a:cubicBezTo>
                    <a:pt x="10802" y="11698"/>
                    <a:pt x="10779" y="11594"/>
                    <a:pt x="10758" y="11557"/>
                  </a:cubicBezTo>
                  <a:cubicBezTo>
                    <a:pt x="10728" y="11504"/>
                    <a:pt x="10646" y="11461"/>
                    <a:pt x="10608" y="11434"/>
                  </a:cubicBezTo>
                  <a:cubicBezTo>
                    <a:pt x="10550" y="11396"/>
                    <a:pt x="10432" y="11313"/>
                    <a:pt x="10371" y="11309"/>
                  </a:cubicBezTo>
                  <a:cubicBezTo>
                    <a:pt x="10323" y="11307"/>
                    <a:pt x="10229" y="11357"/>
                    <a:pt x="10183" y="11383"/>
                  </a:cubicBezTo>
                  <a:cubicBezTo>
                    <a:pt x="10131" y="11413"/>
                    <a:pt x="10034" y="11531"/>
                    <a:pt x="9980" y="11536"/>
                  </a:cubicBezTo>
                  <a:cubicBezTo>
                    <a:pt x="9935" y="11538"/>
                    <a:pt x="9843" y="11485"/>
                    <a:pt x="9806" y="11430"/>
                  </a:cubicBezTo>
                  <a:cubicBezTo>
                    <a:pt x="9780" y="11390"/>
                    <a:pt x="9760" y="11248"/>
                    <a:pt x="9735" y="11204"/>
                  </a:cubicBezTo>
                  <a:cubicBezTo>
                    <a:pt x="9716" y="11170"/>
                    <a:pt x="9668" y="11127"/>
                    <a:pt x="9643" y="11116"/>
                  </a:cubicBezTo>
                  <a:cubicBezTo>
                    <a:pt x="9606" y="11098"/>
                    <a:pt x="9525" y="11147"/>
                    <a:pt x="9491" y="11111"/>
                  </a:cubicBezTo>
                  <a:cubicBezTo>
                    <a:pt x="9461" y="11077"/>
                    <a:pt x="9425" y="10950"/>
                    <a:pt x="9415" y="10883"/>
                  </a:cubicBezTo>
                  <a:cubicBezTo>
                    <a:pt x="9403" y="10802"/>
                    <a:pt x="9410" y="10625"/>
                    <a:pt x="9420" y="10542"/>
                  </a:cubicBezTo>
                  <a:cubicBezTo>
                    <a:pt x="9428" y="10477"/>
                    <a:pt x="9459" y="10355"/>
                    <a:pt x="9480" y="10304"/>
                  </a:cubicBezTo>
                  <a:cubicBezTo>
                    <a:pt x="9501" y="10253"/>
                    <a:pt x="9568" y="10198"/>
                    <a:pt x="9583" y="10137"/>
                  </a:cubicBezTo>
                  <a:cubicBezTo>
                    <a:pt x="9604" y="10057"/>
                    <a:pt x="9609" y="9860"/>
                    <a:pt x="9595" y="9774"/>
                  </a:cubicBezTo>
                  <a:cubicBezTo>
                    <a:pt x="9579" y="9687"/>
                    <a:pt x="9513" y="9539"/>
                    <a:pt x="9472" y="9503"/>
                  </a:cubicBezTo>
                  <a:cubicBezTo>
                    <a:pt x="9443" y="9478"/>
                    <a:pt x="9375" y="9522"/>
                    <a:pt x="9344" y="9509"/>
                  </a:cubicBezTo>
                  <a:cubicBezTo>
                    <a:pt x="9305" y="9493"/>
                    <a:pt x="9228" y="9433"/>
                    <a:pt x="9195" y="9382"/>
                  </a:cubicBezTo>
                  <a:cubicBezTo>
                    <a:pt x="9158" y="9324"/>
                    <a:pt x="9121" y="9137"/>
                    <a:pt x="9083" y="9084"/>
                  </a:cubicBezTo>
                  <a:cubicBezTo>
                    <a:pt x="9050" y="9037"/>
                    <a:pt x="8967" y="8983"/>
                    <a:pt x="8926" y="8995"/>
                  </a:cubicBezTo>
                  <a:cubicBezTo>
                    <a:pt x="8891" y="9005"/>
                    <a:pt x="8838" y="9132"/>
                    <a:pt x="8804" y="9151"/>
                  </a:cubicBezTo>
                  <a:cubicBezTo>
                    <a:pt x="8773" y="9167"/>
                    <a:pt x="8709" y="9159"/>
                    <a:pt x="8679" y="9144"/>
                  </a:cubicBezTo>
                  <a:cubicBezTo>
                    <a:pt x="8631" y="9122"/>
                    <a:pt x="8553" y="8973"/>
                    <a:pt x="8505" y="8973"/>
                  </a:cubicBezTo>
                  <a:cubicBezTo>
                    <a:pt x="8479" y="8974"/>
                    <a:pt x="8435" y="9043"/>
                    <a:pt x="8413" y="9068"/>
                  </a:cubicBezTo>
                  <a:cubicBezTo>
                    <a:pt x="8404" y="9077"/>
                    <a:pt x="8394" y="9088"/>
                    <a:pt x="8382" y="9099"/>
                  </a:cubicBezTo>
                  <a:cubicBezTo>
                    <a:pt x="8347" y="9075"/>
                    <a:pt x="8306" y="9050"/>
                    <a:pt x="8285" y="9040"/>
                  </a:cubicBezTo>
                  <a:cubicBezTo>
                    <a:pt x="8258" y="9026"/>
                    <a:pt x="8198" y="9035"/>
                    <a:pt x="8173" y="9006"/>
                  </a:cubicBezTo>
                  <a:cubicBezTo>
                    <a:pt x="8157" y="8988"/>
                    <a:pt x="8131" y="8928"/>
                    <a:pt x="8126" y="8892"/>
                  </a:cubicBezTo>
                  <a:cubicBezTo>
                    <a:pt x="8121" y="8842"/>
                    <a:pt x="8149" y="8748"/>
                    <a:pt x="8148" y="8700"/>
                  </a:cubicBezTo>
                  <a:cubicBezTo>
                    <a:pt x="8148" y="8652"/>
                    <a:pt x="8123" y="8563"/>
                    <a:pt x="8122" y="8514"/>
                  </a:cubicBezTo>
                  <a:cubicBezTo>
                    <a:pt x="8122" y="8443"/>
                    <a:pt x="8156" y="8255"/>
                    <a:pt x="8153" y="8236"/>
                  </a:cubicBezTo>
                  <a:cubicBezTo>
                    <a:pt x="8148" y="8219"/>
                    <a:pt x="8088" y="8041"/>
                    <a:pt x="8055" y="8004"/>
                  </a:cubicBezTo>
                  <a:cubicBezTo>
                    <a:pt x="8021" y="7968"/>
                    <a:pt x="7937" y="7993"/>
                    <a:pt x="7902" y="7959"/>
                  </a:cubicBezTo>
                  <a:cubicBezTo>
                    <a:pt x="7879" y="7936"/>
                    <a:pt x="7831" y="7869"/>
                    <a:pt x="7825" y="7818"/>
                  </a:cubicBezTo>
                  <a:cubicBezTo>
                    <a:pt x="7819" y="7772"/>
                    <a:pt x="7857" y="7682"/>
                    <a:pt x="7854" y="7631"/>
                  </a:cubicBezTo>
                  <a:cubicBezTo>
                    <a:pt x="7850" y="7586"/>
                    <a:pt x="7804" y="7529"/>
                    <a:pt x="7800" y="7483"/>
                  </a:cubicBezTo>
                  <a:cubicBezTo>
                    <a:pt x="7797" y="7429"/>
                    <a:pt x="7841" y="7336"/>
                    <a:pt x="7839" y="7283"/>
                  </a:cubicBezTo>
                  <a:cubicBezTo>
                    <a:pt x="7837" y="7247"/>
                    <a:pt x="7816" y="7167"/>
                    <a:pt x="7799" y="7156"/>
                  </a:cubicBezTo>
                  <a:cubicBezTo>
                    <a:pt x="7760" y="7131"/>
                    <a:pt x="7688" y="7271"/>
                    <a:pt x="7648" y="7271"/>
                  </a:cubicBezTo>
                  <a:cubicBezTo>
                    <a:pt x="7614" y="7271"/>
                    <a:pt x="7538" y="7236"/>
                    <a:pt x="7523" y="7176"/>
                  </a:cubicBezTo>
                  <a:cubicBezTo>
                    <a:pt x="7511" y="7122"/>
                    <a:pt x="7578" y="6996"/>
                    <a:pt x="7560" y="6948"/>
                  </a:cubicBezTo>
                  <a:cubicBezTo>
                    <a:pt x="7534" y="6876"/>
                    <a:pt x="7423" y="6998"/>
                    <a:pt x="7383" y="6962"/>
                  </a:cubicBezTo>
                  <a:cubicBezTo>
                    <a:pt x="7355" y="6936"/>
                    <a:pt x="7311" y="6831"/>
                    <a:pt x="7307" y="6770"/>
                  </a:cubicBezTo>
                  <a:cubicBezTo>
                    <a:pt x="7304" y="6718"/>
                    <a:pt x="7331" y="6610"/>
                    <a:pt x="7350" y="6571"/>
                  </a:cubicBezTo>
                  <a:cubicBezTo>
                    <a:pt x="7370" y="6534"/>
                    <a:pt x="7436" y="6535"/>
                    <a:pt x="7454" y="6494"/>
                  </a:cubicBezTo>
                  <a:cubicBezTo>
                    <a:pt x="7477" y="6439"/>
                    <a:pt x="7493" y="6287"/>
                    <a:pt x="7489" y="6216"/>
                  </a:cubicBezTo>
                  <a:cubicBezTo>
                    <a:pt x="7485" y="6156"/>
                    <a:pt x="7458" y="6035"/>
                    <a:pt x="7434" y="6001"/>
                  </a:cubicBezTo>
                  <a:cubicBezTo>
                    <a:pt x="7393" y="5943"/>
                    <a:pt x="7283" y="5918"/>
                    <a:pt x="7236" y="5954"/>
                  </a:cubicBezTo>
                  <a:cubicBezTo>
                    <a:pt x="7208" y="5976"/>
                    <a:pt x="7184" y="6110"/>
                    <a:pt x="7157" y="6137"/>
                  </a:cubicBezTo>
                  <a:cubicBezTo>
                    <a:pt x="7127" y="6167"/>
                    <a:pt x="7055" y="6128"/>
                    <a:pt x="7024" y="6153"/>
                  </a:cubicBezTo>
                  <a:cubicBezTo>
                    <a:pt x="6998" y="6174"/>
                    <a:pt x="6962" y="6284"/>
                    <a:pt x="6934" y="6299"/>
                  </a:cubicBezTo>
                  <a:cubicBezTo>
                    <a:pt x="6904" y="6314"/>
                    <a:pt x="6844" y="6247"/>
                    <a:pt x="6814" y="6261"/>
                  </a:cubicBezTo>
                  <a:cubicBezTo>
                    <a:pt x="6793" y="6272"/>
                    <a:pt x="6764" y="6355"/>
                    <a:pt x="6743" y="6366"/>
                  </a:cubicBezTo>
                  <a:cubicBezTo>
                    <a:pt x="6696" y="6386"/>
                    <a:pt x="6594" y="6337"/>
                    <a:pt x="6551" y="6285"/>
                  </a:cubicBezTo>
                  <a:cubicBezTo>
                    <a:pt x="6516" y="6242"/>
                    <a:pt x="6475" y="6086"/>
                    <a:pt x="6448" y="6025"/>
                  </a:cubicBezTo>
                  <a:cubicBezTo>
                    <a:pt x="6421" y="5967"/>
                    <a:pt x="6367" y="5842"/>
                    <a:pt x="6334" y="5801"/>
                  </a:cubicBezTo>
                  <a:cubicBezTo>
                    <a:pt x="6300" y="5760"/>
                    <a:pt x="6224" y="5723"/>
                    <a:pt x="6187" y="5703"/>
                  </a:cubicBezTo>
                  <a:cubicBezTo>
                    <a:pt x="6152" y="5682"/>
                    <a:pt x="6081" y="5637"/>
                    <a:pt x="6044" y="5628"/>
                  </a:cubicBezTo>
                  <a:cubicBezTo>
                    <a:pt x="5979" y="5612"/>
                    <a:pt x="5842" y="5573"/>
                    <a:pt x="5782" y="5628"/>
                  </a:cubicBezTo>
                  <a:cubicBezTo>
                    <a:pt x="5756" y="5650"/>
                    <a:pt x="5727" y="5755"/>
                    <a:pt x="5709" y="5797"/>
                  </a:cubicBezTo>
                  <a:cubicBezTo>
                    <a:pt x="5690" y="5838"/>
                    <a:pt x="5646" y="5911"/>
                    <a:pt x="5632" y="5959"/>
                  </a:cubicBezTo>
                  <a:cubicBezTo>
                    <a:pt x="5614" y="6023"/>
                    <a:pt x="5602" y="6173"/>
                    <a:pt x="5592" y="6244"/>
                  </a:cubicBezTo>
                  <a:cubicBezTo>
                    <a:pt x="5581" y="6325"/>
                    <a:pt x="5569" y="6494"/>
                    <a:pt x="5547" y="6565"/>
                  </a:cubicBezTo>
                  <a:cubicBezTo>
                    <a:pt x="5533" y="6609"/>
                    <a:pt x="5493" y="6690"/>
                    <a:pt x="5468" y="6701"/>
                  </a:cubicBezTo>
                  <a:cubicBezTo>
                    <a:pt x="5431" y="6714"/>
                    <a:pt x="5365" y="6611"/>
                    <a:pt x="5329" y="6599"/>
                  </a:cubicBezTo>
                  <a:cubicBezTo>
                    <a:pt x="5280" y="6584"/>
                    <a:pt x="5174" y="6571"/>
                    <a:pt x="5129" y="6616"/>
                  </a:cubicBezTo>
                  <a:cubicBezTo>
                    <a:pt x="5103" y="6642"/>
                    <a:pt x="5069" y="6746"/>
                    <a:pt x="5053" y="6798"/>
                  </a:cubicBezTo>
                  <a:cubicBezTo>
                    <a:pt x="5042" y="6834"/>
                    <a:pt x="5039" y="6926"/>
                    <a:pt x="5023" y="6953"/>
                  </a:cubicBezTo>
                  <a:cubicBezTo>
                    <a:pt x="5002" y="6987"/>
                    <a:pt x="4946" y="6985"/>
                    <a:pt x="4920" y="6991"/>
                  </a:cubicBezTo>
                  <a:cubicBezTo>
                    <a:pt x="4887" y="7000"/>
                    <a:pt x="4818" y="6971"/>
                    <a:pt x="4790" y="7004"/>
                  </a:cubicBezTo>
                  <a:cubicBezTo>
                    <a:pt x="4775" y="7018"/>
                    <a:pt x="4751" y="7074"/>
                    <a:pt x="4752" y="7107"/>
                  </a:cubicBezTo>
                  <a:cubicBezTo>
                    <a:pt x="4753" y="7146"/>
                    <a:pt x="4790" y="7199"/>
                    <a:pt x="4806" y="7217"/>
                  </a:cubicBezTo>
                  <a:cubicBezTo>
                    <a:pt x="4829" y="7247"/>
                    <a:pt x="4892" y="7245"/>
                    <a:pt x="4912" y="7283"/>
                  </a:cubicBezTo>
                  <a:cubicBezTo>
                    <a:pt x="4925" y="7312"/>
                    <a:pt x="4943" y="7403"/>
                    <a:pt x="4933" y="7439"/>
                  </a:cubicBezTo>
                  <a:cubicBezTo>
                    <a:pt x="4926" y="7465"/>
                    <a:pt x="4891" y="7464"/>
                    <a:pt x="4877" y="7466"/>
                  </a:cubicBezTo>
                  <a:cubicBezTo>
                    <a:pt x="4851" y="7473"/>
                    <a:pt x="4796" y="7452"/>
                    <a:pt x="4773" y="7471"/>
                  </a:cubicBezTo>
                  <a:cubicBezTo>
                    <a:pt x="4754" y="7488"/>
                    <a:pt x="4717" y="7546"/>
                    <a:pt x="4711" y="7588"/>
                  </a:cubicBezTo>
                  <a:cubicBezTo>
                    <a:pt x="4707" y="7612"/>
                    <a:pt x="4715" y="7670"/>
                    <a:pt x="4725" y="7686"/>
                  </a:cubicBezTo>
                  <a:cubicBezTo>
                    <a:pt x="4744" y="7727"/>
                    <a:pt x="4808" y="7706"/>
                    <a:pt x="4829" y="7736"/>
                  </a:cubicBezTo>
                  <a:cubicBezTo>
                    <a:pt x="4846" y="7759"/>
                    <a:pt x="4868" y="7830"/>
                    <a:pt x="4871" y="7869"/>
                  </a:cubicBezTo>
                  <a:cubicBezTo>
                    <a:pt x="4875" y="7922"/>
                    <a:pt x="4858" y="8028"/>
                    <a:pt x="4844" y="8074"/>
                  </a:cubicBezTo>
                  <a:cubicBezTo>
                    <a:pt x="4831" y="8113"/>
                    <a:pt x="4791" y="8169"/>
                    <a:pt x="4773" y="8200"/>
                  </a:cubicBezTo>
                  <a:cubicBezTo>
                    <a:pt x="4741" y="8258"/>
                    <a:pt x="4687" y="8418"/>
                    <a:pt x="4645" y="8438"/>
                  </a:cubicBezTo>
                  <a:cubicBezTo>
                    <a:pt x="4610" y="8455"/>
                    <a:pt x="4539" y="8343"/>
                    <a:pt x="4502" y="8355"/>
                  </a:cubicBezTo>
                  <a:cubicBezTo>
                    <a:pt x="4465" y="8369"/>
                    <a:pt x="4417" y="8510"/>
                    <a:pt x="4382" y="8531"/>
                  </a:cubicBezTo>
                  <a:cubicBezTo>
                    <a:pt x="4355" y="8547"/>
                    <a:pt x="4295" y="8543"/>
                    <a:pt x="4270" y="8521"/>
                  </a:cubicBezTo>
                  <a:cubicBezTo>
                    <a:pt x="4247" y="8500"/>
                    <a:pt x="4219" y="8392"/>
                    <a:pt x="4194" y="8372"/>
                  </a:cubicBezTo>
                  <a:cubicBezTo>
                    <a:pt x="4157" y="8341"/>
                    <a:pt x="4068" y="8345"/>
                    <a:pt x="4028" y="8372"/>
                  </a:cubicBezTo>
                  <a:cubicBezTo>
                    <a:pt x="4005" y="8389"/>
                    <a:pt x="3971" y="8479"/>
                    <a:pt x="3947" y="8498"/>
                  </a:cubicBezTo>
                  <a:cubicBezTo>
                    <a:pt x="3907" y="8531"/>
                    <a:pt x="3817" y="8550"/>
                    <a:pt x="3774" y="8531"/>
                  </a:cubicBezTo>
                  <a:cubicBezTo>
                    <a:pt x="3745" y="8520"/>
                    <a:pt x="3698" y="8433"/>
                    <a:pt x="3670" y="8410"/>
                  </a:cubicBezTo>
                  <a:cubicBezTo>
                    <a:pt x="3642" y="8386"/>
                    <a:pt x="3581" y="8363"/>
                    <a:pt x="3551" y="8345"/>
                  </a:cubicBezTo>
                  <a:cubicBezTo>
                    <a:pt x="3505" y="8319"/>
                    <a:pt x="3405" y="8301"/>
                    <a:pt x="3369" y="8240"/>
                  </a:cubicBezTo>
                  <a:cubicBezTo>
                    <a:pt x="3350" y="8204"/>
                    <a:pt x="3324" y="8100"/>
                    <a:pt x="3324" y="8046"/>
                  </a:cubicBezTo>
                  <a:cubicBezTo>
                    <a:pt x="3326" y="8005"/>
                    <a:pt x="3350" y="7932"/>
                    <a:pt x="3363" y="7903"/>
                  </a:cubicBezTo>
                  <a:cubicBezTo>
                    <a:pt x="3380" y="7868"/>
                    <a:pt x="3430" y="7843"/>
                    <a:pt x="3443" y="7803"/>
                  </a:cubicBezTo>
                  <a:cubicBezTo>
                    <a:pt x="3450" y="7774"/>
                    <a:pt x="3456" y="7695"/>
                    <a:pt x="3445" y="7670"/>
                  </a:cubicBezTo>
                  <a:cubicBezTo>
                    <a:pt x="3424" y="7627"/>
                    <a:pt x="3353" y="7686"/>
                    <a:pt x="3328" y="7653"/>
                  </a:cubicBezTo>
                  <a:cubicBezTo>
                    <a:pt x="3312" y="7631"/>
                    <a:pt x="3309" y="7535"/>
                    <a:pt x="3292" y="7511"/>
                  </a:cubicBezTo>
                  <a:cubicBezTo>
                    <a:pt x="3275" y="7484"/>
                    <a:pt x="3226" y="7464"/>
                    <a:pt x="3206" y="7477"/>
                  </a:cubicBezTo>
                  <a:cubicBezTo>
                    <a:pt x="3185" y="7493"/>
                    <a:pt x="3161" y="7577"/>
                    <a:pt x="3149" y="7615"/>
                  </a:cubicBezTo>
                  <a:cubicBezTo>
                    <a:pt x="3135" y="7656"/>
                    <a:pt x="3100" y="7747"/>
                    <a:pt x="3108" y="7792"/>
                  </a:cubicBezTo>
                  <a:cubicBezTo>
                    <a:pt x="3116" y="7837"/>
                    <a:pt x="3183" y="7826"/>
                    <a:pt x="3192" y="7869"/>
                  </a:cubicBezTo>
                  <a:cubicBezTo>
                    <a:pt x="3201" y="7906"/>
                    <a:pt x="3183" y="7992"/>
                    <a:pt x="3171" y="8023"/>
                  </a:cubicBezTo>
                  <a:cubicBezTo>
                    <a:pt x="3157" y="8060"/>
                    <a:pt x="3110" y="8087"/>
                    <a:pt x="3098" y="8124"/>
                  </a:cubicBezTo>
                  <a:cubicBezTo>
                    <a:pt x="3083" y="8161"/>
                    <a:pt x="3069" y="8258"/>
                    <a:pt x="3073" y="8306"/>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26" name="Shape 4808"/>
            <p:cNvSpPr/>
            <p:nvPr/>
          </p:nvSpPr>
          <p:spPr>
            <a:xfrm>
              <a:off x="9572882" y="2784420"/>
              <a:ext cx="9413" cy="15317"/>
            </a:xfrm>
            <a:custGeom>
              <a:avLst/>
              <a:gdLst/>
              <a:ahLst/>
              <a:cxnLst>
                <a:cxn ang="0">
                  <a:pos x="wd2" y="hd2"/>
                </a:cxn>
                <a:cxn ang="5400000">
                  <a:pos x="wd2" y="hd2"/>
                </a:cxn>
                <a:cxn ang="10800000">
                  <a:pos x="wd2" y="hd2"/>
                </a:cxn>
                <a:cxn ang="16200000">
                  <a:pos x="wd2" y="hd2"/>
                </a:cxn>
              </a:cxnLst>
              <a:rect l="0" t="0" r="r" b="b"/>
              <a:pathLst>
                <a:path w="20470" h="20505" extrusionOk="0">
                  <a:moveTo>
                    <a:pt x="14324" y="2261"/>
                  </a:moveTo>
                  <a:cubicBezTo>
                    <a:pt x="11685" y="1117"/>
                    <a:pt x="4208" y="-808"/>
                    <a:pt x="1423" y="365"/>
                  </a:cubicBezTo>
                  <a:cubicBezTo>
                    <a:pt x="-581" y="1238"/>
                    <a:pt x="103" y="4908"/>
                    <a:pt x="152" y="6382"/>
                  </a:cubicBezTo>
                  <a:cubicBezTo>
                    <a:pt x="299" y="8247"/>
                    <a:pt x="1325" y="12038"/>
                    <a:pt x="2742" y="13692"/>
                  </a:cubicBezTo>
                  <a:cubicBezTo>
                    <a:pt x="4697" y="15828"/>
                    <a:pt x="10170" y="20792"/>
                    <a:pt x="14129" y="20491"/>
                  </a:cubicBezTo>
                  <a:cubicBezTo>
                    <a:pt x="16083" y="20371"/>
                    <a:pt x="17549" y="17513"/>
                    <a:pt x="18185" y="16370"/>
                  </a:cubicBezTo>
                  <a:cubicBezTo>
                    <a:pt x="19406" y="14414"/>
                    <a:pt x="21019" y="10052"/>
                    <a:pt x="20286" y="7976"/>
                  </a:cubicBezTo>
                  <a:cubicBezTo>
                    <a:pt x="19748" y="6322"/>
                    <a:pt x="16621" y="3283"/>
                    <a:pt x="14324" y="226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27" name="Shape 4809"/>
            <p:cNvSpPr/>
            <p:nvPr/>
          </p:nvSpPr>
          <p:spPr>
            <a:xfrm>
              <a:off x="9572882" y="2784420"/>
              <a:ext cx="9413" cy="15320"/>
            </a:xfrm>
            <a:custGeom>
              <a:avLst/>
              <a:gdLst/>
              <a:ahLst/>
              <a:cxnLst>
                <a:cxn ang="0">
                  <a:pos x="wd2" y="hd2"/>
                </a:cxn>
                <a:cxn ang="5400000">
                  <a:pos x="wd2" y="hd2"/>
                </a:cxn>
                <a:cxn ang="10800000">
                  <a:pos x="wd2" y="hd2"/>
                </a:cxn>
                <a:cxn ang="16200000">
                  <a:pos x="wd2" y="hd2"/>
                </a:cxn>
              </a:cxnLst>
              <a:rect l="0" t="0" r="r" b="b"/>
              <a:pathLst>
                <a:path w="20470" h="20508" extrusionOk="0">
                  <a:moveTo>
                    <a:pt x="14324" y="2265"/>
                  </a:moveTo>
                  <a:cubicBezTo>
                    <a:pt x="11685" y="1091"/>
                    <a:pt x="4208" y="-804"/>
                    <a:pt x="1423" y="369"/>
                  </a:cubicBezTo>
                  <a:cubicBezTo>
                    <a:pt x="-581" y="1242"/>
                    <a:pt x="103" y="4912"/>
                    <a:pt x="152" y="6386"/>
                  </a:cubicBezTo>
                  <a:cubicBezTo>
                    <a:pt x="299" y="8251"/>
                    <a:pt x="1325" y="12042"/>
                    <a:pt x="2742" y="13696"/>
                  </a:cubicBezTo>
                  <a:cubicBezTo>
                    <a:pt x="4697" y="15832"/>
                    <a:pt x="10170" y="20796"/>
                    <a:pt x="14129" y="20495"/>
                  </a:cubicBezTo>
                  <a:cubicBezTo>
                    <a:pt x="16083" y="20375"/>
                    <a:pt x="17549" y="17517"/>
                    <a:pt x="18185" y="16374"/>
                  </a:cubicBezTo>
                  <a:cubicBezTo>
                    <a:pt x="19406" y="14418"/>
                    <a:pt x="21019" y="10056"/>
                    <a:pt x="20286" y="7980"/>
                  </a:cubicBezTo>
                  <a:cubicBezTo>
                    <a:pt x="19748" y="6326"/>
                    <a:pt x="16621" y="3287"/>
                    <a:pt x="14324" y="226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28" name="Shape 4810"/>
            <p:cNvSpPr/>
            <p:nvPr/>
          </p:nvSpPr>
          <p:spPr>
            <a:xfrm>
              <a:off x="8100131" y="2508279"/>
              <a:ext cx="1579653" cy="945638"/>
            </a:xfrm>
            <a:custGeom>
              <a:avLst/>
              <a:gdLst/>
              <a:ahLst/>
              <a:cxnLst>
                <a:cxn ang="0">
                  <a:pos x="wd2" y="hd2"/>
                </a:cxn>
                <a:cxn ang="5400000">
                  <a:pos x="wd2" y="hd2"/>
                </a:cxn>
                <a:cxn ang="10800000">
                  <a:pos x="wd2" y="hd2"/>
                </a:cxn>
                <a:cxn ang="16200000">
                  <a:pos x="wd2" y="hd2"/>
                </a:cxn>
              </a:cxnLst>
              <a:rect l="0" t="0" r="r" b="b"/>
              <a:pathLst>
                <a:path w="21600" h="21600" extrusionOk="0">
                  <a:moveTo>
                    <a:pt x="5583" y="19897"/>
                  </a:moveTo>
                  <a:cubicBezTo>
                    <a:pt x="5567" y="19880"/>
                    <a:pt x="5543" y="19861"/>
                    <a:pt x="5527" y="19845"/>
                  </a:cubicBezTo>
                  <a:cubicBezTo>
                    <a:pt x="5507" y="19826"/>
                    <a:pt x="5480" y="19832"/>
                    <a:pt x="5457" y="19840"/>
                  </a:cubicBezTo>
                  <a:cubicBezTo>
                    <a:pt x="5415" y="19852"/>
                    <a:pt x="5332" y="19891"/>
                    <a:pt x="5291" y="19908"/>
                  </a:cubicBezTo>
                  <a:cubicBezTo>
                    <a:pt x="5243" y="19928"/>
                    <a:pt x="5152" y="19931"/>
                    <a:pt x="5103" y="19938"/>
                  </a:cubicBezTo>
                  <a:cubicBezTo>
                    <a:pt x="5066" y="19945"/>
                    <a:pt x="4989" y="19923"/>
                    <a:pt x="4952" y="19938"/>
                  </a:cubicBezTo>
                  <a:cubicBezTo>
                    <a:pt x="4921" y="19953"/>
                    <a:pt x="4865" y="20009"/>
                    <a:pt x="4841" y="20044"/>
                  </a:cubicBezTo>
                  <a:cubicBezTo>
                    <a:pt x="4821" y="20073"/>
                    <a:pt x="4799" y="20160"/>
                    <a:pt x="4777" y="20182"/>
                  </a:cubicBezTo>
                  <a:cubicBezTo>
                    <a:pt x="4726" y="20236"/>
                    <a:pt x="4599" y="20243"/>
                    <a:pt x="4539" y="20263"/>
                  </a:cubicBezTo>
                  <a:cubicBezTo>
                    <a:pt x="4155" y="20394"/>
                    <a:pt x="3386" y="20664"/>
                    <a:pt x="3000" y="20783"/>
                  </a:cubicBezTo>
                  <a:cubicBezTo>
                    <a:pt x="2553" y="20920"/>
                    <a:pt x="1207" y="21286"/>
                    <a:pt x="1207" y="21286"/>
                  </a:cubicBezTo>
                  <a:lnTo>
                    <a:pt x="0" y="21600"/>
                  </a:lnTo>
                  <a:cubicBezTo>
                    <a:pt x="13" y="21569"/>
                    <a:pt x="26" y="21540"/>
                    <a:pt x="36" y="21521"/>
                  </a:cubicBezTo>
                  <a:cubicBezTo>
                    <a:pt x="67" y="21469"/>
                    <a:pt x="131" y="21368"/>
                    <a:pt x="167" y="21326"/>
                  </a:cubicBezTo>
                  <a:cubicBezTo>
                    <a:pt x="195" y="21293"/>
                    <a:pt x="260" y="21253"/>
                    <a:pt x="289" y="21221"/>
                  </a:cubicBezTo>
                  <a:cubicBezTo>
                    <a:pt x="320" y="21186"/>
                    <a:pt x="370" y="21084"/>
                    <a:pt x="405" y="21059"/>
                  </a:cubicBezTo>
                  <a:cubicBezTo>
                    <a:pt x="444" y="21031"/>
                    <a:pt x="529" y="21037"/>
                    <a:pt x="571" y="21026"/>
                  </a:cubicBezTo>
                  <a:cubicBezTo>
                    <a:pt x="597" y="21018"/>
                    <a:pt x="650" y="21007"/>
                    <a:pt x="673" y="20985"/>
                  </a:cubicBezTo>
                  <a:cubicBezTo>
                    <a:pt x="707" y="20953"/>
                    <a:pt x="753" y="20839"/>
                    <a:pt x="784" y="20799"/>
                  </a:cubicBezTo>
                  <a:cubicBezTo>
                    <a:pt x="815" y="20758"/>
                    <a:pt x="885" y="20693"/>
                    <a:pt x="920" y="20661"/>
                  </a:cubicBezTo>
                  <a:cubicBezTo>
                    <a:pt x="968" y="20617"/>
                    <a:pt x="1066" y="20540"/>
                    <a:pt x="1115" y="20499"/>
                  </a:cubicBezTo>
                  <a:cubicBezTo>
                    <a:pt x="1142" y="20475"/>
                    <a:pt x="1196" y="20412"/>
                    <a:pt x="1226" y="20399"/>
                  </a:cubicBezTo>
                  <a:cubicBezTo>
                    <a:pt x="1252" y="20387"/>
                    <a:pt x="1309" y="20411"/>
                    <a:pt x="1333" y="20393"/>
                  </a:cubicBezTo>
                  <a:cubicBezTo>
                    <a:pt x="1354" y="20378"/>
                    <a:pt x="1387" y="20320"/>
                    <a:pt x="1395" y="20285"/>
                  </a:cubicBezTo>
                  <a:cubicBezTo>
                    <a:pt x="1405" y="20241"/>
                    <a:pt x="1386" y="20146"/>
                    <a:pt x="1392" y="20101"/>
                  </a:cubicBezTo>
                  <a:cubicBezTo>
                    <a:pt x="1395" y="20071"/>
                    <a:pt x="1418" y="20021"/>
                    <a:pt x="1424" y="19993"/>
                  </a:cubicBezTo>
                  <a:cubicBezTo>
                    <a:pt x="1432" y="19954"/>
                    <a:pt x="1443" y="19872"/>
                    <a:pt x="1447" y="19830"/>
                  </a:cubicBezTo>
                  <a:cubicBezTo>
                    <a:pt x="1449" y="19797"/>
                    <a:pt x="1439" y="19724"/>
                    <a:pt x="1450" y="19695"/>
                  </a:cubicBezTo>
                  <a:cubicBezTo>
                    <a:pt x="1466" y="19652"/>
                    <a:pt x="1527" y="19605"/>
                    <a:pt x="1557" y="19598"/>
                  </a:cubicBezTo>
                  <a:cubicBezTo>
                    <a:pt x="1574" y="19594"/>
                    <a:pt x="1607" y="19625"/>
                    <a:pt x="1625" y="19625"/>
                  </a:cubicBezTo>
                  <a:cubicBezTo>
                    <a:pt x="1645" y="19625"/>
                    <a:pt x="1685" y="19607"/>
                    <a:pt x="1702" y="19593"/>
                  </a:cubicBezTo>
                  <a:cubicBezTo>
                    <a:pt x="1732" y="19569"/>
                    <a:pt x="1778" y="19488"/>
                    <a:pt x="1806" y="19463"/>
                  </a:cubicBezTo>
                  <a:cubicBezTo>
                    <a:pt x="1831" y="19440"/>
                    <a:pt x="1888" y="19419"/>
                    <a:pt x="1913" y="19398"/>
                  </a:cubicBezTo>
                  <a:cubicBezTo>
                    <a:pt x="1938" y="19377"/>
                    <a:pt x="1988" y="19332"/>
                    <a:pt x="2004" y="19295"/>
                  </a:cubicBezTo>
                  <a:cubicBezTo>
                    <a:pt x="2015" y="19268"/>
                    <a:pt x="2021" y="19198"/>
                    <a:pt x="2023" y="19165"/>
                  </a:cubicBezTo>
                  <a:cubicBezTo>
                    <a:pt x="2027" y="19114"/>
                    <a:pt x="2028" y="19010"/>
                    <a:pt x="2023" y="18960"/>
                  </a:cubicBezTo>
                  <a:cubicBezTo>
                    <a:pt x="2018" y="18906"/>
                    <a:pt x="1973" y="18806"/>
                    <a:pt x="1981" y="18754"/>
                  </a:cubicBezTo>
                  <a:cubicBezTo>
                    <a:pt x="1986" y="18718"/>
                    <a:pt x="2033" y="18686"/>
                    <a:pt x="2046" y="18657"/>
                  </a:cubicBezTo>
                  <a:cubicBezTo>
                    <a:pt x="2064" y="18617"/>
                    <a:pt x="2072" y="18504"/>
                    <a:pt x="2098" y="18478"/>
                  </a:cubicBezTo>
                  <a:cubicBezTo>
                    <a:pt x="2124" y="18451"/>
                    <a:pt x="2195" y="18506"/>
                    <a:pt x="2221" y="18478"/>
                  </a:cubicBezTo>
                  <a:cubicBezTo>
                    <a:pt x="2243" y="18454"/>
                    <a:pt x="2252" y="18353"/>
                    <a:pt x="2266" y="18316"/>
                  </a:cubicBezTo>
                  <a:cubicBezTo>
                    <a:pt x="2280" y="18278"/>
                    <a:pt x="2323" y="18221"/>
                    <a:pt x="2334" y="18181"/>
                  </a:cubicBezTo>
                  <a:cubicBezTo>
                    <a:pt x="2345" y="18138"/>
                    <a:pt x="2348" y="18043"/>
                    <a:pt x="2347" y="17997"/>
                  </a:cubicBezTo>
                  <a:cubicBezTo>
                    <a:pt x="2345" y="17952"/>
                    <a:pt x="2322" y="17868"/>
                    <a:pt x="2324" y="17823"/>
                  </a:cubicBezTo>
                  <a:cubicBezTo>
                    <a:pt x="2326" y="17786"/>
                    <a:pt x="2342" y="17711"/>
                    <a:pt x="2357" y="17683"/>
                  </a:cubicBezTo>
                  <a:cubicBezTo>
                    <a:pt x="2377" y="17644"/>
                    <a:pt x="2442" y="17617"/>
                    <a:pt x="2466" y="17585"/>
                  </a:cubicBezTo>
                  <a:cubicBezTo>
                    <a:pt x="2506" y="17536"/>
                    <a:pt x="2570" y="17414"/>
                    <a:pt x="2603" y="17353"/>
                  </a:cubicBezTo>
                  <a:cubicBezTo>
                    <a:pt x="2630" y="17302"/>
                    <a:pt x="2676" y="17188"/>
                    <a:pt x="2707" y="17142"/>
                  </a:cubicBezTo>
                  <a:cubicBezTo>
                    <a:pt x="2745" y="17082"/>
                    <a:pt x="2838" y="16993"/>
                    <a:pt x="2882" y="16942"/>
                  </a:cubicBezTo>
                  <a:cubicBezTo>
                    <a:pt x="2920" y="16896"/>
                    <a:pt x="2992" y="16790"/>
                    <a:pt x="3034" y="16752"/>
                  </a:cubicBezTo>
                  <a:cubicBezTo>
                    <a:pt x="3069" y="16719"/>
                    <a:pt x="3152" y="16693"/>
                    <a:pt x="3186" y="16654"/>
                  </a:cubicBezTo>
                  <a:cubicBezTo>
                    <a:pt x="3211" y="16626"/>
                    <a:pt x="3267" y="16503"/>
                    <a:pt x="3267" y="16503"/>
                  </a:cubicBezTo>
                  <a:lnTo>
                    <a:pt x="4038" y="14832"/>
                  </a:lnTo>
                  <a:lnTo>
                    <a:pt x="4038" y="14692"/>
                  </a:lnTo>
                  <a:cubicBezTo>
                    <a:pt x="4066" y="14665"/>
                    <a:pt x="4102" y="14625"/>
                    <a:pt x="4125" y="14631"/>
                  </a:cubicBezTo>
                  <a:cubicBezTo>
                    <a:pt x="4143" y="14636"/>
                    <a:pt x="4170" y="14686"/>
                    <a:pt x="4180" y="14712"/>
                  </a:cubicBezTo>
                  <a:cubicBezTo>
                    <a:pt x="4191" y="14742"/>
                    <a:pt x="4201" y="14808"/>
                    <a:pt x="4203" y="14843"/>
                  </a:cubicBezTo>
                  <a:cubicBezTo>
                    <a:pt x="4204" y="14871"/>
                    <a:pt x="4203" y="14933"/>
                    <a:pt x="4193" y="14956"/>
                  </a:cubicBezTo>
                  <a:cubicBezTo>
                    <a:pt x="4178" y="14991"/>
                    <a:pt x="4112" y="14994"/>
                    <a:pt x="4099" y="15031"/>
                  </a:cubicBezTo>
                  <a:cubicBezTo>
                    <a:pt x="4091" y="15054"/>
                    <a:pt x="4095" y="15112"/>
                    <a:pt x="4102" y="15134"/>
                  </a:cubicBezTo>
                  <a:cubicBezTo>
                    <a:pt x="4111" y="15160"/>
                    <a:pt x="4144" y="15189"/>
                    <a:pt x="4160" y="15200"/>
                  </a:cubicBezTo>
                  <a:cubicBezTo>
                    <a:pt x="4188" y="15218"/>
                    <a:pt x="4254" y="15201"/>
                    <a:pt x="4277" y="15232"/>
                  </a:cubicBezTo>
                  <a:cubicBezTo>
                    <a:pt x="4297" y="15258"/>
                    <a:pt x="4312" y="15347"/>
                    <a:pt x="4316" y="15389"/>
                  </a:cubicBezTo>
                  <a:cubicBezTo>
                    <a:pt x="4321" y="15437"/>
                    <a:pt x="4299" y="15539"/>
                    <a:pt x="4310" y="15584"/>
                  </a:cubicBezTo>
                  <a:cubicBezTo>
                    <a:pt x="4318" y="15620"/>
                    <a:pt x="4359" y="15669"/>
                    <a:pt x="4377" y="15692"/>
                  </a:cubicBezTo>
                  <a:cubicBezTo>
                    <a:pt x="4403" y="15723"/>
                    <a:pt x="4462" y="15764"/>
                    <a:pt x="4488" y="15795"/>
                  </a:cubicBezTo>
                  <a:cubicBezTo>
                    <a:pt x="4512" y="15825"/>
                    <a:pt x="4556" y="15900"/>
                    <a:pt x="4578" y="15935"/>
                  </a:cubicBezTo>
                  <a:cubicBezTo>
                    <a:pt x="4594" y="15960"/>
                    <a:pt x="4619" y="16029"/>
                    <a:pt x="4640" y="16038"/>
                  </a:cubicBezTo>
                  <a:cubicBezTo>
                    <a:pt x="4676" y="16053"/>
                    <a:pt x="4745" y="15967"/>
                    <a:pt x="4782" y="15968"/>
                  </a:cubicBezTo>
                  <a:cubicBezTo>
                    <a:pt x="4817" y="15968"/>
                    <a:pt x="4883" y="16004"/>
                    <a:pt x="4912" y="16033"/>
                  </a:cubicBezTo>
                  <a:cubicBezTo>
                    <a:pt x="4945" y="16065"/>
                    <a:pt x="4995" y="16161"/>
                    <a:pt x="5022" y="16206"/>
                  </a:cubicBezTo>
                  <a:cubicBezTo>
                    <a:pt x="5045" y="16244"/>
                    <a:pt x="5080" y="16341"/>
                    <a:pt x="5109" y="16363"/>
                  </a:cubicBezTo>
                  <a:cubicBezTo>
                    <a:pt x="5134" y="16380"/>
                    <a:pt x="5190" y="16374"/>
                    <a:pt x="5216" y="16363"/>
                  </a:cubicBezTo>
                  <a:cubicBezTo>
                    <a:pt x="5244" y="16351"/>
                    <a:pt x="5289" y="16284"/>
                    <a:pt x="5317" y="16271"/>
                  </a:cubicBezTo>
                  <a:cubicBezTo>
                    <a:pt x="5345" y="16258"/>
                    <a:pt x="5408" y="16282"/>
                    <a:pt x="5434" y="16260"/>
                  </a:cubicBezTo>
                  <a:cubicBezTo>
                    <a:pt x="5453" y="16243"/>
                    <a:pt x="5474" y="16173"/>
                    <a:pt x="5488" y="16146"/>
                  </a:cubicBezTo>
                  <a:cubicBezTo>
                    <a:pt x="5503" y="16121"/>
                    <a:pt x="5537" y="16081"/>
                    <a:pt x="5550" y="16054"/>
                  </a:cubicBezTo>
                  <a:cubicBezTo>
                    <a:pt x="5566" y="16023"/>
                    <a:pt x="5583" y="15939"/>
                    <a:pt x="5602" y="15914"/>
                  </a:cubicBezTo>
                  <a:cubicBezTo>
                    <a:pt x="5611" y="15901"/>
                    <a:pt x="5637" y="15898"/>
                    <a:pt x="5647" y="15887"/>
                  </a:cubicBezTo>
                  <a:cubicBezTo>
                    <a:pt x="5660" y="15871"/>
                    <a:pt x="5677" y="15823"/>
                    <a:pt x="5689" y="15806"/>
                  </a:cubicBezTo>
                  <a:cubicBezTo>
                    <a:pt x="5699" y="15790"/>
                    <a:pt x="5725" y="15772"/>
                    <a:pt x="5735" y="15757"/>
                  </a:cubicBezTo>
                  <a:cubicBezTo>
                    <a:pt x="5746" y="15741"/>
                    <a:pt x="5763" y="15702"/>
                    <a:pt x="5770" y="15680"/>
                  </a:cubicBezTo>
                  <a:cubicBezTo>
                    <a:pt x="5787" y="15630"/>
                    <a:pt x="5801" y="15510"/>
                    <a:pt x="5819" y="15459"/>
                  </a:cubicBezTo>
                  <a:cubicBezTo>
                    <a:pt x="5833" y="15419"/>
                    <a:pt x="5893" y="15318"/>
                    <a:pt x="5893" y="15318"/>
                  </a:cubicBezTo>
                  <a:lnTo>
                    <a:pt x="6341" y="15767"/>
                  </a:lnTo>
                  <a:lnTo>
                    <a:pt x="6868" y="15178"/>
                  </a:lnTo>
                  <a:lnTo>
                    <a:pt x="7059" y="15178"/>
                  </a:lnTo>
                  <a:lnTo>
                    <a:pt x="7289" y="14751"/>
                  </a:lnTo>
                  <a:lnTo>
                    <a:pt x="7202" y="14642"/>
                  </a:lnTo>
                  <a:lnTo>
                    <a:pt x="7202" y="14296"/>
                  </a:lnTo>
                  <a:lnTo>
                    <a:pt x="7286" y="14296"/>
                  </a:lnTo>
                  <a:lnTo>
                    <a:pt x="7513" y="14529"/>
                  </a:lnTo>
                  <a:lnTo>
                    <a:pt x="8031" y="13723"/>
                  </a:lnTo>
                  <a:cubicBezTo>
                    <a:pt x="8031" y="13723"/>
                    <a:pt x="8164" y="13675"/>
                    <a:pt x="8192" y="13723"/>
                  </a:cubicBezTo>
                  <a:cubicBezTo>
                    <a:pt x="8221" y="13770"/>
                    <a:pt x="8164" y="13943"/>
                    <a:pt x="8192" y="13990"/>
                  </a:cubicBezTo>
                  <a:cubicBezTo>
                    <a:pt x="8207" y="14015"/>
                    <a:pt x="8275" y="13990"/>
                    <a:pt x="8275" y="13990"/>
                  </a:cubicBezTo>
                  <a:lnTo>
                    <a:pt x="8692" y="13295"/>
                  </a:lnTo>
                  <a:cubicBezTo>
                    <a:pt x="8692" y="13295"/>
                    <a:pt x="8728" y="13176"/>
                    <a:pt x="8714" y="13144"/>
                  </a:cubicBezTo>
                  <a:cubicBezTo>
                    <a:pt x="8703" y="13117"/>
                    <a:pt x="8656" y="13134"/>
                    <a:pt x="8636" y="13133"/>
                  </a:cubicBezTo>
                  <a:cubicBezTo>
                    <a:pt x="8622" y="13132"/>
                    <a:pt x="8589" y="13149"/>
                    <a:pt x="8578" y="13133"/>
                  </a:cubicBezTo>
                  <a:cubicBezTo>
                    <a:pt x="8561" y="13108"/>
                    <a:pt x="8562" y="13018"/>
                    <a:pt x="8568" y="12982"/>
                  </a:cubicBezTo>
                  <a:cubicBezTo>
                    <a:pt x="8576" y="12942"/>
                    <a:pt x="8614" y="12883"/>
                    <a:pt x="8634" y="12857"/>
                  </a:cubicBezTo>
                  <a:cubicBezTo>
                    <a:pt x="8650" y="12835"/>
                    <a:pt x="8690" y="12807"/>
                    <a:pt x="8708" y="12787"/>
                  </a:cubicBezTo>
                  <a:cubicBezTo>
                    <a:pt x="8726" y="12764"/>
                    <a:pt x="8763" y="12716"/>
                    <a:pt x="8776" y="12684"/>
                  </a:cubicBezTo>
                  <a:cubicBezTo>
                    <a:pt x="8789" y="12649"/>
                    <a:pt x="8815" y="12565"/>
                    <a:pt x="8805" y="12527"/>
                  </a:cubicBezTo>
                  <a:cubicBezTo>
                    <a:pt x="8796" y="12492"/>
                    <a:pt x="8746" y="12467"/>
                    <a:pt x="8724" y="12457"/>
                  </a:cubicBezTo>
                  <a:cubicBezTo>
                    <a:pt x="8705" y="12447"/>
                    <a:pt x="8663" y="12460"/>
                    <a:pt x="8646" y="12445"/>
                  </a:cubicBezTo>
                  <a:cubicBezTo>
                    <a:pt x="8628" y="12431"/>
                    <a:pt x="8602" y="12372"/>
                    <a:pt x="8591" y="12343"/>
                  </a:cubicBezTo>
                  <a:cubicBezTo>
                    <a:pt x="8579" y="12310"/>
                    <a:pt x="8558" y="12236"/>
                    <a:pt x="8559" y="12196"/>
                  </a:cubicBezTo>
                  <a:cubicBezTo>
                    <a:pt x="8560" y="12160"/>
                    <a:pt x="8587" y="12095"/>
                    <a:pt x="8598" y="12061"/>
                  </a:cubicBezTo>
                  <a:cubicBezTo>
                    <a:pt x="8605" y="12040"/>
                    <a:pt x="8623" y="11999"/>
                    <a:pt x="8627" y="11975"/>
                  </a:cubicBezTo>
                  <a:cubicBezTo>
                    <a:pt x="8631" y="11945"/>
                    <a:pt x="8627" y="11881"/>
                    <a:pt x="8627" y="11850"/>
                  </a:cubicBezTo>
                  <a:cubicBezTo>
                    <a:pt x="8626" y="11821"/>
                    <a:pt x="8614" y="11757"/>
                    <a:pt x="8623" y="11732"/>
                  </a:cubicBezTo>
                  <a:cubicBezTo>
                    <a:pt x="8630" y="11713"/>
                    <a:pt x="8662" y="11711"/>
                    <a:pt x="8669" y="11694"/>
                  </a:cubicBezTo>
                  <a:cubicBezTo>
                    <a:pt x="8680" y="11669"/>
                    <a:pt x="8677" y="11605"/>
                    <a:pt x="8679" y="11575"/>
                  </a:cubicBezTo>
                  <a:cubicBezTo>
                    <a:pt x="8680" y="11542"/>
                    <a:pt x="8672" y="11475"/>
                    <a:pt x="8679" y="11445"/>
                  </a:cubicBezTo>
                  <a:cubicBezTo>
                    <a:pt x="8683" y="11428"/>
                    <a:pt x="8703" y="11407"/>
                    <a:pt x="8708" y="11391"/>
                  </a:cubicBezTo>
                  <a:cubicBezTo>
                    <a:pt x="8716" y="11364"/>
                    <a:pt x="8715" y="11299"/>
                    <a:pt x="8724" y="11272"/>
                  </a:cubicBezTo>
                  <a:cubicBezTo>
                    <a:pt x="8731" y="11249"/>
                    <a:pt x="8761" y="11220"/>
                    <a:pt x="8766" y="11196"/>
                  </a:cubicBezTo>
                  <a:cubicBezTo>
                    <a:pt x="8772" y="11169"/>
                    <a:pt x="8762" y="11110"/>
                    <a:pt x="8766" y="11083"/>
                  </a:cubicBezTo>
                  <a:cubicBezTo>
                    <a:pt x="8771" y="11051"/>
                    <a:pt x="8789" y="10993"/>
                    <a:pt x="8802" y="10969"/>
                  </a:cubicBezTo>
                  <a:cubicBezTo>
                    <a:pt x="8815" y="10943"/>
                    <a:pt x="8853" y="10913"/>
                    <a:pt x="8866" y="10888"/>
                  </a:cubicBezTo>
                  <a:cubicBezTo>
                    <a:pt x="8893" y="10841"/>
                    <a:pt x="8927" y="10725"/>
                    <a:pt x="8947" y="10671"/>
                  </a:cubicBezTo>
                  <a:cubicBezTo>
                    <a:pt x="8973" y="10604"/>
                    <a:pt x="9025" y="10471"/>
                    <a:pt x="9048" y="10401"/>
                  </a:cubicBezTo>
                  <a:cubicBezTo>
                    <a:pt x="9065" y="10348"/>
                    <a:pt x="9095" y="10239"/>
                    <a:pt x="9108" y="10184"/>
                  </a:cubicBezTo>
                  <a:cubicBezTo>
                    <a:pt x="9122" y="10130"/>
                    <a:pt x="9147" y="10021"/>
                    <a:pt x="9157" y="9965"/>
                  </a:cubicBezTo>
                  <a:cubicBezTo>
                    <a:pt x="9166" y="9920"/>
                    <a:pt x="9178" y="9825"/>
                    <a:pt x="9186" y="9779"/>
                  </a:cubicBezTo>
                  <a:cubicBezTo>
                    <a:pt x="9196" y="9723"/>
                    <a:pt x="9223" y="9617"/>
                    <a:pt x="9230" y="9560"/>
                  </a:cubicBezTo>
                  <a:cubicBezTo>
                    <a:pt x="9234" y="9526"/>
                    <a:pt x="9242" y="9454"/>
                    <a:pt x="9234" y="9422"/>
                  </a:cubicBezTo>
                  <a:cubicBezTo>
                    <a:pt x="9228" y="9390"/>
                    <a:pt x="9182" y="9354"/>
                    <a:pt x="9182" y="9321"/>
                  </a:cubicBezTo>
                  <a:cubicBezTo>
                    <a:pt x="9182" y="9291"/>
                    <a:pt x="9220" y="9260"/>
                    <a:pt x="9228" y="9235"/>
                  </a:cubicBezTo>
                  <a:cubicBezTo>
                    <a:pt x="9234" y="9215"/>
                    <a:pt x="9239" y="9168"/>
                    <a:pt x="9240" y="9146"/>
                  </a:cubicBezTo>
                  <a:cubicBezTo>
                    <a:pt x="9240" y="9103"/>
                    <a:pt x="9223" y="9018"/>
                    <a:pt x="9223" y="8975"/>
                  </a:cubicBezTo>
                  <a:cubicBezTo>
                    <a:pt x="9223" y="8954"/>
                    <a:pt x="9225" y="8910"/>
                    <a:pt x="9230" y="8890"/>
                  </a:cubicBezTo>
                  <a:cubicBezTo>
                    <a:pt x="9244" y="8836"/>
                    <a:pt x="9293" y="8750"/>
                    <a:pt x="9317" y="8708"/>
                  </a:cubicBezTo>
                  <a:cubicBezTo>
                    <a:pt x="9343" y="8661"/>
                    <a:pt x="9403" y="8579"/>
                    <a:pt x="9429" y="8533"/>
                  </a:cubicBezTo>
                  <a:cubicBezTo>
                    <a:pt x="9448" y="8501"/>
                    <a:pt x="9492" y="8439"/>
                    <a:pt x="9500" y="8395"/>
                  </a:cubicBezTo>
                  <a:cubicBezTo>
                    <a:pt x="9507" y="8355"/>
                    <a:pt x="9501" y="8263"/>
                    <a:pt x="9485" y="8233"/>
                  </a:cubicBezTo>
                  <a:cubicBezTo>
                    <a:pt x="9471" y="8207"/>
                    <a:pt x="9416" y="8229"/>
                    <a:pt x="9405" y="8200"/>
                  </a:cubicBezTo>
                  <a:cubicBezTo>
                    <a:pt x="9394" y="8173"/>
                    <a:pt x="9406" y="8097"/>
                    <a:pt x="9417" y="8071"/>
                  </a:cubicBezTo>
                  <a:cubicBezTo>
                    <a:pt x="9431" y="8036"/>
                    <a:pt x="9490" y="8021"/>
                    <a:pt x="9502" y="7986"/>
                  </a:cubicBezTo>
                  <a:cubicBezTo>
                    <a:pt x="9510" y="7962"/>
                    <a:pt x="9498" y="7905"/>
                    <a:pt x="9502" y="7880"/>
                  </a:cubicBezTo>
                  <a:cubicBezTo>
                    <a:pt x="9505" y="7856"/>
                    <a:pt x="9518" y="7810"/>
                    <a:pt x="9529" y="7794"/>
                  </a:cubicBezTo>
                  <a:cubicBezTo>
                    <a:pt x="9541" y="7778"/>
                    <a:pt x="9579" y="7786"/>
                    <a:pt x="9590" y="7766"/>
                  </a:cubicBezTo>
                  <a:cubicBezTo>
                    <a:pt x="9610" y="7725"/>
                    <a:pt x="9599" y="7608"/>
                    <a:pt x="9599" y="7555"/>
                  </a:cubicBezTo>
                  <a:cubicBezTo>
                    <a:pt x="9600" y="7525"/>
                    <a:pt x="9590" y="7462"/>
                    <a:pt x="9597" y="7433"/>
                  </a:cubicBezTo>
                  <a:cubicBezTo>
                    <a:pt x="9605" y="7398"/>
                    <a:pt x="9652" y="7360"/>
                    <a:pt x="9658" y="7324"/>
                  </a:cubicBezTo>
                  <a:cubicBezTo>
                    <a:pt x="9663" y="7287"/>
                    <a:pt x="9642" y="7213"/>
                    <a:pt x="9633" y="7178"/>
                  </a:cubicBezTo>
                  <a:cubicBezTo>
                    <a:pt x="9623" y="7132"/>
                    <a:pt x="9585" y="7052"/>
                    <a:pt x="9582" y="7004"/>
                  </a:cubicBezTo>
                  <a:cubicBezTo>
                    <a:pt x="9581" y="6977"/>
                    <a:pt x="9587" y="6922"/>
                    <a:pt x="9597" y="6902"/>
                  </a:cubicBezTo>
                  <a:cubicBezTo>
                    <a:pt x="9608" y="6878"/>
                    <a:pt x="9652" y="6875"/>
                    <a:pt x="9660" y="6849"/>
                  </a:cubicBezTo>
                  <a:cubicBezTo>
                    <a:pt x="9669" y="6820"/>
                    <a:pt x="9656" y="6751"/>
                    <a:pt x="9650" y="6719"/>
                  </a:cubicBezTo>
                  <a:cubicBezTo>
                    <a:pt x="9644" y="6685"/>
                    <a:pt x="9614" y="6625"/>
                    <a:pt x="9614" y="6589"/>
                  </a:cubicBezTo>
                  <a:cubicBezTo>
                    <a:pt x="9614" y="6560"/>
                    <a:pt x="9640" y="6512"/>
                    <a:pt x="9643" y="6484"/>
                  </a:cubicBezTo>
                  <a:cubicBezTo>
                    <a:pt x="9646" y="6452"/>
                    <a:pt x="9636" y="6354"/>
                    <a:pt x="9636" y="6354"/>
                  </a:cubicBezTo>
                  <a:lnTo>
                    <a:pt x="9966" y="6484"/>
                  </a:lnTo>
                  <a:lnTo>
                    <a:pt x="10204" y="6995"/>
                  </a:lnTo>
                  <a:lnTo>
                    <a:pt x="10710" y="7057"/>
                  </a:lnTo>
                  <a:cubicBezTo>
                    <a:pt x="10710" y="7057"/>
                    <a:pt x="10735" y="6959"/>
                    <a:pt x="10745" y="6928"/>
                  </a:cubicBezTo>
                  <a:cubicBezTo>
                    <a:pt x="10758" y="6883"/>
                    <a:pt x="10791" y="6799"/>
                    <a:pt x="10803" y="6754"/>
                  </a:cubicBezTo>
                  <a:cubicBezTo>
                    <a:pt x="10811" y="6727"/>
                    <a:pt x="10819" y="6667"/>
                    <a:pt x="10829" y="6640"/>
                  </a:cubicBezTo>
                  <a:cubicBezTo>
                    <a:pt x="10841" y="6612"/>
                    <a:pt x="10879" y="6576"/>
                    <a:pt x="10888" y="6543"/>
                  </a:cubicBezTo>
                  <a:cubicBezTo>
                    <a:pt x="10900" y="6491"/>
                    <a:pt x="10884" y="6373"/>
                    <a:pt x="10884" y="6316"/>
                  </a:cubicBezTo>
                  <a:cubicBezTo>
                    <a:pt x="10884" y="6290"/>
                    <a:pt x="10882" y="6238"/>
                    <a:pt x="10888" y="6214"/>
                  </a:cubicBezTo>
                  <a:cubicBezTo>
                    <a:pt x="10893" y="6184"/>
                    <a:pt x="10923" y="6140"/>
                    <a:pt x="10930" y="6111"/>
                  </a:cubicBezTo>
                  <a:cubicBezTo>
                    <a:pt x="10939" y="6061"/>
                    <a:pt x="10936" y="5953"/>
                    <a:pt x="10936" y="5900"/>
                  </a:cubicBezTo>
                  <a:cubicBezTo>
                    <a:pt x="10936" y="5858"/>
                    <a:pt x="10926" y="5773"/>
                    <a:pt x="10930" y="5732"/>
                  </a:cubicBezTo>
                  <a:cubicBezTo>
                    <a:pt x="10934" y="5679"/>
                    <a:pt x="10958" y="5580"/>
                    <a:pt x="10972" y="5532"/>
                  </a:cubicBezTo>
                  <a:cubicBezTo>
                    <a:pt x="10980" y="5502"/>
                    <a:pt x="10995" y="5438"/>
                    <a:pt x="11011" y="5418"/>
                  </a:cubicBezTo>
                  <a:cubicBezTo>
                    <a:pt x="11025" y="5400"/>
                    <a:pt x="11069" y="5413"/>
                    <a:pt x="11082" y="5391"/>
                  </a:cubicBezTo>
                  <a:cubicBezTo>
                    <a:pt x="11097" y="5363"/>
                    <a:pt x="11100" y="5277"/>
                    <a:pt x="11094" y="5240"/>
                  </a:cubicBezTo>
                  <a:cubicBezTo>
                    <a:pt x="11088" y="5195"/>
                    <a:pt x="11038" y="5137"/>
                    <a:pt x="11030" y="5094"/>
                  </a:cubicBezTo>
                  <a:cubicBezTo>
                    <a:pt x="11023" y="5056"/>
                    <a:pt x="11030" y="4975"/>
                    <a:pt x="11036" y="4937"/>
                  </a:cubicBezTo>
                  <a:cubicBezTo>
                    <a:pt x="11042" y="4904"/>
                    <a:pt x="11067" y="4849"/>
                    <a:pt x="11072" y="4817"/>
                  </a:cubicBezTo>
                  <a:cubicBezTo>
                    <a:pt x="11080" y="4770"/>
                    <a:pt x="11066" y="4659"/>
                    <a:pt x="11082" y="4617"/>
                  </a:cubicBezTo>
                  <a:cubicBezTo>
                    <a:pt x="11090" y="4597"/>
                    <a:pt x="11126" y="4590"/>
                    <a:pt x="11134" y="4569"/>
                  </a:cubicBezTo>
                  <a:cubicBezTo>
                    <a:pt x="11150" y="4529"/>
                    <a:pt x="11138" y="4425"/>
                    <a:pt x="11147" y="4379"/>
                  </a:cubicBezTo>
                  <a:cubicBezTo>
                    <a:pt x="11156" y="4328"/>
                    <a:pt x="11205" y="4190"/>
                    <a:pt x="11205" y="4190"/>
                  </a:cubicBezTo>
                  <a:lnTo>
                    <a:pt x="11596" y="4601"/>
                  </a:lnTo>
                  <a:lnTo>
                    <a:pt x="11717" y="3741"/>
                  </a:lnTo>
                  <a:cubicBezTo>
                    <a:pt x="11717" y="3741"/>
                    <a:pt x="11755" y="3691"/>
                    <a:pt x="11763" y="3668"/>
                  </a:cubicBezTo>
                  <a:cubicBezTo>
                    <a:pt x="11778" y="3628"/>
                    <a:pt x="11780" y="3529"/>
                    <a:pt x="11795" y="3489"/>
                  </a:cubicBezTo>
                  <a:cubicBezTo>
                    <a:pt x="11806" y="3461"/>
                    <a:pt x="11834" y="3390"/>
                    <a:pt x="11853" y="3397"/>
                  </a:cubicBezTo>
                  <a:cubicBezTo>
                    <a:pt x="11869" y="3401"/>
                    <a:pt x="11872" y="3471"/>
                    <a:pt x="11880" y="3494"/>
                  </a:cubicBezTo>
                  <a:cubicBezTo>
                    <a:pt x="11888" y="3515"/>
                    <a:pt x="11901" y="3575"/>
                    <a:pt x="11916" y="3575"/>
                  </a:cubicBezTo>
                  <a:cubicBezTo>
                    <a:pt x="11941" y="3574"/>
                    <a:pt x="11960" y="3473"/>
                    <a:pt x="11973" y="3437"/>
                  </a:cubicBezTo>
                  <a:cubicBezTo>
                    <a:pt x="11982" y="3407"/>
                    <a:pt x="11999" y="3344"/>
                    <a:pt x="12007" y="3311"/>
                  </a:cubicBezTo>
                  <a:cubicBezTo>
                    <a:pt x="12016" y="3270"/>
                    <a:pt x="12018" y="3174"/>
                    <a:pt x="12036" y="3140"/>
                  </a:cubicBezTo>
                  <a:cubicBezTo>
                    <a:pt x="12049" y="3115"/>
                    <a:pt x="12091" y="3094"/>
                    <a:pt x="12111" y="3088"/>
                  </a:cubicBezTo>
                  <a:cubicBezTo>
                    <a:pt x="12126" y="3084"/>
                    <a:pt x="12159" y="3106"/>
                    <a:pt x="12172" y="3092"/>
                  </a:cubicBezTo>
                  <a:cubicBezTo>
                    <a:pt x="12194" y="3068"/>
                    <a:pt x="12200" y="2968"/>
                    <a:pt x="12208" y="2926"/>
                  </a:cubicBezTo>
                  <a:cubicBezTo>
                    <a:pt x="12217" y="2880"/>
                    <a:pt x="12247" y="2785"/>
                    <a:pt x="12235" y="2742"/>
                  </a:cubicBezTo>
                  <a:cubicBezTo>
                    <a:pt x="12228" y="2720"/>
                    <a:pt x="12185" y="2726"/>
                    <a:pt x="12179" y="2703"/>
                  </a:cubicBezTo>
                  <a:cubicBezTo>
                    <a:pt x="12168" y="2665"/>
                    <a:pt x="12196" y="2578"/>
                    <a:pt x="12211" y="2544"/>
                  </a:cubicBezTo>
                  <a:cubicBezTo>
                    <a:pt x="12220" y="2521"/>
                    <a:pt x="12254" y="2498"/>
                    <a:pt x="12264" y="2475"/>
                  </a:cubicBezTo>
                  <a:cubicBezTo>
                    <a:pt x="12276" y="2444"/>
                    <a:pt x="12279" y="2366"/>
                    <a:pt x="12288" y="2333"/>
                  </a:cubicBezTo>
                  <a:cubicBezTo>
                    <a:pt x="12300" y="2290"/>
                    <a:pt x="12332" y="2206"/>
                    <a:pt x="12354" y="2175"/>
                  </a:cubicBezTo>
                  <a:cubicBezTo>
                    <a:pt x="12368" y="2155"/>
                    <a:pt x="12407" y="2145"/>
                    <a:pt x="12419" y="2122"/>
                  </a:cubicBezTo>
                  <a:cubicBezTo>
                    <a:pt x="12432" y="2098"/>
                    <a:pt x="12433" y="2029"/>
                    <a:pt x="12441" y="2001"/>
                  </a:cubicBezTo>
                  <a:cubicBezTo>
                    <a:pt x="12450" y="1968"/>
                    <a:pt x="12484" y="1913"/>
                    <a:pt x="12490" y="1878"/>
                  </a:cubicBezTo>
                  <a:cubicBezTo>
                    <a:pt x="12495" y="1846"/>
                    <a:pt x="12498" y="1773"/>
                    <a:pt x="12487" y="1744"/>
                  </a:cubicBezTo>
                  <a:cubicBezTo>
                    <a:pt x="12476" y="1713"/>
                    <a:pt x="12423" y="1702"/>
                    <a:pt x="12409" y="1672"/>
                  </a:cubicBezTo>
                  <a:cubicBezTo>
                    <a:pt x="12397" y="1641"/>
                    <a:pt x="12385" y="1560"/>
                    <a:pt x="12392" y="1525"/>
                  </a:cubicBezTo>
                  <a:cubicBezTo>
                    <a:pt x="12403" y="1480"/>
                    <a:pt x="12470" y="1448"/>
                    <a:pt x="12482" y="1404"/>
                  </a:cubicBezTo>
                  <a:cubicBezTo>
                    <a:pt x="12490" y="1375"/>
                    <a:pt x="12489" y="1306"/>
                    <a:pt x="12480" y="1278"/>
                  </a:cubicBezTo>
                  <a:cubicBezTo>
                    <a:pt x="12467" y="1237"/>
                    <a:pt x="12395" y="1221"/>
                    <a:pt x="12388" y="1177"/>
                  </a:cubicBezTo>
                  <a:cubicBezTo>
                    <a:pt x="12383" y="1147"/>
                    <a:pt x="12410" y="1092"/>
                    <a:pt x="12422" y="1067"/>
                  </a:cubicBezTo>
                  <a:cubicBezTo>
                    <a:pt x="12435" y="1038"/>
                    <a:pt x="12475" y="1000"/>
                    <a:pt x="12487" y="970"/>
                  </a:cubicBezTo>
                  <a:cubicBezTo>
                    <a:pt x="12501" y="937"/>
                    <a:pt x="12518" y="862"/>
                    <a:pt x="12521" y="823"/>
                  </a:cubicBezTo>
                  <a:cubicBezTo>
                    <a:pt x="12526" y="769"/>
                    <a:pt x="12527" y="653"/>
                    <a:pt x="12512" y="605"/>
                  </a:cubicBezTo>
                  <a:cubicBezTo>
                    <a:pt x="12506" y="587"/>
                    <a:pt x="12478" y="575"/>
                    <a:pt x="12475" y="556"/>
                  </a:cubicBezTo>
                  <a:cubicBezTo>
                    <a:pt x="12473" y="537"/>
                    <a:pt x="12498" y="510"/>
                    <a:pt x="12500" y="491"/>
                  </a:cubicBezTo>
                  <a:cubicBezTo>
                    <a:pt x="12503" y="458"/>
                    <a:pt x="12493" y="389"/>
                    <a:pt x="12482" y="361"/>
                  </a:cubicBezTo>
                  <a:cubicBezTo>
                    <a:pt x="12473" y="335"/>
                    <a:pt x="12429" y="317"/>
                    <a:pt x="12424" y="288"/>
                  </a:cubicBezTo>
                  <a:cubicBezTo>
                    <a:pt x="12420" y="262"/>
                    <a:pt x="12446" y="217"/>
                    <a:pt x="12449" y="190"/>
                  </a:cubicBezTo>
                  <a:cubicBezTo>
                    <a:pt x="12452" y="143"/>
                    <a:pt x="12434" y="0"/>
                    <a:pt x="12434" y="0"/>
                  </a:cubicBezTo>
                  <a:lnTo>
                    <a:pt x="14074" y="1347"/>
                  </a:lnTo>
                  <a:cubicBezTo>
                    <a:pt x="14074" y="1347"/>
                    <a:pt x="14088" y="1250"/>
                    <a:pt x="14091" y="1217"/>
                  </a:cubicBezTo>
                  <a:cubicBezTo>
                    <a:pt x="14093" y="1176"/>
                    <a:pt x="14090" y="1094"/>
                    <a:pt x="14091" y="1052"/>
                  </a:cubicBezTo>
                  <a:cubicBezTo>
                    <a:pt x="14092" y="989"/>
                    <a:pt x="14091" y="860"/>
                    <a:pt x="14100" y="798"/>
                  </a:cubicBezTo>
                  <a:cubicBezTo>
                    <a:pt x="14105" y="764"/>
                    <a:pt x="14132" y="705"/>
                    <a:pt x="14136" y="671"/>
                  </a:cubicBezTo>
                  <a:cubicBezTo>
                    <a:pt x="14141" y="626"/>
                    <a:pt x="14131" y="533"/>
                    <a:pt x="14133" y="487"/>
                  </a:cubicBezTo>
                  <a:cubicBezTo>
                    <a:pt x="14134" y="444"/>
                    <a:pt x="14136" y="355"/>
                    <a:pt x="14145" y="314"/>
                  </a:cubicBezTo>
                  <a:cubicBezTo>
                    <a:pt x="14153" y="283"/>
                    <a:pt x="14176" y="228"/>
                    <a:pt x="14191" y="205"/>
                  </a:cubicBezTo>
                  <a:cubicBezTo>
                    <a:pt x="14200" y="190"/>
                    <a:pt x="14220" y="174"/>
                    <a:pt x="14236" y="159"/>
                  </a:cubicBezTo>
                  <a:cubicBezTo>
                    <a:pt x="14243" y="153"/>
                    <a:pt x="14249" y="148"/>
                    <a:pt x="14254" y="143"/>
                  </a:cubicBezTo>
                  <a:cubicBezTo>
                    <a:pt x="14267" y="131"/>
                    <a:pt x="14294" y="98"/>
                    <a:pt x="14309" y="97"/>
                  </a:cubicBezTo>
                  <a:cubicBezTo>
                    <a:pt x="14338" y="97"/>
                    <a:pt x="14384" y="170"/>
                    <a:pt x="14413" y="181"/>
                  </a:cubicBezTo>
                  <a:cubicBezTo>
                    <a:pt x="14431" y="188"/>
                    <a:pt x="14469" y="192"/>
                    <a:pt x="14487" y="184"/>
                  </a:cubicBezTo>
                  <a:cubicBezTo>
                    <a:pt x="14508" y="175"/>
                    <a:pt x="14539" y="113"/>
                    <a:pt x="14560" y="108"/>
                  </a:cubicBezTo>
                  <a:cubicBezTo>
                    <a:pt x="14585" y="102"/>
                    <a:pt x="14634" y="128"/>
                    <a:pt x="14654" y="152"/>
                  </a:cubicBezTo>
                  <a:cubicBezTo>
                    <a:pt x="14677" y="177"/>
                    <a:pt x="14699" y="269"/>
                    <a:pt x="14720" y="298"/>
                  </a:cubicBezTo>
                  <a:cubicBezTo>
                    <a:pt x="14740" y="323"/>
                    <a:pt x="14786" y="352"/>
                    <a:pt x="14809" y="360"/>
                  </a:cubicBezTo>
                  <a:cubicBezTo>
                    <a:pt x="14828" y="366"/>
                    <a:pt x="14868" y="345"/>
                    <a:pt x="14886" y="357"/>
                  </a:cubicBezTo>
                  <a:cubicBezTo>
                    <a:pt x="14910" y="375"/>
                    <a:pt x="14949" y="447"/>
                    <a:pt x="14959" y="490"/>
                  </a:cubicBezTo>
                  <a:cubicBezTo>
                    <a:pt x="14967" y="532"/>
                    <a:pt x="14964" y="628"/>
                    <a:pt x="14952" y="668"/>
                  </a:cubicBezTo>
                  <a:cubicBezTo>
                    <a:pt x="14943" y="697"/>
                    <a:pt x="14903" y="724"/>
                    <a:pt x="14891" y="749"/>
                  </a:cubicBezTo>
                  <a:cubicBezTo>
                    <a:pt x="14878" y="774"/>
                    <a:pt x="14860" y="834"/>
                    <a:pt x="14855" y="866"/>
                  </a:cubicBezTo>
                  <a:cubicBezTo>
                    <a:pt x="14849" y="906"/>
                    <a:pt x="14845" y="993"/>
                    <a:pt x="14852" y="1033"/>
                  </a:cubicBezTo>
                  <a:cubicBezTo>
                    <a:pt x="14857" y="1066"/>
                    <a:pt x="14879" y="1128"/>
                    <a:pt x="14897" y="1144"/>
                  </a:cubicBezTo>
                  <a:cubicBezTo>
                    <a:pt x="14917" y="1162"/>
                    <a:pt x="14966" y="1138"/>
                    <a:pt x="14988" y="1147"/>
                  </a:cubicBezTo>
                  <a:cubicBezTo>
                    <a:pt x="15003" y="1153"/>
                    <a:pt x="15031" y="1173"/>
                    <a:pt x="15043" y="1190"/>
                  </a:cubicBezTo>
                  <a:cubicBezTo>
                    <a:pt x="15058" y="1212"/>
                    <a:pt x="15069" y="1281"/>
                    <a:pt x="15085" y="1301"/>
                  </a:cubicBezTo>
                  <a:cubicBezTo>
                    <a:pt x="15107" y="1328"/>
                    <a:pt x="15162" y="1354"/>
                    <a:pt x="15188" y="1353"/>
                  </a:cubicBezTo>
                  <a:cubicBezTo>
                    <a:pt x="15221" y="1350"/>
                    <a:pt x="15279" y="1292"/>
                    <a:pt x="15310" y="1278"/>
                  </a:cubicBezTo>
                  <a:cubicBezTo>
                    <a:pt x="15337" y="1265"/>
                    <a:pt x="15393" y="1240"/>
                    <a:pt x="15422" y="1241"/>
                  </a:cubicBezTo>
                  <a:cubicBezTo>
                    <a:pt x="15458" y="1244"/>
                    <a:pt x="15528" y="1284"/>
                    <a:pt x="15563" y="1303"/>
                  </a:cubicBezTo>
                  <a:cubicBezTo>
                    <a:pt x="15586" y="1316"/>
                    <a:pt x="15634" y="1337"/>
                    <a:pt x="15652" y="1363"/>
                  </a:cubicBezTo>
                  <a:cubicBezTo>
                    <a:pt x="15665" y="1381"/>
                    <a:pt x="15678" y="1432"/>
                    <a:pt x="15686" y="1457"/>
                  </a:cubicBezTo>
                  <a:cubicBezTo>
                    <a:pt x="15698" y="1492"/>
                    <a:pt x="15710" y="1576"/>
                    <a:pt x="15727" y="1603"/>
                  </a:cubicBezTo>
                  <a:cubicBezTo>
                    <a:pt x="15744" y="1626"/>
                    <a:pt x="15787" y="1642"/>
                    <a:pt x="15808" y="1647"/>
                  </a:cubicBezTo>
                  <a:cubicBezTo>
                    <a:pt x="15829" y="1653"/>
                    <a:pt x="15872" y="1654"/>
                    <a:pt x="15893" y="1647"/>
                  </a:cubicBezTo>
                  <a:cubicBezTo>
                    <a:pt x="15906" y="1643"/>
                    <a:pt x="15930" y="1613"/>
                    <a:pt x="15944" y="1611"/>
                  </a:cubicBezTo>
                  <a:cubicBezTo>
                    <a:pt x="15969" y="1606"/>
                    <a:pt x="16021" y="1622"/>
                    <a:pt x="16043" y="1643"/>
                  </a:cubicBezTo>
                  <a:cubicBezTo>
                    <a:pt x="16063" y="1662"/>
                    <a:pt x="16089" y="1720"/>
                    <a:pt x="16106" y="1754"/>
                  </a:cubicBezTo>
                  <a:cubicBezTo>
                    <a:pt x="16108" y="1758"/>
                    <a:pt x="16109" y="1762"/>
                    <a:pt x="16112" y="1765"/>
                  </a:cubicBezTo>
                  <a:cubicBezTo>
                    <a:pt x="16126" y="1791"/>
                    <a:pt x="16152" y="1847"/>
                    <a:pt x="16170" y="1866"/>
                  </a:cubicBezTo>
                  <a:cubicBezTo>
                    <a:pt x="16199" y="1900"/>
                    <a:pt x="16270" y="1930"/>
                    <a:pt x="16302" y="1958"/>
                  </a:cubicBezTo>
                  <a:cubicBezTo>
                    <a:pt x="16324" y="1977"/>
                    <a:pt x="16370" y="2017"/>
                    <a:pt x="16386" y="2049"/>
                  </a:cubicBezTo>
                  <a:cubicBezTo>
                    <a:pt x="16411" y="2098"/>
                    <a:pt x="16438" y="2224"/>
                    <a:pt x="16448" y="2287"/>
                  </a:cubicBezTo>
                  <a:cubicBezTo>
                    <a:pt x="16454" y="2323"/>
                    <a:pt x="16458" y="2400"/>
                    <a:pt x="16460" y="2439"/>
                  </a:cubicBezTo>
                  <a:cubicBezTo>
                    <a:pt x="16460" y="2443"/>
                    <a:pt x="16460" y="2448"/>
                    <a:pt x="16460" y="2454"/>
                  </a:cubicBezTo>
                  <a:cubicBezTo>
                    <a:pt x="16461" y="2495"/>
                    <a:pt x="16459" y="2559"/>
                    <a:pt x="16462" y="2592"/>
                  </a:cubicBezTo>
                  <a:cubicBezTo>
                    <a:pt x="16466" y="2636"/>
                    <a:pt x="16482" y="2719"/>
                    <a:pt x="16488" y="2761"/>
                  </a:cubicBezTo>
                  <a:cubicBezTo>
                    <a:pt x="16493" y="2792"/>
                    <a:pt x="16507" y="2854"/>
                    <a:pt x="16504" y="2884"/>
                  </a:cubicBezTo>
                  <a:cubicBezTo>
                    <a:pt x="16501" y="2915"/>
                    <a:pt x="16479" y="2967"/>
                    <a:pt x="16465" y="2986"/>
                  </a:cubicBezTo>
                  <a:cubicBezTo>
                    <a:pt x="16448" y="3008"/>
                    <a:pt x="16402" y="3012"/>
                    <a:pt x="16385" y="3033"/>
                  </a:cubicBezTo>
                  <a:cubicBezTo>
                    <a:pt x="16362" y="3060"/>
                    <a:pt x="16318" y="3173"/>
                    <a:pt x="16315" y="3177"/>
                  </a:cubicBezTo>
                  <a:cubicBezTo>
                    <a:pt x="16311" y="3181"/>
                    <a:pt x="16330" y="3326"/>
                    <a:pt x="16329" y="3376"/>
                  </a:cubicBezTo>
                  <a:cubicBezTo>
                    <a:pt x="16328" y="3387"/>
                    <a:pt x="16327" y="3405"/>
                    <a:pt x="16324" y="3424"/>
                  </a:cubicBezTo>
                  <a:cubicBezTo>
                    <a:pt x="16321" y="3421"/>
                    <a:pt x="16318" y="3420"/>
                    <a:pt x="16316" y="3420"/>
                  </a:cubicBezTo>
                  <a:cubicBezTo>
                    <a:pt x="16298" y="3425"/>
                    <a:pt x="16286" y="3491"/>
                    <a:pt x="16278" y="3516"/>
                  </a:cubicBezTo>
                  <a:cubicBezTo>
                    <a:pt x="16272" y="3535"/>
                    <a:pt x="16266" y="3578"/>
                    <a:pt x="16257" y="3595"/>
                  </a:cubicBezTo>
                  <a:cubicBezTo>
                    <a:pt x="16247" y="3616"/>
                    <a:pt x="16218" y="3645"/>
                    <a:pt x="16203" y="3654"/>
                  </a:cubicBezTo>
                  <a:cubicBezTo>
                    <a:pt x="16192" y="3660"/>
                    <a:pt x="16168" y="3670"/>
                    <a:pt x="16158" y="3662"/>
                  </a:cubicBezTo>
                  <a:cubicBezTo>
                    <a:pt x="16147" y="3654"/>
                    <a:pt x="16140" y="3609"/>
                    <a:pt x="16131" y="3597"/>
                  </a:cubicBezTo>
                  <a:cubicBezTo>
                    <a:pt x="16124" y="3588"/>
                    <a:pt x="16107" y="3579"/>
                    <a:pt x="16098" y="3579"/>
                  </a:cubicBezTo>
                  <a:cubicBezTo>
                    <a:pt x="16089" y="3578"/>
                    <a:pt x="16069" y="3586"/>
                    <a:pt x="16062" y="3597"/>
                  </a:cubicBezTo>
                  <a:cubicBezTo>
                    <a:pt x="16049" y="3617"/>
                    <a:pt x="16037" y="3679"/>
                    <a:pt x="16036" y="3708"/>
                  </a:cubicBezTo>
                  <a:cubicBezTo>
                    <a:pt x="16034" y="3744"/>
                    <a:pt x="16051" y="3812"/>
                    <a:pt x="16054" y="3847"/>
                  </a:cubicBezTo>
                  <a:cubicBezTo>
                    <a:pt x="16059" y="3888"/>
                    <a:pt x="16067" y="3969"/>
                    <a:pt x="16067" y="4011"/>
                  </a:cubicBezTo>
                  <a:cubicBezTo>
                    <a:pt x="16066" y="4046"/>
                    <a:pt x="16059" y="4116"/>
                    <a:pt x="16054" y="4151"/>
                  </a:cubicBezTo>
                  <a:cubicBezTo>
                    <a:pt x="16050" y="4190"/>
                    <a:pt x="16039" y="4268"/>
                    <a:pt x="16030" y="4305"/>
                  </a:cubicBezTo>
                  <a:cubicBezTo>
                    <a:pt x="16022" y="4339"/>
                    <a:pt x="15995" y="4397"/>
                    <a:pt x="15987" y="4431"/>
                  </a:cubicBezTo>
                  <a:cubicBezTo>
                    <a:pt x="15979" y="4470"/>
                    <a:pt x="15970" y="4552"/>
                    <a:pt x="15971" y="4593"/>
                  </a:cubicBezTo>
                  <a:cubicBezTo>
                    <a:pt x="15971" y="4640"/>
                    <a:pt x="15983" y="4732"/>
                    <a:pt x="15991" y="4776"/>
                  </a:cubicBezTo>
                  <a:cubicBezTo>
                    <a:pt x="15997" y="4807"/>
                    <a:pt x="16017" y="4864"/>
                    <a:pt x="16026" y="4893"/>
                  </a:cubicBezTo>
                  <a:cubicBezTo>
                    <a:pt x="16043" y="4945"/>
                    <a:pt x="16074" y="5048"/>
                    <a:pt x="16093" y="5096"/>
                  </a:cubicBezTo>
                  <a:cubicBezTo>
                    <a:pt x="16105" y="5125"/>
                    <a:pt x="16133" y="5175"/>
                    <a:pt x="16144" y="5204"/>
                  </a:cubicBezTo>
                  <a:cubicBezTo>
                    <a:pt x="16153" y="5226"/>
                    <a:pt x="16166" y="5278"/>
                    <a:pt x="16176" y="5299"/>
                  </a:cubicBezTo>
                  <a:cubicBezTo>
                    <a:pt x="16187" y="5320"/>
                    <a:pt x="16212" y="5359"/>
                    <a:pt x="16227" y="5370"/>
                  </a:cubicBezTo>
                  <a:cubicBezTo>
                    <a:pt x="16244" y="5383"/>
                    <a:pt x="16281" y="5394"/>
                    <a:pt x="16298" y="5390"/>
                  </a:cubicBezTo>
                  <a:cubicBezTo>
                    <a:pt x="16318" y="5386"/>
                    <a:pt x="16353" y="5347"/>
                    <a:pt x="16372" y="5335"/>
                  </a:cubicBezTo>
                  <a:cubicBezTo>
                    <a:pt x="16388" y="5325"/>
                    <a:pt x="16426" y="5314"/>
                    <a:pt x="16442" y="5299"/>
                  </a:cubicBezTo>
                  <a:cubicBezTo>
                    <a:pt x="16459" y="5283"/>
                    <a:pt x="16488" y="5233"/>
                    <a:pt x="16502" y="5210"/>
                  </a:cubicBezTo>
                  <a:cubicBezTo>
                    <a:pt x="16519" y="5183"/>
                    <a:pt x="16552" y="5127"/>
                    <a:pt x="16568" y="5098"/>
                  </a:cubicBezTo>
                  <a:cubicBezTo>
                    <a:pt x="16580" y="5078"/>
                    <a:pt x="16600" y="5027"/>
                    <a:pt x="16616" y="5015"/>
                  </a:cubicBezTo>
                  <a:cubicBezTo>
                    <a:pt x="16629" y="5004"/>
                    <a:pt x="16662" y="5019"/>
                    <a:pt x="16677" y="5009"/>
                  </a:cubicBezTo>
                  <a:cubicBezTo>
                    <a:pt x="16689" y="5000"/>
                    <a:pt x="16709" y="4967"/>
                    <a:pt x="16717" y="4948"/>
                  </a:cubicBezTo>
                  <a:cubicBezTo>
                    <a:pt x="16727" y="4928"/>
                    <a:pt x="16731" y="4869"/>
                    <a:pt x="16743" y="4853"/>
                  </a:cubicBezTo>
                  <a:cubicBezTo>
                    <a:pt x="16757" y="4834"/>
                    <a:pt x="16797" y="4822"/>
                    <a:pt x="16815" y="4829"/>
                  </a:cubicBezTo>
                  <a:cubicBezTo>
                    <a:pt x="16833" y="4835"/>
                    <a:pt x="16867" y="4876"/>
                    <a:pt x="16876" y="4904"/>
                  </a:cubicBezTo>
                  <a:cubicBezTo>
                    <a:pt x="16884" y="4929"/>
                    <a:pt x="16879" y="4989"/>
                    <a:pt x="16881" y="5017"/>
                  </a:cubicBezTo>
                  <a:cubicBezTo>
                    <a:pt x="16884" y="5074"/>
                    <a:pt x="16888" y="5189"/>
                    <a:pt x="16900" y="5242"/>
                  </a:cubicBezTo>
                  <a:cubicBezTo>
                    <a:pt x="16906" y="5267"/>
                    <a:pt x="16923" y="5316"/>
                    <a:pt x="16936" y="5332"/>
                  </a:cubicBezTo>
                  <a:cubicBezTo>
                    <a:pt x="16958" y="5359"/>
                    <a:pt x="17018" y="5360"/>
                    <a:pt x="17042" y="5380"/>
                  </a:cubicBezTo>
                  <a:cubicBezTo>
                    <a:pt x="17065" y="5400"/>
                    <a:pt x="17107" y="5453"/>
                    <a:pt x="17124" y="5485"/>
                  </a:cubicBezTo>
                  <a:cubicBezTo>
                    <a:pt x="17137" y="5513"/>
                    <a:pt x="17158" y="5576"/>
                    <a:pt x="17162" y="5610"/>
                  </a:cubicBezTo>
                  <a:cubicBezTo>
                    <a:pt x="17165" y="5633"/>
                    <a:pt x="17155" y="5683"/>
                    <a:pt x="17161" y="5705"/>
                  </a:cubicBezTo>
                  <a:cubicBezTo>
                    <a:pt x="17167" y="5730"/>
                    <a:pt x="17194" y="5767"/>
                    <a:pt x="17209" y="5778"/>
                  </a:cubicBezTo>
                  <a:cubicBezTo>
                    <a:pt x="17232" y="5795"/>
                    <a:pt x="17284" y="5782"/>
                    <a:pt x="17308" y="5788"/>
                  </a:cubicBezTo>
                  <a:cubicBezTo>
                    <a:pt x="17335" y="5797"/>
                    <a:pt x="17390" y="5819"/>
                    <a:pt x="17415" y="5840"/>
                  </a:cubicBezTo>
                  <a:cubicBezTo>
                    <a:pt x="17432" y="5854"/>
                    <a:pt x="17458" y="5909"/>
                    <a:pt x="17477" y="5918"/>
                  </a:cubicBezTo>
                  <a:cubicBezTo>
                    <a:pt x="17502" y="5932"/>
                    <a:pt x="17558" y="5924"/>
                    <a:pt x="17584" y="5910"/>
                  </a:cubicBezTo>
                  <a:cubicBezTo>
                    <a:pt x="17609" y="5896"/>
                    <a:pt x="17647" y="5825"/>
                    <a:pt x="17672" y="5813"/>
                  </a:cubicBezTo>
                  <a:cubicBezTo>
                    <a:pt x="17696" y="5802"/>
                    <a:pt x="17747" y="5800"/>
                    <a:pt x="17768" y="5819"/>
                  </a:cubicBezTo>
                  <a:cubicBezTo>
                    <a:pt x="17781" y="5830"/>
                    <a:pt x="17792" y="5881"/>
                    <a:pt x="17803" y="5894"/>
                  </a:cubicBezTo>
                  <a:cubicBezTo>
                    <a:pt x="17817" y="5909"/>
                    <a:pt x="17853" y="5931"/>
                    <a:pt x="17867" y="5918"/>
                  </a:cubicBezTo>
                  <a:cubicBezTo>
                    <a:pt x="17876" y="5911"/>
                    <a:pt x="17875" y="5870"/>
                    <a:pt x="17882" y="5857"/>
                  </a:cubicBezTo>
                  <a:cubicBezTo>
                    <a:pt x="17894" y="5830"/>
                    <a:pt x="17925" y="5780"/>
                    <a:pt x="17945" y="5772"/>
                  </a:cubicBezTo>
                  <a:cubicBezTo>
                    <a:pt x="17969" y="5763"/>
                    <a:pt x="18018" y="5819"/>
                    <a:pt x="18042" y="5807"/>
                  </a:cubicBezTo>
                  <a:cubicBezTo>
                    <a:pt x="18060" y="5799"/>
                    <a:pt x="18077" y="5728"/>
                    <a:pt x="18095" y="5721"/>
                  </a:cubicBezTo>
                  <a:cubicBezTo>
                    <a:pt x="18115" y="5714"/>
                    <a:pt x="18158" y="5739"/>
                    <a:pt x="18173" y="5762"/>
                  </a:cubicBezTo>
                  <a:cubicBezTo>
                    <a:pt x="18191" y="5789"/>
                    <a:pt x="18196" y="5878"/>
                    <a:pt x="18210" y="5910"/>
                  </a:cubicBezTo>
                  <a:cubicBezTo>
                    <a:pt x="18222" y="5938"/>
                    <a:pt x="18255" y="5982"/>
                    <a:pt x="18273" y="5997"/>
                  </a:cubicBezTo>
                  <a:cubicBezTo>
                    <a:pt x="18299" y="6018"/>
                    <a:pt x="18361" y="6019"/>
                    <a:pt x="18387" y="6040"/>
                  </a:cubicBezTo>
                  <a:cubicBezTo>
                    <a:pt x="18415" y="6063"/>
                    <a:pt x="18463" y="6134"/>
                    <a:pt x="18484" y="6173"/>
                  </a:cubicBezTo>
                  <a:cubicBezTo>
                    <a:pt x="18502" y="6206"/>
                    <a:pt x="18518" y="6300"/>
                    <a:pt x="18540" y="6325"/>
                  </a:cubicBezTo>
                  <a:cubicBezTo>
                    <a:pt x="18560" y="6345"/>
                    <a:pt x="18608" y="6336"/>
                    <a:pt x="18629" y="6346"/>
                  </a:cubicBezTo>
                  <a:cubicBezTo>
                    <a:pt x="18653" y="6357"/>
                    <a:pt x="18699" y="6387"/>
                    <a:pt x="18720" y="6408"/>
                  </a:cubicBezTo>
                  <a:cubicBezTo>
                    <a:pt x="18741" y="6430"/>
                    <a:pt x="18773" y="6495"/>
                    <a:pt x="18795" y="6514"/>
                  </a:cubicBezTo>
                  <a:cubicBezTo>
                    <a:pt x="18818" y="6534"/>
                    <a:pt x="18869" y="6556"/>
                    <a:pt x="18895" y="6560"/>
                  </a:cubicBezTo>
                  <a:cubicBezTo>
                    <a:pt x="18931" y="6565"/>
                    <a:pt x="19005" y="6531"/>
                    <a:pt x="19041" y="6536"/>
                  </a:cubicBezTo>
                  <a:cubicBezTo>
                    <a:pt x="19067" y="6539"/>
                    <a:pt x="19118" y="6564"/>
                    <a:pt x="19143" y="6579"/>
                  </a:cubicBezTo>
                  <a:cubicBezTo>
                    <a:pt x="19194" y="6609"/>
                    <a:pt x="19295" y="6682"/>
                    <a:pt x="19339" y="6735"/>
                  </a:cubicBezTo>
                  <a:cubicBezTo>
                    <a:pt x="19361" y="6761"/>
                    <a:pt x="19401" y="6824"/>
                    <a:pt x="19415" y="6863"/>
                  </a:cubicBezTo>
                  <a:cubicBezTo>
                    <a:pt x="19433" y="6916"/>
                    <a:pt x="19459" y="7040"/>
                    <a:pt x="19452" y="7101"/>
                  </a:cubicBezTo>
                  <a:cubicBezTo>
                    <a:pt x="19447" y="7150"/>
                    <a:pt x="19407" y="7234"/>
                    <a:pt x="19382" y="7263"/>
                  </a:cubicBezTo>
                  <a:cubicBezTo>
                    <a:pt x="19365" y="7283"/>
                    <a:pt x="19320" y="7282"/>
                    <a:pt x="19302" y="7301"/>
                  </a:cubicBezTo>
                  <a:cubicBezTo>
                    <a:pt x="19288" y="7316"/>
                    <a:pt x="19263" y="7358"/>
                    <a:pt x="19260" y="7384"/>
                  </a:cubicBezTo>
                  <a:cubicBezTo>
                    <a:pt x="19254" y="7424"/>
                    <a:pt x="19271" y="7503"/>
                    <a:pt x="19279" y="7541"/>
                  </a:cubicBezTo>
                  <a:cubicBezTo>
                    <a:pt x="19286" y="7581"/>
                    <a:pt x="19313" y="7651"/>
                    <a:pt x="19321" y="7690"/>
                  </a:cubicBezTo>
                  <a:cubicBezTo>
                    <a:pt x="19328" y="7722"/>
                    <a:pt x="19332" y="7791"/>
                    <a:pt x="19339" y="7823"/>
                  </a:cubicBezTo>
                  <a:cubicBezTo>
                    <a:pt x="19347" y="7862"/>
                    <a:pt x="19380" y="7929"/>
                    <a:pt x="19386" y="7969"/>
                  </a:cubicBezTo>
                  <a:cubicBezTo>
                    <a:pt x="19389" y="7991"/>
                    <a:pt x="19390" y="8040"/>
                    <a:pt x="19386" y="8061"/>
                  </a:cubicBezTo>
                  <a:cubicBezTo>
                    <a:pt x="19380" y="8088"/>
                    <a:pt x="19355" y="8129"/>
                    <a:pt x="19344" y="8150"/>
                  </a:cubicBezTo>
                  <a:cubicBezTo>
                    <a:pt x="19333" y="8171"/>
                    <a:pt x="19302" y="8202"/>
                    <a:pt x="19300" y="8229"/>
                  </a:cubicBezTo>
                  <a:cubicBezTo>
                    <a:pt x="19298" y="8254"/>
                    <a:pt x="19316" y="8306"/>
                    <a:pt x="19328" y="8323"/>
                  </a:cubicBezTo>
                  <a:cubicBezTo>
                    <a:pt x="19340" y="8342"/>
                    <a:pt x="19374" y="8361"/>
                    <a:pt x="19391" y="8361"/>
                  </a:cubicBezTo>
                  <a:cubicBezTo>
                    <a:pt x="19406" y="8361"/>
                    <a:pt x="19433" y="8324"/>
                    <a:pt x="19449" y="8326"/>
                  </a:cubicBezTo>
                  <a:cubicBezTo>
                    <a:pt x="19469" y="8328"/>
                    <a:pt x="19505" y="8364"/>
                    <a:pt x="19520" y="8385"/>
                  </a:cubicBezTo>
                  <a:cubicBezTo>
                    <a:pt x="19533" y="8404"/>
                    <a:pt x="19568" y="8451"/>
                    <a:pt x="19561" y="8478"/>
                  </a:cubicBezTo>
                  <a:cubicBezTo>
                    <a:pt x="19545" y="8537"/>
                    <a:pt x="19442" y="8487"/>
                    <a:pt x="19405" y="8507"/>
                  </a:cubicBezTo>
                  <a:cubicBezTo>
                    <a:pt x="19393" y="8514"/>
                    <a:pt x="19373" y="8544"/>
                    <a:pt x="19361" y="8550"/>
                  </a:cubicBezTo>
                  <a:cubicBezTo>
                    <a:pt x="19346" y="8560"/>
                    <a:pt x="19313" y="8570"/>
                    <a:pt x="19297" y="8567"/>
                  </a:cubicBezTo>
                  <a:cubicBezTo>
                    <a:pt x="19282" y="8564"/>
                    <a:pt x="19255" y="8534"/>
                    <a:pt x="19240" y="8529"/>
                  </a:cubicBezTo>
                  <a:cubicBezTo>
                    <a:pt x="19220" y="8522"/>
                    <a:pt x="19177" y="8538"/>
                    <a:pt x="19157" y="8529"/>
                  </a:cubicBezTo>
                  <a:cubicBezTo>
                    <a:pt x="19130" y="8516"/>
                    <a:pt x="19084" y="8455"/>
                    <a:pt x="19059" y="8432"/>
                  </a:cubicBezTo>
                  <a:cubicBezTo>
                    <a:pt x="19045" y="8418"/>
                    <a:pt x="19017" y="8385"/>
                    <a:pt x="19000" y="8380"/>
                  </a:cubicBezTo>
                  <a:cubicBezTo>
                    <a:pt x="18975" y="8373"/>
                    <a:pt x="18917" y="8377"/>
                    <a:pt x="18900" y="8410"/>
                  </a:cubicBezTo>
                  <a:cubicBezTo>
                    <a:pt x="18887" y="8434"/>
                    <a:pt x="18910" y="8514"/>
                    <a:pt x="18897" y="8537"/>
                  </a:cubicBezTo>
                  <a:cubicBezTo>
                    <a:pt x="18887" y="8553"/>
                    <a:pt x="18856" y="8551"/>
                    <a:pt x="18843" y="8542"/>
                  </a:cubicBezTo>
                  <a:cubicBezTo>
                    <a:pt x="18824" y="8529"/>
                    <a:pt x="18799" y="8466"/>
                    <a:pt x="18790" y="8434"/>
                  </a:cubicBezTo>
                  <a:cubicBezTo>
                    <a:pt x="18780" y="8402"/>
                    <a:pt x="18778" y="8328"/>
                    <a:pt x="18769" y="8296"/>
                  </a:cubicBezTo>
                  <a:cubicBezTo>
                    <a:pt x="18757" y="8255"/>
                    <a:pt x="18719" y="8187"/>
                    <a:pt x="18702" y="8150"/>
                  </a:cubicBezTo>
                  <a:cubicBezTo>
                    <a:pt x="18682" y="8105"/>
                    <a:pt x="18650" y="8003"/>
                    <a:pt x="18623" y="7969"/>
                  </a:cubicBezTo>
                  <a:cubicBezTo>
                    <a:pt x="18603" y="7943"/>
                    <a:pt x="18549" y="7929"/>
                    <a:pt x="18527" y="7907"/>
                  </a:cubicBezTo>
                  <a:cubicBezTo>
                    <a:pt x="18518" y="7897"/>
                    <a:pt x="18505" y="7864"/>
                    <a:pt x="18495" y="7855"/>
                  </a:cubicBezTo>
                  <a:cubicBezTo>
                    <a:pt x="18477" y="7840"/>
                    <a:pt x="18432" y="7843"/>
                    <a:pt x="18413" y="7831"/>
                  </a:cubicBezTo>
                  <a:cubicBezTo>
                    <a:pt x="18395" y="7821"/>
                    <a:pt x="18361" y="7795"/>
                    <a:pt x="18348" y="7774"/>
                  </a:cubicBezTo>
                  <a:cubicBezTo>
                    <a:pt x="18339" y="7761"/>
                    <a:pt x="18334" y="7716"/>
                    <a:pt x="18323" y="7707"/>
                  </a:cubicBezTo>
                  <a:cubicBezTo>
                    <a:pt x="18298" y="7683"/>
                    <a:pt x="18234" y="7732"/>
                    <a:pt x="18207" y="7715"/>
                  </a:cubicBezTo>
                  <a:cubicBezTo>
                    <a:pt x="18193" y="7705"/>
                    <a:pt x="18177" y="7659"/>
                    <a:pt x="18165" y="7644"/>
                  </a:cubicBezTo>
                  <a:cubicBezTo>
                    <a:pt x="18152" y="7628"/>
                    <a:pt x="18118" y="7614"/>
                    <a:pt x="18107" y="7596"/>
                  </a:cubicBezTo>
                  <a:cubicBezTo>
                    <a:pt x="18095" y="7577"/>
                    <a:pt x="18084" y="7522"/>
                    <a:pt x="18074" y="7501"/>
                  </a:cubicBezTo>
                  <a:cubicBezTo>
                    <a:pt x="18065" y="7483"/>
                    <a:pt x="18046" y="7443"/>
                    <a:pt x="18032" y="7436"/>
                  </a:cubicBezTo>
                  <a:cubicBezTo>
                    <a:pt x="18009" y="7426"/>
                    <a:pt x="17953" y="7441"/>
                    <a:pt x="17937" y="7471"/>
                  </a:cubicBezTo>
                  <a:cubicBezTo>
                    <a:pt x="17925" y="7490"/>
                    <a:pt x="17921" y="7551"/>
                    <a:pt x="17925" y="7577"/>
                  </a:cubicBezTo>
                  <a:cubicBezTo>
                    <a:pt x="17932" y="7614"/>
                    <a:pt x="17969" y="7665"/>
                    <a:pt x="17987" y="7690"/>
                  </a:cubicBezTo>
                  <a:cubicBezTo>
                    <a:pt x="18001" y="7712"/>
                    <a:pt x="18035" y="7744"/>
                    <a:pt x="18050" y="7766"/>
                  </a:cubicBezTo>
                  <a:cubicBezTo>
                    <a:pt x="18063" y="7786"/>
                    <a:pt x="18084" y="7838"/>
                    <a:pt x="18098" y="7855"/>
                  </a:cubicBezTo>
                  <a:cubicBezTo>
                    <a:pt x="18119" y="7879"/>
                    <a:pt x="18168" y="7900"/>
                    <a:pt x="18191" y="7918"/>
                  </a:cubicBezTo>
                  <a:cubicBezTo>
                    <a:pt x="18211" y="7934"/>
                    <a:pt x="18254" y="7961"/>
                    <a:pt x="18272" y="7986"/>
                  </a:cubicBezTo>
                  <a:cubicBezTo>
                    <a:pt x="18281" y="7998"/>
                    <a:pt x="18291" y="8038"/>
                    <a:pt x="18301" y="8050"/>
                  </a:cubicBezTo>
                  <a:cubicBezTo>
                    <a:pt x="18323" y="8076"/>
                    <a:pt x="18377" y="8095"/>
                    <a:pt x="18403" y="8101"/>
                  </a:cubicBezTo>
                  <a:cubicBezTo>
                    <a:pt x="18425" y="8107"/>
                    <a:pt x="18471" y="8088"/>
                    <a:pt x="18492" y="8101"/>
                  </a:cubicBezTo>
                  <a:cubicBezTo>
                    <a:pt x="18511" y="8114"/>
                    <a:pt x="18537" y="8167"/>
                    <a:pt x="18550" y="8190"/>
                  </a:cubicBezTo>
                  <a:cubicBezTo>
                    <a:pt x="18570" y="8227"/>
                    <a:pt x="18607" y="8306"/>
                    <a:pt x="18623" y="8348"/>
                  </a:cubicBezTo>
                  <a:cubicBezTo>
                    <a:pt x="18641" y="8393"/>
                    <a:pt x="18662" y="8497"/>
                    <a:pt x="18681" y="8540"/>
                  </a:cubicBezTo>
                  <a:cubicBezTo>
                    <a:pt x="18701" y="8583"/>
                    <a:pt x="18750" y="8656"/>
                    <a:pt x="18777" y="8685"/>
                  </a:cubicBezTo>
                  <a:cubicBezTo>
                    <a:pt x="18794" y="8704"/>
                    <a:pt x="18830" y="8732"/>
                    <a:pt x="18850" y="8737"/>
                  </a:cubicBezTo>
                  <a:cubicBezTo>
                    <a:pt x="18874" y="8743"/>
                    <a:pt x="18923" y="8724"/>
                    <a:pt x="18947" y="8715"/>
                  </a:cubicBezTo>
                  <a:cubicBezTo>
                    <a:pt x="18979" y="8704"/>
                    <a:pt x="19041" y="8652"/>
                    <a:pt x="19074" y="8656"/>
                  </a:cubicBezTo>
                  <a:cubicBezTo>
                    <a:pt x="19092" y="8658"/>
                    <a:pt x="19127" y="8693"/>
                    <a:pt x="19143" y="8710"/>
                  </a:cubicBezTo>
                  <a:cubicBezTo>
                    <a:pt x="19157" y="8725"/>
                    <a:pt x="19179" y="8767"/>
                    <a:pt x="19193" y="8780"/>
                  </a:cubicBezTo>
                  <a:cubicBezTo>
                    <a:pt x="19209" y="8796"/>
                    <a:pt x="19245" y="8831"/>
                    <a:pt x="19265" y="8826"/>
                  </a:cubicBezTo>
                  <a:cubicBezTo>
                    <a:pt x="19278" y="8823"/>
                    <a:pt x="19295" y="8783"/>
                    <a:pt x="19307" y="8772"/>
                  </a:cubicBezTo>
                  <a:cubicBezTo>
                    <a:pt x="19328" y="8753"/>
                    <a:pt x="19373" y="8721"/>
                    <a:pt x="19397" y="8718"/>
                  </a:cubicBezTo>
                  <a:cubicBezTo>
                    <a:pt x="19424" y="8715"/>
                    <a:pt x="19484" y="8727"/>
                    <a:pt x="19504" y="8757"/>
                  </a:cubicBezTo>
                  <a:cubicBezTo>
                    <a:pt x="19513" y="8770"/>
                    <a:pt x="19524" y="8814"/>
                    <a:pt x="19522" y="8835"/>
                  </a:cubicBezTo>
                  <a:cubicBezTo>
                    <a:pt x="19519" y="8862"/>
                    <a:pt x="19493" y="8902"/>
                    <a:pt x="19480" y="8918"/>
                  </a:cubicBezTo>
                  <a:cubicBezTo>
                    <a:pt x="19465" y="8937"/>
                    <a:pt x="19427" y="8949"/>
                    <a:pt x="19415" y="8972"/>
                  </a:cubicBezTo>
                  <a:cubicBezTo>
                    <a:pt x="19402" y="9000"/>
                    <a:pt x="19389" y="9074"/>
                    <a:pt x="19394" y="9108"/>
                  </a:cubicBezTo>
                  <a:cubicBezTo>
                    <a:pt x="19398" y="9136"/>
                    <a:pt x="19427" y="9178"/>
                    <a:pt x="19443" y="9192"/>
                  </a:cubicBezTo>
                  <a:cubicBezTo>
                    <a:pt x="19456" y="9205"/>
                    <a:pt x="19488" y="9219"/>
                    <a:pt x="19504" y="9213"/>
                  </a:cubicBezTo>
                  <a:cubicBezTo>
                    <a:pt x="19520" y="9208"/>
                    <a:pt x="19552" y="9174"/>
                    <a:pt x="19559" y="9149"/>
                  </a:cubicBezTo>
                  <a:cubicBezTo>
                    <a:pt x="19568" y="9117"/>
                    <a:pt x="19536" y="9033"/>
                    <a:pt x="19551" y="9010"/>
                  </a:cubicBezTo>
                  <a:cubicBezTo>
                    <a:pt x="19564" y="8991"/>
                    <a:pt x="19605" y="9021"/>
                    <a:pt x="19619" y="9038"/>
                  </a:cubicBezTo>
                  <a:cubicBezTo>
                    <a:pt x="19639" y="9060"/>
                    <a:pt x="19661" y="9136"/>
                    <a:pt x="19674" y="9170"/>
                  </a:cubicBezTo>
                  <a:cubicBezTo>
                    <a:pt x="19694" y="9218"/>
                    <a:pt x="19732" y="9315"/>
                    <a:pt x="19750" y="9365"/>
                  </a:cubicBezTo>
                  <a:cubicBezTo>
                    <a:pt x="19771" y="9422"/>
                    <a:pt x="19819" y="9535"/>
                    <a:pt x="19826" y="9600"/>
                  </a:cubicBezTo>
                  <a:cubicBezTo>
                    <a:pt x="19835" y="9671"/>
                    <a:pt x="19811" y="9815"/>
                    <a:pt x="19809" y="9887"/>
                  </a:cubicBezTo>
                  <a:cubicBezTo>
                    <a:pt x="19807" y="9936"/>
                    <a:pt x="19819" y="10037"/>
                    <a:pt x="19810" y="10085"/>
                  </a:cubicBezTo>
                  <a:cubicBezTo>
                    <a:pt x="19804" y="10116"/>
                    <a:pt x="19782" y="10178"/>
                    <a:pt x="19763" y="10190"/>
                  </a:cubicBezTo>
                  <a:cubicBezTo>
                    <a:pt x="19748" y="10199"/>
                    <a:pt x="19713" y="10180"/>
                    <a:pt x="19698" y="10165"/>
                  </a:cubicBezTo>
                  <a:cubicBezTo>
                    <a:pt x="19679" y="10146"/>
                    <a:pt x="19656" y="10074"/>
                    <a:pt x="19638" y="10049"/>
                  </a:cubicBezTo>
                  <a:cubicBezTo>
                    <a:pt x="19622" y="10026"/>
                    <a:pt x="19584" y="9985"/>
                    <a:pt x="19562" y="9976"/>
                  </a:cubicBezTo>
                  <a:cubicBezTo>
                    <a:pt x="19542" y="9968"/>
                    <a:pt x="19498" y="9994"/>
                    <a:pt x="19478" y="9981"/>
                  </a:cubicBezTo>
                  <a:cubicBezTo>
                    <a:pt x="19462" y="9970"/>
                    <a:pt x="19443" y="9916"/>
                    <a:pt x="19430" y="9898"/>
                  </a:cubicBezTo>
                  <a:cubicBezTo>
                    <a:pt x="19413" y="9874"/>
                    <a:pt x="19376" y="9808"/>
                    <a:pt x="19355" y="9819"/>
                  </a:cubicBezTo>
                  <a:cubicBezTo>
                    <a:pt x="19338" y="9829"/>
                    <a:pt x="19338" y="9902"/>
                    <a:pt x="19329" y="9927"/>
                  </a:cubicBezTo>
                  <a:cubicBezTo>
                    <a:pt x="19319" y="9959"/>
                    <a:pt x="19278" y="10008"/>
                    <a:pt x="19279" y="10044"/>
                  </a:cubicBezTo>
                  <a:cubicBezTo>
                    <a:pt x="19279" y="10074"/>
                    <a:pt x="19309" y="10122"/>
                    <a:pt x="19324" y="10138"/>
                  </a:cubicBezTo>
                  <a:cubicBezTo>
                    <a:pt x="19344" y="10160"/>
                    <a:pt x="19396" y="10159"/>
                    <a:pt x="19416" y="10179"/>
                  </a:cubicBezTo>
                  <a:cubicBezTo>
                    <a:pt x="19431" y="10194"/>
                    <a:pt x="19451" y="10241"/>
                    <a:pt x="19462" y="10263"/>
                  </a:cubicBezTo>
                  <a:cubicBezTo>
                    <a:pt x="19479" y="10299"/>
                    <a:pt x="19505" y="10386"/>
                    <a:pt x="19527" y="10414"/>
                  </a:cubicBezTo>
                  <a:cubicBezTo>
                    <a:pt x="19540" y="10431"/>
                    <a:pt x="19574" y="10437"/>
                    <a:pt x="19588" y="10452"/>
                  </a:cubicBezTo>
                  <a:cubicBezTo>
                    <a:pt x="19602" y="10468"/>
                    <a:pt x="19636" y="10507"/>
                    <a:pt x="19635" y="10536"/>
                  </a:cubicBezTo>
                  <a:cubicBezTo>
                    <a:pt x="19634" y="10562"/>
                    <a:pt x="19604" y="10595"/>
                    <a:pt x="19590" y="10604"/>
                  </a:cubicBezTo>
                  <a:cubicBezTo>
                    <a:pt x="19562" y="10622"/>
                    <a:pt x="19497" y="10583"/>
                    <a:pt x="19470" y="10604"/>
                  </a:cubicBezTo>
                  <a:cubicBezTo>
                    <a:pt x="19455" y="10615"/>
                    <a:pt x="19439" y="10669"/>
                    <a:pt x="19426" y="10688"/>
                  </a:cubicBezTo>
                  <a:cubicBezTo>
                    <a:pt x="19412" y="10709"/>
                    <a:pt x="19380" y="10746"/>
                    <a:pt x="19363" y="10760"/>
                  </a:cubicBezTo>
                  <a:cubicBezTo>
                    <a:pt x="19344" y="10777"/>
                    <a:pt x="19292" y="10778"/>
                    <a:pt x="19281" y="10809"/>
                  </a:cubicBezTo>
                  <a:cubicBezTo>
                    <a:pt x="19272" y="10835"/>
                    <a:pt x="19283" y="10900"/>
                    <a:pt x="19292" y="10925"/>
                  </a:cubicBezTo>
                  <a:cubicBezTo>
                    <a:pt x="19301" y="10950"/>
                    <a:pt x="19330" y="10986"/>
                    <a:pt x="19347" y="10993"/>
                  </a:cubicBezTo>
                  <a:cubicBezTo>
                    <a:pt x="19365" y="11001"/>
                    <a:pt x="19404" y="10993"/>
                    <a:pt x="19421" y="10979"/>
                  </a:cubicBezTo>
                  <a:cubicBezTo>
                    <a:pt x="19440" y="10964"/>
                    <a:pt x="19464" y="10902"/>
                    <a:pt x="19480" y="10880"/>
                  </a:cubicBezTo>
                  <a:cubicBezTo>
                    <a:pt x="19491" y="10864"/>
                    <a:pt x="19514" y="10823"/>
                    <a:pt x="19528" y="10826"/>
                  </a:cubicBezTo>
                  <a:cubicBezTo>
                    <a:pt x="19547" y="10829"/>
                    <a:pt x="19572" y="10889"/>
                    <a:pt x="19580" y="10918"/>
                  </a:cubicBezTo>
                  <a:cubicBezTo>
                    <a:pt x="19591" y="10952"/>
                    <a:pt x="19598" y="11032"/>
                    <a:pt x="19596" y="11072"/>
                  </a:cubicBezTo>
                  <a:cubicBezTo>
                    <a:pt x="19595" y="11095"/>
                    <a:pt x="19575" y="11138"/>
                    <a:pt x="19579" y="11161"/>
                  </a:cubicBezTo>
                  <a:cubicBezTo>
                    <a:pt x="19583" y="11192"/>
                    <a:pt x="19616" y="11250"/>
                    <a:pt x="19635" y="11248"/>
                  </a:cubicBezTo>
                  <a:cubicBezTo>
                    <a:pt x="19656" y="11245"/>
                    <a:pt x="19668" y="11157"/>
                    <a:pt x="19687" y="11144"/>
                  </a:cubicBezTo>
                  <a:cubicBezTo>
                    <a:pt x="19702" y="11135"/>
                    <a:pt x="19736" y="11143"/>
                    <a:pt x="19749" y="11158"/>
                  </a:cubicBezTo>
                  <a:cubicBezTo>
                    <a:pt x="19764" y="11175"/>
                    <a:pt x="19768" y="11250"/>
                    <a:pt x="19784" y="11264"/>
                  </a:cubicBezTo>
                  <a:cubicBezTo>
                    <a:pt x="19810" y="11284"/>
                    <a:pt x="19870" y="11215"/>
                    <a:pt x="19897" y="11231"/>
                  </a:cubicBezTo>
                  <a:cubicBezTo>
                    <a:pt x="19920" y="11245"/>
                    <a:pt x="19947" y="11319"/>
                    <a:pt x="19959" y="11353"/>
                  </a:cubicBezTo>
                  <a:cubicBezTo>
                    <a:pt x="19972" y="11387"/>
                    <a:pt x="19990" y="11463"/>
                    <a:pt x="19996" y="11502"/>
                  </a:cubicBezTo>
                  <a:cubicBezTo>
                    <a:pt x="20006" y="11568"/>
                    <a:pt x="20009" y="11704"/>
                    <a:pt x="20009" y="11772"/>
                  </a:cubicBezTo>
                  <a:cubicBezTo>
                    <a:pt x="20009" y="11831"/>
                    <a:pt x="20019" y="11960"/>
                    <a:pt x="19998" y="12007"/>
                  </a:cubicBezTo>
                  <a:cubicBezTo>
                    <a:pt x="19987" y="12034"/>
                    <a:pt x="19946" y="12051"/>
                    <a:pt x="19927" y="12054"/>
                  </a:cubicBezTo>
                  <a:cubicBezTo>
                    <a:pt x="19912" y="12056"/>
                    <a:pt x="19884" y="12031"/>
                    <a:pt x="19870" y="12037"/>
                  </a:cubicBezTo>
                  <a:cubicBezTo>
                    <a:pt x="19849" y="12046"/>
                    <a:pt x="19815" y="12098"/>
                    <a:pt x="19805" y="12130"/>
                  </a:cubicBezTo>
                  <a:cubicBezTo>
                    <a:pt x="19795" y="12162"/>
                    <a:pt x="19806" y="12243"/>
                    <a:pt x="19796" y="12275"/>
                  </a:cubicBezTo>
                  <a:cubicBezTo>
                    <a:pt x="19784" y="12312"/>
                    <a:pt x="19745" y="12372"/>
                    <a:pt x="19721" y="12381"/>
                  </a:cubicBezTo>
                  <a:cubicBezTo>
                    <a:pt x="19704" y="12387"/>
                    <a:pt x="19669" y="12364"/>
                    <a:pt x="19654" y="12349"/>
                  </a:cubicBezTo>
                  <a:cubicBezTo>
                    <a:pt x="19641" y="12334"/>
                    <a:pt x="19622" y="12288"/>
                    <a:pt x="19614" y="12264"/>
                  </a:cubicBezTo>
                  <a:cubicBezTo>
                    <a:pt x="19607" y="12242"/>
                    <a:pt x="19602" y="12189"/>
                    <a:pt x="19593" y="12167"/>
                  </a:cubicBezTo>
                  <a:cubicBezTo>
                    <a:pt x="19579" y="12133"/>
                    <a:pt x="19542" y="12075"/>
                    <a:pt x="19520" y="12056"/>
                  </a:cubicBezTo>
                  <a:cubicBezTo>
                    <a:pt x="19501" y="12040"/>
                    <a:pt x="19456" y="12041"/>
                    <a:pt x="19436" y="12026"/>
                  </a:cubicBezTo>
                  <a:cubicBezTo>
                    <a:pt x="19413" y="12010"/>
                    <a:pt x="19370" y="11963"/>
                    <a:pt x="19352" y="11935"/>
                  </a:cubicBezTo>
                  <a:cubicBezTo>
                    <a:pt x="19338" y="11913"/>
                    <a:pt x="19323" y="11847"/>
                    <a:pt x="19305" y="11837"/>
                  </a:cubicBezTo>
                  <a:cubicBezTo>
                    <a:pt x="19281" y="11823"/>
                    <a:pt x="19231" y="11886"/>
                    <a:pt x="19206" y="11875"/>
                  </a:cubicBezTo>
                  <a:cubicBezTo>
                    <a:pt x="19182" y="11864"/>
                    <a:pt x="19155" y="11780"/>
                    <a:pt x="19133" y="11761"/>
                  </a:cubicBezTo>
                  <a:cubicBezTo>
                    <a:pt x="19118" y="11749"/>
                    <a:pt x="19083" y="11755"/>
                    <a:pt x="19068" y="11742"/>
                  </a:cubicBezTo>
                  <a:cubicBezTo>
                    <a:pt x="19050" y="11727"/>
                    <a:pt x="19020" y="11675"/>
                    <a:pt x="19008" y="11645"/>
                  </a:cubicBezTo>
                  <a:cubicBezTo>
                    <a:pt x="19000" y="11623"/>
                    <a:pt x="18988" y="11571"/>
                    <a:pt x="18988" y="11545"/>
                  </a:cubicBezTo>
                  <a:cubicBezTo>
                    <a:pt x="18988" y="11515"/>
                    <a:pt x="19015" y="11461"/>
                    <a:pt x="19012" y="11431"/>
                  </a:cubicBezTo>
                  <a:cubicBezTo>
                    <a:pt x="19009" y="11408"/>
                    <a:pt x="18982" y="11379"/>
                    <a:pt x="18974" y="11359"/>
                  </a:cubicBezTo>
                  <a:cubicBezTo>
                    <a:pt x="18962" y="11323"/>
                    <a:pt x="18960" y="11227"/>
                    <a:pt x="18940" y="11201"/>
                  </a:cubicBezTo>
                  <a:cubicBezTo>
                    <a:pt x="18913" y="11165"/>
                    <a:pt x="18835" y="11174"/>
                    <a:pt x="18800" y="11180"/>
                  </a:cubicBezTo>
                  <a:cubicBezTo>
                    <a:pt x="18777" y="11183"/>
                    <a:pt x="18732" y="11203"/>
                    <a:pt x="18712" y="11223"/>
                  </a:cubicBezTo>
                  <a:cubicBezTo>
                    <a:pt x="18689" y="11246"/>
                    <a:pt x="18655" y="11319"/>
                    <a:pt x="18638" y="11353"/>
                  </a:cubicBezTo>
                  <a:cubicBezTo>
                    <a:pt x="18628" y="11371"/>
                    <a:pt x="18614" y="11419"/>
                    <a:pt x="18600" y="11428"/>
                  </a:cubicBezTo>
                  <a:cubicBezTo>
                    <a:pt x="18583" y="11441"/>
                    <a:pt x="18541" y="11401"/>
                    <a:pt x="18523" y="11413"/>
                  </a:cubicBezTo>
                  <a:cubicBezTo>
                    <a:pt x="18509" y="11421"/>
                    <a:pt x="18486" y="11464"/>
                    <a:pt x="18486" y="11489"/>
                  </a:cubicBezTo>
                  <a:cubicBezTo>
                    <a:pt x="18485" y="11514"/>
                    <a:pt x="18509" y="11559"/>
                    <a:pt x="18523" y="11569"/>
                  </a:cubicBezTo>
                  <a:cubicBezTo>
                    <a:pt x="18535" y="11579"/>
                    <a:pt x="18563" y="11558"/>
                    <a:pt x="18576" y="11564"/>
                  </a:cubicBezTo>
                  <a:cubicBezTo>
                    <a:pt x="18592" y="11571"/>
                    <a:pt x="18615" y="11615"/>
                    <a:pt x="18629" y="11626"/>
                  </a:cubicBezTo>
                  <a:cubicBezTo>
                    <a:pt x="18647" y="11640"/>
                    <a:pt x="18686" y="11661"/>
                    <a:pt x="18706" y="11659"/>
                  </a:cubicBezTo>
                  <a:cubicBezTo>
                    <a:pt x="18718" y="11657"/>
                    <a:pt x="18744" y="11639"/>
                    <a:pt x="18753" y="11623"/>
                  </a:cubicBezTo>
                  <a:cubicBezTo>
                    <a:pt x="18767" y="11600"/>
                    <a:pt x="18777" y="11534"/>
                    <a:pt x="18785" y="11504"/>
                  </a:cubicBezTo>
                  <a:cubicBezTo>
                    <a:pt x="18791" y="11482"/>
                    <a:pt x="18796" y="11419"/>
                    <a:pt x="18811" y="11415"/>
                  </a:cubicBezTo>
                  <a:cubicBezTo>
                    <a:pt x="18830" y="11410"/>
                    <a:pt x="18854" y="11482"/>
                    <a:pt x="18865" y="11510"/>
                  </a:cubicBezTo>
                  <a:cubicBezTo>
                    <a:pt x="18879" y="11549"/>
                    <a:pt x="18891" y="11640"/>
                    <a:pt x="18905" y="11680"/>
                  </a:cubicBezTo>
                  <a:cubicBezTo>
                    <a:pt x="18915" y="11707"/>
                    <a:pt x="18943" y="11752"/>
                    <a:pt x="18952" y="11780"/>
                  </a:cubicBezTo>
                  <a:cubicBezTo>
                    <a:pt x="18960" y="11807"/>
                    <a:pt x="18974" y="11864"/>
                    <a:pt x="18973" y="11894"/>
                  </a:cubicBezTo>
                  <a:cubicBezTo>
                    <a:pt x="18971" y="11920"/>
                    <a:pt x="18948" y="11961"/>
                    <a:pt x="18945" y="11986"/>
                  </a:cubicBezTo>
                  <a:cubicBezTo>
                    <a:pt x="18942" y="12015"/>
                    <a:pt x="18947" y="12076"/>
                    <a:pt x="18952" y="12105"/>
                  </a:cubicBezTo>
                  <a:cubicBezTo>
                    <a:pt x="18957" y="12139"/>
                    <a:pt x="18970" y="12212"/>
                    <a:pt x="18988" y="12232"/>
                  </a:cubicBezTo>
                  <a:cubicBezTo>
                    <a:pt x="19008" y="12256"/>
                    <a:pt x="19064" y="12257"/>
                    <a:pt x="19088" y="12246"/>
                  </a:cubicBezTo>
                  <a:cubicBezTo>
                    <a:pt x="19111" y="12235"/>
                    <a:pt x="19143" y="12153"/>
                    <a:pt x="19167" y="12151"/>
                  </a:cubicBezTo>
                  <a:cubicBezTo>
                    <a:pt x="19185" y="12149"/>
                    <a:pt x="19215" y="12195"/>
                    <a:pt x="19230" y="12211"/>
                  </a:cubicBezTo>
                  <a:cubicBezTo>
                    <a:pt x="19263" y="12241"/>
                    <a:pt x="19325" y="12310"/>
                    <a:pt x="19358" y="12337"/>
                  </a:cubicBezTo>
                  <a:cubicBezTo>
                    <a:pt x="19384" y="12359"/>
                    <a:pt x="19440" y="12387"/>
                    <a:pt x="19465" y="12411"/>
                  </a:cubicBezTo>
                  <a:cubicBezTo>
                    <a:pt x="19482" y="12427"/>
                    <a:pt x="19517" y="12463"/>
                    <a:pt x="19528" y="12489"/>
                  </a:cubicBezTo>
                  <a:cubicBezTo>
                    <a:pt x="19548" y="12533"/>
                    <a:pt x="19558" y="12645"/>
                    <a:pt x="19572" y="12694"/>
                  </a:cubicBezTo>
                  <a:cubicBezTo>
                    <a:pt x="19586" y="12744"/>
                    <a:pt x="19612" y="12862"/>
                    <a:pt x="19643" y="12879"/>
                  </a:cubicBezTo>
                  <a:cubicBezTo>
                    <a:pt x="19654" y="12884"/>
                    <a:pt x="19676" y="12864"/>
                    <a:pt x="19684" y="12852"/>
                  </a:cubicBezTo>
                  <a:cubicBezTo>
                    <a:pt x="19696" y="12832"/>
                    <a:pt x="19696" y="12762"/>
                    <a:pt x="19710" y="12746"/>
                  </a:cubicBezTo>
                  <a:cubicBezTo>
                    <a:pt x="19721" y="12733"/>
                    <a:pt x="19761" y="12746"/>
                    <a:pt x="19766" y="12746"/>
                  </a:cubicBezTo>
                  <a:cubicBezTo>
                    <a:pt x="19771" y="12746"/>
                    <a:pt x="19809" y="12694"/>
                    <a:pt x="19820" y="12673"/>
                  </a:cubicBezTo>
                  <a:cubicBezTo>
                    <a:pt x="19836" y="12643"/>
                    <a:pt x="19855" y="12560"/>
                    <a:pt x="19877" y="12544"/>
                  </a:cubicBezTo>
                  <a:cubicBezTo>
                    <a:pt x="19895" y="12529"/>
                    <a:pt x="19937" y="12564"/>
                    <a:pt x="19955" y="12551"/>
                  </a:cubicBezTo>
                  <a:cubicBezTo>
                    <a:pt x="19967" y="12543"/>
                    <a:pt x="19986" y="12507"/>
                    <a:pt x="19988" y="12487"/>
                  </a:cubicBezTo>
                  <a:cubicBezTo>
                    <a:pt x="19992" y="12447"/>
                    <a:pt x="19950" y="12380"/>
                    <a:pt x="19953" y="12340"/>
                  </a:cubicBezTo>
                  <a:cubicBezTo>
                    <a:pt x="19954" y="12322"/>
                    <a:pt x="19967" y="12288"/>
                    <a:pt x="19977" y="12278"/>
                  </a:cubicBezTo>
                  <a:cubicBezTo>
                    <a:pt x="19992" y="12263"/>
                    <a:pt x="20031" y="12279"/>
                    <a:pt x="20047" y="12264"/>
                  </a:cubicBezTo>
                  <a:cubicBezTo>
                    <a:pt x="20063" y="12249"/>
                    <a:pt x="20077" y="12174"/>
                    <a:pt x="20095" y="12164"/>
                  </a:cubicBezTo>
                  <a:cubicBezTo>
                    <a:pt x="20116" y="12155"/>
                    <a:pt x="20156" y="12196"/>
                    <a:pt x="20176" y="12207"/>
                  </a:cubicBezTo>
                  <a:cubicBezTo>
                    <a:pt x="20205" y="12225"/>
                    <a:pt x="20262" y="12274"/>
                    <a:pt x="20293" y="12284"/>
                  </a:cubicBezTo>
                  <a:cubicBezTo>
                    <a:pt x="20332" y="12296"/>
                    <a:pt x="20414" y="12279"/>
                    <a:pt x="20455" y="12284"/>
                  </a:cubicBezTo>
                  <a:cubicBezTo>
                    <a:pt x="20487" y="12287"/>
                    <a:pt x="20552" y="12318"/>
                    <a:pt x="20584" y="12310"/>
                  </a:cubicBezTo>
                  <a:cubicBezTo>
                    <a:pt x="20611" y="12305"/>
                    <a:pt x="20663" y="12268"/>
                    <a:pt x="20684" y="12240"/>
                  </a:cubicBezTo>
                  <a:cubicBezTo>
                    <a:pt x="20700" y="12219"/>
                    <a:pt x="20718" y="12155"/>
                    <a:pt x="20733" y="12132"/>
                  </a:cubicBezTo>
                  <a:cubicBezTo>
                    <a:pt x="20750" y="12106"/>
                    <a:pt x="20791" y="12066"/>
                    <a:pt x="20814" y="12056"/>
                  </a:cubicBezTo>
                  <a:cubicBezTo>
                    <a:pt x="20832" y="12049"/>
                    <a:pt x="20872" y="12048"/>
                    <a:pt x="20888" y="12061"/>
                  </a:cubicBezTo>
                  <a:cubicBezTo>
                    <a:pt x="20917" y="12086"/>
                    <a:pt x="20953" y="12179"/>
                    <a:pt x="20970" y="12224"/>
                  </a:cubicBezTo>
                  <a:cubicBezTo>
                    <a:pt x="20998" y="12302"/>
                    <a:pt x="21035" y="12476"/>
                    <a:pt x="21057" y="12559"/>
                  </a:cubicBezTo>
                  <a:cubicBezTo>
                    <a:pt x="21077" y="12635"/>
                    <a:pt x="21113" y="12790"/>
                    <a:pt x="21138" y="12862"/>
                  </a:cubicBezTo>
                  <a:cubicBezTo>
                    <a:pt x="21166" y="12943"/>
                    <a:pt x="21237" y="13088"/>
                    <a:pt x="21267" y="13165"/>
                  </a:cubicBezTo>
                  <a:cubicBezTo>
                    <a:pt x="21302" y="13251"/>
                    <a:pt x="21362" y="13433"/>
                    <a:pt x="21397" y="13517"/>
                  </a:cubicBezTo>
                  <a:cubicBezTo>
                    <a:pt x="21430" y="13595"/>
                    <a:pt x="21512" y="13731"/>
                    <a:pt x="21540" y="13814"/>
                  </a:cubicBezTo>
                  <a:cubicBezTo>
                    <a:pt x="21558" y="13871"/>
                    <a:pt x="21573" y="13999"/>
                    <a:pt x="21588" y="14058"/>
                  </a:cubicBezTo>
                  <a:cubicBezTo>
                    <a:pt x="21591" y="14071"/>
                    <a:pt x="21596" y="14087"/>
                    <a:pt x="21600" y="14103"/>
                  </a:cubicBezTo>
                  <a:lnTo>
                    <a:pt x="19196" y="15134"/>
                  </a:lnTo>
                  <a:cubicBezTo>
                    <a:pt x="19196" y="15134"/>
                    <a:pt x="17641" y="15789"/>
                    <a:pt x="17122" y="16003"/>
                  </a:cubicBezTo>
                  <a:cubicBezTo>
                    <a:pt x="16678" y="16186"/>
                    <a:pt x="15789" y="16546"/>
                    <a:pt x="15344" y="16725"/>
                  </a:cubicBezTo>
                  <a:cubicBezTo>
                    <a:pt x="14938" y="16889"/>
                    <a:pt x="14128" y="17220"/>
                    <a:pt x="13721" y="17374"/>
                  </a:cubicBezTo>
                  <a:cubicBezTo>
                    <a:pt x="13432" y="17484"/>
                    <a:pt x="12850" y="17679"/>
                    <a:pt x="12560" y="17788"/>
                  </a:cubicBezTo>
                  <a:cubicBezTo>
                    <a:pt x="12297" y="17887"/>
                    <a:pt x="11774" y="18105"/>
                    <a:pt x="11511" y="18202"/>
                  </a:cubicBezTo>
                  <a:cubicBezTo>
                    <a:pt x="11223" y="18309"/>
                    <a:pt x="10644" y="18501"/>
                    <a:pt x="10355" y="18600"/>
                  </a:cubicBezTo>
                  <a:cubicBezTo>
                    <a:pt x="10066" y="18698"/>
                    <a:pt x="9489" y="18904"/>
                    <a:pt x="9198" y="18989"/>
                  </a:cubicBezTo>
                  <a:cubicBezTo>
                    <a:pt x="9039" y="19036"/>
                    <a:pt x="8717" y="19105"/>
                    <a:pt x="8557" y="19152"/>
                  </a:cubicBezTo>
                  <a:cubicBezTo>
                    <a:pt x="8440" y="19185"/>
                    <a:pt x="8208" y="19271"/>
                    <a:pt x="8091" y="19305"/>
                  </a:cubicBezTo>
                  <a:cubicBezTo>
                    <a:pt x="7794" y="19393"/>
                    <a:pt x="7197" y="19528"/>
                    <a:pt x="6901" y="19614"/>
                  </a:cubicBezTo>
                  <a:cubicBezTo>
                    <a:pt x="6692" y="19674"/>
                    <a:pt x="6280" y="19841"/>
                    <a:pt x="6070" y="19882"/>
                  </a:cubicBezTo>
                  <a:cubicBezTo>
                    <a:pt x="5985" y="19899"/>
                    <a:pt x="5815" y="19906"/>
                    <a:pt x="5729" y="19906"/>
                  </a:cubicBezTo>
                  <a:cubicBezTo>
                    <a:pt x="5693" y="19906"/>
                    <a:pt x="5615" y="19931"/>
                    <a:pt x="5584" y="19898"/>
                  </a:cubicBezTo>
                  <a:cubicBezTo>
                    <a:pt x="5584" y="19897"/>
                    <a:pt x="5583" y="19897"/>
                    <a:pt x="5583" y="1989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29" name="Shape 4811"/>
            <p:cNvSpPr/>
            <p:nvPr/>
          </p:nvSpPr>
          <p:spPr>
            <a:xfrm>
              <a:off x="8100131" y="2508279"/>
              <a:ext cx="1579653" cy="945638"/>
            </a:xfrm>
            <a:custGeom>
              <a:avLst/>
              <a:gdLst/>
              <a:ahLst/>
              <a:cxnLst>
                <a:cxn ang="0">
                  <a:pos x="wd2" y="hd2"/>
                </a:cxn>
                <a:cxn ang="5400000">
                  <a:pos x="wd2" y="hd2"/>
                </a:cxn>
                <a:cxn ang="10800000">
                  <a:pos x="wd2" y="hd2"/>
                </a:cxn>
                <a:cxn ang="16200000">
                  <a:pos x="wd2" y="hd2"/>
                </a:cxn>
              </a:cxnLst>
              <a:rect l="0" t="0" r="r" b="b"/>
              <a:pathLst>
                <a:path w="21600" h="21600" extrusionOk="0">
                  <a:moveTo>
                    <a:pt x="5583" y="19897"/>
                  </a:moveTo>
                  <a:cubicBezTo>
                    <a:pt x="5567" y="19880"/>
                    <a:pt x="5543" y="19861"/>
                    <a:pt x="5527" y="19845"/>
                  </a:cubicBezTo>
                  <a:cubicBezTo>
                    <a:pt x="5507" y="19826"/>
                    <a:pt x="5480" y="19832"/>
                    <a:pt x="5457" y="19840"/>
                  </a:cubicBezTo>
                  <a:cubicBezTo>
                    <a:pt x="5415" y="19852"/>
                    <a:pt x="5332" y="19891"/>
                    <a:pt x="5291" y="19908"/>
                  </a:cubicBezTo>
                  <a:cubicBezTo>
                    <a:pt x="5243" y="19928"/>
                    <a:pt x="5152" y="19931"/>
                    <a:pt x="5103" y="19938"/>
                  </a:cubicBezTo>
                  <a:cubicBezTo>
                    <a:pt x="5066" y="19945"/>
                    <a:pt x="4989" y="19923"/>
                    <a:pt x="4952" y="19938"/>
                  </a:cubicBezTo>
                  <a:cubicBezTo>
                    <a:pt x="4921" y="19953"/>
                    <a:pt x="4865" y="20009"/>
                    <a:pt x="4841" y="20044"/>
                  </a:cubicBezTo>
                  <a:cubicBezTo>
                    <a:pt x="4821" y="20073"/>
                    <a:pt x="4799" y="20160"/>
                    <a:pt x="4777" y="20182"/>
                  </a:cubicBezTo>
                  <a:cubicBezTo>
                    <a:pt x="4726" y="20236"/>
                    <a:pt x="4599" y="20243"/>
                    <a:pt x="4539" y="20263"/>
                  </a:cubicBezTo>
                  <a:cubicBezTo>
                    <a:pt x="4155" y="20394"/>
                    <a:pt x="3386" y="20664"/>
                    <a:pt x="3000" y="20783"/>
                  </a:cubicBezTo>
                  <a:cubicBezTo>
                    <a:pt x="2553" y="20920"/>
                    <a:pt x="1207" y="21286"/>
                    <a:pt x="1207" y="21286"/>
                  </a:cubicBezTo>
                  <a:lnTo>
                    <a:pt x="0" y="21600"/>
                  </a:lnTo>
                  <a:cubicBezTo>
                    <a:pt x="13" y="21569"/>
                    <a:pt x="26" y="21540"/>
                    <a:pt x="36" y="21521"/>
                  </a:cubicBezTo>
                  <a:cubicBezTo>
                    <a:pt x="67" y="21469"/>
                    <a:pt x="131" y="21368"/>
                    <a:pt x="167" y="21326"/>
                  </a:cubicBezTo>
                  <a:cubicBezTo>
                    <a:pt x="195" y="21293"/>
                    <a:pt x="260" y="21253"/>
                    <a:pt x="289" y="21221"/>
                  </a:cubicBezTo>
                  <a:cubicBezTo>
                    <a:pt x="320" y="21186"/>
                    <a:pt x="370" y="21084"/>
                    <a:pt x="405" y="21059"/>
                  </a:cubicBezTo>
                  <a:cubicBezTo>
                    <a:pt x="444" y="21031"/>
                    <a:pt x="529" y="21037"/>
                    <a:pt x="571" y="21026"/>
                  </a:cubicBezTo>
                  <a:cubicBezTo>
                    <a:pt x="597" y="21018"/>
                    <a:pt x="650" y="21007"/>
                    <a:pt x="673" y="20985"/>
                  </a:cubicBezTo>
                  <a:cubicBezTo>
                    <a:pt x="707" y="20953"/>
                    <a:pt x="753" y="20839"/>
                    <a:pt x="784" y="20799"/>
                  </a:cubicBezTo>
                  <a:cubicBezTo>
                    <a:pt x="815" y="20758"/>
                    <a:pt x="885" y="20693"/>
                    <a:pt x="920" y="20661"/>
                  </a:cubicBezTo>
                  <a:cubicBezTo>
                    <a:pt x="968" y="20617"/>
                    <a:pt x="1066" y="20540"/>
                    <a:pt x="1115" y="20499"/>
                  </a:cubicBezTo>
                  <a:cubicBezTo>
                    <a:pt x="1142" y="20475"/>
                    <a:pt x="1196" y="20412"/>
                    <a:pt x="1226" y="20399"/>
                  </a:cubicBezTo>
                  <a:cubicBezTo>
                    <a:pt x="1252" y="20387"/>
                    <a:pt x="1309" y="20411"/>
                    <a:pt x="1333" y="20393"/>
                  </a:cubicBezTo>
                  <a:cubicBezTo>
                    <a:pt x="1354" y="20378"/>
                    <a:pt x="1387" y="20320"/>
                    <a:pt x="1395" y="20285"/>
                  </a:cubicBezTo>
                  <a:cubicBezTo>
                    <a:pt x="1405" y="20241"/>
                    <a:pt x="1386" y="20146"/>
                    <a:pt x="1392" y="20101"/>
                  </a:cubicBezTo>
                  <a:cubicBezTo>
                    <a:pt x="1395" y="20071"/>
                    <a:pt x="1418" y="20021"/>
                    <a:pt x="1424" y="19993"/>
                  </a:cubicBezTo>
                  <a:cubicBezTo>
                    <a:pt x="1432" y="19954"/>
                    <a:pt x="1443" y="19872"/>
                    <a:pt x="1447" y="19830"/>
                  </a:cubicBezTo>
                  <a:cubicBezTo>
                    <a:pt x="1449" y="19797"/>
                    <a:pt x="1439" y="19724"/>
                    <a:pt x="1450" y="19695"/>
                  </a:cubicBezTo>
                  <a:cubicBezTo>
                    <a:pt x="1466" y="19652"/>
                    <a:pt x="1527" y="19605"/>
                    <a:pt x="1557" y="19598"/>
                  </a:cubicBezTo>
                  <a:cubicBezTo>
                    <a:pt x="1574" y="19594"/>
                    <a:pt x="1607" y="19625"/>
                    <a:pt x="1625" y="19625"/>
                  </a:cubicBezTo>
                  <a:cubicBezTo>
                    <a:pt x="1645" y="19625"/>
                    <a:pt x="1685" y="19607"/>
                    <a:pt x="1702" y="19593"/>
                  </a:cubicBezTo>
                  <a:cubicBezTo>
                    <a:pt x="1732" y="19569"/>
                    <a:pt x="1778" y="19488"/>
                    <a:pt x="1806" y="19463"/>
                  </a:cubicBezTo>
                  <a:cubicBezTo>
                    <a:pt x="1831" y="19440"/>
                    <a:pt x="1888" y="19419"/>
                    <a:pt x="1913" y="19398"/>
                  </a:cubicBezTo>
                  <a:cubicBezTo>
                    <a:pt x="1938" y="19377"/>
                    <a:pt x="1988" y="19332"/>
                    <a:pt x="2004" y="19295"/>
                  </a:cubicBezTo>
                  <a:cubicBezTo>
                    <a:pt x="2015" y="19268"/>
                    <a:pt x="2021" y="19198"/>
                    <a:pt x="2023" y="19165"/>
                  </a:cubicBezTo>
                  <a:cubicBezTo>
                    <a:pt x="2027" y="19114"/>
                    <a:pt x="2028" y="19010"/>
                    <a:pt x="2023" y="18960"/>
                  </a:cubicBezTo>
                  <a:cubicBezTo>
                    <a:pt x="2018" y="18906"/>
                    <a:pt x="1973" y="18806"/>
                    <a:pt x="1981" y="18754"/>
                  </a:cubicBezTo>
                  <a:cubicBezTo>
                    <a:pt x="1986" y="18718"/>
                    <a:pt x="2033" y="18686"/>
                    <a:pt x="2046" y="18657"/>
                  </a:cubicBezTo>
                  <a:cubicBezTo>
                    <a:pt x="2064" y="18617"/>
                    <a:pt x="2072" y="18504"/>
                    <a:pt x="2098" y="18478"/>
                  </a:cubicBezTo>
                  <a:cubicBezTo>
                    <a:pt x="2124" y="18451"/>
                    <a:pt x="2195" y="18506"/>
                    <a:pt x="2221" y="18478"/>
                  </a:cubicBezTo>
                  <a:cubicBezTo>
                    <a:pt x="2243" y="18454"/>
                    <a:pt x="2252" y="18353"/>
                    <a:pt x="2266" y="18316"/>
                  </a:cubicBezTo>
                  <a:cubicBezTo>
                    <a:pt x="2280" y="18278"/>
                    <a:pt x="2323" y="18221"/>
                    <a:pt x="2334" y="18181"/>
                  </a:cubicBezTo>
                  <a:cubicBezTo>
                    <a:pt x="2345" y="18138"/>
                    <a:pt x="2348" y="18043"/>
                    <a:pt x="2347" y="17997"/>
                  </a:cubicBezTo>
                  <a:cubicBezTo>
                    <a:pt x="2345" y="17952"/>
                    <a:pt x="2322" y="17868"/>
                    <a:pt x="2324" y="17823"/>
                  </a:cubicBezTo>
                  <a:cubicBezTo>
                    <a:pt x="2326" y="17786"/>
                    <a:pt x="2342" y="17711"/>
                    <a:pt x="2357" y="17683"/>
                  </a:cubicBezTo>
                  <a:cubicBezTo>
                    <a:pt x="2377" y="17644"/>
                    <a:pt x="2442" y="17617"/>
                    <a:pt x="2466" y="17585"/>
                  </a:cubicBezTo>
                  <a:cubicBezTo>
                    <a:pt x="2506" y="17536"/>
                    <a:pt x="2570" y="17414"/>
                    <a:pt x="2603" y="17353"/>
                  </a:cubicBezTo>
                  <a:cubicBezTo>
                    <a:pt x="2630" y="17302"/>
                    <a:pt x="2676" y="17188"/>
                    <a:pt x="2707" y="17142"/>
                  </a:cubicBezTo>
                  <a:cubicBezTo>
                    <a:pt x="2745" y="17082"/>
                    <a:pt x="2838" y="16993"/>
                    <a:pt x="2882" y="16942"/>
                  </a:cubicBezTo>
                  <a:cubicBezTo>
                    <a:pt x="2920" y="16896"/>
                    <a:pt x="2992" y="16790"/>
                    <a:pt x="3034" y="16752"/>
                  </a:cubicBezTo>
                  <a:cubicBezTo>
                    <a:pt x="3069" y="16719"/>
                    <a:pt x="3152" y="16693"/>
                    <a:pt x="3186" y="16654"/>
                  </a:cubicBezTo>
                  <a:cubicBezTo>
                    <a:pt x="3211" y="16626"/>
                    <a:pt x="3267" y="16503"/>
                    <a:pt x="3267" y="16503"/>
                  </a:cubicBezTo>
                  <a:lnTo>
                    <a:pt x="4038" y="14832"/>
                  </a:lnTo>
                  <a:lnTo>
                    <a:pt x="4038" y="14692"/>
                  </a:lnTo>
                  <a:cubicBezTo>
                    <a:pt x="4066" y="14665"/>
                    <a:pt x="4102" y="14625"/>
                    <a:pt x="4125" y="14631"/>
                  </a:cubicBezTo>
                  <a:cubicBezTo>
                    <a:pt x="4143" y="14636"/>
                    <a:pt x="4170" y="14686"/>
                    <a:pt x="4180" y="14712"/>
                  </a:cubicBezTo>
                  <a:cubicBezTo>
                    <a:pt x="4191" y="14742"/>
                    <a:pt x="4201" y="14808"/>
                    <a:pt x="4203" y="14843"/>
                  </a:cubicBezTo>
                  <a:cubicBezTo>
                    <a:pt x="4204" y="14871"/>
                    <a:pt x="4203" y="14933"/>
                    <a:pt x="4193" y="14956"/>
                  </a:cubicBezTo>
                  <a:cubicBezTo>
                    <a:pt x="4178" y="14991"/>
                    <a:pt x="4112" y="14994"/>
                    <a:pt x="4099" y="15031"/>
                  </a:cubicBezTo>
                  <a:cubicBezTo>
                    <a:pt x="4091" y="15054"/>
                    <a:pt x="4095" y="15112"/>
                    <a:pt x="4102" y="15134"/>
                  </a:cubicBezTo>
                  <a:cubicBezTo>
                    <a:pt x="4111" y="15160"/>
                    <a:pt x="4144" y="15189"/>
                    <a:pt x="4160" y="15200"/>
                  </a:cubicBezTo>
                  <a:cubicBezTo>
                    <a:pt x="4188" y="15218"/>
                    <a:pt x="4254" y="15201"/>
                    <a:pt x="4277" y="15232"/>
                  </a:cubicBezTo>
                  <a:cubicBezTo>
                    <a:pt x="4297" y="15258"/>
                    <a:pt x="4312" y="15347"/>
                    <a:pt x="4316" y="15389"/>
                  </a:cubicBezTo>
                  <a:cubicBezTo>
                    <a:pt x="4321" y="15437"/>
                    <a:pt x="4299" y="15539"/>
                    <a:pt x="4310" y="15584"/>
                  </a:cubicBezTo>
                  <a:cubicBezTo>
                    <a:pt x="4318" y="15620"/>
                    <a:pt x="4359" y="15669"/>
                    <a:pt x="4377" y="15692"/>
                  </a:cubicBezTo>
                  <a:cubicBezTo>
                    <a:pt x="4403" y="15723"/>
                    <a:pt x="4462" y="15764"/>
                    <a:pt x="4488" y="15795"/>
                  </a:cubicBezTo>
                  <a:cubicBezTo>
                    <a:pt x="4512" y="15825"/>
                    <a:pt x="4556" y="15900"/>
                    <a:pt x="4578" y="15935"/>
                  </a:cubicBezTo>
                  <a:cubicBezTo>
                    <a:pt x="4594" y="15960"/>
                    <a:pt x="4619" y="16029"/>
                    <a:pt x="4640" y="16038"/>
                  </a:cubicBezTo>
                  <a:cubicBezTo>
                    <a:pt x="4676" y="16053"/>
                    <a:pt x="4745" y="15967"/>
                    <a:pt x="4782" y="15968"/>
                  </a:cubicBezTo>
                  <a:cubicBezTo>
                    <a:pt x="4817" y="15968"/>
                    <a:pt x="4883" y="16004"/>
                    <a:pt x="4912" y="16033"/>
                  </a:cubicBezTo>
                  <a:cubicBezTo>
                    <a:pt x="4945" y="16065"/>
                    <a:pt x="4995" y="16161"/>
                    <a:pt x="5022" y="16206"/>
                  </a:cubicBezTo>
                  <a:cubicBezTo>
                    <a:pt x="5045" y="16244"/>
                    <a:pt x="5080" y="16341"/>
                    <a:pt x="5109" y="16363"/>
                  </a:cubicBezTo>
                  <a:cubicBezTo>
                    <a:pt x="5134" y="16380"/>
                    <a:pt x="5190" y="16374"/>
                    <a:pt x="5216" y="16363"/>
                  </a:cubicBezTo>
                  <a:cubicBezTo>
                    <a:pt x="5244" y="16351"/>
                    <a:pt x="5289" y="16284"/>
                    <a:pt x="5317" y="16271"/>
                  </a:cubicBezTo>
                  <a:cubicBezTo>
                    <a:pt x="5345" y="16258"/>
                    <a:pt x="5408" y="16282"/>
                    <a:pt x="5434" y="16260"/>
                  </a:cubicBezTo>
                  <a:cubicBezTo>
                    <a:pt x="5453" y="16243"/>
                    <a:pt x="5474" y="16173"/>
                    <a:pt x="5488" y="16146"/>
                  </a:cubicBezTo>
                  <a:cubicBezTo>
                    <a:pt x="5503" y="16121"/>
                    <a:pt x="5537" y="16081"/>
                    <a:pt x="5550" y="16054"/>
                  </a:cubicBezTo>
                  <a:cubicBezTo>
                    <a:pt x="5566" y="16023"/>
                    <a:pt x="5583" y="15939"/>
                    <a:pt x="5602" y="15914"/>
                  </a:cubicBezTo>
                  <a:cubicBezTo>
                    <a:pt x="5611" y="15901"/>
                    <a:pt x="5637" y="15898"/>
                    <a:pt x="5647" y="15887"/>
                  </a:cubicBezTo>
                  <a:cubicBezTo>
                    <a:pt x="5660" y="15871"/>
                    <a:pt x="5677" y="15823"/>
                    <a:pt x="5689" y="15806"/>
                  </a:cubicBezTo>
                  <a:cubicBezTo>
                    <a:pt x="5699" y="15790"/>
                    <a:pt x="5725" y="15772"/>
                    <a:pt x="5735" y="15757"/>
                  </a:cubicBezTo>
                  <a:cubicBezTo>
                    <a:pt x="5746" y="15741"/>
                    <a:pt x="5763" y="15702"/>
                    <a:pt x="5770" y="15680"/>
                  </a:cubicBezTo>
                  <a:cubicBezTo>
                    <a:pt x="5787" y="15630"/>
                    <a:pt x="5801" y="15510"/>
                    <a:pt x="5819" y="15459"/>
                  </a:cubicBezTo>
                  <a:cubicBezTo>
                    <a:pt x="5833" y="15419"/>
                    <a:pt x="5893" y="15318"/>
                    <a:pt x="5893" y="15318"/>
                  </a:cubicBezTo>
                  <a:lnTo>
                    <a:pt x="6341" y="15767"/>
                  </a:lnTo>
                  <a:lnTo>
                    <a:pt x="6868" y="15178"/>
                  </a:lnTo>
                  <a:lnTo>
                    <a:pt x="7059" y="15178"/>
                  </a:lnTo>
                  <a:lnTo>
                    <a:pt x="7289" y="14751"/>
                  </a:lnTo>
                  <a:lnTo>
                    <a:pt x="7202" y="14642"/>
                  </a:lnTo>
                  <a:lnTo>
                    <a:pt x="7202" y="14296"/>
                  </a:lnTo>
                  <a:lnTo>
                    <a:pt x="7286" y="14296"/>
                  </a:lnTo>
                  <a:lnTo>
                    <a:pt x="7513" y="14529"/>
                  </a:lnTo>
                  <a:lnTo>
                    <a:pt x="8031" y="13723"/>
                  </a:lnTo>
                  <a:cubicBezTo>
                    <a:pt x="8031" y="13723"/>
                    <a:pt x="8164" y="13675"/>
                    <a:pt x="8192" y="13723"/>
                  </a:cubicBezTo>
                  <a:cubicBezTo>
                    <a:pt x="8221" y="13770"/>
                    <a:pt x="8164" y="13943"/>
                    <a:pt x="8192" y="13990"/>
                  </a:cubicBezTo>
                  <a:cubicBezTo>
                    <a:pt x="8207" y="14015"/>
                    <a:pt x="8275" y="13990"/>
                    <a:pt x="8275" y="13990"/>
                  </a:cubicBezTo>
                  <a:lnTo>
                    <a:pt x="8692" y="13295"/>
                  </a:lnTo>
                  <a:cubicBezTo>
                    <a:pt x="8692" y="13295"/>
                    <a:pt x="8728" y="13176"/>
                    <a:pt x="8714" y="13144"/>
                  </a:cubicBezTo>
                  <a:cubicBezTo>
                    <a:pt x="8703" y="13117"/>
                    <a:pt x="8656" y="13134"/>
                    <a:pt x="8636" y="13133"/>
                  </a:cubicBezTo>
                  <a:cubicBezTo>
                    <a:pt x="8622" y="13132"/>
                    <a:pt x="8589" y="13149"/>
                    <a:pt x="8578" y="13133"/>
                  </a:cubicBezTo>
                  <a:cubicBezTo>
                    <a:pt x="8561" y="13108"/>
                    <a:pt x="8562" y="13018"/>
                    <a:pt x="8568" y="12982"/>
                  </a:cubicBezTo>
                  <a:cubicBezTo>
                    <a:pt x="8576" y="12942"/>
                    <a:pt x="8614" y="12883"/>
                    <a:pt x="8634" y="12857"/>
                  </a:cubicBezTo>
                  <a:cubicBezTo>
                    <a:pt x="8650" y="12835"/>
                    <a:pt x="8690" y="12807"/>
                    <a:pt x="8708" y="12787"/>
                  </a:cubicBezTo>
                  <a:cubicBezTo>
                    <a:pt x="8726" y="12764"/>
                    <a:pt x="8763" y="12716"/>
                    <a:pt x="8776" y="12684"/>
                  </a:cubicBezTo>
                  <a:cubicBezTo>
                    <a:pt x="8789" y="12649"/>
                    <a:pt x="8815" y="12565"/>
                    <a:pt x="8805" y="12527"/>
                  </a:cubicBezTo>
                  <a:cubicBezTo>
                    <a:pt x="8796" y="12492"/>
                    <a:pt x="8746" y="12467"/>
                    <a:pt x="8724" y="12457"/>
                  </a:cubicBezTo>
                  <a:cubicBezTo>
                    <a:pt x="8705" y="12447"/>
                    <a:pt x="8663" y="12460"/>
                    <a:pt x="8646" y="12445"/>
                  </a:cubicBezTo>
                  <a:cubicBezTo>
                    <a:pt x="8628" y="12431"/>
                    <a:pt x="8602" y="12372"/>
                    <a:pt x="8591" y="12343"/>
                  </a:cubicBezTo>
                  <a:cubicBezTo>
                    <a:pt x="8579" y="12310"/>
                    <a:pt x="8558" y="12236"/>
                    <a:pt x="8559" y="12196"/>
                  </a:cubicBezTo>
                  <a:cubicBezTo>
                    <a:pt x="8560" y="12160"/>
                    <a:pt x="8587" y="12095"/>
                    <a:pt x="8598" y="12061"/>
                  </a:cubicBezTo>
                  <a:cubicBezTo>
                    <a:pt x="8605" y="12040"/>
                    <a:pt x="8623" y="11999"/>
                    <a:pt x="8627" y="11975"/>
                  </a:cubicBezTo>
                  <a:cubicBezTo>
                    <a:pt x="8631" y="11945"/>
                    <a:pt x="8627" y="11881"/>
                    <a:pt x="8627" y="11850"/>
                  </a:cubicBezTo>
                  <a:cubicBezTo>
                    <a:pt x="8626" y="11821"/>
                    <a:pt x="8614" y="11757"/>
                    <a:pt x="8623" y="11732"/>
                  </a:cubicBezTo>
                  <a:cubicBezTo>
                    <a:pt x="8630" y="11713"/>
                    <a:pt x="8662" y="11711"/>
                    <a:pt x="8669" y="11694"/>
                  </a:cubicBezTo>
                  <a:cubicBezTo>
                    <a:pt x="8680" y="11669"/>
                    <a:pt x="8677" y="11605"/>
                    <a:pt x="8679" y="11575"/>
                  </a:cubicBezTo>
                  <a:cubicBezTo>
                    <a:pt x="8680" y="11542"/>
                    <a:pt x="8672" y="11475"/>
                    <a:pt x="8679" y="11445"/>
                  </a:cubicBezTo>
                  <a:cubicBezTo>
                    <a:pt x="8683" y="11428"/>
                    <a:pt x="8703" y="11407"/>
                    <a:pt x="8708" y="11391"/>
                  </a:cubicBezTo>
                  <a:cubicBezTo>
                    <a:pt x="8716" y="11364"/>
                    <a:pt x="8715" y="11299"/>
                    <a:pt x="8724" y="11272"/>
                  </a:cubicBezTo>
                  <a:cubicBezTo>
                    <a:pt x="8731" y="11249"/>
                    <a:pt x="8761" y="11220"/>
                    <a:pt x="8766" y="11196"/>
                  </a:cubicBezTo>
                  <a:cubicBezTo>
                    <a:pt x="8772" y="11169"/>
                    <a:pt x="8762" y="11110"/>
                    <a:pt x="8766" y="11083"/>
                  </a:cubicBezTo>
                  <a:cubicBezTo>
                    <a:pt x="8771" y="11051"/>
                    <a:pt x="8789" y="10993"/>
                    <a:pt x="8802" y="10969"/>
                  </a:cubicBezTo>
                  <a:cubicBezTo>
                    <a:pt x="8815" y="10943"/>
                    <a:pt x="8853" y="10913"/>
                    <a:pt x="8866" y="10888"/>
                  </a:cubicBezTo>
                  <a:cubicBezTo>
                    <a:pt x="8893" y="10841"/>
                    <a:pt x="8927" y="10725"/>
                    <a:pt x="8947" y="10671"/>
                  </a:cubicBezTo>
                  <a:cubicBezTo>
                    <a:pt x="8973" y="10604"/>
                    <a:pt x="9025" y="10471"/>
                    <a:pt x="9048" y="10401"/>
                  </a:cubicBezTo>
                  <a:cubicBezTo>
                    <a:pt x="9065" y="10348"/>
                    <a:pt x="9095" y="10239"/>
                    <a:pt x="9108" y="10184"/>
                  </a:cubicBezTo>
                  <a:cubicBezTo>
                    <a:pt x="9122" y="10130"/>
                    <a:pt x="9147" y="10021"/>
                    <a:pt x="9157" y="9965"/>
                  </a:cubicBezTo>
                  <a:cubicBezTo>
                    <a:pt x="9166" y="9920"/>
                    <a:pt x="9178" y="9825"/>
                    <a:pt x="9186" y="9779"/>
                  </a:cubicBezTo>
                  <a:cubicBezTo>
                    <a:pt x="9196" y="9723"/>
                    <a:pt x="9223" y="9617"/>
                    <a:pt x="9230" y="9560"/>
                  </a:cubicBezTo>
                  <a:cubicBezTo>
                    <a:pt x="9234" y="9526"/>
                    <a:pt x="9242" y="9454"/>
                    <a:pt x="9234" y="9422"/>
                  </a:cubicBezTo>
                  <a:cubicBezTo>
                    <a:pt x="9228" y="9390"/>
                    <a:pt x="9182" y="9354"/>
                    <a:pt x="9182" y="9321"/>
                  </a:cubicBezTo>
                  <a:cubicBezTo>
                    <a:pt x="9182" y="9291"/>
                    <a:pt x="9220" y="9260"/>
                    <a:pt x="9228" y="9235"/>
                  </a:cubicBezTo>
                  <a:cubicBezTo>
                    <a:pt x="9234" y="9215"/>
                    <a:pt x="9239" y="9168"/>
                    <a:pt x="9240" y="9146"/>
                  </a:cubicBezTo>
                  <a:cubicBezTo>
                    <a:pt x="9240" y="9103"/>
                    <a:pt x="9223" y="9018"/>
                    <a:pt x="9223" y="8975"/>
                  </a:cubicBezTo>
                  <a:cubicBezTo>
                    <a:pt x="9223" y="8954"/>
                    <a:pt x="9225" y="8910"/>
                    <a:pt x="9230" y="8890"/>
                  </a:cubicBezTo>
                  <a:cubicBezTo>
                    <a:pt x="9244" y="8836"/>
                    <a:pt x="9293" y="8750"/>
                    <a:pt x="9317" y="8708"/>
                  </a:cubicBezTo>
                  <a:cubicBezTo>
                    <a:pt x="9343" y="8661"/>
                    <a:pt x="9403" y="8579"/>
                    <a:pt x="9429" y="8533"/>
                  </a:cubicBezTo>
                  <a:cubicBezTo>
                    <a:pt x="9448" y="8501"/>
                    <a:pt x="9492" y="8439"/>
                    <a:pt x="9500" y="8395"/>
                  </a:cubicBezTo>
                  <a:cubicBezTo>
                    <a:pt x="9507" y="8355"/>
                    <a:pt x="9501" y="8263"/>
                    <a:pt x="9485" y="8233"/>
                  </a:cubicBezTo>
                  <a:cubicBezTo>
                    <a:pt x="9471" y="8207"/>
                    <a:pt x="9416" y="8229"/>
                    <a:pt x="9405" y="8200"/>
                  </a:cubicBezTo>
                  <a:cubicBezTo>
                    <a:pt x="9394" y="8173"/>
                    <a:pt x="9406" y="8097"/>
                    <a:pt x="9417" y="8071"/>
                  </a:cubicBezTo>
                  <a:cubicBezTo>
                    <a:pt x="9431" y="8036"/>
                    <a:pt x="9490" y="8021"/>
                    <a:pt x="9502" y="7986"/>
                  </a:cubicBezTo>
                  <a:cubicBezTo>
                    <a:pt x="9510" y="7962"/>
                    <a:pt x="9498" y="7905"/>
                    <a:pt x="9502" y="7880"/>
                  </a:cubicBezTo>
                  <a:cubicBezTo>
                    <a:pt x="9505" y="7856"/>
                    <a:pt x="9518" y="7810"/>
                    <a:pt x="9529" y="7794"/>
                  </a:cubicBezTo>
                  <a:cubicBezTo>
                    <a:pt x="9541" y="7778"/>
                    <a:pt x="9579" y="7786"/>
                    <a:pt x="9590" y="7766"/>
                  </a:cubicBezTo>
                  <a:cubicBezTo>
                    <a:pt x="9610" y="7725"/>
                    <a:pt x="9599" y="7608"/>
                    <a:pt x="9599" y="7555"/>
                  </a:cubicBezTo>
                  <a:cubicBezTo>
                    <a:pt x="9600" y="7525"/>
                    <a:pt x="9590" y="7462"/>
                    <a:pt x="9597" y="7433"/>
                  </a:cubicBezTo>
                  <a:cubicBezTo>
                    <a:pt x="9605" y="7398"/>
                    <a:pt x="9652" y="7360"/>
                    <a:pt x="9658" y="7324"/>
                  </a:cubicBezTo>
                  <a:cubicBezTo>
                    <a:pt x="9663" y="7287"/>
                    <a:pt x="9642" y="7213"/>
                    <a:pt x="9633" y="7178"/>
                  </a:cubicBezTo>
                  <a:cubicBezTo>
                    <a:pt x="9623" y="7132"/>
                    <a:pt x="9585" y="7052"/>
                    <a:pt x="9582" y="7004"/>
                  </a:cubicBezTo>
                  <a:cubicBezTo>
                    <a:pt x="9581" y="6977"/>
                    <a:pt x="9587" y="6922"/>
                    <a:pt x="9597" y="6902"/>
                  </a:cubicBezTo>
                  <a:cubicBezTo>
                    <a:pt x="9608" y="6878"/>
                    <a:pt x="9652" y="6875"/>
                    <a:pt x="9660" y="6849"/>
                  </a:cubicBezTo>
                  <a:cubicBezTo>
                    <a:pt x="9669" y="6820"/>
                    <a:pt x="9656" y="6751"/>
                    <a:pt x="9650" y="6719"/>
                  </a:cubicBezTo>
                  <a:cubicBezTo>
                    <a:pt x="9644" y="6685"/>
                    <a:pt x="9614" y="6625"/>
                    <a:pt x="9614" y="6589"/>
                  </a:cubicBezTo>
                  <a:cubicBezTo>
                    <a:pt x="9614" y="6560"/>
                    <a:pt x="9640" y="6512"/>
                    <a:pt x="9643" y="6484"/>
                  </a:cubicBezTo>
                  <a:cubicBezTo>
                    <a:pt x="9646" y="6452"/>
                    <a:pt x="9636" y="6354"/>
                    <a:pt x="9636" y="6354"/>
                  </a:cubicBezTo>
                  <a:lnTo>
                    <a:pt x="9966" y="6484"/>
                  </a:lnTo>
                  <a:lnTo>
                    <a:pt x="10204" y="6995"/>
                  </a:lnTo>
                  <a:lnTo>
                    <a:pt x="10710" y="7057"/>
                  </a:lnTo>
                  <a:cubicBezTo>
                    <a:pt x="10710" y="7057"/>
                    <a:pt x="10735" y="6959"/>
                    <a:pt x="10745" y="6928"/>
                  </a:cubicBezTo>
                  <a:cubicBezTo>
                    <a:pt x="10758" y="6883"/>
                    <a:pt x="10791" y="6799"/>
                    <a:pt x="10803" y="6754"/>
                  </a:cubicBezTo>
                  <a:cubicBezTo>
                    <a:pt x="10811" y="6727"/>
                    <a:pt x="10819" y="6667"/>
                    <a:pt x="10829" y="6640"/>
                  </a:cubicBezTo>
                  <a:cubicBezTo>
                    <a:pt x="10841" y="6612"/>
                    <a:pt x="10879" y="6576"/>
                    <a:pt x="10888" y="6543"/>
                  </a:cubicBezTo>
                  <a:cubicBezTo>
                    <a:pt x="10900" y="6491"/>
                    <a:pt x="10884" y="6373"/>
                    <a:pt x="10884" y="6316"/>
                  </a:cubicBezTo>
                  <a:cubicBezTo>
                    <a:pt x="10884" y="6290"/>
                    <a:pt x="10882" y="6238"/>
                    <a:pt x="10888" y="6214"/>
                  </a:cubicBezTo>
                  <a:cubicBezTo>
                    <a:pt x="10893" y="6184"/>
                    <a:pt x="10923" y="6140"/>
                    <a:pt x="10930" y="6111"/>
                  </a:cubicBezTo>
                  <a:cubicBezTo>
                    <a:pt x="10939" y="6061"/>
                    <a:pt x="10936" y="5953"/>
                    <a:pt x="10936" y="5900"/>
                  </a:cubicBezTo>
                  <a:cubicBezTo>
                    <a:pt x="10936" y="5858"/>
                    <a:pt x="10926" y="5773"/>
                    <a:pt x="10930" y="5732"/>
                  </a:cubicBezTo>
                  <a:cubicBezTo>
                    <a:pt x="10934" y="5679"/>
                    <a:pt x="10958" y="5580"/>
                    <a:pt x="10972" y="5532"/>
                  </a:cubicBezTo>
                  <a:cubicBezTo>
                    <a:pt x="10980" y="5502"/>
                    <a:pt x="10995" y="5438"/>
                    <a:pt x="11011" y="5418"/>
                  </a:cubicBezTo>
                  <a:cubicBezTo>
                    <a:pt x="11025" y="5400"/>
                    <a:pt x="11069" y="5413"/>
                    <a:pt x="11082" y="5391"/>
                  </a:cubicBezTo>
                  <a:cubicBezTo>
                    <a:pt x="11097" y="5363"/>
                    <a:pt x="11100" y="5277"/>
                    <a:pt x="11094" y="5240"/>
                  </a:cubicBezTo>
                  <a:cubicBezTo>
                    <a:pt x="11088" y="5195"/>
                    <a:pt x="11038" y="5137"/>
                    <a:pt x="11030" y="5094"/>
                  </a:cubicBezTo>
                  <a:cubicBezTo>
                    <a:pt x="11023" y="5056"/>
                    <a:pt x="11030" y="4975"/>
                    <a:pt x="11036" y="4937"/>
                  </a:cubicBezTo>
                  <a:cubicBezTo>
                    <a:pt x="11042" y="4904"/>
                    <a:pt x="11067" y="4849"/>
                    <a:pt x="11072" y="4817"/>
                  </a:cubicBezTo>
                  <a:cubicBezTo>
                    <a:pt x="11080" y="4770"/>
                    <a:pt x="11066" y="4659"/>
                    <a:pt x="11082" y="4617"/>
                  </a:cubicBezTo>
                  <a:cubicBezTo>
                    <a:pt x="11090" y="4597"/>
                    <a:pt x="11126" y="4590"/>
                    <a:pt x="11134" y="4569"/>
                  </a:cubicBezTo>
                  <a:cubicBezTo>
                    <a:pt x="11150" y="4529"/>
                    <a:pt x="11138" y="4425"/>
                    <a:pt x="11147" y="4379"/>
                  </a:cubicBezTo>
                  <a:cubicBezTo>
                    <a:pt x="11156" y="4328"/>
                    <a:pt x="11205" y="4190"/>
                    <a:pt x="11205" y="4190"/>
                  </a:cubicBezTo>
                  <a:lnTo>
                    <a:pt x="11596" y="4601"/>
                  </a:lnTo>
                  <a:lnTo>
                    <a:pt x="11717" y="3741"/>
                  </a:lnTo>
                  <a:cubicBezTo>
                    <a:pt x="11717" y="3741"/>
                    <a:pt x="11755" y="3691"/>
                    <a:pt x="11763" y="3668"/>
                  </a:cubicBezTo>
                  <a:cubicBezTo>
                    <a:pt x="11778" y="3628"/>
                    <a:pt x="11780" y="3529"/>
                    <a:pt x="11795" y="3489"/>
                  </a:cubicBezTo>
                  <a:cubicBezTo>
                    <a:pt x="11806" y="3461"/>
                    <a:pt x="11834" y="3390"/>
                    <a:pt x="11853" y="3397"/>
                  </a:cubicBezTo>
                  <a:cubicBezTo>
                    <a:pt x="11869" y="3401"/>
                    <a:pt x="11872" y="3471"/>
                    <a:pt x="11880" y="3494"/>
                  </a:cubicBezTo>
                  <a:cubicBezTo>
                    <a:pt x="11888" y="3515"/>
                    <a:pt x="11901" y="3575"/>
                    <a:pt x="11916" y="3575"/>
                  </a:cubicBezTo>
                  <a:cubicBezTo>
                    <a:pt x="11941" y="3574"/>
                    <a:pt x="11960" y="3473"/>
                    <a:pt x="11973" y="3437"/>
                  </a:cubicBezTo>
                  <a:cubicBezTo>
                    <a:pt x="11982" y="3407"/>
                    <a:pt x="11999" y="3344"/>
                    <a:pt x="12007" y="3311"/>
                  </a:cubicBezTo>
                  <a:cubicBezTo>
                    <a:pt x="12016" y="3270"/>
                    <a:pt x="12018" y="3174"/>
                    <a:pt x="12036" y="3140"/>
                  </a:cubicBezTo>
                  <a:cubicBezTo>
                    <a:pt x="12049" y="3115"/>
                    <a:pt x="12091" y="3094"/>
                    <a:pt x="12111" y="3088"/>
                  </a:cubicBezTo>
                  <a:cubicBezTo>
                    <a:pt x="12126" y="3084"/>
                    <a:pt x="12159" y="3106"/>
                    <a:pt x="12172" y="3092"/>
                  </a:cubicBezTo>
                  <a:cubicBezTo>
                    <a:pt x="12194" y="3068"/>
                    <a:pt x="12200" y="2968"/>
                    <a:pt x="12208" y="2926"/>
                  </a:cubicBezTo>
                  <a:cubicBezTo>
                    <a:pt x="12217" y="2880"/>
                    <a:pt x="12247" y="2785"/>
                    <a:pt x="12235" y="2742"/>
                  </a:cubicBezTo>
                  <a:cubicBezTo>
                    <a:pt x="12228" y="2720"/>
                    <a:pt x="12185" y="2726"/>
                    <a:pt x="12179" y="2703"/>
                  </a:cubicBezTo>
                  <a:cubicBezTo>
                    <a:pt x="12168" y="2665"/>
                    <a:pt x="12196" y="2578"/>
                    <a:pt x="12211" y="2544"/>
                  </a:cubicBezTo>
                  <a:cubicBezTo>
                    <a:pt x="12220" y="2521"/>
                    <a:pt x="12254" y="2498"/>
                    <a:pt x="12264" y="2475"/>
                  </a:cubicBezTo>
                  <a:cubicBezTo>
                    <a:pt x="12276" y="2444"/>
                    <a:pt x="12279" y="2366"/>
                    <a:pt x="12288" y="2333"/>
                  </a:cubicBezTo>
                  <a:cubicBezTo>
                    <a:pt x="12300" y="2290"/>
                    <a:pt x="12332" y="2206"/>
                    <a:pt x="12354" y="2175"/>
                  </a:cubicBezTo>
                  <a:cubicBezTo>
                    <a:pt x="12368" y="2155"/>
                    <a:pt x="12407" y="2145"/>
                    <a:pt x="12419" y="2122"/>
                  </a:cubicBezTo>
                  <a:cubicBezTo>
                    <a:pt x="12432" y="2098"/>
                    <a:pt x="12433" y="2029"/>
                    <a:pt x="12441" y="2001"/>
                  </a:cubicBezTo>
                  <a:cubicBezTo>
                    <a:pt x="12450" y="1968"/>
                    <a:pt x="12484" y="1913"/>
                    <a:pt x="12490" y="1878"/>
                  </a:cubicBezTo>
                  <a:cubicBezTo>
                    <a:pt x="12495" y="1846"/>
                    <a:pt x="12498" y="1773"/>
                    <a:pt x="12487" y="1744"/>
                  </a:cubicBezTo>
                  <a:cubicBezTo>
                    <a:pt x="12476" y="1713"/>
                    <a:pt x="12423" y="1702"/>
                    <a:pt x="12409" y="1672"/>
                  </a:cubicBezTo>
                  <a:cubicBezTo>
                    <a:pt x="12397" y="1641"/>
                    <a:pt x="12385" y="1560"/>
                    <a:pt x="12392" y="1525"/>
                  </a:cubicBezTo>
                  <a:cubicBezTo>
                    <a:pt x="12403" y="1480"/>
                    <a:pt x="12470" y="1448"/>
                    <a:pt x="12482" y="1404"/>
                  </a:cubicBezTo>
                  <a:cubicBezTo>
                    <a:pt x="12490" y="1375"/>
                    <a:pt x="12489" y="1306"/>
                    <a:pt x="12480" y="1278"/>
                  </a:cubicBezTo>
                  <a:cubicBezTo>
                    <a:pt x="12467" y="1237"/>
                    <a:pt x="12395" y="1221"/>
                    <a:pt x="12388" y="1177"/>
                  </a:cubicBezTo>
                  <a:cubicBezTo>
                    <a:pt x="12383" y="1147"/>
                    <a:pt x="12410" y="1092"/>
                    <a:pt x="12422" y="1067"/>
                  </a:cubicBezTo>
                  <a:cubicBezTo>
                    <a:pt x="12435" y="1038"/>
                    <a:pt x="12475" y="1000"/>
                    <a:pt x="12487" y="970"/>
                  </a:cubicBezTo>
                  <a:cubicBezTo>
                    <a:pt x="12501" y="937"/>
                    <a:pt x="12518" y="862"/>
                    <a:pt x="12521" y="823"/>
                  </a:cubicBezTo>
                  <a:cubicBezTo>
                    <a:pt x="12526" y="769"/>
                    <a:pt x="12527" y="653"/>
                    <a:pt x="12512" y="605"/>
                  </a:cubicBezTo>
                  <a:cubicBezTo>
                    <a:pt x="12506" y="587"/>
                    <a:pt x="12478" y="575"/>
                    <a:pt x="12475" y="556"/>
                  </a:cubicBezTo>
                  <a:cubicBezTo>
                    <a:pt x="12473" y="537"/>
                    <a:pt x="12498" y="510"/>
                    <a:pt x="12500" y="491"/>
                  </a:cubicBezTo>
                  <a:cubicBezTo>
                    <a:pt x="12503" y="458"/>
                    <a:pt x="12493" y="389"/>
                    <a:pt x="12482" y="361"/>
                  </a:cubicBezTo>
                  <a:cubicBezTo>
                    <a:pt x="12473" y="335"/>
                    <a:pt x="12429" y="317"/>
                    <a:pt x="12424" y="288"/>
                  </a:cubicBezTo>
                  <a:cubicBezTo>
                    <a:pt x="12420" y="262"/>
                    <a:pt x="12446" y="217"/>
                    <a:pt x="12449" y="190"/>
                  </a:cubicBezTo>
                  <a:cubicBezTo>
                    <a:pt x="12452" y="143"/>
                    <a:pt x="12434" y="0"/>
                    <a:pt x="12434" y="0"/>
                  </a:cubicBezTo>
                  <a:lnTo>
                    <a:pt x="14074" y="1347"/>
                  </a:lnTo>
                  <a:cubicBezTo>
                    <a:pt x="14074" y="1347"/>
                    <a:pt x="14088" y="1250"/>
                    <a:pt x="14091" y="1217"/>
                  </a:cubicBezTo>
                  <a:cubicBezTo>
                    <a:pt x="14093" y="1176"/>
                    <a:pt x="14090" y="1094"/>
                    <a:pt x="14091" y="1052"/>
                  </a:cubicBezTo>
                  <a:cubicBezTo>
                    <a:pt x="14092" y="989"/>
                    <a:pt x="14091" y="860"/>
                    <a:pt x="14100" y="798"/>
                  </a:cubicBezTo>
                  <a:cubicBezTo>
                    <a:pt x="14105" y="764"/>
                    <a:pt x="14132" y="705"/>
                    <a:pt x="14136" y="671"/>
                  </a:cubicBezTo>
                  <a:cubicBezTo>
                    <a:pt x="14141" y="626"/>
                    <a:pt x="14131" y="533"/>
                    <a:pt x="14133" y="487"/>
                  </a:cubicBezTo>
                  <a:cubicBezTo>
                    <a:pt x="14134" y="444"/>
                    <a:pt x="14136" y="355"/>
                    <a:pt x="14145" y="314"/>
                  </a:cubicBezTo>
                  <a:cubicBezTo>
                    <a:pt x="14153" y="283"/>
                    <a:pt x="14176" y="228"/>
                    <a:pt x="14191" y="205"/>
                  </a:cubicBezTo>
                  <a:cubicBezTo>
                    <a:pt x="14200" y="190"/>
                    <a:pt x="14220" y="174"/>
                    <a:pt x="14236" y="159"/>
                  </a:cubicBezTo>
                  <a:cubicBezTo>
                    <a:pt x="14243" y="153"/>
                    <a:pt x="14249" y="148"/>
                    <a:pt x="14254" y="143"/>
                  </a:cubicBezTo>
                  <a:cubicBezTo>
                    <a:pt x="14267" y="131"/>
                    <a:pt x="14294" y="98"/>
                    <a:pt x="14309" y="97"/>
                  </a:cubicBezTo>
                  <a:cubicBezTo>
                    <a:pt x="14338" y="97"/>
                    <a:pt x="14384" y="170"/>
                    <a:pt x="14413" y="181"/>
                  </a:cubicBezTo>
                  <a:cubicBezTo>
                    <a:pt x="14431" y="188"/>
                    <a:pt x="14469" y="192"/>
                    <a:pt x="14487" y="184"/>
                  </a:cubicBezTo>
                  <a:cubicBezTo>
                    <a:pt x="14508" y="175"/>
                    <a:pt x="14539" y="113"/>
                    <a:pt x="14560" y="108"/>
                  </a:cubicBezTo>
                  <a:cubicBezTo>
                    <a:pt x="14585" y="102"/>
                    <a:pt x="14634" y="128"/>
                    <a:pt x="14654" y="152"/>
                  </a:cubicBezTo>
                  <a:cubicBezTo>
                    <a:pt x="14677" y="177"/>
                    <a:pt x="14699" y="269"/>
                    <a:pt x="14720" y="298"/>
                  </a:cubicBezTo>
                  <a:cubicBezTo>
                    <a:pt x="14740" y="323"/>
                    <a:pt x="14786" y="352"/>
                    <a:pt x="14809" y="360"/>
                  </a:cubicBezTo>
                  <a:cubicBezTo>
                    <a:pt x="14828" y="366"/>
                    <a:pt x="14868" y="345"/>
                    <a:pt x="14886" y="357"/>
                  </a:cubicBezTo>
                  <a:cubicBezTo>
                    <a:pt x="14910" y="375"/>
                    <a:pt x="14949" y="447"/>
                    <a:pt x="14959" y="490"/>
                  </a:cubicBezTo>
                  <a:cubicBezTo>
                    <a:pt x="14967" y="532"/>
                    <a:pt x="14964" y="628"/>
                    <a:pt x="14952" y="668"/>
                  </a:cubicBezTo>
                  <a:cubicBezTo>
                    <a:pt x="14943" y="697"/>
                    <a:pt x="14903" y="724"/>
                    <a:pt x="14891" y="749"/>
                  </a:cubicBezTo>
                  <a:cubicBezTo>
                    <a:pt x="14878" y="774"/>
                    <a:pt x="14860" y="834"/>
                    <a:pt x="14855" y="866"/>
                  </a:cubicBezTo>
                  <a:cubicBezTo>
                    <a:pt x="14849" y="906"/>
                    <a:pt x="14845" y="993"/>
                    <a:pt x="14852" y="1033"/>
                  </a:cubicBezTo>
                  <a:cubicBezTo>
                    <a:pt x="14857" y="1066"/>
                    <a:pt x="14879" y="1128"/>
                    <a:pt x="14897" y="1144"/>
                  </a:cubicBezTo>
                  <a:cubicBezTo>
                    <a:pt x="14917" y="1162"/>
                    <a:pt x="14966" y="1138"/>
                    <a:pt x="14988" y="1147"/>
                  </a:cubicBezTo>
                  <a:cubicBezTo>
                    <a:pt x="15003" y="1153"/>
                    <a:pt x="15031" y="1173"/>
                    <a:pt x="15043" y="1190"/>
                  </a:cubicBezTo>
                  <a:cubicBezTo>
                    <a:pt x="15058" y="1212"/>
                    <a:pt x="15069" y="1281"/>
                    <a:pt x="15085" y="1301"/>
                  </a:cubicBezTo>
                  <a:cubicBezTo>
                    <a:pt x="15107" y="1328"/>
                    <a:pt x="15162" y="1354"/>
                    <a:pt x="15188" y="1353"/>
                  </a:cubicBezTo>
                  <a:cubicBezTo>
                    <a:pt x="15221" y="1350"/>
                    <a:pt x="15279" y="1292"/>
                    <a:pt x="15310" y="1278"/>
                  </a:cubicBezTo>
                  <a:cubicBezTo>
                    <a:pt x="15337" y="1265"/>
                    <a:pt x="15393" y="1240"/>
                    <a:pt x="15422" y="1241"/>
                  </a:cubicBezTo>
                  <a:cubicBezTo>
                    <a:pt x="15458" y="1244"/>
                    <a:pt x="15528" y="1284"/>
                    <a:pt x="15563" y="1303"/>
                  </a:cubicBezTo>
                  <a:cubicBezTo>
                    <a:pt x="15586" y="1316"/>
                    <a:pt x="15634" y="1337"/>
                    <a:pt x="15652" y="1363"/>
                  </a:cubicBezTo>
                  <a:cubicBezTo>
                    <a:pt x="15665" y="1381"/>
                    <a:pt x="15678" y="1432"/>
                    <a:pt x="15686" y="1457"/>
                  </a:cubicBezTo>
                  <a:cubicBezTo>
                    <a:pt x="15698" y="1492"/>
                    <a:pt x="15710" y="1576"/>
                    <a:pt x="15727" y="1603"/>
                  </a:cubicBezTo>
                  <a:cubicBezTo>
                    <a:pt x="15744" y="1626"/>
                    <a:pt x="15787" y="1642"/>
                    <a:pt x="15808" y="1647"/>
                  </a:cubicBezTo>
                  <a:cubicBezTo>
                    <a:pt x="15829" y="1653"/>
                    <a:pt x="15872" y="1654"/>
                    <a:pt x="15893" y="1647"/>
                  </a:cubicBezTo>
                  <a:cubicBezTo>
                    <a:pt x="15906" y="1643"/>
                    <a:pt x="15930" y="1613"/>
                    <a:pt x="15944" y="1611"/>
                  </a:cubicBezTo>
                  <a:cubicBezTo>
                    <a:pt x="15969" y="1606"/>
                    <a:pt x="16021" y="1622"/>
                    <a:pt x="16043" y="1643"/>
                  </a:cubicBezTo>
                  <a:cubicBezTo>
                    <a:pt x="16063" y="1662"/>
                    <a:pt x="16089" y="1720"/>
                    <a:pt x="16106" y="1754"/>
                  </a:cubicBezTo>
                  <a:cubicBezTo>
                    <a:pt x="16108" y="1758"/>
                    <a:pt x="16109" y="1762"/>
                    <a:pt x="16112" y="1765"/>
                  </a:cubicBezTo>
                  <a:cubicBezTo>
                    <a:pt x="16126" y="1791"/>
                    <a:pt x="16152" y="1847"/>
                    <a:pt x="16170" y="1866"/>
                  </a:cubicBezTo>
                  <a:cubicBezTo>
                    <a:pt x="16199" y="1900"/>
                    <a:pt x="16270" y="1930"/>
                    <a:pt x="16302" y="1958"/>
                  </a:cubicBezTo>
                  <a:cubicBezTo>
                    <a:pt x="16324" y="1977"/>
                    <a:pt x="16370" y="2017"/>
                    <a:pt x="16386" y="2049"/>
                  </a:cubicBezTo>
                  <a:cubicBezTo>
                    <a:pt x="16411" y="2098"/>
                    <a:pt x="16438" y="2224"/>
                    <a:pt x="16448" y="2287"/>
                  </a:cubicBezTo>
                  <a:cubicBezTo>
                    <a:pt x="16454" y="2323"/>
                    <a:pt x="16458" y="2400"/>
                    <a:pt x="16460" y="2439"/>
                  </a:cubicBezTo>
                  <a:cubicBezTo>
                    <a:pt x="16460" y="2443"/>
                    <a:pt x="16460" y="2448"/>
                    <a:pt x="16460" y="2454"/>
                  </a:cubicBezTo>
                  <a:cubicBezTo>
                    <a:pt x="16461" y="2495"/>
                    <a:pt x="16459" y="2559"/>
                    <a:pt x="16462" y="2592"/>
                  </a:cubicBezTo>
                  <a:cubicBezTo>
                    <a:pt x="16466" y="2636"/>
                    <a:pt x="16482" y="2719"/>
                    <a:pt x="16488" y="2761"/>
                  </a:cubicBezTo>
                  <a:cubicBezTo>
                    <a:pt x="16493" y="2792"/>
                    <a:pt x="16507" y="2854"/>
                    <a:pt x="16504" y="2884"/>
                  </a:cubicBezTo>
                  <a:cubicBezTo>
                    <a:pt x="16501" y="2915"/>
                    <a:pt x="16479" y="2967"/>
                    <a:pt x="16465" y="2986"/>
                  </a:cubicBezTo>
                  <a:cubicBezTo>
                    <a:pt x="16448" y="3008"/>
                    <a:pt x="16402" y="3012"/>
                    <a:pt x="16385" y="3033"/>
                  </a:cubicBezTo>
                  <a:cubicBezTo>
                    <a:pt x="16362" y="3060"/>
                    <a:pt x="16318" y="3173"/>
                    <a:pt x="16315" y="3177"/>
                  </a:cubicBezTo>
                  <a:cubicBezTo>
                    <a:pt x="16311" y="3181"/>
                    <a:pt x="16330" y="3326"/>
                    <a:pt x="16329" y="3376"/>
                  </a:cubicBezTo>
                  <a:cubicBezTo>
                    <a:pt x="16328" y="3387"/>
                    <a:pt x="16327" y="3405"/>
                    <a:pt x="16324" y="3424"/>
                  </a:cubicBezTo>
                  <a:cubicBezTo>
                    <a:pt x="16321" y="3421"/>
                    <a:pt x="16318" y="3420"/>
                    <a:pt x="16316" y="3420"/>
                  </a:cubicBezTo>
                  <a:cubicBezTo>
                    <a:pt x="16298" y="3425"/>
                    <a:pt x="16286" y="3491"/>
                    <a:pt x="16278" y="3516"/>
                  </a:cubicBezTo>
                  <a:cubicBezTo>
                    <a:pt x="16272" y="3535"/>
                    <a:pt x="16266" y="3578"/>
                    <a:pt x="16257" y="3595"/>
                  </a:cubicBezTo>
                  <a:cubicBezTo>
                    <a:pt x="16247" y="3616"/>
                    <a:pt x="16218" y="3645"/>
                    <a:pt x="16203" y="3654"/>
                  </a:cubicBezTo>
                  <a:cubicBezTo>
                    <a:pt x="16192" y="3660"/>
                    <a:pt x="16168" y="3670"/>
                    <a:pt x="16158" y="3662"/>
                  </a:cubicBezTo>
                  <a:cubicBezTo>
                    <a:pt x="16147" y="3654"/>
                    <a:pt x="16140" y="3609"/>
                    <a:pt x="16131" y="3597"/>
                  </a:cubicBezTo>
                  <a:cubicBezTo>
                    <a:pt x="16124" y="3588"/>
                    <a:pt x="16107" y="3579"/>
                    <a:pt x="16098" y="3579"/>
                  </a:cubicBezTo>
                  <a:cubicBezTo>
                    <a:pt x="16089" y="3578"/>
                    <a:pt x="16069" y="3586"/>
                    <a:pt x="16062" y="3597"/>
                  </a:cubicBezTo>
                  <a:cubicBezTo>
                    <a:pt x="16049" y="3617"/>
                    <a:pt x="16037" y="3679"/>
                    <a:pt x="16036" y="3708"/>
                  </a:cubicBezTo>
                  <a:cubicBezTo>
                    <a:pt x="16034" y="3744"/>
                    <a:pt x="16051" y="3812"/>
                    <a:pt x="16054" y="3847"/>
                  </a:cubicBezTo>
                  <a:cubicBezTo>
                    <a:pt x="16059" y="3888"/>
                    <a:pt x="16067" y="3969"/>
                    <a:pt x="16067" y="4011"/>
                  </a:cubicBezTo>
                  <a:cubicBezTo>
                    <a:pt x="16066" y="4046"/>
                    <a:pt x="16059" y="4116"/>
                    <a:pt x="16054" y="4151"/>
                  </a:cubicBezTo>
                  <a:cubicBezTo>
                    <a:pt x="16050" y="4190"/>
                    <a:pt x="16039" y="4268"/>
                    <a:pt x="16030" y="4305"/>
                  </a:cubicBezTo>
                  <a:cubicBezTo>
                    <a:pt x="16022" y="4339"/>
                    <a:pt x="15995" y="4397"/>
                    <a:pt x="15987" y="4431"/>
                  </a:cubicBezTo>
                  <a:cubicBezTo>
                    <a:pt x="15979" y="4470"/>
                    <a:pt x="15970" y="4552"/>
                    <a:pt x="15971" y="4593"/>
                  </a:cubicBezTo>
                  <a:cubicBezTo>
                    <a:pt x="15971" y="4640"/>
                    <a:pt x="15983" y="4732"/>
                    <a:pt x="15991" y="4776"/>
                  </a:cubicBezTo>
                  <a:cubicBezTo>
                    <a:pt x="15997" y="4807"/>
                    <a:pt x="16017" y="4864"/>
                    <a:pt x="16026" y="4893"/>
                  </a:cubicBezTo>
                  <a:cubicBezTo>
                    <a:pt x="16043" y="4945"/>
                    <a:pt x="16074" y="5048"/>
                    <a:pt x="16093" y="5096"/>
                  </a:cubicBezTo>
                  <a:cubicBezTo>
                    <a:pt x="16105" y="5125"/>
                    <a:pt x="16133" y="5175"/>
                    <a:pt x="16144" y="5204"/>
                  </a:cubicBezTo>
                  <a:cubicBezTo>
                    <a:pt x="16153" y="5226"/>
                    <a:pt x="16166" y="5278"/>
                    <a:pt x="16176" y="5299"/>
                  </a:cubicBezTo>
                  <a:cubicBezTo>
                    <a:pt x="16187" y="5320"/>
                    <a:pt x="16212" y="5359"/>
                    <a:pt x="16227" y="5370"/>
                  </a:cubicBezTo>
                  <a:cubicBezTo>
                    <a:pt x="16244" y="5383"/>
                    <a:pt x="16281" y="5394"/>
                    <a:pt x="16298" y="5390"/>
                  </a:cubicBezTo>
                  <a:cubicBezTo>
                    <a:pt x="16318" y="5386"/>
                    <a:pt x="16353" y="5347"/>
                    <a:pt x="16372" y="5335"/>
                  </a:cubicBezTo>
                  <a:cubicBezTo>
                    <a:pt x="16388" y="5325"/>
                    <a:pt x="16426" y="5314"/>
                    <a:pt x="16442" y="5299"/>
                  </a:cubicBezTo>
                  <a:cubicBezTo>
                    <a:pt x="16459" y="5283"/>
                    <a:pt x="16488" y="5233"/>
                    <a:pt x="16502" y="5210"/>
                  </a:cubicBezTo>
                  <a:cubicBezTo>
                    <a:pt x="16519" y="5183"/>
                    <a:pt x="16552" y="5127"/>
                    <a:pt x="16568" y="5098"/>
                  </a:cubicBezTo>
                  <a:cubicBezTo>
                    <a:pt x="16580" y="5078"/>
                    <a:pt x="16600" y="5027"/>
                    <a:pt x="16616" y="5015"/>
                  </a:cubicBezTo>
                  <a:cubicBezTo>
                    <a:pt x="16629" y="5004"/>
                    <a:pt x="16662" y="5019"/>
                    <a:pt x="16677" y="5009"/>
                  </a:cubicBezTo>
                  <a:cubicBezTo>
                    <a:pt x="16689" y="5000"/>
                    <a:pt x="16709" y="4967"/>
                    <a:pt x="16717" y="4948"/>
                  </a:cubicBezTo>
                  <a:cubicBezTo>
                    <a:pt x="16727" y="4928"/>
                    <a:pt x="16731" y="4869"/>
                    <a:pt x="16743" y="4853"/>
                  </a:cubicBezTo>
                  <a:cubicBezTo>
                    <a:pt x="16757" y="4834"/>
                    <a:pt x="16797" y="4822"/>
                    <a:pt x="16815" y="4829"/>
                  </a:cubicBezTo>
                  <a:cubicBezTo>
                    <a:pt x="16833" y="4835"/>
                    <a:pt x="16867" y="4876"/>
                    <a:pt x="16876" y="4904"/>
                  </a:cubicBezTo>
                  <a:cubicBezTo>
                    <a:pt x="16884" y="4929"/>
                    <a:pt x="16879" y="4989"/>
                    <a:pt x="16881" y="5017"/>
                  </a:cubicBezTo>
                  <a:cubicBezTo>
                    <a:pt x="16884" y="5074"/>
                    <a:pt x="16888" y="5189"/>
                    <a:pt x="16900" y="5242"/>
                  </a:cubicBezTo>
                  <a:cubicBezTo>
                    <a:pt x="16906" y="5267"/>
                    <a:pt x="16923" y="5316"/>
                    <a:pt x="16936" y="5332"/>
                  </a:cubicBezTo>
                  <a:cubicBezTo>
                    <a:pt x="16958" y="5359"/>
                    <a:pt x="17018" y="5360"/>
                    <a:pt x="17042" y="5380"/>
                  </a:cubicBezTo>
                  <a:cubicBezTo>
                    <a:pt x="17065" y="5400"/>
                    <a:pt x="17107" y="5453"/>
                    <a:pt x="17124" y="5485"/>
                  </a:cubicBezTo>
                  <a:cubicBezTo>
                    <a:pt x="17137" y="5513"/>
                    <a:pt x="17158" y="5576"/>
                    <a:pt x="17162" y="5610"/>
                  </a:cubicBezTo>
                  <a:cubicBezTo>
                    <a:pt x="17165" y="5633"/>
                    <a:pt x="17155" y="5683"/>
                    <a:pt x="17161" y="5705"/>
                  </a:cubicBezTo>
                  <a:cubicBezTo>
                    <a:pt x="17167" y="5730"/>
                    <a:pt x="17194" y="5767"/>
                    <a:pt x="17209" y="5778"/>
                  </a:cubicBezTo>
                  <a:cubicBezTo>
                    <a:pt x="17232" y="5795"/>
                    <a:pt x="17284" y="5782"/>
                    <a:pt x="17308" y="5788"/>
                  </a:cubicBezTo>
                  <a:cubicBezTo>
                    <a:pt x="17335" y="5797"/>
                    <a:pt x="17390" y="5819"/>
                    <a:pt x="17415" y="5840"/>
                  </a:cubicBezTo>
                  <a:cubicBezTo>
                    <a:pt x="17432" y="5854"/>
                    <a:pt x="17458" y="5909"/>
                    <a:pt x="17477" y="5918"/>
                  </a:cubicBezTo>
                  <a:cubicBezTo>
                    <a:pt x="17502" y="5932"/>
                    <a:pt x="17558" y="5924"/>
                    <a:pt x="17584" y="5910"/>
                  </a:cubicBezTo>
                  <a:cubicBezTo>
                    <a:pt x="17609" y="5896"/>
                    <a:pt x="17647" y="5825"/>
                    <a:pt x="17672" y="5813"/>
                  </a:cubicBezTo>
                  <a:cubicBezTo>
                    <a:pt x="17696" y="5802"/>
                    <a:pt x="17747" y="5800"/>
                    <a:pt x="17768" y="5819"/>
                  </a:cubicBezTo>
                  <a:cubicBezTo>
                    <a:pt x="17781" y="5830"/>
                    <a:pt x="17792" y="5881"/>
                    <a:pt x="17803" y="5894"/>
                  </a:cubicBezTo>
                  <a:cubicBezTo>
                    <a:pt x="17817" y="5909"/>
                    <a:pt x="17853" y="5931"/>
                    <a:pt x="17867" y="5918"/>
                  </a:cubicBezTo>
                  <a:cubicBezTo>
                    <a:pt x="17876" y="5911"/>
                    <a:pt x="17875" y="5870"/>
                    <a:pt x="17882" y="5857"/>
                  </a:cubicBezTo>
                  <a:cubicBezTo>
                    <a:pt x="17894" y="5830"/>
                    <a:pt x="17925" y="5780"/>
                    <a:pt x="17945" y="5772"/>
                  </a:cubicBezTo>
                  <a:cubicBezTo>
                    <a:pt x="17969" y="5763"/>
                    <a:pt x="18018" y="5819"/>
                    <a:pt x="18042" y="5807"/>
                  </a:cubicBezTo>
                  <a:cubicBezTo>
                    <a:pt x="18060" y="5799"/>
                    <a:pt x="18077" y="5728"/>
                    <a:pt x="18095" y="5721"/>
                  </a:cubicBezTo>
                  <a:cubicBezTo>
                    <a:pt x="18115" y="5714"/>
                    <a:pt x="18158" y="5739"/>
                    <a:pt x="18173" y="5762"/>
                  </a:cubicBezTo>
                  <a:cubicBezTo>
                    <a:pt x="18191" y="5789"/>
                    <a:pt x="18196" y="5878"/>
                    <a:pt x="18210" y="5910"/>
                  </a:cubicBezTo>
                  <a:cubicBezTo>
                    <a:pt x="18222" y="5938"/>
                    <a:pt x="18255" y="5982"/>
                    <a:pt x="18273" y="5997"/>
                  </a:cubicBezTo>
                  <a:cubicBezTo>
                    <a:pt x="18299" y="6018"/>
                    <a:pt x="18361" y="6019"/>
                    <a:pt x="18387" y="6040"/>
                  </a:cubicBezTo>
                  <a:cubicBezTo>
                    <a:pt x="18415" y="6063"/>
                    <a:pt x="18463" y="6134"/>
                    <a:pt x="18484" y="6173"/>
                  </a:cubicBezTo>
                  <a:cubicBezTo>
                    <a:pt x="18502" y="6206"/>
                    <a:pt x="18518" y="6300"/>
                    <a:pt x="18540" y="6325"/>
                  </a:cubicBezTo>
                  <a:cubicBezTo>
                    <a:pt x="18560" y="6345"/>
                    <a:pt x="18608" y="6336"/>
                    <a:pt x="18629" y="6346"/>
                  </a:cubicBezTo>
                  <a:cubicBezTo>
                    <a:pt x="18653" y="6357"/>
                    <a:pt x="18699" y="6387"/>
                    <a:pt x="18720" y="6408"/>
                  </a:cubicBezTo>
                  <a:cubicBezTo>
                    <a:pt x="18741" y="6430"/>
                    <a:pt x="18773" y="6495"/>
                    <a:pt x="18795" y="6514"/>
                  </a:cubicBezTo>
                  <a:cubicBezTo>
                    <a:pt x="18818" y="6534"/>
                    <a:pt x="18869" y="6556"/>
                    <a:pt x="18895" y="6560"/>
                  </a:cubicBezTo>
                  <a:cubicBezTo>
                    <a:pt x="18931" y="6565"/>
                    <a:pt x="19005" y="6531"/>
                    <a:pt x="19041" y="6536"/>
                  </a:cubicBezTo>
                  <a:cubicBezTo>
                    <a:pt x="19067" y="6539"/>
                    <a:pt x="19118" y="6564"/>
                    <a:pt x="19143" y="6579"/>
                  </a:cubicBezTo>
                  <a:cubicBezTo>
                    <a:pt x="19194" y="6609"/>
                    <a:pt x="19295" y="6682"/>
                    <a:pt x="19339" y="6735"/>
                  </a:cubicBezTo>
                  <a:cubicBezTo>
                    <a:pt x="19361" y="6761"/>
                    <a:pt x="19401" y="6824"/>
                    <a:pt x="19415" y="6863"/>
                  </a:cubicBezTo>
                  <a:cubicBezTo>
                    <a:pt x="19433" y="6916"/>
                    <a:pt x="19459" y="7040"/>
                    <a:pt x="19452" y="7101"/>
                  </a:cubicBezTo>
                  <a:cubicBezTo>
                    <a:pt x="19447" y="7150"/>
                    <a:pt x="19407" y="7234"/>
                    <a:pt x="19382" y="7263"/>
                  </a:cubicBezTo>
                  <a:cubicBezTo>
                    <a:pt x="19365" y="7283"/>
                    <a:pt x="19320" y="7282"/>
                    <a:pt x="19302" y="7301"/>
                  </a:cubicBezTo>
                  <a:cubicBezTo>
                    <a:pt x="19288" y="7316"/>
                    <a:pt x="19263" y="7358"/>
                    <a:pt x="19260" y="7384"/>
                  </a:cubicBezTo>
                  <a:cubicBezTo>
                    <a:pt x="19254" y="7424"/>
                    <a:pt x="19271" y="7503"/>
                    <a:pt x="19279" y="7541"/>
                  </a:cubicBezTo>
                  <a:cubicBezTo>
                    <a:pt x="19286" y="7581"/>
                    <a:pt x="19313" y="7651"/>
                    <a:pt x="19321" y="7690"/>
                  </a:cubicBezTo>
                  <a:cubicBezTo>
                    <a:pt x="19328" y="7722"/>
                    <a:pt x="19332" y="7791"/>
                    <a:pt x="19339" y="7823"/>
                  </a:cubicBezTo>
                  <a:cubicBezTo>
                    <a:pt x="19347" y="7862"/>
                    <a:pt x="19380" y="7929"/>
                    <a:pt x="19386" y="7969"/>
                  </a:cubicBezTo>
                  <a:cubicBezTo>
                    <a:pt x="19389" y="7991"/>
                    <a:pt x="19390" y="8040"/>
                    <a:pt x="19386" y="8061"/>
                  </a:cubicBezTo>
                  <a:cubicBezTo>
                    <a:pt x="19380" y="8088"/>
                    <a:pt x="19355" y="8129"/>
                    <a:pt x="19344" y="8150"/>
                  </a:cubicBezTo>
                  <a:cubicBezTo>
                    <a:pt x="19333" y="8171"/>
                    <a:pt x="19302" y="8202"/>
                    <a:pt x="19300" y="8229"/>
                  </a:cubicBezTo>
                  <a:cubicBezTo>
                    <a:pt x="19298" y="8254"/>
                    <a:pt x="19316" y="8306"/>
                    <a:pt x="19328" y="8323"/>
                  </a:cubicBezTo>
                  <a:cubicBezTo>
                    <a:pt x="19340" y="8342"/>
                    <a:pt x="19374" y="8361"/>
                    <a:pt x="19391" y="8361"/>
                  </a:cubicBezTo>
                  <a:cubicBezTo>
                    <a:pt x="19406" y="8361"/>
                    <a:pt x="19433" y="8324"/>
                    <a:pt x="19449" y="8326"/>
                  </a:cubicBezTo>
                  <a:cubicBezTo>
                    <a:pt x="19469" y="8328"/>
                    <a:pt x="19505" y="8364"/>
                    <a:pt x="19520" y="8385"/>
                  </a:cubicBezTo>
                  <a:cubicBezTo>
                    <a:pt x="19533" y="8404"/>
                    <a:pt x="19568" y="8451"/>
                    <a:pt x="19561" y="8478"/>
                  </a:cubicBezTo>
                  <a:cubicBezTo>
                    <a:pt x="19545" y="8537"/>
                    <a:pt x="19442" y="8487"/>
                    <a:pt x="19405" y="8507"/>
                  </a:cubicBezTo>
                  <a:cubicBezTo>
                    <a:pt x="19393" y="8514"/>
                    <a:pt x="19373" y="8544"/>
                    <a:pt x="19361" y="8550"/>
                  </a:cubicBezTo>
                  <a:cubicBezTo>
                    <a:pt x="19346" y="8560"/>
                    <a:pt x="19313" y="8570"/>
                    <a:pt x="19297" y="8567"/>
                  </a:cubicBezTo>
                  <a:cubicBezTo>
                    <a:pt x="19282" y="8564"/>
                    <a:pt x="19255" y="8534"/>
                    <a:pt x="19240" y="8529"/>
                  </a:cubicBezTo>
                  <a:cubicBezTo>
                    <a:pt x="19220" y="8522"/>
                    <a:pt x="19177" y="8538"/>
                    <a:pt x="19157" y="8529"/>
                  </a:cubicBezTo>
                  <a:cubicBezTo>
                    <a:pt x="19130" y="8516"/>
                    <a:pt x="19084" y="8455"/>
                    <a:pt x="19059" y="8432"/>
                  </a:cubicBezTo>
                  <a:cubicBezTo>
                    <a:pt x="19045" y="8418"/>
                    <a:pt x="19017" y="8385"/>
                    <a:pt x="19000" y="8380"/>
                  </a:cubicBezTo>
                  <a:cubicBezTo>
                    <a:pt x="18975" y="8373"/>
                    <a:pt x="18917" y="8377"/>
                    <a:pt x="18900" y="8410"/>
                  </a:cubicBezTo>
                  <a:cubicBezTo>
                    <a:pt x="18887" y="8434"/>
                    <a:pt x="18910" y="8514"/>
                    <a:pt x="18897" y="8537"/>
                  </a:cubicBezTo>
                  <a:cubicBezTo>
                    <a:pt x="18887" y="8553"/>
                    <a:pt x="18856" y="8551"/>
                    <a:pt x="18843" y="8542"/>
                  </a:cubicBezTo>
                  <a:cubicBezTo>
                    <a:pt x="18824" y="8529"/>
                    <a:pt x="18799" y="8466"/>
                    <a:pt x="18790" y="8434"/>
                  </a:cubicBezTo>
                  <a:cubicBezTo>
                    <a:pt x="18780" y="8402"/>
                    <a:pt x="18778" y="8328"/>
                    <a:pt x="18769" y="8296"/>
                  </a:cubicBezTo>
                  <a:cubicBezTo>
                    <a:pt x="18757" y="8255"/>
                    <a:pt x="18719" y="8187"/>
                    <a:pt x="18702" y="8150"/>
                  </a:cubicBezTo>
                  <a:cubicBezTo>
                    <a:pt x="18682" y="8105"/>
                    <a:pt x="18650" y="8003"/>
                    <a:pt x="18623" y="7969"/>
                  </a:cubicBezTo>
                  <a:cubicBezTo>
                    <a:pt x="18603" y="7943"/>
                    <a:pt x="18549" y="7929"/>
                    <a:pt x="18527" y="7907"/>
                  </a:cubicBezTo>
                  <a:cubicBezTo>
                    <a:pt x="18518" y="7897"/>
                    <a:pt x="18505" y="7864"/>
                    <a:pt x="18495" y="7855"/>
                  </a:cubicBezTo>
                  <a:cubicBezTo>
                    <a:pt x="18477" y="7840"/>
                    <a:pt x="18432" y="7843"/>
                    <a:pt x="18413" y="7831"/>
                  </a:cubicBezTo>
                  <a:cubicBezTo>
                    <a:pt x="18395" y="7821"/>
                    <a:pt x="18361" y="7795"/>
                    <a:pt x="18348" y="7774"/>
                  </a:cubicBezTo>
                  <a:cubicBezTo>
                    <a:pt x="18339" y="7761"/>
                    <a:pt x="18334" y="7716"/>
                    <a:pt x="18323" y="7707"/>
                  </a:cubicBezTo>
                  <a:cubicBezTo>
                    <a:pt x="18298" y="7683"/>
                    <a:pt x="18234" y="7732"/>
                    <a:pt x="18207" y="7715"/>
                  </a:cubicBezTo>
                  <a:cubicBezTo>
                    <a:pt x="18193" y="7705"/>
                    <a:pt x="18177" y="7659"/>
                    <a:pt x="18165" y="7644"/>
                  </a:cubicBezTo>
                  <a:cubicBezTo>
                    <a:pt x="18152" y="7628"/>
                    <a:pt x="18118" y="7614"/>
                    <a:pt x="18107" y="7596"/>
                  </a:cubicBezTo>
                  <a:cubicBezTo>
                    <a:pt x="18095" y="7577"/>
                    <a:pt x="18084" y="7522"/>
                    <a:pt x="18074" y="7501"/>
                  </a:cubicBezTo>
                  <a:cubicBezTo>
                    <a:pt x="18065" y="7483"/>
                    <a:pt x="18046" y="7443"/>
                    <a:pt x="18032" y="7436"/>
                  </a:cubicBezTo>
                  <a:cubicBezTo>
                    <a:pt x="18009" y="7426"/>
                    <a:pt x="17953" y="7441"/>
                    <a:pt x="17937" y="7471"/>
                  </a:cubicBezTo>
                  <a:cubicBezTo>
                    <a:pt x="17925" y="7490"/>
                    <a:pt x="17921" y="7551"/>
                    <a:pt x="17925" y="7577"/>
                  </a:cubicBezTo>
                  <a:cubicBezTo>
                    <a:pt x="17932" y="7614"/>
                    <a:pt x="17969" y="7665"/>
                    <a:pt x="17987" y="7690"/>
                  </a:cubicBezTo>
                  <a:cubicBezTo>
                    <a:pt x="18001" y="7712"/>
                    <a:pt x="18035" y="7744"/>
                    <a:pt x="18050" y="7766"/>
                  </a:cubicBezTo>
                  <a:cubicBezTo>
                    <a:pt x="18063" y="7786"/>
                    <a:pt x="18084" y="7838"/>
                    <a:pt x="18098" y="7855"/>
                  </a:cubicBezTo>
                  <a:cubicBezTo>
                    <a:pt x="18119" y="7879"/>
                    <a:pt x="18168" y="7900"/>
                    <a:pt x="18191" y="7918"/>
                  </a:cubicBezTo>
                  <a:cubicBezTo>
                    <a:pt x="18211" y="7934"/>
                    <a:pt x="18254" y="7961"/>
                    <a:pt x="18272" y="7986"/>
                  </a:cubicBezTo>
                  <a:cubicBezTo>
                    <a:pt x="18281" y="7998"/>
                    <a:pt x="18291" y="8038"/>
                    <a:pt x="18301" y="8050"/>
                  </a:cubicBezTo>
                  <a:cubicBezTo>
                    <a:pt x="18323" y="8076"/>
                    <a:pt x="18377" y="8095"/>
                    <a:pt x="18403" y="8101"/>
                  </a:cubicBezTo>
                  <a:cubicBezTo>
                    <a:pt x="18425" y="8107"/>
                    <a:pt x="18471" y="8088"/>
                    <a:pt x="18492" y="8101"/>
                  </a:cubicBezTo>
                  <a:cubicBezTo>
                    <a:pt x="18511" y="8114"/>
                    <a:pt x="18537" y="8167"/>
                    <a:pt x="18550" y="8190"/>
                  </a:cubicBezTo>
                  <a:cubicBezTo>
                    <a:pt x="18570" y="8227"/>
                    <a:pt x="18607" y="8306"/>
                    <a:pt x="18623" y="8348"/>
                  </a:cubicBezTo>
                  <a:cubicBezTo>
                    <a:pt x="18641" y="8393"/>
                    <a:pt x="18662" y="8497"/>
                    <a:pt x="18681" y="8540"/>
                  </a:cubicBezTo>
                  <a:cubicBezTo>
                    <a:pt x="18701" y="8583"/>
                    <a:pt x="18750" y="8656"/>
                    <a:pt x="18777" y="8685"/>
                  </a:cubicBezTo>
                  <a:cubicBezTo>
                    <a:pt x="18794" y="8704"/>
                    <a:pt x="18830" y="8732"/>
                    <a:pt x="18850" y="8737"/>
                  </a:cubicBezTo>
                  <a:cubicBezTo>
                    <a:pt x="18874" y="8743"/>
                    <a:pt x="18923" y="8724"/>
                    <a:pt x="18947" y="8715"/>
                  </a:cubicBezTo>
                  <a:cubicBezTo>
                    <a:pt x="18979" y="8704"/>
                    <a:pt x="19041" y="8652"/>
                    <a:pt x="19074" y="8656"/>
                  </a:cubicBezTo>
                  <a:cubicBezTo>
                    <a:pt x="19092" y="8658"/>
                    <a:pt x="19127" y="8693"/>
                    <a:pt x="19143" y="8710"/>
                  </a:cubicBezTo>
                  <a:cubicBezTo>
                    <a:pt x="19157" y="8725"/>
                    <a:pt x="19179" y="8767"/>
                    <a:pt x="19193" y="8780"/>
                  </a:cubicBezTo>
                  <a:cubicBezTo>
                    <a:pt x="19209" y="8796"/>
                    <a:pt x="19245" y="8831"/>
                    <a:pt x="19265" y="8826"/>
                  </a:cubicBezTo>
                  <a:cubicBezTo>
                    <a:pt x="19278" y="8823"/>
                    <a:pt x="19295" y="8783"/>
                    <a:pt x="19307" y="8772"/>
                  </a:cubicBezTo>
                  <a:cubicBezTo>
                    <a:pt x="19328" y="8753"/>
                    <a:pt x="19373" y="8721"/>
                    <a:pt x="19397" y="8718"/>
                  </a:cubicBezTo>
                  <a:cubicBezTo>
                    <a:pt x="19424" y="8715"/>
                    <a:pt x="19484" y="8727"/>
                    <a:pt x="19504" y="8757"/>
                  </a:cubicBezTo>
                  <a:cubicBezTo>
                    <a:pt x="19513" y="8770"/>
                    <a:pt x="19524" y="8814"/>
                    <a:pt x="19522" y="8835"/>
                  </a:cubicBezTo>
                  <a:cubicBezTo>
                    <a:pt x="19519" y="8862"/>
                    <a:pt x="19493" y="8902"/>
                    <a:pt x="19480" y="8918"/>
                  </a:cubicBezTo>
                  <a:cubicBezTo>
                    <a:pt x="19465" y="8937"/>
                    <a:pt x="19427" y="8949"/>
                    <a:pt x="19415" y="8972"/>
                  </a:cubicBezTo>
                  <a:cubicBezTo>
                    <a:pt x="19402" y="9000"/>
                    <a:pt x="19389" y="9074"/>
                    <a:pt x="19394" y="9108"/>
                  </a:cubicBezTo>
                  <a:cubicBezTo>
                    <a:pt x="19398" y="9136"/>
                    <a:pt x="19427" y="9178"/>
                    <a:pt x="19443" y="9192"/>
                  </a:cubicBezTo>
                  <a:cubicBezTo>
                    <a:pt x="19456" y="9205"/>
                    <a:pt x="19488" y="9219"/>
                    <a:pt x="19504" y="9213"/>
                  </a:cubicBezTo>
                  <a:cubicBezTo>
                    <a:pt x="19520" y="9208"/>
                    <a:pt x="19552" y="9174"/>
                    <a:pt x="19559" y="9149"/>
                  </a:cubicBezTo>
                  <a:cubicBezTo>
                    <a:pt x="19568" y="9117"/>
                    <a:pt x="19536" y="9033"/>
                    <a:pt x="19551" y="9010"/>
                  </a:cubicBezTo>
                  <a:cubicBezTo>
                    <a:pt x="19564" y="8991"/>
                    <a:pt x="19605" y="9021"/>
                    <a:pt x="19619" y="9038"/>
                  </a:cubicBezTo>
                  <a:cubicBezTo>
                    <a:pt x="19639" y="9060"/>
                    <a:pt x="19661" y="9136"/>
                    <a:pt x="19674" y="9170"/>
                  </a:cubicBezTo>
                  <a:cubicBezTo>
                    <a:pt x="19694" y="9218"/>
                    <a:pt x="19732" y="9315"/>
                    <a:pt x="19750" y="9365"/>
                  </a:cubicBezTo>
                  <a:cubicBezTo>
                    <a:pt x="19771" y="9422"/>
                    <a:pt x="19819" y="9535"/>
                    <a:pt x="19826" y="9600"/>
                  </a:cubicBezTo>
                  <a:cubicBezTo>
                    <a:pt x="19835" y="9671"/>
                    <a:pt x="19811" y="9815"/>
                    <a:pt x="19809" y="9887"/>
                  </a:cubicBezTo>
                  <a:cubicBezTo>
                    <a:pt x="19807" y="9936"/>
                    <a:pt x="19819" y="10037"/>
                    <a:pt x="19810" y="10085"/>
                  </a:cubicBezTo>
                  <a:cubicBezTo>
                    <a:pt x="19804" y="10116"/>
                    <a:pt x="19782" y="10178"/>
                    <a:pt x="19763" y="10190"/>
                  </a:cubicBezTo>
                  <a:cubicBezTo>
                    <a:pt x="19748" y="10199"/>
                    <a:pt x="19713" y="10180"/>
                    <a:pt x="19698" y="10165"/>
                  </a:cubicBezTo>
                  <a:cubicBezTo>
                    <a:pt x="19679" y="10146"/>
                    <a:pt x="19656" y="10074"/>
                    <a:pt x="19638" y="10049"/>
                  </a:cubicBezTo>
                  <a:cubicBezTo>
                    <a:pt x="19622" y="10026"/>
                    <a:pt x="19584" y="9985"/>
                    <a:pt x="19562" y="9976"/>
                  </a:cubicBezTo>
                  <a:cubicBezTo>
                    <a:pt x="19542" y="9968"/>
                    <a:pt x="19498" y="9994"/>
                    <a:pt x="19478" y="9981"/>
                  </a:cubicBezTo>
                  <a:cubicBezTo>
                    <a:pt x="19462" y="9970"/>
                    <a:pt x="19443" y="9916"/>
                    <a:pt x="19430" y="9898"/>
                  </a:cubicBezTo>
                  <a:cubicBezTo>
                    <a:pt x="19413" y="9874"/>
                    <a:pt x="19376" y="9808"/>
                    <a:pt x="19355" y="9819"/>
                  </a:cubicBezTo>
                  <a:cubicBezTo>
                    <a:pt x="19338" y="9829"/>
                    <a:pt x="19338" y="9902"/>
                    <a:pt x="19329" y="9927"/>
                  </a:cubicBezTo>
                  <a:cubicBezTo>
                    <a:pt x="19319" y="9959"/>
                    <a:pt x="19278" y="10008"/>
                    <a:pt x="19279" y="10044"/>
                  </a:cubicBezTo>
                  <a:cubicBezTo>
                    <a:pt x="19279" y="10074"/>
                    <a:pt x="19309" y="10122"/>
                    <a:pt x="19324" y="10138"/>
                  </a:cubicBezTo>
                  <a:cubicBezTo>
                    <a:pt x="19344" y="10160"/>
                    <a:pt x="19396" y="10159"/>
                    <a:pt x="19416" y="10179"/>
                  </a:cubicBezTo>
                  <a:cubicBezTo>
                    <a:pt x="19431" y="10194"/>
                    <a:pt x="19451" y="10241"/>
                    <a:pt x="19462" y="10263"/>
                  </a:cubicBezTo>
                  <a:cubicBezTo>
                    <a:pt x="19479" y="10299"/>
                    <a:pt x="19505" y="10386"/>
                    <a:pt x="19527" y="10414"/>
                  </a:cubicBezTo>
                  <a:cubicBezTo>
                    <a:pt x="19540" y="10431"/>
                    <a:pt x="19574" y="10437"/>
                    <a:pt x="19588" y="10452"/>
                  </a:cubicBezTo>
                  <a:cubicBezTo>
                    <a:pt x="19602" y="10468"/>
                    <a:pt x="19636" y="10507"/>
                    <a:pt x="19635" y="10536"/>
                  </a:cubicBezTo>
                  <a:cubicBezTo>
                    <a:pt x="19634" y="10562"/>
                    <a:pt x="19604" y="10595"/>
                    <a:pt x="19590" y="10604"/>
                  </a:cubicBezTo>
                  <a:cubicBezTo>
                    <a:pt x="19562" y="10622"/>
                    <a:pt x="19497" y="10583"/>
                    <a:pt x="19470" y="10604"/>
                  </a:cubicBezTo>
                  <a:cubicBezTo>
                    <a:pt x="19455" y="10615"/>
                    <a:pt x="19439" y="10669"/>
                    <a:pt x="19426" y="10688"/>
                  </a:cubicBezTo>
                  <a:cubicBezTo>
                    <a:pt x="19412" y="10709"/>
                    <a:pt x="19380" y="10746"/>
                    <a:pt x="19363" y="10760"/>
                  </a:cubicBezTo>
                  <a:cubicBezTo>
                    <a:pt x="19344" y="10777"/>
                    <a:pt x="19292" y="10778"/>
                    <a:pt x="19281" y="10809"/>
                  </a:cubicBezTo>
                  <a:cubicBezTo>
                    <a:pt x="19272" y="10835"/>
                    <a:pt x="19283" y="10900"/>
                    <a:pt x="19292" y="10925"/>
                  </a:cubicBezTo>
                  <a:cubicBezTo>
                    <a:pt x="19301" y="10950"/>
                    <a:pt x="19330" y="10986"/>
                    <a:pt x="19347" y="10993"/>
                  </a:cubicBezTo>
                  <a:cubicBezTo>
                    <a:pt x="19365" y="11001"/>
                    <a:pt x="19404" y="10993"/>
                    <a:pt x="19421" y="10979"/>
                  </a:cubicBezTo>
                  <a:cubicBezTo>
                    <a:pt x="19440" y="10964"/>
                    <a:pt x="19464" y="10902"/>
                    <a:pt x="19480" y="10880"/>
                  </a:cubicBezTo>
                  <a:cubicBezTo>
                    <a:pt x="19491" y="10864"/>
                    <a:pt x="19514" y="10823"/>
                    <a:pt x="19528" y="10826"/>
                  </a:cubicBezTo>
                  <a:cubicBezTo>
                    <a:pt x="19547" y="10829"/>
                    <a:pt x="19572" y="10889"/>
                    <a:pt x="19580" y="10918"/>
                  </a:cubicBezTo>
                  <a:cubicBezTo>
                    <a:pt x="19591" y="10952"/>
                    <a:pt x="19598" y="11032"/>
                    <a:pt x="19596" y="11072"/>
                  </a:cubicBezTo>
                  <a:cubicBezTo>
                    <a:pt x="19595" y="11095"/>
                    <a:pt x="19575" y="11138"/>
                    <a:pt x="19579" y="11161"/>
                  </a:cubicBezTo>
                  <a:cubicBezTo>
                    <a:pt x="19583" y="11192"/>
                    <a:pt x="19616" y="11250"/>
                    <a:pt x="19635" y="11248"/>
                  </a:cubicBezTo>
                  <a:cubicBezTo>
                    <a:pt x="19656" y="11245"/>
                    <a:pt x="19668" y="11157"/>
                    <a:pt x="19687" y="11144"/>
                  </a:cubicBezTo>
                  <a:cubicBezTo>
                    <a:pt x="19702" y="11135"/>
                    <a:pt x="19736" y="11143"/>
                    <a:pt x="19749" y="11158"/>
                  </a:cubicBezTo>
                  <a:cubicBezTo>
                    <a:pt x="19764" y="11175"/>
                    <a:pt x="19768" y="11250"/>
                    <a:pt x="19784" y="11264"/>
                  </a:cubicBezTo>
                  <a:cubicBezTo>
                    <a:pt x="19810" y="11284"/>
                    <a:pt x="19870" y="11215"/>
                    <a:pt x="19897" y="11231"/>
                  </a:cubicBezTo>
                  <a:cubicBezTo>
                    <a:pt x="19920" y="11245"/>
                    <a:pt x="19947" y="11319"/>
                    <a:pt x="19959" y="11353"/>
                  </a:cubicBezTo>
                  <a:cubicBezTo>
                    <a:pt x="19972" y="11387"/>
                    <a:pt x="19990" y="11463"/>
                    <a:pt x="19996" y="11502"/>
                  </a:cubicBezTo>
                  <a:cubicBezTo>
                    <a:pt x="20006" y="11568"/>
                    <a:pt x="20009" y="11704"/>
                    <a:pt x="20009" y="11772"/>
                  </a:cubicBezTo>
                  <a:cubicBezTo>
                    <a:pt x="20009" y="11831"/>
                    <a:pt x="20019" y="11960"/>
                    <a:pt x="19998" y="12007"/>
                  </a:cubicBezTo>
                  <a:cubicBezTo>
                    <a:pt x="19987" y="12034"/>
                    <a:pt x="19946" y="12051"/>
                    <a:pt x="19927" y="12054"/>
                  </a:cubicBezTo>
                  <a:cubicBezTo>
                    <a:pt x="19912" y="12056"/>
                    <a:pt x="19884" y="12031"/>
                    <a:pt x="19870" y="12037"/>
                  </a:cubicBezTo>
                  <a:cubicBezTo>
                    <a:pt x="19849" y="12046"/>
                    <a:pt x="19815" y="12098"/>
                    <a:pt x="19805" y="12130"/>
                  </a:cubicBezTo>
                  <a:cubicBezTo>
                    <a:pt x="19795" y="12162"/>
                    <a:pt x="19806" y="12243"/>
                    <a:pt x="19796" y="12275"/>
                  </a:cubicBezTo>
                  <a:cubicBezTo>
                    <a:pt x="19784" y="12312"/>
                    <a:pt x="19745" y="12372"/>
                    <a:pt x="19721" y="12381"/>
                  </a:cubicBezTo>
                  <a:cubicBezTo>
                    <a:pt x="19704" y="12387"/>
                    <a:pt x="19669" y="12364"/>
                    <a:pt x="19654" y="12349"/>
                  </a:cubicBezTo>
                  <a:cubicBezTo>
                    <a:pt x="19641" y="12334"/>
                    <a:pt x="19622" y="12288"/>
                    <a:pt x="19614" y="12264"/>
                  </a:cubicBezTo>
                  <a:cubicBezTo>
                    <a:pt x="19607" y="12242"/>
                    <a:pt x="19602" y="12189"/>
                    <a:pt x="19593" y="12167"/>
                  </a:cubicBezTo>
                  <a:cubicBezTo>
                    <a:pt x="19579" y="12133"/>
                    <a:pt x="19542" y="12075"/>
                    <a:pt x="19520" y="12056"/>
                  </a:cubicBezTo>
                  <a:cubicBezTo>
                    <a:pt x="19501" y="12040"/>
                    <a:pt x="19456" y="12041"/>
                    <a:pt x="19436" y="12026"/>
                  </a:cubicBezTo>
                  <a:cubicBezTo>
                    <a:pt x="19413" y="12010"/>
                    <a:pt x="19370" y="11963"/>
                    <a:pt x="19352" y="11935"/>
                  </a:cubicBezTo>
                  <a:cubicBezTo>
                    <a:pt x="19338" y="11913"/>
                    <a:pt x="19323" y="11847"/>
                    <a:pt x="19305" y="11837"/>
                  </a:cubicBezTo>
                  <a:cubicBezTo>
                    <a:pt x="19281" y="11823"/>
                    <a:pt x="19231" y="11886"/>
                    <a:pt x="19206" y="11875"/>
                  </a:cubicBezTo>
                  <a:cubicBezTo>
                    <a:pt x="19182" y="11864"/>
                    <a:pt x="19155" y="11780"/>
                    <a:pt x="19133" y="11761"/>
                  </a:cubicBezTo>
                  <a:cubicBezTo>
                    <a:pt x="19118" y="11749"/>
                    <a:pt x="19083" y="11755"/>
                    <a:pt x="19068" y="11742"/>
                  </a:cubicBezTo>
                  <a:cubicBezTo>
                    <a:pt x="19050" y="11727"/>
                    <a:pt x="19020" y="11675"/>
                    <a:pt x="19008" y="11645"/>
                  </a:cubicBezTo>
                  <a:cubicBezTo>
                    <a:pt x="19000" y="11623"/>
                    <a:pt x="18988" y="11571"/>
                    <a:pt x="18988" y="11545"/>
                  </a:cubicBezTo>
                  <a:cubicBezTo>
                    <a:pt x="18988" y="11515"/>
                    <a:pt x="19015" y="11461"/>
                    <a:pt x="19012" y="11431"/>
                  </a:cubicBezTo>
                  <a:cubicBezTo>
                    <a:pt x="19009" y="11408"/>
                    <a:pt x="18982" y="11379"/>
                    <a:pt x="18974" y="11359"/>
                  </a:cubicBezTo>
                  <a:cubicBezTo>
                    <a:pt x="18962" y="11323"/>
                    <a:pt x="18960" y="11227"/>
                    <a:pt x="18940" y="11201"/>
                  </a:cubicBezTo>
                  <a:cubicBezTo>
                    <a:pt x="18913" y="11165"/>
                    <a:pt x="18835" y="11174"/>
                    <a:pt x="18800" y="11180"/>
                  </a:cubicBezTo>
                  <a:cubicBezTo>
                    <a:pt x="18777" y="11183"/>
                    <a:pt x="18732" y="11203"/>
                    <a:pt x="18712" y="11223"/>
                  </a:cubicBezTo>
                  <a:cubicBezTo>
                    <a:pt x="18689" y="11246"/>
                    <a:pt x="18655" y="11319"/>
                    <a:pt x="18638" y="11353"/>
                  </a:cubicBezTo>
                  <a:cubicBezTo>
                    <a:pt x="18628" y="11371"/>
                    <a:pt x="18614" y="11419"/>
                    <a:pt x="18600" y="11428"/>
                  </a:cubicBezTo>
                  <a:cubicBezTo>
                    <a:pt x="18583" y="11441"/>
                    <a:pt x="18541" y="11401"/>
                    <a:pt x="18523" y="11413"/>
                  </a:cubicBezTo>
                  <a:cubicBezTo>
                    <a:pt x="18509" y="11421"/>
                    <a:pt x="18486" y="11464"/>
                    <a:pt x="18486" y="11489"/>
                  </a:cubicBezTo>
                  <a:cubicBezTo>
                    <a:pt x="18485" y="11514"/>
                    <a:pt x="18509" y="11559"/>
                    <a:pt x="18523" y="11569"/>
                  </a:cubicBezTo>
                  <a:cubicBezTo>
                    <a:pt x="18535" y="11579"/>
                    <a:pt x="18563" y="11558"/>
                    <a:pt x="18576" y="11564"/>
                  </a:cubicBezTo>
                  <a:cubicBezTo>
                    <a:pt x="18592" y="11571"/>
                    <a:pt x="18615" y="11615"/>
                    <a:pt x="18629" y="11626"/>
                  </a:cubicBezTo>
                  <a:cubicBezTo>
                    <a:pt x="18647" y="11640"/>
                    <a:pt x="18686" y="11661"/>
                    <a:pt x="18706" y="11659"/>
                  </a:cubicBezTo>
                  <a:cubicBezTo>
                    <a:pt x="18718" y="11657"/>
                    <a:pt x="18744" y="11639"/>
                    <a:pt x="18753" y="11623"/>
                  </a:cubicBezTo>
                  <a:cubicBezTo>
                    <a:pt x="18767" y="11600"/>
                    <a:pt x="18777" y="11534"/>
                    <a:pt x="18785" y="11504"/>
                  </a:cubicBezTo>
                  <a:cubicBezTo>
                    <a:pt x="18791" y="11482"/>
                    <a:pt x="18796" y="11419"/>
                    <a:pt x="18811" y="11415"/>
                  </a:cubicBezTo>
                  <a:cubicBezTo>
                    <a:pt x="18830" y="11410"/>
                    <a:pt x="18854" y="11482"/>
                    <a:pt x="18865" y="11510"/>
                  </a:cubicBezTo>
                  <a:cubicBezTo>
                    <a:pt x="18879" y="11549"/>
                    <a:pt x="18891" y="11640"/>
                    <a:pt x="18905" y="11680"/>
                  </a:cubicBezTo>
                  <a:cubicBezTo>
                    <a:pt x="18915" y="11707"/>
                    <a:pt x="18943" y="11752"/>
                    <a:pt x="18952" y="11780"/>
                  </a:cubicBezTo>
                  <a:cubicBezTo>
                    <a:pt x="18960" y="11807"/>
                    <a:pt x="18974" y="11864"/>
                    <a:pt x="18973" y="11894"/>
                  </a:cubicBezTo>
                  <a:cubicBezTo>
                    <a:pt x="18971" y="11920"/>
                    <a:pt x="18948" y="11961"/>
                    <a:pt x="18945" y="11986"/>
                  </a:cubicBezTo>
                  <a:cubicBezTo>
                    <a:pt x="18942" y="12015"/>
                    <a:pt x="18947" y="12076"/>
                    <a:pt x="18952" y="12105"/>
                  </a:cubicBezTo>
                  <a:cubicBezTo>
                    <a:pt x="18957" y="12139"/>
                    <a:pt x="18970" y="12212"/>
                    <a:pt x="18988" y="12232"/>
                  </a:cubicBezTo>
                  <a:cubicBezTo>
                    <a:pt x="19008" y="12256"/>
                    <a:pt x="19064" y="12257"/>
                    <a:pt x="19088" y="12246"/>
                  </a:cubicBezTo>
                  <a:cubicBezTo>
                    <a:pt x="19111" y="12235"/>
                    <a:pt x="19143" y="12153"/>
                    <a:pt x="19167" y="12151"/>
                  </a:cubicBezTo>
                  <a:cubicBezTo>
                    <a:pt x="19185" y="12149"/>
                    <a:pt x="19215" y="12195"/>
                    <a:pt x="19230" y="12211"/>
                  </a:cubicBezTo>
                  <a:cubicBezTo>
                    <a:pt x="19263" y="12241"/>
                    <a:pt x="19325" y="12310"/>
                    <a:pt x="19358" y="12337"/>
                  </a:cubicBezTo>
                  <a:cubicBezTo>
                    <a:pt x="19384" y="12359"/>
                    <a:pt x="19440" y="12387"/>
                    <a:pt x="19465" y="12411"/>
                  </a:cubicBezTo>
                  <a:cubicBezTo>
                    <a:pt x="19482" y="12427"/>
                    <a:pt x="19517" y="12463"/>
                    <a:pt x="19528" y="12489"/>
                  </a:cubicBezTo>
                  <a:cubicBezTo>
                    <a:pt x="19548" y="12533"/>
                    <a:pt x="19558" y="12645"/>
                    <a:pt x="19572" y="12694"/>
                  </a:cubicBezTo>
                  <a:cubicBezTo>
                    <a:pt x="19586" y="12744"/>
                    <a:pt x="19612" y="12862"/>
                    <a:pt x="19643" y="12879"/>
                  </a:cubicBezTo>
                  <a:cubicBezTo>
                    <a:pt x="19654" y="12884"/>
                    <a:pt x="19676" y="12864"/>
                    <a:pt x="19684" y="12852"/>
                  </a:cubicBezTo>
                  <a:cubicBezTo>
                    <a:pt x="19696" y="12832"/>
                    <a:pt x="19696" y="12762"/>
                    <a:pt x="19710" y="12746"/>
                  </a:cubicBezTo>
                  <a:cubicBezTo>
                    <a:pt x="19721" y="12733"/>
                    <a:pt x="19761" y="12746"/>
                    <a:pt x="19766" y="12746"/>
                  </a:cubicBezTo>
                  <a:cubicBezTo>
                    <a:pt x="19771" y="12746"/>
                    <a:pt x="19809" y="12694"/>
                    <a:pt x="19820" y="12673"/>
                  </a:cubicBezTo>
                  <a:cubicBezTo>
                    <a:pt x="19836" y="12643"/>
                    <a:pt x="19855" y="12560"/>
                    <a:pt x="19877" y="12544"/>
                  </a:cubicBezTo>
                  <a:cubicBezTo>
                    <a:pt x="19895" y="12529"/>
                    <a:pt x="19937" y="12564"/>
                    <a:pt x="19955" y="12551"/>
                  </a:cubicBezTo>
                  <a:cubicBezTo>
                    <a:pt x="19967" y="12543"/>
                    <a:pt x="19986" y="12507"/>
                    <a:pt x="19988" y="12487"/>
                  </a:cubicBezTo>
                  <a:cubicBezTo>
                    <a:pt x="19992" y="12447"/>
                    <a:pt x="19950" y="12380"/>
                    <a:pt x="19953" y="12340"/>
                  </a:cubicBezTo>
                  <a:cubicBezTo>
                    <a:pt x="19954" y="12322"/>
                    <a:pt x="19967" y="12288"/>
                    <a:pt x="19977" y="12278"/>
                  </a:cubicBezTo>
                  <a:cubicBezTo>
                    <a:pt x="19992" y="12263"/>
                    <a:pt x="20031" y="12279"/>
                    <a:pt x="20047" y="12264"/>
                  </a:cubicBezTo>
                  <a:cubicBezTo>
                    <a:pt x="20063" y="12249"/>
                    <a:pt x="20077" y="12174"/>
                    <a:pt x="20095" y="12164"/>
                  </a:cubicBezTo>
                  <a:cubicBezTo>
                    <a:pt x="20116" y="12155"/>
                    <a:pt x="20156" y="12196"/>
                    <a:pt x="20176" y="12207"/>
                  </a:cubicBezTo>
                  <a:cubicBezTo>
                    <a:pt x="20205" y="12225"/>
                    <a:pt x="20262" y="12274"/>
                    <a:pt x="20293" y="12284"/>
                  </a:cubicBezTo>
                  <a:cubicBezTo>
                    <a:pt x="20332" y="12296"/>
                    <a:pt x="20414" y="12279"/>
                    <a:pt x="20455" y="12284"/>
                  </a:cubicBezTo>
                  <a:cubicBezTo>
                    <a:pt x="20487" y="12287"/>
                    <a:pt x="20552" y="12318"/>
                    <a:pt x="20584" y="12310"/>
                  </a:cubicBezTo>
                  <a:cubicBezTo>
                    <a:pt x="20611" y="12305"/>
                    <a:pt x="20663" y="12268"/>
                    <a:pt x="20684" y="12240"/>
                  </a:cubicBezTo>
                  <a:cubicBezTo>
                    <a:pt x="20700" y="12219"/>
                    <a:pt x="20718" y="12155"/>
                    <a:pt x="20733" y="12132"/>
                  </a:cubicBezTo>
                  <a:cubicBezTo>
                    <a:pt x="20750" y="12106"/>
                    <a:pt x="20791" y="12066"/>
                    <a:pt x="20814" y="12056"/>
                  </a:cubicBezTo>
                  <a:cubicBezTo>
                    <a:pt x="20832" y="12049"/>
                    <a:pt x="20872" y="12048"/>
                    <a:pt x="20888" y="12061"/>
                  </a:cubicBezTo>
                  <a:cubicBezTo>
                    <a:pt x="20917" y="12086"/>
                    <a:pt x="20953" y="12179"/>
                    <a:pt x="20970" y="12224"/>
                  </a:cubicBezTo>
                  <a:cubicBezTo>
                    <a:pt x="20998" y="12302"/>
                    <a:pt x="21035" y="12476"/>
                    <a:pt x="21057" y="12559"/>
                  </a:cubicBezTo>
                  <a:cubicBezTo>
                    <a:pt x="21077" y="12635"/>
                    <a:pt x="21113" y="12790"/>
                    <a:pt x="21138" y="12862"/>
                  </a:cubicBezTo>
                  <a:cubicBezTo>
                    <a:pt x="21166" y="12943"/>
                    <a:pt x="21237" y="13088"/>
                    <a:pt x="21267" y="13165"/>
                  </a:cubicBezTo>
                  <a:cubicBezTo>
                    <a:pt x="21302" y="13251"/>
                    <a:pt x="21362" y="13433"/>
                    <a:pt x="21397" y="13517"/>
                  </a:cubicBezTo>
                  <a:cubicBezTo>
                    <a:pt x="21430" y="13595"/>
                    <a:pt x="21512" y="13731"/>
                    <a:pt x="21540" y="13814"/>
                  </a:cubicBezTo>
                  <a:cubicBezTo>
                    <a:pt x="21558" y="13871"/>
                    <a:pt x="21573" y="13999"/>
                    <a:pt x="21588" y="14058"/>
                  </a:cubicBezTo>
                  <a:cubicBezTo>
                    <a:pt x="21591" y="14071"/>
                    <a:pt x="21596" y="14087"/>
                    <a:pt x="21600" y="14103"/>
                  </a:cubicBezTo>
                  <a:lnTo>
                    <a:pt x="19196" y="15134"/>
                  </a:lnTo>
                  <a:cubicBezTo>
                    <a:pt x="19196" y="15134"/>
                    <a:pt x="17641" y="15789"/>
                    <a:pt x="17122" y="16003"/>
                  </a:cubicBezTo>
                  <a:cubicBezTo>
                    <a:pt x="16678" y="16186"/>
                    <a:pt x="15789" y="16546"/>
                    <a:pt x="15344" y="16725"/>
                  </a:cubicBezTo>
                  <a:cubicBezTo>
                    <a:pt x="14938" y="16889"/>
                    <a:pt x="14128" y="17220"/>
                    <a:pt x="13721" y="17374"/>
                  </a:cubicBezTo>
                  <a:cubicBezTo>
                    <a:pt x="13432" y="17484"/>
                    <a:pt x="12850" y="17679"/>
                    <a:pt x="12560" y="17788"/>
                  </a:cubicBezTo>
                  <a:cubicBezTo>
                    <a:pt x="12297" y="17887"/>
                    <a:pt x="11774" y="18105"/>
                    <a:pt x="11511" y="18202"/>
                  </a:cubicBezTo>
                  <a:cubicBezTo>
                    <a:pt x="11223" y="18309"/>
                    <a:pt x="10644" y="18501"/>
                    <a:pt x="10355" y="18600"/>
                  </a:cubicBezTo>
                  <a:cubicBezTo>
                    <a:pt x="10066" y="18698"/>
                    <a:pt x="9489" y="18904"/>
                    <a:pt x="9198" y="18989"/>
                  </a:cubicBezTo>
                  <a:cubicBezTo>
                    <a:pt x="9039" y="19036"/>
                    <a:pt x="8717" y="19105"/>
                    <a:pt x="8557" y="19152"/>
                  </a:cubicBezTo>
                  <a:cubicBezTo>
                    <a:pt x="8440" y="19185"/>
                    <a:pt x="8208" y="19271"/>
                    <a:pt x="8091" y="19305"/>
                  </a:cubicBezTo>
                  <a:cubicBezTo>
                    <a:pt x="7794" y="19393"/>
                    <a:pt x="7197" y="19528"/>
                    <a:pt x="6901" y="19614"/>
                  </a:cubicBezTo>
                  <a:cubicBezTo>
                    <a:pt x="6692" y="19674"/>
                    <a:pt x="6280" y="19841"/>
                    <a:pt x="6070" y="19882"/>
                  </a:cubicBezTo>
                  <a:cubicBezTo>
                    <a:pt x="5985" y="19899"/>
                    <a:pt x="5815" y="19906"/>
                    <a:pt x="5729" y="19906"/>
                  </a:cubicBezTo>
                  <a:cubicBezTo>
                    <a:pt x="5693" y="19906"/>
                    <a:pt x="5615" y="19931"/>
                    <a:pt x="5584" y="19898"/>
                  </a:cubicBezTo>
                  <a:cubicBezTo>
                    <a:pt x="5584" y="19897"/>
                    <a:pt x="5583" y="19897"/>
                    <a:pt x="5583" y="19897"/>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30" name="Shape 4812"/>
            <p:cNvSpPr/>
            <p:nvPr/>
          </p:nvSpPr>
          <p:spPr>
            <a:xfrm>
              <a:off x="9549870" y="2784420"/>
              <a:ext cx="10565" cy="12730"/>
            </a:xfrm>
            <a:custGeom>
              <a:avLst/>
              <a:gdLst/>
              <a:ahLst/>
              <a:cxnLst>
                <a:cxn ang="0">
                  <a:pos x="wd2" y="hd2"/>
                </a:cxn>
                <a:cxn ang="5400000">
                  <a:pos x="wd2" y="hd2"/>
                </a:cxn>
                <a:cxn ang="10800000">
                  <a:pos x="wd2" y="hd2"/>
                </a:cxn>
                <a:cxn ang="16200000">
                  <a:pos x="wd2" y="hd2"/>
                </a:cxn>
              </a:cxnLst>
              <a:rect l="0" t="0" r="r" b="b"/>
              <a:pathLst>
                <a:path w="21556" h="21280" extrusionOk="0">
                  <a:moveTo>
                    <a:pt x="0" y="4395"/>
                  </a:moveTo>
                  <a:lnTo>
                    <a:pt x="21554" y="0"/>
                  </a:lnTo>
                  <a:cubicBezTo>
                    <a:pt x="21600" y="3569"/>
                    <a:pt x="20912" y="8828"/>
                    <a:pt x="19766" y="11420"/>
                  </a:cubicBezTo>
                  <a:cubicBezTo>
                    <a:pt x="18619" y="14162"/>
                    <a:pt x="15455" y="20961"/>
                    <a:pt x="11832" y="21262"/>
                  </a:cubicBezTo>
                  <a:cubicBezTo>
                    <a:pt x="9034" y="21600"/>
                    <a:pt x="5045" y="16979"/>
                    <a:pt x="3623" y="14989"/>
                  </a:cubicBezTo>
                  <a:cubicBezTo>
                    <a:pt x="2293" y="13073"/>
                    <a:pt x="2431" y="8527"/>
                    <a:pt x="1422" y="6461"/>
                  </a:cubicBezTo>
                  <a:cubicBezTo>
                    <a:pt x="1101" y="5823"/>
                    <a:pt x="642" y="5184"/>
                    <a:pt x="0" y="439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31" name="Shape 4813"/>
            <p:cNvSpPr/>
            <p:nvPr/>
          </p:nvSpPr>
          <p:spPr>
            <a:xfrm>
              <a:off x="9549870" y="2784420"/>
              <a:ext cx="10565" cy="12751"/>
            </a:xfrm>
            <a:custGeom>
              <a:avLst/>
              <a:gdLst/>
              <a:ahLst/>
              <a:cxnLst>
                <a:cxn ang="0">
                  <a:pos x="wd2" y="hd2"/>
                </a:cxn>
                <a:cxn ang="5400000">
                  <a:pos x="wd2" y="hd2"/>
                </a:cxn>
                <a:cxn ang="10800000">
                  <a:pos x="wd2" y="hd2"/>
                </a:cxn>
                <a:cxn ang="16200000">
                  <a:pos x="wd2" y="hd2"/>
                </a:cxn>
              </a:cxnLst>
              <a:rect l="0" t="0" r="r" b="b"/>
              <a:pathLst>
                <a:path w="21556" h="21313" extrusionOk="0">
                  <a:moveTo>
                    <a:pt x="0" y="4395"/>
                  </a:moveTo>
                  <a:lnTo>
                    <a:pt x="21554" y="0"/>
                  </a:lnTo>
                  <a:cubicBezTo>
                    <a:pt x="21600" y="3569"/>
                    <a:pt x="20912" y="8828"/>
                    <a:pt x="19766" y="11420"/>
                  </a:cubicBezTo>
                  <a:cubicBezTo>
                    <a:pt x="18619" y="14162"/>
                    <a:pt x="15455" y="20961"/>
                    <a:pt x="11832" y="21299"/>
                  </a:cubicBezTo>
                  <a:cubicBezTo>
                    <a:pt x="9034" y="21600"/>
                    <a:pt x="5045" y="16979"/>
                    <a:pt x="3623" y="14989"/>
                  </a:cubicBezTo>
                  <a:cubicBezTo>
                    <a:pt x="2293" y="13073"/>
                    <a:pt x="2431" y="8527"/>
                    <a:pt x="1422" y="6461"/>
                  </a:cubicBezTo>
                  <a:cubicBezTo>
                    <a:pt x="1101" y="5860"/>
                    <a:pt x="642" y="5184"/>
                    <a:pt x="0" y="439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32" name="Shape 4814"/>
            <p:cNvSpPr/>
            <p:nvPr/>
          </p:nvSpPr>
          <p:spPr>
            <a:xfrm>
              <a:off x="9618905" y="2715385"/>
              <a:ext cx="108408" cy="267962"/>
            </a:xfrm>
            <a:custGeom>
              <a:avLst/>
              <a:gdLst/>
              <a:ahLst/>
              <a:cxnLst>
                <a:cxn ang="0">
                  <a:pos x="wd2" y="hd2"/>
                </a:cxn>
                <a:cxn ang="5400000">
                  <a:pos x="wd2" y="hd2"/>
                </a:cxn>
                <a:cxn ang="10800000">
                  <a:pos x="wd2" y="hd2"/>
                </a:cxn>
                <a:cxn ang="16200000">
                  <a:pos x="wd2" y="hd2"/>
                </a:cxn>
              </a:cxnLst>
              <a:rect l="0" t="0" r="r" b="b"/>
              <a:pathLst>
                <a:path w="21538" h="21595" extrusionOk="0">
                  <a:moveTo>
                    <a:pt x="7032" y="2448"/>
                  </a:moveTo>
                  <a:lnTo>
                    <a:pt x="21538" y="0"/>
                  </a:lnTo>
                  <a:cubicBezTo>
                    <a:pt x="21239" y="350"/>
                    <a:pt x="20855" y="808"/>
                    <a:pt x="20632" y="1065"/>
                  </a:cubicBezTo>
                  <a:cubicBezTo>
                    <a:pt x="20400" y="1329"/>
                    <a:pt x="19707" y="1842"/>
                    <a:pt x="19676" y="2124"/>
                  </a:cubicBezTo>
                  <a:cubicBezTo>
                    <a:pt x="19645" y="2322"/>
                    <a:pt x="20149" y="2698"/>
                    <a:pt x="20141" y="2896"/>
                  </a:cubicBezTo>
                  <a:cubicBezTo>
                    <a:pt x="20127" y="3120"/>
                    <a:pt x="19828" y="3570"/>
                    <a:pt x="19524" y="3756"/>
                  </a:cubicBezTo>
                  <a:cubicBezTo>
                    <a:pt x="19328" y="3876"/>
                    <a:pt x="18779" y="4120"/>
                    <a:pt x="18417" y="4127"/>
                  </a:cubicBezTo>
                  <a:cubicBezTo>
                    <a:pt x="18078" y="4136"/>
                    <a:pt x="17587" y="3852"/>
                    <a:pt x="17243" y="3830"/>
                  </a:cubicBezTo>
                  <a:cubicBezTo>
                    <a:pt x="16890" y="3814"/>
                    <a:pt x="16154" y="3910"/>
                    <a:pt x="15881" y="4004"/>
                  </a:cubicBezTo>
                  <a:cubicBezTo>
                    <a:pt x="15319" y="4202"/>
                    <a:pt x="14921" y="4819"/>
                    <a:pt x="14609" y="5091"/>
                  </a:cubicBezTo>
                  <a:cubicBezTo>
                    <a:pt x="14395" y="5288"/>
                    <a:pt x="13903" y="5668"/>
                    <a:pt x="13765" y="5875"/>
                  </a:cubicBezTo>
                  <a:cubicBezTo>
                    <a:pt x="13537" y="6205"/>
                    <a:pt x="13403" y="6895"/>
                    <a:pt x="13363" y="7239"/>
                  </a:cubicBezTo>
                  <a:cubicBezTo>
                    <a:pt x="13319" y="7574"/>
                    <a:pt x="13533" y="8242"/>
                    <a:pt x="13457" y="8573"/>
                  </a:cubicBezTo>
                  <a:cubicBezTo>
                    <a:pt x="13390" y="8878"/>
                    <a:pt x="12881" y="9459"/>
                    <a:pt x="12845" y="9760"/>
                  </a:cubicBezTo>
                  <a:cubicBezTo>
                    <a:pt x="12832" y="9923"/>
                    <a:pt x="12836" y="10267"/>
                    <a:pt x="13028" y="10410"/>
                  </a:cubicBezTo>
                  <a:cubicBezTo>
                    <a:pt x="13149" y="10489"/>
                    <a:pt x="13622" y="10565"/>
                    <a:pt x="13743" y="10649"/>
                  </a:cubicBezTo>
                  <a:cubicBezTo>
                    <a:pt x="13926" y="10770"/>
                    <a:pt x="14113" y="11078"/>
                    <a:pt x="14024" y="11217"/>
                  </a:cubicBezTo>
                  <a:cubicBezTo>
                    <a:pt x="13926" y="11364"/>
                    <a:pt x="13158" y="11533"/>
                    <a:pt x="13055" y="11677"/>
                  </a:cubicBezTo>
                  <a:cubicBezTo>
                    <a:pt x="12966" y="11799"/>
                    <a:pt x="13252" y="12056"/>
                    <a:pt x="13220" y="12183"/>
                  </a:cubicBezTo>
                  <a:cubicBezTo>
                    <a:pt x="13180" y="12389"/>
                    <a:pt x="12582" y="12768"/>
                    <a:pt x="12582" y="12978"/>
                  </a:cubicBezTo>
                  <a:cubicBezTo>
                    <a:pt x="12591" y="13086"/>
                    <a:pt x="12908" y="13284"/>
                    <a:pt x="12944" y="13396"/>
                  </a:cubicBezTo>
                  <a:cubicBezTo>
                    <a:pt x="12997" y="13604"/>
                    <a:pt x="12899" y="14035"/>
                    <a:pt x="12725" y="14236"/>
                  </a:cubicBezTo>
                  <a:cubicBezTo>
                    <a:pt x="12582" y="14399"/>
                    <a:pt x="11930" y="14653"/>
                    <a:pt x="11787" y="14820"/>
                  </a:cubicBezTo>
                  <a:cubicBezTo>
                    <a:pt x="11564" y="15080"/>
                    <a:pt x="11698" y="15656"/>
                    <a:pt x="11573" y="15933"/>
                  </a:cubicBezTo>
                  <a:cubicBezTo>
                    <a:pt x="11484" y="16129"/>
                    <a:pt x="11292" y="16524"/>
                    <a:pt x="11033" y="16687"/>
                  </a:cubicBezTo>
                  <a:cubicBezTo>
                    <a:pt x="10863" y="16795"/>
                    <a:pt x="10318" y="16942"/>
                    <a:pt x="10073" y="17022"/>
                  </a:cubicBezTo>
                  <a:cubicBezTo>
                    <a:pt x="9948" y="17060"/>
                    <a:pt x="9622" y="17105"/>
                    <a:pt x="9577" y="17165"/>
                  </a:cubicBezTo>
                  <a:cubicBezTo>
                    <a:pt x="9483" y="17301"/>
                    <a:pt x="10091" y="17652"/>
                    <a:pt x="10091" y="17681"/>
                  </a:cubicBezTo>
                  <a:cubicBezTo>
                    <a:pt x="10091" y="17710"/>
                    <a:pt x="10113" y="18030"/>
                    <a:pt x="10216" y="18139"/>
                  </a:cubicBezTo>
                  <a:cubicBezTo>
                    <a:pt x="10296" y="18237"/>
                    <a:pt x="10689" y="18391"/>
                    <a:pt x="10769" y="18490"/>
                  </a:cubicBezTo>
                  <a:cubicBezTo>
                    <a:pt x="10876" y="18621"/>
                    <a:pt x="10894" y="18902"/>
                    <a:pt x="10845" y="19036"/>
                  </a:cubicBezTo>
                  <a:cubicBezTo>
                    <a:pt x="10796" y="19173"/>
                    <a:pt x="10568" y="19447"/>
                    <a:pt x="10399" y="19572"/>
                  </a:cubicBezTo>
                  <a:cubicBezTo>
                    <a:pt x="10233" y="19689"/>
                    <a:pt x="9707" y="19870"/>
                    <a:pt x="9550" y="19992"/>
                  </a:cubicBezTo>
                  <a:cubicBezTo>
                    <a:pt x="9354" y="20137"/>
                    <a:pt x="9207" y="20472"/>
                    <a:pt x="9037" y="20620"/>
                  </a:cubicBezTo>
                  <a:cubicBezTo>
                    <a:pt x="8836" y="20792"/>
                    <a:pt x="8385" y="21138"/>
                    <a:pt x="8041" y="21269"/>
                  </a:cubicBezTo>
                  <a:cubicBezTo>
                    <a:pt x="7867" y="21336"/>
                    <a:pt x="7425" y="21502"/>
                    <a:pt x="7198" y="21459"/>
                  </a:cubicBezTo>
                  <a:cubicBezTo>
                    <a:pt x="6983" y="21423"/>
                    <a:pt x="7189" y="21138"/>
                    <a:pt x="6983" y="21098"/>
                  </a:cubicBezTo>
                  <a:cubicBezTo>
                    <a:pt x="6764" y="21053"/>
                    <a:pt x="6273" y="21202"/>
                    <a:pt x="6068" y="21260"/>
                  </a:cubicBezTo>
                  <a:cubicBezTo>
                    <a:pt x="5827" y="21327"/>
                    <a:pt x="5537" y="21587"/>
                    <a:pt x="5246" y="21595"/>
                  </a:cubicBezTo>
                  <a:cubicBezTo>
                    <a:pt x="5010" y="21600"/>
                    <a:pt x="4608" y="21439"/>
                    <a:pt x="4492" y="21354"/>
                  </a:cubicBezTo>
                  <a:cubicBezTo>
                    <a:pt x="4354" y="21254"/>
                    <a:pt x="4474" y="21004"/>
                    <a:pt x="4376" y="20896"/>
                  </a:cubicBezTo>
                  <a:cubicBezTo>
                    <a:pt x="4233" y="20734"/>
                    <a:pt x="3706" y="20457"/>
                    <a:pt x="3403" y="20334"/>
                  </a:cubicBezTo>
                  <a:cubicBezTo>
                    <a:pt x="3197" y="20247"/>
                    <a:pt x="2644" y="20133"/>
                    <a:pt x="2420" y="20048"/>
                  </a:cubicBezTo>
                  <a:cubicBezTo>
                    <a:pt x="2184" y="19950"/>
                    <a:pt x="1800" y="19720"/>
                    <a:pt x="1643" y="19601"/>
                  </a:cubicBezTo>
                  <a:cubicBezTo>
                    <a:pt x="1282" y="19313"/>
                    <a:pt x="840" y="18692"/>
                    <a:pt x="590" y="18387"/>
                  </a:cubicBezTo>
                  <a:cubicBezTo>
                    <a:pt x="434" y="18204"/>
                    <a:pt x="-8" y="17846"/>
                    <a:pt x="1" y="17652"/>
                  </a:cubicBezTo>
                  <a:cubicBezTo>
                    <a:pt x="5" y="17451"/>
                    <a:pt x="527" y="17089"/>
                    <a:pt x="679" y="16899"/>
                  </a:cubicBezTo>
                  <a:cubicBezTo>
                    <a:pt x="858" y="16676"/>
                    <a:pt x="1380" y="16232"/>
                    <a:pt x="1318" y="16000"/>
                  </a:cubicBezTo>
                  <a:cubicBezTo>
                    <a:pt x="1273" y="15843"/>
                    <a:pt x="719" y="15587"/>
                    <a:pt x="563" y="15439"/>
                  </a:cubicBezTo>
                  <a:cubicBezTo>
                    <a:pt x="393" y="15274"/>
                    <a:pt x="126" y="14943"/>
                    <a:pt x="67" y="14771"/>
                  </a:cubicBezTo>
                  <a:cubicBezTo>
                    <a:pt x="-62" y="14378"/>
                    <a:pt x="184" y="13581"/>
                    <a:pt x="184" y="13184"/>
                  </a:cubicBezTo>
                  <a:cubicBezTo>
                    <a:pt x="192" y="12808"/>
                    <a:pt x="126" y="12052"/>
                    <a:pt x="117" y="11677"/>
                  </a:cubicBezTo>
                  <a:cubicBezTo>
                    <a:pt x="112" y="11551"/>
                    <a:pt x="36" y="11294"/>
                    <a:pt x="117" y="11172"/>
                  </a:cubicBezTo>
                  <a:cubicBezTo>
                    <a:pt x="206" y="11033"/>
                    <a:pt x="666" y="10797"/>
                    <a:pt x="822" y="10667"/>
                  </a:cubicBezTo>
                  <a:cubicBezTo>
                    <a:pt x="1001" y="10513"/>
                    <a:pt x="1304" y="10198"/>
                    <a:pt x="1411" y="10037"/>
                  </a:cubicBezTo>
                  <a:cubicBezTo>
                    <a:pt x="1554" y="9807"/>
                    <a:pt x="1501" y="9318"/>
                    <a:pt x="1737" y="9102"/>
                  </a:cubicBezTo>
                  <a:cubicBezTo>
                    <a:pt x="1849" y="9001"/>
                    <a:pt x="2309" y="8856"/>
                    <a:pt x="2420" y="8758"/>
                  </a:cubicBezTo>
                  <a:cubicBezTo>
                    <a:pt x="2559" y="8640"/>
                    <a:pt x="2586" y="8372"/>
                    <a:pt x="2702" y="8251"/>
                  </a:cubicBezTo>
                  <a:cubicBezTo>
                    <a:pt x="2791" y="8166"/>
                    <a:pt x="3103" y="8025"/>
                    <a:pt x="3175" y="7938"/>
                  </a:cubicBezTo>
                  <a:cubicBezTo>
                    <a:pt x="3269" y="7816"/>
                    <a:pt x="3345" y="7557"/>
                    <a:pt x="3242" y="7440"/>
                  </a:cubicBezTo>
                  <a:cubicBezTo>
                    <a:pt x="3117" y="7293"/>
                    <a:pt x="2197" y="7130"/>
                    <a:pt x="2211" y="6972"/>
                  </a:cubicBezTo>
                  <a:cubicBezTo>
                    <a:pt x="2219" y="6858"/>
                    <a:pt x="2764" y="6710"/>
                    <a:pt x="3014" y="6657"/>
                  </a:cubicBezTo>
                  <a:cubicBezTo>
                    <a:pt x="3367" y="6581"/>
                    <a:pt x="4242" y="6608"/>
                    <a:pt x="4563" y="6514"/>
                  </a:cubicBezTo>
                  <a:cubicBezTo>
                    <a:pt x="4988" y="6389"/>
                    <a:pt x="5363" y="5964"/>
                    <a:pt x="5622" y="5779"/>
                  </a:cubicBezTo>
                  <a:cubicBezTo>
                    <a:pt x="5778" y="5668"/>
                    <a:pt x="6126" y="5451"/>
                    <a:pt x="6238" y="5332"/>
                  </a:cubicBezTo>
                  <a:cubicBezTo>
                    <a:pt x="6322" y="5228"/>
                    <a:pt x="6514" y="5011"/>
                    <a:pt x="6421" y="4910"/>
                  </a:cubicBezTo>
                  <a:cubicBezTo>
                    <a:pt x="6291" y="4776"/>
                    <a:pt x="5644" y="4587"/>
                    <a:pt x="5296" y="4547"/>
                  </a:cubicBezTo>
                  <a:cubicBezTo>
                    <a:pt x="5113" y="4526"/>
                    <a:pt x="4715" y="4555"/>
                    <a:pt x="4541" y="4587"/>
                  </a:cubicBezTo>
                  <a:cubicBezTo>
                    <a:pt x="4269" y="4634"/>
                    <a:pt x="3934" y="4881"/>
                    <a:pt x="3648" y="4901"/>
                  </a:cubicBezTo>
                  <a:cubicBezTo>
                    <a:pt x="3496" y="4911"/>
                    <a:pt x="3175" y="4863"/>
                    <a:pt x="3081" y="4815"/>
                  </a:cubicBezTo>
                  <a:cubicBezTo>
                    <a:pt x="2938" y="4745"/>
                    <a:pt x="2880" y="4542"/>
                    <a:pt x="2938" y="4451"/>
                  </a:cubicBezTo>
                  <a:cubicBezTo>
                    <a:pt x="3005" y="4343"/>
                    <a:pt x="3434" y="4182"/>
                    <a:pt x="3626" y="4100"/>
                  </a:cubicBezTo>
                  <a:cubicBezTo>
                    <a:pt x="3773" y="4031"/>
                    <a:pt x="4153" y="3924"/>
                    <a:pt x="4282" y="3852"/>
                  </a:cubicBezTo>
                  <a:cubicBezTo>
                    <a:pt x="4425" y="3772"/>
                    <a:pt x="4604" y="3589"/>
                    <a:pt x="4679" y="3499"/>
                  </a:cubicBezTo>
                  <a:cubicBezTo>
                    <a:pt x="4702" y="3464"/>
                    <a:pt x="4760" y="3417"/>
                    <a:pt x="4813" y="3365"/>
                  </a:cubicBezTo>
                  <a:lnTo>
                    <a:pt x="7032" y="3365"/>
                  </a:lnTo>
                  <a:cubicBezTo>
                    <a:pt x="7032" y="3365"/>
                    <a:pt x="7032" y="2448"/>
                    <a:pt x="7032" y="244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33" name="Shape 4815"/>
            <p:cNvSpPr/>
            <p:nvPr/>
          </p:nvSpPr>
          <p:spPr>
            <a:xfrm>
              <a:off x="9618905" y="2715385"/>
              <a:ext cx="108408" cy="267962"/>
            </a:xfrm>
            <a:custGeom>
              <a:avLst/>
              <a:gdLst/>
              <a:ahLst/>
              <a:cxnLst>
                <a:cxn ang="0">
                  <a:pos x="wd2" y="hd2"/>
                </a:cxn>
                <a:cxn ang="5400000">
                  <a:pos x="wd2" y="hd2"/>
                </a:cxn>
                <a:cxn ang="10800000">
                  <a:pos x="wd2" y="hd2"/>
                </a:cxn>
                <a:cxn ang="16200000">
                  <a:pos x="wd2" y="hd2"/>
                </a:cxn>
              </a:cxnLst>
              <a:rect l="0" t="0" r="r" b="b"/>
              <a:pathLst>
                <a:path w="21538" h="21595" extrusionOk="0">
                  <a:moveTo>
                    <a:pt x="7032" y="2448"/>
                  </a:moveTo>
                  <a:lnTo>
                    <a:pt x="21538" y="0"/>
                  </a:lnTo>
                  <a:cubicBezTo>
                    <a:pt x="21239" y="350"/>
                    <a:pt x="20855" y="808"/>
                    <a:pt x="20632" y="1065"/>
                  </a:cubicBezTo>
                  <a:cubicBezTo>
                    <a:pt x="20400" y="1329"/>
                    <a:pt x="19707" y="1842"/>
                    <a:pt x="19676" y="2124"/>
                  </a:cubicBezTo>
                  <a:cubicBezTo>
                    <a:pt x="19645" y="2322"/>
                    <a:pt x="20149" y="2700"/>
                    <a:pt x="20141" y="2896"/>
                  </a:cubicBezTo>
                  <a:cubicBezTo>
                    <a:pt x="20127" y="3122"/>
                    <a:pt x="19828" y="3570"/>
                    <a:pt x="19524" y="3756"/>
                  </a:cubicBezTo>
                  <a:cubicBezTo>
                    <a:pt x="19328" y="3876"/>
                    <a:pt x="18779" y="4120"/>
                    <a:pt x="18417" y="4127"/>
                  </a:cubicBezTo>
                  <a:cubicBezTo>
                    <a:pt x="18078" y="4138"/>
                    <a:pt x="17587" y="3852"/>
                    <a:pt x="17243" y="3832"/>
                  </a:cubicBezTo>
                  <a:cubicBezTo>
                    <a:pt x="16890" y="3814"/>
                    <a:pt x="16154" y="3910"/>
                    <a:pt x="15881" y="4004"/>
                  </a:cubicBezTo>
                  <a:cubicBezTo>
                    <a:pt x="15319" y="4202"/>
                    <a:pt x="14921" y="4819"/>
                    <a:pt x="14609" y="5091"/>
                  </a:cubicBezTo>
                  <a:cubicBezTo>
                    <a:pt x="14399" y="5286"/>
                    <a:pt x="13903" y="5668"/>
                    <a:pt x="13765" y="5875"/>
                  </a:cubicBezTo>
                  <a:cubicBezTo>
                    <a:pt x="13537" y="6205"/>
                    <a:pt x="13399" y="6895"/>
                    <a:pt x="13363" y="7239"/>
                  </a:cubicBezTo>
                  <a:cubicBezTo>
                    <a:pt x="13319" y="7574"/>
                    <a:pt x="13533" y="8242"/>
                    <a:pt x="13457" y="8573"/>
                  </a:cubicBezTo>
                  <a:cubicBezTo>
                    <a:pt x="13390" y="8878"/>
                    <a:pt x="12881" y="9459"/>
                    <a:pt x="12845" y="9760"/>
                  </a:cubicBezTo>
                  <a:cubicBezTo>
                    <a:pt x="12832" y="9923"/>
                    <a:pt x="12836" y="10267"/>
                    <a:pt x="13028" y="10410"/>
                  </a:cubicBezTo>
                  <a:cubicBezTo>
                    <a:pt x="13149" y="10489"/>
                    <a:pt x="13622" y="10565"/>
                    <a:pt x="13743" y="10649"/>
                  </a:cubicBezTo>
                  <a:cubicBezTo>
                    <a:pt x="13926" y="10772"/>
                    <a:pt x="14113" y="11078"/>
                    <a:pt x="14024" y="11217"/>
                  </a:cubicBezTo>
                  <a:cubicBezTo>
                    <a:pt x="13926" y="11366"/>
                    <a:pt x="13158" y="11533"/>
                    <a:pt x="13055" y="11677"/>
                  </a:cubicBezTo>
                  <a:cubicBezTo>
                    <a:pt x="12966" y="11799"/>
                    <a:pt x="13252" y="12056"/>
                    <a:pt x="13220" y="12183"/>
                  </a:cubicBezTo>
                  <a:cubicBezTo>
                    <a:pt x="13180" y="12389"/>
                    <a:pt x="12582" y="12768"/>
                    <a:pt x="12582" y="12978"/>
                  </a:cubicBezTo>
                  <a:cubicBezTo>
                    <a:pt x="12591" y="13086"/>
                    <a:pt x="12908" y="13284"/>
                    <a:pt x="12944" y="13396"/>
                  </a:cubicBezTo>
                  <a:cubicBezTo>
                    <a:pt x="12997" y="13604"/>
                    <a:pt x="12899" y="14035"/>
                    <a:pt x="12725" y="14236"/>
                  </a:cubicBezTo>
                  <a:cubicBezTo>
                    <a:pt x="12582" y="14399"/>
                    <a:pt x="11930" y="14653"/>
                    <a:pt x="11787" y="14820"/>
                  </a:cubicBezTo>
                  <a:cubicBezTo>
                    <a:pt x="11564" y="15080"/>
                    <a:pt x="11698" y="15656"/>
                    <a:pt x="11573" y="15933"/>
                  </a:cubicBezTo>
                  <a:cubicBezTo>
                    <a:pt x="11484" y="16127"/>
                    <a:pt x="11292" y="16524"/>
                    <a:pt x="11033" y="16687"/>
                  </a:cubicBezTo>
                  <a:cubicBezTo>
                    <a:pt x="10863" y="16795"/>
                    <a:pt x="10318" y="16942"/>
                    <a:pt x="10073" y="17022"/>
                  </a:cubicBezTo>
                  <a:cubicBezTo>
                    <a:pt x="9948" y="17060"/>
                    <a:pt x="9622" y="17105"/>
                    <a:pt x="9577" y="17165"/>
                  </a:cubicBezTo>
                  <a:cubicBezTo>
                    <a:pt x="9483" y="17301"/>
                    <a:pt x="10091" y="17652"/>
                    <a:pt x="10091" y="17681"/>
                  </a:cubicBezTo>
                  <a:cubicBezTo>
                    <a:pt x="10091" y="17710"/>
                    <a:pt x="10113" y="18030"/>
                    <a:pt x="10216" y="18139"/>
                  </a:cubicBezTo>
                  <a:cubicBezTo>
                    <a:pt x="10296" y="18237"/>
                    <a:pt x="10689" y="18391"/>
                    <a:pt x="10769" y="18490"/>
                  </a:cubicBezTo>
                  <a:cubicBezTo>
                    <a:pt x="10876" y="18621"/>
                    <a:pt x="10894" y="18902"/>
                    <a:pt x="10845" y="19036"/>
                  </a:cubicBezTo>
                  <a:cubicBezTo>
                    <a:pt x="10796" y="19173"/>
                    <a:pt x="10568" y="19447"/>
                    <a:pt x="10399" y="19572"/>
                  </a:cubicBezTo>
                  <a:cubicBezTo>
                    <a:pt x="10233" y="19689"/>
                    <a:pt x="9707" y="19870"/>
                    <a:pt x="9550" y="19992"/>
                  </a:cubicBezTo>
                  <a:cubicBezTo>
                    <a:pt x="9354" y="20137"/>
                    <a:pt x="9207" y="20472"/>
                    <a:pt x="9037" y="20620"/>
                  </a:cubicBezTo>
                  <a:cubicBezTo>
                    <a:pt x="8836" y="20792"/>
                    <a:pt x="8385" y="21138"/>
                    <a:pt x="8041" y="21269"/>
                  </a:cubicBezTo>
                  <a:cubicBezTo>
                    <a:pt x="7867" y="21336"/>
                    <a:pt x="7425" y="21502"/>
                    <a:pt x="7198" y="21459"/>
                  </a:cubicBezTo>
                  <a:cubicBezTo>
                    <a:pt x="6983" y="21423"/>
                    <a:pt x="7189" y="21138"/>
                    <a:pt x="6983" y="21098"/>
                  </a:cubicBezTo>
                  <a:cubicBezTo>
                    <a:pt x="6760" y="21053"/>
                    <a:pt x="6273" y="21202"/>
                    <a:pt x="6068" y="21260"/>
                  </a:cubicBezTo>
                  <a:cubicBezTo>
                    <a:pt x="5827" y="21327"/>
                    <a:pt x="5537" y="21587"/>
                    <a:pt x="5246" y="21595"/>
                  </a:cubicBezTo>
                  <a:cubicBezTo>
                    <a:pt x="5010" y="21600"/>
                    <a:pt x="4608" y="21439"/>
                    <a:pt x="4492" y="21354"/>
                  </a:cubicBezTo>
                  <a:cubicBezTo>
                    <a:pt x="4354" y="21254"/>
                    <a:pt x="4474" y="21004"/>
                    <a:pt x="4371" y="20896"/>
                  </a:cubicBezTo>
                  <a:cubicBezTo>
                    <a:pt x="4233" y="20734"/>
                    <a:pt x="3706" y="20457"/>
                    <a:pt x="3403" y="20334"/>
                  </a:cubicBezTo>
                  <a:cubicBezTo>
                    <a:pt x="3197" y="20247"/>
                    <a:pt x="2644" y="20133"/>
                    <a:pt x="2420" y="20050"/>
                  </a:cubicBezTo>
                  <a:cubicBezTo>
                    <a:pt x="2184" y="19950"/>
                    <a:pt x="1800" y="19720"/>
                    <a:pt x="1643" y="19601"/>
                  </a:cubicBezTo>
                  <a:cubicBezTo>
                    <a:pt x="1282" y="19313"/>
                    <a:pt x="840" y="18692"/>
                    <a:pt x="590" y="18387"/>
                  </a:cubicBezTo>
                  <a:cubicBezTo>
                    <a:pt x="434" y="18204"/>
                    <a:pt x="-8" y="17846"/>
                    <a:pt x="1" y="17652"/>
                  </a:cubicBezTo>
                  <a:cubicBezTo>
                    <a:pt x="5" y="17451"/>
                    <a:pt x="527" y="17089"/>
                    <a:pt x="679" y="16899"/>
                  </a:cubicBezTo>
                  <a:cubicBezTo>
                    <a:pt x="858" y="16676"/>
                    <a:pt x="1380" y="16232"/>
                    <a:pt x="1318" y="16000"/>
                  </a:cubicBezTo>
                  <a:cubicBezTo>
                    <a:pt x="1273" y="15843"/>
                    <a:pt x="719" y="15587"/>
                    <a:pt x="563" y="15439"/>
                  </a:cubicBezTo>
                  <a:cubicBezTo>
                    <a:pt x="393" y="15276"/>
                    <a:pt x="126" y="14943"/>
                    <a:pt x="67" y="14771"/>
                  </a:cubicBezTo>
                  <a:cubicBezTo>
                    <a:pt x="-62" y="14378"/>
                    <a:pt x="184" y="13581"/>
                    <a:pt x="184" y="13184"/>
                  </a:cubicBezTo>
                  <a:cubicBezTo>
                    <a:pt x="192" y="12808"/>
                    <a:pt x="126" y="12052"/>
                    <a:pt x="117" y="11677"/>
                  </a:cubicBezTo>
                  <a:cubicBezTo>
                    <a:pt x="112" y="11551"/>
                    <a:pt x="36" y="11294"/>
                    <a:pt x="117" y="11172"/>
                  </a:cubicBezTo>
                  <a:cubicBezTo>
                    <a:pt x="206" y="11033"/>
                    <a:pt x="666" y="10797"/>
                    <a:pt x="822" y="10667"/>
                  </a:cubicBezTo>
                  <a:cubicBezTo>
                    <a:pt x="1001" y="10513"/>
                    <a:pt x="1304" y="10198"/>
                    <a:pt x="1411" y="10037"/>
                  </a:cubicBezTo>
                  <a:cubicBezTo>
                    <a:pt x="1554" y="9807"/>
                    <a:pt x="1501" y="9318"/>
                    <a:pt x="1737" y="9102"/>
                  </a:cubicBezTo>
                  <a:cubicBezTo>
                    <a:pt x="1849" y="9001"/>
                    <a:pt x="2309" y="8856"/>
                    <a:pt x="2420" y="8758"/>
                  </a:cubicBezTo>
                  <a:cubicBezTo>
                    <a:pt x="2559" y="8640"/>
                    <a:pt x="2586" y="8372"/>
                    <a:pt x="2702" y="8251"/>
                  </a:cubicBezTo>
                  <a:cubicBezTo>
                    <a:pt x="2791" y="8166"/>
                    <a:pt x="3103" y="8025"/>
                    <a:pt x="3175" y="7938"/>
                  </a:cubicBezTo>
                  <a:cubicBezTo>
                    <a:pt x="3269" y="7816"/>
                    <a:pt x="3345" y="7557"/>
                    <a:pt x="3242" y="7440"/>
                  </a:cubicBezTo>
                  <a:cubicBezTo>
                    <a:pt x="3117" y="7293"/>
                    <a:pt x="2197" y="7130"/>
                    <a:pt x="2211" y="6972"/>
                  </a:cubicBezTo>
                  <a:cubicBezTo>
                    <a:pt x="2219" y="6858"/>
                    <a:pt x="2764" y="6710"/>
                    <a:pt x="3014" y="6657"/>
                  </a:cubicBezTo>
                  <a:cubicBezTo>
                    <a:pt x="3367" y="6581"/>
                    <a:pt x="4242" y="6608"/>
                    <a:pt x="4563" y="6514"/>
                  </a:cubicBezTo>
                  <a:cubicBezTo>
                    <a:pt x="4988" y="6389"/>
                    <a:pt x="5363" y="5964"/>
                    <a:pt x="5622" y="5779"/>
                  </a:cubicBezTo>
                  <a:cubicBezTo>
                    <a:pt x="5778" y="5668"/>
                    <a:pt x="6126" y="5451"/>
                    <a:pt x="6238" y="5332"/>
                  </a:cubicBezTo>
                  <a:cubicBezTo>
                    <a:pt x="6322" y="5228"/>
                    <a:pt x="6514" y="5011"/>
                    <a:pt x="6421" y="4910"/>
                  </a:cubicBezTo>
                  <a:cubicBezTo>
                    <a:pt x="6291" y="4776"/>
                    <a:pt x="5644" y="4587"/>
                    <a:pt x="5296" y="4547"/>
                  </a:cubicBezTo>
                  <a:cubicBezTo>
                    <a:pt x="5113" y="4526"/>
                    <a:pt x="4715" y="4555"/>
                    <a:pt x="4541" y="4587"/>
                  </a:cubicBezTo>
                  <a:cubicBezTo>
                    <a:pt x="4269" y="4634"/>
                    <a:pt x="3934" y="4881"/>
                    <a:pt x="3648" y="4901"/>
                  </a:cubicBezTo>
                  <a:cubicBezTo>
                    <a:pt x="3496" y="4911"/>
                    <a:pt x="3175" y="4863"/>
                    <a:pt x="3081" y="4815"/>
                  </a:cubicBezTo>
                  <a:cubicBezTo>
                    <a:pt x="2938" y="4745"/>
                    <a:pt x="2885" y="4542"/>
                    <a:pt x="2938" y="4451"/>
                  </a:cubicBezTo>
                  <a:cubicBezTo>
                    <a:pt x="3005" y="4343"/>
                    <a:pt x="3434" y="4182"/>
                    <a:pt x="3626" y="4100"/>
                  </a:cubicBezTo>
                  <a:cubicBezTo>
                    <a:pt x="3773" y="4033"/>
                    <a:pt x="4153" y="3924"/>
                    <a:pt x="4282" y="3852"/>
                  </a:cubicBezTo>
                  <a:cubicBezTo>
                    <a:pt x="4425" y="3772"/>
                    <a:pt x="4604" y="3589"/>
                    <a:pt x="4679" y="3499"/>
                  </a:cubicBezTo>
                  <a:cubicBezTo>
                    <a:pt x="4702" y="3464"/>
                    <a:pt x="4755" y="3417"/>
                    <a:pt x="4813" y="3365"/>
                  </a:cubicBezTo>
                  <a:lnTo>
                    <a:pt x="7032" y="3365"/>
                  </a:lnTo>
                  <a:cubicBezTo>
                    <a:pt x="7032" y="3365"/>
                    <a:pt x="7032" y="2448"/>
                    <a:pt x="7032" y="244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34" name="Shape 4816"/>
            <p:cNvSpPr/>
            <p:nvPr/>
          </p:nvSpPr>
          <p:spPr>
            <a:xfrm>
              <a:off x="7271708" y="1334680"/>
              <a:ext cx="11603" cy="13935"/>
            </a:xfrm>
            <a:custGeom>
              <a:avLst/>
              <a:gdLst/>
              <a:ahLst/>
              <a:cxnLst>
                <a:cxn ang="0">
                  <a:pos x="wd2" y="hd2"/>
                </a:cxn>
                <a:cxn ang="5400000">
                  <a:pos x="wd2" y="hd2"/>
                </a:cxn>
                <a:cxn ang="10800000">
                  <a:pos x="wd2" y="hd2"/>
                </a:cxn>
                <a:cxn ang="16200000">
                  <a:pos x="wd2" y="hd2"/>
                </a:cxn>
              </a:cxnLst>
              <a:rect l="0" t="0" r="r" b="b"/>
              <a:pathLst>
                <a:path w="20536" h="20958" extrusionOk="0">
                  <a:moveTo>
                    <a:pt x="15913" y="19967"/>
                  </a:moveTo>
                  <a:cubicBezTo>
                    <a:pt x="19334" y="17669"/>
                    <a:pt x="21522" y="9218"/>
                    <a:pt x="20090" y="5702"/>
                  </a:cubicBezTo>
                  <a:cubicBezTo>
                    <a:pt x="19255" y="3573"/>
                    <a:pt x="14362" y="328"/>
                    <a:pt x="11697" y="24"/>
                  </a:cubicBezTo>
                  <a:cubicBezTo>
                    <a:pt x="9867" y="-213"/>
                    <a:pt x="5968" y="1376"/>
                    <a:pt x="4536" y="2525"/>
                  </a:cubicBezTo>
                  <a:cubicBezTo>
                    <a:pt x="2547" y="4249"/>
                    <a:pt x="-78" y="8981"/>
                    <a:pt x="2" y="11415"/>
                  </a:cubicBezTo>
                  <a:cubicBezTo>
                    <a:pt x="81" y="13781"/>
                    <a:pt x="2627" y="18717"/>
                    <a:pt x="5014" y="19967"/>
                  </a:cubicBezTo>
                  <a:cubicBezTo>
                    <a:pt x="7321" y="21184"/>
                    <a:pt x="13765" y="21387"/>
                    <a:pt x="15913" y="1996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35" name="Shape 4817"/>
            <p:cNvSpPr/>
            <p:nvPr/>
          </p:nvSpPr>
          <p:spPr>
            <a:xfrm>
              <a:off x="7271708" y="1334680"/>
              <a:ext cx="11603" cy="13935"/>
            </a:xfrm>
            <a:custGeom>
              <a:avLst/>
              <a:gdLst/>
              <a:ahLst/>
              <a:cxnLst>
                <a:cxn ang="0">
                  <a:pos x="wd2" y="hd2"/>
                </a:cxn>
                <a:cxn ang="5400000">
                  <a:pos x="wd2" y="hd2"/>
                </a:cxn>
                <a:cxn ang="10800000">
                  <a:pos x="wd2" y="hd2"/>
                </a:cxn>
                <a:cxn ang="16200000">
                  <a:pos x="wd2" y="hd2"/>
                </a:cxn>
              </a:cxnLst>
              <a:rect l="0" t="0" r="r" b="b"/>
              <a:pathLst>
                <a:path w="20536" h="20958" extrusionOk="0">
                  <a:moveTo>
                    <a:pt x="15913" y="19967"/>
                  </a:moveTo>
                  <a:cubicBezTo>
                    <a:pt x="19334" y="17669"/>
                    <a:pt x="21522" y="9218"/>
                    <a:pt x="20090" y="5702"/>
                  </a:cubicBezTo>
                  <a:cubicBezTo>
                    <a:pt x="19255" y="3573"/>
                    <a:pt x="14362" y="328"/>
                    <a:pt x="11697" y="24"/>
                  </a:cubicBezTo>
                  <a:cubicBezTo>
                    <a:pt x="9867" y="-213"/>
                    <a:pt x="5968" y="1376"/>
                    <a:pt x="4536" y="2525"/>
                  </a:cubicBezTo>
                  <a:cubicBezTo>
                    <a:pt x="2547" y="4249"/>
                    <a:pt x="-78" y="8981"/>
                    <a:pt x="2" y="11415"/>
                  </a:cubicBezTo>
                  <a:cubicBezTo>
                    <a:pt x="81" y="13815"/>
                    <a:pt x="2627" y="18717"/>
                    <a:pt x="5014" y="19967"/>
                  </a:cubicBezTo>
                  <a:cubicBezTo>
                    <a:pt x="7321" y="21184"/>
                    <a:pt x="13765" y="21387"/>
                    <a:pt x="15913" y="1996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36" name="Shape 4818"/>
            <p:cNvSpPr/>
            <p:nvPr/>
          </p:nvSpPr>
          <p:spPr>
            <a:xfrm>
              <a:off x="7294720" y="1311669"/>
              <a:ext cx="21748" cy="29883"/>
            </a:xfrm>
            <a:custGeom>
              <a:avLst/>
              <a:gdLst/>
              <a:ahLst/>
              <a:cxnLst>
                <a:cxn ang="0">
                  <a:pos x="wd2" y="hd2"/>
                </a:cxn>
                <a:cxn ang="5400000">
                  <a:pos x="wd2" y="hd2"/>
                </a:cxn>
                <a:cxn ang="10800000">
                  <a:pos x="wd2" y="hd2"/>
                </a:cxn>
                <a:cxn ang="16200000">
                  <a:pos x="wd2" y="hd2"/>
                </a:cxn>
              </a:cxnLst>
              <a:rect l="0" t="0" r="r" b="b"/>
              <a:pathLst>
                <a:path w="21373" h="20828" extrusionOk="0">
                  <a:moveTo>
                    <a:pt x="15043" y="20766"/>
                  </a:moveTo>
                  <a:cubicBezTo>
                    <a:pt x="12923" y="20250"/>
                    <a:pt x="12481" y="16240"/>
                    <a:pt x="10847" y="15143"/>
                  </a:cubicBezTo>
                  <a:cubicBezTo>
                    <a:pt x="9411" y="14188"/>
                    <a:pt x="5060" y="13827"/>
                    <a:pt x="3625" y="12841"/>
                  </a:cubicBezTo>
                  <a:cubicBezTo>
                    <a:pt x="2145" y="11791"/>
                    <a:pt x="466" y="8878"/>
                    <a:pt x="135" y="7390"/>
                  </a:cubicBezTo>
                  <a:cubicBezTo>
                    <a:pt x="-130" y="5902"/>
                    <a:pt x="-130" y="2534"/>
                    <a:pt x="1306" y="1453"/>
                  </a:cubicBezTo>
                  <a:cubicBezTo>
                    <a:pt x="2542" y="529"/>
                    <a:pt x="6518" y="576"/>
                    <a:pt x="8285" y="451"/>
                  </a:cubicBezTo>
                  <a:cubicBezTo>
                    <a:pt x="10427" y="310"/>
                    <a:pt x="15198" y="-489"/>
                    <a:pt x="16898" y="451"/>
                  </a:cubicBezTo>
                  <a:cubicBezTo>
                    <a:pt x="17892" y="1015"/>
                    <a:pt x="17980" y="3035"/>
                    <a:pt x="18091" y="3912"/>
                  </a:cubicBezTo>
                  <a:cubicBezTo>
                    <a:pt x="18135" y="4962"/>
                    <a:pt x="17075" y="7045"/>
                    <a:pt x="17384" y="8048"/>
                  </a:cubicBezTo>
                  <a:cubicBezTo>
                    <a:pt x="17583" y="8799"/>
                    <a:pt x="19018" y="9990"/>
                    <a:pt x="19460" y="10695"/>
                  </a:cubicBezTo>
                  <a:cubicBezTo>
                    <a:pt x="20079" y="11650"/>
                    <a:pt x="21183" y="13624"/>
                    <a:pt x="21315" y="14658"/>
                  </a:cubicBezTo>
                  <a:cubicBezTo>
                    <a:pt x="21470" y="15785"/>
                    <a:pt x="21360" y="18229"/>
                    <a:pt x="20388" y="19122"/>
                  </a:cubicBezTo>
                  <a:cubicBezTo>
                    <a:pt x="19504" y="19936"/>
                    <a:pt x="16412" y="21111"/>
                    <a:pt x="15043" y="2076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37" name="Shape 4819"/>
            <p:cNvSpPr/>
            <p:nvPr/>
          </p:nvSpPr>
          <p:spPr>
            <a:xfrm>
              <a:off x="7294720" y="1311669"/>
              <a:ext cx="21748" cy="29882"/>
            </a:xfrm>
            <a:custGeom>
              <a:avLst/>
              <a:gdLst/>
              <a:ahLst/>
              <a:cxnLst>
                <a:cxn ang="0">
                  <a:pos x="wd2" y="hd2"/>
                </a:cxn>
                <a:cxn ang="5400000">
                  <a:pos x="wd2" y="hd2"/>
                </a:cxn>
                <a:cxn ang="10800000">
                  <a:pos x="wd2" y="hd2"/>
                </a:cxn>
                <a:cxn ang="16200000">
                  <a:pos x="wd2" y="hd2"/>
                </a:cxn>
              </a:cxnLst>
              <a:rect l="0" t="0" r="r" b="b"/>
              <a:pathLst>
                <a:path w="21373" h="20828" extrusionOk="0">
                  <a:moveTo>
                    <a:pt x="15043" y="20766"/>
                  </a:moveTo>
                  <a:cubicBezTo>
                    <a:pt x="12923" y="20250"/>
                    <a:pt x="12481" y="16240"/>
                    <a:pt x="10847" y="15143"/>
                  </a:cubicBezTo>
                  <a:cubicBezTo>
                    <a:pt x="9411" y="14188"/>
                    <a:pt x="5060" y="13827"/>
                    <a:pt x="3625" y="12841"/>
                  </a:cubicBezTo>
                  <a:cubicBezTo>
                    <a:pt x="2167" y="11791"/>
                    <a:pt x="466" y="8878"/>
                    <a:pt x="135" y="7390"/>
                  </a:cubicBezTo>
                  <a:cubicBezTo>
                    <a:pt x="-130" y="5902"/>
                    <a:pt x="-130" y="2534"/>
                    <a:pt x="1306" y="1453"/>
                  </a:cubicBezTo>
                  <a:cubicBezTo>
                    <a:pt x="2542" y="529"/>
                    <a:pt x="6518" y="576"/>
                    <a:pt x="8285" y="451"/>
                  </a:cubicBezTo>
                  <a:cubicBezTo>
                    <a:pt x="10427" y="310"/>
                    <a:pt x="15198" y="-489"/>
                    <a:pt x="16898" y="451"/>
                  </a:cubicBezTo>
                  <a:cubicBezTo>
                    <a:pt x="17892" y="1015"/>
                    <a:pt x="17980" y="3035"/>
                    <a:pt x="18091" y="3912"/>
                  </a:cubicBezTo>
                  <a:cubicBezTo>
                    <a:pt x="18135" y="4962"/>
                    <a:pt x="17075" y="7045"/>
                    <a:pt x="17384" y="8048"/>
                  </a:cubicBezTo>
                  <a:cubicBezTo>
                    <a:pt x="17583" y="8799"/>
                    <a:pt x="19018" y="9990"/>
                    <a:pt x="19460" y="10695"/>
                  </a:cubicBezTo>
                  <a:cubicBezTo>
                    <a:pt x="20079" y="11650"/>
                    <a:pt x="21205" y="13624"/>
                    <a:pt x="21315" y="14658"/>
                  </a:cubicBezTo>
                  <a:cubicBezTo>
                    <a:pt x="21470" y="15785"/>
                    <a:pt x="21360" y="18229"/>
                    <a:pt x="20388" y="19106"/>
                  </a:cubicBezTo>
                  <a:cubicBezTo>
                    <a:pt x="19504" y="19936"/>
                    <a:pt x="16412" y="21111"/>
                    <a:pt x="15043" y="2076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38" name="Shape 4820"/>
            <p:cNvSpPr/>
            <p:nvPr/>
          </p:nvSpPr>
          <p:spPr>
            <a:xfrm>
              <a:off x="7363755" y="1150586"/>
              <a:ext cx="25628" cy="47669"/>
            </a:xfrm>
            <a:custGeom>
              <a:avLst/>
              <a:gdLst/>
              <a:ahLst/>
              <a:cxnLst>
                <a:cxn ang="0">
                  <a:pos x="wd2" y="hd2"/>
                </a:cxn>
                <a:cxn ang="5400000">
                  <a:pos x="wd2" y="hd2"/>
                </a:cxn>
                <a:cxn ang="10800000">
                  <a:pos x="wd2" y="hd2"/>
                </a:cxn>
                <a:cxn ang="16200000">
                  <a:pos x="wd2" y="hd2"/>
                </a:cxn>
              </a:cxnLst>
              <a:rect l="0" t="0" r="r" b="b"/>
              <a:pathLst>
                <a:path w="21363" h="21460" extrusionOk="0">
                  <a:moveTo>
                    <a:pt x="15195" y="20817"/>
                  </a:moveTo>
                  <a:cubicBezTo>
                    <a:pt x="15850" y="20463"/>
                    <a:pt x="15513" y="19300"/>
                    <a:pt x="15981" y="18895"/>
                  </a:cubicBezTo>
                  <a:cubicBezTo>
                    <a:pt x="16768" y="18217"/>
                    <a:pt x="19822" y="17560"/>
                    <a:pt x="20553" y="16862"/>
                  </a:cubicBezTo>
                  <a:cubicBezTo>
                    <a:pt x="21264" y="16153"/>
                    <a:pt x="21433" y="14464"/>
                    <a:pt x="21339" y="13665"/>
                  </a:cubicBezTo>
                  <a:cubicBezTo>
                    <a:pt x="21227" y="13078"/>
                    <a:pt x="20478" y="11975"/>
                    <a:pt x="20140" y="11419"/>
                  </a:cubicBezTo>
                  <a:cubicBezTo>
                    <a:pt x="19803" y="10903"/>
                    <a:pt x="18754" y="9931"/>
                    <a:pt x="18548" y="9405"/>
                  </a:cubicBezTo>
                  <a:cubicBezTo>
                    <a:pt x="18117" y="8303"/>
                    <a:pt x="18904" y="6006"/>
                    <a:pt x="18379" y="4923"/>
                  </a:cubicBezTo>
                  <a:cubicBezTo>
                    <a:pt x="18080" y="4316"/>
                    <a:pt x="16543" y="3274"/>
                    <a:pt x="16188" y="2688"/>
                  </a:cubicBezTo>
                  <a:cubicBezTo>
                    <a:pt x="15832" y="2141"/>
                    <a:pt x="16281" y="765"/>
                    <a:pt x="15419" y="431"/>
                  </a:cubicBezTo>
                  <a:cubicBezTo>
                    <a:pt x="14670" y="158"/>
                    <a:pt x="12741" y="816"/>
                    <a:pt x="11860" y="765"/>
                  </a:cubicBezTo>
                  <a:cubicBezTo>
                    <a:pt x="10998" y="705"/>
                    <a:pt x="9518" y="-125"/>
                    <a:pt x="8657" y="17"/>
                  </a:cubicBezTo>
                  <a:cubicBezTo>
                    <a:pt x="7420" y="229"/>
                    <a:pt x="6296" y="1777"/>
                    <a:pt x="5940" y="2465"/>
                  </a:cubicBezTo>
                  <a:cubicBezTo>
                    <a:pt x="5547" y="3214"/>
                    <a:pt x="6390" y="4832"/>
                    <a:pt x="5940" y="5561"/>
                  </a:cubicBezTo>
                  <a:cubicBezTo>
                    <a:pt x="5547" y="6188"/>
                    <a:pt x="3467" y="7088"/>
                    <a:pt x="2943" y="7685"/>
                  </a:cubicBezTo>
                  <a:cubicBezTo>
                    <a:pt x="2306" y="8434"/>
                    <a:pt x="1631" y="10073"/>
                    <a:pt x="1575" y="10882"/>
                  </a:cubicBezTo>
                  <a:cubicBezTo>
                    <a:pt x="1519" y="11702"/>
                    <a:pt x="2793" y="13280"/>
                    <a:pt x="2568" y="14079"/>
                  </a:cubicBezTo>
                  <a:cubicBezTo>
                    <a:pt x="2381" y="14788"/>
                    <a:pt x="432" y="15951"/>
                    <a:pt x="208" y="16649"/>
                  </a:cubicBezTo>
                  <a:cubicBezTo>
                    <a:pt x="-111" y="17519"/>
                    <a:pt x="-167" y="19452"/>
                    <a:pt x="807" y="20170"/>
                  </a:cubicBezTo>
                  <a:cubicBezTo>
                    <a:pt x="1575" y="20757"/>
                    <a:pt x="4404" y="21171"/>
                    <a:pt x="5715" y="21343"/>
                  </a:cubicBezTo>
                  <a:cubicBezTo>
                    <a:pt x="6483" y="21445"/>
                    <a:pt x="8095" y="21475"/>
                    <a:pt x="8863" y="21455"/>
                  </a:cubicBezTo>
                  <a:cubicBezTo>
                    <a:pt x="10474" y="21404"/>
                    <a:pt x="14033" y="21414"/>
                    <a:pt x="15195" y="2081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39" name="Shape 4821"/>
            <p:cNvSpPr/>
            <p:nvPr/>
          </p:nvSpPr>
          <p:spPr>
            <a:xfrm>
              <a:off x="7363755" y="1150586"/>
              <a:ext cx="25628" cy="47669"/>
            </a:xfrm>
            <a:custGeom>
              <a:avLst/>
              <a:gdLst/>
              <a:ahLst/>
              <a:cxnLst>
                <a:cxn ang="0">
                  <a:pos x="wd2" y="hd2"/>
                </a:cxn>
                <a:cxn ang="5400000">
                  <a:pos x="wd2" y="hd2"/>
                </a:cxn>
                <a:cxn ang="10800000">
                  <a:pos x="wd2" y="hd2"/>
                </a:cxn>
                <a:cxn ang="16200000">
                  <a:pos x="wd2" y="hd2"/>
                </a:cxn>
              </a:cxnLst>
              <a:rect l="0" t="0" r="r" b="b"/>
              <a:pathLst>
                <a:path w="21363" h="21460" extrusionOk="0">
                  <a:moveTo>
                    <a:pt x="15195" y="20817"/>
                  </a:moveTo>
                  <a:cubicBezTo>
                    <a:pt x="15850" y="20463"/>
                    <a:pt x="15513" y="19300"/>
                    <a:pt x="15981" y="18895"/>
                  </a:cubicBezTo>
                  <a:cubicBezTo>
                    <a:pt x="16768" y="18217"/>
                    <a:pt x="19822" y="17560"/>
                    <a:pt x="20553" y="16862"/>
                  </a:cubicBezTo>
                  <a:cubicBezTo>
                    <a:pt x="21264" y="16153"/>
                    <a:pt x="21433" y="14464"/>
                    <a:pt x="21339" y="13665"/>
                  </a:cubicBezTo>
                  <a:cubicBezTo>
                    <a:pt x="21227" y="13078"/>
                    <a:pt x="20478" y="11975"/>
                    <a:pt x="20140" y="11419"/>
                  </a:cubicBezTo>
                  <a:cubicBezTo>
                    <a:pt x="19803" y="10903"/>
                    <a:pt x="18754" y="9931"/>
                    <a:pt x="18548" y="9405"/>
                  </a:cubicBezTo>
                  <a:cubicBezTo>
                    <a:pt x="18117" y="8303"/>
                    <a:pt x="18904" y="6006"/>
                    <a:pt x="18379" y="4923"/>
                  </a:cubicBezTo>
                  <a:cubicBezTo>
                    <a:pt x="18080" y="4316"/>
                    <a:pt x="16543" y="3274"/>
                    <a:pt x="16188" y="2688"/>
                  </a:cubicBezTo>
                  <a:cubicBezTo>
                    <a:pt x="15832" y="2141"/>
                    <a:pt x="16281" y="765"/>
                    <a:pt x="15419" y="431"/>
                  </a:cubicBezTo>
                  <a:cubicBezTo>
                    <a:pt x="14670" y="158"/>
                    <a:pt x="12741" y="816"/>
                    <a:pt x="11860" y="765"/>
                  </a:cubicBezTo>
                  <a:cubicBezTo>
                    <a:pt x="10998" y="705"/>
                    <a:pt x="9518" y="-125"/>
                    <a:pt x="8675" y="17"/>
                  </a:cubicBezTo>
                  <a:cubicBezTo>
                    <a:pt x="7420" y="229"/>
                    <a:pt x="6296" y="1777"/>
                    <a:pt x="5940" y="2465"/>
                  </a:cubicBezTo>
                  <a:cubicBezTo>
                    <a:pt x="5547" y="3214"/>
                    <a:pt x="6390" y="4832"/>
                    <a:pt x="5940" y="5561"/>
                  </a:cubicBezTo>
                  <a:cubicBezTo>
                    <a:pt x="5547" y="6188"/>
                    <a:pt x="3467" y="7088"/>
                    <a:pt x="2943" y="7685"/>
                  </a:cubicBezTo>
                  <a:cubicBezTo>
                    <a:pt x="2306" y="8434"/>
                    <a:pt x="1631" y="10073"/>
                    <a:pt x="1575" y="10882"/>
                  </a:cubicBezTo>
                  <a:cubicBezTo>
                    <a:pt x="1519" y="11702"/>
                    <a:pt x="2793" y="13280"/>
                    <a:pt x="2568" y="14079"/>
                  </a:cubicBezTo>
                  <a:cubicBezTo>
                    <a:pt x="2381" y="14788"/>
                    <a:pt x="432" y="15951"/>
                    <a:pt x="208" y="16649"/>
                  </a:cubicBezTo>
                  <a:cubicBezTo>
                    <a:pt x="-111" y="17519"/>
                    <a:pt x="-167" y="19452"/>
                    <a:pt x="807" y="20170"/>
                  </a:cubicBezTo>
                  <a:cubicBezTo>
                    <a:pt x="1575" y="20757"/>
                    <a:pt x="4404" y="21171"/>
                    <a:pt x="5715" y="21343"/>
                  </a:cubicBezTo>
                  <a:cubicBezTo>
                    <a:pt x="6483" y="21445"/>
                    <a:pt x="8095" y="21475"/>
                    <a:pt x="8863" y="21455"/>
                  </a:cubicBezTo>
                  <a:cubicBezTo>
                    <a:pt x="10474" y="21404"/>
                    <a:pt x="14033" y="21414"/>
                    <a:pt x="15195" y="2081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40" name="Shape 4822"/>
            <p:cNvSpPr/>
            <p:nvPr/>
          </p:nvSpPr>
          <p:spPr>
            <a:xfrm>
              <a:off x="7524838" y="1081551"/>
              <a:ext cx="56071" cy="37091"/>
            </a:xfrm>
            <a:custGeom>
              <a:avLst/>
              <a:gdLst/>
              <a:ahLst/>
              <a:cxnLst>
                <a:cxn ang="0">
                  <a:pos x="wd2" y="hd2"/>
                </a:cxn>
                <a:cxn ang="5400000">
                  <a:pos x="wd2" y="hd2"/>
                </a:cxn>
                <a:cxn ang="10800000">
                  <a:pos x="wd2" y="hd2"/>
                </a:cxn>
                <a:cxn ang="16200000">
                  <a:pos x="wd2" y="hd2"/>
                </a:cxn>
              </a:cxnLst>
              <a:rect l="0" t="0" r="r" b="b"/>
              <a:pathLst>
                <a:path w="21438" h="21411" extrusionOk="0">
                  <a:moveTo>
                    <a:pt x="19039" y="19421"/>
                  </a:moveTo>
                  <a:cubicBezTo>
                    <a:pt x="19296" y="18876"/>
                    <a:pt x="19640" y="17643"/>
                    <a:pt x="19889" y="17098"/>
                  </a:cubicBezTo>
                  <a:cubicBezTo>
                    <a:pt x="20224" y="16398"/>
                    <a:pt x="21341" y="15360"/>
                    <a:pt x="21427" y="14491"/>
                  </a:cubicBezTo>
                  <a:cubicBezTo>
                    <a:pt x="21513" y="13829"/>
                    <a:pt x="21032" y="12454"/>
                    <a:pt x="20705" y="11974"/>
                  </a:cubicBezTo>
                  <a:cubicBezTo>
                    <a:pt x="20362" y="11468"/>
                    <a:pt x="19313" y="11312"/>
                    <a:pt x="18935" y="10871"/>
                  </a:cubicBezTo>
                  <a:cubicBezTo>
                    <a:pt x="18609" y="10469"/>
                    <a:pt x="18343" y="8718"/>
                    <a:pt x="17904" y="8757"/>
                  </a:cubicBezTo>
                  <a:cubicBezTo>
                    <a:pt x="17535" y="8796"/>
                    <a:pt x="17475" y="10352"/>
                    <a:pt x="17174" y="10677"/>
                  </a:cubicBezTo>
                  <a:cubicBezTo>
                    <a:pt x="16641" y="11235"/>
                    <a:pt x="15241" y="11520"/>
                    <a:pt x="14605" y="11364"/>
                  </a:cubicBezTo>
                  <a:cubicBezTo>
                    <a:pt x="13901" y="11170"/>
                    <a:pt x="12835" y="9626"/>
                    <a:pt x="12199" y="9237"/>
                  </a:cubicBezTo>
                  <a:cubicBezTo>
                    <a:pt x="11830" y="9003"/>
                    <a:pt x="11057" y="8705"/>
                    <a:pt x="10653" y="8692"/>
                  </a:cubicBezTo>
                  <a:cubicBezTo>
                    <a:pt x="10077" y="8666"/>
                    <a:pt x="8960" y="9353"/>
                    <a:pt x="8385" y="9315"/>
                  </a:cubicBezTo>
                  <a:cubicBezTo>
                    <a:pt x="7749" y="9250"/>
                    <a:pt x="6512" y="8666"/>
                    <a:pt x="5945" y="8212"/>
                  </a:cubicBezTo>
                  <a:cubicBezTo>
                    <a:pt x="5515" y="7862"/>
                    <a:pt x="4776" y="6902"/>
                    <a:pt x="4450" y="6370"/>
                  </a:cubicBezTo>
                  <a:cubicBezTo>
                    <a:pt x="3917" y="5501"/>
                    <a:pt x="3144" y="3438"/>
                    <a:pt x="2637" y="2543"/>
                  </a:cubicBezTo>
                  <a:cubicBezTo>
                    <a:pt x="2259" y="1855"/>
                    <a:pt x="1554" y="-13"/>
                    <a:pt x="961" y="0"/>
                  </a:cubicBezTo>
                  <a:cubicBezTo>
                    <a:pt x="626" y="26"/>
                    <a:pt x="171" y="1025"/>
                    <a:pt x="68" y="1518"/>
                  </a:cubicBezTo>
                  <a:cubicBezTo>
                    <a:pt x="-87" y="2141"/>
                    <a:pt x="50" y="3542"/>
                    <a:pt x="197" y="4177"/>
                  </a:cubicBezTo>
                  <a:cubicBezTo>
                    <a:pt x="429" y="5176"/>
                    <a:pt x="1210" y="6979"/>
                    <a:pt x="1700" y="7732"/>
                  </a:cubicBezTo>
                  <a:cubicBezTo>
                    <a:pt x="2370" y="8796"/>
                    <a:pt x="4089" y="10326"/>
                    <a:pt x="4913" y="11144"/>
                  </a:cubicBezTo>
                  <a:cubicBezTo>
                    <a:pt x="5498" y="11741"/>
                    <a:pt x="6718" y="12843"/>
                    <a:pt x="7302" y="13479"/>
                  </a:cubicBezTo>
                  <a:cubicBezTo>
                    <a:pt x="8007" y="14257"/>
                    <a:pt x="9330" y="15996"/>
                    <a:pt x="9974" y="16904"/>
                  </a:cubicBezTo>
                  <a:cubicBezTo>
                    <a:pt x="10601" y="17760"/>
                    <a:pt x="11615" y="19926"/>
                    <a:pt x="12371" y="20523"/>
                  </a:cubicBezTo>
                  <a:cubicBezTo>
                    <a:pt x="13007" y="21016"/>
                    <a:pt x="14502" y="21185"/>
                    <a:pt x="15224" y="21263"/>
                  </a:cubicBezTo>
                  <a:cubicBezTo>
                    <a:pt x="15877" y="21341"/>
                    <a:pt x="17251" y="21587"/>
                    <a:pt x="17853" y="21198"/>
                  </a:cubicBezTo>
                  <a:cubicBezTo>
                    <a:pt x="18231" y="20951"/>
                    <a:pt x="18772" y="19926"/>
                    <a:pt x="19039" y="1942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41" name="Shape 4823"/>
            <p:cNvSpPr/>
            <p:nvPr/>
          </p:nvSpPr>
          <p:spPr>
            <a:xfrm>
              <a:off x="7524838" y="1081551"/>
              <a:ext cx="56071" cy="37091"/>
            </a:xfrm>
            <a:custGeom>
              <a:avLst/>
              <a:gdLst/>
              <a:ahLst/>
              <a:cxnLst>
                <a:cxn ang="0">
                  <a:pos x="wd2" y="hd2"/>
                </a:cxn>
                <a:cxn ang="5400000">
                  <a:pos x="wd2" y="hd2"/>
                </a:cxn>
                <a:cxn ang="10800000">
                  <a:pos x="wd2" y="hd2"/>
                </a:cxn>
                <a:cxn ang="16200000">
                  <a:pos x="wd2" y="hd2"/>
                </a:cxn>
              </a:cxnLst>
              <a:rect l="0" t="0" r="r" b="b"/>
              <a:pathLst>
                <a:path w="21438" h="21411" extrusionOk="0">
                  <a:moveTo>
                    <a:pt x="19039" y="19421"/>
                  </a:moveTo>
                  <a:cubicBezTo>
                    <a:pt x="19296" y="18876"/>
                    <a:pt x="19640" y="17643"/>
                    <a:pt x="19889" y="17098"/>
                  </a:cubicBezTo>
                  <a:cubicBezTo>
                    <a:pt x="20224" y="16398"/>
                    <a:pt x="21341" y="15360"/>
                    <a:pt x="21427" y="14491"/>
                  </a:cubicBezTo>
                  <a:cubicBezTo>
                    <a:pt x="21513" y="13829"/>
                    <a:pt x="21032" y="12454"/>
                    <a:pt x="20705" y="11974"/>
                  </a:cubicBezTo>
                  <a:cubicBezTo>
                    <a:pt x="20362" y="11468"/>
                    <a:pt x="19313" y="11312"/>
                    <a:pt x="18935" y="10871"/>
                  </a:cubicBezTo>
                  <a:cubicBezTo>
                    <a:pt x="18609" y="10469"/>
                    <a:pt x="18343" y="8718"/>
                    <a:pt x="17904" y="8757"/>
                  </a:cubicBezTo>
                  <a:cubicBezTo>
                    <a:pt x="17535" y="8796"/>
                    <a:pt x="17475" y="10352"/>
                    <a:pt x="17174" y="10677"/>
                  </a:cubicBezTo>
                  <a:cubicBezTo>
                    <a:pt x="16641" y="11235"/>
                    <a:pt x="15241" y="11520"/>
                    <a:pt x="14605" y="11364"/>
                  </a:cubicBezTo>
                  <a:cubicBezTo>
                    <a:pt x="13901" y="11170"/>
                    <a:pt x="12835" y="9626"/>
                    <a:pt x="12199" y="9237"/>
                  </a:cubicBezTo>
                  <a:cubicBezTo>
                    <a:pt x="11830" y="9003"/>
                    <a:pt x="11057" y="8705"/>
                    <a:pt x="10653" y="8692"/>
                  </a:cubicBezTo>
                  <a:cubicBezTo>
                    <a:pt x="10086" y="8666"/>
                    <a:pt x="8960" y="9353"/>
                    <a:pt x="8385" y="9315"/>
                  </a:cubicBezTo>
                  <a:cubicBezTo>
                    <a:pt x="7749" y="9250"/>
                    <a:pt x="6512" y="8666"/>
                    <a:pt x="5945" y="8212"/>
                  </a:cubicBezTo>
                  <a:cubicBezTo>
                    <a:pt x="5515" y="7862"/>
                    <a:pt x="4776" y="6902"/>
                    <a:pt x="4450" y="6370"/>
                  </a:cubicBezTo>
                  <a:cubicBezTo>
                    <a:pt x="3917" y="5501"/>
                    <a:pt x="3152" y="3438"/>
                    <a:pt x="2637" y="2543"/>
                  </a:cubicBezTo>
                  <a:cubicBezTo>
                    <a:pt x="2259" y="1855"/>
                    <a:pt x="1554" y="-13"/>
                    <a:pt x="961" y="0"/>
                  </a:cubicBezTo>
                  <a:cubicBezTo>
                    <a:pt x="626" y="26"/>
                    <a:pt x="171" y="1025"/>
                    <a:pt x="68" y="1518"/>
                  </a:cubicBezTo>
                  <a:cubicBezTo>
                    <a:pt x="-87" y="2141"/>
                    <a:pt x="50" y="3542"/>
                    <a:pt x="197" y="4177"/>
                  </a:cubicBezTo>
                  <a:cubicBezTo>
                    <a:pt x="429" y="5176"/>
                    <a:pt x="1210" y="6979"/>
                    <a:pt x="1700" y="7732"/>
                  </a:cubicBezTo>
                  <a:cubicBezTo>
                    <a:pt x="2370" y="8796"/>
                    <a:pt x="4089" y="10326"/>
                    <a:pt x="4913" y="11144"/>
                  </a:cubicBezTo>
                  <a:cubicBezTo>
                    <a:pt x="5498" y="11741"/>
                    <a:pt x="6718" y="12843"/>
                    <a:pt x="7302" y="13479"/>
                  </a:cubicBezTo>
                  <a:cubicBezTo>
                    <a:pt x="8007" y="14257"/>
                    <a:pt x="9330" y="15996"/>
                    <a:pt x="9974" y="16904"/>
                  </a:cubicBezTo>
                  <a:cubicBezTo>
                    <a:pt x="10601" y="17760"/>
                    <a:pt x="11615" y="19926"/>
                    <a:pt x="12371" y="20523"/>
                  </a:cubicBezTo>
                  <a:cubicBezTo>
                    <a:pt x="13007" y="21016"/>
                    <a:pt x="14511" y="21185"/>
                    <a:pt x="15224" y="21263"/>
                  </a:cubicBezTo>
                  <a:cubicBezTo>
                    <a:pt x="15877" y="21341"/>
                    <a:pt x="17251" y="21587"/>
                    <a:pt x="17853" y="21198"/>
                  </a:cubicBezTo>
                  <a:cubicBezTo>
                    <a:pt x="18231" y="20951"/>
                    <a:pt x="18772" y="19926"/>
                    <a:pt x="19039" y="1942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42" name="Shape 4824"/>
            <p:cNvSpPr/>
            <p:nvPr/>
          </p:nvSpPr>
          <p:spPr>
            <a:xfrm>
              <a:off x="6466297" y="759387"/>
              <a:ext cx="1259317" cy="604196"/>
            </a:xfrm>
            <a:custGeom>
              <a:avLst/>
              <a:gdLst/>
              <a:ahLst/>
              <a:cxnLst>
                <a:cxn ang="0">
                  <a:pos x="wd2" y="hd2"/>
                </a:cxn>
                <a:cxn ang="5400000">
                  <a:pos x="wd2" y="hd2"/>
                </a:cxn>
                <a:cxn ang="10800000">
                  <a:pos x="wd2" y="hd2"/>
                </a:cxn>
                <a:cxn ang="16200000">
                  <a:pos x="wd2" y="hd2"/>
                </a:cxn>
              </a:cxnLst>
              <a:rect l="0" t="0" r="r" b="b"/>
              <a:pathLst>
                <a:path w="21597" h="21589" extrusionOk="0">
                  <a:moveTo>
                    <a:pt x="21567" y="9432"/>
                  </a:moveTo>
                  <a:cubicBezTo>
                    <a:pt x="21582" y="9483"/>
                    <a:pt x="21600" y="9605"/>
                    <a:pt x="21596" y="9664"/>
                  </a:cubicBezTo>
                  <a:cubicBezTo>
                    <a:pt x="21591" y="9723"/>
                    <a:pt x="21552" y="9818"/>
                    <a:pt x="21536" y="9867"/>
                  </a:cubicBezTo>
                  <a:cubicBezTo>
                    <a:pt x="21520" y="9921"/>
                    <a:pt x="21489" y="10034"/>
                    <a:pt x="21468" y="10079"/>
                  </a:cubicBezTo>
                  <a:cubicBezTo>
                    <a:pt x="21437" y="10143"/>
                    <a:pt x="21366" y="10260"/>
                    <a:pt x="21323" y="10279"/>
                  </a:cubicBezTo>
                  <a:cubicBezTo>
                    <a:pt x="21288" y="10294"/>
                    <a:pt x="21214" y="10264"/>
                    <a:pt x="21183" y="10227"/>
                  </a:cubicBezTo>
                  <a:cubicBezTo>
                    <a:pt x="21159" y="10198"/>
                    <a:pt x="21136" y="10078"/>
                    <a:pt x="21112" y="10050"/>
                  </a:cubicBezTo>
                  <a:cubicBezTo>
                    <a:pt x="21084" y="10016"/>
                    <a:pt x="21014" y="9990"/>
                    <a:pt x="20982" y="10011"/>
                  </a:cubicBezTo>
                  <a:cubicBezTo>
                    <a:pt x="20959" y="10026"/>
                    <a:pt x="20933" y="10121"/>
                    <a:pt x="20913" y="10146"/>
                  </a:cubicBezTo>
                  <a:cubicBezTo>
                    <a:pt x="20875" y="10198"/>
                    <a:pt x="20790" y="10280"/>
                    <a:pt x="20744" y="10286"/>
                  </a:cubicBezTo>
                  <a:cubicBezTo>
                    <a:pt x="20705" y="10292"/>
                    <a:pt x="20632" y="10203"/>
                    <a:pt x="20592" y="10206"/>
                  </a:cubicBezTo>
                  <a:cubicBezTo>
                    <a:pt x="20553" y="10210"/>
                    <a:pt x="20481" y="10333"/>
                    <a:pt x="20444" y="10307"/>
                  </a:cubicBezTo>
                  <a:cubicBezTo>
                    <a:pt x="20422" y="10293"/>
                    <a:pt x="20407" y="10181"/>
                    <a:pt x="20389" y="10151"/>
                  </a:cubicBezTo>
                  <a:cubicBezTo>
                    <a:pt x="20375" y="10129"/>
                    <a:pt x="20340" y="10096"/>
                    <a:pt x="20322" y="10100"/>
                  </a:cubicBezTo>
                  <a:cubicBezTo>
                    <a:pt x="20302" y="10104"/>
                    <a:pt x="20271" y="10177"/>
                    <a:pt x="20251" y="10184"/>
                  </a:cubicBezTo>
                  <a:cubicBezTo>
                    <a:pt x="20218" y="10197"/>
                    <a:pt x="20153" y="10142"/>
                    <a:pt x="20119" y="10138"/>
                  </a:cubicBezTo>
                  <a:cubicBezTo>
                    <a:pt x="20092" y="10135"/>
                    <a:pt x="20039" y="10136"/>
                    <a:pt x="20013" y="10151"/>
                  </a:cubicBezTo>
                  <a:cubicBezTo>
                    <a:pt x="19980" y="10171"/>
                    <a:pt x="19925" y="10274"/>
                    <a:pt x="19892" y="10291"/>
                  </a:cubicBezTo>
                  <a:cubicBezTo>
                    <a:pt x="19852" y="10310"/>
                    <a:pt x="19769" y="10287"/>
                    <a:pt x="19729" y="10279"/>
                  </a:cubicBezTo>
                  <a:cubicBezTo>
                    <a:pt x="19692" y="10270"/>
                    <a:pt x="19620" y="10212"/>
                    <a:pt x="19585" y="10227"/>
                  </a:cubicBezTo>
                  <a:cubicBezTo>
                    <a:pt x="19541" y="10247"/>
                    <a:pt x="19479" y="10416"/>
                    <a:pt x="19434" y="10434"/>
                  </a:cubicBezTo>
                  <a:cubicBezTo>
                    <a:pt x="19410" y="10445"/>
                    <a:pt x="19360" y="10391"/>
                    <a:pt x="19335" y="10396"/>
                  </a:cubicBezTo>
                  <a:cubicBezTo>
                    <a:pt x="19300" y="10405"/>
                    <a:pt x="19240" y="10489"/>
                    <a:pt x="19207" y="10516"/>
                  </a:cubicBezTo>
                  <a:cubicBezTo>
                    <a:pt x="19178" y="10539"/>
                    <a:pt x="19120" y="10585"/>
                    <a:pt x="19089" y="10596"/>
                  </a:cubicBezTo>
                  <a:cubicBezTo>
                    <a:pt x="19066" y="10603"/>
                    <a:pt x="19015" y="10573"/>
                    <a:pt x="18994" y="10596"/>
                  </a:cubicBezTo>
                  <a:cubicBezTo>
                    <a:pt x="18958" y="10631"/>
                    <a:pt x="18923" y="10799"/>
                    <a:pt x="18894" y="10858"/>
                  </a:cubicBezTo>
                  <a:cubicBezTo>
                    <a:pt x="18878" y="10892"/>
                    <a:pt x="18846" y="10968"/>
                    <a:pt x="18823" y="10976"/>
                  </a:cubicBezTo>
                  <a:cubicBezTo>
                    <a:pt x="18800" y="10985"/>
                    <a:pt x="18750" y="10951"/>
                    <a:pt x="18734" y="10916"/>
                  </a:cubicBezTo>
                  <a:cubicBezTo>
                    <a:pt x="18710" y="10868"/>
                    <a:pt x="18710" y="10711"/>
                    <a:pt x="18691" y="10654"/>
                  </a:cubicBezTo>
                  <a:cubicBezTo>
                    <a:pt x="18681" y="10622"/>
                    <a:pt x="18653" y="10558"/>
                    <a:pt x="18635" y="10553"/>
                  </a:cubicBezTo>
                  <a:cubicBezTo>
                    <a:pt x="18610" y="10547"/>
                    <a:pt x="18571" y="10652"/>
                    <a:pt x="18547" y="10641"/>
                  </a:cubicBezTo>
                  <a:cubicBezTo>
                    <a:pt x="18525" y="10632"/>
                    <a:pt x="18510" y="10521"/>
                    <a:pt x="18490" y="10502"/>
                  </a:cubicBezTo>
                  <a:cubicBezTo>
                    <a:pt x="18478" y="10491"/>
                    <a:pt x="18447" y="10483"/>
                    <a:pt x="18437" y="10502"/>
                  </a:cubicBezTo>
                  <a:cubicBezTo>
                    <a:pt x="18419" y="10540"/>
                    <a:pt x="18447" y="10672"/>
                    <a:pt x="18433" y="10718"/>
                  </a:cubicBezTo>
                  <a:cubicBezTo>
                    <a:pt x="18422" y="10753"/>
                    <a:pt x="18382" y="10802"/>
                    <a:pt x="18362" y="10794"/>
                  </a:cubicBezTo>
                  <a:cubicBezTo>
                    <a:pt x="18345" y="10787"/>
                    <a:pt x="18320" y="10718"/>
                    <a:pt x="18317" y="10682"/>
                  </a:cubicBezTo>
                  <a:cubicBezTo>
                    <a:pt x="18311" y="10625"/>
                    <a:pt x="18349" y="10518"/>
                    <a:pt x="18350" y="10460"/>
                  </a:cubicBezTo>
                  <a:cubicBezTo>
                    <a:pt x="18351" y="10401"/>
                    <a:pt x="18346" y="10271"/>
                    <a:pt x="18329" y="10225"/>
                  </a:cubicBezTo>
                  <a:cubicBezTo>
                    <a:pt x="18306" y="10168"/>
                    <a:pt x="18232" y="10106"/>
                    <a:pt x="18197" y="10117"/>
                  </a:cubicBezTo>
                  <a:cubicBezTo>
                    <a:pt x="18186" y="10122"/>
                    <a:pt x="18170" y="10164"/>
                    <a:pt x="18161" y="10181"/>
                  </a:cubicBezTo>
                  <a:cubicBezTo>
                    <a:pt x="18142" y="10216"/>
                    <a:pt x="18109" y="10299"/>
                    <a:pt x="18088" y="10327"/>
                  </a:cubicBezTo>
                  <a:cubicBezTo>
                    <a:pt x="18077" y="10341"/>
                    <a:pt x="18050" y="10380"/>
                    <a:pt x="18039" y="10365"/>
                  </a:cubicBezTo>
                  <a:cubicBezTo>
                    <a:pt x="18024" y="10343"/>
                    <a:pt x="18044" y="10247"/>
                    <a:pt x="18036" y="10212"/>
                  </a:cubicBezTo>
                  <a:cubicBezTo>
                    <a:pt x="18024" y="10162"/>
                    <a:pt x="17979" y="10084"/>
                    <a:pt x="17954" y="10067"/>
                  </a:cubicBezTo>
                  <a:cubicBezTo>
                    <a:pt x="17939" y="10057"/>
                    <a:pt x="17908" y="10065"/>
                    <a:pt x="17893" y="10073"/>
                  </a:cubicBezTo>
                  <a:cubicBezTo>
                    <a:pt x="17878" y="10080"/>
                    <a:pt x="17848" y="10105"/>
                    <a:pt x="17838" y="10129"/>
                  </a:cubicBezTo>
                  <a:cubicBezTo>
                    <a:pt x="17823" y="10171"/>
                    <a:pt x="17814" y="10281"/>
                    <a:pt x="17813" y="10333"/>
                  </a:cubicBezTo>
                  <a:cubicBezTo>
                    <a:pt x="17813" y="10386"/>
                    <a:pt x="17827" y="10491"/>
                    <a:pt x="17835" y="10542"/>
                  </a:cubicBezTo>
                  <a:cubicBezTo>
                    <a:pt x="17842" y="10593"/>
                    <a:pt x="17870" y="10686"/>
                    <a:pt x="17872" y="10739"/>
                  </a:cubicBezTo>
                  <a:cubicBezTo>
                    <a:pt x="17873" y="10795"/>
                    <a:pt x="17866" y="10914"/>
                    <a:pt x="17847" y="10955"/>
                  </a:cubicBezTo>
                  <a:cubicBezTo>
                    <a:pt x="17829" y="10995"/>
                    <a:pt x="17763" y="10976"/>
                    <a:pt x="17747" y="11019"/>
                  </a:cubicBezTo>
                  <a:cubicBezTo>
                    <a:pt x="17733" y="11055"/>
                    <a:pt x="17729" y="11164"/>
                    <a:pt x="17740" y="11203"/>
                  </a:cubicBezTo>
                  <a:cubicBezTo>
                    <a:pt x="17750" y="11233"/>
                    <a:pt x="17791" y="11232"/>
                    <a:pt x="17804" y="11253"/>
                  </a:cubicBezTo>
                  <a:cubicBezTo>
                    <a:pt x="17821" y="11279"/>
                    <a:pt x="17855" y="11343"/>
                    <a:pt x="17856" y="11386"/>
                  </a:cubicBezTo>
                  <a:cubicBezTo>
                    <a:pt x="17858" y="11440"/>
                    <a:pt x="17804" y="11517"/>
                    <a:pt x="17802" y="11572"/>
                  </a:cubicBezTo>
                  <a:cubicBezTo>
                    <a:pt x="17801" y="11598"/>
                    <a:pt x="17813" y="11650"/>
                    <a:pt x="17820" y="11673"/>
                  </a:cubicBezTo>
                  <a:cubicBezTo>
                    <a:pt x="17829" y="11703"/>
                    <a:pt x="17859" y="11743"/>
                    <a:pt x="17868" y="11774"/>
                  </a:cubicBezTo>
                  <a:cubicBezTo>
                    <a:pt x="17882" y="11822"/>
                    <a:pt x="17908" y="11934"/>
                    <a:pt x="17903" y="11989"/>
                  </a:cubicBezTo>
                  <a:cubicBezTo>
                    <a:pt x="17895" y="12056"/>
                    <a:pt x="17845" y="12173"/>
                    <a:pt x="17813" y="12186"/>
                  </a:cubicBezTo>
                  <a:cubicBezTo>
                    <a:pt x="17789" y="12197"/>
                    <a:pt x="17745" y="12128"/>
                    <a:pt x="17723" y="12105"/>
                  </a:cubicBezTo>
                  <a:cubicBezTo>
                    <a:pt x="17704" y="12085"/>
                    <a:pt x="17671" y="12031"/>
                    <a:pt x="17652" y="12014"/>
                  </a:cubicBezTo>
                  <a:cubicBezTo>
                    <a:pt x="17638" y="12003"/>
                    <a:pt x="17605" y="12006"/>
                    <a:pt x="17591" y="11989"/>
                  </a:cubicBezTo>
                  <a:cubicBezTo>
                    <a:pt x="17566" y="11961"/>
                    <a:pt x="17534" y="11858"/>
                    <a:pt x="17512" y="11819"/>
                  </a:cubicBezTo>
                  <a:cubicBezTo>
                    <a:pt x="17490" y="11777"/>
                    <a:pt x="17443" y="11702"/>
                    <a:pt x="17418" y="11673"/>
                  </a:cubicBezTo>
                  <a:cubicBezTo>
                    <a:pt x="17380" y="11628"/>
                    <a:pt x="17292" y="11589"/>
                    <a:pt x="17256" y="11539"/>
                  </a:cubicBezTo>
                  <a:cubicBezTo>
                    <a:pt x="17218" y="11487"/>
                    <a:pt x="17163" y="11331"/>
                    <a:pt x="17129" y="11269"/>
                  </a:cubicBezTo>
                  <a:cubicBezTo>
                    <a:pt x="17081" y="11179"/>
                    <a:pt x="16979" y="11013"/>
                    <a:pt x="16924" y="10942"/>
                  </a:cubicBezTo>
                  <a:cubicBezTo>
                    <a:pt x="16891" y="10901"/>
                    <a:pt x="16823" y="10825"/>
                    <a:pt x="16786" y="10803"/>
                  </a:cubicBezTo>
                  <a:cubicBezTo>
                    <a:pt x="16735" y="10770"/>
                    <a:pt x="16626" y="10759"/>
                    <a:pt x="16573" y="10744"/>
                  </a:cubicBezTo>
                  <a:cubicBezTo>
                    <a:pt x="16516" y="10727"/>
                    <a:pt x="16401" y="10661"/>
                    <a:pt x="16343" y="10671"/>
                  </a:cubicBezTo>
                  <a:cubicBezTo>
                    <a:pt x="16324" y="10675"/>
                    <a:pt x="16289" y="10723"/>
                    <a:pt x="16270" y="10723"/>
                  </a:cubicBezTo>
                  <a:cubicBezTo>
                    <a:pt x="16241" y="10723"/>
                    <a:pt x="16186" y="10647"/>
                    <a:pt x="16156" y="10646"/>
                  </a:cubicBezTo>
                  <a:cubicBezTo>
                    <a:pt x="16120" y="10645"/>
                    <a:pt x="16054" y="10744"/>
                    <a:pt x="16018" y="10730"/>
                  </a:cubicBezTo>
                  <a:cubicBezTo>
                    <a:pt x="15970" y="10714"/>
                    <a:pt x="15906" y="10526"/>
                    <a:pt x="15860" y="10489"/>
                  </a:cubicBezTo>
                  <a:cubicBezTo>
                    <a:pt x="15831" y="10468"/>
                    <a:pt x="15768" y="10444"/>
                    <a:pt x="15740" y="10464"/>
                  </a:cubicBezTo>
                  <a:cubicBezTo>
                    <a:pt x="15716" y="10481"/>
                    <a:pt x="15689" y="10613"/>
                    <a:pt x="15663" y="10608"/>
                  </a:cubicBezTo>
                  <a:cubicBezTo>
                    <a:pt x="15640" y="10603"/>
                    <a:pt x="15629" y="10474"/>
                    <a:pt x="15608" y="10451"/>
                  </a:cubicBezTo>
                  <a:cubicBezTo>
                    <a:pt x="15587" y="10428"/>
                    <a:pt x="15533" y="10412"/>
                    <a:pt x="15513" y="10439"/>
                  </a:cubicBezTo>
                  <a:cubicBezTo>
                    <a:pt x="15489" y="10469"/>
                    <a:pt x="15494" y="10628"/>
                    <a:pt x="15470" y="10654"/>
                  </a:cubicBezTo>
                  <a:cubicBezTo>
                    <a:pt x="15437" y="10690"/>
                    <a:pt x="15364" y="10583"/>
                    <a:pt x="15328" y="10591"/>
                  </a:cubicBezTo>
                  <a:cubicBezTo>
                    <a:pt x="15302" y="10597"/>
                    <a:pt x="15256" y="10649"/>
                    <a:pt x="15234" y="10680"/>
                  </a:cubicBezTo>
                  <a:cubicBezTo>
                    <a:pt x="15194" y="10740"/>
                    <a:pt x="15123" y="10893"/>
                    <a:pt x="15097" y="10981"/>
                  </a:cubicBezTo>
                  <a:cubicBezTo>
                    <a:pt x="15063" y="11087"/>
                    <a:pt x="15030" y="11336"/>
                    <a:pt x="15005" y="11450"/>
                  </a:cubicBezTo>
                  <a:cubicBezTo>
                    <a:pt x="14979" y="11566"/>
                    <a:pt x="14932" y="11807"/>
                    <a:pt x="14891" y="11903"/>
                  </a:cubicBezTo>
                  <a:cubicBezTo>
                    <a:pt x="14868" y="11956"/>
                    <a:pt x="14810" y="12043"/>
                    <a:pt x="14777" y="12063"/>
                  </a:cubicBezTo>
                  <a:cubicBezTo>
                    <a:pt x="14733" y="12091"/>
                    <a:pt x="14636" y="12084"/>
                    <a:pt x="14592" y="12056"/>
                  </a:cubicBezTo>
                  <a:cubicBezTo>
                    <a:pt x="14562" y="12036"/>
                    <a:pt x="14517" y="11925"/>
                    <a:pt x="14485" y="11906"/>
                  </a:cubicBezTo>
                  <a:cubicBezTo>
                    <a:pt x="14463" y="11895"/>
                    <a:pt x="14416" y="11899"/>
                    <a:pt x="14395" y="11920"/>
                  </a:cubicBezTo>
                  <a:cubicBezTo>
                    <a:pt x="14368" y="11948"/>
                    <a:pt x="14341" y="12085"/>
                    <a:pt x="14313" y="12110"/>
                  </a:cubicBezTo>
                  <a:cubicBezTo>
                    <a:pt x="14279" y="12140"/>
                    <a:pt x="14202" y="12073"/>
                    <a:pt x="14170" y="12107"/>
                  </a:cubicBezTo>
                  <a:cubicBezTo>
                    <a:pt x="14155" y="12121"/>
                    <a:pt x="14132" y="12181"/>
                    <a:pt x="14129" y="12216"/>
                  </a:cubicBezTo>
                  <a:cubicBezTo>
                    <a:pt x="14125" y="12270"/>
                    <a:pt x="14162" y="12368"/>
                    <a:pt x="14164" y="12423"/>
                  </a:cubicBezTo>
                  <a:cubicBezTo>
                    <a:pt x="14166" y="12483"/>
                    <a:pt x="14169" y="12630"/>
                    <a:pt x="14144" y="12656"/>
                  </a:cubicBezTo>
                  <a:cubicBezTo>
                    <a:pt x="14125" y="12676"/>
                    <a:pt x="14087" y="12597"/>
                    <a:pt x="14069" y="12580"/>
                  </a:cubicBezTo>
                  <a:cubicBezTo>
                    <a:pt x="14019" y="12534"/>
                    <a:pt x="13921" y="12428"/>
                    <a:pt x="13867" y="12407"/>
                  </a:cubicBezTo>
                  <a:cubicBezTo>
                    <a:pt x="13853" y="12400"/>
                    <a:pt x="13821" y="12412"/>
                    <a:pt x="13806" y="12407"/>
                  </a:cubicBezTo>
                  <a:cubicBezTo>
                    <a:pt x="13768" y="12394"/>
                    <a:pt x="13698" y="12319"/>
                    <a:pt x="13660" y="12309"/>
                  </a:cubicBezTo>
                  <a:cubicBezTo>
                    <a:pt x="13617" y="12297"/>
                    <a:pt x="13527" y="12289"/>
                    <a:pt x="13488" y="12326"/>
                  </a:cubicBezTo>
                  <a:cubicBezTo>
                    <a:pt x="13457" y="12355"/>
                    <a:pt x="13427" y="12511"/>
                    <a:pt x="13395" y="12525"/>
                  </a:cubicBezTo>
                  <a:cubicBezTo>
                    <a:pt x="13362" y="12539"/>
                    <a:pt x="13304" y="12419"/>
                    <a:pt x="13271" y="12423"/>
                  </a:cubicBezTo>
                  <a:cubicBezTo>
                    <a:pt x="13231" y="12428"/>
                    <a:pt x="13164" y="12542"/>
                    <a:pt x="13128" y="12580"/>
                  </a:cubicBezTo>
                  <a:cubicBezTo>
                    <a:pt x="13103" y="12607"/>
                    <a:pt x="13051" y="12650"/>
                    <a:pt x="13029" y="12685"/>
                  </a:cubicBezTo>
                  <a:cubicBezTo>
                    <a:pt x="12994" y="12743"/>
                    <a:pt x="12933" y="12880"/>
                    <a:pt x="12917" y="12965"/>
                  </a:cubicBezTo>
                  <a:cubicBezTo>
                    <a:pt x="12904" y="13037"/>
                    <a:pt x="12912" y="13196"/>
                    <a:pt x="12911" y="13274"/>
                  </a:cubicBezTo>
                  <a:cubicBezTo>
                    <a:pt x="12909" y="13373"/>
                    <a:pt x="12907" y="13573"/>
                    <a:pt x="12901" y="13671"/>
                  </a:cubicBezTo>
                  <a:cubicBezTo>
                    <a:pt x="12898" y="13723"/>
                    <a:pt x="12882" y="13823"/>
                    <a:pt x="12880" y="13875"/>
                  </a:cubicBezTo>
                  <a:cubicBezTo>
                    <a:pt x="12878" y="13935"/>
                    <a:pt x="12898" y="14061"/>
                    <a:pt x="12887" y="14116"/>
                  </a:cubicBezTo>
                  <a:cubicBezTo>
                    <a:pt x="12875" y="14171"/>
                    <a:pt x="12829" y="14260"/>
                    <a:pt x="12801" y="14272"/>
                  </a:cubicBezTo>
                  <a:cubicBezTo>
                    <a:pt x="12773" y="14286"/>
                    <a:pt x="12716" y="14180"/>
                    <a:pt x="12690" y="14205"/>
                  </a:cubicBezTo>
                  <a:cubicBezTo>
                    <a:pt x="12667" y="14227"/>
                    <a:pt x="12664" y="14353"/>
                    <a:pt x="12648" y="14396"/>
                  </a:cubicBezTo>
                  <a:cubicBezTo>
                    <a:pt x="12635" y="14435"/>
                    <a:pt x="12594" y="14493"/>
                    <a:pt x="12574" y="14518"/>
                  </a:cubicBezTo>
                  <a:cubicBezTo>
                    <a:pt x="12550" y="14547"/>
                    <a:pt x="12495" y="14577"/>
                    <a:pt x="12472" y="14607"/>
                  </a:cubicBezTo>
                  <a:cubicBezTo>
                    <a:pt x="12454" y="14631"/>
                    <a:pt x="12418" y="14686"/>
                    <a:pt x="12408" y="14725"/>
                  </a:cubicBezTo>
                  <a:cubicBezTo>
                    <a:pt x="12391" y="14783"/>
                    <a:pt x="12394" y="14926"/>
                    <a:pt x="12381" y="14988"/>
                  </a:cubicBezTo>
                  <a:cubicBezTo>
                    <a:pt x="12375" y="15016"/>
                    <a:pt x="12361" y="15080"/>
                    <a:pt x="12346" y="15089"/>
                  </a:cubicBezTo>
                  <a:cubicBezTo>
                    <a:pt x="12323" y="15104"/>
                    <a:pt x="12277" y="15000"/>
                    <a:pt x="12255" y="15021"/>
                  </a:cubicBezTo>
                  <a:cubicBezTo>
                    <a:pt x="12239" y="15038"/>
                    <a:pt x="12232" y="15121"/>
                    <a:pt x="12232" y="15157"/>
                  </a:cubicBezTo>
                  <a:cubicBezTo>
                    <a:pt x="12232" y="15200"/>
                    <a:pt x="12260" y="15276"/>
                    <a:pt x="12259" y="15318"/>
                  </a:cubicBezTo>
                  <a:cubicBezTo>
                    <a:pt x="12257" y="15353"/>
                    <a:pt x="12240" y="15417"/>
                    <a:pt x="12228" y="15441"/>
                  </a:cubicBezTo>
                  <a:cubicBezTo>
                    <a:pt x="12215" y="15468"/>
                    <a:pt x="12174" y="15487"/>
                    <a:pt x="12159" y="15513"/>
                  </a:cubicBezTo>
                  <a:cubicBezTo>
                    <a:pt x="12146" y="15534"/>
                    <a:pt x="12121" y="15589"/>
                    <a:pt x="12119" y="15623"/>
                  </a:cubicBezTo>
                  <a:cubicBezTo>
                    <a:pt x="12116" y="15662"/>
                    <a:pt x="12135" y="15741"/>
                    <a:pt x="12149" y="15767"/>
                  </a:cubicBezTo>
                  <a:cubicBezTo>
                    <a:pt x="12161" y="15788"/>
                    <a:pt x="12200" y="15779"/>
                    <a:pt x="12213" y="15800"/>
                  </a:cubicBezTo>
                  <a:cubicBezTo>
                    <a:pt x="12224" y="15821"/>
                    <a:pt x="12243" y="15886"/>
                    <a:pt x="12240" y="15918"/>
                  </a:cubicBezTo>
                  <a:cubicBezTo>
                    <a:pt x="12237" y="15975"/>
                    <a:pt x="12194" y="16068"/>
                    <a:pt x="12170" y="16093"/>
                  </a:cubicBezTo>
                  <a:cubicBezTo>
                    <a:pt x="12146" y="16114"/>
                    <a:pt x="12092" y="16105"/>
                    <a:pt x="12068" y="16093"/>
                  </a:cubicBezTo>
                  <a:cubicBezTo>
                    <a:pt x="12046" y="16081"/>
                    <a:pt x="12006" y="16030"/>
                    <a:pt x="11987" y="16004"/>
                  </a:cubicBezTo>
                  <a:cubicBezTo>
                    <a:pt x="11954" y="15957"/>
                    <a:pt x="11887" y="15860"/>
                    <a:pt x="11865" y="15792"/>
                  </a:cubicBezTo>
                  <a:cubicBezTo>
                    <a:pt x="11849" y="15743"/>
                    <a:pt x="11831" y="15627"/>
                    <a:pt x="11829" y="15567"/>
                  </a:cubicBezTo>
                  <a:cubicBezTo>
                    <a:pt x="11826" y="15516"/>
                    <a:pt x="11826" y="15398"/>
                    <a:pt x="11845" y="15364"/>
                  </a:cubicBezTo>
                  <a:cubicBezTo>
                    <a:pt x="11863" y="15330"/>
                    <a:pt x="11921" y="15382"/>
                    <a:pt x="11942" y="15356"/>
                  </a:cubicBezTo>
                  <a:cubicBezTo>
                    <a:pt x="11953" y="15343"/>
                    <a:pt x="11967" y="15290"/>
                    <a:pt x="11971" y="15263"/>
                  </a:cubicBezTo>
                  <a:cubicBezTo>
                    <a:pt x="11976" y="15215"/>
                    <a:pt x="11951" y="15108"/>
                    <a:pt x="11963" y="15064"/>
                  </a:cubicBezTo>
                  <a:cubicBezTo>
                    <a:pt x="11970" y="15033"/>
                    <a:pt x="12012" y="15025"/>
                    <a:pt x="12021" y="14997"/>
                  </a:cubicBezTo>
                  <a:cubicBezTo>
                    <a:pt x="12031" y="14965"/>
                    <a:pt x="12027" y="14885"/>
                    <a:pt x="12027" y="14849"/>
                  </a:cubicBezTo>
                  <a:cubicBezTo>
                    <a:pt x="12027" y="14803"/>
                    <a:pt x="12017" y="14715"/>
                    <a:pt x="12019" y="14671"/>
                  </a:cubicBezTo>
                  <a:cubicBezTo>
                    <a:pt x="12022" y="14623"/>
                    <a:pt x="12031" y="14510"/>
                    <a:pt x="12051" y="14493"/>
                  </a:cubicBezTo>
                  <a:cubicBezTo>
                    <a:pt x="12063" y="14482"/>
                    <a:pt x="12084" y="14533"/>
                    <a:pt x="12096" y="14535"/>
                  </a:cubicBezTo>
                  <a:cubicBezTo>
                    <a:pt x="12113" y="14539"/>
                    <a:pt x="12150" y="14533"/>
                    <a:pt x="12163" y="14510"/>
                  </a:cubicBezTo>
                  <a:cubicBezTo>
                    <a:pt x="12182" y="14479"/>
                    <a:pt x="12190" y="14369"/>
                    <a:pt x="12200" y="14323"/>
                  </a:cubicBezTo>
                  <a:cubicBezTo>
                    <a:pt x="12207" y="14293"/>
                    <a:pt x="12223" y="14236"/>
                    <a:pt x="12228" y="14205"/>
                  </a:cubicBezTo>
                  <a:cubicBezTo>
                    <a:pt x="12237" y="14156"/>
                    <a:pt x="12245" y="14054"/>
                    <a:pt x="12253" y="14006"/>
                  </a:cubicBezTo>
                  <a:cubicBezTo>
                    <a:pt x="12259" y="13967"/>
                    <a:pt x="12280" y="13894"/>
                    <a:pt x="12285" y="13854"/>
                  </a:cubicBezTo>
                  <a:cubicBezTo>
                    <a:pt x="12295" y="13780"/>
                    <a:pt x="12308" y="13625"/>
                    <a:pt x="12301" y="13549"/>
                  </a:cubicBezTo>
                  <a:cubicBezTo>
                    <a:pt x="12296" y="13496"/>
                    <a:pt x="12275" y="13388"/>
                    <a:pt x="12253" y="13359"/>
                  </a:cubicBezTo>
                  <a:cubicBezTo>
                    <a:pt x="12225" y="13322"/>
                    <a:pt x="12155" y="13319"/>
                    <a:pt x="12124" y="13342"/>
                  </a:cubicBezTo>
                  <a:cubicBezTo>
                    <a:pt x="12092" y="13366"/>
                    <a:pt x="12040" y="13478"/>
                    <a:pt x="12024" y="13541"/>
                  </a:cubicBezTo>
                  <a:cubicBezTo>
                    <a:pt x="12003" y="13613"/>
                    <a:pt x="12007" y="13793"/>
                    <a:pt x="11989" y="13866"/>
                  </a:cubicBezTo>
                  <a:cubicBezTo>
                    <a:pt x="11979" y="13908"/>
                    <a:pt x="11950" y="13986"/>
                    <a:pt x="11930" y="14006"/>
                  </a:cubicBezTo>
                  <a:cubicBezTo>
                    <a:pt x="11905" y="14032"/>
                    <a:pt x="11847" y="14031"/>
                    <a:pt x="11820" y="14023"/>
                  </a:cubicBezTo>
                  <a:cubicBezTo>
                    <a:pt x="11794" y="14016"/>
                    <a:pt x="11741" y="13988"/>
                    <a:pt x="11723" y="13952"/>
                  </a:cubicBezTo>
                  <a:cubicBezTo>
                    <a:pt x="11707" y="13919"/>
                    <a:pt x="11710" y="13809"/>
                    <a:pt x="11692" y="13783"/>
                  </a:cubicBezTo>
                  <a:cubicBezTo>
                    <a:pt x="11670" y="13746"/>
                    <a:pt x="11606" y="13732"/>
                    <a:pt x="11581" y="13756"/>
                  </a:cubicBezTo>
                  <a:cubicBezTo>
                    <a:pt x="11555" y="13780"/>
                    <a:pt x="11523" y="13890"/>
                    <a:pt x="11516" y="13947"/>
                  </a:cubicBezTo>
                  <a:cubicBezTo>
                    <a:pt x="11509" y="13998"/>
                    <a:pt x="11518" y="14109"/>
                    <a:pt x="11528" y="14158"/>
                  </a:cubicBezTo>
                  <a:cubicBezTo>
                    <a:pt x="11535" y="14198"/>
                    <a:pt x="11576" y="14251"/>
                    <a:pt x="11579" y="14294"/>
                  </a:cubicBezTo>
                  <a:cubicBezTo>
                    <a:pt x="11583" y="14367"/>
                    <a:pt x="11539" y="14499"/>
                    <a:pt x="11522" y="14564"/>
                  </a:cubicBezTo>
                  <a:cubicBezTo>
                    <a:pt x="11508" y="14618"/>
                    <a:pt x="11463" y="14709"/>
                    <a:pt x="11455" y="14768"/>
                  </a:cubicBezTo>
                  <a:cubicBezTo>
                    <a:pt x="11446" y="14830"/>
                    <a:pt x="11460" y="14963"/>
                    <a:pt x="11453" y="15026"/>
                  </a:cubicBezTo>
                  <a:cubicBezTo>
                    <a:pt x="11444" y="15097"/>
                    <a:pt x="11414" y="15240"/>
                    <a:pt x="11387" y="15288"/>
                  </a:cubicBezTo>
                  <a:cubicBezTo>
                    <a:pt x="11358" y="15343"/>
                    <a:pt x="11272" y="15356"/>
                    <a:pt x="11237" y="15398"/>
                  </a:cubicBezTo>
                  <a:cubicBezTo>
                    <a:pt x="11205" y="15438"/>
                    <a:pt x="11157" y="15564"/>
                    <a:pt x="11126" y="15605"/>
                  </a:cubicBezTo>
                  <a:cubicBezTo>
                    <a:pt x="11104" y="15633"/>
                    <a:pt x="11057" y="15708"/>
                    <a:pt x="11034" y="15686"/>
                  </a:cubicBezTo>
                  <a:cubicBezTo>
                    <a:pt x="11000" y="15653"/>
                    <a:pt x="11000" y="15462"/>
                    <a:pt x="10994" y="15385"/>
                  </a:cubicBezTo>
                  <a:cubicBezTo>
                    <a:pt x="10988" y="15316"/>
                    <a:pt x="10990" y="15175"/>
                    <a:pt x="10982" y="15107"/>
                  </a:cubicBezTo>
                  <a:cubicBezTo>
                    <a:pt x="10974" y="15042"/>
                    <a:pt x="10934" y="14928"/>
                    <a:pt x="10931" y="14861"/>
                  </a:cubicBezTo>
                  <a:cubicBezTo>
                    <a:pt x="10928" y="14792"/>
                    <a:pt x="10964" y="14663"/>
                    <a:pt x="10961" y="14594"/>
                  </a:cubicBezTo>
                  <a:cubicBezTo>
                    <a:pt x="10959" y="14536"/>
                    <a:pt x="10936" y="14421"/>
                    <a:pt x="10916" y="14379"/>
                  </a:cubicBezTo>
                  <a:cubicBezTo>
                    <a:pt x="10900" y="14344"/>
                    <a:pt x="10856" y="14298"/>
                    <a:pt x="10833" y="14294"/>
                  </a:cubicBezTo>
                  <a:cubicBezTo>
                    <a:pt x="10803" y="14289"/>
                    <a:pt x="10737" y="14324"/>
                    <a:pt x="10716" y="14370"/>
                  </a:cubicBezTo>
                  <a:cubicBezTo>
                    <a:pt x="10687" y="14431"/>
                    <a:pt x="10671" y="14612"/>
                    <a:pt x="10673" y="14696"/>
                  </a:cubicBezTo>
                  <a:cubicBezTo>
                    <a:pt x="10674" y="14783"/>
                    <a:pt x="10720" y="14937"/>
                    <a:pt x="10727" y="15021"/>
                  </a:cubicBezTo>
                  <a:cubicBezTo>
                    <a:pt x="10734" y="15107"/>
                    <a:pt x="10735" y="15281"/>
                    <a:pt x="10725" y="15364"/>
                  </a:cubicBezTo>
                  <a:cubicBezTo>
                    <a:pt x="10718" y="15429"/>
                    <a:pt x="10689" y="15551"/>
                    <a:pt x="10671" y="15605"/>
                  </a:cubicBezTo>
                  <a:cubicBezTo>
                    <a:pt x="10647" y="15678"/>
                    <a:pt x="10583" y="15795"/>
                    <a:pt x="10555" y="15859"/>
                  </a:cubicBezTo>
                  <a:cubicBezTo>
                    <a:pt x="10515" y="15950"/>
                    <a:pt x="10430" y="16124"/>
                    <a:pt x="10398" y="16227"/>
                  </a:cubicBezTo>
                  <a:cubicBezTo>
                    <a:pt x="10371" y="16318"/>
                    <a:pt x="10335" y="16520"/>
                    <a:pt x="10318" y="16621"/>
                  </a:cubicBezTo>
                  <a:cubicBezTo>
                    <a:pt x="10283" y="16823"/>
                    <a:pt x="10223" y="17233"/>
                    <a:pt x="10201" y="17442"/>
                  </a:cubicBezTo>
                  <a:cubicBezTo>
                    <a:pt x="10190" y="17551"/>
                    <a:pt x="10191" y="17781"/>
                    <a:pt x="10171" y="17886"/>
                  </a:cubicBezTo>
                  <a:cubicBezTo>
                    <a:pt x="10155" y="17971"/>
                    <a:pt x="10080" y="18096"/>
                    <a:pt x="10073" y="18185"/>
                  </a:cubicBezTo>
                  <a:cubicBezTo>
                    <a:pt x="10067" y="18246"/>
                    <a:pt x="10108" y="18365"/>
                    <a:pt x="10103" y="18426"/>
                  </a:cubicBezTo>
                  <a:cubicBezTo>
                    <a:pt x="10096" y="18506"/>
                    <a:pt x="10035" y="18624"/>
                    <a:pt x="10015" y="18692"/>
                  </a:cubicBezTo>
                  <a:cubicBezTo>
                    <a:pt x="10003" y="18731"/>
                    <a:pt x="9981" y="18810"/>
                    <a:pt x="9972" y="18851"/>
                  </a:cubicBezTo>
                  <a:cubicBezTo>
                    <a:pt x="9954" y="18928"/>
                    <a:pt x="9928" y="19090"/>
                    <a:pt x="9911" y="19168"/>
                  </a:cubicBezTo>
                  <a:cubicBezTo>
                    <a:pt x="9899" y="19224"/>
                    <a:pt x="9867" y="19328"/>
                    <a:pt x="9856" y="19385"/>
                  </a:cubicBezTo>
                  <a:cubicBezTo>
                    <a:pt x="9839" y="19473"/>
                    <a:pt x="9824" y="19666"/>
                    <a:pt x="9804" y="19752"/>
                  </a:cubicBezTo>
                  <a:cubicBezTo>
                    <a:pt x="9793" y="19802"/>
                    <a:pt x="9757" y="19888"/>
                    <a:pt x="9744" y="19936"/>
                  </a:cubicBezTo>
                  <a:cubicBezTo>
                    <a:pt x="9716" y="20037"/>
                    <a:pt x="9677" y="20254"/>
                    <a:pt x="9652" y="20356"/>
                  </a:cubicBezTo>
                  <a:cubicBezTo>
                    <a:pt x="9628" y="20451"/>
                    <a:pt x="9574" y="20633"/>
                    <a:pt x="9545" y="20724"/>
                  </a:cubicBezTo>
                  <a:cubicBezTo>
                    <a:pt x="9519" y="20812"/>
                    <a:pt x="9450" y="20969"/>
                    <a:pt x="9433" y="21067"/>
                  </a:cubicBezTo>
                  <a:cubicBezTo>
                    <a:pt x="9424" y="21117"/>
                    <a:pt x="9422" y="21222"/>
                    <a:pt x="9421" y="21276"/>
                  </a:cubicBezTo>
                  <a:cubicBezTo>
                    <a:pt x="9419" y="21353"/>
                    <a:pt x="9425" y="21504"/>
                    <a:pt x="9427" y="21581"/>
                  </a:cubicBezTo>
                  <a:cubicBezTo>
                    <a:pt x="9427" y="21583"/>
                    <a:pt x="9427" y="21586"/>
                    <a:pt x="9427" y="21589"/>
                  </a:cubicBezTo>
                  <a:cubicBezTo>
                    <a:pt x="9392" y="21589"/>
                    <a:pt x="9348" y="21586"/>
                    <a:pt x="9328" y="21576"/>
                  </a:cubicBezTo>
                  <a:cubicBezTo>
                    <a:pt x="9292" y="21559"/>
                    <a:pt x="9218" y="21508"/>
                    <a:pt x="9194" y="21450"/>
                  </a:cubicBezTo>
                  <a:cubicBezTo>
                    <a:pt x="9182" y="21419"/>
                    <a:pt x="9184" y="21327"/>
                    <a:pt x="9174" y="21292"/>
                  </a:cubicBezTo>
                  <a:cubicBezTo>
                    <a:pt x="9158" y="21239"/>
                    <a:pt x="9104" y="21168"/>
                    <a:pt x="9080" y="21128"/>
                  </a:cubicBezTo>
                  <a:cubicBezTo>
                    <a:pt x="9057" y="21087"/>
                    <a:pt x="9001" y="21022"/>
                    <a:pt x="8985" y="20968"/>
                  </a:cubicBezTo>
                  <a:cubicBezTo>
                    <a:pt x="8965" y="20897"/>
                    <a:pt x="8958" y="20727"/>
                    <a:pt x="8959" y="20645"/>
                  </a:cubicBezTo>
                  <a:cubicBezTo>
                    <a:pt x="8960" y="20527"/>
                    <a:pt x="8993" y="20296"/>
                    <a:pt x="9006" y="20180"/>
                  </a:cubicBezTo>
                  <a:cubicBezTo>
                    <a:pt x="9015" y="20095"/>
                    <a:pt x="9029" y="19923"/>
                    <a:pt x="9044" y="19841"/>
                  </a:cubicBezTo>
                  <a:cubicBezTo>
                    <a:pt x="9058" y="19767"/>
                    <a:pt x="9102" y="19636"/>
                    <a:pt x="9117" y="19562"/>
                  </a:cubicBezTo>
                  <a:cubicBezTo>
                    <a:pt x="9125" y="19522"/>
                    <a:pt x="9144" y="19438"/>
                    <a:pt x="9143" y="19393"/>
                  </a:cubicBezTo>
                  <a:cubicBezTo>
                    <a:pt x="9143" y="19337"/>
                    <a:pt x="9121" y="19233"/>
                    <a:pt x="9107" y="19186"/>
                  </a:cubicBezTo>
                  <a:cubicBezTo>
                    <a:pt x="9092" y="19136"/>
                    <a:pt x="9053" y="19037"/>
                    <a:pt x="9026" y="19020"/>
                  </a:cubicBezTo>
                  <a:cubicBezTo>
                    <a:pt x="8999" y="19004"/>
                    <a:pt x="8937" y="19028"/>
                    <a:pt x="8916" y="19066"/>
                  </a:cubicBezTo>
                  <a:cubicBezTo>
                    <a:pt x="8895" y="19106"/>
                    <a:pt x="8900" y="19241"/>
                    <a:pt x="8883" y="19287"/>
                  </a:cubicBezTo>
                  <a:cubicBezTo>
                    <a:pt x="8867" y="19333"/>
                    <a:pt x="8819" y="19398"/>
                    <a:pt x="8792" y="19414"/>
                  </a:cubicBezTo>
                  <a:cubicBezTo>
                    <a:pt x="8758" y="19436"/>
                    <a:pt x="8685" y="19398"/>
                    <a:pt x="8650" y="19414"/>
                  </a:cubicBezTo>
                  <a:cubicBezTo>
                    <a:pt x="8618" y="19429"/>
                    <a:pt x="8566" y="19518"/>
                    <a:pt x="8534" y="19529"/>
                  </a:cubicBezTo>
                  <a:cubicBezTo>
                    <a:pt x="8505" y="19538"/>
                    <a:pt x="8438" y="19543"/>
                    <a:pt x="8419" y="19499"/>
                  </a:cubicBezTo>
                  <a:cubicBezTo>
                    <a:pt x="8398" y="19452"/>
                    <a:pt x="8403" y="19304"/>
                    <a:pt x="8414" y="19245"/>
                  </a:cubicBezTo>
                  <a:cubicBezTo>
                    <a:pt x="8424" y="19192"/>
                    <a:pt x="8485" y="19139"/>
                    <a:pt x="8491" y="19084"/>
                  </a:cubicBezTo>
                  <a:cubicBezTo>
                    <a:pt x="8502" y="18998"/>
                    <a:pt x="8438" y="18834"/>
                    <a:pt x="8441" y="18746"/>
                  </a:cubicBezTo>
                  <a:cubicBezTo>
                    <a:pt x="8442" y="18699"/>
                    <a:pt x="8462" y="18611"/>
                    <a:pt x="8477" y="18576"/>
                  </a:cubicBezTo>
                  <a:cubicBezTo>
                    <a:pt x="8494" y="18536"/>
                    <a:pt x="8550" y="18509"/>
                    <a:pt x="8567" y="18466"/>
                  </a:cubicBezTo>
                  <a:cubicBezTo>
                    <a:pt x="8585" y="18419"/>
                    <a:pt x="8601" y="18298"/>
                    <a:pt x="8601" y="18238"/>
                  </a:cubicBezTo>
                  <a:cubicBezTo>
                    <a:pt x="8601" y="18085"/>
                    <a:pt x="8521" y="17808"/>
                    <a:pt x="8510" y="17658"/>
                  </a:cubicBezTo>
                  <a:cubicBezTo>
                    <a:pt x="8506" y="17606"/>
                    <a:pt x="8498" y="17495"/>
                    <a:pt x="8512" y="17451"/>
                  </a:cubicBezTo>
                  <a:cubicBezTo>
                    <a:pt x="8525" y="17406"/>
                    <a:pt x="8586" y="17396"/>
                    <a:pt x="8601" y="17353"/>
                  </a:cubicBezTo>
                  <a:cubicBezTo>
                    <a:pt x="8626" y="17284"/>
                    <a:pt x="8648" y="17096"/>
                    <a:pt x="8633" y="17015"/>
                  </a:cubicBezTo>
                  <a:cubicBezTo>
                    <a:pt x="8613" y="16899"/>
                    <a:pt x="8476" y="16815"/>
                    <a:pt x="8449" y="16706"/>
                  </a:cubicBezTo>
                  <a:cubicBezTo>
                    <a:pt x="8439" y="16667"/>
                    <a:pt x="8432" y="16567"/>
                    <a:pt x="8443" y="16528"/>
                  </a:cubicBezTo>
                  <a:cubicBezTo>
                    <a:pt x="8455" y="16479"/>
                    <a:pt x="8529" y="16475"/>
                    <a:pt x="8536" y="16423"/>
                  </a:cubicBezTo>
                  <a:cubicBezTo>
                    <a:pt x="8547" y="16342"/>
                    <a:pt x="8488" y="16186"/>
                    <a:pt x="8457" y="16135"/>
                  </a:cubicBezTo>
                  <a:cubicBezTo>
                    <a:pt x="8415" y="16066"/>
                    <a:pt x="8296" y="16076"/>
                    <a:pt x="8254" y="16008"/>
                  </a:cubicBezTo>
                  <a:cubicBezTo>
                    <a:pt x="8234" y="15976"/>
                    <a:pt x="8223" y="15862"/>
                    <a:pt x="8203" y="15830"/>
                  </a:cubicBezTo>
                  <a:cubicBezTo>
                    <a:pt x="8176" y="15783"/>
                    <a:pt x="8104" y="15735"/>
                    <a:pt x="8069" y="15737"/>
                  </a:cubicBezTo>
                  <a:cubicBezTo>
                    <a:pt x="8033" y="15739"/>
                    <a:pt x="7970" y="15856"/>
                    <a:pt x="7935" y="15847"/>
                  </a:cubicBezTo>
                  <a:cubicBezTo>
                    <a:pt x="7912" y="15841"/>
                    <a:pt x="7872" y="15775"/>
                    <a:pt x="7858" y="15737"/>
                  </a:cubicBezTo>
                  <a:cubicBezTo>
                    <a:pt x="7843" y="15698"/>
                    <a:pt x="7844" y="15574"/>
                    <a:pt x="7823" y="15551"/>
                  </a:cubicBezTo>
                  <a:cubicBezTo>
                    <a:pt x="7793" y="15517"/>
                    <a:pt x="7721" y="15584"/>
                    <a:pt x="7689" y="15610"/>
                  </a:cubicBezTo>
                  <a:cubicBezTo>
                    <a:pt x="7658" y="15635"/>
                    <a:pt x="7609" y="15752"/>
                    <a:pt x="7575" y="15753"/>
                  </a:cubicBezTo>
                  <a:cubicBezTo>
                    <a:pt x="7531" y="15756"/>
                    <a:pt x="7449" y="15655"/>
                    <a:pt x="7421" y="15584"/>
                  </a:cubicBezTo>
                  <a:cubicBezTo>
                    <a:pt x="7394" y="15513"/>
                    <a:pt x="7361" y="15321"/>
                    <a:pt x="7372" y="15233"/>
                  </a:cubicBezTo>
                  <a:cubicBezTo>
                    <a:pt x="7378" y="15183"/>
                    <a:pt x="7426" y="15128"/>
                    <a:pt x="7441" y="15089"/>
                  </a:cubicBezTo>
                  <a:cubicBezTo>
                    <a:pt x="7458" y="15048"/>
                    <a:pt x="7498" y="14965"/>
                    <a:pt x="7498" y="14912"/>
                  </a:cubicBezTo>
                  <a:cubicBezTo>
                    <a:pt x="7498" y="14869"/>
                    <a:pt x="7460" y="14808"/>
                    <a:pt x="7451" y="14768"/>
                  </a:cubicBezTo>
                  <a:cubicBezTo>
                    <a:pt x="7441" y="14715"/>
                    <a:pt x="7446" y="14592"/>
                    <a:pt x="7432" y="14544"/>
                  </a:cubicBezTo>
                  <a:cubicBezTo>
                    <a:pt x="7419" y="14501"/>
                    <a:pt x="7375" y="14449"/>
                    <a:pt x="7354" y="14425"/>
                  </a:cubicBezTo>
                  <a:cubicBezTo>
                    <a:pt x="7316" y="14380"/>
                    <a:pt x="7234" y="14293"/>
                    <a:pt x="7189" y="14290"/>
                  </a:cubicBezTo>
                  <a:cubicBezTo>
                    <a:pt x="7164" y="14288"/>
                    <a:pt x="7118" y="14356"/>
                    <a:pt x="7092" y="14353"/>
                  </a:cubicBezTo>
                  <a:cubicBezTo>
                    <a:pt x="7052" y="14349"/>
                    <a:pt x="6985" y="14229"/>
                    <a:pt x="6946" y="14230"/>
                  </a:cubicBezTo>
                  <a:cubicBezTo>
                    <a:pt x="6898" y="14232"/>
                    <a:pt x="6820" y="14397"/>
                    <a:pt x="6774" y="14391"/>
                  </a:cubicBezTo>
                  <a:cubicBezTo>
                    <a:pt x="6728" y="14386"/>
                    <a:pt x="6660" y="14235"/>
                    <a:pt x="6619" y="14196"/>
                  </a:cubicBezTo>
                  <a:cubicBezTo>
                    <a:pt x="6589" y="14168"/>
                    <a:pt x="6525" y="14097"/>
                    <a:pt x="6493" y="14112"/>
                  </a:cubicBezTo>
                  <a:cubicBezTo>
                    <a:pt x="6471" y="14122"/>
                    <a:pt x="6448" y="14235"/>
                    <a:pt x="6426" y="14239"/>
                  </a:cubicBezTo>
                  <a:cubicBezTo>
                    <a:pt x="6384" y="14245"/>
                    <a:pt x="6324" y="14069"/>
                    <a:pt x="6284" y="14045"/>
                  </a:cubicBezTo>
                  <a:cubicBezTo>
                    <a:pt x="6253" y="14026"/>
                    <a:pt x="6187" y="14064"/>
                    <a:pt x="6156" y="14049"/>
                  </a:cubicBezTo>
                  <a:cubicBezTo>
                    <a:pt x="6126" y="14033"/>
                    <a:pt x="6080" y="13934"/>
                    <a:pt x="6050" y="13925"/>
                  </a:cubicBezTo>
                  <a:cubicBezTo>
                    <a:pt x="6012" y="13916"/>
                    <a:pt x="5935" y="13973"/>
                    <a:pt x="5900" y="14006"/>
                  </a:cubicBezTo>
                  <a:cubicBezTo>
                    <a:pt x="5854" y="14050"/>
                    <a:pt x="5782" y="14210"/>
                    <a:pt x="5735" y="14243"/>
                  </a:cubicBezTo>
                  <a:cubicBezTo>
                    <a:pt x="5717" y="14256"/>
                    <a:pt x="5676" y="14268"/>
                    <a:pt x="5658" y="14251"/>
                  </a:cubicBezTo>
                  <a:cubicBezTo>
                    <a:pt x="5636" y="14229"/>
                    <a:pt x="5619" y="14112"/>
                    <a:pt x="5597" y="14086"/>
                  </a:cubicBezTo>
                  <a:cubicBezTo>
                    <a:pt x="5568" y="14051"/>
                    <a:pt x="5496" y="14063"/>
                    <a:pt x="5463" y="14049"/>
                  </a:cubicBezTo>
                  <a:cubicBezTo>
                    <a:pt x="5441" y="14038"/>
                    <a:pt x="5398" y="13990"/>
                    <a:pt x="5376" y="13993"/>
                  </a:cubicBezTo>
                  <a:cubicBezTo>
                    <a:pt x="5350" y="13997"/>
                    <a:pt x="5308" y="14087"/>
                    <a:pt x="5283" y="14086"/>
                  </a:cubicBezTo>
                  <a:cubicBezTo>
                    <a:pt x="5263" y="14086"/>
                    <a:pt x="5234" y="14015"/>
                    <a:pt x="5215" y="14015"/>
                  </a:cubicBezTo>
                  <a:cubicBezTo>
                    <a:pt x="5192" y="14015"/>
                    <a:pt x="5134" y="14103"/>
                    <a:pt x="5134" y="14103"/>
                  </a:cubicBezTo>
                  <a:lnTo>
                    <a:pt x="4293" y="13253"/>
                  </a:lnTo>
                  <a:lnTo>
                    <a:pt x="1122" y="12167"/>
                  </a:lnTo>
                  <a:cubicBezTo>
                    <a:pt x="1122" y="12167"/>
                    <a:pt x="1049" y="12049"/>
                    <a:pt x="1028" y="12003"/>
                  </a:cubicBezTo>
                  <a:cubicBezTo>
                    <a:pt x="1004" y="11951"/>
                    <a:pt x="965" y="11834"/>
                    <a:pt x="942" y="11780"/>
                  </a:cubicBezTo>
                  <a:cubicBezTo>
                    <a:pt x="929" y="11748"/>
                    <a:pt x="897" y="11696"/>
                    <a:pt x="887" y="11659"/>
                  </a:cubicBezTo>
                  <a:cubicBezTo>
                    <a:pt x="874" y="11612"/>
                    <a:pt x="868" y="11497"/>
                    <a:pt x="860" y="11444"/>
                  </a:cubicBezTo>
                  <a:cubicBezTo>
                    <a:pt x="848" y="11370"/>
                    <a:pt x="821" y="11224"/>
                    <a:pt x="802" y="11158"/>
                  </a:cubicBezTo>
                  <a:cubicBezTo>
                    <a:pt x="778" y="11075"/>
                    <a:pt x="712" y="10931"/>
                    <a:pt x="680" y="10859"/>
                  </a:cubicBezTo>
                  <a:cubicBezTo>
                    <a:pt x="655" y="10804"/>
                    <a:pt x="607" y="10677"/>
                    <a:pt x="574" y="10644"/>
                  </a:cubicBezTo>
                  <a:cubicBezTo>
                    <a:pt x="545" y="10616"/>
                    <a:pt x="480" y="10626"/>
                    <a:pt x="449" y="10612"/>
                  </a:cubicBezTo>
                  <a:cubicBezTo>
                    <a:pt x="424" y="10601"/>
                    <a:pt x="369" y="10587"/>
                    <a:pt x="351" y="10549"/>
                  </a:cubicBezTo>
                  <a:cubicBezTo>
                    <a:pt x="339" y="10523"/>
                    <a:pt x="343" y="10439"/>
                    <a:pt x="333" y="10410"/>
                  </a:cubicBezTo>
                  <a:cubicBezTo>
                    <a:pt x="319" y="10370"/>
                    <a:pt x="277" y="10304"/>
                    <a:pt x="254" y="10301"/>
                  </a:cubicBezTo>
                  <a:cubicBezTo>
                    <a:pt x="220" y="10299"/>
                    <a:pt x="168" y="10419"/>
                    <a:pt x="135" y="10434"/>
                  </a:cubicBezTo>
                  <a:cubicBezTo>
                    <a:pt x="108" y="10448"/>
                    <a:pt x="46" y="10464"/>
                    <a:pt x="25" y="10429"/>
                  </a:cubicBezTo>
                  <a:cubicBezTo>
                    <a:pt x="3" y="10390"/>
                    <a:pt x="4" y="10253"/>
                    <a:pt x="1" y="10194"/>
                  </a:cubicBezTo>
                  <a:cubicBezTo>
                    <a:pt x="1" y="10187"/>
                    <a:pt x="0" y="10178"/>
                    <a:pt x="0" y="10169"/>
                  </a:cubicBezTo>
                  <a:cubicBezTo>
                    <a:pt x="35" y="10115"/>
                    <a:pt x="77" y="10009"/>
                    <a:pt x="103" y="9965"/>
                  </a:cubicBezTo>
                  <a:cubicBezTo>
                    <a:pt x="128" y="9924"/>
                    <a:pt x="177" y="9835"/>
                    <a:pt x="207" y="9808"/>
                  </a:cubicBezTo>
                  <a:cubicBezTo>
                    <a:pt x="243" y="9776"/>
                    <a:pt x="347" y="9753"/>
                    <a:pt x="361" y="9749"/>
                  </a:cubicBezTo>
                  <a:cubicBezTo>
                    <a:pt x="375" y="9746"/>
                    <a:pt x="475" y="9609"/>
                    <a:pt x="512" y="9559"/>
                  </a:cubicBezTo>
                  <a:cubicBezTo>
                    <a:pt x="554" y="9500"/>
                    <a:pt x="637" y="9367"/>
                    <a:pt x="684" y="9326"/>
                  </a:cubicBezTo>
                  <a:cubicBezTo>
                    <a:pt x="739" y="9278"/>
                    <a:pt x="863" y="9266"/>
                    <a:pt x="918" y="9220"/>
                  </a:cubicBezTo>
                  <a:cubicBezTo>
                    <a:pt x="976" y="9171"/>
                    <a:pt x="1084" y="9030"/>
                    <a:pt x="1131" y="8945"/>
                  </a:cubicBezTo>
                  <a:cubicBezTo>
                    <a:pt x="1194" y="8833"/>
                    <a:pt x="1291" y="8549"/>
                    <a:pt x="1346" y="8420"/>
                  </a:cubicBezTo>
                  <a:cubicBezTo>
                    <a:pt x="1395" y="8307"/>
                    <a:pt x="1500" y="8094"/>
                    <a:pt x="1545" y="7976"/>
                  </a:cubicBezTo>
                  <a:cubicBezTo>
                    <a:pt x="1571" y="7912"/>
                    <a:pt x="1612" y="7770"/>
                    <a:pt x="1636" y="7705"/>
                  </a:cubicBezTo>
                  <a:cubicBezTo>
                    <a:pt x="1664" y="7635"/>
                    <a:pt x="1716" y="7487"/>
                    <a:pt x="1752" y="7439"/>
                  </a:cubicBezTo>
                  <a:cubicBezTo>
                    <a:pt x="1801" y="7376"/>
                    <a:pt x="1916" y="7329"/>
                    <a:pt x="1972" y="7308"/>
                  </a:cubicBezTo>
                  <a:cubicBezTo>
                    <a:pt x="2027" y="7286"/>
                    <a:pt x="2141" y="7246"/>
                    <a:pt x="2196" y="7270"/>
                  </a:cubicBezTo>
                  <a:cubicBezTo>
                    <a:pt x="2232" y="7284"/>
                    <a:pt x="2290" y="7419"/>
                    <a:pt x="2327" y="7413"/>
                  </a:cubicBezTo>
                  <a:cubicBezTo>
                    <a:pt x="2378" y="7405"/>
                    <a:pt x="2445" y="7212"/>
                    <a:pt x="2490" y="7164"/>
                  </a:cubicBezTo>
                  <a:cubicBezTo>
                    <a:pt x="2530" y="7122"/>
                    <a:pt x="2616" y="7063"/>
                    <a:pt x="2660" y="7049"/>
                  </a:cubicBezTo>
                  <a:cubicBezTo>
                    <a:pt x="2710" y="7034"/>
                    <a:pt x="2811" y="7081"/>
                    <a:pt x="2859" y="7058"/>
                  </a:cubicBezTo>
                  <a:cubicBezTo>
                    <a:pt x="2905" y="7036"/>
                    <a:pt x="2989" y="6935"/>
                    <a:pt x="3028" y="6880"/>
                  </a:cubicBezTo>
                  <a:cubicBezTo>
                    <a:pt x="3069" y="6823"/>
                    <a:pt x="3138" y="6675"/>
                    <a:pt x="3177" y="6613"/>
                  </a:cubicBezTo>
                  <a:cubicBezTo>
                    <a:pt x="3219" y="6546"/>
                    <a:pt x="3311" y="6432"/>
                    <a:pt x="3353" y="6364"/>
                  </a:cubicBezTo>
                  <a:cubicBezTo>
                    <a:pt x="3395" y="6295"/>
                    <a:pt x="3479" y="6154"/>
                    <a:pt x="3513" y="6068"/>
                  </a:cubicBezTo>
                  <a:cubicBezTo>
                    <a:pt x="3538" y="6006"/>
                    <a:pt x="3572" y="5861"/>
                    <a:pt x="3593" y="5793"/>
                  </a:cubicBezTo>
                  <a:cubicBezTo>
                    <a:pt x="3612" y="5725"/>
                    <a:pt x="3643" y="5572"/>
                    <a:pt x="3674" y="5526"/>
                  </a:cubicBezTo>
                  <a:cubicBezTo>
                    <a:pt x="3697" y="5490"/>
                    <a:pt x="3757" y="5478"/>
                    <a:pt x="3786" y="5467"/>
                  </a:cubicBezTo>
                  <a:cubicBezTo>
                    <a:pt x="3811" y="5457"/>
                    <a:pt x="3865" y="5465"/>
                    <a:pt x="3889" y="5443"/>
                  </a:cubicBezTo>
                  <a:cubicBezTo>
                    <a:pt x="3912" y="5420"/>
                    <a:pt x="3939" y="5314"/>
                    <a:pt x="3963" y="5296"/>
                  </a:cubicBezTo>
                  <a:cubicBezTo>
                    <a:pt x="4004" y="5267"/>
                    <a:pt x="4095" y="5360"/>
                    <a:pt x="4136" y="5331"/>
                  </a:cubicBezTo>
                  <a:cubicBezTo>
                    <a:pt x="4194" y="5291"/>
                    <a:pt x="4285" y="5100"/>
                    <a:pt x="4313" y="4989"/>
                  </a:cubicBezTo>
                  <a:cubicBezTo>
                    <a:pt x="4337" y="4894"/>
                    <a:pt x="4334" y="4671"/>
                    <a:pt x="4342" y="4567"/>
                  </a:cubicBezTo>
                  <a:cubicBezTo>
                    <a:pt x="4346" y="4510"/>
                    <a:pt x="4349" y="4393"/>
                    <a:pt x="4362" y="4341"/>
                  </a:cubicBezTo>
                  <a:cubicBezTo>
                    <a:pt x="4373" y="4295"/>
                    <a:pt x="4414" y="4234"/>
                    <a:pt x="4432" y="4199"/>
                  </a:cubicBezTo>
                  <a:cubicBezTo>
                    <a:pt x="4455" y="4152"/>
                    <a:pt x="4505" y="4064"/>
                    <a:pt x="4526" y="4011"/>
                  </a:cubicBezTo>
                  <a:cubicBezTo>
                    <a:pt x="4546" y="3963"/>
                    <a:pt x="4566" y="3834"/>
                    <a:pt x="4592" y="3798"/>
                  </a:cubicBezTo>
                  <a:cubicBezTo>
                    <a:pt x="4611" y="3772"/>
                    <a:pt x="4665" y="3794"/>
                    <a:pt x="4683" y="3767"/>
                  </a:cubicBezTo>
                  <a:cubicBezTo>
                    <a:pt x="4702" y="3739"/>
                    <a:pt x="4717" y="3644"/>
                    <a:pt x="4729" y="3605"/>
                  </a:cubicBezTo>
                  <a:cubicBezTo>
                    <a:pt x="4739" y="3570"/>
                    <a:pt x="4761" y="3501"/>
                    <a:pt x="4772" y="3465"/>
                  </a:cubicBezTo>
                  <a:cubicBezTo>
                    <a:pt x="4798" y="3378"/>
                    <a:pt x="4835" y="3183"/>
                    <a:pt x="4872" y="3116"/>
                  </a:cubicBezTo>
                  <a:cubicBezTo>
                    <a:pt x="4910" y="3046"/>
                    <a:pt x="5013" y="2992"/>
                    <a:pt x="5058" y="2944"/>
                  </a:cubicBezTo>
                  <a:cubicBezTo>
                    <a:pt x="5107" y="2893"/>
                    <a:pt x="5203" y="2786"/>
                    <a:pt x="5247" y="2716"/>
                  </a:cubicBezTo>
                  <a:cubicBezTo>
                    <a:pt x="5280" y="2662"/>
                    <a:pt x="5338" y="2529"/>
                    <a:pt x="5366" y="2462"/>
                  </a:cubicBezTo>
                  <a:cubicBezTo>
                    <a:pt x="5406" y="2361"/>
                    <a:pt x="5484" y="2151"/>
                    <a:pt x="5515" y="2036"/>
                  </a:cubicBezTo>
                  <a:cubicBezTo>
                    <a:pt x="5537" y="1954"/>
                    <a:pt x="5563" y="1771"/>
                    <a:pt x="5585" y="1688"/>
                  </a:cubicBezTo>
                  <a:cubicBezTo>
                    <a:pt x="5611" y="1589"/>
                    <a:pt x="5670" y="1390"/>
                    <a:pt x="5710" y="1313"/>
                  </a:cubicBezTo>
                  <a:cubicBezTo>
                    <a:pt x="5752" y="1232"/>
                    <a:pt x="5862" y="1137"/>
                    <a:pt x="5911" y="1072"/>
                  </a:cubicBezTo>
                  <a:cubicBezTo>
                    <a:pt x="5937" y="1038"/>
                    <a:pt x="5986" y="962"/>
                    <a:pt x="6012" y="926"/>
                  </a:cubicBezTo>
                  <a:cubicBezTo>
                    <a:pt x="6040" y="885"/>
                    <a:pt x="6097" y="804"/>
                    <a:pt x="6127" y="767"/>
                  </a:cubicBezTo>
                  <a:cubicBezTo>
                    <a:pt x="6149" y="741"/>
                    <a:pt x="6195" y="702"/>
                    <a:pt x="6216" y="672"/>
                  </a:cubicBezTo>
                  <a:cubicBezTo>
                    <a:pt x="6253" y="619"/>
                    <a:pt x="6311" y="460"/>
                    <a:pt x="6353" y="419"/>
                  </a:cubicBezTo>
                  <a:cubicBezTo>
                    <a:pt x="6387" y="384"/>
                    <a:pt x="6465" y="386"/>
                    <a:pt x="6502" y="367"/>
                  </a:cubicBezTo>
                  <a:cubicBezTo>
                    <a:pt x="6537" y="351"/>
                    <a:pt x="6604" y="311"/>
                    <a:pt x="6636" y="278"/>
                  </a:cubicBezTo>
                  <a:cubicBezTo>
                    <a:pt x="6660" y="255"/>
                    <a:pt x="6700" y="180"/>
                    <a:pt x="6724" y="157"/>
                  </a:cubicBezTo>
                  <a:cubicBezTo>
                    <a:pt x="6761" y="126"/>
                    <a:pt x="6838" y="90"/>
                    <a:pt x="6877" y="81"/>
                  </a:cubicBezTo>
                  <a:cubicBezTo>
                    <a:pt x="6952" y="68"/>
                    <a:pt x="7103" y="142"/>
                    <a:pt x="7178" y="120"/>
                  </a:cubicBezTo>
                  <a:cubicBezTo>
                    <a:pt x="7212" y="111"/>
                    <a:pt x="7274" y="45"/>
                    <a:pt x="7306" y="32"/>
                  </a:cubicBezTo>
                  <a:cubicBezTo>
                    <a:pt x="7350" y="13"/>
                    <a:pt x="7440" y="-11"/>
                    <a:pt x="7483" y="6"/>
                  </a:cubicBezTo>
                  <a:cubicBezTo>
                    <a:pt x="7522" y="20"/>
                    <a:pt x="7595" y="101"/>
                    <a:pt x="7630" y="145"/>
                  </a:cubicBezTo>
                  <a:cubicBezTo>
                    <a:pt x="7666" y="194"/>
                    <a:pt x="7741" y="297"/>
                    <a:pt x="7763" y="374"/>
                  </a:cubicBezTo>
                  <a:cubicBezTo>
                    <a:pt x="7780" y="434"/>
                    <a:pt x="7808" y="591"/>
                    <a:pt x="7788" y="647"/>
                  </a:cubicBezTo>
                  <a:cubicBezTo>
                    <a:pt x="7773" y="687"/>
                    <a:pt x="7717" y="664"/>
                    <a:pt x="7693" y="666"/>
                  </a:cubicBezTo>
                  <a:cubicBezTo>
                    <a:pt x="7668" y="668"/>
                    <a:pt x="7615" y="637"/>
                    <a:pt x="7593" y="659"/>
                  </a:cubicBezTo>
                  <a:cubicBezTo>
                    <a:pt x="7563" y="690"/>
                    <a:pt x="7542" y="847"/>
                    <a:pt x="7513" y="881"/>
                  </a:cubicBezTo>
                  <a:cubicBezTo>
                    <a:pt x="7494" y="908"/>
                    <a:pt x="7443" y="932"/>
                    <a:pt x="7422" y="914"/>
                  </a:cubicBezTo>
                  <a:cubicBezTo>
                    <a:pt x="7405" y="898"/>
                    <a:pt x="7395" y="808"/>
                    <a:pt x="7379" y="787"/>
                  </a:cubicBezTo>
                  <a:cubicBezTo>
                    <a:pt x="7357" y="756"/>
                    <a:pt x="7300" y="742"/>
                    <a:pt x="7272" y="748"/>
                  </a:cubicBezTo>
                  <a:cubicBezTo>
                    <a:pt x="7240" y="755"/>
                    <a:pt x="7183" y="835"/>
                    <a:pt x="7151" y="849"/>
                  </a:cubicBezTo>
                  <a:cubicBezTo>
                    <a:pt x="7123" y="863"/>
                    <a:pt x="7060" y="825"/>
                    <a:pt x="7039" y="863"/>
                  </a:cubicBezTo>
                  <a:cubicBezTo>
                    <a:pt x="7017" y="901"/>
                    <a:pt x="7005" y="1043"/>
                    <a:pt x="7017" y="1097"/>
                  </a:cubicBezTo>
                  <a:cubicBezTo>
                    <a:pt x="7031" y="1163"/>
                    <a:pt x="7117" y="1187"/>
                    <a:pt x="7133" y="1250"/>
                  </a:cubicBezTo>
                  <a:cubicBezTo>
                    <a:pt x="7145" y="1298"/>
                    <a:pt x="7147" y="1422"/>
                    <a:pt x="7133" y="1466"/>
                  </a:cubicBezTo>
                  <a:cubicBezTo>
                    <a:pt x="7112" y="1530"/>
                    <a:pt x="7028" y="1542"/>
                    <a:pt x="6996" y="1580"/>
                  </a:cubicBezTo>
                  <a:cubicBezTo>
                    <a:pt x="6968" y="1614"/>
                    <a:pt x="6923" y="1710"/>
                    <a:pt x="6895" y="1745"/>
                  </a:cubicBezTo>
                  <a:cubicBezTo>
                    <a:pt x="6872" y="1772"/>
                    <a:pt x="6820" y="1793"/>
                    <a:pt x="6801" y="1827"/>
                  </a:cubicBezTo>
                  <a:cubicBezTo>
                    <a:pt x="6782" y="1860"/>
                    <a:pt x="6760" y="1949"/>
                    <a:pt x="6749" y="1992"/>
                  </a:cubicBezTo>
                  <a:cubicBezTo>
                    <a:pt x="6734" y="2049"/>
                    <a:pt x="6716" y="2173"/>
                    <a:pt x="6700" y="2227"/>
                  </a:cubicBezTo>
                  <a:cubicBezTo>
                    <a:pt x="6680" y="2295"/>
                    <a:pt x="6628" y="2415"/>
                    <a:pt x="6600" y="2468"/>
                  </a:cubicBezTo>
                  <a:cubicBezTo>
                    <a:pt x="6572" y="2520"/>
                    <a:pt x="6509" y="2597"/>
                    <a:pt x="6481" y="2646"/>
                  </a:cubicBezTo>
                  <a:cubicBezTo>
                    <a:pt x="6444" y="2712"/>
                    <a:pt x="6369" y="2844"/>
                    <a:pt x="6346" y="2931"/>
                  </a:cubicBezTo>
                  <a:cubicBezTo>
                    <a:pt x="6331" y="2991"/>
                    <a:pt x="6318" y="3126"/>
                    <a:pt x="6319" y="3193"/>
                  </a:cubicBezTo>
                  <a:cubicBezTo>
                    <a:pt x="6320" y="3239"/>
                    <a:pt x="6355" y="3327"/>
                    <a:pt x="6346" y="3370"/>
                  </a:cubicBezTo>
                  <a:cubicBezTo>
                    <a:pt x="6338" y="3414"/>
                    <a:pt x="6287" y="3450"/>
                    <a:pt x="6265" y="3453"/>
                  </a:cubicBezTo>
                  <a:cubicBezTo>
                    <a:pt x="6249" y="3455"/>
                    <a:pt x="6217" y="3391"/>
                    <a:pt x="6204" y="3408"/>
                  </a:cubicBezTo>
                  <a:cubicBezTo>
                    <a:pt x="6186" y="3430"/>
                    <a:pt x="6193" y="3531"/>
                    <a:pt x="6191" y="3573"/>
                  </a:cubicBezTo>
                  <a:cubicBezTo>
                    <a:pt x="6190" y="3632"/>
                    <a:pt x="6211" y="3756"/>
                    <a:pt x="6197" y="3808"/>
                  </a:cubicBezTo>
                  <a:cubicBezTo>
                    <a:pt x="6186" y="3855"/>
                    <a:pt x="6132" y="3886"/>
                    <a:pt x="6112" y="3916"/>
                  </a:cubicBezTo>
                  <a:cubicBezTo>
                    <a:pt x="6092" y="3945"/>
                    <a:pt x="6050" y="4002"/>
                    <a:pt x="6036" y="4042"/>
                  </a:cubicBezTo>
                  <a:cubicBezTo>
                    <a:pt x="6019" y="4091"/>
                    <a:pt x="6000" y="4206"/>
                    <a:pt x="5997" y="4265"/>
                  </a:cubicBezTo>
                  <a:cubicBezTo>
                    <a:pt x="5990" y="4389"/>
                    <a:pt x="6046" y="4641"/>
                    <a:pt x="6026" y="4760"/>
                  </a:cubicBezTo>
                  <a:cubicBezTo>
                    <a:pt x="6011" y="4856"/>
                    <a:pt x="5927" y="4981"/>
                    <a:pt x="5890" y="5046"/>
                  </a:cubicBezTo>
                  <a:cubicBezTo>
                    <a:pt x="5866" y="5086"/>
                    <a:pt x="5802" y="5134"/>
                    <a:pt x="5789" y="5192"/>
                  </a:cubicBezTo>
                  <a:cubicBezTo>
                    <a:pt x="5772" y="5266"/>
                    <a:pt x="5803" y="5439"/>
                    <a:pt x="5801" y="5522"/>
                  </a:cubicBezTo>
                  <a:cubicBezTo>
                    <a:pt x="5800" y="5585"/>
                    <a:pt x="5787" y="5708"/>
                    <a:pt x="5780" y="5769"/>
                  </a:cubicBezTo>
                  <a:cubicBezTo>
                    <a:pt x="5773" y="5833"/>
                    <a:pt x="5750" y="5958"/>
                    <a:pt x="5743" y="6023"/>
                  </a:cubicBezTo>
                  <a:cubicBezTo>
                    <a:pt x="5736" y="6106"/>
                    <a:pt x="5722" y="6276"/>
                    <a:pt x="5728" y="6359"/>
                  </a:cubicBezTo>
                  <a:cubicBezTo>
                    <a:pt x="5733" y="6430"/>
                    <a:pt x="5762" y="6561"/>
                    <a:pt x="5780" y="6620"/>
                  </a:cubicBezTo>
                  <a:cubicBezTo>
                    <a:pt x="5801" y="6684"/>
                    <a:pt x="5846" y="6851"/>
                    <a:pt x="5883" y="6842"/>
                  </a:cubicBezTo>
                  <a:cubicBezTo>
                    <a:pt x="5924" y="6832"/>
                    <a:pt x="5950" y="6625"/>
                    <a:pt x="5969" y="6550"/>
                  </a:cubicBezTo>
                  <a:cubicBezTo>
                    <a:pt x="5982" y="6500"/>
                    <a:pt x="6004" y="6393"/>
                    <a:pt x="6014" y="6341"/>
                  </a:cubicBezTo>
                  <a:cubicBezTo>
                    <a:pt x="6025" y="6287"/>
                    <a:pt x="6039" y="6169"/>
                    <a:pt x="6057" y="6125"/>
                  </a:cubicBezTo>
                  <a:cubicBezTo>
                    <a:pt x="6069" y="6095"/>
                    <a:pt x="6106" y="6068"/>
                    <a:pt x="6121" y="6042"/>
                  </a:cubicBezTo>
                  <a:cubicBezTo>
                    <a:pt x="6163" y="5974"/>
                    <a:pt x="6235" y="5814"/>
                    <a:pt x="6271" y="5731"/>
                  </a:cubicBezTo>
                  <a:cubicBezTo>
                    <a:pt x="6314" y="5627"/>
                    <a:pt x="6392" y="5399"/>
                    <a:pt x="6435" y="5292"/>
                  </a:cubicBezTo>
                  <a:cubicBezTo>
                    <a:pt x="6463" y="5226"/>
                    <a:pt x="6515" y="5082"/>
                    <a:pt x="6551" y="5033"/>
                  </a:cubicBezTo>
                  <a:cubicBezTo>
                    <a:pt x="6579" y="4994"/>
                    <a:pt x="6645" y="4941"/>
                    <a:pt x="6679" y="4937"/>
                  </a:cubicBezTo>
                  <a:cubicBezTo>
                    <a:pt x="6700" y="4935"/>
                    <a:pt x="6751" y="4944"/>
                    <a:pt x="6761" y="4982"/>
                  </a:cubicBezTo>
                  <a:cubicBezTo>
                    <a:pt x="6771" y="5021"/>
                    <a:pt x="6751" y="5120"/>
                    <a:pt x="6737" y="5153"/>
                  </a:cubicBezTo>
                  <a:cubicBezTo>
                    <a:pt x="6719" y="5194"/>
                    <a:pt x="6657" y="5198"/>
                    <a:pt x="6642" y="5242"/>
                  </a:cubicBezTo>
                  <a:cubicBezTo>
                    <a:pt x="6634" y="5266"/>
                    <a:pt x="6637" y="5328"/>
                    <a:pt x="6639" y="5357"/>
                  </a:cubicBezTo>
                  <a:cubicBezTo>
                    <a:pt x="6643" y="5405"/>
                    <a:pt x="6652" y="5518"/>
                    <a:pt x="6673" y="5540"/>
                  </a:cubicBezTo>
                  <a:cubicBezTo>
                    <a:pt x="6700" y="5571"/>
                    <a:pt x="6764" y="5513"/>
                    <a:pt x="6791" y="5485"/>
                  </a:cubicBezTo>
                  <a:cubicBezTo>
                    <a:pt x="6809" y="5465"/>
                    <a:pt x="6837" y="5404"/>
                    <a:pt x="6852" y="5376"/>
                  </a:cubicBezTo>
                  <a:cubicBezTo>
                    <a:pt x="6871" y="5340"/>
                    <a:pt x="6904" y="5249"/>
                    <a:pt x="6929" y="5236"/>
                  </a:cubicBezTo>
                  <a:cubicBezTo>
                    <a:pt x="6994" y="5203"/>
                    <a:pt x="7124" y="5354"/>
                    <a:pt x="7191" y="5376"/>
                  </a:cubicBezTo>
                  <a:cubicBezTo>
                    <a:pt x="7215" y="5384"/>
                    <a:pt x="7266" y="5398"/>
                    <a:pt x="7291" y="5388"/>
                  </a:cubicBezTo>
                  <a:cubicBezTo>
                    <a:pt x="7326" y="5375"/>
                    <a:pt x="7385" y="5287"/>
                    <a:pt x="7419" y="5269"/>
                  </a:cubicBezTo>
                  <a:cubicBezTo>
                    <a:pt x="7444" y="5253"/>
                    <a:pt x="7497" y="5232"/>
                    <a:pt x="7522" y="5242"/>
                  </a:cubicBezTo>
                  <a:cubicBezTo>
                    <a:pt x="7550" y="5254"/>
                    <a:pt x="7594" y="5338"/>
                    <a:pt x="7620" y="5363"/>
                  </a:cubicBezTo>
                  <a:cubicBezTo>
                    <a:pt x="7638" y="5381"/>
                    <a:pt x="7677" y="5430"/>
                    <a:pt x="7697" y="5420"/>
                  </a:cubicBezTo>
                  <a:cubicBezTo>
                    <a:pt x="7713" y="5411"/>
                    <a:pt x="7726" y="5326"/>
                    <a:pt x="7742" y="5319"/>
                  </a:cubicBezTo>
                  <a:cubicBezTo>
                    <a:pt x="7770" y="5307"/>
                    <a:pt x="7824" y="5370"/>
                    <a:pt x="7846" y="5407"/>
                  </a:cubicBezTo>
                  <a:cubicBezTo>
                    <a:pt x="7857" y="5428"/>
                    <a:pt x="7866" y="5499"/>
                    <a:pt x="7879" y="5515"/>
                  </a:cubicBezTo>
                  <a:cubicBezTo>
                    <a:pt x="7906" y="5545"/>
                    <a:pt x="7980" y="5469"/>
                    <a:pt x="8001" y="5515"/>
                  </a:cubicBezTo>
                  <a:cubicBezTo>
                    <a:pt x="8016" y="5548"/>
                    <a:pt x="7993" y="5654"/>
                    <a:pt x="7998" y="5700"/>
                  </a:cubicBezTo>
                  <a:cubicBezTo>
                    <a:pt x="8003" y="5746"/>
                    <a:pt x="8019" y="5846"/>
                    <a:pt x="8037" y="5870"/>
                  </a:cubicBezTo>
                  <a:cubicBezTo>
                    <a:pt x="8064" y="5904"/>
                    <a:pt x="8136" y="5898"/>
                    <a:pt x="8162" y="5864"/>
                  </a:cubicBezTo>
                  <a:cubicBezTo>
                    <a:pt x="8177" y="5845"/>
                    <a:pt x="8178" y="5737"/>
                    <a:pt x="8196" y="5737"/>
                  </a:cubicBezTo>
                  <a:cubicBezTo>
                    <a:pt x="8216" y="5739"/>
                    <a:pt x="8215" y="5870"/>
                    <a:pt x="8232" y="5890"/>
                  </a:cubicBezTo>
                  <a:cubicBezTo>
                    <a:pt x="8252" y="5913"/>
                    <a:pt x="8300" y="5858"/>
                    <a:pt x="8321" y="5870"/>
                  </a:cubicBezTo>
                  <a:cubicBezTo>
                    <a:pt x="8338" y="5882"/>
                    <a:pt x="8364" y="5943"/>
                    <a:pt x="8379" y="5967"/>
                  </a:cubicBezTo>
                  <a:cubicBezTo>
                    <a:pt x="8397" y="5993"/>
                    <a:pt x="8436" y="6036"/>
                    <a:pt x="8452" y="6068"/>
                  </a:cubicBezTo>
                  <a:cubicBezTo>
                    <a:pt x="8480" y="6124"/>
                    <a:pt x="8531" y="6251"/>
                    <a:pt x="8544" y="6327"/>
                  </a:cubicBezTo>
                  <a:cubicBezTo>
                    <a:pt x="8555" y="6398"/>
                    <a:pt x="8531" y="6559"/>
                    <a:pt x="8546" y="6627"/>
                  </a:cubicBezTo>
                  <a:cubicBezTo>
                    <a:pt x="8560" y="6687"/>
                    <a:pt x="8615" y="6773"/>
                    <a:pt x="8644" y="6803"/>
                  </a:cubicBezTo>
                  <a:cubicBezTo>
                    <a:pt x="8667" y="6830"/>
                    <a:pt x="8729" y="6814"/>
                    <a:pt x="8748" y="6855"/>
                  </a:cubicBezTo>
                  <a:cubicBezTo>
                    <a:pt x="8775" y="6917"/>
                    <a:pt x="8752" y="7119"/>
                    <a:pt x="8775" y="7191"/>
                  </a:cubicBezTo>
                  <a:cubicBezTo>
                    <a:pt x="8791" y="7245"/>
                    <a:pt x="8853" y="7298"/>
                    <a:pt x="8878" y="7337"/>
                  </a:cubicBezTo>
                  <a:cubicBezTo>
                    <a:pt x="8895" y="7364"/>
                    <a:pt x="8931" y="7419"/>
                    <a:pt x="8946" y="7451"/>
                  </a:cubicBezTo>
                  <a:cubicBezTo>
                    <a:pt x="8962" y="7488"/>
                    <a:pt x="8981" y="7585"/>
                    <a:pt x="9000" y="7616"/>
                  </a:cubicBezTo>
                  <a:cubicBezTo>
                    <a:pt x="9019" y="7648"/>
                    <a:pt x="9065" y="7691"/>
                    <a:pt x="9089" y="7693"/>
                  </a:cubicBezTo>
                  <a:cubicBezTo>
                    <a:pt x="9108" y="7694"/>
                    <a:pt x="9143" y="7636"/>
                    <a:pt x="9162" y="7642"/>
                  </a:cubicBezTo>
                  <a:cubicBezTo>
                    <a:pt x="9180" y="7647"/>
                    <a:pt x="9213" y="7697"/>
                    <a:pt x="9222" y="7730"/>
                  </a:cubicBezTo>
                  <a:cubicBezTo>
                    <a:pt x="9235" y="7775"/>
                    <a:pt x="9225" y="7884"/>
                    <a:pt x="9232" y="7934"/>
                  </a:cubicBezTo>
                  <a:cubicBezTo>
                    <a:pt x="9238" y="7982"/>
                    <a:pt x="9270" y="8063"/>
                    <a:pt x="9275" y="8111"/>
                  </a:cubicBezTo>
                  <a:cubicBezTo>
                    <a:pt x="9281" y="8175"/>
                    <a:pt x="9249" y="8313"/>
                    <a:pt x="9262" y="8372"/>
                  </a:cubicBezTo>
                  <a:cubicBezTo>
                    <a:pt x="9278" y="8440"/>
                    <a:pt x="9353" y="8507"/>
                    <a:pt x="9387" y="8537"/>
                  </a:cubicBezTo>
                  <a:cubicBezTo>
                    <a:pt x="9430" y="8575"/>
                    <a:pt x="9523" y="8631"/>
                    <a:pt x="9569" y="8632"/>
                  </a:cubicBezTo>
                  <a:cubicBezTo>
                    <a:pt x="9610" y="8633"/>
                    <a:pt x="9686" y="8581"/>
                    <a:pt x="9725" y="8562"/>
                  </a:cubicBezTo>
                  <a:cubicBezTo>
                    <a:pt x="9761" y="8545"/>
                    <a:pt x="9830" y="8500"/>
                    <a:pt x="9865" y="8486"/>
                  </a:cubicBezTo>
                  <a:cubicBezTo>
                    <a:pt x="9900" y="8472"/>
                    <a:pt x="9969" y="8461"/>
                    <a:pt x="10003" y="8448"/>
                  </a:cubicBezTo>
                  <a:cubicBezTo>
                    <a:pt x="10034" y="8435"/>
                    <a:pt x="10098" y="8417"/>
                    <a:pt x="10124" y="8384"/>
                  </a:cubicBezTo>
                  <a:cubicBezTo>
                    <a:pt x="10163" y="8337"/>
                    <a:pt x="10215" y="8172"/>
                    <a:pt x="10249" y="8111"/>
                  </a:cubicBezTo>
                  <a:cubicBezTo>
                    <a:pt x="10277" y="8063"/>
                    <a:pt x="10336" y="7965"/>
                    <a:pt x="10371" y="7947"/>
                  </a:cubicBezTo>
                  <a:cubicBezTo>
                    <a:pt x="10410" y="7926"/>
                    <a:pt x="10500" y="7926"/>
                    <a:pt x="10532" y="7977"/>
                  </a:cubicBezTo>
                  <a:cubicBezTo>
                    <a:pt x="10562" y="8025"/>
                    <a:pt x="10564" y="8201"/>
                    <a:pt x="10582" y="8270"/>
                  </a:cubicBezTo>
                  <a:cubicBezTo>
                    <a:pt x="10598" y="8336"/>
                    <a:pt x="10631" y="8480"/>
                    <a:pt x="10664" y="8511"/>
                  </a:cubicBezTo>
                  <a:cubicBezTo>
                    <a:pt x="10689" y="8535"/>
                    <a:pt x="10748" y="8467"/>
                    <a:pt x="10773" y="8493"/>
                  </a:cubicBezTo>
                  <a:cubicBezTo>
                    <a:pt x="10797" y="8517"/>
                    <a:pt x="10810" y="8645"/>
                    <a:pt x="10831" y="8677"/>
                  </a:cubicBezTo>
                  <a:cubicBezTo>
                    <a:pt x="10857" y="8713"/>
                    <a:pt x="10922" y="8732"/>
                    <a:pt x="10953" y="8733"/>
                  </a:cubicBezTo>
                  <a:cubicBezTo>
                    <a:pt x="10974" y="8735"/>
                    <a:pt x="11018" y="8726"/>
                    <a:pt x="11035" y="8702"/>
                  </a:cubicBezTo>
                  <a:cubicBezTo>
                    <a:pt x="11055" y="8676"/>
                    <a:pt x="11079" y="8588"/>
                    <a:pt x="11087" y="8543"/>
                  </a:cubicBezTo>
                  <a:cubicBezTo>
                    <a:pt x="11094" y="8504"/>
                    <a:pt x="11084" y="8415"/>
                    <a:pt x="11093" y="8378"/>
                  </a:cubicBezTo>
                  <a:cubicBezTo>
                    <a:pt x="11101" y="8348"/>
                    <a:pt x="11131" y="8312"/>
                    <a:pt x="11145" y="8296"/>
                  </a:cubicBezTo>
                  <a:cubicBezTo>
                    <a:pt x="11166" y="8271"/>
                    <a:pt x="11213" y="8210"/>
                    <a:pt x="11236" y="8226"/>
                  </a:cubicBezTo>
                  <a:cubicBezTo>
                    <a:pt x="11261" y="8242"/>
                    <a:pt x="11277" y="8362"/>
                    <a:pt x="11294" y="8404"/>
                  </a:cubicBezTo>
                  <a:cubicBezTo>
                    <a:pt x="11310" y="8443"/>
                    <a:pt x="11340" y="8543"/>
                    <a:pt x="11364" y="8543"/>
                  </a:cubicBezTo>
                  <a:cubicBezTo>
                    <a:pt x="11387" y="8543"/>
                    <a:pt x="11420" y="8457"/>
                    <a:pt x="11431" y="8416"/>
                  </a:cubicBezTo>
                  <a:cubicBezTo>
                    <a:pt x="11444" y="8371"/>
                    <a:pt x="11450" y="8264"/>
                    <a:pt x="11449" y="8213"/>
                  </a:cubicBezTo>
                  <a:cubicBezTo>
                    <a:pt x="11449" y="8163"/>
                    <a:pt x="11437" y="8063"/>
                    <a:pt x="11428" y="8016"/>
                  </a:cubicBezTo>
                  <a:cubicBezTo>
                    <a:pt x="11422" y="7984"/>
                    <a:pt x="11403" y="7925"/>
                    <a:pt x="11395" y="7896"/>
                  </a:cubicBezTo>
                  <a:cubicBezTo>
                    <a:pt x="11383" y="7855"/>
                    <a:pt x="11349" y="7784"/>
                    <a:pt x="11343" y="7737"/>
                  </a:cubicBezTo>
                  <a:cubicBezTo>
                    <a:pt x="11337" y="7686"/>
                    <a:pt x="11338" y="7571"/>
                    <a:pt x="11352" y="7528"/>
                  </a:cubicBezTo>
                  <a:cubicBezTo>
                    <a:pt x="11361" y="7498"/>
                    <a:pt x="11394" y="7471"/>
                    <a:pt x="11410" y="7458"/>
                  </a:cubicBezTo>
                  <a:cubicBezTo>
                    <a:pt x="11427" y="7443"/>
                    <a:pt x="11463" y="7407"/>
                    <a:pt x="11480" y="7419"/>
                  </a:cubicBezTo>
                  <a:cubicBezTo>
                    <a:pt x="11505" y="7439"/>
                    <a:pt x="11532" y="7548"/>
                    <a:pt x="11544" y="7597"/>
                  </a:cubicBezTo>
                  <a:cubicBezTo>
                    <a:pt x="11558" y="7654"/>
                    <a:pt x="11581" y="7777"/>
                    <a:pt x="11578" y="7839"/>
                  </a:cubicBezTo>
                  <a:cubicBezTo>
                    <a:pt x="11575" y="7892"/>
                    <a:pt x="11522" y="7977"/>
                    <a:pt x="11529" y="8029"/>
                  </a:cubicBezTo>
                  <a:cubicBezTo>
                    <a:pt x="11538" y="8096"/>
                    <a:pt x="11613" y="8144"/>
                    <a:pt x="11644" y="8169"/>
                  </a:cubicBezTo>
                  <a:cubicBezTo>
                    <a:pt x="11668" y="8187"/>
                    <a:pt x="11718" y="8218"/>
                    <a:pt x="11742" y="8207"/>
                  </a:cubicBezTo>
                  <a:cubicBezTo>
                    <a:pt x="11771" y="8192"/>
                    <a:pt x="11816" y="8100"/>
                    <a:pt x="11836" y="8054"/>
                  </a:cubicBezTo>
                  <a:cubicBezTo>
                    <a:pt x="11861" y="8002"/>
                    <a:pt x="11896" y="7874"/>
                    <a:pt x="11916" y="7813"/>
                  </a:cubicBezTo>
                  <a:cubicBezTo>
                    <a:pt x="11939" y="7739"/>
                    <a:pt x="11984" y="7583"/>
                    <a:pt x="12007" y="7508"/>
                  </a:cubicBezTo>
                  <a:cubicBezTo>
                    <a:pt x="12021" y="7462"/>
                    <a:pt x="12044" y="7358"/>
                    <a:pt x="12065" y="7324"/>
                  </a:cubicBezTo>
                  <a:cubicBezTo>
                    <a:pt x="12092" y="7283"/>
                    <a:pt x="12162" y="7275"/>
                    <a:pt x="12193" y="7248"/>
                  </a:cubicBezTo>
                  <a:cubicBezTo>
                    <a:pt x="12230" y="7217"/>
                    <a:pt x="12302" y="7143"/>
                    <a:pt x="12333" y="7089"/>
                  </a:cubicBezTo>
                  <a:cubicBezTo>
                    <a:pt x="12366" y="7032"/>
                    <a:pt x="12412" y="6872"/>
                    <a:pt x="12443" y="6810"/>
                  </a:cubicBezTo>
                  <a:cubicBezTo>
                    <a:pt x="12479" y="6738"/>
                    <a:pt x="12564" y="6630"/>
                    <a:pt x="12600" y="6559"/>
                  </a:cubicBezTo>
                  <a:cubicBezTo>
                    <a:pt x="12640" y="6478"/>
                    <a:pt x="12706" y="6287"/>
                    <a:pt x="12745" y="6203"/>
                  </a:cubicBezTo>
                  <a:cubicBezTo>
                    <a:pt x="12772" y="6144"/>
                    <a:pt x="12827" y="6023"/>
                    <a:pt x="12860" y="5978"/>
                  </a:cubicBezTo>
                  <a:cubicBezTo>
                    <a:pt x="12886" y="5944"/>
                    <a:pt x="12943" y="5874"/>
                    <a:pt x="12974" y="5881"/>
                  </a:cubicBezTo>
                  <a:cubicBezTo>
                    <a:pt x="12995" y="5887"/>
                    <a:pt x="13024" y="5967"/>
                    <a:pt x="13045" y="5983"/>
                  </a:cubicBezTo>
                  <a:cubicBezTo>
                    <a:pt x="13070" y="6002"/>
                    <a:pt x="13125" y="6026"/>
                    <a:pt x="13150" y="6008"/>
                  </a:cubicBezTo>
                  <a:cubicBezTo>
                    <a:pt x="13175" y="5992"/>
                    <a:pt x="13204" y="5892"/>
                    <a:pt x="13226" y="5864"/>
                  </a:cubicBezTo>
                  <a:cubicBezTo>
                    <a:pt x="13264" y="5816"/>
                    <a:pt x="13353" y="5773"/>
                    <a:pt x="13395" y="5737"/>
                  </a:cubicBezTo>
                  <a:cubicBezTo>
                    <a:pt x="13447" y="5692"/>
                    <a:pt x="13549" y="5584"/>
                    <a:pt x="13601" y="5539"/>
                  </a:cubicBezTo>
                  <a:cubicBezTo>
                    <a:pt x="13635" y="5509"/>
                    <a:pt x="13701" y="5441"/>
                    <a:pt x="13738" y="5433"/>
                  </a:cubicBezTo>
                  <a:cubicBezTo>
                    <a:pt x="13814" y="5414"/>
                    <a:pt x="13967" y="5512"/>
                    <a:pt x="14044" y="5513"/>
                  </a:cubicBezTo>
                  <a:cubicBezTo>
                    <a:pt x="14109" y="5514"/>
                    <a:pt x="14239" y="5488"/>
                    <a:pt x="14302" y="5458"/>
                  </a:cubicBezTo>
                  <a:cubicBezTo>
                    <a:pt x="14348" y="5437"/>
                    <a:pt x="14433" y="5342"/>
                    <a:pt x="14479" y="5327"/>
                  </a:cubicBezTo>
                  <a:cubicBezTo>
                    <a:pt x="14559" y="5299"/>
                    <a:pt x="14724" y="5370"/>
                    <a:pt x="14804" y="5335"/>
                  </a:cubicBezTo>
                  <a:cubicBezTo>
                    <a:pt x="14857" y="5312"/>
                    <a:pt x="14957" y="5208"/>
                    <a:pt x="15005" y="5151"/>
                  </a:cubicBezTo>
                  <a:cubicBezTo>
                    <a:pt x="15054" y="5090"/>
                    <a:pt x="15142" y="4936"/>
                    <a:pt x="15187" y="4865"/>
                  </a:cubicBezTo>
                  <a:cubicBezTo>
                    <a:pt x="15238" y="4788"/>
                    <a:pt x="15336" y="4629"/>
                    <a:pt x="15389" y="4557"/>
                  </a:cubicBezTo>
                  <a:cubicBezTo>
                    <a:pt x="15446" y="4477"/>
                    <a:pt x="15564" y="4322"/>
                    <a:pt x="15626" y="4261"/>
                  </a:cubicBezTo>
                  <a:cubicBezTo>
                    <a:pt x="15678" y="4211"/>
                    <a:pt x="15784" y="4122"/>
                    <a:pt x="15840" y="4104"/>
                  </a:cubicBezTo>
                  <a:cubicBezTo>
                    <a:pt x="15901" y="4085"/>
                    <a:pt x="16028" y="4145"/>
                    <a:pt x="16089" y="4125"/>
                  </a:cubicBezTo>
                  <a:cubicBezTo>
                    <a:pt x="16132" y="4112"/>
                    <a:pt x="16215" y="4049"/>
                    <a:pt x="16252" y="4002"/>
                  </a:cubicBezTo>
                  <a:cubicBezTo>
                    <a:pt x="16282" y="3965"/>
                    <a:pt x="16319" y="3819"/>
                    <a:pt x="16353" y="3808"/>
                  </a:cubicBezTo>
                  <a:cubicBezTo>
                    <a:pt x="16395" y="3795"/>
                    <a:pt x="16494" y="3875"/>
                    <a:pt x="16505" y="3961"/>
                  </a:cubicBezTo>
                  <a:cubicBezTo>
                    <a:pt x="16516" y="4032"/>
                    <a:pt x="16446" y="4148"/>
                    <a:pt x="16426" y="4210"/>
                  </a:cubicBezTo>
                  <a:cubicBezTo>
                    <a:pt x="16407" y="4272"/>
                    <a:pt x="16356" y="4387"/>
                    <a:pt x="16347" y="4459"/>
                  </a:cubicBezTo>
                  <a:cubicBezTo>
                    <a:pt x="16336" y="4556"/>
                    <a:pt x="16370" y="4754"/>
                    <a:pt x="16366" y="4853"/>
                  </a:cubicBezTo>
                  <a:cubicBezTo>
                    <a:pt x="16362" y="4948"/>
                    <a:pt x="16314" y="5127"/>
                    <a:pt x="16316" y="5221"/>
                  </a:cubicBezTo>
                  <a:cubicBezTo>
                    <a:pt x="16320" y="5319"/>
                    <a:pt x="16366" y="5498"/>
                    <a:pt x="16388" y="5586"/>
                  </a:cubicBezTo>
                  <a:cubicBezTo>
                    <a:pt x="16402" y="5642"/>
                    <a:pt x="16453" y="5736"/>
                    <a:pt x="16455" y="5801"/>
                  </a:cubicBezTo>
                  <a:cubicBezTo>
                    <a:pt x="16457" y="5864"/>
                    <a:pt x="16417" y="5974"/>
                    <a:pt x="16406" y="6033"/>
                  </a:cubicBezTo>
                  <a:cubicBezTo>
                    <a:pt x="16396" y="6092"/>
                    <a:pt x="16364" y="6209"/>
                    <a:pt x="16370" y="6271"/>
                  </a:cubicBezTo>
                  <a:cubicBezTo>
                    <a:pt x="16375" y="6332"/>
                    <a:pt x="16422" y="6422"/>
                    <a:pt x="16443" y="6465"/>
                  </a:cubicBezTo>
                  <a:cubicBezTo>
                    <a:pt x="16463" y="6506"/>
                    <a:pt x="16504" y="6594"/>
                    <a:pt x="16532" y="6609"/>
                  </a:cubicBezTo>
                  <a:cubicBezTo>
                    <a:pt x="16568" y="6629"/>
                    <a:pt x="16648" y="6602"/>
                    <a:pt x="16679" y="6559"/>
                  </a:cubicBezTo>
                  <a:cubicBezTo>
                    <a:pt x="16696" y="6532"/>
                    <a:pt x="16700" y="6411"/>
                    <a:pt x="16721" y="6402"/>
                  </a:cubicBezTo>
                  <a:cubicBezTo>
                    <a:pt x="16744" y="6392"/>
                    <a:pt x="16776" y="6500"/>
                    <a:pt x="16796" y="6525"/>
                  </a:cubicBezTo>
                  <a:cubicBezTo>
                    <a:pt x="16818" y="6552"/>
                    <a:pt x="16864" y="6615"/>
                    <a:pt x="16889" y="6609"/>
                  </a:cubicBezTo>
                  <a:cubicBezTo>
                    <a:pt x="16914" y="6602"/>
                    <a:pt x="16944" y="6482"/>
                    <a:pt x="16969" y="6483"/>
                  </a:cubicBezTo>
                  <a:cubicBezTo>
                    <a:pt x="17002" y="6484"/>
                    <a:pt x="17041" y="6629"/>
                    <a:pt x="17071" y="6660"/>
                  </a:cubicBezTo>
                  <a:cubicBezTo>
                    <a:pt x="17094" y="6684"/>
                    <a:pt x="17145" y="6725"/>
                    <a:pt x="17170" y="6716"/>
                  </a:cubicBezTo>
                  <a:cubicBezTo>
                    <a:pt x="17205" y="6701"/>
                    <a:pt x="17281" y="6546"/>
                    <a:pt x="17288" y="6546"/>
                  </a:cubicBezTo>
                  <a:cubicBezTo>
                    <a:pt x="17294" y="6546"/>
                    <a:pt x="17367" y="6401"/>
                    <a:pt x="17394" y="6351"/>
                  </a:cubicBezTo>
                  <a:cubicBezTo>
                    <a:pt x="17415" y="6310"/>
                    <a:pt x="17453" y="6213"/>
                    <a:pt x="17481" y="6190"/>
                  </a:cubicBezTo>
                  <a:cubicBezTo>
                    <a:pt x="17512" y="6164"/>
                    <a:pt x="17583" y="6178"/>
                    <a:pt x="17617" y="6182"/>
                  </a:cubicBezTo>
                  <a:cubicBezTo>
                    <a:pt x="17652" y="6187"/>
                    <a:pt x="17725" y="6195"/>
                    <a:pt x="17755" y="6233"/>
                  </a:cubicBezTo>
                  <a:cubicBezTo>
                    <a:pt x="17800" y="6288"/>
                    <a:pt x="17844" y="6504"/>
                    <a:pt x="17884" y="6571"/>
                  </a:cubicBezTo>
                  <a:cubicBezTo>
                    <a:pt x="17906" y="6606"/>
                    <a:pt x="17957" y="6680"/>
                    <a:pt x="17984" y="6668"/>
                  </a:cubicBezTo>
                  <a:cubicBezTo>
                    <a:pt x="18018" y="6654"/>
                    <a:pt x="18052" y="6503"/>
                    <a:pt x="18078" y="6456"/>
                  </a:cubicBezTo>
                  <a:cubicBezTo>
                    <a:pt x="18100" y="6417"/>
                    <a:pt x="18158" y="6375"/>
                    <a:pt x="18175" y="6326"/>
                  </a:cubicBezTo>
                  <a:cubicBezTo>
                    <a:pt x="18199" y="6256"/>
                    <a:pt x="18196" y="6071"/>
                    <a:pt x="18216" y="5996"/>
                  </a:cubicBezTo>
                  <a:cubicBezTo>
                    <a:pt x="18234" y="5925"/>
                    <a:pt x="18284" y="5795"/>
                    <a:pt x="18320" y="5762"/>
                  </a:cubicBezTo>
                  <a:cubicBezTo>
                    <a:pt x="18337" y="5748"/>
                    <a:pt x="18377" y="5779"/>
                    <a:pt x="18394" y="5766"/>
                  </a:cubicBezTo>
                  <a:cubicBezTo>
                    <a:pt x="18429" y="5744"/>
                    <a:pt x="18476" y="5600"/>
                    <a:pt x="18513" y="5586"/>
                  </a:cubicBezTo>
                  <a:cubicBezTo>
                    <a:pt x="18545" y="5572"/>
                    <a:pt x="18610" y="5626"/>
                    <a:pt x="18641" y="5653"/>
                  </a:cubicBezTo>
                  <a:cubicBezTo>
                    <a:pt x="18671" y="5680"/>
                    <a:pt x="18720" y="5813"/>
                    <a:pt x="18752" y="5798"/>
                  </a:cubicBezTo>
                  <a:cubicBezTo>
                    <a:pt x="18797" y="5773"/>
                    <a:pt x="18821" y="5547"/>
                    <a:pt x="18845" y="5467"/>
                  </a:cubicBezTo>
                  <a:cubicBezTo>
                    <a:pt x="18861" y="5418"/>
                    <a:pt x="18890" y="5316"/>
                    <a:pt x="18910" y="5277"/>
                  </a:cubicBezTo>
                  <a:cubicBezTo>
                    <a:pt x="18929" y="5242"/>
                    <a:pt x="18972" y="5168"/>
                    <a:pt x="18996" y="5179"/>
                  </a:cubicBezTo>
                  <a:cubicBezTo>
                    <a:pt x="19020" y="5190"/>
                    <a:pt x="19031" y="5329"/>
                    <a:pt x="19055" y="5344"/>
                  </a:cubicBezTo>
                  <a:cubicBezTo>
                    <a:pt x="19087" y="5364"/>
                    <a:pt x="19149" y="5225"/>
                    <a:pt x="19181" y="5246"/>
                  </a:cubicBezTo>
                  <a:cubicBezTo>
                    <a:pt x="19203" y="5262"/>
                    <a:pt x="19225" y="5367"/>
                    <a:pt x="19234" y="5411"/>
                  </a:cubicBezTo>
                  <a:cubicBezTo>
                    <a:pt x="19247" y="5488"/>
                    <a:pt x="19253" y="5721"/>
                    <a:pt x="19253" y="5733"/>
                  </a:cubicBezTo>
                  <a:cubicBezTo>
                    <a:pt x="19253" y="5746"/>
                    <a:pt x="19268" y="5983"/>
                    <a:pt x="19260" y="6063"/>
                  </a:cubicBezTo>
                  <a:cubicBezTo>
                    <a:pt x="19253" y="6134"/>
                    <a:pt x="19198" y="6249"/>
                    <a:pt x="19197" y="6322"/>
                  </a:cubicBezTo>
                  <a:cubicBezTo>
                    <a:pt x="19195" y="6407"/>
                    <a:pt x="19237" y="6568"/>
                    <a:pt x="19260" y="6639"/>
                  </a:cubicBezTo>
                  <a:cubicBezTo>
                    <a:pt x="19274" y="6682"/>
                    <a:pt x="19319" y="6741"/>
                    <a:pt x="19331" y="6787"/>
                  </a:cubicBezTo>
                  <a:cubicBezTo>
                    <a:pt x="19347" y="6849"/>
                    <a:pt x="19349" y="6996"/>
                    <a:pt x="19357" y="7066"/>
                  </a:cubicBezTo>
                  <a:cubicBezTo>
                    <a:pt x="19368" y="7161"/>
                    <a:pt x="19393" y="7349"/>
                    <a:pt x="19404" y="7442"/>
                  </a:cubicBezTo>
                  <a:cubicBezTo>
                    <a:pt x="19414" y="7519"/>
                    <a:pt x="19450" y="7676"/>
                    <a:pt x="19439" y="7751"/>
                  </a:cubicBezTo>
                  <a:cubicBezTo>
                    <a:pt x="19430" y="7810"/>
                    <a:pt x="19377" y="7883"/>
                    <a:pt x="19353" y="7917"/>
                  </a:cubicBezTo>
                  <a:cubicBezTo>
                    <a:pt x="19338" y="7937"/>
                    <a:pt x="19304" y="7971"/>
                    <a:pt x="19286" y="7980"/>
                  </a:cubicBezTo>
                  <a:cubicBezTo>
                    <a:pt x="19263" y="7992"/>
                    <a:pt x="19214" y="7975"/>
                    <a:pt x="19191" y="7989"/>
                  </a:cubicBezTo>
                  <a:cubicBezTo>
                    <a:pt x="19169" y="8002"/>
                    <a:pt x="19126" y="8049"/>
                    <a:pt x="19112" y="8086"/>
                  </a:cubicBezTo>
                  <a:cubicBezTo>
                    <a:pt x="19093" y="8135"/>
                    <a:pt x="19075" y="8263"/>
                    <a:pt x="19075" y="8328"/>
                  </a:cubicBezTo>
                  <a:cubicBezTo>
                    <a:pt x="19075" y="8387"/>
                    <a:pt x="19087" y="8510"/>
                    <a:pt x="19105" y="8556"/>
                  </a:cubicBezTo>
                  <a:cubicBezTo>
                    <a:pt x="19118" y="8586"/>
                    <a:pt x="19154" y="8624"/>
                    <a:pt x="19173" y="8623"/>
                  </a:cubicBezTo>
                  <a:cubicBezTo>
                    <a:pt x="19197" y="8623"/>
                    <a:pt x="19241" y="8567"/>
                    <a:pt x="19258" y="8530"/>
                  </a:cubicBezTo>
                  <a:cubicBezTo>
                    <a:pt x="19272" y="8500"/>
                    <a:pt x="19276" y="8405"/>
                    <a:pt x="19292" y="8382"/>
                  </a:cubicBezTo>
                  <a:cubicBezTo>
                    <a:pt x="19323" y="8340"/>
                    <a:pt x="19406" y="8331"/>
                    <a:pt x="19439" y="8366"/>
                  </a:cubicBezTo>
                  <a:cubicBezTo>
                    <a:pt x="19457" y="8384"/>
                    <a:pt x="19473" y="8470"/>
                    <a:pt x="19485" y="8505"/>
                  </a:cubicBezTo>
                  <a:cubicBezTo>
                    <a:pt x="19496" y="8537"/>
                    <a:pt x="19513" y="8616"/>
                    <a:pt x="19530" y="8632"/>
                  </a:cubicBezTo>
                  <a:cubicBezTo>
                    <a:pt x="19556" y="8656"/>
                    <a:pt x="19615" y="8597"/>
                    <a:pt x="19644" y="8603"/>
                  </a:cubicBezTo>
                  <a:cubicBezTo>
                    <a:pt x="19672" y="8608"/>
                    <a:pt x="19730" y="8634"/>
                    <a:pt x="19752" y="8674"/>
                  </a:cubicBezTo>
                  <a:cubicBezTo>
                    <a:pt x="19767" y="8703"/>
                    <a:pt x="19788" y="8790"/>
                    <a:pt x="19784" y="8831"/>
                  </a:cubicBezTo>
                  <a:cubicBezTo>
                    <a:pt x="19777" y="8891"/>
                    <a:pt x="19704" y="8934"/>
                    <a:pt x="19692" y="8992"/>
                  </a:cubicBezTo>
                  <a:cubicBezTo>
                    <a:pt x="19685" y="9025"/>
                    <a:pt x="19687" y="9107"/>
                    <a:pt x="19697" y="9139"/>
                  </a:cubicBezTo>
                  <a:cubicBezTo>
                    <a:pt x="19709" y="9185"/>
                    <a:pt x="19761" y="9224"/>
                    <a:pt x="19780" y="9258"/>
                  </a:cubicBezTo>
                  <a:cubicBezTo>
                    <a:pt x="19807" y="9308"/>
                    <a:pt x="19845" y="9445"/>
                    <a:pt x="19875" y="9487"/>
                  </a:cubicBezTo>
                  <a:cubicBezTo>
                    <a:pt x="19906" y="9530"/>
                    <a:pt x="19981" y="9569"/>
                    <a:pt x="20018" y="9584"/>
                  </a:cubicBezTo>
                  <a:cubicBezTo>
                    <a:pt x="20050" y="9598"/>
                    <a:pt x="20120" y="9580"/>
                    <a:pt x="20152" y="9605"/>
                  </a:cubicBezTo>
                  <a:cubicBezTo>
                    <a:pt x="20178" y="9626"/>
                    <a:pt x="20216" y="9724"/>
                    <a:pt x="20241" y="9753"/>
                  </a:cubicBezTo>
                  <a:cubicBezTo>
                    <a:pt x="20264" y="9780"/>
                    <a:pt x="20312" y="9841"/>
                    <a:pt x="20339" y="9833"/>
                  </a:cubicBezTo>
                  <a:cubicBezTo>
                    <a:pt x="20359" y="9828"/>
                    <a:pt x="20394" y="9765"/>
                    <a:pt x="20405" y="9728"/>
                  </a:cubicBezTo>
                  <a:cubicBezTo>
                    <a:pt x="20416" y="9694"/>
                    <a:pt x="20410" y="9605"/>
                    <a:pt x="20419" y="9571"/>
                  </a:cubicBezTo>
                  <a:cubicBezTo>
                    <a:pt x="20429" y="9542"/>
                    <a:pt x="20458" y="9478"/>
                    <a:pt x="20474" y="9487"/>
                  </a:cubicBezTo>
                  <a:cubicBezTo>
                    <a:pt x="20497" y="9497"/>
                    <a:pt x="20499" y="9628"/>
                    <a:pt x="20517" y="9656"/>
                  </a:cubicBezTo>
                  <a:cubicBezTo>
                    <a:pt x="20539" y="9689"/>
                    <a:pt x="20598" y="9717"/>
                    <a:pt x="20623" y="9694"/>
                  </a:cubicBezTo>
                  <a:cubicBezTo>
                    <a:pt x="20643" y="9674"/>
                    <a:pt x="20664" y="9579"/>
                    <a:pt x="20670" y="9533"/>
                  </a:cubicBezTo>
                  <a:cubicBezTo>
                    <a:pt x="20677" y="9475"/>
                    <a:pt x="20678" y="9347"/>
                    <a:pt x="20665" y="9292"/>
                  </a:cubicBezTo>
                  <a:cubicBezTo>
                    <a:pt x="20655" y="9247"/>
                    <a:pt x="20613" y="9190"/>
                    <a:pt x="20592" y="9165"/>
                  </a:cubicBezTo>
                  <a:cubicBezTo>
                    <a:pt x="20582" y="9153"/>
                    <a:pt x="20557" y="9145"/>
                    <a:pt x="20547" y="9131"/>
                  </a:cubicBezTo>
                  <a:cubicBezTo>
                    <a:pt x="20518" y="9092"/>
                    <a:pt x="20469" y="8989"/>
                    <a:pt x="20450" y="8928"/>
                  </a:cubicBezTo>
                  <a:cubicBezTo>
                    <a:pt x="20442" y="8903"/>
                    <a:pt x="20428" y="8844"/>
                    <a:pt x="20430" y="8813"/>
                  </a:cubicBezTo>
                  <a:cubicBezTo>
                    <a:pt x="20431" y="8770"/>
                    <a:pt x="20453" y="8672"/>
                    <a:pt x="20474" y="8662"/>
                  </a:cubicBezTo>
                  <a:cubicBezTo>
                    <a:pt x="20495" y="8651"/>
                    <a:pt x="20531" y="8730"/>
                    <a:pt x="20549" y="8750"/>
                  </a:cubicBezTo>
                  <a:cubicBezTo>
                    <a:pt x="20570" y="8773"/>
                    <a:pt x="20608" y="8832"/>
                    <a:pt x="20631" y="8835"/>
                  </a:cubicBezTo>
                  <a:cubicBezTo>
                    <a:pt x="20648" y="8838"/>
                    <a:pt x="20682" y="8810"/>
                    <a:pt x="20696" y="8789"/>
                  </a:cubicBezTo>
                  <a:cubicBezTo>
                    <a:pt x="20713" y="8762"/>
                    <a:pt x="20732" y="8667"/>
                    <a:pt x="20751" y="8644"/>
                  </a:cubicBezTo>
                  <a:cubicBezTo>
                    <a:pt x="20770" y="8621"/>
                    <a:pt x="20818" y="8622"/>
                    <a:pt x="20840" y="8615"/>
                  </a:cubicBezTo>
                  <a:cubicBezTo>
                    <a:pt x="20886" y="8601"/>
                    <a:pt x="20978" y="8555"/>
                    <a:pt x="21025" y="8560"/>
                  </a:cubicBezTo>
                  <a:cubicBezTo>
                    <a:pt x="21057" y="8563"/>
                    <a:pt x="21124" y="8585"/>
                    <a:pt x="21151" y="8623"/>
                  </a:cubicBezTo>
                  <a:cubicBezTo>
                    <a:pt x="21176" y="8661"/>
                    <a:pt x="21202" y="8790"/>
                    <a:pt x="21222" y="8839"/>
                  </a:cubicBezTo>
                  <a:cubicBezTo>
                    <a:pt x="21237" y="8875"/>
                    <a:pt x="21275" y="8932"/>
                    <a:pt x="21289" y="8970"/>
                  </a:cubicBezTo>
                  <a:cubicBezTo>
                    <a:pt x="21308" y="9021"/>
                    <a:pt x="21346" y="9186"/>
                    <a:pt x="21346" y="9199"/>
                  </a:cubicBezTo>
                  <a:cubicBezTo>
                    <a:pt x="21346" y="9213"/>
                    <a:pt x="21387" y="9306"/>
                    <a:pt x="21406" y="9322"/>
                  </a:cubicBezTo>
                  <a:cubicBezTo>
                    <a:pt x="21429" y="9339"/>
                    <a:pt x="21481" y="9304"/>
                    <a:pt x="21504" y="9322"/>
                  </a:cubicBezTo>
                  <a:cubicBezTo>
                    <a:pt x="21523" y="9337"/>
                    <a:pt x="21556" y="9396"/>
                    <a:pt x="21567" y="943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43" name="Shape 4825"/>
            <p:cNvSpPr/>
            <p:nvPr/>
          </p:nvSpPr>
          <p:spPr>
            <a:xfrm>
              <a:off x="6466297" y="759387"/>
              <a:ext cx="1259303" cy="604196"/>
            </a:xfrm>
            <a:custGeom>
              <a:avLst/>
              <a:gdLst/>
              <a:ahLst/>
              <a:cxnLst>
                <a:cxn ang="0">
                  <a:pos x="wd2" y="hd2"/>
                </a:cxn>
                <a:cxn ang="5400000">
                  <a:pos x="wd2" y="hd2"/>
                </a:cxn>
                <a:cxn ang="10800000">
                  <a:pos x="wd2" y="hd2"/>
                </a:cxn>
                <a:cxn ang="16200000">
                  <a:pos x="wd2" y="hd2"/>
                </a:cxn>
              </a:cxnLst>
              <a:rect l="0" t="0" r="r" b="b"/>
              <a:pathLst>
                <a:path w="21596" h="21589" extrusionOk="0">
                  <a:moveTo>
                    <a:pt x="21567" y="9432"/>
                  </a:moveTo>
                  <a:cubicBezTo>
                    <a:pt x="21582" y="9483"/>
                    <a:pt x="21600" y="9605"/>
                    <a:pt x="21596" y="9664"/>
                  </a:cubicBezTo>
                  <a:cubicBezTo>
                    <a:pt x="21591" y="9723"/>
                    <a:pt x="21552" y="9818"/>
                    <a:pt x="21536" y="9867"/>
                  </a:cubicBezTo>
                  <a:cubicBezTo>
                    <a:pt x="21520" y="9921"/>
                    <a:pt x="21489" y="10034"/>
                    <a:pt x="21468" y="10079"/>
                  </a:cubicBezTo>
                  <a:cubicBezTo>
                    <a:pt x="21437" y="10143"/>
                    <a:pt x="21366" y="10260"/>
                    <a:pt x="21323" y="10279"/>
                  </a:cubicBezTo>
                  <a:cubicBezTo>
                    <a:pt x="21288" y="10294"/>
                    <a:pt x="21214" y="10264"/>
                    <a:pt x="21183" y="10227"/>
                  </a:cubicBezTo>
                  <a:cubicBezTo>
                    <a:pt x="21159" y="10198"/>
                    <a:pt x="21136" y="10078"/>
                    <a:pt x="21112" y="10050"/>
                  </a:cubicBezTo>
                  <a:cubicBezTo>
                    <a:pt x="21084" y="10016"/>
                    <a:pt x="21014" y="9990"/>
                    <a:pt x="20982" y="10011"/>
                  </a:cubicBezTo>
                  <a:cubicBezTo>
                    <a:pt x="20959" y="10026"/>
                    <a:pt x="20933" y="10121"/>
                    <a:pt x="20913" y="10146"/>
                  </a:cubicBezTo>
                  <a:cubicBezTo>
                    <a:pt x="20875" y="10198"/>
                    <a:pt x="20790" y="10280"/>
                    <a:pt x="20744" y="10286"/>
                  </a:cubicBezTo>
                  <a:cubicBezTo>
                    <a:pt x="20705" y="10292"/>
                    <a:pt x="20632" y="10203"/>
                    <a:pt x="20592" y="10206"/>
                  </a:cubicBezTo>
                  <a:cubicBezTo>
                    <a:pt x="20553" y="10210"/>
                    <a:pt x="20481" y="10333"/>
                    <a:pt x="20444" y="10307"/>
                  </a:cubicBezTo>
                  <a:cubicBezTo>
                    <a:pt x="20422" y="10293"/>
                    <a:pt x="20407" y="10181"/>
                    <a:pt x="20389" y="10151"/>
                  </a:cubicBezTo>
                  <a:cubicBezTo>
                    <a:pt x="20375" y="10129"/>
                    <a:pt x="20340" y="10096"/>
                    <a:pt x="20322" y="10100"/>
                  </a:cubicBezTo>
                  <a:cubicBezTo>
                    <a:pt x="20302" y="10104"/>
                    <a:pt x="20271" y="10177"/>
                    <a:pt x="20251" y="10184"/>
                  </a:cubicBezTo>
                  <a:cubicBezTo>
                    <a:pt x="20218" y="10197"/>
                    <a:pt x="20153" y="10142"/>
                    <a:pt x="20119" y="10138"/>
                  </a:cubicBezTo>
                  <a:cubicBezTo>
                    <a:pt x="20092" y="10135"/>
                    <a:pt x="20039" y="10136"/>
                    <a:pt x="20013" y="10151"/>
                  </a:cubicBezTo>
                  <a:cubicBezTo>
                    <a:pt x="19980" y="10171"/>
                    <a:pt x="19925" y="10274"/>
                    <a:pt x="19892" y="10291"/>
                  </a:cubicBezTo>
                  <a:cubicBezTo>
                    <a:pt x="19852" y="10310"/>
                    <a:pt x="19769" y="10287"/>
                    <a:pt x="19729" y="10279"/>
                  </a:cubicBezTo>
                  <a:cubicBezTo>
                    <a:pt x="19692" y="10270"/>
                    <a:pt x="19620" y="10212"/>
                    <a:pt x="19585" y="10227"/>
                  </a:cubicBezTo>
                  <a:cubicBezTo>
                    <a:pt x="19541" y="10247"/>
                    <a:pt x="19479" y="10416"/>
                    <a:pt x="19434" y="10434"/>
                  </a:cubicBezTo>
                  <a:cubicBezTo>
                    <a:pt x="19410" y="10445"/>
                    <a:pt x="19360" y="10391"/>
                    <a:pt x="19335" y="10396"/>
                  </a:cubicBezTo>
                  <a:cubicBezTo>
                    <a:pt x="19300" y="10405"/>
                    <a:pt x="19240" y="10489"/>
                    <a:pt x="19207" y="10516"/>
                  </a:cubicBezTo>
                  <a:cubicBezTo>
                    <a:pt x="19178" y="10539"/>
                    <a:pt x="19120" y="10585"/>
                    <a:pt x="19089" y="10596"/>
                  </a:cubicBezTo>
                  <a:cubicBezTo>
                    <a:pt x="19066" y="10603"/>
                    <a:pt x="19015" y="10573"/>
                    <a:pt x="18994" y="10596"/>
                  </a:cubicBezTo>
                  <a:cubicBezTo>
                    <a:pt x="18958" y="10631"/>
                    <a:pt x="18923" y="10799"/>
                    <a:pt x="18894" y="10858"/>
                  </a:cubicBezTo>
                  <a:cubicBezTo>
                    <a:pt x="18878" y="10892"/>
                    <a:pt x="18846" y="10968"/>
                    <a:pt x="18823" y="10976"/>
                  </a:cubicBezTo>
                  <a:cubicBezTo>
                    <a:pt x="18800" y="10985"/>
                    <a:pt x="18750" y="10951"/>
                    <a:pt x="18734" y="10916"/>
                  </a:cubicBezTo>
                  <a:cubicBezTo>
                    <a:pt x="18710" y="10868"/>
                    <a:pt x="18710" y="10711"/>
                    <a:pt x="18691" y="10654"/>
                  </a:cubicBezTo>
                  <a:cubicBezTo>
                    <a:pt x="18681" y="10622"/>
                    <a:pt x="18653" y="10558"/>
                    <a:pt x="18635" y="10553"/>
                  </a:cubicBezTo>
                  <a:cubicBezTo>
                    <a:pt x="18610" y="10547"/>
                    <a:pt x="18571" y="10652"/>
                    <a:pt x="18547" y="10641"/>
                  </a:cubicBezTo>
                  <a:cubicBezTo>
                    <a:pt x="18525" y="10632"/>
                    <a:pt x="18510" y="10521"/>
                    <a:pt x="18490" y="10502"/>
                  </a:cubicBezTo>
                  <a:cubicBezTo>
                    <a:pt x="18478" y="10491"/>
                    <a:pt x="18447" y="10483"/>
                    <a:pt x="18437" y="10502"/>
                  </a:cubicBezTo>
                  <a:cubicBezTo>
                    <a:pt x="18419" y="10540"/>
                    <a:pt x="18447" y="10672"/>
                    <a:pt x="18433" y="10718"/>
                  </a:cubicBezTo>
                  <a:cubicBezTo>
                    <a:pt x="18422" y="10753"/>
                    <a:pt x="18382" y="10802"/>
                    <a:pt x="18362" y="10794"/>
                  </a:cubicBezTo>
                  <a:cubicBezTo>
                    <a:pt x="18345" y="10787"/>
                    <a:pt x="18320" y="10718"/>
                    <a:pt x="18317" y="10682"/>
                  </a:cubicBezTo>
                  <a:cubicBezTo>
                    <a:pt x="18311" y="10625"/>
                    <a:pt x="18349" y="10518"/>
                    <a:pt x="18350" y="10460"/>
                  </a:cubicBezTo>
                  <a:cubicBezTo>
                    <a:pt x="18351" y="10401"/>
                    <a:pt x="18346" y="10271"/>
                    <a:pt x="18329" y="10225"/>
                  </a:cubicBezTo>
                  <a:cubicBezTo>
                    <a:pt x="18306" y="10168"/>
                    <a:pt x="18232" y="10106"/>
                    <a:pt x="18197" y="10117"/>
                  </a:cubicBezTo>
                  <a:cubicBezTo>
                    <a:pt x="18186" y="10122"/>
                    <a:pt x="18170" y="10164"/>
                    <a:pt x="18161" y="10181"/>
                  </a:cubicBezTo>
                  <a:cubicBezTo>
                    <a:pt x="18142" y="10216"/>
                    <a:pt x="18109" y="10299"/>
                    <a:pt x="18088" y="10327"/>
                  </a:cubicBezTo>
                  <a:cubicBezTo>
                    <a:pt x="18077" y="10341"/>
                    <a:pt x="18050" y="10380"/>
                    <a:pt x="18039" y="10365"/>
                  </a:cubicBezTo>
                  <a:cubicBezTo>
                    <a:pt x="18024" y="10343"/>
                    <a:pt x="18044" y="10247"/>
                    <a:pt x="18036" y="10212"/>
                  </a:cubicBezTo>
                  <a:cubicBezTo>
                    <a:pt x="18024" y="10162"/>
                    <a:pt x="17979" y="10084"/>
                    <a:pt x="17954" y="10067"/>
                  </a:cubicBezTo>
                  <a:cubicBezTo>
                    <a:pt x="17939" y="10057"/>
                    <a:pt x="17908" y="10065"/>
                    <a:pt x="17893" y="10073"/>
                  </a:cubicBezTo>
                  <a:cubicBezTo>
                    <a:pt x="17878" y="10080"/>
                    <a:pt x="17848" y="10105"/>
                    <a:pt x="17838" y="10129"/>
                  </a:cubicBezTo>
                  <a:cubicBezTo>
                    <a:pt x="17823" y="10171"/>
                    <a:pt x="17814" y="10281"/>
                    <a:pt x="17813" y="10333"/>
                  </a:cubicBezTo>
                  <a:cubicBezTo>
                    <a:pt x="17813" y="10386"/>
                    <a:pt x="17827" y="10491"/>
                    <a:pt x="17835" y="10542"/>
                  </a:cubicBezTo>
                  <a:cubicBezTo>
                    <a:pt x="17842" y="10593"/>
                    <a:pt x="17870" y="10686"/>
                    <a:pt x="17872" y="10739"/>
                  </a:cubicBezTo>
                  <a:cubicBezTo>
                    <a:pt x="17873" y="10795"/>
                    <a:pt x="17866" y="10914"/>
                    <a:pt x="17847" y="10955"/>
                  </a:cubicBezTo>
                  <a:cubicBezTo>
                    <a:pt x="17829" y="10995"/>
                    <a:pt x="17763" y="10976"/>
                    <a:pt x="17747" y="11019"/>
                  </a:cubicBezTo>
                  <a:cubicBezTo>
                    <a:pt x="17733" y="11055"/>
                    <a:pt x="17729" y="11164"/>
                    <a:pt x="17740" y="11203"/>
                  </a:cubicBezTo>
                  <a:cubicBezTo>
                    <a:pt x="17750" y="11233"/>
                    <a:pt x="17791" y="11232"/>
                    <a:pt x="17804" y="11253"/>
                  </a:cubicBezTo>
                  <a:cubicBezTo>
                    <a:pt x="17821" y="11279"/>
                    <a:pt x="17855" y="11343"/>
                    <a:pt x="17856" y="11386"/>
                  </a:cubicBezTo>
                  <a:cubicBezTo>
                    <a:pt x="17858" y="11440"/>
                    <a:pt x="17804" y="11517"/>
                    <a:pt x="17802" y="11572"/>
                  </a:cubicBezTo>
                  <a:cubicBezTo>
                    <a:pt x="17801" y="11598"/>
                    <a:pt x="17813" y="11650"/>
                    <a:pt x="17820" y="11673"/>
                  </a:cubicBezTo>
                  <a:cubicBezTo>
                    <a:pt x="17829" y="11703"/>
                    <a:pt x="17859" y="11743"/>
                    <a:pt x="17868" y="11774"/>
                  </a:cubicBezTo>
                  <a:cubicBezTo>
                    <a:pt x="17882" y="11822"/>
                    <a:pt x="17908" y="11934"/>
                    <a:pt x="17903" y="11989"/>
                  </a:cubicBezTo>
                  <a:cubicBezTo>
                    <a:pt x="17895" y="12056"/>
                    <a:pt x="17845" y="12173"/>
                    <a:pt x="17813" y="12186"/>
                  </a:cubicBezTo>
                  <a:cubicBezTo>
                    <a:pt x="17789" y="12197"/>
                    <a:pt x="17745" y="12128"/>
                    <a:pt x="17723" y="12105"/>
                  </a:cubicBezTo>
                  <a:cubicBezTo>
                    <a:pt x="17704" y="12085"/>
                    <a:pt x="17671" y="12031"/>
                    <a:pt x="17652" y="12014"/>
                  </a:cubicBezTo>
                  <a:cubicBezTo>
                    <a:pt x="17638" y="12003"/>
                    <a:pt x="17605" y="12006"/>
                    <a:pt x="17591" y="11989"/>
                  </a:cubicBezTo>
                  <a:cubicBezTo>
                    <a:pt x="17566" y="11961"/>
                    <a:pt x="17534" y="11858"/>
                    <a:pt x="17512" y="11819"/>
                  </a:cubicBezTo>
                  <a:cubicBezTo>
                    <a:pt x="17490" y="11777"/>
                    <a:pt x="17443" y="11702"/>
                    <a:pt x="17418" y="11673"/>
                  </a:cubicBezTo>
                  <a:cubicBezTo>
                    <a:pt x="17380" y="11628"/>
                    <a:pt x="17292" y="11589"/>
                    <a:pt x="17256" y="11539"/>
                  </a:cubicBezTo>
                  <a:cubicBezTo>
                    <a:pt x="17218" y="11487"/>
                    <a:pt x="17163" y="11331"/>
                    <a:pt x="17129" y="11269"/>
                  </a:cubicBezTo>
                  <a:cubicBezTo>
                    <a:pt x="17081" y="11179"/>
                    <a:pt x="16979" y="11013"/>
                    <a:pt x="16924" y="10942"/>
                  </a:cubicBezTo>
                  <a:cubicBezTo>
                    <a:pt x="16891" y="10901"/>
                    <a:pt x="16823" y="10825"/>
                    <a:pt x="16786" y="10803"/>
                  </a:cubicBezTo>
                  <a:cubicBezTo>
                    <a:pt x="16735" y="10770"/>
                    <a:pt x="16626" y="10759"/>
                    <a:pt x="16573" y="10744"/>
                  </a:cubicBezTo>
                  <a:cubicBezTo>
                    <a:pt x="16516" y="10727"/>
                    <a:pt x="16401" y="10661"/>
                    <a:pt x="16343" y="10671"/>
                  </a:cubicBezTo>
                  <a:cubicBezTo>
                    <a:pt x="16324" y="10675"/>
                    <a:pt x="16289" y="10723"/>
                    <a:pt x="16270" y="10723"/>
                  </a:cubicBezTo>
                  <a:cubicBezTo>
                    <a:pt x="16241" y="10723"/>
                    <a:pt x="16186" y="10647"/>
                    <a:pt x="16156" y="10646"/>
                  </a:cubicBezTo>
                  <a:cubicBezTo>
                    <a:pt x="16120" y="10645"/>
                    <a:pt x="16054" y="10744"/>
                    <a:pt x="16018" y="10730"/>
                  </a:cubicBezTo>
                  <a:cubicBezTo>
                    <a:pt x="15970" y="10714"/>
                    <a:pt x="15906" y="10526"/>
                    <a:pt x="15860" y="10489"/>
                  </a:cubicBezTo>
                  <a:cubicBezTo>
                    <a:pt x="15831" y="10468"/>
                    <a:pt x="15768" y="10444"/>
                    <a:pt x="15740" y="10464"/>
                  </a:cubicBezTo>
                  <a:cubicBezTo>
                    <a:pt x="15716" y="10481"/>
                    <a:pt x="15689" y="10613"/>
                    <a:pt x="15663" y="10608"/>
                  </a:cubicBezTo>
                  <a:cubicBezTo>
                    <a:pt x="15640" y="10603"/>
                    <a:pt x="15629" y="10474"/>
                    <a:pt x="15608" y="10451"/>
                  </a:cubicBezTo>
                  <a:cubicBezTo>
                    <a:pt x="15587" y="10428"/>
                    <a:pt x="15533" y="10412"/>
                    <a:pt x="15513" y="10439"/>
                  </a:cubicBezTo>
                  <a:cubicBezTo>
                    <a:pt x="15489" y="10469"/>
                    <a:pt x="15494" y="10628"/>
                    <a:pt x="15470" y="10654"/>
                  </a:cubicBezTo>
                  <a:cubicBezTo>
                    <a:pt x="15437" y="10690"/>
                    <a:pt x="15364" y="10583"/>
                    <a:pt x="15328" y="10591"/>
                  </a:cubicBezTo>
                  <a:cubicBezTo>
                    <a:pt x="15302" y="10597"/>
                    <a:pt x="15256" y="10649"/>
                    <a:pt x="15234" y="10680"/>
                  </a:cubicBezTo>
                  <a:cubicBezTo>
                    <a:pt x="15194" y="10740"/>
                    <a:pt x="15123" y="10893"/>
                    <a:pt x="15097" y="10981"/>
                  </a:cubicBezTo>
                  <a:cubicBezTo>
                    <a:pt x="15063" y="11087"/>
                    <a:pt x="15030" y="11336"/>
                    <a:pt x="15005" y="11450"/>
                  </a:cubicBezTo>
                  <a:cubicBezTo>
                    <a:pt x="14979" y="11566"/>
                    <a:pt x="14932" y="11807"/>
                    <a:pt x="14891" y="11903"/>
                  </a:cubicBezTo>
                  <a:cubicBezTo>
                    <a:pt x="14868" y="11956"/>
                    <a:pt x="14810" y="12043"/>
                    <a:pt x="14777" y="12063"/>
                  </a:cubicBezTo>
                  <a:cubicBezTo>
                    <a:pt x="14733" y="12091"/>
                    <a:pt x="14636" y="12084"/>
                    <a:pt x="14592" y="12056"/>
                  </a:cubicBezTo>
                  <a:cubicBezTo>
                    <a:pt x="14562" y="12036"/>
                    <a:pt x="14517" y="11925"/>
                    <a:pt x="14485" y="11906"/>
                  </a:cubicBezTo>
                  <a:cubicBezTo>
                    <a:pt x="14463" y="11895"/>
                    <a:pt x="14416" y="11899"/>
                    <a:pt x="14395" y="11920"/>
                  </a:cubicBezTo>
                  <a:cubicBezTo>
                    <a:pt x="14368" y="11948"/>
                    <a:pt x="14341" y="12085"/>
                    <a:pt x="14313" y="12110"/>
                  </a:cubicBezTo>
                  <a:cubicBezTo>
                    <a:pt x="14279" y="12140"/>
                    <a:pt x="14202" y="12073"/>
                    <a:pt x="14170" y="12107"/>
                  </a:cubicBezTo>
                  <a:cubicBezTo>
                    <a:pt x="14155" y="12121"/>
                    <a:pt x="14132" y="12181"/>
                    <a:pt x="14129" y="12216"/>
                  </a:cubicBezTo>
                  <a:cubicBezTo>
                    <a:pt x="14125" y="12270"/>
                    <a:pt x="14162" y="12368"/>
                    <a:pt x="14164" y="12423"/>
                  </a:cubicBezTo>
                  <a:cubicBezTo>
                    <a:pt x="14166" y="12483"/>
                    <a:pt x="14169" y="12630"/>
                    <a:pt x="14144" y="12656"/>
                  </a:cubicBezTo>
                  <a:cubicBezTo>
                    <a:pt x="14125" y="12676"/>
                    <a:pt x="14087" y="12597"/>
                    <a:pt x="14069" y="12580"/>
                  </a:cubicBezTo>
                  <a:cubicBezTo>
                    <a:pt x="14019" y="12534"/>
                    <a:pt x="13921" y="12428"/>
                    <a:pt x="13867" y="12407"/>
                  </a:cubicBezTo>
                  <a:cubicBezTo>
                    <a:pt x="13853" y="12400"/>
                    <a:pt x="13821" y="12412"/>
                    <a:pt x="13806" y="12407"/>
                  </a:cubicBezTo>
                  <a:cubicBezTo>
                    <a:pt x="13768" y="12394"/>
                    <a:pt x="13698" y="12319"/>
                    <a:pt x="13660" y="12309"/>
                  </a:cubicBezTo>
                  <a:cubicBezTo>
                    <a:pt x="13617" y="12297"/>
                    <a:pt x="13527" y="12289"/>
                    <a:pt x="13488" y="12326"/>
                  </a:cubicBezTo>
                  <a:cubicBezTo>
                    <a:pt x="13457" y="12355"/>
                    <a:pt x="13427" y="12511"/>
                    <a:pt x="13395" y="12525"/>
                  </a:cubicBezTo>
                  <a:cubicBezTo>
                    <a:pt x="13362" y="12539"/>
                    <a:pt x="13304" y="12419"/>
                    <a:pt x="13271" y="12423"/>
                  </a:cubicBezTo>
                  <a:cubicBezTo>
                    <a:pt x="13231" y="12428"/>
                    <a:pt x="13164" y="12542"/>
                    <a:pt x="13128" y="12580"/>
                  </a:cubicBezTo>
                  <a:cubicBezTo>
                    <a:pt x="13103" y="12607"/>
                    <a:pt x="13051" y="12650"/>
                    <a:pt x="13029" y="12685"/>
                  </a:cubicBezTo>
                  <a:cubicBezTo>
                    <a:pt x="12994" y="12743"/>
                    <a:pt x="12933" y="12880"/>
                    <a:pt x="12917" y="12965"/>
                  </a:cubicBezTo>
                  <a:cubicBezTo>
                    <a:pt x="12904" y="13037"/>
                    <a:pt x="12912" y="13196"/>
                    <a:pt x="12911" y="13274"/>
                  </a:cubicBezTo>
                  <a:cubicBezTo>
                    <a:pt x="12909" y="13373"/>
                    <a:pt x="12907" y="13573"/>
                    <a:pt x="12901" y="13671"/>
                  </a:cubicBezTo>
                  <a:cubicBezTo>
                    <a:pt x="12898" y="13723"/>
                    <a:pt x="12882" y="13823"/>
                    <a:pt x="12880" y="13875"/>
                  </a:cubicBezTo>
                  <a:cubicBezTo>
                    <a:pt x="12878" y="13935"/>
                    <a:pt x="12898" y="14061"/>
                    <a:pt x="12887" y="14116"/>
                  </a:cubicBezTo>
                  <a:cubicBezTo>
                    <a:pt x="12875" y="14171"/>
                    <a:pt x="12829" y="14260"/>
                    <a:pt x="12801" y="14272"/>
                  </a:cubicBezTo>
                  <a:cubicBezTo>
                    <a:pt x="12773" y="14286"/>
                    <a:pt x="12716" y="14180"/>
                    <a:pt x="12690" y="14205"/>
                  </a:cubicBezTo>
                  <a:cubicBezTo>
                    <a:pt x="12667" y="14227"/>
                    <a:pt x="12664" y="14353"/>
                    <a:pt x="12648" y="14396"/>
                  </a:cubicBezTo>
                  <a:cubicBezTo>
                    <a:pt x="12635" y="14435"/>
                    <a:pt x="12594" y="14493"/>
                    <a:pt x="12574" y="14518"/>
                  </a:cubicBezTo>
                  <a:cubicBezTo>
                    <a:pt x="12550" y="14547"/>
                    <a:pt x="12495" y="14577"/>
                    <a:pt x="12472" y="14607"/>
                  </a:cubicBezTo>
                  <a:cubicBezTo>
                    <a:pt x="12454" y="14631"/>
                    <a:pt x="12418" y="14686"/>
                    <a:pt x="12408" y="14725"/>
                  </a:cubicBezTo>
                  <a:cubicBezTo>
                    <a:pt x="12391" y="14783"/>
                    <a:pt x="12394" y="14926"/>
                    <a:pt x="12381" y="14988"/>
                  </a:cubicBezTo>
                  <a:cubicBezTo>
                    <a:pt x="12375" y="15016"/>
                    <a:pt x="12361" y="15080"/>
                    <a:pt x="12346" y="15089"/>
                  </a:cubicBezTo>
                  <a:cubicBezTo>
                    <a:pt x="12323" y="15104"/>
                    <a:pt x="12277" y="15000"/>
                    <a:pt x="12255" y="15021"/>
                  </a:cubicBezTo>
                  <a:cubicBezTo>
                    <a:pt x="12239" y="15038"/>
                    <a:pt x="12232" y="15121"/>
                    <a:pt x="12232" y="15157"/>
                  </a:cubicBezTo>
                  <a:cubicBezTo>
                    <a:pt x="12232" y="15200"/>
                    <a:pt x="12260" y="15276"/>
                    <a:pt x="12259" y="15318"/>
                  </a:cubicBezTo>
                  <a:cubicBezTo>
                    <a:pt x="12257" y="15353"/>
                    <a:pt x="12240" y="15417"/>
                    <a:pt x="12228" y="15441"/>
                  </a:cubicBezTo>
                  <a:cubicBezTo>
                    <a:pt x="12215" y="15468"/>
                    <a:pt x="12174" y="15487"/>
                    <a:pt x="12159" y="15513"/>
                  </a:cubicBezTo>
                  <a:cubicBezTo>
                    <a:pt x="12146" y="15534"/>
                    <a:pt x="12121" y="15589"/>
                    <a:pt x="12119" y="15623"/>
                  </a:cubicBezTo>
                  <a:cubicBezTo>
                    <a:pt x="12116" y="15662"/>
                    <a:pt x="12135" y="15741"/>
                    <a:pt x="12149" y="15767"/>
                  </a:cubicBezTo>
                  <a:cubicBezTo>
                    <a:pt x="12161" y="15788"/>
                    <a:pt x="12200" y="15779"/>
                    <a:pt x="12213" y="15800"/>
                  </a:cubicBezTo>
                  <a:cubicBezTo>
                    <a:pt x="12224" y="15821"/>
                    <a:pt x="12243" y="15886"/>
                    <a:pt x="12240" y="15918"/>
                  </a:cubicBezTo>
                  <a:cubicBezTo>
                    <a:pt x="12237" y="15975"/>
                    <a:pt x="12194" y="16068"/>
                    <a:pt x="12170" y="16093"/>
                  </a:cubicBezTo>
                  <a:cubicBezTo>
                    <a:pt x="12146" y="16114"/>
                    <a:pt x="12092" y="16105"/>
                    <a:pt x="12068" y="16093"/>
                  </a:cubicBezTo>
                  <a:cubicBezTo>
                    <a:pt x="12046" y="16081"/>
                    <a:pt x="12006" y="16030"/>
                    <a:pt x="11987" y="16004"/>
                  </a:cubicBezTo>
                  <a:cubicBezTo>
                    <a:pt x="11954" y="15957"/>
                    <a:pt x="11887" y="15860"/>
                    <a:pt x="11865" y="15792"/>
                  </a:cubicBezTo>
                  <a:cubicBezTo>
                    <a:pt x="11849" y="15743"/>
                    <a:pt x="11831" y="15627"/>
                    <a:pt x="11829" y="15567"/>
                  </a:cubicBezTo>
                  <a:cubicBezTo>
                    <a:pt x="11826" y="15516"/>
                    <a:pt x="11826" y="15398"/>
                    <a:pt x="11845" y="15364"/>
                  </a:cubicBezTo>
                  <a:cubicBezTo>
                    <a:pt x="11863" y="15330"/>
                    <a:pt x="11921" y="15382"/>
                    <a:pt x="11942" y="15356"/>
                  </a:cubicBezTo>
                  <a:cubicBezTo>
                    <a:pt x="11953" y="15343"/>
                    <a:pt x="11967" y="15290"/>
                    <a:pt x="11971" y="15263"/>
                  </a:cubicBezTo>
                  <a:cubicBezTo>
                    <a:pt x="11976" y="15215"/>
                    <a:pt x="11951" y="15108"/>
                    <a:pt x="11963" y="15064"/>
                  </a:cubicBezTo>
                  <a:cubicBezTo>
                    <a:pt x="11970" y="15033"/>
                    <a:pt x="12012" y="15025"/>
                    <a:pt x="12021" y="14997"/>
                  </a:cubicBezTo>
                  <a:cubicBezTo>
                    <a:pt x="12031" y="14965"/>
                    <a:pt x="12027" y="14885"/>
                    <a:pt x="12027" y="14849"/>
                  </a:cubicBezTo>
                  <a:cubicBezTo>
                    <a:pt x="12027" y="14803"/>
                    <a:pt x="12017" y="14715"/>
                    <a:pt x="12019" y="14671"/>
                  </a:cubicBezTo>
                  <a:cubicBezTo>
                    <a:pt x="12022" y="14623"/>
                    <a:pt x="12031" y="14510"/>
                    <a:pt x="12051" y="14493"/>
                  </a:cubicBezTo>
                  <a:cubicBezTo>
                    <a:pt x="12063" y="14482"/>
                    <a:pt x="12084" y="14533"/>
                    <a:pt x="12096" y="14535"/>
                  </a:cubicBezTo>
                  <a:cubicBezTo>
                    <a:pt x="12113" y="14539"/>
                    <a:pt x="12150" y="14533"/>
                    <a:pt x="12163" y="14510"/>
                  </a:cubicBezTo>
                  <a:cubicBezTo>
                    <a:pt x="12182" y="14479"/>
                    <a:pt x="12190" y="14369"/>
                    <a:pt x="12200" y="14323"/>
                  </a:cubicBezTo>
                  <a:cubicBezTo>
                    <a:pt x="12207" y="14293"/>
                    <a:pt x="12223" y="14236"/>
                    <a:pt x="12228" y="14205"/>
                  </a:cubicBezTo>
                  <a:cubicBezTo>
                    <a:pt x="12237" y="14156"/>
                    <a:pt x="12245" y="14054"/>
                    <a:pt x="12253" y="14006"/>
                  </a:cubicBezTo>
                  <a:cubicBezTo>
                    <a:pt x="12259" y="13967"/>
                    <a:pt x="12280" y="13894"/>
                    <a:pt x="12285" y="13854"/>
                  </a:cubicBezTo>
                  <a:cubicBezTo>
                    <a:pt x="12295" y="13780"/>
                    <a:pt x="12308" y="13625"/>
                    <a:pt x="12301" y="13549"/>
                  </a:cubicBezTo>
                  <a:cubicBezTo>
                    <a:pt x="12296" y="13496"/>
                    <a:pt x="12275" y="13388"/>
                    <a:pt x="12253" y="13359"/>
                  </a:cubicBezTo>
                  <a:cubicBezTo>
                    <a:pt x="12225" y="13322"/>
                    <a:pt x="12155" y="13319"/>
                    <a:pt x="12124" y="13342"/>
                  </a:cubicBezTo>
                  <a:cubicBezTo>
                    <a:pt x="12092" y="13366"/>
                    <a:pt x="12040" y="13478"/>
                    <a:pt x="12024" y="13541"/>
                  </a:cubicBezTo>
                  <a:cubicBezTo>
                    <a:pt x="12003" y="13613"/>
                    <a:pt x="12007" y="13793"/>
                    <a:pt x="11989" y="13866"/>
                  </a:cubicBezTo>
                  <a:cubicBezTo>
                    <a:pt x="11979" y="13908"/>
                    <a:pt x="11950" y="13986"/>
                    <a:pt x="11930" y="14006"/>
                  </a:cubicBezTo>
                  <a:cubicBezTo>
                    <a:pt x="11905" y="14032"/>
                    <a:pt x="11847" y="14031"/>
                    <a:pt x="11820" y="14023"/>
                  </a:cubicBezTo>
                  <a:cubicBezTo>
                    <a:pt x="11794" y="14016"/>
                    <a:pt x="11741" y="13988"/>
                    <a:pt x="11723" y="13952"/>
                  </a:cubicBezTo>
                  <a:cubicBezTo>
                    <a:pt x="11707" y="13919"/>
                    <a:pt x="11710" y="13809"/>
                    <a:pt x="11692" y="13783"/>
                  </a:cubicBezTo>
                  <a:cubicBezTo>
                    <a:pt x="11670" y="13746"/>
                    <a:pt x="11606" y="13732"/>
                    <a:pt x="11581" y="13756"/>
                  </a:cubicBezTo>
                  <a:cubicBezTo>
                    <a:pt x="11555" y="13780"/>
                    <a:pt x="11523" y="13890"/>
                    <a:pt x="11516" y="13947"/>
                  </a:cubicBezTo>
                  <a:cubicBezTo>
                    <a:pt x="11509" y="13998"/>
                    <a:pt x="11518" y="14109"/>
                    <a:pt x="11528" y="14158"/>
                  </a:cubicBezTo>
                  <a:cubicBezTo>
                    <a:pt x="11535" y="14198"/>
                    <a:pt x="11576" y="14251"/>
                    <a:pt x="11579" y="14294"/>
                  </a:cubicBezTo>
                  <a:cubicBezTo>
                    <a:pt x="11583" y="14367"/>
                    <a:pt x="11539" y="14499"/>
                    <a:pt x="11522" y="14564"/>
                  </a:cubicBezTo>
                  <a:cubicBezTo>
                    <a:pt x="11508" y="14618"/>
                    <a:pt x="11463" y="14709"/>
                    <a:pt x="11455" y="14768"/>
                  </a:cubicBezTo>
                  <a:cubicBezTo>
                    <a:pt x="11446" y="14830"/>
                    <a:pt x="11460" y="14963"/>
                    <a:pt x="11453" y="15026"/>
                  </a:cubicBezTo>
                  <a:cubicBezTo>
                    <a:pt x="11444" y="15097"/>
                    <a:pt x="11414" y="15240"/>
                    <a:pt x="11387" y="15288"/>
                  </a:cubicBezTo>
                  <a:cubicBezTo>
                    <a:pt x="11358" y="15343"/>
                    <a:pt x="11272" y="15356"/>
                    <a:pt x="11237" y="15398"/>
                  </a:cubicBezTo>
                  <a:cubicBezTo>
                    <a:pt x="11205" y="15438"/>
                    <a:pt x="11157" y="15564"/>
                    <a:pt x="11126" y="15605"/>
                  </a:cubicBezTo>
                  <a:cubicBezTo>
                    <a:pt x="11104" y="15633"/>
                    <a:pt x="11057" y="15708"/>
                    <a:pt x="11034" y="15686"/>
                  </a:cubicBezTo>
                  <a:cubicBezTo>
                    <a:pt x="11000" y="15653"/>
                    <a:pt x="11000" y="15462"/>
                    <a:pt x="10994" y="15385"/>
                  </a:cubicBezTo>
                  <a:cubicBezTo>
                    <a:pt x="10988" y="15316"/>
                    <a:pt x="10990" y="15175"/>
                    <a:pt x="10982" y="15107"/>
                  </a:cubicBezTo>
                  <a:cubicBezTo>
                    <a:pt x="10974" y="15042"/>
                    <a:pt x="10934" y="14928"/>
                    <a:pt x="10931" y="14861"/>
                  </a:cubicBezTo>
                  <a:cubicBezTo>
                    <a:pt x="10928" y="14792"/>
                    <a:pt x="10964" y="14663"/>
                    <a:pt x="10961" y="14594"/>
                  </a:cubicBezTo>
                  <a:cubicBezTo>
                    <a:pt x="10959" y="14536"/>
                    <a:pt x="10936" y="14421"/>
                    <a:pt x="10916" y="14379"/>
                  </a:cubicBezTo>
                  <a:cubicBezTo>
                    <a:pt x="10900" y="14344"/>
                    <a:pt x="10856" y="14298"/>
                    <a:pt x="10833" y="14294"/>
                  </a:cubicBezTo>
                  <a:cubicBezTo>
                    <a:pt x="10803" y="14289"/>
                    <a:pt x="10737" y="14324"/>
                    <a:pt x="10716" y="14370"/>
                  </a:cubicBezTo>
                  <a:cubicBezTo>
                    <a:pt x="10687" y="14431"/>
                    <a:pt x="10671" y="14612"/>
                    <a:pt x="10673" y="14696"/>
                  </a:cubicBezTo>
                  <a:cubicBezTo>
                    <a:pt x="10674" y="14783"/>
                    <a:pt x="10720" y="14937"/>
                    <a:pt x="10727" y="15021"/>
                  </a:cubicBezTo>
                  <a:cubicBezTo>
                    <a:pt x="10734" y="15107"/>
                    <a:pt x="10735" y="15281"/>
                    <a:pt x="10725" y="15364"/>
                  </a:cubicBezTo>
                  <a:cubicBezTo>
                    <a:pt x="10718" y="15429"/>
                    <a:pt x="10689" y="15551"/>
                    <a:pt x="10671" y="15605"/>
                  </a:cubicBezTo>
                  <a:cubicBezTo>
                    <a:pt x="10647" y="15678"/>
                    <a:pt x="10583" y="15795"/>
                    <a:pt x="10555" y="15859"/>
                  </a:cubicBezTo>
                  <a:cubicBezTo>
                    <a:pt x="10515" y="15950"/>
                    <a:pt x="10430" y="16124"/>
                    <a:pt x="10398" y="16227"/>
                  </a:cubicBezTo>
                  <a:cubicBezTo>
                    <a:pt x="10371" y="16318"/>
                    <a:pt x="10335" y="16520"/>
                    <a:pt x="10318" y="16621"/>
                  </a:cubicBezTo>
                  <a:cubicBezTo>
                    <a:pt x="10283" y="16823"/>
                    <a:pt x="10223" y="17233"/>
                    <a:pt x="10201" y="17442"/>
                  </a:cubicBezTo>
                  <a:cubicBezTo>
                    <a:pt x="10190" y="17551"/>
                    <a:pt x="10191" y="17781"/>
                    <a:pt x="10171" y="17886"/>
                  </a:cubicBezTo>
                  <a:cubicBezTo>
                    <a:pt x="10155" y="17971"/>
                    <a:pt x="10080" y="18096"/>
                    <a:pt x="10073" y="18185"/>
                  </a:cubicBezTo>
                  <a:cubicBezTo>
                    <a:pt x="10067" y="18246"/>
                    <a:pt x="10108" y="18365"/>
                    <a:pt x="10103" y="18426"/>
                  </a:cubicBezTo>
                  <a:cubicBezTo>
                    <a:pt x="10096" y="18506"/>
                    <a:pt x="10035" y="18624"/>
                    <a:pt x="10015" y="18692"/>
                  </a:cubicBezTo>
                  <a:cubicBezTo>
                    <a:pt x="10003" y="18731"/>
                    <a:pt x="9981" y="18810"/>
                    <a:pt x="9972" y="18851"/>
                  </a:cubicBezTo>
                  <a:cubicBezTo>
                    <a:pt x="9954" y="18928"/>
                    <a:pt x="9928" y="19090"/>
                    <a:pt x="9911" y="19168"/>
                  </a:cubicBezTo>
                  <a:cubicBezTo>
                    <a:pt x="9899" y="19224"/>
                    <a:pt x="9867" y="19328"/>
                    <a:pt x="9856" y="19385"/>
                  </a:cubicBezTo>
                  <a:cubicBezTo>
                    <a:pt x="9839" y="19473"/>
                    <a:pt x="9824" y="19666"/>
                    <a:pt x="9804" y="19752"/>
                  </a:cubicBezTo>
                  <a:cubicBezTo>
                    <a:pt x="9793" y="19802"/>
                    <a:pt x="9757" y="19888"/>
                    <a:pt x="9744" y="19936"/>
                  </a:cubicBezTo>
                  <a:cubicBezTo>
                    <a:pt x="9716" y="20037"/>
                    <a:pt x="9677" y="20254"/>
                    <a:pt x="9652" y="20356"/>
                  </a:cubicBezTo>
                  <a:cubicBezTo>
                    <a:pt x="9628" y="20451"/>
                    <a:pt x="9574" y="20633"/>
                    <a:pt x="9545" y="20724"/>
                  </a:cubicBezTo>
                  <a:cubicBezTo>
                    <a:pt x="9519" y="20812"/>
                    <a:pt x="9450" y="20969"/>
                    <a:pt x="9433" y="21067"/>
                  </a:cubicBezTo>
                  <a:cubicBezTo>
                    <a:pt x="9424" y="21117"/>
                    <a:pt x="9422" y="21222"/>
                    <a:pt x="9421" y="21276"/>
                  </a:cubicBezTo>
                  <a:cubicBezTo>
                    <a:pt x="9419" y="21353"/>
                    <a:pt x="9425" y="21504"/>
                    <a:pt x="9427" y="21581"/>
                  </a:cubicBezTo>
                  <a:cubicBezTo>
                    <a:pt x="9427" y="21583"/>
                    <a:pt x="9427" y="21586"/>
                    <a:pt x="9427" y="21589"/>
                  </a:cubicBezTo>
                  <a:cubicBezTo>
                    <a:pt x="9392" y="21589"/>
                    <a:pt x="9348" y="21586"/>
                    <a:pt x="9328" y="21576"/>
                  </a:cubicBezTo>
                  <a:cubicBezTo>
                    <a:pt x="9292" y="21559"/>
                    <a:pt x="9218" y="21508"/>
                    <a:pt x="9194" y="21450"/>
                  </a:cubicBezTo>
                  <a:cubicBezTo>
                    <a:pt x="9182" y="21419"/>
                    <a:pt x="9184" y="21327"/>
                    <a:pt x="9174" y="21292"/>
                  </a:cubicBezTo>
                  <a:cubicBezTo>
                    <a:pt x="9158" y="21239"/>
                    <a:pt x="9104" y="21168"/>
                    <a:pt x="9080" y="21128"/>
                  </a:cubicBezTo>
                  <a:cubicBezTo>
                    <a:pt x="9057" y="21087"/>
                    <a:pt x="9001" y="21022"/>
                    <a:pt x="8985" y="20968"/>
                  </a:cubicBezTo>
                  <a:cubicBezTo>
                    <a:pt x="8965" y="20897"/>
                    <a:pt x="8958" y="20727"/>
                    <a:pt x="8959" y="20645"/>
                  </a:cubicBezTo>
                  <a:cubicBezTo>
                    <a:pt x="8960" y="20527"/>
                    <a:pt x="8993" y="20296"/>
                    <a:pt x="9006" y="20180"/>
                  </a:cubicBezTo>
                  <a:cubicBezTo>
                    <a:pt x="9015" y="20095"/>
                    <a:pt x="9029" y="19923"/>
                    <a:pt x="9044" y="19841"/>
                  </a:cubicBezTo>
                  <a:cubicBezTo>
                    <a:pt x="9058" y="19767"/>
                    <a:pt x="9102" y="19636"/>
                    <a:pt x="9117" y="19562"/>
                  </a:cubicBezTo>
                  <a:cubicBezTo>
                    <a:pt x="9125" y="19522"/>
                    <a:pt x="9144" y="19438"/>
                    <a:pt x="9143" y="19393"/>
                  </a:cubicBezTo>
                  <a:cubicBezTo>
                    <a:pt x="9143" y="19337"/>
                    <a:pt x="9121" y="19233"/>
                    <a:pt x="9107" y="19186"/>
                  </a:cubicBezTo>
                  <a:cubicBezTo>
                    <a:pt x="9092" y="19136"/>
                    <a:pt x="9053" y="19037"/>
                    <a:pt x="9026" y="19020"/>
                  </a:cubicBezTo>
                  <a:cubicBezTo>
                    <a:pt x="8999" y="19004"/>
                    <a:pt x="8937" y="19028"/>
                    <a:pt x="8916" y="19066"/>
                  </a:cubicBezTo>
                  <a:cubicBezTo>
                    <a:pt x="8895" y="19106"/>
                    <a:pt x="8900" y="19241"/>
                    <a:pt x="8883" y="19287"/>
                  </a:cubicBezTo>
                  <a:cubicBezTo>
                    <a:pt x="8867" y="19333"/>
                    <a:pt x="8819" y="19398"/>
                    <a:pt x="8792" y="19414"/>
                  </a:cubicBezTo>
                  <a:cubicBezTo>
                    <a:pt x="8758" y="19436"/>
                    <a:pt x="8685" y="19398"/>
                    <a:pt x="8650" y="19414"/>
                  </a:cubicBezTo>
                  <a:cubicBezTo>
                    <a:pt x="8618" y="19429"/>
                    <a:pt x="8566" y="19518"/>
                    <a:pt x="8534" y="19529"/>
                  </a:cubicBezTo>
                  <a:cubicBezTo>
                    <a:pt x="8505" y="19538"/>
                    <a:pt x="8438" y="19543"/>
                    <a:pt x="8419" y="19499"/>
                  </a:cubicBezTo>
                  <a:cubicBezTo>
                    <a:pt x="8398" y="19452"/>
                    <a:pt x="8403" y="19304"/>
                    <a:pt x="8414" y="19245"/>
                  </a:cubicBezTo>
                  <a:cubicBezTo>
                    <a:pt x="8424" y="19192"/>
                    <a:pt x="8485" y="19139"/>
                    <a:pt x="8491" y="19084"/>
                  </a:cubicBezTo>
                  <a:cubicBezTo>
                    <a:pt x="8502" y="18998"/>
                    <a:pt x="8438" y="18834"/>
                    <a:pt x="8441" y="18746"/>
                  </a:cubicBezTo>
                  <a:cubicBezTo>
                    <a:pt x="8442" y="18699"/>
                    <a:pt x="8462" y="18611"/>
                    <a:pt x="8477" y="18576"/>
                  </a:cubicBezTo>
                  <a:cubicBezTo>
                    <a:pt x="8494" y="18536"/>
                    <a:pt x="8550" y="18509"/>
                    <a:pt x="8567" y="18466"/>
                  </a:cubicBezTo>
                  <a:cubicBezTo>
                    <a:pt x="8585" y="18419"/>
                    <a:pt x="8601" y="18298"/>
                    <a:pt x="8601" y="18238"/>
                  </a:cubicBezTo>
                  <a:cubicBezTo>
                    <a:pt x="8601" y="18085"/>
                    <a:pt x="8521" y="17808"/>
                    <a:pt x="8510" y="17658"/>
                  </a:cubicBezTo>
                  <a:cubicBezTo>
                    <a:pt x="8506" y="17606"/>
                    <a:pt x="8498" y="17495"/>
                    <a:pt x="8512" y="17451"/>
                  </a:cubicBezTo>
                  <a:cubicBezTo>
                    <a:pt x="8525" y="17406"/>
                    <a:pt x="8586" y="17396"/>
                    <a:pt x="8601" y="17353"/>
                  </a:cubicBezTo>
                  <a:cubicBezTo>
                    <a:pt x="8626" y="17284"/>
                    <a:pt x="8648" y="17096"/>
                    <a:pt x="8633" y="17015"/>
                  </a:cubicBezTo>
                  <a:cubicBezTo>
                    <a:pt x="8613" y="16899"/>
                    <a:pt x="8476" y="16815"/>
                    <a:pt x="8449" y="16706"/>
                  </a:cubicBezTo>
                  <a:cubicBezTo>
                    <a:pt x="8439" y="16667"/>
                    <a:pt x="8432" y="16567"/>
                    <a:pt x="8443" y="16528"/>
                  </a:cubicBezTo>
                  <a:cubicBezTo>
                    <a:pt x="8455" y="16479"/>
                    <a:pt x="8529" y="16475"/>
                    <a:pt x="8536" y="16423"/>
                  </a:cubicBezTo>
                  <a:cubicBezTo>
                    <a:pt x="8547" y="16342"/>
                    <a:pt x="8488" y="16186"/>
                    <a:pt x="8457" y="16135"/>
                  </a:cubicBezTo>
                  <a:cubicBezTo>
                    <a:pt x="8415" y="16066"/>
                    <a:pt x="8296" y="16076"/>
                    <a:pt x="8254" y="16008"/>
                  </a:cubicBezTo>
                  <a:cubicBezTo>
                    <a:pt x="8234" y="15976"/>
                    <a:pt x="8223" y="15862"/>
                    <a:pt x="8203" y="15830"/>
                  </a:cubicBezTo>
                  <a:cubicBezTo>
                    <a:pt x="8176" y="15783"/>
                    <a:pt x="8104" y="15735"/>
                    <a:pt x="8069" y="15737"/>
                  </a:cubicBezTo>
                  <a:cubicBezTo>
                    <a:pt x="8033" y="15739"/>
                    <a:pt x="7970" y="15856"/>
                    <a:pt x="7935" y="15847"/>
                  </a:cubicBezTo>
                  <a:cubicBezTo>
                    <a:pt x="7912" y="15841"/>
                    <a:pt x="7872" y="15775"/>
                    <a:pt x="7858" y="15737"/>
                  </a:cubicBezTo>
                  <a:cubicBezTo>
                    <a:pt x="7843" y="15698"/>
                    <a:pt x="7844" y="15574"/>
                    <a:pt x="7823" y="15551"/>
                  </a:cubicBezTo>
                  <a:cubicBezTo>
                    <a:pt x="7793" y="15517"/>
                    <a:pt x="7721" y="15584"/>
                    <a:pt x="7689" y="15610"/>
                  </a:cubicBezTo>
                  <a:cubicBezTo>
                    <a:pt x="7658" y="15635"/>
                    <a:pt x="7609" y="15752"/>
                    <a:pt x="7575" y="15753"/>
                  </a:cubicBezTo>
                  <a:cubicBezTo>
                    <a:pt x="7531" y="15756"/>
                    <a:pt x="7449" y="15655"/>
                    <a:pt x="7421" y="15584"/>
                  </a:cubicBezTo>
                  <a:cubicBezTo>
                    <a:pt x="7394" y="15513"/>
                    <a:pt x="7361" y="15321"/>
                    <a:pt x="7372" y="15233"/>
                  </a:cubicBezTo>
                  <a:cubicBezTo>
                    <a:pt x="7378" y="15183"/>
                    <a:pt x="7426" y="15128"/>
                    <a:pt x="7441" y="15089"/>
                  </a:cubicBezTo>
                  <a:cubicBezTo>
                    <a:pt x="7458" y="15048"/>
                    <a:pt x="7498" y="14965"/>
                    <a:pt x="7498" y="14912"/>
                  </a:cubicBezTo>
                  <a:cubicBezTo>
                    <a:pt x="7498" y="14869"/>
                    <a:pt x="7460" y="14808"/>
                    <a:pt x="7451" y="14768"/>
                  </a:cubicBezTo>
                  <a:cubicBezTo>
                    <a:pt x="7441" y="14715"/>
                    <a:pt x="7446" y="14592"/>
                    <a:pt x="7432" y="14544"/>
                  </a:cubicBezTo>
                  <a:cubicBezTo>
                    <a:pt x="7419" y="14501"/>
                    <a:pt x="7375" y="14449"/>
                    <a:pt x="7354" y="14425"/>
                  </a:cubicBezTo>
                  <a:cubicBezTo>
                    <a:pt x="7316" y="14380"/>
                    <a:pt x="7234" y="14293"/>
                    <a:pt x="7189" y="14290"/>
                  </a:cubicBezTo>
                  <a:cubicBezTo>
                    <a:pt x="7164" y="14288"/>
                    <a:pt x="7118" y="14356"/>
                    <a:pt x="7092" y="14353"/>
                  </a:cubicBezTo>
                  <a:cubicBezTo>
                    <a:pt x="7052" y="14349"/>
                    <a:pt x="6985" y="14229"/>
                    <a:pt x="6946" y="14230"/>
                  </a:cubicBezTo>
                  <a:cubicBezTo>
                    <a:pt x="6898" y="14232"/>
                    <a:pt x="6820" y="14397"/>
                    <a:pt x="6774" y="14391"/>
                  </a:cubicBezTo>
                  <a:cubicBezTo>
                    <a:pt x="6728" y="14386"/>
                    <a:pt x="6660" y="14235"/>
                    <a:pt x="6619" y="14196"/>
                  </a:cubicBezTo>
                  <a:cubicBezTo>
                    <a:pt x="6589" y="14168"/>
                    <a:pt x="6525" y="14097"/>
                    <a:pt x="6493" y="14112"/>
                  </a:cubicBezTo>
                  <a:cubicBezTo>
                    <a:pt x="6471" y="14122"/>
                    <a:pt x="6448" y="14235"/>
                    <a:pt x="6426" y="14239"/>
                  </a:cubicBezTo>
                  <a:cubicBezTo>
                    <a:pt x="6384" y="14245"/>
                    <a:pt x="6324" y="14069"/>
                    <a:pt x="6284" y="14045"/>
                  </a:cubicBezTo>
                  <a:cubicBezTo>
                    <a:pt x="6253" y="14026"/>
                    <a:pt x="6187" y="14064"/>
                    <a:pt x="6156" y="14049"/>
                  </a:cubicBezTo>
                  <a:cubicBezTo>
                    <a:pt x="6126" y="14033"/>
                    <a:pt x="6080" y="13934"/>
                    <a:pt x="6050" y="13925"/>
                  </a:cubicBezTo>
                  <a:cubicBezTo>
                    <a:pt x="6012" y="13916"/>
                    <a:pt x="5935" y="13973"/>
                    <a:pt x="5900" y="14006"/>
                  </a:cubicBezTo>
                  <a:cubicBezTo>
                    <a:pt x="5854" y="14050"/>
                    <a:pt x="5782" y="14210"/>
                    <a:pt x="5735" y="14243"/>
                  </a:cubicBezTo>
                  <a:cubicBezTo>
                    <a:pt x="5717" y="14256"/>
                    <a:pt x="5676" y="14268"/>
                    <a:pt x="5658" y="14251"/>
                  </a:cubicBezTo>
                  <a:cubicBezTo>
                    <a:pt x="5636" y="14229"/>
                    <a:pt x="5619" y="14112"/>
                    <a:pt x="5597" y="14086"/>
                  </a:cubicBezTo>
                  <a:cubicBezTo>
                    <a:pt x="5568" y="14051"/>
                    <a:pt x="5496" y="14063"/>
                    <a:pt x="5463" y="14049"/>
                  </a:cubicBezTo>
                  <a:cubicBezTo>
                    <a:pt x="5441" y="14038"/>
                    <a:pt x="5398" y="13990"/>
                    <a:pt x="5376" y="13993"/>
                  </a:cubicBezTo>
                  <a:cubicBezTo>
                    <a:pt x="5350" y="13997"/>
                    <a:pt x="5308" y="14087"/>
                    <a:pt x="5283" y="14086"/>
                  </a:cubicBezTo>
                  <a:cubicBezTo>
                    <a:pt x="5263" y="14086"/>
                    <a:pt x="5234" y="14015"/>
                    <a:pt x="5215" y="14015"/>
                  </a:cubicBezTo>
                  <a:cubicBezTo>
                    <a:pt x="5192" y="14015"/>
                    <a:pt x="5134" y="14103"/>
                    <a:pt x="5134" y="14103"/>
                  </a:cubicBezTo>
                  <a:lnTo>
                    <a:pt x="4293" y="13253"/>
                  </a:lnTo>
                  <a:lnTo>
                    <a:pt x="1122" y="12167"/>
                  </a:lnTo>
                  <a:cubicBezTo>
                    <a:pt x="1122" y="12167"/>
                    <a:pt x="1049" y="12049"/>
                    <a:pt x="1028" y="12003"/>
                  </a:cubicBezTo>
                  <a:cubicBezTo>
                    <a:pt x="1004" y="11951"/>
                    <a:pt x="965" y="11834"/>
                    <a:pt x="942" y="11780"/>
                  </a:cubicBezTo>
                  <a:cubicBezTo>
                    <a:pt x="929" y="11748"/>
                    <a:pt x="897" y="11696"/>
                    <a:pt x="887" y="11659"/>
                  </a:cubicBezTo>
                  <a:cubicBezTo>
                    <a:pt x="874" y="11612"/>
                    <a:pt x="868" y="11497"/>
                    <a:pt x="860" y="11444"/>
                  </a:cubicBezTo>
                  <a:cubicBezTo>
                    <a:pt x="848" y="11370"/>
                    <a:pt x="821" y="11224"/>
                    <a:pt x="802" y="11158"/>
                  </a:cubicBezTo>
                  <a:cubicBezTo>
                    <a:pt x="778" y="11075"/>
                    <a:pt x="712" y="10931"/>
                    <a:pt x="680" y="10859"/>
                  </a:cubicBezTo>
                  <a:cubicBezTo>
                    <a:pt x="655" y="10804"/>
                    <a:pt x="607" y="10677"/>
                    <a:pt x="574" y="10644"/>
                  </a:cubicBezTo>
                  <a:cubicBezTo>
                    <a:pt x="545" y="10616"/>
                    <a:pt x="480" y="10626"/>
                    <a:pt x="449" y="10612"/>
                  </a:cubicBezTo>
                  <a:cubicBezTo>
                    <a:pt x="424" y="10601"/>
                    <a:pt x="369" y="10587"/>
                    <a:pt x="351" y="10549"/>
                  </a:cubicBezTo>
                  <a:cubicBezTo>
                    <a:pt x="339" y="10523"/>
                    <a:pt x="343" y="10439"/>
                    <a:pt x="333" y="10410"/>
                  </a:cubicBezTo>
                  <a:cubicBezTo>
                    <a:pt x="319" y="10370"/>
                    <a:pt x="277" y="10304"/>
                    <a:pt x="254" y="10301"/>
                  </a:cubicBezTo>
                  <a:cubicBezTo>
                    <a:pt x="220" y="10299"/>
                    <a:pt x="168" y="10419"/>
                    <a:pt x="135" y="10434"/>
                  </a:cubicBezTo>
                  <a:cubicBezTo>
                    <a:pt x="108" y="10448"/>
                    <a:pt x="46" y="10464"/>
                    <a:pt x="25" y="10429"/>
                  </a:cubicBezTo>
                  <a:cubicBezTo>
                    <a:pt x="3" y="10390"/>
                    <a:pt x="4" y="10253"/>
                    <a:pt x="1" y="10194"/>
                  </a:cubicBezTo>
                  <a:cubicBezTo>
                    <a:pt x="1" y="10187"/>
                    <a:pt x="0" y="10178"/>
                    <a:pt x="0" y="10169"/>
                  </a:cubicBezTo>
                  <a:cubicBezTo>
                    <a:pt x="35" y="10115"/>
                    <a:pt x="77" y="10009"/>
                    <a:pt x="103" y="9965"/>
                  </a:cubicBezTo>
                  <a:cubicBezTo>
                    <a:pt x="128" y="9924"/>
                    <a:pt x="177" y="9835"/>
                    <a:pt x="207" y="9808"/>
                  </a:cubicBezTo>
                  <a:cubicBezTo>
                    <a:pt x="243" y="9776"/>
                    <a:pt x="347" y="9753"/>
                    <a:pt x="361" y="9749"/>
                  </a:cubicBezTo>
                  <a:cubicBezTo>
                    <a:pt x="375" y="9746"/>
                    <a:pt x="475" y="9609"/>
                    <a:pt x="512" y="9559"/>
                  </a:cubicBezTo>
                  <a:cubicBezTo>
                    <a:pt x="554" y="9500"/>
                    <a:pt x="637" y="9367"/>
                    <a:pt x="684" y="9326"/>
                  </a:cubicBezTo>
                  <a:cubicBezTo>
                    <a:pt x="739" y="9278"/>
                    <a:pt x="863" y="9266"/>
                    <a:pt x="918" y="9220"/>
                  </a:cubicBezTo>
                  <a:cubicBezTo>
                    <a:pt x="976" y="9171"/>
                    <a:pt x="1084" y="9030"/>
                    <a:pt x="1131" y="8945"/>
                  </a:cubicBezTo>
                  <a:cubicBezTo>
                    <a:pt x="1194" y="8833"/>
                    <a:pt x="1291" y="8549"/>
                    <a:pt x="1346" y="8420"/>
                  </a:cubicBezTo>
                  <a:cubicBezTo>
                    <a:pt x="1395" y="8307"/>
                    <a:pt x="1500" y="8094"/>
                    <a:pt x="1545" y="7976"/>
                  </a:cubicBezTo>
                  <a:cubicBezTo>
                    <a:pt x="1571" y="7912"/>
                    <a:pt x="1612" y="7770"/>
                    <a:pt x="1636" y="7705"/>
                  </a:cubicBezTo>
                  <a:cubicBezTo>
                    <a:pt x="1664" y="7635"/>
                    <a:pt x="1716" y="7487"/>
                    <a:pt x="1752" y="7439"/>
                  </a:cubicBezTo>
                  <a:cubicBezTo>
                    <a:pt x="1801" y="7376"/>
                    <a:pt x="1916" y="7329"/>
                    <a:pt x="1972" y="7308"/>
                  </a:cubicBezTo>
                  <a:cubicBezTo>
                    <a:pt x="2027" y="7286"/>
                    <a:pt x="2141" y="7246"/>
                    <a:pt x="2196" y="7270"/>
                  </a:cubicBezTo>
                  <a:cubicBezTo>
                    <a:pt x="2232" y="7284"/>
                    <a:pt x="2290" y="7419"/>
                    <a:pt x="2327" y="7413"/>
                  </a:cubicBezTo>
                  <a:cubicBezTo>
                    <a:pt x="2378" y="7405"/>
                    <a:pt x="2445" y="7212"/>
                    <a:pt x="2490" y="7164"/>
                  </a:cubicBezTo>
                  <a:cubicBezTo>
                    <a:pt x="2530" y="7122"/>
                    <a:pt x="2616" y="7063"/>
                    <a:pt x="2660" y="7049"/>
                  </a:cubicBezTo>
                  <a:cubicBezTo>
                    <a:pt x="2710" y="7034"/>
                    <a:pt x="2811" y="7081"/>
                    <a:pt x="2859" y="7058"/>
                  </a:cubicBezTo>
                  <a:cubicBezTo>
                    <a:pt x="2905" y="7036"/>
                    <a:pt x="2989" y="6935"/>
                    <a:pt x="3028" y="6880"/>
                  </a:cubicBezTo>
                  <a:cubicBezTo>
                    <a:pt x="3069" y="6823"/>
                    <a:pt x="3138" y="6675"/>
                    <a:pt x="3177" y="6613"/>
                  </a:cubicBezTo>
                  <a:cubicBezTo>
                    <a:pt x="3219" y="6546"/>
                    <a:pt x="3311" y="6432"/>
                    <a:pt x="3353" y="6364"/>
                  </a:cubicBezTo>
                  <a:cubicBezTo>
                    <a:pt x="3395" y="6295"/>
                    <a:pt x="3479" y="6154"/>
                    <a:pt x="3513" y="6068"/>
                  </a:cubicBezTo>
                  <a:cubicBezTo>
                    <a:pt x="3538" y="6006"/>
                    <a:pt x="3572" y="5861"/>
                    <a:pt x="3593" y="5793"/>
                  </a:cubicBezTo>
                  <a:cubicBezTo>
                    <a:pt x="3612" y="5725"/>
                    <a:pt x="3643" y="5572"/>
                    <a:pt x="3674" y="5526"/>
                  </a:cubicBezTo>
                  <a:cubicBezTo>
                    <a:pt x="3697" y="5490"/>
                    <a:pt x="3757" y="5478"/>
                    <a:pt x="3786" y="5467"/>
                  </a:cubicBezTo>
                  <a:cubicBezTo>
                    <a:pt x="3811" y="5457"/>
                    <a:pt x="3865" y="5465"/>
                    <a:pt x="3889" y="5443"/>
                  </a:cubicBezTo>
                  <a:cubicBezTo>
                    <a:pt x="3912" y="5420"/>
                    <a:pt x="3939" y="5314"/>
                    <a:pt x="3963" y="5296"/>
                  </a:cubicBezTo>
                  <a:cubicBezTo>
                    <a:pt x="4004" y="5267"/>
                    <a:pt x="4095" y="5360"/>
                    <a:pt x="4136" y="5331"/>
                  </a:cubicBezTo>
                  <a:cubicBezTo>
                    <a:pt x="4194" y="5291"/>
                    <a:pt x="4285" y="5100"/>
                    <a:pt x="4313" y="4989"/>
                  </a:cubicBezTo>
                  <a:cubicBezTo>
                    <a:pt x="4337" y="4894"/>
                    <a:pt x="4334" y="4671"/>
                    <a:pt x="4342" y="4567"/>
                  </a:cubicBezTo>
                  <a:cubicBezTo>
                    <a:pt x="4346" y="4511"/>
                    <a:pt x="4349" y="4393"/>
                    <a:pt x="4362" y="4341"/>
                  </a:cubicBezTo>
                  <a:cubicBezTo>
                    <a:pt x="4373" y="4295"/>
                    <a:pt x="4414" y="4234"/>
                    <a:pt x="4432" y="4199"/>
                  </a:cubicBezTo>
                  <a:cubicBezTo>
                    <a:pt x="4455" y="4152"/>
                    <a:pt x="4505" y="4064"/>
                    <a:pt x="4526" y="4011"/>
                  </a:cubicBezTo>
                  <a:cubicBezTo>
                    <a:pt x="4546" y="3963"/>
                    <a:pt x="4566" y="3834"/>
                    <a:pt x="4592" y="3798"/>
                  </a:cubicBezTo>
                  <a:cubicBezTo>
                    <a:pt x="4611" y="3772"/>
                    <a:pt x="4665" y="3794"/>
                    <a:pt x="4683" y="3767"/>
                  </a:cubicBezTo>
                  <a:cubicBezTo>
                    <a:pt x="4702" y="3739"/>
                    <a:pt x="4717" y="3644"/>
                    <a:pt x="4729" y="3605"/>
                  </a:cubicBezTo>
                  <a:cubicBezTo>
                    <a:pt x="4739" y="3570"/>
                    <a:pt x="4761" y="3501"/>
                    <a:pt x="4772" y="3465"/>
                  </a:cubicBezTo>
                  <a:cubicBezTo>
                    <a:pt x="4798" y="3378"/>
                    <a:pt x="4835" y="3183"/>
                    <a:pt x="4872" y="3116"/>
                  </a:cubicBezTo>
                  <a:cubicBezTo>
                    <a:pt x="4910" y="3046"/>
                    <a:pt x="5013" y="2992"/>
                    <a:pt x="5058" y="2944"/>
                  </a:cubicBezTo>
                  <a:cubicBezTo>
                    <a:pt x="5107" y="2893"/>
                    <a:pt x="5203" y="2787"/>
                    <a:pt x="5247" y="2716"/>
                  </a:cubicBezTo>
                  <a:cubicBezTo>
                    <a:pt x="5280" y="2662"/>
                    <a:pt x="5338" y="2529"/>
                    <a:pt x="5366" y="2462"/>
                  </a:cubicBezTo>
                  <a:cubicBezTo>
                    <a:pt x="5406" y="2361"/>
                    <a:pt x="5484" y="2151"/>
                    <a:pt x="5515" y="2036"/>
                  </a:cubicBezTo>
                  <a:cubicBezTo>
                    <a:pt x="5537" y="1954"/>
                    <a:pt x="5563" y="1771"/>
                    <a:pt x="5585" y="1688"/>
                  </a:cubicBezTo>
                  <a:cubicBezTo>
                    <a:pt x="5611" y="1589"/>
                    <a:pt x="5670" y="1390"/>
                    <a:pt x="5710" y="1313"/>
                  </a:cubicBezTo>
                  <a:cubicBezTo>
                    <a:pt x="5752" y="1232"/>
                    <a:pt x="5862" y="1137"/>
                    <a:pt x="5911" y="1072"/>
                  </a:cubicBezTo>
                  <a:cubicBezTo>
                    <a:pt x="5937" y="1038"/>
                    <a:pt x="5986" y="962"/>
                    <a:pt x="6012" y="926"/>
                  </a:cubicBezTo>
                  <a:cubicBezTo>
                    <a:pt x="6040" y="885"/>
                    <a:pt x="6097" y="804"/>
                    <a:pt x="6127" y="767"/>
                  </a:cubicBezTo>
                  <a:cubicBezTo>
                    <a:pt x="6149" y="741"/>
                    <a:pt x="6195" y="702"/>
                    <a:pt x="6216" y="672"/>
                  </a:cubicBezTo>
                  <a:cubicBezTo>
                    <a:pt x="6253" y="619"/>
                    <a:pt x="6311" y="460"/>
                    <a:pt x="6353" y="419"/>
                  </a:cubicBezTo>
                  <a:cubicBezTo>
                    <a:pt x="6387" y="384"/>
                    <a:pt x="6465" y="386"/>
                    <a:pt x="6502" y="367"/>
                  </a:cubicBezTo>
                  <a:cubicBezTo>
                    <a:pt x="6537" y="351"/>
                    <a:pt x="6604" y="311"/>
                    <a:pt x="6636" y="278"/>
                  </a:cubicBezTo>
                  <a:cubicBezTo>
                    <a:pt x="6660" y="256"/>
                    <a:pt x="6700" y="180"/>
                    <a:pt x="6724" y="157"/>
                  </a:cubicBezTo>
                  <a:cubicBezTo>
                    <a:pt x="6761" y="126"/>
                    <a:pt x="6838" y="90"/>
                    <a:pt x="6877" y="81"/>
                  </a:cubicBezTo>
                  <a:cubicBezTo>
                    <a:pt x="6952" y="68"/>
                    <a:pt x="7103" y="142"/>
                    <a:pt x="7178" y="120"/>
                  </a:cubicBezTo>
                  <a:cubicBezTo>
                    <a:pt x="7212" y="111"/>
                    <a:pt x="7274" y="45"/>
                    <a:pt x="7306" y="32"/>
                  </a:cubicBezTo>
                  <a:cubicBezTo>
                    <a:pt x="7350" y="13"/>
                    <a:pt x="7440" y="-11"/>
                    <a:pt x="7483" y="6"/>
                  </a:cubicBezTo>
                  <a:cubicBezTo>
                    <a:pt x="7522" y="20"/>
                    <a:pt x="7595" y="101"/>
                    <a:pt x="7630" y="146"/>
                  </a:cubicBezTo>
                  <a:cubicBezTo>
                    <a:pt x="7666" y="195"/>
                    <a:pt x="7741" y="297"/>
                    <a:pt x="7763" y="374"/>
                  </a:cubicBezTo>
                  <a:cubicBezTo>
                    <a:pt x="7780" y="434"/>
                    <a:pt x="7808" y="591"/>
                    <a:pt x="7788" y="647"/>
                  </a:cubicBezTo>
                  <a:cubicBezTo>
                    <a:pt x="7773" y="688"/>
                    <a:pt x="7717" y="664"/>
                    <a:pt x="7693" y="666"/>
                  </a:cubicBezTo>
                  <a:cubicBezTo>
                    <a:pt x="7668" y="668"/>
                    <a:pt x="7615" y="637"/>
                    <a:pt x="7593" y="659"/>
                  </a:cubicBezTo>
                  <a:cubicBezTo>
                    <a:pt x="7563" y="690"/>
                    <a:pt x="7542" y="847"/>
                    <a:pt x="7513" y="881"/>
                  </a:cubicBezTo>
                  <a:cubicBezTo>
                    <a:pt x="7494" y="907"/>
                    <a:pt x="7443" y="932"/>
                    <a:pt x="7422" y="914"/>
                  </a:cubicBezTo>
                  <a:cubicBezTo>
                    <a:pt x="7405" y="898"/>
                    <a:pt x="7395" y="808"/>
                    <a:pt x="7379" y="787"/>
                  </a:cubicBezTo>
                  <a:cubicBezTo>
                    <a:pt x="7357" y="756"/>
                    <a:pt x="7300" y="742"/>
                    <a:pt x="7272" y="748"/>
                  </a:cubicBezTo>
                  <a:cubicBezTo>
                    <a:pt x="7240" y="755"/>
                    <a:pt x="7183" y="835"/>
                    <a:pt x="7151" y="849"/>
                  </a:cubicBezTo>
                  <a:cubicBezTo>
                    <a:pt x="7123" y="863"/>
                    <a:pt x="7060" y="825"/>
                    <a:pt x="7039" y="863"/>
                  </a:cubicBezTo>
                  <a:cubicBezTo>
                    <a:pt x="7017" y="901"/>
                    <a:pt x="7005" y="1043"/>
                    <a:pt x="7017" y="1097"/>
                  </a:cubicBezTo>
                  <a:cubicBezTo>
                    <a:pt x="7031" y="1163"/>
                    <a:pt x="7117" y="1187"/>
                    <a:pt x="7133" y="1250"/>
                  </a:cubicBezTo>
                  <a:cubicBezTo>
                    <a:pt x="7145" y="1298"/>
                    <a:pt x="7147" y="1422"/>
                    <a:pt x="7133" y="1466"/>
                  </a:cubicBezTo>
                  <a:cubicBezTo>
                    <a:pt x="7112" y="1530"/>
                    <a:pt x="7028" y="1542"/>
                    <a:pt x="6996" y="1580"/>
                  </a:cubicBezTo>
                  <a:cubicBezTo>
                    <a:pt x="6968" y="1614"/>
                    <a:pt x="6923" y="1711"/>
                    <a:pt x="6895" y="1745"/>
                  </a:cubicBezTo>
                  <a:cubicBezTo>
                    <a:pt x="6872" y="1772"/>
                    <a:pt x="6820" y="1793"/>
                    <a:pt x="6801" y="1827"/>
                  </a:cubicBezTo>
                  <a:cubicBezTo>
                    <a:pt x="6782" y="1860"/>
                    <a:pt x="6760" y="1949"/>
                    <a:pt x="6749" y="1992"/>
                  </a:cubicBezTo>
                  <a:cubicBezTo>
                    <a:pt x="6734" y="2049"/>
                    <a:pt x="6716" y="2173"/>
                    <a:pt x="6700" y="2227"/>
                  </a:cubicBezTo>
                  <a:cubicBezTo>
                    <a:pt x="6680" y="2295"/>
                    <a:pt x="6628" y="2415"/>
                    <a:pt x="6600" y="2468"/>
                  </a:cubicBezTo>
                  <a:cubicBezTo>
                    <a:pt x="6572" y="2520"/>
                    <a:pt x="6509" y="2597"/>
                    <a:pt x="6481" y="2646"/>
                  </a:cubicBezTo>
                  <a:cubicBezTo>
                    <a:pt x="6444" y="2712"/>
                    <a:pt x="6369" y="2844"/>
                    <a:pt x="6346" y="2931"/>
                  </a:cubicBezTo>
                  <a:cubicBezTo>
                    <a:pt x="6331" y="2991"/>
                    <a:pt x="6318" y="3126"/>
                    <a:pt x="6319" y="3193"/>
                  </a:cubicBezTo>
                  <a:cubicBezTo>
                    <a:pt x="6320" y="3239"/>
                    <a:pt x="6355" y="3327"/>
                    <a:pt x="6346" y="3370"/>
                  </a:cubicBezTo>
                  <a:cubicBezTo>
                    <a:pt x="6338" y="3414"/>
                    <a:pt x="6287" y="3450"/>
                    <a:pt x="6265" y="3453"/>
                  </a:cubicBezTo>
                  <a:cubicBezTo>
                    <a:pt x="6249" y="3455"/>
                    <a:pt x="6217" y="3391"/>
                    <a:pt x="6204" y="3408"/>
                  </a:cubicBezTo>
                  <a:cubicBezTo>
                    <a:pt x="6186" y="3431"/>
                    <a:pt x="6193" y="3531"/>
                    <a:pt x="6191" y="3573"/>
                  </a:cubicBezTo>
                  <a:cubicBezTo>
                    <a:pt x="6190" y="3632"/>
                    <a:pt x="6211" y="3756"/>
                    <a:pt x="6197" y="3808"/>
                  </a:cubicBezTo>
                  <a:cubicBezTo>
                    <a:pt x="6186" y="3855"/>
                    <a:pt x="6132" y="3886"/>
                    <a:pt x="6112" y="3916"/>
                  </a:cubicBezTo>
                  <a:cubicBezTo>
                    <a:pt x="6092" y="3945"/>
                    <a:pt x="6050" y="4002"/>
                    <a:pt x="6036" y="4042"/>
                  </a:cubicBezTo>
                  <a:cubicBezTo>
                    <a:pt x="6019" y="4091"/>
                    <a:pt x="6000" y="4206"/>
                    <a:pt x="5997" y="4265"/>
                  </a:cubicBezTo>
                  <a:cubicBezTo>
                    <a:pt x="5990" y="4389"/>
                    <a:pt x="6046" y="4641"/>
                    <a:pt x="6026" y="4760"/>
                  </a:cubicBezTo>
                  <a:cubicBezTo>
                    <a:pt x="6011" y="4856"/>
                    <a:pt x="5927" y="4981"/>
                    <a:pt x="5890" y="5046"/>
                  </a:cubicBezTo>
                  <a:cubicBezTo>
                    <a:pt x="5866" y="5086"/>
                    <a:pt x="5802" y="5134"/>
                    <a:pt x="5789" y="5192"/>
                  </a:cubicBezTo>
                  <a:cubicBezTo>
                    <a:pt x="5772" y="5266"/>
                    <a:pt x="5803" y="5439"/>
                    <a:pt x="5801" y="5522"/>
                  </a:cubicBezTo>
                  <a:cubicBezTo>
                    <a:pt x="5800" y="5585"/>
                    <a:pt x="5787" y="5708"/>
                    <a:pt x="5780" y="5769"/>
                  </a:cubicBezTo>
                  <a:cubicBezTo>
                    <a:pt x="5773" y="5833"/>
                    <a:pt x="5750" y="5958"/>
                    <a:pt x="5743" y="6022"/>
                  </a:cubicBezTo>
                  <a:cubicBezTo>
                    <a:pt x="5736" y="6106"/>
                    <a:pt x="5722" y="6276"/>
                    <a:pt x="5728" y="6359"/>
                  </a:cubicBezTo>
                  <a:cubicBezTo>
                    <a:pt x="5733" y="6430"/>
                    <a:pt x="5762" y="6561"/>
                    <a:pt x="5780" y="6620"/>
                  </a:cubicBezTo>
                  <a:cubicBezTo>
                    <a:pt x="5801" y="6684"/>
                    <a:pt x="5846" y="6851"/>
                    <a:pt x="5883" y="6842"/>
                  </a:cubicBezTo>
                  <a:cubicBezTo>
                    <a:pt x="5924" y="6832"/>
                    <a:pt x="5950" y="6625"/>
                    <a:pt x="5969" y="6550"/>
                  </a:cubicBezTo>
                  <a:cubicBezTo>
                    <a:pt x="5982" y="6500"/>
                    <a:pt x="6004" y="6393"/>
                    <a:pt x="6014" y="6341"/>
                  </a:cubicBezTo>
                  <a:cubicBezTo>
                    <a:pt x="6025" y="6287"/>
                    <a:pt x="6039" y="6169"/>
                    <a:pt x="6057" y="6125"/>
                  </a:cubicBezTo>
                  <a:cubicBezTo>
                    <a:pt x="6069" y="6095"/>
                    <a:pt x="6106" y="6068"/>
                    <a:pt x="6121" y="6042"/>
                  </a:cubicBezTo>
                  <a:cubicBezTo>
                    <a:pt x="6163" y="5974"/>
                    <a:pt x="6235" y="5814"/>
                    <a:pt x="6271" y="5731"/>
                  </a:cubicBezTo>
                  <a:cubicBezTo>
                    <a:pt x="6314" y="5627"/>
                    <a:pt x="6392" y="5399"/>
                    <a:pt x="6435" y="5292"/>
                  </a:cubicBezTo>
                  <a:cubicBezTo>
                    <a:pt x="6463" y="5226"/>
                    <a:pt x="6515" y="5082"/>
                    <a:pt x="6551" y="5033"/>
                  </a:cubicBezTo>
                  <a:cubicBezTo>
                    <a:pt x="6579" y="4994"/>
                    <a:pt x="6645" y="4941"/>
                    <a:pt x="6679" y="4937"/>
                  </a:cubicBezTo>
                  <a:cubicBezTo>
                    <a:pt x="6700" y="4935"/>
                    <a:pt x="6751" y="4944"/>
                    <a:pt x="6761" y="4982"/>
                  </a:cubicBezTo>
                  <a:cubicBezTo>
                    <a:pt x="6771" y="5021"/>
                    <a:pt x="6751" y="5120"/>
                    <a:pt x="6737" y="5153"/>
                  </a:cubicBezTo>
                  <a:cubicBezTo>
                    <a:pt x="6719" y="5194"/>
                    <a:pt x="6657" y="5198"/>
                    <a:pt x="6642" y="5242"/>
                  </a:cubicBezTo>
                  <a:cubicBezTo>
                    <a:pt x="6634" y="5266"/>
                    <a:pt x="6637" y="5328"/>
                    <a:pt x="6639" y="5357"/>
                  </a:cubicBezTo>
                  <a:cubicBezTo>
                    <a:pt x="6643" y="5405"/>
                    <a:pt x="6652" y="5518"/>
                    <a:pt x="6673" y="5540"/>
                  </a:cubicBezTo>
                  <a:cubicBezTo>
                    <a:pt x="6700" y="5571"/>
                    <a:pt x="6764" y="5513"/>
                    <a:pt x="6791" y="5484"/>
                  </a:cubicBezTo>
                  <a:cubicBezTo>
                    <a:pt x="6809" y="5465"/>
                    <a:pt x="6837" y="5404"/>
                    <a:pt x="6852" y="5376"/>
                  </a:cubicBezTo>
                  <a:cubicBezTo>
                    <a:pt x="6871" y="5340"/>
                    <a:pt x="6904" y="5249"/>
                    <a:pt x="6929" y="5236"/>
                  </a:cubicBezTo>
                  <a:cubicBezTo>
                    <a:pt x="6994" y="5204"/>
                    <a:pt x="7124" y="5354"/>
                    <a:pt x="7191" y="5376"/>
                  </a:cubicBezTo>
                  <a:cubicBezTo>
                    <a:pt x="7215" y="5384"/>
                    <a:pt x="7266" y="5398"/>
                    <a:pt x="7291" y="5388"/>
                  </a:cubicBezTo>
                  <a:cubicBezTo>
                    <a:pt x="7326" y="5375"/>
                    <a:pt x="7385" y="5287"/>
                    <a:pt x="7419" y="5268"/>
                  </a:cubicBezTo>
                  <a:cubicBezTo>
                    <a:pt x="7444" y="5253"/>
                    <a:pt x="7497" y="5232"/>
                    <a:pt x="7522" y="5242"/>
                  </a:cubicBezTo>
                  <a:cubicBezTo>
                    <a:pt x="7550" y="5254"/>
                    <a:pt x="7594" y="5338"/>
                    <a:pt x="7620" y="5363"/>
                  </a:cubicBezTo>
                  <a:cubicBezTo>
                    <a:pt x="7638" y="5381"/>
                    <a:pt x="7677" y="5430"/>
                    <a:pt x="7697" y="5420"/>
                  </a:cubicBezTo>
                  <a:cubicBezTo>
                    <a:pt x="7713" y="5411"/>
                    <a:pt x="7726" y="5326"/>
                    <a:pt x="7742" y="5319"/>
                  </a:cubicBezTo>
                  <a:cubicBezTo>
                    <a:pt x="7770" y="5307"/>
                    <a:pt x="7824" y="5371"/>
                    <a:pt x="7846" y="5407"/>
                  </a:cubicBezTo>
                  <a:cubicBezTo>
                    <a:pt x="7857" y="5428"/>
                    <a:pt x="7866" y="5499"/>
                    <a:pt x="7879" y="5515"/>
                  </a:cubicBezTo>
                  <a:cubicBezTo>
                    <a:pt x="7906" y="5545"/>
                    <a:pt x="7980" y="5469"/>
                    <a:pt x="8001" y="5515"/>
                  </a:cubicBezTo>
                  <a:cubicBezTo>
                    <a:pt x="8016" y="5548"/>
                    <a:pt x="7993" y="5654"/>
                    <a:pt x="7998" y="5700"/>
                  </a:cubicBezTo>
                  <a:cubicBezTo>
                    <a:pt x="8003" y="5746"/>
                    <a:pt x="8019" y="5846"/>
                    <a:pt x="8037" y="5870"/>
                  </a:cubicBezTo>
                  <a:cubicBezTo>
                    <a:pt x="8064" y="5905"/>
                    <a:pt x="8136" y="5898"/>
                    <a:pt x="8162" y="5864"/>
                  </a:cubicBezTo>
                  <a:cubicBezTo>
                    <a:pt x="8177" y="5845"/>
                    <a:pt x="8178" y="5737"/>
                    <a:pt x="8196" y="5737"/>
                  </a:cubicBezTo>
                  <a:cubicBezTo>
                    <a:pt x="8216" y="5739"/>
                    <a:pt x="8215" y="5870"/>
                    <a:pt x="8232" y="5890"/>
                  </a:cubicBezTo>
                  <a:cubicBezTo>
                    <a:pt x="8252" y="5912"/>
                    <a:pt x="8300" y="5858"/>
                    <a:pt x="8321" y="5870"/>
                  </a:cubicBezTo>
                  <a:cubicBezTo>
                    <a:pt x="8338" y="5882"/>
                    <a:pt x="8364" y="5943"/>
                    <a:pt x="8379" y="5967"/>
                  </a:cubicBezTo>
                  <a:cubicBezTo>
                    <a:pt x="8397" y="5993"/>
                    <a:pt x="8436" y="6036"/>
                    <a:pt x="8452" y="6068"/>
                  </a:cubicBezTo>
                  <a:cubicBezTo>
                    <a:pt x="8480" y="6125"/>
                    <a:pt x="8531" y="6251"/>
                    <a:pt x="8544" y="6327"/>
                  </a:cubicBezTo>
                  <a:cubicBezTo>
                    <a:pt x="8555" y="6398"/>
                    <a:pt x="8531" y="6559"/>
                    <a:pt x="8546" y="6627"/>
                  </a:cubicBezTo>
                  <a:cubicBezTo>
                    <a:pt x="8560" y="6687"/>
                    <a:pt x="8615" y="6773"/>
                    <a:pt x="8644" y="6803"/>
                  </a:cubicBezTo>
                  <a:cubicBezTo>
                    <a:pt x="8667" y="6830"/>
                    <a:pt x="8729" y="6814"/>
                    <a:pt x="8748" y="6855"/>
                  </a:cubicBezTo>
                  <a:cubicBezTo>
                    <a:pt x="8775" y="6917"/>
                    <a:pt x="8752" y="7119"/>
                    <a:pt x="8775" y="7191"/>
                  </a:cubicBezTo>
                  <a:cubicBezTo>
                    <a:pt x="8791" y="7245"/>
                    <a:pt x="8853" y="7298"/>
                    <a:pt x="8878" y="7337"/>
                  </a:cubicBezTo>
                  <a:cubicBezTo>
                    <a:pt x="8895" y="7364"/>
                    <a:pt x="8931" y="7419"/>
                    <a:pt x="8946" y="7451"/>
                  </a:cubicBezTo>
                  <a:cubicBezTo>
                    <a:pt x="8962" y="7488"/>
                    <a:pt x="8981" y="7585"/>
                    <a:pt x="9000" y="7616"/>
                  </a:cubicBezTo>
                  <a:cubicBezTo>
                    <a:pt x="9019" y="7648"/>
                    <a:pt x="9065" y="7691"/>
                    <a:pt x="9089" y="7693"/>
                  </a:cubicBezTo>
                  <a:cubicBezTo>
                    <a:pt x="9108" y="7694"/>
                    <a:pt x="9143" y="7636"/>
                    <a:pt x="9162" y="7642"/>
                  </a:cubicBezTo>
                  <a:cubicBezTo>
                    <a:pt x="9180" y="7647"/>
                    <a:pt x="9213" y="7697"/>
                    <a:pt x="9222" y="7730"/>
                  </a:cubicBezTo>
                  <a:cubicBezTo>
                    <a:pt x="9235" y="7775"/>
                    <a:pt x="9225" y="7884"/>
                    <a:pt x="9232" y="7934"/>
                  </a:cubicBezTo>
                  <a:cubicBezTo>
                    <a:pt x="9238" y="7982"/>
                    <a:pt x="9270" y="8063"/>
                    <a:pt x="9275" y="8111"/>
                  </a:cubicBezTo>
                  <a:cubicBezTo>
                    <a:pt x="9281" y="8175"/>
                    <a:pt x="9249" y="8313"/>
                    <a:pt x="9262" y="8372"/>
                  </a:cubicBezTo>
                  <a:cubicBezTo>
                    <a:pt x="9278" y="8440"/>
                    <a:pt x="9353" y="8507"/>
                    <a:pt x="9387" y="8537"/>
                  </a:cubicBezTo>
                  <a:cubicBezTo>
                    <a:pt x="9430" y="8575"/>
                    <a:pt x="9523" y="8631"/>
                    <a:pt x="9569" y="8632"/>
                  </a:cubicBezTo>
                  <a:cubicBezTo>
                    <a:pt x="9610" y="8633"/>
                    <a:pt x="9686" y="8581"/>
                    <a:pt x="9725" y="8562"/>
                  </a:cubicBezTo>
                  <a:cubicBezTo>
                    <a:pt x="9761" y="8545"/>
                    <a:pt x="9830" y="8500"/>
                    <a:pt x="9865" y="8486"/>
                  </a:cubicBezTo>
                  <a:cubicBezTo>
                    <a:pt x="9900" y="8472"/>
                    <a:pt x="9969" y="8461"/>
                    <a:pt x="10003" y="8448"/>
                  </a:cubicBezTo>
                  <a:cubicBezTo>
                    <a:pt x="10034" y="8435"/>
                    <a:pt x="10098" y="8417"/>
                    <a:pt x="10124" y="8384"/>
                  </a:cubicBezTo>
                  <a:cubicBezTo>
                    <a:pt x="10163" y="8337"/>
                    <a:pt x="10215" y="8172"/>
                    <a:pt x="10249" y="8111"/>
                  </a:cubicBezTo>
                  <a:cubicBezTo>
                    <a:pt x="10277" y="8063"/>
                    <a:pt x="10336" y="7965"/>
                    <a:pt x="10371" y="7947"/>
                  </a:cubicBezTo>
                  <a:cubicBezTo>
                    <a:pt x="10410" y="7926"/>
                    <a:pt x="10500" y="7926"/>
                    <a:pt x="10532" y="7977"/>
                  </a:cubicBezTo>
                  <a:cubicBezTo>
                    <a:pt x="10562" y="8025"/>
                    <a:pt x="10564" y="8201"/>
                    <a:pt x="10582" y="8270"/>
                  </a:cubicBezTo>
                  <a:cubicBezTo>
                    <a:pt x="10598" y="8336"/>
                    <a:pt x="10631" y="8480"/>
                    <a:pt x="10664" y="8511"/>
                  </a:cubicBezTo>
                  <a:cubicBezTo>
                    <a:pt x="10689" y="8535"/>
                    <a:pt x="10748" y="8467"/>
                    <a:pt x="10773" y="8493"/>
                  </a:cubicBezTo>
                  <a:cubicBezTo>
                    <a:pt x="10797" y="8517"/>
                    <a:pt x="10810" y="8645"/>
                    <a:pt x="10831" y="8677"/>
                  </a:cubicBezTo>
                  <a:cubicBezTo>
                    <a:pt x="10857" y="8713"/>
                    <a:pt x="10922" y="8732"/>
                    <a:pt x="10953" y="8733"/>
                  </a:cubicBezTo>
                  <a:cubicBezTo>
                    <a:pt x="10974" y="8735"/>
                    <a:pt x="11018" y="8726"/>
                    <a:pt x="11035" y="8702"/>
                  </a:cubicBezTo>
                  <a:cubicBezTo>
                    <a:pt x="11055" y="8676"/>
                    <a:pt x="11079" y="8588"/>
                    <a:pt x="11087" y="8543"/>
                  </a:cubicBezTo>
                  <a:cubicBezTo>
                    <a:pt x="11094" y="8504"/>
                    <a:pt x="11084" y="8415"/>
                    <a:pt x="11093" y="8378"/>
                  </a:cubicBezTo>
                  <a:cubicBezTo>
                    <a:pt x="11101" y="8348"/>
                    <a:pt x="11131" y="8312"/>
                    <a:pt x="11145" y="8296"/>
                  </a:cubicBezTo>
                  <a:cubicBezTo>
                    <a:pt x="11166" y="8271"/>
                    <a:pt x="11213" y="8210"/>
                    <a:pt x="11236" y="8226"/>
                  </a:cubicBezTo>
                  <a:cubicBezTo>
                    <a:pt x="11261" y="8242"/>
                    <a:pt x="11277" y="8362"/>
                    <a:pt x="11294" y="8404"/>
                  </a:cubicBezTo>
                  <a:cubicBezTo>
                    <a:pt x="11310" y="8443"/>
                    <a:pt x="11340" y="8543"/>
                    <a:pt x="11364" y="8543"/>
                  </a:cubicBezTo>
                  <a:cubicBezTo>
                    <a:pt x="11387" y="8543"/>
                    <a:pt x="11420" y="8457"/>
                    <a:pt x="11431" y="8416"/>
                  </a:cubicBezTo>
                  <a:cubicBezTo>
                    <a:pt x="11444" y="8371"/>
                    <a:pt x="11450" y="8264"/>
                    <a:pt x="11449" y="8213"/>
                  </a:cubicBezTo>
                  <a:cubicBezTo>
                    <a:pt x="11449" y="8163"/>
                    <a:pt x="11437" y="8063"/>
                    <a:pt x="11428" y="8016"/>
                  </a:cubicBezTo>
                  <a:cubicBezTo>
                    <a:pt x="11422" y="7984"/>
                    <a:pt x="11403" y="7925"/>
                    <a:pt x="11395" y="7896"/>
                  </a:cubicBezTo>
                  <a:cubicBezTo>
                    <a:pt x="11383" y="7855"/>
                    <a:pt x="11349" y="7784"/>
                    <a:pt x="11343" y="7737"/>
                  </a:cubicBezTo>
                  <a:cubicBezTo>
                    <a:pt x="11337" y="7686"/>
                    <a:pt x="11338" y="7571"/>
                    <a:pt x="11352" y="7528"/>
                  </a:cubicBezTo>
                  <a:cubicBezTo>
                    <a:pt x="11361" y="7498"/>
                    <a:pt x="11394" y="7471"/>
                    <a:pt x="11410" y="7458"/>
                  </a:cubicBezTo>
                  <a:cubicBezTo>
                    <a:pt x="11427" y="7443"/>
                    <a:pt x="11463" y="7407"/>
                    <a:pt x="11480" y="7419"/>
                  </a:cubicBezTo>
                  <a:cubicBezTo>
                    <a:pt x="11505" y="7439"/>
                    <a:pt x="11532" y="7548"/>
                    <a:pt x="11544" y="7597"/>
                  </a:cubicBezTo>
                  <a:cubicBezTo>
                    <a:pt x="11558" y="7654"/>
                    <a:pt x="11581" y="7777"/>
                    <a:pt x="11578" y="7839"/>
                  </a:cubicBezTo>
                  <a:cubicBezTo>
                    <a:pt x="11575" y="7892"/>
                    <a:pt x="11522" y="7977"/>
                    <a:pt x="11529" y="8029"/>
                  </a:cubicBezTo>
                  <a:cubicBezTo>
                    <a:pt x="11538" y="8096"/>
                    <a:pt x="11613" y="8144"/>
                    <a:pt x="11644" y="8169"/>
                  </a:cubicBezTo>
                  <a:cubicBezTo>
                    <a:pt x="11668" y="8187"/>
                    <a:pt x="11718" y="8218"/>
                    <a:pt x="11742" y="8207"/>
                  </a:cubicBezTo>
                  <a:cubicBezTo>
                    <a:pt x="11771" y="8192"/>
                    <a:pt x="11816" y="8100"/>
                    <a:pt x="11836" y="8054"/>
                  </a:cubicBezTo>
                  <a:cubicBezTo>
                    <a:pt x="11861" y="8002"/>
                    <a:pt x="11896" y="7874"/>
                    <a:pt x="11916" y="7813"/>
                  </a:cubicBezTo>
                  <a:cubicBezTo>
                    <a:pt x="11939" y="7739"/>
                    <a:pt x="11984" y="7583"/>
                    <a:pt x="12007" y="7508"/>
                  </a:cubicBezTo>
                  <a:cubicBezTo>
                    <a:pt x="12021" y="7462"/>
                    <a:pt x="12044" y="7358"/>
                    <a:pt x="12065" y="7324"/>
                  </a:cubicBezTo>
                  <a:cubicBezTo>
                    <a:pt x="12092" y="7283"/>
                    <a:pt x="12162" y="7275"/>
                    <a:pt x="12193" y="7248"/>
                  </a:cubicBezTo>
                  <a:cubicBezTo>
                    <a:pt x="12230" y="7217"/>
                    <a:pt x="12302" y="7143"/>
                    <a:pt x="12333" y="7089"/>
                  </a:cubicBezTo>
                  <a:cubicBezTo>
                    <a:pt x="12366" y="7032"/>
                    <a:pt x="12412" y="6872"/>
                    <a:pt x="12443" y="6810"/>
                  </a:cubicBezTo>
                  <a:cubicBezTo>
                    <a:pt x="12479" y="6738"/>
                    <a:pt x="12564" y="6630"/>
                    <a:pt x="12600" y="6559"/>
                  </a:cubicBezTo>
                  <a:cubicBezTo>
                    <a:pt x="12640" y="6478"/>
                    <a:pt x="12706" y="6287"/>
                    <a:pt x="12745" y="6203"/>
                  </a:cubicBezTo>
                  <a:cubicBezTo>
                    <a:pt x="12772" y="6144"/>
                    <a:pt x="12827" y="6022"/>
                    <a:pt x="12860" y="5978"/>
                  </a:cubicBezTo>
                  <a:cubicBezTo>
                    <a:pt x="12886" y="5944"/>
                    <a:pt x="12943" y="5874"/>
                    <a:pt x="12974" y="5881"/>
                  </a:cubicBezTo>
                  <a:cubicBezTo>
                    <a:pt x="12995" y="5887"/>
                    <a:pt x="13024" y="5967"/>
                    <a:pt x="13045" y="5983"/>
                  </a:cubicBezTo>
                  <a:cubicBezTo>
                    <a:pt x="13070" y="6002"/>
                    <a:pt x="13125" y="6026"/>
                    <a:pt x="13150" y="6008"/>
                  </a:cubicBezTo>
                  <a:cubicBezTo>
                    <a:pt x="13175" y="5992"/>
                    <a:pt x="13204" y="5892"/>
                    <a:pt x="13226" y="5864"/>
                  </a:cubicBezTo>
                  <a:cubicBezTo>
                    <a:pt x="13264" y="5816"/>
                    <a:pt x="13353" y="5773"/>
                    <a:pt x="13395" y="5737"/>
                  </a:cubicBezTo>
                  <a:cubicBezTo>
                    <a:pt x="13447" y="5693"/>
                    <a:pt x="13549" y="5584"/>
                    <a:pt x="13601" y="5539"/>
                  </a:cubicBezTo>
                  <a:cubicBezTo>
                    <a:pt x="13635" y="5509"/>
                    <a:pt x="13701" y="5441"/>
                    <a:pt x="13738" y="5433"/>
                  </a:cubicBezTo>
                  <a:cubicBezTo>
                    <a:pt x="13814" y="5414"/>
                    <a:pt x="13967" y="5512"/>
                    <a:pt x="14044" y="5513"/>
                  </a:cubicBezTo>
                  <a:cubicBezTo>
                    <a:pt x="14109" y="5514"/>
                    <a:pt x="14239" y="5488"/>
                    <a:pt x="14302" y="5458"/>
                  </a:cubicBezTo>
                  <a:cubicBezTo>
                    <a:pt x="14348" y="5437"/>
                    <a:pt x="14433" y="5342"/>
                    <a:pt x="14479" y="5327"/>
                  </a:cubicBezTo>
                  <a:cubicBezTo>
                    <a:pt x="14559" y="5299"/>
                    <a:pt x="14724" y="5371"/>
                    <a:pt x="14804" y="5335"/>
                  </a:cubicBezTo>
                  <a:cubicBezTo>
                    <a:pt x="14857" y="5312"/>
                    <a:pt x="14957" y="5208"/>
                    <a:pt x="15005" y="5151"/>
                  </a:cubicBezTo>
                  <a:cubicBezTo>
                    <a:pt x="15054" y="5090"/>
                    <a:pt x="15142" y="4936"/>
                    <a:pt x="15187" y="4865"/>
                  </a:cubicBezTo>
                  <a:cubicBezTo>
                    <a:pt x="15238" y="4788"/>
                    <a:pt x="15336" y="4629"/>
                    <a:pt x="15389" y="4557"/>
                  </a:cubicBezTo>
                  <a:cubicBezTo>
                    <a:pt x="15446" y="4477"/>
                    <a:pt x="15564" y="4322"/>
                    <a:pt x="15626" y="4261"/>
                  </a:cubicBezTo>
                  <a:cubicBezTo>
                    <a:pt x="15678" y="4211"/>
                    <a:pt x="15784" y="4122"/>
                    <a:pt x="15840" y="4104"/>
                  </a:cubicBezTo>
                  <a:cubicBezTo>
                    <a:pt x="15901" y="4085"/>
                    <a:pt x="16028" y="4145"/>
                    <a:pt x="16089" y="4125"/>
                  </a:cubicBezTo>
                  <a:cubicBezTo>
                    <a:pt x="16132" y="4112"/>
                    <a:pt x="16215" y="4049"/>
                    <a:pt x="16252" y="4002"/>
                  </a:cubicBezTo>
                  <a:cubicBezTo>
                    <a:pt x="16282" y="3965"/>
                    <a:pt x="16319" y="3819"/>
                    <a:pt x="16353" y="3808"/>
                  </a:cubicBezTo>
                  <a:cubicBezTo>
                    <a:pt x="16395" y="3795"/>
                    <a:pt x="16494" y="3875"/>
                    <a:pt x="16505" y="3961"/>
                  </a:cubicBezTo>
                  <a:cubicBezTo>
                    <a:pt x="16516" y="4032"/>
                    <a:pt x="16446" y="4148"/>
                    <a:pt x="16426" y="4210"/>
                  </a:cubicBezTo>
                  <a:cubicBezTo>
                    <a:pt x="16407" y="4272"/>
                    <a:pt x="16356" y="4387"/>
                    <a:pt x="16347" y="4459"/>
                  </a:cubicBezTo>
                  <a:cubicBezTo>
                    <a:pt x="16336" y="4556"/>
                    <a:pt x="16370" y="4754"/>
                    <a:pt x="16366" y="4853"/>
                  </a:cubicBezTo>
                  <a:cubicBezTo>
                    <a:pt x="16362" y="4948"/>
                    <a:pt x="16314" y="5127"/>
                    <a:pt x="16316" y="5221"/>
                  </a:cubicBezTo>
                  <a:cubicBezTo>
                    <a:pt x="16320" y="5319"/>
                    <a:pt x="16366" y="5498"/>
                    <a:pt x="16388" y="5587"/>
                  </a:cubicBezTo>
                  <a:cubicBezTo>
                    <a:pt x="16402" y="5642"/>
                    <a:pt x="16453" y="5736"/>
                    <a:pt x="16455" y="5801"/>
                  </a:cubicBezTo>
                  <a:cubicBezTo>
                    <a:pt x="16457" y="5864"/>
                    <a:pt x="16417" y="5974"/>
                    <a:pt x="16406" y="6033"/>
                  </a:cubicBezTo>
                  <a:cubicBezTo>
                    <a:pt x="16396" y="6092"/>
                    <a:pt x="16364" y="6209"/>
                    <a:pt x="16370" y="6271"/>
                  </a:cubicBezTo>
                  <a:cubicBezTo>
                    <a:pt x="16375" y="6332"/>
                    <a:pt x="16422" y="6422"/>
                    <a:pt x="16443" y="6465"/>
                  </a:cubicBezTo>
                  <a:cubicBezTo>
                    <a:pt x="16463" y="6506"/>
                    <a:pt x="16504" y="6594"/>
                    <a:pt x="16532" y="6610"/>
                  </a:cubicBezTo>
                  <a:cubicBezTo>
                    <a:pt x="16568" y="6629"/>
                    <a:pt x="16648" y="6602"/>
                    <a:pt x="16679" y="6559"/>
                  </a:cubicBezTo>
                  <a:cubicBezTo>
                    <a:pt x="16696" y="6532"/>
                    <a:pt x="16700" y="6411"/>
                    <a:pt x="16721" y="6402"/>
                  </a:cubicBezTo>
                  <a:cubicBezTo>
                    <a:pt x="16744" y="6392"/>
                    <a:pt x="16776" y="6500"/>
                    <a:pt x="16796" y="6525"/>
                  </a:cubicBezTo>
                  <a:cubicBezTo>
                    <a:pt x="16818" y="6553"/>
                    <a:pt x="16864" y="6615"/>
                    <a:pt x="16889" y="6610"/>
                  </a:cubicBezTo>
                  <a:cubicBezTo>
                    <a:pt x="16914" y="6602"/>
                    <a:pt x="16944" y="6482"/>
                    <a:pt x="16969" y="6483"/>
                  </a:cubicBezTo>
                  <a:cubicBezTo>
                    <a:pt x="17002" y="6484"/>
                    <a:pt x="17041" y="6629"/>
                    <a:pt x="17071" y="6660"/>
                  </a:cubicBezTo>
                  <a:cubicBezTo>
                    <a:pt x="17094" y="6684"/>
                    <a:pt x="17145" y="6725"/>
                    <a:pt x="17170" y="6716"/>
                  </a:cubicBezTo>
                  <a:cubicBezTo>
                    <a:pt x="17205" y="6701"/>
                    <a:pt x="17281" y="6546"/>
                    <a:pt x="17288" y="6546"/>
                  </a:cubicBezTo>
                  <a:cubicBezTo>
                    <a:pt x="17294" y="6546"/>
                    <a:pt x="17367" y="6401"/>
                    <a:pt x="17394" y="6351"/>
                  </a:cubicBezTo>
                  <a:cubicBezTo>
                    <a:pt x="17415" y="6310"/>
                    <a:pt x="17453" y="6213"/>
                    <a:pt x="17481" y="6190"/>
                  </a:cubicBezTo>
                  <a:cubicBezTo>
                    <a:pt x="17512" y="6164"/>
                    <a:pt x="17583" y="6178"/>
                    <a:pt x="17617" y="6182"/>
                  </a:cubicBezTo>
                  <a:cubicBezTo>
                    <a:pt x="17652" y="6187"/>
                    <a:pt x="17725" y="6195"/>
                    <a:pt x="17755" y="6233"/>
                  </a:cubicBezTo>
                  <a:cubicBezTo>
                    <a:pt x="17800" y="6288"/>
                    <a:pt x="17844" y="6504"/>
                    <a:pt x="17884" y="6571"/>
                  </a:cubicBezTo>
                  <a:cubicBezTo>
                    <a:pt x="17906" y="6606"/>
                    <a:pt x="17957" y="6680"/>
                    <a:pt x="17984" y="6668"/>
                  </a:cubicBezTo>
                  <a:cubicBezTo>
                    <a:pt x="18018" y="6654"/>
                    <a:pt x="18052" y="6504"/>
                    <a:pt x="18078" y="6456"/>
                  </a:cubicBezTo>
                  <a:cubicBezTo>
                    <a:pt x="18100" y="6417"/>
                    <a:pt x="18158" y="6375"/>
                    <a:pt x="18175" y="6326"/>
                  </a:cubicBezTo>
                  <a:cubicBezTo>
                    <a:pt x="18199" y="6256"/>
                    <a:pt x="18196" y="6072"/>
                    <a:pt x="18216" y="5996"/>
                  </a:cubicBezTo>
                  <a:cubicBezTo>
                    <a:pt x="18234" y="5925"/>
                    <a:pt x="18284" y="5795"/>
                    <a:pt x="18320" y="5762"/>
                  </a:cubicBezTo>
                  <a:cubicBezTo>
                    <a:pt x="18337" y="5748"/>
                    <a:pt x="18377" y="5779"/>
                    <a:pt x="18394" y="5766"/>
                  </a:cubicBezTo>
                  <a:cubicBezTo>
                    <a:pt x="18429" y="5744"/>
                    <a:pt x="18476" y="5600"/>
                    <a:pt x="18513" y="5587"/>
                  </a:cubicBezTo>
                  <a:cubicBezTo>
                    <a:pt x="18545" y="5572"/>
                    <a:pt x="18610" y="5626"/>
                    <a:pt x="18641" y="5653"/>
                  </a:cubicBezTo>
                  <a:cubicBezTo>
                    <a:pt x="18671" y="5680"/>
                    <a:pt x="18720" y="5813"/>
                    <a:pt x="18752" y="5799"/>
                  </a:cubicBezTo>
                  <a:cubicBezTo>
                    <a:pt x="18797" y="5773"/>
                    <a:pt x="18821" y="5547"/>
                    <a:pt x="18845" y="5467"/>
                  </a:cubicBezTo>
                  <a:cubicBezTo>
                    <a:pt x="18861" y="5418"/>
                    <a:pt x="18890" y="5316"/>
                    <a:pt x="18910" y="5277"/>
                  </a:cubicBezTo>
                  <a:cubicBezTo>
                    <a:pt x="18929" y="5242"/>
                    <a:pt x="18972" y="5168"/>
                    <a:pt x="18996" y="5179"/>
                  </a:cubicBezTo>
                  <a:cubicBezTo>
                    <a:pt x="19020" y="5190"/>
                    <a:pt x="19031" y="5329"/>
                    <a:pt x="19055" y="5344"/>
                  </a:cubicBezTo>
                  <a:cubicBezTo>
                    <a:pt x="19087" y="5364"/>
                    <a:pt x="19149" y="5225"/>
                    <a:pt x="19181" y="5246"/>
                  </a:cubicBezTo>
                  <a:cubicBezTo>
                    <a:pt x="19203" y="5262"/>
                    <a:pt x="19225" y="5367"/>
                    <a:pt x="19234" y="5411"/>
                  </a:cubicBezTo>
                  <a:cubicBezTo>
                    <a:pt x="19247" y="5488"/>
                    <a:pt x="19253" y="5721"/>
                    <a:pt x="19253" y="5733"/>
                  </a:cubicBezTo>
                  <a:cubicBezTo>
                    <a:pt x="19253" y="5746"/>
                    <a:pt x="19268" y="5983"/>
                    <a:pt x="19260" y="6063"/>
                  </a:cubicBezTo>
                  <a:cubicBezTo>
                    <a:pt x="19253" y="6134"/>
                    <a:pt x="19198" y="6249"/>
                    <a:pt x="19197" y="6322"/>
                  </a:cubicBezTo>
                  <a:cubicBezTo>
                    <a:pt x="19195" y="6407"/>
                    <a:pt x="19237" y="6568"/>
                    <a:pt x="19260" y="6639"/>
                  </a:cubicBezTo>
                  <a:cubicBezTo>
                    <a:pt x="19274" y="6682"/>
                    <a:pt x="19319" y="6741"/>
                    <a:pt x="19331" y="6787"/>
                  </a:cubicBezTo>
                  <a:cubicBezTo>
                    <a:pt x="19347" y="6849"/>
                    <a:pt x="19349" y="6996"/>
                    <a:pt x="19357" y="7066"/>
                  </a:cubicBezTo>
                  <a:cubicBezTo>
                    <a:pt x="19368" y="7161"/>
                    <a:pt x="19393" y="7349"/>
                    <a:pt x="19404" y="7442"/>
                  </a:cubicBezTo>
                  <a:cubicBezTo>
                    <a:pt x="19414" y="7519"/>
                    <a:pt x="19450" y="7676"/>
                    <a:pt x="19439" y="7751"/>
                  </a:cubicBezTo>
                  <a:cubicBezTo>
                    <a:pt x="19430" y="7810"/>
                    <a:pt x="19377" y="7883"/>
                    <a:pt x="19353" y="7917"/>
                  </a:cubicBezTo>
                  <a:cubicBezTo>
                    <a:pt x="19338" y="7937"/>
                    <a:pt x="19304" y="7971"/>
                    <a:pt x="19286" y="7980"/>
                  </a:cubicBezTo>
                  <a:cubicBezTo>
                    <a:pt x="19263" y="7992"/>
                    <a:pt x="19214" y="7975"/>
                    <a:pt x="19191" y="7989"/>
                  </a:cubicBezTo>
                  <a:cubicBezTo>
                    <a:pt x="19169" y="8002"/>
                    <a:pt x="19126" y="8049"/>
                    <a:pt x="19112" y="8086"/>
                  </a:cubicBezTo>
                  <a:cubicBezTo>
                    <a:pt x="19093" y="8135"/>
                    <a:pt x="19075" y="8263"/>
                    <a:pt x="19075" y="8328"/>
                  </a:cubicBezTo>
                  <a:cubicBezTo>
                    <a:pt x="19075" y="8387"/>
                    <a:pt x="19087" y="8510"/>
                    <a:pt x="19105" y="8556"/>
                  </a:cubicBezTo>
                  <a:cubicBezTo>
                    <a:pt x="19118" y="8586"/>
                    <a:pt x="19154" y="8624"/>
                    <a:pt x="19173" y="8623"/>
                  </a:cubicBezTo>
                  <a:cubicBezTo>
                    <a:pt x="19197" y="8623"/>
                    <a:pt x="19241" y="8567"/>
                    <a:pt x="19258" y="8530"/>
                  </a:cubicBezTo>
                  <a:cubicBezTo>
                    <a:pt x="19272" y="8500"/>
                    <a:pt x="19276" y="8405"/>
                    <a:pt x="19292" y="8382"/>
                  </a:cubicBezTo>
                  <a:cubicBezTo>
                    <a:pt x="19323" y="8340"/>
                    <a:pt x="19406" y="8331"/>
                    <a:pt x="19439" y="8366"/>
                  </a:cubicBezTo>
                  <a:cubicBezTo>
                    <a:pt x="19457" y="8384"/>
                    <a:pt x="19473" y="8470"/>
                    <a:pt x="19485" y="8505"/>
                  </a:cubicBezTo>
                  <a:cubicBezTo>
                    <a:pt x="19496" y="8537"/>
                    <a:pt x="19513" y="8616"/>
                    <a:pt x="19530" y="8632"/>
                  </a:cubicBezTo>
                  <a:cubicBezTo>
                    <a:pt x="19556" y="8656"/>
                    <a:pt x="19615" y="8597"/>
                    <a:pt x="19644" y="8603"/>
                  </a:cubicBezTo>
                  <a:cubicBezTo>
                    <a:pt x="19672" y="8608"/>
                    <a:pt x="19730" y="8634"/>
                    <a:pt x="19752" y="8674"/>
                  </a:cubicBezTo>
                  <a:cubicBezTo>
                    <a:pt x="19767" y="8703"/>
                    <a:pt x="19788" y="8790"/>
                    <a:pt x="19784" y="8831"/>
                  </a:cubicBezTo>
                  <a:cubicBezTo>
                    <a:pt x="19777" y="8891"/>
                    <a:pt x="19704" y="8934"/>
                    <a:pt x="19692" y="8992"/>
                  </a:cubicBezTo>
                  <a:cubicBezTo>
                    <a:pt x="19685" y="9025"/>
                    <a:pt x="19687" y="9107"/>
                    <a:pt x="19697" y="9139"/>
                  </a:cubicBezTo>
                  <a:cubicBezTo>
                    <a:pt x="19709" y="9185"/>
                    <a:pt x="19761" y="9224"/>
                    <a:pt x="19780" y="9258"/>
                  </a:cubicBezTo>
                  <a:cubicBezTo>
                    <a:pt x="19807" y="9308"/>
                    <a:pt x="19845" y="9445"/>
                    <a:pt x="19875" y="9487"/>
                  </a:cubicBezTo>
                  <a:cubicBezTo>
                    <a:pt x="19906" y="9530"/>
                    <a:pt x="19981" y="9569"/>
                    <a:pt x="20018" y="9584"/>
                  </a:cubicBezTo>
                  <a:cubicBezTo>
                    <a:pt x="20050" y="9598"/>
                    <a:pt x="20120" y="9580"/>
                    <a:pt x="20152" y="9605"/>
                  </a:cubicBezTo>
                  <a:cubicBezTo>
                    <a:pt x="20178" y="9626"/>
                    <a:pt x="20216" y="9724"/>
                    <a:pt x="20241" y="9753"/>
                  </a:cubicBezTo>
                  <a:cubicBezTo>
                    <a:pt x="20264" y="9780"/>
                    <a:pt x="20312" y="9841"/>
                    <a:pt x="20339" y="9833"/>
                  </a:cubicBezTo>
                  <a:cubicBezTo>
                    <a:pt x="20359" y="9828"/>
                    <a:pt x="20394" y="9765"/>
                    <a:pt x="20405" y="9728"/>
                  </a:cubicBezTo>
                  <a:cubicBezTo>
                    <a:pt x="20416" y="9694"/>
                    <a:pt x="20410" y="9605"/>
                    <a:pt x="20419" y="9571"/>
                  </a:cubicBezTo>
                  <a:cubicBezTo>
                    <a:pt x="20429" y="9542"/>
                    <a:pt x="20458" y="9478"/>
                    <a:pt x="20474" y="9487"/>
                  </a:cubicBezTo>
                  <a:cubicBezTo>
                    <a:pt x="20497" y="9497"/>
                    <a:pt x="20499" y="9628"/>
                    <a:pt x="20517" y="9656"/>
                  </a:cubicBezTo>
                  <a:cubicBezTo>
                    <a:pt x="20539" y="9689"/>
                    <a:pt x="20598" y="9717"/>
                    <a:pt x="20623" y="9694"/>
                  </a:cubicBezTo>
                  <a:cubicBezTo>
                    <a:pt x="20643" y="9674"/>
                    <a:pt x="20664" y="9579"/>
                    <a:pt x="20670" y="9533"/>
                  </a:cubicBezTo>
                  <a:cubicBezTo>
                    <a:pt x="20677" y="9475"/>
                    <a:pt x="20678" y="9347"/>
                    <a:pt x="20665" y="9292"/>
                  </a:cubicBezTo>
                  <a:cubicBezTo>
                    <a:pt x="20655" y="9247"/>
                    <a:pt x="20613" y="9190"/>
                    <a:pt x="20592" y="9165"/>
                  </a:cubicBezTo>
                  <a:cubicBezTo>
                    <a:pt x="20582" y="9153"/>
                    <a:pt x="20557" y="9145"/>
                    <a:pt x="20547" y="9131"/>
                  </a:cubicBezTo>
                  <a:cubicBezTo>
                    <a:pt x="20518" y="9092"/>
                    <a:pt x="20469" y="8989"/>
                    <a:pt x="20450" y="8928"/>
                  </a:cubicBezTo>
                  <a:cubicBezTo>
                    <a:pt x="20442" y="8903"/>
                    <a:pt x="20428" y="8844"/>
                    <a:pt x="20430" y="8813"/>
                  </a:cubicBezTo>
                  <a:cubicBezTo>
                    <a:pt x="20431" y="8770"/>
                    <a:pt x="20453" y="8672"/>
                    <a:pt x="20474" y="8662"/>
                  </a:cubicBezTo>
                  <a:cubicBezTo>
                    <a:pt x="20495" y="8651"/>
                    <a:pt x="20531" y="8730"/>
                    <a:pt x="20549" y="8750"/>
                  </a:cubicBezTo>
                  <a:cubicBezTo>
                    <a:pt x="20570" y="8773"/>
                    <a:pt x="20608" y="8832"/>
                    <a:pt x="20631" y="8835"/>
                  </a:cubicBezTo>
                  <a:cubicBezTo>
                    <a:pt x="20648" y="8838"/>
                    <a:pt x="20682" y="8810"/>
                    <a:pt x="20696" y="8789"/>
                  </a:cubicBezTo>
                  <a:cubicBezTo>
                    <a:pt x="20713" y="8762"/>
                    <a:pt x="20732" y="8667"/>
                    <a:pt x="20751" y="8644"/>
                  </a:cubicBezTo>
                  <a:cubicBezTo>
                    <a:pt x="20770" y="8621"/>
                    <a:pt x="20818" y="8622"/>
                    <a:pt x="20840" y="8615"/>
                  </a:cubicBezTo>
                  <a:cubicBezTo>
                    <a:pt x="20886" y="8601"/>
                    <a:pt x="20978" y="8555"/>
                    <a:pt x="21025" y="8560"/>
                  </a:cubicBezTo>
                  <a:cubicBezTo>
                    <a:pt x="21057" y="8563"/>
                    <a:pt x="21124" y="8585"/>
                    <a:pt x="21151" y="8623"/>
                  </a:cubicBezTo>
                  <a:cubicBezTo>
                    <a:pt x="21176" y="8661"/>
                    <a:pt x="21202" y="8790"/>
                    <a:pt x="21222" y="8839"/>
                  </a:cubicBezTo>
                  <a:cubicBezTo>
                    <a:pt x="21237" y="8875"/>
                    <a:pt x="21275" y="8932"/>
                    <a:pt x="21289" y="8970"/>
                  </a:cubicBezTo>
                  <a:cubicBezTo>
                    <a:pt x="21308" y="9021"/>
                    <a:pt x="21346" y="9186"/>
                    <a:pt x="21346" y="9199"/>
                  </a:cubicBezTo>
                  <a:cubicBezTo>
                    <a:pt x="21346" y="9213"/>
                    <a:pt x="21387" y="9306"/>
                    <a:pt x="21406" y="9322"/>
                  </a:cubicBezTo>
                  <a:cubicBezTo>
                    <a:pt x="21429" y="9339"/>
                    <a:pt x="21481" y="9304"/>
                    <a:pt x="21504" y="9322"/>
                  </a:cubicBezTo>
                  <a:cubicBezTo>
                    <a:pt x="21523" y="9337"/>
                    <a:pt x="21556" y="9396"/>
                    <a:pt x="21567" y="9432"/>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44" name="Shape 4826"/>
            <p:cNvSpPr/>
            <p:nvPr/>
          </p:nvSpPr>
          <p:spPr>
            <a:xfrm>
              <a:off x="7248697" y="1127575"/>
              <a:ext cx="807763" cy="1092832"/>
            </a:xfrm>
            <a:custGeom>
              <a:avLst/>
              <a:gdLst/>
              <a:ahLst/>
              <a:cxnLst>
                <a:cxn ang="0">
                  <a:pos x="wd2" y="hd2"/>
                </a:cxn>
                <a:cxn ang="5400000">
                  <a:pos x="wd2" y="hd2"/>
                </a:cxn>
                <a:cxn ang="10800000">
                  <a:pos x="wd2" y="hd2"/>
                </a:cxn>
                <a:cxn ang="16200000">
                  <a:pos x="wd2" y="hd2"/>
                </a:cxn>
              </a:cxnLst>
              <a:rect l="0" t="0" r="r" b="b"/>
              <a:pathLst>
                <a:path w="21594" h="21588" extrusionOk="0">
                  <a:moveTo>
                    <a:pt x="3940" y="5618"/>
                  </a:moveTo>
                  <a:cubicBezTo>
                    <a:pt x="3941" y="5562"/>
                    <a:pt x="3948" y="5447"/>
                    <a:pt x="3970" y="5393"/>
                  </a:cubicBezTo>
                  <a:cubicBezTo>
                    <a:pt x="3988" y="5351"/>
                    <a:pt x="4051" y="5277"/>
                    <a:pt x="4084" y="5242"/>
                  </a:cubicBezTo>
                  <a:cubicBezTo>
                    <a:pt x="4113" y="5212"/>
                    <a:pt x="4197" y="5167"/>
                    <a:pt x="4213" y="5133"/>
                  </a:cubicBezTo>
                  <a:cubicBezTo>
                    <a:pt x="4235" y="5087"/>
                    <a:pt x="4223" y="4983"/>
                    <a:pt x="4203" y="4937"/>
                  </a:cubicBezTo>
                  <a:cubicBezTo>
                    <a:pt x="4189" y="4903"/>
                    <a:pt x="4134" y="4855"/>
                    <a:pt x="4123" y="4821"/>
                  </a:cubicBezTo>
                  <a:cubicBezTo>
                    <a:pt x="4113" y="4789"/>
                    <a:pt x="4128" y="4721"/>
                    <a:pt x="4154" y="4694"/>
                  </a:cubicBezTo>
                  <a:cubicBezTo>
                    <a:pt x="4177" y="4672"/>
                    <a:pt x="4241" y="4669"/>
                    <a:pt x="4261" y="4645"/>
                  </a:cubicBezTo>
                  <a:cubicBezTo>
                    <a:pt x="4282" y="4619"/>
                    <a:pt x="4264" y="4552"/>
                    <a:pt x="4251" y="4523"/>
                  </a:cubicBezTo>
                  <a:cubicBezTo>
                    <a:pt x="4238" y="4494"/>
                    <a:pt x="4201" y="4424"/>
                    <a:pt x="4161" y="4421"/>
                  </a:cubicBezTo>
                  <a:cubicBezTo>
                    <a:pt x="4133" y="4418"/>
                    <a:pt x="4096" y="4462"/>
                    <a:pt x="4075" y="4477"/>
                  </a:cubicBezTo>
                  <a:cubicBezTo>
                    <a:pt x="4051" y="4494"/>
                    <a:pt x="3994" y="4524"/>
                    <a:pt x="3980" y="4547"/>
                  </a:cubicBezTo>
                  <a:cubicBezTo>
                    <a:pt x="3962" y="4577"/>
                    <a:pt x="3980" y="4646"/>
                    <a:pt x="3966" y="4677"/>
                  </a:cubicBezTo>
                  <a:cubicBezTo>
                    <a:pt x="3955" y="4701"/>
                    <a:pt x="3903" y="4740"/>
                    <a:pt x="3895" y="4764"/>
                  </a:cubicBezTo>
                  <a:cubicBezTo>
                    <a:pt x="3887" y="4786"/>
                    <a:pt x="3908" y="4831"/>
                    <a:pt x="3899" y="4852"/>
                  </a:cubicBezTo>
                  <a:cubicBezTo>
                    <a:pt x="3892" y="4871"/>
                    <a:pt x="3844" y="4897"/>
                    <a:pt x="3837" y="4915"/>
                  </a:cubicBezTo>
                  <a:cubicBezTo>
                    <a:pt x="3831" y="4938"/>
                    <a:pt x="3836" y="4993"/>
                    <a:pt x="3861" y="5007"/>
                  </a:cubicBezTo>
                  <a:cubicBezTo>
                    <a:pt x="3890" y="5023"/>
                    <a:pt x="3984" y="4979"/>
                    <a:pt x="4009" y="5000"/>
                  </a:cubicBezTo>
                  <a:cubicBezTo>
                    <a:pt x="4027" y="5015"/>
                    <a:pt x="4002" y="5062"/>
                    <a:pt x="3990" y="5080"/>
                  </a:cubicBezTo>
                  <a:cubicBezTo>
                    <a:pt x="3975" y="5101"/>
                    <a:pt x="3916" y="5129"/>
                    <a:pt x="3905" y="5150"/>
                  </a:cubicBezTo>
                  <a:cubicBezTo>
                    <a:pt x="3885" y="5184"/>
                    <a:pt x="3907" y="5262"/>
                    <a:pt x="3895" y="5298"/>
                  </a:cubicBezTo>
                  <a:cubicBezTo>
                    <a:pt x="3888" y="5315"/>
                    <a:pt x="3859" y="5344"/>
                    <a:pt x="3852" y="5361"/>
                  </a:cubicBezTo>
                  <a:cubicBezTo>
                    <a:pt x="3840" y="5391"/>
                    <a:pt x="3840" y="5453"/>
                    <a:pt x="3837" y="5484"/>
                  </a:cubicBezTo>
                  <a:cubicBezTo>
                    <a:pt x="3835" y="5518"/>
                    <a:pt x="3830" y="5624"/>
                    <a:pt x="3830" y="5624"/>
                  </a:cubicBezTo>
                  <a:cubicBezTo>
                    <a:pt x="3830" y="5631"/>
                    <a:pt x="3830" y="5638"/>
                    <a:pt x="3828" y="5644"/>
                  </a:cubicBezTo>
                  <a:cubicBezTo>
                    <a:pt x="3824" y="5659"/>
                    <a:pt x="3805" y="5693"/>
                    <a:pt x="3784" y="5698"/>
                  </a:cubicBezTo>
                  <a:cubicBezTo>
                    <a:pt x="3753" y="5705"/>
                    <a:pt x="3687" y="5677"/>
                    <a:pt x="3664" y="5661"/>
                  </a:cubicBezTo>
                  <a:cubicBezTo>
                    <a:pt x="3637" y="5642"/>
                    <a:pt x="3603" y="5590"/>
                    <a:pt x="3591" y="5564"/>
                  </a:cubicBezTo>
                  <a:cubicBezTo>
                    <a:pt x="3569" y="5521"/>
                    <a:pt x="3563" y="5426"/>
                    <a:pt x="3543" y="5382"/>
                  </a:cubicBezTo>
                  <a:cubicBezTo>
                    <a:pt x="3528" y="5351"/>
                    <a:pt x="3471" y="5295"/>
                    <a:pt x="3461" y="5263"/>
                  </a:cubicBezTo>
                  <a:cubicBezTo>
                    <a:pt x="3446" y="5215"/>
                    <a:pt x="3456" y="5112"/>
                    <a:pt x="3471" y="5064"/>
                  </a:cubicBezTo>
                  <a:cubicBezTo>
                    <a:pt x="3484" y="5020"/>
                    <a:pt x="3551" y="4943"/>
                    <a:pt x="3569" y="4900"/>
                  </a:cubicBezTo>
                  <a:cubicBezTo>
                    <a:pt x="3584" y="4864"/>
                    <a:pt x="3609" y="4788"/>
                    <a:pt x="3607" y="4750"/>
                  </a:cubicBezTo>
                  <a:cubicBezTo>
                    <a:pt x="3603" y="4710"/>
                    <a:pt x="3560" y="4634"/>
                    <a:pt x="3543" y="4596"/>
                  </a:cubicBezTo>
                  <a:cubicBezTo>
                    <a:pt x="3530" y="4566"/>
                    <a:pt x="3488" y="4510"/>
                    <a:pt x="3486" y="4479"/>
                  </a:cubicBezTo>
                  <a:cubicBezTo>
                    <a:pt x="3484" y="4433"/>
                    <a:pt x="3516" y="4335"/>
                    <a:pt x="3556" y="4299"/>
                  </a:cubicBezTo>
                  <a:cubicBezTo>
                    <a:pt x="3585" y="4273"/>
                    <a:pt x="3701" y="4270"/>
                    <a:pt x="3714" y="4238"/>
                  </a:cubicBezTo>
                  <a:cubicBezTo>
                    <a:pt x="3735" y="4188"/>
                    <a:pt x="3622" y="4093"/>
                    <a:pt x="3575" y="4053"/>
                  </a:cubicBezTo>
                  <a:cubicBezTo>
                    <a:pt x="3550" y="4032"/>
                    <a:pt x="3478" y="4006"/>
                    <a:pt x="3451" y="3985"/>
                  </a:cubicBezTo>
                  <a:cubicBezTo>
                    <a:pt x="3421" y="3961"/>
                    <a:pt x="3360" y="3908"/>
                    <a:pt x="3353" y="3875"/>
                  </a:cubicBezTo>
                  <a:cubicBezTo>
                    <a:pt x="3345" y="3840"/>
                    <a:pt x="3369" y="3762"/>
                    <a:pt x="3404" y="3738"/>
                  </a:cubicBezTo>
                  <a:cubicBezTo>
                    <a:pt x="3448" y="3706"/>
                    <a:pt x="3590" y="3719"/>
                    <a:pt x="3638" y="3693"/>
                  </a:cubicBezTo>
                  <a:cubicBezTo>
                    <a:pt x="3674" y="3674"/>
                    <a:pt x="3716" y="3614"/>
                    <a:pt x="3730" y="3583"/>
                  </a:cubicBezTo>
                  <a:cubicBezTo>
                    <a:pt x="3741" y="3557"/>
                    <a:pt x="3754" y="3501"/>
                    <a:pt x="3742" y="3475"/>
                  </a:cubicBezTo>
                  <a:cubicBezTo>
                    <a:pt x="3728" y="3442"/>
                    <a:pt x="3666" y="3373"/>
                    <a:pt x="3619" y="3368"/>
                  </a:cubicBezTo>
                  <a:cubicBezTo>
                    <a:pt x="3594" y="3365"/>
                    <a:pt x="3549" y="3395"/>
                    <a:pt x="3534" y="3410"/>
                  </a:cubicBezTo>
                  <a:cubicBezTo>
                    <a:pt x="3516" y="3428"/>
                    <a:pt x="3517" y="3477"/>
                    <a:pt x="3499" y="3494"/>
                  </a:cubicBezTo>
                  <a:cubicBezTo>
                    <a:pt x="3483" y="3510"/>
                    <a:pt x="3435" y="3529"/>
                    <a:pt x="3410" y="3536"/>
                  </a:cubicBezTo>
                  <a:cubicBezTo>
                    <a:pt x="3382" y="3545"/>
                    <a:pt x="3319" y="3548"/>
                    <a:pt x="3290" y="3557"/>
                  </a:cubicBezTo>
                  <a:cubicBezTo>
                    <a:pt x="3255" y="3569"/>
                    <a:pt x="3187" y="3599"/>
                    <a:pt x="3164" y="3621"/>
                  </a:cubicBezTo>
                  <a:cubicBezTo>
                    <a:pt x="3129" y="3653"/>
                    <a:pt x="3092" y="3733"/>
                    <a:pt x="3080" y="3773"/>
                  </a:cubicBezTo>
                  <a:cubicBezTo>
                    <a:pt x="3066" y="3827"/>
                    <a:pt x="3086" y="3940"/>
                    <a:pt x="3071" y="3995"/>
                  </a:cubicBezTo>
                  <a:cubicBezTo>
                    <a:pt x="3062" y="4032"/>
                    <a:pt x="3025" y="4103"/>
                    <a:pt x="2999" y="4135"/>
                  </a:cubicBezTo>
                  <a:cubicBezTo>
                    <a:pt x="2980" y="4159"/>
                    <a:pt x="2923" y="4197"/>
                    <a:pt x="2901" y="4219"/>
                  </a:cubicBezTo>
                  <a:cubicBezTo>
                    <a:pt x="2869" y="4250"/>
                    <a:pt x="2813" y="4316"/>
                    <a:pt x="2783" y="4348"/>
                  </a:cubicBezTo>
                  <a:cubicBezTo>
                    <a:pt x="2756" y="4379"/>
                    <a:pt x="2686" y="4436"/>
                    <a:pt x="2672" y="4472"/>
                  </a:cubicBezTo>
                  <a:cubicBezTo>
                    <a:pt x="2659" y="4510"/>
                    <a:pt x="2692" y="4590"/>
                    <a:pt x="2685" y="4629"/>
                  </a:cubicBezTo>
                  <a:cubicBezTo>
                    <a:pt x="2678" y="4670"/>
                    <a:pt x="2644" y="4750"/>
                    <a:pt x="2616" y="4785"/>
                  </a:cubicBezTo>
                  <a:cubicBezTo>
                    <a:pt x="2594" y="4813"/>
                    <a:pt x="2535" y="4862"/>
                    <a:pt x="2498" y="4879"/>
                  </a:cubicBezTo>
                  <a:cubicBezTo>
                    <a:pt x="2458" y="4898"/>
                    <a:pt x="2363" y="4929"/>
                    <a:pt x="2315" y="4924"/>
                  </a:cubicBezTo>
                  <a:cubicBezTo>
                    <a:pt x="2280" y="4919"/>
                    <a:pt x="2231" y="4876"/>
                    <a:pt x="2200" y="4863"/>
                  </a:cubicBezTo>
                  <a:cubicBezTo>
                    <a:pt x="2165" y="4847"/>
                    <a:pt x="2091" y="4807"/>
                    <a:pt x="2049" y="4806"/>
                  </a:cubicBezTo>
                  <a:cubicBezTo>
                    <a:pt x="2003" y="4805"/>
                    <a:pt x="1911" y="4835"/>
                    <a:pt x="1882" y="4860"/>
                  </a:cubicBezTo>
                  <a:cubicBezTo>
                    <a:pt x="1852" y="4885"/>
                    <a:pt x="1842" y="4955"/>
                    <a:pt x="1834" y="4987"/>
                  </a:cubicBezTo>
                  <a:cubicBezTo>
                    <a:pt x="1824" y="5019"/>
                    <a:pt x="1829" y="5090"/>
                    <a:pt x="1805" y="5117"/>
                  </a:cubicBezTo>
                  <a:cubicBezTo>
                    <a:pt x="1786" y="5140"/>
                    <a:pt x="1721" y="5173"/>
                    <a:pt x="1684" y="5179"/>
                  </a:cubicBezTo>
                  <a:cubicBezTo>
                    <a:pt x="1658" y="5182"/>
                    <a:pt x="1604" y="5162"/>
                    <a:pt x="1577" y="5160"/>
                  </a:cubicBezTo>
                  <a:cubicBezTo>
                    <a:pt x="1544" y="5157"/>
                    <a:pt x="1473" y="5149"/>
                    <a:pt x="1444" y="5162"/>
                  </a:cubicBezTo>
                  <a:cubicBezTo>
                    <a:pt x="1420" y="5173"/>
                    <a:pt x="1397" y="5216"/>
                    <a:pt x="1390" y="5237"/>
                  </a:cubicBezTo>
                  <a:cubicBezTo>
                    <a:pt x="1375" y="5286"/>
                    <a:pt x="1394" y="5389"/>
                    <a:pt x="1403" y="5439"/>
                  </a:cubicBezTo>
                  <a:cubicBezTo>
                    <a:pt x="1419" y="5523"/>
                    <a:pt x="1511" y="5687"/>
                    <a:pt x="1511" y="5773"/>
                  </a:cubicBezTo>
                  <a:cubicBezTo>
                    <a:pt x="1511" y="5821"/>
                    <a:pt x="1480" y="5919"/>
                    <a:pt x="1450" y="5963"/>
                  </a:cubicBezTo>
                  <a:cubicBezTo>
                    <a:pt x="1426" y="5998"/>
                    <a:pt x="1356" y="6063"/>
                    <a:pt x="1315" y="6089"/>
                  </a:cubicBezTo>
                  <a:cubicBezTo>
                    <a:pt x="1261" y="6121"/>
                    <a:pt x="1132" y="6159"/>
                    <a:pt x="1072" y="6182"/>
                  </a:cubicBezTo>
                  <a:cubicBezTo>
                    <a:pt x="993" y="6211"/>
                    <a:pt x="824" y="6253"/>
                    <a:pt x="760" y="6296"/>
                  </a:cubicBezTo>
                  <a:cubicBezTo>
                    <a:pt x="722" y="6324"/>
                    <a:pt x="662" y="6394"/>
                    <a:pt x="653" y="6433"/>
                  </a:cubicBezTo>
                  <a:cubicBezTo>
                    <a:pt x="644" y="6471"/>
                    <a:pt x="674" y="6549"/>
                    <a:pt x="694" y="6585"/>
                  </a:cubicBezTo>
                  <a:cubicBezTo>
                    <a:pt x="730" y="6649"/>
                    <a:pt x="868" y="6752"/>
                    <a:pt x="903" y="6816"/>
                  </a:cubicBezTo>
                  <a:cubicBezTo>
                    <a:pt x="927" y="6861"/>
                    <a:pt x="941" y="6958"/>
                    <a:pt x="948" y="7005"/>
                  </a:cubicBezTo>
                  <a:cubicBezTo>
                    <a:pt x="958" y="7087"/>
                    <a:pt x="987" y="7254"/>
                    <a:pt x="960" y="7333"/>
                  </a:cubicBezTo>
                  <a:cubicBezTo>
                    <a:pt x="950" y="7360"/>
                    <a:pt x="898" y="7405"/>
                    <a:pt x="883" y="7432"/>
                  </a:cubicBezTo>
                  <a:cubicBezTo>
                    <a:pt x="867" y="7466"/>
                    <a:pt x="838" y="7538"/>
                    <a:pt x="846" y="7574"/>
                  </a:cubicBezTo>
                  <a:cubicBezTo>
                    <a:pt x="854" y="7612"/>
                    <a:pt x="933" y="7671"/>
                    <a:pt x="948" y="7707"/>
                  </a:cubicBezTo>
                  <a:cubicBezTo>
                    <a:pt x="969" y="7762"/>
                    <a:pt x="978" y="7880"/>
                    <a:pt x="969" y="7937"/>
                  </a:cubicBezTo>
                  <a:cubicBezTo>
                    <a:pt x="962" y="7996"/>
                    <a:pt x="909" y="8110"/>
                    <a:pt x="883" y="8166"/>
                  </a:cubicBezTo>
                  <a:cubicBezTo>
                    <a:pt x="851" y="8239"/>
                    <a:pt x="764" y="8380"/>
                    <a:pt x="732" y="8454"/>
                  </a:cubicBezTo>
                  <a:cubicBezTo>
                    <a:pt x="697" y="8533"/>
                    <a:pt x="643" y="8694"/>
                    <a:pt x="615" y="8774"/>
                  </a:cubicBezTo>
                  <a:cubicBezTo>
                    <a:pt x="584" y="8863"/>
                    <a:pt x="530" y="9043"/>
                    <a:pt x="495" y="9132"/>
                  </a:cubicBezTo>
                  <a:cubicBezTo>
                    <a:pt x="472" y="9188"/>
                    <a:pt x="428" y="9300"/>
                    <a:pt x="393" y="9352"/>
                  </a:cubicBezTo>
                  <a:cubicBezTo>
                    <a:pt x="370" y="9387"/>
                    <a:pt x="309" y="9453"/>
                    <a:pt x="273" y="9481"/>
                  </a:cubicBezTo>
                  <a:cubicBezTo>
                    <a:pt x="233" y="9512"/>
                    <a:pt x="128" y="9553"/>
                    <a:pt x="89" y="9584"/>
                  </a:cubicBezTo>
                  <a:cubicBezTo>
                    <a:pt x="61" y="9606"/>
                    <a:pt x="5" y="9658"/>
                    <a:pt x="1" y="9689"/>
                  </a:cubicBezTo>
                  <a:cubicBezTo>
                    <a:pt x="-4" y="9725"/>
                    <a:pt x="41" y="9793"/>
                    <a:pt x="64" y="9825"/>
                  </a:cubicBezTo>
                  <a:cubicBezTo>
                    <a:pt x="119" y="9905"/>
                    <a:pt x="291" y="10037"/>
                    <a:pt x="346" y="10117"/>
                  </a:cubicBezTo>
                  <a:cubicBezTo>
                    <a:pt x="388" y="10179"/>
                    <a:pt x="436" y="10315"/>
                    <a:pt x="462" y="10382"/>
                  </a:cubicBezTo>
                  <a:cubicBezTo>
                    <a:pt x="491" y="10451"/>
                    <a:pt x="537" y="10593"/>
                    <a:pt x="564" y="10662"/>
                  </a:cubicBezTo>
                  <a:cubicBezTo>
                    <a:pt x="582" y="10707"/>
                    <a:pt x="630" y="10794"/>
                    <a:pt x="640" y="10840"/>
                  </a:cubicBezTo>
                  <a:cubicBezTo>
                    <a:pt x="650" y="10889"/>
                    <a:pt x="645" y="10988"/>
                    <a:pt x="640" y="11037"/>
                  </a:cubicBezTo>
                  <a:cubicBezTo>
                    <a:pt x="633" y="11109"/>
                    <a:pt x="625" y="11256"/>
                    <a:pt x="583" y="11322"/>
                  </a:cubicBezTo>
                  <a:cubicBezTo>
                    <a:pt x="554" y="11369"/>
                    <a:pt x="437" y="11433"/>
                    <a:pt x="400" y="11477"/>
                  </a:cubicBezTo>
                  <a:cubicBezTo>
                    <a:pt x="362" y="11520"/>
                    <a:pt x="304" y="11614"/>
                    <a:pt x="286" y="11663"/>
                  </a:cubicBezTo>
                  <a:cubicBezTo>
                    <a:pt x="265" y="11718"/>
                    <a:pt x="237" y="11832"/>
                    <a:pt x="247" y="11888"/>
                  </a:cubicBezTo>
                  <a:cubicBezTo>
                    <a:pt x="262" y="11975"/>
                    <a:pt x="368" y="12138"/>
                    <a:pt x="425" y="12215"/>
                  </a:cubicBezTo>
                  <a:cubicBezTo>
                    <a:pt x="483" y="12295"/>
                    <a:pt x="639" y="12434"/>
                    <a:pt x="704" y="12510"/>
                  </a:cubicBezTo>
                  <a:cubicBezTo>
                    <a:pt x="749" y="12565"/>
                    <a:pt x="834" y="12678"/>
                    <a:pt x="874" y="12735"/>
                  </a:cubicBezTo>
                  <a:cubicBezTo>
                    <a:pt x="923" y="12804"/>
                    <a:pt x="1013" y="12945"/>
                    <a:pt x="1057" y="13016"/>
                  </a:cubicBezTo>
                  <a:cubicBezTo>
                    <a:pt x="1124" y="13118"/>
                    <a:pt x="1241" y="13329"/>
                    <a:pt x="1318" y="13427"/>
                  </a:cubicBezTo>
                  <a:cubicBezTo>
                    <a:pt x="1385" y="13514"/>
                    <a:pt x="1551" y="13673"/>
                    <a:pt x="1628" y="13755"/>
                  </a:cubicBezTo>
                  <a:cubicBezTo>
                    <a:pt x="1721" y="13855"/>
                    <a:pt x="1913" y="14052"/>
                    <a:pt x="1996" y="14157"/>
                  </a:cubicBezTo>
                  <a:cubicBezTo>
                    <a:pt x="2078" y="14263"/>
                    <a:pt x="2218" y="14486"/>
                    <a:pt x="2286" y="14597"/>
                  </a:cubicBezTo>
                  <a:cubicBezTo>
                    <a:pt x="2340" y="14685"/>
                    <a:pt x="2449" y="14861"/>
                    <a:pt x="2489" y="14953"/>
                  </a:cubicBezTo>
                  <a:cubicBezTo>
                    <a:pt x="2524" y="15033"/>
                    <a:pt x="2563" y="15199"/>
                    <a:pt x="2591" y="15280"/>
                  </a:cubicBezTo>
                  <a:cubicBezTo>
                    <a:pt x="2657" y="15476"/>
                    <a:pt x="2839" y="15862"/>
                    <a:pt x="2881" y="16062"/>
                  </a:cubicBezTo>
                  <a:cubicBezTo>
                    <a:pt x="2906" y="16177"/>
                    <a:pt x="2904" y="16409"/>
                    <a:pt x="2907" y="16525"/>
                  </a:cubicBezTo>
                  <a:cubicBezTo>
                    <a:pt x="2911" y="16697"/>
                    <a:pt x="2905" y="17041"/>
                    <a:pt x="2901" y="17213"/>
                  </a:cubicBezTo>
                  <a:cubicBezTo>
                    <a:pt x="2896" y="17359"/>
                    <a:pt x="2891" y="17652"/>
                    <a:pt x="2876" y="17798"/>
                  </a:cubicBezTo>
                  <a:cubicBezTo>
                    <a:pt x="2860" y="17945"/>
                    <a:pt x="2817" y="18237"/>
                    <a:pt x="2781" y="18382"/>
                  </a:cubicBezTo>
                  <a:cubicBezTo>
                    <a:pt x="2745" y="18520"/>
                    <a:pt x="2660" y="18795"/>
                    <a:pt x="2591" y="18925"/>
                  </a:cubicBezTo>
                  <a:cubicBezTo>
                    <a:pt x="2537" y="19024"/>
                    <a:pt x="2378" y="19201"/>
                    <a:pt x="2311" y="19295"/>
                  </a:cubicBezTo>
                  <a:cubicBezTo>
                    <a:pt x="2257" y="19373"/>
                    <a:pt x="2156" y="19534"/>
                    <a:pt x="2103" y="19613"/>
                  </a:cubicBezTo>
                  <a:cubicBezTo>
                    <a:pt x="2043" y="19701"/>
                    <a:pt x="1906" y="19871"/>
                    <a:pt x="1862" y="19964"/>
                  </a:cubicBezTo>
                  <a:cubicBezTo>
                    <a:pt x="1826" y="20041"/>
                    <a:pt x="1796" y="20203"/>
                    <a:pt x="1774" y="20282"/>
                  </a:cubicBezTo>
                  <a:cubicBezTo>
                    <a:pt x="1754" y="20348"/>
                    <a:pt x="1724" y="20480"/>
                    <a:pt x="1698" y="20544"/>
                  </a:cubicBezTo>
                  <a:cubicBezTo>
                    <a:pt x="1664" y="20625"/>
                    <a:pt x="1574" y="20781"/>
                    <a:pt x="1527" y="20858"/>
                  </a:cubicBezTo>
                  <a:cubicBezTo>
                    <a:pt x="1487" y="20921"/>
                    <a:pt x="1403" y="21048"/>
                    <a:pt x="1349" y="21105"/>
                  </a:cubicBezTo>
                  <a:cubicBezTo>
                    <a:pt x="1268" y="21193"/>
                    <a:pt x="1068" y="21347"/>
                    <a:pt x="969" y="21424"/>
                  </a:cubicBezTo>
                  <a:cubicBezTo>
                    <a:pt x="915" y="21466"/>
                    <a:pt x="836" y="21527"/>
                    <a:pt x="754" y="21588"/>
                  </a:cubicBezTo>
                  <a:cubicBezTo>
                    <a:pt x="1112" y="21557"/>
                    <a:pt x="1960" y="21486"/>
                    <a:pt x="2290" y="21455"/>
                  </a:cubicBezTo>
                  <a:cubicBezTo>
                    <a:pt x="2884" y="21397"/>
                    <a:pt x="4063" y="21266"/>
                    <a:pt x="4654" y="21194"/>
                  </a:cubicBezTo>
                  <a:cubicBezTo>
                    <a:pt x="6241" y="21002"/>
                    <a:pt x="10999" y="20423"/>
                    <a:pt x="10999" y="20423"/>
                  </a:cubicBezTo>
                  <a:lnTo>
                    <a:pt x="11079" y="20802"/>
                  </a:lnTo>
                  <a:cubicBezTo>
                    <a:pt x="11461" y="20750"/>
                    <a:pt x="12832" y="20562"/>
                    <a:pt x="13335" y="20486"/>
                  </a:cubicBezTo>
                  <a:cubicBezTo>
                    <a:pt x="14076" y="20373"/>
                    <a:pt x="15551" y="20126"/>
                    <a:pt x="16289" y="20001"/>
                  </a:cubicBezTo>
                  <a:cubicBezTo>
                    <a:pt x="16654" y="19940"/>
                    <a:pt x="17591" y="19776"/>
                    <a:pt x="17978" y="19709"/>
                  </a:cubicBezTo>
                  <a:cubicBezTo>
                    <a:pt x="17987" y="19697"/>
                    <a:pt x="17994" y="19685"/>
                    <a:pt x="17994" y="19675"/>
                  </a:cubicBezTo>
                  <a:cubicBezTo>
                    <a:pt x="17992" y="19641"/>
                    <a:pt x="17929" y="19583"/>
                    <a:pt x="17909" y="19552"/>
                  </a:cubicBezTo>
                  <a:cubicBezTo>
                    <a:pt x="17885" y="19515"/>
                    <a:pt x="17821" y="19445"/>
                    <a:pt x="17818" y="19405"/>
                  </a:cubicBezTo>
                  <a:cubicBezTo>
                    <a:pt x="17816" y="19376"/>
                    <a:pt x="17841" y="19318"/>
                    <a:pt x="17866" y="19296"/>
                  </a:cubicBezTo>
                  <a:cubicBezTo>
                    <a:pt x="17895" y="19270"/>
                    <a:pt x="18000" y="19260"/>
                    <a:pt x="18027" y="19232"/>
                  </a:cubicBezTo>
                  <a:cubicBezTo>
                    <a:pt x="18066" y="19195"/>
                    <a:pt x="18045" y="19084"/>
                    <a:pt x="18084" y="19047"/>
                  </a:cubicBezTo>
                  <a:cubicBezTo>
                    <a:pt x="18113" y="19020"/>
                    <a:pt x="18216" y="19011"/>
                    <a:pt x="18251" y="18988"/>
                  </a:cubicBezTo>
                  <a:cubicBezTo>
                    <a:pt x="18272" y="18973"/>
                    <a:pt x="18301" y="18934"/>
                    <a:pt x="18308" y="18914"/>
                  </a:cubicBezTo>
                  <a:cubicBezTo>
                    <a:pt x="18318" y="18881"/>
                    <a:pt x="18301" y="18814"/>
                    <a:pt x="18303" y="18780"/>
                  </a:cubicBezTo>
                  <a:cubicBezTo>
                    <a:pt x="18305" y="18744"/>
                    <a:pt x="18298" y="18666"/>
                    <a:pt x="18327" y="18636"/>
                  </a:cubicBezTo>
                  <a:cubicBezTo>
                    <a:pt x="18352" y="18610"/>
                    <a:pt x="18448" y="18599"/>
                    <a:pt x="18483" y="18580"/>
                  </a:cubicBezTo>
                  <a:cubicBezTo>
                    <a:pt x="18510" y="18566"/>
                    <a:pt x="18555" y="18530"/>
                    <a:pt x="18573" y="18510"/>
                  </a:cubicBezTo>
                  <a:cubicBezTo>
                    <a:pt x="18599" y="18482"/>
                    <a:pt x="18621" y="18414"/>
                    <a:pt x="18650" y="18387"/>
                  </a:cubicBezTo>
                  <a:cubicBezTo>
                    <a:pt x="18676" y="18360"/>
                    <a:pt x="18758" y="18325"/>
                    <a:pt x="18787" y="18300"/>
                  </a:cubicBezTo>
                  <a:cubicBezTo>
                    <a:pt x="18824" y="18267"/>
                    <a:pt x="18896" y="18197"/>
                    <a:pt x="18905" y="18156"/>
                  </a:cubicBezTo>
                  <a:cubicBezTo>
                    <a:pt x="18916" y="18114"/>
                    <a:pt x="18872" y="18032"/>
                    <a:pt x="18863" y="17991"/>
                  </a:cubicBezTo>
                  <a:cubicBezTo>
                    <a:pt x="18858" y="17968"/>
                    <a:pt x="18837" y="17922"/>
                    <a:pt x="18844" y="17899"/>
                  </a:cubicBezTo>
                  <a:cubicBezTo>
                    <a:pt x="18853" y="17870"/>
                    <a:pt x="18906" y="17820"/>
                    <a:pt x="18935" y="17798"/>
                  </a:cubicBezTo>
                  <a:cubicBezTo>
                    <a:pt x="18964" y="17775"/>
                    <a:pt x="19050" y="17751"/>
                    <a:pt x="19072" y="17724"/>
                  </a:cubicBezTo>
                  <a:cubicBezTo>
                    <a:pt x="19096" y="17694"/>
                    <a:pt x="19102" y="17619"/>
                    <a:pt x="19095" y="17583"/>
                  </a:cubicBezTo>
                  <a:cubicBezTo>
                    <a:pt x="19090" y="17550"/>
                    <a:pt x="19042" y="17490"/>
                    <a:pt x="19030" y="17457"/>
                  </a:cubicBezTo>
                  <a:cubicBezTo>
                    <a:pt x="19005" y="17396"/>
                    <a:pt x="18974" y="17271"/>
                    <a:pt x="18962" y="17208"/>
                  </a:cubicBezTo>
                  <a:cubicBezTo>
                    <a:pt x="18952" y="17153"/>
                    <a:pt x="18935" y="17043"/>
                    <a:pt x="18939" y="16987"/>
                  </a:cubicBezTo>
                  <a:cubicBezTo>
                    <a:pt x="18944" y="16906"/>
                    <a:pt x="18964" y="16739"/>
                    <a:pt x="19015" y="16668"/>
                  </a:cubicBezTo>
                  <a:cubicBezTo>
                    <a:pt x="19062" y="16601"/>
                    <a:pt x="19220" y="16499"/>
                    <a:pt x="19304" y="16457"/>
                  </a:cubicBezTo>
                  <a:cubicBezTo>
                    <a:pt x="19377" y="16421"/>
                    <a:pt x="19553" y="16386"/>
                    <a:pt x="19628" y="16352"/>
                  </a:cubicBezTo>
                  <a:cubicBezTo>
                    <a:pt x="19695" y="16320"/>
                    <a:pt x="19825" y="16246"/>
                    <a:pt x="19869" y="16197"/>
                  </a:cubicBezTo>
                  <a:cubicBezTo>
                    <a:pt x="19920" y="16142"/>
                    <a:pt x="19973" y="16011"/>
                    <a:pt x="19984" y="15945"/>
                  </a:cubicBezTo>
                  <a:cubicBezTo>
                    <a:pt x="19994" y="15877"/>
                    <a:pt x="19976" y="15739"/>
                    <a:pt x="19950" y="15675"/>
                  </a:cubicBezTo>
                  <a:cubicBezTo>
                    <a:pt x="19941" y="15651"/>
                    <a:pt x="19898" y="15611"/>
                    <a:pt x="19889" y="15587"/>
                  </a:cubicBezTo>
                  <a:cubicBezTo>
                    <a:pt x="19868" y="15532"/>
                    <a:pt x="19859" y="15416"/>
                    <a:pt x="19869" y="15358"/>
                  </a:cubicBezTo>
                  <a:cubicBezTo>
                    <a:pt x="19876" y="15327"/>
                    <a:pt x="19918" y="15268"/>
                    <a:pt x="19927" y="15236"/>
                  </a:cubicBezTo>
                  <a:cubicBezTo>
                    <a:pt x="19936" y="15204"/>
                    <a:pt x="19911" y="15126"/>
                    <a:pt x="19946" y="15106"/>
                  </a:cubicBezTo>
                  <a:cubicBezTo>
                    <a:pt x="19968" y="15094"/>
                    <a:pt x="20028" y="15117"/>
                    <a:pt x="20055" y="15117"/>
                  </a:cubicBezTo>
                  <a:cubicBezTo>
                    <a:pt x="20104" y="15117"/>
                    <a:pt x="20225" y="15127"/>
                    <a:pt x="20250" y="15095"/>
                  </a:cubicBezTo>
                  <a:cubicBezTo>
                    <a:pt x="20276" y="15063"/>
                    <a:pt x="20212" y="14984"/>
                    <a:pt x="20178" y="14955"/>
                  </a:cubicBezTo>
                  <a:cubicBezTo>
                    <a:pt x="20153" y="14933"/>
                    <a:pt x="20070" y="14918"/>
                    <a:pt x="20041" y="14899"/>
                  </a:cubicBezTo>
                  <a:cubicBezTo>
                    <a:pt x="20017" y="14884"/>
                    <a:pt x="19968" y="14848"/>
                    <a:pt x="19964" y="14826"/>
                  </a:cubicBezTo>
                  <a:cubicBezTo>
                    <a:pt x="19960" y="14794"/>
                    <a:pt x="20008" y="14734"/>
                    <a:pt x="20036" y="14709"/>
                  </a:cubicBezTo>
                  <a:cubicBezTo>
                    <a:pt x="20070" y="14678"/>
                    <a:pt x="20170" y="14638"/>
                    <a:pt x="20212" y="14611"/>
                  </a:cubicBezTo>
                  <a:cubicBezTo>
                    <a:pt x="20264" y="14578"/>
                    <a:pt x="20356" y="14500"/>
                    <a:pt x="20411" y="14468"/>
                  </a:cubicBezTo>
                  <a:cubicBezTo>
                    <a:pt x="20446" y="14449"/>
                    <a:pt x="20520" y="14409"/>
                    <a:pt x="20563" y="14405"/>
                  </a:cubicBezTo>
                  <a:cubicBezTo>
                    <a:pt x="20607" y="14402"/>
                    <a:pt x="20690" y="14438"/>
                    <a:pt x="20734" y="14443"/>
                  </a:cubicBezTo>
                  <a:cubicBezTo>
                    <a:pt x="20764" y="14446"/>
                    <a:pt x="20832" y="14433"/>
                    <a:pt x="20858" y="14445"/>
                  </a:cubicBezTo>
                  <a:cubicBezTo>
                    <a:pt x="20897" y="14463"/>
                    <a:pt x="20953" y="14532"/>
                    <a:pt x="20946" y="14567"/>
                  </a:cubicBezTo>
                  <a:cubicBezTo>
                    <a:pt x="20941" y="14593"/>
                    <a:pt x="20876" y="14629"/>
                    <a:pt x="20845" y="14642"/>
                  </a:cubicBezTo>
                  <a:cubicBezTo>
                    <a:pt x="20807" y="14657"/>
                    <a:pt x="20704" y="14642"/>
                    <a:pt x="20677" y="14667"/>
                  </a:cubicBezTo>
                  <a:cubicBezTo>
                    <a:pt x="20661" y="14683"/>
                    <a:pt x="20694" y="14728"/>
                    <a:pt x="20683" y="14747"/>
                  </a:cubicBezTo>
                  <a:cubicBezTo>
                    <a:pt x="20665" y="14777"/>
                    <a:pt x="20558" y="14799"/>
                    <a:pt x="20547" y="14831"/>
                  </a:cubicBezTo>
                  <a:cubicBezTo>
                    <a:pt x="20540" y="14855"/>
                    <a:pt x="20569" y="14907"/>
                    <a:pt x="20595" y="14922"/>
                  </a:cubicBezTo>
                  <a:cubicBezTo>
                    <a:pt x="20618" y="14935"/>
                    <a:pt x="20686" y="14921"/>
                    <a:pt x="20709" y="14934"/>
                  </a:cubicBezTo>
                  <a:cubicBezTo>
                    <a:pt x="20730" y="14946"/>
                    <a:pt x="20730" y="14993"/>
                    <a:pt x="20747" y="15009"/>
                  </a:cubicBezTo>
                  <a:cubicBezTo>
                    <a:pt x="20767" y="15029"/>
                    <a:pt x="20819" y="15062"/>
                    <a:pt x="20851" y="15067"/>
                  </a:cubicBezTo>
                  <a:cubicBezTo>
                    <a:pt x="20896" y="15074"/>
                    <a:pt x="20984" y="15040"/>
                    <a:pt x="21028" y="15032"/>
                  </a:cubicBezTo>
                  <a:cubicBezTo>
                    <a:pt x="21076" y="15024"/>
                    <a:pt x="21180" y="15024"/>
                    <a:pt x="21218" y="15002"/>
                  </a:cubicBezTo>
                  <a:cubicBezTo>
                    <a:pt x="21267" y="14975"/>
                    <a:pt x="21326" y="14850"/>
                    <a:pt x="21330" y="14843"/>
                  </a:cubicBezTo>
                  <a:cubicBezTo>
                    <a:pt x="21332" y="14835"/>
                    <a:pt x="21425" y="14755"/>
                    <a:pt x="21446" y="14721"/>
                  </a:cubicBezTo>
                  <a:cubicBezTo>
                    <a:pt x="21473" y="14679"/>
                    <a:pt x="21512" y="14588"/>
                    <a:pt x="21506" y="14541"/>
                  </a:cubicBezTo>
                  <a:cubicBezTo>
                    <a:pt x="21503" y="14510"/>
                    <a:pt x="21440" y="14458"/>
                    <a:pt x="21437" y="14426"/>
                  </a:cubicBezTo>
                  <a:cubicBezTo>
                    <a:pt x="21432" y="14389"/>
                    <a:pt x="21478" y="14318"/>
                    <a:pt x="21488" y="14281"/>
                  </a:cubicBezTo>
                  <a:cubicBezTo>
                    <a:pt x="21497" y="14245"/>
                    <a:pt x="21502" y="14170"/>
                    <a:pt x="21513" y="14134"/>
                  </a:cubicBezTo>
                  <a:cubicBezTo>
                    <a:pt x="21528" y="14086"/>
                    <a:pt x="21596" y="13996"/>
                    <a:pt x="21595" y="13947"/>
                  </a:cubicBezTo>
                  <a:cubicBezTo>
                    <a:pt x="21595" y="13904"/>
                    <a:pt x="21542" y="13823"/>
                    <a:pt x="21519" y="13783"/>
                  </a:cubicBezTo>
                  <a:cubicBezTo>
                    <a:pt x="21500" y="13750"/>
                    <a:pt x="21439" y="13690"/>
                    <a:pt x="21430" y="13655"/>
                  </a:cubicBezTo>
                  <a:cubicBezTo>
                    <a:pt x="21421" y="13617"/>
                    <a:pt x="21456" y="13540"/>
                    <a:pt x="21453" y="13502"/>
                  </a:cubicBezTo>
                  <a:cubicBezTo>
                    <a:pt x="21449" y="13461"/>
                    <a:pt x="21406" y="13381"/>
                    <a:pt x="21402" y="13339"/>
                  </a:cubicBezTo>
                  <a:cubicBezTo>
                    <a:pt x="21399" y="13309"/>
                    <a:pt x="21409" y="13251"/>
                    <a:pt x="21412" y="13222"/>
                  </a:cubicBezTo>
                  <a:cubicBezTo>
                    <a:pt x="21416" y="13171"/>
                    <a:pt x="21409" y="13067"/>
                    <a:pt x="21434" y="13020"/>
                  </a:cubicBezTo>
                  <a:cubicBezTo>
                    <a:pt x="21448" y="12994"/>
                    <a:pt x="21512" y="12957"/>
                    <a:pt x="21529" y="12931"/>
                  </a:cubicBezTo>
                  <a:cubicBezTo>
                    <a:pt x="21550" y="12898"/>
                    <a:pt x="21581" y="12825"/>
                    <a:pt x="21573" y="12789"/>
                  </a:cubicBezTo>
                  <a:cubicBezTo>
                    <a:pt x="21567" y="12762"/>
                    <a:pt x="21509" y="12722"/>
                    <a:pt x="21494" y="12698"/>
                  </a:cubicBezTo>
                  <a:cubicBezTo>
                    <a:pt x="21472" y="12663"/>
                    <a:pt x="21455" y="12585"/>
                    <a:pt x="21434" y="12550"/>
                  </a:cubicBezTo>
                  <a:cubicBezTo>
                    <a:pt x="21418" y="12525"/>
                    <a:pt x="21374" y="12479"/>
                    <a:pt x="21354" y="12454"/>
                  </a:cubicBezTo>
                  <a:cubicBezTo>
                    <a:pt x="21317" y="12407"/>
                    <a:pt x="21253" y="12305"/>
                    <a:pt x="21209" y="12260"/>
                  </a:cubicBezTo>
                  <a:cubicBezTo>
                    <a:pt x="21163" y="12213"/>
                    <a:pt x="21037" y="12138"/>
                    <a:pt x="20997" y="12087"/>
                  </a:cubicBezTo>
                  <a:cubicBezTo>
                    <a:pt x="20949" y="12028"/>
                    <a:pt x="20914" y="11888"/>
                    <a:pt x="20876" y="11825"/>
                  </a:cubicBezTo>
                  <a:cubicBezTo>
                    <a:pt x="20838" y="11760"/>
                    <a:pt x="20724" y="11641"/>
                    <a:pt x="20689" y="11575"/>
                  </a:cubicBezTo>
                  <a:cubicBezTo>
                    <a:pt x="20665" y="11528"/>
                    <a:pt x="20646" y="11429"/>
                    <a:pt x="20629" y="11381"/>
                  </a:cubicBezTo>
                  <a:cubicBezTo>
                    <a:pt x="20588" y="11256"/>
                    <a:pt x="20490" y="11009"/>
                    <a:pt x="20449" y="10884"/>
                  </a:cubicBezTo>
                  <a:cubicBezTo>
                    <a:pt x="20422" y="10803"/>
                    <a:pt x="20387" y="10637"/>
                    <a:pt x="20351" y="10557"/>
                  </a:cubicBezTo>
                  <a:cubicBezTo>
                    <a:pt x="20326" y="10502"/>
                    <a:pt x="20250" y="10399"/>
                    <a:pt x="20218" y="10346"/>
                  </a:cubicBezTo>
                  <a:cubicBezTo>
                    <a:pt x="20169" y="10266"/>
                    <a:pt x="20083" y="10102"/>
                    <a:pt x="20032" y="10021"/>
                  </a:cubicBezTo>
                  <a:cubicBezTo>
                    <a:pt x="19973" y="9930"/>
                    <a:pt x="19824" y="9759"/>
                    <a:pt x="19781" y="9663"/>
                  </a:cubicBezTo>
                  <a:cubicBezTo>
                    <a:pt x="19754" y="9603"/>
                    <a:pt x="19735" y="9474"/>
                    <a:pt x="19725" y="9411"/>
                  </a:cubicBezTo>
                  <a:cubicBezTo>
                    <a:pt x="19710" y="9329"/>
                    <a:pt x="19710" y="9163"/>
                    <a:pt x="19686" y="9083"/>
                  </a:cubicBezTo>
                  <a:cubicBezTo>
                    <a:pt x="19665" y="9011"/>
                    <a:pt x="19589" y="8874"/>
                    <a:pt x="19553" y="8805"/>
                  </a:cubicBezTo>
                  <a:cubicBezTo>
                    <a:pt x="19514" y="8730"/>
                    <a:pt x="19451" y="8573"/>
                    <a:pt x="19386" y="8510"/>
                  </a:cubicBezTo>
                  <a:cubicBezTo>
                    <a:pt x="19341" y="8466"/>
                    <a:pt x="19207" y="8415"/>
                    <a:pt x="19158" y="8374"/>
                  </a:cubicBezTo>
                  <a:cubicBezTo>
                    <a:pt x="19104" y="8331"/>
                    <a:pt x="19030" y="8228"/>
                    <a:pt x="18989" y="8177"/>
                  </a:cubicBezTo>
                  <a:cubicBezTo>
                    <a:pt x="18930" y="8105"/>
                    <a:pt x="18843" y="7942"/>
                    <a:pt x="18761" y="7881"/>
                  </a:cubicBezTo>
                  <a:cubicBezTo>
                    <a:pt x="18726" y="7853"/>
                    <a:pt x="18628" y="7818"/>
                    <a:pt x="18581" y="7801"/>
                  </a:cubicBezTo>
                  <a:cubicBezTo>
                    <a:pt x="18530" y="7782"/>
                    <a:pt x="18419" y="7754"/>
                    <a:pt x="18366" y="7738"/>
                  </a:cubicBezTo>
                  <a:cubicBezTo>
                    <a:pt x="18318" y="7723"/>
                    <a:pt x="18224" y="7683"/>
                    <a:pt x="18173" y="7677"/>
                  </a:cubicBezTo>
                  <a:cubicBezTo>
                    <a:pt x="18140" y="7674"/>
                    <a:pt x="18073" y="7689"/>
                    <a:pt x="18040" y="7689"/>
                  </a:cubicBezTo>
                  <a:cubicBezTo>
                    <a:pt x="17995" y="7688"/>
                    <a:pt x="17905" y="7685"/>
                    <a:pt x="17866" y="7670"/>
                  </a:cubicBezTo>
                  <a:cubicBezTo>
                    <a:pt x="17825" y="7654"/>
                    <a:pt x="17784" y="7578"/>
                    <a:pt x="17739" y="7570"/>
                  </a:cubicBezTo>
                  <a:cubicBezTo>
                    <a:pt x="17677" y="7558"/>
                    <a:pt x="17548" y="7606"/>
                    <a:pt x="17495" y="7633"/>
                  </a:cubicBezTo>
                  <a:cubicBezTo>
                    <a:pt x="17466" y="7647"/>
                    <a:pt x="17427" y="7695"/>
                    <a:pt x="17400" y="7712"/>
                  </a:cubicBezTo>
                  <a:cubicBezTo>
                    <a:pt x="17369" y="7732"/>
                    <a:pt x="17298" y="7760"/>
                    <a:pt x="17265" y="7777"/>
                  </a:cubicBezTo>
                  <a:cubicBezTo>
                    <a:pt x="17246" y="7787"/>
                    <a:pt x="17207" y="7805"/>
                    <a:pt x="17195" y="7817"/>
                  </a:cubicBezTo>
                  <a:cubicBezTo>
                    <a:pt x="17163" y="7849"/>
                    <a:pt x="17160" y="7936"/>
                    <a:pt x="17128" y="7967"/>
                  </a:cubicBezTo>
                  <a:cubicBezTo>
                    <a:pt x="17106" y="7988"/>
                    <a:pt x="17043" y="8012"/>
                    <a:pt x="17011" y="8021"/>
                  </a:cubicBezTo>
                  <a:cubicBezTo>
                    <a:pt x="16959" y="8036"/>
                    <a:pt x="16842" y="8037"/>
                    <a:pt x="16792" y="8056"/>
                  </a:cubicBezTo>
                  <a:cubicBezTo>
                    <a:pt x="16753" y="8071"/>
                    <a:pt x="16703" y="8128"/>
                    <a:pt x="16666" y="8145"/>
                  </a:cubicBezTo>
                  <a:cubicBezTo>
                    <a:pt x="16617" y="8168"/>
                    <a:pt x="16507" y="8196"/>
                    <a:pt x="16450" y="8206"/>
                  </a:cubicBezTo>
                  <a:cubicBezTo>
                    <a:pt x="16395" y="8215"/>
                    <a:pt x="16278" y="8204"/>
                    <a:pt x="16226" y="8220"/>
                  </a:cubicBezTo>
                  <a:cubicBezTo>
                    <a:pt x="16193" y="8230"/>
                    <a:pt x="16134" y="8266"/>
                    <a:pt x="16118" y="8290"/>
                  </a:cubicBezTo>
                  <a:cubicBezTo>
                    <a:pt x="16101" y="8316"/>
                    <a:pt x="16121" y="8377"/>
                    <a:pt x="16112" y="8405"/>
                  </a:cubicBezTo>
                  <a:cubicBezTo>
                    <a:pt x="16102" y="8432"/>
                    <a:pt x="16068" y="8484"/>
                    <a:pt x="16043" y="8505"/>
                  </a:cubicBezTo>
                  <a:cubicBezTo>
                    <a:pt x="16011" y="8531"/>
                    <a:pt x="15925" y="8562"/>
                    <a:pt x="15883" y="8578"/>
                  </a:cubicBezTo>
                  <a:cubicBezTo>
                    <a:pt x="15862" y="8586"/>
                    <a:pt x="15806" y="8588"/>
                    <a:pt x="15792" y="8604"/>
                  </a:cubicBezTo>
                  <a:cubicBezTo>
                    <a:pt x="15779" y="8618"/>
                    <a:pt x="15788" y="8656"/>
                    <a:pt x="15798" y="8672"/>
                  </a:cubicBezTo>
                  <a:cubicBezTo>
                    <a:pt x="15809" y="8687"/>
                    <a:pt x="15861" y="8702"/>
                    <a:pt x="15871" y="8718"/>
                  </a:cubicBezTo>
                  <a:cubicBezTo>
                    <a:pt x="15883" y="8738"/>
                    <a:pt x="15878" y="8784"/>
                    <a:pt x="15871" y="8805"/>
                  </a:cubicBezTo>
                  <a:cubicBezTo>
                    <a:pt x="15861" y="8833"/>
                    <a:pt x="15821" y="8885"/>
                    <a:pt x="15795" y="8908"/>
                  </a:cubicBezTo>
                  <a:cubicBezTo>
                    <a:pt x="15766" y="8933"/>
                    <a:pt x="15685" y="8969"/>
                    <a:pt x="15656" y="8994"/>
                  </a:cubicBezTo>
                  <a:cubicBezTo>
                    <a:pt x="15632" y="9015"/>
                    <a:pt x="15590" y="9060"/>
                    <a:pt x="15576" y="9085"/>
                  </a:cubicBezTo>
                  <a:cubicBezTo>
                    <a:pt x="15557" y="9123"/>
                    <a:pt x="15556" y="9206"/>
                    <a:pt x="15539" y="9245"/>
                  </a:cubicBezTo>
                  <a:cubicBezTo>
                    <a:pt x="15525" y="9274"/>
                    <a:pt x="15475" y="9327"/>
                    <a:pt x="15463" y="9357"/>
                  </a:cubicBezTo>
                  <a:cubicBezTo>
                    <a:pt x="15451" y="9385"/>
                    <a:pt x="15451" y="9445"/>
                    <a:pt x="15444" y="9474"/>
                  </a:cubicBezTo>
                  <a:cubicBezTo>
                    <a:pt x="15436" y="9501"/>
                    <a:pt x="15409" y="9552"/>
                    <a:pt x="15403" y="9579"/>
                  </a:cubicBezTo>
                  <a:cubicBezTo>
                    <a:pt x="15399" y="9600"/>
                    <a:pt x="15413" y="9645"/>
                    <a:pt x="15400" y="9663"/>
                  </a:cubicBezTo>
                  <a:cubicBezTo>
                    <a:pt x="15382" y="9688"/>
                    <a:pt x="15313" y="9715"/>
                    <a:pt x="15279" y="9726"/>
                  </a:cubicBezTo>
                  <a:cubicBezTo>
                    <a:pt x="15231" y="9743"/>
                    <a:pt x="15114" y="9739"/>
                    <a:pt x="15073" y="9764"/>
                  </a:cubicBezTo>
                  <a:cubicBezTo>
                    <a:pt x="15028" y="9792"/>
                    <a:pt x="15003" y="9884"/>
                    <a:pt x="14978" y="9923"/>
                  </a:cubicBezTo>
                  <a:cubicBezTo>
                    <a:pt x="14958" y="9955"/>
                    <a:pt x="14910" y="10015"/>
                    <a:pt x="14893" y="10047"/>
                  </a:cubicBezTo>
                  <a:cubicBezTo>
                    <a:pt x="14868" y="10095"/>
                    <a:pt x="14849" y="10199"/>
                    <a:pt x="14820" y="10246"/>
                  </a:cubicBezTo>
                  <a:cubicBezTo>
                    <a:pt x="14799" y="10279"/>
                    <a:pt x="14744" y="10341"/>
                    <a:pt x="14712" y="10370"/>
                  </a:cubicBezTo>
                  <a:cubicBezTo>
                    <a:pt x="14678" y="10402"/>
                    <a:pt x="14611" y="10475"/>
                    <a:pt x="14557" y="10487"/>
                  </a:cubicBezTo>
                  <a:cubicBezTo>
                    <a:pt x="14527" y="10494"/>
                    <a:pt x="14462" y="10478"/>
                    <a:pt x="14434" y="10468"/>
                  </a:cubicBezTo>
                  <a:cubicBezTo>
                    <a:pt x="14382" y="10450"/>
                    <a:pt x="14305" y="10383"/>
                    <a:pt x="14253" y="10365"/>
                  </a:cubicBezTo>
                  <a:cubicBezTo>
                    <a:pt x="14211" y="10351"/>
                    <a:pt x="14115" y="10346"/>
                    <a:pt x="14069" y="10337"/>
                  </a:cubicBezTo>
                  <a:cubicBezTo>
                    <a:pt x="14002" y="10323"/>
                    <a:pt x="13874" y="10264"/>
                    <a:pt x="13804" y="10269"/>
                  </a:cubicBezTo>
                  <a:cubicBezTo>
                    <a:pt x="13770" y="10273"/>
                    <a:pt x="13721" y="10319"/>
                    <a:pt x="13687" y="10323"/>
                  </a:cubicBezTo>
                  <a:cubicBezTo>
                    <a:pt x="13651" y="10327"/>
                    <a:pt x="13581" y="10305"/>
                    <a:pt x="13547" y="10295"/>
                  </a:cubicBezTo>
                  <a:cubicBezTo>
                    <a:pt x="13494" y="10278"/>
                    <a:pt x="13385" y="10240"/>
                    <a:pt x="13345" y="10209"/>
                  </a:cubicBezTo>
                  <a:cubicBezTo>
                    <a:pt x="13284" y="10160"/>
                    <a:pt x="13239" y="10022"/>
                    <a:pt x="13180" y="9972"/>
                  </a:cubicBezTo>
                  <a:cubicBezTo>
                    <a:pt x="13139" y="9938"/>
                    <a:pt x="12990" y="9912"/>
                    <a:pt x="12977" y="9867"/>
                  </a:cubicBezTo>
                  <a:cubicBezTo>
                    <a:pt x="12968" y="9832"/>
                    <a:pt x="13057" y="9780"/>
                    <a:pt x="13076" y="9747"/>
                  </a:cubicBezTo>
                  <a:cubicBezTo>
                    <a:pt x="13093" y="9718"/>
                    <a:pt x="13117" y="9654"/>
                    <a:pt x="13120" y="9621"/>
                  </a:cubicBezTo>
                  <a:cubicBezTo>
                    <a:pt x="13124" y="9576"/>
                    <a:pt x="13100" y="9488"/>
                    <a:pt x="13095" y="9443"/>
                  </a:cubicBezTo>
                  <a:cubicBezTo>
                    <a:pt x="13086" y="9370"/>
                    <a:pt x="13059" y="9223"/>
                    <a:pt x="13060" y="9149"/>
                  </a:cubicBezTo>
                  <a:cubicBezTo>
                    <a:pt x="13060" y="9102"/>
                    <a:pt x="13071" y="9009"/>
                    <a:pt x="13086" y="8964"/>
                  </a:cubicBezTo>
                  <a:cubicBezTo>
                    <a:pt x="13100" y="8917"/>
                    <a:pt x="13147" y="8828"/>
                    <a:pt x="13170" y="8784"/>
                  </a:cubicBezTo>
                  <a:cubicBezTo>
                    <a:pt x="13194" y="8739"/>
                    <a:pt x="13229" y="8642"/>
                    <a:pt x="13275" y="8609"/>
                  </a:cubicBezTo>
                  <a:cubicBezTo>
                    <a:pt x="13304" y="8587"/>
                    <a:pt x="13384" y="8567"/>
                    <a:pt x="13424" y="8561"/>
                  </a:cubicBezTo>
                  <a:cubicBezTo>
                    <a:pt x="13468" y="8554"/>
                    <a:pt x="13561" y="8565"/>
                    <a:pt x="13604" y="8559"/>
                  </a:cubicBezTo>
                  <a:cubicBezTo>
                    <a:pt x="13647" y="8554"/>
                    <a:pt x="13727" y="8524"/>
                    <a:pt x="13769" y="8514"/>
                  </a:cubicBezTo>
                  <a:cubicBezTo>
                    <a:pt x="13827" y="8502"/>
                    <a:pt x="13965" y="8510"/>
                    <a:pt x="14007" y="8477"/>
                  </a:cubicBezTo>
                  <a:cubicBezTo>
                    <a:pt x="14034" y="8455"/>
                    <a:pt x="14030" y="8388"/>
                    <a:pt x="14025" y="8358"/>
                  </a:cubicBezTo>
                  <a:cubicBezTo>
                    <a:pt x="14022" y="8333"/>
                    <a:pt x="13974" y="8289"/>
                    <a:pt x="13981" y="8264"/>
                  </a:cubicBezTo>
                  <a:cubicBezTo>
                    <a:pt x="13990" y="8235"/>
                    <a:pt x="14064" y="8196"/>
                    <a:pt x="14095" y="8175"/>
                  </a:cubicBezTo>
                  <a:cubicBezTo>
                    <a:pt x="14117" y="8161"/>
                    <a:pt x="14161" y="8132"/>
                    <a:pt x="14187" y="8124"/>
                  </a:cubicBezTo>
                  <a:cubicBezTo>
                    <a:pt x="14218" y="8115"/>
                    <a:pt x="14289" y="8119"/>
                    <a:pt x="14320" y="8110"/>
                  </a:cubicBezTo>
                  <a:cubicBezTo>
                    <a:pt x="14352" y="8100"/>
                    <a:pt x="14416" y="8070"/>
                    <a:pt x="14430" y="8047"/>
                  </a:cubicBezTo>
                  <a:cubicBezTo>
                    <a:pt x="14445" y="8025"/>
                    <a:pt x="14422" y="7974"/>
                    <a:pt x="14427" y="7951"/>
                  </a:cubicBezTo>
                  <a:cubicBezTo>
                    <a:pt x="14436" y="7918"/>
                    <a:pt x="14490" y="7860"/>
                    <a:pt x="14494" y="7827"/>
                  </a:cubicBezTo>
                  <a:cubicBezTo>
                    <a:pt x="14500" y="7781"/>
                    <a:pt x="14457" y="7692"/>
                    <a:pt x="14450" y="7647"/>
                  </a:cubicBezTo>
                  <a:cubicBezTo>
                    <a:pt x="14437" y="7575"/>
                    <a:pt x="14415" y="7431"/>
                    <a:pt x="14415" y="7359"/>
                  </a:cubicBezTo>
                  <a:cubicBezTo>
                    <a:pt x="14415" y="7298"/>
                    <a:pt x="14422" y="7176"/>
                    <a:pt x="14444" y="7118"/>
                  </a:cubicBezTo>
                  <a:cubicBezTo>
                    <a:pt x="14461" y="7070"/>
                    <a:pt x="14522" y="6978"/>
                    <a:pt x="14564" y="6938"/>
                  </a:cubicBezTo>
                  <a:cubicBezTo>
                    <a:pt x="14586" y="6917"/>
                    <a:pt x="14639" y="6881"/>
                    <a:pt x="14671" y="6870"/>
                  </a:cubicBezTo>
                  <a:cubicBezTo>
                    <a:pt x="14692" y="6863"/>
                    <a:pt x="14738" y="6859"/>
                    <a:pt x="14760" y="6863"/>
                  </a:cubicBezTo>
                  <a:cubicBezTo>
                    <a:pt x="14784" y="6868"/>
                    <a:pt x="14817" y="6900"/>
                    <a:pt x="14839" y="6908"/>
                  </a:cubicBezTo>
                  <a:cubicBezTo>
                    <a:pt x="14855" y="6913"/>
                    <a:pt x="14891" y="6923"/>
                    <a:pt x="14909" y="6919"/>
                  </a:cubicBezTo>
                  <a:cubicBezTo>
                    <a:pt x="14941" y="6913"/>
                    <a:pt x="14993" y="6875"/>
                    <a:pt x="15010" y="6853"/>
                  </a:cubicBezTo>
                  <a:cubicBezTo>
                    <a:pt x="15033" y="6824"/>
                    <a:pt x="15024" y="6751"/>
                    <a:pt x="15044" y="6721"/>
                  </a:cubicBezTo>
                  <a:cubicBezTo>
                    <a:pt x="15066" y="6690"/>
                    <a:pt x="15147" y="6650"/>
                    <a:pt x="15172" y="6622"/>
                  </a:cubicBezTo>
                  <a:cubicBezTo>
                    <a:pt x="15187" y="6604"/>
                    <a:pt x="15190" y="6556"/>
                    <a:pt x="15212" y="6542"/>
                  </a:cubicBezTo>
                  <a:cubicBezTo>
                    <a:pt x="15244" y="6524"/>
                    <a:pt x="15346" y="6549"/>
                    <a:pt x="15371" y="6526"/>
                  </a:cubicBezTo>
                  <a:cubicBezTo>
                    <a:pt x="15402" y="6498"/>
                    <a:pt x="15366" y="6419"/>
                    <a:pt x="15358" y="6383"/>
                  </a:cubicBezTo>
                  <a:cubicBezTo>
                    <a:pt x="15348" y="6339"/>
                    <a:pt x="15301" y="6253"/>
                    <a:pt x="15291" y="6208"/>
                  </a:cubicBezTo>
                  <a:cubicBezTo>
                    <a:pt x="15269" y="6104"/>
                    <a:pt x="15277" y="5892"/>
                    <a:pt x="15268" y="5787"/>
                  </a:cubicBezTo>
                  <a:cubicBezTo>
                    <a:pt x="15258" y="5701"/>
                    <a:pt x="15237" y="5527"/>
                    <a:pt x="15222" y="5441"/>
                  </a:cubicBezTo>
                  <a:cubicBezTo>
                    <a:pt x="15217" y="5410"/>
                    <a:pt x="15211" y="5348"/>
                    <a:pt x="15197" y="5319"/>
                  </a:cubicBezTo>
                  <a:cubicBezTo>
                    <a:pt x="15182" y="5287"/>
                    <a:pt x="15117" y="5235"/>
                    <a:pt x="15108" y="5202"/>
                  </a:cubicBezTo>
                  <a:cubicBezTo>
                    <a:pt x="15096" y="5157"/>
                    <a:pt x="15117" y="5064"/>
                    <a:pt x="15133" y="5020"/>
                  </a:cubicBezTo>
                  <a:cubicBezTo>
                    <a:pt x="15147" y="4985"/>
                    <a:pt x="15208" y="4924"/>
                    <a:pt x="15216" y="4889"/>
                  </a:cubicBezTo>
                  <a:cubicBezTo>
                    <a:pt x="15227" y="4835"/>
                    <a:pt x="15200" y="4726"/>
                    <a:pt x="15185" y="4673"/>
                  </a:cubicBezTo>
                  <a:cubicBezTo>
                    <a:pt x="15171" y="4628"/>
                    <a:pt x="15130" y="4538"/>
                    <a:pt x="15103" y="4495"/>
                  </a:cubicBezTo>
                  <a:cubicBezTo>
                    <a:pt x="15080" y="4463"/>
                    <a:pt x="15007" y="4409"/>
                    <a:pt x="14994" y="4374"/>
                  </a:cubicBezTo>
                  <a:cubicBezTo>
                    <a:pt x="14977" y="4323"/>
                    <a:pt x="15035" y="4215"/>
                    <a:pt x="15019" y="4163"/>
                  </a:cubicBezTo>
                  <a:cubicBezTo>
                    <a:pt x="15007" y="4120"/>
                    <a:pt x="14933" y="4049"/>
                    <a:pt x="14899" y="4013"/>
                  </a:cubicBezTo>
                  <a:cubicBezTo>
                    <a:pt x="14870" y="3982"/>
                    <a:pt x="14789" y="3932"/>
                    <a:pt x="14772" y="3896"/>
                  </a:cubicBezTo>
                  <a:cubicBezTo>
                    <a:pt x="14757" y="3865"/>
                    <a:pt x="14794" y="3789"/>
                    <a:pt x="14770" y="3761"/>
                  </a:cubicBezTo>
                  <a:cubicBezTo>
                    <a:pt x="14740" y="3728"/>
                    <a:pt x="14626" y="3707"/>
                    <a:pt x="14575" y="3698"/>
                  </a:cubicBezTo>
                  <a:cubicBezTo>
                    <a:pt x="14524" y="3688"/>
                    <a:pt x="14412" y="3706"/>
                    <a:pt x="14366" y="3688"/>
                  </a:cubicBezTo>
                  <a:cubicBezTo>
                    <a:pt x="14323" y="3670"/>
                    <a:pt x="14282" y="3600"/>
                    <a:pt x="14247" y="3575"/>
                  </a:cubicBezTo>
                  <a:cubicBezTo>
                    <a:pt x="14219" y="3555"/>
                    <a:pt x="14150" y="3528"/>
                    <a:pt x="14123" y="3508"/>
                  </a:cubicBezTo>
                  <a:cubicBezTo>
                    <a:pt x="14104" y="3494"/>
                    <a:pt x="14070" y="3461"/>
                    <a:pt x="14062" y="3441"/>
                  </a:cubicBezTo>
                  <a:cubicBezTo>
                    <a:pt x="14052" y="3420"/>
                    <a:pt x="14068" y="3372"/>
                    <a:pt x="14058" y="3351"/>
                  </a:cubicBezTo>
                  <a:cubicBezTo>
                    <a:pt x="14048" y="3331"/>
                    <a:pt x="13991" y="3304"/>
                    <a:pt x="13986" y="3284"/>
                  </a:cubicBezTo>
                  <a:cubicBezTo>
                    <a:pt x="13979" y="3261"/>
                    <a:pt x="14020" y="3216"/>
                    <a:pt x="14019" y="3192"/>
                  </a:cubicBezTo>
                  <a:cubicBezTo>
                    <a:pt x="14019" y="3173"/>
                    <a:pt x="13995" y="3137"/>
                    <a:pt x="13986" y="3119"/>
                  </a:cubicBezTo>
                  <a:cubicBezTo>
                    <a:pt x="13973" y="3094"/>
                    <a:pt x="13926" y="3047"/>
                    <a:pt x="13929" y="3020"/>
                  </a:cubicBezTo>
                  <a:cubicBezTo>
                    <a:pt x="13932" y="2997"/>
                    <a:pt x="13980" y="2959"/>
                    <a:pt x="14000" y="2940"/>
                  </a:cubicBezTo>
                  <a:cubicBezTo>
                    <a:pt x="14024" y="2917"/>
                    <a:pt x="14069" y="2864"/>
                    <a:pt x="14104" y="2852"/>
                  </a:cubicBezTo>
                  <a:cubicBezTo>
                    <a:pt x="14143" y="2840"/>
                    <a:pt x="14233" y="2842"/>
                    <a:pt x="14270" y="2855"/>
                  </a:cubicBezTo>
                  <a:cubicBezTo>
                    <a:pt x="14288" y="2862"/>
                    <a:pt x="14308" y="2889"/>
                    <a:pt x="14323" y="2897"/>
                  </a:cubicBezTo>
                  <a:cubicBezTo>
                    <a:pt x="14350" y="2914"/>
                    <a:pt x="14408" y="2943"/>
                    <a:pt x="14442" y="2950"/>
                  </a:cubicBezTo>
                  <a:cubicBezTo>
                    <a:pt x="14478" y="2958"/>
                    <a:pt x="14557" y="2946"/>
                    <a:pt x="14594" y="2954"/>
                  </a:cubicBezTo>
                  <a:cubicBezTo>
                    <a:pt x="14630" y="2961"/>
                    <a:pt x="14685" y="3005"/>
                    <a:pt x="14722" y="3006"/>
                  </a:cubicBezTo>
                  <a:cubicBezTo>
                    <a:pt x="14746" y="3007"/>
                    <a:pt x="14798" y="2993"/>
                    <a:pt x="14812" y="2978"/>
                  </a:cubicBezTo>
                  <a:cubicBezTo>
                    <a:pt x="14832" y="2957"/>
                    <a:pt x="14830" y="2900"/>
                    <a:pt x="14817" y="2877"/>
                  </a:cubicBezTo>
                  <a:cubicBezTo>
                    <a:pt x="14805" y="2856"/>
                    <a:pt x="14746" y="2834"/>
                    <a:pt x="14726" y="2817"/>
                  </a:cubicBezTo>
                  <a:cubicBezTo>
                    <a:pt x="14701" y="2794"/>
                    <a:pt x="14664" y="2742"/>
                    <a:pt x="14646" y="2715"/>
                  </a:cubicBezTo>
                  <a:cubicBezTo>
                    <a:pt x="14628" y="2687"/>
                    <a:pt x="14605" y="2628"/>
                    <a:pt x="14589" y="2599"/>
                  </a:cubicBezTo>
                  <a:cubicBezTo>
                    <a:pt x="14566" y="2558"/>
                    <a:pt x="14531" y="2465"/>
                    <a:pt x="14484" y="2434"/>
                  </a:cubicBezTo>
                  <a:cubicBezTo>
                    <a:pt x="14445" y="2409"/>
                    <a:pt x="14328" y="2408"/>
                    <a:pt x="14286" y="2385"/>
                  </a:cubicBezTo>
                  <a:cubicBezTo>
                    <a:pt x="14246" y="2365"/>
                    <a:pt x="14192" y="2306"/>
                    <a:pt x="14166" y="2276"/>
                  </a:cubicBezTo>
                  <a:cubicBezTo>
                    <a:pt x="14141" y="2248"/>
                    <a:pt x="14115" y="2180"/>
                    <a:pt x="14086" y="2153"/>
                  </a:cubicBezTo>
                  <a:cubicBezTo>
                    <a:pt x="14061" y="2133"/>
                    <a:pt x="13993" y="2107"/>
                    <a:pt x="13962" y="2091"/>
                  </a:cubicBezTo>
                  <a:cubicBezTo>
                    <a:pt x="13930" y="2073"/>
                    <a:pt x="13855" y="2046"/>
                    <a:pt x="13839" y="2020"/>
                  </a:cubicBezTo>
                  <a:cubicBezTo>
                    <a:pt x="13830" y="2006"/>
                    <a:pt x="13825" y="1970"/>
                    <a:pt x="13839" y="1957"/>
                  </a:cubicBezTo>
                  <a:cubicBezTo>
                    <a:pt x="13852" y="1944"/>
                    <a:pt x="13908" y="1950"/>
                    <a:pt x="13925" y="1939"/>
                  </a:cubicBezTo>
                  <a:cubicBezTo>
                    <a:pt x="13952" y="1921"/>
                    <a:pt x="13981" y="1866"/>
                    <a:pt x="13981" y="1838"/>
                  </a:cubicBezTo>
                  <a:cubicBezTo>
                    <a:pt x="13981" y="1820"/>
                    <a:pt x="13962" y="1782"/>
                    <a:pt x="13944" y="1771"/>
                  </a:cubicBezTo>
                  <a:cubicBezTo>
                    <a:pt x="13909" y="1750"/>
                    <a:pt x="13809" y="1757"/>
                    <a:pt x="13768" y="1743"/>
                  </a:cubicBezTo>
                  <a:cubicBezTo>
                    <a:pt x="13722" y="1727"/>
                    <a:pt x="13645" y="1679"/>
                    <a:pt x="13611" y="1652"/>
                  </a:cubicBezTo>
                  <a:cubicBezTo>
                    <a:pt x="13570" y="1620"/>
                    <a:pt x="13522" y="1534"/>
                    <a:pt x="13472" y="1508"/>
                  </a:cubicBezTo>
                  <a:cubicBezTo>
                    <a:pt x="13437" y="1488"/>
                    <a:pt x="13347" y="1465"/>
                    <a:pt x="13302" y="1469"/>
                  </a:cubicBezTo>
                  <a:cubicBezTo>
                    <a:pt x="13269" y="1472"/>
                    <a:pt x="13219" y="1514"/>
                    <a:pt x="13188" y="1522"/>
                  </a:cubicBezTo>
                  <a:cubicBezTo>
                    <a:pt x="13154" y="1531"/>
                    <a:pt x="13081" y="1536"/>
                    <a:pt x="13045" y="1536"/>
                  </a:cubicBezTo>
                  <a:cubicBezTo>
                    <a:pt x="12972" y="1535"/>
                    <a:pt x="12826" y="1513"/>
                    <a:pt x="12756" y="1498"/>
                  </a:cubicBezTo>
                  <a:cubicBezTo>
                    <a:pt x="12704" y="1486"/>
                    <a:pt x="12607" y="1450"/>
                    <a:pt x="12557" y="1434"/>
                  </a:cubicBezTo>
                  <a:cubicBezTo>
                    <a:pt x="12503" y="1418"/>
                    <a:pt x="12393" y="1386"/>
                    <a:pt x="12338" y="1371"/>
                  </a:cubicBezTo>
                  <a:cubicBezTo>
                    <a:pt x="12275" y="1353"/>
                    <a:pt x="12150" y="1303"/>
                    <a:pt x="12081" y="1301"/>
                  </a:cubicBezTo>
                  <a:cubicBezTo>
                    <a:pt x="12032" y="1299"/>
                    <a:pt x="11941" y="1337"/>
                    <a:pt x="11892" y="1340"/>
                  </a:cubicBezTo>
                  <a:cubicBezTo>
                    <a:pt x="11832" y="1342"/>
                    <a:pt x="11708" y="1330"/>
                    <a:pt x="11654" y="1312"/>
                  </a:cubicBezTo>
                  <a:cubicBezTo>
                    <a:pt x="11616" y="1298"/>
                    <a:pt x="11558" y="1249"/>
                    <a:pt x="11527" y="1227"/>
                  </a:cubicBezTo>
                  <a:cubicBezTo>
                    <a:pt x="11477" y="1195"/>
                    <a:pt x="11384" y="1123"/>
                    <a:pt x="11326" y="1097"/>
                  </a:cubicBezTo>
                  <a:cubicBezTo>
                    <a:pt x="11275" y="1073"/>
                    <a:pt x="11160" y="1038"/>
                    <a:pt x="11099" y="1031"/>
                  </a:cubicBezTo>
                  <a:cubicBezTo>
                    <a:pt x="11035" y="1023"/>
                    <a:pt x="10904" y="1033"/>
                    <a:pt x="10843" y="1045"/>
                  </a:cubicBezTo>
                  <a:cubicBezTo>
                    <a:pt x="10819" y="1049"/>
                    <a:pt x="10779" y="1069"/>
                    <a:pt x="10757" y="1073"/>
                  </a:cubicBezTo>
                  <a:cubicBezTo>
                    <a:pt x="10725" y="1077"/>
                    <a:pt x="10660" y="1069"/>
                    <a:pt x="10629" y="1073"/>
                  </a:cubicBezTo>
                  <a:cubicBezTo>
                    <a:pt x="10593" y="1077"/>
                    <a:pt x="10525" y="1099"/>
                    <a:pt x="10490" y="1105"/>
                  </a:cubicBezTo>
                  <a:cubicBezTo>
                    <a:pt x="10457" y="1109"/>
                    <a:pt x="10387" y="1119"/>
                    <a:pt x="10353" y="1115"/>
                  </a:cubicBezTo>
                  <a:cubicBezTo>
                    <a:pt x="10318" y="1111"/>
                    <a:pt x="10251" y="1090"/>
                    <a:pt x="10225" y="1073"/>
                  </a:cubicBezTo>
                  <a:cubicBezTo>
                    <a:pt x="10194" y="1052"/>
                    <a:pt x="10164" y="991"/>
                    <a:pt x="10144" y="964"/>
                  </a:cubicBezTo>
                  <a:cubicBezTo>
                    <a:pt x="10123" y="934"/>
                    <a:pt x="10088" y="870"/>
                    <a:pt x="10063" y="841"/>
                  </a:cubicBezTo>
                  <a:cubicBezTo>
                    <a:pt x="10039" y="814"/>
                    <a:pt x="9980" y="766"/>
                    <a:pt x="9949" y="743"/>
                  </a:cubicBezTo>
                  <a:cubicBezTo>
                    <a:pt x="9919" y="721"/>
                    <a:pt x="9851" y="684"/>
                    <a:pt x="9821" y="662"/>
                  </a:cubicBezTo>
                  <a:cubicBezTo>
                    <a:pt x="9787" y="638"/>
                    <a:pt x="9730" y="580"/>
                    <a:pt x="9693" y="557"/>
                  </a:cubicBezTo>
                  <a:cubicBezTo>
                    <a:pt x="9661" y="537"/>
                    <a:pt x="9591" y="501"/>
                    <a:pt x="9551" y="491"/>
                  </a:cubicBezTo>
                  <a:cubicBezTo>
                    <a:pt x="9512" y="480"/>
                    <a:pt x="9429" y="481"/>
                    <a:pt x="9389" y="476"/>
                  </a:cubicBezTo>
                  <a:cubicBezTo>
                    <a:pt x="9324" y="468"/>
                    <a:pt x="9195" y="444"/>
                    <a:pt x="9133" y="431"/>
                  </a:cubicBezTo>
                  <a:cubicBezTo>
                    <a:pt x="9095" y="422"/>
                    <a:pt x="9024" y="389"/>
                    <a:pt x="8986" y="392"/>
                  </a:cubicBezTo>
                  <a:cubicBezTo>
                    <a:pt x="8954" y="394"/>
                    <a:pt x="8902" y="427"/>
                    <a:pt x="8876" y="441"/>
                  </a:cubicBezTo>
                  <a:cubicBezTo>
                    <a:pt x="8853" y="454"/>
                    <a:pt x="8820" y="496"/>
                    <a:pt x="8791" y="497"/>
                  </a:cubicBezTo>
                  <a:cubicBezTo>
                    <a:pt x="8756" y="500"/>
                    <a:pt x="8706" y="450"/>
                    <a:pt x="8672" y="444"/>
                  </a:cubicBezTo>
                  <a:cubicBezTo>
                    <a:pt x="8646" y="440"/>
                    <a:pt x="8587" y="442"/>
                    <a:pt x="8562" y="451"/>
                  </a:cubicBezTo>
                  <a:cubicBezTo>
                    <a:pt x="8543" y="460"/>
                    <a:pt x="8527" y="493"/>
                    <a:pt x="8510" y="504"/>
                  </a:cubicBezTo>
                  <a:cubicBezTo>
                    <a:pt x="8486" y="521"/>
                    <a:pt x="8430" y="556"/>
                    <a:pt x="8397" y="557"/>
                  </a:cubicBezTo>
                  <a:cubicBezTo>
                    <a:pt x="8358" y="559"/>
                    <a:pt x="8289" y="521"/>
                    <a:pt x="8254" y="508"/>
                  </a:cubicBezTo>
                  <a:cubicBezTo>
                    <a:pt x="8196" y="488"/>
                    <a:pt x="8081" y="448"/>
                    <a:pt x="8026" y="424"/>
                  </a:cubicBezTo>
                  <a:cubicBezTo>
                    <a:pt x="7936" y="384"/>
                    <a:pt x="7775" y="280"/>
                    <a:pt x="7680" y="248"/>
                  </a:cubicBezTo>
                  <a:cubicBezTo>
                    <a:pt x="7603" y="223"/>
                    <a:pt x="7435" y="209"/>
                    <a:pt x="7356" y="189"/>
                  </a:cubicBezTo>
                  <a:cubicBezTo>
                    <a:pt x="7293" y="172"/>
                    <a:pt x="7169" y="129"/>
                    <a:pt x="7110" y="104"/>
                  </a:cubicBezTo>
                  <a:cubicBezTo>
                    <a:pt x="7063" y="85"/>
                    <a:pt x="6986" y="24"/>
                    <a:pt x="6934" y="13"/>
                  </a:cubicBezTo>
                  <a:cubicBezTo>
                    <a:pt x="6873" y="0"/>
                    <a:pt x="6728" y="-12"/>
                    <a:pt x="6682" y="20"/>
                  </a:cubicBezTo>
                  <a:cubicBezTo>
                    <a:pt x="6664" y="32"/>
                    <a:pt x="6671" y="72"/>
                    <a:pt x="6673" y="90"/>
                  </a:cubicBezTo>
                  <a:cubicBezTo>
                    <a:pt x="6674" y="107"/>
                    <a:pt x="6695" y="137"/>
                    <a:pt x="6692" y="153"/>
                  </a:cubicBezTo>
                  <a:cubicBezTo>
                    <a:pt x="6686" y="180"/>
                    <a:pt x="6643" y="228"/>
                    <a:pt x="6615" y="245"/>
                  </a:cubicBezTo>
                  <a:cubicBezTo>
                    <a:pt x="6584" y="263"/>
                    <a:pt x="6504" y="284"/>
                    <a:pt x="6464" y="283"/>
                  </a:cubicBezTo>
                  <a:cubicBezTo>
                    <a:pt x="6427" y="283"/>
                    <a:pt x="6363" y="245"/>
                    <a:pt x="6326" y="245"/>
                  </a:cubicBezTo>
                  <a:cubicBezTo>
                    <a:pt x="6290" y="245"/>
                    <a:pt x="6224" y="276"/>
                    <a:pt x="6189" y="283"/>
                  </a:cubicBezTo>
                  <a:cubicBezTo>
                    <a:pt x="6156" y="290"/>
                    <a:pt x="6092" y="305"/>
                    <a:pt x="6060" y="301"/>
                  </a:cubicBezTo>
                  <a:cubicBezTo>
                    <a:pt x="6030" y="297"/>
                    <a:pt x="5985" y="260"/>
                    <a:pt x="5956" y="255"/>
                  </a:cubicBezTo>
                  <a:cubicBezTo>
                    <a:pt x="5923" y="250"/>
                    <a:pt x="5849" y="251"/>
                    <a:pt x="5823" y="266"/>
                  </a:cubicBezTo>
                  <a:cubicBezTo>
                    <a:pt x="5799" y="279"/>
                    <a:pt x="5774" y="325"/>
                    <a:pt x="5779" y="347"/>
                  </a:cubicBezTo>
                  <a:cubicBezTo>
                    <a:pt x="5784" y="361"/>
                    <a:pt x="5818" y="385"/>
                    <a:pt x="5837" y="392"/>
                  </a:cubicBezTo>
                  <a:cubicBezTo>
                    <a:pt x="5859" y="401"/>
                    <a:pt x="5918" y="390"/>
                    <a:pt x="5937" y="403"/>
                  </a:cubicBezTo>
                  <a:cubicBezTo>
                    <a:pt x="5971" y="426"/>
                    <a:pt x="5988" y="502"/>
                    <a:pt x="5979" y="536"/>
                  </a:cubicBezTo>
                  <a:cubicBezTo>
                    <a:pt x="5970" y="571"/>
                    <a:pt x="5898" y="623"/>
                    <a:pt x="5870" y="651"/>
                  </a:cubicBezTo>
                  <a:cubicBezTo>
                    <a:pt x="5836" y="686"/>
                    <a:pt x="5770" y="756"/>
                    <a:pt x="5733" y="788"/>
                  </a:cubicBezTo>
                  <a:cubicBezTo>
                    <a:pt x="5704" y="812"/>
                    <a:pt x="5647" y="858"/>
                    <a:pt x="5614" y="878"/>
                  </a:cubicBezTo>
                  <a:cubicBezTo>
                    <a:pt x="5580" y="898"/>
                    <a:pt x="5490" y="916"/>
                    <a:pt x="5467" y="943"/>
                  </a:cubicBezTo>
                  <a:cubicBezTo>
                    <a:pt x="5447" y="964"/>
                    <a:pt x="5461" y="1022"/>
                    <a:pt x="5448" y="1045"/>
                  </a:cubicBezTo>
                  <a:cubicBezTo>
                    <a:pt x="5431" y="1074"/>
                    <a:pt x="5369" y="1119"/>
                    <a:pt x="5343" y="1145"/>
                  </a:cubicBezTo>
                  <a:cubicBezTo>
                    <a:pt x="5321" y="1166"/>
                    <a:pt x="5268" y="1205"/>
                    <a:pt x="5257" y="1231"/>
                  </a:cubicBezTo>
                  <a:cubicBezTo>
                    <a:pt x="5247" y="1252"/>
                    <a:pt x="5256" y="1299"/>
                    <a:pt x="5257" y="1322"/>
                  </a:cubicBezTo>
                  <a:cubicBezTo>
                    <a:pt x="5262" y="1360"/>
                    <a:pt x="5272" y="1436"/>
                    <a:pt x="5286" y="1473"/>
                  </a:cubicBezTo>
                  <a:cubicBezTo>
                    <a:pt x="5315" y="1542"/>
                    <a:pt x="5398" y="1675"/>
                    <a:pt x="5457" y="1733"/>
                  </a:cubicBezTo>
                  <a:cubicBezTo>
                    <a:pt x="5490" y="1765"/>
                    <a:pt x="5576" y="1815"/>
                    <a:pt x="5619" y="1841"/>
                  </a:cubicBezTo>
                  <a:cubicBezTo>
                    <a:pt x="5679" y="1878"/>
                    <a:pt x="5789" y="1973"/>
                    <a:pt x="5865" y="1985"/>
                  </a:cubicBezTo>
                  <a:cubicBezTo>
                    <a:pt x="5923" y="1995"/>
                    <a:pt x="6035" y="1951"/>
                    <a:pt x="6093" y="1947"/>
                  </a:cubicBezTo>
                  <a:cubicBezTo>
                    <a:pt x="6161" y="1942"/>
                    <a:pt x="6306" y="1925"/>
                    <a:pt x="6364" y="1950"/>
                  </a:cubicBezTo>
                  <a:cubicBezTo>
                    <a:pt x="6402" y="1966"/>
                    <a:pt x="6451" y="2030"/>
                    <a:pt x="6455" y="2062"/>
                  </a:cubicBezTo>
                  <a:cubicBezTo>
                    <a:pt x="6456" y="2085"/>
                    <a:pt x="6425" y="2125"/>
                    <a:pt x="6407" y="2143"/>
                  </a:cubicBezTo>
                  <a:cubicBezTo>
                    <a:pt x="6378" y="2172"/>
                    <a:pt x="6303" y="2218"/>
                    <a:pt x="6260" y="2234"/>
                  </a:cubicBezTo>
                  <a:cubicBezTo>
                    <a:pt x="6201" y="2256"/>
                    <a:pt x="6071" y="2268"/>
                    <a:pt x="6007" y="2280"/>
                  </a:cubicBezTo>
                  <a:cubicBezTo>
                    <a:pt x="5960" y="2290"/>
                    <a:pt x="5867" y="2315"/>
                    <a:pt x="5818" y="2322"/>
                  </a:cubicBezTo>
                  <a:cubicBezTo>
                    <a:pt x="5747" y="2332"/>
                    <a:pt x="5600" y="2338"/>
                    <a:pt x="5529" y="2343"/>
                  </a:cubicBezTo>
                  <a:cubicBezTo>
                    <a:pt x="5475" y="2347"/>
                    <a:pt x="5367" y="2348"/>
                    <a:pt x="5315" y="2357"/>
                  </a:cubicBezTo>
                  <a:cubicBezTo>
                    <a:pt x="5251" y="2368"/>
                    <a:pt x="5118" y="2393"/>
                    <a:pt x="5068" y="2424"/>
                  </a:cubicBezTo>
                  <a:cubicBezTo>
                    <a:pt x="5018" y="2454"/>
                    <a:pt x="4978" y="2551"/>
                    <a:pt x="4939" y="2589"/>
                  </a:cubicBezTo>
                  <a:cubicBezTo>
                    <a:pt x="4918" y="2610"/>
                    <a:pt x="4871" y="2653"/>
                    <a:pt x="4840" y="2666"/>
                  </a:cubicBezTo>
                  <a:cubicBezTo>
                    <a:pt x="4800" y="2682"/>
                    <a:pt x="4698" y="2673"/>
                    <a:pt x="4659" y="2690"/>
                  </a:cubicBezTo>
                  <a:cubicBezTo>
                    <a:pt x="4615" y="2711"/>
                    <a:pt x="4566" y="2785"/>
                    <a:pt x="4531" y="2813"/>
                  </a:cubicBezTo>
                  <a:cubicBezTo>
                    <a:pt x="4498" y="2840"/>
                    <a:pt x="4412" y="2881"/>
                    <a:pt x="4389" y="2911"/>
                  </a:cubicBezTo>
                  <a:cubicBezTo>
                    <a:pt x="4354" y="2956"/>
                    <a:pt x="4334" y="3058"/>
                    <a:pt x="4327" y="3108"/>
                  </a:cubicBezTo>
                  <a:cubicBezTo>
                    <a:pt x="4318" y="3166"/>
                    <a:pt x="4309" y="3284"/>
                    <a:pt x="4327" y="3340"/>
                  </a:cubicBezTo>
                  <a:cubicBezTo>
                    <a:pt x="4344" y="3396"/>
                    <a:pt x="4441" y="3491"/>
                    <a:pt x="4465" y="3547"/>
                  </a:cubicBezTo>
                  <a:cubicBezTo>
                    <a:pt x="4482" y="3586"/>
                    <a:pt x="4482" y="3669"/>
                    <a:pt x="4498" y="3708"/>
                  </a:cubicBezTo>
                  <a:cubicBezTo>
                    <a:pt x="4511" y="3738"/>
                    <a:pt x="4555" y="3794"/>
                    <a:pt x="4569" y="3824"/>
                  </a:cubicBezTo>
                  <a:cubicBezTo>
                    <a:pt x="4587" y="3863"/>
                    <a:pt x="4626" y="3944"/>
                    <a:pt x="4621" y="3985"/>
                  </a:cubicBezTo>
                  <a:cubicBezTo>
                    <a:pt x="4617" y="4022"/>
                    <a:pt x="4545" y="4086"/>
                    <a:pt x="4545" y="4122"/>
                  </a:cubicBezTo>
                  <a:cubicBezTo>
                    <a:pt x="4546" y="4168"/>
                    <a:pt x="4626" y="4246"/>
                    <a:pt x="4641" y="4291"/>
                  </a:cubicBezTo>
                  <a:cubicBezTo>
                    <a:pt x="4659" y="4350"/>
                    <a:pt x="4669" y="4473"/>
                    <a:pt x="4659" y="4533"/>
                  </a:cubicBezTo>
                  <a:cubicBezTo>
                    <a:pt x="4650" y="4586"/>
                    <a:pt x="4595" y="4685"/>
                    <a:pt x="4574" y="4737"/>
                  </a:cubicBezTo>
                  <a:cubicBezTo>
                    <a:pt x="4556" y="4782"/>
                    <a:pt x="4513" y="4872"/>
                    <a:pt x="4502" y="4919"/>
                  </a:cubicBezTo>
                  <a:cubicBezTo>
                    <a:pt x="4495" y="4952"/>
                    <a:pt x="4501" y="5020"/>
                    <a:pt x="4493" y="5052"/>
                  </a:cubicBezTo>
                  <a:cubicBezTo>
                    <a:pt x="4483" y="5090"/>
                    <a:pt x="4439" y="5161"/>
                    <a:pt x="4430" y="5200"/>
                  </a:cubicBezTo>
                  <a:cubicBezTo>
                    <a:pt x="4422" y="5232"/>
                    <a:pt x="4445" y="5304"/>
                    <a:pt x="4423" y="5333"/>
                  </a:cubicBezTo>
                  <a:cubicBezTo>
                    <a:pt x="4407" y="5355"/>
                    <a:pt x="4336" y="5375"/>
                    <a:pt x="4309" y="5391"/>
                  </a:cubicBezTo>
                  <a:cubicBezTo>
                    <a:pt x="4281" y="5410"/>
                    <a:pt x="4218" y="5448"/>
                    <a:pt x="4208" y="5476"/>
                  </a:cubicBezTo>
                  <a:cubicBezTo>
                    <a:pt x="4195" y="5512"/>
                    <a:pt x="4253" y="5586"/>
                    <a:pt x="4249" y="5623"/>
                  </a:cubicBezTo>
                  <a:cubicBezTo>
                    <a:pt x="4248" y="5643"/>
                    <a:pt x="4228" y="5684"/>
                    <a:pt x="4211" y="5701"/>
                  </a:cubicBezTo>
                  <a:cubicBezTo>
                    <a:pt x="4193" y="5717"/>
                    <a:pt x="4142" y="5749"/>
                    <a:pt x="4114" y="5747"/>
                  </a:cubicBezTo>
                  <a:cubicBezTo>
                    <a:pt x="4081" y="5745"/>
                    <a:pt x="4042" y="5699"/>
                    <a:pt x="4019" y="5684"/>
                  </a:cubicBezTo>
                  <a:cubicBezTo>
                    <a:pt x="4000" y="5672"/>
                    <a:pt x="3955" y="5656"/>
                    <a:pt x="3945" y="5639"/>
                  </a:cubicBezTo>
                  <a:cubicBezTo>
                    <a:pt x="3942" y="5634"/>
                    <a:pt x="3940" y="5626"/>
                    <a:pt x="3940" y="561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45" name="Shape 4827"/>
            <p:cNvSpPr/>
            <p:nvPr/>
          </p:nvSpPr>
          <p:spPr>
            <a:xfrm>
              <a:off x="7248697" y="1127575"/>
              <a:ext cx="807763" cy="1092832"/>
            </a:xfrm>
            <a:custGeom>
              <a:avLst/>
              <a:gdLst/>
              <a:ahLst/>
              <a:cxnLst>
                <a:cxn ang="0">
                  <a:pos x="wd2" y="hd2"/>
                </a:cxn>
                <a:cxn ang="5400000">
                  <a:pos x="wd2" y="hd2"/>
                </a:cxn>
                <a:cxn ang="10800000">
                  <a:pos x="wd2" y="hd2"/>
                </a:cxn>
                <a:cxn ang="16200000">
                  <a:pos x="wd2" y="hd2"/>
                </a:cxn>
              </a:cxnLst>
              <a:rect l="0" t="0" r="r" b="b"/>
              <a:pathLst>
                <a:path w="21594" h="21588" extrusionOk="0">
                  <a:moveTo>
                    <a:pt x="3940" y="5618"/>
                  </a:moveTo>
                  <a:cubicBezTo>
                    <a:pt x="3941" y="5562"/>
                    <a:pt x="3948" y="5447"/>
                    <a:pt x="3970" y="5393"/>
                  </a:cubicBezTo>
                  <a:cubicBezTo>
                    <a:pt x="3988" y="5351"/>
                    <a:pt x="4051" y="5277"/>
                    <a:pt x="4084" y="5242"/>
                  </a:cubicBezTo>
                  <a:cubicBezTo>
                    <a:pt x="4113" y="5212"/>
                    <a:pt x="4197" y="5167"/>
                    <a:pt x="4213" y="5133"/>
                  </a:cubicBezTo>
                  <a:cubicBezTo>
                    <a:pt x="4235" y="5087"/>
                    <a:pt x="4223" y="4983"/>
                    <a:pt x="4203" y="4937"/>
                  </a:cubicBezTo>
                  <a:cubicBezTo>
                    <a:pt x="4189" y="4903"/>
                    <a:pt x="4134" y="4855"/>
                    <a:pt x="4123" y="4821"/>
                  </a:cubicBezTo>
                  <a:cubicBezTo>
                    <a:pt x="4113" y="4789"/>
                    <a:pt x="4128" y="4721"/>
                    <a:pt x="4154" y="4694"/>
                  </a:cubicBezTo>
                  <a:cubicBezTo>
                    <a:pt x="4177" y="4672"/>
                    <a:pt x="4241" y="4669"/>
                    <a:pt x="4261" y="4645"/>
                  </a:cubicBezTo>
                  <a:cubicBezTo>
                    <a:pt x="4282" y="4619"/>
                    <a:pt x="4264" y="4552"/>
                    <a:pt x="4251" y="4523"/>
                  </a:cubicBezTo>
                  <a:cubicBezTo>
                    <a:pt x="4238" y="4494"/>
                    <a:pt x="4201" y="4424"/>
                    <a:pt x="4161" y="4421"/>
                  </a:cubicBezTo>
                  <a:cubicBezTo>
                    <a:pt x="4133" y="4418"/>
                    <a:pt x="4096" y="4462"/>
                    <a:pt x="4075" y="4477"/>
                  </a:cubicBezTo>
                  <a:cubicBezTo>
                    <a:pt x="4051" y="4494"/>
                    <a:pt x="3994" y="4524"/>
                    <a:pt x="3980" y="4547"/>
                  </a:cubicBezTo>
                  <a:cubicBezTo>
                    <a:pt x="3962" y="4577"/>
                    <a:pt x="3980" y="4646"/>
                    <a:pt x="3966" y="4677"/>
                  </a:cubicBezTo>
                  <a:cubicBezTo>
                    <a:pt x="3955" y="4701"/>
                    <a:pt x="3903" y="4740"/>
                    <a:pt x="3895" y="4764"/>
                  </a:cubicBezTo>
                  <a:cubicBezTo>
                    <a:pt x="3887" y="4786"/>
                    <a:pt x="3908" y="4831"/>
                    <a:pt x="3899" y="4852"/>
                  </a:cubicBezTo>
                  <a:cubicBezTo>
                    <a:pt x="3892" y="4871"/>
                    <a:pt x="3844" y="4897"/>
                    <a:pt x="3837" y="4915"/>
                  </a:cubicBezTo>
                  <a:cubicBezTo>
                    <a:pt x="3831" y="4938"/>
                    <a:pt x="3836" y="4993"/>
                    <a:pt x="3861" y="5007"/>
                  </a:cubicBezTo>
                  <a:cubicBezTo>
                    <a:pt x="3890" y="5023"/>
                    <a:pt x="3984" y="4979"/>
                    <a:pt x="4009" y="5000"/>
                  </a:cubicBezTo>
                  <a:cubicBezTo>
                    <a:pt x="4027" y="5015"/>
                    <a:pt x="4002" y="5062"/>
                    <a:pt x="3990" y="5080"/>
                  </a:cubicBezTo>
                  <a:cubicBezTo>
                    <a:pt x="3975" y="5101"/>
                    <a:pt x="3916" y="5129"/>
                    <a:pt x="3905" y="5150"/>
                  </a:cubicBezTo>
                  <a:cubicBezTo>
                    <a:pt x="3885" y="5184"/>
                    <a:pt x="3907" y="5262"/>
                    <a:pt x="3895" y="5298"/>
                  </a:cubicBezTo>
                  <a:cubicBezTo>
                    <a:pt x="3888" y="5315"/>
                    <a:pt x="3859" y="5344"/>
                    <a:pt x="3852" y="5361"/>
                  </a:cubicBezTo>
                  <a:cubicBezTo>
                    <a:pt x="3840" y="5391"/>
                    <a:pt x="3840" y="5453"/>
                    <a:pt x="3837" y="5484"/>
                  </a:cubicBezTo>
                  <a:cubicBezTo>
                    <a:pt x="3835" y="5518"/>
                    <a:pt x="3830" y="5624"/>
                    <a:pt x="3830" y="5624"/>
                  </a:cubicBezTo>
                  <a:cubicBezTo>
                    <a:pt x="3830" y="5631"/>
                    <a:pt x="3830" y="5638"/>
                    <a:pt x="3828" y="5644"/>
                  </a:cubicBezTo>
                  <a:cubicBezTo>
                    <a:pt x="3824" y="5659"/>
                    <a:pt x="3805" y="5693"/>
                    <a:pt x="3784" y="5698"/>
                  </a:cubicBezTo>
                  <a:cubicBezTo>
                    <a:pt x="3753" y="5705"/>
                    <a:pt x="3687" y="5677"/>
                    <a:pt x="3664" y="5661"/>
                  </a:cubicBezTo>
                  <a:cubicBezTo>
                    <a:pt x="3637" y="5642"/>
                    <a:pt x="3603" y="5590"/>
                    <a:pt x="3591" y="5564"/>
                  </a:cubicBezTo>
                  <a:cubicBezTo>
                    <a:pt x="3569" y="5521"/>
                    <a:pt x="3563" y="5426"/>
                    <a:pt x="3543" y="5382"/>
                  </a:cubicBezTo>
                  <a:cubicBezTo>
                    <a:pt x="3528" y="5351"/>
                    <a:pt x="3471" y="5295"/>
                    <a:pt x="3461" y="5263"/>
                  </a:cubicBezTo>
                  <a:cubicBezTo>
                    <a:pt x="3446" y="5215"/>
                    <a:pt x="3456" y="5112"/>
                    <a:pt x="3471" y="5064"/>
                  </a:cubicBezTo>
                  <a:cubicBezTo>
                    <a:pt x="3484" y="5020"/>
                    <a:pt x="3551" y="4943"/>
                    <a:pt x="3569" y="4900"/>
                  </a:cubicBezTo>
                  <a:cubicBezTo>
                    <a:pt x="3584" y="4864"/>
                    <a:pt x="3609" y="4788"/>
                    <a:pt x="3607" y="4750"/>
                  </a:cubicBezTo>
                  <a:cubicBezTo>
                    <a:pt x="3603" y="4710"/>
                    <a:pt x="3560" y="4634"/>
                    <a:pt x="3543" y="4596"/>
                  </a:cubicBezTo>
                  <a:cubicBezTo>
                    <a:pt x="3530" y="4566"/>
                    <a:pt x="3488" y="4510"/>
                    <a:pt x="3486" y="4479"/>
                  </a:cubicBezTo>
                  <a:cubicBezTo>
                    <a:pt x="3484" y="4433"/>
                    <a:pt x="3516" y="4335"/>
                    <a:pt x="3556" y="4299"/>
                  </a:cubicBezTo>
                  <a:cubicBezTo>
                    <a:pt x="3585" y="4273"/>
                    <a:pt x="3701" y="4270"/>
                    <a:pt x="3714" y="4238"/>
                  </a:cubicBezTo>
                  <a:cubicBezTo>
                    <a:pt x="3735" y="4188"/>
                    <a:pt x="3622" y="4093"/>
                    <a:pt x="3575" y="4053"/>
                  </a:cubicBezTo>
                  <a:cubicBezTo>
                    <a:pt x="3550" y="4032"/>
                    <a:pt x="3478" y="4006"/>
                    <a:pt x="3451" y="3985"/>
                  </a:cubicBezTo>
                  <a:cubicBezTo>
                    <a:pt x="3421" y="3961"/>
                    <a:pt x="3360" y="3908"/>
                    <a:pt x="3353" y="3875"/>
                  </a:cubicBezTo>
                  <a:cubicBezTo>
                    <a:pt x="3345" y="3840"/>
                    <a:pt x="3369" y="3762"/>
                    <a:pt x="3404" y="3738"/>
                  </a:cubicBezTo>
                  <a:cubicBezTo>
                    <a:pt x="3448" y="3706"/>
                    <a:pt x="3590" y="3719"/>
                    <a:pt x="3638" y="3693"/>
                  </a:cubicBezTo>
                  <a:cubicBezTo>
                    <a:pt x="3674" y="3674"/>
                    <a:pt x="3716" y="3614"/>
                    <a:pt x="3730" y="3583"/>
                  </a:cubicBezTo>
                  <a:cubicBezTo>
                    <a:pt x="3741" y="3557"/>
                    <a:pt x="3754" y="3501"/>
                    <a:pt x="3742" y="3475"/>
                  </a:cubicBezTo>
                  <a:cubicBezTo>
                    <a:pt x="3728" y="3442"/>
                    <a:pt x="3666" y="3373"/>
                    <a:pt x="3619" y="3368"/>
                  </a:cubicBezTo>
                  <a:cubicBezTo>
                    <a:pt x="3594" y="3365"/>
                    <a:pt x="3549" y="3395"/>
                    <a:pt x="3534" y="3410"/>
                  </a:cubicBezTo>
                  <a:cubicBezTo>
                    <a:pt x="3516" y="3428"/>
                    <a:pt x="3517" y="3477"/>
                    <a:pt x="3499" y="3494"/>
                  </a:cubicBezTo>
                  <a:cubicBezTo>
                    <a:pt x="3483" y="3510"/>
                    <a:pt x="3435" y="3529"/>
                    <a:pt x="3410" y="3536"/>
                  </a:cubicBezTo>
                  <a:cubicBezTo>
                    <a:pt x="3382" y="3545"/>
                    <a:pt x="3319" y="3548"/>
                    <a:pt x="3290" y="3557"/>
                  </a:cubicBezTo>
                  <a:cubicBezTo>
                    <a:pt x="3255" y="3569"/>
                    <a:pt x="3187" y="3599"/>
                    <a:pt x="3164" y="3621"/>
                  </a:cubicBezTo>
                  <a:cubicBezTo>
                    <a:pt x="3129" y="3653"/>
                    <a:pt x="3092" y="3733"/>
                    <a:pt x="3080" y="3773"/>
                  </a:cubicBezTo>
                  <a:cubicBezTo>
                    <a:pt x="3066" y="3827"/>
                    <a:pt x="3086" y="3940"/>
                    <a:pt x="3071" y="3995"/>
                  </a:cubicBezTo>
                  <a:cubicBezTo>
                    <a:pt x="3062" y="4032"/>
                    <a:pt x="3025" y="4103"/>
                    <a:pt x="2999" y="4135"/>
                  </a:cubicBezTo>
                  <a:cubicBezTo>
                    <a:pt x="2980" y="4159"/>
                    <a:pt x="2923" y="4197"/>
                    <a:pt x="2901" y="4219"/>
                  </a:cubicBezTo>
                  <a:cubicBezTo>
                    <a:pt x="2869" y="4250"/>
                    <a:pt x="2813" y="4316"/>
                    <a:pt x="2783" y="4348"/>
                  </a:cubicBezTo>
                  <a:cubicBezTo>
                    <a:pt x="2756" y="4379"/>
                    <a:pt x="2686" y="4436"/>
                    <a:pt x="2672" y="4472"/>
                  </a:cubicBezTo>
                  <a:cubicBezTo>
                    <a:pt x="2659" y="4510"/>
                    <a:pt x="2692" y="4590"/>
                    <a:pt x="2685" y="4629"/>
                  </a:cubicBezTo>
                  <a:cubicBezTo>
                    <a:pt x="2678" y="4670"/>
                    <a:pt x="2644" y="4750"/>
                    <a:pt x="2616" y="4785"/>
                  </a:cubicBezTo>
                  <a:cubicBezTo>
                    <a:pt x="2594" y="4813"/>
                    <a:pt x="2535" y="4862"/>
                    <a:pt x="2498" y="4879"/>
                  </a:cubicBezTo>
                  <a:cubicBezTo>
                    <a:pt x="2458" y="4898"/>
                    <a:pt x="2363" y="4929"/>
                    <a:pt x="2315" y="4924"/>
                  </a:cubicBezTo>
                  <a:cubicBezTo>
                    <a:pt x="2280" y="4919"/>
                    <a:pt x="2231" y="4876"/>
                    <a:pt x="2200" y="4863"/>
                  </a:cubicBezTo>
                  <a:cubicBezTo>
                    <a:pt x="2165" y="4847"/>
                    <a:pt x="2091" y="4807"/>
                    <a:pt x="2049" y="4806"/>
                  </a:cubicBezTo>
                  <a:cubicBezTo>
                    <a:pt x="2003" y="4805"/>
                    <a:pt x="1911" y="4835"/>
                    <a:pt x="1882" y="4860"/>
                  </a:cubicBezTo>
                  <a:cubicBezTo>
                    <a:pt x="1852" y="4885"/>
                    <a:pt x="1842" y="4955"/>
                    <a:pt x="1834" y="4987"/>
                  </a:cubicBezTo>
                  <a:cubicBezTo>
                    <a:pt x="1824" y="5019"/>
                    <a:pt x="1829" y="5090"/>
                    <a:pt x="1805" y="5117"/>
                  </a:cubicBezTo>
                  <a:cubicBezTo>
                    <a:pt x="1786" y="5140"/>
                    <a:pt x="1721" y="5173"/>
                    <a:pt x="1684" y="5179"/>
                  </a:cubicBezTo>
                  <a:cubicBezTo>
                    <a:pt x="1658" y="5182"/>
                    <a:pt x="1604" y="5162"/>
                    <a:pt x="1577" y="5160"/>
                  </a:cubicBezTo>
                  <a:cubicBezTo>
                    <a:pt x="1544" y="5157"/>
                    <a:pt x="1473" y="5149"/>
                    <a:pt x="1444" y="5162"/>
                  </a:cubicBezTo>
                  <a:cubicBezTo>
                    <a:pt x="1420" y="5173"/>
                    <a:pt x="1397" y="5216"/>
                    <a:pt x="1390" y="5237"/>
                  </a:cubicBezTo>
                  <a:cubicBezTo>
                    <a:pt x="1375" y="5286"/>
                    <a:pt x="1394" y="5389"/>
                    <a:pt x="1403" y="5439"/>
                  </a:cubicBezTo>
                  <a:cubicBezTo>
                    <a:pt x="1419" y="5523"/>
                    <a:pt x="1511" y="5687"/>
                    <a:pt x="1511" y="5773"/>
                  </a:cubicBezTo>
                  <a:cubicBezTo>
                    <a:pt x="1511" y="5821"/>
                    <a:pt x="1480" y="5919"/>
                    <a:pt x="1450" y="5963"/>
                  </a:cubicBezTo>
                  <a:cubicBezTo>
                    <a:pt x="1426" y="5998"/>
                    <a:pt x="1356" y="6063"/>
                    <a:pt x="1315" y="6089"/>
                  </a:cubicBezTo>
                  <a:cubicBezTo>
                    <a:pt x="1261" y="6121"/>
                    <a:pt x="1132" y="6159"/>
                    <a:pt x="1072" y="6182"/>
                  </a:cubicBezTo>
                  <a:cubicBezTo>
                    <a:pt x="993" y="6211"/>
                    <a:pt x="824" y="6253"/>
                    <a:pt x="760" y="6296"/>
                  </a:cubicBezTo>
                  <a:cubicBezTo>
                    <a:pt x="722" y="6324"/>
                    <a:pt x="662" y="6394"/>
                    <a:pt x="653" y="6433"/>
                  </a:cubicBezTo>
                  <a:cubicBezTo>
                    <a:pt x="644" y="6471"/>
                    <a:pt x="674" y="6549"/>
                    <a:pt x="694" y="6585"/>
                  </a:cubicBezTo>
                  <a:cubicBezTo>
                    <a:pt x="730" y="6649"/>
                    <a:pt x="868" y="6752"/>
                    <a:pt x="903" y="6816"/>
                  </a:cubicBezTo>
                  <a:cubicBezTo>
                    <a:pt x="927" y="6861"/>
                    <a:pt x="941" y="6958"/>
                    <a:pt x="948" y="7005"/>
                  </a:cubicBezTo>
                  <a:cubicBezTo>
                    <a:pt x="958" y="7087"/>
                    <a:pt x="987" y="7254"/>
                    <a:pt x="960" y="7333"/>
                  </a:cubicBezTo>
                  <a:cubicBezTo>
                    <a:pt x="950" y="7360"/>
                    <a:pt x="898" y="7405"/>
                    <a:pt x="883" y="7432"/>
                  </a:cubicBezTo>
                  <a:cubicBezTo>
                    <a:pt x="867" y="7466"/>
                    <a:pt x="838" y="7538"/>
                    <a:pt x="845" y="7574"/>
                  </a:cubicBezTo>
                  <a:cubicBezTo>
                    <a:pt x="854" y="7612"/>
                    <a:pt x="933" y="7671"/>
                    <a:pt x="948" y="7707"/>
                  </a:cubicBezTo>
                  <a:cubicBezTo>
                    <a:pt x="969" y="7762"/>
                    <a:pt x="978" y="7880"/>
                    <a:pt x="969" y="7937"/>
                  </a:cubicBezTo>
                  <a:cubicBezTo>
                    <a:pt x="962" y="7996"/>
                    <a:pt x="909" y="8110"/>
                    <a:pt x="883" y="8166"/>
                  </a:cubicBezTo>
                  <a:cubicBezTo>
                    <a:pt x="851" y="8239"/>
                    <a:pt x="764" y="8380"/>
                    <a:pt x="732" y="8454"/>
                  </a:cubicBezTo>
                  <a:cubicBezTo>
                    <a:pt x="696" y="8533"/>
                    <a:pt x="643" y="8694"/>
                    <a:pt x="615" y="8774"/>
                  </a:cubicBezTo>
                  <a:cubicBezTo>
                    <a:pt x="584" y="8863"/>
                    <a:pt x="529" y="9043"/>
                    <a:pt x="495" y="9132"/>
                  </a:cubicBezTo>
                  <a:cubicBezTo>
                    <a:pt x="472" y="9188"/>
                    <a:pt x="428" y="9300"/>
                    <a:pt x="393" y="9352"/>
                  </a:cubicBezTo>
                  <a:cubicBezTo>
                    <a:pt x="370" y="9387"/>
                    <a:pt x="309" y="9453"/>
                    <a:pt x="273" y="9481"/>
                  </a:cubicBezTo>
                  <a:cubicBezTo>
                    <a:pt x="233" y="9512"/>
                    <a:pt x="128" y="9553"/>
                    <a:pt x="89" y="9584"/>
                  </a:cubicBezTo>
                  <a:cubicBezTo>
                    <a:pt x="61" y="9606"/>
                    <a:pt x="5" y="9658"/>
                    <a:pt x="1" y="9689"/>
                  </a:cubicBezTo>
                  <a:cubicBezTo>
                    <a:pt x="-4" y="9725"/>
                    <a:pt x="41" y="9793"/>
                    <a:pt x="64" y="9825"/>
                  </a:cubicBezTo>
                  <a:cubicBezTo>
                    <a:pt x="119" y="9905"/>
                    <a:pt x="291" y="10037"/>
                    <a:pt x="346" y="10117"/>
                  </a:cubicBezTo>
                  <a:cubicBezTo>
                    <a:pt x="388" y="10179"/>
                    <a:pt x="436" y="10315"/>
                    <a:pt x="462" y="10382"/>
                  </a:cubicBezTo>
                  <a:cubicBezTo>
                    <a:pt x="491" y="10451"/>
                    <a:pt x="537" y="10593"/>
                    <a:pt x="564" y="10662"/>
                  </a:cubicBezTo>
                  <a:cubicBezTo>
                    <a:pt x="582" y="10707"/>
                    <a:pt x="630" y="10794"/>
                    <a:pt x="640" y="10840"/>
                  </a:cubicBezTo>
                  <a:cubicBezTo>
                    <a:pt x="650" y="10889"/>
                    <a:pt x="645" y="10988"/>
                    <a:pt x="640" y="11037"/>
                  </a:cubicBezTo>
                  <a:cubicBezTo>
                    <a:pt x="633" y="11109"/>
                    <a:pt x="625" y="11256"/>
                    <a:pt x="583" y="11322"/>
                  </a:cubicBezTo>
                  <a:cubicBezTo>
                    <a:pt x="554" y="11369"/>
                    <a:pt x="437" y="11433"/>
                    <a:pt x="400" y="11477"/>
                  </a:cubicBezTo>
                  <a:cubicBezTo>
                    <a:pt x="362" y="11520"/>
                    <a:pt x="304" y="11614"/>
                    <a:pt x="286" y="11663"/>
                  </a:cubicBezTo>
                  <a:cubicBezTo>
                    <a:pt x="265" y="11718"/>
                    <a:pt x="237" y="11832"/>
                    <a:pt x="247" y="11888"/>
                  </a:cubicBezTo>
                  <a:cubicBezTo>
                    <a:pt x="262" y="11975"/>
                    <a:pt x="368" y="12138"/>
                    <a:pt x="425" y="12215"/>
                  </a:cubicBezTo>
                  <a:cubicBezTo>
                    <a:pt x="483" y="12295"/>
                    <a:pt x="639" y="12434"/>
                    <a:pt x="704" y="12510"/>
                  </a:cubicBezTo>
                  <a:cubicBezTo>
                    <a:pt x="749" y="12565"/>
                    <a:pt x="834" y="12678"/>
                    <a:pt x="874" y="12735"/>
                  </a:cubicBezTo>
                  <a:cubicBezTo>
                    <a:pt x="923" y="12804"/>
                    <a:pt x="1012" y="12945"/>
                    <a:pt x="1057" y="13016"/>
                  </a:cubicBezTo>
                  <a:cubicBezTo>
                    <a:pt x="1124" y="13118"/>
                    <a:pt x="1241" y="13329"/>
                    <a:pt x="1318" y="13427"/>
                  </a:cubicBezTo>
                  <a:cubicBezTo>
                    <a:pt x="1385" y="13514"/>
                    <a:pt x="1551" y="13673"/>
                    <a:pt x="1628" y="13755"/>
                  </a:cubicBezTo>
                  <a:cubicBezTo>
                    <a:pt x="1721" y="13855"/>
                    <a:pt x="1913" y="14052"/>
                    <a:pt x="1996" y="14157"/>
                  </a:cubicBezTo>
                  <a:cubicBezTo>
                    <a:pt x="2078" y="14263"/>
                    <a:pt x="2218" y="14486"/>
                    <a:pt x="2286" y="14597"/>
                  </a:cubicBezTo>
                  <a:cubicBezTo>
                    <a:pt x="2340" y="14685"/>
                    <a:pt x="2449" y="14861"/>
                    <a:pt x="2489" y="14953"/>
                  </a:cubicBezTo>
                  <a:cubicBezTo>
                    <a:pt x="2524" y="15033"/>
                    <a:pt x="2563" y="15199"/>
                    <a:pt x="2591" y="15280"/>
                  </a:cubicBezTo>
                  <a:cubicBezTo>
                    <a:pt x="2657" y="15476"/>
                    <a:pt x="2839" y="15862"/>
                    <a:pt x="2881" y="16062"/>
                  </a:cubicBezTo>
                  <a:cubicBezTo>
                    <a:pt x="2906" y="16177"/>
                    <a:pt x="2904" y="16409"/>
                    <a:pt x="2907" y="16525"/>
                  </a:cubicBezTo>
                  <a:cubicBezTo>
                    <a:pt x="2911" y="16697"/>
                    <a:pt x="2905" y="17041"/>
                    <a:pt x="2901" y="17213"/>
                  </a:cubicBezTo>
                  <a:cubicBezTo>
                    <a:pt x="2896" y="17359"/>
                    <a:pt x="2891" y="17652"/>
                    <a:pt x="2876" y="17798"/>
                  </a:cubicBezTo>
                  <a:cubicBezTo>
                    <a:pt x="2860" y="17945"/>
                    <a:pt x="2817" y="18237"/>
                    <a:pt x="2781" y="18382"/>
                  </a:cubicBezTo>
                  <a:cubicBezTo>
                    <a:pt x="2745" y="18520"/>
                    <a:pt x="2660" y="18795"/>
                    <a:pt x="2591" y="18925"/>
                  </a:cubicBezTo>
                  <a:cubicBezTo>
                    <a:pt x="2537" y="19024"/>
                    <a:pt x="2378" y="19201"/>
                    <a:pt x="2311" y="19295"/>
                  </a:cubicBezTo>
                  <a:cubicBezTo>
                    <a:pt x="2257" y="19373"/>
                    <a:pt x="2156" y="19534"/>
                    <a:pt x="2103" y="19613"/>
                  </a:cubicBezTo>
                  <a:cubicBezTo>
                    <a:pt x="2043" y="19701"/>
                    <a:pt x="1906" y="19871"/>
                    <a:pt x="1862" y="19964"/>
                  </a:cubicBezTo>
                  <a:cubicBezTo>
                    <a:pt x="1826" y="20041"/>
                    <a:pt x="1796" y="20203"/>
                    <a:pt x="1774" y="20282"/>
                  </a:cubicBezTo>
                  <a:cubicBezTo>
                    <a:pt x="1754" y="20348"/>
                    <a:pt x="1724" y="20480"/>
                    <a:pt x="1698" y="20544"/>
                  </a:cubicBezTo>
                  <a:cubicBezTo>
                    <a:pt x="1664" y="20625"/>
                    <a:pt x="1574" y="20781"/>
                    <a:pt x="1527" y="20858"/>
                  </a:cubicBezTo>
                  <a:cubicBezTo>
                    <a:pt x="1487" y="20921"/>
                    <a:pt x="1403" y="21048"/>
                    <a:pt x="1349" y="21105"/>
                  </a:cubicBezTo>
                  <a:cubicBezTo>
                    <a:pt x="1268" y="21193"/>
                    <a:pt x="1068" y="21347"/>
                    <a:pt x="969" y="21424"/>
                  </a:cubicBezTo>
                  <a:cubicBezTo>
                    <a:pt x="915" y="21466"/>
                    <a:pt x="836" y="21527"/>
                    <a:pt x="754" y="21588"/>
                  </a:cubicBezTo>
                  <a:cubicBezTo>
                    <a:pt x="1112" y="21557"/>
                    <a:pt x="1960" y="21486"/>
                    <a:pt x="2290" y="21455"/>
                  </a:cubicBezTo>
                  <a:cubicBezTo>
                    <a:pt x="2884" y="21397"/>
                    <a:pt x="4063" y="21266"/>
                    <a:pt x="4654" y="21194"/>
                  </a:cubicBezTo>
                  <a:cubicBezTo>
                    <a:pt x="6241" y="21002"/>
                    <a:pt x="10999" y="20423"/>
                    <a:pt x="10999" y="20423"/>
                  </a:cubicBezTo>
                  <a:lnTo>
                    <a:pt x="11079" y="20802"/>
                  </a:lnTo>
                  <a:cubicBezTo>
                    <a:pt x="11461" y="20750"/>
                    <a:pt x="12832" y="20562"/>
                    <a:pt x="13335" y="20486"/>
                  </a:cubicBezTo>
                  <a:cubicBezTo>
                    <a:pt x="14076" y="20373"/>
                    <a:pt x="15551" y="20126"/>
                    <a:pt x="16289" y="20001"/>
                  </a:cubicBezTo>
                  <a:cubicBezTo>
                    <a:pt x="16654" y="19940"/>
                    <a:pt x="17591" y="19776"/>
                    <a:pt x="17978" y="19709"/>
                  </a:cubicBezTo>
                  <a:cubicBezTo>
                    <a:pt x="17987" y="19697"/>
                    <a:pt x="17994" y="19685"/>
                    <a:pt x="17994" y="19675"/>
                  </a:cubicBezTo>
                  <a:cubicBezTo>
                    <a:pt x="17992" y="19641"/>
                    <a:pt x="17929" y="19583"/>
                    <a:pt x="17909" y="19552"/>
                  </a:cubicBezTo>
                  <a:cubicBezTo>
                    <a:pt x="17885" y="19515"/>
                    <a:pt x="17821" y="19445"/>
                    <a:pt x="17818" y="19405"/>
                  </a:cubicBezTo>
                  <a:cubicBezTo>
                    <a:pt x="17816" y="19376"/>
                    <a:pt x="17841" y="19318"/>
                    <a:pt x="17866" y="19296"/>
                  </a:cubicBezTo>
                  <a:cubicBezTo>
                    <a:pt x="17895" y="19270"/>
                    <a:pt x="18000" y="19260"/>
                    <a:pt x="18027" y="19232"/>
                  </a:cubicBezTo>
                  <a:cubicBezTo>
                    <a:pt x="18066" y="19195"/>
                    <a:pt x="18045" y="19084"/>
                    <a:pt x="18084" y="19047"/>
                  </a:cubicBezTo>
                  <a:cubicBezTo>
                    <a:pt x="18113" y="19020"/>
                    <a:pt x="18216" y="19011"/>
                    <a:pt x="18251" y="18988"/>
                  </a:cubicBezTo>
                  <a:cubicBezTo>
                    <a:pt x="18272" y="18973"/>
                    <a:pt x="18301" y="18934"/>
                    <a:pt x="18308" y="18914"/>
                  </a:cubicBezTo>
                  <a:cubicBezTo>
                    <a:pt x="18318" y="18881"/>
                    <a:pt x="18301" y="18814"/>
                    <a:pt x="18303" y="18780"/>
                  </a:cubicBezTo>
                  <a:cubicBezTo>
                    <a:pt x="18305" y="18744"/>
                    <a:pt x="18298" y="18666"/>
                    <a:pt x="18327" y="18636"/>
                  </a:cubicBezTo>
                  <a:cubicBezTo>
                    <a:pt x="18352" y="18610"/>
                    <a:pt x="18448" y="18599"/>
                    <a:pt x="18483" y="18580"/>
                  </a:cubicBezTo>
                  <a:cubicBezTo>
                    <a:pt x="18510" y="18566"/>
                    <a:pt x="18555" y="18530"/>
                    <a:pt x="18573" y="18510"/>
                  </a:cubicBezTo>
                  <a:cubicBezTo>
                    <a:pt x="18599" y="18482"/>
                    <a:pt x="18621" y="18414"/>
                    <a:pt x="18650" y="18387"/>
                  </a:cubicBezTo>
                  <a:cubicBezTo>
                    <a:pt x="18676" y="18360"/>
                    <a:pt x="18758" y="18325"/>
                    <a:pt x="18787" y="18300"/>
                  </a:cubicBezTo>
                  <a:cubicBezTo>
                    <a:pt x="18824" y="18267"/>
                    <a:pt x="18896" y="18197"/>
                    <a:pt x="18905" y="18156"/>
                  </a:cubicBezTo>
                  <a:cubicBezTo>
                    <a:pt x="18916" y="18114"/>
                    <a:pt x="18872" y="18032"/>
                    <a:pt x="18863" y="17991"/>
                  </a:cubicBezTo>
                  <a:cubicBezTo>
                    <a:pt x="18858" y="17968"/>
                    <a:pt x="18837" y="17922"/>
                    <a:pt x="18844" y="17899"/>
                  </a:cubicBezTo>
                  <a:cubicBezTo>
                    <a:pt x="18853" y="17870"/>
                    <a:pt x="18906" y="17820"/>
                    <a:pt x="18935" y="17798"/>
                  </a:cubicBezTo>
                  <a:cubicBezTo>
                    <a:pt x="18964" y="17775"/>
                    <a:pt x="19050" y="17751"/>
                    <a:pt x="19072" y="17724"/>
                  </a:cubicBezTo>
                  <a:cubicBezTo>
                    <a:pt x="19096" y="17694"/>
                    <a:pt x="19102" y="17619"/>
                    <a:pt x="19095" y="17583"/>
                  </a:cubicBezTo>
                  <a:cubicBezTo>
                    <a:pt x="19090" y="17550"/>
                    <a:pt x="19042" y="17490"/>
                    <a:pt x="19029" y="17457"/>
                  </a:cubicBezTo>
                  <a:cubicBezTo>
                    <a:pt x="19005" y="17396"/>
                    <a:pt x="18974" y="17271"/>
                    <a:pt x="18962" y="17208"/>
                  </a:cubicBezTo>
                  <a:cubicBezTo>
                    <a:pt x="18952" y="17153"/>
                    <a:pt x="18935" y="17043"/>
                    <a:pt x="18939" y="16987"/>
                  </a:cubicBezTo>
                  <a:cubicBezTo>
                    <a:pt x="18944" y="16906"/>
                    <a:pt x="18964" y="16739"/>
                    <a:pt x="19015" y="16668"/>
                  </a:cubicBezTo>
                  <a:cubicBezTo>
                    <a:pt x="19062" y="16601"/>
                    <a:pt x="19220" y="16499"/>
                    <a:pt x="19304" y="16457"/>
                  </a:cubicBezTo>
                  <a:cubicBezTo>
                    <a:pt x="19377" y="16421"/>
                    <a:pt x="19553" y="16386"/>
                    <a:pt x="19628" y="16352"/>
                  </a:cubicBezTo>
                  <a:cubicBezTo>
                    <a:pt x="19695" y="16320"/>
                    <a:pt x="19825" y="16246"/>
                    <a:pt x="19869" y="16197"/>
                  </a:cubicBezTo>
                  <a:cubicBezTo>
                    <a:pt x="19920" y="16142"/>
                    <a:pt x="19973" y="16011"/>
                    <a:pt x="19983" y="15945"/>
                  </a:cubicBezTo>
                  <a:cubicBezTo>
                    <a:pt x="19994" y="15877"/>
                    <a:pt x="19976" y="15739"/>
                    <a:pt x="19950" y="15675"/>
                  </a:cubicBezTo>
                  <a:cubicBezTo>
                    <a:pt x="19941" y="15651"/>
                    <a:pt x="19898" y="15611"/>
                    <a:pt x="19889" y="15587"/>
                  </a:cubicBezTo>
                  <a:cubicBezTo>
                    <a:pt x="19868" y="15532"/>
                    <a:pt x="19859" y="15416"/>
                    <a:pt x="19869" y="15358"/>
                  </a:cubicBezTo>
                  <a:cubicBezTo>
                    <a:pt x="19876" y="15327"/>
                    <a:pt x="19918" y="15268"/>
                    <a:pt x="19927" y="15236"/>
                  </a:cubicBezTo>
                  <a:cubicBezTo>
                    <a:pt x="19936" y="15204"/>
                    <a:pt x="19911" y="15126"/>
                    <a:pt x="19946" y="15106"/>
                  </a:cubicBezTo>
                  <a:cubicBezTo>
                    <a:pt x="19968" y="15094"/>
                    <a:pt x="20028" y="15117"/>
                    <a:pt x="20055" y="15117"/>
                  </a:cubicBezTo>
                  <a:cubicBezTo>
                    <a:pt x="20104" y="15117"/>
                    <a:pt x="20225" y="15127"/>
                    <a:pt x="20250" y="15095"/>
                  </a:cubicBezTo>
                  <a:cubicBezTo>
                    <a:pt x="20276" y="15063"/>
                    <a:pt x="20212" y="14984"/>
                    <a:pt x="20178" y="14955"/>
                  </a:cubicBezTo>
                  <a:cubicBezTo>
                    <a:pt x="20153" y="14933"/>
                    <a:pt x="20070" y="14918"/>
                    <a:pt x="20041" y="14899"/>
                  </a:cubicBezTo>
                  <a:cubicBezTo>
                    <a:pt x="20017" y="14884"/>
                    <a:pt x="19968" y="14848"/>
                    <a:pt x="19964" y="14826"/>
                  </a:cubicBezTo>
                  <a:cubicBezTo>
                    <a:pt x="19960" y="14794"/>
                    <a:pt x="20008" y="14734"/>
                    <a:pt x="20036" y="14709"/>
                  </a:cubicBezTo>
                  <a:cubicBezTo>
                    <a:pt x="20070" y="14678"/>
                    <a:pt x="20170" y="14638"/>
                    <a:pt x="20212" y="14611"/>
                  </a:cubicBezTo>
                  <a:cubicBezTo>
                    <a:pt x="20264" y="14578"/>
                    <a:pt x="20356" y="14500"/>
                    <a:pt x="20411" y="14468"/>
                  </a:cubicBezTo>
                  <a:cubicBezTo>
                    <a:pt x="20446" y="14449"/>
                    <a:pt x="20520" y="14409"/>
                    <a:pt x="20563" y="14405"/>
                  </a:cubicBezTo>
                  <a:cubicBezTo>
                    <a:pt x="20607" y="14402"/>
                    <a:pt x="20690" y="14438"/>
                    <a:pt x="20734" y="14443"/>
                  </a:cubicBezTo>
                  <a:cubicBezTo>
                    <a:pt x="20764" y="14446"/>
                    <a:pt x="20832" y="14433"/>
                    <a:pt x="20858" y="14445"/>
                  </a:cubicBezTo>
                  <a:cubicBezTo>
                    <a:pt x="20897" y="14463"/>
                    <a:pt x="20953" y="14532"/>
                    <a:pt x="20946" y="14567"/>
                  </a:cubicBezTo>
                  <a:cubicBezTo>
                    <a:pt x="20941" y="14593"/>
                    <a:pt x="20876" y="14629"/>
                    <a:pt x="20845" y="14642"/>
                  </a:cubicBezTo>
                  <a:cubicBezTo>
                    <a:pt x="20807" y="14657"/>
                    <a:pt x="20704" y="14642"/>
                    <a:pt x="20677" y="14667"/>
                  </a:cubicBezTo>
                  <a:cubicBezTo>
                    <a:pt x="20661" y="14683"/>
                    <a:pt x="20694" y="14728"/>
                    <a:pt x="20683" y="14747"/>
                  </a:cubicBezTo>
                  <a:cubicBezTo>
                    <a:pt x="20665" y="14777"/>
                    <a:pt x="20558" y="14799"/>
                    <a:pt x="20547" y="14831"/>
                  </a:cubicBezTo>
                  <a:cubicBezTo>
                    <a:pt x="20540" y="14855"/>
                    <a:pt x="20569" y="14907"/>
                    <a:pt x="20595" y="14922"/>
                  </a:cubicBezTo>
                  <a:cubicBezTo>
                    <a:pt x="20618" y="14935"/>
                    <a:pt x="20686" y="14921"/>
                    <a:pt x="20709" y="14934"/>
                  </a:cubicBezTo>
                  <a:cubicBezTo>
                    <a:pt x="20730" y="14946"/>
                    <a:pt x="20730" y="14993"/>
                    <a:pt x="20747" y="15009"/>
                  </a:cubicBezTo>
                  <a:cubicBezTo>
                    <a:pt x="20767" y="15029"/>
                    <a:pt x="20819" y="15062"/>
                    <a:pt x="20851" y="15067"/>
                  </a:cubicBezTo>
                  <a:cubicBezTo>
                    <a:pt x="20896" y="15074"/>
                    <a:pt x="20984" y="15040"/>
                    <a:pt x="21028" y="15032"/>
                  </a:cubicBezTo>
                  <a:cubicBezTo>
                    <a:pt x="21076" y="15024"/>
                    <a:pt x="21180" y="15024"/>
                    <a:pt x="21218" y="15002"/>
                  </a:cubicBezTo>
                  <a:cubicBezTo>
                    <a:pt x="21267" y="14975"/>
                    <a:pt x="21326" y="14850"/>
                    <a:pt x="21330" y="14843"/>
                  </a:cubicBezTo>
                  <a:cubicBezTo>
                    <a:pt x="21332" y="14835"/>
                    <a:pt x="21425" y="14755"/>
                    <a:pt x="21446" y="14721"/>
                  </a:cubicBezTo>
                  <a:cubicBezTo>
                    <a:pt x="21473" y="14679"/>
                    <a:pt x="21512" y="14588"/>
                    <a:pt x="21506" y="14541"/>
                  </a:cubicBezTo>
                  <a:cubicBezTo>
                    <a:pt x="21503" y="14510"/>
                    <a:pt x="21440" y="14458"/>
                    <a:pt x="21437" y="14426"/>
                  </a:cubicBezTo>
                  <a:cubicBezTo>
                    <a:pt x="21432" y="14389"/>
                    <a:pt x="21478" y="14318"/>
                    <a:pt x="21488" y="14281"/>
                  </a:cubicBezTo>
                  <a:cubicBezTo>
                    <a:pt x="21497" y="14245"/>
                    <a:pt x="21502" y="14170"/>
                    <a:pt x="21513" y="14134"/>
                  </a:cubicBezTo>
                  <a:cubicBezTo>
                    <a:pt x="21528" y="14086"/>
                    <a:pt x="21596" y="13996"/>
                    <a:pt x="21595" y="13947"/>
                  </a:cubicBezTo>
                  <a:cubicBezTo>
                    <a:pt x="21595" y="13904"/>
                    <a:pt x="21542" y="13823"/>
                    <a:pt x="21519" y="13783"/>
                  </a:cubicBezTo>
                  <a:cubicBezTo>
                    <a:pt x="21500" y="13750"/>
                    <a:pt x="21439" y="13690"/>
                    <a:pt x="21430" y="13655"/>
                  </a:cubicBezTo>
                  <a:cubicBezTo>
                    <a:pt x="21421" y="13617"/>
                    <a:pt x="21456" y="13540"/>
                    <a:pt x="21453" y="13502"/>
                  </a:cubicBezTo>
                  <a:cubicBezTo>
                    <a:pt x="21449" y="13461"/>
                    <a:pt x="21406" y="13381"/>
                    <a:pt x="21402" y="13339"/>
                  </a:cubicBezTo>
                  <a:cubicBezTo>
                    <a:pt x="21399" y="13309"/>
                    <a:pt x="21409" y="13251"/>
                    <a:pt x="21412" y="13222"/>
                  </a:cubicBezTo>
                  <a:cubicBezTo>
                    <a:pt x="21416" y="13171"/>
                    <a:pt x="21409" y="13067"/>
                    <a:pt x="21434" y="13020"/>
                  </a:cubicBezTo>
                  <a:cubicBezTo>
                    <a:pt x="21448" y="12994"/>
                    <a:pt x="21512" y="12957"/>
                    <a:pt x="21529" y="12931"/>
                  </a:cubicBezTo>
                  <a:cubicBezTo>
                    <a:pt x="21550" y="12898"/>
                    <a:pt x="21581" y="12825"/>
                    <a:pt x="21573" y="12789"/>
                  </a:cubicBezTo>
                  <a:cubicBezTo>
                    <a:pt x="21567" y="12762"/>
                    <a:pt x="21509" y="12722"/>
                    <a:pt x="21494" y="12698"/>
                  </a:cubicBezTo>
                  <a:cubicBezTo>
                    <a:pt x="21472" y="12663"/>
                    <a:pt x="21455" y="12585"/>
                    <a:pt x="21434" y="12550"/>
                  </a:cubicBezTo>
                  <a:cubicBezTo>
                    <a:pt x="21418" y="12525"/>
                    <a:pt x="21374" y="12479"/>
                    <a:pt x="21354" y="12454"/>
                  </a:cubicBezTo>
                  <a:cubicBezTo>
                    <a:pt x="21317" y="12407"/>
                    <a:pt x="21253" y="12305"/>
                    <a:pt x="21209" y="12260"/>
                  </a:cubicBezTo>
                  <a:cubicBezTo>
                    <a:pt x="21163" y="12213"/>
                    <a:pt x="21037" y="12138"/>
                    <a:pt x="20997" y="12087"/>
                  </a:cubicBezTo>
                  <a:cubicBezTo>
                    <a:pt x="20949" y="12028"/>
                    <a:pt x="20914" y="11888"/>
                    <a:pt x="20876" y="11825"/>
                  </a:cubicBezTo>
                  <a:cubicBezTo>
                    <a:pt x="20838" y="11760"/>
                    <a:pt x="20724" y="11641"/>
                    <a:pt x="20689" y="11575"/>
                  </a:cubicBezTo>
                  <a:cubicBezTo>
                    <a:pt x="20665" y="11528"/>
                    <a:pt x="20646" y="11429"/>
                    <a:pt x="20629" y="11381"/>
                  </a:cubicBezTo>
                  <a:cubicBezTo>
                    <a:pt x="20588" y="11256"/>
                    <a:pt x="20490" y="11009"/>
                    <a:pt x="20449" y="10884"/>
                  </a:cubicBezTo>
                  <a:cubicBezTo>
                    <a:pt x="20422" y="10803"/>
                    <a:pt x="20387" y="10637"/>
                    <a:pt x="20351" y="10557"/>
                  </a:cubicBezTo>
                  <a:cubicBezTo>
                    <a:pt x="20326" y="10502"/>
                    <a:pt x="20250" y="10399"/>
                    <a:pt x="20218" y="10346"/>
                  </a:cubicBezTo>
                  <a:cubicBezTo>
                    <a:pt x="20169" y="10266"/>
                    <a:pt x="20083" y="10102"/>
                    <a:pt x="20032" y="10021"/>
                  </a:cubicBezTo>
                  <a:cubicBezTo>
                    <a:pt x="19973" y="9930"/>
                    <a:pt x="19824" y="9759"/>
                    <a:pt x="19781" y="9663"/>
                  </a:cubicBezTo>
                  <a:cubicBezTo>
                    <a:pt x="19754" y="9603"/>
                    <a:pt x="19735" y="9474"/>
                    <a:pt x="19725" y="9411"/>
                  </a:cubicBezTo>
                  <a:cubicBezTo>
                    <a:pt x="19710" y="9329"/>
                    <a:pt x="19710" y="9163"/>
                    <a:pt x="19686" y="9083"/>
                  </a:cubicBezTo>
                  <a:cubicBezTo>
                    <a:pt x="19665" y="9011"/>
                    <a:pt x="19589" y="8874"/>
                    <a:pt x="19553" y="8805"/>
                  </a:cubicBezTo>
                  <a:cubicBezTo>
                    <a:pt x="19514" y="8730"/>
                    <a:pt x="19451" y="8573"/>
                    <a:pt x="19386" y="8510"/>
                  </a:cubicBezTo>
                  <a:cubicBezTo>
                    <a:pt x="19341" y="8466"/>
                    <a:pt x="19207" y="8415"/>
                    <a:pt x="19158" y="8374"/>
                  </a:cubicBezTo>
                  <a:cubicBezTo>
                    <a:pt x="19104" y="8331"/>
                    <a:pt x="19030" y="8228"/>
                    <a:pt x="18989" y="8177"/>
                  </a:cubicBezTo>
                  <a:cubicBezTo>
                    <a:pt x="18930" y="8105"/>
                    <a:pt x="18843" y="7942"/>
                    <a:pt x="18761" y="7881"/>
                  </a:cubicBezTo>
                  <a:cubicBezTo>
                    <a:pt x="18726" y="7853"/>
                    <a:pt x="18628" y="7818"/>
                    <a:pt x="18581" y="7801"/>
                  </a:cubicBezTo>
                  <a:cubicBezTo>
                    <a:pt x="18530" y="7782"/>
                    <a:pt x="18419" y="7754"/>
                    <a:pt x="18366" y="7738"/>
                  </a:cubicBezTo>
                  <a:cubicBezTo>
                    <a:pt x="18318" y="7723"/>
                    <a:pt x="18224" y="7683"/>
                    <a:pt x="18173" y="7677"/>
                  </a:cubicBezTo>
                  <a:cubicBezTo>
                    <a:pt x="18140" y="7674"/>
                    <a:pt x="18073" y="7689"/>
                    <a:pt x="18040" y="7689"/>
                  </a:cubicBezTo>
                  <a:cubicBezTo>
                    <a:pt x="17995" y="7688"/>
                    <a:pt x="17905" y="7685"/>
                    <a:pt x="17866" y="7670"/>
                  </a:cubicBezTo>
                  <a:cubicBezTo>
                    <a:pt x="17825" y="7654"/>
                    <a:pt x="17784" y="7578"/>
                    <a:pt x="17739" y="7570"/>
                  </a:cubicBezTo>
                  <a:cubicBezTo>
                    <a:pt x="17677" y="7558"/>
                    <a:pt x="17548" y="7606"/>
                    <a:pt x="17495" y="7633"/>
                  </a:cubicBezTo>
                  <a:cubicBezTo>
                    <a:pt x="17466" y="7647"/>
                    <a:pt x="17427" y="7695"/>
                    <a:pt x="17400" y="7712"/>
                  </a:cubicBezTo>
                  <a:cubicBezTo>
                    <a:pt x="17369" y="7732"/>
                    <a:pt x="17298" y="7760"/>
                    <a:pt x="17265" y="7777"/>
                  </a:cubicBezTo>
                  <a:cubicBezTo>
                    <a:pt x="17246" y="7787"/>
                    <a:pt x="17207" y="7805"/>
                    <a:pt x="17195" y="7817"/>
                  </a:cubicBezTo>
                  <a:cubicBezTo>
                    <a:pt x="17163" y="7849"/>
                    <a:pt x="17160" y="7936"/>
                    <a:pt x="17128" y="7967"/>
                  </a:cubicBezTo>
                  <a:cubicBezTo>
                    <a:pt x="17106" y="7988"/>
                    <a:pt x="17043" y="8012"/>
                    <a:pt x="17011" y="8021"/>
                  </a:cubicBezTo>
                  <a:cubicBezTo>
                    <a:pt x="16959" y="8036"/>
                    <a:pt x="16842" y="8037"/>
                    <a:pt x="16792" y="8056"/>
                  </a:cubicBezTo>
                  <a:cubicBezTo>
                    <a:pt x="16753" y="8071"/>
                    <a:pt x="16703" y="8128"/>
                    <a:pt x="16666" y="8145"/>
                  </a:cubicBezTo>
                  <a:cubicBezTo>
                    <a:pt x="16617" y="8168"/>
                    <a:pt x="16507" y="8196"/>
                    <a:pt x="16450" y="8206"/>
                  </a:cubicBezTo>
                  <a:cubicBezTo>
                    <a:pt x="16395" y="8215"/>
                    <a:pt x="16278" y="8204"/>
                    <a:pt x="16226" y="8220"/>
                  </a:cubicBezTo>
                  <a:cubicBezTo>
                    <a:pt x="16193" y="8230"/>
                    <a:pt x="16134" y="8266"/>
                    <a:pt x="16118" y="8290"/>
                  </a:cubicBezTo>
                  <a:cubicBezTo>
                    <a:pt x="16101" y="8316"/>
                    <a:pt x="16121" y="8377"/>
                    <a:pt x="16112" y="8405"/>
                  </a:cubicBezTo>
                  <a:cubicBezTo>
                    <a:pt x="16102" y="8432"/>
                    <a:pt x="16068" y="8484"/>
                    <a:pt x="16042" y="8505"/>
                  </a:cubicBezTo>
                  <a:cubicBezTo>
                    <a:pt x="16011" y="8531"/>
                    <a:pt x="15925" y="8562"/>
                    <a:pt x="15883" y="8578"/>
                  </a:cubicBezTo>
                  <a:cubicBezTo>
                    <a:pt x="15862" y="8586"/>
                    <a:pt x="15806" y="8588"/>
                    <a:pt x="15792" y="8604"/>
                  </a:cubicBezTo>
                  <a:cubicBezTo>
                    <a:pt x="15779" y="8618"/>
                    <a:pt x="15788" y="8656"/>
                    <a:pt x="15798" y="8672"/>
                  </a:cubicBezTo>
                  <a:cubicBezTo>
                    <a:pt x="15809" y="8687"/>
                    <a:pt x="15861" y="8702"/>
                    <a:pt x="15871" y="8718"/>
                  </a:cubicBezTo>
                  <a:cubicBezTo>
                    <a:pt x="15883" y="8738"/>
                    <a:pt x="15878" y="8784"/>
                    <a:pt x="15871" y="8805"/>
                  </a:cubicBezTo>
                  <a:cubicBezTo>
                    <a:pt x="15861" y="8833"/>
                    <a:pt x="15821" y="8885"/>
                    <a:pt x="15795" y="8908"/>
                  </a:cubicBezTo>
                  <a:cubicBezTo>
                    <a:pt x="15766" y="8933"/>
                    <a:pt x="15685" y="8969"/>
                    <a:pt x="15656" y="8994"/>
                  </a:cubicBezTo>
                  <a:cubicBezTo>
                    <a:pt x="15632" y="9015"/>
                    <a:pt x="15590" y="9060"/>
                    <a:pt x="15576" y="9085"/>
                  </a:cubicBezTo>
                  <a:cubicBezTo>
                    <a:pt x="15557" y="9123"/>
                    <a:pt x="15556" y="9206"/>
                    <a:pt x="15539" y="9245"/>
                  </a:cubicBezTo>
                  <a:cubicBezTo>
                    <a:pt x="15525" y="9274"/>
                    <a:pt x="15475" y="9327"/>
                    <a:pt x="15463" y="9357"/>
                  </a:cubicBezTo>
                  <a:cubicBezTo>
                    <a:pt x="15451" y="9385"/>
                    <a:pt x="15451" y="9445"/>
                    <a:pt x="15444" y="9474"/>
                  </a:cubicBezTo>
                  <a:cubicBezTo>
                    <a:pt x="15436" y="9501"/>
                    <a:pt x="15409" y="9552"/>
                    <a:pt x="15403" y="9579"/>
                  </a:cubicBezTo>
                  <a:cubicBezTo>
                    <a:pt x="15399" y="9600"/>
                    <a:pt x="15413" y="9645"/>
                    <a:pt x="15400" y="9663"/>
                  </a:cubicBezTo>
                  <a:cubicBezTo>
                    <a:pt x="15382" y="9688"/>
                    <a:pt x="15313" y="9715"/>
                    <a:pt x="15279" y="9726"/>
                  </a:cubicBezTo>
                  <a:cubicBezTo>
                    <a:pt x="15231" y="9743"/>
                    <a:pt x="15114" y="9739"/>
                    <a:pt x="15073" y="9764"/>
                  </a:cubicBezTo>
                  <a:cubicBezTo>
                    <a:pt x="15028" y="9792"/>
                    <a:pt x="15003" y="9884"/>
                    <a:pt x="14978" y="9923"/>
                  </a:cubicBezTo>
                  <a:cubicBezTo>
                    <a:pt x="14958" y="9955"/>
                    <a:pt x="14910" y="10015"/>
                    <a:pt x="14893" y="10047"/>
                  </a:cubicBezTo>
                  <a:cubicBezTo>
                    <a:pt x="14868" y="10095"/>
                    <a:pt x="14849" y="10199"/>
                    <a:pt x="14820" y="10246"/>
                  </a:cubicBezTo>
                  <a:cubicBezTo>
                    <a:pt x="14799" y="10279"/>
                    <a:pt x="14744" y="10341"/>
                    <a:pt x="14712" y="10370"/>
                  </a:cubicBezTo>
                  <a:cubicBezTo>
                    <a:pt x="14678" y="10402"/>
                    <a:pt x="14611" y="10475"/>
                    <a:pt x="14557" y="10487"/>
                  </a:cubicBezTo>
                  <a:cubicBezTo>
                    <a:pt x="14527" y="10494"/>
                    <a:pt x="14462" y="10478"/>
                    <a:pt x="14434" y="10468"/>
                  </a:cubicBezTo>
                  <a:cubicBezTo>
                    <a:pt x="14382" y="10450"/>
                    <a:pt x="14305" y="10383"/>
                    <a:pt x="14253" y="10365"/>
                  </a:cubicBezTo>
                  <a:cubicBezTo>
                    <a:pt x="14211" y="10351"/>
                    <a:pt x="14115" y="10346"/>
                    <a:pt x="14069" y="10337"/>
                  </a:cubicBezTo>
                  <a:cubicBezTo>
                    <a:pt x="14002" y="10323"/>
                    <a:pt x="13874" y="10264"/>
                    <a:pt x="13804" y="10269"/>
                  </a:cubicBezTo>
                  <a:cubicBezTo>
                    <a:pt x="13770" y="10273"/>
                    <a:pt x="13721" y="10319"/>
                    <a:pt x="13687" y="10323"/>
                  </a:cubicBezTo>
                  <a:cubicBezTo>
                    <a:pt x="13651" y="10327"/>
                    <a:pt x="13581" y="10305"/>
                    <a:pt x="13547" y="10295"/>
                  </a:cubicBezTo>
                  <a:cubicBezTo>
                    <a:pt x="13494" y="10278"/>
                    <a:pt x="13385" y="10240"/>
                    <a:pt x="13345" y="10209"/>
                  </a:cubicBezTo>
                  <a:cubicBezTo>
                    <a:pt x="13284" y="10160"/>
                    <a:pt x="13239" y="10022"/>
                    <a:pt x="13180" y="9972"/>
                  </a:cubicBezTo>
                  <a:cubicBezTo>
                    <a:pt x="13139" y="9938"/>
                    <a:pt x="12990" y="9912"/>
                    <a:pt x="12977" y="9867"/>
                  </a:cubicBezTo>
                  <a:cubicBezTo>
                    <a:pt x="12968" y="9832"/>
                    <a:pt x="13057" y="9780"/>
                    <a:pt x="13076" y="9747"/>
                  </a:cubicBezTo>
                  <a:cubicBezTo>
                    <a:pt x="13093" y="9718"/>
                    <a:pt x="13117" y="9654"/>
                    <a:pt x="13120" y="9621"/>
                  </a:cubicBezTo>
                  <a:cubicBezTo>
                    <a:pt x="13124" y="9576"/>
                    <a:pt x="13100" y="9488"/>
                    <a:pt x="13095" y="9443"/>
                  </a:cubicBezTo>
                  <a:cubicBezTo>
                    <a:pt x="13085" y="9370"/>
                    <a:pt x="13059" y="9223"/>
                    <a:pt x="13060" y="9149"/>
                  </a:cubicBezTo>
                  <a:cubicBezTo>
                    <a:pt x="13060" y="9102"/>
                    <a:pt x="13071" y="9009"/>
                    <a:pt x="13085" y="8964"/>
                  </a:cubicBezTo>
                  <a:cubicBezTo>
                    <a:pt x="13100" y="8917"/>
                    <a:pt x="13147" y="8828"/>
                    <a:pt x="13170" y="8784"/>
                  </a:cubicBezTo>
                  <a:cubicBezTo>
                    <a:pt x="13194" y="8739"/>
                    <a:pt x="13229" y="8642"/>
                    <a:pt x="13275" y="8609"/>
                  </a:cubicBezTo>
                  <a:cubicBezTo>
                    <a:pt x="13304" y="8587"/>
                    <a:pt x="13384" y="8567"/>
                    <a:pt x="13424" y="8561"/>
                  </a:cubicBezTo>
                  <a:cubicBezTo>
                    <a:pt x="13468" y="8554"/>
                    <a:pt x="13561" y="8565"/>
                    <a:pt x="13604" y="8559"/>
                  </a:cubicBezTo>
                  <a:cubicBezTo>
                    <a:pt x="13647" y="8554"/>
                    <a:pt x="13727" y="8524"/>
                    <a:pt x="13769" y="8514"/>
                  </a:cubicBezTo>
                  <a:cubicBezTo>
                    <a:pt x="13827" y="8502"/>
                    <a:pt x="13965" y="8510"/>
                    <a:pt x="14007" y="8477"/>
                  </a:cubicBezTo>
                  <a:cubicBezTo>
                    <a:pt x="14034" y="8455"/>
                    <a:pt x="14030" y="8388"/>
                    <a:pt x="14025" y="8358"/>
                  </a:cubicBezTo>
                  <a:cubicBezTo>
                    <a:pt x="14022" y="8333"/>
                    <a:pt x="13974" y="8289"/>
                    <a:pt x="13981" y="8264"/>
                  </a:cubicBezTo>
                  <a:cubicBezTo>
                    <a:pt x="13990" y="8235"/>
                    <a:pt x="14064" y="8196"/>
                    <a:pt x="14095" y="8175"/>
                  </a:cubicBezTo>
                  <a:cubicBezTo>
                    <a:pt x="14117" y="8161"/>
                    <a:pt x="14161" y="8132"/>
                    <a:pt x="14187" y="8124"/>
                  </a:cubicBezTo>
                  <a:cubicBezTo>
                    <a:pt x="14218" y="8115"/>
                    <a:pt x="14289" y="8119"/>
                    <a:pt x="14320" y="8110"/>
                  </a:cubicBezTo>
                  <a:cubicBezTo>
                    <a:pt x="14352" y="8100"/>
                    <a:pt x="14416" y="8070"/>
                    <a:pt x="14430" y="8047"/>
                  </a:cubicBezTo>
                  <a:cubicBezTo>
                    <a:pt x="14445" y="8025"/>
                    <a:pt x="14422" y="7974"/>
                    <a:pt x="14427" y="7951"/>
                  </a:cubicBezTo>
                  <a:cubicBezTo>
                    <a:pt x="14436" y="7918"/>
                    <a:pt x="14490" y="7860"/>
                    <a:pt x="14494" y="7827"/>
                  </a:cubicBezTo>
                  <a:cubicBezTo>
                    <a:pt x="14500" y="7781"/>
                    <a:pt x="14457" y="7692"/>
                    <a:pt x="14450" y="7647"/>
                  </a:cubicBezTo>
                  <a:cubicBezTo>
                    <a:pt x="14437" y="7575"/>
                    <a:pt x="14415" y="7431"/>
                    <a:pt x="14415" y="7359"/>
                  </a:cubicBezTo>
                  <a:cubicBezTo>
                    <a:pt x="14415" y="7298"/>
                    <a:pt x="14422" y="7176"/>
                    <a:pt x="14444" y="7118"/>
                  </a:cubicBezTo>
                  <a:cubicBezTo>
                    <a:pt x="14461" y="7070"/>
                    <a:pt x="14522" y="6978"/>
                    <a:pt x="14564" y="6938"/>
                  </a:cubicBezTo>
                  <a:cubicBezTo>
                    <a:pt x="14586" y="6917"/>
                    <a:pt x="14639" y="6881"/>
                    <a:pt x="14671" y="6870"/>
                  </a:cubicBezTo>
                  <a:cubicBezTo>
                    <a:pt x="14692" y="6863"/>
                    <a:pt x="14738" y="6859"/>
                    <a:pt x="14760" y="6863"/>
                  </a:cubicBezTo>
                  <a:cubicBezTo>
                    <a:pt x="14784" y="6868"/>
                    <a:pt x="14817" y="6900"/>
                    <a:pt x="14839" y="6908"/>
                  </a:cubicBezTo>
                  <a:cubicBezTo>
                    <a:pt x="14855" y="6913"/>
                    <a:pt x="14891" y="6923"/>
                    <a:pt x="14909" y="6919"/>
                  </a:cubicBezTo>
                  <a:cubicBezTo>
                    <a:pt x="14941" y="6913"/>
                    <a:pt x="14993" y="6875"/>
                    <a:pt x="15010" y="6853"/>
                  </a:cubicBezTo>
                  <a:cubicBezTo>
                    <a:pt x="15033" y="6824"/>
                    <a:pt x="15024" y="6751"/>
                    <a:pt x="15044" y="6721"/>
                  </a:cubicBezTo>
                  <a:cubicBezTo>
                    <a:pt x="15066" y="6690"/>
                    <a:pt x="15147" y="6650"/>
                    <a:pt x="15172" y="6622"/>
                  </a:cubicBezTo>
                  <a:cubicBezTo>
                    <a:pt x="15187" y="6604"/>
                    <a:pt x="15190" y="6556"/>
                    <a:pt x="15212" y="6542"/>
                  </a:cubicBezTo>
                  <a:cubicBezTo>
                    <a:pt x="15244" y="6524"/>
                    <a:pt x="15346" y="6549"/>
                    <a:pt x="15371" y="6526"/>
                  </a:cubicBezTo>
                  <a:cubicBezTo>
                    <a:pt x="15402" y="6498"/>
                    <a:pt x="15366" y="6419"/>
                    <a:pt x="15358" y="6383"/>
                  </a:cubicBezTo>
                  <a:cubicBezTo>
                    <a:pt x="15348" y="6339"/>
                    <a:pt x="15301" y="6253"/>
                    <a:pt x="15291" y="6208"/>
                  </a:cubicBezTo>
                  <a:cubicBezTo>
                    <a:pt x="15269" y="6104"/>
                    <a:pt x="15277" y="5892"/>
                    <a:pt x="15267" y="5787"/>
                  </a:cubicBezTo>
                  <a:cubicBezTo>
                    <a:pt x="15258" y="5701"/>
                    <a:pt x="15237" y="5527"/>
                    <a:pt x="15222" y="5441"/>
                  </a:cubicBezTo>
                  <a:cubicBezTo>
                    <a:pt x="15217" y="5410"/>
                    <a:pt x="15211" y="5348"/>
                    <a:pt x="15197" y="5319"/>
                  </a:cubicBezTo>
                  <a:cubicBezTo>
                    <a:pt x="15182" y="5287"/>
                    <a:pt x="15117" y="5235"/>
                    <a:pt x="15108" y="5202"/>
                  </a:cubicBezTo>
                  <a:cubicBezTo>
                    <a:pt x="15096" y="5157"/>
                    <a:pt x="15117" y="5064"/>
                    <a:pt x="15133" y="5020"/>
                  </a:cubicBezTo>
                  <a:cubicBezTo>
                    <a:pt x="15147" y="4985"/>
                    <a:pt x="15208" y="4924"/>
                    <a:pt x="15216" y="4889"/>
                  </a:cubicBezTo>
                  <a:cubicBezTo>
                    <a:pt x="15227" y="4835"/>
                    <a:pt x="15200" y="4726"/>
                    <a:pt x="15185" y="4673"/>
                  </a:cubicBezTo>
                  <a:cubicBezTo>
                    <a:pt x="15171" y="4628"/>
                    <a:pt x="15130" y="4538"/>
                    <a:pt x="15103" y="4495"/>
                  </a:cubicBezTo>
                  <a:cubicBezTo>
                    <a:pt x="15080" y="4463"/>
                    <a:pt x="15007" y="4409"/>
                    <a:pt x="14994" y="4374"/>
                  </a:cubicBezTo>
                  <a:cubicBezTo>
                    <a:pt x="14977" y="4323"/>
                    <a:pt x="15035" y="4215"/>
                    <a:pt x="15019" y="4163"/>
                  </a:cubicBezTo>
                  <a:cubicBezTo>
                    <a:pt x="15007" y="4120"/>
                    <a:pt x="14933" y="4049"/>
                    <a:pt x="14899" y="4013"/>
                  </a:cubicBezTo>
                  <a:cubicBezTo>
                    <a:pt x="14870" y="3982"/>
                    <a:pt x="14789" y="3932"/>
                    <a:pt x="14772" y="3896"/>
                  </a:cubicBezTo>
                  <a:cubicBezTo>
                    <a:pt x="14757" y="3865"/>
                    <a:pt x="14794" y="3789"/>
                    <a:pt x="14770" y="3761"/>
                  </a:cubicBezTo>
                  <a:cubicBezTo>
                    <a:pt x="14740" y="3728"/>
                    <a:pt x="14626" y="3707"/>
                    <a:pt x="14575" y="3698"/>
                  </a:cubicBezTo>
                  <a:cubicBezTo>
                    <a:pt x="14524" y="3688"/>
                    <a:pt x="14412" y="3706"/>
                    <a:pt x="14366" y="3688"/>
                  </a:cubicBezTo>
                  <a:cubicBezTo>
                    <a:pt x="14323" y="3670"/>
                    <a:pt x="14282" y="3600"/>
                    <a:pt x="14247" y="3575"/>
                  </a:cubicBezTo>
                  <a:cubicBezTo>
                    <a:pt x="14219" y="3555"/>
                    <a:pt x="14150" y="3528"/>
                    <a:pt x="14123" y="3508"/>
                  </a:cubicBezTo>
                  <a:cubicBezTo>
                    <a:pt x="14104" y="3494"/>
                    <a:pt x="14070" y="3461"/>
                    <a:pt x="14062" y="3441"/>
                  </a:cubicBezTo>
                  <a:cubicBezTo>
                    <a:pt x="14052" y="3420"/>
                    <a:pt x="14068" y="3372"/>
                    <a:pt x="14058" y="3351"/>
                  </a:cubicBezTo>
                  <a:cubicBezTo>
                    <a:pt x="14048" y="3331"/>
                    <a:pt x="13991" y="3304"/>
                    <a:pt x="13986" y="3284"/>
                  </a:cubicBezTo>
                  <a:cubicBezTo>
                    <a:pt x="13979" y="3261"/>
                    <a:pt x="14020" y="3216"/>
                    <a:pt x="14019" y="3192"/>
                  </a:cubicBezTo>
                  <a:cubicBezTo>
                    <a:pt x="14019" y="3173"/>
                    <a:pt x="13995" y="3137"/>
                    <a:pt x="13986" y="3119"/>
                  </a:cubicBezTo>
                  <a:cubicBezTo>
                    <a:pt x="13973" y="3094"/>
                    <a:pt x="13926" y="3047"/>
                    <a:pt x="13929" y="3020"/>
                  </a:cubicBezTo>
                  <a:cubicBezTo>
                    <a:pt x="13932" y="2997"/>
                    <a:pt x="13980" y="2959"/>
                    <a:pt x="14000" y="2940"/>
                  </a:cubicBezTo>
                  <a:cubicBezTo>
                    <a:pt x="14024" y="2917"/>
                    <a:pt x="14069" y="2864"/>
                    <a:pt x="14104" y="2852"/>
                  </a:cubicBezTo>
                  <a:cubicBezTo>
                    <a:pt x="14143" y="2840"/>
                    <a:pt x="14233" y="2842"/>
                    <a:pt x="14270" y="2855"/>
                  </a:cubicBezTo>
                  <a:cubicBezTo>
                    <a:pt x="14288" y="2862"/>
                    <a:pt x="14308" y="2889"/>
                    <a:pt x="14323" y="2897"/>
                  </a:cubicBezTo>
                  <a:cubicBezTo>
                    <a:pt x="14350" y="2914"/>
                    <a:pt x="14408" y="2943"/>
                    <a:pt x="14442" y="2950"/>
                  </a:cubicBezTo>
                  <a:cubicBezTo>
                    <a:pt x="14478" y="2958"/>
                    <a:pt x="14557" y="2946"/>
                    <a:pt x="14594" y="2954"/>
                  </a:cubicBezTo>
                  <a:cubicBezTo>
                    <a:pt x="14630" y="2961"/>
                    <a:pt x="14685" y="3005"/>
                    <a:pt x="14722" y="3006"/>
                  </a:cubicBezTo>
                  <a:cubicBezTo>
                    <a:pt x="14746" y="3007"/>
                    <a:pt x="14798" y="2993"/>
                    <a:pt x="14812" y="2978"/>
                  </a:cubicBezTo>
                  <a:cubicBezTo>
                    <a:pt x="14832" y="2957"/>
                    <a:pt x="14830" y="2900"/>
                    <a:pt x="14817" y="2877"/>
                  </a:cubicBezTo>
                  <a:cubicBezTo>
                    <a:pt x="14805" y="2856"/>
                    <a:pt x="14746" y="2834"/>
                    <a:pt x="14726" y="2817"/>
                  </a:cubicBezTo>
                  <a:cubicBezTo>
                    <a:pt x="14701" y="2794"/>
                    <a:pt x="14664" y="2742"/>
                    <a:pt x="14646" y="2715"/>
                  </a:cubicBezTo>
                  <a:cubicBezTo>
                    <a:pt x="14628" y="2687"/>
                    <a:pt x="14605" y="2628"/>
                    <a:pt x="14589" y="2599"/>
                  </a:cubicBezTo>
                  <a:cubicBezTo>
                    <a:pt x="14566" y="2558"/>
                    <a:pt x="14531" y="2465"/>
                    <a:pt x="14484" y="2434"/>
                  </a:cubicBezTo>
                  <a:cubicBezTo>
                    <a:pt x="14445" y="2409"/>
                    <a:pt x="14328" y="2408"/>
                    <a:pt x="14286" y="2385"/>
                  </a:cubicBezTo>
                  <a:cubicBezTo>
                    <a:pt x="14246" y="2365"/>
                    <a:pt x="14192" y="2306"/>
                    <a:pt x="14166" y="2276"/>
                  </a:cubicBezTo>
                  <a:cubicBezTo>
                    <a:pt x="14141" y="2248"/>
                    <a:pt x="14115" y="2180"/>
                    <a:pt x="14086" y="2153"/>
                  </a:cubicBezTo>
                  <a:cubicBezTo>
                    <a:pt x="14061" y="2133"/>
                    <a:pt x="13993" y="2107"/>
                    <a:pt x="13962" y="2091"/>
                  </a:cubicBezTo>
                  <a:cubicBezTo>
                    <a:pt x="13930" y="2073"/>
                    <a:pt x="13855" y="2046"/>
                    <a:pt x="13839" y="2020"/>
                  </a:cubicBezTo>
                  <a:cubicBezTo>
                    <a:pt x="13830" y="2006"/>
                    <a:pt x="13825" y="1970"/>
                    <a:pt x="13839" y="1957"/>
                  </a:cubicBezTo>
                  <a:cubicBezTo>
                    <a:pt x="13852" y="1944"/>
                    <a:pt x="13908" y="1950"/>
                    <a:pt x="13925" y="1939"/>
                  </a:cubicBezTo>
                  <a:cubicBezTo>
                    <a:pt x="13952" y="1921"/>
                    <a:pt x="13981" y="1866"/>
                    <a:pt x="13981" y="1838"/>
                  </a:cubicBezTo>
                  <a:cubicBezTo>
                    <a:pt x="13981" y="1820"/>
                    <a:pt x="13962" y="1782"/>
                    <a:pt x="13944" y="1771"/>
                  </a:cubicBezTo>
                  <a:cubicBezTo>
                    <a:pt x="13909" y="1750"/>
                    <a:pt x="13809" y="1757"/>
                    <a:pt x="13768" y="1743"/>
                  </a:cubicBezTo>
                  <a:cubicBezTo>
                    <a:pt x="13722" y="1727"/>
                    <a:pt x="13645" y="1679"/>
                    <a:pt x="13611" y="1652"/>
                  </a:cubicBezTo>
                  <a:cubicBezTo>
                    <a:pt x="13570" y="1620"/>
                    <a:pt x="13522" y="1534"/>
                    <a:pt x="13472" y="1508"/>
                  </a:cubicBezTo>
                  <a:cubicBezTo>
                    <a:pt x="13437" y="1488"/>
                    <a:pt x="13347" y="1465"/>
                    <a:pt x="13302" y="1469"/>
                  </a:cubicBezTo>
                  <a:cubicBezTo>
                    <a:pt x="13269" y="1472"/>
                    <a:pt x="13219" y="1514"/>
                    <a:pt x="13188" y="1522"/>
                  </a:cubicBezTo>
                  <a:cubicBezTo>
                    <a:pt x="13154" y="1531"/>
                    <a:pt x="13081" y="1536"/>
                    <a:pt x="13045" y="1536"/>
                  </a:cubicBezTo>
                  <a:cubicBezTo>
                    <a:pt x="12972" y="1535"/>
                    <a:pt x="12826" y="1513"/>
                    <a:pt x="12756" y="1498"/>
                  </a:cubicBezTo>
                  <a:cubicBezTo>
                    <a:pt x="12704" y="1486"/>
                    <a:pt x="12607" y="1450"/>
                    <a:pt x="12557" y="1434"/>
                  </a:cubicBezTo>
                  <a:cubicBezTo>
                    <a:pt x="12503" y="1418"/>
                    <a:pt x="12393" y="1386"/>
                    <a:pt x="12338" y="1371"/>
                  </a:cubicBezTo>
                  <a:cubicBezTo>
                    <a:pt x="12275" y="1353"/>
                    <a:pt x="12150" y="1303"/>
                    <a:pt x="12081" y="1301"/>
                  </a:cubicBezTo>
                  <a:cubicBezTo>
                    <a:pt x="12032" y="1299"/>
                    <a:pt x="11941" y="1337"/>
                    <a:pt x="11892" y="1340"/>
                  </a:cubicBezTo>
                  <a:cubicBezTo>
                    <a:pt x="11832" y="1342"/>
                    <a:pt x="11708" y="1330"/>
                    <a:pt x="11654" y="1312"/>
                  </a:cubicBezTo>
                  <a:cubicBezTo>
                    <a:pt x="11616" y="1298"/>
                    <a:pt x="11558" y="1249"/>
                    <a:pt x="11527" y="1227"/>
                  </a:cubicBezTo>
                  <a:cubicBezTo>
                    <a:pt x="11477" y="1195"/>
                    <a:pt x="11384" y="1123"/>
                    <a:pt x="11326" y="1097"/>
                  </a:cubicBezTo>
                  <a:cubicBezTo>
                    <a:pt x="11275" y="1073"/>
                    <a:pt x="11160" y="1038"/>
                    <a:pt x="11099" y="1031"/>
                  </a:cubicBezTo>
                  <a:cubicBezTo>
                    <a:pt x="11035" y="1023"/>
                    <a:pt x="10904" y="1033"/>
                    <a:pt x="10843" y="1045"/>
                  </a:cubicBezTo>
                  <a:cubicBezTo>
                    <a:pt x="10819" y="1049"/>
                    <a:pt x="10779" y="1069"/>
                    <a:pt x="10757" y="1073"/>
                  </a:cubicBezTo>
                  <a:cubicBezTo>
                    <a:pt x="10725" y="1077"/>
                    <a:pt x="10660" y="1069"/>
                    <a:pt x="10629" y="1073"/>
                  </a:cubicBezTo>
                  <a:cubicBezTo>
                    <a:pt x="10593" y="1077"/>
                    <a:pt x="10525" y="1099"/>
                    <a:pt x="10490" y="1105"/>
                  </a:cubicBezTo>
                  <a:cubicBezTo>
                    <a:pt x="10457" y="1109"/>
                    <a:pt x="10387" y="1119"/>
                    <a:pt x="10353" y="1115"/>
                  </a:cubicBezTo>
                  <a:cubicBezTo>
                    <a:pt x="10318" y="1111"/>
                    <a:pt x="10251" y="1090"/>
                    <a:pt x="10225" y="1073"/>
                  </a:cubicBezTo>
                  <a:cubicBezTo>
                    <a:pt x="10194" y="1052"/>
                    <a:pt x="10164" y="991"/>
                    <a:pt x="10144" y="964"/>
                  </a:cubicBezTo>
                  <a:cubicBezTo>
                    <a:pt x="10123" y="934"/>
                    <a:pt x="10088" y="870"/>
                    <a:pt x="10063" y="841"/>
                  </a:cubicBezTo>
                  <a:cubicBezTo>
                    <a:pt x="10039" y="814"/>
                    <a:pt x="9980" y="766"/>
                    <a:pt x="9949" y="743"/>
                  </a:cubicBezTo>
                  <a:cubicBezTo>
                    <a:pt x="9919" y="721"/>
                    <a:pt x="9851" y="684"/>
                    <a:pt x="9821" y="662"/>
                  </a:cubicBezTo>
                  <a:cubicBezTo>
                    <a:pt x="9787" y="638"/>
                    <a:pt x="9730" y="580"/>
                    <a:pt x="9693" y="557"/>
                  </a:cubicBezTo>
                  <a:cubicBezTo>
                    <a:pt x="9661" y="537"/>
                    <a:pt x="9591" y="501"/>
                    <a:pt x="9551" y="491"/>
                  </a:cubicBezTo>
                  <a:cubicBezTo>
                    <a:pt x="9512" y="480"/>
                    <a:pt x="9429" y="481"/>
                    <a:pt x="9389" y="476"/>
                  </a:cubicBezTo>
                  <a:cubicBezTo>
                    <a:pt x="9324" y="468"/>
                    <a:pt x="9195" y="444"/>
                    <a:pt x="9133" y="431"/>
                  </a:cubicBezTo>
                  <a:cubicBezTo>
                    <a:pt x="9095" y="422"/>
                    <a:pt x="9024" y="389"/>
                    <a:pt x="8986" y="392"/>
                  </a:cubicBezTo>
                  <a:cubicBezTo>
                    <a:pt x="8954" y="394"/>
                    <a:pt x="8902" y="427"/>
                    <a:pt x="8876" y="441"/>
                  </a:cubicBezTo>
                  <a:cubicBezTo>
                    <a:pt x="8853" y="454"/>
                    <a:pt x="8820" y="496"/>
                    <a:pt x="8791" y="497"/>
                  </a:cubicBezTo>
                  <a:cubicBezTo>
                    <a:pt x="8756" y="500"/>
                    <a:pt x="8706" y="450"/>
                    <a:pt x="8672" y="444"/>
                  </a:cubicBezTo>
                  <a:cubicBezTo>
                    <a:pt x="8646" y="440"/>
                    <a:pt x="8587" y="442"/>
                    <a:pt x="8562" y="451"/>
                  </a:cubicBezTo>
                  <a:cubicBezTo>
                    <a:pt x="8543" y="460"/>
                    <a:pt x="8527" y="493"/>
                    <a:pt x="8510" y="504"/>
                  </a:cubicBezTo>
                  <a:cubicBezTo>
                    <a:pt x="8486" y="521"/>
                    <a:pt x="8430" y="556"/>
                    <a:pt x="8397" y="557"/>
                  </a:cubicBezTo>
                  <a:cubicBezTo>
                    <a:pt x="8358" y="559"/>
                    <a:pt x="8289" y="521"/>
                    <a:pt x="8254" y="508"/>
                  </a:cubicBezTo>
                  <a:cubicBezTo>
                    <a:pt x="8196" y="488"/>
                    <a:pt x="8081" y="448"/>
                    <a:pt x="8026" y="424"/>
                  </a:cubicBezTo>
                  <a:cubicBezTo>
                    <a:pt x="7936" y="384"/>
                    <a:pt x="7775" y="280"/>
                    <a:pt x="7680" y="248"/>
                  </a:cubicBezTo>
                  <a:cubicBezTo>
                    <a:pt x="7603" y="223"/>
                    <a:pt x="7435" y="209"/>
                    <a:pt x="7356" y="189"/>
                  </a:cubicBezTo>
                  <a:cubicBezTo>
                    <a:pt x="7293" y="172"/>
                    <a:pt x="7169" y="129"/>
                    <a:pt x="7110" y="104"/>
                  </a:cubicBezTo>
                  <a:cubicBezTo>
                    <a:pt x="7063" y="85"/>
                    <a:pt x="6986" y="24"/>
                    <a:pt x="6934" y="13"/>
                  </a:cubicBezTo>
                  <a:cubicBezTo>
                    <a:pt x="6873" y="0"/>
                    <a:pt x="6728" y="-12"/>
                    <a:pt x="6682" y="20"/>
                  </a:cubicBezTo>
                  <a:cubicBezTo>
                    <a:pt x="6664" y="32"/>
                    <a:pt x="6671" y="72"/>
                    <a:pt x="6673" y="90"/>
                  </a:cubicBezTo>
                  <a:cubicBezTo>
                    <a:pt x="6674" y="107"/>
                    <a:pt x="6695" y="137"/>
                    <a:pt x="6692" y="153"/>
                  </a:cubicBezTo>
                  <a:cubicBezTo>
                    <a:pt x="6686" y="180"/>
                    <a:pt x="6643" y="228"/>
                    <a:pt x="6615" y="245"/>
                  </a:cubicBezTo>
                  <a:cubicBezTo>
                    <a:pt x="6584" y="263"/>
                    <a:pt x="6504" y="284"/>
                    <a:pt x="6464" y="283"/>
                  </a:cubicBezTo>
                  <a:cubicBezTo>
                    <a:pt x="6427" y="283"/>
                    <a:pt x="6363" y="245"/>
                    <a:pt x="6326" y="245"/>
                  </a:cubicBezTo>
                  <a:cubicBezTo>
                    <a:pt x="6290" y="245"/>
                    <a:pt x="6224" y="276"/>
                    <a:pt x="6189" y="283"/>
                  </a:cubicBezTo>
                  <a:cubicBezTo>
                    <a:pt x="6156" y="290"/>
                    <a:pt x="6092" y="305"/>
                    <a:pt x="6060" y="301"/>
                  </a:cubicBezTo>
                  <a:cubicBezTo>
                    <a:pt x="6030" y="297"/>
                    <a:pt x="5985" y="260"/>
                    <a:pt x="5956" y="255"/>
                  </a:cubicBezTo>
                  <a:cubicBezTo>
                    <a:pt x="5923" y="250"/>
                    <a:pt x="5849" y="251"/>
                    <a:pt x="5823" y="266"/>
                  </a:cubicBezTo>
                  <a:cubicBezTo>
                    <a:pt x="5799" y="279"/>
                    <a:pt x="5774" y="325"/>
                    <a:pt x="5779" y="347"/>
                  </a:cubicBezTo>
                  <a:cubicBezTo>
                    <a:pt x="5784" y="361"/>
                    <a:pt x="5818" y="385"/>
                    <a:pt x="5837" y="392"/>
                  </a:cubicBezTo>
                  <a:cubicBezTo>
                    <a:pt x="5859" y="401"/>
                    <a:pt x="5918" y="390"/>
                    <a:pt x="5937" y="403"/>
                  </a:cubicBezTo>
                  <a:cubicBezTo>
                    <a:pt x="5971" y="426"/>
                    <a:pt x="5988" y="502"/>
                    <a:pt x="5979" y="536"/>
                  </a:cubicBezTo>
                  <a:cubicBezTo>
                    <a:pt x="5970" y="571"/>
                    <a:pt x="5898" y="623"/>
                    <a:pt x="5870" y="651"/>
                  </a:cubicBezTo>
                  <a:cubicBezTo>
                    <a:pt x="5836" y="686"/>
                    <a:pt x="5770" y="756"/>
                    <a:pt x="5733" y="788"/>
                  </a:cubicBezTo>
                  <a:cubicBezTo>
                    <a:pt x="5704" y="812"/>
                    <a:pt x="5647" y="858"/>
                    <a:pt x="5614" y="878"/>
                  </a:cubicBezTo>
                  <a:cubicBezTo>
                    <a:pt x="5580" y="898"/>
                    <a:pt x="5490" y="916"/>
                    <a:pt x="5467" y="943"/>
                  </a:cubicBezTo>
                  <a:cubicBezTo>
                    <a:pt x="5447" y="964"/>
                    <a:pt x="5461" y="1022"/>
                    <a:pt x="5448" y="1045"/>
                  </a:cubicBezTo>
                  <a:cubicBezTo>
                    <a:pt x="5431" y="1074"/>
                    <a:pt x="5369" y="1119"/>
                    <a:pt x="5343" y="1145"/>
                  </a:cubicBezTo>
                  <a:cubicBezTo>
                    <a:pt x="5321" y="1166"/>
                    <a:pt x="5268" y="1205"/>
                    <a:pt x="5257" y="1231"/>
                  </a:cubicBezTo>
                  <a:cubicBezTo>
                    <a:pt x="5247" y="1252"/>
                    <a:pt x="5256" y="1299"/>
                    <a:pt x="5257" y="1322"/>
                  </a:cubicBezTo>
                  <a:cubicBezTo>
                    <a:pt x="5262" y="1360"/>
                    <a:pt x="5272" y="1436"/>
                    <a:pt x="5286" y="1473"/>
                  </a:cubicBezTo>
                  <a:cubicBezTo>
                    <a:pt x="5315" y="1542"/>
                    <a:pt x="5398" y="1675"/>
                    <a:pt x="5457" y="1733"/>
                  </a:cubicBezTo>
                  <a:cubicBezTo>
                    <a:pt x="5490" y="1765"/>
                    <a:pt x="5576" y="1815"/>
                    <a:pt x="5619" y="1841"/>
                  </a:cubicBezTo>
                  <a:cubicBezTo>
                    <a:pt x="5679" y="1878"/>
                    <a:pt x="5789" y="1973"/>
                    <a:pt x="5865" y="1985"/>
                  </a:cubicBezTo>
                  <a:cubicBezTo>
                    <a:pt x="5923" y="1995"/>
                    <a:pt x="6035" y="1951"/>
                    <a:pt x="6093" y="1947"/>
                  </a:cubicBezTo>
                  <a:cubicBezTo>
                    <a:pt x="6161" y="1942"/>
                    <a:pt x="6306" y="1925"/>
                    <a:pt x="6364" y="1950"/>
                  </a:cubicBezTo>
                  <a:cubicBezTo>
                    <a:pt x="6402" y="1966"/>
                    <a:pt x="6451" y="2030"/>
                    <a:pt x="6455" y="2062"/>
                  </a:cubicBezTo>
                  <a:cubicBezTo>
                    <a:pt x="6456" y="2085"/>
                    <a:pt x="6425" y="2125"/>
                    <a:pt x="6407" y="2143"/>
                  </a:cubicBezTo>
                  <a:cubicBezTo>
                    <a:pt x="6378" y="2172"/>
                    <a:pt x="6303" y="2218"/>
                    <a:pt x="6260" y="2234"/>
                  </a:cubicBezTo>
                  <a:cubicBezTo>
                    <a:pt x="6201" y="2256"/>
                    <a:pt x="6071" y="2268"/>
                    <a:pt x="6007" y="2280"/>
                  </a:cubicBezTo>
                  <a:cubicBezTo>
                    <a:pt x="5960" y="2290"/>
                    <a:pt x="5867" y="2315"/>
                    <a:pt x="5818" y="2322"/>
                  </a:cubicBezTo>
                  <a:cubicBezTo>
                    <a:pt x="5747" y="2332"/>
                    <a:pt x="5600" y="2338"/>
                    <a:pt x="5529" y="2343"/>
                  </a:cubicBezTo>
                  <a:cubicBezTo>
                    <a:pt x="5475" y="2347"/>
                    <a:pt x="5367" y="2348"/>
                    <a:pt x="5315" y="2357"/>
                  </a:cubicBezTo>
                  <a:cubicBezTo>
                    <a:pt x="5251" y="2368"/>
                    <a:pt x="5118" y="2393"/>
                    <a:pt x="5068" y="2424"/>
                  </a:cubicBezTo>
                  <a:cubicBezTo>
                    <a:pt x="5018" y="2454"/>
                    <a:pt x="4978" y="2551"/>
                    <a:pt x="4939" y="2589"/>
                  </a:cubicBezTo>
                  <a:cubicBezTo>
                    <a:pt x="4918" y="2610"/>
                    <a:pt x="4871" y="2653"/>
                    <a:pt x="4840" y="2666"/>
                  </a:cubicBezTo>
                  <a:cubicBezTo>
                    <a:pt x="4800" y="2682"/>
                    <a:pt x="4698" y="2673"/>
                    <a:pt x="4659" y="2690"/>
                  </a:cubicBezTo>
                  <a:cubicBezTo>
                    <a:pt x="4615" y="2711"/>
                    <a:pt x="4566" y="2785"/>
                    <a:pt x="4531" y="2813"/>
                  </a:cubicBezTo>
                  <a:cubicBezTo>
                    <a:pt x="4498" y="2840"/>
                    <a:pt x="4412" y="2881"/>
                    <a:pt x="4389" y="2911"/>
                  </a:cubicBezTo>
                  <a:cubicBezTo>
                    <a:pt x="4354" y="2956"/>
                    <a:pt x="4334" y="3058"/>
                    <a:pt x="4327" y="3108"/>
                  </a:cubicBezTo>
                  <a:cubicBezTo>
                    <a:pt x="4318" y="3166"/>
                    <a:pt x="4309" y="3284"/>
                    <a:pt x="4327" y="3340"/>
                  </a:cubicBezTo>
                  <a:cubicBezTo>
                    <a:pt x="4344" y="3396"/>
                    <a:pt x="4441" y="3491"/>
                    <a:pt x="4465" y="3547"/>
                  </a:cubicBezTo>
                  <a:cubicBezTo>
                    <a:pt x="4482" y="3586"/>
                    <a:pt x="4482" y="3669"/>
                    <a:pt x="4498" y="3708"/>
                  </a:cubicBezTo>
                  <a:cubicBezTo>
                    <a:pt x="4511" y="3738"/>
                    <a:pt x="4555" y="3794"/>
                    <a:pt x="4569" y="3824"/>
                  </a:cubicBezTo>
                  <a:cubicBezTo>
                    <a:pt x="4587" y="3863"/>
                    <a:pt x="4626" y="3944"/>
                    <a:pt x="4621" y="3985"/>
                  </a:cubicBezTo>
                  <a:cubicBezTo>
                    <a:pt x="4617" y="4022"/>
                    <a:pt x="4545" y="4086"/>
                    <a:pt x="4545" y="4122"/>
                  </a:cubicBezTo>
                  <a:cubicBezTo>
                    <a:pt x="4546" y="4168"/>
                    <a:pt x="4626" y="4246"/>
                    <a:pt x="4641" y="4291"/>
                  </a:cubicBezTo>
                  <a:cubicBezTo>
                    <a:pt x="4659" y="4350"/>
                    <a:pt x="4669" y="4473"/>
                    <a:pt x="4659" y="4533"/>
                  </a:cubicBezTo>
                  <a:cubicBezTo>
                    <a:pt x="4650" y="4586"/>
                    <a:pt x="4595" y="4685"/>
                    <a:pt x="4574" y="4737"/>
                  </a:cubicBezTo>
                  <a:cubicBezTo>
                    <a:pt x="4556" y="4782"/>
                    <a:pt x="4513" y="4872"/>
                    <a:pt x="4502" y="4919"/>
                  </a:cubicBezTo>
                  <a:cubicBezTo>
                    <a:pt x="4495" y="4952"/>
                    <a:pt x="4501" y="5020"/>
                    <a:pt x="4493" y="5052"/>
                  </a:cubicBezTo>
                  <a:cubicBezTo>
                    <a:pt x="4483" y="5090"/>
                    <a:pt x="4439" y="5161"/>
                    <a:pt x="4430" y="5200"/>
                  </a:cubicBezTo>
                  <a:cubicBezTo>
                    <a:pt x="4422" y="5232"/>
                    <a:pt x="4445" y="5304"/>
                    <a:pt x="4423" y="5333"/>
                  </a:cubicBezTo>
                  <a:cubicBezTo>
                    <a:pt x="4407" y="5355"/>
                    <a:pt x="4336" y="5375"/>
                    <a:pt x="4309" y="5391"/>
                  </a:cubicBezTo>
                  <a:cubicBezTo>
                    <a:pt x="4281" y="5410"/>
                    <a:pt x="4218" y="5448"/>
                    <a:pt x="4208" y="5476"/>
                  </a:cubicBezTo>
                  <a:cubicBezTo>
                    <a:pt x="4195" y="5512"/>
                    <a:pt x="4253" y="5586"/>
                    <a:pt x="4249" y="5623"/>
                  </a:cubicBezTo>
                  <a:cubicBezTo>
                    <a:pt x="4248" y="5643"/>
                    <a:pt x="4228" y="5684"/>
                    <a:pt x="4211" y="5701"/>
                  </a:cubicBezTo>
                  <a:cubicBezTo>
                    <a:pt x="4193" y="5717"/>
                    <a:pt x="4142" y="5749"/>
                    <a:pt x="4114" y="5747"/>
                  </a:cubicBezTo>
                  <a:cubicBezTo>
                    <a:pt x="4081" y="5745"/>
                    <a:pt x="4042" y="5699"/>
                    <a:pt x="4019" y="5684"/>
                  </a:cubicBezTo>
                  <a:cubicBezTo>
                    <a:pt x="4000" y="5672"/>
                    <a:pt x="3955" y="5656"/>
                    <a:pt x="3945" y="5639"/>
                  </a:cubicBezTo>
                  <a:cubicBezTo>
                    <a:pt x="3942" y="5634"/>
                    <a:pt x="3940" y="5626"/>
                    <a:pt x="3940" y="5618"/>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46" name="Shape 4828"/>
            <p:cNvSpPr/>
            <p:nvPr/>
          </p:nvSpPr>
          <p:spPr>
            <a:xfrm>
              <a:off x="10240223" y="989504"/>
              <a:ext cx="6796" cy="13325"/>
            </a:xfrm>
            <a:custGeom>
              <a:avLst/>
              <a:gdLst/>
              <a:ahLst/>
              <a:cxnLst>
                <a:cxn ang="0">
                  <a:pos x="wd2" y="hd2"/>
                </a:cxn>
                <a:cxn ang="5400000">
                  <a:pos x="wd2" y="hd2"/>
                </a:cxn>
                <a:cxn ang="10800000">
                  <a:pos x="wd2" y="hd2"/>
                </a:cxn>
                <a:cxn ang="16200000">
                  <a:pos x="wd2" y="hd2"/>
                </a:cxn>
              </a:cxnLst>
              <a:rect l="0" t="0" r="r" b="b"/>
              <a:pathLst>
                <a:path w="20937" h="20722" extrusionOk="0">
                  <a:moveTo>
                    <a:pt x="12517" y="20682"/>
                  </a:moveTo>
                  <a:cubicBezTo>
                    <a:pt x="17363" y="20087"/>
                    <a:pt x="20617" y="14146"/>
                    <a:pt x="20894" y="11664"/>
                  </a:cubicBezTo>
                  <a:cubicBezTo>
                    <a:pt x="21309" y="8693"/>
                    <a:pt x="18747" y="1668"/>
                    <a:pt x="13694" y="235"/>
                  </a:cubicBezTo>
                  <a:cubicBezTo>
                    <a:pt x="10994" y="-499"/>
                    <a:pt x="4278" y="619"/>
                    <a:pt x="2340" y="1738"/>
                  </a:cubicBezTo>
                  <a:cubicBezTo>
                    <a:pt x="-14" y="2996"/>
                    <a:pt x="263" y="6806"/>
                    <a:pt x="55" y="8518"/>
                  </a:cubicBezTo>
                  <a:cubicBezTo>
                    <a:pt x="-14" y="10581"/>
                    <a:pt x="-291" y="14880"/>
                    <a:pt x="1578" y="16662"/>
                  </a:cubicBezTo>
                  <a:cubicBezTo>
                    <a:pt x="3240" y="18130"/>
                    <a:pt x="9194" y="21101"/>
                    <a:pt x="12517" y="2068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47" name="Shape 4829"/>
            <p:cNvSpPr/>
            <p:nvPr/>
          </p:nvSpPr>
          <p:spPr>
            <a:xfrm>
              <a:off x="10240223" y="989504"/>
              <a:ext cx="6796" cy="13325"/>
            </a:xfrm>
            <a:custGeom>
              <a:avLst/>
              <a:gdLst/>
              <a:ahLst/>
              <a:cxnLst>
                <a:cxn ang="0">
                  <a:pos x="wd2" y="hd2"/>
                </a:cxn>
                <a:cxn ang="5400000">
                  <a:pos x="wd2" y="hd2"/>
                </a:cxn>
                <a:cxn ang="10800000">
                  <a:pos x="wd2" y="hd2"/>
                </a:cxn>
                <a:cxn ang="16200000">
                  <a:pos x="wd2" y="hd2"/>
                </a:cxn>
              </a:cxnLst>
              <a:rect l="0" t="0" r="r" b="b"/>
              <a:pathLst>
                <a:path w="20938" h="20722" extrusionOk="0">
                  <a:moveTo>
                    <a:pt x="12517" y="20682"/>
                  </a:moveTo>
                  <a:cubicBezTo>
                    <a:pt x="17363" y="20087"/>
                    <a:pt x="20617" y="14146"/>
                    <a:pt x="20894" y="11664"/>
                  </a:cubicBezTo>
                  <a:cubicBezTo>
                    <a:pt x="21309" y="8693"/>
                    <a:pt x="18817" y="1668"/>
                    <a:pt x="13694" y="235"/>
                  </a:cubicBezTo>
                  <a:cubicBezTo>
                    <a:pt x="10994" y="-499"/>
                    <a:pt x="4278" y="619"/>
                    <a:pt x="2340" y="1738"/>
                  </a:cubicBezTo>
                  <a:cubicBezTo>
                    <a:pt x="-14" y="2996"/>
                    <a:pt x="263" y="6806"/>
                    <a:pt x="55" y="8518"/>
                  </a:cubicBezTo>
                  <a:cubicBezTo>
                    <a:pt x="-14" y="10581"/>
                    <a:pt x="-291" y="14880"/>
                    <a:pt x="1578" y="16662"/>
                  </a:cubicBezTo>
                  <a:cubicBezTo>
                    <a:pt x="3240" y="18130"/>
                    <a:pt x="9194" y="21101"/>
                    <a:pt x="12517" y="2068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48" name="Shape 4830"/>
            <p:cNvSpPr/>
            <p:nvPr/>
          </p:nvSpPr>
          <p:spPr>
            <a:xfrm>
              <a:off x="10240223" y="1035528"/>
              <a:ext cx="11233" cy="14122"/>
            </a:xfrm>
            <a:custGeom>
              <a:avLst/>
              <a:gdLst/>
              <a:ahLst/>
              <a:cxnLst>
                <a:cxn ang="0">
                  <a:pos x="wd2" y="hd2"/>
                </a:cxn>
                <a:cxn ang="5400000">
                  <a:pos x="wd2" y="hd2"/>
                </a:cxn>
                <a:cxn ang="10800000">
                  <a:pos x="wd2" y="hd2"/>
                </a:cxn>
                <a:cxn ang="16200000">
                  <a:pos x="wd2" y="hd2"/>
                </a:cxn>
              </a:cxnLst>
              <a:rect l="0" t="0" r="r" b="b"/>
              <a:pathLst>
                <a:path w="20564" h="21208" extrusionOk="0">
                  <a:moveTo>
                    <a:pt x="17206" y="11411"/>
                  </a:moveTo>
                  <a:cubicBezTo>
                    <a:pt x="17535" y="9285"/>
                    <a:pt x="21238" y="5403"/>
                    <a:pt x="20456" y="3412"/>
                  </a:cubicBezTo>
                  <a:cubicBezTo>
                    <a:pt x="19880" y="2028"/>
                    <a:pt x="16589" y="-98"/>
                    <a:pt x="14820" y="3"/>
                  </a:cubicBezTo>
                  <a:cubicBezTo>
                    <a:pt x="12763" y="138"/>
                    <a:pt x="10582" y="3716"/>
                    <a:pt x="8936" y="4830"/>
                  </a:cubicBezTo>
                  <a:cubicBezTo>
                    <a:pt x="6879" y="6247"/>
                    <a:pt x="790" y="7833"/>
                    <a:pt x="49" y="9960"/>
                  </a:cubicBezTo>
                  <a:cubicBezTo>
                    <a:pt x="-362" y="11276"/>
                    <a:pt x="1901" y="13773"/>
                    <a:pt x="2888" y="14955"/>
                  </a:cubicBezTo>
                  <a:cubicBezTo>
                    <a:pt x="4369" y="16710"/>
                    <a:pt x="7496" y="20760"/>
                    <a:pt x="10088" y="21165"/>
                  </a:cubicBezTo>
                  <a:cubicBezTo>
                    <a:pt x="12063" y="21502"/>
                    <a:pt x="16589" y="19781"/>
                    <a:pt x="17617" y="18330"/>
                  </a:cubicBezTo>
                  <a:cubicBezTo>
                    <a:pt x="18728" y="16811"/>
                    <a:pt x="16918" y="13132"/>
                    <a:pt x="17206" y="1141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49" name="Shape 4831"/>
            <p:cNvSpPr/>
            <p:nvPr/>
          </p:nvSpPr>
          <p:spPr>
            <a:xfrm>
              <a:off x="10240223" y="1035528"/>
              <a:ext cx="11233" cy="14122"/>
            </a:xfrm>
            <a:custGeom>
              <a:avLst/>
              <a:gdLst/>
              <a:ahLst/>
              <a:cxnLst>
                <a:cxn ang="0">
                  <a:pos x="wd2" y="hd2"/>
                </a:cxn>
                <a:cxn ang="5400000">
                  <a:pos x="wd2" y="hd2"/>
                </a:cxn>
                <a:cxn ang="10800000">
                  <a:pos x="wd2" y="hd2"/>
                </a:cxn>
                <a:cxn ang="16200000">
                  <a:pos x="wd2" y="hd2"/>
                </a:cxn>
              </a:cxnLst>
              <a:rect l="0" t="0" r="r" b="b"/>
              <a:pathLst>
                <a:path w="20564" h="21208" extrusionOk="0">
                  <a:moveTo>
                    <a:pt x="17205" y="11411"/>
                  </a:moveTo>
                  <a:cubicBezTo>
                    <a:pt x="17534" y="9285"/>
                    <a:pt x="21237" y="5403"/>
                    <a:pt x="20455" y="3412"/>
                  </a:cubicBezTo>
                  <a:cubicBezTo>
                    <a:pt x="19879" y="2028"/>
                    <a:pt x="16588" y="-98"/>
                    <a:pt x="14819" y="3"/>
                  </a:cubicBezTo>
                  <a:cubicBezTo>
                    <a:pt x="12762" y="138"/>
                    <a:pt x="10581" y="3716"/>
                    <a:pt x="8935" y="4830"/>
                  </a:cubicBezTo>
                  <a:cubicBezTo>
                    <a:pt x="6878" y="6247"/>
                    <a:pt x="789" y="7833"/>
                    <a:pt x="48" y="9960"/>
                  </a:cubicBezTo>
                  <a:cubicBezTo>
                    <a:pt x="-363" y="11276"/>
                    <a:pt x="1941" y="13773"/>
                    <a:pt x="2887" y="14955"/>
                  </a:cubicBezTo>
                  <a:cubicBezTo>
                    <a:pt x="4368" y="16710"/>
                    <a:pt x="7495" y="20760"/>
                    <a:pt x="10087" y="21165"/>
                  </a:cubicBezTo>
                  <a:cubicBezTo>
                    <a:pt x="12062" y="21502"/>
                    <a:pt x="16588" y="19781"/>
                    <a:pt x="17616" y="18330"/>
                  </a:cubicBezTo>
                  <a:cubicBezTo>
                    <a:pt x="18727" y="16811"/>
                    <a:pt x="16917" y="13132"/>
                    <a:pt x="17205" y="11411"/>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50" name="Shape 4832"/>
            <p:cNvSpPr/>
            <p:nvPr/>
          </p:nvSpPr>
          <p:spPr>
            <a:xfrm>
              <a:off x="10240223" y="1012516"/>
              <a:ext cx="6809" cy="8877"/>
            </a:xfrm>
            <a:custGeom>
              <a:avLst/>
              <a:gdLst/>
              <a:ahLst/>
              <a:cxnLst>
                <a:cxn ang="0">
                  <a:pos x="wd2" y="hd2"/>
                </a:cxn>
                <a:cxn ang="5400000">
                  <a:pos x="wd2" y="hd2"/>
                </a:cxn>
                <a:cxn ang="10800000">
                  <a:pos x="wd2" y="hd2"/>
                </a:cxn>
                <a:cxn ang="16200000">
                  <a:pos x="wd2" y="hd2"/>
                </a:cxn>
              </a:cxnLst>
              <a:rect l="0" t="0" r="r" b="b"/>
              <a:pathLst>
                <a:path w="19832" h="21168" extrusionOk="0">
                  <a:moveTo>
                    <a:pt x="19249" y="4237"/>
                  </a:moveTo>
                  <a:cubicBezTo>
                    <a:pt x="18201" y="2469"/>
                    <a:pt x="13619" y="-104"/>
                    <a:pt x="11329" y="3"/>
                  </a:cubicBezTo>
                  <a:cubicBezTo>
                    <a:pt x="7990" y="57"/>
                    <a:pt x="1772" y="3969"/>
                    <a:pt x="594" y="6489"/>
                  </a:cubicBezTo>
                  <a:cubicBezTo>
                    <a:pt x="-846" y="9222"/>
                    <a:pt x="529" y="15707"/>
                    <a:pt x="2623" y="18066"/>
                  </a:cubicBezTo>
                  <a:cubicBezTo>
                    <a:pt x="3998" y="19566"/>
                    <a:pt x="8710" y="21496"/>
                    <a:pt x="10936" y="21121"/>
                  </a:cubicBezTo>
                  <a:cubicBezTo>
                    <a:pt x="13227" y="20799"/>
                    <a:pt x="16434" y="17476"/>
                    <a:pt x="17481" y="15868"/>
                  </a:cubicBezTo>
                  <a:cubicBezTo>
                    <a:pt x="19052" y="13188"/>
                    <a:pt x="20754" y="6864"/>
                    <a:pt x="19249" y="423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51" name="Shape 4833"/>
            <p:cNvSpPr/>
            <p:nvPr/>
          </p:nvSpPr>
          <p:spPr>
            <a:xfrm>
              <a:off x="10240223" y="1012516"/>
              <a:ext cx="6809" cy="8877"/>
            </a:xfrm>
            <a:custGeom>
              <a:avLst/>
              <a:gdLst/>
              <a:ahLst/>
              <a:cxnLst>
                <a:cxn ang="0">
                  <a:pos x="wd2" y="hd2"/>
                </a:cxn>
                <a:cxn ang="5400000">
                  <a:pos x="wd2" y="hd2"/>
                </a:cxn>
                <a:cxn ang="10800000">
                  <a:pos x="wd2" y="hd2"/>
                </a:cxn>
                <a:cxn ang="16200000">
                  <a:pos x="wd2" y="hd2"/>
                </a:cxn>
              </a:cxnLst>
              <a:rect l="0" t="0" r="r" b="b"/>
              <a:pathLst>
                <a:path w="19832" h="21168" extrusionOk="0">
                  <a:moveTo>
                    <a:pt x="19249" y="4237"/>
                  </a:moveTo>
                  <a:cubicBezTo>
                    <a:pt x="18201" y="2469"/>
                    <a:pt x="13619" y="-104"/>
                    <a:pt x="11329" y="3"/>
                  </a:cubicBezTo>
                  <a:cubicBezTo>
                    <a:pt x="7990" y="57"/>
                    <a:pt x="1772" y="3969"/>
                    <a:pt x="594" y="6489"/>
                  </a:cubicBezTo>
                  <a:cubicBezTo>
                    <a:pt x="-846" y="9168"/>
                    <a:pt x="529" y="15707"/>
                    <a:pt x="2623" y="18066"/>
                  </a:cubicBezTo>
                  <a:cubicBezTo>
                    <a:pt x="3998" y="19566"/>
                    <a:pt x="8710" y="21496"/>
                    <a:pt x="10936" y="21121"/>
                  </a:cubicBezTo>
                  <a:cubicBezTo>
                    <a:pt x="13227" y="20799"/>
                    <a:pt x="16434" y="17476"/>
                    <a:pt x="17481" y="15868"/>
                  </a:cubicBezTo>
                  <a:cubicBezTo>
                    <a:pt x="19052" y="13188"/>
                    <a:pt x="20754" y="6864"/>
                    <a:pt x="19249" y="423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52" name="Shape 4834"/>
            <p:cNvSpPr/>
            <p:nvPr/>
          </p:nvSpPr>
          <p:spPr>
            <a:xfrm>
              <a:off x="10493351" y="759387"/>
              <a:ext cx="13685" cy="15946"/>
            </a:xfrm>
            <a:custGeom>
              <a:avLst/>
              <a:gdLst/>
              <a:ahLst/>
              <a:cxnLst>
                <a:cxn ang="0">
                  <a:pos x="wd2" y="hd2"/>
                </a:cxn>
                <a:cxn ang="5400000">
                  <a:pos x="wd2" y="hd2"/>
                </a:cxn>
                <a:cxn ang="10800000">
                  <a:pos x="wd2" y="hd2"/>
                </a:cxn>
                <a:cxn ang="16200000">
                  <a:pos x="wd2" y="hd2"/>
                </a:cxn>
              </a:cxnLst>
              <a:rect l="0" t="0" r="r" b="b"/>
              <a:pathLst>
                <a:path w="20552" h="20995" extrusionOk="0">
                  <a:moveTo>
                    <a:pt x="16296" y="20994"/>
                  </a:moveTo>
                  <a:cubicBezTo>
                    <a:pt x="14541" y="20935"/>
                    <a:pt x="13832" y="16674"/>
                    <a:pt x="12280" y="15845"/>
                  </a:cubicBezTo>
                  <a:cubicBezTo>
                    <a:pt x="10694" y="14987"/>
                    <a:pt x="6306" y="15905"/>
                    <a:pt x="4787" y="14898"/>
                  </a:cubicBezTo>
                  <a:cubicBezTo>
                    <a:pt x="3066" y="13774"/>
                    <a:pt x="1615" y="9780"/>
                    <a:pt x="1109" y="7886"/>
                  </a:cubicBezTo>
                  <a:cubicBezTo>
                    <a:pt x="602" y="6022"/>
                    <a:pt x="-950" y="1317"/>
                    <a:pt x="839" y="193"/>
                  </a:cubicBezTo>
                  <a:cubicBezTo>
                    <a:pt x="1986" y="-547"/>
                    <a:pt x="5091" y="1021"/>
                    <a:pt x="6137" y="1820"/>
                  </a:cubicBezTo>
                  <a:cubicBezTo>
                    <a:pt x="8162" y="3300"/>
                    <a:pt x="9242" y="8507"/>
                    <a:pt x="11470" y="9750"/>
                  </a:cubicBezTo>
                  <a:cubicBezTo>
                    <a:pt x="12550" y="10371"/>
                    <a:pt x="15453" y="9632"/>
                    <a:pt x="16532" y="10223"/>
                  </a:cubicBezTo>
                  <a:cubicBezTo>
                    <a:pt x="18220" y="11170"/>
                    <a:pt x="20650" y="14366"/>
                    <a:pt x="20549" y="16082"/>
                  </a:cubicBezTo>
                  <a:cubicBezTo>
                    <a:pt x="20481" y="17650"/>
                    <a:pt x="18017" y="21053"/>
                    <a:pt x="16296" y="2099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53" name="Shape 4835"/>
            <p:cNvSpPr/>
            <p:nvPr/>
          </p:nvSpPr>
          <p:spPr>
            <a:xfrm>
              <a:off x="10493351" y="759387"/>
              <a:ext cx="13692" cy="15946"/>
            </a:xfrm>
            <a:custGeom>
              <a:avLst/>
              <a:gdLst/>
              <a:ahLst/>
              <a:cxnLst>
                <a:cxn ang="0">
                  <a:pos x="wd2" y="hd2"/>
                </a:cxn>
                <a:cxn ang="5400000">
                  <a:pos x="wd2" y="hd2"/>
                </a:cxn>
                <a:cxn ang="10800000">
                  <a:pos x="wd2" y="hd2"/>
                </a:cxn>
                <a:cxn ang="16200000">
                  <a:pos x="wd2" y="hd2"/>
                </a:cxn>
              </a:cxnLst>
              <a:rect l="0" t="0" r="r" b="b"/>
              <a:pathLst>
                <a:path w="20561" h="20995" extrusionOk="0">
                  <a:moveTo>
                    <a:pt x="16305" y="20994"/>
                  </a:moveTo>
                  <a:cubicBezTo>
                    <a:pt x="14550" y="20935"/>
                    <a:pt x="13841" y="16674"/>
                    <a:pt x="12289" y="15845"/>
                  </a:cubicBezTo>
                  <a:cubicBezTo>
                    <a:pt x="10703" y="14987"/>
                    <a:pt x="6315" y="15905"/>
                    <a:pt x="4796" y="14898"/>
                  </a:cubicBezTo>
                  <a:cubicBezTo>
                    <a:pt x="3075" y="13774"/>
                    <a:pt x="1624" y="9780"/>
                    <a:pt x="1118" y="7886"/>
                  </a:cubicBezTo>
                  <a:cubicBezTo>
                    <a:pt x="611" y="6022"/>
                    <a:pt x="-941" y="1317"/>
                    <a:pt x="814" y="193"/>
                  </a:cubicBezTo>
                  <a:cubicBezTo>
                    <a:pt x="1995" y="-547"/>
                    <a:pt x="5100" y="1021"/>
                    <a:pt x="6146" y="1820"/>
                  </a:cubicBezTo>
                  <a:cubicBezTo>
                    <a:pt x="8171" y="3300"/>
                    <a:pt x="9251" y="8507"/>
                    <a:pt x="11479" y="9750"/>
                  </a:cubicBezTo>
                  <a:cubicBezTo>
                    <a:pt x="12559" y="10371"/>
                    <a:pt x="15461" y="9632"/>
                    <a:pt x="16541" y="10253"/>
                  </a:cubicBezTo>
                  <a:cubicBezTo>
                    <a:pt x="18229" y="11170"/>
                    <a:pt x="20659" y="14366"/>
                    <a:pt x="20558" y="16082"/>
                  </a:cubicBezTo>
                  <a:cubicBezTo>
                    <a:pt x="20490" y="17650"/>
                    <a:pt x="18026" y="21053"/>
                    <a:pt x="16305" y="2099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54" name="Shape 4836"/>
            <p:cNvSpPr/>
            <p:nvPr/>
          </p:nvSpPr>
          <p:spPr>
            <a:xfrm>
              <a:off x="10447328" y="782399"/>
              <a:ext cx="22315" cy="32250"/>
            </a:xfrm>
            <a:custGeom>
              <a:avLst/>
              <a:gdLst/>
              <a:ahLst/>
              <a:cxnLst>
                <a:cxn ang="0">
                  <a:pos x="wd2" y="hd2"/>
                </a:cxn>
                <a:cxn ang="5400000">
                  <a:pos x="wd2" y="hd2"/>
                </a:cxn>
                <a:cxn ang="10800000">
                  <a:pos x="wd2" y="hd2"/>
                </a:cxn>
                <a:cxn ang="16200000">
                  <a:pos x="wd2" y="hd2"/>
                </a:cxn>
              </a:cxnLst>
              <a:rect l="0" t="0" r="r" b="b"/>
              <a:pathLst>
                <a:path w="21173" h="21216" extrusionOk="0">
                  <a:moveTo>
                    <a:pt x="21172" y="14687"/>
                  </a:moveTo>
                  <a:cubicBezTo>
                    <a:pt x="21215" y="13504"/>
                    <a:pt x="17505" y="11982"/>
                    <a:pt x="17313" y="10828"/>
                  </a:cubicBezTo>
                  <a:cubicBezTo>
                    <a:pt x="17100" y="9631"/>
                    <a:pt x="19936" y="7576"/>
                    <a:pt x="19850" y="6364"/>
                  </a:cubicBezTo>
                  <a:cubicBezTo>
                    <a:pt x="19701" y="5240"/>
                    <a:pt x="17867" y="3155"/>
                    <a:pt x="16631" y="2401"/>
                  </a:cubicBezTo>
                  <a:cubicBezTo>
                    <a:pt x="15309" y="1573"/>
                    <a:pt x="11790" y="834"/>
                    <a:pt x="10063" y="538"/>
                  </a:cubicBezTo>
                  <a:cubicBezTo>
                    <a:pt x="8976" y="346"/>
                    <a:pt x="6502" y="-319"/>
                    <a:pt x="5671" y="184"/>
                  </a:cubicBezTo>
                  <a:cubicBezTo>
                    <a:pt x="4370" y="967"/>
                    <a:pt x="6438" y="3954"/>
                    <a:pt x="5521" y="4974"/>
                  </a:cubicBezTo>
                  <a:cubicBezTo>
                    <a:pt x="4754" y="5787"/>
                    <a:pt x="1150" y="5876"/>
                    <a:pt x="468" y="6718"/>
                  </a:cubicBezTo>
                  <a:cubicBezTo>
                    <a:pt x="-385" y="7738"/>
                    <a:pt x="20" y="10414"/>
                    <a:pt x="937" y="11390"/>
                  </a:cubicBezTo>
                  <a:cubicBezTo>
                    <a:pt x="1491" y="11982"/>
                    <a:pt x="3986" y="12100"/>
                    <a:pt x="4519" y="12676"/>
                  </a:cubicBezTo>
                  <a:cubicBezTo>
                    <a:pt x="5244" y="13519"/>
                    <a:pt x="4135" y="15722"/>
                    <a:pt x="4669" y="16668"/>
                  </a:cubicBezTo>
                  <a:cubicBezTo>
                    <a:pt x="5202" y="17570"/>
                    <a:pt x="7440" y="18960"/>
                    <a:pt x="8571" y="19581"/>
                  </a:cubicBezTo>
                  <a:cubicBezTo>
                    <a:pt x="9423" y="20098"/>
                    <a:pt x="11279" y="21118"/>
                    <a:pt x="12409" y="21207"/>
                  </a:cubicBezTo>
                  <a:cubicBezTo>
                    <a:pt x="13240" y="21281"/>
                    <a:pt x="14818" y="20852"/>
                    <a:pt x="15437" y="20512"/>
                  </a:cubicBezTo>
                  <a:cubicBezTo>
                    <a:pt x="16396" y="19995"/>
                    <a:pt x="17313" y="18398"/>
                    <a:pt x="17995" y="17703"/>
                  </a:cubicBezTo>
                  <a:cubicBezTo>
                    <a:pt x="18720" y="16934"/>
                    <a:pt x="21151" y="15604"/>
                    <a:pt x="21172" y="1468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55" name="Shape 4837"/>
            <p:cNvSpPr/>
            <p:nvPr/>
          </p:nvSpPr>
          <p:spPr>
            <a:xfrm>
              <a:off x="10447328" y="782399"/>
              <a:ext cx="22315" cy="32250"/>
            </a:xfrm>
            <a:custGeom>
              <a:avLst/>
              <a:gdLst/>
              <a:ahLst/>
              <a:cxnLst>
                <a:cxn ang="0">
                  <a:pos x="wd2" y="hd2"/>
                </a:cxn>
                <a:cxn ang="5400000">
                  <a:pos x="wd2" y="hd2"/>
                </a:cxn>
                <a:cxn ang="10800000">
                  <a:pos x="wd2" y="hd2"/>
                </a:cxn>
                <a:cxn ang="16200000">
                  <a:pos x="wd2" y="hd2"/>
                </a:cxn>
              </a:cxnLst>
              <a:rect l="0" t="0" r="r" b="b"/>
              <a:pathLst>
                <a:path w="21173" h="21216" extrusionOk="0">
                  <a:moveTo>
                    <a:pt x="21172" y="14687"/>
                  </a:moveTo>
                  <a:cubicBezTo>
                    <a:pt x="21215" y="13504"/>
                    <a:pt x="17505" y="11982"/>
                    <a:pt x="17313" y="10814"/>
                  </a:cubicBezTo>
                  <a:cubicBezTo>
                    <a:pt x="17100" y="9631"/>
                    <a:pt x="19936" y="7576"/>
                    <a:pt x="19850" y="6364"/>
                  </a:cubicBezTo>
                  <a:cubicBezTo>
                    <a:pt x="19701" y="5240"/>
                    <a:pt x="17867" y="3155"/>
                    <a:pt x="16631" y="2401"/>
                  </a:cubicBezTo>
                  <a:cubicBezTo>
                    <a:pt x="15309" y="1573"/>
                    <a:pt x="11790" y="834"/>
                    <a:pt x="10063" y="538"/>
                  </a:cubicBezTo>
                  <a:cubicBezTo>
                    <a:pt x="8976" y="346"/>
                    <a:pt x="6502" y="-319"/>
                    <a:pt x="5671" y="184"/>
                  </a:cubicBezTo>
                  <a:cubicBezTo>
                    <a:pt x="4370" y="967"/>
                    <a:pt x="6438" y="3954"/>
                    <a:pt x="5521" y="4974"/>
                  </a:cubicBezTo>
                  <a:cubicBezTo>
                    <a:pt x="4754" y="5787"/>
                    <a:pt x="1150" y="5876"/>
                    <a:pt x="468" y="6718"/>
                  </a:cubicBezTo>
                  <a:cubicBezTo>
                    <a:pt x="-385" y="7738"/>
                    <a:pt x="20" y="10414"/>
                    <a:pt x="937" y="11390"/>
                  </a:cubicBezTo>
                  <a:cubicBezTo>
                    <a:pt x="1491" y="11982"/>
                    <a:pt x="3986" y="12100"/>
                    <a:pt x="4519" y="12676"/>
                  </a:cubicBezTo>
                  <a:cubicBezTo>
                    <a:pt x="5244" y="13519"/>
                    <a:pt x="4135" y="15722"/>
                    <a:pt x="4669" y="16668"/>
                  </a:cubicBezTo>
                  <a:cubicBezTo>
                    <a:pt x="5202" y="17570"/>
                    <a:pt x="7440" y="18960"/>
                    <a:pt x="8571" y="19581"/>
                  </a:cubicBezTo>
                  <a:cubicBezTo>
                    <a:pt x="9423" y="20098"/>
                    <a:pt x="11279" y="21118"/>
                    <a:pt x="12409" y="21207"/>
                  </a:cubicBezTo>
                  <a:cubicBezTo>
                    <a:pt x="13240" y="21281"/>
                    <a:pt x="14818" y="20852"/>
                    <a:pt x="15437" y="20512"/>
                  </a:cubicBezTo>
                  <a:cubicBezTo>
                    <a:pt x="16396" y="19995"/>
                    <a:pt x="17313" y="18398"/>
                    <a:pt x="17995" y="17703"/>
                  </a:cubicBezTo>
                  <a:cubicBezTo>
                    <a:pt x="18720" y="16934"/>
                    <a:pt x="21151" y="15604"/>
                    <a:pt x="21172" y="1468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56" name="Shape 4838"/>
            <p:cNvSpPr/>
            <p:nvPr/>
          </p:nvSpPr>
          <p:spPr>
            <a:xfrm>
              <a:off x="10447328" y="805410"/>
              <a:ext cx="17717" cy="11389"/>
            </a:xfrm>
            <a:custGeom>
              <a:avLst/>
              <a:gdLst/>
              <a:ahLst/>
              <a:cxnLst>
                <a:cxn ang="0">
                  <a:pos x="wd2" y="hd2"/>
                </a:cxn>
                <a:cxn ang="5400000">
                  <a:pos x="wd2" y="hd2"/>
                </a:cxn>
                <a:cxn ang="10800000">
                  <a:pos x="wd2" y="hd2"/>
                </a:cxn>
                <a:cxn ang="16200000">
                  <a:pos x="wd2" y="hd2"/>
                </a:cxn>
              </a:cxnLst>
              <a:rect l="0" t="0" r="r" b="b"/>
              <a:pathLst>
                <a:path w="21020" h="20575" extrusionOk="0">
                  <a:moveTo>
                    <a:pt x="20062" y="18955"/>
                  </a:moveTo>
                  <a:cubicBezTo>
                    <a:pt x="18489" y="21269"/>
                    <a:pt x="13582" y="20498"/>
                    <a:pt x="11395" y="20254"/>
                  </a:cubicBezTo>
                  <a:cubicBezTo>
                    <a:pt x="9449" y="19970"/>
                    <a:pt x="5422" y="18792"/>
                    <a:pt x="3822" y="17046"/>
                  </a:cubicBezTo>
                  <a:cubicBezTo>
                    <a:pt x="2355" y="15422"/>
                    <a:pt x="-338" y="10388"/>
                    <a:pt x="35" y="7708"/>
                  </a:cubicBezTo>
                  <a:cubicBezTo>
                    <a:pt x="435" y="4541"/>
                    <a:pt x="4942" y="1171"/>
                    <a:pt x="6969" y="319"/>
                  </a:cubicBezTo>
                  <a:cubicBezTo>
                    <a:pt x="8569" y="-331"/>
                    <a:pt x="12009" y="75"/>
                    <a:pt x="13502" y="968"/>
                  </a:cubicBezTo>
                  <a:cubicBezTo>
                    <a:pt x="15662" y="2227"/>
                    <a:pt x="19795" y="6449"/>
                    <a:pt x="20675" y="9616"/>
                  </a:cubicBezTo>
                  <a:cubicBezTo>
                    <a:pt x="21262" y="11768"/>
                    <a:pt x="21129" y="17331"/>
                    <a:pt x="20062" y="1895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57" name="Shape 4839"/>
            <p:cNvSpPr/>
            <p:nvPr/>
          </p:nvSpPr>
          <p:spPr>
            <a:xfrm>
              <a:off x="10447328" y="805410"/>
              <a:ext cx="17717" cy="11399"/>
            </a:xfrm>
            <a:custGeom>
              <a:avLst/>
              <a:gdLst/>
              <a:ahLst/>
              <a:cxnLst>
                <a:cxn ang="0">
                  <a:pos x="wd2" y="hd2"/>
                </a:cxn>
                <a:cxn ang="5400000">
                  <a:pos x="wd2" y="hd2"/>
                </a:cxn>
                <a:cxn ang="10800000">
                  <a:pos x="wd2" y="hd2"/>
                </a:cxn>
                <a:cxn ang="16200000">
                  <a:pos x="wd2" y="hd2"/>
                </a:cxn>
              </a:cxnLst>
              <a:rect l="0" t="0" r="r" b="b"/>
              <a:pathLst>
                <a:path w="21020" h="20554" extrusionOk="0">
                  <a:moveTo>
                    <a:pt x="20062" y="18937"/>
                  </a:moveTo>
                  <a:cubicBezTo>
                    <a:pt x="18489" y="21247"/>
                    <a:pt x="13582" y="20477"/>
                    <a:pt x="11395" y="20234"/>
                  </a:cubicBezTo>
                  <a:cubicBezTo>
                    <a:pt x="9449" y="19950"/>
                    <a:pt x="5422" y="18775"/>
                    <a:pt x="3822" y="17032"/>
                  </a:cubicBezTo>
                  <a:cubicBezTo>
                    <a:pt x="2355" y="15371"/>
                    <a:pt x="-338" y="10386"/>
                    <a:pt x="35" y="7712"/>
                  </a:cubicBezTo>
                  <a:cubicBezTo>
                    <a:pt x="435" y="4551"/>
                    <a:pt x="4942" y="1187"/>
                    <a:pt x="6969" y="336"/>
                  </a:cubicBezTo>
                  <a:cubicBezTo>
                    <a:pt x="8569" y="-353"/>
                    <a:pt x="12009" y="93"/>
                    <a:pt x="13502" y="984"/>
                  </a:cubicBezTo>
                  <a:cubicBezTo>
                    <a:pt x="15662" y="2241"/>
                    <a:pt x="19795" y="6415"/>
                    <a:pt x="20675" y="9616"/>
                  </a:cubicBezTo>
                  <a:cubicBezTo>
                    <a:pt x="21262" y="11764"/>
                    <a:pt x="21129" y="17316"/>
                    <a:pt x="20062" y="18937"/>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58" name="Shape 4840"/>
            <p:cNvSpPr/>
            <p:nvPr/>
          </p:nvSpPr>
          <p:spPr>
            <a:xfrm>
              <a:off x="10424317" y="805410"/>
              <a:ext cx="37536" cy="42373"/>
            </a:xfrm>
            <a:custGeom>
              <a:avLst/>
              <a:gdLst/>
              <a:ahLst/>
              <a:cxnLst>
                <a:cxn ang="0">
                  <a:pos x="wd2" y="hd2"/>
                </a:cxn>
                <a:cxn ang="5400000">
                  <a:pos x="wd2" y="hd2"/>
                </a:cxn>
                <a:cxn ang="10800000">
                  <a:pos x="wd2" y="hd2"/>
                </a:cxn>
                <a:cxn ang="16200000">
                  <a:pos x="wd2" y="hd2"/>
                </a:cxn>
              </a:cxnLst>
              <a:rect l="0" t="0" r="r" b="b"/>
              <a:pathLst>
                <a:path w="20711" h="21345" extrusionOk="0">
                  <a:moveTo>
                    <a:pt x="12549" y="6190"/>
                  </a:moveTo>
                  <a:cubicBezTo>
                    <a:pt x="12512" y="5397"/>
                    <a:pt x="14855" y="4650"/>
                    <a:pt x="14905" y="3858"/>
                  </a:cubicBezTo>
                  <a:cubicBezTo>
                    <a:pt x="14942" y="3133"/>
                    <a:pt x="13653" y="1888"/>
                    <a:pt x="12933" y="1526"/>
                  </a:cubicBezTo>
                  <a:cubicBezTo>
                    <a:pt x="12487" y="1310"/>
                    <a:pt x="11384" y="1480"/>
                    <a:pt x="10888" y="1356"/>
                  </a:cubicBezTo>
                  <a:cubicBezTo>
                    <a:pt x="10082" y="1141"/>
                    <a:pt x="8755" y="-116"/>
                    <a:pt x="7949" y="9"/>
                  </a:cubicBezTo>
                  <a:cubicBezTo>
                    <a:pt x="6622" y="224"/>
                    <a:pt x="5196" y="2669"/>
                    <a:pt x="4328" y="3597"/>
                  </a:cubicBezTo>
                  <a:cubicBezTo>
                    <a:pt x="3758" y="4163"/>
                    <a:pt x="2567" y="5261"/>
                    <a:pt x="2158" y="5918"/>
                  </a:cubicBezTo>
                  <a:cubicBezTo>
                    <a:pt x="1414" y="7107"/>
                    <a:pt x="-644" y="9971"/>
                    <a:pt x="199" y="11114"/>
                  </a:cubicBezTo>
                  <a:cubicBezTo>
                    <a:pt x="509" y="11522"/>
                    <a:pt x="1811" y="11227"/>
                    <a:pt x="2369" y="11193"/>
                  </a:cubicBezTo>
                  <a:cubicBezTo>
                    <a:pt x="3001" y="11159"/>
                    <a:pt x="4378" y="10514"/>
                    <a:pt x="4911" y="10842"/>
                  </a:cubicBezTo>
                  <a:cubicBezTo>
                    <a:pt x="5506" y="11205"/>
                    <a:pt x="5370" y="12824"/>
                    <a:pt x="5692" y="13435"/>
                  </a:cubicBezTo>
                  <a:cubicBezTo>
                    <a:pt x="6163" y="14329"/>
                    <a:pt x="7850" y="15722"/>
                    <a:pt x="8234" y="16661"/>
                  </a:cubicBezTo>
                  <a:cubicBezTo>
                    <a:pt x="8494" y="17250"/>
                    <a:pt x="8209" y="18609"/>
                    <a:pt x="8532" y="19163"/>
                  </a:cubicBezTo>
                  <a:cubicBezTo>
                    <a:pt x="8978" y="19910"/>
                    <a:pt x="10540" y="21133"/>
                    <a:pt x="11470" y="21314"/>
                  </a:cubicBezTo>
                  <a:cubicBezTo>
                    <a:pt x="12363" y="21484"/>
                    <a:pt x="14273" y="20918"/>
                    <a:pt x="14992" y="20420"/>
                  </a:cubicBezTo>
                  <a:cubicBezTo>
                    <a:pt x="15748" y="19899"/>
                    <a:pt x="16331" y="18099"/>
                    <a:pt x="16951" y="17465"/>
                  </a:cubicBezTo>
                  <a:cubicBezTo>
                    <a:pt x="17707" y="16695"/>
                    <a:pt x="20162" y="15914"/>
                    <a:pt x="20572" y="14952"/>
                  </a:cubicBezTo>
                  <a:cubicBezTo>
                    <a:pt x="20956" y="14103"/>
                    <a:pt x="20472" y="12167"/>
                    <a:pt x="19989" y="11375"/>
                  </a:cubicBezTo>
                  <a:cubicBezTo>
                    <a:pt x="19431" y="10401"/>
                    <a:pt x="17435" y="8975"/>
                    <a:pt x="16368" y="8431"/>
                  </a:cubicBezTo>
                  <a:cubicBezTo>
                    <a:pt x="15885" y="8171"/>
                    <a:pt x="14769" y="8058"/>
                    <a:pt x="14322" y="7797"/>
                  </a:cubicBezTo>
                  <a:cubicBezTo>
                    <a:pt x="13777" y="7492"/>
                    <a:pt x="12549" y="6756"/>
                    <a:pt x="12549" y="619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59" name="Shape 4841"/>
            <p:cNvSpPr/>
            <p:nvPr/>
          </p:nvSpPr>
          <p:spPr>
            <a:xfrm>
              <a:off x="10424317" y="805410"/>
              <a:ext cx="37536" cy="42373"/>
            </a:xfrm>
            <a:custGeom>
              <a:avLst/>
              <a:gdLst/>
              <a:ahLst/>
              <a:cxnLst>
                <a:cxn ang="0">
                  <a:pos x="wd2" y="hd2"/>
                </a:cxn>
                <a:cxn ang="5400000">
                  <a:pos x="wd2" y="hd2"/>
                </a:cxn>
                <a:cxn ang="10800000">
                  <a:pos x="wd2" y="hd2"/>
                </a:cxn>
                <a:cxn ang="16200000">
                  <a:pos x="wd2" y="hd2"/>
                </a:cxn>
              </a:cxnLst>
              <a:rect l="0" t="0" r="r" b="b"/>
              <a:pathLst>
                <a:path w="20711" h="21345" extrusionOk="0">
                  <a:moveTo>
                    <a:pt x="12549" y="6190"/>
                  </a:moveTo>
                  <a:cubicBezTo>
                    <a:pt x="12512" y="5409"/>
                    <a:pt x="14855" y="4650"/>
                    <a:pt x="14905" y="3858"/>
                  </a:cubicBezTo>
                  <a:cubicBezTo>
                    <a:pt x="14942" y="3133"/>
                    <a:pt x="13653" y="1888"/>
                    <a:pt x="12933" y="1526"/>
                  </a:cubicBezTo>
                  <a:cubicBezTo>
                    <a:pt x="12487" y="1310"/>
                    <a:pt x="11384" y="1480"/>
                    <a:pt x="10888" y="1356"/>
                  </a:cubicBezTo>
                  <a:cubicBezTo>
                    <a:pt x="10082" y="1141"/>
                    <a:pt x="8755" y="-116"/>
                    <a:pt x="7949" y="9"/>
                  </a:cubicBezTo>
                  <a:cubicBezTo>
                    <a:pt x="6622" y="224"/>
                    <a:pt x="5196" y="2669"/>
                    <a:pt x="4316" y="3597"/>
                  </a:cubicBezTo>
                  <a:cubicBezTo>
                    <a:pt x="3758" y="4163"/>
                    <a:pt x="2567" y="5261"/>
                    <a:pt x="2158" y="5918"/>
                  </a:cubicBezTo>
                  <a:cubicBezTo>
                    <a:pt x="1414" y="7107"/>
                    <a:pt x="-644" y="9971"/>
                    <a:pt x="199" y="11114"/>
                  </a:cubicBezTo>
                  <a:cubicBezTo>
                    <a:pt x="509" y="11522"/>
                    <a:pt x="1811" y="11227"/>
                    <a:pt x="2357" y="11193"/>
                  </a:cubicBezTo>
                  <a:cubicBezTo>
                    <a:pt x="3001" y="11159"/>
                    <a:pt x="4378" y="10514"/>
                    <a:pt x="4911" y="10842"/>
                  </a:cubicBezTo>
                  <a:cubicBezTo>
                    <a:pt x="5506" y="11205"/>
                    <a:pt x="5370" y="12824"/>
                    <a:pt x="5692" y="13435"/>
                  </a:cubicBezTo>
                  <a:cubicBezTo>
                    <a:pt x="6163" y="14329"/>
                    <a:pt x="7850" y="15722"/>
                    <a:pt x="8234" y="16661"/>
                  </a:cubicBezTo>
                  <a:cubicBezTo>
                    <a:pt x="8494" y="17250"/>
                    <a:pt x="8209" y="18609"/>
                    <a:pt x="8532" y="19163"/>
                  </a:cubicBezTo>
                  <a:cubicBezTo>
                    <a:pt x="8978" y="19910"/>
                    <a:pt x="10540" y="21133"/>
                    <a:pt x="11470" y="21314"/>
                  </a:cubicBezTo>
                  <a:cubicBezTo>
                    <a:pt x="12363" y="21484"/>
                    <a:pt x="14273" y="20918"/>
                    <a:pt x="14992" y="20420"/>
                  </a:cubicBezTo>
                  <a:cubicBezTo>
                    <a:pt x="15748" y="19899"/>
                    <a:pt x="16331" y="18099"/>
                    <a:pt x="16951" y="17465"/>
                  </a:cubicBezTo>
                  <a:cubicBezTo>
                    <a:pt x="17707" y="16695"/>
                    <a:pt x="20162" y="15914"/>
                    <a:pt x="20572" y="14952"/>
                  </a:cubicBezTo>
                  <a:cubicBezTo>
                    <a:pt x="20956" y="14114"/>
                    <a:pt x="20472" y="12167"/>
                    <a:pt x="19989" y="11375"/>
                  </a:cubicBezTo>
                  <a:cubicBezTo>
                    <a:pt x="19431" y="10401"/>
                    <a:pt x="17435" y="8975"/>
                    <a:pt x="16368" y="8431"/>
                  </a:cubicBezTo>
                  <a:cubicBezTo>
                    <a:pt x="15885" y="8171"/>
                    <a:pt x="14769" y="8058"/>
                    <a:pt x="14322" y="7809"/>
                  </a:cubicBezTo>
                  <a:cubicBezTo>
                    <a:pt x="13777" y="7503"/>
                    <a:pt x="12549" y="6756"/>
                    <a:pt x="12549" y="619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60" name="Shape 4842"/>
            <p:cNvSpPr/>
            <p:nvPr/>
          </p:nvSpPr>
          <p:spPr>
            <a:xfrm>
              <a:off x="10470340" y="828422"/>
              <a:ext cx="17779" cy="24505"/>
            </a:xfrm>
            <a:custGeom>
              <a:avLst/>
              <a:gdLst/>
              <a:ahLst/>
              <a:cxnLst>
                <a:cxn ang="0">
                  <a:pos x="wd2" y="hd2"/>
                </a:cxn>
                <a:cxn ang="5400000">
                  <a:pos x="wd2" y="hd2"/>
                </a:cxn>
                <a:cxn ang="10800000">
                  <a:pos x="wd2" y="hd2"/>
                </a:cxn>
                <a:cxn ang="16200000">
                  <a:pos x="wd2" y="hd2"/>
                </a:cxn>
              </a:cxnLst>
              <a:rect l="0" t="0" r="r" b="b"/>
              <a:pathLst>
                <a:path w="21227" h="21161" extrusionOk="0">
                  <a:moveTo>
                    <a:pt x="8507" y="20744"/>
                  </a:moveTo>
                  <a:cubicBezTo>
                    <a:pt x="6655" y="19638"/>
                    <a:pt x="7595" y="15388"/>
                    <a:pt x="6387" y="13835"/>
                  </a:cubicBezTo>
                  <a:cubicBezTo>
                    <a:pt x="5314" y="12457"/>
                    <a:pt x="403" y="10982"/>
                    <a:pt x="28" y="9391"/>
                  </a:cubicBezTo>
                  <a:cubicBezTo>
                    <a:pt x="-321" y="7838"/>
                    <a:pt x="2711" y="4985"/>
                    <a:pt x="4053" y="3724"/>
                  </a:cubicBezTo>
                  <a:cubicBezTo>
                    <a:pt x="5072" y="2851"/>
                    <a:pt x="7326" y="1298"/>
                    <a:pt x="8748" y="813"/>
                  </a:cubicBezTo>
                  <a:cubicBezTo>
                    <a:pt x="10090" y="347"/>
                    <a:pt x="13176" y="-138"/>
                    <a:pt x="14651" y="37"/>
                  </a:cubicBezTo>
                  <a:cubicBezTo>
                    <a:pt x="15966" y="173"/>
                    <a:pt x="18515" y="968"/>
                    <a:pt x="19347" y="1725"/>
                  </a:cubicBezTo>
                  <a:cubicBezTo>
                    <a:pt x="20635" y="2928"/>
                    <a:pt x="21225" y="6169"/>
                    <a:pt x="21225" y="7702"/>
                  </a:cubicBezTo>
                  <a:cubicBezTo>
                    <a:pt x="21279" y="8847"/>
                    <a:pt x="20045" y="11021"/>
                    <a:pt x="19964" y="12166"/>
                  </a:cubicBezTo>
                  <a:cubicBezTo>
                    <a:pt x="19884" y="13350"/>
                    <a:pt x="21091" y="15737"/>
                    <a:pt x="20823" y="16901"/>
                  </a:cubicBezTo>
                  <a:cubicBezTo>
                    <a:pt x="20635" y="17697"/>
                    <a:pt x="19750" y="19288"/>
                    <a:pt x="18945" y="19832"/>
                  </a:cubicBezTo>
                  <a:cubicBezTo>
                    <a:pt x="18113" y="20356"/>
                    <a:pt x="15778" y="20802"/>
                    <a:pt x="14651" y="20899"/>
                  </a:cubicBezTo>
                  <a:cubicBezTo>
                    <a:pt x="13122" y="21074"/>
                    <a:pt x="9714" y="21462"/>
                    <a:pt x="8507" y="2074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61" name="Shape 4843"/>
            <p:cNvSpPr/>
            <p:nvPr/>
          </p:nvSpPr>
          <p:spPr>
            <a:xfrm>
              <a:off x="10470340" y="828422"/>
              <a:ext cx="17779" cy="24505"/>
            </a:xfrm>
            <a:custGeom>
              <a:avLst/>
              <a:gdLst/>
              <a:ahLst/>
              <a:cxnLst>
                <a:cxn ang="0">
                  <a:pos x="wd2" y="hd2"/>
                </a:cxn>
                <a:cxn ang="5400000">
                  <a:pos x="wd2" y="hd2"/>
                </a:cxn>
                <a:cxn ang="10800000">
                  <a:pos x="wd2" y="hd2"/>
                </a:cxn>
                <a:cxn ang="16200000">
                  <a:pos x="wd2" y="hd2"/>
                </a:cxn>
              </a:cxnLst>
              <a:rect l="0" t="0" r="r" b="b"/>
              <a:pathLst>
                <a:path w="21227" h="21161" extrusionOk="0">
                  <a:moveTo>
                    <a:pt x="8507" y="20744"/>
                  </a:moveTo>
                  <a:cubicBezTo>
                    <a:pt x="6655" y="19638"/>
                    <a:pt x="7595" y="15388"/>
                    <a:pt x="6387" y="13835"/>
                  </a:cubicBezTo>
                  <a:cubicBezTo>
                    <a:pt x="5314" y="12457"/>
                    <a:pt x="403" y="10982"/>
                    <a:pt x="28" y="9391"/>
                  </a:cubicBezTo>
                  <a:cubicBezTo>
                    <a:pt x="-321" y="7838"/>
                    <a:pt x="2711" y="4985"/>
                    <a:pt x="4053" y="3724"/>
                  </a:cubicBezTo>
                  <a:cubicBezTo>
                    <a:pt x="5072" y="2851"/>
                    <a:pt x="7326" y="1298"/>
                    <a:pt x="8748" y="813"/>
                  </a:cubicBezTo>
                  <a:cubicBezTo>
                    <a:pt x="10090" y="347"/>
                    <a:pt x="13176" y="-138"/>
                    <a:pt x="14651" y="37"/>
                  </a:cubicBezTo>
                  <a:cubicBezTo>
                    <a:pt x="15966" y="173"/>
                    <a:pt x="18515" y="968"/>
                    <a:pt x="19347" y="1725"/>
                  </a:cubicBezTo>
                  <a:cubicBezTo>
                    <a:pt x="20635" y="2928"/>
                    <a:pt x="21225" y="6169"/>
                    <a:pt x="21225" y="7702"/>
                  </a:cubicBezTo>
                  <a:cubicBezTo>
                    <a:pt x="21279" y="8847"/>
                    <a:pt x="20045" y="11021"/>
                    <a:pt x="19964" y="12166"/>
                  </a:cubicBezTo>
                  <a:cubicBezTo>
                    <a:pt x="19884" y="13350"/>
                    <a:pt x="21091" y="15737"/>
                    <a:pt x="20823" y="16901"/>
                  </a:cubicBezTo>
                  <a:cubicBezTo>
                    <a:pt x="20635" y="17697"/>
                    <a:pt x="19750" y="19288"/>
                    <a:pt x="18918" y="19832"/>
                  </a:cubicBezTo>
                  <a:cubicBezTo>
                    <a:pt x="18113" y="20356"/>
                    <a:pt x="15778" y="20802"/>
                    <a:pt x="14651" y="20899"/>
                  </a:cubicBezTo>
                  <a:cubicBezTo>
                    <a:pt x="13122" y="21074"/>
                    <a:pt x="9714" y="21462"/>
                    <a:pt x="8507" y="2074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62" name="Shape 4844"/>
            <p:cNvSpPr/>
            <p:nvPr/>
          </p:nvSpPr>
          <p:spPr>
            <a:xfrm>
              <a:off x="10401305" y="943481"/>
              <a:ext cx="11289" cy="12432"/>
            </a:xfrm>
            <a:custGeom>
              <a:avLst/>
              <a:gdLst/>
              <a:ahLst/>
              <a:cxnLst>
                <a:cxn ang="0">
                  <a:pos x="wd2" y="hd2"/>
                </a:cxn>
                <a:cxn ang="5400000">
                  <a:pos x="wd2" y="hd2"/>
                </a:cxn>
                <a:cxn ang="10800000">
                  <a:pos x="wd2" y="hd2"/>
                </a:cxn>
                <a:cxn ang="16200000">
                  <a:pos x="wd2" y="hd2"/>
                </a:cxn>
              </a:cxnLst>
              <a:rect l="0" t="0" r="r" b="b"/>
              <a:pathLst>
                <a:path w="20278" h="21339" extrusionOk="0">
                  <a:moveTo>
                    <a:pt x="19507" y="5172"/>
                  </a:moveTo>
                  <a:cubicBezTo>
                    <a:pt x="18498" y="3167"/>
                    <a:pt x="14218" y="81"/>
                    <a:pt x="11877" y="4"/>
                  </a:cubicBezTo>
                  <a:cubicBezTo>
                    <a:pt x="9414" y="-112"/>
                    <a:pt x="4771" y="2704"/>
                    <a:pt x="3237" y="4594"/>
                  </a:cubicBezTo>
                  <a:cubicBezTo>
                    <a:pt x="1339" y="6985"/>
                    <a:pt x="-841" y="13658"/>
                    <a:pt x="330" y="16435"/>
                  </a:cubicBezTo>
                  <a:cubicBezTo>
                    <a:pt x="1299" y="18557"/>
                    <a:pt x="5982" y="21257"/>
                    <a:pt x="8405" y="21334"/>
                  </a:cubicBezTo>
                  <a:cubicBezTo>
                    <a:pt x="11312" y="21488"/>
                    <a:pt x="17287" y="18518"/>
                    <a:pt x="18902" y="16127"/>
                  </a:cubicBezTo>
                  <a:cubicBezTo>
                    <a:pt x="20436" y="13851"/>
                    <a:pt x="20759" y="7641"/>
                    <a:pt x="19507" y="517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63" name="Shape 4845"/>
            <p:cNvSpPr/>
            <p:nvPr/>
          </p:nvSpPr>
          <p:spPr>
            <a:xfrm>
              <a:off x="10401305" y="943481"/>
              <a:ext cx="11289" cy="12432"/>
            </a:xfrm>
            <a:custGeom>
              <a:avLst/>
              <a:gdLst/>
              <a:ahLst/>
              <a:cxnLst>
                <a:cxn ang="0">
                  <a:pos x="wd2" y="hd2"/>
                </a:cxn>
                <a:cxn ang="5400000">
                  <a:pos x="wd2" y="hd2"/>
                </a:cxn>
                <a:cxn ang="10800000">
                  <a:pos x="wd2" y="hd2"/>
                </a:cxn>
                <a:cxn ang="16200000">
                  <a:pos x="wd2" y="hd2"/>
                </a:cxn>
              </a:cxnLst>
              <a:rect l="0" t="0" r="r" b="b"/>
              <a:pathLst>
                <a:path w="20278" h="21339" extrusionOk="0">
                  <a:moveTo>
                    <a:pt x="19507" y="5172"/>
                  </a:moveTo>
                  <a:cubicBezTo>
                    <a:pt x="18498" y="3167"/>
                    <a:pt x="14218" y="81"/>
                    <a:pt x="11877" y="4"/>
                  </a:cubicBezTo>
                  <a:cubicBezTo>
                    <a:pt x="9414" y="-112"/>
                    <a:pt x="4771" y="2704"/>
                    <a:pt x="3237" y="4594"/>
                  </a:cubicBezTo>
                  <a:cubicBezTo>
                    <a:pt x="1339" y="6985"/>
                    <a:pt x="-841" y="13658"/>
                    <a:pt x="330" y="16435"/>
                  </a:cubicBezTo>
                  <a:cubicBezTo>
                    <a:pt x="1299" y="18557"/>
                    <a:pt x="5982" y="21257"/>
                    <a:pt x="8405" y="21334"/>
                  </a:cubicBezTo>
                  <a:cubicBezTo>
                    <a:pt x="11312" y="21488"/>
                    <a:pt x="17287" y="18518"/>
                    <a:pt x="18902" y="16127"/>
                  </a:cubicBezTo>
                  <a:cubicBezTo>
                    <a:pt x="20436" y="13851"/>
                    <a:pt x="20759" y="7641"/>
                    <a:pt x="19507" y="5172"/>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64" name="Shape 4846"/>
            <p:cNvSpPr/>
            <p:nvPr/>
          </p:nvSpPr>
          <p:spPr>
            <a:xfrm>
              <a:off x="10447328" y="897457"/>
              <a:ext cx="14485" cy="20471"/>
            </a:xfrm>
            <a:custGeom>
              <a:avLst/>
              <a:gdLst/>
              <a:ahLst/>
              <a:cxnLst>
                <a:cxn ang="0">
                  <a:pos x="wd2" y="hd2"/>
                </a:cxn>
                <a:cxn ang="5400000">
                  <a:pos x="wd2" y="hd2"/>
                </a:cxn>
                <a:cxn ang="10800000">
                  <a:pos x="wd2" y="hd2"/>
                </a:cxn>
                <a:cxn ang="16200000">
                  <a:pos x="wd2" y="hd2"/>
                </a:cxn>
              </a:cxnLst>
              <a:rect l="0" t="0" r="r" b="b"/>
              <a:pathLst>
                <a:path w="21092" h="21269" extrusionOk="0">
                  <a:moveTo>
                    <a:pt x="14634" y="21258"/>
                  </a:moveTo>
                  <a:cubicBezTo>
                    <a:pt x="11460" y="20931"/>
                    <a:pt x="10511" y="15023"/>
                    <a:pt x="8449" y="13318"/>
                  </a:cubicBezTo>
                  <a:cubicBezTo>
                    <a:pt x="6747" y="11987"/>
                    <a:pt x="1347" y="10703"/>
                    <a:pt x="398" y="9068"/>
                  </a:cubicBezTo>
                  <a:cubicBezTo>
                    <a:pt x="-453" y="7667"/>
                    <a:pt x="136" y="4235"/>
                    <a:pt x="1445" y="2974"/>
                  </a:cubicBezTo>
                  <a:cubicBezTo>
                    <a:pt x="2951" y="1549"/>
                    <a:pt x="8220" y="-132"/>
                    <a:pt x="10707" y="8"/>
                  </a:cubicBezTo>
                  <a:cubicBezTo>
                    <a:pt x="13096" y="195"/>
                    <a:pt x="17187" y="2483"/>
                    <a:pt x="18562" y="3908"/>
                  </a:cubicBezTo>
                  <a:cubicBezTo>
                    <a:pt x="20165" y="5706"/>
                    <a:pt x="20983" y="10213"/>
                    <a:pt x="21082" y="12384"/>
                  </a:cubicBezTo>
                  <a:cubicBezTo>
                    <a:pt x="21147" y="13715"/>
                    <a:pt x="20918" y="16424"/>
                    <a:pt x="20034" y="17545"/>
                  </a:cubicBezTo>
                  <a:cubicBezTo>
                    <a:pt x="19183" y="18759"/>
                    <a:pt x="16467" y="21468"/>
                    <a:pt x="14634" y="2125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65" name="Shape 4847"/>
            <p:cNvSpPr/>
            <p:nvPr/>
          </p:nvSpPr>
          <p:spPr>
            <a:xfrm>
              <a:off x="10447328" y="897457"/>
              <a:ext cx="14485" cy="20451"/>
            </a:xfrm>
            <a:custGeom>
              <a:avLst/>
              <a:gdLst/>
              <a:ahLst/>
              <a:cxnLst>
                <a:cxn ang="0">
                  <a:pos x="wd2" y="hd2"/>
                </a:cxn>
                <a:cxn ang="5400000">
                  <a:pos x="wd2" y="hd2"/>
                </a:cxn>
                <a:cxn ang="10800000">
                  <a:pos x="wd2" y="hd2"/>
                </a:cxn>
                <a:cxn ang="16200000">
                  <a:pos x="wd2" y="hd2"/>
                </a:cxn>
              </a:cxnLst>
              <a:rect l="0" t="0" r="r" b="b"/>
              <a:pathLst>
                <a:path w="21092" h="21249" extrusionOk="0">
                  <a:moveTo>
                    <a:pt x="14634" y="21238"/>
                  </a:moveTo>
                  <a:cubicBezTo>
                    <a:pt x="11460" y="20911"/>
                    <a:pt x="10511" y="15003"/>
                    <a:pt x="8449" y="13298"/>
                  </a:cubicBezTo>
                  <a:cubicBezTo>
                    <a:pt x="6747" y="11967"/>
                    <a:pt x="1347" y="10683"/>
                    <a:pt x="398" y="9072"/>
                  </a:cubicBezTo>
                  <a:cubicBezTo>
                    <a:pt x="-453" y="7647"/>
                    <a:pt x="136" y="4215"/>
                    <a:pt x="1445" y="2954"/>
                  </a:cubicBezTo>
                  <a:cubicBezTo>
                    <a:pt x="2951" y="1529"/>
                    <a:pt x="8220" y="-152"/>
                    <a:pt x="10707" y="11"/>
                  </a:cubicBezTo>
                  <a:cubicBezTo>
                    <a:pt x="13096" y="175"/>
                    <a:pt x="17187" y="2487"/>
                    <a:pt x="18562" y="3888"/>
                  </a:cubicBezTo>
                  <a:cubicBezTo>
                    <a:pt x="20165" y="5686"/>
                    <a:pt x="20983" y="10193"/>
                    <a:pt x="21082" y="12364"/>
                  </a:cubicBezTo>
                  <a:cubicBezTo>
                    <a:pt x="21147" y="13695"/>
                    <a:pt x="20918" y="16404"/>
                    <a:pt x="20034" y="17548"/>
                  </a:cubicBezTo>
                  <a:cubicBezTo>
                    <a:pt x="19183" y="18739"/>
                    <a:pt x="16467" y="21448"/>
                    <a:pt x="14634" y="2123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66" name="Shape 4848"/>
            <p:cNvSpPr/>
            <p:nvPr/>
          </p:nvSpPr>
          <p:spPr>
            <a:xfrm>
              <a:off x="10401305" y="759387"/>
              <a:ext cx="10825" cy="43026"/>
            </a:xfrm>
            <a:custGeom>
              <a:avLst/>
              <a:gdLst/>
              <a:ahLst/>
              <a:cxnLst>
                <a:cxn ang="0">
                  <a:pos x="wd2" y="hd2"/>
                </a:cxn>
                <a:cxn ang="5400000">
                  <a:pos x="wd2" y="hd2"/>
                </a:cxn>
                <a:cxn ang="10800000">
                  <a:pos x="wd2" y="hd2"/>
                </a:cxn>
                <a:cxn ang="16200000">
                  <a:pos x="wd2" y="hd2"/>
                </a:cxn>
              </a:cxnLst>
              <a:rect l="0" t="0" r="r" b="b"/>
              <a:pathLst>
                <a:path w="20848" h="21428" extrusionOk="0">
                  <a:moveTo>
                    <a:pt x="18038" y="21228"/>
                  </a:moveTo>
                  <a:cubicBezTo>
                    <a:pt x="21111" y="20523"/>
                    <a:pt x="20895" y="18117"/>
                    <a:pt x="20808" y="17065"/>
                  </a:cubicBezTo>
                  <a:cubicBezTo>
                    <a:pt x="20765" y="16270"/>
                    <a:pt x="18600" y="14760"/>
                    <a:pt x="18341" y="13965"/>
                  </a:cubicBezTo>
                  <a:cubicBezTo>
                    <a:pt x="18124" y="12891"/>
                    <a:pt x="20592" y="10675"/>
                    <a:pt x="19423" y="9634"/>
                  </a:cubicBezTo>
                  <a:cubicBezTo>
                    <a:pt x="18600" y="8906"/>
                    <a:pt x="13146" y="7899"/>
                    <a:pt x="12584" y="7160"/>
                  </a:cubicBezTo>
                  <a:cubicBezTo>
                    <a:pt x="11934" y="6254"/>
                    <a:pt x="15787" y="4530"/>
                    <a:pt x="16003" y="3613"/>
                  </a:cubicBezTo>
                  <a:cubicBezTo>
                    <a:pt x="16176" y="2796"/>
                    <a:pt x="16912" y="915"/>
                    <a:pt x="14618" y="345"/>
                  </a:cubicBezTo>
                  <a:cubicBezTo>
                    <a:pt x="13146" y="-47"/>
                    <a:pt x="7995" y="-103"/>
                    <a:pt x="6134" y="166"/>
                  </a:cubicBezTo>
                  <a:cubicBezTo>
                    <a:pt x="3277" y="580"/>
                    <a:pt x="593" y="2337"/>
                    <a:pt x="290" y="3165"/>
                  </a:cubicBezTo>
                  <a:cubicBezTo>
                    <a:pt x="-186" y="4239"/>
                    <a:pt x="3667" y="6265"/>
                    <a:pt x="4359" y="7328"/>
                  </a:cubicBezTo>
                  <a:cubicBezTo>
                    <a:pt x="5138" y="8503"/>
                    <a:pt x="7000" y="10876"/>
                    <a:pt x="6134" y="12018"/>
                  </a:cubicBezTo>
                  <a:cubicBezTo>
                    <a:pt x="5441" y="12779"/>
                    <a:pt x="853" y="13987"/>
                    <a:pt x="290" y="14760"/>
                  </a:cubicBezTo>
                  <a:cubicBezTo>
                    <a:pt x="-489" y="15722"/>
                    <a:pt x="377" y="17759"/>
                    <a:pt x="1978" y="18654"/>
                  </a:cubicBezTo>
                  <a:cubicBezTo>
                    <a:pt x="3407" y="19482"/>
                    <a:pt x="8255" y="20971"/>
                    <a:pt x="11588" y="21307"/>
                  </a:cubicBezTo>
                  <a:cubicBezTo>
                    <a:pt x="13060" y="21463"/>
                    <a:pt x="16782" y="21497"/>
                    <a:pt x="18038" y="2122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67" name="Shape 4849"/>
            <p:cNvSpPr/>
            <p:nvPr/>
          </p:nvSpPr>
          <p:spPr>
            <a:xfrm>
              <a:off x="10401305" y="759387"/>
              <a:ext cx="10828" cy="43026"/>
            </a:xfrm>
            <a:custGeom>
              <a:avLst/>
              <a:gdLst/>
              <a:ahLst/>
              <a:cxnLst>
                <a:cxn ang="0">
                  <a:pos x="wd2" y="hd2"/>
                </a:cxn>
                <a:cxn ang="5400000">
                  <a:pos x="wd2" y="hd2"/>
                </a:cxn>
                <a:cxn ang="10800000">
                  <a:pos x="wd2" y="hd2"/>
                </a:cxn>
                <a:cxn ang="16200000">
                  <a:pos x="wd2" y="hd2"/>
                </a:cxn>
              </a:cxnLst>
              <a:rect l="0" t="0" r="r" b="b"/>
              <a:pathLst>
                <a:path w="20855" h="21428" extrusionOk="0">
                  <a:moveTo>
                    <a:pt x="18044" y="21228"/>
                  </a:moveTo>
                  <a:cubicBezTo>
                    <a:pt x="21117" y="20523"/>
                    <a:pt x="20901" y="18117"/>
                    <a:pt x="20814" y="17065"/>
                  </a:cubicBezTo>
                  <a:cubicBezTo>
                    <a:pt x="20771" y="16270"/>
                    <a:pt x="18606" y="14760"/>
                    <a:pt x="18347" y="13965"/>
                  </a:cubicBezTo>
                  <a:cubicBezTo>
                    <a:pt x="18130" y="12891"/>
                    <a:pt x="20598" y="10675"/>
                    <a:pt x="19429" y="9634"/>
                  </a:cubicBezTo>
                  <a:cubicBezTo>
                    <a:pt x="18606" y="8906"/>
                    <a:pt x="13152" y="7899"/>
                    <a:pt x="12590" y="7160"/>
                  </a:cubicBezTo>
                  <a:cubicBezTo>
                    <a:pt x="11940" y="6254"/>
                    <a:pt x="15793" y="4530"/>
                    <a:pt x="16009" y="3613"/>
                  </a:cubicBezTo>
                  <a:cubicBezTo>
                    <a:pt x="16182" y="2796"/>
                    <a:pt x="16918" y="915"/>
                    <a:pt x="14624" y="345"/>
                  </a:cubicBezTo>
                  <a:cubicBezTo>
                    <a:pt x="13152" y="-47"/>
                    <a:pt x="8001" y="-103"/>
                    <a:pt x="6140" y="166"/>
                  </a:cubicBezTo>
                  <a:cubicBezTo>
                    <a:pt x="3283" y="580"/>
                    <a:pt x="599" y="2337"/>
                    <a:pt x="296" y="3165"/>
                  </a:cubicBezTo>
                  <a:cubicBezTo>
                    <a:pt x="-180" y="4239"/>
                    <a:pt x="3673" y="6265"/>
                    <a:pt x="4365" y="7328"/>
                  </a:cubicBezTo>
                  <a:cubicBezTo>
                    <a:pt x="5144" y="8503"/>
                    <a:pt x="7006" y="10876"/>
                    <a:pt x="6140" y="12018"/>
                  </a:cubicBezTo>
                  <a:cubicBezTo>
                    <a:pt x="5447" y="12779"/>
                    <a:pt x="859" y="13987"/>
                    <a:pt x="296" y="14771"/>
                  </a:cubicBezTo>
                  <a:cubicBezTo>
                    <a:pt x="-483" y="15722"/>
                    <a:pt x="339" y="17759"/>
                    <a:pt x="1984" y="18654"/>
                  </a:cubicBezTo>
                  <a:cubicBezTo>
                    <a:pt x="3413" y="19482"/>
                    <a:pt x="8261" y="20971"/>
                    <a:pt x="11594" y="21307"/>
                  </a:cubicBezTo>
                  <a:cubicBezTo>
                    <a:pt x="13066" y="21463"/>
                    <a:pt x="16788" y="21497"/>
                    <a:pt x="18044" y="2122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68" name="Shape 4850"/>
            <p:cNvSpPr/>
            <p:nvPr/>
          </p:nvSpPr>
          <p:spPr>
            <a:xfrm>
              <a:off x="10493351" y="805410"/>
              <a:ext cx="9845" cy="8515"/>
            </a:xfrm>
            <a:custGeom>
              <a:avLst/>
              <a:gdLst/>
              <a:ahLst/>
              <a:cxnLst>
                <a:cxn ang="0">
                  <a:pos x="wd2" y="hd2"/>
                </a:cxn>
                <a:cxn ang="5400000">
                  <a:pos x="wd2" y="hd2"/>
                </a:cxn>
                <a:cxn ang="10800000">
                  <a:pos x="wd2" y="hd2"/>
                </a:cxn>
                <a:cxn ang="16200000">
                  <a:pos x="wd2" y="hd2"/>
                </a:cxn>
              </a:cxnLst>
              <a:rect l="0" t="0" r="r" b="b"/>
              <a:pathLst>
                <a:path w="20567" h="20715" extrusionOk="0">
                  <a:moveTo>
                    <a:pt x="19362" y="16363"/>
                  </a:moveTo>
                  <a:cubicBezTo>
                    <a:pt x="18000" y="18769"/>
                    <a:pt x="12553" y="21011"/>
                    <a:pt x="10064" y="20683"/>
                  </a:cubicBezTo>
                  <a:cubicBezTo>
                    <a:pt x="7012" y="20300"/>
                    <a:pt x="720" y="15980"/>
                    <a:pt x="62" y="12480"/>
                  </a:cubicBezTo>
                  <a:cubicBezTo>
                    <a:pt x="-548" y="9254"/>
                    <a:pt x="3490" y="2747"/>
                    <a:pt x="5979" y="1216"/>
                  </a:cubicBezTo>
                  <a:cubicBezTo>
                    <a:pt x="8890" y="-480"/>
                    <a:pt x="16685" y="-589"/>
                    <a:pt x="18986" y="2090"/>
                  </a:cubicBezTo>
                  <a:cubicBezTo>
                    <a:pt x="21052" y="4715"/>
                    <a:pt x="21005" y="13410"/>
                    <a:pt x="19362" y="16363"/>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69" name="Shape 4851"/>
            <p:cNvSpPr/>
            <p:nvPr/>
          </p:nvSpPr>
          <p:spPr>
            <a:xfrm>
              <a:off x="10493351" y="805410"/>
              <a:ext cx="9845" cy="8513"/>
            </a:xfrm>
            <a:custGeom>
              <a:avLst/>
              <a:gdLst/>
              <a:ahLst/>
              <a:cxnLst>
                <a:cxn ang="0">
                  <a:pos x="wd2" y="hd2"/>
                </a:cxn>
                <a:cxn ang="5400000">
                  <a:pos x="wd2" y="hd2"/>
                </a:cxn>
                <a:cxn ang="10800000">
                  <a:pos x="wd2" y="hd2"/>
                </a:cxn>
                <a:cxn ang="16200000">
                  <a:pos x="wd2" y="hd2"/>
                </a:cxn>
              </a:cxnLst>
              <a:rect l="0" t="0" r="r" b="b"/>
              <a:pathLst>
                <a:path w="20567" h="20710" extrusionOk="0">
                  <a:moveTo>
                    <a:pt x="19362" y="16358"/>
                  </a:moveTo>
                  <a:cubicBezTo>
                    <a:pt x="18000" y="18764"/>
                    <a:pt x="12553" y="21006"/>
                    <a:pt x="10064" y="20678"/>
                  </a:cubicBezTo>
                  <a:cubicBezTo>
                    <a:pt x="7012" y="20295"/>
                    <a:pt x="673" y="15975"/>
                    <a:pt x="62" y="12475"/>
                  </a:cubicBezTo>
                  <a:cubicBezTo>
                    <a:pt x="-548" y="9249"/>
                    <a:pt x="3490" y="2742"/>
                    <a:pt x="5979" y="1211"/>
                  </a:cubicBezTo>
                  <a:cubicBezTo>
                    <a:pt x="8890" y="-485"/>
                    <a:pt x="16685" y="-594"/>
                    <a:pt x="18986" y="2140"/>
                  </a:cubicBezTo>
                  <a:cubicBezTo>
                    <a:pt x="21052" y="4710"/>
                    <a:pt x="21005" y="13405"/>
                    <a:pt x="19362" y="1635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70" name="Shape 4852"/>
            <p:cNvSpPr/>
            <p:nvPr/>
          </p:nvSpPr>
          <p:spPr>
            <a:xfrm>
              <a:off x="10493351" y="782399"/>
              <a:ext cx="22686" cy="21830"/>
            </a:xfrm>
            <a:custGeom>
              <a:avLst/>
              <a:gdLst/>
              <a:ahLst/>
              <a:cxnLst>
                <a:cxn ang="0">
                  <a:pos x="wd2" y="hd2"/>
                </a:cxn>
                <a:cxn ang="5400000">
                  <a:pos x="wd2" y="hd2"/>
                </a:cxn>
                <a:cxn ang="10800000">
                  <a:pos x="wd2" y="hd2"/>
                </a:cxn>
                <a:cxn ang="16200000">
                  <a:pos x="wd2" y="hd2"/>
                </a:cxn>
              </a:cxnLst>
              <a:rect l="0" t="0" r="r" b="b"/>
              <a:pathLst>
                <a:path w="20706" h="21346" extrusionOk="0">
                  <a:moveTo>
                    <a:pt x="16120" y="21344"/>
                  </a:moveTo>
                  <a:cubicBezTo>
                    <a:pt x="14315" y="21476"/>
                    <a:pt x="14090" y="15411"/>
                    <a:pt x="12387" y="14752"/>
                  </a:cubicBezTo>
                  <a:cubicBezTo>
                    <a:pt x="11115" y="14247"/>
                    <a:pt x="8674" y="16422"/>
                    <a:pt x="7382" y="16510"/>
                  </a:cubicBezTo>
                  <a:cubicBezTo>
                    <a:pt x="5495" y="16620"/>
                    <a:pt x="674" y="16818"/>
                    <a:pt x="59" y="14928"/>
                  </a:cubicBezTo>
                  <a:cubicBezTo>
                    <a:pt x="-577" y="12906"/>
                    <a:pt x="4100" y="10116"/>
                    <a:pt x="5269" y="8314"/>
                  </a:cubicBezTo>
                  <a:cubicBezTo>
                    <a:pt x="6151" y="6951"/>
                    <a:pt x="7197" y="3633"/>
                    <a:pt x="8346" y="2403"/>
                  </a:cubicBezTo>
                  <a:cubicBezTo>
                    <a:pt x="9146" y="1546"/>
                    <a:pt x="11218" y="-124"/>
                    <a:pt x="12387" y="8"/>
                  </a:cubicBezTo>
                  <a:cubicBezTo>
                    <a:pt x="13720" y="96"/>
                    <a:pt x="15628" y="2491"/>
                    <a:pt x="16592" y="3458"/>
                  </a:cubicBezTo>
                  <a:cubicBezTo>
                    <a:pt x="17720" y="4578"/>
                    <a:pt x="20305" y="6732"/>
                    <a:pt x="20654" y="8314"/>
                  </a:cubicBezTo>
                  <a:cubicBezTo>
                    <a:pt x="21023" y="10116"/>
                    <a:pt x="19320" y="13587"/>
                    <a:pt x="18685" y="15279"/>
                  </a:cubicBezTo>
                  <a:cubicBezTo>
                    <a:pt x="18151" y="16840"/>
                    <a:pt x="17659" y="21256"/>
                    <a:pt x="16120" y="2134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71" name="Shape 4853"/>
            <p:cNvSpPr/>
            <p:nvPr/>
          </p:nvSpPr>
          <p:spPr>
            <a:xfrm>
              <a:off x="10493351" y="782399"/>
              <a:ext cx="22686" cy="21830"/>
            </a:xfrm>
            <a:custGeom>
              <a:avLst/>
              <a:gdLst/>
              <a:ahLst/>
              <a:cxnLst>
                <a:cxn ang="0">
                  <a:pos x="wd2" y="hd2"/>
                </a:cxn>
                <a:cxn ang="5400000">
                  <a:pos x="wd2" y="hd2"/>
                </a:cxn>
                <a:cxn ang="10800000">
                  <a:pos x="wd2" y="hd2"/>
                </a:cxn>
                <a:cxn ang="16200000">
                  <a:pos x="wd2" y="hd2"/>
                </a:cxn>
              </a:cxnLst>
              <a:rect l="0" t="0" r="r" b="b"/>
              <a:pathLst>
                <a:path w="20706" h="21346" extrusionOk="0">
                  <a:moveTo>
                    <a:pt x="16120" y="21344"/>
                  </a:moveTo>
                  <a:cubicBezTo>
                    <a:pt x="14315" y="21476"/>
                    <a:pt x="14090" y="15411"/>
                    <a:pt x="12367" y="14730"/>
                  </a:cubicBezTo>
                  <a:cubicBezTo>
                    <a:pt x="11115" y="14247"/>
                    <a:pt x="8674" y="16422"/>
                    <a:pt x="7382" y="16510"/>
                  </a:cubicBezTo>
                  <a:cubicBezTo>
                    <a:pt x="5495" y="16620"/>
                    <a:pt x="654" y="16818"/>
                    <a:pt x="59" y="14928"/>
                  </a:cubicBezTo>
                  <a:cubicBezTo>
                    <a:pt x="-577" y="12906"/>
                    <a:pt x="4100" y="10116"/>
                    <a:pt x="5269" y="8314"/>
                  </a:cubicBezTo>
                  <a:cubicBezTo>
                    <a:pt x="6151" y="6951"/>
                    <a:pt x="7197" y="3633"/>
                    <a:pt x="8346" y="2403"/>
                  </a:cubicBezTo>
                  <a:cubicBezTo>
                    <a:pt x="9126" y="1546"/>
                    <a:pt x="11218" y="-124"/>
                    <a:pt x="12367" y="8"/>
                  </a:cubicBezTo>
                  <a:cubicBezTo>
                    <a:pt x="13720" y="96"/>
                    <a:pt x="15608" y="2491"/>
                    <a:pt x="16592" y="3458"/>
                  </a:cubicBezTo>
                  <a:cubicBezTo>
                    <a:pt x="17720" y="4578"/>
                    <a:pt x="20305" y="6732"/>
                    <a:pt x="20654" y="8314"/>
                  </a:cubicBezTo>
                  <a:cubicBezTo>
                    <a:pt x="21023" y="10116"/>
                    <a:pt x="19320" y="13587"/>
                    <a:pt x="18685" y="15279"/>
                  </a:cubicBezTo>
                  <a:cubicBezTo>
                    <a:pt x="18151" y="16840"/>
                    <a:pt x="17659" y="21256"/>
                    <a:pt x="16120" y="21344"/>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72" name="Shape 4854"/>
            <p:cNvSpPr/>
            <p:nvPr/>
          </p:nvSpPr>
          <p:spPr>
            <a:xfrm>
              <a:off x="10539375" y="805410"/>
              <a:ext cx="13228" cy="11405"/>
            </a:xfrm>
            <a:custGeom>
              <a:avLst/>
              <a:gdLst/>
              <a:ahLst/>
              <a:cxnLst>
                <a:cxn ang="0">
                  <a:pos x="wd2" y="hd2"/>
                </a:cxn>
                <a:cxn ang="5400000">
                  <a:pos x="wd2" y="hd2"/>
                </a:cxn>
                <a:cxn ang="10800000">
                  <a:pos x="wd2" y="hd2"/>
                </a:cxn>
                <a:cxn ang="16200000">
                  <a:pos x="wd2" y="hd2"/>
                </a:cxn>
              </a:cxnLst>
              <a:rect l="0" t="0" r="r" b="b"/>
              <a:pathLst>
                <a:path w="20875" h="20528" extrusionOk="0">
                  <a:moveTo>
                    <a:pt x="7961" y="20475"/>
                  </a:moveTo>
                  <a:cubicBezTo>
                    <a:pt x="5549" y="19989"/>
                    <a:pt x="725" y="16227"/>
                    <a:pt x="87" y="13477"/>
                  </a:cubicBezTo>
                  <a:cubicBezTo>
                    <a:pt x="-587" y="10039"/>
                    <a:pt x="2782" y="2434"/>
                    <a:pt x="5478" y="695"/>
                  </a:cubicBezTo>
                  <a:cubicBezTo>
                    <a:pt x="7500" y="-721"/>
                    <a:pt x="12926" y="250"/>
                    <a:pt x="14983" y="1625"/>
                  </a:cubicBezTo>
                  <a:cubicBezTo>
                    <a:pt x="17182" y="3081"/>
                    <a:pt x="21013" y="8299"/>
                    <a:pt x="20871" y="11212"/>
                  </a:cubicBezTo>
                  <a:cubicBezTo>
                    <a:pt x="20729" y="13355"/>
                    <a:pt x="17395" y="16470"/>
                    <a:pt x="15799" y="17603"/>
                  </a:cubicBezTo>
                  <a:cubicBezTo>
                    <a:pt x="14061" y="18897"/>
                    <a:pt x="9947" y="20879"/>
                    <a:pt x="7961" y="2047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73" name="Shape 4855"/>
            <p:cNvSpPr/>
            <p:nvPr/>
          </p:nvSpPr>
          <p:spPr>
            <a:xfrm>
              <a:off x="10539375" y="805410"/>
              <a:ext cx="13228" cy="11405"/>
            </a:xfrm>
            <a:custGeom>
              <a:avLst/>
              <a:gdLst/>
              <a:ahLst/>
              <a:cxnLst>
                <a:cxn ang="0">
                  <a:pos x="wd2" y="hd2"/>
                </a:cxn>
                <a:cxn ang="5400000">
                  <a:pos x="wd2" y="hd2"/>
                </a:cxn>
                <a:cxn ang="10800000">
                  <a:pos x="wd2" y="hd2"/>
                </a:cxn>
                <a:cxn ang="16200000">
                  <a:pos x="wd2" y="hd2"/>
                </a:cxn>
              </a:cxnLst>
              <a:rect l="0" t="0" r="r" b="b"/>
              <a:pathLst>
                <a:path w="20875" h="20528" extrusionOk="0">
                  <a:moveTo>
                    <a:pt x="7961" y="20475"/>
                  </a:moveTo>
                  <a:cubicBezTo>
                    <a:pt x="5549" y="19989"/>
                    <a:pt x="725" y="16227"/>
                    <a:pt x="87" y="13477"/>
                  </a:cubicBezTo>
                  <a:cubicBezTo>
                    <a:pt x="-587" y="10039"/>
                    <a:pt x="2782" y="2434"/>
                    <a:pt x="5478" y="695"/>
                  </a:cubicBezTo>
                  <a:cubicBezTo>
                    <a:pt x="7500" y="-721"/>
                    <a:pt x="12926" y="250"/>
                    <a:pt x="14983" y="1625"/>
                  </a:cubicBezTo>
                  <a:cubicBezTo>
                    <a:pt x="17182" y="3081"/>
                    <a:pt x="21013" y="8299"/>
                    <a:pt x="20871" y="11212"/>
                  </a:cubicBezTo>
                  <a:cubicBezTo>
                    <a:pt x="20729" y="13355"/>
                    <a:pt x="17395" y="16470"/>
                    <a:pt x="15799" y="17603"/>
                  </a:cubicBezTo>
                  <a:cubicBezTo>
                    <a:pt x="14061" y="18897"/>
                    <a:pt x="9982" y="20879"/>
                    <a:pt x="7961" y="2047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74" name="Shape 4856"/>
            <p:cNvSpPr/>
            <p:nvPr/>
          </p:nvSpPr>
          <p:spPr>
            <a:xfrm>
              <a:off x="10516363" y="782399"/>
              <a:ext cx="9842" cy="12818"/>
            </a:xfrm>
            <a:custGeom>
              <a:avLst/>
              <a:gdLst/>
              <a:ahLst/>
              <a:cxnLst>
                <a:cxn ang="0">
                  <a:pos x="wd2" y="hd2"/>
                </a:cxn>
                <a:cxn ang="5400000">
                  <a:pos x="wd2" y="hd2"/>
                </a:cxn>
                <a:cxn ang="10800000">
                  <a:pos x="wd2" y="hd2"/>
                </a:cxn>
                <a:cxn ang="16200000">
                  <a:pos x="wd2" y="hd2"/>
                </a:cxn>
              </a:cxnLst>
              <a:rect l="0" t="0" r="r" b="b"/>
              <a:pathLst>
                <a:path w="20744" h="20847" extrusionOk="0">
                  <a:moveTo>
                    <a:pt x="12506" y="20756"/>
                  </a:moveTo>
                  <a:cubicBezTo>
                    <a:pt x="9569" y="21377"/>
                    <a:pt x="2938" y="18709"/>
                    <a:pt x="1232" y="16699"/>
                  </a:cubicBezTo>
                  <a:cubicBezTo>
                    <a:pt x="-473" y="14652"/>
                    <a:pt x="-236" y="9170"/>
                    <a:pt x="901" y="6867"/>
                  </a:cubicBezTo>
                  <a:cubicBezTo>
                    <a:pt x="1943" y="4748"/>
                    <a:pt x="6348" y="1020"/>
                    <a:pt x="9095" y="216"/>
                  </a:cubicBezTo>
                  <a:cubicBezTo>
                    <a:pt x="10659" y="-223"/>
                    <a:pt x="14211" y="33"/>
                    <a:pt x="15538" y="764"/>
                  </a:cubicBezTo>
                  <a:cubicBezTo>
                    <a:pt x="18332" y="2518"/>
                    <a:pt x="21127" y="8439"/>
                    <a:pt x="20701" y="11217"/>
                  </a:cubicBezTo>
                  <a:cubicBezTo>
                    <a:pt x="20322" y="14067"/>
                    <a:pt x="16059" y="19988"/>
                    <a:pt x="12506" y="20756"/>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75" name="Shape 4857"/>
            <p:cNvSpPr/>
            <p:nvPr/>
          </p:nvSpPr>
          <p:spPr>
            <a:xfrm>
              <a:off x="10516363" y="782399"/>
              <a:ext cx="9838" cy="12824"/>
            </a:xfrm>
            <a:custGeom>
              <a:avLst/>
              <a:gdLst/>
              <a:ahLst/>
              <a:cxnLst>
                <a:cxn ang="0">
                  <a:pos x="wd2" y="hd2"/>
                </a:cxn>
                <a:cxn ang="5400000">
                  <a:pos x="wd2" y="hd2"/>
                </a:cxn>
                <a:cxn ang="10800000">
                  <a:pos x="wd2" y="hd2"/>
                </a:cxn>
                <a:cxn ang="16200000">
                  <a:pos x="wd2" y="hd2"/>
                </a:cxn>
              </a:cxnLst>
              <a:rect l="0" t="0" r="r" b="b"/>
              <a:pathLst>
                <a:path w="20781" h="20821" extrusionOk="0">
                  <a:moveTo>
                    <a:pt x="12533" y="20720"/>
                  </a:moveTo>
                  <a:cubicBezTo>
                    <a:pt x="9590" y="21377"/>
                    <a:pt x="2944" y="18677"/>
                    <a:pt x="1235" y="16670"/>
                  </a:cubicBezTo>
                  <a:cubicBezTo>
                    <a:pt x="-474" y="14627"/>
                    <a:pt x="-237" y="9154"/>
                    <a:pt x="903" y="6855"/>
                  </a:cubicBezTo>
                  <a:cubicBezTo>
                    <a:pt x="1947" y="4739"/>
                    <a:pt x="6362" y="1018"/>
                    <a:pt x="9115" y="215"/>
                  </a:cubicBezTo>
                  <a:cubicBezTo>
                    <a:pt x="10682" y="-223"/>
                    <a:pt x="14242" y="32"/>
                    <a:pt x="15572" y="762"/>
                  </a:cubicBezTo>
                  <a:cubicBezTo>
                    <a:pt x="18373" y="2513"/>
                    <a:pt x="21126" y="8424"/>
                    <a:pt x="20746" y="11197"/>
                  </a:cubicBezTo>
                  <a:cubicBezTo>
                    <a:pt x="20366" y="14043"/>
                    <a:pt x="16094" y="19954"/>
                    <a:pt x="12533" y="2072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76" name="Shape 4858"/>
            <p:cNvSpPr/>
            <p:nvPr/>
          </p:nvSpPr>
          <p:spPr>
            <a:xfrm>
              <a:off x="10493351" y="782399"/>
              <a:ext cx="8892" cy="8643"/>
            </a:xfrm>
            <a:custGeom>
              <a:avLst/>
              <a:gdLst/>
              <a:ahLst/>
              <a:cxnLst>
                <a:cxn ang="0">
                  <a:pos x="wd2" y="hd2"/>
                </a:cxn>
                <a:cxn ang="5400000">
                  <a:pos x="wd2" y="hd2"/>
                </a:cxn>
                <a:cxn ang="10800000">
                  <a:pos x="wd2" y="hd2"/>
                </a:cxn>
                <a:cxn ang="16200000">
                  <a:pos x="wd2" y="hd2"/>
                </a:cxn>
              </a:cxnLst>
              <a:rect l="0" t="0" r="r" b="b"/>
              <a:pathLst>
                <a:path w="19920" h="20715" extrusionOk="0">
                  <a:moveTo>
                    <a:pt x="16027" y="13008"/>
                  </a:moveTo>
                  <a:cubicBezTo>
                    <a:pt x="14617" y="15324"/>
                    <a:pt x="11345" y="20549"/>
                    <a:pt x="8877" y="20710"/>
                  </a:cubicBezTo>
                  <a:cubicBezTo>
                    <a:pt x="6108" y="20872"/>
                    <a:pt x="721" y="16347"/>
                    <a:pt x="117" y="13492"/>
                  </a:cubicBezTo>
                  <a:cubicBezTo>
                    <a:pt x="-689" y="10099"/>
                    <a:pt x="2835" y="2773"/>
                    <a:pt x="5655" y="1103"/>
                  </a:cubicBezTo>
                  <a:cubicBezTo>
                    <a:pt x="8676" y="-728"/>
                    <a:pt x="17739" y="-351"/>
                    <a:pt x="19652" y="2773"/>
                  </a:cubicBezTo>
                  <a:cubicBezTo>
                    <a:pt x="20911" y="5089"/>
                    <a:pt x="17387" y="10799"/>
                    <a:pt x="16027" y="1300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77" name="Shape 4859"/>
            <p:cNvSpPr/>
            <p:nvPr/>
          </p:nvSpPr>
          <p:spPr>
            <a:xfrm>
              <a:off x="10493351" y="782399"/>
              <a:ext cx="8892" cy="8643"/>
            </a:xfrm>
            <a:custGeom>
              <a:avLst/>
              <a:gdLst/>
              <a:ahLst/>
              <a:cxnLst>
                <a:cxn ang="0">
                  <a:pos x="wd2" y="hd2"/>
                </a:cxn>
                <a:cxn ang="5400000">
                  <a:pos x="wd2" y="hd2"/>
                </a:cxn>
                <a:cxn ang="10800000">
                  <a:pos x="wd2" y="hd2"/>
                </a:cxn>
                <a:cxn ang="16200000">
                  <a:pos x="wd2" y="hd2"/>
                </a:cxn>
              </a:cxnLst>
              <a:rect l="0" t="0" r="r" b="b"/>
              <a:pathLst>
                <a:path w="19920" h="20715" extrusionOk="0">
                  <a:moveTo>
                    <a:pt x="16027" y="13008"/>
                  </a:moveTo>
                  <a:cubicBezTo>
                    <a:pt x="14617" y="15324"/>
                    <a:pt x="11345" y="20549"/>
                    <a:pt x="8877" y="20710"/>
                  </a:cubicBezTo>
                  <a:cubicBezTo>
                    <a:pt x="6108" y="20872"/>
                    <a:pt x="721" y="16347"/>
                    <a:pt x="117" y="13492"/>
                  </a:cubicBezTo>
                  <a:cubicBezTo>
                    <a:pt x="-689" y="10099"/>
                    <a:pt x="2835" y="2773"/>
                    <a:pt x="5655" y="1103"/>
                  </a:cubicBezTo>
                  <a:cubicBezTo>
                    <a:pt x="8676" y="-728"/>
                    <a:pt x="17739" y="-351"/>
                    <a:pt x="19652" y="2773"/>
                  </a:cubicBezTo>
                  <a:cubicBezTo>
                    <a:pt x="20911" y="5089"/>
                    <a:pt x="17387" y="10799"/>
                    <a:pt x="16027" y="13008"/>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78" name="Shape 4860"/>
            <p:cNvSpPr/>
            <p:nvPr/>
          </p:nvSpPr>
          <p:spPr>
            <a:xfrm>
              <a:off x="10539375" y="759387"/>
              <a:ext cx="11499" cy="13712"/>
            </a:xfrm>
            <a:custGeom>
              <a:avLst/>
              <a:gdLst/>
              <a:ahLst/>
              <a:cxnLst>
                <a:cxn ang="0">
                  <a:pos x="wd2" y="hd2"/>
                </a:cxn>
                <a:cxn ang="5400000">
                  <a:pos x="wd2" y="hd2"/>
                </a:cxn>
                <a:cxn ang="10800000">
                  <a:pos x="wd2" y="hd2"/>
                </a:cxn>
                <a:cxn ang="16200000">
                  <a:pos x="wd2" y="hd2"/>
                </a:cxn>
              </a:cxnLst>
              <a:rect l="0" t="0" r="r" b="b"/>
              <a:pathLst>
                <a:path w="20431" h="20337" extrusionOk="0">
                  <a:moveTo>
                    <a:pt x="16633" y="19540"/>
                  </a:moveTo>
                  <a:cubicBezTo>
                    <a:pt x="14837" y="21140"/>
                    <a:pt x="8369" y="20040"/>
                    <a:pt x="6253" y="18773"/>
                  </a:cubicBezTo>
                  <a:cubicBezTo>
                    <a:pt x="3138" y="16940"/>
                    <a:pt x="-1014" y="10140"/>
                    <a:pt x="224" y="7173"/>
                  </a:cubicBezTo>
                  <a:cubicBezTo>
                    <a:pt x="1541" y="3807"/>
                    <a:pt x="10844" y="-460"/>
                    <a:pt x="15036" y="40"/>
                  </a:cubicBezTo>
                  <a:cubicBezTo>
                    <a:pt x="16993" y="307"/>
                    <a:pt x="20307" y="3173"/>
                    <a:pt x="20426" y="4773"/>
                  </a:cubicBezTo>
                  <a:cubicBezTo>
                    <a:pt x="20586" y="6573"/>
                    <a:pt x="15915" y="8840"/>
                    <a:pt x="15396" y="10607"/>
                  </a:cubicBezTo>
                  <a:cubicBezTo>
                    <a:pt x="14717" y="12773"/>
                    <a:pt x="18470" y="17940"/>
                    <a:pt x="16633" y="1954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79" name="Shape 4861"/>
            <p:cNvSpPr/>
            <p:nvPr/>
          </p:nvSpPr>
          <p:spPr>
            <a:xfrm>
              <a:off x="10539375" y="759387"/>
              <a:ext cx="11499" cy="13712"/>
            </a:xfrm>
            <a:custGeom>
              <a:avLst/>
              <a:gdLst/>
              <a:ahLst/>
              <a:cxnLst>
                <a:cxn ang="0">
                  <a:pos x="wd2" y="hd2"/>
                </a:cxn>
                <a:cxn ang="5400000">
                  <a:pos x="wd2" y="hd2"/>
                </a:cxn>
                <a:cxn ang="10800000">
                  <a:pos x="wd2" y="hd2"/>
                </a:cxn>
                <a:cxn ang="16200000">
                  <a:pos x="wd2" y="hd2"/>
                </a:cxn>
              </a:cxnLst>
              <a:rect l="0" t="0" r="r" b="b"/>
              <a:pathLst>
                <a:path w="20431" h="20337" extrusionOk="0">
                  <a:moveTo>
                    <a:pt x="16673" y="19540"/>
                  </a:moveTo>
                  <a:cubicBezTo>
                    <a:pt x="14837" y="21140"/>
                    <a:pt x="8369" y="20040"/>
                    <a:pt x="6253" y="18773"/>
                  </a:cubicBezTo>
                  <a:cubicBezTo>
                    <a:pt x="3138" y="16940"/>
                    <a:pt x="-1014" y="10140"/>
                    <a:pt x="224" y="7173"/>
                  </a:cubicBezTo>
                  <a:cubicBezTo>
                    <a:pt x="1541" y="3807"/>
                    <a:pt x="10844" y="-460"/>
                    <a:pt x="15036" y="40"/>
                  </a:cubicBezTo>
                  <a:cubicBezTo>
                    <a:pt x="16993" y="307"/>
                    <a:pt x="20307" y="3173"/>
                    <a:pt x="20426" y="4773"/>
                  </a:cubicBezTo>
                  <a:cubicBezTo>
                    <a:pt x="20586" y="6573"/>
                    <a:pt x="15915" y="8840"/>
                    <a:pt x="15396" y="10607"/>
                  </a:cubicBezTo>
                  <a:cubicBezTo>
                    <a:pt x="14717" y="12773"/>
                    <a:pt x="18470" y="17940"/>
                    <a:pt x="16673" y="19540"/>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80" name="Shape 4862"/>
            <p:cNvSpPr/>
            <p:nvPr/>
          </p:nvSpPr>
          <p:spPr>
            <a:xfrm>
              <a:off x="9964082" y="-1"/>
              <a:ext cx="756333" cy="1207424"/>
            </a:xfrm>
            <a:custGeom>
              <a:avLst/>
              <a:gdLst/>
              <a:ahLst/>
              <a:cxnLst>
                <a:cxn ang="0">
                  <a:pos x="wd2" y="hd2"/>
                </a:cxn>
                <a:cxn ang="5400000">
                  <a:pos x="wd2" y="hd2"/>
                </a:cxn>
                <a:cxn ang="10800000">
                  <a:pos x="wd2" y="hd2"/>
                </a:cxn>
                <a:cxn ang="16200000">
                  <a:pos x="wd2" y="hd2"/>
                </a:cxn>
              </a:cxnLst>
              <a:rect l="0" t="0" r="r" b="b"/>
              <a:pathLst>
                <a:path w="21599" h="21594" extrusionOk="0">
                  <a:moveTo>
                    <a:pt x="21541" y="9665"/>
                  </a:moveTo>
                  <a:cubicBezTo>
                    <a:pt x="21563" y="9686"/>
                    <a:pt x="21600" y="9734"/>
                    <a:pt x="21599" y="9760"/>
                  </a:cubicBezTo>
                  <a:cubicBezTo>
                    <a:pt x="21599" y="9785"/>
                    <a:pt x="21556" y="9832"/>
                    <a:pt x="21539" y="9855"/>
                  </a:cubicBezTo>
                  <a:cubicBezTo>
                    <a:pt x="21516" y="9885"/>
                    <a:pt x="21477" y="9950"/>
                    <a:pt x="21441" y="9974"/>
                  </a:cubicBezTo>
                  <a:cubicBezTo>
                    <a:pt x="21404" y="10000"/>
                    <a:pt x="21290" y="10020"/>
                    <a:pt x="21251" y="10045"/>
                  </a:cubicBezTo>
                  <a:cubicBezTo>
                    <a:pt x="21219" y="10067"/>
                    <a:pt x="21185" y="10125"/>
                    <a:pt x="21166" y="10152"/>
                  </a:cubicBezTo>
                  <a:cubicBezTo>
                    <a:pt x="21149" y="10174"/>
                    <a:pt x="21114" y="10218"/>
                    <a:pt x="21110" y="10243"/>
                  </a:cubicBezTo>
                  <a:cubicBezTo>
                    <a:pt x="21102" y="10284"/>
                    <a:pt x="21142" y="10403"/>
                    <a:pt x="21142" y="10407"/>
                  </a:cubicBezTo>
                  <a:cubicBezTo>
                    <a:pt x="21142" y="10413"/>
                    <a:pt x="21096" y="10538"/>
                    <a:pt x="21066" y="10578"/>
                  </a:cubicBezTo>
                  <a:cubicBezTo>
                    <a:pt x="21034" y="10622"/>
                    <a:pt x="20958" y="10711"/>
                    <a:pt x="20897" y="10741"/>
                  </a:cubicBezTo>
                  <a:cubicBezTo>
                    <a:pt x="20855" y="10762"/>
                    <a:pt x="20736" y="10766"/>
                    <a:pt x="20694" y="10786"/>
                  </a:cubicBezTo>
                  <a:cubicBezTo>
                    <a:pt x="20662" y="10800"/>
                    <a:pt x="20610" y="10841"/>
                    <a:pt x="20603" y="10865"/>
                  </a:cubicBezTo>
                  <a:cubicBezTo>
                    <a:pt x="20596" y="10888"/>
                    <a:pt x="20644" y="10932"/>
                    <a:pt x="20640" y="10956"/>
                  </a:cubicBezTo>
                  <a:cubicBezTo>
                    <a:pt x="20638" y="10976"/>
                    <a:pt x="20603" y="11011"/>
                    <a:pt x="20583" y="11027"/>
                  </a:cubicBezTo>
                  <a:cubicBezTo>
                    <a:pt x="20557" y="11051"/>
                    <a:pt x="20494" y="11098"/>
                    <a:pt x="20450" y="11110"/>
                  </a:cubicBezTo>
                  <a:cubicBezTo>
                    <a:pt x="20424" y="11117"/>
                    <a:pt x="20359" y="11122"/>
                    <a:pt x="20334" y="11111"/>
                  </a:cubicBezTo>
                  <a:cubicBezTo>
                    <a:pt x="20290" y="11090"/>
                    <a:pt x="20263" y="11008"/>
                    <a:pt x="20275" y="10973"/>
                  </a:cubicBezTo>
                  <a:cubicBezTo>
                    <a:pt x="20286" y="10942"/>
                    <a:pt x="20404" y="10905"/>
                    <a:pt x="20404" y="10873"/>
                  </a:cubicBezTo>
                  <a:cubicBezTo>
                    <a:pt x="20404" y="10848"/>
                    <a:pt x="20333" y="10815"/>
                    <a:pt x="20309" y="10795"/>
                  </a:cubicBezTo>
                  <a:cubicBezTo>
                    <a:pt x="20287" y="10778"/>
                    <a:pt x="20235" y="10749"/>
                    <a:pt x="20225" y="10729"/>
                  </a:cubicBezTo>
                  <a:cubicBezTo>
                    <a:pt x="20214" y="10705"/>
                    <a:pt x="20243" y="10656"/>
                    <a:pt x="20235" y="10633"/>
                  </a:cubicBezTo>
                  <a:cubicBezTo>
                    <a:pt x="20228" y="10614"/>
                    <a:pt x="20204" y="10562"/>
                    <a:pt x="20171" y="10562"/>
                  </a:cubicBezTo>
                  <a:cubicBezTo>
                    <a:pt x="20133" y="10562"/>
                    <a:pt x="20125" y="10632"/>
                    <a:pt x="20094" y="10648"/>
                  </a:cubicBezTo>
                  <a:cubicBezTo>
                    <a:pt x="20059" y="10666"/>
                    <a:pt x="19947" y="10661"/>
                    <a:pt x="19916" y="10684"/>
                  </a:cubicBezTo>
                  <a:cubicBezTo>
                    <a:pt x="19886" y="10704"/>
                    <a:pt x="19859" y="10767"/>
                    <a:pt x="19882" y="10789"/>
                  </a:cubicBezTo>
                  <a:cubicBezTo>
                    <a:pt x="19901" y="10807"/>
                    <a:pt x="19994" y="10792"/>
                    <a:pt x="20020" y="10808"/>
                  </a:cubicBezTo>
                  <a:cubicBezTo>
                    <a:pt x="20066" y="10837"/>
                    <a:pt x="20104" y="10930"/>
                    <a:pt x="20080" y="10968"/>
                  </a:cubicBezTo>
                  <a:cubicBezTo>
                    <a:pt x="20066" y="10991"/>
                    <a:pt x="19965" y="10999"/>
                    <a:pt x="19950" y="11021"/>
                  </a:cubicBezTo>
                  <a:cubicBezTo>
                    <a:pt x="19935" y="11045"/>
                    <a:pt x="19995" y="11098"/>
                    <a:pt x="19986" y="11124"/>
                  </a:cubicBezTo>
                  <a:cubicBezTo>
                    <a:pt x="19979" y="11143"/>
                    <a:pt x="19940" y="11182"/>
                    <a:pt x="19909" y="11188"/>
                  </a:cubicBezTo>
                  <a:cubicBezTo>
                    <a:pt x="19879" y="11194"/>
                    <a:pt x="19818" y="11155"/>
                    <a:pt x="19788" y="11162"/>
                  </a:cubicBezTo>
                  <a:cubicBezTo>
                    <a:pt x="19749" y="11172"/>
                    <a:pt x="19744" y="11242"/>
                    <a:pt x="19707" y="11254"/>
                  </a:cubicBezTo>
                  <a:cubicBezTo>
                    <a:pt x="19676" y="11265"/>
                    <a:pt x="19593" y="11263"/>
                    <a:pt x="19565" y="11250"/>
                  </a:cubicBezTo>
                  <a:cubicBezTo>
                    <a:pt x="19526" y="11230"/>
                    <a:pt x="19550" y="11149"/>
                    <a:pt x="19512" y="11129"/>
                  </a:cubicBezTo>
                  <a:cubicBezTo>
                    <a:pt x="19475" y="11109"/>
                    <a:pt x="19364" y="11103"/>
                    <a:pt x="19319" y="11115"/>
                  </a:cubicBezTo>
                  <a:cubicBezTo>
                    <a:pt x="19282" y="11124"/>
                    <a:pt x="19243" y="11173"/>
                    <a:pt x="19217" y="11192"/>
                  </a:cubicBezTo>
                  <a:cubicBezTo>
                    <a:pt x="19196" y="11208"/>
                    <a:pt x="19137" y="11233"/>
                    <a:pt x="19131" y="11253"/>
                  </a:cubicBezTo>
                  <a:cubicBezTo>
                    <a:pt x="19123" y="11280"/>
                    <a:pt x="19184" y="11330"/>
                    <a:pt x="19195" y="11358"/>
                  </a:cubicBezTo>
                  <a:cubicBezTo>
                    <a:pt x="19207" y="11392"/>
                    <a:pt x="19193" y="11465"/>
                    <a:pt x="19213" y="11497"/>
                  </a:cubicBezTo>
                  <a:cubicBezTo>
                    <a:pt x="19225" y="11520"/>
                    <a:pt x="19298" y="11552"/>
                    <a:pt x="19298" y="11575"/>
                  </a:cubicBezTo>
                  <a:cubicBezTo>
                    <a:pt x="19299" y="11600"/>
                    <a:pt x="19224" y="11634"/>
                    <a:pt x="19213" y="11658"/>
                  </a:cubicBezTo>
                  <a:cubicBezTo>
                    <a:pt x="19205" y="11674"/>
                    <a:pt x="19199" y="11710"/>
                    <a:pt x="19213" y="11724"/>
                  </a:cubicBezTo>
                  <a:cubicBezTo>
                    <a:pt x="19238" y="11751"/>
                    <a:pt x="19349" y="11765"/>
                    <a:pt x="19390" y="11784"/>
                  </a:cubicBezTo>
                  <a:cubicBezTo>
                    <a:pt x="19427" y="11800"/>
                    <a:pt x="19504" y="11835"/>
                    <a:pt x="19524" y="11861"/>
                  </a:cubicBezTo>
                  <a:cubicBezTo>
                    <a:pt x="19547" y="11889"/>
                    <a:pt x="19565" y="11957"/>
                    <a:pt x="19547" y="11987"/>
                  </a:cubicBezTo>
                  <a:cubicBezTo>
                    <a:pt x="19529" y="12016"/>
                    <a:pt x="19442" y="12073"/>
                    <a:pt x="19393" y="12071"/>
                  </a:cubicBezTo>
                  <a:cubicBezTo>
                    <a:pt x="19347" y="12069"/>
                    <a:pt x="19295" y="12010"/>
                    <a:pt x="19275" y="11985"/>
                  </a:cubicBezTo>
                  <a:cubicBezTo>
                    <a:pt x="19256" y="11960"/>
                    <a:pt x="19258" y="11899"/>
                    <a:pt x="19237" y="11874"/>
                  </a:cubicBezTo>
                  <a:cubicBezTo>
                    <a:pt x="19218" y="11850"/>
                    <a:pt x="19156" y="11810"/>
                    <a:pt x="19121" y="11794"/>
                  </a:cubicBezTo>
                  <a:cubicBezTo>
                    <a:pt x="19094" y="11782"/>
                    <a:pt x="19028" y="11771"/>
                    <a:pt x="19000" y="11761"/>
                  </a:cubicBezTo>
                  <a:cubicBezTo>
                    <a:pt x="18964" y="11748"/>
                    <a:pt x="18910" y="11707"/>
                    <a:pt x="18872" y="11698"/>
                  </a:cubicBezTo>
                  <a:cubicBezTo>
                    <a:pt x="18827" y="11686"/>
                    <a:pt x="18711" y="11660"/>
                    <a:pt x="18678" y="11682"/>
                  </a:cubicBezTo>
                  <a:cubicBezTo>
                    <a:pt x="18639" y="11705"/>
                    <a:pt x="18689" y="11782"/>
                    <a:pt x="18697" y="11815"/>
                  </a:cubicBezTo>
                  <a:cubicBezTo>
                    <a:pt x="18702" y="11834"/>
                    <a:pt x="18729" y="11872"/>
                    <a:pt x="18723" y="11891"/>
                  </a:cubicBezTo>
                  <a:cubicBezTo>
                    <a:pt x="18714" y="11916"/>
                    <a:pt x="18663" y="11964"/>
                    <a:pt x="18625" y="11974"/>
                  </a:cubicBezTo>
                  <a:cubicBezTo>
                    <a:pt x="18599" y="11981"/>
                    <a:pt x="18526" y="11979"/>
                    <a:pt x="18504" y="11965"/>
                  </a:cubicBezTo>
                  <a:cubicBezTo>
                    <a:pt x="18479" y="11947"/>
                    <a:pt x="18512" y="11892"/>
                    <a:pt x="18500" y="11869"/>
                  </a:cubicBezTo>
                  <a:cubicBezTo>
                    <a:pt x="18482" y="11838"/>
                    <a:pt x="18419" y="11780"/>
                    <a:pt x="18373" y="11764"/>
                  </a:cubicBezTo>
                  <a:cubicBezTo>
                    <a:pt x="18348" y="11756"/>
                    <a:pt x="18282" y="11749"/>
                    <a:pt x="18256" y="11758"/>
                  </a:cubicBezTo>
                  <a:cubicBezTo>
                    <a:pt x="18222" y="11769"/>
                    <a:pt x="18197" y="11819"/>
                    <a:pt x="18181" y="11840"/>
                  </a:cubicBezTo>
                  <a:cubicBezTo>
                    <a:pt x="18172" y="11851"/>
                    <a:pt x="18166" y="11879"/>
                    <a:pt x="18149" y="11885"/>
                  </a:cubicBezTo>
                  <a:cubicBezTo>
                    <a:pt x="18133" y="11892"/>
                    <a:pt x="18084" y="11890"/>
                    <a:pt x="18068" y="11882"/>
                  </a:cubicBezTo>
                  <a:cubicBezTo>
                    <a:pt x="18041" y="11867"/>
                    <a:pt x="18063" y="11806"/>
                    <a:pt x="18033" y="11793"/>
                  </a:cubicBezTo>
                  <a:cubicBezTo>
                    <a:pt x="18006" y="11781"/>
                    <a:pt x="17930" y="11789"/>
                    <a:pt x="17901" y="11799"/>
                  </a:cubicBezTo>
                  <a:cubicBezTo>
                    <a:pt x="17876" y="11808"/>
                    <a:pt x="17839" y="11839"/>
                    <a:pt x="17835" y="11856"/>
                  </a:cubicBezTo>
                  <a:cubicBezTo>
                    <a:pt x="17828" y="11885"/>
                    <a:pt x="17874" y="11939"/>
                    <a:pt x="17896" y="11965"/>
                  </a:cubicBezTo>
                  <a:cubicBezTo>
                    <a:pt x="17912" y="11983"/>
                    <a:pt x="17964" y="12012"/>
                    <a:pt x="17977" y="12031"/>
                  </a:cubicBezTo>
                  <a:cubicBezTo>
                    <a:pt x="17998" y="12062"/>
                    <a:pt x="18005" y="12131"/>
                    <a:pt x="18013" y="12165"/>
                  </a:cubicBezTo>
                  <a:cubicBezTo>
                    <a:pt x="18019" y="12194"/>
                    <a:pt x="18012" y="12256"/>
                    <a:pt x="18033" y="12282"/>
                  </a:cubicBezTo>
                  <a:cubicBezTo>
                    <a:pt x="18049" y="12302"/>
                    <a:pt x="18118" y="12323"/>
                    <a:pt x="18135" y="12342"/>
                  </a:cubicBezTo>
                  <a:cubicBezTo>
                    <a:pt x="18154" y="12368"/>
                    <a:pt x="18177" y="12432"/>
                    <a:pt x="18154" y="12457"/>
                  </a:cubicBezTo>
                  <a:cubicBezTo>
                    <a:pt x="18138" y="12476"/>
                    <a:pt x="18045" y="12476"/>
                    <a:pt x="18028" y="12495"/>
                  </a:cubicBezTo>
                  <a:cubicBezTo>
                    <a:pt x="18006" y="12518"/>
                    <a:pt x="18052" y="12575"/>
                    <a:pt x="18038" y="12600"/>
                  </a:cubicBezTo>
                  <a:cubicBezTo>
                    <a:pt x="18027" y="12619"/>
                    <a:pt x="17980" y="12664"/>
                    <a:pt x="17947" y="12660"/>
                  </a:cubicBezTo>
                  <a:cubicBezTo>
                    <a:pt x="17895" y="12654"/>
                    <a:pt x="17873" y="12570"/>
                    <a:pt x="17871" y="12536"/>
                  </a:cubicBezTo>
                  <a:cubicBezTo>
                    <a:pt x="17870" y="12514"/>
                    <a:pt x="17932" y="12471"/>
                    <a:pt x="17911" y="12454"/>
                  </a:cubicBezTo>
                  <a:cubicBezTo>
                    <a:pt x="17890" y="12436"/>
                    <a:pt x="17799" y="12442"/>
                    <a:pt x="17770" y="12454"/>
                  </a:cubicBezTo>
                  <a:cubicBezTo>
                    <a:pt x="17741" y="12465"/>
                    <a:pt x="17733" y="12510"/>
                    <a:pt x="17714" y="12526"/>
                  </a:cubicBezTo>
                  <a:cubicBezTo>
                    <a:pt x="17693" y="12543"/>
                    <a:pt x="17622" y="12561"/>
                    <a:pt x="17611" y="12581"/>
                  </a:cubicBezTo>
                  <a:cubicBezTo>
                    <a:pt x="17595" y="12611"/>
                    <a:pt x="17667" y="12674"/>
                    <a:pt x="17658" y="12705"/>
                  </a:cubicBezTo>
                  <a:cubicBezTo>
                    <a:pt x="17651" y="12723"/>
                    <a:pt x="17617" y="12767"/>
                    <a:pt x="17586" y="12765"/>
                  </a:cubicBezTo>
                  <a:cubicBezTo>
                    <a:pt x="17548" y="12762"/>
                    <a:pt x="17558" y="12693"/>
                    <a:pt x="17530" y="12676"/>
                  </a:cubicBezTo>
                  <a:cubicBezTo>
                    <a:pt x="17513" y="12665"/>
                    <a:pt x="17458" y="12646"/>
                    <a:pt x="17434" y="12654"/>
                  </a:cubicBezTo>
                  <a:cubicBezTo>
                    <a:pt x="17386" y="12669"/>
                    <a:pt x="17377" y="12750"/>
                    <a:pt x="17378" y="12784"/>
                  </a:cubicBezTo>
                  <a:cubicBezTo>
                    <a:pt x="17379" y="12821"/>
                    <a:pt x="17438" y="12888"/>
                    <a:pt x="17445" y="12924"/>
                  </a:cubicBezTo>
                  <a:cubicBezTo>
                    <a:pt x="17450" y="12950"/>
                    <a:pt x="17466" y="13010"/>
                    <a:pt x="17436" y="13027"/>
                  </a:cubicBezTo>
                  <a:cubicBezTo>
                    <a:pt x="17413" y="13041"/>
                    <a:pt x="17335" y="13037"/>
                    <a:pt x="17308" y="13025"/>
                  </a:cubicBezTo>
                  <a:cubicBezTo>
                    <a:pt x="17271" y="13010"/>
                    <a:pt x="17266" y="12942"/>
                    <a:pt x="17233" y="12924"/>
                  </a:cubicBezTo>
                  <a:cubicBezTo>
                    <a:pt x="17182" y="12895"/>
                    <a:pt x="17022" y="12901"/>
                    <a:pt x="16973" y="12871"/>
                  </a:cubicBezTo>
                  <a:cubicBezTo>
                    <a:pt x="16936" y="12849"/>
                    <a:pt x="16924" y="12782"/>
                    <a:pt x="16909" y="12752"/>
                  </a:cubicBezTo>
                  <a:cubicBezTo>
                    <a:pt x="16887" y="12711"/>
                    <a:pt x="16858" y="12624"/>
                    <a:pt x="16828" y="12585"/>
                  </a:cubicBezTo>
                  <a:cubicBezTo>
                    <a:pt x="16807" y="12559"/>
                    <a:pt x="16760" y="12507"/>
                    <a:pt x="16722" y="12492"/>
                  </a:cubicBezTo>
                  <a:cubicBezTo>
                    <a:pt x="16685" y="12477"/>
                    <a:pt x="16590" y="12459"/>
                    <a:pt x="16550" y="12471"/>
                  </a:cubicBezTo>
                  <a:cubicBezTo>
                    <a:pt x="16518" y="12479"/>
                    <a:pt x="16501" y="12529"/>
                    <a:pt x="16478" y="12545"/>
                  </a:cubicBezTo>
                  <a:cubicBezTo>
                    <a:pt x="16461" y="12557"/>
                    <a:pt x="16421" y="12588"/>
                    <a:pt x="16393" y="12585"/>
                  </a:cubicBezTo>
                  <a:cubicBezTo>
                    <a:pt x="16359" y="12581"/>
                    <a:pt x="16350" y="12520"/>
                    <a:pt x="16320" y="12509"/>
                  </a:cubicBezTo>
                  <a:cubicBezTo>
                    <a:pt x="16295" y="12500"/>
                    <a:pt x="16226" y="12497"/>
                    <a:pt x="16204" y="12509"/>
                  </a:cubicBezTo>
                  <a:cubicBezTo>
                    <a:pt x="16173" y="12526"/>
                    <a:pt x="16196" y="12589"/>
                    <a:pt x="16185" y="12614"/>
                  </a:cubicBezTo>
                  <a:cubicBezTo>
                    <a:pt x="16180" y="12625"/>
                    <a:pt x="16172" y="12652"/>
                    <a:pt x="16154" y="12652"/>
                  </a:cubicBezTo>
                  <a:cubicBezTo>
                    <a:pt x="16116" y="12654"/>
                    <a:pt x="16100" y="12584"/>
                    <a:pt x="16066" y="12572"/>
                  </a:cubicBezTo>
                  <a:cubicBezTo>
                    <a:pt x="16044" y="12565"/>
                    <a:pt x="15987" y="12559"/>
                    <a:pt x="15968" y="12570"/>
                  </a:cubicBezTo>
                  <a:cubicBezTo>
                    <a:pt x="15938" y="12588"/>
                    <a:pt x="15975" y="12650"/>
                    <a:pt x="15965" y="12676"/>
                  </a:cubicBezTo>
                  <a:cubicBezTo>
                    <a:pt x="15955" y="12699"/>
                    <a:pt x="15899" y="12737"/>
                    <a:pt x="15897" y="12761"/>
                  </a:cubicBezTo>
                  <a:cubicBezTo>
                    <a:pt x="15895" y="12784"/>
                    <a:pt x="15917" y="12839"/>
                    <a:pt x="15951" y="12847"/>
                  </a:cubicBezTo>
                  <a:cubicBezTo>
                    <a:pt x="15983" y="12855"/>
                    <a:pt x="16040" y="12811"/>
                    <a:pt x="16073" y="12811"/>
                  </a:cubicBezTo>
                  <a:cubicBezTo>
                    <a:pt x="16107" y="12812"/>
                    <a:pt x="16163" y="12839"/>
                    <a:pt x="16192" y="12850"/>
                  </a:cubicBezTo>
                  <a:cubicBezTo>
                    <a:pt x="16230" y="12865"/>
                    <a:pt x="16296" y="12905"/>
                    <a:pt x="16337" y="12918"/>
                  </a:cubicBezTo>
                  <a:cubicBezTo>
                    <a:pt x="16389" y="12933"/>
                    <a:pt x="16511" y="12933"/>
                    <a:pt x="16563" y="12949"/>
                  </a:cubicBezTo>
                  <a:cubicBezTo>
                    <a:pt x="16595" y="12959"/>
                    <a:pt x="16648" y="12988"/>
                    <a:pt x="16671" y="13004"/>
                  </a:cubicBezTo>
                  <a:cubicBezTo>
                    <a:pt x="16709" y="13030"/>
                    <a:pt x="16772" y="13088"/>
                    <a:pt x="16791" y="13121"/>
                  </a:cubicBezTo>
                  <a:cubicBezTo>
                    <a:pt x="16808" y="13153"/>
                    <a:pt x="16828" y="13224"/>
                    <a:pt x="16810" y="13256"/>
                  </a:cubicBezTo>
                  <a:cubicBezTo>
                    <a:pt x="16786" y="13302"/>
                    <a:pt x="16666" y="13369"/>
                    <a:pt x="16605" y="13396"/>
                  </a:cubicBezTo>
                  <a:cubicBezTo>
                    <a:pt x="16550" y="13421"/>
                    <a:pt x="16408" y="13437"/>
                    <a:pt x="16357" y="13466"/>
                  </a:cubicBezTo>
                  <a:cubicBezTo>
                    <a:pt x="16325" y="13483"/>
                    <a:pt x="16275" y="13529"/>
                    <a:pt x="16276" y="13555"/>
                  </a:cubicBezTo>
                  <a:cubicBezTo>
                    <a:pt x="16278" y="13581"/>
                    <a:pt x="16364" y="13614"/>
                    <a:pt x="16371" y="13640"/>
                  </a:cubicBezTo>
                  <a:cubicBezTo>
                    <a:pt x="16379" y="13666"/>
                    <a:pt x="16349" y="13719"/>
                    <a:pt x="16325" y="13741"/>
                  </a:cubicBezTo>
                  <a:cubicBezTo>
                    <a:pt x="16306" y="13762"/>
                    <a:pt x="16244" y="13799"/>
                    <a:pt x="16204" y="13803"/>
                  </a:cubicBezTo>
                  <a:cubicBezTo>
                    <a:pt x="16157" y="13807"/>
                    <a:pt x="16074" y="13761"/>
                    <a:pt x="16027" y="13758"/>
                  </a:cubicBezTo>
                  <a:cubicBezTo>
                    <a:pt x="15981" y="13756"/>
                    <a:pt x="15895" y="13791"/>
                    <a:pt x="15852" y="13781"/>
                  </a:cubicBezTo>
                  <a:cubicBezTo>
                    <a:pt x="15793" y="13768"/>
                    <a:pt x="15730" y="13689"/>
                    <a:pt x="15698" y="13655"/>
                  </a:cubicBezTo>
                  <a:cubicBezTo>
                    <a:pt x="15659" y="13613"/>
                    <a:pt x="15601" y="13525"/>
                    <a:pt x="15579" y="13478"/>
                  </a:cubicBezTo>
                  <a:cubicBezTo>
                    <a:pt x="15563" y="13442"/>
                    <a:pt x="15541" y="13366"/>
                    <a:pt x="15543" y="13329"/>
                  </a:cubicBezTo>
                  <a:cubicBezTo>
                    <a:pt x="15543" y="13297"/>
                    <a:pt x="15560" y="13233"/>
                    <a:pt x="15579" y="13203"/>
                  </a:cubicBezTo>
                  <a:cubicBezTo>
                    <a:pt x="15594" y="13179"/>
                    <a:pt x="15663" y="13139"/>
                    <a:pt x="15667" y="13112"/>
                  </a:cubicBezTo>
                  <a:cubicBezTo>
                    <a:pt x="15673" y="13082"/>
                    <a:pt x="15633" y="13024"/>
                    <a:pt x="15606" y="13000"/>
                  </a:cubicBezTo>
                  <a:cubicBezTo>
                    <a:pt x="15585" y="12982"/>
                    <a:pt x="15530" y="12944"/>
                    <a:pt x="15495" y="12945"/>
                  </a:cubicBezTo>
                  <a:cubicBezTo>
                    <a:pt x="15465" y="12946"/>
                    <a:pt x="15423" y="12981"/>
                    <a:pt x="15410" y="12998"/>
                  </a:cubicBezTo>
                  <a:cubicBezTo>
                    <a:pt x="15392" y="13023"/>
                    <a:pt x="15413" y="13082"/>
                    <a:pt x="15397" y="13108"/>
                  </a:cubicBezTo>
                  <a:cubicBezTo>
                    <a:pt x="15390" y="13119"/>
                    <a:pt x="15368" y="13145"/>
                    <a:pt x="15349" y="13144"/>
                  </a:cubicBezTo>
                  <a:cubicBezTo>
                    <a:pt x="15314" y="13141"/>
                    <a:pt x="15301" y="13084"/>
                    <a:pt x="15288" y="13064"/>
                  </a:cubicBezTo>
                  <a:cubicBezTo>
                    <a:pt x="15273" y="13039"/>
                    <a:pt x="15266" y="12983"/>
                    <a:pt x="15238" y="12964"/>
                  </a:cubicBezTo>
                  <a:cubicBezTo>
                    <a:pt x="15219" y="12952"/>
                    <a:pt x="15161" y="12935"/>
                    <a:pt x="15133" y="12938"/>
                  </a:cubicBezTo>
                  <a:cubicBezTo>
                    <a:pt x="15111" y="12942"/>
                    <a:pt x="15074" y="12964"/>
                    <a:pt x="15069" y="12977"/>
                  </a:cubicBezTo>
                  <a:cubicBezTo>
                    <a:pt x="15056" y="13006"/>
                    <a:pt x="15109" y="13065"/>
                    <a:pt x="15129" y="13093"/>
                  </a:cubicBezTo>
                  <a:cubicBezTo>
                    <a:pt x="15144" y="13113"/>
                    <a:pt x="15193" y="13146"/>
                    <a:pt x="15204" y="13167"/>
                  </a:cubicBezTo>
                  <a:cubicBezTo>
                    <a:pt x="15216" y="13190"/>
                    <a:pt x="15221" y="13238"/>
                    <a:pt x="15215" y="13261"/>
                  </a:cubicBezTo>
                  <a:cubicBezTo>
                    <a:pt x="15208" y="13280"/>
                    <a:pt x="15192" y="13332"/>
                    <a:pt x="15159" y="13332"/>
                  </a:cubicBezTo>
                  <a:cubicBezTo>
                    <a:pt x="15127" y="13333"/>
                    <a:pt x="15110" y="13280"/>
                    <a:pt x="15103" y="13261"/>
                  </a:cubicBezTo>
                  <a:cubicBezTo>
                    <a:pt x="15094" y="13237"/>
                    <a:pt x="15112" y="13187"/>
                    <a:pt x="15103" y="13163"/>
                  </a:cubicBezTo>
                  <a:cubicBezTo>
                    <a:pt x="15094" y="13141"/>
                    <a:pt x="15062" y="13094"/>
                    <a:pt x="15031" y="13082"/>
                  </a:cubicBezTo>
                  <a:cubicBezTo>
                    <a:pt x="15011" y="13075"/>
                    <a:pt x="14956" y="13074"/>
                    <a:pt x="14936" y="13082"/>
                  </a:cubicBezTo>
                  <a:cubicBezTo>
                    <a:pt x="14908" y="13097"/>
                    <a:pt x="14922" y="13153"/>
                    <a:pt x="14906" y="13174"/>
                  </a:cubicBezTo>
                  <a:cubicBezTo>
                    <a:pt x="14891" y="13195"/>
                    <a:pt x="14843" y="13232"/>
                    <a:pt x="14815" y="13248"/>
                  </a:cubicBezTo>
                  <a:cubicBezTo>
                    <a:pt x="14777" y="13269"/>
                    <a:pt x="14655" y="13285"/>
                    <a:pt x="14642" y="13316"/>
                  </a:cubicBezTo>
                  <a:cubicBezTo>
                    <a:pt x="14632" y="13341"/>
                    <a:pt x="14703" y="13386"/>
                    <a:pt x="14724" y="13409"/>
                  </a:cubicBezTo>
                  <a:cubicBezTo>
                    <a:pt x="14750" y="13438"/>
                    <a:pt x="14816" y="13494"/>
                    <a:pt x="14829" y="13527"/>
                  </a:cubicBezTo>
                  <a:cubicBezTo>
                    <a:pt x="14838" y="13554"/>
                    <a:pt x="14807" y="13611"/>
                    <a:pt x="14822" y="13638"/>
                  </a:cubicBezTo>
                  <a:cubicBezTo>
                    <a:pt x="14834" y="13660"/>
                    <a:pt x="14886" y="13698"/>
                    <a:pt x="14916" y="13711"/>
                  </a:cubicBezTo>
                  <a:cubicBezTo>
                    <a:pt x="14958" y="13731"/>
                    <a:pt x="15074" y="13735"/>
                    <a:pt x="15109" y="13758"/>
                  </a:cubicBezTo>
                  <a:cubicBezTo>
                    <a:pt x="15157" y="13790"/>
                    <a:pt x="15191" y="13878"/>
                    <a:pt x="15197" y="13921"/>
                  </a:cubicBezTo>
                  <a:cubicBezTo>
                    <a:pt x="15200" y="13943"/>
                    <a:pt x="15206" y="13995"/>
                    <a:pt x="15177" y="14008"/>
                  </a:cubicBezTo>
                  <a:cubicBezTo>
                    <a:pt x="15134" y="14028"/>
                    <a:pt x="15016" y="13999"/>
                    <a:pt x="14967" y="13985"/>
                  </a:cubicBezTo>
                  <a:cubicBezTo>
                    <a:pt x="14901" y="13967"/>
                    <a:pt x="14801" y="13897"/>
                    <a:pt x="14736" y="13875"/>
                  </a:cubicBezTo>
                  <a:cubicBezTo>
                    <a:pt x="14697" y="13861"/>
                    <a:pt x="14611" y="13837"/>
                    <a:pt x="14565" y="13834"/>
                  </a:cubicBezTo>
                  <a:cubicBezTo>
                    <a:pt x="14530" y="13833"/>
                    <a:pt x="14467" y="13852"/>
                    <a:pt x="14433" y="13853"/>
                  </a:cubicBezTo>
                  <a:cubicBezTo>
                    <a:pt x="14347" y="13857"/>
                    <a:pt x="14168" y="13852"/>
                    <a:pt x="14088" y="13833"/>
                  </a:cubicBezTo>
                  <a:cubicBezTo>
                    <a:pt x="14048" y="13823"/>
                    <a:pt x="13994" y="13773"/>
                    <a:pt x="13953" y="13767"/>
                  </a:cubicBezTo>
                  <a:cubicBezTo>
                    <a:pt x="13912" y="13761"/>
                    <a:pt x="13818" y="13769"/>
                    <a:pt x="13790" y="13788"/>
                  </a:cubicBezTo>
                  <a:cubicBezTo>
                    <a:pt x="13752" y="13815"/>
                    <a:pt x="13801" y="13902"/>
                    <a:pt x="13767" y="13932"/>
                  </a:cubicBezTo>
                  <a:cubicBezTo>
                    <a:pt x="13742" y="13954"/>
                    <a:pt x="13651" y="13985"/>
                    <a:pt x="13611" y="13976"/>
                  </a:cubicBezTo>
                  <a:cubicBezTo>
                    <a:pt x="13565" y="13966"/>
                    <a:pt x="13542" y="13896"/>
                    <a:pt x="13527" y="13866"/>
                  </a:cubicBezTo>
                  <a:cubicBezTo>
                    <a:pt x="13504" y="13824"/>
                    <a:pt x="13495" y="13735"/>
                    <a:pt x="13476" y="13693"/>
                  </a:cubicBezTo>
                  <a:cubicBezTo>
                    <a:pt x="13461" y="13660"/>
                    <a:pt x="13410" y="13600"/>
                    <a:pt x="13398" y="13568"/>
                  </a:cubicBezTo>
                  <a:cubicBezTo>
                    <a:pt x="13383" y="13530"/>
                    <a:pt x="13375" y="13453"/>
                    <a:pt x="13367" y="13415"/>
                  </a:cubicBezTo>
                  <a:cubicBezTo>
                    <a:pt x="13359" y="13373"/>
                    <a:pt x="13387" y="13266"/>
                    <a:pt x="13327" y="13246"/>
                  </a:cubicBezTo>
                  <a:cubicBezTo>
                    <a:pt x="13303" y="13237"/>
                    <a:pt x="13247" y="13262"/>
                    <a:pt x="13226" y="13273"/>
                  </a:cubicBezTo>
                  <a:cubicBezTo>
                    <a:pt x="13187" y="13292"/>
                    <a:pt x="13134" y="13345"/>
                    <a:pt x="13107" y="13370"/>
                  </a:cubicBezTo>
                  <a:cubicBezTo>
                    <a:pt x="13084" y="13394"/>
                    <a:pt x="13050" y="13446"/>
                    <a:pt x="13022" y="13468"/>
                  </a:cubicBezTo>
                  <a:cubicBezTo>
                    <a:pt x="13008" y="13480"/>
                    <a:pt x="12975" y="13509"/>
                    <a:pt x="12952" y="13508"/>
                  </a:cubicBezTo>
                  <a:cubicBezTo>
                    <a:pt x="12906" y="13507"/>
                    <a:pt x="12875" y="13428"/>
                    <a:pt x="12830" y="13424"/>
                  </a:cubicBezTo>
                  <a:cubicBezTo>
                    <a:pt x="12812" y="13422"/>
                    <a:pt x="12778" y="13438"/>
                    <a:pt x="12765" y="13447"/>
                  </a:cubicBezTo>
                  <a:cubicBezTo>
                    <a:pt x="12730" y="13472"/>
                    <a:pt x="12718" y="13549"/>
                    <a:pt x="12677" y="13572"/>
                  </a:cubicBezTo>
                  <a:cubicBezTo>
                    <a:pt x="12649" y="13588"/>
                    <a:pt x="12556" y="13584"/>
                    <a:pt x="12529" y="13601"/>
                  </a:cubicBezTo>
                  <a:cubicBezTo>
                    <a:pt x="12499" y="13620"/>
                    <a:pt x="12472" y="13677"/>
                    <a:pt x="12481" y="13703"/>
                  </a:cubicBezTo>
                  <a:cubicBezTo>
                    <a:pt x="12491" y="13728"/>
                    <a:pt x="12561" y="13760"/>
                    <a:pt x="12589" y="13777"/>
                  </a:cubicBezTo>
                  <a:cubicBezTo>
                    <a:pt x="12619" y="13794"/>
                    <a:pt x="12684" y="13823"/>
                    <a:pt x="12711" y="13841"/>
                  </a:cubicBezTo>
                  <a:cubicBezTo>
                    <a:pt x="12741" y="13860"/>
                    <a:pt x="12800" y="13901"/>
                    <a:pt x="12820" y="13926"/>
                  </a:cubicBezTo>
                  <a:cubicBezTo>
                    <a:pt x="12849" y="13962"/>
                    <a:pt x="12890" y="14042"/>
                    <a:pt x="12887" y="14082"/>
                  </a:cubicBezTo>
                  <a:cubicBezTo>
                    <a:pt x="12885" y="14114"/>
                    <a:pt x="12851" y="14178"/>
                    <a:pt x="12816" y="14201"/>
                  </a:cubicBezTo>
                  <a:cubicBezTo>
                    <a:pt x="12797" y="14214"/>
                    <a:pt x="12727" y="14216"/>
                    <a:pt x="12711" y="14231"/>
                  </a:cubicBezTo>
                  <a:cubicBezTo>
                    <a:pt x="12666" y="14274"/>
                    <a:pt x="12713" y="14386"/>
                    <a:pt x="12711" y="14438"/>
                  </a:cubicBezTo>
                  <a:cubicBezTo>
                    <a:pt x="12711" y="14469"/>
                    <a:pt x="12700" y="14530"/>
                    <a:pt x="12704" y="14561"/>
                  </a:cubicBezTo>
                  <a:cubicBezTo>
                    <a:pt x="12712" y="14605"/>
                    <a:pt x="12773" y="14687"/>
                    <a:pt x="12773" y="14730"/>
                  </a:cubicBezTo>
                  <a:cubicBezTo>
                    <a:pt x="12772" y="14769"/>
                    <a:pt x="12728" y="14842"/>
                    <a:pt x="12708" y="14879"/>
                  </a:cubicBezTo>
                  <a:cubicBezTo>
                    <a:pt x="12696" y="14901"/>
                    <a:pt x="12648" y="14942"/>
                    <a:pt x="12651" y="14965"/>
                  </a:cubicBezTo>
                  <a:cubicBezTo>
                    <a:pt x="12652" y="14987"/>
                    <a:pt x="12715" y="15018"/>
                    <a:pt x="12718" y="15039"/>
                  </a:cubicBezTo>
                  <a:cubicBezTo>
                    <a:pt x="12724" y="15075"/>
                    <a:pt x="12627" y="15140"/>
                    <a:pt x="12647" y="15173"/>
                  </a:cubicBezTo>
                  <a:cubicBezTo>
                    <a:pt x="12668" y="15208"/>
                    <a:pt x="12798" y="15253"/>
                    <a:pt x="12856" y="15245"/>
                  </a:cubicBezTo>
                  <a:cubicBezTo>
                    <a:pt x="12899" y="15240"/>
                    <a:pt x="12921" y="15168"/>
                    <a:pt x="12962" y="15160"/>
                  </a:cubicBezTo>
                  <a:cubicBezTo>
                    <a:pt x="12989" y="15155"/>
                    <a:pt x="13046" y="15170"/>
                    <a:pt x="13067" y="15181"/>
                  </a:cubicBezTo>
                  <a:cubicBezTo>
                    <a:pt x="13099" y="15199"/>
                    <a:pt x="13147" y="15250"/>
                    <a:pt x="13144" y="15277"/>
                  </a:cubicBezTo>
                  <a:cubicBezTo>
                    <a:pt x="13140" y="15312"/>
                    <a:pt x="13048" y="15365"/>
                    <a:pt x="13009" y="15391"/>
                  </a:cubicBezTo>
                  <a:cubicBezTo>
                    <a:pt x="12982" y="15409"/>
                    <a:pt x="12909" y="15435"/>
                    <a:pt x="12884" y="15455"/>
                  </a:cubicBezTo>
                  <a:cubicBezTo>
                    <a:pt x="12845" y="15486"/>
                    <a:pt x="12810" y="15562"/>
                    <a:pt x="12786" y="15599"/>
                  </a:cubicBezTo>
                  <a:cubicBezTo>
                    <a:pt x="12770" y="15623"/>
                    <a:pt x="12750" y="15675"/>
                    <a:pt x="12725" y="15696"/>
                  </a:cubicBezTo>
                  <a:cubicBezTo>
                    <a:pt x="12701" y="15715"/>
                    <a:pt x="12625" y="15733"/>
                    <a:pt x="12600" y="15751"/>
                  </a:cubicBezTo>
                  <a:cubicBezTo>
                    <a:pt x="12564" y="15778"/>
                    <a:pt x="12502" y="15841"/>
                    <a:pt x="12502" y="15877"/>
                  </a:cubicBezTo>
                  <a:cubicBezTo>
                    <a:pt x="12502" y="15892"/>
                    <a:pt x="12540" y="15918"/>
                    <a:pt x="12545" y="15933"/>
                  </a:cubicBezTo>
                  <a:cubicBezTo>
                    <a:pt x="12555" y="15956"/>
                    <a:pt x="12563" y="16003"/>
                    <a:pt x="12552" y="16025"/>
                  </a:cubicBezTo>
                  <a:cubicBezTo>
                    <a:pt x="12542" y="16046"/>
                    <a:pt x="12488" y="16079"/>
                    <a:pt x="12465" y="16097"/>
                  </a:cubicBezTo>
                  <a:cubicBezTo>
                    <a:pt x="12442" y="16112"/>
                    <a:pt x="12399" y="16146"/>
                    <a:pt x="12369" y="16156"/>
                  </a:cubicBezTo>
                  <a:cubicBezTo>
                    <a:pt x="12340" y="16166"/>
                    <a:pt x="12264" y="16186"/>
                    <a:pt x="12238" y="16173"/>
                  </a:cubicBezTo>
                  <a:cubicBezTo>
                    <a:pt x="12209" y="16158"/>
                    <a:pt x="12253" y="16100"/>
                    <a:pt x="12234" y="16080"/>
                  </a:cubicBezTo>
                  <a:cubicBezTo>
                    <a:pt x="12217" y="16061"/>
                    <a:pt x="12150" y="16040"/>
                    <a:pt x="12116" y="16035"/>
                  </a:cubicBezTo>
                  <a:cubicBezTo>
                    <a:pt x="12100" y="16032"/>
                    <a:pt x="12060" y="16029"/>
                    <a:pt x="12049" y="16038"/>
                  </a:cubicBezTo>
                  <a:cubicBezTo>
                    <a:pt x="12027" y="16052"/>
                    <a:pt x="12063" y="16099"/>
                    <a:pt x="12052" y="16118"/>
                  </a:cubicBezTo>
                  <a:cubicBezTo>
                    <a:pt x="12044" y="16131"/>
                    <a:pt x="12016" y="16158"/>
                    <a:pt x="11994" y="16158"/>
                  </a:cubicBezTo>
                  <a:cubicBezTo>
                    <a:pt x="11961" y="16157"/>
                    <a:pt x="11929" y="16111"/>
                    <a:pt x="11920" y="16092"/>
                  </a:cubicBezTo>
                  <a:cubicBezTo>
                    <a:pt x="11911" y="16074"/>
                    <a:pt x="11937" y="16033"/>
                    <a:pt x="11923" y="16016"/>
                  </a:cubicBezTo>
                  <a:cubicBezTo>
                    <a:pt x="11912" y="16001"/>
                    <a:pt x="11865" y="15978"/>
                    <a:pt x="11839" y="15976"/>
                  </a:cubicBezTo>
                  <a:cubicBezTo>
                    <a:pt x="11787" y="15970"/>
                    <a:pt x="11683" y="16000"/>
                    <a:pt x="11640" y="16018"/>
                  </a:cubicBezTo>
                  <a:cubicBezTo>
                    <a:pt x="11608" y="16031"/>
                    <a:pt x="11573" y="16074"/>
                    <a:pt x="11542" y="16086"/>
                  </a:cubicBezTo>
                  <a:cubicBezTo>
                    <a:pt x="11507" y="16099"/>
                    <a:pt x="11415" y="16094"/>
                    <a:pt x="11385" y="16111"/>
                  </a:cubicBezTo>
                  <a:cubicBezTo>
                    <a:pt x="11354" y="16130"/>
                    <a:pt x="11335" y="16188"/>
                    <a:pt x="11332" y="16215"/>
                  </a:cubicBezTo>
                  <a:cubicBezTo>
                    <a:pt x="11326" y="16250"/>
                    <a:pt x="11370" y="16320"/>
                    <a:pt x="11362" y="16355"/>
                  </a:cubicBezTo>
                  <a:cubicBezTo>
                    <a:pt x="11355" y="16384"/>
                    <a:pt x="11286" y="16433"/>
                    <a:pt x="11287" y="16463"/>
                  </a:cubicBezTo>
                  <a:cubicBezTo>
                    <a:pt x="11288" y="16489"/>
                    <a:pt x="11352" y="16532"/>
                    <a:pt x="11358" y="16558"/>
                  </a:cubicBezTo>
                  <a:cubicBezTo>
                    <a:pt x="11368" y="16601"/>
                    <a:pt x="11338" y="16687"/>
                    <a:pt x="11315" y="16728"/>
                  </a:cubicBezTo>
                  <a:cubicBezTo>
                    <a:pt x="11299" y="16755"/>
                    <a:pt x="11266" y="16828"/>
                    <a:pt x="11220" y="16827"/>
                  </a:cubicBezTo>
                  <a:cubicBezTo>
                    <a:pt x="11172" y="16827"/>
                    <a:pt x="11138" y="16751"/>
                    <a:pt x="11129" y="16721"/>
                  </a:cubicBezTo>
                  <a:cubicBezTo>
                    <a:pt x="11123" y="16701"/>
                    <a:pt x="11154" y="16660"/>
                    <a:pt x="11142" y="16641"/>
                  </a:cubicBezTo>
                  <a:cubicBezTo>
                    <a:pt x="11130" y="16622"/>
                    <a:pt x="11074" y="16597"/>
                    <a:pt x="11045" y="16590"/>
                  </a:cubicBezTo>
                  <a:cubicBezTo>
                    <a:pt x="11019" y="16584"/>
                    <a:pt x="10954" y="16575"/>
                    <a:pt x="10936" y="16588"/>
                  </a:cubicBezTo>
                  <a:cubicBezTo>
                    <a:pt x="10908" y="16608"/>
                    <a:pt x="10957" y="16668"/>
                    <a:pt x="10969" y="16694"/>
                  </a:cubicBezTo>
                  <a:cubicBezTo>
                    <a:pt x="10980" y="16712"/>
                    <a:pt x="11021" y="16744"/>
                    <a:pt x="11021" y="16763"/>
                  </a:cubicBezTo>
                  <a:cubicBezTo>
                    <a:pt x="11021" y="16785"/>
                    <a:pt x="10973" y="16821"/>
                    <a:pt x="10966" y="16842"/>
                  </a:cubicBezTo>
                  <a:cubicBezTo>
                    <a:pt x="10957" y="16865"/>
                    <a:pt x="10972" y="16914"/>
                    <a:pt x="10959" y="16938"/>
                  </a:cubicBezTo>
                  <a:cubicBezTo>
                    <a:pt x="10950" y="16955"/>
                    <a:pt x="10923" y="16993"/>
                    <a:pt x="10895" y="17001"/>
                  </a:cubicBezTo>
                  <a:cubicBezTo>
                    <a:pt x="10871" y="17008"/>
                    <a:pt x="10809" y="17000"/>
                    <a:pt x="10790" y="16988"/>
                  </a:cubicBezTo>
                  <a:cubicBezTo>
                    <a:pt x="10770" y="16974"/>
                    <a:pt x="10788" y="16929"/>
                    <a:pt x="10773" y="16912"/>
                  </a:cubicBezTo>
                  <a:cubicBezTo>
                    <a:pt x="10761" y="16899"/>
                    <a:pt x="10723" y="16878"/>
                    <a:pt x="10700" y="16876"/>
                  </a:cubicBezTo>
                  <a:cubicBezTo>
                    <a:pt x="10667" y="16873"/>
                    <a:pt x="10601" y="16888"/>
                    <a:pt x="10580" y="16903"/>
                  </a:cubicBezTo>
                  <a:cubicBezTo>
                    <a:pt x="10555" y="16922"/>
                    <a:pt x="10542" y="16976"/>
                    <a:pt x="10550" y="17001"/>
                  </a:cubicBezTo>
                  <a:cubicBezTo>
                    <a:pt x="10557" y="17022"/>
                    <a:pt x="10618" y="17051"/>
                    <a:pt x="10628" y="17071"/>
                  </a:cubicBezTo>
                  <a:cubicBezTo>
                    <a:pt x="10642" y="17097"/>
                    <a:pt x="10659" y="17160"/>
                    <a:pt x="10631" y="17181"/>
                  </a:cubicBezTo>
                  <a:cubicBezTo>
                    <a:pt x="10611" y="17196"/>
                    <a:pt x="10537" y="17206"/>
                    <a:pt x="10510" y="17195"/>
                  </a:cubicBezTo>
                  <a:cubicBezTo>
                    <a:pt x="10476" y="17183"/>
                    <a:pt x="10487" y="17122"/>
                    <a:pt x="10466" y="17102"/>
                  </a:cubicBezTo>
                  <a:cubicBezTo>
                    <a:pt x="10448" y="17086"/>
                    <a:pt x="10400" y="17053"/>
                    <a:pt x="10368" y="17052"/>
                  </a:cubicBezTo>
                  <a:cubicBezTo>
                    <a:pt x="10335" y="17051"/>
                    <a:pt x="10267" y="17076"/>
                    <a:pt x="10256" y="17096"/>
                  </a:cubicBezTo>
                  <a:cubicBezTo>
                    <a:pt x="10243" y="17118"/>
                    <a:pt x="10298" y="17164"/>
                    <a:pt x="10299" y="17187"/>
                  </a:cubicBezTo>
                  <a:cubicBezTo>
                    <a:pt x="10304" y="17216"/>
                    <a:pt x="10290" y="17274"/>
                    <a:pt x="10276" y="17302"/>
                  </a:cubicBezTo>
                  <a:cubicBezTo>
                    <a:pt x="10261" y="17331"/>
                    <a:pt x="10210" y="17384"/>
                    <a:pt x="10181" y="17410"/>
                  </a:cubicBezTo>
                  <a:cubicBezTo>
                    <a:pt x="10156" y="17432"/>
                    <a:pt x="10085" y="17468"/>
                    <a:pt x="10063" y="17492"/>
                  </a:cubicBezTo>
                  <a:cubicBezTo>
                    <a:pt x="10033" y="17525"/>
                    <a:pt x="10015" y="17601"/>
                    <a:pt x="9985" y="17634"/>
                  </a:cubicBezTo>
                  <a:cubicBezTo>
                    <a:pt x="9961" y="17663"/>
                    <a:pt x="9912" y="17732"/>
                    <a:pt x="9860" y="17738"/>
                  </a:cubicBezTo>
                  <a:cubicBezTo>
                    <a:pt x="9831" y="17741"/>
                    <a:pt x="9778" y="17711"/>
                    <a:pt x="9756" y="17697"/>
                  </a:cubicBezTo>
                  <a:cubicBezTo>
                    <a:pt x="9711" y="17672"/>
                    <a:pt x="9642" y="17610"/>
                    <a:pt x="9620" y="17575"/>
                  </a:cubicBezTo>
                  <a:cubicBezTo>
                    <a:pt x="9603" y="17548"/>
                    <a:pt x="9620" y="17481"/>
                    <a:pt x="9590" y="17458"/>
                  </a:cubicBezTo>
                  <a:cubicBezTo>
                    <a:pt x="9566" y="17440"/>
                    <a:pt x="9486" y="17424"/>
                    <a:pt x="9447" y="17424"/>
                  </a:cubicBezTo>
                  <a:cubicBezTo>
                    <a:pt x="9390" y="17426"/>
                    <a:pt x="9280" y="17464"/>
                    <a:pt x="9235" y="17488"/>
                  </a:cubicBezTo>
                  <a:cubicBezTo>
                    <a:pt x="9185" y="17513"/>
                    <a:pt x="9106" y="17581"/>
                    <a:pt x="9082" y="17619"/>
                  </a:cubicBezTo>
                  <a:cubicBezTo>
                    <a:pt x="9073" y="17635"/>
                    <a:pt x="9082" y="17671"/>
                    <a:pt x="9073" y="17687"/>
                  </a:cubicBezTo>
                  <a:cubicBezTo>
                    <a:pt x="9058" y="17711"/>
                    <a:pt x="9011" y="17756"/>
                    <a:pt x="8974" y="17767"/>
                  </a:cubicBezTo>
                  <a:cubicBezTo>
                    <a:pt x="8941" y="17777"/>
                    <a:pt x="8863" y="17775"/>
                    <a:pt x="8829" y="17767"/>
                  </a:cubicBezTo>
                  <a:cubicBezTo>
                    <a:pt x="8802" y="17761"/>
                    <a:pt x="8753" y="17737"/>
                    <a:pt x="8741" y="17721"/>
                  </a:cubicBezTo>
                  <a:cubicBezTo>
                    <a:pt x="8723" y="17695"/>
                    <a:pt x="8723" y="17632"/>
                    <a:pt x="8747" y="17609"/>
                  </a:cubicBezTo>
                  <a:cubicBezTo>
                    <a:pt x="8766" y="17591"/>
                    <a:pt x="8849" y="17591"/>
                    <a:pt x="8869" y="17575"/>
                  </a:cubicBezTo>
                  <a:cubicBezTo>
                    <a:pt x="8902" y="17548"/>
                    <a:pt x="8924" y="17472"/>
                    <a:pt x="8903" y="17442"/>
                  </a:cubicBezTo>
                  <a:cubicBezTo>
                    <a:pt x="8885" y="17416"/>
                    <a:pt x="8789" y="17397"/>
                    <a:pt x="8755" y="17380"/>
                  </a:cubicBezTo>
                  <a:cubicBezTo>
                    <a:pt x="8735" y="17370"/>
                    <a:pt x="8688" y="17353"/>
                    <a:pt x="8681" y="17338"/>
                  </a:cubicBezTo>
                  <a:cubicBezTo>
                    <a:pt x="8666" y="17308"/>
                    <a:pt x="8750" y="17246"/>
                    <a:pt x="8727" y="17219"/>
                  </a:cubicBezTo>
                  <a:cubicBezTo>
                    <a:pt x="8715" y="17202"/>
                    <a:pt x="8645" y="17187"/>
                    <a:pt x="8616" y="17191"/>
                  </a:cubicBezTo>
                  <a:cubicBezTo>
                    <a:pt x="8583" y="17196"/>
                    <a:pt x="8540" y="17234"/>
                    <a:pt x="8524" y="17253"/>
                  </a:cubicBezTo>
                  <a:cubicBezTo>
                    <a:pt x="8502" y="17279"/>
                    <a:pt x="8496" y="17340"/>
                    <a:pt x="8481" y="17367"/>
                  </a:cubicBezTo>
                  <a:cubicBezTo>
                    <a:pt x="8470" y="17387"/>
                    <a:pt x="8446" y="17427"/>
                    <a:pt x="8426" y="17444"/>
                  </a:cubicBezTo>
                  <a:cubicBezTo>
                    <a:pt x="8398" y="17468"/>
                    <a:pt x="8317" y="17504"/>
                    <a:pt x="8281" y="17524"/>
                  </a:cubicBezTo>
                  <a:cubicBezTo>
                    <a:pt x="8237" y="17550"/>
                    <a:pt x="8135" y="17594"/>
                    <a:pt x="8108" y="17628"/>
                  </a:cubicBezTo>
                  <a:cubicBezTo>
                    <a:pt x="8087" y="17656"/>
                    <a:pt x="8110" y="17726"/>
                    <a:pt x="8088" y="17755"/>
                  </a:cubicBezTo>
                  <a:cubicBezTo>
                    <a:pt x="8066" y="17784"/>
                    <a:pt x="7958" y="17815"/>
                    <a:pt x="7943" y="17846"/>
                  </a:cubicBezTo>
                  <a:cubicBezTo>
                    <a:pt x="7928" y="17875"/>
                    <a:pt x="7977" y="17934"/>
                    <a:pt x="7980" y="17964"/>
                  </a:cubicBezTo>
                  <a:cubicBezTo>
                    <a:pt x="7983" y="18007"/>
                    <a:pt x="7975" y="18095"/>
                    <a:pt x="7956" y="18136"/>
                  </a:cubicBezTo>
                  <a:cubicBezTo>
                    <a:pt x="7943" y="18162"/>
                    <a:pt x="7879" y="18206"/>
                    <a:pt x="7875" y="18234"/>
                  </a:cubicBezTo>
                  <a:cubicBezTo>
                    <a:pt x="7872" y="18253"/>
                    <a:pt x="7895" y="18291"/>
                    <a:pt x="7912" y="18308"/>
                  </a:cubicBezTo>
                  <a:cubicBezTo>
                    <a:pt x="7932" y="18326"/>
                    <a:pt x="7993" y="18349"/>
                    <a:pt x="8017" y="18365"/>
                  </a:cubicBezTo>
                  <a:cubicBezTo>
                    <a:pt x="8051" y="18387"/>
                    <a:pt x="8103" y="18439"/>
                    <a:pt x="8136" y="18462"/>
                  </a:cubicBezTo>
                  <a:cubicBezTo>
                    <a:pt x="8168" y="18485"/>
                    <a:pt x="8248" y="18521"/>
                    <a:pt x="8274" y="18547"/>
                  </a:cubicBezTo>
                  <a:cubicBezTo>
                    <a:pt x="8302" y="18573"/>
                    <a:pt x="8333" y="18635"/>
                    <a:pt x="8345" y="18666"/>
                  </a:cubicBezTo>
                  <a:cubicBezTo>
                    <a:pt x="8354" y="18689"/>
                    <a:pt x="8385" y="18741"/>
                    <a:pt x="8366" y="18763"/>
                  </a:cubicBezTo>
                  <a:cubicBezTo>
                    <a:pt x="8342" y="18790"/>
                    <a:pt x="8235" y="18810"/>
                    <a:pt x="8186" y="18816"/>
                  </a:cubicBezTo>
                  <a:cubicBezTo>
                    <a:pt x="8144" y="18821"/>
                    <a:pt x="8054" y="18801"/>
                    <a:pt x="8014" y="18812"/>
                  </a:cubicBezTo>
                  <a:cubicBezTo>
                    <a:pt x="7966" y="18824"/>
                    <a:pt x="7913" y="18886"/>
                    <a:pt x="7871" y="18905"/>
                  </a:cubicBezTo>
                  <a:cubicBezTo>
                    <a:pt x="7836" y="18921"/>
                    <a:pt x="7742" y="18933"/>
                    <a:pt x="7712" y="18954"/>
                  </a:cubicBezTo>
                  <a:cubicBezTo>
                    <a:pt x="7668" y="18985"/>
                    <a:pt x="7625" y="19069"/>
                    <a:pt x="7618" y="19111"/>
                  </a:cubicBezTo>
                  <a:cubicBezTo>
                    <a:pt x="7614" y="19135"/>
                    <a:pt x="7631" y="19184"/>
                    <a:pt x="7641" y="19208"/>
                  </a:cubicBezTo>
                  <a:cubicBezTo>
                    <a:pt x="7656" y="19243"/>
                    <a:pt x="7700" y="19312"/>
                    <a:pt x="7726" y="19346"/>
                  </a:cubicBezTo>
                  <a:cubicBezTo>
                    <a:pt x="7747" y="19372"/>
                    <a:pt x="7815" y="19416"/>
                    <a:pt x="7824" y="19445"/>
                  </a:cubicBezTo>
                  <a:cubicBezTo>
                    <a:pt x="7838" y="19483"/>
                    <a:pt x="7822" y="19566"/>
                    <a:pt x="7791" y="19600"/>
                  </a:cubicBezTo>
                  <a:cubicBezTo>
                    <a:pt x="7767" y="19625"/>
                    <a:pt x="7662" y="19645"/>
                    <a:pt x="7641" y="19671"/>
                  </a:cubicBezTo>
                  <a:cubicBezTo>
                    <a:pt x="7618" y="19703"/>
                    <a:pt x="7666" y="19778"/>
                    <a:pt x="7652" y="19811"/>
                  </a:cubicBezTo>
                  <a:cubicBezTo>
                    <a:pt x="7637" y="19846"/>
                    <a:pt x="7573" y="19908"/>
                    <a:pt x="7530" y="19932"/>
                  </a:cubicBezTo>
                  <a:cubicBezTo>
                    <a:pt x="7477" y="19962"/>
                    <a:pt x="7335" y="19986"/>
                    <a:pt x="7276" y="20010"/>
                  </a:cubicBezTo>
                  <a:cubicBezTo>
                    <a:pt x="7222" y="20033"/>
                    <a:pt x="7108" y="20081"/>
                    <a:pt x="7083" y="20118"/>
                  </a:cubicBezTo>
                  <a:cubicBezTo>
                    <a:pt x="7047" y="20175"/>
                    <a:pt x="7107" y="20301"/>
                    <a:pt x="7118" y="20362"/>
                  </a:cubicBezTo>
                  <a:cubicBezTo>
                    <a:pt x="7130" y="20425"/>
                    <a:pt x="7157" y="20550"/>
                    <a:pt x="7179" y="20612"/>
                  </a:cubicBezTo>
                  <a:cubicBezTo>
                    <a:pt x="7189" y="20644"/>
                    <a:pt x="7233" y="20706"/>
                    <a:pt x="7233" y="20739"/>
                  </a:cubicBezTo>
                  <a:cubicBezTo>
                    <a:pt x="7230" y="20811"/>
                    <a:pt x="7116" y="20945"/>
                    <a:pt x="7098" y="21016"/>
                  </a:cubicBezTo>
                  <a:cubicBezTo>
                    <a:pt x="7085" y="21062"/>
                    <a:pt x="7101" y="21153"/>
                    <a:pt x="7094" y="21198"/>
                  </a:cubicBezTo>
                  <a:cubicBezTo>
                    <a:pt x="7084" y="21252"/>
                    <a:pt x="7045" y="21357"/>
                    <a:pt x="7027" y="21410"/>
                  </a:cubicBezTo>
                  <a:cubicBezTo>
                    <a:pt x="7014" y="21446"/>
                    <a:pt x="6991" y="21518"/>
                    <a:pt x="6969" y="21552"/>
                  </a:cubicBezTo>
                  <a:cubicBezTo>
                    <a:pt x="6961" y="21564"/>
                    <a:pt x="6945" y="21578"/>
                    <a:pt x="6928" y="21594"/>
                  </a:cubicBezTo>
                  <a:lnTo>
                    <a:pt x="6928" y="21403"/>
                  </a:lnTo>
                  <a:lnTo>
                    <a:pt x="6603" y="21403"/>
                  </a:lnTo>
                  <a:lnTo>
                    <a:pt x="6090" y="21238"/>
                  </a:lnTo>
                  <a:lnTo>
                    <a:pt x="5995" y="20748"/>
                  </a:lnTo>
                  <a:cubicBezTo>
                    <a:pt x="5995" y="20748"/>
                    <a:pt x="5722" y="20706"/>
                    <a:pt x="5635" y="20685"/>
                  </a:cubicBezTo>
                  <a:cubicBezTo>
                    <a:pt x="5571" y="20669"/>
                    <a:pt x="5443" y="20634"/>
                    <a:pt x="5391" y="20605"/>
                  </a:cubicBezTo>
                  <a:cubicBezTo>
                    <a:pt x="5333" y="20574"/>
                    <a:pt x="5282" y="20469"/>
                    <a:pt x="5213" y="20447"/>
                  </a:cubicBezTo>
                  <a:cubicBezTo>
                    <a:pt x="5173" y="20433"/>
                    <a:pt x="5075" y="20455"/>
                    <a:pt x="5030" y="20447"/>
                  </a:cubicBezTo>
                  <a:cubicBezTo>
                    <a:pt x="4984" y="20438"/>
                    <a:pt x="4901" y="20400"/>
                    <a:pt x="4868" y="20377"/>
                  </a:cubicBezTo>
                  <a:cubicBezTo>
                    <a:pt x="4817" y="20339"/>
                    <a:pt x="4753" y="20244"/>
                    <a:pt x="4731" y="20196"/>
                  </a:cubicBezTo>
                  <a:cubicBezTo>
                    <a:pt x="4711" y="20152"/>
                    <a:pt x="4701" y="20060"/>
                    <a:pt x="4697" y="20015"/>
                  </a:cubicBezTo>
                  <a:cubicBezTo>
                    <a:pt x="4691" y="19971"/>
                    <a:pt x="4701" y="19883"/>
                    <a:pt x="4690" y="19840"/>
                  </a:cubicBezTo>
                  <a:cubicBezTo>
                    <a:pt x="4681" y="19794"/>
                    <a:pt x="4633" y="19707"/>
                    <a:pt x="4615" y="19662"/>
                  </a:cubicBezTo>
                  <a:cubicBezTo>
                    <a:pt x="4599" y="19622"/>
                    <a:pt x="4590" y="19538"/>
                    <a:pt x="4554" y="19503"/>
                  </a:cubicBezTo>
                  <a:cubicBezTo>
                    <a:pt x="4529" y="19480"/>
                    <a:pt x="4412" y="19436"/>
                    <a:pt x="4412" y="19436"/>
                  </a:cubicBezTo>
                  <a:lnTo>
                    <a:pt x="3986" y="18744"/>
                  </a:lnTo>
                  <a:lnTo>
                    <a:pt x="1399" y="14182"/>
                  </a:lnTo>
                  <a:lnTo>
                    <a:pt x="0" y="11967"/>
                  </a:lnTo>
                  <a:cubicBezTo>
                    <a:pt x="6" y="11963"/>
                    <a:pt x="12" y="11959"/>
                    <a:pt x="13" y="11955"/>
                  </a:cubicBezTo>
                  <a:cubicBezTo>
                    <a:pt x="41" y="11917"/>
                    <a:pt x="1" y="11823"/>
                    <a:pt x="44" y="11793"/>
                  </a:cubicBezTo>
                  <a:cubicBezTo>
                    <a:pt x="69" y="11775"/>
                    <a:pt x="162" y="11786"/>
                    <a:pt x="191" y="11771"/>
                  </a:cubicBezTo>
                  <a:cubicBezTo>
                    <a:pt x="227" y="11753"/>
                    <a:pt x="260" y="11697"/>
                    <a:pt x="267" y="11669"/>
                  </a:cubicBezTo>
                  <a:cubicBezTo>
                    <a:pt x="272" y="11648"/>
                    <a:pt x="226" y="11597"/>
                    <a:pt x="252" y="11583"/>
                  </a:cubicBezTo>
                  <a:cubicBezTo>
                    <a:pt x="298" y="11558"/>
                    <a:pt x="425" y="11622"/>
                    <a:pt x="486" y="11624"/>
                  </a:cubicBezTo>
                  <a:cubicBezTo>
                    <a:pt x="526" y="11626"/>
                    <a:pt x="608" y="11605"/>
                    <a:pt x="647" y="11612"/>
                  </a:cubicBezTo>
                  <a:cubicBezTo>
                    <a:pt x="697" y="11620"/>
                    <a:pt x="786" y="11660"/>
                    <a:pt x="810" y="11688"/>
                  </a:cubicBezTo>
                  <a:cubicBezTo>
                    <a:pt x="836" y="11719"/>
                    <a:pt x="791" y="11796"/>
                    <a:pt x="820" y="11825"/>
                  </a:cubicBezTo>
                  <a:cubicBezTo>
                    <a:pt x="848" y="11851"/>
                    <a:pt x="965" y="11860"/>
                    <a:pt x="1003" y="11882"/>
                  </a:cubicBezTo>
                  <a:cubicBezTo>
                    <a:pt x="1045" y="11906"/>
                    <a:pt x="1067" y="11990"/>
                    <a:pt x="1120" y="12005"/>
                  </a:cubicBezTo>
                  <a:cubicBezTo>
                    <a:pt x="1147" y="12014"/>
                    <a:pt x="1216" y="12003"/>
                    <a:pt x="1242" y="11993"/>
                  </a:cubicBezTo>
                  <a:cubicBezTo>
                    <a:pt x="1282" y="11976"/>
                    <a:pt x="1336" y="11921"/>
                    <a:pt x="1347" y="11891"/>
                  </a:cubicBezTo>
                  <a:cubicBezTo>
                    <a:pt x="1362" y="11857"/>
                    <a:pt x="1338" y="11761"/>
                    <a:pt x="1342" y="11751"/>
                  </a:cubicBezTo>
                  <a:cubicBezTo>
                    <a:pt x="1347" y="11742"/>
                    <a:pt x="1284" y="11668"/>
                    <a:pt x="1298" y="11640"/>
                  </a:cubicBezTo>
                  <a:cubicBezTo>
                    <a:pt x="1307" y="11620"/>
                    <a:pt x="1387" y="11605"/>
                    <a:pt x="1403" y="11587"/>
                  </a:cubicBezTo>
                  <a:cubicBezTo>
                    <a:pt x="1420" y="11568"/>
                    <a:pt x="1434" y="11520"/>
                    <a:pt x="1419" y="11500"/>
                  </a:cubicBezTo>
                  <a:cubicBezTo>
                    <a:pt x="1394" y="11470"/>
                    <a:pt x="1258" y="11461"/>
                    <a:pt x="1232" y="11431"/>
                  </a:cubicBezTo>
                  <a:cubicBezTo>
                    <a:pt x="1208" y="11404"/>
                    <a:pt x="1256" y="11338"/>
                    <a:pt x="1236" y="11310"/>
                  </a:cubicBezTo>
                  <a:cubicBezTo>
                    <a:pt x="1223" y="11290"/>
                    <a:pt x="1152" y="11271"/>
                    <a:pt x="1135" y="11253"/>
                  </a:cubicBezTo>
                  <a:cubicBezTo>
                    <a:pt x="1116" y="11233"/>
                    <a:pt x="1095" y="11187"/>
                    <a:pt x="1099" y="11164"/>
                  </a:cubicBezTo>
                  <a:cubicBezTo>
                    <a:pt x="1106" y="11131"/>
                    <a:pt x="1158" y="11066"/>
                    <a:pt x="1201" y="11046"/>
                  </a:cubicBezTo>
                  <a:cubicBezTo>
                    <a:pt x="1235" y="11031"/>
                    <a:pt x="1329" y="11016"/>
                    <a:pt x="1368" y="11027"/>
                  </a:cubicBezTo>
                  <a:cubicBezTo>
                    <a:pt x="1409" y="11039"/>
                    <a:pt x="1424" y="11106"/>
                    <a:pt x="1459" y="11123"/>
                  </a:cubicBezTo>
                  <a:cubicBezTo>
                    <a:pt x="1504" y="11143"/>
                    <a:pt x="1619" y="11162"/>
                    <a:pt x="1673" y="11157"/>
                  </a:cubicBezTo>
                  <a:cubicBezTo>
                    <a:pt x="1710" y="11154"/>
                    <a:pt x="1766" y="11108"/>
                    <a:pt x="1804" y="11110"/>
                  </a:cubicBezTo>
                  <a:cubicBezTo>
                    <a:pt x="1842" y="11111"/>
                    <a:pt x="1885" y="11160"/>
                    <a:pt x="1921" y="11167"/>
                  </a:cubicBezTo>
                  <a:cubicBezTo>
                    <a:pt x="1959" y="11173"/>
                    <a:pt x="2049" y="11171"/>
                    <a:pt x="2078" y="11154"/>
                  </a:cubicBezTo>
                  <a:cubicBezTo>
                    <a:pt x="2134" y="11122"/>
                    <a:pt x="2150" y="11014"/>
                    <a:pt x="2139" y="10967"/>
                  </a:cubicBezTo>
                  <a:cubicBezTo>
                    <a:pt x="2131" y="10929"/>
                    <a:pt x="2074" y="10857"/>
                    <a:pt x="2028" y="10834"/>
                  </a:cubicBezTo>
                  <a:cubicBezTo>
                    <a:pt x="1961" y="10799"/>
                    <a:pt x="1779" y="10788"/>
                    <a:pt x="1698" y="10769"/>
                  </a:cubicBezTo>
                  <a:cubicBezTo>
                    <a:pt x="1645" y="10758"/>
                    <a:pt x="1538" y="10737"/>
                    <a:pt x="1490" y="10719"/>
                  </a:cubicBezTo>
                  <a:cubicBezTo>
                    <a:pt x="1458" y="10707"/>
                    <a:pt x="1396" y="10679"/>
                    <a:pt x="1378" y="10659"/>
                  </a:cubicBezTo>
                  <a:cubicBezTo>
                    <a:pt x="1349" y="10626"/>
                    <a:pt x="1332" y="10547"/>
                    <a:pt x="1338" y="10509"/>
                  </a:cubicBezTo>
                  <a:cubicBezTo>
                    <a:pt x="1341" y="10480"/>
                    <a:pt x="1387" y="10426"/>
                    <a:pt x="1399" y="10398"/>
                  </a:cubicBezTo>
                  <a:cubicBezTo>
                    <a:pt x="1416" y="10352"/>
                    <a:pt x="1418" y="10256"/>
                    <a:pt x="1439" y="10211"/>
                  </a:cubicBezTo>
                  <a:cubicBezTo>
                    <a:pt x="1458" y="10171"/>
                    <a:pt x="1515" y="10096"/>
                    <a:pt x="1551" y="10062"/>
                  </a:cubicBezTo>
                  <a:cubicBezTo>
                    <a:pt x="1582" y="10031"/>
                    <a:pt x="1667" y="9981"/>
                    <a:pt x="1698" y="9950"/>
                  </a:cubicBezTo>
                  <a:cubicBezTo>
                    <a:pt x="1734" y="9912"/>
                    <a:pt x="1769" y="9824"/>
                    <a:pt x="1809" y="9788"/>
                  </a:cubicBezTo>
                  <a:cubicBezTo>
                    <a:pt x="1828" y="9773"/>
                    <a:pt x="1880" y="9751"/>
                    <a:pt x="1900" y="9738"/>
                  </a:cubicBezTo>
                  <a:cubicBezTo>
                    <a:pt x="1988" y="9682"/>
                    <a:pt x="2133" y="9554"/>
                    <a:pt x="2221" y="9499"/>
                  </a:cubicBezTo>
                  <a:cubicBezTo>
                    <a:pt x="2276" y="9465"/>
                    <a:pt x="2421" y="9418"/>
                    <a:pt x="2459" y="9375"/>
                  </a:cubicBezTo>
                  <a:cubicBezTo>
                    <a:pt x="2484" y="9347"/>
                    <a:pt x="2505" y="9279"/>
                    <a:pt x="2490" y="9248"/>
                  </a:cubicBezTo>
                  <a:cubicBezTo>
                    <a:pt x="2471" y="9212"/>
                    <a:pt x="2359" y="9168"/>
                    <a:pt x="2316" y="9140"/>
                  </a:cubicBezTo>
                  <a:cubicBezTo>
                    <a:pt x="2289" y="9122"/>
                    <a:pt x="2219" y="9091"/>
                    <a:pt x="2211" y="9067"/>
                  </a:cubicBezTo>
                  <a:cubicBezTo>
                    <a:pt x="2198" y="9031"/>
                    <a:pt x="2259" y="8961"/>
                    <a:pt x="2281" y="8927"/>
                  </a:cubicBezTo>
                  <a:cubicBezTo>
                    <a:pt x="2308" y="8887"/>
                    <a:pt x="2368" y="8807"/>
                    <a:pt x="2408" y="8772"/>
                  </a:cubicBezTo>
                  <a:cubicBezTo>
                    <a:pt x="2456" y="8728"/>
                    <a:pt x="2595" y="8662"/>
                    <a:pt x="2636" y="8616"/>
                  </a:cubicBezTo>
                  <a:cubicBezTo>
                    <a:pt x="2683" y="8563"/>
                    <a:pt x="2757" y="8443"/>
                    <a:pt x="2743" y="8384"/>
                  </a:cubicBezTo>
                  <a:cubicBezTo>
                    <a:pt x="2737" y="8361"/>
                    <a:pt x="2667" y="8328"/>
                    <a:pt x="2662" y="8305"/>
                  </a:cubicBezTo>
                  <a:cubicBezTo>
                    <a:pt x="2655" y="8278"/>
                    <a:pt x="2731" y="8222"/>
                    <a:pt x="2707" y="8200"/>
                  </a:cubicBezTo>
                  <a:cubicBezTo>
                    <a:pt x="2680" y="8174"/>
                    <a:pt x="2559" y="8181"/>
                    <a:pt x="2510" y="8184"/>
                  </a:cubicBezTo>
                  <a:cubicBezTo>
                    <a:pt x="2463" y="8187"/>
                    <a:pt x="2367" y="8242"/>
                    <a:pt x="2333" y="8222"/>
                  </a:cubicBezTo>
                  <a:cubicBezTo>
                    <a:pt x="2285" y="8195"/>
                    <a:pt x="2426" y="8101"/>
                    <a:pt x="2392" y="8066"/>
                  </a:cubicBezTo>
                  <a:cubicBezTo>
                    <a:pt x="2369" y="8042"/>
                    <a:pt x="2255" y="8052"/>
                    <a:pt x="2215" y="8037"/>
                  </a:cubicBezTo>
                  <a:cubicBezTo>
                    <a:pt x="2186" y="8028"/>
                    <a:pt x="2121" y="8002"/>
                    <a:pt x="2119" y="7980"/>
                  </a:cubicBezTo>
                  <a:cubicBezTo>
                    <a:pt x="2114" y="7943"/>
                    <a:pt x="2235" y="7892"/>
                    <a:pt x="2266" y="7860"/>
                  </a:cubicBezTo>
                  <a:cubicBezTo>
                    <a:pt x="2288" y="7837"/>
                    <a:pt x="2353" y="7787"/>
                    <a:pt x="2337" y="7762"/>
                  </a:cubicBezTo>
                  <a:cubicBezTo>
                    <a:pt x="2316" y="7729"/>
                    <a:pt x="2156" y="7738"/>
                    <a:pt x="2129" y="7707"/>
                  </a:cubicBezTo>
                  <a:cubicBezTo>
                    <a:pt x="2102" y="7678"/>
                    <a:pt x="2138" y="7603"/>
                    <a:pt x="2165" y="7574"/>
                  </a:cubicBezTo>
                  <a:cubicBezTo>
                    <a:pt x="2192" y="7544"/>
                    <a:pt x="2315" y="7517"/>
                    <a:pt x="2337" y="7485"/>
                  </a:cubicBezTo>
                  <a:cubicBezTo>
                    <a:pt x="2359" y="7451"/>
                    <a:pt x="2344" y="7371"/>
                    <a:pt x="2316" y="7339"/>
                  </a:cubicBezTo>
                  <a:cubicBezTo>
                    <a:pt x="2291" y="7308"/>
                    <a:pt x="2195" y="7266"/>
                    <a:pt x="2144" y="7253"/>
                  </a:cubicBezTo>
                  <a:cubicBezTo>
                    <a:pt x="2097" y="7241"/>
                    <a:pt x="1982" y="7256"/>
                    <a:pt x="1941" y="7237"/>
                  </a:cubicBezTo>
                  <a:cubicBezTo>
                    <a:pt x="1909" y="7222"/>
                    <a:pt x="1877" y="7170"/>
                    <a:pt x="1876" y="7145"/>
                  </a:cubicBezTo>
                  <a:cubicBezTo>
                    <a:pt x="1872" y="7112"/>
                    <a:pt x="1937" y="7051"/>
                    <a:pt x="1937" y="7018"/>
                  </a:cubicBezTo>
                  <a:cubicBezTo>
                    <a:pt x="1936" y="6987"/>
                    <a:pt x="1876" y="6931"/>
                    <a:pt x="1876" y="6900"/>
                  </a:cubicBezTo>
                  <a:cubicBezTo>
                    <a:pt x="1873" y="6858"/>
                    <a:pt x="1907" y="6772"/>
                    <a:pt x="1941" y="6735"/>
                  </a:cubicBezTo>
                  <a:cubicBezTo>
                    <a:pt x="1965" y="6709"/>
                    <a:pt x="2064" y="6681"/>
                    <a:pt x="2084" y="6653"/>
                  </a:cubicBezTo>
                  <a:cubicBezTo>
                    <a:pt x="2096" y="6635"/>
                    <a:pt x="2090" y="6595"/>
                    <a:pt x="2084" y="6576"/>
                  </a:cubicBezTo>
                  <a:cubicBezTo>
                    <a:pt x="2077" y="6557"/>
                    <a:pt x="2040" y="6525"/>
                    <a:pt x="2033" y="6507"/>
                  </a:cubicBezTo>
                  <a:cubicBezTo>
                    <a:pt x="2026" y="6489"/>
                    <a:pt x="2023" y="6452"/>
                    <a:pt x="2028" y="6433"/>
                  </a:cubicBezTo>
                  <a:cubicBezTo>
                    <a:pt x="2034" y="6405"/>
                    <a:pt x="2053" y="6342"/>
                    <a:pt x="2089" y="6325"/>
                  </a:cubicBezTo>
                  <a:cubicBezTo>
                    <a:pt x="2115" y="6313"/>
                    <a:pt x="2193" y="6331"/>
                    <a:pt x="2221" y="6319"/>
                  </a:cubicBezTo>
                  <a:cubicBezTo>
                    <a:pt x="2274" y="6297"/>
                    <a:pt x="2316" y="6214"/>
                    <a:pt x="2337" y="6176"/>
                  </a:cubicBezTo>
                  <a:cubicBezTo>
                    <a:pt x="2354" y="6145"/>
                    <a:pt x="2352" y="6077"/>
                    <a:pt x="2377" y="6049"/>
                  </a:cubicBezTo>
                  <a:cubicBezTo>
                    <a:pt x="2395" y="6029"/>
                    <a:pt x="2468" y="6009"/>
                    <a:pt x="2484" y="5989"/>
                  </a:cubicBezTo>
                  <a:cubicBezTo>
                    <a:pt x="2523" y="5941"/>
                    <a:pt x="2525" y="5832"/>
                    <a:pt x="2525" y="5779"/>
                  </a:cubicBezTo>
                  <a:cubicBezTo>
                    <a:pt x="2524" y="5719"/>
                    <a:pt x="2493" y="5602"/>
                    <a:pt x="2474" y="5544"/>
                  </a:cubicBezTo>
                  <a:cubicBezTo>
                    <a:pt x="2445" y="5454"/>
                    <a:pt x="2349" y="5281"/>
                    <a:pt x="2316" y="5191"/>
                  </a:cubicBezTo>
                  <a:cubicBezTo>
                    <a:pt x="2284" y="5096"/>
                    <a:pt x="2224" y="4904"/>
                    <a:pt x="2215" y="4807"/>
                  </a:cubicBezTo>
                  <a:cubicBezTo>
                    <a:pt x="2211" y="4757"/>
                    <a:pt x="2230" y="4606"/>
                    <a:pt x="2230" y="4606"/>
                  </a:cubicBezTo>
                  <a:lnTo>
                    <a:pt x="3956" y="915"/>
                  </a:lnTo>
                  <a:cubicBezTo>
                    <a:pt x="3956" y="915"/>
                    <a:pt x="4045" y="768"/>
                    <a:pt x="4080" y="720"/>
                  </a:cubicBezTo>
                  <a:cubicBezTo>
                    <a:pt x="4109" y="682"/>
                    <a:pt x="4154" y="598"/>
                    <a:pt x="4206" y="572"/>
                  </a:cubicBezTo>
                  <a:cubicBezTo>
                    <a:pt x="4265" y="542"/>
                    <a:pt x="4424" y="523"/>
                    <a:pt x="4500" y="519"/>
                  </a:cubicBezTo>
                  <a:cubicBezTo>
                    <a:pt x="4577" y="515"/>
                    <a:pt x="4732" y="536"/>
                    <a:pt x="4808" y="547"/>
                  </a:cubicBezTo>
                  <a:cubicBezTo>
                    <a:pt x="4850" y="553"/>
                    <a:pt x="4931" y="588"/>
                    <a:pt x="4973" y="580"/>
                  </a:cubicBezTo>
                  <a:cubicBezTo>
                    <a:pt x="5014" y="573"/>
                    <a:pt x="5043" y="505"/>
                    <a:pt x="5085" y="502"/>
                  </a:cubicBezTo>
                  <a:cubicBezTo>
                    <a:pt x="5126" y="500"/>
                    <a:pt x="5193" y="544"/>
                    <a:pt x="5213" y="566"/>
                  </a:cubicBezTo>
                  <a:cubicBezTo>
                    <a:pt x="5243" y="597"/>
                    <a:pt x="5255" y="673"/>
                    <a:pt x="5258" y="710"/>
                  </a:cubicBezTo>
                  <a:cubicBezTo>
                    <a:pt x="5259" y="747"/>
                    <a:pt x="5227" y="853"/>
                    <a:pt x="5231" y="860"/>
                  </a:cubicBezTo>
                  <a:cubicBezTo>
                    <a:pt x="5234" y="867"/>
                    <a:pt x="5313" y="988"/>
                    <a:pt x="5342" y="1030"/>
                  </a:cubicBezTo>
                  <a:cubicBezTo>
                    <a:pt x="5379" y="1082"/>
                    <a:pt x="5432" y="1194"/>
                    <a:pt x="5491" y="1237"/>
                  </a:cubicBezTo>
                  <a:cubicBezTo>
                    <a:pt x="5522" y="1260"/>
                    <a:pt x="5608" y="1289"/>
                    <a:pt x="5650" y="1305"/>
                  </a:cubicBezTo>
                  <a:cubicBezTo>
                    <a:pt x="5725" y="1332"/>
                    <a:pt x="5875" y="1394"/>
                    <a:pt x="5961" y="1402"/>
                  </a:cubicBezTo>
                  <a:cubicBezTo>
                    <a:pt x="5999" y="1405"/>
                    <a:pt x="6075" y="1381"/>
                    <a:pt x="6113" y="1385"/>
                  </a:cubicBezTo>
                  <a:cubicBezTo>
                    <a:pt x="6165" y="1391"/>
                    <a:pt x="6241" y="1446"/>
                    <a:pt x="6292" y="1453"/>
                  </a:cubicBezTo>
                  <a:cubicBezTo>
                    <a:pt x="6330" y="1458"/>
                    <a:pt x="6411" y="1452"/>
                    <a:pt x="6444" y="1440"/>
                  </a:cubicBezTo>
                  <a:cubicBezTo>
                    <a:pt x="6497" y="1422"/>
                    <a:pt x="6560" y="1353"/>
                    <a:pt x="6596" y="1324"/>
                  </a:cubicBezTo>
                  <a:cubicBezTo>
                    <a:pt x="6631" y="1297"/>
                    <a:pt x="6690" y="1238"/>
                    <a:pt x="6729" y="1214"/>
                  </a:cubicBezTo>
                  <a:cubicBezTo>
                    <a:pt x="6768" y="1188"/>
                    <a:pt x="6859" y="1147"/>
                    <a:pt x="6901" y="1125"/>
                  </a:cubicBezTo>
                  <a:cubicBezTo>
                    <a:pt x="6958" y="1093"/>
                    <a:pt x="7056" y="1017"/>
                    <a:pt x="7124" y="996"/>
                  </a:cubicBezTo>
                  <a:cubicBezTo>
                    <a:pt x="7195" y="974"/>
                    <a:pt x="7365" y="986"/>
                    <a:pt x="7436" y="964"/>
                  </a:cubicBezTo>
                  <a:cubicBezTo>
                    <a:pt x="7476" y="951"/>
                    <a:pt x="7542" y="909"/>
                    <a:pt x="7560" y="883"/>
                  </a:cubicBezTo>
                  <a:cubicBezTo>
                    <a:pt x="7582" y="853"/>
                    <a:pt x="7563" y="784"/>
                    <a:pt x="7574" y="752"/>
                  </a:cubicBezTo>
                  <a:cubicBezTo>
                    <a:pt x="7582" y="729"/>
                    <a:pt x="7598" y="678"/>
                    <a:pt x="7628" y="663"/>
                  </a:cubicBezTo>
                  <a:cubicBezTo>
                    <a:pt x="7663" y="646"/>
                    <a:pt x="7767" y="661"/>
                    <a:pt x="7804" y="646"/>
                  </a:cubicBezTo>
                  <a:cubicBezTo>
                    <a:pt x="7849" y="629"/>
                    <a:pt x="7883" y="558"/>
                    <a:pt x="7926" y="538"/>
                  </a:cubicBezTo>
                  <a:cubicBezTo>
                    <a:pt x="7980" y="514"/>
                    <a:pt x="8114" y="487"/>
                    <a:pt x="8179" y="494"/>
                  </a:cubicBezTo>
                  <a:cubicBezTo>
                    <a:pt x="8233" y="499"/>
                    <a:pt x="8301" y="573"/>
                    <a:pt x="8355" y="572"/>
                  </a:cubicBezTo>
                  <a:cubicBezTo>
                    <a:pt x="8415" y="572"/>
                    <a:pt x="8500" y="508"/>
                    <a:pt x="8541" y="481"/>
                  </a:cubicBezTo>
                  <a:cubicBezTo>
                    <a:pt x="8572" y="461"/>
                    <a:pt x="8642" y="419"/>
                    <a:pt x="8642" y="392"/>
                  </a:cubicBezTo>
                  <a:cubicBezTo>
                    <a:pt x="8643" y="372"/>
                    <a:pt x="8589" y="342"/>
                    <a:pt x="8575" y="324"/>
                  </a:cubicBezTo>
                  <a:cubicBezTo>
                    <a:pt x="8555" y="298"/>
                    <a:pt x="8514" y="243"/>
                    <a:pt x="8514" y="214"/>
                  </a:cubicBezTo>
                  <a:cubicBezTo>
                    <a:pt x="8516" y="187"/>
                    <a:pt x="8553" y="133"/>
                    <a:pt x="8582" y="112"/>
                  </a:cubicBezTo>
                  <a:cubicBezTo>
                    <a:pt x="8628" y="80"/>
                    <a:pt x="8759" y="44"/>
                    <a:pt x="8826" y="32"/>
                  </a:cubicBezTo>
                  <a:cubicBezTo>
                    <a:pt x="8884" y="21"/>
                    <a:pt x="9008" y="23"/>
                    <a:pt x="9069" y="19"/>
                  </a:cubicBezTo>
                  <a:cubicBezTo>
                    <a:pt x="9135" y="15"/>
                    <a:pt x="9268" y="-6"/>
                    <a:pt x="9333" y="2"/>
                  </a:cubicBezTo>
                  <a:cubicBezTo>
                    <a:pt x="9390" y="10"/>
                    <a:pt x="9485" y="56"/>
                    <a:pt x="9536" y="74"/>
                  </a:cubicBezTo>
                  <a:cubicBezTo>
                    <a:pt x="9588" y="92"/>
                    <a:pt x="9692" y="129"/>
                    <a:pt x="9745" y="147"/>
                  </a:cubicBezTo>
                  <a:cubicBezTo>
                    <a:pt x="9802" y="165"/>
                    <a:pt x="9916" y="203"/>
                    <a:pt x="9975" y="218"/>
                  </a:cubicBezTo>
                  <a:cubicBezTo>
                    <a:pt x="10036" y="235"/>
                    <a:pt x="10161" y="266"/>
                    <a:pt x="10225" y="273"/>
                  </a:cubicBezTo>
                  <a:cubicBezTo>
                    <a:pt x="10279" y="280"/>
                    <a:pt x="10391" y="266"/>
                    <a:pt x="10442" y="277"/>
                  </a:cubicBezTo>
                  <a:cubicBezTo>
                    <a:pt x="10507" y="293"/>
                    <a:pt x="10597" y="368"/>
                    <a:pt x="10659" y="388"/>
                  </a:cubicBezTo>
                  <a:cubicBezTo>
                    <a:pt x="10701" y="402"/>
                    <a:pt x="10799" y="408"/>
                    <a:pt x="10842" y="421"/>
                  </a:cubicBezTo>
                  <a:cubicBezTo>
                    <a:pt x="10892" y="439"/>
                    <a:pt x="10967" y="497"/>
                    <a:pt x="11017" y="515"/>
                  </a:cubicBezTo>
                  <a:cubicBezTo>
                    <a:pt x="11061" y="531"/>
                    <a:pt x="11172" y="538"/>
                    <a:pt x="11213" y="558"/>
                  </a:cubicBezTo>
                  <a:cubicBezTo>
                    <a:pt x="11263" y="580"/>
                    <a:pt x="11315" y="656"/>
                    <a:pt x="11362" y="680"/>
                  </a:cubicBezTo>
                  <a:cubicBezTo>
                    <a:pt x="11401" y="700"/>
                    <a:pt x="11496" y="725"/>
                    <a:pt x="11545" y="735"/>
                  </a:cubicBezTo>
                  <a:cubicBezTo>
                    <a:pt x="11651" y="758"/>
                    <a:pt x="11984" y="795"/>
                    <a:pt x="11984" y="795"/>
                  </a:cubicBezTo>
                  <a:lnTo>
                    <a:pt x="14645" y="5426"/>
                  </a:lnTo>
                  <a:cubicBezTo>
                    <a:pt x="14645" y="5426"/>
                    <a:pt x="14690" y="5572"/>
                    <a:pt x="14735" y="5611"/>
                  </a:cubicBezTo>
                  <a:cubicBezTo>
                    <a:pt x="14760" y="5632"/>
                    <a:pt x="14843" y="5652"/>
                    <a:pt x="14872" y="5671"/>
                  </a:cubicBezTo>
                  <a:cubicBezTo>
                    <a:pt x="14914" y="5698"/>
                    <a:pt x="15003" y="5758"/>
                    <a:pt x="15005" y="5795"/>
                  </a:cubicBezTo>
                  <a:cubicBezTo>
                    <a:pt x="15006" y="5822"/>
                    <a:pt x="14933" y="5865"/>
                    <a:pt x="14913" y="5890"/>
                  </a:cubicBezTo>
                  <a:cubicBezTo>
                    <a:pt x="14894" y="5915"/>
                    <a:pt x="14846" y="5967"/>
                    <a:pt x="14853" y="5995"/>
                  </a:cubicBezTo>
                  <a:cubicBezTo>
                    <a:pt x="14858" y="6022"/>
                    <a:pt x="14916" y="6067"/>
                    <a:pt x="14949" y="6084"/>
                  </a:cubicBezTo>
                  <a:cubicBezTo>
                    <a:pt x="14983" y="6101"/>
                    <a:pt x="15079" y="6110"/>
                    <a:pt x="15111" y="6129"/>
                  </a:cubicBezTo>
                  <a:cubicBezTo>
                    <a:pt x="15143" y="6146"/>
                    <a:pt x="15197" y="6194"/>
                    <a:pt x="15192" y="6220"/>
                  </a:cubicBezTo>
                  <a:cubicBezTo>
                    <a:pt x="15188" y="6243"/>
                    <a:pt x="15116" y="6269"/>
                    <a:pt x="15096" y="6287"/>
                  </a:cubicBezTo>
                  <a:cubicBezTo>
                    <a:pt x="15071" y="6310"/>
                    <a:pt x="15008" y="6358"/>
                    <a:pt x="15015" y="6386"/>
                  </a:cubicBezTo>
                  <a:cubicBezTo>
                    <a:pt x="15021" y="6412"/>
                    <a:pt x="15101" y="6444"/>
                    <a:pt x="15132" y="6462"/>
                  </a:cubicBezTo>
                  <a:cubicBezTo>
                    <a:pt x="15154" y="6476"/>
                    <a:pt x="15208" y="6498"/>
                    <a:pt x="15227" y="6513"/>
                  </a:cubicBezTo>
                  <a:cubicBezTo>
                    <a:pt x="15249" y="6529"/>
                    <a:pt x="15293" y="6565"/>
                    <a:pt x="15294" y="6586"/>
                  </a:cubicBezTo>
                  <a:cubicBezTo>
                    <a:pt x="15296" y="6618"/>
                    <a:pt x="15209" y="6671"/>
                    <a:pt x="15201" y="6703"/>
                  </a:cubicBezTo>
                  <a:cubicBezTo>
                    <a:pt x="15197" y="6727"/>
                    <a:pt x="15215" y="6778"/>
                    <a:pt x="15232" y="6799"/>
                  </a:cubicBezTo>
                  <a:cubicBezTo>
                    <a:pt x="15256" y="6824"/>
                    <a:pt x="15328" y="6865"/>
                    <a:pt x="15369" y="6878"/>
                  </a:cubicBezTo>
                  <a:cubicBezTo>
                    <a:pt x="15428" y="6895"/>
                    <a:pt x="15564" y="6913"/>
                    <a:pt x="15624" y="6897"/>
                  </a:cubicBezTo>
                  <a:cubicBezTo>
                    <a:pt x="15681" y="6882"/>
                    <a:pt x="15714" y="6782"/>
                    <a:pt x="15775" y="6774"/>
                  </a:cubicBezTo>
                  <a:cubicBezTo>
                    <a:pt x="15811" y="6769"/>
                    <a:pt x="15882" y="6799"/>
                    <a:pt x="15907" y="6815"/>
                  </a:cubicBezTo>
                  <a:cubicBezTo>
                    <a:pt x="15940" y="6835"/>
                    <a:pt x="15957" y="6898"/>
                    <a:pt x="15988" y="6920"/>
                  </a:cubicBezTo>
                  <a:cubicBezTo>
                    <a:pt x="16019" y="6941"/>
                    <a:pt x="16100" y="6976"/>
                    <a:pt x="16146" y="6980"/>
                  </a:cubicBezTo>
                  <a:cubicBezTo>
                    <a:pt x="16212" y="6985"/>
                    <a:pt x="16333" y="6927"/>
                    <a:pt x="16399" y="6929"/>
                  </a:cubicBezTo>
                  <a:cubicBezTo>
                    <a:pt x="16475" y="6931"/>
                    <a:pt x="16603" y="7000"/>
                    <a:pt x="16678" y="7002"/>
                  </a:cubicBezTo>
                  <a:cubicBezTo>
                    <a:pt x="16748" y="7004"/>
                    <a:pt x="16883" y="6973"/>
                    <a:pt x="16943" y="6951"/>
                  </a:cubicBezTo>
                  <a:cubicBezTo>
                    <a:pt x="16986" y="6934"/>
                    <a:pt x="17048" y="6878"/>
                    <a:pt x="17089" y="6859"/>
                  </a:cubicBezTo>
                  <a:cubicBezTo>
                    <a:pt x="17118" y="6846"/>
                    <a:pt x="17180" y="6819"/>
                    <a:pt x="17217" y="6818"/>
                  </a:cubicBezTo>
                  <a:cubicBezTo>
                    <a:pt x="17263" y="6816"/>
                    <a:pt x="17354" y="6840"/>
                    <a:pt x="17389" y="6859"/>
                  </a:cubicBezTo>
                  <a:cubicBezTo>
                    <a:pt x="17416" y="6874"/>
                    <a:pt x="17439" y="6918"/>
                    <a:pt x="17454" y="6939"/>
                  </a:cubicBezTo>
                  <a:cubicBezTo>
                    <a:pt x="17470" y="6958"/>
                    <a:pt x="17501" y="6998"/>
                    <a:pt x="17515" y="7018"/>
                  </a:cubicBezTo>
                  <a:cubicBezTo>
                    <a:pt x="17534" y="7044"/>
                    <a:pt x="17567" y="7099"/>
                    <a:pt x="17586" y="7126"/>
                  </a:cubicBezTo>
                  <a:cubicBezTo>
                    <a:pt x="17598" y="7142"/>
                    <a:pt x="17640" y="7172"/>
                    <a:pt x="17637" y="7190"/>
                  </a:cubicBezTo>
                  <a:cubicBezTo>
                    <a:pt x="17634" y="7210"/>
                    <a:pt x="17584" y="7242"/>
                    <a:pt x="17556" y="7253"/>
                  </a:cubicBezTo>
                  <a:cubicBezTo>
                    <a:pt x="17518" y="7268"/>
                    <a:pt x="17420" y="7266"/>
                    <a:pt x="17385" y="7282"/>
                  </a:cubicBezTo>
                  <a:cubicBezTo>
                    <a:pt x="17350" y="7296"/>
                    <a:pt x="17292" y="7339"/>
                    <a:pt x="17288" y="7364"/>
                  </a:cubicBezTo>
                  <a:cubicBezTo>
                    <a:pt x="17281" y="7397"/>
                    <a:pt x="17335" y="7460"/>
                    <a:pt x="17363" y="7488"/>
                  </a:cubicBezTo>
                  <a:cubicBezTo>
                    <a:pt x="17407" y="7530"/>
                    <a:pt x="17519" y="7604"/>
                    <a:pt x="17586" y="7631"/>
                  </a:cubicBezTo>
                  <a:cubicBezTo>
                    <a:pt x="17651" y="7657"/>
                    <a:pt x="17814" y="7669"/>
                    <a:pt x="17875" y="7698"/>
                  </a:cubicBezTo>
                  <a:cubicBezTo>
                    <a:pt x="17916" y="7717"/>
                    <a:pt x="17983" y="7769"/>
                    <a:pt x="17997" y="7799"/>
                  </a:cubicBezTo>
                  <a:cubicBezTo>
                    <a:pt x="18018" y="7843"/>
                    <a:pt x="17992" y="7936"/>
                    <a:pt x="17982" y="7980"/>
                  </a:cubicBezTo>
                  <a:cubicBezTo>
                    <a:pt x="17977" y="8006"/>
                    <a:pt x="17947" y="8056"/>
                    <a:pt x="17947" y="8082"/>
                  </a:cubicBezTo>
                  <a:cubicBezTo>
                    <a:pt x="17947" y="8111"/>
                    <a:pt x="17987" y="8165"/>
                    <a:pt x="17982" y="8193"/>
                  </a:cubicBezTo>
                  <a:cubicBezTo>
                    <a:pt x="17978" y="8221"/>
                    <a:pt x="17905" y="8269"/>
                    <a:pt x="17916" y="8295"/>
                  </a:cubicBezTo>
                  <a:cubicBezTo>
                    <a:pt x="17930" y="8329"/>
                    <a:pt x="18049" y="8360"/>
                    <a:pt x="18094" y="8381"/>
                  </a:cubicBezTo>
                  <a:cubicBezTo>
                    <a:pt x="18140" y="8402"/>
                    <a:pt x="18239" y="8440"/>
                    <a:pt x="18281" y="8464"/>
                  </a:cubicBezTo>
                  <a:cubicBezTo>
                    <a:pt x="18333" y="8492"/>
                    <a:pt x="18425" y="8558"/>
                    <a:pt x="18464" y="8594"/>
                  </a:cubicBezTo>
                  <a:cubicBezTo>
                    <a:pt x="18494" y="8620"/>
                    <a:pt x="18523" y="8686"/>
                    <a:pt x="18560" y="8708"/>
                  </a:cubicBezTo>
                  <a:cubicBezTo>
                    <a:pt x="18605" y="8734"/>
                    <a:pt x="18727" y="8758"/>
                    <a:pt x="18784" y="8772"/>
                  </a:cubicBezTo>
                  <a:cubicBezTo>
                    <a:pt x="18829" y="8782"/>
                    <a:pt x="18922" y="8813"/>
                    <a:pt x="18967" y="8804"/>
                  </a:cubicBezTo>
                  <a:cubicBezTo>
                    <a:pt x="19012" y="8793"/>
                    <a:pt x="19057" y="8729"/>
                    <a:pt x="19078" y="8702"/>
                  </a:cubicBezTo>
                  <a:cubicBezTo>
                    <a:pt x="19097" y="8676"/>
                    <a:pt x="19139" y="8622"/>
                    <a:pt x="19134" y="8594"/>
                  </a:cubicBezTo>
                  <a:cubicBezTo>
                    <a:pt x="19130" y="8571"/>
                    <a:pt x="19062" y="8537"/>
                    <a:pt x="19057" y="8514"/>
                  </a:cubicBezTo>
                  <a:cubicBezTo>
                    <a:pt x="19054" y="8491"/>
                    <a:pt x="19073" y="8440"/>
                    <a:pt x="19104" y="8425"/>
                  </a:cubicBezTo>
                  <a:cubicBezTo>
                    <a:pt x="19132" y="8411"/>
                    <a:pt x="19216" y="8410"/>
                    <a:pt x="19250" y="8419"/>
                  </a:cubicBezTo>
                  <a:cubicBezTo>
                    <a:pt x="19282" y="8427"/>
                    <a:pt x="19311" y="8472"/>
                    <a:pt x="19341" y="8483"/>
                  </a:cubicBezTo>
                  <a:cubicBezTo>
                    <a:pt x="19370" y="8492"/>
                    <a:pt x="19440" y="8501"/>
                    <a:pt x="19469" y="8492"/>
                  </a:cubicBezTo>
                  <a:cubicBezTo>
                    <a:pt x="19498" y="8483"/>
                    <a:pt x="19507" y="8433"/>
                    <a:pt x="19535" y="8422"/>
                  </a:cubicBezTo>
                  <a:cubicBezTo>
                    <a:pt x="19578" y="8405"/>
                    <a:pt x="19694" y="8405"/>
                    <a:pt x="19741" y="8416"/>
                  </a:cubicBezTo>
                  <a:cubicBezTo>
                    <a:pt x="20171" y="8521"/>
                    <a:pt x="20694" y="9046"/>
                    <a:pt x="21045" y="9232"/>
                  </a:cubicBezTo>
                  <a:cubicBezTo>
                    <a:pt x="21072" y="9247"/>
                    <a:pt x="21133" y="9272"/>
                    <a:pt x="21163" y="9285"/>
                  </a:cubicBezTo>
                  <a:cubicBezTo>
                    <a:pt x="21204" y="9303"/>
                    <a:pt x="21299" y="9328"/>
                    <a:pt x="21328" y="9353"/>
                  </a:cubicBezTo>
                  <a:cubicBezTo>
                    <a:pt x="21358" y="9379"/>
                    <a:pt x="21370" y="9445"/>
                    <a:pt x="21382" y="9476"/>
                  </a:cubicBezTo>
                  <a:cubicBezTo>
                    <a:pt x="21396" y="9506"/>
                    <a:pt x="21412" y="9568"/>
                    <a:pt x="21437" y="9594"/>
                  </a:cubicBezTo>
                  <a:cubicBezTo>
                    <a:pt x="21456" y="9615"/>
                    <a:pt x="21522" y="9644"/>
                    <a:pt x="21541" y="9665"/>
                  </a:cubicBezTo>
                  <a:close/>
                </a:path>
              </a:pathLst>
            </a:custGeom>
            <a:grp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sp>
          <p:nvSpPr>
            <p:cNvPr id="381" name="Shape 4863"/>
            <p:cNvSpPr/>
            <p:nvPr/>
          </p:nvSpPr>
          <p:spPr>
            <a:xfrm>
              <a:off x="9964082" y="-1"/>
              <a:ext cx="756333" cy="1207424"/>
            </a:xfrm>
            <a:custGeom>
              <a:avLst/>
              <a:gdLst/>
              <a:ahLst/>
              <a:cxnLst>
                <a:cxn ang="0">
                  <a:pos x="wd2" y="hd2"/>
                </a:cxn>
                <a:cxn ang="5400000">
                  <a:pos x="wd2" y="hd2"/>
                </a:cxn>
                <a:cxn ang="10800000">
                  <a:pos x="wd2" y="hd2"/>
                </a:cxn>
                <a:cxn ang="16200000">
                  <a:pos x="wd2" y="hd2"/>
                </a:cxn>
              </a:cxnLst>
              <a:rect l="0" t="0" r="r" b="b"/>
              <a:pathLst>
                <a:path w="21599" h="21594" extrusionOk="0">
                  <a:moveTo>
                    <a:pt x="21541" y="9665"/>
                  </a:moveTo>
                  <a:cubicBezTo>
                    <a:pt x="21563" y="9686"/>
                    <a:pt x="21600" y="9734"/>
                    <a:pt x="21599" y="9760"/>
                  </a:cubicBezTo>
                  <a:cubicBezTo>
                    <a:pt x="21599" y="9785"/>
                    <a:pt x="21556" y="9832"/>
                    <a:pt x="21539" y="9855"/>
                  </a:cubicBezTo>
                  <a:cubicBezTo>
                    <a:pt x="21516" y="9885"/>
                    <a:pt x="21477" y="9950"/>
                    <a:pt x="21441" y="9974"/>
                  </a:cubicBezTo>
                  <a:cubicBezTo>
                    <a:pt x="21404" y="10000"/>
                    <a:pt x="21290" y="10020"/>
                    <a:pt x="21251" y="10045"/>
                  </a:cubicBezTo>
                  <a:cubicBezTo>
                    <a:pt x="21219" y="10067"/>
                    <a:pt x="21185" y="10125"/>
                    <a:pt x="21166" y="10152"/>
                  </a:cubicBezTo>
                  <a:cubicBezTo>
                    <a:pt x="21149" y="10174"/>
                    <a:pt x="21114" y="10218"/>
                    <a:pt x="21110" y="10243"/>
                  </a:cubicBezTo>
                  <a:cubicBezTo>
                    <a:pt x="21102" y="10284"/>
                    <a:pt x="21142" y="10403"/>
                    <a:pt x="21142" y="10407"/>
                  </a:cubicBezTo>
                  <a:cubicBezTo>
                    <a:pt x="21142" y="10413"/>
                    <a:pt x="21096" y="10538"/>
                    <a:pt x="21065" y="10578"/>
                  </a:cubicBezTo>
                  <a:cubicBezTo>
                    <a:pt x="21034" y="10622"/>
                    <a:pt x="20958" y="10711"/>
                    <a:pt x="20897" y="10741"/>
                  </a:cubicBezTo>
                  <a:cubicBezTo>
                    <a:pt x="20855" y="10762"/>
                    <a:pt x="20736" y="10766"/>
                    <a:pt x="20694" y="10786"/>
                  </a:cubicBezTo>
                  <a:cubicBezTo>
                    <a:pt x="20662" y="10800"/>
                    <a:pt x="20610" y="10841"/>
                    <a:pt x="20603" y="10865"/>
                  </a:cubicBezTo>
                  <a:cubicBezTo>
                    <a:pt x="20596" y="10888"/>
                    <a:pt x="20644" y="10932"/>
                    <a:pt x="20640" y="10956"/>
                  </a:cubicBezTo>
                  <a:cubicBezTo>
                    <a:pt x="20638" y="10976"/>
                    <a:pt x="20603" y="11011"/>
                    <a:pt x="20583" y="11027"/>
                  </a:cubicBezTo>
                  <a:cubicBezTo>
                    <a:pt x="20557" y="11051"/>
                    <a:pt x="20494" y="11098"/>
                    <a:pt x="20450" y="11110"/>
                  </a:cubicBezTo>
                  <a:cubicBezTo>
                    <a:pt x="20424" y="11117"/>
                    <a:pt x="20359" y="11122"/>
                    <a:pt x="20334" y="11111"/>
                  </a:cubicBezTo>
                  <a:cubicBezTo>
                    <a:pt x="20290" y="11090"/>
                    <a:pt x="20263" y="11008"/>
                    <a:pt x="20275" y="10973"/>
                  </a:cubicBezTo>
                  <a:cubicBezTo>
                    <a:pt x="20286" y="10942"/>
                    <a:pt x="20404" y="10905"/>
                    <a:pt x="20404" y="10873"/>
                  </a:cubicBezTo>
                  <a:cubicBezTo>
                    <a:pt x="20404" y="10848"/>
                    <a:pt x="20333" y="10815"/>
                    <a:pt x="20309" y="10795"/>
                  </a:cubicBezTo>
                  <a:cubicBezTo>
                    <a:pt x="20287" y="10778"/>
                    <a:pt x="20235" y="10749"/>
                    <a:pt x="20225" y="10729"/>
                  </a:cubicBezTo>
                  <a:cubicBezTo>
                    <a:pt x="20214" y="10705"/>
                    <a:pt x="20243" y="10656"/>
                    <a:pt x="20235" y="10633"/>
                  </a:cubicBezTo>
                  <a:cubicBezTo>
                    <a:pt x="20228" y="10614"/>
                    <a:pt x="20204" y="10562"/>
                    <a:pt x="20171" y="10562"/>
                  </a:cubicBezTo>
                  <a:cubicBezTo>
                    <a:pt x="20133" y="10562"/>
                    <a:pt x="20125" y="10632"/>
                    <a:pt x="20094" y="10648"/>
                  </a:cubicBezTo>
                  <a:cubicBezTo>
                    <a:pt x="20059" y="10666"/>
                    <a:pt x="19947" y="10661"/>
                    <a:pt x="19916" y="10684"/>
                  </a:cubicBezTo>
                  <a:cubicBezTo>
                    <a:pt x="19886" y="10704"/>
                    <a:pt x="19859" y="10767"/>
                    <a:pt x="19882" y="10789"/>
                  </a:cubicBezTo>
                  <a:cubicBezTo>
                    <a:pt x="19901" y="10807"/>
                    <a:pt x="19994" y="10792"/>
                    <a:pt x="20020" y="10808"/>
                  </a:cubicBezTo>
                  <a:cubicBezTo>
                    <a:pt x="20066" y="10837"/>
                    <a:pt x="20103" y="10930"/>
                    <a:pt x="20080" y="10968"/>
                  </a:cubicBezTo>
                  <a:cubicBezTo>
                    <a:pt x="20066" y="10991"/>
                    <a:pt x="19965" y="10999"/>
                    <a:pt x="19950" y="11021"/>
                  </a:cubicBezTo>
                  <a:cubicBezTo>
                    <a:pt x="19935" y="11045"/>
                    <a:pt x="19995" y="11098"/>
                    <a:pt x="19986" y="11124"/>
                  </a:cubicBezTo>
                  <a:cubicBezTo>
                    <a:pt x="19979" y="11143"/>
                    <a:pt x="19940" y="11182"/>
                    <a:pt x="19909" y="11188"/>
                  </a:cubicBezTo>
                  <a:cubicBezTo>
                    <a:pt x="19879" y="11194"/>
                    <a:pt x="19818" y="11155"/>
                    <a:pt x="19788" y="11162"/>
                  </a:cubicBezTo>
                  <a:cubicBezTo>
                    <a:pt x="19749" y="11172"/>
                    <a:pt x="19743" y="11242"/>
                    <a:pt x="19707" y="11254"/>
                  </a:cubicBezTo>
                  <a:cubicBezTo>
                    <a:pt x="19676" y="11265"/>
                    <a:pt x="19593" y="11263"/>
                    <a:pt x="19565" y="11250"/>
                  </a:cubicBezTo>
                  <a:cubicBezTo>
                    <a:pt x="19526" y="11230"/>
                    <a:pt x="19550" y="11149"/>
                    <a:pt x="19512" y="11129"/>
                  </a:cubicBezTo>
                  <a:cubicBezTo>
                    <a:pt x="19475" y="11109"/>
                    <a:pt x="19364" y="11103"/>
                    <a:pt x="19319" y="11115"/>
                  </a:cubicBezTo>
                  <a:cubicBezTo>
                    <a:pt x="19282" y="11124"/>
                    <a:pt x="19243" y="11173"/>
                    <a:pt x="19217" y="11192"/>
                  </a:cubicBezTo>
                  <a:cubicBezTo>
                    <a:pt x="19196" y="11208"/>
                    <a:pt x="19137" y="11233"/>
                    <a:pt x="19131" y="11253"/>
                  </a:cubicBezTo>
                  <a:cubicBezTo>
                    <a:pt x="19123" y="11280"/>
                    <a:pt x="19184" y="11330"/>
                    <a:pt x="19195" y="11358"/>
                  </a:cubicBezTo>
                  <a:cubicBezTo>
                    <a:pt x="19207" y="11392"/>
                    <a:pt x="19193" y="11465"/>
                    <a:pt x="19213" y="11497"/>
                  </a:cubicBezTo>
                  <a:cubicBezTo>
                    <a:pt x="19225" y="11520"/>
                    <a:pt x="19298" y="11552"/>
                    <a:pt x="19298" y="11575"/>
                  </a:cubicBezTo>
                  <a:cubicBezTo>
                    <a:pt x="19299" y="11600"/>
                    <a:pt x="19224" y="11634"/>
                    <a:pt x="19213" y="11658"/>
                  </a:cubicBezTo>
                  <a:cubicBezTo>
                    <a:pt x="19205" y="11674"/>
                    <a:pt x="19199" y="11710"/>
                    <a:pt x="19213" y="11724"/>
                  </a:cubicBezTo>
                  <a:cubicBezTo>
                    <a:pt x="19238" y="11751"/>
                    <a:pt x="19349" y="11765"/>
                    <a:pt x="19390" y="11784"/>
                  </a:cubicBezTo>
                  <a:cubicBezTo>
                    <a:pt x="19427" y="11800"/>
                    <a:pt x="19504" y="11835"/>
                    <a:pt x="19524" y="11861"/>
                  </a:cubicBezTo>
                  <a:cubicBezTo>
                    <a:pt x="19547" y="11889"/>
                    <a:pt x="19565" y="11957"/>
                    <a:pt x="19547" y="11987"/>
                  </a:cubicBezTo>
                  <a:cubicBezTo>
                    <a:pt x="19529" y="12016"/>
                    <a:pt x="19443" y="12073"/>
                    <a:pt x="19393" y="12071"/>
                  </a:cubicBezTo>
                  <a:cubicBezTo>
                    <a:pt x="19347" y="12069"/>
                    <a:pt x="19295" y="12010"/>
                    <a:pt x="19275" y="11985"/>
                  </a:cubicBezTo>
                  <a:cubicBezTo>
                    <a:pt x="19256" y="11960"/>
                    <a:pt x="19258" y="11899"/>
                    <a:pt x="19236" y="11874"/>
                  </a:cubicBezTo>
                  <a:cubicBezTo>
                    <a:pt x="19218" y="11850"/>
                    <a:pt x="19156" y="11810"/>
                    <a:pt x="19121" y="11794"/>
                  </a:cubicBezTo>
                  <a:cubicBezTo>
                    <a:pt x="19094" y="11782"/>
                    <a:pt x="19028" y="11771"/>
                    <a:pt x="19000" y="11761"/>
                  </a:cubicBezTo>
                  <a:cubicBezTo>
                    <a:pt x="18964" y="11748"/>
                    <a:pt x="18910" y="11707"/>
                    <a:pt x="18872" y="11698"/>
                  </a:cubicBezTo>
                  <a:cubicBezTo>
                    <a:pt x="18827" y="11686"/>
                    <a:pt x="18711" y="11660"/>
                    <a:pt x="18677" y="11682"/>
                  </a:cubicBezTo>
                  <a:cubicBezTo>
                    <a:pt x="18639" y="11705"/>
                    <a:pt x="18689" y="11782"/>
                    <a:pt x="18697" y="11815"/>
                  </a:cubicBezTo>
                  <a:cubicBezTo>
                    <a:pt x="18702" y="11834"/>
                    <a:pt x="18729" y="11872"/>
                    <a:pt x="18723" y="11891"/>
                  </a:cubicBezTo>
                  <a:cubicBezTo>
                    <a:pt x="18714" y="11916"/>
                    <a:pt x="18663" y="11964"/>
                    <a:pt x="18625" y="11974"/>
                  </a:cubicBezTo>
                  <a:cubicBezTo>
                    <a:pt x="18599" y="11981"/>
                    <a:pt x="18526" y="11979"/>
                    <a:pt x="18504" y="11965"/>
                  </a:cubicBezTo>
                  <a:cubicBezTo>
                    <a:pt x="18479" y="11947"/>
                    <a:pt x="18512" y="11892"/>
                    <a:pt x="18500" y="11869"/>
                  </a:cubicBezTo>
                  <a:cubicBezTo>
                    <a:pt x="18482" y="11838"/>
                    <a:pt x="18419" y="11780"/>
                    <a:pt x="18373" y="11764"/>
                  </a:cubicBezTo>
                  <a:cubicBezTo>
                    <a:pt x="18348" y="11756"/>
                    <a:pt x="18282" y="11749"/>
                    <a:pt x="18256" y="11758"/>
                  </a:cubicBezTo>
                  <a:cubicBezTo>
                    <a:pt x="18222" y="11769"/>
                    <a:pt x="18197" y="11819"/>
                    <a:pt x="18181" y="11840"/>
                  </a:cubicBezTo>
                  <a:cubicBezTo>
                    <a:pt x="18172" y="11851"/>
                    <a:pt x="18166" y="11879"/>
                    <a:pt x="18149" y="11885"/>
                  </a:cubicBezTo>
                  <a:cubicBezTo>
                    <a:pt x="18133" y="11892"/>
                    <a:pt x="18084" y="11890"/>
                    <a:pt x="18068" y="11882"/>
                  </a:cubicBezTo>
                  <a:cubicBezTo>
                    <a:pt x="18041" y="11867"/>
                    <a:pt x="18063" y="11806"/>
                    <a:pt x="18033" y="11793"/>
                  </a:cubicBezTo>
                  <a:cubicBezTo>
                    <a:pt x="18006" y="11781"/>
                    <a:pt x="17930" y="11789"/>
                    <a:pt x="17901" y="11799"/>
                  </a:cubicBezTo>
                  <a:cubicBezTo>
                    <a:pt x="17876" y="11808"/>
                    <a:pt x="17839" y="11839"/>
                    <a:pt x="17835" y="11856"/>
                  </a:cubicBezTo>
                  <a:cubicBezTo>
                    <a:pt x="17828" y="11885"/>
                    <a:pt x="17874" y="11939"/>
                    <a:pt x="17896" y="11965"/>
                  </a:cubicBezTo>
                  <a:cubicBezTo>
                    <a:pt x="17912" y="11983"/>
                    <a:pt x="17964" y="12012"/>
                    <a:pt x="17977" y="12031"/>
                  </a:cubicBezTo>
                  <a:cubicBezTo>
                    <a:pt x="17998" y="12062"/>
                    <a:pt x="18005" y="12131"/>
                    <a:pt x="18013" y="12165"/>
                  </a:cubicBezTo>
                  <a:cubicBezTo>
                    <a:pt x="18019" y="12194"/>
                    <a:pt x="18012" y="12256"/>
                    <a:pt x="18033" y="12282"/>
                  </a:cubicBezTo>
                  <a:cubicBezTo>
                    <a:pt x="18049" y="12302"/>
                    <a:pt x="18118" y="12323"/>
                    <a:pt x="18135" y="12342"/>
                  </a:cubicBezTo>
                  <a:cubicBezTo>
                    <a:pt x="18154" y="12368"/>
                    <a:pt x="18177" y="12432"/>
                    <a:pt x="18154" y="12457"/>
                  </a:cubicBezTo>
                  <a:cubicBezTo>
                    <a:pt x="18138" y="12476"/>
                    <a:pt x="18045" y="12476"/>
                    <a:pt x="18028" y="12495"/>
                  </a:cubicBezTo>
                  <a:cubicBezTo>
                    <a:pt x="18006" y="12518"/>
                    <a:pt x="18052" y="12575"/>
                    <a:pt x="18038" y="12600"/>
                  </a:cubicBezTo>
                  <a:cubicBezTo>
                    <a:pt x="18027" y="12619"/>
                    <a:pt x="17980" y="12664"/>
                    <a:pt x="17947" y="12660"/>
                  </a:cubicBezTo>
                  <a:cubicBezTo>
                    <a:pt x="17895" y="12654"/>
                    <a:pt x="17873" y="12570"/>
                    <a:pt x="17871" y="12536"/>
                  </a:cubicBezTo>
                  <a:cubicBezTo>
                    <a:pt x="17870" y="12514"/>
                    <a:pt x="17932" y="12471"/>
                    <a:pt x="17911" y="12454"/>
                  </a:cubicBezTo>
                  <a:cubicBezTo>
                    <a:pt x="17890" y="12436"/>
                    <a:pt x="17799" y="12442"/>
                    <a:pt x="17770" y="12454"/>
                  </a:cubicBezTo>
                  <a:cubicBezTo>
                    <a:pt x="17741" y="12465"/>
                    <a:pt x="17733" y="12510"/>
                    <a:pt x="17714" y="12526"/>
                  </a:cubicBezTo>
                  <a:cubicBezTo>
                    <a:pt x="17693" y="12543"/>
                    <a:pt x="17622" y="12561"/>
                    <a:pt x="17611" y="12581"/>
                  </a:cubicBezTo>
                  <a:cubicBezTo>
                    <a:pt x="17595" y="12611"/>
                    <a:pt x="17667" y="12674"/>
                    <a:pt x="17658" y="12705"/>
                  </a:cubicBezTo>
                  <a:cubicBezTo>
                    <a:pt x="17651" y="12723"/>
                    <a:pt x="17617" y="12767"/>
                    <a:pt x="17586" y="12765"/>
                  </a:cubicBezTo>
                  <a:cubicBezTo>
                    <a:pt x="17548" y="12762"/>
                    <a:pt x="17558" y="12693"/>
                    <a:pt x="17530" y="12676"/>
                  </a:cubicBezTo>
                  <a:cubicBezTo>
                    <a:pt x="17513" y="12665"/>
                    <a:pt x="17458" y="12646"/>
                    <a:pt x="17434" y="12654"/>
                  </a:cubicBezTo>
                  <a:cubicBezTo>
                    <a:pt x="17386" y="12669"/>
                    <a:pt x="17377" y="12750"/>
                    <a:pt x="17378" y="12784"/>
                  </a:cubicBezTo>
                  <a:cubicBezTo>
                    <a:pt x="17379" y="12821"/>
                    <a:pt x="17438" y="12888"/>
                    <a:pt x="17445" y="12924"/>
                  </a:cubicBezTo>
                  <a:cubicBezTo>
                    <a:pt x="17450" y="12950"/>
                    <a:pt x="17466" y="13010"/>
                    <a:pt x="17436" y="13027"/>
                  </a:cubicBezTo>
                  <a:cubicBezTo>
                    <a:pt x="17413" y="13041"/>
                    <a:pt x="17335" y="13037"/>
                    <a:pt x="17308" y="13025"/>
                  </a:cubicBezTo>
                  <a:cubicBezTo>
                    <a:pt x="17271" y="13010"/>
                    <a:pt x="17266" y="12942"/>
                    <a:pt x="17233" y="12924"/>
                  </a:cubicBezTo>
                  <a:cubicBezTo>
                    <a:pt x="17182" y="12895"/>
                    <a:pt x="17022" y="12901"/>
                    <a:pt x="16973" y="12871"/>
                  </a:cubicBezTo>
                  <a:cubicBezTo>
                    <a:pt x="16936" y="12849"/>
                    <a:pt x="16924" y="12782"/>
                    <a:pt x="16909" y="12752"/>
                  </a:cubicBezTo>
                  <a:cubicBezTo>
                    <a:pt x="16887" y="12711"/>
                    <a:pt x="16857" y="12624"/>
                    <a:pt x="16828" y="12585"/>
                  </a:cubicBezTo>
                  <a:cubicBezTo>
                    <a:pt x="16807" y="12559"/>
                    <a:pt x="16760" y="12507"/>
                    <a:pt x="16722" y="12492"/>
                  </a:cubicBezTo>
                  <a:cubicBezTo>
                    <a:pt x="16685" y="12477"/>
                    <a:pt x="16590" y="12459"/>
                    <a:pt x="16550" y="12471"/>
                  </a:cubicBezTo>
                  <a:cubicBezTo>
                    <a:pt x="16518" y="12479"/>
                    <a:pt x="16501" y="12529"/>
                    <a:pt x="16478" y="12545"/>
                  </a:cubicBezTo>
                  <a:cubicBezTo>
                    <a:pt x="16461" y="12557"/>
                    <a:pt x="16421" y="12588"/>
                    <a:pt x="16393" y="12585"/>
                  </a:cubicBezTo>
                  <a:cubicBezTo>
                    <a:pt x="16359" y="12581"/>
                    <a:pt x="16350" y="12520"/>
                    <a:pt x="16320" y="12509"/>
                  </a:cubicBezTo>
                  <a:cubicBezTo>
                    <a:pt x="16295" y="12500"/>
                    <a:pt x="16226" y="12497"/>
                    <a:pt x="16204" y="12509"/>
                  </a:cubicBezTo>
                  <a:cubicBezTo>
                    <a:pt x="16173" y="12526"/>
                    <a:pt x="16196" y="12589"/>
                    <a:pt x="16185" y="12614"/>
                  </a:cubicBezTo>
                  <a:cubicBezTo>
                    <a:pt x="16180" y="12625"/>
                    <a:pt x="16172" y="12652"/>
                    <a:pt x="16153" y="12652"/>
                  </a:cubicBezTo>
                  <a:cubicBezTo>
                    <a:pt x="16116" y="12654"/>
                    <a:pt x="16100" y="12584"/>
                    <a:pt x="16066" y="12572"/>
                  </a:cubicBezTo>
                  <a:cubicBezTo>
                    <a:pt x="16044" y="12565"/>
                    <a:pt x="15987" y="12559"/>
                    <a:pt x="15968" y="12570"/>
                  </a:cubicBezTo>
                  <a:cubicBezTo>
                    <a:pt x="15938" y="12588"/>
                    <a:pt x="15975" y="12650"/>
                    <a:pt x="15965" y="12676"/>
                  </a:cubicBezTo>
                  <a:cubicBezTo>
                    <a:pt x="15955" y="12699"/>
                    <a:pt x="15899" y="12737"/>
                    <a:pt x="15897" y="12761"/>
                  </a:cubicBezTo>
                  <a:cubicBezTo>
                    <a:pt x="15895" y="12784"/>
                    <a:pt x="15917" y="12839"/>
                    <a:pt x="15951" y="12847"/>
                  </a:cubicBezTo>
                  <a:cubicBezTo>
                    <a:pt x="15983" y="12855"/>
                    <a:pt x="16040" y="12811"/>
                    <a:pt x="16073" y="12811"/>
                  </a:cubicBezTo>
                  <a:cubicBezTo>
                    <a:pt x="16107" y="12812"/>
                    <a:pt x="16163" y="12839"/>
                    <a:pt x="16192" y="12850"/>
                  </a:cubicBezTo>
                  <a:cubicBezTo>
                    <a:pt x="16230" y="12865"/>
                    <a:pt x="16296" y="12905"/>
                    <a:pt x="16337" y="12918"/>
                  </a:cubicBezTo>
                  <a:cubicBezTo>
                    <a:pt x="16389" y="12933"/>
                    <a:pt x="16511" y="12933"/>
                    <a:pt x="16563" y="12949"/>
                  </a:cubicBezTo>
                  <a:cubicBezTo>
                    <a:pt x="16595" y="12959"/>
                    <a:pt x="16648" y="12988"/>
                    <a:pt x="16671" y="13004"/>
                  </a:cubicBezTo>
                  <a:cubicBezTo>
                    <a:pt x="16709" y="13030"/>
                    <a:pt x="16771" y="13088"/>
                    <a:pt x="16791" y="13121"/>
                  </a:cubicBezTo>
                  <a:cubicBezTo>
                    <a:pt x="16808" y="13153"/>
                    <a:pt x="16828" y="13224"/>
                    <a:pt x="16810" y="13256"/>
                  </a:cubicBezTo>
                  <a:cubicBezTo>
                    <a:pt x="16786" y="13302"/>
                    <a:pt x="16666" y="13369"/>
                    <a:pt x="16605" y="13396"/>
                  </a:cubicBezTo>
                  <a:cubicBezTo>
                    <a:pt x="16550" y="13421"/>
                    <a:pt x="16408" y="13437"/>
                    <a:pt x="16357" y="13466"/>
                  </a:cubicBezTo>
                  <a:cubicBezTo>
                    <a:pt x="16325" y="13483"/>
                    <a:pt x="16275" y="13529"/>
                    <a:pt x="16276" y="13555"/>
                  </a:cubicBezTo>
                  <a:cubicBezTo>
                    <a:pt x="16278" y="13581"/>
                    <a:pt x="16364" y="13614"/>
                    <a:pt x="16371" y="13640"/>
                  </a:cubicBezTo>
                  <a:cubicBezTo>
                    <a:pt x="16379" y="13666"/>
                    <a:pt x="16349" y="13719"/>
                    <a:pt x="16325" y="13741"/>
                  </a:cubicBezTo>
                  <a:cubicBezTo>
                    <a:pt x="16306" y="13762"/>
                    <a:pt x="16244" y="13799"/>
                    <a:pt x="16204" y="13803"/>
                  </a:cubicBezTo>
                  <a:cubicBezTo>
                    <a:pt x="16157" y="13807"/>
                    <a:pt x="16074" y="13761"/>
                    <a:pt x="16027" y="13758"/>
                  </a:cubicBezTo>
                  <a:cubicBezTo>
                    <a:pt x="15981" y="13756"/>
                    <a:pt x="15895" y="13791"/>
                    <a:pt x="15852" y="13781"/>
                  </a:cubicBezTo>
                  <a:cubicBezTo>
                    <a:pt x="15793" y="13768"/>
                    <a:pt x="15730" y="13689"/>
                    <a:pt x="15698" y="13655"/>
                  </a:cubicBezTo>
                  <a:cubicBezTo>
                    <a:pt x="15659" y="13613"/>
                    <a:pt x="15601" y="13525"/>
                    <a:pt x="15578" y="13478"/>
                  </a:cubicBezTo>
                  <a:cubicBezTo>
                    <a:pt x="15563" y="13442"/>
                    <a:pt x="15541" y="13366"/>
                    <a:pt x="15543" y="13329"/>
                  </a:cubicBezTo>
                  <a:cubicBezTo>
                    <a:pt x="15543" y="13297"/>
                    <a:pt x="15560" y="13233"/>
                    <a:pt x="15578" y="13203"/>
                  </a:cubicBezTo>
                  <a:cubicBezTo>
                    <a:pt x="15594" y="13179"/>
                    <a:pt x="15663" y="13139"/>
                    <a:pt x="15667" y="13112"/>
                  </a:cubicBezTo>
                  <a:cubicBezTo>
                    <a:pt x="15673" y="13082"/>
                    <a:pt x="15633" y="13024"/>
                    <a:pt x="15606" y="13000"/>
                  </a:cubicBezTo>
                  <a:cubicBezTo>
                    <a:pt x="15585" y="12982"/>
                    <a:pt x="15530" y="12944"/>
                    <a:pt x="15495" y="12945"/>
                  </a:cubicBezTo>
                  <a:cubicBezTo>
                    <a:pt x="15465" y="12946"/>
                    <a:pt x="15423" y="12981"/>
                    <a:pt x="15410" y="12998"/>
                  </a:cubicBezTo>
                  <a:cubicBezTo>
                    <a:pt x="15392" y="13023"/>
                    <a:pt x="15413" y="13082"/>
                    <a:pt x="15397" y="13108"/>
                  </a:cubicBezTo>
                  <a:cubicBezTo>
                    <a:pt x="15390" y="13119"/>
                    <a:pt x="15368" y="13145"/>
                    <a:pt x="15349" y="13144"/>
                  </a:cubicBezTo>
                  <a:cubicBezTo>
                    <a:pt x="15314" y="13141"/>
                    <a:pt x="15301" y="13084"/>
                    <a:pt x="15288" y="13064"/>
                  </a:cubicBezTo>
                  <a:cubicBezTo>
                    <a:pt x="15273" y="13039"/>
                    <a:pt x="15266" y="12983"/>
                    <a:pt x="15238" y="12964"/>
                  </a:cubicBezTo>
                  <a:cubicBezTo>
                    <a:pt x="15219" y="12952"/>
                    <a:pt x="15161" y="12935"/>
                    <a:pt x="15133" y="12938"/>
                  </a:cubicBezTo>
                  <a:cubicBezTo>
                    <a:pt x="15111" y="12942"/>
                    <a:pt x="15074" y="12964"/>
                    <a:pt x="15069" y="12977"/>
                  </a:cubicBezTo>
                  <a:cubicBezTo>
                    <a:pt x="15056" y="13006"/>
                    <a:pt x="15109" y="13065"/>
                    <a:pt x="15129" y="13093"/>
                  </a:cubicBezTo>
                  <a:cubicBezTo>
                    <a:pt x="15144" y="13113"/>
                    <a:pt x="15193" y="13146"/>
                    <a:pt x="15204" y="13167"/>
                  </a:cubicBezTo>
                  <a:cubicBezTo>
                    <a:pt x="15216" y="13190"/>
                    <a:pt x="15221" y="13238"/>
                    <a:pt x="15215" y="13261"/>
                  </a:cubicBezTo>
                  <a:cubicBezTo>
                    <a:pt x="15208" y="13280"/>
                    <a:pt x="15191" y="13332"/>
                    <a:pt x="15159" y="13332"/>
                  </a:cubicBezTo>
                  <a:cubicBezTo>
                    <a:pt x="15127" y="13333"/>
                    <a:pt x="15110" y="13280"/>
                    <a:pt x="15103" y="13261"/>
                  </a:cubicBezTo>
                  <a:cubicBezTo>
                    <a:pt x="15094" y="13237"/>
                    <a:pt x="15112" y="13187"/>
                    <a:pt x="15103" y="13163"/>
                  </a:cubicBezTo>
                  <a:cubicBezTo>
                    <a:pt x="15094" y="13141"/>
                    <a:pt x="15062" y="13094"/>
                    <a:pt x="15031" y="13082"/>
                  </a:cubicBezTo>
                  <a:cubicBezTo>
                    <a:pt x="15011" y="13075"/>
                    <a:pt x="14956" y="13074"/>
                    <a:pt x="14936" y="13082"/>
                  </a:cubicBezTo>
                  <a:cubicBezTo>
                    <a:pt x="14908" y="13097"/>
                    <a:pt x="14922" y="13153"/>
                    <a:pt x="14906" y="13174"/>
                  </a:cubicBezTo>
                  <a:cubicBezTo>
                    <a:pt x="14891" y="13195"/>
                    <a:pt x="14843" y="13232"/>
                    <a:pt x="14815" y="13248"/>
                  </a:cubicBezTo>
                  <a:cubicBezTo>
                    <a:pt x="14777" y="13269"/>
                    <a:pt x="14655" y="13285"/>
                    <a:pt x="14642" y="13316"/>
                  </a:cubicBezTo>
                  <a:cubicBezTo>
                    <a:pt x="14632" y="13341"/>
                    <a:pt x="14703" y="13386"/>
                    <a:pt x="14724" y="13409"/>
                  </a:cubicBezTo>
                  <a:cubicBezTo>
                    <a:pt x="14750" y="13438"/>
                    <a:pt x="14816" y="13494"/>
                    <a:pt x="14829" y="13527"/>
                  </a:cubicBezTo>
                  <a:cubicBezTo>
                    <a:pt x="14838" y="13554"/>
                    <a:pt x="14807" y="13611"/>
                    <a:pt x="14822" y="13638"/>
                  </a:cubicBezTo>
                  <a:cubicBezTo>
                    <a:pt x="14834" y="13660"/>
                    <a:pt x="14886" y="13698"/>
                    <a:pt x="14916" y="13711"/>
                  </a:cubicBezTo>
                  <a:cubicBezTo>
                    <a:pt x="14958" y="13731"/>
                    <a:pt x="15074" y="13735"/>
                    <a:pt x="15109" y="13758"/>
                  </a:cubicBezTo>
                  <a:cubicBezTo>
                    <a:pt x="15157" y="13790"/>
                    <a:pt x="15191" y="13878"/>
                    <a:pt x="15197" y="13921"/>
                  </a:cubicBezTo>
                  <a:cubicBezTo>
                    <a:pt x="15200" y="13943"/>
                    <a:pt x="15206" y="13995"/>
                    <a:pt x="15177" y="14008"/>
                  </a:cubicBezTo>
                  <a:cubicBezTo>
                    <a:pt x="15134" y="14028"/>
                    <a:pt x="15016" y="13999"/>
                    <a:pt x="14967" y="13985"/>
                  </a:cubicBezTo>
                  <a:cubicBezTo>
                    <a:pt x="14901" y="13967"/>
                    <a:pt x="14801" y="13897"/>
                    <a:pt x="14736" y="13875"/>
                  </a:cubicBezTo>
                  <a:cubicBezTo>
                    <a:pt x="14697" y="13861"/>
                    <a:pt x="14611" y="13837"/>
                    <a:pt x="14565" y="13834"/>
                  </a:cubicBezTo>
                  <a:cubicBezTo>
                    <a:pt x="14530" y="13833"/>
                    <a:pt x="14467" y="13852"/>
                    <a:pt x="14433" y="13853"/>
                  </a:cubicBezTo>
                  <a:cubicBezTo>
                    <a:pt x="14347" y="13857"/>
                    <a:pt x="14168" y="13852"/>
                    <a:pt x="14088" y="13833"/>
                  </a:cubicBezTo>
                  <a:cubicBezTo>
                    <a:pt x="14048" y="13823"/>
                    <a:pt x="13994" y="13773"/>
                    <a:pt x="13953" y="13767"/>
                  </a:cubicBezTo>
                  <a:cubicBezTo>
                    <a:pt x="13912" y="13761"/>
                    <a:pt x="13818" y="13769"/>
                    <a:pt x="13790" y="13788"/>
                  </a:cubicBezTo>
                  <a:cubicBezTo>
                    <a:pt x="13752" y="13815"/>
                    <a:pt x="13801" y="13902"/>
                    <a:pt x="13767" y="13932"/>
                  </a:cubicBezTo>
                  <a:cubicBezTo>
                    <a:pt x="13742" y="13954"/>
                    <a:pt x="13651" y="13985"/>
                    <a:pt x="13611" y="13976"/>
                  </a:cubicBezTo>
                  <a:cubicBezTo>
                    <a:pt x="13565" y="13966"/>
                    <a:pt x="13542" y="13896"/>
                    <a:pt x="13527" y="13866"/>
                  </a:cubicBezTo>
                  <a:cubicBezTo>
                    <a:pt x="13504" y="13824"/>
                    <a:pt x="13495" y="13735"/>
                    <a:pt x="13476" y="13693"/>
                  </a:cubicBezTo>
                  <a:cubicBezTo>
                    <a:pt x="13461" y="13660"/>
                    <a:pt x="13410" y="13600"/>
                    <a:pt x="13398" y="13568"/>
                  </a:cubicBezTo>
                  <a:cubicBezTo>
                    <a:pt x="13383" y="13530"/>
                    <a:pt x="13375" y="13453"/>
                    <a:pt x="13367" y="13415"/>
                  </a:cubicBezTo>
                  <a:cubicBezTo>
                    <a:pt x="13359" y="13373"/>
                    <a:pt x="13387" y="13266"/>
                    <a:pt x="13327" y="13246"/>
                  </a:cubicBezTo>
                  <a:cubicBezTo>
                    <a:pt x="13303" y="13237"/>
                    <a:pt x="13247" y="13262"/>
                    <a:pt x="13226" y="13273"/>
                  </a:cubicBezTo>
                  <a:cubicBezTo>
                    <a:pt x="13187" y="13292"/>
                    <a:pt x="13134" y="13345"/>
                    <a:pt x="13107" y="13370"/>
                  </a:cubicBezTo>
                  <a:cubicBezTo>
                    <a:pt x="13084" y="13394"/>
                    <a:pt x="13050" y="13446"/>
                    <a:pt x="13022" y="13468"/>
                  </a:cubicBezTo>
                  <a:cubicBezTo>
                    <a:pt x="13008" y="13480"/>
                    <a:pt x="12975" y="13509"/>
                    <a:pt x="12952" y="13508"/>
                  </a:cubicBezTo>
                  <a:cubicBezTo>
                    <a:pt x="12906" y="13507"/>
                    <a:pt x="12875" y="13428"/>
                    <a:pt x="12830" y="13424"/>
                  </a:cubicBezTo>
                  <a:cubicBezTo>
                    <a:pt x="12812" y="13422"/>
                    <a:pt x="12778" y="13438"/>
                    <a:pt x="12765" y="13447"/>
                  </a:cubicBezTo>
                  <a:cubicBezTo>
                    <a:pt x="12730" y="13472"/>
                    <a:pt x="12718" y="13549"/>
                    <a:pt x="12677" y="13572"/>
                  </a:cubicBezTo>
                  <a:cubicBezTo>
                    <a:pt x="12649" y="13588"/>
                    <a:pt x="12556" y="13584"/>
                    <a:pt x="12529" y="13601"/>
                  </a:cubicBezTo>
                  <a:cubicBezTo>
                    <a:pt x="12499" y="13620"/>
                    <a:pt x="12472" y="13677"/>
                    <a:pt x="12481" y="13703"/>
                  </a:cubicBezTo>
                  <a:cubicBezTo>
                    <a:pt x="12491" y="13728"/>
                    <a:pt x="12561" y="13760"/>
                    <a:pt x="12589" y="13777"/>
                  </a:cubicBezTo>
                  <a:cubicBezTo>
                    <a:pt x="12619" y="13794"/>
                    <a:pt x="12684" y="13823"/>
                    <a:pt x="12711" y="13841"/>
                  </a:cubicBezTo>
                  <a:cubicBezTo>
                    <a:pt x="12741" y="13860"/>
                    <a:pt x="12800" y="13901"/>
                    <a:pt x="12820" y="13926"/>
                  </a:cubicBezTo>
                  <a:cubicBezTo>
                    <a:pt x="12849" y="13962"/>
                    <a:pt x="12890" y="14042"/>
                    <a:pt x="12887" y="14082"/>
                  </a:cubicBezTo>
                  <a:cubicBezTo>
                    <a:pt x="12885" y="14114"/>
                    <a:pt x="12851" y="14178"/>
                    <a:pt x="12816" y="14201"/>
                  </a:cubicBezTo>
                  <a:cubicBezTo>
                    <a:pt x="12797" y="14214"/>
                    <a:pt x="12727" y="14216"/>
                    <a:pt x="12711" y="14231"/>
                  </a:cubicBezTo>
                  <a:cubicBezTo>
                    <a:pt x="12666" y="14274"/>
                    <a:pt x="12713" y="14386"/>
                    <a:pt x="12711" y="14438"/>
                  </a:cubicBezTo>
                  <a:cubicBezTo>
                    <a:pt x="12711" y="14469"/>
                    <a:pt x="12700" y="14530"/>
                    <a:pt x="12704" y="14561"/>
                  </a:cubicBezTo>
                  <a:cubicBezTo>
                    <a:pt x="12712" y="14605"/>
                    <a:pt x="12773" y="14687"/>
                    <a:pt x="12773" y="14730"/>
                  </a:cubicBezTo>
                  <a:cubicBezTo>
                    <a:pt x="12772" y="14769"/>
                    <a:pt x="12728" y="14842"/>
                    <a:pt x="12708" y="14879"/>
                  </a:cubicBezTo>
                  <a:cubicBezTo>
                    <a:pt x="12696" y="14901"/>
                    <a:pt x="12648" y="14942"/>
                    <a:pt x="12651" y="14965"/>
                  </a:cubicBezTo>
                  <a:cubicBezTo>
                    <a:pt x="12652" y="14987"/>
                    <a:pt x="12715" y="15018"/>
                    <a:pt x="12718" y="15039"/>
                  </a:cubicBezTo>
                  <a:cubicBezTo>
                    <a:pt x="12724" y="15075"/>
                    <a:pt x="12627" y="15140"/>
                    <a:pt x="12647" y="15173"/>
                  </a:cubicBezTo>
                  <a:cubicBezTo>
                    <a:pt x="12667" y="15208"/>
                    <a:pt x="12798" y="15253"/>
                    <a:pt x="12856" y="15245"/>
                  </a:cubicBezTo>
                  <a:cubicBezTo>
                    <a:pt x="12899" y="15240"/>
                    <a:pt x="12921" y="15168"/>
                    <a:pt x="12962" y="15160"/>
                  </a:cubicBezTo>
                  <a:cubicBezTo>
                    <a:pt x="12989" y="15155"/>
                    <a:pt x="13046" y="15170"/>
                    <a:pt x="13067" y="15181"/>
                  </a:cubicBezTo>
                  <a:cubicBezTo>
                    <a:pt x="13099" y="15199"/>
                    <a:pt x="13147" y="15250"/>
                    <a:pt x="13144" y="15277"/>
                  </a:cubicBezTo>
                  <a:cubicBezTo>
                    <a:pt x="13140" y="15312"/>
                    <a:pt x="13048" y="15365"/>
                    <a:pt x="13009" y="15391"/>
                  </a:cubicBezTo>
                  <a:cubicBezTo>
                    <a:pt x="12982" y="15409"/>
                    <a:pt x="12909" y="15435"/>
                    <a:pt x="12884" y="15455"/>
                  </a:cubicBezTo>
                  <a:cubicBezTo>
                    <a:pt x="12845" y="15486"/>
                    <a:pt x="12810" y="15562"/>
                    <a:pt x="12786" y="15599"/>
                  </a:cubicBezTo>
                  <a:cubicBezTo>
                    <a:pt x="12770" y="15623"/>
                    <a:pt x="12750" y="15675"/>
                    <a:pt x="12725" y="15696"/>
                  </a:cubicBezTo>
                  <a:cubicBezTo>
                    <a:pt x="12701" y="15715"/>
                    <a:pt x="12625" y="15733"/>
                    <a:pt x="12600" y="15751"/>
                  </a:cubicBezTo>
                  <a:cubicBezTo>
                    <a:pt x="12564" y="15778"/>
                    <a:pt x="12502" y="15841"/>
                    <a:pt x="12502" y="15877"/>
                  </a:cubicBezTo>
                  <a:cubicBezTo>
                    <a:pt x="12502" y="15892"/>
                    <a:pt x="12540" y="15918"/>
                    <a:pt x="12545" y="15933"/>
                  </a:cubicBezTo>
                  <a:cubicBezTo>
                    <a:pt x="12555" y="15956"/>
                    <a:pt x="12563" y="16003"/>
                    <a:pt x="12552" y="16025"/>
                  </a:cubicBezTo>
                  <a:cubicBezTo>
                    <a:pt x="12542" y="16046"/>
                    <a:pt x="12488" y="16079"/>
                    <a:pt x="12465" y="16097"/>
                  </a:cubicBezTo>
                  <a:cubicBezTo>
                    <a:pt x="12442" y="16112"/>
                    <a:pt x="12399" y="16146"/>
                    <a:pt x="12369" y="16156"/>
                  </a:cubicBezTo>
                  <a:cubicBezTo>
                    <a:pt x="12340" y="16166"/>
                    <a:pt x="12264" y="16186"/>
                    <a:pt x="12238" y="16173"/>
                  </a:cubicBezTo>
                  <a:cubicBezTo>
                    <a:pt x="12209" y="16158"/>
                    <a:pt x="12253" y="16100"/>
                    <a:pt x="12234" y="16080"/>
                  </a:cubicBezTo>
                  <a:cubicBezTo>
                    <a:pt x="12217" y="16061"/>
                    <a:pt x="12150" y="16040"/>
                    <a:pt x="12116" y="16035"/>
                  </a:cubicBezTo>
                  <a:cubicBezTo>
                    <a:pt x="12100" y="16032"/>
                    <a:pt x="12060" y="16029"/>
                    <a:pt x="12049" y="16038"/>
                  </a:cubicBezTo>
                  <a:cubicBezTo>
                    <a:pt x="12027" y="16052"/>
                    <a:pt x="12063" y="16099"/>
                    <a:pt x="12052" y="16118"/>
                  </a:cubicBezTo>
                  <a:cubicBezTo>
                    <a:pt x="12044" y="16131"/>
                    <a:pt x="12016" y="16158"/>
                    <a:pt x="11994" y="16158"/>
                  </a:cubicBezTo>
                  <a:cubicBezTo>
                    <a:pt x="11961" y="16157"/>
                    <a:pt x="11929" y="16111"/>
                    <a:pt x="11920" y="16092"/>
                  </a:cubicBezTo>
                  <a:cubicBezTo>
                    <a:pt x="11911" y="16074"/>
                    <a:pt x="11937" y="16033"/>
                    <a:pt x="11923" y="16016"/>
                  </a:cubicBezTo>
                  <a:cubicBezTo>
                    <a:pt x="11912" y="16001"/>
                    <a:pt x="11865" y="15978"/>
                    <a:pt x="11839" y="15976"/>
                  </a:cubicBezTo>
                  <a:cubicBezTo>
                    <a:pt x="11787" y="15970"/>
                    <a:pt x="11683" y="16000"/>
                    <a:pt x="11640" y="16018"/>
                  </a:cubicBezTo>
                  <a:cubicBezTo>
                    <a:pt x="11608" y="16031"/>
                    <a:pt x="11573" y="16074"/>
                    <a:pt x="11542" y="16086"/>
                  </a:cubicBezTo>
                  <a:cubicBezTo>
                    <a:pt x="11507" y="16099"/>
                    <a:pt x="11415" y="16094"/>
                    <a:pt x="11385" y="16111"/>
                  </a:cubicBezTo>
                  <a:cubicBezTo>
                    <a:pt x="11354" y="16130"/>
                    <a:pt x="11335" y="16188"/>
                    <a:pt x="11332" y="16215"/>
                  </a:cubicBezTo>
                  <a:cubicBezTo>
                    <a:pt x="11326" y="16250"/>
                    <a:pt x="11370" y="16320"/>
                    <a:pt x="11362" y="16355"/>
                  </a:cubicBezTo>
                  <a:cubicBezTo>
                    <a:pt x="11355" y="16384"/>
                    <a:pt x="11286" y="16433"/>
                    <a:pt x="11287" y="16463"/>
                  </a:cubicBezTo>
                  <a:cubicBezTo>
                    <a:pt x="11288" y="16489"/>
                    <a:pt x="11352" y="16532"/>
                    <a:pt x="11358" y="16558"/>
                  </a:cubicBezTo>
                  <a:cubicBezTo>
                    <a:pt x="11368" y="16601"/>
                    <a:pt x="11338" y="16687"/>
                    <a:pt x="11315" y="16728"/>
                  </a:cubicBezTo>
                  <a:cubicBezTo>
                    <a:pt x="11299" y="16755"/>
                    <a:pt x="11266" y="16828"/>
                    <a:pt x="11220" y="16827"/>
                  </a:cubicBezTo>
                  <a:cubicBezTo>
                    <a:pt x="11172" y="16827"/>
                    <a:pt x="11138" y="16751"/>
                    <a:pt x="11129" y="16721"/>
                  </a:cubicBezTo>
                  <a:cubicBezTo>
                    <a:pt x="11123" y="16701"/>
                    <a:pt x="11154" y="16660"/>
                    <a:pt x="11142" y="16641"/>
                  </a:cubicBezTo>
                  <a:cubicBezTo>
                    <a:pt x="11130" y="16622"/>
                    <a:pt x="11074" y="16597"/>
                    <a:pt x="11045" y="16590"/>
                  </a:cubicBezTo>
                  <a:cubicBezTo>
                    <a:pt x="11019" y="16584"/>
                    <a:pt x="10954" y="16575"/>
                    <a:pt x="10936" y="16588"/>
                  </a:cubicBezTo>
                  <a:cubicBezTo>
                    <a:pt x="10908" y="16608"/>
                    <a:pt x="10957" y="16668"/>
                    <a:pt x="10969" y="16694"/>
                  </a:cubicBezTo>
                  <a:cubicBezTo>
                    <a:pt x="10980" y="16712"/>
                    <a:pt x="11021" y="16744"/>
                    <a:pt x="11021" y="16763"/>
                  </a:cubicBezTo>
                  <a:cubicBezTo>
                    <a:pt x="11021" y="16785"/>
                    <a:pt x="10973" y="16821"/>
                    <a:pt x="10966" y="16842"/>
                  </a:cubicBezTo>
                  <a:cubicBezTo>
                    <a:pt x="10957" y="16865"/>
                    <a:pt x="10972" y="16914"/>
                    <a:pt x="10959" y="16938"/>
                  </a:cubicBezTo>
                  <a:cubicBezTo>
                    <a:pt x="10950" y="16955"/>
                    <a:pt x="10923" y="16993"/>
                    <a:pt x="10895" y="17001"/>
                  </a:cubicBezTo>
                  <a:cubicBezTo>
                    <a:pt x="10871" y="17008"/>
                    <a:pt x="10809" y="17000"/>
                    <a:pt x="10790" y="16988"/>
                  </a:cubicBezTo>
                  <a:cubicBezTo>
                    <a:pt x="10770" y="16974"/>
                    <a:pt x="10788" y="16929"/>
                    <a:pt x="10773" y="16912"/>
                  </a:cubicBezTo>
                  <a:cubicBezTo>
                    <a:pt x="10762" y="16899"/>
                    <a:pt x="10723" y="16878"/>
                    <a:pt x="10700" y="16876"/>
                  </a:cubicBezTo>
                  <a:cubicBezTo>
                    <a:pt x="10667" y="16873"/>
                    <a:pt x="10601" y="16888"/>
                    <a:pt x="10580" y="16903"/>
                  </a:cubicBezTo>
                  <a:cubicBezTo>
                    <a:pt x="10555" y="16922"/>
                    <a:pt x="10542" y="16976"/>
                    <a:pt x="10550" y="17001"/>
                  </a:cubicBezTo>
                  <a:cubicBezTo>
                    <a:pt x="10557" y="17022"/>
                    <a:pt x="10618" y="17051"/>
                    <a:pt x="10628" y="17071"/>
                  </a:cubicBezTo>
                  <a:cubicBezTo>
                    <a:pt x="10642" y="17097"/>
                    <a:pt x="10659" y="17160"/>
                    <a:pt x="10631" y="17181"/>
                  </a:cubicBezTo>
                  <a:cubicBezTo>
                    <a:pt x="10611" y="17196"/>
                    <a:pt x="10537" y="17206"/>
                    <a:pt x="10510" y="17195"/>
                  </a:cubicBezTo>
                  <a:cubicBezTo>
                    <a:pt x="10476" y="17183"/>
                    <a:pt x="10487" y="17122"/>
                    <a:pt x="10466" y="17102"/>
                  </a:cubicBezTo>
                  <a:cubicBezTo>
                    <a:pt x="10448" y="17086"/>
                    <a:pt x="10400" y="17053"/>
                    <a:pt x="10368" y="17052"/>
                  </a:cubicBezTo>
                  <a:cubicBezTo>
                    <a:pt x="10335" y="17051"/>
                    <a:pt x="10267" y="17076"/>
                    <a:pt x="10256" y="17096"/>
                  </a:cubicBezTo>
                  <a:cubicBezTo>
                    <a:pt x="10243" y="17118"/>
                    <a:pt x="10298" y="17164"/>
                    <a:pt x="10299" y="17187"/>
                  </a:cubicBezTo>
                  <a:cubicBezTo>
                    <a:pt x="10304" y="17216"/>
                    <a:pt x="10290" y="17274"/>
                    <a:pt x="10276" y="17302"/>
                  </a:cubicBezTo>
                  <a:cubicBezTo>
                    <a:pt x="10261" y="17331"/>
                    <a:pt x="10210" y="17384"/>
                    <a:pt x="10181" y="17410"/>
                  </a:cubicBezTo>
                  <a:cubicBezTo>
                    <a:pt x="10156" y="17432"/>
                    <a:pt x="10085" y="17468"/>
                    <a:pt x="10063" y="17492"/>
                  </a:cubicBezTo>
                  <a:cubicBezTo>
                    <a:pt x="10033" y="17525"/>
                    <a:pt x="10015" y="17601"/>
                    <a:pt x="9985" y="17634"/>
                  </a:cubicBezTo>
                  <a:cubicBezTo>
                    <a:pt x="9961" y="17663"/>
                    <a:pt x="9912" y="17732"/>
                    <a:pt x="9860" y="17738"/>
                  </a:cubicBezTo>
                  <a:cubicBezTo>
                    <a:pt x="9831" y="17741"/>
                    <a:pt x="9778" y="17711"/>
                    <a:pt x="9756" y="17697"/>
                  </a:cubicBezTo>
                  <a:cubicBezTo>
                    <a:pt x="9711" y="17672"/>
                    <a:pt x="9642" y="17610"/>
                    <a:pt x="9620" y="17575"/>
                  </a:cubicBezTo>
                  <a:cubicBezTo>
                    <a:pt x="9603" y="17548"/>
                    <a:pt x="9620" y="17481"/>
                    <a:pt x="9590" y="17458"/>
                  </a:cubicBezTo>
                  <a:cubicBezTo>
                    <a:pt x="9566" y="17440"/>
                    <a:pt x="9486" y="17424"/>
                    <a:pt x="9447" y="17424"/>
                  </a:cubicBezTo>
                  <a:cubicBezTo>
                    <a:pt x="9390" y="17426"/>
                    <a:pt x="9280" y="17464"/>
                    <a:pt x="9235" y="17488"/>
                  </a:cubicBezTo>
                  <a:cubicBezTo>
                    <a:pt x="9185" y="17513"/>
                    <a:pt x="9106" y="17581"/>
                    <a:pt x="9082" y="17619"/>
                  </a:cubicBezTo>
                  <a:cubicBezTo>
                    <a:pt x="9073" y="17635"/>
                    <a:pt x="9082" y="17671"/>
                    <a:pt x="9073" y="17687"/>
                  </a:cubicBezTo>
                  <a:cubicBezTo>
                    <a:pt x="9058" y="17711"/>
                    <a:pt x="9011" y="17756"/>
                    <a:pt x="8974" y="17767"/>
                  </a:cubicBezTo>
                  <a:cubicBezTo>
                    <a:pt x="8941" y="17777"/>
                    <a:pt x="8863" y="17775"/>
                    <a:pt x="8829" y="17767"/>
                  </a:cubicBezTo>
                  <a:cubicBezTo>
                    <a:pt x="8802" y="17761"/>
                    <a:pt x="8753" y="17737"/>
                    <a:pt x="8741" y="17721"/>
                  </a:cubicBezTo>
                  <a:cubicBezTo>
                    <a:pt x="8723" y="17695"/>
                    <a:pt x="8723" y="17632"/>
                    <a:pt x="8747" y="17609"/>
                  </a:cubicBezTo>
                  <a:cubicBezTo>
                    <a:pt x="8766" y="17591"/>
                    <a:pt x="8849" y="17591"/>
                    <a:pt x="8869" y="17575"/>
                  </a:cubicBezTo>
                  <a:cubicBezTo>
                    <a:pt x="8902" y="17548"/>
                    <a:pt x="8924" y="17472"/>
                    <a:pt x="8903" y="17442"/>
                  </a:cubicBezTo>
                  <a:cubicBezTo>
                    <a:pt x="8885" y="17416"/>
                    <a:pt x="8789" y="17397"/>
                    <a:pt x="8755" y="17380"/>
                  </a:cubicBezTo>
                  <a:cubicBezTo>
                    <a:pt x="8735" y="17370"/>
                    <a:pt x="8688" y="17353"/>
                    <a:pt x="8681" y="17338"/>
                  </a:cubicBezTo>
                  <a:cubicBezTo>
                    <a:pt x="8666" y="17308"/>
                    <a:pt x="8750" y="17246"/>
                    <a:pt x="8727" y="17219"/>
                  </a:cubicBezTo>
                  <a:cubicBezTo>
                    <a:pt x="8715" y="17202"/>
                    <a:pt x="8645" y="17187"/>
                    <a:pt x="8616" y="17191"/>
                  </a:cubicBezTo>
                  <a:cubicBezTo>
                    <a:pt x="8583" y="17196"/>
                    <a:pt x="8540" y="17234"/>
                    <a:pt x="8524" y="17253"/>
                  </a:cubicBezTo>
                  <a:cubicBezTo>
                    <a:pt x="8502" y="17279"/>
                    <a:pt x="8496" y="17340"/>
                    <a:pt x="8481" y="17367"/>
                  </a:cubicBezTo>
                  <a:cubicBezTo>
                    <a:pt x="8470" y="17387"/>
                    <a:pt x="8446" y="17427"/>
                    <a:pt x="8426" y="17444"/>
                  </a:cubicBezTo>
                  <a:cubicBezTo>
                    <a:pt x="8398" y="17468"/>
                    <a:pt x="8317" y="17504"/>
                    <a:pt x="8281" y="17524"/>
                  </a:cubicBezTo>
                  <a:cubicBezTo>
                    <a:pt x="8237" y="17550"/>
                    <a:pt x="8135" y="17594"/>
                    <a:pt x="8108" y="17628"/>
                  </a:cubicBezTo>
                  <a:cubicBezTo>
                    <a:pt x="8087" y="17656"/>
                    <a:pt x="8110" y="17726"/>
                    <a:pt x="8088" y="17755"/>
                  </a:cubicBezTo>
                  <a:cubicBezTo>
                    <a:pt x="8066" y="17784"/>
                    <a:pt x="7958" y="17815"/>
                    <a:pt x="7943" y="17846"/>
                  </a:cubicBezTo>
                  <a:cubicBezTo>
                    <a:pt x="7928" y="17875"/>
                    <a:pt x="7977" y="17934"/>
                    <a:pt x="7980" y="17964"/>
                  </a:cubicBezTo>
                  <a:cubicBezTo>
                    <a:pt x="7983" y="18007"/>
                    <a:pt x="7975" y="18095"/>
                    <a:pt x="7956" y="18136"/>
                  </a:cubicBezTo>
                  <a:cubicBezTo>
                    <a:pt x="7943" y="18162"/>
                    <a:pt x="7879" y="18206"/>
                    <a:pt x="7875" y="18234"/>
                  </a:cubicBezTo>
                  <a:cubicBezTo>
                    <a:pt x="7872" y="18253"/>
                    <a:pt x="7895" y="18291"/>
                    <a:pt x="7912" y="18308"/>
                  </a:cubicBezTo>
                  <a:cubicBezTo>
                    <a:pt x="7932" y="18326"/>
                    <a:pt x="7993" y="18349"/>
                    <a:pt x="8017" y="18365"/>
                  </a:cubicBezTo>
                  <a:cubicBezTo>
                    <a:pt x="8051" y="18387"/>
                    <a:pt x="8103" y="18439"/>
                    <a:pt x="8136" y="18462"/>
                  </a:cubicBezTo>
                  <a:cubicBezTo>
                    <a:pt x="8168" y="18485"/>
                    <a:pt x="8248" y="18521"/>
                    <a:pt x="8274" y="18547"/>
                  </a:cubicBezTo>
                  <a:cubicBezTo>
                    <a:pt x="8302" y="18573"/>
                    <a:pt x="8333" y="18635"/>
                    <a:pt x="8345" y="18666"/>
                  </a:cubicBezTo>
                  <a:cubicBezTo>
                    <a:pt x="8354" y="18689"/>
                    <a:pt x="8385" y="18741"/>
                    <a:pt x="8366" y="18763"/>
                  </a:cubicBezTo>
                  <a:cubicBezTo>
                    <a:pt x="8342" y="18790"/>
                    <a:pt x="8235" y="18810"/>
                    <a:pt x="8186" y="18816"/>
                  </a:cubicBezTo>
                  <a:cubicBezTo>
                    <a:pt x="8144" y="18821"/>
                    <a:pt x="8054" y="18801"/>
                    <a:pt x="8014" y="18812"/>
                  </a:cubicBezTo>
                  <a:cubicBezTo>
                    <a:pt x="7966" y="18824"/>
                    <a:pt x="7913" y="18886"/>
                    <a:pt x="7871" y="18905"/>
                  </a:cubicBezTo>
                  <a:cubicBezTo>
                    <a:pt x="7836" y="18921"/>
                    <a:pt x="7742" y="18933"/>
                    <a:pt x="7712" y="18954"/>
                  </a:cubicBezTo>
                  <a:cubicBezTo>
                    <a:pt x="7668" y="18985"/>
                    <a:pt x="7625" y="19069"/>
                    <a:pt x="7618" y="19111"/>
                  </a:cubicBezTo>
                  <a:cubicBezTo>
                    <a:pt x="7614" y="19135"/>
                    <a:pt x="7631" y="19184"/>
                    <a:pt x="7641" y="19208"/>
                  </a:cubicBezTo>
                  <a:cubicBezTo>
                    <a:pt x="7656" y="19243"/>
                    <a:pt x="7700" y="19312"/>
                    <a:pt x="7726" y="19346"/>
                  </a:cubicBezTo>
                  <a:cubicBezTo>
                    <a:pt x="7747" y="19372"/>
                    <a:pt x="7815" y="19416"/>
                    <a:pt x="7824" y="19445"/>
                  </a:cubicBezTo>
                  <a:cubicBezTo>
                    <a:pt x="7838" y="19483"/>
                    <a:pt x="7822" y="19566"/>
                    <a:pt x="7791" y="19600"/>
                  </a:cubicBezTo>
                  <a:cubicBezTo>
                    <a:pt x="7767" y="19625"/>
                    <a:pt x="7662" y="19645"/>
                    <a:pt x="7641" y="19671"/>
                  </a:cubicBezTo>
                  <a:cubicBezTo>
                    <a:pt x="7618" y="19703"/>
                    <a:pt x="7666" y="19778"/>
                    <a:pt x="7652" y="19811"/>
                  </a:cubicBezTo>
                  <a:cubicBezTo>
                    <a:pt x="7637" y="19846"/>
                    <a:pt x="7573" y="19908"/>
                    <a:pt x="7530" y="19932"/>
                  </a:cubicBezTo>
                  <a:cubicBezTo>
                    <a:pt x="7477" y="19962"/>
                    <a:pt x="7335" y="19986"/>
                    <a:pt x="7276" y="20010"/>
                  </a:cubicBezTo>
                  <a:cubicBezTo>
                    <a:pt x="7222" y="20033"/>
                    <a:pt x="7108" y="20081"/>
                    <a:pt x="7083" y="20118"/>
                  </a:cubicBezTo>
                  <a:cubicBezTo>
                    <a:pt x="7047" y="20175"/>
                    <a:pt x="7107" y="20301"/>
                    <a:pt x="7118" y="20362"/>
                  </a:cubicBezTo>
                  <a:cubicBezTo>
                    <a:pt x="7130" y="20425"/>
                    <a:pt x="7157" y="20550"/>
                    <a:pt x="7179" y="20612"/>
                  </a:cubicBezTo>
                  <a:cubicBezTo>
                    <a:pt x="7189" y="20644"/>
                    <a:pt x="7233" y="20706"/>
                    <a:pt x="7233" y="20739"/>
                  </a:cubicBezTo>
                  <a:cubicBezTo>
                    <a:pt x="7230" y="20811"/>
                    <a:pt x="7116" y="20945"/>
                    <a:pt x="7098" y="21016"/>
                  </a:cubicBezTo>
                  <a:cubicBezTo>
                    <a:pt x="7085" y="21062"/>
                    <a:pt x="7101" y="21153"/>
                    <a:pt x="7094" y="21198"/>
                  </a:cubicBezTo>
                  <a:cubicBezTo>
                    <a:pt x="7084" y="21252"/>
                    <a:pt x="7045" y="21357"/>
                    <a:pt x="7027" y="21410"/>
                  </a:cubicBezTo>
                  <a:cubicBezTo>
                    <a:pt x="7014" y="21446"/>
                    <a:pt x="6991" y="21518"/>
                    <a:pt x="6969" y="21552"/>
                  </a:cubicBezTo>
                  <a:cubicBezTo>
                    <a:pt x="6961" y="21564"/>
                    <a:pt x="6945" y="21578"/>
                    <a:pt x="6928" y="21594"/>
                  </a:cubicBezTo>
                  <a:lnTo>
                    <a:pt x="6928" y="21403"/>
                  </a:lnTo>
                  <a:lnTo>
                    <a:pt x="6603" y="21403"/>
                  </a:lnTo>
                  <a:lnTo>
                    <a:pt x="6090" y="21238"/>
                  </a:lnTo>
                  <a:lnTo>
                    <a:pt x="5995" y="20748"/>
                  </a:lnTo>
                  <a:cubicBezTo>
                    <a:pt x="5995" y="20748"/>
                    <a:pt x="5722" y="20706"/>
                    <a:pt x="5635" y="20685"/>
                  </a:cubicBezTo>
                  <a:cubicBezTo>
                    <a:pt x="5571" y="20669"/>
                    <a:pt x="5443" y="20634"/>
                    <a:pt x="5391" y="20605"/>
                  </a:cubicBezTo>
                  <a:cubicBezTo>
                    <a:pt x="5333" y="20574"/>
                    <a:pt x="5282" y="20469"/>
                    <a:pt x="5213" y="20447"/>
                  </a:cubicBezTo>
                  <a:cubicBezTo>
                    <a:pt x="5173" y="20433"/>
                    <a:pt x="5075" y="20455"/>
                    <a:pt x="5030" y="20447"/>
                  </a:cubicBezTo>
                  <a:cubicBezTo>
                    <a:pt x="4984" y="20438"/>
                    <a:pt x="4901" y="20400"/>
                    <a:pt x="4868" y="20377"/>
                  </a:cubicBezTo>
                  <a:cubicBezTo>
                    <a:pt x="4817" y="20339"/>
                    <a:pt x="4753" y="20244"/>
                    <a:pt x="4731" y="20196"/>
                  </a:cubicBezTo>
                  <a:cubicBezTo>
                    <a:pt x="4711" y="20152"/>
                    <a:pt x="4701" y="20060"/>
                    <a:pt x="4697" y="20015"/>
                  </a:cubicBezTo>
                  <a:cubicBezTo>
                    <a:pt x="4691" y="19971"/>
                    <a:pt x="4701" y="19883"/>
                    <a:pt x="4690" y="19840"/>
                  </a:cubicBezTo>
                  <a:cubicBezTo>
                    <a:pt x="4681" y="19794"/>
                    <a:pt x="4633" y="19707"/>
                    <a:pt x="4615" y="19662"/>
                  </a:cubicBezTo>
                  <a:cubicBezTo>
                    <a:pt x="4599" y="19622"/>
                    <a:pt x="4590" y="19538"/>
                    <a:pt x="4554" y="19503"/>
                  </a:cubicBezTo>
                  <a:cubicBezTo>
                    <a:pt x="4529" y="19480"/>
                    <a:pt x="4412" y="19436"/>
                    <a:pt x="4412" y="19436"/>
                  </a:cubicBezTo>
                  <a:lnTo>
                    <a:pt x="3986" y="18744"/>
                  </a:lnTo>
                  <a:lnTo>
                    <a:pt x="1399" y="14182"/>
                  </a:lnTo>
                  <a:lnTo>
                    <a:pt x="0" y="11967"/>
                  </a:lnTo>
                  <a:cubicBezTo>
                    <a:pt x="6" y="11963"/>
                    <a:pt x="12" y="11959"/>
                    <a:pt x="13" y="11955"/>
                  </a:cubicBezTo>
                  <a:cubicBezTo>
                    <a:pt x="41" y="11917"/>
                    <a:pt x="1" y="11823"/>
                    <a:pt x="44" y="11793"/>
                  </a:cubicBezTo>
                  <a:cubicBezTo>
                    <a:pt x="69" y="11775"/>
                    <a:pt x="162" y="11786"/>
                    <a:pt x="191" y="11771"/>
                  </a:cubicBezTo>
                  <a:cubicBezTo>
                    <a:pt x="227" y="11753"/>
                    <a:pt x="260" y="11697"/>
                    <a:pt x="267" y="11669"/>
                  </a:cubicBezTo>
                  <a:cubicBezTo>
                    <a:pt x="272" y="11648"/>
                    <a:pt x="226" y="11597"/>
                    <a:pt x="252" y="11583"/>
                  </a:cubicBezTo>
                  <a:cubicBezTo>
                    <a:pt x="298" y="11558"/>
                    <a:pt x="425" y="11622"/>
                    <a:pt x="486" y="11624"/>
                  </a:cubicBezTo>
                  <a:cubicBezTo>
                    <a:pt x="526" y="11626"/>
                    <a:pt x="608" y="11605"/>
                    <a:pt x="647" y="11612"/>
                  </a:cubicBezTo>
                  <a:cubicBezTo>
                    <a:pt x="697" y="11620"/>
                    <a:pt x="786" y="11660"/>
                    <a:pt x="810" y="11688"/>
                  </a:cubicBezTo>
                  <a:cubicBezTo>
                    <a:pt x="836" y="11719"/>
                    <a:pt x="791" y="11796"/>
                    <a:pt x="820" y="11825"/>
                  </a:cubicBezTo>
                  <a:cubicBezTo>
                    <a:pt x="848" y="11851"/>
                    <a:pt x="965" y="11860"/>
                    <a:pt x="1003" y="11882"/>
                  </a:cubicBezTo>
                  <a:cubicBezTo>
                    <a:pt x="1045" y="11906"/>
                    <a:pt x="1067" y="11990"/>
                    <a:pt x="1120" y="12005"/>
                  </a:cubicBezTo>
                  <a:cubicBezTo>
                    <a:pt x="1147" y="12014"/>
                    <a:pt x="1216" y="12003"/>
                    <a:pt x="1242" y="11993"/>
                  </a:cubicBezTo>
                  <a:cubicBezTo>
                    <a:pt x="1282" y="11976"/>
                    <a:pt x="1336" y="11921"/>
                    <a:pt x="1347" y="11891"/>
                  </a:cubicBezTo>
                  <a:cubicBezTo>
                    <a:pt x="1362" y="11857"/>
                    <a:pt x="1338" y="11761"/>
                    <a:pt x="1342" y="11751"/>
                  </a:cubicBezTo>
                  <a:cubicBezTo>
                    <a:pt x="1347" y="11742"/>
                    <a:pt x="1284" y="11668"/>
                    <a:pt x="1298" y="11640"/>
                  </a:cubicBezTo>
                  <a:cubicBezTo>
                    <a:pt x="1307" y="11620"/>
                    <a:pt x="1387" y="11605"/>
                    <a:pt x="1403" y="11587"/>
                  </a:cubicBezTo>
                  <a:cubicBezTo>
                    <a:pt x="1420" y="11568"/>
                    <a:pt x="1434" y="11520"/>
                    <a:pt x="1419" y="11500"/>
                  </a:cubicBezTo>
                  <a:cubicBezTo>
                    <a:pt x="1394" y="11470"/>
                    <a:pt x="1258" y="11461"/>
                    <a:pt x="1232" y="11431"/>
                  </a:cubicBezTo>
                  <a:cubicBezTo>
                    <a:pt x="1208" y="11404"/>
                    <a:pt x="1256" y="11338"/>
                    <a:pt x="1236" y="11310"/>
                  </a:cubicBezTo>
                  <a:cubicBezTo>
                    <a:pt x="1223" y="11290"/>
                    <a:pt x="1152" y="11271"/>
                    <a:pt x="1135" y="11253"/>
                  </a:cubicBezTo>
                  <a:cubicBezTo>
                    <a:pt x="1116" y="11233"/>
                    <a:pt x="1095" y="11187"/>
                    <a:pt x="1099" y="11164"/>
                  </a:cubicBezTo>
                  <a:cubicBezTo>
                    <a:pt x="1106" y="11131"/>
                    <a:pt x="1158" y="11066"/>
                    <a:pt x="1201" y="11046"/>
                  </a:cubicBezTo>
                  <a:cubicBezTo>
                    <a:pt x="1235" y="11031"/>
                    <a:pt x="1329" y="11016"/>
                    <a:pt x="1368" y="11027"/>
                  </a:cubicBezTo>
                  <a:cubicBezTo>
                    <a:pt x="1409" y="11039"/>
                    <a:pt x="1424" y="11106"/>
                    <a:pt x="1459" y="11123"/>
                  </a:cubicBezTo>
                  <a:cubicBezTo>
                    <a:pt x="1504" y="11143"/>
                    <a:pt x="1619" y="11162"/>
                    <a:pt x="1673" y="11157"/>
                  </a:cubicBezTo>
                  <a:cubicBezTo>
                    <a:pt x="1710" y="11154"/>
                    <a:pt x="1766" y="11108"/>
                    <a:pt x="1804" y="11110"/>
                  </a:cubicBezTo>
                  <a:cubicBezTo>
                    <a:pt x="1842" y="11111"/>
                    <a:pt x="1885" y="11160"/>
                    <a:pt x="1921" y="11167"/>
                  </a:cubicBezTo>
                  <a:cubicBezTo>
                    <a:pt x="1959" y="11173"/>
                    <a:pt x="2049" y="11171"/>
                    <a:pt x="2078" y="11154"/>
                  </a:cubicBezTo>
                  <a:cubicBezTo>
                    <a:pt x="2134" y="11122"/>
                    <a:pt x="2150" y="11014"/>
                    <a:pt x="2139" y="10967"/>
                  </a:cubicBezTo>
                  <a:cubicBezTo>
                    <a:pt x="2131" y="10929"/>
                    <a:pt x="2074" y="10857"/>
                    <a:pt x="2028" y="10834"/>
                  </a:cubicBezTo>
                  <a:cubicBezTo>
                    <a:pt x="1961" y="10799"/>
                    <a:pt x="1779" y="10788"/>
                    <a:pt x="1698" y="10769"/>
                  </a:cubicBezTo>
                  <a:cubicBezTo>
                    <a:pt x="1645" y="10758"/>
                    <a:pt x="1538" y="10737"/>
                    <a:pt x="1490" y="10719"/>
                  </a:cubicBezTo>
                  <a:cubicBezTo>
                    <a:pt x="1458" y="10707"/>
                    <a:pt x="1396" y="10679"/>
                    <a:pt x="1378" y="10659"/>
                  </a:cubicBezTo>
                  <a:cubicBezTo>
                    <a:pt x="1349" y="10626"/>
                    <a:pt x="1332" y="10547"/>
                    <a:pt x="1338" y="10509"/>
                  </a:cubicBezTo>
                  <a:cubicBezTo>
                    <a:pt x="1341" y="10480"/>
                    <a:pt x="1387" y="10426"/>
                    <a:pt x="1399" y="10398"/>
                  </a:cubicBezTo>
                  <a:cubicBezTo>
                    <a:pt x="1416" y="10352"/>
                    <a:pt x="1418" y="10256"/>
                    <a:pt x="1439" y="10211"/>
                  </a:cubicBezTo>
                  <a:cubicBezTo>
                    <a:pt x="1458" y="10171"/>
                    <a:pt x="1515" y="10096"/>
                    <a:pt x="1551" y="10062"/>
                  </a:cubicBezTo>
                  <a:cubicBezTo>
                    <a:pt x="1582" y="10031"/>
                    <a:pt x="1667" y="9981"/>
                    <a:pt x="1698" y="9950"/>
                  </a:cubicBezTo>
                  <a:cubicBezTo>
                    <a:pt x="1734" y="9912"/>
                    <a:pt x="1769" y="9824"/>
                    <a:pt x="1809" y="9788"/>
                  </a:cubicBezTo>
                  <a:cubicBezTo>
                    <a:pt x="1828" y="9773"/>
                    <a:pt x="1880" y="9751"/>
                    <a:pt x="1900" y="9738"/>
                  </a:cubicBezTo>
                  <a:cubicBezTo>
                    <a:pt x="1988" y="9682"/>
                    <a:pt x="2133" y="9554"/>
                    <a:pt x="2221" y="9499"/>
                  </a:cubicBezTo>
                  <a:cubicBezTo>
                    <a:pt x="2276" y="9465"/>
                    <a:pt x="2421" y="9418"/>
                    <a:pt x="2459" y="9375"/>
                  </a:cubicBezTo>
                  <a:cubicBezTo>
                    <a:pt x="2484" y="9347"/>
                    <a:pt x="2505" y="9279"/>
                    <a:pt x="2490" y="9248"/>
                  </a:cubicBezTo>
                  <a:cubicBezTo>
                    <a:pt x="2471" y="9212"/>
                    <a:pt x="2359" y="9168"/>
                    <a:pt x="2316" y="9140"/>
                  </a:cubicBezTo>
                  <a:cubicBezTo>
                    <a:pt x="2289" y="9122"/>
                    <a:pt x="2219" y="9091"/>
                    <a:pt x="2211" y="9067"/>
                  </a:cubicBezTo>
                  <a:cubicBezTo>
                    <a:pt x="2198" y="9031"/>
                    <a:pt x="2259" y="8961"/>
                    <a:pt x="2281" y="8927"/>
                  </a:cubicBezTo>
                  <a:cubicBezTo>
                    <a:pt x="2308" y="8887"/>
                    <a:pt x="2368" y="8807"/>
                    <a:pt x="2408" y="8772"/>
                  </a:cubicBezTo>
                  <a:cubicBezTo>
                    <a:pt x="2456" y="8728"/>
                    <a:pt x="2595" y="8662"/>
                    <a:pt x="2636" y="8616"/>
                  </a:cubicBezTo>
                  <a:cubicBezTo>
                    <a:pt x="2683" y="8563"/>
                    <a:pt x="2757" y="8443"/>
                    <a:pt x="2743" y="8384"/>
                  </a:cubicBezTo>
                  <a:cubicBezTo>
                    <a:pt x="2737" y="8361"/>
                    <a:pt x="2667" y="8328"/>
                    <a:pt x="2662" y="8305"/>
                  </a:cubicBezTo>
                  <a:cubicBezTo>
                    <a:pt x="2655" y="8278"/>
                    <a:pt x="2731" y="8222"/>
                    <a:pt x="2707" y="8200"/>
                  </a:cubicBezTo>
                  <a:cubicBezTo>
                    <a:pt x="2680" y="8174"/>
                    <a:pt x="2559" y="8181"/>
                    <a:pt x="2510" y="8184"/>
                  </a:cubicBezTo>
                  <a:cubicBezTo>
                    <a:pt x="2463" y="8187"/>
                    <a:pt x="2367" y="8242"/>
                    <a:pt x="2333" y="8222"/>
                  </a:cubicBezTo>
                  <a:cubicBezTo>
                    <a:pt x="2285" y="8195"/>
                    <a:pt x="2426" y="8101"/>
                    <a:pt x="2392" y="8066"/>
                  </a:cubicBezTo>
                  <a:cubicBezTo>
                    <a:pt x="2369" y="8042"/>
                    <a:pt x="2255" y="8052"/>
                    <a:pt x="2215" y="8037"/>
                  </a:cubicBezTo>
                  <a:cubicBezTo>
                    <a:pt x="2186" y="8028"/>
                    <a:pt x="2121" y="8002"/>
                    <a:pt x="2119" y="7980"/>
                  </a:cubicBezTo>
                  <a:cubicBezTo>
                    <a:pt x="2114" y="7943"/>
                    <a:pt x="2235" y="7892"/>
                    <a:pt x="2266" y="7860"/>
                  </a:cubicBezTo>
                  <a:cubicBezTo>
                    <a:pt x="2288" y="7837"/>
                    <a:pt x="2353" y="7787"/>
                    <a:pt x="2337" y="7762"/>
                  </a:cubicBezTo>
                  <a:cubicBezTo>
                    <a:pt x="2316" y="7729"/>
                    <a:pt x="2156" y="7738"/>
                    <a:pt x="2129" y="7707"/>
                  </a:cubicBezTo>
                  <a:cubicBezTo>
                    <a:pt x="2102" y="7678"/>
                    <a:pt x="2138" y="7603"/>
                    <a:pt x="2165" y="7574"/>
                  </a:cubicBezTo>
                  <a:cubicBezTo>
                    <a:pt x="2192" y="7544"/>
                    <a:pt x="2315" y="7517"/>
                    <a:pt x="2337" y="7485"/>
                  </a:cubicBezTo>
                  <a:cubicBezTo>
                    <a:pt x="2359" y="7451"/>
                    <a:pt x="2344" y="7371"/>
                    <a:pt x="2316" y="7339"/>
                  </a:cubicBezTo>
                  <a:cubicBezTo>
                    <a:pt x="2291" y="7308"/>
                    <a:pt x="2195" y="7266"/>
                    <a:pt x="2144" y="7253"/>
                  </a:cubicBezTo>
                  <a:cubicBezTo>
                    <a:pt x="2097" y="7241"/>
                    <a:pt x="1982" y="7256"/>
                    <a:pt x="1941" y="7237"/>
                  </a:cubicBezTo>
                  <a:cubicBezTo>
                    <a:pt x="1909" y="7222"/>
                    <a:pt x="1877" y="7170"/>
                    <a:pt x="1876" y="7145"/>
                  </a:cubicBezTo>
                  <a:cubicBezTo>
                    <a:pt x="1872" y="7112"/>
                    <a:pt x="1937" y="7051"/>
                    <a:pt x="1937" y="7018"/>
                  </a:cubicBezTo>
                  <a:cubicBezTo>
                    <a:pt x="1936" y="6987"/>
                    <a:pt x="1876" y="6931"/>
                    <a:pt x="1876" y="6900"/>
                  </a:cubicBezTo>
                  <a:cubicBezTo>
                    <a:pt x="1873" y="6858"/>
                    <a:pt x="1907" y="6772"/>
                    <a:pt x="1941" y="6735"/>
                  </a:cubicBezTo>
                  <a:cubicBezTo>
                    <a:pt x="1965" y="6709"/>
                    <a:pt x="2064" y="6681"/>
                    <a:pt x="2084" y="6653"/>
                  </a:cubicBezTo>
                  <a:cubicBezTo>
                    <a:pt x="2096" y="6635"/>
                    <a:pt x="2090" y="6595"/>
                    <a:pt x="2084" y="6576"/>
                  </a:cubicBezTo>
                  <a:cubicBezTo>
                    <a:pt x="2077" y="6557"/>
                    <a:pt x="2040" y="6525"/>
                    <a:pt x="2033" y="6507"/>
                  </a:cubicBezTo>
                  <a:cubicBezTo>
                    <a:pt x="2026" y="6489"/>
                    <a:pt x="2023" y="6452"/>
                    <a:pt x="2028" y="6433"/>
                  </a:cubicBezTo>
                  <a:cubicBezTo>
                    <a:pt x="2034" y="6405"/>
                    <a:pt x="2053" y="6342"/>
                    <a:pt x="2089" y="6325"/>
                  </a:cubicBezTo>
                  <a:cubicBezTo>
                    <a:pt x="2115" y="6313"/>
                    <a:pt x="2193" y="6331"/>
                    <a:pt x="2221" y="6319"/>
                  </a:cubicBezTo>
                  <a:cubicBezTo>
                    <a:pt x="2274" y="6297"/>
                    <a:pt x="2316" y="6214"/>
                    <a:pt x="2337" y="6176"/>
                  </a:cubicBezTo>
                  <a:cubicBezTo>
                    <a:pt x="2354" y="6145"/>
                    <a:pt x="2352" y="6077"/>
                    <a:pt x="2377" y="6049"/>
                  </a:cubicBezTo>
                  <a:cubicBezTo>
                    <a:pt x="2395" y="6029"/>
                    <a:pt x="2468" y="6009"/>
                    <a:pt x="2484" y="5989"/>
                  </a:cubicBezTo>
                  <a:cubicBezTo>
                    <a:pt x="2523" y="5941"/>
                    <a:pt x="2525" y="5832"/>
                    <a:pt x="2525" y="5779"/>
                  </a:cubicBezTo>
                  <a:cubicBezTo>
                    <a:pt x="2524" y="5719"/>
                    <a:pt x="2493" y="5602"/>
                    <a:pt x="2474" y="5544"/>
                  </a:cubicBezTo>
                  <a:cubicBezTo>
                    <a:pt x="2445" y="5454"/>
                    <a:pt x="2349" y="5281"/>
                    <a:pt x="2316" y="5191"/>
                  </a:cubicBezTo>
                  <a:cubicBezTo>
                    <a:pt x="2284" y="5096"/>
                    <a:pt x="2224" y="4904"/>
                    <a:pt x="2215" y="4807"/>
                  </a:cubicBezTo>
                  <a:cubicBezTo>
                    <a:pt x="2211" y="4757"/>
                    <a:pt x="2230" y="4606"/>
                    <a:pt x="2230" y="4606"/>
                  </a:cubicBezTo>
                  <a:lnTo>
                    <a:pt x="3956" y="915"/>
                  </a:lnTo>
                  <a:cubicBezTo>
                    <a:pt x="3956" y="915"/>
                    <a:pt x="4045" y="768"/>
                    <a:pt x="4080" y="720"/>
                  </a:cubicBezTo>
                  <a:cubicBezTo>
                    <a:pt x="4109" y="682"/>
                    <a:pt x="4154" y="598"/>
                    <a:pt x="4206" y="572"/>
                  </a:cubicBezTo>
                  <a:cubicBezTo>
                    <a:pt x="4265" y="542"/>
                    <a:pt x="4424" y="523"/>
                    <a:pt x="4500" y="519"/>
                  </a:cubicBezTo>
                  <a:cubicBezTo>
                    <a:pt x="4577" y="515"/>
                    <a:pt x="4732" y="536"/>
                    <a:pt x="4808" y="547"/>
                  </a:cubicBezTo>
                  <a:cubicBezTo>
                    <a:pt x="4850" y="553"/>
                    <a:pt x="4931" y="588"/>
                    <a:pt x="4973" y="580"/>
                  </a:cubicBezTo>
                  <a:cubicBezTo>
                    <a:pt x="5014" y="573"/>
                    <a:pt x="5043" y="505"/>
                    <a:pt x="5085" y="502"/>
                  </a:cubicBezTo>
                  <a:cubicBezTo>
                    <a:pt x="5126" y="500"/>
                    <a:pt x="5193" y="544"/>
                    <a:pt x="5213" y="566"/>
                  </a:cubicBezTo>
                  <a:cubicBezTo>
                    <a:pt x="5243" y="597"/>
                    <a:pt x="5255" y="673"/>
                    <a:pt x="5258" y="710"/>
                  </a:cubicBezTo>
                  <a:cubicBezTo>
                    <a:pt x="5259" y="747"/>
                    <a:pt x="5227" y="853"/>
                    <a:pt x="5231" y="860"/>
                  </a:cubicBezTo>
                  <a:cubicBezTo>
                    <a:pt x="5234" y="867"/>
                    <a:pt x="5313" y="988"/>
                    <a:pt x="5342" y="1030"/>
                  </a:cubicBezTo>
                  <a:cubicBezTo>
                    <a:pt x="5379" y="1082"/>
                    <a:pt x="5432" y="1194"/>
                    <a:pt x="5491" y="1237"/>
                  </a:cubicBezTo>
                  <a:cubicBezTo>
                    <a:pt x="5522" y="1260"/>
                    <a:pt x="5608" y="1289"/>
                    <a:pt x="5650" y="1305"/>
                  </a:cubicBezTo>
                  <a:cubicBezTo>
                    <a:pt x="5725" y="1332"/>
                    <a:pt x="5875" y="1394"/>
                    <a:pt x="5961" y="1402"/>
                  </a:cubicBezTo>
                  <a:cubicBezTo>
                    <a:pt x="5999" y="1405"/>
                    <a:pt x="6075" y="1381"/>
                    <a:pt x="6113" y="1385"/>
                  </a:cubicBezTo>
                  <a:cubicBezTo>
                    <a:pt x="6165" y="1391"/>
                    <a:pt x="6241" y="1446"/>
                    <a:pt x="6292" y="1453"/>
                  </a:cubicBezTo>
                  <a:cubicBezTo>
                    <a:pt x="6330" y="1458"/>
                    <a:pt x="6411" y="1452"/>
                    <a:pt x="6444" y="1440"/>
                  </a:cubicBezTo>
                  <a:cubicBezTo>
                    <a:pt x="6497" y="1422"/>
                    <a:pt x="6560" y="1353"/>
                    <a:pt x="6596" y="1324"/>
                  </a:cubicBezTo>
                  <a:cubicBezTo>
                    <a:pt x="6631" y="1297"/>
                    <a:pt x="6690" y="1238"/>
                    <a:pt x="6729" y="1214"/>
                  </a:cubicBezTo>
                  <a:cubicBezTo>
                    <a:pt x="6768" y="1188"/>
                    <a:pt x="6859" y="1147"/>
                    <a:pt x="6901" y="1125"/>
                  </a:cubicBezTo>
                  <a:cubicBezTo>
                    <a:pt x="6958" y="1093"/>
                    <a:pt x="7056" y="1017"/>
                    <a:pt x="7124" y="996"/>
                  </a:cubicBezTo>
                  <a:cubicBezTo>
                    <a:pt x="7195" y="974"/>
                    <a:pt x="7365" y="986"/>
                    <a:pt x="7436" y="964"/>
                  </a:cubicBezTo>
                  <a:cubicBezTo>
                    <a:pt x="7476" y="951"/>
                    <a:pt x="7542" y="909"/>
                    <a:pt x="7560" y="883"/>
                  </a:cubicBezTo>
                  <a:cubicBezTo>
                    <a:pt x="7582" y="853"/>
                    <a:pt x="7563" y="784"/>
                    <a:pt x="7574" y="752"/>
                  </a:cubicBezTo>
                  <a:cubicBezTo>
                    <a:pt x="7582" y="729"/>
                    <a:pt x="7598" y="678"/>
                    <a:pt x="7628" y="663"/>
                  </a:cubicBezTo>
                  <a:cubicBezTo>
                    <a:pt x="7663" y="646"/>
                    <a:pt x="7767" y="661"/>
                    <a:pt x="7804" y="646"/>
                  </a:cubicBezTo>
                  <a:cubicBezTo>
                    <a:pt x="7849" y="629"/>
                    <a:pt x="7883" y="558"/>
                    <a:pt x="7926" y="538"/>
                  </a:cubicBezTo>
                  <a:cubicBezTo>
                    <a:pt x="7980" y="514"/>
                    <a:pt x="8114" y="487"/>
                    <a:pt x="8179" y="494"/>
                  </a:cubicBezTo>
                  <a:cubicBezTo>
                    <a:pt x="8233" y="499"/>
                    <a:pt x="8301" y="573"/>
                    <a:pt x="8355" y="572"/>
                  </a:cubicBezTo>
                  <a:cubicBezTo>
                    <a:pt x="8415" y="572"/>
                    <a:pt x="8500" y="508"/>
                    <a:pt x="8541" y="481"/>
                  </a:cubicBezTo>
                  <a:cubicBezTo>
                    <a:pt x="8572" y="461"/>
                    <a:pt x="8642" y="419"/>
                    <a:pt x="8642" y="392"/>
                  </a:cubicBezTo>
                  <a:cubicBezTo>
                    <a:pt x="8643" y="372"/>
                    <a:pt x="8589" y="342"/>
                    <a:pt x="8575" y="324"/>
                  </a:cubicBezTo>
                  <a:cubicBezTo>
                    <a:pt x="8555" y="298"/>
                    <a:pt x="8514" y="243"/>
                    <a:pt x="8514" y="214"/>
                  </a:cubicBezTo>
                  <a:cubicBezTo>
                    <a:pt x="8516" y="187"/>
                    <a:pt x="8553" y="133"/>
                    <a:pt x="8582" y="112"/>
                  </a:cubicBezTo>
                  <a:cubicBezTo>
                    <a:pt x="8628" y="80"/>
                    <a:pt x="8759" y="44"/>
                    <a:pt x="8826" y="32"/>
                  </a:cubicBezTo>
                  <a:cubicBezTo>
                    <a:pt x="8884" y="21"/>
                    <a:pt x="9008" y="23"/>
                    <a:pt x="9069" y="19"/>
                  </a:cubicBezTo>
                  <a:cubicBezTo>
                    <a:pt x="9135" y="15"/>
                    <a:pt x="9268" y="-6"/>
                    <a:pt x="9333" y="2"/>
                  </a:cubicBezTo>
                  <a:cubicBezTo>
                    <a:pt x="9390" y="10"/>
                    <a:pt x="9485" y="56"/>
                    <a:pt x="9536" y="74"/>
                  </a:cubicBezTo>
                  <a:cubicBezTo>
                    <a:pt x="9588" y="92"/>
                    <a:pt x="9692" y="129"/>
                    <a:pt x="9745" y="147"/>
                  </a:cubicBezTo>
                  <a:cubicBezTo>
                    <a:pt x="9802" y="165"/>
                    <a:pt x="9916" y="203"/>
                    <a:pt x="9975" y="218"/>
                  </a:cubicBezTo>
                  <a:cubicBezTo>
                    <a:pt x="10036" y="235"/>
                    <a:pt x="10161" y="266"/>
                    <a:pt x="10225" y="273"/>
                  </a:cubicBezTo>
                  <a:cubicBezTo>
                    <a:pt x="10279" y="280"/>
                    <a:pt x="10391" y="266"/>
                    <a:pt x="10442" y="277"/>
                  </a:cubicBezTo>
                  <a:cubicBezTo>
                    <a:pt x="10507" y="293"/>
                    <a:pt x="10597" y="368"/>
                    <a:pt x="10659" y="388"/>
                  </a:cubicBezTo>
                  <a:cubicBezTo>
                    <a:pt x="10701" y="402"/>
                    <a:pt x="10799" y="408"/>
                    <a:pt x="10842" y="421"/>
                  </a:cubicBezTo>
                  <a:cubicBezTo>
                    <a:pt x="10892" y="439"/>
                    <a:pt x="10967" y="497"/>
                    <a:pt x="11017" y="515"/>
                  </a:cubicBezTo>
                  <a:cubicBezTo>
                    <a:pt x="11061" y="531"/>
                    <a:pt x="11172" y="538"/>
                    <a:pt x="11213" y="558"/>
                  </a:cubicBezTo>
                  <a:cubicBezTo>
                    <a:pt x="11263" y="580"/>
                    <a:pt x="11315" y="656"/>
                    <a:pt x="11362" y="680"/>
                  </a:cubicBezTo>
                  <a:cubicBezTo>
                    <a:pt x="11401" y="700"/>
                    <a:pt x="11496" y="725"/>
                    <a:pt x="11545" y="735"/>
                  </a:cubicBezTo>
                  <a:cubicBezTo>
                    <a:pt x="11651" y="758"/>
                    <a:pt x="11984" y="795"/>
                    <a:pt x="11984" y="795"/>
                  </a:cubicBezTo>
                  <a:lnTo>
                    <a:pt x="14645" y="5426"/>
                  </a:lnTo>
                  <a:cubicBezTo>
                    <a:pt x="14645" y="5426"/>
                    <a:pt x="14690" y="5572"/>
                    <a:pt x="14735" y="5611"/>
                  </a:cubicBezTo>
                  <a:cubicBezTo>
                    <a:pt x="14760" y="5632"/>
                    <a:pt x="14843" y="5652"/>
                    <a:pt x="14872" y="5671"/>
                  </a:cubicBezTo>
                  <a:cubicBezTo>
                    <a:pt x="14914" y="5698"/>
                    <a:pt x="15003" y="5758"/>
                    <a:pt x="15005" y="5795"/>
                  </a:cubicBezTo>
                  <a:cubicBezTo>
                    <a:pt x="15006" y="5822"/>
                    <a:pt x="14933" y="5865"/>
                    <a:pt x="14913" y="5890"/>
                  </a:cubicBezTo>
                  <a:cubicBezTo>
                    <a:pt x="14894" y="5915"/>
                    <a:pt x="14846" y="5967"/>
                    <a:pt x="14853" y="5995"/>
                  </a:cubicBezTo>
                  <a:cubicBezTo>
                    <a:pt x="14858" y="6022"/>
                    <a:pt x="14916" y="6067"/>
                    <a:pt x="14949" y="6084"/>
                  </a:cubicBezTo>
                  <a:cubicBezTo>
                    <a:pt x="14983" y="6101"/>
                    <a:pt x="15079" y="6110"/>
                    <a:pt x="15111" y="6129"/>
                  </a:cubicBezTo>
                  <a:cubicBezTo>
                    <a:pt x="15143" y="6146"/>
                    <a:pt x="15197" y="6194"/>
                    <a:pt x="15191" y="6220"/>
                  </a:cubicBezTo>
                  <a:cubicBezTo>
                    <a:pt x="15188" y="6243"/>
                    <a:pt x="15116" y="6269"/>
                    <a:pt x="15096" y="6287"/>
                  </a:cubicBezTo>
                  <a:cubicBezTo>
                    <a:pt x="15071" y="6310"/>
                    <a:pt x="15008" y="6358"/>
                    <a:pt x="15015" y="6386"/>
                  </a:cubicBezTo>
                  <a:cubicBezTo>
                    <a:pt x="15021" y="6412"/>
                    <a:pt x="15101" y="6444"/>
                    <a:pt x="15132" y="6462"/>
                  </a:cubicBezTo>
                  <a:cubicBezTo>
                    <a:pt x="15154" y="6476"/>
                    <a:pt x="15208" y="6498"/>
                    <a:pt x="15227" y="6513"/>
                  </a:cubicBezTo>
                  <a:cubicBezTo>
                    <a:pt x="15249" y="6529"/>
                    <a:pt x="15293" y="6565"/>
                    <a:pt x="15294" y="6586"/>
                  </a:cubicBezTo>
                  <a:cubicBezTo>
                    <a:pt x="15296" y="6618"/>
                    <a:pt x="15209" y="6671"/>
                    <a:pt x="15201" y="6703"/>
                  </a:cubicBezTo>
                  <a:cubicBezTo>
                    <a:pt x="15197" y="6727"/>
                    <a:pt x="15215" y="6778"/>
                    <a:pt x="15232" y="6799"/>
                  </a:cubicBezTo>
                  <a:cubicBezTo>
                    <a:pt x="15256" y="6824"/>
                    <a:pt x="15328" y="6865"/>
                    <a:pt x="15369" y="6878"/>
                  </a:cubicBezTo>
                  <a:cubicBezTo>
                    <a:pt x="15428" y="6895"/>
                    <a:pt x="15564" y="6913"/>
                    <a:pt x="15624" y="6897"/>
                  </a:cubicBezTo>
                  <a:cubicBezTo>
                    <a:pt x="15681" y="6882"/>
                    <a:pt x="15714" y="6782"/>
                    <a:pt x="15775" y="6774"/>
                  </a:cubicBezTo>
                  <a:cubicBezTo>
                    <a:pt x="15811" y="6769"/>
                    <a:pt x="15882" y="6799"/>
                    <a:pt x="15907" y="6815"/>
                  </a:cubicBezTo>
                  <a:cubicBezTo>
                    <a:pt x="15940" y="6835"/>
                    <a:pt x="15957" y="6898"/>
                    <a:pt x="15988" y="6920"/>
                  </a:cubicBezTo>
                  <a:cubicBezTo>
                    <a:pt x="16019" y="6941"/>
                    <a:pt x="16100" y="6976"/>
                    <a:pt x="16146" y="6980"/>
                  </a:cubicBezTo>
                  <a:cubicBezTo>
                    <a:pt x="16212" y="6985"/>
                    <a:pt x="16333" y="6927"/>
                    <a:pt x="16399" y="6929"/>
                  </a:cubicBezTo>
                  <a:cubicBezTo>
                    <a:pt x="16475" y="6931"/>
                    <a:pt x="16603" y="7000"/>
                    <a:pt x="16678" y="7002"/>
                  </a:cubicBezTo>
                  <a:cubicBezTo>
                    <a:pt x="16748" y="7004"/>
                    <a:pt x="16883" y="6973"/>
                    <a:pt x="16943" y="6951"/>
                  </a:cubicBezTo>
                  <a:cubicBezTo>
                    <a:pt x="16986" y="6934"/>
                    <a:pt x="17048" y="6878"/>
                    <a:pt x="17089" y="6859"/>
                  </a:cubicBezTo>
                  <a:cubicBezTo>
                    <a:pt x="17118" y="6846"/>
                    <a:pt x="17180" y="6819"/>
                    <a:pt x="17217" y="6818"/>
                  </a:cubicBezTo>
                  <a:cubicBezTo>
                    <a:pt x="17263" y="6816"/>
                    <a:pt x="17354" y="6840"/>
                    <a:pt x="17389" y="6859"/>
                  </a:cubicBezTo>
                  <a:cubicBezTo>
                    <a:pt x="17416" y="6874"/>
                    <a:pt x="17439" y="6918"/>
                    <a:pt x="17454" y="6939"/>
                  </a:cubicBezTo>
                  <a:cubicBezTo>
                    <a:pt x="17470" y="6958"/>
                    <a:pt x="17501" y="6998"/>
                    <a:pt x="17515" y="7018"/>
                  </a:cubicBezTo>
                  <a:cubicBezTo>
                    <a:pt x="17534" y="7044"/>
                    <a:pt x="17567" y="7099"/>
                    <a:pt x="17586" y="7126"/>
                  </a:cubicBezTo>
                  <a:cubicBezTo>
                    <a:pt x="17598" y="7142"/>
                    <a:pt x="17640" y="7172"/>
                    <a:pt x="17637" y="7190"/>
                  </a:cubicBezTo>
                  <a:cubicBezTo>
                    <a:pt x="17634" y="7210"/>
                    <a:pt x="17584" y="7242"/>
                    <a:pt x="17556" y="7253"/>
                  </a:cubicBezTo>
                  <a:cubicBezTo>
                    <a:pt x="17518" y="7268"/>
                    <a:pt x="17420" y="7266"/>
                    <a:pt x="17385" y="7282"/>
                  </a:cubicBezTo>
                  <a:cubicBezTo>
                    <a:pt x="17350" y="7296"/>
                    <a:pt x="17292" y="7339"/>
                    <a:pt x="17288" y="7364"/>
                  </a:cubicBezTo>
                  <a:cubicBezTo>
                    <a:pt x="17281" y="7397"/>
                    <a:pt x="17335" y="7460"/>
                    <a:pt x="17363" y="7488"/>
                  </a:cubicBezTo>
                  <a:cubicBezTo>
                    <a:pt x="17407" y="7530"/>
                    <a:pt x="17518" y="7604"/>
                    <a:pt x="17586" y="7631"/>
                  </a:cubicBezTo>
                  <a:cubicBezTo>
                    <a:pt x="17651" y="7657"/>
                    <a:pt x="17814" y="7669"/>
                    <a:pt x="17875" y="7698"/>
                  </a:cubicBezTo>
                  <a:cubicBezTo>
                    <a:pt x="17916" y="7717"/>
                    <a:pt x="17982" y="7769"/>
                    <a:pt x="17997" y="7799"/>
                  </a:cubicBezTo>
                  <a:cubicBezTo>
                    <a:pt x="18018" y="7843"/>
                    <a:pt x="17992" y="7936"/>
                    <a:pt x="17982" y="7980"/>
                  </a:cubicBezTo>
                  <a:cubicBezTo>
                    <a:pt x="17977" y="8006"/>
                    <a:pt x="17947" y="8056"/>
                    <a:pt x="17947" y="8082"/>
                  </a:cubicBezTo>
                  <a:cubicBezTo>
                    <a:pt x="17947" y="8111"/>
                    <a:pt x="17987" y="8165"/>
                    <a:pt x="17982" y="8193"/>
                  </a:cubicBezTo>
                  <a:cubicBezTo>
                    <a:pt x="17978" y="8221"/>
                    <a:pt x="17905" y="8269"/>
                    <a:pt x="17916" y="8295"/>
                  </a:cubicBezTo>
                  <a:cubicBezTo>
                    <a:pt x="17930" y="8329"/>
                    <a:pt x="18049" y="8360"/>
                    <a:pt x="18093" y="8381"/>
                  </a:cubicBezTo>
                  <a:cubicBezTo>
                    <a:pt x="18140" y="8402"/>
                    <a:pt x="18239" y="8440"/>
                    <a:pt x="18281" y="8464"/>
                  </a:cubicBezTo>
                  <a:cubicBezTo>
                    <a:pt x="18333" y="8492"/>
                    <a:pt x="18425" y="8558"/>
                    <a:pt x="18464" y="8594"/>
                  </a:cubicBezTo>
                  <a:cubicBezTo>
                    <a:pt x="18494" y="8620"/>
                    <a:pt x="18523" y="8686"/>
                    <a:pt x="18560" y="8708"/>
                  </a:cubicBezTo>
                  <a:cubicBezTo>
                    <a:pt x="18605" y="8734"/>
                    <a:pt x="18727" y="8758"/>
                    <a:pt x="18784" y="8772"/>
                  </a:cubicBezTo>
                  <a:cubicBezTo>
                    <a:pt x="18829" y="8782"/>
                    <a:pt x="18922" y="8813"/>
                    <a:pt x="18967" y="8804"/>
                  </a:cubicBezTo>
                  <a:cubicBezTo>
                    <a:pt x="19012" y="8793"/>
                    <a:pt x="19057" y="8729"/>
                    <a:pt x="19078" y="8702"/>
                  </a:cubicBezTo>
                  <a:cubicBezTo>
                    <a:pt x="19097" y="8676"/>
                    <a:pt x="19139" y="8622"/>
                    <a:pt x="19134" y="8594"/>
                  </a:cubicBezTo>
                  <a:cubicBezTo>
                    <a:pt x="19130" y="8571"/>
                    <a:pt x="19062" y="8537"/>
                    <a:pt x="19057" y="8514"/>
                  </a:cubicBezTo>
                  <a:cubicBezTo>
                    <a:pt x="19054" y="8491"/>
                    <a:pt x="19073" y="8440"/>
                    <a:pt x="19104" y="8425"/>
                  </a:cubicBezTo>
                  <a:cubicBezTo>
                    <a:pt x="19132" y="8411"/>
                    <a:pt x="19216" y="8410"/>
                    <a:pt x="19250" y="8419"/>
                  </a:cubicBezTo>
                  <a:cubicBezTo>
                    <a:pt x="19282" y="8427"/>
                    <a:pt x="19311" y="8472"/>
                    <a:pt x="19341" y="8483"/>
                  </a:cubicBezTo>
                  <a:cubicBezTo>
                    <a:pt x="19370" y="8492"/>
                    <a:pt x="19440" y="8501"/>
                    <a:pt x="19469" y="8492"/>
                  </a:cubicBezTo>
                  <a:cubicBezTo>
                    <a:pt x="19498" y="8483"/>
                    <a:pt x="19507" y="8433"/>
                    <a:pt x="19535" y="8422"/>
                  </a:cubicBezTo>
                  <a:cubicBezTo>
                    <a:pt x="19578" y="8405"/>
                    <a:pt x="19694" y="8405"/>
                    <a:pt x="19741" y="8416"/>
                  </a:cubicBezTo>
                  <a:cubicBezTo>
                    <a:pt x="20171" y="8521"/>
                    <a:pt x="20694" y="9046"/>
                    <a:pt x="21045" y="9232"/>
                  </a:cubicBezTo>
                  <a:cubicBezTo>
                    <a:pt x="21072" y="9247"/>
                    <a:pt x="21133" y="9272"/>
                    <a:pt x="21163" y="9285"/>
                  </a:cubicBezTo>
                  <a:cubicBezTo>
                    <a:pt x="21204" y="9303"/>
                    <a:pt x="21299" y="9328"/>
                    <a:pt x="21328" y="9353"/>
                  </a:cubicBezTo>
                  <a:cubicBezTo>
                    <a:pt x="21358" y="9379"/>
                    <a:pt x="21370" y="9445"/>
                    <a:pt x="21382" y="9476"/>
                  </a:cubicBezTo>
                  <a:cubicBezTo>
                    <a:pt x="21396" y="9506"/>
                    <a:pt x="21412" y="9568"/>
                    <a:pt x="21437" y="9594"/>
                  </a:cubicBezTo>
                  <a:cubicBezTo>
                    <a:pt x="21456" y="9615"/>
                    <a:pt x="21522" y="9644"/>
                    <a:pt x="21541" y="9665"/>
                  </a:cubicBezTo>
                  <a:close/>
                </a:path>
              </a:pathLst>
            </a:custGeom>
            <a:solidFill>
              <a:schemeClr val="accent5"/>
            </a:solidFill>
            <a:ln w="12700" cap="flat">
              <a:solidFill>
                <a:schemeClr val="bg1"/>
              </a:solidFill>
              <a:prstDash val="solid"/>
              <a:miter lim="400000"/>
            </a:ln>
            <a:effectLst/>
          </p:spPr>
          <p:txBody>
            <a:bodyPr wrap="square" lIns="50787" tIns="50787" rIns="50787" bIns="50787" numCol="1" anchor="ctr">
              <a:noAutofit/>
            </a:bodyPr>
            <a:lstStyle/>
            <a:p>
              <a:pPr lvl="0"/>
              <a:endParaRPr sz="2299"/>
            </a:p>
          </p:txBody>
        </p:sp>
      </p:grpSp>
      <p:sp>
        <p:nvSpPr>
          <p:cNvPr id="382"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UNITED STATES INFOGRAPHIC</a:t>
            </a:r>
          </a:p>
        </p:txBody>
      </p:sp>
      <p:sp>
        <p:nvSpPr>
          <p:cNvPr id="383" name="Rectangle 382"/>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384" name="Group 383"/>
          <p:cNvGrpSpPr/>
          <p:nvPr/>
        </p:nvGrpSpPr>
        <p:grpSpPr>
          <a:xfrm rot="10800000" flipV="1">
            <a:off x="5380522" y="1080697"/>
            <a:ext cx="1427781" cy="45707"/>
            <a:chOff x="3965945" y="1385354"/>
            <a:chExt cx="4572000" cy="79107"/>
          </a:xfrm>
        </p:grpSpPr>
        <p:sp>
          <p:nvSpPr>
            <p:cNvPr id="385" name="Rectangle 384"/>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86" name="Rectangle 385"/>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87" name="Rectangle 386"/>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88" name="Rectangle 387"/>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389" name="Rectangle 388"/>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extLst>
      <p:ext uri="{BB962C8B-B14F-4D97-AF65-F5344CB8AC3E}">
        <p14:creationId xmlns:p14="http://schemas.microsoft.com/office/powerpoint/2010/main" val="1084733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89"/>
                                        </p:tgtEl>
                                        <p:attrNameLst>
                                          <p:attrName>style.visibility</p:attrName>
                                        </p:attrNameLst>
                                      </p:cBhvr>
                                      <p:to>
                                        <p:strVal val="visible"/>
                                      </p:to>
                                    </p:set>
                                    <p:anim calcmode="lin" valueType="num">
                                      <p:cBhvr>
                                        <p:cTn id="7" dur="500" fill="hold"/>
                                        <p:tgtEl>
                                          <p:spTgt spid="89"/>
                                        </p:tgtEl>
                                        <p:attrNameLst>
                                          <p:attrName>ppt_w</p:attrName>
                                        </p:attrNameLst>
                                      </p:cBhvr>
                                      <p:tavLst>
                                        <p:tav tm="0">
                                          <p:val>
                                            <p:fltVal val="0"/>
                                          </p:val>
                                        </p:tav>
                                        <p:tav tm="100000">
                                          <p:val>
                                            <p:strVal val="#ppt_w"/>
                                          </p:val>
                                        </p:tav>
                                      </p:tavLst>
                                    </p:anim>
                                    <p:anim calcmode="lin" valueType="num">
                                      <p:cBhvr>
                                        <p:cTn id="8" dur="500" fill="hold"/>
                                        <p:tgtEl>
                                          <p:spTgt spid="89"/>
                                        </p:tgtEl>
                                        <p:attrNameLst>
                                          <p:attrName>ppt_h</p:attrName>
                                        </p:attrNameLst>
                                      </p:cBhvr>
                                      <p:tavLst>
                                        <p:tav tm="0">
                                          <p:val>
                                            <p:fltVal val="0"/>
                                          </p:val>
                                        </p:tav>
                                        <p:tav tm="100000">
                                          <p:val>
                                            <p:strVal val="#ppt_h"/>
                                          </p:val>
                                        </p:tav>
                                      </p:tavLst>
                                    </p:anim>
                                    <p:animEffect transition="in" filter="fade">
                                      <p:cBhvr>
                                        <p:cTn id="9" dur="500"/>
                                        <p:tgtEl>
                                          <p:spTgt spid="89"/>
                                        </p:tgtEl>
                                      </p:cBhvr>
                                    </p:animEffect>
                                  </p:childTnLst>
                                </p:cTn>
                              </p:par>
                            </p:childTnLst>
                          </p:cTn>
                        </p:par>
                        <p:par>
                          <p:cTn id="10" fill="hold">
                            <p:stCondLst>
                              <p:cond delay="500"/>
                            </p:stCondLst>
                            <p:childTnLst>
                              <p:par>
                                <p:cTn id="11" presetID="22" presetClass="entr" presetSubtype="4" fill="hold" grpId="0" nodeType="afterEffect">
                                  <p:stCondLst>
                                    <p:cond delay="0"/>
                                  </p:stCondLst>
                                  <p:childTnLst>
                                    <p:set>
                                      <p:cBhvr>
                                        <p:cTn id="12" dur="1" fill="hold">
                                          <p:stCondLst>
                                            <p:cond delay="0"/>
                                          </p:stCondLst>
                                        </p:cTn>
                                        <p:tgtEl>
                                          <p:spTgt spid="90"/>
                                        </p:tgtEl>
                                        <p:attrNameLst>
                                          <p:attrName>style.visibility</p:attrName>
                                        </p:attrNameLst>
                                      </p:cBhvr>
                                      <p:to>
                                        <p:strVal val="visible"/>
                                      </p:to>
                                    </p:set>
                                    <p:animEffect transition="in" filter="wipe(down)">
                                      <p:cBhvr>
                                        <p:cTn id="13" dur="500"/>
                                        <p:tgtEl>
                                          <p:spTgt spid="90"/>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124">
                                            <p:txEl>
                                              <p:pRg st="0" end="0"/>
                                            </p:txEl>
                                          </p:spTgt>
                                        </p:tgtEl>
                                        <p:attrNameLst>
                                          <p:attrName>style.visibility</p:attrName>
                                        </p:attrNameLst>
                                      </p:cBhvr>
                                      <p:to>
                                        <p:strVal val="visible"/>
                                      </p:to>
                                    </p:set>
                                    <p:animEffect transition="in" filter="fade">
                                      <p:cBhvr>
                                        <p:cTn id="17" dur="500"/>
                                        <p:tgtEl>
                                          <p:spTgt spid="124">
                                            <p:txEl>
                                              <p:pRg st="0" end="0"/>
                                            </p:txEl>
                                          </p:spTgt>
                                        </p:tgtEl>
                                      </p:cBhvr>
                                    </p:animEffect>
                                  </p:childTnLst>
                                </p:cTn>
                              </p:par>
                            </p:childTnLst>
                          </p:cTn>
                        </p:par>
                        <p:par>
                          <p:cTn id="18" fill="hold">
                            <p:stCondLst>
                              <p:cond delay="1500"/>
                            </p:stCondLst>
                            <p:childTnLst>
                              <p:par>
                                <p:cTn id="19" presetID="22" presetClass="entr" presetSubtype="4" fill="hold" grpId="0" nodeType="afterEffect">
                                  <p:stCondLst>
                                    <p:cond delay="0"/>
                                  </p:stCondLst>
                                  <p:childTnLst>
                                    <p:set>
                                      <p:cBhvr>
                                        <p:cTn id="20" dur="1" fill="hold">
                                          <p:stCondLst>
                                            <p:cond delay="0"/>
                                          </p:stCondLst>
                                        </p:cTn>
                                        <p:tgtEl>
                                          <p:spTgt spid="91"/>
                                        </p:tgtEl>
                                        <p:attrNameLst>
                                          <p:attrName>style.visibility</p:attrName>
                                        </p:attrNameLst>
                                      </p:cBhvr>
                                      <p:to>
                                        <p:strVal val="visible"/>
                                      </p:to>
                                    </p:set>
                                    <p:animEffect transition="in" filter="wipe(down)">
                                      <p:cBhvr>
                                        <p:cTn id="21" dur="500"/>
                                        <p:tgtEl>
                                          <p:spTgt spid="91"/>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125">
                                            <p:txEl>
                                              <p:pRg st="0" end="0"/>
                                            </p:txEl>
                                          </p:spTgt>
                                        </p:tgtEl>
                                        <p:attrNameLst>
                                          <p:attrName>style.visibility</p:attrName>
                                        </p:attrNameLst>
                                      </p:cBhvr>
                                      <p:to>
                                        <p:strVal val="visible"/>
                                      </p:to>
                                    </p:set>
                                    <p:animEffect transition="in" filter="fade">
                                      <p:cBhvr>
                                        <p:cTn id="25" dur="500"/>
                                        <p:tgtEl>
                                          <p:spTgt spid="125">
                                            <p:txEl>
                                              <p:pRg st="0" end="0"/>
                                            </p:txEl>
                                          </p:spTgt>
                                        </p:tgtEl>
                                      </p:cBhvr>
                                    </p:animEffect>
                                  </p:childTnLst>
                                </p:cTn>
                              </p:par>
                            </p:childTnLst>
                          </p:cTn>
                        </p:par>
                        <p:par>
                          <p:cTn id="26" fill="hold">
                            <p:stCondLst>
                              <p:cond delay="2500"/>
                            </p:stCondLst>
                            <p:childTnLst>
                              <p:par>
                                <p:cTn id="27" presetID="22" presetClass="entr" presetSubtype="4" fill="hold" grpId="0" nodeType="afterEffect">
                                  <p:stCondLst>
                                    <p:cond delay="0"/>
                                  </p:stCondLst>
                                  <p:childTnLst>
                                    <p:set>
                                      <p:cBhvr>
                                        <p:cTn id="28" dur="1" fill="hold">
                                          <p:stCondLst>
                                            <p:cond delay="0"/>
                                          </p:stCondLst>
                                        </p:cTn>
                                        <p:tgtEl>
                                          <p:spTgt spid="92"/>
                                        </p:tgtEl>
                                        <p:attrNameLst>
                                          <p:attrName>style.visibility</p:attrName>
                                        </p:attrNameLst>
                                      </p:cBhvr>
                                      <p:to>
                                        <p:strVal val="visible"/>
                                      </p:to>
                                    </p:set>
                                    <p:animEffect transition="in" filter="wipe(down)">
                                      <p:cBhvr>
                                        <p:cTn id="29" dur="500"/>
                                        <p:tgtEl>
                                          <p:spTgt spid="92"/>
                                        </p:tgtEl>
                                      </p:cBhvr>
                                    </p:animEffect>
                                  </p:childTnLst>
                                </p:cTn>
                              </p:par>
                            </p:childTnLst>
                          </p:cTn>
                        </p:par>
                        <p:par>
                          <p:cTn id="30" fill="hold">
                            <p:stCondLst>
                              <p:cond delay="3000"/>
                            </p:stCondLst>
                            <p:childTnLst>
                              <p:par>
                                <p:cTn id="31" presetID="10" presetClass="entr" presetSubtype="0" fill="hold" grpId="0" nodeType="afterEffect">
                                  <p:stCondLst>
                                    <p:cond delay="0"/>
                                  </p:stCondLst>
                                  <p:childTnLst>
                                    <p:set>
                                      <p:cBhvr>
                                        <p:cTn id="32" dur="1" fill="hold">
                                          <p:stCondLst>
                                            <p:cond delay="0"/>
                                          </p:stCondLst>
                                        </p:cTn>
                                        <p:tgtEl>
                                          <p:spTgt spid="126">
                                            <p:txEl>
                                              <p:pRg st="0" end="0"/>
                                            </p:txEl>
                                          </p:spTgt>
                                        </p:tgtEl>
                                        <p:attrNameLst>
                                          <p:attrName>style.visibility</p:attrName>
                                        </p:attrNameLst>
                                      </p:cBhvr>
                                      <p:to>
                                        <p:strVal val="visible"/>
                                      </p:to>
                                    </p:set>
                                    <p:animEffect transition="in" filter="fade">
                                      <p:cBhvr>
                                        <p:cTn id="33" dur="500"/>
                                        <p:tgtEl>
                                          <p:spTgt spid="126">
                                            <p:txEl>
                                              <p:pRg st="0" end="0"/>
                                            </p:txEl>
                                          </p:spTgt>
                                        </p:tgtEl>
                                      </p:cBhvr>
                                    </p:animEffect>
                                  </p:childTnLst>
                                </p:cTn>
                              </p:par>
                            </p:childTnLst>
                          </p:cTn>
                        </p:par>
                        <p:par>
                          <p:cTn id="34" fill="hold">
                            <p:stCondLst>
                              <p:cond delay="3500"/>
                            </p:stCondLst>
                            <p:childTnLst>
                              <p:par>
                                <p:cTn id="35" presetID="22" presetClass="entr" presetSubtype="8" fill="hold" grpId="0" nodeType="afterEffect">
                                  <p:stCondLst>
                                    <p:cond delay="0"/>
                                  </p:stCondLst>
                                  <p:childTnLst>
                                    <p:set>
                                      <p:cBhvr>
                                        <p:cTn id="36" dur="1" fill="hold">
                                          <p:stCondLst>
                                            <p:cond delay="0"/>
                                          </p:stCondLst>
                                        </p:cTn>
                                        <p:tgtEl>
                                          <p:spTgt spid="97">
                                            <p:txEl>
                                              <p:pRg st="0" end="0"/>
                                            </p:txEl>
                                          </p:spTgt>
                                        </p:tgtEl>
                                        <p:attrNameLst>
                                          <p:attrName>style.visibility</p:attrName>
                                        </p:attrNameLst>
                                      </p:cBhvr>
                                      <p:to>
                                        <p:strVal val="visible"/>
                                      </p:to>
                                    </p:set>
                                    <p:animEffect transition="in" filter="wipe(left)">
                                      <p:cBhvr>
                                        <p:cTn id="37" dur="500"/>
                                        <p:tgtEl>
                                          <p:spTgt spid="97">
                                            <p:txEl>
                                              <p:pRg st="0" end="0"/>
                                            </p:txEl>
                                          </p:spTgt>
                                        </p:tgtEl>
                                      </p:cBhvr>
                                    </p:animEffect>
                                  </p:childTnLst>
                                </p:cTn>
                              </p:par>
                            </p:childTnLst>
                          </p:cTn>
                        </p:par>
                        <p:par>
                          <p:cTn id="38" fill="hold">
                            <p:stCondLst>
                              <p:cond delay="4000"/>
                            </p:stCondLst>
                            <p:childTnLst>
                              <p:par>
                                <p:cTn id="39" presetID="10" presetClass="entr" presetSubtype="0" fill="hold" grpId="0" nodeType="afterEffect">
                                  <p:stCondLst>
                                    <p:cond delay="0"/>
                                  </p:stCondLst>
                                  <p:childTnLst>
                                    <p:set>
                                      <p:cBhvr>
                                        <p:cTn id="40" dur="1" fill="hold">
                                          <p:stCondLst>
                                            <p:cond delay="0"/>
                                          </p:stCondLst>
                                        </p:cTn>
                                        <p:tgtEl>
                                          <p:spTgt spid="116"/>
                                        </p:tgtEl>
                                        <p:attrNameLst>
                                          <p:attrName>style.visibility</p:attrName>
                                        </p:attrNameLst>
                                      </p:cBhvr>
                                      <p:to>
                                        <p:strVal val="visible"/>
                                      </p:to>
                                    </p:set>
                                    <p:animEffect transition="in" filter="fade">
                                      <p:cBhvr>
                                        <p:cTn id="41" dur="500"/>
                                        <p:tgtEl>
                                          <p:spTgt spid="1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9">
                                            <p:txEl>
                                              <p:pRg st="0" end="0"/>
                                            </p:txEl>
                                          </p:spTgt>
                                        </p:tgtEl>
                                        <p:attrNameLst>
                                          <p:attrName>style.visibility</p:attrName>
                                        </p:attrNameLst>
                                      </p:cBhvr>
                                      <p:to>
                                        <p:strVal val="visible"/>
                                      </p:to>
                                    </p:set>
                                    <p:animEffect transition="in" filter="fade">
                                      <p:cBhvr>
                                        <p:cTn id="44" dur="500"/>
                                        <p:tgtEl>
                                          <p:spTgt spid="119">
                                            <p:txEl>
                                              <p:pRg st="0" end="0"/>
                                            </p:txEl>
                                          </p:spTgt>
                                        </p:tgtEl>
                                      </p:cBhvr>
                                    </p:animEffect>
                                  </p:childTnLst>
                                </p:cTn>
                              </p:par>
                            </p:childTnLst>
                          </p:cTn>
                        </p:par>
                        <p:par>
                          <p:cTn id="45" fill="hold">
                            <p:stCondLst>
                              <p:cond delay="4500"/>
                            </p:stCondLst>
                            <p:childTnLst>
                              <p:par>
                                <p:cTn id="46" presetID="10" presetClass="entr" presetSubtype="0" fill="hold" grpId="0" nodeType="afterEffect">
                                  <p:stCondLst>
                                    <p:cond delay="0"/>
                                  </p:stCondLst>
                                  <p:childTnLst>
                                    <p:set>
                                      <p:cBhvr>
                                        <p:cTn id="47" dur="1" fill="hold">
                                          <p:stCondLst>
                                            <p:cond delay="0"/>
                                          </p:stCondLst>
                                        </p:cTn>
                                        <p:tgtEl>
                                          <p:spTgt spid="117"/>
                                        </p:tgtEl>
                                        <p:attrNameLst>
                                          <p:attrName>style.visibility</p:attrName>
                                        </p:attrNameLst>
                                      </p:cBhvr>
                                      <p:to>
                                        <p:strVal val="visible"/>
                                      </p:to>
                                    </p:set>
                                    <p:animEffect transition="in" filter="fade">
                                      <p:cBhvr>
                                        <p:cTn id="48" dur="500"/>
                                        <p:tgtEl>
                                          <p:spTgt spid="1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20">
                                            <p:txEl>
                                              <p:pRg st="0" end="0"/>
                                            </p:txEl>
                                          </p:spTgt>
                                        </p:tgtEl>
                                        <p:attrNameLst>
                                          <p:attrName>style.visibility</p:attrName>
                                        </p:attrNameLst>
                                      </p:cBhvr>
                                      <p:to>
                                        <p:strVal val="visible"/>
                                      </p:to>
                                    </p:set>
                                    <p:animEffect transition="in" filter="fade">
                                      <p:cBhvr>
                                        <p:cTn id="51" dur="500"/>
                                        <p:tgtEl>
                                          <p:spTgt spid="120">
                                            <p:txEl>
                                              <p:pRg st="0" end="0"/>
                                            </p:txEl>
                                          </p:spTgt>
                                        </p:tgtEl>
                                      </p:cBhvr>
                                    </p:animEffect>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118"/>
                                        </p:tgtEl>
                                        <p:attrNameLst>
                                          <p:attrName>style.visibility</p:attrName>
                                        </p:attrNameLst>
                                      </p:cBhvr>
                                      <p:to>
                                        <p:strVal val="visible"/>
                                      </p:to>
                                    </p:set>
                                    <p:animEffect transition="in" filter="fade">
                                      <p:cBhvr>
                                        <p:cTn id="55" dur="500"/>
                                        <p:tgtEl>
                                          <p:spTgt spid="1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21">
                                            <p:txEl>
                                              <p:pRg st="0" end="0"/>
                                            </p:txEl>
                                          </p:spTgt>
                                        </p:tgtEl>
                                        <p:attrNameLst>
                                          <p:attrName>style.visibility</p:attrName>
                                        </p:attrNameLst>
                                      </p:cBhvr>
                                      <p:to>
                                        <p:strVal val="visible"/>
                                      </p:to>
                                    </p:set>
                                    <p:animEffect transition="in" filter="fade">
                                      <p:cBhvr>
                                        <p:cTn id="58" dur="500"/>
                                        <p:tgtEl>
                                          <p:spTgt spid="121">
                                            <p:txEl>
                                              <p:pRg st="0" end="0"/>
                                            </p:txEl>
                                          </p:spTgt>
                                        </p:tgtEl>
                                      </p:cBhvr>
                                    </p:animEffect>
                                  </p:childTnLst>
                                </p:cTn>
                              </p:par>
                            </p:childTnLst>
                          </p:cTn>
                        </p:par>
                        <p:par>
                          <p:cTn id="59" fill="hold">
                            <p:stCondLst>
                              <p:cond delay="5500"/>
                            </p:stCondLst>
                            <p:childTnLst>
                              <p:par>
                                <p:cTn id="60" presetID="18" presetClass="entr" presetSubtype="6" fill="hold" grpId="0" nodeType="afterEffect">
                                  <p:stCondLst>
                                    <p:cond delay="0"/>
                                  </p:stCondLst>
                                  <p:childTnLst>
                                    <p:set>
                                      <p:cBhvr>
                                        <p:cTn id="61" dur="1" fill="hold">
                                          <p:stCondLst>
                                            <p:cond delay="0"/>
                                          </p:stCondLst>
                                        </p:cTn>
                                        <p:tgtEl>
                                          <p:spTgt spid="96">
                                            <p:txEl>
                                              <p:pRg st="0" end="0"/>
                                            </p:txEl>
                                          </p:spTgt>
                                        </p:tgtEl>
                                        <p:attrNameLst>
                                          <p:attrName>style.visibility</p:attrName>
                                        </p:attrNameLst>
                                      </p:cBhvr>
                                      <p:to>
                                        <p:strVal val="visible"/>
                                      </p:to>
                                    </p:set>
                                    <p:animEffect transition="in" filter="strips(downRight)">
                                      <p:cBhvr>
                                        <p:cTn id="62" dur="500"/>
                                        <p:tgtEl>
                                          <p:spTgt spid="96">
                                            <p:txEl>
                                              <p:pRg st="0" end="0"/>
                                            </p:txEl>
                                          </p:spTgt>
                                        </p:tgtEl>
                                      </p:cBhvr>
                                    </p:animEffect>
                                  </p:childTnLst>
                                </p:cTn>
                              </p:par>
                            </p:childTnLst>
                          </p:cTn>
                        </p:par>
                        <p:par>
                          <p:cTn id="63" fill="hold">
                            <p:stCondLst>
                              <p:cond delay="6000"/>
                            </p:stCondLst>
                            <p:childTnLst>
                              <p:par>
                                <p:cTn id="64" presetID="49" presetClass="entr" presetSubtype="0" decel="100000" fill="hold" nodeType="afterEffect">
                                  <p:stCondLst>
                                    <p:cond delay="0"/>
                                  </p:stCondLst>
                                  <p:childTnLst>
                                    <p:set>
                                      <p:cBhvr>
                                        <p:cTn id="65" dur="1" fill="hold">
                                          <p:stCondLst>
                                            <p:cond delay="0"/>
                                          </p:stCondLst>
                                        </p:cTn>
                                        <p:tgtEl>
                                          <p:spTgt spid="384"/>
                                        </p:tgtEl>
                                        <p:attrNameLst>
                                          <p:attrName>style.visibility</p:attrName>
                                        </p:attrNameLst>
                                      </p:cBhvr>
                                      <p:to>
                                        <p:strVal val="visible"/>
                                      </p:to>
                                    </p:set>
                                    <p:anim calcmode="lin" valueType="num">
                                      <p:cBhvr>
                                        <p:cTn id="66" dur="500" fill="hold"/>
                                        <p:tgtEl>
                                          <p:spTgt spid="384"/>
                                        </p:tgtEl>
                                        <p:attrNameLst>
                                          <p:attrName>ppt_w</p:attrName>
                                        </p:attrNameLst>
                                      </p:cBhvr>
                                      <p:tavLst>
                                        <p:tav tm="0">
                                          <p:val>
                                            <p:fltVal val="0"/>
                                          </p:val>
                                        </p:tav>
                                        <p:tav tm="100000">
                                          <p:val>
                                            <p:strVal val="#ppt_w"/>
                                          </p:val>
                                        </p:tav>
                                      </p:tavLst>
                                    </p:anim>
                                    <p:anim calcmode="lin" valueType="num">
                                      <p:cBhvr>
                                        <p:cTn id="67" dur="500" fill="hold"/>
                                        <p:tgtEl>
                                          <p:spTgt spid="384"/>
                                        </p:tgtEl>
                                        <p:attrNameLst>
                                          <p:attrName>ppt_h</p:attrName>
                                        </p:attrNameLst>
                                      </p:cBhvr>
                                      <p:tavLst>
                                        <p:tav tm="0">
                                          <p:val>
                                            <p:fltVal val="0"/>
                                          </p:val>
                                        </p:tav>
                                        <p:tav tm="100000">
                                          <p:val>
                                            <p:strVal val="#ppt_h"/>
                                          </p:val>
                                        </p:tav>
                                      </p:tavLst>
                                    </p:anim>
                                    <p:anim calcmode="lin" valueType="num">
                                      <p:cBhvr>
                                        <p:cTn id="68" dur="500" fill="hold"/>
                                        <p:tgtEl>
                                          <p:spTgt spid="384"/>
                                        </p:tgtEl>
                                        <p:attrNameLst>
                                          <p:attrName>style.rotation</p:attrName>
                                        </p:attrNameLst>
                                      </p:cBhvr>
                                      <p:tavLst>
                                        <p:tav tm="0">
                                          <p:val>
                                            <p:fltVal val="360"/>
                                          </p:val>
                                        </p:tav>
                                        <p:tav tm="100000">
                                          <p:val>
                                            <p:fltVal val="0"/>
                                          </p:val>
                                        </p:tav>
                                      </p:tavLst>
                                    </p:anim>
                                    <p:animEffect transition="in" filter="fade">
                                      <p:cBhvr>
                                        <p:cTn id="69" dur="500"/>
                                        <p:tgtEl>
                                          <p:spTgt spid="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build="p"/>
      <p:bldP spid="97" grpId="0" build="p"/>
      <p:bldP spid="90" grpId="0" animBg="1"/>
      <p:bldP spid="91" grpId="0" animBg="1"/>
      <p:bldP spid="92" grpId="0" animBg="1"/>
      <p:bldP spid="116" grpId="0" animBg="1"/>
      <p:bldP spid="117" grpId="0" animBg="1"/>
      <p:bldP spid="118" grpId="0" animBg="1"/>
      <p:bldP spid="119" grpId="0" build="p"/>
      <p:bldP spid="120" grpId="0" build="p"/>
      <p:bldP spid="121" grpId="0" build="p"/>
      <p:bldP spid="124" grpId="0" build="p"/>
      <p:bldP spid="125" grpId="0" build="p"/>
      <p:bldP spid="126"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p:cNvCxnSpPr>
            <a:cxnSpLocks noChangeAspect="1"/>
          </p:cNvCxnSpPr>
          <p:nvPr/>
        </p:nvCxnSpPr>
        <p:spPr>
          <a:xfrm rot="5400000">
            <a:off x="10040911" y="1739111"/>
            <a:ext cx="0" cy="2162237"/>
          </a:xfrm>
          <a:prstGeom prst="line">
            <a:avLst/>
          </a:prstGeom>
          <a:ln>
            <a:solidFill>
              <a:schemeClr val="bg1">
                <a:lumMod val="85000"/>
              </a:schemeClr>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cxnSpLocks noChangeAspect="1"/>
          </p:cNvCxnSpPr>
          <p:nvPr/>
        </p:nvCxnSpPr>
        <p:spPr>
          <a:xfrm rot="16200000" flipH="1">
            <a:off x="2117838" y="1725260"/>
            <a:ext cx="0" cy="2162237"/>
          </a:xfrm>
          <a:prstGeom prst="line">
            <a:avLst/>
          </a:prstGeom>
          <a:ln>
            <a:solidFill>
              <a:schemeClr val="bg1">
                <a:lumMod val="85000"/>
              </a:schemeClr>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1" name="Group 20"/>
          <p:cNvGrpSpPr>
            <a:grpSpLocks noChangeAspect="1"/>
          </p:cNvGrpSpPr>
          <p:nvPr/>
        </p:nvGrpSpPr>
        <p:grpSpPr>
          <a:xfrm>
            <a:off x="3346545" y="2202188"/>
            <a:ext cx="1237480" cy="1237480"/>
            <a:chOff x="2483768" y="1592428"/>
            <a:chExt cx="936104" cy="936104"/>
          </a:xfrm>
        </p:grpSpPr>
        <p:sp>
          <p:nvSpPr>
            <p:cNvPr id="22" name="Oval 21"/>
            <p:cNvSpPr/>
            <p:nvPr/>
          </p:nvSpPr>
          <p:spPr>
            <a:xfrm>
              <a:off x="2483768" y="1592428"/>
              <a:ext cx="936104" cy="936104"/>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dirty="0"/>
            </a:p>
          </p:txBody>
        </p:sp>
        <p:sp>
          <p:nvSpPr>
            <p:cNvPr id="23" name="Freeform 11"/>
            <p:cNvSpPr>
              <a:spLocks/>
            </p:cNvSpPr>
            <p:nvPr/>
          </p:nvSpPr>
          <p:spPr bwMode="auto">
            <a:xfrm>
              <a:off x="2871713" y="1916525"/>
              <a:ext cx="160213" cy="287909"/>
            </a:xfrm>
            <a:custGeom>
              <a:avLst/>
              <a:gdLst>
                <a:gd name="T0" fmla="*/ 200 w 200"/>
                <a:gd name="T1" fmla="*/ 62 h 360"/>
                <a:gd name="T2" fmla="*/ 143 w 200"/>
                <a:gd name="T3" fmla="*/ 62 h 360"/>
                <a:gd name="T4" fmla="*/ 128 w 200"/>
                <a:gd name="T5" fmla="*/ 83 h 360"/>
                <a:gd name="T6" fmla="*/ 128 w 200"/>
                <a:gd name="T7" fmla="*/ 125 h 360"/>
                <a:gd name="T8" fmla="*/ 200 w 200"/>
                <a:gd name="T9" fmla="*/ 125 h 360"/>
                <a:gd name="T10" fmla="*/ 200 w 200"/>
                <a:gd name="T11" fmla="*/ 183 h 360"/>
                <a:gd name="T12" fmla="*/ 128 w 200"/>
                <a:gd name="T13" fmla="*/ 183 h 360"/>
                <a:gd name="T14" fmla="*/ 128 w 200"/>
                <a:gd name="T15" fmla="*/ 360 h 360"/>
                <a:gd name="T16" fmla="*/ 61 w 200"/>
                <a:gd name="T17" fmla="*/ 360 h 360"/>
                <a:gd name="T18" fmla="*/ 61 w 200"/>
                <a:gd name="T19" fmla="*/ 183 h 360"/>
                <a:gd name="T20" fmla="*/ 0 w 200"/>
                <a:gd name="T21" fmla="*/ 183 h 360"/>
                <a:gd name="T22" fmla="*/ 0 w 200"/>
                <a:gd name="T23" fmla="*/ 125 h 360"/>
                <a:gd name="T24" fmla="*/ 61 w 200"/>
                <a:gd name="T25" fmla="*/ 125 h 360"/>
                <a:gd name="T26" fmla="*/ 61 w 200"/>
                <a:gd name="T27" fmla="*/ 90 h 360"/>
                <a:gd name="T28" fmla="*/ 143 w 200"/>
                <a:gd name="T29" fmla="*/ 0 h 360"/>
                <a:gd name="T30" fmla="*/ 200 w 200"/>
                <a:gd name="T31" fmla="*/ 0 h 360"/>
                <a:gd name="T32" fmla="*/ 200 w 200"/>
                <a:gd name="T33" fmla="*/ 62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0" h="360">
                  <a:moveTo>
                    <a:pt x="200" y="62"/>
                  </a:moveTo>
                  <a:cubicBezTo>
                    <a:pt x="143" y="62"/>
                    <a:pt x="143" y="62"/>
                    <a:pt x="143" y="62"/>
                  </a:cubicBezTo>
                  <a:cubicBezTo>
                    <a:pt x="136" y="62"/>
                    <a:pt x="128" y="71"/>
                    <a:pt x="128" y="83"/>
                  </a:cubicBezTo>
                  <a:cubicBezTo>
                    <a:pt x="128" y="125"/>
                    <a:pt x="128" y="125"/>
                    <a:pt x="128" y="125"/>
                  </a:cubicBezTo>
                  <a:cubicBezTo>
                    <a:pt x="200" y="125"/>
                    <a:pt x="200" y="125"/>
                    <a:pt x="200" y="125"/>
                  </a:cubicBezTo>
                  <a:cubicBezTo>
                    <a:pt x="200" y="183"/>
                    <a:pt x="200" y="183"/>
                    <a:pt x="200" y="183"/>
                  </a:cubicBezTo>
                  <a:cubicBezTo>
                    <a:pt x="128" y="183"/>
                    <a:pt x="128" y="183"/>
                    <a:pt x="128" y="183"/>
                  </a:cubicBezTo>
                  <a:cubicBezTo>
                    <a:pt x="128" y="360"/>
                    <a:pt x="128" y="360"/>
                    <a:pt x="128" y="360"/>
                  </a:cubicBezTo>
                  <a:cubicBezTo>
                    <a:pt x="61" y="360"/>
                    <a:pt x="61" y="360"/>
                    <a:pt x="61" y="360"/>
                  </a:cubicBezTo>
                  <a:cubicBezTo>
                    <a:pt x="61" y="183"/>
                    <a:pt x="61" y="183"/>
                    <a:pt x="61" y="183"/>
                  </a:cubicBezTo>
                  <a:cubicBezTo>
                    <a:pt x="0" y="183"/>
                    <a:pt x="0" y="183"/>
                    <a:pt x="0" y="183"/>
                  </a:cubicBezTo>
                  <a:cubicBezTo>
                    <a:pt x="0" y="125"/>
                    <a:pt x="0" y="125"/>
                    <a:pt x="0" y="125"/>
                  </a:cubicBezTo>
                  <a:cubicBezTo>
                    <a:pt x="61" y="125"/>
                    <a:pt x="61" y="125"/>
                    <a:pt x="61" y="125"/>
                  </a:cubicBezTo>
                  <a:cubicBezTo>
                    <a:pt x="61" y="90"/>
                    <a:pt x="61" y="90"/>
                    <a:pt x="61" y="90"/>
                  </a:cubicBezTo>
                  <a:cubicBezTo>
                    <a:pt x="61" y="40"/>
                    <a:pt x="95" y="0"/>
                    <a:pt x="143" y="0"/>
                  </a:cubicBezTo>
                  <a:cubicBezTo>
                    <a:pt x="200" y="0"/>
                    <a:pt x="200" y="0"/>
                    <a:pt x="200" y="0"/>
                  </a:cubicBezTo>
                  <a:lnTo>
                    <a:pt x="200" y="62"/>
                  </a:lnTo>
                  <a:close/>
                </a:path>
              </a:pathLst>
            </a:custGeom>
            <a:solidFill>
              <a:schemeClr val="bg1"/>
            </a:solidFill>
            <a:ln>
              <a:noFill/>
            </a:ln>
          </p:spPr>
          <p:txBody>
            <a:bodyPr vert="horz" wrap="square" lIns="91416" tIns="45708" rIns="91416" bIns="45708" numCol="1" anchor="t" anchorCtr="0" compatLnSpc="1">
              <a:prstTxWarp prst="textNoShape">
                <a:avLst/>
              </a:prstTxWarp>
            </a:bodyPr>
            <a:lstStyle/>
            <a:p>
              <a:endParaRPr lang="en-US" sz="2299" dirty="0"/>
            </a:p>
          </p:txBody>
        </p:sp>
      </p:grpSp>
      <p:grpSp>
        <p:nvGrpSpPr>
          <p:cNvPr id="24" name="Group 23"/>
          <p:cNvGrpSpPr>
            <a:grpSpLocks noChangeAspect="1"/>
          </p:cNvGrpSpPr>
          <p:nvPr/>
        </p:nvGrpSpPr>
        <p:grpSpPr>
          <a:xfrm>
            <a:off x="7565343" y="2202188"/>
            <a:ext cx="1237480" cy="1237480"/>
            <a:chOff x="5526019" y="1592428"/>
            <a:chExt cx="936104" cy="936104"/>
          </a:xfrm>
        </p:grpSpPr>
        <p:sp>
          <p:nvSpPr>
            <p:cNvPr id="25" name="Oval 24"/>
            <p:cNvSpPr/>
            <p:nvPr/>
          </p:nvSpPr>
          <p:spPr>
            <a:xfrm>
              <a:off x="5526019" y="1592428"/>
              <a:ext cx="936104" cy="936104"/>
            </a:xfrm>
            <a:prstGeom prst="ellipse">
              <a:avLst/>
            </a:pr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dirty="0"/>
            </a:p>
          </p:txBody>
        </p:sp>
        <p:sp>
          <p:nvSpPr>
            <p:cNvPr id="26" name="Freeform 16"/>
            <p:cNvSpPr>
              <a:spLocks/>
            </p:cNvSpPr>
            <p:nvPr/>
          </p:nvSpPr>
          <p:spPr bwMode="auto">
            <a:xfrm>
              <a:off x="5847809" y="1953476"/>
              <a:ext cx="292524" cy="237718"/>
            </a:xfrm>
            <a:custGeom>
              <a:avLst/>
              <a:gdLst>
                <a:gd name="T0" fmla="*/ 368 w 368"/>
                <a:gd name="T1" fmla="*/ 36 h 299"/>
                <a:gd name="T2" fmla="*/ 324 w 368"/>
                <a:gd name="T3" fmla="*/ 48 h 299"/>
                <a:gd name="T4" fmla="*/ 358 w 368"/>
                <a:gd name="T5" fmla="*/ 6 h 299"/>
                <a:gd name="T6" fmla="*/ 310 w 368"/>
                <a:gd name="T7" fmla="*/ 24 h 299"/>
                <a:gd name="T8" fmla="*/ 255 w 368"/>
                <a:gd name="T9" fmla="*/ 0 h 299"/>
                <a:gd name="T10" fmla="*/ 179 w 368"/>
                <a:gd name="T11" fmla="*/ 76 h 299"/>
                <a:gd name="T12" fmla="*/ 181 w 368"/>
                <a:gd name="T13" fmla="*/ 93 h 299"/>
                <a:gd name="T14" fmla="*/ 25 w 368"/>
                <a:gd name="T15" fmla="*/ 14 h 299"/>
                <a:gd name="T16" fmla="*/ 15 w 368"/>
                <a:gd name="T17" fmla="*/ 52 h 299"/>
                <a:gd name="T18" fmla="*/ 49 w 368"/>
                <a:gd name="T19" fmla="*/ 115 h 299"/>
                <a:gd name="T20" fmla="*/ 15 w 368"/>
                <a:gd name="T21" fmla="*/ 106 h 299"/>
                <a:gd name="T22" fmla="*/ 14 w 368"/>
                <a:gd name="T23" fmla="*/ 106 h 299"/>
                <a:gd name="T24" fmla="*/ 75 w 368"/>
                <a:gd name="T25" fmla="*/ 181 h 299"/>
                <a:gd name="T26" fmla="*/ 55 w 368"/>
                <a:gd name="T27" fmla="*/ 183 h 299"/>
                <a:gd name="T28" fmla="*/ 41 w 368"/>
                <a:gd name="T29" fmla="*/ 182 h 299"/>
                <a:gd name="T30" fmla="*/ 111 w 368"/>
                <a:gd name="T31" fmla="*/ 234 h 299"/>
                <a:gd name="T32" fmla="*/ 18 w 368"/>
                <a:gd name="T33" fmla="*/ 267 h 299"/>
                <a:gd name="T34" fmla="*/ 0 w 368"/>
                <a:gd name="T35" fmla="*/ 265 h 299"/>
                <a:gd name="T36" fmla="*/ 115 w 368"/>
                <a:gd name="T37" fmla="*/ 299 h 299"/>
                <a:gd name="T38" fmla="*/ 330 w 368"/>
                <a:gd name="T39" fmla="*/ 85 h 299"/>
                <a:gd name="T40" fmla="*/ 330 w 368"/>
                <a:gd name="T41" fmla="*/ 75 h 299"/>
                <a:gd name="T42" fmla="*/ 368 w 368"/>
                <a:gd name="T43" fmla="*/ 3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8" h="299">
                  <a:moveTo>
                    <a:pt x="368" y="36"/>
                  </a:moveTo>
                  <a:cubicBezTo>
                    <a:pt x="354" y="42"/>
                    <a:pt x="340" y="46"/>
                    <a:pt x="324" y="48"/>
                  </a:cubicBezTo>
                  <a:cubicBezTo>
                    <a:pt x="340" y="38"/>
                    <a:pt x="352" y="24"/>
                    <a:pt x="358" y="6"/>
                  </a:cubicBezTo>
                  <a:cubicBezTo>
                    <a:pt x="343" y="15"/>
                    <a:pt x="327" y="21"/>
                    <a:pt x="310" y="24"/>
                  </a:cubicBezTo>
                  <a:cubicBezTo>
                    <a:pt x="296" y="10"/>
                    <a:pt x="276" y="0"/>
                    <a:pt x="255" y="0"/>
                  </a:cubicBezTo>
                  <a:cubicBezTo>
                    <a:pt x="213" y="0"/>
                    <a:pt x="179" y="34"/>
                    <a:pt x="179" y="76"/>
                  </a:cubicBezTo>
                  <a:cubicBezTo>
                    <a:pt x="179" y="82"/>
                    <a:pt x="180" y="88"/>
                    <a:pt x="181" y="93"/>
                  </a:cubicBezTo>
                  <a:cubicBezTo>
                    <a:pt x="118" y="90"/>
                    <a:pt x="63" y="60"/>
                    <a:pt x="25" y="14"/>
                  </a:cubicBezTo>
                  <a:cubicBezTo>
                    <a:pt x="19" y="25"/>
                    <a:pt x="15" y="38"/>
                    <a:pt x="15" y="52"/>
                  </a:cubicBezTo>
                  <a:cubicBezTo>
                    <a:pt x="15" y="78"/>
                    <a:pt x="28" y="101"/>
                    <a:pt x="49" y="115"/>
                  </a:cubicBezTo>
                  <a:cubicBezTo>
                    <a:pt x="36" y="115"/>
                    <a:pt x="25" y="111"/>
                    <a:pt x="15" y="106"/>
                  </a:cubicBezTo>
                  <a:cubicBezTo>
                    <a:pt x="14" y="106"/>
                    <a:pt x="14" y="106"/>
                    <a:pt x="14" y="106"/>
                  </a:cubicBezTo>
                  <a:cubicBezTo>
                    <a:pt x="14" y="143"/>
                    <a:pt x="41" y="174"/>
                    <a:pt x="75" y="181"/>
                  </a:cubicBezTo>
                  <a:cubicBezTo>
                    <a:pt x="69" y="182"/>
                    <a:pt x="62" y="183"/>
                    <a:pt x="55" y="183"/>
                  </a:cubicBezTo>
                  <a:cubicBezTo>
                    <a:pt x="50" y="183"/>
                    <a:pt x="46" y="183"/>
                    <a:pt x="41" y="182"/>
                  </a:cubicBezTo>
                  <a:cubicBezTo>
                    <a:pt x="51" y="212"/>
                    <a:pt x="78" y="234"/>
                    <a:pt x="111" y="234"/>
                  </a:cubicBezTo>
                  <a:cubicBezTo>
                    <a:pt x="86" y="254"/>
                    <a:pt x="53" y="267"/>
                    <a:pt x="18" y="267"/>
                  </a:cubicBezTo>
                  <a:cubicBezTo>
                    <a:pt x="12" y="267"/>
                    <a:pt x="6" y="266"/>
                    <a:pt x="0" y="265"/>
                  </a:cubicBezTo>
                  <a:cubicBezTo>
                    <a:pt x="33" y="287"/>
                    <a:pt x="73" y="299"/>
                    <a:pt x="115" y="299"/>
                  </a:cubicBezTo>
                  <a:cubicBezTo>
                    <a:pt x="254" y="299"/>
                    <a:pt x="330" y="184"/>
                    <a:pt x="330" y="85"/>
                  </a:cubicBezTo>
                  <a:cubicBezTo>
                    <a:pt x="330" y="81"/>
                    <a:pt x="330" y="78"/>
                    <a:pt x="330" y="75"/>
                  </a:cubicBezTo>
                  <a:cubicBezTo>
                    <a:pt x="345" y="64"/>
                    <a:pt x="358" y="51"/>
                    <a:pt x="368" y="36"/>
                  </a:cubicBezTo>
                  <a:close/>
                </a:path>
              </a:pathLst>
            </a:custGeom>
            <a:solidFill>
              <a:schemeClr val="bg1"/>
            </a:solidFill>
            <a:ln>
              <a:noFill/>
            </a:ln>
          </p:spPr>
          <p:txBody>
            <a:bodyPr vert="horz" wrap="square" lIns="91416" tIns="45708" rIns="91416" bIns="45708" numCol="1" anchor="t" anchorCtr="0" compatLnSpc="1">
              <a:prstTxWarp prst="textNoShape">
                <a:avLst/>
              </a:prstTxWarp>
            </a:bodyPr>
            <a:lstStyle/>
            <a:p>
              <a:endParaRPr lang="en-US" sz="2299" dirty="0"/>
            </a:p>
          </p:txBody>
        </p:sp>
      </p:grpSp>
      <p:grpSp>
        <p:nvGrpSpPr>
          <p:cNvPr id="27" name="Group 26"/>
          <p:cNvGrpSpPr>
            <a:grpSpLocks noChangeAspect="1"/>
          </p:cNvGrpSpPr>
          <p:nvPr/>
        </p:nvGrpSpPr>
        <p:grpSpPr>
          <a:xfrm>
            <a:off x="6500253" y="2202188"/>
            <a:ext cx="1237480" cy="1237480"/>
            <a:chOff x="4765457" y="1592428"/>
            <a:chExt cx="936104" cy="936104"/>
          </a:xfrm>
        </p:grpSpPr>
        <p:sp>
          <p:nvSpPr>
            <p:cNvPr id="28" name="Oval 27"/>
            <p:cNvSpPr/>
            <p:nvPr/>
          </p:nvSpPr>
          <p:spPr>
            <a:xfrm>
              <a:off x="4765457" y="1592428"/>
              <a:ext cx="936104" cy="936104"/>
            </a:xfrm>
            <a:prstGeom prst="ellipse">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dirty="0"/>
            </a:p>
          </p:txBody>
        </p:sp>
        <p:sp>
          <p:nvSpPr>
            <p:cNvPr id="30" name="Freeform 21"/>
            <p:cNvSpPr>
              <a:spLocks/>
            </p:cNvSpPr>
            <p:nvPr/>
          </p:nvSpPr>
          <p:spPr bwMode="auto">
            <a:xfrm>
              <a:off x="5107615" y="1913277"/>
              <a:ext cx="251787" cy="318116"/>
            </a:xfrm>
            <a:custGeom>
              <a:avLst/>
              <a:gdLst>
                <a:gd name="T0" fmla="*/ 129 w 323"/>
                <a:gd name="T1" fmla="*/ 272 h 408"/>
                <a:gd name="T2" fmla="*/ 68 w 323"/>
                <a:gd name="T3" fmla="*/ 408 h 408"/>
                <a:gd name="T4" fmla="*/ 98 w 323"/>
                <a:gd name="T5" fmla="*/ 196 h 408"/>
                <a:gd name="T6" fmla="*/ 149 w 323"/>
                <a:gd name="T7" fmla="*/ 99 h 408"/>
                <a:gd name="T8" fmla="*/ 172 w 323"/>
                <a:gd name="T9" fmla="*/ 257 h 408"/>
                <a:gd name="T10" fmla="*/ 234 w 323"/>
                <a:gd name="T11" fmla="*/ 73 h 408"/>
                <a:gd name="T12" fmla="*/ 47 w 323"/>
                <a:gd name="T13" fmla="*/ 173 h 408"/>
                <a:gd name="T14" fmla="*/ 57 w 323"/>
                <a:gd name="T15" fmla="*/ 239 h 408"/>
                <a:gd name="T16" fmla="*/ 1 w 323"/>
                <a:gd name="T17" fmla="*/ 147 h 408"/>
                <a:gd name="T18" fmla="*/ 137 w 323"/>
                <a:gd name="T19" fmla="*/ 9 h 408"/>
                <a:gd name="T20" fmla="*/ 310 w 323"/>
                <a:gd name="T21" fmla="*/ 119 h 408"/>
                <a:gd name="T22" fmla="*/ 183 w 323"/>
                <a:gd name="T23" fmla="*/ 298 h 408"/>
                <a:gd name="T24" fmla="*/ 129 w 323"/>
                <a:gd name="T25" fmla="*/ 272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3" h="408">
                  <a:moveTo>
                    <a:pt x="129" y="272"/>
                  </a:moveTo>
                  <a:cubicBezTo>
                    <a:pt x="118" y="328"/>
                    <a:pt x="106" y="380"/>
                    <a:pt x="68" y="408"/>
                  </a:cubicBezTo>
                  <a:cubicBezTo>
                    <a:pt x="56" y="325"/>
                    <a:pt x="85" y="262"/>
                    <a:pt x="98" y="196"/>
                  </a:cubicBezTo>
                  <a:cubicBezTo>
                    <a:pt x="75" y="157"/>
                    <a:pt x="101" y="80"/>
                    <a:pt x="149" y="99"/>
                  </a:cubicBezTo>
                  <a:cubicBezTo>
                    <a:pt x="209" y="122"/>
                    <a:pt x="98" y="242"/>
                    <a:pt x="172" y="257"/>
                  </a:cubicBezTo>
                  <a:cubicBezTo>
                    <a:pt x="250" y="273"/>
                    <a:pt x="282" y="122"/>
                    <a:pt x="234" y="73"/>
                  </a:cubicBezTo>
                  <a:cubicBezTo>
                    <a:pt x="164" y="2"/>
                    <a:pt x="31" y="72"/>
                    <a:pt x="47" y="173"/>
                  </a:cubicBezTo>
                  <a:cubicBezTo>
                    <a:pt x="51" y="198"/>
                    <a:pt x="77" y="205"/>
                    <a:pt x="57" y="239"/>
                  </a:cubicBezTo>
                  <a:cubicBezTo>
                    <a:pt x="13" y="229"/>
                    <a:pt x="0" y="194"/>
                    <a:pt x="1" y="147"/>
                  </a:cubicBezTo>
                  <a:cubicBezTo>
                    <a:pt x="4" y="70"/>
                    <a:pt x="70" y="17"/>
                    <a:pt x="137" y="9"/>
                  </a:cubicBezTo>
                  <a:cubicBezTo>
                    <a:pt x="221" y="0"/>
                    <a:pt x="300" y="40"/>
                    <a:pt x="310" y="119"/>
                  </a:cubicBezTo>
                  <a:cubicBezTo>
                    <a:pt x="323" y="208"/>
                    <a:pt x="273" y="305"/>
                    <a:pt x="183" y="298"/>
                  </a:cubicBezTo>
                  <a:cubicBezTo>
                    <a:pt x="158" y="296"/>
                    <a:pt x="148" y="284"/>
                    <a:pt x="129" y="272"/>
                  </a:cubicBezTo>
                  <a:close/>
                </a:path>
              </a:pathLst>
            </a:custGeom>
            <a:solidFill>
              <a:schemeClr val="bg1"/>
            </a:solidFill>
            <a:ln>
              <a:noFill/>
            </a:ln>
          </p:spPr>
          <p:txBody>
            <a:bodyPr vert="horz" wrap="square" lIns="91416" tIns="45708" rIns="91416" bIns="45708" numCol="1" anchor="t" anchorCtr="0" compatLnSpc="1">
              <a:prstTxWarp prst="textNoShape">
                <a:avLst/>
              </a:prstTxWarp>
            </a:bodyPr>
            <a:lstStyle/>
            <a:p>
              <a:endParaRPr lang="en-US" sz="2299" dirty="0"/>
            </a:p>
          </p:txBody>
        </p:sp>
      </p:grpSp>
      <p:grpSp>
        <p:nvGrpSpPr>
          <p:cNvPr id="35" name="Group 34"/>
          <p:cNvGrpSpPr/>
          <p:nvPr/>
        </p:nvGrpSpPr>
        <p:grpSpPr>
          <a:xfrm>
            <a:off x="1343260" y="4077062"/>
            <a:ext cx="1962639" cy="728428"/>
            <a:chOff x="5107315" y="1368086"/>
            <a:chExt cx="1484658" cy="551027"/>
          </a:xfrm>
        </p:grpSpPr>
        <p:sp>
          <p:nvSpPr>
            <p:cNvPr id="37" name="Oval 36"/>
            <p:cNvSpPr/>
            <p:nvPr/>
          </p:nvSpPr>
          <p:spPr>
            <a:xfrm>
              <a:off x="5107315" y="1457705"/>
              <a:ext cx="102729" cy="102729"/>
            </a:xfrm>
            <a:prstGeom prst="ellipse">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999" dirty="0"/>
            </a:p>
          </p:txBody>
        </p:sp>
        <p:sp>
          <p:nvSpPr>
            <p:cNvPr id="38" name="Content Placeholder 2"/>
            <p:cNvSpPr txBox="1">
              <a:spLocks/>
            </p:cNvSpPr>
            <p:nvPr/>
          </p:nvSpPr>
          <p:spPr>
            <a:xfrm>
              <a:off x="5220073" y="1368086"/>
              <a:ext cx="1371900" cy="55102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Network Name</a:t>
              </a:r>
            </a:p>
            <a:p>
              <a:pPr marL="0" indent="0">
                <a:buNone/>
              </a:pPr>
              <a:r>
                <a:rPr lang="en-US" sz="900" dirty="0"/>
                <a:t>Lorem ipsum dolor sit amet, consectetur adipiscing.</a:t>
              </a:r>
            </a:p>
          </p:txBody>
        </p:sp>
      </p:grpSp>
      <p:sp>
        <p:nvSpPr>
          <p:cNvPr id="36" name="Content Placeholder 2"/>
          <p:cNvSpPr txBox="1">
            <a:spLocks/>
          </p:cNvSpPr>
          <p:nvPr/>
        </p:nvSpPr>
        <p:spPr>
          <a:xfrm>
            <a:off x="1468483" y="3696200"/>
            <a:ext cx="1222452" cy="606373"/>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799" dirty="0">
                <a:solidFill>
                  <a:schemeClr val="bg1">
                    <a:lumMod val="50000"/>
                  </a:schemeClr>
                </a:solidFill>
                <a:latin typeface="+mj-lt"/>
              </a:rPr>
              <a:t>16M</a:t>
            </a:r>
          </a:p>
        </p:txBody>
      </p:sp>
      <p:grpSp>
        <p:nvGrpSpPr>
          <p:cNvPr id="41" name="Group 40"/>
          <p:cNvGrpSpPr/>
          <p:nvPr/>
        </p:nvGrpSpPr>
        <p:grpSpPr>
          <a:xfrm>
            <a:off x="3181532" y="4077062"/>
            <a:ext cx="1950573" cy="728428"/>
            <a:chOff x="5107315" y="1368086"/>
            <a:chExt cx="1475531" cy="551027"/>
          </a:xfrm>
        </p:grpSpPr>
        <p:sp>
          <p:nvSpPr>
            <p:cNvPr id="43" name="Oval 42"/>
            <p:cNvSpPr/>
            <p:nvPr/>
          </p:nvSpPr>
          <p:spPr>
            <a:xfrm>
              <a:off x="5107315" y="1457705"/>
              <a:ext cx="102729" cy="102729"/>
            </a:xfrm>
            <a:prstGeom prst="ellipse">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999" dirty="0"/>
            </a:p>
          </p:txBody>
        </p:sp>
        <p:sp>
          <p:nvSpPr>
            <p:cNvPr id="44" name="Content Placeholder 2"/>
            <p:cNvSpPr txBox="1">
              <a:spLocks/>
            </p:cNvSpPr>
            <p:nvPr/>
          </p:nvSpPr>
          <p:spPr>
            <a:xfrm>
              <a:off x="5220072" y="1368086"/>
              <a:ext cx="1362774" cy="55102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Network Name</a:t>
              </a:r>
            </a:p>
            <a:p>
              <a:pPr marL="0" indent="0">
                <a:buNone/>
              </a:pPr>
              <a:r>
                <a:rPr lang="en-US" sz="900" dirty="0"/>
                <a:t>Lorem ipsum dolor sit amet, consectetur adipiscing.</a:t>
              </a:r>
            </a:p>
          </p:txBody>
        </p:sp>
      </p:grpSp>
      <p:sp>
        <p:nvSpPr>
          <p:cNvPr id="42" name="Content Placeholder 2"/>
          <p:cNvSpPr txBox="1">
            <a:spLocks/>
          </p:cNvSpPr>
          <p:nvPr/>
        </p:nvSpPr>
        <p:spPr>
          <a:xfrm>
            <a:off x="3311250" y="3696200"/>
            <a:ext cx="1222452" cy="606373"/>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799" dirty="0">
                <a:solidFill>
                  <a:schemeClr val="bg1">
                    <a:lumMod val="50000"/>
                  </a:schemeClr>
                </a:solidFill>
                <a:latin typeface="+mj-lt"/>
              </a:rPr>
              <a:t>50M</a:t>
            </a:r>
          </a:p>
        </p:txBody>
      </p:sp>
      <p:grpSp>
        <p:nvGrpSpPr>
          <p:cNvPr id="46" name="Group 45"/>
          <p:cNvGrpSpPr/>
          <p:nvPr/>
        </p:nvGrpSpPr>
        <p:grpSpPr>
          <a:xfrm>
            <a:off x="5061356" y="4077062"/>
            <a:ext cx="1976096" cy="728428"/>
            <a:chOff x="5107315" y="1368086"/>
            <a:chExt cx="1494838" cy="551027"/>
          </a:xfrm>
        </p:grpSpPr>
        <p:sp>
          <p:nvSpPr>
            <p:cNvPr id="48" name="Oval 47"/>
            <p:cNvSpPr/>
            <p:nvPr/>
          </p:nvSpPr>
          <p:spPr>
            <a:xfrm>
              <a:off x="5107315" y="1457705"/>
              <a:ext cx="102729" cy="102729"/>
            </a:xfrm>
            <a:prstGeom prst="ellipse">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999" dirty="0"/>
            </a:p>
          </p:txBody>
        </p:sp>
        <p:sp>
          <p:nvSpPr>
            <p:cNvPr id="49" name="Content Placeholder 2"/>
            <p:cNvSpPr txBox="1">
              <a:spLocks/>
            </p:cNvSpPr>
            <p:nvPr/>
          </p:nvSpPr>
          <p:spPr>
            <a:xfrm>
              <a:off x="5220072" y="1368086"/>
              <a:ext cx="1382081" cy="55102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Network Name</a:t>
              </a:r>
            </a:p>
            <a:p>
              <a:pPr marL="0" indent="0">
                <a:buNone/>
              </a:pPr>
              <a:r>
                <a:rPr lang="en-US" sz="900" dirty="0"/>
                <a:t>Lorem ipsum dolor sit amet, consectetur adipiscing.</a:t>
              </a:r>
            </a:p>
          </p:txBody>
        </p:sp>
      </p:grpSp>
      <p:sp>
        <p:nvSpPr>
          <p:cNvPr id="47" name="Content Placeholder 2"/>
          <p:cNvSpPr txBox="1">
            <a:spLocks/>
          </p:cNvSpPr>
          <p:nvPr/>
        </p:nvSpPr>
        <p:spPr>
          <a:xfrm>
            <a:off x="5196089" y="3696200"/>
            <a:ext cx="1222452" cy="606373"/>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799" dirty="0">
                <a:solidFill>
                  <a:schemeClr val="bg1">
                    <a:lumMod val="50000"/>
                  </a:schemeClr>
                </a:solidFill>
                <a:latin typeface="+mj-lt"/>
              </a:rPr>
              <a:t>8M</a:t>
            </a:r>
          </a:p>
        </p:txBody>
      </p:sp>
      <p:grpSp>
        <p:nvGrpSpPr>
          <p:cNvPr id="51" name="Group 50"/>
          <p:cNvGrpSpPr/>
          <p:nvPr/>
        </p:nvGrpSpPr>
        <p:grpSpPr>
          <a:xfrm>
            <a:off x="6941177" y="4077062"/>
            <a:ext cx="1987549" cy="728428"/>
            <a:chOff x="5107315" y="1368086"/>
            <a:chExt cx="1503502" cy="551027"/>
          </a:xfrm>
        </p:grpSpPr>
        <p:sp>
          <p:nvSpPr>
            <p:cNvPr id="53" name="Oval 52"/>
            <p:cNvSpPr/>
            <p:nvPr/>
          </p:nvSpPr>
          <p:spPr>
            <a:xfrm>
              <a:off x="5107315" y="1457705"/>
              <a:ext cx="102729" cy="102729"/>
            </a:xfrm>
            <a:prstGeom prst="ellipse">
              <a:avLst/>
            </a:prstGeom>
            <a:solidFill>
              <a:schemeClr val="accent4"/>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999" dirty="0"/>
            </a:p>
          </p:txBody>
        </p:sp>
        <p:sp>
          <p:nvSpPr>
            <p:cNvPr id="54" name="Content Placeholder 2"/>
            <p:cNvSpPr txBox="1">
              <a:spLocks/>
            </p:cNvSpPr>
            <p:nvPr/>
          </p:nvSpPr>
          <p:spPr>
            <a:xfrm>
              <a:off x="5220072" y="1368086"/>
              <a:ext cx="1390745" cy="55102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Network Name</a:t>
              </a:r>
            </a:p>
            <a:p>
              <a:pPr marL="0" indent="0">
                <a:buNone/>
              </a:pPr>
              <a:r>
                <a:rPr lang="en-US" sz="900" dirty="0"/>
                <a:t>Lorem ipsum dolor sit amet, consectetur adipiscing.</a:t>
              </a:r>
            </a:p>
          </p:txBody>
        </p:sp>
      </p:grpSp>
      <p:sp>
        <p:nvSpPr>
          <p:cNvPr id="52" name="Content Placeholder 2"/>
          <p:cNvSpPr txBox="1">
            <a:spLocks/>
          </p:cNvSpPr>
          <p:nvPr/>
        </p:nvSpPr>
        <p:spPr>
          <a:xfrm>
            <a:off x="7086437" y="3696200"/>
            <a:ext cx="1222452" cy="606373"/>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799" dirty="0">
                <a:solidFill>
                  <a:schemeClr val="bg1">
                    <a:lumMod val="50000"/>
                  </a:schemeClr>
                </a:solidFill>
                <a:latin typeface="+mj-lt"/>
              </a:rPr>
              <a:t>85M</a:t>
            </a:r>
          </a:p>
        </p:txBody>
      </p:sp>
      <p:grpSp>
        <p:nvGrpSpPr>
          <p:cNvPr id="56" name="Group 55"/>
          <p:cNvGrpSpPr/>
          <p:nvPr/>
        </p:nvGrpSpPr>
        <p:grpSpPr>
          <a:xfrm>
            <a:off x="8821003" y="4077062"/>
            <a:ext cx="1999005" cy="728428"/>
            <a:chOff x="5107315" y="1368086"/>
            <a:chExt cx="1512168" cy="551027"/>
          </a:xfrm>
        </p:grpSpPr>
        <p:sp>
          <p:nvSpPr>
            <p:cNvPr id="58" name="Oval 57"/>
            <p:cNvSpPr/>
            <p:nvPr/>
          </p:nvSpPr>
          <p:spPr>
            <a:xfrm>
              <a:off x="5107315" y="1457705"/>
              <a:ext cx="102729" cy="102729"/>
            </a:xfrm>
            <a:prstGeom prst="ellipse">
              <a:avLst/>
            </a:prstGeom>
            <a:solidFill>
              <a:schemeClr val="accent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999" dirty="0"/>
            </a:p>
          </p:txBody>
        </p:sp>
        <p:sp>
          <p:nvSpPr>
            <p:cNvPr id="59" name="Content Placeholder 2"/>
            <p:cNvSpPr txBox="1">
              <a:spLocks/>
            </p:cNvSpPr>
            <p:nvPr/>
          </p:nvSpPr>
          <p:spPr>
            <a:xfrm>
              <a:off x="5220072" y="1368086"/>
              <a:ext cx="1399411" cy="551027"/>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Network Name</a:t>
              </a:r>
            </a:p>
            <a:p>
              <a:pPr marL="0" indent="0">
                <a:buNone/>
              </a:pPr>
              <a:r>
                <a:rPr lang="en-US" sz="900" dirty="0"/>
                <a:t>Lorem ipsum dolor sit amet, consectetur adipiscing.</a:t>
              </a:r>
            </a:p>
          </p:txBody>
        </p:sp>
      </p:grpSp>
      <p:sp>
        <p:nvSpPr>
          <p:cNvPr id="57" name="Content Placeholder 2"/>
          <p:cNvSpPr txBox="1">
            <a:spLocks/>
          </p:cNvSpPr>
          <p:nvPr/>
        </p:nvSpPr>
        <p:spPr>
          <a:xfrm>
            <a:off x="8964543" y="3696200"/>
            <a:ext cx="1222452" cy="606373"/>
          </a:xfrm>
          <a:prstGeom prst="rect">
            <a:avLst/>
          </a:prstGeom>
        </p:spPr>
        <p:txBody>
          <a:bodyPr vert="horz" lIns="91416" tIns="45708" rIns="91416" bIns="45708"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799" dirty="0">
                <a:solidFill>
                  <a:schemeClr val="bg1">
                    <a:lumMod val="50000"/>
                  </a:schemeClr>
                </a:solidFill>
                <a:latin typeface="+mj-lt"/>
              </a:rPr>
              <a:t>25M</a:t>
            </a:r>
          </a:p>
        </p:txBody>
      </p:sp>
      <p:grpSp>
        <p:nvGrpSpPr>
          <p:cNvPr id="2" name="Group 1"/>
          <p:cNvGrpSpPr/>
          <p:nvPr/>
        </p:nvGrpSpPr>
        <p:grpSpPr>
          <a:xfrm>
            <a:off x="4370080" y="2202188"/>
            <a:ext cx="1237480" cy="1237480"/>
            <a:chOff x="4371219" y="2201869"/>
            <a:chExt cx="1237802" cy="1237802"/>
          </a:xfrm>
        </p:grpSpPr>
        <p:sp>
          <p:nvSpPr>
            <p:cNvPr id="19" name="Oval 18"/>
            <p:cNvSpPr/>
            <p:nvPr/>
          </p:nvSpPr>
          <p:spPr>
            <a:xfrm>
              <a:off x="4371219" y="2201869"/>
              <a:ext cx="1237802" cy="1237802"/>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dirty="0"/>
            </a:p>
          </p:txBody>
        </p:sp>
        <p:sp>
          <p:nvSpPr>
            <p:cNvPr id="61" name="TextBox 60"/>
            <p:cNvSpPr txBox="1"/>
            <p:nvPr/>
          </p:nvSpPr>
          <p:spPr>
            <a:xfrm>
              <a:off x="4842738" y="2481049"/>
              <a:ext cx="354705" cy="584775"/>
            </a:xfrm>
            <a:prstGeom prst="rect">
              <a:avLst/>
            </a:prstGeom>
            <a:noFill/>
          </p:spPr>
          <p:txBody>
            <a:bodyPr wrap="square" rtlCol="0">
              <a:spAutoFit/>
            </a:bodyPr>
            <a:lstStyle/>
            <a:p>
              <a:pPr algn="ctr"/>
              <a:r>
                <a:rPr lang="id-ID" sz="3199" dirty="0">
                  <a:solidFill>
                    <a:schemeClr val="bg1">
                      <a:lumMod val="95000"/>
                    </a:schemeClr>
                  </a:solidFill>
                  <a:latin typeface="FontAwesome" pitchFamily="2" charset="0"/>
                </a:rPr>
                <a:t></a:t>
              </a:r>
              <a:endParaRPr lang="id-ID" sz="3599" dirty="0">
                <a:solidFill>
                  <a:schemeClr val="bg1">
                    <a:lumMod val="95000"/>
                  </a:schemeClr>
                </a:solidFill>
                <a:latin typeface="FontAwesome" pitchFamily="2" charset="0"/>
              </a:endParaRPr>
            </a:p>
          </p:txBody>
        </p:sp>
      </p:grpSp>
      <p:grpSp>
        <p:nvGrpSpPr>
          <p:cNvPr id="3" name="Group 2"/>
          <p:cNvGrpSpPr/>
          <p:nvPr/>
        </p:nvGrpSpPr>
        <p:grpSpPr>
          <a:xfrm>
            <a:off x="5435168" y="2202188"/>
            <a:ext cx="1237480" cy="1237480"/>
            <a:chOff x="5436584" y="2201869"/>
            <a:chExt cx="1237802" cy="1237802"/>
          </a:xfrm>
        </p:grpSpPr>
        <p:sp>
          <p:nvSpPr>
            <p:cNvPr id="32" name="Oval 31"/>
            <p:cNvSpPr/>
            <p:nvPr/>
          </p:nvSpPr>
          <p:spPr>
            <a:xfrm>
              <a:off x="5436584" y="2201869"/>
              <a:ext cx="1237802" cy="1237802"/>
            </a:xfrm>
            <a:prstGeom prst="ellipse">
              <a:avLst/>
            </a:prstGeom>
            <a:solidFill>
              <a:srgbClr val="FF000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99" dirty="0"/>
            </a:p>
          </p:txBody>
        </p:sp>
        <p:sp>
          <p:nvSpPr>
            <p:cNvPr id="62" name="Freeform 11"/>
            <p:cNvSpPr>
              <a:spLocks/>
            </p:cNvSpPr>
            <p:nvPr/>
          </p:nvSpPr>
          <p:spPr bwMode="auto">
            <a:xfrm>
              <a:off x="5921827" y="2679717"/>
              <a:ext cx="337084" cy="333310"/>
            </a:xfrm>
            <a:custGeom>
              <a:avLst/>
              <a:gdLst>
                <a:gd name="T0" fmla="*/ 358 w 378"/>
                <a:gd name="T1" fmla="*/ 116 h 374"/>
                <a:gd name="T2" fmla="*/ 192 w 378"/>
                <a:gd name="T3" fmla="*/ 351 h 374"/>
                <a:gd name="T4" fmla="*/ 116 w 378"/>
                <a:gd name="T5" fmla="*/ 319 h 374"/>
                <a:gd name="T6" fmla="*/ 55 w 378"/>
                <a:gd name="T7" fmla="*/ 133 h 374"/>
                <a:gd name="T8" fmla="*/ 14 w 378"/>
                <a:gd name="T9" fmla="*/ 146 h 374"/>
                <a:gd name="T10" fmla="*/ 0 w 378"/>
                <a:gd name="T11" fmla="*/ 126 h 374"/>
                <a:gd name="T12" fmla="*/ 108 w 378"/>
                <a:gd name="T13" fmla="*/ 42 h 374"/>
                <a:gd name="T14" fmla="*/ 169 w 378"/>
                <a:gd name="T15" fmla="*/ 168 h 374"/>
                <a:gd name="T16" fmla="*/ 198 w 378"/>
                <a:gd name="T17" fmla="*/ 241 h 374"/>
                <a:gd name="T18" fmla="*/ 248 w 378"/>
                <a:gd name="T19" fmla="*/ 175 h 374"/>
                <a:gd name="T20" fmla="*/ 206 w 378"/>
                <a:gd name="T21" fmla="*/ 125 h 374"/>
                <a:gd name="T22" fmla="*/ 358 w 378"/>
                <a:gd name="T23" fmla="*/ 116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8" h="374">
                  <a:moveTo>
                    <a:pt x="358" y="116"/>
                  </a:moveTo>
                  <a:cubicBezTo>
                    <a:pt x="338" y="231"/>
                    <a:pt x="225" y="329"/>
                    <a:pt x="192" y="351"/>
                  </a:cubicBezTo>
                  <a:cubicBezTo>
                    <a:pt x="158" y="374"/>
                    <a:pt x="127" y="342"/>
                    <a:pt x="116" y="319"/>
                  </a:cubicBezTo>
                  <a:cubicBezTo>
                    <a:pt x="103" y="292"/>
                    <a:pt x="65" y="146"/>
                    <a:pt x="55" y="133"/>
                  </a:cubicBezTo>
                  <a:cubicBezTo>
                    <a:pt x="45" y="121"/>
                    <a:pt x="14" y="146"/>
                    <a:pt x="14" y="146"/>
                  </a:cubicBezTo>
                  <a:cubicBezTo>
                    <a:pt x="0" y="126"/>
                    <a:pt x="0" y="126"/>
                    <a:pt x="0" y="126"/>
                  </a:cubicBezTo>
                  <a:cubicBezTo>
                    <a:pt x="0" y="126"/>
                    <a:pt x="61" y="51"/>
                    <a:pt x="108" y="42"/>
                  </a:cubicBezTo>
                  <a:cubicBezTo>
                    <a:pt x="157" y="32"/>
                    <a:pt x="157" y="119"/>
                    <a:pt x="169" y="168"/>
                  </a:cubicBezTo>
                  <a:cubicBezTo>
                    <a:pt x="180" y="215"/>
                    <a:pt x="188" y="241"/>
                    <a:pt x="198" y="241"/>
                  </a:cubicBezTo>
                  <a:cubicBezTo>
                    <a:pt x="208" y="241"/>
                    <a:pt x="227" y="215"/>
                    <a:pt x="248" y="175"/>
                  </a:cubicBezTo>
                  <a:cubicBezTo>
                    <a:pt x="269" y="135"/>
                    <a:pt x="247" y="100"/>
                    <a:pt x="206" y="125"/>
                  </a:cubicBezTo>
                  <a:cubicBezTo>
                    <a:pt x="223" y="24"/>
                    <a:pt x="378" y="0"/>
                    <a:pt x="358" y="116"/>
                  </a:cubicBezTo>
                  <a:close/>
                </a:path>
              </a:pathLst>
            </a:custGeom>
            <a:solidFill>
              <a:schemeClr val="bg1"/>
            </a:solidFill>
            <a:ln>
              <a:noFill/>
            </a:ln>
          </p:spPr>
          <p:txBody>
            <a:bodyPr vert="horz" wrap="square" lIns="91416" tIns="45708" rIns="91416" bIns="45708" numCol="1" anchor="t" anchorCtr="0" compatLnSpc="1">
              <a:prstTxWarp prst="textNoShape">
                <a:avLst/>
              </a:prstTxWarp>
            </a:bodyPr>
            <a:lstStyle/>
            <a:p>
              <a:endParaRPr lang="en-US" sz="2299" dirty="0"/>
            </a:p>
          </p:txBody>
        </p:sp>
      </p:grpSp>
      <p:sp>
        <p:nvSpPr>
          <p:cNvPr id="63"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SOCIAL NETWORK INFO</a:t>
            </a:r>
          </a:p>
        </p:txBody>
      </p:sp>
      <p:sp>
        <p:nvSpPr>
          <p:cNvPr id="64" name="Rectangle 63"/>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65" name="Group 64"/>
          <p:cNvGrpSpPr/>
          <p:nvPr/>
        </p:nvGrpSpPr>
        <p:grpSpPr>
          <a:xfrm rot="10800000" flipV="1">
            <a:off x="5380522" y="1080697"/>
            <a:ext cx="1427781" cy="45707"/>
            <a:chOff x="3965945" y="1385354"/>
            <a:chExt cx="4572000" cy="79107"/>
          </a:xfrm>
        </p:grpSpPr>
        <p:sp>
          <p:nvSpPr>
            <p:cNvPr id="66" name="Rectangle 65"/>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67" name="Rectangle 66"/>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68" name="Rectangle 67"/>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69" name="Rectangle 68"/>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70" name="Rectangle 69"/>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
        <p:nvSpPr>
          <p:cNvPr id="71" name="Content Placeholder 2"/>
          <p:cNvSpPr txBox="1">
            <a:spLocks/>
          </p:cNvSpPr>
          <p:nvPr/>
        </p:nvSpPr>
        <p:spPr>
          <a:xfrm>
            <a:off x="607155" y="5020325"/>
            <a:ext cx="10780376" cy="817032"/>
          </a:xfrm>
          <a:prstGeom prst="rect">
            <a:avLst/>
          </a:prstGeom>
        </p:spPr>
        <p:txBody>
          <a:bodyPr vert="horz" lIns="91416" tIns="45708" rIns="91416" bIns="45708" rtlCol="0">
            <a:normAutofit lnSpcReduction="10000"/>
          </a:bodyPr>
          <a:lstStyle>
            <a:lvl1pPr marL="342900" indent="-3429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r>
              <a:rPr lang="en-US" sz="1100" dirty="0" err="1">
                <a:solidFill>
                  <a:schemeClr val="tx1">
                    <a:lumMod val="75000"/>
                    <a:lumOff val="25000"/>
                  </a:schemeClr>
                </a:solidFill>
              </a:rPr>
              <a:t>Lorem</a:t>
            </a:r>
            <a:r>
              <a:rPr lang="en-US" sz="1100" dirty="0">
                <a:solidFill>
                  <a:schemeClr val="tx1">
                    <a:lumMod val="75000"/>
                    <a:lumOff val="25000"/>
                  </a:schemeClr>
                </a:solidFill>
              </a:rPr>
              <a:t> </a:t>
            </a:r>
            <a:r>
              <a:rPr lang="en-US" sz="1100" dirty="0" err="1">
                <a:solidFill>
                  <a:schemeClr val="tx1">
                    <a:lumMod val="75000"/>
                    <a:lumOff val="25000"/>
                  </a:schemeClr>
                </a:solidFill>
              </a:rPr>
              <a:t>Ipsum</a:t>
            </a:r>
            <a:r>
              <a:rPr lang="en-US" sz="1100" dirty="0">
                <a:solidFill>
                  <a:schemeClr val="tx1">
                    <a:lumMod val="75000"/>
                    <a:lumOff val="25000"/>
                  </a:schemeClr>
                </a:solidFill>
              </a:rPr>
              <a:t> is simply dummy text of the printing and typesetting industry. </a:t>
            </a:r>
            <a:r>
              <a:rPr lang="en-US" sz="1100" dirty="0" err="1">
                <a:solidFill>
                  <a:schemeClr val="tx1">
                    <a:lumMod val="75000"/>
                    <a:lumOff val="25000"/>
                  </a:schemeClr>
                </a:solidFill>
              </a:rPr>
              <a:t>Lorem</a:t>
            </a:r>
            <a:r>
              <a:rPr lang="en-US" sz="1100" dirty="0">
                <a:solidFill>
                  <a:schemeClr val="tx1">
                    <a:lumMod val="75000"/>
                    <a:lumOff val="25000"/>
                  </a:schemeClr>
                </a:solidFill>
              </a:rPr>
              <a:t> </a:t>
            </a:r>
            <a:r>
              <a:rPr lang="en-US" sz="1100" dirty="0" err="1">
                <a:solidFill>
                  <a:schemeClr val="tx1">
                    <a:lumMod val="75000"/>
                    <a:lumOff val="25000"/>
                  </a:schemeClr>
                </a:solidFill>
              </a:rPr>
              <a:t>Ipsum</a:t>
            </a:r>
            <a:r>
              <a:rPr lang="en-US" sz="1100" dirty="0">
                <a:solidFill>
                  <a:schemeClr val="tx1">
                    <a:lumMod val="75000"/>
                    <a:lumOff val="25000"/>
                  </a:schemeClr>
                </a:solidFill>
              </a:rPr>
              <a:t>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100" dirty="0" err="1">
                <a:solidFill>
                  <a:schemeClr val="tx1">
                    <a:lumMod val="75000"/>
                    <a:lumOff val="25000"/>
                  </a:schemeClr>
                </a:solidFill>
              </a:rPr>
              <a:t>popularised</a:t>
            </a:r>
            <a:r>
              <a:rPr lang="en-US" sz="1100" dirty="0">
                <a:solidFill>
                  <a:schemeClr val="tx1">
                    <a:lumMod val="75000"/>
                    <a:lumOff val="25000"/>
                  </a:schemeClr>
                </a:solidFill>
              </a:rPr>
              <a:t> in the 1960s with the release of </a:t>
            </a:r>
            <a:r>
              <a:rPr lang="en-US" sz="1100" dirty="0" err="1">
                <a:solidFill>
                  <a:schemeClr val="tx1">
                    <a:lumMod val="75000"/>
                    <a:lumOff val="25000"/>
                  </a:schemeClr>
                </a:solidFill>
              </a:rPr>
              <a:t>Letraset</a:t>
            </a:r>
            <a:r>
              <a:rPr lang="en-US" sz="1100" dirty="0">
                <a:solidFill>
                  <a:schemeClr val="tx1">
                    <a:lumMod val="75000"/>
                    <a:lumOff val="25000"/>
                  </a:schemeClr>
                </a:solidFill>
              </a:rPr>
              <a:t> sheets containing </a:t>
            </a:r>
            <a:r>
              <a:rPr lang="en-US" sz="1100" dirty="0" err="1">
                <a:solidFill>
                  <a:schemeClr val="tx1">
                    <a:lumMod val="75000"/>
                    <a:lumOff val="25000"/>
                  </a:schemeClr>
                </a:solidFill>
              </a:rPr>
              <a:t>Lorem</a:t>
            </a:r>
            <a:r>
              <a:rPr lang="en-US" sz="1100" dirty="0">
                <a:solidFill>
                  <a:schemeClr val="tx1">
                    <a:lumMod val="75000"/>
                    <a:lumOff val="25000"/>
                  </a:schemeClr>
                </a:solidFill>
              </a:rPr>
              <a:t> </a:t>
            </a:r>
            <a:r>
              <a:rPr lang="en-US" sz="1100" dirty="0" err="1">
                <a:solidFill>
                  <a:schemeClr val="tx1">
                    <a:lumMod val="75000"/>
                    <a:lumOff val="25000"/>
                  </a:schemeClr>
                </a:solidFill>
              </a:rPr>
              <a:t>Ipsum</a:t>
            </a:r>
            <a:r>
              <a:rPr lang="en-US" sz="1100" dirty="0">
                <a:solidFill>
                  <a:schemeClr val="tx1">
                    <a:lumMod val="75000"/>
                    <a:lumOff val="25000"/>
                  </a:schemeClr>
                </a:solidFill>
              </a:rPr>
              <a:t> passages, and more recently with desktop publishing software like Aldus PageMaker including versions of </a:t>
            </a:r>
            <a:r>
              <a:rPr lang="en-US" sz="1100" dirty="0" err="1">
                <a:solidFill>
                  <a:schemeClr val="tx1">
                    <a:lumMod val="75000"/>
                    <a:lumOff val="25000"/>
                  </a:schemeClr>
                </a:solidFill>
              </a:rPr>
              <a:t>Lorem</a:t>
            </a:r>
            <a:r>
              <a:rPr lang="en-US" sz="1100" dirty="0">
                <a:solidFill>
                  <a:schemeClr val="tx1">
                    <a:lumMod val="75000"/>
                    <a:lumOff val="25000"/>
                  </a:schemeClr>
                </a:solidFill>
              </a:rPr>
              <a:t> </a:t>
            </a:r>
            <a:r>
              <a:rPr lang="en-US" sz="1100" dirty="0" err="1">
                <a:solidFill>
                  <a:schemeClr val="tx1">
                    <a:lumMod val="75000"/>
                    <a:lumOff val="25000"/>
                  </a:schemeClr>
                </a:solidFill>
              </a:rPr>
              <a:t>Ipsum</a:t>
            </a:r>
            <a:r>
              <a:rPr lang="en-US" sz="1100" dirty="0">
                <a:solidFill>
                  <a:schemeClr val="tx1">
                    <a:lumMod val="75000"/>
                    <a:lumOff val="25000"/>
                  </a:schemeClr>
                </a:solidFill>
              </a:rPr>
              <a:t>.</a:t>
            </a:r>
          </a:p>
        </p:txBody>
      </p:sp>
    </p:spTree>
    <p:extLst>
      <p:ext uri="{BB962C8B-B14F-4D97-AF65-F5344CB8AC3E}">
        <p14:creationId xmlns:p14="http://schemas.microsoft.com/office/powerpoint/2010/main" val="304613123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500"/>
                                        <p:tgtEl>
                                          <p:spTgt spid="17"/>
                                        </p:tgtEl>
                                      </p:cBhvr>
                                    </p:animEffect>
                                  </p:childTnLst>
                                </p:cTn>
                              </p:par>
                              <p:par>
                                <p:cTn id="8" presetID="22" presetClass="entr" presetSubtype="8"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par>
                                <p:cTn id="11" presetID="53" presetClass="entr" presetSubtype="16" fill="hold" nodeType="withEffect">
                                  <p:stCondLst>
                                    <p:cond delay="50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fltVal val="0"/>
                                          </p:val>
                                        </p:tav>
                                        <p:tav tm="100000">
                                          <p:val>
                                            <p:strVal val="#ppt_w"/>
                                          </p:val>
                                        </p:tav>
                                      </p:tavLst>
                                    </p:anim>
                                    <p:anim calcmode="lin" valueType="num">
                                      <p:cBhvr>
                                        <p:cTn id="14" dur="500" fill="hold"/>
                                        <p:tgtEl>
                                          <p:spTgt spid="21"/>
                                        </p:tgtEl>
                                        <p:attrNameLst>
                                          <p:attrName>ppt_h</p:attrName>
                                        </p:attrNameLst>
                                      </p:cBhvr>
                                      <p:tavLst>
                                        <p:tav tm="0">
                                          <p:val>
                                            <p:fltVal val="0"/>
                                          </p:val>
                                        </p:tav>
                                        <p:tav tm="100000">
                                          <p:val>
                                            <p:strVal val="#ppt_h"/>
                                          </p:val>
                                        </p:tav>
                                      </p:tavLst>
                                    </p:anim>
                                    <p:animEffect transition="in" filter="fade">
                                      <p:cBhvr>
                                        <p:cTn id="15" dur="500"/>
                                        <p:tgtEl>
                                          <p:spTgt spid="21"/>
                                        </p:tgtEl>
                                      </p:cBhvr>
                                    </p:animEffect>
                                  </p:childTnLst>
                                </p:cTn>
                              </p:par>
                              <p:par>
                                <p:cTn id="16" presetID="53" presetClass="entr" presetSubtype="16" fill="hold" nodeType="withEffect">
                                  <p:stCondLst>
                                    <p:cond delay="1000"/>
                                  </p:stCondLst>
                                  <p:childTnLst>
                                    <p:set>
                                      <p:cBhvr>
                                        <p:cTn id="17" dur="1" fill="hold">
                                          <p:stCondLst>
                                            <p:cond delay="0"/>
                                          </p:stCondLst>
                                        </p:cTn>
                                        <p:tgtEl>
                                          <p:spTgt spid="24"/>
                                        </p:tgtEl>
                                        <p:attrNameLst>
                                          <p:attrName>style.visibility</p:attrName>
                                        </p:attrNameLst>
                                      </p:cBhvr>
                                      <p:to>
                                        <p:strVal val="visible"/>
                                      </p:to>
                                    </p:set>
                                    <p:anim calcmode="lin" valueType="num">
                                      <p:cBhvr>
                                        <p:cTn id="18" dur="500" fill="hold"/>
                                        <p:tgtEl>
                                          <p:spTgt spid="24"/>
                                        </p:tgtEl>
                                        <p:attrNameLst>
                                          <p:attrName>ppt_w</p:attrName>
                                        </p:attrNameLst>
                                      </p:cBhvr>
                                      <p:tavLst>
                                        <p:tav tm="0">
                                          <p:val>
                                            <p:fltVal val="0"/>
                                          </p:val>
                                        </p:tav>
                                        <p:tav tm="100000">
                                          <p:val>
                                            <p:strVal val="#ppt_w"/>
                                          </p:val>
                                        </p:tav>
                                      </p:tavLst>
                                    </p:anim>
                                    <p:anim calcmode="lin" valueType="num">
                                      <p:cBhvr>
                                        <p:cTn id="19" dur="500" fill="hold"/>
                                        <p:tgtEl>
                                          <p:spTgt spid="24"/>
                                        </p:tgtEl>
                                        <p:attrNameLst>
                                          <p:attrName>ppt_h</p:attrName>
                                        </p:attrNameLst>
                                      </p:cBhvr>
                                      <p:tavLst>
                                        <p:tav tm="0">
                                          <p:val>
                                            <p:fltVal val="0"/>
                                          </p:val>
                                        </p:tav>
                                        <p:tav tm="100000">
                                          <p:val>
                                            <p:strVal val="#ppt_h"/>
                                          </p:val>
                                        </p:tav>
                                      </p:tavLst>
                                    </p:anim>
                                    <p:animEffect transition="in" filter="fade">
                                      <p:cBhvr>
                                        <p:cTn id="20" dur="500"/>
                                        <p:tgtEl>
                                          <p:spTgt spid="24"/>
                                        </p:tgtEl>
                                      </p:cBhvr>
                                    </p:animEffect>
                                  </p:childTnLst>
                                </p:cTn>
                              </p:par>
                              <p:par>
                                <p:cTn id="21" presetID="53" presetClass="entr" presetSubtype="16" fill="hold" nodeType="withEffect">
                                  <p:stCondLst>
                                    <p:cond delay="1500"/>
                                  </p:stCondLst>
                                  <p:childTnLst>
                                    <p:set>
                                      <p:cBhvr>
                                        <p:cTn id="22" dur="1" fill="hold">
                                          <p:stCondLst>
                                            <p:cond delay="0"/>
                                          </p:stCondLst>
                                        </p:cTn>
                                        <p:tgtEl>
                                          <p:spTgt spid="27"/>
                                        </p:tgtEl>
                                        <p:attrNameLst>
                                          <p:attrName>style.visibility</p:attrName>
                                        </p:attrNameLst>
                                      </p:cBhvr>
                                      <p:to>
                                        <p:strVal val="visible"/>
                                      </p:to>
                                    </p:set>
                                    <p:anim calcmode="lin" valueType="num">
                                      <p:cBhvr>
                                        <p:cTn id="23" dur="500" fill="hold"/>
                                        <p:tgtEl>
                                          <p:spTgt spid="27"/>
                                        </p:tgtEl>
                                        <p:attrNameLst>
                                          <p:attrName>ppt_w</p:attrName>
                                        </p:attrNameLst>
                                      </p:cBhvr>
                                      <p:tavLst>
                                        <p:tav tm="0">
                                          <p:val>
                                            <p:fltVal val="0"/>
                                          </p:val>
                                        </p:tav>
                                        <p:tav tm="100000">
                                          <p:val>
                                            <p:strVal val="#ppt_w"/>
                                          </p:val>
                                        </p:tav>
                                      </p:tavLst>
                                    </p:anim>
                                    <p:anim calcmode="lin" valueType="num">
                                      <p:cBhvr>
                                        <p:cTn id="24" dur="500" fill="hold"/>
                                        <p:tgtEl>
                                          <p:spTgt spid="27"/>
                                        </p:tgtEl>
                                        <p:attrNameLst>
                                          <p:attrName>ppt_h</p:attrName>
                                        </p:attrNameLst>
                                      </p:cBhvr>
                                      <p:tavLst>
                                        <p:tav tm="0">
                                          <p:val>
                                            <p:fltVal val="0"/>
                                          </p:val>
                                        </p:tav>
                                        <p:tav tm="100000">
                                          <p:val>
                                            <p:strVal val="#ppt_h"/>
                                          </p:val>
                                        </p:tav>
                                      </p:tavLst>
                                    </p:anim>
                                    <p:animEffect transition="in" filter="fade">
                                      <p:cBhvr>
                                        <p:cTn id="25" dur="500"/>
                                        <p:tgtEl>
                                          <p:spTgt spid="27"/>
                                        </p:tgtEl>
                                      </p:cBhvr>
                                    </p:animEffect>
                                  </p:childTnLst>
                                </p:cTn>
                              </p:par>
                              <p:par>
                                <p:cTn id="26" presetID="53" presetClass="entr" presetSubtype="16" fill="hold" nodeType="withEffect">
                                  <p:stCondLst>
                                    <p:cond delay="200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par>
                                <p:cTn id="31" presetID="53" presetClass="entr" presetSubtype="16" fill="hold" nodeType="withEffect">
                                  <p:stCondLst>
                                    <p:cond delay="2500"/>
                                  </p:stCondLst>
                                  <p:childTnLst>
                                    <p:set>
                                      <p:cBhvr>
                                        <p:cTn id="32" dur="1" fill="hold">
                                          <p:stCondLst>
                                            <p:cond delay="0"/>
                                          </p:stCondLst>
                                        </p:cTn>
                                        <p:tgtEl>
                                          <p:spTgt spid="3"/>
                                        </p:tgtEl>
                                        <p:attrNameLst>
                                          <p:attrName>style.visibility</p:attrName>
                                        </p:attrNameLst>
                                      </p:cBhvr>
                                      <p:to>
                                        <p:strVal val="visible"/>
                                      </p:to>
                                    </p:set>
                                    <p:anim calcmode="lin" valueType="num">
                                      <p:cBhvr>
                                        <p:cTn id="33" dur="500" fill="hold"/>
                                        <p:tgtEl>
                                          <p:spTgt spid="3"/>
                                        </p:tgtEl>
                                        <p:attrNameLst>
                                          <p:attrName>ppt_w</p:attrName>
                                        </p:attrNameLst>
                                      </p:cBhvr>
                                      <p:tavLst>
                                        <p:tav tm="0">
                                          <p:val>
                                            <p:fltVal val="0"/>
                                          </p:val>
                                        </p:tav>
                                        <p:tav tm="100000">
                                          <p:val>
                                            <p:strVal val="#ppt_w"/>
                                          </p:val>
                                        </p:tav>
                                      </p:tavLst>
                                    </p:anim>
                                    <p:anim calcmode="lin" valueType="num">
                                      <p:cBhvr>
                                        <p:cTn id="34" dur="500" fill="hold"/>
                                        <p:tgtEl>
                                          <p:spTgt spid="3"/>
                                        </p:tgtEl>
                                        <p:attrNameLst>
                                          <p:attrName>ppt_h</p:attrName>
                                        </p:attrNameLst>
                                      </p:cBhvr>
                                      <p:tavLst>
                                        <p:tav tm="0">
                                          <p:val>
                                            <p:fltVal val="0"/>
                                          </p:val>
                                        </p:tav>
                                        <p:tav tm="100000">
                                          <p:val>
                                            <p:strVal val="#ppt_h"/>
                                          </p:val>
                                        </p:tav>
                                      </p:tavLst>
                                    </p:anim>
                                    <p:animEffect transition="in" filter="fade">
                                      <p:cBhvr>
                                        <p:cTn id="35" dur="500"/>
                                        <p:tgtEl>
                                          <p:spTgt spid="3"/>
                                        </p:tgtEl>
                                      </p:cBhvr>
                                    </p:animEffect>
                                  </p:childTnLst>
                                </p:cTn>
                              </p:par>
                            </p:childTnLst>
                          </p:cTn>
                        </p:par>
                        <p:par>
                          <p:cTn id="36" fill="hold">
                            <p:stCondLst>
                              <p:cond delay="3000"/>
                            </p:stCondLst>
                            <p:childTnLst>
                              <p:par>
                                <p:cTn id="37" presetID="49" presetClass="entr" presetSubtype="0" decel="100000" fill="hold" nodeType="afterEffect">
                                  <p:stCondLst>
                                    <p:cond delay="0"/>
                                  </p:stCondLst>
                                  <p:childTnLst>
                                    <p:set>
                                      <p:cBhvr>
                                        <p:cTn id="38" dur="1" fill="hold">
                                          <p:stCondLst>
                                            <p:cond delay="0"/>
                                          </p:stCondLst>
                                        </p:cTn>
                                        <p:tgtEl>
                                          <p:spTgt spid="65"/>
                                        </p:tgtEl>
                                        <p:attrNameLst>
                                          <p:attrName>style.visibility</p:attrName>
                                        </p:attrNameLst>
                                      </p:cBhvr>
                                      <p:to>
                                        <p:strVal val="visible"/>
                                      </p:to>
                                    </p:set>
                                    <p:anim calcmode="lin" valueType="num">
                                      <p:cBhvr>
                                        <p:cTn id="39" dur="500" fill="hold"/>
                                        <p:tgtEl>
                                          <p:spTgt spid="65"/>
                                        </p:tgtEl>
                                        <p:attrNameLst>
                                          <p:attrName>ppt_w</p:attrName>
                                        </p:attrNameLst>
                                      </p:cBhvr>
                                      <p:tavLst>
                                        <p:tav tm="0">
                                          <p:val>
                                            <p:fltVal val="0"/>
                                          </p:val>
                                        </p:tav>
                                        <p:tav tm="100000">
                                          <p:val>
                                            <p:strVal val="#ppt_w"/>
                                          </p:val>
                                        </p:tav>
                                      </p:tavLst>
                                    </p:anim>
                                    <p:anim calcmode="lin" valueType="num">
                                      <p:cBhvr>
                                        <p:cTn id="40" dur="500" fill="hold"/>
                                        <p:tgtEl>
                                          <p:spTgt spid="65"/>
                                        </p:tgtEl>
                                        <p:attrNameLst>
                                          <p:attrName>ppt_h</p:attrName>
                                        </p:attrNameLst>
                                      </p:cBhvr>
                                      <p:tavLst>
                                        <p:tav tm="0">
                                          <p:val>
                                            <p:fltVal val="0"/>
                                          </p:val>
                                        </p:tav>
                                        <p:tav tm="100000">
                                          <p:val>
                                            <p:strVal val="#ppt_h"/>
                                          </p:val>
                                        </p:tav>
                                      </p:tavLst>
                                    </p:anim>
                                    <p:anim calcmode="lin" valueType="num">
                                      <p:cBhvr>
                                        <p:cTn id="41" dur="500" fill="hold"/>
                                        <p:tgtEl>
                                          <p:spTgt spid="65"/>
                                        </p:tgtEl>
                                        <p:attrNameLst>
                                          <p:attrName>style.rotation</p:attrName>
                                        </p:attrNameLst>
                                      </p:cBhvr>
                                      <p:tavLst>
                                        <p:tav tm="0">
                                          <p:val>
                                            <p:fltVal val="360"/>
                                          </p:val>
                                        </p:tav>
                                        <p:tav tm="100000">
                                          <p:val>
                                            <p:fltVal val="0"/>
                                          </p:val>
                                        </p:tav>
                                      </p:tavLst>
                                    </p:anim>
                                    <p:animEffect transition="in" filter="fade">
                                      <p:cBhvr>
                                        <p:cTn id="42" dur="500"/>
                                        <p:tgtEl>
                                          <p:spTgt spid="65"/>
                                        </p:tgtEl>
                                      </p:cBhvr>
                                    </p:animEffect>
                                  </p:childTnLst>
                                </p:cTn>
                              </p:par>
                            </p:childTnLst>
                          </p:cTn>
                        </p:par>
                        <p:par>
                          <p:cTn id="43" fill="hold">
                            <p:stCondLst>
                              <p:cond delay="3500"/>
                            </p:stCondLst>
                            <p:childTnLst>
                              <p:par>
                                <p:cTn id="44" presetID="10" presetClass="entr" presetSubtype="0" fill="hold" grpId="0" nodeType="afterEffect">
                                  <p:stCondLst>
                                    <p:cond delay="0"/>
                                  </p:stCondLst>
                                  <p:childTnLst>
                                    <p:set>
                                      <p:cBhvr>
                                        <p:cTn id="45" dur="1" fill="hold">
                                          <p:stCondLst>
                                            <p:cond delay="0"/>
                                          </p:stCondLst>
                                        </p:cTn>
                                        <p:tgtEl>
                                          <p:spTgt spid="71"/>
                                        </p:tgtEl>
                                        <p:attrNameLst>
                                          <p:attrName>style.visibility</p:attrName>
                                        </p:attrNameLst>
                                      </p:cBhvr>
                                      <p:to>
                                        <p:strVal val="visible"/>
                                      </p:to>
                                    </p:set>
                                    <p:animEffect transition="in" filter="fade">
                                      <p:cBhvr>
                                        <p:cTn id="46"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Down Arrow 71"/>
          <p:cNvSpPr/>
          <p:nvPr/>
        </p:nvSpPr>
        <p:spPr>
          <a:xfrm rot="10800000">
            <a:off x="4207922" y="4220783"/>
            <a:ext cx="1380062" cy="207786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3" name="Down Arrow 72"/>
          <p:cNvSpPr/>
          <p:nvPr/>
        </p:nvSpPr>
        <p:spPr>
          <a:xfrm rot="10800000">
            <a:off x="5036922" y="4220783"/>
            <a:ext cx="1380062" cy="2077864"/>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4" name="Down Arrow 73"/>
          <p:cNvSpPr/>
          <p:nvPr/>
        </p:nvSpPr>
        <p:spPr>
          <a:xfrm rot="10800000">
            <a:off x="5913816" y="4220783"/>
            <a:ext cx="1380062" cy="2077864"/>
          </a:xfrm>
          <a:prstGeom prst="down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5" name="Down Arrow 74"/>
          <p:cNvSpPr/>
          <p:nvPr/>
        </p:nvSpPr>
        <p:spPr>
          <a:xfrm rot="10800000">
            <a:off x="6688597" y="4220783"/>
            <a:ext cx="1380062" cy="2077864"/>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6" name="Text Placeholder 18"/>
          <p:cNvSpPr txBox="1">
            <a:spLocks/>
          </p:cNvSpPr>
          <p:nvPr/>
        </p:nvSpPr>
        <p:spPr>
          <a:xfrm>
            <a:off x="1176799" y="2336247"/>
            <a:ext cx="2207860" cy="914400"/>
          </a:xfrm>
          <a:prstGeom prst="rect">
            <a:avLst/>
          </a:prstGeom>
        </p:spPr>
        <p:txBody>
          <a:bodyPr>
            <a:noAutofit/>
          </a:bodyPr>
          <a:lstStyle/>
          <a:p>
            <a:pPr marR="0" lvl="0" algn="l" defTabSz="1172078" rtl="0" eaLnBrk="1" fontAlgn="auto" latinLnBrk="0" hangingPunct="1">
              <a:lnSpc>
                <a:spcPct val="110000"/>
              </a:lnSpc>
              <a:spcBef>
                <a:spcPct val="20000"/>
              </a:spcBef>
              <a:spcAft>
                <a:spcPts val="0"/>
              </a:spcAft>
              <a:buClrTx/>
              <a:buSzTx/>
              <a:defRPr/>
            </a:pP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Lorem</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ipsum</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dolor sit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amet</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kolor</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suum</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ata</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si</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memet</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ta</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pleu</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bak</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mukamemet</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ta</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pleu</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bak</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Lor</a:t>
            </a:r>
            <a:endParaRPr kumimoji="0" lang="en-US" sz="1200" b="0" i="0" u="none" strike="noStrike" kern="1200" cap="none" spc="0" normalizeH="0" baseline="0" noProof="0" dirty="0">
              <a:ln>
                <a:noFill/>
              </a:ln>
              <a:solidFill>
                <a:schemeClr val="tx1"/>
              </a:solidFill>
              <a:effectLst/>
              <a:uLnTx/>
              <a:uFillTx/>
              <a:latin typeface="Open Sans Light" pitchFamily="34" charset="0"/>
              <a:ea typeface="Open Sans Light" pitchFamily="34" charset="0"/>
              <a:cs typeface="Open Sans Light" pitchFamily="34" charset="0"/>
            </a:endParaRPr>
          </a:p>
        </p:txBody>
      </p:sp>
      <p:grpSp>
        <p:nvGrpSpPr>
          <p:cNvPr id="77" name="Group 76"/>
          <p:cNvGrpSpPr/>
          <p:nvPr/>
        </p:nvGrpSpPr>
        <p:grpSpPr>
          <a:xfrm>
            <a:off x="1143000" y="1906757"/>
            <a:ext cx="279930" cy="279930"/>
            <a:chOff x="5065407" y="2541775"/>
            <a:chExt cx="279930" cy="279930"/>
          </a:xfrm>
        </p:grpSpPr>
        <p:sp>
          <p:nvSpPr>
            <p:cNvPr id="78" name="Shape 350"/>
            <p:cNvSpPr/>
            <p:nvPr/>
          </p:nvSpPr>
          <p:spPr>
            <a:xfrm>
              <a:off x="5065407" y="2541775"/>
              <a:ext cx="279930" cy="27993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50800" tIns="50800" rIns="50800" bIns="50800" numCol="1" anchor="ctr">
              <a:noAutofit/>
            </a:bodyPr>
            <a:lstStyle/>
            <a:p>
              <a:pPr lvl="0" algn="ctr">
                <a:lnSpc>
                  <a:spcPct val="100000"/>
                </a:lnSpc>
                <a:spcBef>
                  <a:spcPts val="0"/>
                </a:spcBef>
                <a:defRPr sz="3200">
                  <a:solidFill>
                    <a:srgbClr val="FFFFFF"/>
                  </a:solidFill>
                  <a:latin typeface="+mn-lt"/>
                  <a:ea typeface="+mn-ea"/>
                  <a:cs typeface="+mn-cs"/>
                  <a:sym typeface="Helvetica Light"/>
                </a:defRPr>
              </a:pPr>
              <a:endParaRPr/>
            </a:p>
          </p:txBody>
        </p:sp>
        <p:sp>
          <p:nvSpPr>
            <p:cNvPr id="79" name="Shape 351"/>
            <p:cNvSpPr/>
            <p:nvPr/>
          </p:nvSpPr>
          <p:spPr>
            <a:xfrm>
              <a:off x="5140986" y="2617360"/>
              <a:ext cx="128770" cy="128759"/>
            </a:xfrm>
            <a:custGeom>
              <a:avLst/>
              <a:gdLst/>
              <a:ahLst/>
              <a:cxnLst>
                <a:cxn ang="0">
                  <a:pos x="wd2" y="hd2"/>
                </a:cxn>
                <a:cxn ang="5400000">
                  <a:pos x="wd2" y="hd2"/>
                </a:cxn>
                <a:cxn ang="10800000">
                  <a:pos x="wd2" y="hd2"/>
                </a:cxn>
                <a:cxn ang="16200000">
                  <a:pos x="wd2" y="hd2"/>
                </a:cxn>
              </a:cxnLst>
              <a:rect l="0" t="0" r="r" b="b"/>
              <a:pathLst>
                <a:path w="21351" h="21352" extrusionOk="0">
                  <a:moveTo>
                    <a:pt x="5435" y="19433"/>
                  </a:moveTo>
                  <a:lnTo>
                    <a:pt x="3465" y="19857"/>
                  </a:lnTo>
                  <a:cubicBezTo>
                    <a:pt x="3276" y="19502"/>
                    <a:pt x="3046" y="19146"/>
                    <a:pt x="2628" y="18726"/>
                  </a:cubicBezTo>
                  <a:cubicBezTo>
                    <a:pt x="2208" y="18307"/>
                    <a:pt x="1853" y="18080"/>
                    <a:pt x="1497" y="17888"/>
                  </a:cubicBezTo>
                  <a:lnTo>
                    <a:pt x="1922" y="15919"/>
                  </a:lnTo>
                  <a:lnTo>
                    <a:pt x="2492" y="15350"/>
                  </a:lnTo>
                  <a:cubicBezTo>
                    <a:pt x="2492" y="15350"/>
                    <a:pt x="3563" y="15372"/>
                    <a:pt x="4774" y="16583"/>
                  </a:cubicBezTo>
                  <a:cubicBezTo>
                    <a:pt x="5983" y="17791"/>
                    <a:pt x="6006" y="18865"/>
                    <a:pt x="6006" y="18865"/>
                  </a:cubicBezTo>
                  <a:cubicBezTo>
                    <a:pt x="6006" y="18865"/>
                    <a:pt x="5435" y="19433"/>
                    <a:pt x="5435" y="19433"/>
                  </a:cubicBezTo>
                  <a:close/>
                  <a:moveTo>
                    <a:pt x="19848" y="1503"/>
                  </a:moveTo>
                  <a:cubicBezTo>
                    <a:pt x="18099" y="-248"/>
                    <a:pt x="16785" y="14"/>
                    <a:pt x="16785" y="14"/>
                  </a:cubicBezTo>
                  <a:lnTo>
                    <a:pt x="9443" y="7357"/>
                  </a:lnTo>
                  <a:lnTo>
                    <a:pt x="1225" y="15574"/>
                  </a:lnTo>
                  <a:lnTo>
                    <a:pt x="0" y="21352"/>
                  </a:lnTo>
                  <a:lnTo>
                    <a:pt x="5778" y="20126"/>
                  </a:lnTo>
                  <a:lnTo>
                    <a:pt x="13996" y="11911"/>
                  </a:lnTo>
                  <a:lnTo>
                    <a:pt x="21338" y="4569"/>
                  </a:lnTo>
                  <a:cubicBezTo>
                    <a:pt x="21337" y="4569"/>
                    <a:pt x="21600" y="3255"/>
                    <a:pt x="19848" y="1503"/>
                  </a:cubicBezTo>
                  <a:close/>
                </a:path>
              </a:pathLst>
            </a:custGeom>
            <a:solidFill>
              <a:srgbClr val="FFFFFF"/>
            </a:solidFill>
            <a:ln w="12700" cap="flat">
              <a:noFill/>
              <a:miter lim="400000"/>
            </a:ln>
            <a:effectLst/>
          </p:spPr>
          <p:txBody>
            <a:bodyPr wrap="square" lIns="43656" tIns="43656" rIns="43656" bIns="43656" numCol="1" anchor="ctr">
              <a:noAutofit/>
            </a:bodyPr>
            <a:lstStyle/>
            <a:p>
              <a:pPr lvl="0" algn="ctr">
                <a:lnSpc>
                  <a:spcPct val="100000"/>
                </a:lnSpc>
                <a:spcBef>
                  <a:spcPts val="0"/>
                </a:spcBef>
                <a:defRPr sz="3200">
                  <a:solidFill>
                    <a:srgbClr val="FFFFFF"/>
                  </a:solidFill>
                  <a:latin typeface="+mn-lt"/>
                  <a:ea typeface="+mn-ea"/>
                  <a:cs typeface="+mn-cs"/>
                  <a:sym typeface="Helvetica Light"/>
                </a:defRPr>
              </a:pPr>
              <a:endParaRPr/>
            </a:p>
          </p:txBody>
        </p:sp>
      </p:grpSp>
      <p:sp>
        <p:nvSpPr>
          <p:cNvPr id="80" name="Content Placeholder 1"/>
          <p:cNvSpPr txBox="1">
            <a:spLocks/>
          </p:cNvSpPr>
          <p:nvPr/>
        </p:nvSpPr>
        <p:spPr>
          <a:xfrm>
            <a:off x="1446212" y="1905000"/>
            <a:ext cx="1771849" cy="292100"/>
          </a:xfrm>
          <a:prstGeom prst="rect">
            <a:avLst/>
          </a:prstGeom>
        </p:spPr>
        <p:txBody>
          <a:bodyPr/>
          <a:lstStyle/>
          <a:p>
            <a:pPr marL="439529" marR="0" lvl="0" indent="-439529" algn="l" defTabSz="1172078" rtl="0" eaLnBrk="1" fontAlgn="auto" latinLnBrk="0" hangingPunct="1">
              <a:lnSpc>
                <a:spcPct val="100000"/>
              </a:lnSpc>
              <a:spcBef>
                <a:spcPct val="20000"/>
              </a:spcBef>
              <a:spcAft>
                <a:spcPts val="0"/>
              </a:spcAft>
              <a:buClrTx/>
              <a:buSzTx/>
              <a:tabLst/>
              <a:defRPr/>
            </a:pPr>
            <a:r>
              <a:rPr kumimoji="0" lang="en-GB" sz="1600" b="0" i="0" u="none" strike="noStrike" kern="1200" cap="none" spc="0" normalizeH="0" baseline="0" noProof="0" dirty="0" smtClean="0">
                <a:ln>
                  <a:noFill/>
                </a:ln>
                <a:solidFill>
                  <a:schemeClr val="tx1"/>
                </a:solidFill>
                <a:effectLst/>
                <a:uLnTx/>
                <a:uFillTx/>
                <a:latin typeface="+mj-lt"/>
                <a:ea typeface="+mn-ea"/>
                <a:cs typeface="+mn-cs"/>
              </a:rPr>
              <a:t>STRENGTHS</a:t>
            </a:r>
            <a:endParaRPr kumimoji="0" lang="en-GB" sz="1600" b="0" i="0" u="none" strike="noStrike" kern="1200" cap="none" spc="0" normalizeH="0" baseline="0" noProof="0" dirty="0">
              <a:ln>
                <a:noFill/>
              </a:ln>
              <a:solidFill>
                <a:schemeClr val="tx1"/>
              </a:solidFill>
              <a:effectLst/>
              <a:uLnTx/>
              <a:uFillTx/>
              <a:latin typeface="+mj-lt"/>
              <a:ea typeface="+mn-ea"/>
              <a:cs typeface="+mn-cs"/>
            </a:endParaRPr>
          </a:p>
        </p:txBody>
      </p:sp>
      <p:sp>
        <p:nvSpPr>
          <p:cNvPr id="81" name="Text Placeholder 18"/>
          <p:cNvSpPr txBox="1">
            <a:spLocks/>
          </p:cNvSpPr>
          <p:nvPr/>
        </p:nvSpPr>
        <p:spPr>
          <a:xfrm>
            <a:off x="3849947" y="2336247"/>
            <a:ext cx="2207860" cy="914400"/>
          </a:xfrm>
          <a:prstGeom prst="rect">
            <a:avLst/>
          </a:prstGeom>
        </p:spPr>
        <p:txBody>
          <a:bodyPr>
            <a:noAutofit/>
          </a:bodyPr>
          <a:lstStyle/>
          <a:p>
            <a:pPr marR="0" lvl="0" algn="l" defTabSz="1172078" rtl="0" eaLnBrk="1" fontAlgn="auto" latinLnBrk="0" hangingPunct="1">
              <a:spcBef>
                <a:spcPct val="20000"/>
              </a:spcBef>
              <a:spcAft>
                <a:spcPts val="0"/>
              </a:spcAft>
              <a:buClrTx/>
              <a:buSzTx/>
              <a:tabLst/>
              <a:defRPr/>
            </a:pP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conseSed</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ut</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perspiciamnis</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iste</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natus</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error sit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voluptatem</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accvoluptatem</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accusantium</a:t>
            </a:r>
            <a:endParaRPr kumimoji="0" lang="en-US" sz="1200" b="0" i="0" u="none" strike="noStrike" kern="1200" cap="none" spc="0" normalizeH="0" baseline="0" noProof="0" dirty="0">
              <a:ln>
                <a:noFill/>
              </a:ln>
              <a:solidFill>
                <a:schemeClr val="tx1"/>
              </a:solidFill>
              <a:effectLst/>
              <a:uLnTx/>
              <a:uFillTx/>
              <a:latin typeface="Open Sans Light" pitchFamily="34" charset="0"/>
              <a:ea typeface="Open Sans Light" pitchFamily="34" charset="0"/>
              <a:cs typeface="Open Sans Light" pitchFamily="34" charset="0"/>
            </a:endParaRPr>
          </a:p>
        </p:txBody>
      </p:sp>
      <p:sp>
        <p:nvSpPr>
          <p:cNvPr id="82" name="Content Placeholder 1"/>
          <p:cNvSpPr txBox="1">
            <a:spLocks/>
          </p:cNvSpPr>
          <p:nvPr/>
        </p:nvSpPr>
        <p:spPr>
          <a:xfrm>
            <a:off x="4119360" y="1905000"/>
            <a:ext cx="1771849" cy="292100"/>
          </a:xfrm>
          <a:prstGeom prst="rect">
            <a:avLst/>
          </a:prstGeom>
        </p:spPr>
        <p:txBody>
          <a:bodyPr/>
          <a:lstStyle/>
          <a:p>
            <a:pPr marL="439529" marR="0" lvl="0" indent="-439529" algn="l" defTabSz="1172078" rtl="0" eaLnBrk="1" fontAlgn="auto" latinLnBrk="0" hangingPunct="1">
              <a:lnSpc>
                <a:spcPct val="100000"/>
              </a:lnSpc>
              <a:spcBef>
                <a:spcPct val="20000"/>
              </a:spcBef>
              <a:spcAft>
                <a:spcPts val="0"/>
              </a:spcAft>
              <a:buClrTx/>
              <a:buSzTx/>
              <a:tabLst/>
              <a:defRPr/>
            </a:pPr>
            <a:r>
              <a:rPr kumimoji="0" lang="en-GB" sz="1600" b="0" i="0" u="none" strike="noStrike" kern="1200" cap="none" spc="0" normalizeH="0" baseline="0" noProof="0" dirty="0" smtClean="0">
                <a:ln>
                  <a:noFill/>
                </a:ln>
                <a:solidFill>
                  <a:schemeClr val="tx1"/>
                </a:solidFill>
                <a:effectLst/>
                <a:uLnTx/>
                <a:uFillTx/>
                <a:latin typeface="+mj-lt"/>
                <a:ea typeface="+mn-ea"/>
                <a:cs typeface="+mn-cs"/>
              </a:rPr>
              <a:t>WEAKNESSES</a:t>
            </a:r>
            <a:endParaRPr kumimoji="0" lang="en-GB" sz="1600" b="0" i="0" u="none" strike="noStrike" kern="1200" cap="none" spc="0" normalizeH="0" baseline="0" noProof="0" dirty="0">
              <a:ln>
                <a:noFill/>
              </a:ln>
              <a:solidFill>
                <a:schemeClr val="tx1"/>
              </a:solidFill>
              <a:effectLst/>
              <a:uLnTx/>
              <a:uFillTx/>
              <a:latin typeface="+mj-lt"/>
              <a:ea typeface="+mn-ea"/>
              <a:cs typeface="+mn-cs"/>
            </a:endParaRPr>
          </a:p>
        </p:txBody>
      </p:sp>
      <p:sp>
        <p:nvSpPr>
          <p:cNvPr id="83" name="Text Placeholder 18"/>
          <p:cNvSpPr txBox="1">
            <a:spLocks/>
          </p:cNvSpPr>
          <p:nvPr/>
        </p:nvSpPr>
        <p:spPr>
          <a:xfrm>
            <a:off x="6545990" y="2336247"/>
            <a:ext cx="2207860" cy="914400"/>
          </a:xfrm>
          <a:prstGeom prst="rect">
            <a:avLst/>
          </a:prstGeom>
        </p:spPr>
        <p:txBody>
          <a:bodyPr>
            <a:noAutofit/>
          </a:bodyPr>
          <a:lstStyle/>
          <a:p>
            <a:pPr marR="0" lvl="0" algn="l" defTabSz="1172078" rtl="0" eaLnBrk="1" fontAlgn="auto" latinLnBrk="0" hangingPunct="1">
              <a:spcBef>
                <a:spcPct val="20000"/>
              </a:spcBef>
              <a:spcAft>
                <a:spcPts val="0"/>
              </a:spcAft>
              <a:buClrTx/>
              <a:buSzTx/>
              <a:tabLst/>
              <a:defRPr/>
            </a:pP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conseSed</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ut</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perspiciamnis</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iste</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natus</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error sit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voluptatem</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accvoluptatem</a:t>
            </a:r>
            <a:r>
              <a:rPr kumimoji="0" lang="en-US" sz="1200" b="0" i="0" u="none" strike="noStrike" kern="1200" cap="none" spc="0" normalizeH="0" baseline="0" noProof="0" dirty="0" smtClean="0">
                <a:ln>
                  <a:noFill/>
                </a:ln>
                <a:solidFill>
                  <a:schemeClr val="tx1"/>
                </a:solidFill>
                <a:effectLst/>
                <a:uLnTx/>
                <a:uFillTx/>
                <a:latin typeface="Open Sans Light" pitchFamily="34" charset="0"/>
                <a:ea typeface="Open Sans Light" pitchFamily="34" charset="0"/>
                <a:cs typeface="Open Sans Light" pitchFamily="34" charset="0"/>
              </a:rPr>
              <a:t> </a:t>
            </a:r>
            <a:r>
              <a:rPr kumimoji="0" lang="en-US" sz="1200" b="0" i="0" u="none" strike="noStrike" kern="1200" cap="none" spc="0" normalizeH="0" baseline="0" noProof="0" dirty="0" err="1" smtClean="0">
                <a:ln>
                  <a:noFill/>
                </a:ln>
                <a:solidFill>
                  <a:schemeClr val="tx1"/>
                </a:solidFill>
                <a:effectLst/>
                <a:uLnTx/>
                <a:uFillTx/>
                <a:latin typeface="Open Sans Light" pitchFamily="34" charset="0"/>
                <a:ea typeface="Open Sans Light" pitchFamily="34" charset="0"/>
                <a:cs typeface="Open Sans Light" pitchFamily="34" charset="0"/>
              </a:rPr>
              <a:t>accusantium</a:t>
            </a:r>
            <a:endParaRPr kumimoji="0" lang="en-US" sz="1200" b="0" i="0" u="none" strike="noStrike" kern="1200" cap="none" spc="0" normalizeH="0" baseline="0" noProof="0" dirty="0">
              <a:ln>
                <a:noFill/>
              </a:ln>
              <a:solidFill>
                <a:schemeClr val="tx1"/>
              </a:solidFill>
              <a:effectLst/>
              <a:uLnTx/>
              <a:uFillTx/>
              <a:latin typeface="Open Sans Light" pitchFamily="34" charset="0"/>
              <a:ea typeface="Open Sans Light" pitchFamily="34" charset="0"/>
              <a:cs typeface="Open Sans Light" pitchFamily="34" charset="0"/>
            </a:endParaRPr>
          </a:p>
        </p:txBody>
      </p:sp>
      <p:sp>
        <p:nvSpPr>
          <p:cNvPr id="84" name="Content Placeholder 1"/>
          <p:cNvSpPr txBox="1">
            <a:spLocks/>
          </p:cNvSpPr>
          <p:nvPr/>
        </p:nvSpPr>
        <p:spPr>
          <a:xfrm>
            <a:off x="6815403" y="1905000"/>
            <a:ext cx="2022209" cy="417392"/>
          </a:xfrm>
          <a:prstGeom prst="rect">
            <a:avLst/>
          </a:prstGeom>
        </p:spPr>
        <p:txBody>
          <a:bodyPr/>
          <a:lstStyle/>
          <a:p>
            <a:pPr marL="439529" marR="0" lvl="0" indent="-439529" algn="l" defTabSz="1172078" rtl="0" eaLnBrk="1" fontAlgn="auto" latinLnBrk="0" hangingPunct="1">
              <a:lnSpc>
                <a:spcPct val="100000"/>
              </a:lnSpc>
              <a:spcBef>
                <a:spcPct val="20000"/>
              </a:spcBef>
              <a:spcAft>
                <a:spcPts val="0"/>
              </a:spcAft>
              <a:buClrTx/>
              <a:buSzTx/>
              <a:tabLst/>
              <a:defRPr/>
            </a:pPr>
            <a:r>
              <a:rPr kumimoji="0" lang="en-GB" sz="1600" b="0" i="0" u="none" strike="noStrike" kern="1200" cap="none" spc="0" normalizeH="0" baseline="0" noProof="0" dirty="0" smtClean="0">
                <a:ln>
                  <a:noFill/>
                </a:ln>
                <a:solidFill>
                  <a:schemeClr val="tx1"/>
                </a:solidFill>
                <a:effectLst/>
                <a:uLnTx/>
                <a:uFillTx/>
                <a:latin typeface="+mj-lt"/>
                <a:ea typeface="+mn-ea"/>
                <a:cs typeface="+mn-cs"/>
              </a:rPr>
              <a:t>OPPORTUNITIES</a:t>
            </a:r>
            <a:endParaRPr kumimoji="0" lang="en-GB" sz="1600" b="0" i="0" u="none" strike="noStrike" kern="1200" cap="none" spc="0" normalizeH="0" baseline="0" noProof="0" dirty="0">
              <a:ln>
                <a:noFill/>
              </a:ln>
              <a:solidFill>
                <a:schemeClr val="tx1"/>
              </a:solidFill>
              <a:effectLst/>
              <a:uLnTx/>
              <a:uFillTx/>
              <a:latin typeface="+mj-lt"/>
              <a:ea typeface="+mn-ea"/>
              <a:cs typeface="+mn-cs"/>
            </a:endParaRPr>
          </a:p>
        </p:txBody>
      </p:sp>
      <p:sp>
        <p:nvSpPr>
          <p:cNvPr id="85" name="Text Placeholder 18"/>
          <p:cNvSpPr txBox="1">
            <a:spLocks/>
          </p:cNvSpPr>
          <p:nvPr/>
        </p:nvSpPr>
        <p:spPr>
          <a:xfrm>
            <a:off x="9156827" y="2370316"/>
            <a:ext cx="2207860" cy="914400"/>
          </a:xfrm>
          <a:prstGeom prst="rect">
            <a:avLst/>
          </a:prstGeom>
        </p:spPr>
        <p:txBody>
          <a:bodyPr>
            <a:normAutofit/>
          </a:bodyPr>
          <a:lstStyle/>
          <a:p>
            <a:pPr lvl="0">
              <a:spcBef>
                <a:spcPct val="20000"/>
              </a:spcBef>
              <a:defRPr/>
            </a:pPr>
            <a:r>
              <a:rPr lang="en-US" sz="1200" dirty="0" err="1" smtClean="0">
                <a:latin typeface="Open Sans Light" pitchFamily="34" charset="0"/>
                <a:ea typeface="Open Sans Light" pitchFamily="34" charset="0"/>
                <a:cs typeface="Open Sans Light" pitchFamily="34" charset="0"/>
              </a:rPr>
              <a:t>conseSed</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ut</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perspiciamnis</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iste</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natus</a:t>
            </a:r>
            <a:r>
              <a:rPr lang="en-US" sz="1200" dirty="0" smtClean="0">
                <a:latin typeface="Open Sans Light" pitchFamily="34" charset="0"/>
                <a:ea typeface="Open Sans Light" pitchFamily="34" charset="0"/>
                <a:cs typeface="Open Sans Light" pitchFamily="34" charset="0"/>
              </a:rPr>
              <a:t> error sit </a:t>
            </a:r>
            <a:r>
              <a:rPr lang="en-US" sz="1200" dirty="0" err="1" smtClean="0">
                <a:latin typeface="Open Sans Light" pitchFamily="34" charset="0"/>
                <a:ea typeface="Open Sans Light" pitchFamily="34" charset="0"/>
                <a:cs typeface="Open Sans Light" pitchFamily="34" charset="0"/>
              </a:rPr>
              <a:t>voluptatem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accvoluptatem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accusantium</a:t>
            </a:r>
            <a:endParaRPr lang="en-US" sz="1200" dirty="0">
              <a:latin typeface="Open Sans Light" pitchFamily="34" charset="0"/>
              <a:ea typeface="Open Sans Light" pitchFamily="34" charset="0"/>
              <a:cs typeface="Open Sans Light" pitchFamily="34" charset="0"/>
            </a:endParaRPr>
          </a:p>
        </p:txBody>
      </p:sp>
      <p:sp>
        <p:nvSpPr>
          <p:cNvPr id="86" name="Content Placeholder 1"/>
          <p:cNvSpPr txBox="1">
            <a:spLocks/>
          </p:cNvSpPr>
          <p:nvPr/>
        </p:nvSpPr>
        <p:spPr>
          <a:xfrm>
            <a:off x="9426240" y="1939069"/>
            <a:ext cx="1771849" cy="292100"/>
          </a:xfrm>
          <a:prstGeom prst="rect">
            <a:avLst/>
          </a:prstGeom>
        </p:spPr>
        <p:txBody>
          <a:bodyPr/>
          <a:lstStyle/>
          <a:p>
            <a:pPr marL="439529" marR="0" lvl="0" indent="-439529" algn="l" defTabSz="1172078" rtl="0" eaLnBrk="1" fontAlgn="auto" latinLnBrk="0" hangingPunct="1">
              <a:lnSpc>
                <a:spcPct val="100000"/>
              </a:lnSpc>
              <a:spcBef>
                <a:spcPct val="20000"/>
              </a:spcBef>
              <a:spcAft>
                <a:spcPts val="0"/>
              </a:spcAft>
              <a:buClrTx/>
              <a:buSzTx/>
              <a:tabLst/>
              <a:defRPr/>
            </a:pPr>
            <a:r>
              <a:rPr kumimoji="0" lang="en-GB" sz="1600" b="0" i="0" u="none" strike="noStrike" kern="1200" cap="none" spc="0" normalizeH="0" baseline="0" noProof="0" dirty="0" smtClean="0">
                <a:ln>
                  <a:noFill/>
                </a:ln>
                <a:solidFill>
                  <a:schemeClr val="tx1"/>
                </a:solidFill>
                <a:effectLst/>
                <a:uLnTx/>
                <a:uFillTx/>
                <a:latin typeface="+mj-lt"/>
                <a:ea typeface="+mn-ea"/>
                <a:cs typeface="+mn-cs"/>
              </a:rPr>
              <a:t>THREATS</a:t>
            </a:r>
            <a:endParaRPr kumimoji="0" lang="en-GB" sz="1600" b="0" i="0" u="none" strike="noStrike" kern="1200" cap="none" spc="0" normalizeH="0" baseline="0" noProof="0" dirty="0">
              <a:ln>
                <a:noFill/>
              </a:ln>
              <a:solidFill>
                <a:schemeClr val="tx1"/>
              </a:solidFill>
              <a:effectLst/>
              <a:uLnTx/>
              <a:uFillTx/>
              <a:latin typeface="+mj-lt"/>
              <a:ea typeface="+mn-ea"/>
              <a:cs typeface="+mn-cs"/>
            </a:endParaRPr>
          </a:p>
        </p:txBody>
      </p:sp>
      <p:sp>
        <p:nvSpPr>
          <p:cNvPr id="87" name="Content Placeholder 1"/>
          <p:cNvSpPr txBox="1">
            <a:spLocks/>
          </p:cNvSpPr>
          <p:nvPr/>
        </p:nvSpPr>
        <p:spPr>
          <a:xfrm>
            <a:off x="5377344" y="4551204"/>
            <a:ext cx="596048" cy="426987"/>
          </a:xfrm>
          <a:prstGeom prst="rect">
            <a:avLst/>
          </a:prstGeom>
        </p:spPr>
        <p:txBody>
          <a:bodyPr>
            <a:noAutofit/>
          </a:bodyPr>
          <a:lstStyle/>
          <a:p>
            <a:pPr marL="439529" marR="0" lvl="0" indent="-439529" algn="ctr" defTabSz="1172078" rtl="0" eaLnBrk="1" fontAlgn="auto" latinLnBrk="0" hangingPunct="1">
              <a:lnSpc>
                <a:spcPct val="100000"/>
              </a:lnSpc>
              <a:spcBef>
                <a:spcPct val="20000"/>
              </a:spcBef>
              <a:spcAft>
                <a:spcPts val="0"/>
              </a:spcAft>
              <a:buClrTx/>
              <a:buSzTx/>
              <a:tabLst/>
              <a:defRPr/>
            </a:pPr>
            <a:r>
              <a:rPr kumimoji="0" lang="id-ID" sz="2400" b="0" i="0" u="none" strike="noStrike" kern="1200" cap="none" spc="0" normalizeH="0" baseline="0" noProof="0" smtClean="0">
                <a:ln>
                  <a:noFill/>
                </a:ln>
                <a:solidFill>
                  <a:schemeClr val="bg1"/>
                </a:solidFill>
                <a:effectLst/>
                <a:uLnTx/>
                <a:uFillTx/>
                <a:latin typeface="+mj-lt"/>
                <a:ea typeface="+mn-ea"/>
                <a:cs typeface="+mn-cs"/>
              </a:rPr>
              <a:t>W</a:t>
            </a:r>
            <a:endParaRPr kumimoji="0" lang="en-GB" sz="2400" b="0" i="0" u="none" strike="noStrike" kern="1200" cap="none" spc="0" normalizeH="0" baseline="0" noProof="0" dirty="0">
              <a:ln>
                <a:noFill/>
              </a:ln>
              <a:solidFill>
                <a:schemeClr val="bg1"/>
              </a:solidFill>
              <a:effectLst/>
              <a:uLnTx/>
              <a:uFillTx/>
              <a:latin typeface="+mj-lt"/>
              <a:ea typeface="+mn-ea"/>
              <a:cs typeface="+mn-cs"/>
            </a:endParaRPr>
          </a:p>
        </p:txBody>
      </p:sp>
      <p:sp>
        <p:nvSpPr>
          <p:cNvPr id="88" name="Content Placeholder 1"/>
          <p:cNvSpPr txBox="1">
            <a:spLocks/>
          </p:cNvSpPr>
          <p:nvPr/>
        </p:nvSpPr>
        <p:spPr>
          <a:xfrm>
            <a:off x="6179329" y="4561296"/>
            <a:ext cx="715216" cy="534108"/>
          </a:xfrm>
          <a:prstGeom prst="rect">
            <a:avLst/>
          </a:prstGeom>
        </p:spPr>
        <p:txBody>
          <a:bodyPr>
            <a:noAutofit/>
          </a:bodyPr>
          <a:lstStyle/>
          <a:p>
            <a:pPr marL="439529" marR="0" lvl="0" indent="-439529" algn="ctr" defTabSz="1172078" rtl="0" eaLnBrk="1" fontAlgn="auto" latinLnBrk="0" hangingPunct="1">
              <a:lnSpc>
                <a:spcPct val="100000"/>
              </a:lnSpc>
              <a:spcBef>
                <a:spcPct val="20000"/>
              </a:spcBef>
              <a:spcAft>
                <a:spcPts val="0"/>
              </a:spcAft>
              <a:buClrTx/>
              <a:buSzTx/>
              <a:tabLst/>
              <a:defRPr/>
            </a:pPr>
            <a:r>
              <a:rPr kumimoji="0" lang="id-ID" sz="2400" b="0" i="0" u="none" strike="noStrike" kern="1200" cap="none" spc="0" normalizeH="0" baseline="0" noProof="0" smtClean="0">
                <a:ln>
                  <a:noFill/>
                </a:ln>
                <a:solidFill>
                  <a:schemeClr val="bg1"/>
                </a:solidFill>
                <a:effectLst/>
                <a:uLnTx/>
                <a:uFillTx/>
                <a:latin typeface="+mj-lt"/>
                <a:ea typeface="+mn-ea"/>
                <a:cs typeface="+mn-cs"/>
              </a:rPr>
              <a:t>O</a:t>
            </a:r>
            <a:endParaRPr kumimoji="0" lang="en-GB" sz="2400" b="0" i="0" u="none" strike="noStrike" kern="1200" cap="none" spc="0" normalizeH="0" baseline="0" noProof="0" dirty="0">
              <a:ln>
                <a:noFill/>
              </a:ln>
              <a:solidFill>
                <a:schemeClr val="bg1"/>
              </a:solidFill>
              <a:effectLst/>
              <a:uLnTx/>
              <a:uFillTx/>
              <a:latin typeface="+mj-lt"/>
              <a:ea typeface="+mn-ea"/>
              <a:cs typeface="+mn-cs"/>
            </a:endParaRPr>
          </a:p>
        </p:txBody>
      </p:sp>
      <p:sp>
        <p:nvSpPr>
          <p:cNvPr id="89" name="Content Placeholder 1"/>
          <p:cNvSpPr txBox="1">
            <a:spLocks/>
          </p:cNvSpPr>
          <p:nvPr/>
        </p:nvSpPr>
        <p:spPr>
          <a:xfrm>
            <a:off x="7084526" y="4546642"/>
            <a:ext cx="498478" cy="527086"/>
          </a:xfrm>
          <a:prstGeom prst="rect">
            <a:avLst/>
          </a:prstGeom>
        </p:spPr>
        <p:txBody>
          <a:bodyPr>
            <a:noAutofit/>
          </a:bodyPr>
          <a:lstStyle/>
          <a:p>
            <a:pPr marL="439529" marR="0" lvl="0" indent="-439529" algn="ctr" defTabSz="1172078" rtl="0" eaLnBrk="1" fontAlgn="auto" latinLnBrk="0" hangingPunct="1">
              <a:lnSpc>
                <a:spcPct val="100000"/>
              </a:lnSpc>
              <a:spcBef>
                <a:spcPct val="20000"/>
              </a:spcBef>
              <a:spcAft>
                <a:spcPts val="0"/>
              </a:spcAft>
              <a:buClrTx/>
              <a:buSzTx/>
              <a:tabLst/>
              <a:defRPr/>
            </a:pPr>
            <a:r>
              <a:rPr kumimoji="0" lang="id-ID" sz="2400" b="0" i="0" u="none" strike="noStrike" kern="1200" cap="none" spc="0" normalizeH="0" baseline="0" noProof="0" smtClean="0">
                <a:ln>
                  <a:noFill/>
                </a:ln>
                <a:solidFill>
                  <a:schemeClr val="bg1"/>
                </a:solidFill>
                <a:effectLst/>
                <a:uLnTx/>
                <a:uFillTx/>
                <a:latin typeface="+mj-lt"/>
                <a:ea typeface="+mn-ea"/>
                <a:cs typeface="+mn-cs"/>
              </a:rPr>
              <a:t>T</a:t>
            </a:r>
            <a:endParaRPr kumimoji="0" lang="en-GB" sz="2400" b="0" i="0" u="none" strike="noStrike" kern="1200" cap="none" spc="0" normalizeH="0" baseline="0" noProof="0" dirty="0">
              <a:ln>
                <a:noFill/>
              </a:ln>
              <a:solidFill>
                <a:schemeClr val="bg1"/>
              </a:solidFill>
              <a:effectLst/>
              <a:uLnTx/>
              <a:uFillTx/>
              <a:latin typeface="+mj-lt"/>
              <a:ea typeface="+mn-ea"/>
              <a:cs typeface="+mn-cs"/>
            </a:endParaRPr>
          </a:p>
        </p:txBody>
      </p:sp>
      <p:grpSp>
        <p:nvGrpSpPr>
          <p:cNvPr id="90" name="Group 89"/>
          <p:cNvGrpSpPr/>
          <p:nvPr/>
        </p:nvGrpSpPr>
        <p:grpSpPr>
          <a:xfrm>
            <a:off x="6512191" y="1906757"/>
            <a:ext cx="279930" cy="279930"/>
            <a:chOff x="8392806" y="2541775"/>
            <a:chExt cx="279930" cy="279930"/>
          </a:xfrm>
        </p:grpSpPr>
        <p:sp>
          <p:nvSpPr>
            <p:cNvPr id="91" name="Shape 350"/>
            <p:cNvSpPr/>
            <p:nvPr/>
          </p:nvSpPr>
          <p:spPr>
            <a:xfrm>
              <a:off x="8392806" y="2541775"/>
              <a:ext cx="279930" cy="27993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wrap="square" lIns="50800" tIns="50800" rIns="50800" bIns="50800" numCol="1" anchor="ctr">
              <a:noAutofit/>
            </a:bodyPr>
            <a:lstStyle/>
            <a:p>
              <a:pPr lvl="0" algn="ctr">
                <a:lnSpc>
                  <a:spcPct val="100000"/>
                </a:lnSpc>
                <a:spcBef>
                  <a:spcPts val="0"/>
                </a:spcBef>
                <a:defRPr sz="3200">
                  <a:solidFill>
                    <a:srgbClr val="FFFFFF"/>
                  </a:solidFill>
                  <a:latin typeface="+mn-lt"/>
                  <a:ea typeface="+mn-ea"/>
                  <a:cs typeface="+mn-cs"/>
                  <a:sym typeface="Helvetica Light"/>
                </a:defRPr>
              </a:pPr>
              <a:endParaRPr/>
            </a:p>
          </p:txBody>
        </p:sp>
        <p:sp>
          <p:nvSpPr>
            <p:cNvPr id="92" name="Shape 1591"/>
            <p:cNvSpPr/>
            <p:nvPr/>
          </p:nvSpPr>
          <p:spPr>
            <a:xfrm>
              <a:off x="8496327" y="2621271"/>
              <a:ext cx="72885" cy="124848"/>
            </a:xfrm>
            <a:custGeom>
              <a:avLst/>
              <a:gdLst/>
              <a:ahLst/>
              <a:cxnLst>
                <a:cxn ang="0">
                  <a:pos x="wd2" y="hd2"/>
                </a:cxn>
                <a:cxn ang="5400000">
                  <a:pos x="wd2" y="hd2"/>
                </a:cxn>
                <a:cxn ang="10800000">
                  <a:pos x="wd2" y="hd2"/>
                </a:cxn>
                <a:cxn ang="16200000">
                  <a:pos x="wd2" y="hd2"/>
                </a:cxn>
              </a:cxnLst>
              <a:rect l="0" t="0" r="r" b="b"/>
              <a:pathLst>
                <a:path w="21478" h="21528" extrusionOk="0">
                  <a:moveTo>
                    <a:pt x="18320" y="12415"/>
                  </a:moveTo>
                  <a:cubicBezTo>
                    <a:pt x="17718" y="12671"/>
                    <a:pt x="17077" y="12897"/>
                    <a:pt x="16403" y="13091"/>
                  </a:cubicBezTo>
                  <a:lnTo>
                    <a:pt x="14954" y="17891"/>
                  </a:lnTo>
                  <a:lnTo>
                    <a:pt x="21478" y="15820"/>
                  </a:lnTo>
                  <a:cubicBezTo>
                    <a:pt x="21478" y="15820"/>
                    <a:pt x="18320" y="12415"/>
                    <a:pt x="18320" y="12415"/>
                  </a:cubicBezTo>
                  <a:close/>
                  <a:moveTo>
                    <a:pt x="2856" y="12360"/>
                  </a:moveTo>
                  <a:lnTo>
                    <a:pt x="449" y="20347"/>
                  </a:lnTo>
                  <a:lnTo>
                    <a:pt x="6506" y="19822"/>
                  </a:lnTo>
                  <a:lnTo>
                    <a:pt x="11891" y="21528"/>
                  </a:lnTo>
                  <a:lnTo>
                    <a:pt x="14289" y="13573"/>
                  </a:lnTo>
                  <a:cubicBezTo>
                    <a:pt x="13132" y="13769"/>
                    <a:pt x="11912" y="13880"/>
                    <a:pt x="10648" y="13880"/>
                  </a:cubicBezTo>
                  <a:cubicBezTo>
                    <a:pt x="7726" y="13880"/>
                    <a:pt x="5035" y="13311"/>
                    <a:pt x="2856" y="12360"/>
                  </a:cubicBezTo>
                  <a:close/>
                  <a:moveTo>
                    <a:pt x="10650" y="10083"/>
                  </a:moveTo>
                  <a:cubicBezTo>
                    <a:pt x="7013" y="10083"/>
                    <a:pt x="4066" y="8357"/>
                    <a:pt x="4066" y="6231"/>
                  </a:cubicBezTo>
                  <a:cubicBezTo>
                    <a:pt x="4066" y="4103"/>
                    <a:pt x="7013" y="2378"/>
                    <a:pt x="10650" y="2378"/>
                  </a:cubicBezTo>
                  <a:cubicBezTo>
                    <a:pt x="14287" y="2378"/>
                    <a:pt x="17234" y="4103"/>
                    <a:pt x="17234" y="6231"/>
                  </a:cubicBezTo>
                  <a:cubicBezTo>
                    <a:pt x="17234" y="8357"/>
                    <a:pt x="14284" y="10083"/>
                    <a:pt x="10650" y="10083"/>
                  </a:cubicBezTo>
                  <a:close/>
                  <a:moveTo>
                    <a:pt x="16120" y="11504"/>
                  </a:moveTo>
                  <a:cubicBezTo>
                    <a:pt x="16349" y="11211"/>
                    <a:pt x="16982" y="10941"/>
                    <a:pt x="17528" y="10904"/>
                  </a:cubicBezTo>
                  <a:cubicBezTo>
                    <a:pt x="18074" y="10868"/>
                    <a:pt x="18572" y="10576"/>
                    <a:pt x="18634" y="10256"/>
                  </a:cubicBezTo>
                  <a:cubicBezTo>
                    <a:pt x="18699" y="9939"/>
                    <a:pt x="19160" y="9567"/>
                    <a:pt x="19658" y="9432"/>
                  </a:cubicBezTo>
                  <a:cubicBezTo>
                    <a:pt x="20157" y="9298"/>
                    <a:pt x="20477" y="8930"/>
                    <a:pt x="20373" y="8617"/>
                  </a:cubicBezTo>
                  <a:cubicBezTo>
                    <a:pt x="20260" y="8301"/>
                    <a:pt x="20504" y="7865"/>
                    <a:pt x="20907" y="7649"/>
                  </a:cubicBezTo>
                  <a:cubicBezTo>
                    <a:pt x="21312" y="7429"/>
                    <a:pt x="21422" y="7022"/>
                    <a:pt x="21153" y="6741"/>
                  </a:cubicBezTo>
                  <a:cubicBezTo>
                    <a:pt x="20884" y="6463"/>
                    <a:pt x="20884" y="6004"/>
                    <a:pt x="21153" y="5725"/>
                  </a:cubicBezTo>
                  <a:cubicBezTo>
                    <a:pt x="21422" y="5443"/>
                    <a:pt x="21312" y="5036"/>
                    <a:pt x="20907" y="4817"/>
                  </a:cubicBezTo>
                  <a:cubicBezTo>
                    <a:pt x="20504" y="4599"/>
                    <a:pt x="20262" y="4164"/>
                    <a:pt x="20373" y="3850"/>
                  </a:cubicBezTo>
                  <a:cubicBezTo>
                    <a:pt x="20477" y="3535"/>
                    <a:pt x="20157" y="3166"/>
                    <a:pt x="19658" y="3032"/>
                  </a:cubicBezTo>
                  <a:cubicBezTo>
                    <a:pt x="19162" y="2897"/>
                    <a:pt x="18699" y="2527"/>
                    <a:pt x="18634" y="2208"/>
                  </a:cubicBezTo>
                  <a:cubicBezTo>
                    <a:pt x="18570" y="1891"/>
                    <a:pt x="18072" y="1598"/>
                    <a:pt x="17528" y="1560"/>
                  </a:cubicBezTo>
                  <a:cubicBezTo>
                    <a:pt x="16982" y="1522"/>
                    <a:pt x="16349" y="1252"/>
                    <a:pt x="16120" y="961"/>
                  </a:cubicBezTo>
                  <a:cubicBezTo>
                    <a:pt x="15888" y="669"/>
                    <a:pt x="15260" y="482"/>
                    <a:pt x="14722" y="547"/>
                  </a:cubicBezTo>
                  <a:cubicBezTo>
                    <a:pt x="14184" y="609"/>
                    <a:pt x="13440" y="467"/>
                    <a:pt x="13068" y="232"/>
                  </a:cubicBezTo>
                  <a:cubicBezTo>
                    <a:pt x="12695" y="-6"/>
                    <a:pt x="11998" y="-70"/>
                    <a:pt x="11519" y="88"/>
                  </a:cubicBezTo>
                  <a:cubicBezTo>
                    <a:pt x="11041" y="245"/>
                    <a:pt x="10257" y="245"/>
                    <a:pt x="9781" y="88"/>
                  </a:cubicBezTo>
                  <a:cubicBezTo>
                    <a:pt x="9302" y="-72"/>
                    <a:pt x="8607" y="-9"/>
                    <a:pt x="8229" y="229"/>
                  </a:cubicBezTo>
                  <a:cubicBezTo>
                    <a:pt x="7860" y="465"/>
                    <a:pt x="7116" y="607"/>
                    <a:pt x="6576" y="545"/>
                  </a:cubicBezTo>
                  <a:cubicBezTo>
                    <a:pt x="6039" y="481"/>
                    <a:pt x="5410" y="668"/>
                    <a:pt x="5182" y="960"/>
                  </a:cubicBezTo>
                  <a:cubicBezTo>
                    <a:pt x="4951" y="1250"/>
                    <a:pt x="4318" y="1521"/>
                    <a:pt x="3772" y="1557"/>
                  </a:cubicBezTo>
                  <a:cubicBezTo>
                    <a:pt x="3226" y="1597"/>
                    <a:pt x="2728" y="1888"/>
                    <a:pt x="2664" y="2207"/>
                  </a:cubicBezTo>
                  <a:cubicBezTo>
                    <a:pt x="2599" y="2525"/>
                    <a:pt x="2140" y="2896"/>
                    <a:pt x="1640" y="3029"/>
                  </a:cubicBezTo>
                  <a:cubicBezTo>
                    <a:pt x="1144" y="3164"/>
                    <a:pt x="823" y="3532"/>
                    <a:pt x="931" y="3847"/>
                  </a:cubicBezTo>
                  <a:cubicBezTo>
                    <a:pt x="1038" y="4161"/>
                    <a:pt x="796" y="4598"/>
                    <a:pt x="393" y="4815"/>
                  </a:cubicBezTo>
                  <a:cubicBezTo>
                    <a:pt x="-10" y="5033"/>
                    <a:pt x="-122" y="5440"/>
                    <a:pt x="147" y="5723"/>
                  </a:cubicBezTo>
                  <a:cubicBezTo>
                    <a:pt x="416" y="6001"/>
                    <a:pt x="416" y="6460"/>
                    <a:pt x="147" y="6739"/>
                  </a:cubicBezTo>
                  <a:cubicBezTo>
                    <a:pt x="-122" y="7020"/>
                    <a:pt x="-12" y="7427"/>
                    <a:pt x="393" y="7648"/>
                  </a:cubicBezTo>
                  <a:cubicBezTo>
                    <a:pt x="798" y="7863"/>
                    <a:pt x="1038" y="8299"/>
                    <a:pt x="931" y="8615"/>
                  </a:cubicBezTo>
                  <a:cubicBezTo>
                    <a:pt x="823" y="8929"/>
                    <a:pt x="1144" y="9298"/>
                    <a:pt x="1640" y="9431"/>
                  </a:cubicBezTo>
                  <a:cubicBezTo>
                    <a:pt x="2140" y="9566"/>
                    <a:pt x="2599" y="9938"/>
                    <a:pt x="2663" y="10255"/>
                  </a:cubicBezTo>
                  <a:cubicBezTo>
                    <a:pt x="2728" y="10575"/>
                    <a:pt x="3224" y="10867"/>
                    <a:pt x="3770" y="10903"/>
                  </a:cubicBezTo>
                  <a:cubicBezTo>
                    <a:pt x="4316" y="10939"/>
                    <a:pt x="4949" y="11211"/>
                    <a:pt x="5180" y="11502"/>
                  </a:cubicBezTo>
                  <a:cubicBezTo>
                    <a:pt x="5408" y="11793"/>
                    <a:pt x="6037" y="11980"/>
                    <a:pt x="6574" y="11917"/>
                  </a:cubicBezTo>
                  <a:cubicBezTo>
                    <a:pt x="7112" y="11855"/>
                    <a:pt x="7858" y="11995"/>
                    <a:pt x="8227" y="12232"/>
                  </a:cubicBezTo>
                  <a:cubicBezTo>
                    <a:pt x="8603" y="12468"/>
                    <a:pt x="9298" y="12534"/>
                    <a:pt x="9778" y="12376"/>
                  </a:cubicBezTo>
                  <a:cubicBezTo>
                    <a:pt x="10255" y="12219"/>
                    <a:pt x="11039" y="12219"/>
                    <a:pt x="11517" y="12376"/>
                  </a:cubicBezTo>
                  <a:cubicBezTo>
                    <a:pt x="11996" y="12534"/>
                    <a:pt x="12693" y="12468"/>
                    <a:pt x="13067" y="12232"/>
                  </a:cubicBezTo>
                  <a:cubicBezTo>
                    <a:pt x="13440" y="11994"/>
                    <a:pt x="14182" y="11855"/>
                    <a:pt x="14720" y="11917"/>
                  </a:cubicBezTo>
                  <a:cubicBezTo>
                    <a:pt x="15260" y="11981"/>
                    <a:pt x="15890" y="11794"/>
                    <a:pt x="16120" y="11504"/>
                  </a:cubicBezTo>
                  <a:close/>
                </a:path>
              </a:pathLst>
            </a:custGeom>
            <a:solidFill>
              <a:srgbClr val="FFFFFF"/>
            </a:solidFill>
            <a:ln w="12700" cap="flat">
              <a:noFill/>
              <a:miter lim="400000"/>
            </a:ln>
            <a:effectLst/>
          </p:spPr>
          <p:txBody>
            <a:bodyPr wrap="square" lIns="43656" tIns="43656" rIns="43656" bIns="43656" numCol="1" anchor="ctr">
              <a:noAutofit/>
            </a:bodyPr>
            <a:lstStyle/>
            <a:p>
              <a:pPr lvl="0" algn="ctr">
                <a:lnSpc>
                  <a:spcPct val="100000"/>
                </a:lnSpc>
                <a:spcBef>
                  <a:spcPts val="0"/>
                </a:spcBef>
                <a:defRPr sz="3200">
                  <a:solidFill>
                    <a:srgbClr val="FFFFFF"/>
                  </a:solidFill>
                  <a:latin typeface="+mn-lt"/>
                  <a:ea typeface="+mn-ea"/>
                  <a:cs typeface="+mn-cs"/>
                  <a:sym typeface="Helvetica Light"/>
                </a:defRPr>
              </a:pPr>
              <a:endParaRPr/>
            </a:p>
          </p:txBody>
        </p:sp>
      </p:grpSp>
      <p:grpSp>
        <p:nvGrpSpPr>
          <p:cNvPr id="93" name="Group 92"/>
          <p:cNvGrpSpPr/>
          <p:nvPr/>
        </p:nvGrpSpPr>
        <p:grpSpPr>
          <a:xfrm>
            <a:off x="9123028" y="1940826"/>
            <a:ext cx="279930" cy="279930"/>
            <a:chOff x="8392806" y="3900254"/>
            <a:chExt cx="279930" cy="279930"/>
          </a:xfrm>
        </p:grpSpPr>
        <p:sp>
          <p:nvSpPr>
            <p:cNvPr id="94" name="Shape 350"/>
            <p:cNvSpPr/>
            <p:nvPr/>
          </p:nvSpPr>
          <p:spPr>
            <a:xfrm>
              <a:off x="8392806" y="3900254"/>
              <a:ext cx="279930" cy="27993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5"/>
            </a:solidFill>
            <a:ln w="12700" cap="flat">
              <a:noFill/>
              <a:miter lim="400000"/>
            </a:ln>
            <a:effectLst/>
          </p:spPr>
          <p:txBody>
            <a:bodyPr wrap="square" lIns="50800" tIns="50800" rIns="50800" bIns="50800" numCol="1" anchor="ctr">
              <a:noAutofit/>
            </a:bodyPr>
            <a:lstStyle/>
            <a:p>
              <a:pPr lvl="0" algn="ctr">
                <a:lnSpc>
                  <a:spcPct val="100000"/>
                </a:lnSpc>
                <a:spcBef>
                  <a:spcPts val="0"/>
                </a:spcBef>
                <a:defRPr sz="3200">
                  <a:solidFill>
                    <a:srgbClr val="FFFFFF"/>
                  </a:solidFill>
                  <a:latin typeface="+mn-lt"/>
                  <a:ea typeface="+mn-ea"/>
                  <a:cs typeface="+mn-cs"/>
                  <a:sym typeface="Helvetica Light"/>
                </a:defRPr>
              </a:pPr>
              <a:endParaRPr/>
            </a:p>
          </p:txBody>
        </p:sp>
        <p:sp>
          <p:nvSpPr>
            <p:cNvPr id="95" name="Shape 271"/>
            <p:cNvSpPr/>
            <p:nvPr/>
          </p:nvSpPr>
          <p:spPr>
            <a:xfrm>
              <a:off x="8484246" y="3996547"/>
              <a:ext cx="97046" cy="87341"/>
            </a:xfrm>
            <a:custGeom>
              <a:avLst/>
              <a:gdLst/>
              <a:ahLst/>
              <a:cxnLst>
                <a:cxn ang="0">
                  <a:pos x="wd2" y="hd2"/>
                </a:cxn>
                <a:cxn ang="5400000">
                  <a:pos x="wd2" y="hd2"/>
                </a:cxn>
                <a:cxn ang="10800000">
                  <a:pos x="wd2" y="hd2"/>
                </a:cxn>
                <a:cxn ang="16200000">
                  <a:pos x="wd2" y="hd2"/>
                </a:cxn>
              </a:cxnLst>
              <a:rect l="0" t="0" r="r" b="b"/>
              <a:pathLst>
                <a:path w="21600" h="21600" extrusionOk="0">
                  <a:moveTo>
                    <a:pt x="4971" y="19200"/>
                  </a:moveTo>
                  <a:lnTo>
                    <a:pt x="6265" y="10796"/>
                  </a:lnTo>
                  <a:lnTo>
                    <a:pt x="15336" y="10796"/>
                  </a:lnTo>
                  <a:lnTo>
                    <a:pt x="16631" y="19200"/>
                  </a:lnTo>
                  <a:cubicBezTo>
                    <a:pt x="16631" y="19200"/>
                    <a:pt x="4971" y="19200"/>
                    <a:pt x="4971" y="19200"/>
                  </a:cubicBezTo>
                  <a:close/>
                  <a:moveTo>
                    <a:pt x="20520" y="7200"/>
                  </a:moveTo>
                  <a:lnTo>
                    <a:pt x="1080" y="7200"/>
                  </a:lnTo>
                  <a:cubicBezTo>
                    <a:pt x="486" y="7200"/>
                    <a:pt x="0" y="7740"/>
                    <a:pt x="0" y="8400"/>
                  </a:cubicBezTo>
                  <a:lnTo>
                    <a:pt x="0" y="14400"/>
                  </a:lnTo>
                  <a:cubicBezTo>
                    <a:pt x="0" y="15061"/>
                    <a:pt x="486" y="15600"/>
                    <a:pt x="1080" y="15600"/>
                  </a:cubicBezTo>
                  <a:lnTo>
                    <a:pt x="3546" y="15600"/>
                  </a:lnTo>
                  <a:lnTo>
                    <a:pt x="2593" y="21600"/>
                  </a:lnTo>
                  <a:lnTo>
                    <a:pt x="19008" y="21600"/>
                  </a:lnTo>
                  <a:lnTo>
                    <a:pt x="18054" y="15600"/>
                  </a:lnTo>
                  <a:lnTo>
                    <a:pt x="20520" y="15600"/>
                  </a:lnTo>
                  <a:cubicBezTo>
                    <a:pt x="21115" y="15600"/>
                    <a:pt x="21600" y="15061"/>
                    <a:pt x="21600" y="14400"/>
                  </a:cubicBezTo>
                  <a:lnTo>
                    <a:pt x="21600" y="8400"/>
                  </a:lnTo>
                  <a:cubicBezTo>
                    <a:pt x="21600" y="7740"/>
                    <a:pt x="21115" y="7200"/>
                    <a:pt x="20520" y="7200"/>
                  </a:cubicBezTo>
                  <a:close/>
                  <a:moveTo>
                    <a:pt x="1621" y="6000"/>
                  </a:moveTo>
                  <a:lnTo>
                    <a:pt x="19981" y="6000"/>
                  </a:lnTo>
                  <a:cubicBezTo>
                    <a:pt x="20597" y="6000"/>
                    <a:pt x="20496" y="5270"/>
                    <a:pt x="20189" y="5152"/>
                  </a:cubicBezTo>
                  <a:cubicBezTo>
                    <a:pt x="19882" y="5033"/>
                    <a:pt x="16471" y="3600"/>
                    <a:pt x="15876" y="3600"/>
                  </a:cubicBezTo>
                  <a:lnTo>
                    <a:pt x="15120" y="3600"/>
                  </a:lnTo>
                  <a:lnTo>
                    <a:pt x="15120" y="0"/>
                  </a:lnTo>
                  <a:lnTo>
                    <a:pt x="6480" y="0"/>
                  </a:lnTo>
                  <a:lnTo>
                    <a:pt x="6480" y="3600"/>
                  </a:lnTo>
                  <a:lnTo>
                    <a:pt x="5725" y="3600"/>
                  </a:lnTo>
                  <a:cubicBezTo>
                    <a:pt x="5131" y="3600"/>
                    <a:pt x="1719" y="5033"/>
                    <a:pt x="1413" y="5152"/>
                  </a:cubicBezTo>
                  <a:cubicBezTo>
                    <a:pt x="1106" y="5270"/>
                    <a:pt x="1006" y="6000"/>
                    <a:pt x="1621" y="6000"/>
                  </a:cubicBezTo>
                  <a:close/>
                </a:path>
              </a:pathLst>
            </a:custGeom>
            <a:solidFill>
              <a:srgbClr val="FFFFFF"/>
            </a:solidFill>
            <a:ln w="12700" cap="flat">
              <a:noFill/>
              <a:miter lim="400000"/>
            </a:ln>
            <a:effectLst/>
          </p:spPr>
          <p:txBody>
            <a:bodyPr wrap="square" lIns="43656" tIns="43656" rIns="43656" bIns="43656" numCol="1" anchor="ctr">
              <a:noAutofit/>
            </a:bodyPr>
            <a:lstStyle/>
            <a:p>
              <a:pPr lvl="0" algn="ctr">
                <a:lnSpc>
                  <a:spcPct val="100000"/>
                </a:lnSpc>
                <a:spcBef>
                  <a:spcPts val="0"/>
                </a:spcBef>
                <a:defRPr sz="3200">
                  <a:solidFill>
                    <a:srgbClr val="FFFFFF"/>
                  </a:solidFill>
                  <a:latin typeface="+mn-lt"/>
                  <a:ea typeface="+mn-ea"/>
                  <a:cs typeface="+mn-cs"/>
                  <a:sym typeface="Helvetica Light"/>
                </a:defRPr>
              </a:pPr>
              <a:endParaRPr/>
            </a:p>
          </p:txBody>
        </p:sp>
      </p:grpSp>
      <p:grpSp>
        <p:nvGrpSpPr>
          <p:cNvPr id="96" name="Group 95"/>
          <p:cNvGrpSpPr/>
          <p:nvPr/>
        </p:nvGrpSpPr>
        <p:grpSpPr>
          <a:xfrm>
            <a:off x="3816148" y="1906757"/>
            <a:ext cx="279930" cy="279930"/>
            <a:chOff x="5065407" y="3900254"/>
            <a:chExt cx="279930" cy="279930"/>
          </a:xfrm>
        </p:grpSpPr>
        <p:sp>
          <p:nvSpPr>
            <p:cNvPr id="97" name="Shape 350"/>
            <p:cNvSpPr/>
            <p:nvPr/>
          </p:nvSpPr>
          <p:spPr>
            <a:xfrm>
              <a:off x="5065407" y="3900254"/>
              <a:ext cx="279930" cy="27993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p:spPr>
          <p:txBody>
            <a:bodyPr wrap="square" lIns="50800" tIns="50800" rIns="50800" bIns="50800" numCol="1" anchor="ctr">
              <a:noAutofit/>
            </a:bodyPr>
            <a:lstStyle/>
            <a:p>
              <a:pPr lvl="0" algn="ctr">
                <a:lnSpc>
                  <a:spcPct val="100000"/>
                </a:lnSpc>
                <a:spcBef>
                  <a:spcPts val="0"/>
                </a:spcBef>
                <a:defRPr sz="3200">
                  <a:solidFill>
                    <a:srgbClr val="FFFFFF"/>
                  </a:solidFill>
                  <a:latin typeface="+mn-lt"/>
                  <a:ea typeface="+mn-ea"/>
                  <a:cs typeface="+mn-cs"/>
                  <a:sym typeface="Helvetica Light"/>
                </a:defRPr>
              </a:pPr>
              <a:endParaRPr/>
            </a:p>
          </p:txBody>
        </p:sp>
        <p:sp>
          <p:nvSpPr>
            <p:cNvPr id="98" name="Freeform 30"/>
            <p:cNvSpPr>
              <a:spLocks noEditPoints="1"/>
            </p:cNvSpPr>
            <p:nvPr/>
          </p:nvSpPr>
          <p:spPr bwMode="auto">
            <a:xfrm>
              <a:off x="5150807" y="3975537"/>
              <a:ext cx="115998" cy="120370"/>
            </a:xfrm>
            <a:custGeom>
              <a:avLst/>
              <a:gdLst>
                <a:gd name="T0" fmla="*/ 184 w 213"/>
                <a:gd name="T1" fmla="*/ 148 h 221"/>
                <a:gd name="T2" fmla="*/ 143 w 213"/>
                <a:gd name="T3" fmla="*/ 98 h 221"/>
                <a:gd name="T4" fmla="*/ 134 w 213"/>
                <a:gd name="T5" fmla="*/ 31 h 221"/>
                <a:gd name="T6" fmla="*/ 174 w 213"/>
                <a:gd name="T7" fmla="*/ 86 h 221"/>
                <a:gd name="T8" fmla="*/ 184 w 213"/>
                <a:gd name="T9" fmla="*/ 148 h 221"/>
                <a:gd name="T10" fmla="*/ 191 w 213"/>
                <a:gd name="T11" fmla="*/ 77 h 221"/>
                <a:gd name="T12" fmla="*/ 126 w 213"/>
                <a:gd name="T13" fmla="*/ 6 h 221"/>
                <a:gd name="T14" fmla="*/ 14 w 213"/>
                <a:gd name="T15" fmla="*/ 120 h 221"/>
                <a:gd name="T16" fmla="*/ 5 w 213"/>
                <a:gd name="T17" fmla="*/ 153 h 221"/>
                <a:gd name="T18" fmla="*/ 36 w 213"/>
                <a:gd name="T19" fmla="*/ 170 h 221"/>
                <a:gd name="T20" fmla="*/ 45 w 213"/>
                <a:gd name="T21" fmla="*/ 167 h 221"/>
                <a:gd name="T22" fmla="*/ 64 w 213"/>
                <a:gd name="T23" fmla="*/ 178 h 221"/>
                <a:gd name="T24" fmla="*/ 77 w 213"/>
                <a:gd name="T25" fmla="*/ 209 h 221"/>
                <a:gd name="T26" fmla="*/ 90 w 213"/>
                <a:gd name="T27" fmla="*/ 219 h 221"/>
                <a:gd name="T28" fmla="*/ 115 w 213"/>
                <a:gd name="T29" fmla="*/ 210 h 221"/>
                <a:gd name="T30" fmla="*/ 120 w 213"/>
                <a:gd name="T31" fmla="*/ 199 h 221"/>
                <a:gd name="T32" fmla="*/ 108 w 213"/>
                <a:gd name="T33" fmla="*/ 189 h 221"/>
                <a:gd name="T34" fmla="*/ 97 w 213"/>
                <a:gd name="T35" fmla="*/ 163 h 221"/>
                <a:gd name="T36" fmla="*/ 109 w 213"/>
                <a:gd name="T37" fmla="*/ 150 h 221"/>
                <a:gd name="T38" fmla="*/ 198 w 213"/>
                <a:gd name="T39" fmla="*/ 172 h 221"/>
                <a:gd name="T40" fmla="*/ 191 w 213"/>
                <a:gd name="T41" fmla="*/ 77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3" h="221">
                  <a:moveTo>
                    <a:pt x="184" y="148"/>
                  </a:moveTo>
                  <a:cubicBezTo>
                    <a:pt x="181" y="150"/>
                    <a:pt x="158" y="132"/>
                    <a:pt x="143" y="98"/>
                  </a:cubicBezTo>
                  <a:cubicBezTo>
                    <a:pt x="129" y="64"/>
                    <a:pt x="131" y="32"/>
                    <a:pt x="134" y="31"/>
                  </a:cubicBezTo>
                  <a:cubicBezTo>
                    <a:pt x="137" y="30"/>
                    <a:pt x="160" y="52"/>
                    <a:pt x="174" y="86"/>
                  </a:cubicBezTo>
                  <a:cubicBezTo>
                    <a:pt x="189" y="120"/>
                    <a:pt x="188" y="147"/>
                    <a:pt x="184" y="148"/>
                  </a:cubicBezTo>
                  <a:close/>
                  <a:moveTo>
                    <a:pt x="191" y="77"/>
                  </a:moveTo>
                  <a:cubicBezTo>
                    <a:pt x="172" y="34"/>
                    <a:pt x="142" y="0"/>
                    <a:pt x="126" y="6"/>
                  </a:cubicBezTo>
                  <a:cubicBezTo>
                    <a:pt x="100" y="17"/>
                    <a:pt x="142" y="68"/>
                    <a:pt x="14" y="120"/>
                  </a:cubicBezTo>
                  <a:cubicBezTo>
                    <a:pt x="3" y="124"/>
                    <a:pt x="0" y="142"/>
                    <a:pt x="5" y="153"/>
                  </a:cubicBezTo>
                  <a:cubicBezTo>
                    <a:pt x="9" y="164"/>
                    <a:pt x="25" y="174"/>
                    <a:pt x="36" y="170"/>
                  </a:cubicBezTo>
                  <a:cubicBezTo>
                    <a:pt x="38" y="169"/>
                    <a:pt x="45" y="167"/>
                    <a:pt x="45" y="167"/>
                  </a:cubicBezTo>
                  <a:cubicBezTo>
                    <a:pt x="52" y="177"/>
                    <a:pt x="61" y="171"/>
                    <a:pt x="64" y="178"/>
                  </a:cubicBezTo>
                  <a:cubicBezTo>
                    <a:pt x="67" y="186"/>
                    <a:pt x="75" y="204"/>
                    <a:pt x="77" y="209"/>
                  </a:cubicBezTo>
                  <a:cubicBezTo>
                    <a:pt x="80" y="215"/>
                    <a:pt x="86" y="221"/>
                    <a:pt x="90" y="219"/>
                  </a:cubicBezTo>
                  <a:cubicBezTo>
                    <a:pt x="94" y="218"/>
                    <a:pt x="109" y="212"/>
                    <a:pt x="115" y="210"/>
                  </a:cubicBezTo>
                  <a:cubicBezTo>
                    <a:pt x="120" y="208"/>
                    <a:pt x="121" y="203"/>
                    <a:pt x="120" y="199"/>
                  </a:cubicBezTo>
                  <a:cubicBezTo>
                    <a:pt x="118" y="195"/>
                    <a:pt x="110" y="194"/>
                    <a:pt x="108" y="189"/>
                  </a:cubicBezTo>
                  <a:cubicBezTo>
                    <a:pt x="106" y="184"/>
                    <a:pt x="99" y="168"/>
                    <a:pt x="97" y="163"/>
                  </a:cubicBezTo>
                  <a:cubicBezTo>
                    <a:pt x="94" y="156"/>
                    <a:pt x="100" y="151"/>
                    <a:pt x="109" y="150"/>
                  </a:cubicBezTo>
                  <a:cubicBezTo>
                    <a:pt x="167" y="144"/>
                    <a:pt x="178" y="180"/>
                    <a:pt x="198" y="172"/>
                  </a:cubicBezTo>
                  <a:cubicBezTo>
                    <a:pt x="213" y="166"/>
                    <a:pt x="210" y="121"/>
                    <a:pt x="191" y="7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99" name="Content Placeholder 1"/>
          <p:cNvSpPr txBox="1">
            <a:spLocks/>
          </p:cNvSpPr>
          <p:nvPr/>
        </p:nvSpPr>
        <p:spPr>
          <a:xfrm>
            <a:off x="4611977" y="4547641"/>
            <a:ext cx="429918" cy="426987"/>
          </a:xfrm>
          <a:prstGeom prst="rect">
            <a:avLst/>
          </a:prstGeom>
        </p:spPr>
        <p:txBody>
          <a:bodyPr>
            <a:noAutofit/>
          </a:bodyPr>
          <a:lstStyle/>
          <a:p>
            <a:pPr marL="439529" marR="0" lvl="0" indent="-439529" algn="ctr" defTabSz="1172078" rtl="0" eaLnBrk="1" fontAlgn="auto" latinLnBrk="0" hangingPunct="1">
              <a:lnSpc>
                <a:spcPct val="100000"/>
              </a:lnSpc>
              <a:spcBef>
                <a:spcPct val="20000"/>
              </a:spcBef>
              <a:spcAft>
                <a:spcPts val="0"/>
              </a:spcAft>
              <a:buClrTx/>
              <a:buSzTx/>
              <a:tabLst/>
              <a:defRPr/>
            </a:pPr>
            <a:r>
              <a:rPr kumimoji="0" lang="id-ID" sz="2400" b="0" i="0" u="none" strike="noStrike" kern="1200" cap="none" spc="0" normalizeH="0" baseline="0" noProof="0" dirty="0" smtClean="0">
                <a:ln>
                  <a:noFill/>
                </a:ln>
                <a:solidFill>
                  <a:schemeClr val="bg1"/>
                </a:solidFill>
                <a:effectLst/>
                <a:uLnTx/>
                <a:uFillTx/>
                <a:latin typeface="+mj-lt"/>
                <a:ea typeface="+mn-ea"/>
                <a:cs typeface="+mn-cs"/>
              </a:rPr>
              <a:t>S</a:t>
            </a:r>
            <a:endParaRPr kumimoji="0" lang="en-GB" sz="2400" b="0" i="0" u="none" strike="noStrike" kern="1200" cap="none" spc="0" normalizeH="0" baseline="0" noProof="0" dirty="0">
              <a:ln>
                <a:noFill/>
              </a:ln>
              <a:solidFill>
                <a:schemeClr val="bg1"/>
              </a:solidFill>
              <a:effectLst/>
              <a:uLnTx/>
              <a:uFillTx/>
              <a:latin typeface="+mj-lt"/>
              <a:ea typeface="+mn-ea"/>
              <a:cs typeface="+mn-cs"/>
            </a:endParaRPr>
          </a:p>
        </p:txBody>
      </p:sp>
      <p:sp>
        <p:nvSpPr>
          <p:cNvPr id="100" name="Shape 2849"/>
          <p:cNvSpPr/>
          <p:nvPr/>
        </p:nvSpPr>
        <p:spPr>
          <a:xfrm rot="10800000">
            <a:off x="1993160" y="3313596"/>
            <a:ext cx="2891260" cy="81276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path>
            </a:pathLst>
          </a:custGeom>
          <a:noFill/>
          <a:ln w="12700" cap="flat">
            <a:solidFill>
              <a:srgbClr val="DCDEE0"/>
            </a:solidFill>
            <a:prstDash val="solid"/>
            <a:miter lim="400000"/>
            <a:headEnd type="oval" w="med" len="med"/>
            <a:tailEnd type="oval" w="med" len="med"/>
          </a:ln>
          <a:effectLst/>
        </p:spPr>
        <p:txBody>
          <a:bodyPr wrap="square" lIns="50800" tIns="50800" rIns="50800" bIns="50800" numCol="1" anchor="ctr">
            <a:noAutofit/>
          </a:bodyPr>
          <a:lstStyle/>
          <a:p>
            <a:pPr lvl="0"/>
            <a:endParaRPr/>
          </a:p>
        </p:txBody>
      </p:sp>
      <p:sp>
        <p:nvSpPr>
          <p:cNvPr id="101" name="Shape 2849"/>
          <p:cNvSpPr/>
          <p:nvPr/>
        </p:nvSpPr>
        <p:spPr>
          <a:xfrm rot="10800000">
            <a:off x="4784250" y="3313597"/>
            <a:ext cx="945990" cy="549948"/>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path>
            </a:pathLst>
          </a:custGeom>
          <a:noFill/>
          <a:ln w="12700" cap="flat">
            <a:solidFill>
              <a:srgbClr val="DCDEE0"/>
            </a:solidFill>
            <a:prstDash val="solid"/>
            <a:miter lim="400000"/>
            <a:headEnd type="oval" w="med" len="med"/>
            <a:tailEnd type="oval" w="med" len="med"/>
          </a:ln>
          <a:effectLst/>
        </p:spPr>
        <p:txBody>
          <a:bodyPr wrap="square" lIns="50800" tIns="50800" rIns="50800" bIns="50800" numCol="1" anchor="ctr">
            <a:noAutofit/>
          </a:bodyPr>
          <a:lstStyle/>
          <a:p>
            <a:pPr lvl="0"/>
            <a:endParaRPr/>
          </a:p>
        </p:txBody>
      </p:sp>
      <p:sp>
        <p:nvSpPr>
          <p:cNvPr id="102" name="Shape 2849"/>
          <p:cNvSpPr/>
          <p:nvPr/>
        </p:nvSpPr>
        <p:spPr>
          <a:xfrm rot="10800000" flipH="1">
            <a:off x="6569992" y="3313596"/>
            <a:ext cx="897608" cy="549948"/>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path>
            </a:pathLst>
          </a:custGeom>
          <a:noFill/>
          <a:ln w="12700" cap="flat">
            <a:solidFill>
              <a:srgbClr val="DCDEE0"/>
            </a:solidFill>
            <a:prstDash val="solid"/>
            <a:miter lim="400000"/>
            <a:headEnd type="oval" w="med" len="med"/>
            <a:tailEnd type="oval" w="med" len="med"/>
          </a:ln>
          <a:effectLst/>
        </p:spPr>
        <p:txBody>
          <a:bodyPr wrap="square" lIns="50800" tIns="50800" rIns="50800" bIns="50800" numCol="1" anchor="ctr">
            <a:noAutofit/>
          </a:bodyPr>
          <a:lstStyle/>
          <a:p>
            <a:pPr lvl="0"/>
            <a:endParaRPr/>
          </a:p>
        </p:txBody>
      </p:sp>
      <p:sp>
        <p:nvSpPr>
          <p:cNvPr id="103" name="Shape 2849"/>
          <p:cNvSpPr/>
          <p:nvPr/>
        </p:nvSpPr>
        <p:spPr>
          <a:xfrm rot="10800000" flipH="1">
            <a:off x="7370799" y="3313596"/>
            <a:ext cx="2512787" cy="81276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path>
            </a:pathLst>
          </a:custGeom>
          <a:noFill/>
          <a:ln w="12700" cap="flat">
            <a:solidFill>
              <a:srgbClr val="DCDEE0"/>
            </a:solidFill>
            <a:prstDash val="solid"/>
            <a:miter lim="400000"/>
            <a:headEnd type="oval" w="med" len="med"/>
            <a:tailEnd type="oval" w="med" len="med"/>
          </a:ln>
          <a:effectLst/>
        </p:spPr>
        <p:txBody>
          <a:bodyPr wrap="square" lIns="50800" tIns="50800" rIns="50800" bIns="50800" numCol="1" anchor="ctr">
            <a:noAutofit/>
          </a:bodyPr>
          <a:lstStyle/>
          <a:p>
            <a:pPr lvl="0"/>
            <a:endParaRPr/>
          </a:p>
        </p:txBody>
      </p:sp>
      <p:sp>
        <p:nvSpPr>
          <p:cNvPr id="36"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SWOT ANALYSIS</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37" name="Rectangle 36"/>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38" name="Group 37"/>
          <p:cNvGrpSpPr/>
          <p:nvPr/>
        </p:nvGrpSpPr>
        <p:grpSpPr>
          <a:xfrm rot="10800000" flipV="1">
            <a:off x="5380522" y="1080697"/>
            <a:ext cx="1427781" cy="45707"/>
            <a:chOff x="3965945" y="1385354"/>
            <a:chExt cx="4572000" cy="79107"/>
          </a:xfrm>
        </p:grpSpPr>
        <p:sp>
          <p:nvSpPr>
            <p:cNvPr id="41" name="Rectangle 40"/>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42" name="Rectangle 41"/>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43" name="Rectangle 42"/>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44" name="Rectangle 43"/>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45" name="Rectangle 44"/>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2"/>
                                        </p:tgtEl>
                                        <p:attrNameLst>
                                          <p:attrName>style.visibility</p:attrName>
                                        </p:attrNameLst>
                                      </p:cBhvr>
                                      <p:to>
                                        <p:strVal val="visible"/>
                                      </p:to>
                                    </p:set>
                                    <p:anim calcmode="lin" valueType="num">
                                      <p:cBhvr additive="base">
                                        <p:cTn id="7" dur="500" fill="hold"/>
                                        <p:tgtEl>
                                          <p:spTgt spid="72"/>
                                        </p:tgtEl>
                                        <p:attrNameLst>
                                          <p:attrName>ppt_x</p:attrName>
                                        </p:attrNameLst>
                                      </p:cBhvr>
                                      <p:tavLst>
                                        <p:tav tm="0">
                                          <p:val>
                                            <p:strVal val="#ppt_x"/>
                                          </p:val>
                                        </p:tav>
                                        <p:tav tm="100000">
                                          <p:val>
                                            <p:strVal val="#ppt_x"/>
                                          </p:val>
                                        </p:tav>
                                      </p:tavLst>
                                    </p:anim>
                                    <p:anim calcmode="lin" valueType="num">
                                      <p:cBhvr additive="base">
                                        <p:cTn id="8" dur="500" fill="hold"/>
                                        <p:tgtEl>
                                          <p:spTgt spid="7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99">
                                            <p:txEl>
                                              <p:pRg st="0" end="0"/>
                                            </p:txEl>
                                          </p:spTgt>
                                        </p:tgtEl>
                                        <p:attrNameLst>
                                          <p:attrName>style.visibility</p:attrName>
                                        </p:attrNameLst>
                                      </p:cBhvr>
                                      <p:to>
                                        <p:strVal val="visible"/>
                                      </p:to>
                                    </p:set>
                                    <p:animEffect transition="in" filter="fade">
                                      <p:cBhvr>
                                        <p:cTn id="12" dur="500"/>
                                        <p:tgtEl>
                                          <p:spTgt spid="99">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0"/>
                                        </p:tgtEl>
                                        <p:attrNameLst>
                                          <p:attrName>style.visibility</p:attrName>
                                        </p:attrNameLst>
                                      </p:cBhvr>
                                      <p:to>
                                        <p:strVal val="visible"/>
                                      </p:to>
                                    </p:set>
                                    <p:animEffect transition="in" filter="fade">
                                      <p:cBhvr>
                                        <p:cTn id="15" dur="500"/>
                                        <p:tgtEl>
                                          <p:spTgt spid="100"/>
                                        </p:tgtEl>
                                      </p:cBhvr>
                                    </p:animEffect>
                                  </p:childTnLst>
                                </p:cTn>
                              </p:par>
                              <p:par>
                                <p:cTn id="16" presetID="49" presetClass="entr" presetSubtype="0" decel="100000" fill="hold" nodeType="withEffect">
                                  <p:stCondLst>
                                    <p:cond delay="0"/>
                                  </p:stCondLst>
                                  <p:childTnLst>
                                    <p:set>
                                      <p:cBhvr>
                                        <p:cTn id="17" dur="1" fill="hold">
                                          <p:stCondLst>
                                            <p:cond delay="0"/>
                                          </p:stCondLst>
                                        </p:cTn>
                                        <p:tgtEl>
                                          <p:spTgt spid="77"/>
                                        </p:tgtEl>
                                        <p:attrNameLst>
                                          <p:attrName>style.visibility</p:attrName>
                                        </p:attrNameLst>
                                      </p:cBhvr>
                                      <p:to>
                                        <p:strVal val="visible"/>
                                      </p:to>
                                    </p:set>
                                    <p:anim calcmode="lin" valueType="num">
                                      <p:cBhvr>
                                        <p:cTn id="18" dur="500" fill="hold"/>
                                        <p:tgtEl>
                                          <p:spTgt spid="77"/>
                                        </p:tgtEl>
                                        <p:attrNameLst>
                                          <p:attrName>ppt_w</p:attrName>
                                        </p:attrNameLst>
                                      </p:cBhvr>
                                      <p:tavLst>
                                        <p:tav tm="0">
                                          <p:val>
                                            <p:fltVal val="0"/>
                                          </p:val>
                                        </p:tav>
                                        <p:tav tm="100000">
                                          <p:val>
                                            <p:strVal val="#ppt_w"/>
                                          </p:val>
                                        </p:tav>
                                      </p:tavLst>
                                    </p:anim>
                                    <p:anim calcmode="lin" valueType="num">
                                      <p:cBhvr>
                                        <p:cTn id="19" dur="500" fill="hold"/>
                                        <p:tgtEl>
                                          <p:spTgt spid="77"/>
                                        </p:tgtEl>
                                        <p:attrNameLst>
                                          <p:attrName>ppt_h</p:attrName>
                                        </p:attrNameLst>
                                      </p:cBhvr>
                                      <p:tavLst>
                                        <p:tav tm="0">
                                          <p:val>
                                            <p:fltVal val="0"/>
                                          </p:val>
                                        </p:tav>
                                        <p:tav tm="100000">
                                          <p:val>
                                            <p:strVal val="#ppt_h"/>
                                          </p:val>
                                        </p:tav>
                                      </p:tavLst>
                                    </p:anim>
                                    <p:anim calcmode="lin" valueType="num">
                                      <p:cBhvr>
                                        <p:cTn id="20" dur="500" fill="hold"/>
                                        <p:tgtEl>
                                          <p:spTgt spid="77"/>
                                        </p:tgtEl>
                                        <p:attrNameLst>
                                          <p:attrName>style.rotation</p:attrName>
                                        </p:attrNameLst>
                                      </p:cBhvr>
                                      <p:tavLst>
                                        <p:tav tm="0">
                                          <p:val>
                                            <p:fltVal val="360"/>
                                          </p:val>
                                        </p:tav>
                                        <p:tav tm="100000">
                                          <p:val>
                                            <p:fltVal val="0"/>
                                          </p:val>
                                        </p:tav>
                                      </p:tavLst>
                                    </p:anim>
                                    <p:animEffect transition="in" filter="fade">
                                      <p:cBhvr>
                                        <p:cTn id="21" dur="500"/>
                                        <p:tgtEl>
                                          <p:spTgt spid="77"/>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80">
                                            <p:txEl>
                                              <p:pRg st="0" end="0"/>
                                            </p:txEl>
                                          </p:spTgt>
                                        </p:tgtEl>
                                        <p:attrNameLst>
                                          <p:attrName>style.visibility</p:attrName>
                                        </p:attrNameLst>
                                      </p:cBhvr>
                                      <p:to>
                                        <p:strVal val="visible"/>
                                      </p:to>
                                    </p:set>
                                    <p:animEffect transition="in" filter="wipe(left)">
                                      <p:cBhvr>
                                        <p:cTn id="25" dur="500"/>
                                        <p:tgtEl>
                                          <p:spTgt spid="80">
                                            <p:txEl>
                                              <p:pRg st="0" end="0"/>
                                            </p:txEl>
                                          </p:spTgt>
                                        </p:tgtEl>
                                      </p:cBhvr>
                                    </p:animEffect>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76">
                                            <p:txEl>
                                              <p:pRg st="0" end="0"/>
                                            </p:txEl>
                                          </p:spTgt>
                                        </p:tgtEl>
                                        <p:attrNameLst>
                                          <p:attrName>style.visibility</p:attrName>
                                        </p:attrNameLst>
                                      </p:cBhvr>
                                      <p:to>
                                        <p:strVal val="visible"/>
                                      </p:to>
                                    </p:set>
                                    <p:animEffect transition="in" filter="fade">
                                      <p:cBhvr>
                                        <p:cTn id="29" dur="500"/>
                                        <p:tgtEl>
                                          <p:spTgt spid="76">
                                            <p:txEl>
                                              <p:pRg st="0" end="0"/>
                                            </p:txEl>
                                          </p:spTgt>
                                        </p:tgtEl>
                                      </p:cBhvr>
                                    </p:animEffect>
                                  </p:childTnLst>
                                </p:cTn>
                              </p:par>
                            </p:childTnLst>
                          </p:cTn>
                        </p:par>
                        <p:par>
                          <p:cTn id="30" fill="hold">
                            <p:stCondLst>
                              <p:cond delay="2000"/>
                            </p:stCondLst>
                            <p:childTnLst>
                              <p:par>
                                <p:cTn id="31" presetID="2" presetClass="entr" presetSubtype="4" fill="hold" grpId="0" nodeType="afterEffect">
                                  <p:stCondLst>
                                    <p:cond delay="0"/>
                                  </p:stCondLst>
                                  <p:childTnLst>
                                    <p:set>
                                      <p:cBhvr>
                                        <p:cTn id="32" dur="1" fill="hold">
                                          <p:stCondLst>
                                            <p:cond delay="0"/>
                                          </p:stCondLst>
                                        </p:cTn>
                                        <p:tgtEl>
                                          <p:spTgt spid="73"/>
                                        </p:tgtEl>
                                        <p:attrNameLst>
                                          <p:attrName>style.visibility</p:attrName>
                                        </p:attrNameLst>
                                      </p:cBhvr>
                                      <p:to>
                                        <p:strVal val="visible"/>
                                      </p:to>
                                    </p:set>
                                    <p:anim calcmode="lin" valueType="num">
                                      <p:cBhvr additive="base">
                                        <p:cTn id="33" dur="500" fill="hold"/>
                                        <p:tgtEl>
                                          <p:spTgt spid="73"/>
                                        </p:tgtEl>
                                        <p:attrNameLst>
                                          <p:attrName>ppt_x</p:attrName>
                                        </p:attrNameLst>
                                      </p:cBhvr>
                                      <p:tavLst>
                                        <p:tav tm="0">
                                          <p:val>
                                            <p:strVal val="#ppt_x"/>
                                          </p:val>
                                        </p:tav>
                                        <p:tav tm="100000">
                                          <p:val>
                                            <p:strVal val="#ppt_x"/>
                                          </p:val>
                                        </p:tav>
                                      </p:tavLst>
                                    </p:anim>
                                    <p:anim calcmode="lin" valueType="num">
                                      <p:cBhvr additive="base">
                                        <p:cTn id="34" dur="500" fill="hold"/>
                                        <p:tgtEl>
                                          <p:spTgt spid="73"/>
                                        </p:tgtEl>
                                        <p:attrNameLst>
                                          <p:attrName>ppt_y</p:attrName>
                                        </p:attrNameLst>
                                      </p:cBhvr>
                                      <p:tavLst>
                                        <p:tav tm="0">
                                          <p:val>
                                            <p:strVal val="1+#ppt_h/2"/>
                                          </p:val>
                                        </p:tav>
                                        <p:tav tm="100000">
                                          <p:val>
                                            <p:strVal val="#ppt_y"/>
                                          </p:val>
                                        </p:tav>
                                      </p:tavLst>
                                    </p:anim>
                                  </p:childTnLst>
                                </p:cTn>
                              </p:par>
                            </p:childTnLst>
                          </p:cTn>
                        </p:par>
                        <p:par>
                          <p:cTn id="35" fill="hold">
                            <p:stCondLst>
                              <p:cond delay="2500"/>
                            </p:stCondLst>
                            <p:childTnLst>
                              <p:par>
                                <p:cTn id="36" presetID="10" presetClass="entr" presetSubtype="0" fill="hold" grpId="0" nodeType="afterEffect">
                                  <p:stCondLst>
                                    <p:cond delay="0"/>
                                  </p:stCondLst>
                                  <p:childTnLst>
                                    <p:set>
                                      <p:cBhvr>
                                        <p:cTn id="37" dur="1" fill="hold">
                                          <p:stCondLst>
                                            <p:cond delay="0"/>
                                          </p:stCondLst>
                                        </p:cTn>
                                        <p:tgtEl>
                                          <p:spTgt spid="87">
                                            <p:txEl>
                                              <p:pRg st="0" end="0"/>
                                            </p:txEl>
                                          </p:spTgt>
                                        </p:tgtEl>
                                        <p:attrNameLst>
                                          <p:attrName>style.visibility</p:attrName>
                                        </p:attrNameLst>
                                      </p:cBhvr>
                                      <p:to>
                                        <p:strVal val="visible"/>
                                      </p:to>
                                    </p:set>
                                    <p:animEffect transition="in" filter="fade">
                                      <p:cBhvr>
                                        <p:cTn id="38" dur="500"/>
                                        <p:tgtEl>
                                          <p:spTgt spid="87">
                                            <p:txEl>
                                              <p:pRg st="0" end="0"/>
                                            </p:txEl>
                                          </p:spTgt>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01"/>
                                        </p:tgtEl>
                                        <p:attrNameLst>
                                          <p:attrName>style.visibility</p:attrName>
                                        </p:attrNameLst>
                                      </p:cBhvr>
                                      <p:to>
                                        <p:strVal val="visible"/>
                                      </p:to>
                                    </p:set>
                                    <p:animEffect transition="in" filter="wipe(down)">
                                      <p:cBhvr>
                                        <p:cTn id="41" dur="500"/>
                                        <p:tgtEl>
                                          <p:spTgt spid="101"/>
                                        </p:tgtEl>
                                      </p:cBhvr>
                                    </p:animEffect>
                                  </p:childTnLst>
                                </p:cTn>
                              </p:par>
                              <p:par>
                                <p:cTn id="42" presetID="49" presetClass="entr" presetSubtype="0" decel="100000" fill="hold" nodeType="withEffect">
                                  <p:stCondLst>
                                    <p:cond delay="0"/>
                                  </p:stCondLst>
                                  <p:childTnLst>
                                    <p:set>
                                      <p:cBhvr>
                                        <p:cTn id="43" dur="1" fill="hold">
                                          <p:stCondLst>
                                            <p:cond delay="0"/>
                                          </p:stCondLst>
                                        </p:cTn>
                                        <p:tgtEl>
                                          <p:spTgt spid="96"/>
                                        </p:tgtEl>
                                        <p:attrNameLst>
                                          <p:attrName>style.visibility</p:attrName>
                                        </p:attrNameLst>
                                      </p:cBhvr>
                                      <p:to>
                                        <p:strVal val="visible"/>
                                      </p:to>
                                    </p:set>
                                    <p:anim calcmode="lin" valueType="num">
                                      <p:cBhvr>
                                        <p:cTn id="44" dur="500" fill="hold"/>
                                        <p:tgtEl>
                                          <p:spTgt spid="96"/>
                                        </p:tgtEl>
                                        <p:attrNameLst>
                                          <p:attrName>ppt_w</p:attrName>
                                        </p:attrNameLst>
                                      </p:cBhvr>
                                      <p:tavLst>
                                        <p:tav tm="0">
                                          <p:val>
                                            <p:fltVal val="0"/>
                                          </p:val>
                                        </p:tav>
                                        <p:tav tm="100000">
                                          <p:val>
                                            <p:strVal val="#ppt_w"/>
                                          </p:val>
                                        </p:tav>
                                      </p:tavLst>
                                    </p:anim>
                                    <p:anim calcmode="lin" valueType="num">
                                      <p:cBhvr>
                                        <p:cTn id="45" dur="500" fill="hold"/>
                                        <p:tgtEl>
                                          <p:spTgt spid="96"/>
                                        </p:tgtEl>
                                        <p:attrNameLst>
                                          <p:attrName>ppt_h</p:attrName>
                                        </p:attrNameLst>
                                      </p:cBhvr>
                                      <p:tavLst>
                                        <p:tav tm="0">
                                          <p:val>
                                            <p:fltVal val="0"/>
                                          </p:val>
                                        </p:tav>
                                        <p:tav tm="100000">
                                          <p:val>
                                            <p:strVal val="#ppt_h"/>
                                          </p:val>
                                        </p:tav>
                                      </p:tavLst>
                                    </p:anim>
                                    <p:anim calcmode="lin" valueType="num">
                                      <p:cBhvr>
                                        <p:cTn id="46" dur="500" fill="hold"/>
                                        <p:tgtEl>
                                          <p:spTgt spid="96"/>
                                        </p:tgtEl>
                                        <p:attrNameLst>
                                          <p:attrName>style.rotation</p:attrName>
                                        </p:attrNameLst>
                                      </p:cBhvr>
                                      <p:tavLst>
                                        <p:tav tm="0">
                                          <p:val>
                                            <p:fltVal val="360"/>
                                          </p:val>
                                        </p:tav>
                                        <p:tav tm="100000">
                                          <p:val>
                                            <p:fltVal val="0"/>
                                          </p:val>
                                        </p:tav>
                                      </p:tavLst>
                                    </p:anim>
                                    <p:animEffect transition="in" filter="fade">
                                      <p:cBhvr>
                                        <p:cTn id="47" dur="500"/>
                                        <p:tgtEl>
                                          <p:spTgt spid="96"/>
                                        </p:tgtEl>
                                      </p:cBhvr>
                                    </p:animEffect>
                                  </p:childTnLst>
                                </p:cTn>
                              </p:par>
                            </p:childTnLst>
                          </p:cTn>
                        </p:par>
                        <p:par>
                          <p:cTn id="48" fill="hold">
                            <p:stCondLst>
                              <p:cond delay="3000"/>
                            </p:stCondLst>
                            <p:childTnLst>
                              <p:par>
                                <p:cTn id="49" presetID="22" presetClass="entr" presetSubtype="8" fill="hold" grpId="0" nodeType="afterEffect">
                                  <p:stCondLst>
                                    <p:cond delay="0"/>
                                  </p:stCondLst>
                                  <p:childTnLst>
                                    <p:set>
                                      <p:cBhvr>
                                        <p:cTn id="50" dur="1" fill="hold">
                                          <p:stCondLst>
                                            <p:cond delay="0"/>
                                          </p:stCondLst>
                                        </p:cTn>
                                        <p:tgtEl>
                                          <p:spTgt spid="82">
                                            <p:txEl>
                                              <p:pRg st="0" end="0"/>
                                            </p:txEl>
                                          </p:spTgt>
                                        </p:tgtEl>
                                        <p:attrNameLst>
                                          <p:attrName>style.visibility</p:attrName>
                                        </p:attrNameLst>
                                      </p:cBhvr>
                                      <p:to>
                                        <p:strVal val="visible"/>
                                      </p:to>
                                    </p:set>
                                    <p:animEffect transition="in" filter="wipe(left)">
                                      <p:cBhvr>
                                        <p:cTn id="51" dur="500"/>
                                        <p:tgtEl>
                                          <p:spTgt spid="82">
                                            <p:txEl>
                                              <p:pRg st="0" end="0"/>
                                            </p:txEl>
                                          </p:spTgt>
                                        </p:tgtEl>
                                      </p:cBhvr>
                                    </p:animEffect>
                                  </p:childTnLst>
                                </p:cTn>
                              </p:par>
                            </p:childTnLst>
                          </p:cTn>
                        </p:par>
                        <p:par>
                          <p:cTn id="52" fill="hold">
                            <p:stCondLst>
                              <p:cond delay="3500"/>
                            </p:stCondLst>
                            <p:childTnLst>
                              <p:par>
                                <p:cTn id="53" presetID="10" presetClass="entr" presetSubtype="0" fill="hold" grpId="0" nodeType="afterEffect">
                                  <p:stCondLst>
                                    <p:cond delay="0"/>
                                  </p:stCondLst>
                                  <p:childTnLst>
                                    <p:set>
                                      <p:cBhvr>
                                        <p:cTn id="54" dur="1" fill="hold">
                                          <p:stCondLst>
                                            <p:cond delay="0"/>
                                          </p:stCondLst>
                                        </p:cTn>
                                        <p:tgtEl>
                                          <p:spTgt spid="81">
                                            <p:txEl>
                                              <p:pRg st="0" end="0"/>
                                            </p:txEl>
                                          </p:spTgt>
                                        </p:tgtEl>
                                        <p:attrNameLst>
                                          <p:attrName>style.visibility</p:attrName>
                                        </p:attrNameLst>
                                      </p:cBhvr>
                                      <p:to>
                                        <p:strVal val="visible"/>
                                      </p:to>
                                    </p:set>
                                    <p:animEffect transition="in" filter="fade">
                                      <p:cBhvr>
                                        <p:cTn id="55" dur="500"/>
                                        <p:tgtEl>
                                          <p:spTgt spid="81">
                                            <p:txEl>
                                              <p:pRg st="0" end="0"/>
                                            </p:txEl>
                                          </p:spTgt>
                                        </p:tgtEl>
                                      </p:cBhvr>
                                    </p:animEffect>
                                  </p:childTnLst>
                                </p:cTn>
                              </p:par>
                            </p:childTnLst>
                          </p:cTn>
                        </p:par>
                        <p:par>
                          <p:cTn id="56" fill="hold">
                            <p:stCondLst>
                              <p:cond delay="4000"/>
                            </p:stCondLst>
                            <p:childTnLst>
                              <p:par>
                                <p:cTn id="57" presetID="2" presetClass="entr" presetSubtype="4" fill="hold" grpId="0" nodeType="afterEffect">
                                  <p:stCondLst>
                                    <p:cond delay="0"/>
                                  </p:stCondLst>
                                  <p:childTnLst>
                                    <p:set>
                                      <p:cBhvr>
                                        <p:cTn id="58" dur="1" fill="hold">
                                          <p:stCondLst>
                                            <p:cond delay="0"/>
                                          </p:stCondLst>
                                        </p:cTn>
                                        <p:tgtEl>
                                          <p:spTgt spid="74"/>
                                        </p:tgtEl>
                                        <p:attrNameLst>
                                          <p:attrName>style.visibility</p:attrName>
                                        </p:attrNameLst>
                                      </p:cBhvr>
                                      <p:to>
                                        <p:strVal val="visible"/>
                                      </p:to>
                                    </p:set>
                                    <p:anim calcmode="lin" valueType="num">
                                      <p:cBhvr additive="base">
                                        <p:cTn id="59" dur="500" fill="hold"/>
                                        <p:tgtEl>
                                          <p:spTgt spid="74"/>
                                        </p:tgtEl>
                                        <p:attrNameLst>
                                          <p:attrName>ppt_x</p:attrName>
                                        </p:attrNameLst>
                                      </p:cBhvr>
                                      <p:tavLst>
                                        <p:tav tm="0">
                                          <p:val>
                                            <p:strVal val="#ppt_x"/>
                                          </p:val>
                                        </p:tav>
                                        <p:tav tm="100000">
                                          <p:val>
                                            <p:strVal val="#ppt_x"/>
                                          </p:val>
                                        </p:tav>
                                      </p:tavLst>
                                    </p:anim>
                                    <p:anim calcmode="lin" valueType="num">
                                      <p:cBhvr additive="base">
                                        <p:cTn id="60" dur="500" fill="hold"/>
                                        <p:tgtEl>
                                          <p:spTgt spid="74"/>
                                        </p:tgtEl>
                                        <p:attrNameLst>
                                          <p:attrName>ppt_y</p:attrName>
                                        </p:attrNameLst>
                                      </p:cBhvr>
                                      <p:tavLst>
                                        <p:tav tm="0">
                                          <p:val>
                                            <p:strVal val="1+#ppt_h/2"/>
                                          </p:val>
                                        </p:tav>
                                        <p:tav tm="100000">
                                          <p:val>
                                            <p:strVal val="#ppt_y"/>
                                          </p:val>
                                        </p:tav>
                                      </p:tavLst>
                                    </p:anim>
                                  </p:childTnLst>
                                </p:cTn>
                              </p:par>
                            </p:childTnLst>
                          </p:cTn>
                        </p:par>
                        <p:par>
                          <p:cTn id="61" fill="hold">
                            <p:stCondLst>
                              <p:cond delay="4500"/>
                            </p:stCondLst>
                            <p:childTnLst>
                              <p:par>
                                <p:cTn id="62" presetID="10" presetClass="entr" presetSubtype="0" fill="hold" grpId="0" nodeType="afterEffect">
                                  <p:stCondLst>
                                    <p:cond delay="0"/>
                                  </p:stCondLst>
                                  <p:childTnLst>
                                    <p:set>
                                      <p:cBhvr>
                                        <p:cTn id="63" dur="1" fill="hold">
                                          <p:stCondLst>
                                            <p:cond delay="0"/>
                                          </p:stCondLst>
                                        </p:cTn>
                                        <p:tgtEl>
                                          <p:spTgt spid="88">
                                            <p:txEl>
                                              <p:pRg st="0" end="0"/>
                                            </p:txEl>
                                          </p:spTgt>
                                        </p:tgtEl>
                                        <p:attrNameLst>
                                          <p:attrName>style.visibility</p:attrName>
                                        </p:attrNameLst>
                                      </p:cBhvr>
                                      <p:to>
                                        <p:strVal val="visible"/>
                                      </p:to>
                                    </p:set>
                                    <p:animEffect transition="in" filter="fade">
                                      <p:cBhvr>
                                        <p:cTn id="64" dur="500"/>
                                        <p:tgtEl>
                                          <p:spTgt spid="88">
                                            <p:txEl>
                                              <p:pRg st="0" end="0"/>
                                            </p:txEl>
                                          </p:spTgt>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102"/>
                                        </p:tgtEl>
                                        <p:attrNameLst>
                                          <p:attrName>style.visibility</p:attrName>
                                        </p:attrNameLst>
                                      </p:cBhvr>
                                      <p:to>
                                        <p:strVal val="visible"/>
                                      </p:to>
                                    </p:set>
                                    <p:animEffect transition="in" filter="wipe(down)">
                                      <p:cBhvr>
                                        <p:cTn id="67" dur="500"/>
                                        <p:tgtEl>
                                          <p:spTgt spid="102"/>
                                        </p:tgtEl>
                                      </p:cBhvr>
                                    </p:animEffect>
                                  </p:childTnLst>
                                </p:cTn>
                              </p:par>
                              <p:par>
                                <p:cTn id="68" presetID="49" presetClass="entr" presetSubtype="0" decel="100000" fill="hold" nodeType="withEffect">
                                  <p:stCondLst>
                                    <p:cond delay="0"/>
                                  </p:stCondLst>
                                  <p:childTnLst>
                                    <p:set>
                                      <p:cBhvr>
                                        <p:cTn id="69" dur="1" fill="hold">
                                          <p:stCondLst>
                                            <p:cond delay="0"/>
                                          </p:stCondLst>
                                        </p:cTn>
                                        <p:tgtEl>
                                          <p:spTgt spid="90"/>
                                        </p:tgtEl>
                                        <p:attrNameLst>
                                          <p:attrName>style.visibility</p:attrName>
                                        </p:attrNameLst>
                                      </p:cBhvr>
                                      <p:to>
                                        <p:strVal val="visible"/>
                                      </p:to>
                                    </p:set>
                                    <p:anim calcmode="lin" valueType="num">
                                      <p:cBhvr>
                                        <p:cTn id="70" dur="500" fill="hold"/>
                                        <p:tgtEl>
                                          <p:spTgt spid="90"/>
                                        </p:tgtEl>
                                        <p:attrNameLst>
                                          <p:attrName>ppt_w</p:attrName>
                                        </p:attrNameLst>
                                      </p:cBhvr>
                                      <p:tavLst>
                                        <p:tav tm="0">
                                          <p:val>
                                            <p:fltVal val="0"/>
                                          </p:val>
                                        </p:tav>
                                        <p:tav tm="100000">
                                          <p:val>
                                            <p:strVal val="#ppt_w"/>
                                          </p:val>
                                        </p:tav>
                                      </p:tavLst>
                                    </p:anim>
                                    <p:anim calcmode="lin" valueType="num">
                                      <p:cBhvr>
                                        <p:cTn id="71" dur="500" fill="hold"/>
                                        <p:tgtEl>
                                          <p:spTgt spid="90"/>
                                        </p:tgtEl>
                                        <p:attrNameLst>
                                          <p:attrName>ppt_h</p:attrName>
                                        </p:attrNameLst>
                                      </p:cBhvr>
                                      <p:tavLst>
                                        <p:tav tm="0">
                                          <p:val>
                                            <p:fltVal val="0"/>
                                          </p:val>
                                        </p:tav>
                                        <p:tav tm="100000">
                                          <p:val>
                                            <p:strVal val="#ppt_h"/>
                                          </p:val>
                                        </p:tav>
                                      </p:tavLst>
                                    </p:anim>
                                    <p:anim calcmode="lin" valueType="num">
                                      <p:cBhvr>
                                        <p:cTn id="72" dur="500" fill="hold"/>
                                        <p:tgtEl>
                                          <p:spTgt spid="90"/>
                                        </p:tgtEl>
                                        <p:attrNameLst>
                                          <p:attrName>style.rotation</p:attrName>
                                        </p:attrNameLst>
                                      </p:cBhvr>
                                      <p:tavLst>
                                        <p:tav tm="0">
                                          <p:val>
                                            <p:fltVal val="360"/>
                                          </p:val>
                                        </p:tav>
                                        <p:tav tm="100000">
                                          <p:val>
                                            <p:fltVal val="0"/>
                                          </p:val>
                                        </p:tav>
                                      </p:tavLst>
                                    </p:anim>
                                    <p:animEffect transition="in" filter="fade">
                                      <p:cBhvr>
                                        <p:cTn id="73" dur="500"/>
                                        <p:tgtEl>
                                          <p:spTgt spid="90"/>
                                        </p:tgtEl>
                                      </p:cBhvr>
                                    </p:animEffect>
                                  </p:childTnLst>
                                </p:cTn>
                              </p:par>
                            </p:childTnLst>
                          </p:cTn>
                        </p:par>
                        <p:par>
                          <p:cTn id="74" fill="hold">
                            <p:stCondLst>
                              <p:cond delay="5000"/>
                            </p:stCondLst>
                            <p:childTnLst>
                              <p:par>
                                <p:cTn id="75" presetID="22" presetClass="entr" presetSubtype="8" fill="hold" grpId="0" nodeType="afterEffect">
                                  <p:stCondLst>
                                    <p:cond delay="0"/>
                                  </p:stCondLst>
                                  <p:childTnLst>
                                    <p:set>
                                      <p:cBhvr>
                                        <p:cTn id="76" dur="1" fill="hold">
                                          <p:stCondLst>
                                            <p:cond delay="0"/>
                                          </p:stCondLst>
                                        </p:cTn>
                                        <p:tgtEl>
                                          <p:spTgt spid="84">
                                            <p:txEl>
                                              <p:pRg st="0" end="0"/>
                                            </p:txEl>
                                          </p:spTgt>
                                        </p:tgtEl>
                                        <p:attrNameLst>
                                          <p:attrName>style.visibility</p:attrName>
                                        </p:attrNameLst>
                                      </p:cBhvr>
                                      <p:to>
                                        <p:strVal val="visible"/>
                                      </p:to>
                                    </p:set>
                                    <p:animEffect transition="in" filter="wipe(left)">
                                      <p:cBhvr>
                                        <p:cTn id="77" dur="500"/>
                                        <p:tgtEl>
                                          <p:spTgt spid="84">
                                            <p:txEl>
                                              <p:pRg st="0" end="0"/>
                                            </p:txEl>
                                          </p:spTgt>
                                        </p:tgtEl>
                                      </p:cBhvr>
                                    </p:animEffect>
                                  </p:childTnLst>
                                </p:cTn>
                              </p:par>
                            </p:childTnLst>
                          </p:cTn>
                        </p:par>
                        <p:par>
                          <p:cTn id="78" fill="hold">
                            <p:stCondLst>
                              <p:cond delay="5500"/>
                            </p:stCondLst>
                            <p:childTnLst>
                              <p:par>
                                <p:cTn id="79" presetID="10" presetClass="entr" presetSubtype="0" fill="hold" grpId="0" nodeType="afterEffect">
                                  <p:stCondLst>
                                    <p:cond delay="0"/>
                                  </p:stCondLst>
                                  <p:childTnLst>
                                    <p:set>
                                      <p:cBhvr>
                                        <p:cTn id="80" dur="1" fill="hold">
                                          <p:stCondLst>
                                            <p:cond delay="0"/>
                                          </p:stCondLst>
                                        </p:cTn>
                                        <p:tgtEl>
                                          <p:spTgt spid="83">
                                            <p:txEl>
                                              <p:pRg st="0" end="0"/>
                                            </p:txEl>
                                          </p:spTgt>
                                        </p:tgtEl>
                                        <p:attrNameLst>
                                          <p:attrName>style.visibility</p:attrName>
                                        </p:attrNameLst>
                                      </p:cBhvr>
                                      <p:to>
                                        <p:strVal val="visible"/>
                                      </p:to>
                                    </p:set>
                                    <p:animEffect transition="in" filter="fade">
                                      <p:cBhvr>
                                        <p:cTn id="81" dur="500"/>
                                        <p:tgtEl>
                                          <p:spTgt spid="83">
                                            <p:txEl>
                                              <p:pRg st="0" end="0"/>
                                            </p:txEl>
                                          </p:spTgt>
                                        </p:tgtEl>
                                      </p:cBhvr>
                                    </p:animEffect>
                                  </p:childTnLst>
                                </p:cTn>
                              </p:par>
                            </p:childTnLst>
                          </p:cTn>
                        </p:par>
                        <p:par>
                          <p:cTn id="82" fill="hold">
                            <p:stCondLst>
                              <p:cond delay="6000"/>
                            </p:stCondLst>
                            <p:childTnLst>
                              <p:par>
                                <p:cTn id="83" presetID="2" presetClass="entr" presetSubtype="4" fill="hold" grpId="0" nodeType="afterEffect">
                                  <p:stCondLst>
                                    <p:cond delay="0"/>
                                  </p:stCondLst>
                                  <p:childTnLst>
                                    <p:set>
                                      <p:cBhvr>
                                        <p:cTn id="84" dur="1" fill="hold">
                                          <p:stCondLst>
                                            <p:cond delay="0"/>
                                          </p:stCondLst>
                                        </p:cTn>
                                        <p:tgtEl>
                                          <p:spTgt spid="75"/>
                                        </p:tgtEl>
                                        <p:attrNameLst>
                                          <p:attrName>style.visibility</p:attrName>
                                        </p:attrNameLst>
                                      </p:cBhvr>
                                      <p:to>
                                        <p:strVal val="visible"/>
                                      </p:to>
                                    </p:set>
                                    <p:anim calcmode="lin" valueType="num">
                                      <p:cBhvr additive="base">
                                        <p:cTn id="85" dur="500" fill="hold"/>
                                        <p:tgtEl>
                                          <p:spTgt spid="75"/>
                                        </p:tgtEl>
                                        <p:attrNameLst>
                                          <p:attrName>ppt_x</p:attrName>
                                        </p:attrNameLst>
                                      </p:cBhvr>
                                      <p:tavLst>
                                        <p:tav tm="0">
                                          <p:val>
                                            <p:strVal val="#ppt_x"/>
                                          </p:val>
                                        </p:tav>
                                        <p:tav tm="100000">
                                          <p:val>
                                            <p:strVal val="#ppt_x"/>
                                          </p:val>
                                        </p:tav>
                                      </p:tavLst>
                                    </p:anim>
                                    <p:anim calcmode="lin" valueType="num">
                                      <p:cBhvr additive="base">
                                        <p:cTn id="86" dur="500" fill="hold"/>
                                        <p:tgtEl>
                                          <p:spTgt spid="75"/>
                                        </p:tgtEl>
                                        <p:attrNameLst>
                                          <p:attrName>ppt_y</p:attrName>
                                        </p:attrNameLst>
                                      </p:cBhvr>
                                      <p:tavLst>
                                        <p:tav tm="0">
                                          <p:val>
                                            <p:strVal val="1+#ppt_h/2"/>
                                          </p:val>
                                        </p:tav>
                                        <p:tav tm="100000">
                                          <p:val>
                                            <p:strVal val="#ppt_y"/>
                                          </p:val>
                                        </p:tav>
                                      </p:tavLst>
                                    </p:anim>
                                  </p:childTnLst>
                                </p:cTn>
                              </p:par>
                            </p:childTnLst>
                          </p:cTn>
                        </p:par>
                        <p:par>
                          <p:cTn id="87" fill="hold">
                            <p:stCondLst>
                              <p:cond delay="6500"/>
                            </p:stCondLst>
                            <p:childTnLst>
                              <p:par>
                                <p:cTn id="88" presetID="10" presetClass="entr" presetSubtype="0" fill="hold" grpId="0" nodeType="afterEffect">
                                  <p:stCondLst>
                                    <p:cond delay="0"/>
                                  </p:stCondLst>
                                  <p:childTnLst>
                                    <p:set>
                                      <p:cBhvr>
                                        <p:cTn id="89" dur="1" fill="hold">
                                          <p:stCondLst>
                                            <p:cond delay="0"/>
                                          </p:stCondLst>
                                        </p:cTn>
                                        <p:tgtEl>
                                          <p:spTgt spid="89">
                                            <p:txEl>
                                              <p:pRg st="0" end="0"/>
                                            </p:txEl>
                                          </p:spTgt>
                                        </p:tgtEl>
                                        <p:attrNameLst>
                                          <p:attrName>style.visibility</p:attrName>
                                        </p:attrNameLst>
                                      </p:cBhvr>
                                      <p:to>
                                        <p:strVal val="visible"/>
                                      </p:to>
                                    </p:set>
                                    <p:animEffect transition="in" filter="fade">
                                      <p:cBhvr>
                                        <p:cTn id="90" dur="500"/>
                                        <p:tgtEl>
                                          <p:spTgt spid="89">
                                            <p:txEl>
                                              <p:pRg st="0" end="0"/>
                                            </p:txEl>
                                          </p:spTgt>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103"/>
                                        </p:tgtEl>
                                        <p:attrNameLst>
                                          <p:attrName>style.visibility</p:attrName>
                                        </p:attrNameLst>
                                      </p:cBhvr>
                                      <p:to>
                                        <p:strVal val="visible"/>
                                      </p:to>
                                    </p:set>
                                    <p:animEffect transition="in" filter="wipe(down)">
                                      <p:cBhvr>
                                        <p:cTn id="93" dur="500"/>
                                        <p:tgtEl>
                                          <p:spTgt spid="103"/>
                                        </p:tgtEl>
                                      </p:cBhvr>
                                    </p:animEffect>
                                  </p:childTnLst>
                                </p:cTn>
                              </p:par>
                              <p:par>
                                <p:cTn id="94" presetID="49" presetClass="entr" presetSubtype="0" decel="100000" fill="hold" nodeType="withEffect">
                                  <p:stCondLst>
                                    <p:cond delay="0"/>
                                  </p:stCondLst>
                                  <p:childTnLst>
                                    <p:set>
                                      <p:cBhvr>
                                        <p:cTn id="95" dur="1" fill="hold">
                                          <p:stCondLst>
                                            <p:cond delay="0"/>
                                          </p:stCondLst>
                                        </p:cTn>
                                        <p:tgtEl>
                                          <p:spTgt spid="93"/>
                                        </p:tgtEl>
                                        <p:attrNameLst>
                                          <p:attrName>style.visibility</p:attrName>
                                        </p:attrNameLst>
                                      </p:cBhvr>
                                      <p:to>
                                        <p:strVal val="visible"/>
                                      </p:to>
                                    </p:set>
                                    <p:anim calcmode="lin" valueType="num">
                                      <p:cBhvr>
                                        <p:cTn id="96" dur="500" fill="hold"/>
                                        <p:tgtEl>
                                          <p:spTgt spid="93"/>
                                        </p:tgtEl>
                                        <p:attrNameLst>
                                          <p:attrName>ppt_w</p:attrName>
                                        </p:attrNameLst>
                                      </p:cBhvr>
                                      <p:tavLst>
                                        <p:tav tm="0">
                                          <p:val>
                                            <p:fltVal val="0"/>
                                          </p:val>
                                        </p:tav>
                                        <p:tav tm="100000">
                                          <p:val>
                                            <p:strVal val="#ppt_w"/>
                                          </p:val>
                                        </p:tav>
                                      </p:tavLst>
                                    </p:anim>
                                    <p:anim calcmode="lin" valueType="num">
                                      <p:cBhvr>
                                        <p:cTn id="97" dur="500" fill="hold"/>
                                        <p:tgtEl>
                                          <p:spTgt spid="93"/>
                                        </p:tgtEl>
                                        <p:attrNameLst>
                                          <p:attrName>ppt_h</p:attrName>
                                        </p:attrNameLst>
                                      </p:cBhvr>
                                      <p:tavLst>
                                        <p:tav tm="0">
                                          <p:val>
                                            <p:fltVal val="0"/>
                                          </p:val>
                                        </p:tav>
                                        <p:tav tm="100000">
                                          <p:val>
                                            <p:strVal val="#ppt_h"/>
                                          </p:val>
                                        </p:tav>
                                      </p:tavLst>
                                    </p:anim>
                                    <p:anim calcmode="lin" valueType="num">
                                      <p:cBhvr>
                                        <p:cTn id="98" dur="500" fill="hold"/>
                                        <p:tgtEl>
                                          <p:spTgt spid="93"/>
                                        </p:tgtEl>
                                        <p:attrNameLst>
                                          <p:attrName>style.rotation</p:attrName>
                                        </p:attrNameLst>
                                      </p:cBhvr>
                                      <p:tavLst>
                                        <p:tav tm="0">
                                          <p:val>
                                            <p:fltVal val="360"/>
                                          </p:val>
                                        </p:tav>
                                        <p:tav tm="100000">
                                          <p:val>
                                            <p:fltVal val="0"/>
                                          </p:val>
                                        </p:tav>
                                      </p:tavLst>
                                    </p:anim>
                                    <p:animEffect transition="in" filter="fade">
                                      <p:cBhvr>
                                        <p:cTn id="99" dur="500"/>
                                        <p:tgtEl>
                                          <p:spTgt spid="93"/>
                                        </p:tgtEl>
                                      </p:cBhvr>
                                    </p:animEffect>
                                  </p:childTnLst>
                                </p:cTn>
                              </p:par>
                            </p:childTnLst>
                          </p:cTn>
                        </p:par>
                        <p:par>
                          <p:cTn id="100" fill="hold">
                            <p:stCondLst>
                              <p:cond delay="7000"/>
                            </p:stCondLst>
                            <p:childTnLst>
                              <p:par>
                                <p:cTn id="101" presetID="22" presetClass="entr" presetSubtype="8" fill="hold" grpId="0" nodeType="afterEffect">
                                  <p:stCondLst>
                                    <p:cond delay="0"/>
                                  </p:stCondLst>
                                  <p:childTnLst>
                                    <p:set>
                                      <p:cBhvr>
                                        <p:cTn id="102" dur="1" fill="hold">
                                          <p:stCondLst>
                                            <p:cond delay="0"/>
                                          </p:stCondLst>
                                        </p:cTn>
                                        <p:tgtEl>
                                          <p:spTgt spid="86">
                                            <p:txEl>
                                              <p:pRg st="0" end="0"/>
                                            </p:txEl>
                                          </p:spTgt>
                                        </p:tgtEl>
                                        <p:attrNameLst>
                                          <p:attrName>style.visibility</p:attrName>
                                        </p:attrNameLst>
                                      </p:cBhvr>
                                      <p:to>
                                        <p:strVal val="visible"/>
                                      </p:to>
                                    </p:set>
                                    <p:animEffect transition="in" filter="wipe(left)">
                                      <p:cBhvr>
                                        <p:cTn id="103" dur="500"/>
                                        <p:tgtEl>
                                          <p:spTgt spid="86">
                                            <p:txEl>
                                              <p:pRg st="0" end="0"/>
                                            </p:txEl>
                                          </p:spTgt>
                                        </p:tgtEl>
                                      </p:cBhvr>
                                    </p:animEffect>
                                  </p:childTnLst>
                                </p:cTn>
                              </p:par>
                            </p:childTnLst>
                          </p:cTn>
                        </p:par>
                        <p:par>
                          <p:cTn id="104" fill="hold">
                            <p:stCondLst>
                              <p:cond delay="7500"/>
                            </p:stCondLst>
                            <p:childTnLst>
                              <p:par>
                                <p:cTn id="105" presetID="10" presetClass="entr" presetSubtype="0" fill="hold" grpId="0" nodeType="afterEffect">
                                  <p:stCondLst>
                                    <p:cond delay="0"/>
                                  </p:stCondLst>
                                  <p:childTnLst>
                                    <p:set>
                                      <p:cBhvr>
                                        <p:cTn id="106" dur="1" fill="hold">
                                          <p:stCondLst>
                                            <p:cond delay="0"/>
                                          </p:stCondLst>
                                        </p:cTn>
                                        <p:tgtEl>
                                          <p:spTgt spid="85">
                                            <p:txEl>
                                              <p:pRg st="0" end="0"/>
                                            </p:txEl>
                                          </p:spTgt>
                                        </p:tgtEl>
                                        <p:attrNameLst>
                                          <p:attrName>style.visibility</p:attrName>
                                        </p:attrNameLst>
                                      </p:cBhvr>
                                      <p:to>
                                        <p:strVal val="visible"/>
                                      </p:to>
                                    </p:set>
                                    <p:animEffect transition="in" filter="fade">
                                      <p:cBhvr>
                                        <p:cTn id="107" dur="500"/>
                                        <p:tgtEl>
                                          <p:spTgt spid="85">
                                            <p:txEl>
                                              <p:pRg st="0" end="0"/>
                                            </p:txEl>
                                          </p:spTgt>
                                        </p:tgtEl>
                                      </p:cBhvr>
                                    </p:animEffect>
                                  </p:childTnLst>
                                </p:cTn>
                              </p:par>
                            </p:childTnLst>
                          </p:cTn>
                        </p:par>
                        <p:par>
                          <p:cTn id="108" fill="hold">
                            <p:stCondLst>
                              <p:cond delay="8000"/>
                            </p:stCondLst>
                            <p:childTnLst>
                              <p:par>
                                <p:cTn id="109" presetID="49" presetClass="entr" presetSubtype="0" decel="100000" fill="hold" nodeType="afterEffect">
                                  <p:stCondLst>
                                    <p:cond delay="0"/>
                                  </p:stCondLst>
                                  <p:childTnLst>
                                    <p:set>
                                      <p:cBhvr>
                                        <p:cTn id="110" dur="1" fill="hold">
                                          <p:stCondLst>
                                            <p:cond delay="0"/>
                                          </p:stCondLst>
                                        </p:cTn>
                                        <p:tgtEl>
                                          <p:spTgt spid="38"/>
                                        </p:tgtEl>
                                        <p:attrNameLst>
                                          <p:attrName>style.visibility</p:attrName>
                                        </p:attrNameLst>
                                      </p:cBhvr>
                                      <p:to>
                                        <p:strVal val="visible"/>
                                      </p:to>
                                    </p:set>
                                    <p:anim calcmode="lin" valueType="num">
                                      <p:cBhvr>
                                        <p:cTn id="111" dur="500" fill="hold"/>
                                        <p:tgtEl>
                                          <p:spTgt spid="38"/>
                                        </p:tgtEl>
                                        <p:attrNameLst>
                                          <p:attrName>ppt_w</p:attrName>
                                        </p:attrNameLst>
                                      </p:cBhvr>
                                      <p:tavLst>
                                        <p:tav tm="0">
                                          <p:val>
                                            <p:fltVal val="0"/>
                                          </p:val>
                                        </p:tav>
                                        <p:tav tm="100000">
                                          <p:val>
                                            <p:strVal val="#ppt_w"/>
                                          </p:val>
                                        </p:tav>
                                      </p:tavLst>
                                    </p:anim>
                                    <p:anim calcmode="lin" valueType="num">
                                      <p:cBhvr>
                                        <p:cTn id="112" dur="500" fill="hold"/>
                                        <p:tgtEl>
                                          <p:spTgt spid="38"/>
                                        </p:tgtEl>
                                        <p:attrNameLst>
                                          <p:attrName>ppt_h</p:attrName>
                                        </p:attrNameLst>
                                      </p:cBhvr>
                                      <p:tavLst>
                                        <p:tav tm="0">
                                          <p:val>
                                            <p:fltVal val="0"/>
                                          </p:val>
                                        </p:tav>
                                        <p:tav tm="100000">
                                          <p:val>
                                            <p:strVal val="#ppt_h"/>
                                          </p:val>
                                        </p:tav>
                                      </p:tavLst>
                                    </p:anim>
                                    <p:anim calcmode="lin" valueType="num">
                                      <p:cBhvr>
                                        <p:cTn id="113" dur="500" fill="hold"/>
                                        <p:tgtEl>
                                          <p:spTgt spid="38"/>
                                        </p:tgtEl>
                                        <p:attrNameLst>
                                          <p:attrName>style.rotation</p:attrName>
                                        </p:attrNameLst>
                                      </p:cBhvr>
                                      <p:tavLst>
                                        <p:tav tm="0">
                                          <p:val>
                                            <p:fltVal val="360"/>
                                          </p:val>
                                        </p:tav>
                                        <p:tav tm="100000">
                                          <p:val>
                                            <p:fltVal val="0"/>
                                          </p:val>
                                        </p:tav>
                                      </p:tavLst>
                                    </p:anim>
                                    <p:animEffect transition="in" filter="fade">
                                      <p:cBhvr>
                                        <p:cTn id="11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3" grpId="0" animBg="1"/>
      <p:bldP spid="74" grpId="0" animBg="1"/>
      <p:bldP spid="75" grpId="0" animBg="1"/>
      <p:bldP spid="76" grpId="0" build="p"/>
      <p:bldP spid="80" grpId="0" build="p"/>
      <p:bldP spid="81" grpId="0" build="p"/>
      <p:bldP spid="82" grpId="0" build="p"/>
      <p:bldP spid="83" grpId="0" build="p"/>
      <p:bldP spid="84" grpId="0" build="p"/>
      <p:bldP spid="85" grpId="0" build="p"/>
      <p:bldP spid="86" grpId="0" build="p"/>
      <p:bldP spid="87" grpId="0" build="p"/>
      <p:bldP spid="88" grpId="0" build="p"/>
      <p:bldP spid="89" grpId="0" build="p"/>
      <p:bldP spid="99" grpId="0" build="p"/>
      <p:bldP spid="100" grpId="0" animBg="1"/>
      <p:bldP spid="101" grpId="0" animBg="1"/>
      <p:bldP spid="102" grpId="0" animBg="1"/>
      <p:bldP spid="10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017988137"/>
              </p:ext>
            </p:extLst>
          </p:nvPr>
        </p:nvGraphicFramePr>
        <p:xfrm>
          <a:off x="2098518" y="1806602"/>
          <a:ext cx="7991788" cy="3052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Group 4"/>
          <p:cNvGrpSpPr/>
          <p:nvPr/>
        </p:nvGrpSpPr>
        <p:grpSpPr>
          <a:xfrm>
            <a:off x="4697357" y="3190932"/>
            <a:ext cx="575220" cy="575220"/>
            <a:chOff x="4439444" y="1652588"/>
            <a:chExt cx="464344" cy="464344"/>
          </a:xfrm>
          <a:solidFill>
            <a:schemeClr val="accent2"/>
          </a:solidFill>
        </p:grpSpPr>
        <p:sp>
          <p:nvSpPr>
            <p:cNvPr id="6" name="AutoShape 136"/>
            <p:cNvSpPr>
              <a:spLocks/>
            </p:cNvSpPr>
            <p:nvPr/>
          </p:nvSpPr>
          <p:spPr bwMode="auto">
            <a:xfrm>
              <a:off x="4686300" y="1710532"/>
              <a:ext cx="152400" cy="1524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38" y="20579"/>
                  </a:moveTo>
                  <a:lnTo>
                    <a:pt x="19542" y="20579"/>
                  </a:lnTo>
                  <a:cubicBezTo>
                    <a:pt x="19546" y="21142"/>
                    <a:pt x="20004" y="21600"/>
                    <a:pt x="20571" y="21600"/>
                  </a:cubicBezTo>
                  <a:cubicBezTo>
                    <a:pt x="21137" y="21600"/>
                    <a:pt x="21599" y="21138"/>
                    <a:pt x="21599" y="20571"/>
                  </a:cubicBezTo>
                  <a:cubicBezTo>
                    <a:pt x="21599" y="20565"/>
                    <a:pt x="21595" y="20561"/>
                    <a:pt x="21595" y="20555"/>
                  </a:cubicBezTo>
                  <a:cubicBezTo>
                    <a:pt x="21583" y="9221"/>
                    <a:pt x="12411" y="41"/>
                    <a:pt x="1080" y="12"/>
                  </a:cubicBezTo>
                  <a:cubicBezTo>
                    <a:pt x="1064" y="10"/>
                    <a:pt x="1048" y="0"/>
                    <a:pt x="1028" y="0"/>
                  </a:cubicBezTo>
                  <a:cubicBezTo>
                    <a:pt x="458" y="0"/>
                    <a:pt x="0" y="461"/>
                    <a:pt x="0" y="1028"/>
                  </a:cubicBezTo>
                  <a:cubicBezTo>
                    <a:pt x="0" y="1594"/>
                    <a:pt x="458" y="2055"/>
                    <a:pt x="1024" y="2057"/>
                  </a:cubicBezTo>
                  <a:lnTo>
                    <a:pt x="1024" y="2065"/>
                  </a:lnTo>
                  <a:cubicBezTo>
                    <a:pt x="11233" y="2065"/>
                    <a:pt x="19538" y="10370"/>
                    <a:pt x="19538" y="2057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7" name="AutoShape 137"/>
            <p:cNvSpPr>
              <a:spLocks/>
            </p:cNvSpPr>
            <p:nvPr/>
          </p:nvSpPr>
          <p:spPr bwMode="auto">
            <a:xfrm>
              <a:off x="4439444" y="1652588"/>
              <a:ext cx="464344" cy="464344"/>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8" name="AutoShape 138"/>
            <p:cNvSpPr>
              <a:spLocks/>
            </p:cNvSpPr>
            <p:nvPr/>
          </p:nvSpPr>
          <p:spPr bwMode="auto">
            <a:xfrm>
              <a:off x="4686300" y="1652588"/>
              <a:ext cx="217488" cy="217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37" y="2880"/>
                  </a:moveTo>
                  <a:lnTo>
                    <a:pt x="1437" y="2885"/>
                  </a:lnTo>
                  <a:cubicBezTo>
                    <a:pt x="10965" y="2885"/>
                    <a:pt x="18717" y="10637"/>
                    <a:pt x="18717" y="20165"/>
                  </a:cubicBezTo>
                  <a:lnTo>
                    <a:pt x="18720" y="20165"/>
                  </a:lnTo>
                  <a:cubicBezTo>
                    <a:pt x="18722" y="20959"/>
                    <a:pt x="19366" y="21600"/>
                    <a:pt x="20160" y="21600"/>
                  </a:cubicBezTo>
                  <a:cubicBezTo>
                    <a:pt x="20955" y="21600"/>
                    <a:pt x="21599" y="20956"/>
                    <a:pt x="21599" y="20160"/>
                  </a:cubicBezTo>
                  <a:cubicBezTo>
                    <a:pt x="21599" y="20155"/>
                    <a:pt x="21597" y="20152"/>
                    <a:pt x="21597" y="20148"/>
                  </a:cubicBezTo>
                  <a:cubicBezTo>
                    <a:pt x="21588" y="9034"/>
                    <a:pt x="12588" y="28"/>
                    <a:pt x="1476" y="8"/>
                  </a:cubicBezTo>
                  <a:cubicBezTo>
                    <a:pt x="1465" y="7"/>
                    <a:pt x="1454" y="0"/>
                    <a:pt x="1440" y="0"/>
                  </a:cubicBezTo>
                  <a:cubicBezTo>
                    <a:pt x="644" y="0"/>
                    <a:pt x="0" y="644"/>
                    <a:pt x="0" y="1440"/>
                  </a:cubicBezTo>
                  <a:cubicBezTo>
                    <a:pt x="0" y="2234"/>
                    <a:pt x="644" y="2878"/>
                    <a:pt x="1437" y="288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
        <p:nvSpPr>
          <p:cNvPr id="9" name="AutoShape 81"/>
          <p:cNvSpPr>
            <a:spLocks/>
          </p:cNvSpPr>
          <p:nvPr/>
        </p:nvSpPr>
        <p:spPr bwMode="auto">
          <a:xfrm>
            <a:off x="8867444" y="3098828"/>
            <a:ext cx="619515" cy="61951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solidFill>
            <a:schemeClr val="accent1"/>
          </a:solid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nvGrpSpPr>
          <p:cNvPr id="10" name="Group 9"/>
          <p:cNvGrpSpPr/>
          <p:nvPr/>
        </p:nvGrpSpPr>
        <p:grpSpPr>
          <a:xfrm>
            <a:off x="2679271" y="2903277"/>
            <a:ext cx="452832" cy="658461"/>
            <a:chOff x="10146507" y="3505994"/>
            <a:chExt cx="319881" cy="465138"/>
          </a:xfrm>
          <a:solidFill>
            <a:schemeClr val="accent3"/>
          </a:solidFill>
        </p:grpSpPr>
        <p:sp>
          <p:nvSpPr>
            <p:cNvPr id="11" name="AutoShape 30"/>
            <p:cNvSpPr>
              <a:spLocks/>
            </p:cNvSpPr>
            <p:nvPr/>
          </p:nvSpPr>
          <p:spPr bwMode="auto">
            <a:xfrm>
              <a:off x="10146507" y="3505994"/>
              <a:ext cx="319881" cy="465138"/>
            </a:xfrm>
            <a:custGeom>
              <a:avLst/>
              <a:gdLst>
                <a:gd name="T0" fmla="*/ 10383 w 20767"/>
                <a:gd name="T1" fmla="*/ 10800 h 21600"/>
                <a:gd name="T2" fmla="*/ 10383 w 20767"/>
                <a:gd name="T3" fmla="*/ 10800 h 21600"/>
                <a:gd name="T4" fmla="*/ 10383 w 20767"/>
                <a:gd name="T5" fmla="*/ 10800 h 21600"/>
                <a:gd name="T6" fmla="*/ 10383 w 20767"/>
                <a:gd name="T7" fmla="*/ 10800 h 21600"/>
              </a:gdLst>
              <a:ahLst/>
              <a:cxnLst>
                <a:cxn ang="0">
                  <a:pos x="T0" y="T1"/>
                </a:cxn>
                <a:cxn ang="0">
                  <a:pos x="T2" y="T3"/>
                </a:cxn>
                <a:cxn ang="0">
                  <a:pos x="T4" y="T5"/>
                </a:cxn>
                <a:cxn ang="0">
                  <a:pos x="T6" y="T7"/>
                </a:cxn>
              </a:cxnLst>
              <a:rect l="0" t="0" r="r" b="b"/>
              <a:pathLst>
                <a:path w="20767" h="21600">
                  <a:moveTo>
                    <a:pt x="18566" y="16551"/>
                  </a:moveTo>
                  <a:cubicBezTo>
                    <a:pt x="17960" y="18284"/>
                    <a:pt x="17274" y="20249"/>
                    <a:pt x="9436" y="20249"/>
                  </a:cubicBezTo>
                  <a:cubicBezTo>
                    <a:pt x="4711" y="20249"/>
                    <a:pt x="1888" y="17809"/>
                    <a:pt x="1888" y="15451"/>
                  </a:cubicBezTo>
                  <a:cubicBezTo>
                    <a:pt x="1888" y="13645"/>
                    <a:pt x="2349" y="12161"/>
                    <a:pt x="2835" y="10591"/>
                  </a:cubicBezTo>
                  <a:cubicBezTo>
                    <a:pt x="3454" y="8600"/>
                    <a:pt x="4088" y="6563"/>
                    <a:pt x="3813" y="3868"/>
                  </a:cubicBezTo>
                  <a:cubicBezTo>
                    <a:pt x="6723" y="6750"/>
                    <a:pt x="7759" y="10567"/>
                    <a:pt x="7759" y="10567"/>
                  </a:cubicBezTo>
                  <a:cubicBezTo>
                    <a:pt x="7759" y="10567"/>
                    <a:pt x="10468" y="7846"/>
                    <a:pt x="11196" y="6582"/>
                  </a:cubicBezTo>
                  <a:cubicBezTo>
                    <a:pt x="11755" y="7395"/>
                    <a:pt x="12267" y="10124"/>
                    <a:pt x="12267" y="12825"/>
                  </a:cubicBezTo>
                  <a:cubicBezTo>
                    <a:pt x="12267" y="12825"/>
                    <a:pt x="14773" y="11347"/>
                    <a:pt x="16653" y="9127"/>
                  </a:cubicBezTo>
                  <a:cubicBezTo>
                    <a:pt x="18632" y="11666"/>
                    <a:pt x="19346" y="14320"/>
                    <a:pt x="18566" y="16551"/>
                  </a:cubicBezTo>
                  <a:moveTo>
                    <a:pt x="16041" y="6075"/>
                  </a:moveTo>
                  <a:cubicBezTo>
                    <a:pt x="15982" y="7879"/>
                    <a:pt x="14088" y="9404"/>
                    <a:pt x="14088" y="9404"/>
                  </a:cubicBezTo>
                  <a:cubicBezTo>
                    <a:pt x="14088" y="6046"/>
                    <a:pt x="10380" y="3375"/>
                    <a:pt x="10380" y="3375"/>
                  </a:cubicBezTo>
                  <a:cubicBezTo>
                    <a:pt x="10380" y="3375"/>
                    <a:pt x="10330" y="5373"/>
                    <a:pt x="8452" y="7389"/>
                  </a:cubicBezTo>
                  <a:cubicBezTo>
                    <a:pt x="6574" y="2686"/>
                    <a:pt x="938" y="0"/>
                    <a:pt x="938" y="0"/>
                  </a:cubicBezTo>
                  <a:cubicBezTo>
                    <a:pt x="3756" y="7389"/>
                    <a:pt x="0" y="10076"/>
                    <a:pt x="0" y="15451"/>
                  </a:cubicBezTo>
                  <a:cubicBezTo>
                    <a:pt x="0" y="18604"/>
                    <a:pt x="3730" y="21599"/>
                    <a:pt x="9436" y="21599"/>
                  </a:cubicBezTo>
                  <a:cubicBezTo>
                    <a:pt x="17888" y="21599"/>
                    <a:pt x="19523" y="19379"/>
                    <a:pt x="20396" y="16878"/>
                  </a:cubicBezTo>
                  <a:cubicBezTo>
                    <a:pt x="21599" y="13436"/>
                    <a:pt x="19797" y="9432"/>
                    <a:pt x="16041" y="607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2" name="AutoShape 31"/>
            <p:cNvSpPr>
              <a:spLocks/>
            </p:cNvSpPr>
            <p:nvPr/>
          </p:nvSpPr>
          <p:spPr bwMode="auto">
            <a:xfrm>
              <a:off x="10205244" y="3709194"/>
              <a:ext cx="205581" cy="166688"/>
            </a:xfrm>
            <a:custGeom>
              <a:avLst/>
              <a:gdLst>
                <a:gd name="T0" fmla="*/ 10641 w 21282"/>
                <a:gd name="T1" fmla="*/ 10800 h 21600"/>
                <a:gd name="T2" fmla="*/ 10641 w 21282"/>
                <a:gd name="T3" fmla="*/ 10800 h 21600"/>
                <a:gd name="T4" fmla="*/ 10641 w 21282"/>
                <a:gd name="T5" fmla="*/ 10800 h 21600"/>
                <a:gd name="T6" fmla="*/ 10641 w 21282"/>
                <a:gd name="T7" fmla="*/ 10800 h 21600"/>
              </a:gdLst>
              <a:ahLst/>
              <a:cxnLst>
                <a:cxn ang="0">
                  <a:pos x="T0" y="T1"/>
                </a:cxn>
                <a:cxn ang="0">
                  <a:pos x="T2" y="T3"/>
                </a:cxn>
                <a:cxn ang="0">
                  <a:pos x="T4" y="T5"/>
                </a:cxn>
                <a:cxn ang="0">
                  <a:pos x="T6" y="T7"/>
                </a:cxn>
              </a:cxnLst>
              <a:rect l="0" t="0" r="r" b="b"/>
              <a:pathLst>
                <a:path w="21282" h="21600">
                  <a:moveTo>
                    <a:pt x="20698" y="5891"/>
                  </a:moveTo>
                  <a:lnTo>
                    <a:pt x="19424" y="7749"/>
                  </a:lnTo>
                  <a:cubicBezTo>
                    <a:pt x="17846" y="10064"/>
                    <a:pt x="16352" y="12259"/>
                    <a:pt x="12365" y="14784"/>
                  </a:cubicBezTo>
                  <a:cubicBezTo>
                    <a:pt x="11794" y="12631"/>
                    <a:pt x="11275" y="10259"/>
                    <a:pt x="11275" y="6631"/>
                  </a:cubicBezTo>
                  <a:lnTo>
                    <a:pt x="11275" y="3408"/>
                  </a:lnTo>
                  <a:lnTo>
                    <a:pt x="9000" y="7893"/>
                  </a:lnTo>
                  <a:cubicBezTo>
                    <a:pt x="8233" y="9421"/>
                    <a:pt x="7598" y="10690"/>
                    <a:pt x="6649" y="12373"/>
                  </a:cubicBezTo>
                  <a:cubicBezTo>
                    <a:pt x="5211" y="8296"/>
                    <a:pt x="4195" y="5281"/>
                    <a:pt x="3422" y="2545"/>
                  </a:cubicBezTo>
                  <a:lnTo>
                    <a:pt x="2705" y="0"/>
                  </a:lnTo>
                  <a:lnTo>
                    <a:pt x="1926" y="2847"/>
                  </a:lnTo>
                  <a:cubicBezTo>
                    <a:pt x="936" y="6469"/>
                    <a:pt x="0" y="9891"/>
                    <a:pt x="0" y="18771"/>
                  </a:cubicBezTo>
                  <a:cubicBezTo>
                    <a:pt x="0" y="19292"/>
                    <a:pt x="333" y="19714"/>
                    <a:pt x="749" y="19714"/>
                  </a:cubicBezTo>
                  <a:cubicBezTo>
                    <a:pt x="1162" y="19714"/>
                    <a:pt x="1499" y="19292"/>
                    <a:pt x="1499" y="18771"/>
                  </a:cubicBezTo>
                  <a:cubicBezTo>
                    <a:pt x="1499" y="11964"/>
                    <a:pt x="2037" y="8594"/>
                    <a:pt x="2758" y="5681"/>
                  </a:cubicBezTo>
                  <a:cubicBezTo>
                    <a:pt x="3537" y="8174"/>
                    <a:pt x="4520" y="11009"/>
                    <a:pt x="5812" y="14638"/>
                  </a:cubicBezTo>
                  <a:lnTo>
                    <a:pt x="6339" y="16117"/>
                  </a:lnTo>
                  <a:lnTo>
                    <a:pt x="7100" y="14811"/>
                  </a:lnTo>
                  <a:cubicBezTo>
                    <a:pt x="8344" y="12681"/>
                    <a:pt x="9085" y="11248"/>
                    <a:pt x="9896" y="9638"/>
                  </a:cubicBezTo>
                  <a:cubicBezTo>
                    <a:pt x="10133" y="12428"/>
                    <a:pt x="10681" y="14428"/>
                    <a:pt x="11223" y="16408"/>
                  </a:cubicBezTo>
                  <a:lnTo>
                    <a:pt x="11495" y="17404"/>
                  </a:lnTo>
                  <a:lnTo>
                    <a:pt x="12253" y="16953"/>
                  </a:lnTo>
                  <a:cubicBezTo>
                    <a:pt x="16306" y="14531"/>
                    <a:pt x="18203" y="12327"/>
                    <a:pt x="19708" y="10211"/>
                  </a:cubicBezTo>
                  <a:cubicBezTo>
                    <a:pt x="19942" y="13727"/>
                    <a:pt x="19573" y="17574"/>
                    <a:pt x="18698" y="20305"/>
                  </a:cubicBezTo>
                  <a:cubicBezTo>
                    <a:pt x="18543" y="20787"/>
                    <a:pt x="18730" y="21336"/>
                    <a:pt x="19114" y="21531"/>
                  </a:cubicBezTo>
                  <a:cubicBezTo>
                    <a:pt x="19204" y="21577"/>
                    <a:pt x="19301" y="21599"/>
                    <a:pt x="19395" y="21599"/>
                  </a:cubicBezTo>
                  <a:cubicBezTo>
                    <a:pt x="19690" y="21599"/>
                    <a:pt x="19972" y="21377"/>
                    <a:pt x="20089" y="21008"/>
                  </a:cubicBezTo>
                  <a:cubicBezTo>
                    <a:pt x="21251" y="17380"/>
                    <a:pt x="21600" y="12213"/>
                    <a:pt x="20976" y="7841"/>
                  </a:cubicBezTo>
                  <a:cubicBezTo>
                    <a:pt x="20976" y="7841"/>
                    <a:pt x="20698" y="5891"/>
                    <a:pt x="20698" y="5891"/>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
        <p:nvSpPr>
          <p:cNvPr id="16" name="Rectangle 15"/>
          <p:cNvSpPr/>
          <p:nvPr/>
        </p:nvSpPr>
        <p:spPr>
          <a:xfrm>
            <a:off x="1072137" y="5104220"/>
            <a:ext cx="9975275" cy="1041682"/>
          </a:xfrm>
          <a:prstGeom prst="rect">
            <a:avLst/>
          </a:prstGeom>
        </p:spPr>
        <p:txBody>
          <a:bodyPr wrap="square" lIns="117208" tIns="58604" rIns="117208" bIns="58604">
            <a:spAutoFit/>
          </a:bodyPr>
          <a:lstStyle/>
          <a:p>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200" dirty="0" err="1" smtClean="0">
                <a:latin typeface="Open Sans Light" pitchFamily="34" charset="0"/>
                <a:ea typeface="Open Sans Light" pitchFamily="34" charset="0"/>
                <a:cs typeface="Open Sans Light" pitchFamily="34" charset="0"/>
              </a:rPr>
              <a:t>popularised</a:t>
            </a:r>
            <a:r>
              <a:rPr lang="en-US" sz="1200" dirty="0" smtClean="0">
                <a:latin typeface="Open Sans Light" pitchFamily="34" charset="0"/>
                <a:ea typeface="Open Sans Light" pitchFamily="34" charset="0"/>
                <a:cs typeface="Open Sans Light" pitchFamily="34" charset="0"/>
              </a:rPr>
              <a:t> in the 1960s with the release of </a:t>
            </a:r>
            <a:r>
              <a:rPr lang="en-US" sz="1200" dirty="0" err="1" smtClean="0">
                <a:latin typeface="Open Sans Light" pitchFamily="34" charset="0"/>
                <a:ea typeface="Open Sans Light" pitchFamily="34" charset="0"/>
                <a:cs typeface="Open Sans Light" pitchFamily="34" charset="0"/>
              </a:rPr>
              <a:t>Letraset</a:t>
            </a:r>
            <a:r>
              <a:rPr lang="en-US" sz="1200" dirty="0" smtClean="0">
                <a:latin typeface="Open Sans Light" pitchFamily="34" charset="0"/>
                <a:ea typeface="Open Sans Light" pitchFamily="34" charset="0"/>
                <a:cs typeface="Open Sans Light" pitchFamily="34" charset="0"/>
              </a:rPr>
              <a:t> sheets containing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passages, and more recently with desktop publishing software like Aldus PageMaker including versions of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a:t>
            </a:r>
            <a:endParaRPr lang="en-US" sz="1200" dirty="0">
              <a:latin typeface="Open Sans Light" pitchFamily="34" charset="0"/>
              <a:ea typeface="Open Sans Light" pitchFamily="34" charset="0"/>
              <a:cs typeface="Open Sans Light" pitchFamily="34" charset="0"/>
            </a:endParaRPr>
          </a:p>
        </p:txBody>
      </p:sp>
      <p:sp>
        <p:nvSpPr>
          <p:cNvPr id="17"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DATA ANALYSIS</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18" name="Rectangle 17"/>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19" name="Group 18"/>
          <p:cNvGrpSpPr/>
          <p:nvPr/>
        </p:nvGrpSpPr>
        <p:grpSpPr>
          <a:xfrm rot="10800000" flipV="1">
            <a:off x="5380522" y="1080697"/>
            <a:ext cx="1427781" cy="45707"/>
            <a:chOff x="3965945" y="1385354"/>
            <a:chExt cx="4572000" cy="79107"/>
          </a:xfrm>
        </p:grpSpPr>
        <p:sp>
          <p:nvSpPr>
            <p:cNvPr id="20" name="Rectangle 19"/>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1" name="Rectangle 20"/>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2" name="Rectangle 21"/>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3" name="Rectangle 22"/>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4" name="Rectangle 23"/>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grpSp>
        <p:nvGrpSpPr>
          <p:cNvPr id="25" name="Group 24"/>
          <p:cNvGrpSpPr/>
          <p:nvPr/>
        </p:nvGrpSpPr>
        <p:grpSpPr>
          <a:xfrm>
            <a:off x="6890663" y="2903277"/>
            <a:ext cx="452832" cy="658461"/>
            <a:chOff x="10146507" y="3505994"/>
            <a:chExt cx="319881" cy="465138"/>
          </a:xfrm>
          <a:solidFill>
            <a:schemeClr val="accent4"/>
          </a:solidFill>
        </p:grpSpPr>
        <p:sp>
          <p:nvSpPr>
            <p:cNvPr id="26" name="AutoShape 30"/>
            <p:cNvSpPr>
              <a:spLocks/>
            </p:cNvSpPr>
            <p:nvPr/>
          </p:nvSpPr>
          <p:spPr bwMode="auto">
            <a:xfrm>
              <a:off x="10146507" y="3505994"/>
              <a:ext cx="319881" cy="465138"/>
            </a:xfrm>
            <a:custGeom>
              <a:avLst/>
              <a:gdLst>
                <a:gd name="T0" fmla="*/ 10383 w 20767"/>
                <a:gd name="T1" fmla="*/ 10800 h 21600"/>
                <a:gd name="T2" fmla="*/ 10383 w 20767"/>
                <a:gd name="T3" fmla="*/ 10800 h 21600"/>
                <a:gd name="T4" fmla="*/ 10383 w 20767"/>
                <a:gd name="T5" fmla="*/ 10800 h 21600"/>
                <a:gd name="T6" fmla="*/ 10383 w 20767"/>
                <a:gd name="T7" fmla="*/ 10800 h 21600"/>
              </a:gdLst>
              <a:ahLst/>
              <a:cxnLst>
                <a:cxn ang="0">
                  <a:pos x="T0" y="T1"/>
                </a:cxn>
                <a:cxn ang="0">
                  <a:pos x="T2" y="T3"/>
                </a:cxn>
                <a:cxn ang="0">
                  <a:pos x="T4" y="T5"/>
                </a:cxn>
                <a:cxn ang="0">
                  <a:pos x="T6" y="T7"/>
                </a:cxn>
              </a:cxnLst>
              <a:rect l="0" t="0" r="r" b="b"/>
              <a:pathLst>
                <a:path w="20767" h="21600">
                  <a:moveTo>
                    <a:pt x="18566" y="16551"/>
                  </a:moveTo>
                  <a:cubicBezTo>
                    <a:pt x="17960" y="18284"/>
                    <a:pt x="17274" y="20249"/>
                    <a:pt x="9436" y="20249"/>
                  </a:cubicBezTo>
                  <a:cubicBezTo>
                    <a:pt x="4711" y="20249"/>
                    <a:pt x="1888" y="17809"/>
                    <a:pt x="1888" y="15451"/>
                  </a:cubicBezTo>
                  <a:cubicBezTo>
                    <a:pt x="1888" y="13645"/>
                    <a:pt x="2349" y="12161"/>
                    <a:pt x="2835" y="10591"/>
                  </a:cubicBezTo>
                  <a:cubicBezTo>
                    <a:pt x="3454" y="8600"/>
                    <a:pt x="4088" y="6563"/>
                    <a:pt x="3813" y="3868"/>
                  </a:cubicBezTo>
                  <a:cubicBezTo>
                    <a:pt x="6723" y="6750"/>
                    <a:pt x="7759" y="10567"/>
                    <a:pt x="7759" y="10567"/>
                  </a:cubicBezTo>
                  <a:cubicBezTo>
                    <a:pt x="7759" y="10567"/>
                    <a:pt x="10468" y="7846"/>
                    <a:pt x="11196" y="6582"/>
                  </a:cubicBezTo>
                  <a:cubicBezTo>
                    <a:pt x="11755" y="7395"/>
                    <a:pt x="12267" y="10124"/>
                    <a:pt x="12267" y="12825"/>
                  </a:cubicBezTo>
                  <a:cubicBezTo>
                    <a:pt x="12267" y="12825"/>
                    <a:pt x="14773" y="11347"/>
                    <a:pt x="16653" y="9127"/>
                  </a:cubicBezTo>
                  <a:cubicBezTo>
                    <a:pt x="18632" y="11666"/>
                    <a:pt x="19346" y="14320"/>
                    <a:pt x="18566" y="16551"/>
                  </a:cubicBezTo>
                  <a:moveTo>
                    <a:pt x="16041" y="6075"/>
                  </a:moveTo>
                  <a:cubicBezTo>
                    <a:pt x="15982" y="7879"/>
                    <a:pt x="14088" y="9404"/>
                    <a:pt x="14088" y="9404"/>
                  </a:cubicBezTo>
                  <a:cubicBezTo>
                    <a:pt x="14088" y="6046"/>
                    <a:pt x="10380" y="3375"/>
                    <a:pt x="10380" y="3375"/>
                  </a:cubicBezTo>
                  <a:cubicBezTo>
                    <a:pt x="10380" y="3375"/>
                    <a:pt x="10330" y="5373"/>
                    <a:pt x="8452" y="7389"/>
                  </a:cubicBezTo>
                  <a:cubicBezTo>
                    <a:pt x="6574" y="2686"/>
                    <a:pt x="938" y="0"/>
                    <a:pt x="938" y="0"/>
                  </a:cubicBezTo>
                  <a:cubicBezTo>
                    <a:pt x="3756" y="7389"/>
                    <a:pt x="0" y="10076"/>
                    <a:pt x="0" y="15451"/>
                  </a:cubicBezTo>
                  <a:cubicBezTo>
                    <a:pt x="0" y="18604"/>
                    <a:pt x="3730" y="21599"/>
                    <a:pt x="9436" y="21599"/>
                  </a:cubicBezTo>
                  <a:cubicBezTo>
                    <a:pt x="17888" y="21599"/>
                    <a:pt x="19523" y="19379"/>
                    <a:pt x="20396" y="16878"/>
                  </a:cubicBezTo>
                  <a:cubicBezTo>
                    <a:pt x="21599" y="13436"/>
                    <a:pt x="19797" y="9432"/>
                    <a:pt x="16041" y="607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27" name="AutoShape 31"/>
            <p:cNvSpPr>
              <a:spLocks/>
            </p:cNvSpPr>
            <p:nvPr/>
          </p:nvSpPr>
          <p:spPr bwMode="auto">
            <a:xfrm>
              <a:off x="10205244" y="3709194"/>
              <a:ext cx="205581" cy="166688"/>
            </a:xfrm>
            <a:custGeom>
              <a:avLst/>
              <a:gdLst>
                <a:gd name="T0" fmla="*/ 10641 w 21282"/>
                <a:gd name="T1" fmla="*/ 10800 h 21600"/>
                <a:gd name="T2" fmla="*/ 10641 w 21282"/>
                <a:gd name="T3" fmla="*/ 10800 h 21600"/>
                <a:gd name="T4" fmla="*/ 10641 w 21282"/>
                <a:gd name="T5" fmla="*/ 10800 h 21600"/>
                <a:gd name="T6" fmla="*/ 10641 w 21282"/>
                <a:gd name="T7" fmla="*/ 10800 h 21600"/>
              </a:gdLst>
              <a:ahLst/>
              <a:cxnLst>
                <a:cxn ang="0">
                  <a:pos x="T0" y="T1"/>
                </a:cxn>
                <a:cxn ang="0">
                  <a:pos x="T2" y="T3"/>
                </a:cxn>
                <a:cxn ang="0">
                  <a:pos x="T4" y="T5"/>
                </a:cxn>
                <a:cxn ang="0">
                  <a:pos x="T6" y="T7"/>
                </a:cxn>
              </a:cxnLst>
              <a:rect l="0" t="0" r="r" b="b"/>
              <a:pathLst>
                <a:path w="21282" h="21600">
                  <a:moveTo>
                    <a:pt x="20698" y="5891"/>
                  </a:moveTo>
                  <a:lnTo>
                    <a:pt x="19424" y="7749"/>
                  </a:lnTo>
                  <a:cubicBezTo>
                    <a:pt x="17846" y="10064"/>
                    <a:pt x="16352" y="12259"/>
                    <a:pt x="12365" y="14784"/>
                  </a:cubicBezTo>
                  <a:cubicBezTo>
                    <a:pt x="11794" y="12631"/>
                    <a:pt x="11275" y="10259"/>
                    <a:pt x="11275" y="6631"/>
                  </a:cubicBezTo>
                  <a:lnTo>
                    <a:pt x="11275" y="3408"/>
                  </a:lnTo>
                  <a:lnTo>
                    <a:pt x="9000" y="7893"/>
                  </a:lnTo>
                  <a:cubicBezTo>
                    <a:pt x="8233" y="9421"/>
                    <a:pt x="7598" y="10690"/>
                    <a:pt x="6649" y="12373"/>
                  </a:cubicBezTo>
                  <a:cubicBezTo>
                    <a:pt x="5211" y="8296"/>
                    <a:pt x="4195" y="5281"/>
                    <a:pt x="3422" y="2545"/>
                  </a:cubicBezTo>
                  <a:lnTo>
                    <a:pt x="2705" y="0"/>
                  </a:lnTo>
                  <a:lnTo>
                    <a:pt x="1926" y="2847"/>
                  </a:lnTo>
                  <a:cubicBezTo>
                    <a:pt x="936" y="6469"/>
                    <a:pt x="0" y="9891"/>
                    <a:pt x="0" y="18771"/>
                  </a:cubicBezTo>
                  <a:cubicBezTo>
                    <a:pt x="0" y="19292"/>
                    <a:pt x="333" y="19714"/>
                    <a:pt x="749" y="19714"/>
                  </a:cubicBezTo>
                  <a:cubicBezTo>
                    <a:pt x="1162" y="19714"/>
                    <a:pt x="1499" y="19292"/>
                    <a:pt x="1499" y="18771"/>
                  </a:cubicBezTo>
                  <a:cubicBezTo>
                    <a:pt x="1499" y="11964"/>
                    <a:pt x="2037" y="8594"/>
                    <a:pt x="2758" y="5681"/>
                  </a:cubicBezTo>
                  <a:cubicBezTo>
                    <a:pt x="3537" y="8174"/>
                    <a:pt x="4520" y="11009"/>
                    <a:pt x="5812" y="14638"/>
                  </a:cubicBezTo>
                  <a:lnTo>
                    <a:pt x="6339" y="16117"/>
                  </a:lnTo>
                  <a:lnTo>
                    <a:pt x="7100" y="14811"/>
                  </a:lnTo>
                  <a:cubicBezTo>
                    <a:pt x="8344" y="12681"/>
                    <a:pt x="9085" y="11248"/>
                    <a:pt x="9896" y="9638"/>
                  </a:cubicBezTo>
                  <a:cubicBezTo>
                    <a:pt x="10133" y="12428"/>
                    <a:pt x="10681" y="14428"/>
                    <a:pt x="11223" y="16408"/>
                  </a:cubicBezTo>
                  <a:lnTo>
                    <a:pt x="11495" y="17404"/>
                  </a:lnTo>
                  <a:lnTo>
                    <a:pt x="12253" y="16953"/>
                  </a:lnTo>
                  <a:cubicBezTo>
                    <a:pt x="16306" y="14531"/>
                    <a:pt x="18203" y="12327"/>
                    <a:pt x="19708" y="10211"/>
                  </a:cubicBezTo>
                  <a:cubicBezTo>
                    <a:pt x="19942" y="13727"/>
                    <a:pt x="19573" y="17574"/>
                    <a:pt x="18698" y="20305"/>
                  </a:cubicBezTo>
                  <a:cubicBezTo>
                    <a:pt x="18543" y="20787"/>
                    <a:pt x="18730" y="21336"/>
                    <a:pt x="19114" y="21531"/>
                  </a:cubicBezTo>
                  <a:cubicBezTo>
                    <a:pt x="19204" y="21577"/>
                    <a:pt x="19301" y="21599"/>
                    <a:pt x="19395" y="21599"/>
                  </a:cubicBezTo>
                  <a:cubicBezTo>
                    <a:pt x="19690" y="21599"/>
                    <a:pt x="19972" y="21377"/>
                    <a:pt x="20089" y="21008"/>
                  </a:cubicBezTo>
                  <a:cubicBezTo>
                    <a:pt x="21251" y="17380"/>
                    <a:pt x="21600" y="12213"/>
                    <a:pt x="20976" y="7841"/>
                  </a:cubicBezTo>
                  <a:cubicBezTo>
                    <a:pt x="20976" y="7841"/>
                    <a:pt x="20698" y="5891"/>
                    <a:pt x="20698" y="5891"/>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graphicEl>
                                              <a:dgm id="{3B837679-D346-4EBB-AB0C-EE653ACF3C6C}"/>
                                            </p:graphicEl>
                                          </p:spTgt>
                                        </p:tgtEl>
                                        <p:attrNameLst>
                                          <p:attrName>style.visibility</p:attrName>
                                        </p:attrNameLst>
                                      </p:cBhvr>
                                      <p:to>
                                        <p:strVal val="visible"/>
                                      </p:to>
                                    </p:set>
                                    <p:animEffect transition="in" filter="wipe(left)">
                                      <p:cBhvr>
                                        <p:cTn id="7" dur="500"/>
                                        <p:tgtEl>
                                          <p:spTgt spid="2">
                                            <p:graphicEl>
                                              <a:dgm id="{3B837679-D346-4EBB-AB0C-EE653ACF3C6C}"/>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graphicEl>
                                              <a:dgm id="{5CD9D2C4-CA47-4E2F-9386-15BF2C5BFCE9}"/>
                                            </p:graphicEl>
                                          </p:spTgt>
                                        </p:tgtEl>
                                        <p:attrNameLst>
                                          <p:attrName>style.visibility</p:attrName>
                                        </p:attrNameLst>
                                      </p:cBhvr>
                                      <p:to>
                                        <p:strVal val="visible"/>
                                      </p:to>
                                    </p:set>
                                    <p:animEffect transition="in" filter="wipe(left)">
                                      <p:cBhvr>
                                        <p:cTn id="11" dur="500"/>
                                        <p:tgtEl>
                                          <p:spTgt spid="2">
                                            <p:graphicEl>
                                              <a:dgm id="{5CD9D2C4-CA47-4E2F-9386-15BF2C5BFCE9}"/>
                                            </p:graphic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graphicEl>
                                              <a:dgm id="{1FE64DFD-23AF-4F50-BCBC-C27132FB3B0D}"/>
                                            </p:graphicEl>
                                          </p:spTgt>
                                        </p:tgtEl>
                                        <p:attrNameLst>
                                          <p:attrName>style.visibility</p:attrName>
                                        </p:attrNameLst>
                                      </p:cBhvr>
                                      <p:to>
                                        <p:strVal val="visible"/>
                                      </p:to>
                                    </p:set>
                                    <p:animEffect transition="in" filter="wipe(left)">
                                      <p:cBhvr>
                                        <p:cTn id="15" dur="500"/>
                                        <p:tgtEl>
                                          <p:spTgt spid="2">
                                            <p:graphicEl>
                                              <a:dgm id="{1FE64DFD-23AF-4F50-BCBC-C27132FB3B0D}"/>
                                            </p:graphic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graphicEl>
                                              <a:dgm id="{D1957E8D-52E6-47CA-9E1F-B3BE7EB3E09B}"/>
                                            </p:graphicEl>
                                          </p:spTgt>
                                        </p:tgtEl>
                                        <p:attrNameLst>
                                          <p:attrName>style.visibility</p:attrName>
                                        </p:attrNameLst>
                                      </p:cBhvr>
                                      <p:to>
                                        <p:strVal val="visible"/>
                                      </p:to>
                                    </p:set>
                                    <p:animEffect transition="in" filter="wipe(left)">
                                      <p:cBhvr>
                                        <p:cTn id="19" dur="500"/>
                                        <p:tgtEl>
                                          <p:spTgt spid="2">
                                            <p:graphicEl>
                                              <a:dgm id="{D1957E8D-52E6-47CA-9E1F-B3BE7EB3E09B}"/>
                                            </p:graphic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graphicEl>
                                              <a:dgm id="{B651F1CF-D429-4713-ABB8-9F7461E4F7F5}"/>
                                            </p:graphicEl>
                                          </p:spTgt>
                                        </p:tgtEl>
                                        <p:attrNameLst>
                                          <p:attrName>style.visibility</p:attrName>
                                        </p:attrNameLst>
                                      </p:cBhvr>
                                      <p:to>
                                        <p:strVal val="visible"/>
                                      </p:to>
                                    </p:set>
                                    <p:animEffect transition="in" filter="wipe(left)">
                                      <p:cBhvr>
                                        <p:cTn id="23" dur="500"/>
                                        <p:tgtEl>
                                          <p:spTgt spid="2">
                                            <p:graphicEl>
                                              <a:dgm id="{B651F1CF-D429-4713-ABB8-9F7461E4F7F5}"/>
                                            </p:graphic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
                                            <p:graphicEl>
                                              <a:dgm id="{BF198A36-C0C4-4E90-AC13-6C982ACE8400}"/>
                                            </p:graphicEl>
                                          </p:spTgt>
                                        </p:tgtEl>
                                        <p:attrNameLst>
                                          <p:attrName>style.visibility</p:attrName>
                                        </p:attrNameLst>
                                      </p:cBhvr>
                                      <p:to>
                                        <p:strVal val="visible"/>
                                      </p:to>
                                    </p:set>
                                    <p:animEffect transition="in" filter="wipe(left)">
                                      <p:cBhvr>
                                        <p:cTn id="27" dur="500"/>
                                        <p:tgtEl>
                                          <p:spTgt spid="2">
                                            <p:graphicEl>
                                              <a:dgm id="{BF198A36-C0C4-4E90-AC13-6C982ACE8400}"/>
                                            </p:graphic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2">
                                            <p:graphicEl>
                                              <a:dgm id="{47A26F57-A010-4072-9EBD-86BD6484D91B}"/>
                                            </p:graphicEl>
                                          </p:spTgt>
                                        </p:tgtEl>
                                        <p:attrNameLst>
                                          <p:attrName>style.visibility</p:attrName>
                                        </p:attrNameLst>
                                      </p:cBhvr>
                                      <p:to>
                                        <p:strVal val="visible"/>
                                      </p:to>
                                    </p:set>
                                    <p:animEffect transition="in" filter="wipe(left)">
                                      <p:cBhvr>
                                        <p:cTn id="31" dur="500"/>
                                        <p:tgtEl>
                                          <p:spTgt spid="2">
                                            <p:graphicEl>
                                              <a:dgm id="{47A26F57-A010-4072-9EBD-86BD6484D91B}"/>
                                            </p:graphicEl>
                                          </p:spTgt>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2">
                                            <p:graphicEl>
                                              <a:dgm id="{C26DB7B9-FAD6-48DB-954D-A5E46F77BD6D}"/>
                                            </p:graphicEl>
                                          </p:spTgt>
                                        </p:tgtEl>
                                        <p:attrNameLst>
                                          <p:attrName>style.visibility</p:attrName>
                                        </p:attrNameLst>
                                      </p:cBhvr>
                                      <p:to>
                                        <p:strVal val="visible"/>
                                      </p:to>
                                    </p:set>
                                    <p:animEffect transition="in" filter="wipe(left)">
                                      <p:cBhvr>
                                        <p:cTn id="35" dur="500"/>
                                        <p:tgtEl>
                                          <p:spTgt spid="2">
                                            <p:graphicEl>
                                              <a:dgm id="{C26DB7B9-FAD6-48DB-954D-A5E46F77BD6D}"/>
                                            </p:graphicEl>
                                          </p:spTgt>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2">
                                            <p:graphicEl>
                                              <a:dgm id="{2467359E-7225-4CFB-BBD2-900CCD5D7BDE}"/>
                                            </p:graphicEl>
                                          </p:spTgt>
                                        </p:tgtEl>
                                        <p:attrNameLst>
                                          <p:attrName>style.visibility</p:attrName>
                                        </p:attrNameLst>
                                      </p:cBhvr>
                                      <p:to>
                                        <p:strVal val="visible"/>
                                      </p:to>
                                    </p:set>
                                    <p:animEffect transition="in" filter="wipe(left)">
                                      <p:cBhvr>
                                        <p:cTn id="39" dur="500"/>
                                        <p:tgtEl>
                                          <p:spTgt spid="2">
                                            <p:graphicEl>
                                              <a:dgm id="{2467359E-7225-4CFB-BBD2-900CCD5D7BDE}"/>
                                            </p:graphicEl>
                                          </p:spTgt>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2">
                                            <p:graphicEl>
                                              <a:dgm id="{A9F63716-280D-4A8A-8AF8-9D84FEF36D8F}"/>
                                            </p:graphicEl>
                                          </p:spTgt>
                                        </p:tgtEl>
                                        <p:attrNameLst>
                                          <p:attrName>style.visibility</p:attrName>
                                        </p:attrNameLst>
                                      </p:cBhvr>
                                      <p:to>
                                        <p:strVal val="visible"/>
                                      </p:to>
                                    </p:set>
                                    <p:animEffect transition="in" filter="wipe(left)">
                                      <p:cBhvr>
                                        <p:cTn id="43" dur="500"/>
                                        <p:tgtEl>
                                          <p:spTgt spid="2">
                                            <p:graphicEl>
                                              <a:dgm id="{A9F63716-280D-4A8A-8AF8-9D84FEF36D8F}"/>
                                            </p:graphicEl>
                                          </p:spTgt>
                                        </p:tgtEl>
                                      </p:cBhvr>
                                    </p:animEffect>
                                  </p:childTnLst>
                                </p:cTn>
                              </p:par>
                            </p:childTnLst>
                          </p:cTn>
                        </p:par>
                        <p:par>
                          <p:cTn id="44" fill="hold">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2">
                                            <p:graphicEl>
                                              <a:dgm id="{939DFC11-B217-40F1-B0EE-ADA1D5FE8FDC}"/>
                                            </p:graphicEl>
                                          </p:spTgt>
                                        </p:tgtEl>
                                        <p:attrNameLst>
                                          <p:attrName>style.visibility</p:attrName>
                                        </p:attrNameLst>
                                      </p:cBhvr>
                                      <p:to>
                                        <p:strVal val="visible"/>
                                      </p:to>
                                    </p:set>
                                    <p:animEffect transition="in" filter="wipe(left)">
                                      <p:cBhvr>
                                        <p:cTn id="47" dur="500"/>
                                        <p:tgtEl>
                                          <p:spTgt spid="2">
                                            <p:graphicEl>
                                              <a:dgm id="{939DFC11-B217-40F1-B0EE-ADA1D5FE8FDC}"/>
                                            </p:graphicEl>
                                          </p:spTgt>
                                        </p:tgtEl>
                                      </p:cBhvr>
                                    </p:animEffect>
                                  </p:childTnLst>
                                </p:cTn>
                              </p:par>
                            </p:childTnLst>
                          </p:cTn>
                        </p:par>
                        <p:par>
                          <p:cTn id="48" fill="hold">
                            <p:stCondLst>
                              <p:cond delay="5500"/>
                            </p:stCondLst>
                            <p:childTnLst>
                              <p:par>
                                <p:cTn id="49" presetID="14" presetClass="entr" presetSubtype="10" fill="hold"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randombar(horizontal)">
                                      <p:cBhvr>
                                        <p:cTn id="51" dur="500"/>
                                        <p:tgtEl>
                                          <p:spTgt spid="10"/>
                                        </p:tgtEl>
                                      </p:cBhvr>
                                    </p:animEffect>
                                  </p:childTnLst>
                                </p:cTn>
                              </p:par>
                            </p:childTnLst>
                          </p:cTn>
                        </p:par>
                        <p:par>
                          <p:cTn id="52" fill="hold">
                            <p:stCondLst>
                              <p:cond delay="6000"/>
                            </p:stCondLst>
                            <p:childTnLst>
                              <p:par>
                                <p:cTn id="53" presetID="14" presetClass="entr" presetSubtype="10" fill="hold" nodeType="after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randombar(horizontal)">
                                      <p:cBhvr>
                                        <p:cTn id="55" dur="500"/>
                                        <p:tgtEl>
                                          <p:spTgt spid="5"/>
                                        </p:tgtEl>
                                      </p:cBhvr>
                                    </p:animEffect>
                                  </p:childTnLst>
                                </p:cTn>
                              </p:par>
                            </p:childTnLst>
                          </p:cTn>
                        </p:par>
                        <p:par>
                          <p:cTn id="56" fill="hold">
                            <p:stCondLst>
                              <p:cond delay="6500"/>
                            </p:stCondLst>
                            <p:childTnLst>
                              <p:par>
                                <p:cTn id="57" presetID="14" presetClass="entr" presetSubtype="10" fill="hold" grpId="0" nodeType="after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randombar(horizontal)">
                                      <p:cBhvr>
                                        <p:cTn id="59" dur="500"/>
                                        <p:tgtEl>
                                          <p:spTgt spid="9"/>
                                        </p:tgtEl>
                                      </p:cBhvr>
                                    </p:animEffect>
                                  </p:childTnLst>
                                </p:cTn>
                              </p:par>
                            </p:childTnLst>
                          </p:cTn>
                        </p:par>
                        <p:par>
                          <p:cTn id="60" fill="hold">
                            <p:stCondLst>
                              <p:cond delay="7000"/>
                            </p:stCondLst>
                            <p:childTnLst>
                              <p:par>
                                <p:cTn id="61" presetID="49" presetClass="entr" presetSubtype="0" decel="100000" fill="hold" nodeType="after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p:cTn id="63" dur="500" fill="hold"/>
                                        <p:tgtEl>
                                          <p:spTgt spid="19"/>
                                        </p:tgtEl>
                                        <p:attrNameLst>
                                          <p:attrName>ppt_w</p:attrName>
                                        </p:attrNameLst>
                                      </p:cBhvr>
                                      <p:tavLst>
                                        <p:tav tm="0">
                                          <p:val>
                                            <p:fltVal val="0"/>
                                          </p:val>
                                        </p:tav>
                                        <p:tav tm="100000">
                                          <p:val>
                                            <p:strVal val="#ppt_w"/>
                                          </p:val>
                                        </p:tav>
                                      </p:tavLst>
                                    </p:anim>
                                    <p:anim calcmode="lin" valueType="num">
                                      <p:cBhvr>
                                        <p:cTn id="64" dur="500" fill="hold"/>
                                        <p:tgtEl>
                                          <p:spTgt spid="19"/>
                                        </p:tgtEl>
                                        <p:attrNameLst>
                                          <p:attrName>ppt_h</p:attrName>
                                        </p:attrNameLst>
                                      </p:cBhvr>
                                      <p:tavLst>
                                        <p:tav tm="0">
                                          <p:val>
                                            <p:fltVal val="0"/>
                                          </p:val>
                                        </p:tav>
                                        <p:tav tm="100000">
                                          <p:val>
                                            <p:strVal val="#ppt_h"/>
                                          </p:val>
                                        </p:tav>
                                      </p:tavLst>
                                    </p:anim>
                                    <p:anim calcmode="lin" valueType="num">
                                      <p:cBhvr>
                                        <p:cTn id="65" dur="500" fill="hold"/>
                                        <p:tgtEl>
                                          <p:spTgt spid="19"/>
                                        </p:tgtEl>
                                        <p:attrNameLst>
                                          <p:attrName>style.rotation</p:attrName>
                                        </p:attrNameLst>
                                      </p:cBhvr>
                                      <p:tavLst>
                                        <p:tav tm="0">
                                          <p:val>
                                            <p:fltVal val="360"/>
                                          </p:val>
                                        </p:tav>
                                        <p:tav tm="100000">
                                          <p:val>
                                            <p:fltVal val="0"/>
                                          </p:val>
                                        </p:tav>
                                      </p:tavLst>
                                    </p:anim>
                                    <p:animEffect transition="in" filter="fade">
                                      <p:cBhvr>
                                        <p:cTn id="66" dur="500"/>
                                        <p:tgtEl>
                                          <p:spTgt spid="19"/>
                                        </p:tgtEl>
                                      </p:cBhvr>
                                    </p:animEffect>
                                  </p:childTnLst>
                                </p:cTn>
                              </p:par>
                            </p:childTnLst>
                          </p:cTn>
                        </p:par>
                        <p:par>
                          <p:cTn id="67" fill="hold">
                            <p:stCondLst>
                              <p:cond delay="7500"/>
                            </p:stCondLst>
                            <p:childTnLst>
                              <p:par>
                                <p:cTn id="68" presetID="14" presetClass="entr" presetSubtype="10" fill="hold" nodeType="after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randombar(horizontal)">
                                      <p:cBhvr>
                                        <p:cTn id="7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P spid="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90" name="Chart 289"/>
          <p:cNvGraphicFramePr/>
          <p:nvPr>
            <p:extLst>
              <p:ext uri="{D42A27DB-BD31-4B8C-83A1-F6EECF244321}">
                <p14:modId xmlns:p14="http://schemas.microsoft.com/office/powerpoint/2010/main" val="518659248"/>
              </p:ext>
            </p:extLst>
          </p:nvPr>
        </p:nvGraphicFramePr>
        <p:xfrm>
          <a:off x="1068388" y="1905947"/>
          <a:ext cx="4048741" cy="354367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91" name="Chart 290"/>
          <p:cNvGraphicFramePr/>
          <p:nvPr>
            <p:extLst>
              <p:ext uri="{D42A27DB-BD31-4B8C-83A1-F6EECF244321}">
                <p14:modId xmlns:p14="http://schemas.microsoft.com/office/powerpoint/2010/main" val="1615743578"/>
              </p:ext>
            </p:extLst>
          </p:nvPr>
        </p:nvGraphicFramePr>
        <p:xfrm>
          <a:off x="7074871" y="1905000"/>
          <a:ext cx="4048741" cy="3543672"/>
        </p:xfrm>
        <a:graphic>
          <a:graphicData uri="http://schemas.openxmlformats.org/drawingml/2006/chart">
            <c:chart xmlns:c="http://schemas.openxmlformats.org/drawingml/2006/chart" xmlns:r="http://schemas.openxmlformats.org/officeDocument/2006/relationships" r:id="rId3"/>
          </a:graphicData>
        </a:graphic>
      </p:graphicFrame>
      <p:cxnSp>
        <p:nvCxnSpPr>
          <p:cNvPr id="292" name="Straight Connector 291"/>
          <p:cNvCxnSpPr/>
          <p:nvPr/>
        </p:nvCxnSpPr>
        <p:spPr>
          <a:xfrm rot="5400000">
            <a:off x="4532672" y="3858563"/>
            <a:ext cx="3180219" cy="1894"/>
          </a:xfrm>
          <a:prstGeom prst="line">
            <a:avLst/>
          </a:prstGeom>
          <a:ln w="12700">
            <a:solidFill>
              <a:schemeClr val="bg1">
                <a:lumMod val="75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93" name="Oval 292"/>
          <p:cNvSpPr/>
          <p:nvPr/>
        </p:nvSpPr>
        <p:spPr>
          <a:xfrm>
            <a:off x="5441305" y="3177087"/>
            <a:ext cx="1362951" cy="1362951"/>
          </a:xfrm>
          <a:prstGeom prst="ellipse">
            <a:avLst/>
          </a:prstGeom>
          <a:ln>
            <a:noFill/>
          </a:ln>
          <a:effectLst>
            <a:innerShdw blurRad="63500" dist="50800" dir="16200000">
              <a:prstClr val="black">
                <a:alpha val="50000"/>
              </a:prstClr>
            </a:innerShdw>
          </a:effectLst>
        </p:spPr>
        <p:style>
          <a:lnRef idx="1">
            <a:schemeClr val="dk1"/>
          </a:lnRef>
          <a:fillRef idx="2">
            <a:schemeClr val="dk1"/>
          </a:fillRef>
          <a:effectRef idx="1">
            <a:schemeClr val="dk1"/>
          </a:effectRef>
          <a:fontRef idx="minor">
            <a:schemeClr val="dk1"/>
          </a:fontRef>
        </p:style>
        <p:txBody>
          <a:bodyPr rtlCol="0" anchor="ctr"/>
          <a:lstStyle/>
          <a:p>
            <a:pPr algn="ctr"/>
            <a:r>
              <a:rPr lang="en-US" b="1" dirty="0" smtClean="0">
                <a:solidFill>
                  <a:schemeClr val="tx1">
                    <a:lumMod val="50000"/>
                    <a:lumOff val="50000"/>
                  </a:schemeClr>
                </a:solidFill>
              </a:rPr>
              <a:t>2015</a:t>
            </a:r>
            <a:endParaRPr lang="en-US" b="1" dirty="0">
              <a:solidFill>
                <a:schemeClr val="tx1">
                  <a:lumMod val="50000"/>
                  <a:lumOff val="50000"/>
                </a:schemeClr>
              </a:solidFill>
            </a:endParaRPr>
          </a:p>
        </p:txBody>
      </p:sp>
      <p:sp>
        <p:nvSpPr>
          <p:cNvPr id="294" name="Text Placeholder 3"/>
          <p:cNvSpPr txBox="1">
            <a:spLocks/>
          </p:cNvSpPr>
          <p:nvPr/>
        </p:nvSpPr>
        <p:spPr>
          <a:xfrm>
            <a:off x="1542101" y="5333118"/>
            <a:ext cx="1114390" cy="807406"/>
          </a:xfrm>
          <a:prstGeom prst="rect">
            <a:avLst/>
          </a:prstGeom>
        </p:spPr>
        <p:txBody>
          <a:bodyPr wrap="none" lIns="0" tIns="0" rIns="0" bIns="0" anchor="t">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400" b="1" i="0" u="none" strike="noStrike" kern="1200" cap="none" spc="0" normalizeH="0" baseline="0" noProof="0" dirty="0" smtClean="0">
                <a:ln>
                  <a:noFill/>
                </a:ln>
                <a:solidFill>
                  <a:schemeClr val="tx1">
                    <a:lumMod val="50000"/>
                    <a:lumOff val="50000"/>
                  </a:schemeClr>
                </a:solidFill>
                <a:effectLst/>
                <a:uLnTx/>
                <a:uFillTx/>
                <a:latin typeface="+mn-lt"/>
                <a:ea typeface="+mn-ea"/>
                <a:cs typeface="+mn-cs"/>
              </a:rPr>
              <a:t>35%</a:t>
            </a:r>
          </a:p>
        </p:txBody>
      </p:sp>
      <p:sp>
        <p:nvSpPr>
          <p:cNvPr id="295" name="Footer Text"/>
          <p:cNvSpPr txBox="1"/>
          <p:nvPr/>
        </p:nvSpPr>
        <p:spPr>
          <a:xfrm>
            <a:off x="2717379" y="5369819"/>
            <a:ext cx="3223675" cy="734006"/>
          </a:xfrm>
          <a:prstGeom prst="rect">
            <a:avLst/>
          </a:prstGeom>
          <a:noFill/>
        </p:spPr>
        <p:txBody>
          <a:bodyPr wrap="square" lIns="0" tIns="0" rIns="0" bIns="0" rtlCol="0">
            <a:spAutoFit/>
          </a:bodyPr>
          <a:lstStyle/>
          <a:p>
            <a:r>
              <a:rPr lang="en-US" sz="1000" dirty="0" smtClean="0">
                <a:solidFill>
                  <a:schemeClr val="tx1">
                    <a:lumMod val="50000"/>
                    <a:lumOff val="50000"/>
                  </a:schemeClr>
                </a:solidFill>
              </a:rPr>
              <a:t>There are many variations of passages of lorem ipsum available, but the majority have suffered alteration in some form, by injected humour randomized words which don't look even slightly believable</a:t>
            </a:r>
            <a:endParaRPr lang="en-US" sz="1000" dirty="0">
              <a:solidFill>
                <a:schemeClr val="tx1">
                  <a:lumMod val="50000"/>
                  <a:lumOff val="50000"/>
                </a:schemeClr>
              </a:solidFill>
            </a:endParaRPr>
          </a:p>
        </p:txBody>
      </p:sp>
      <p:sp>
        <p:nvSpPr>
          <p:cNvPr id="296" name="Text Placeholder 3"/>
          <p:cNvSpPr txBox="1">
            <a:spLocks/>
          </p:cNvSpPr>
          <p:nvPr/>
        </p:nvSpPr>
        <p:spPr>
          <a:xfrm>
            <a:off x="9533762" y="5333118"/>
            <a:ext cx="1114390" cy="807406"/>
          </a:xfrm>
          <a:prstGeom prst="rect">
            <a:avLst/>
          </a:prstGeom>
        </p:spPr>
        <p:txBody>
          <a:bodyPr wrap="none" lIns="0" tIns="0" rIns="0" bIns="0" anchor="t">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400" b="1" i="0" u="none" strike="noStrike" kern="1200" cap="none" spc="0" normalizeH="0" baseline="0" noProof="0" dirty="0" smtClean="0">
                <a:ln>
                  <a:noFill/>
                </a:ln>
                <a:solidFill>
                  <a:schemeClr val="tx1">
                    <a:lumMod val="50000"/>
                    <a:lumOff val="50000"/>
                  </a:schemeClr>
                </a:solidFill>
                <a:effectLst/>
                <a:uLnTx/>
                <a:uFillTx/>
                <a:latin typeface="+mn-lt"/>
                <a:ea typeface="+mn-ea"/>
                <a:cs typeface="+mn-cs"/>
              </a:rPr>
              <a:t>65%</a:t>
            </a:r>
          </a:p>
        </p:txBody>
      </p:sp>
      <p:sp>
        <p:nvSpPr>
          <p:cNvPr id="297" name="Footer Text"/>
          <p:cNvSpPr txBox="1"/>
          <p:nvPr/>
        </p:nvSpPr>
        <p:spPr>
          <a:xfrm>
            <a:off x="6213644" y="5369819"/>
            <a:ext cx="3223675" cy="734006"/>
          </a:xfrm>
          <a:prstGeom prst="rect">
            <a:avLst/>
          </a:prstGeom>
          <a:noFill/>
        </p:spPr>
        <p:txBody>
          <a:bodyPr wrap="square" lIns="0" tIns="0" rIns="0" bIns="0" rtlCol="0">
            <a:spAutoFit/>
          </a:bodyPr>
          <a:lstStyle/>
          <a:p>
            <a:pPr algn="r"/>
            <a:r>
              <a:rPr lang="en-US" sz="1000" dirty="0" smtClean="0">
                <a:solidFill>
                  <a:schemeClr val="tx1">
                    <a:lumMod val="50000"/>
                    <a:lumOff val="50000"/>
                  </a:schemeClr>
                </a:solidFill>
              </a:rPr>
              <a:t>There are many variations of passages of lorem ipsum available, but the majority have suffered alteration in some form, by injected humour randomized words which don't look even slightly believable</a:t>
            </a:r>
            <a:endParaRPr lang="en-US" sz="1000" dirty="0">
              <a:solidFill>
                <a:schemeClr val="tx1">
                  <a:lumMod val="50000"/>
                  <a:lumOff val="50000"/>
                </a:schemeClr>
              </a:solidFill>
            </a:endParaRPr>
          </a:p>
        </p:txBody>
      </p:sp>
      <p:sp>
        <p:nvSpPr>
          <p:cNvPr id="12"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CHARTS COMPARISON</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13" name="Rectangle 12"/>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14" name="Group 13"/>
          <p:cNvGrpSpPr/>
          <p:nvPr/>
        </p:nvGrpSpPr>
        <p:grpSpPr>
          <a:xfrm rot="10800000" flipV="1">
            <a:off x="5380522" y="1080697"/>
            <a:ext cx="1427781" cy="45707"/>
            <a:chOff x="3965945" y="1385354"/>
            <a:chExt cx="4572000" cy="79107"/>
          </a:xfrm>
        </p:grpSpPr>
        <p:sp>
          <p:nvSpPr>
            <p:cNvPr id="15" name="Rectangle 14"/>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6" name="Rectangle 15"/>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7" name="Rectangle 16"/>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8" name="Rectangle 17"/>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9" name="Rectangle 18"/>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 calcmode="lin" valueType="num">
                                      <p:cBhvr>
                                        <p:cTn id="9" dur="500" fill="hold"/>
                                        <p:tgtEl>
                                          <p:spTgt spid="14"/>
                                        </p:tgtEl>
                                        <p:attrNameLst>
                                          <p:attrName>style.rotation</p:attrName>
                                        </p:attrNameLst>
                                      </p:cBhvr>
                                      <p:tavLst>
                                        <p:tav tm="0">
                                          <p:val>
                                            <p:fltVal val="360"/>
                                          </p:val>
                                        </p:tav>
                                        <p:tav tm="100000">
                                          <p:val>
                                            <p:fltVal val="0"/>
                                          </p:val>
                                        </p:tav>
                                      </p:tavLst>
                                    </p:anim>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8" name="Rectangle 14"/>
          <p:cNvSpPr>
            <a:spLocks noChangeArrowheads="1"/>
          </p:cNvSpPr>
          <p:nvPr/>
        </p:nvSpPr>
        <p:spPr bwMode="auto">
          <a:xfrm>
            <a:off x="3906838" y="4302124"/>
            <a:ext cx="146050" cy="22542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L</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399" name="Rectangle 15"/>
          <p:cNvSpPr>
            <a:spLocks noChangeArrowheads="1"/>
          </p:cNvSpPr>
          <p:nvPr/>
        </p:nvSpPr>
        <p:spPr bwMode="auto">
          <a:xfrm>
            <a:off x="3975100" y="4302124"/>
            <a:ext cx="157162" cy="22542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o</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00" name="Rectangle 16"/>
          <p:cNvSpPr>
            <a:spLocks noChangeArrowheads="1"/>
          </p:cNvSpPr>
          <p:nvPr/>
        </p:nvSpPr>
        <p:spPr bwMode="auto">
          <a:xfrm>
            <a:off x="4059238" y="4302124"/>
            <a:ext cx="119062" cy="22542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r</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01" name="Rectangle 17"/>
          <p:cNvSpPr>
            <a:spLocks noChangeArrowheads="1"/>
          </p:cNvSpPr>
          <p:nvPr/>
        </p:nvSpPr>
        <p:spPr bwMode="auto">
          <a:xfrm>
            <a:off x="4106863" y="4302124"/>
            <a:ext cx="693737" cy="22542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em ipsum</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02" name="Freeform 18"/>
          <p:cNvSpPr>
            <a:spLocks noEditPoints="1"/>
          </p:cNvSpPr>
          <p:nvPr/>
        </p:nvSpPr>
        <p:spPr bwMode="auto">
          <a:xfrm>
            <a:off x="3792538" y="4246562"/>
            <a:ext cx="1111250" cy="307975"/>
          </a:xfrm>
          <a:custGeom>
            <a:avLst/>
            <a:gdLst/>
            <a:ahLst/>
            <a:cxnLst>
              <a:cxn ang="0">
                <a:pos x="700" y="194"/>
              </a:cxn>
              <a:cxn ang="0">
                <a:pos x="0" y="194"/>
              </a:cxn>
              <a:cxn ang="0">
                <a:pos x="0" y="0"/>
              </a:cxn>
              <a:cxn ang="0">
                <a:pos x="700" y="0"/>
              </a:cxn>
              <a:cxn ang="0">
                <a:pos x="700" y="194"/>
              </a:cxn>
              <a:cxn ang="0">
                <a:pos x="10" y="187"/>
              </a:cxn>
              <a:cxn ang="0">
                <a:pos x="693" y="187"/>
              </a:cxn>
              <a:cxn ang="0">
                <a:pos x="693" y="7"/>
              </a:cxn>
              <a:cxn ang="0">
                <a:pos x="10" y="7"/>
              </a:cxn>
              <a:cxn ang="0">
                <a:pos x="10" y="187"/>
              </a:cxn>
            </a:cxnLst>
            <a:rect l="0" t="0" r="r" b="b"/>
            <a:pathLst>
              <a:path w="700" h="194">
                <a:moveTo>
                  <a:pt x="700" y="194"/>
                </a:moveTo>
                <a:lnTo>
                  <a:pt x="0" y="194"/>
                </a:lnTo>
                <a:lnTo>
                  <a:pt x="0" y="0"/>
                </a:lnTo>
                <a:lnTo>
                  <a:pt x="700" y="0"/>
                </a:lnTo>
                <a:lnTo>
                  <a:pt x="700" y="194"/>
                </a:lnTo>
                <a:close/>
                <a:moveTo>
                  <a:pt x="10" y="187"/>
                </a:moveTo>
                <a:lnTo>
                  <a:pt x="693" y="187"/>
                </a:lnTo>
                <a:lnTo>
                  <a:pt x="693" y="7"/>
                </a:lnTo>
                <a:lnTo>
                  <a:pt x="10" y="7"/>
                </a:lnTo>
                <a:lnTo>
                  <a:pt x="10" y="187"/>
                </a:ln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03" name="Rectangle 19"/>
          <p:cNvSpPr>
            <a:spLocks noChangeArrowheads="1"/>
          </p:cNvSpPr>
          <p:nvPr/>
        </p:nvSpPr>
        <p:spPr bwMode="auto">
          <a:xfrm>
            <a:off x="4656138" y="2874962"/>
            <a:ext cx="146050"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L</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04" name="Rectangle 20"/>
          <p:cNvSpPr>
            <a:spLocks noChangeArrowheads="1"/>
          </p:cNvSpPr>
          <p:nvPr/>
        </p:nvSpPr>
        <p:spPr bwMode="auto">
          <a:xfrm>
            <a:off x="4724400" y="2874962"/>
            <a:ext cx="157162"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o</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05" name="Rectangle 21"/>
          <p:cNvSpPr>
            <a:spLocks noChangeArrowheads="1"/>
          </p:cNvSpPr>
          <p:nvPr/>
        </p:nvSpPr>
        <p:spPr bwMode="auto">
          <a:xfrm>
            <a:off x="4808538" y="2874962"/>
            <a:ext cx="119062"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r</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06" name="Rectangle 22"/>
          <p:cNvSpPr>
            <a:spLocks noChangeArrowheads="1"/>
          </p:cNvSpPr>
          <p:nvPr/>
        </p:nvSpPr>
        <p:spPr bwMode="auto">
          <a:xfrm>
            <a:off x="4856163" y="2874962"/>
            <a:ext cx="693737"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err="1" smtClean="0">
                <a:ln>
                  <a:noFill/>
                </a:ln>
                <a:solidFill>
                  <a:srgbClr val="927D62"/>
                </a:solidFill>
                <a:effectLst/>
                <a:latin typeface="Myriad Pro" pitchFamily="34" charset="0"/>
                <a:cs typeface="Arial" pitchFamily="34" charset="0"/>
              </a:rPr>
              <a:t>em</a:t>
            </a:r>
            <a:r>
              <a:rPr kumimoji="0" lang="en-US" sz="1200" b="0" i="0" u="none" strike="noStrike" cap="none" normalizeH="0" baseline="0" dirty="0" smtClean="0">
                <a:ln>
                  <a:noFill/>
                </a:ln>
                <a:solidFill>
                  <a:srgbClr val="927D62"/>
                </a:solidFill>
                <a:effectLst/>
                <a:latin typeface="Myriad Pro" pitchFamily="34" charset="0"/>
                <a:cs typeface="Arial" pitchFamily="34" charset="0"/>
              </a:rPr>
              <a:t> </a:t>
            </a:r>
            <a:r>
              <a:rPr kumimoji="0" lang="en-US" sz="1200" b="0" i="0" u="none" strike="noStrike" cap="none" normalizeH="0" baseline="0" dirty="0" err="1" smtClean="0">
                <a:ln>
                  <a:noFill/>
                </a:ln>
                <a:solidFill>
                  <a:srgbClr val="927D62"/>
                </a:solidFill>
                <a:effectLst/>
                <a:latin typeface="Myriad Pro" pitchFamily="34" charset="0"/>
                <a:cs typeface="Arial" pitchFamily="34" charset="0"/>
              </a:rPr>
              <a:t>ipsum</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6407" name="Freeform 23"/>
          <p:cNvSpPr>
            <a:spLocks noEditPoints="1"/>
          </p:cNvSpPr>
          <p:nvPr/>
        </p:nvSpPr>
        <p:spPr bwMode="auto">
          <a:xfrm>
            <a:off x="4543425" y="2817812"/>
            <a:ext cx="1109662" cy="307975"/>
          </a:xfrm>
          <a:custGeom>
            <a:avLst/>
            <a:gdLst/>
            <a:ahLst/>
            <a:cxnLst>
              <a:cxn ang="0">
                <a:pos x="699" y="194"/>
              </a:cxn>
              <a:cxn ang="0">
                <a:pos x="0" y="194"/>
              </a:cxn>
              <a:cxn ang="0">
                <a:pos x="0" y="0"/>
              </a:cxn>
              <a:cxn ang="0">
                <a:pos x="699" y="0"/>
              </a:cxn>
              <a:cxn ang="0">
                <a:pos x="699" y="194"/>
              </a:cxn>
              <a:cxn ang="0">
                <a:pos x="10" y="187"/>
              </a:cxn>
              <a:cxn ang="0">
                <a:pos x="690" y="187"/>
              </a:cxn>
              <a:cxn ang="0">
                <a:pos x="690" y="7"/>
              </a:cxn>
              <a:cxn ang="0">
                <a:pos x="10" y="7"/>
              </a:cxn>
              <a:cxn ang="0">
                <a:pos x="10" y="187"/>
              </a:cxn>
            </a:cxnLst>
            <a:rect l="0" t="0" r="r" b="b"/>
            <a:pathLst>
              <a:path w="699" h="194">
                <a:moveTo>
                  <a:pt x="699" y="194"/>
                </a:moveTo>
                <a:lnTo>
                  <a:pt x="0" y="194"/>
                </a:lnTo>
                <a:lnTo>
                  <a:pt x="0" y="0"/>
                </a:lnTo>
                <a:lnTo>
                  <a:pt x="699" y="0"/>
                </a:lnTo>
                <a:lnTo>
                  <a:pt x="699" y="194"/>
                </a:lnTo>
                <a:close/>
                <a:moveTo>
                  <a:pt x="10" y="187"/>
                </a:moveTo>
                <a:lnTo>
                  <a:pt x="690" y="187"/>
                </a:lnTo>
                <a:lnTo>
                  <a:pt x="690" y="7"/>
                </a:lnTo>
                <a:lnTo>
                  <a:pt x="10" y="7"/>
                </a:lnTo>
                <a:lnTo>
                  <a:pt x="10" y="187"/>
                </a:ln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08" name="Rectangle 24"/>
          <p:cNvSpPr>
            <a:spLocks noChangeArrowheads="1"/>
          </p:cNvSpPr>
          <p:nvPr/>
        </p:nvSpPr>
        <p:spPr bwMode="auto">
          <a:xfrm>
            <a:off x="7040563" y="3516312"/>
            <a:ext cx="146050" cy="22542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L</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09" name="Rectangle 25"/>
          <p:cNvSpPr>
            <a:spLocks noChangeArrowheads="1"/>
          </p:cNvSpPr>
          <p:nvPr/>
        </p:nvSpPr>
        <p:spPr bwMode="auto">
          <a:xfrm>
            <a:off x="7110413" y="3516312"/>
            <a:ext cx="155575" cy="22542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o</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10" name="Rectangle 26"/>
          <p:cNvSpPr>
            <a:spLocks noChangeArrowheads="1"/>
          </p:cNvSpPr>
          <p:nvPr/>
        </p:nvSpPr>
        <p:spPr bwMode="auto">
          <a:xfrm>
            <a:off x="7192963" y="3516312"/>
            <a:ext cx="119062" cy="22542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r</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11" name="Rectangle 27"/>
          <p:cNvSpPr>
            <a:spLocks noChangeArrowheads="1"/>
          </p:cNvSpPr>
          <p:nvPr/>
        </p:nvSpPr>
        <p:spPr bwMode="auto">
          <a:xfrm>
            <a:off x="7240588" y="3516312"/>
            <a:ext cx="693737" cy="22542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em ipsum</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12" name="Freeform 28"/>
          <p:cNvSpPr>
            <a:spLocks noEditPoints="1"/>
          </p:cNvSpPr>
          <p:nvPr/>
        </p:nvSpPr>
        <p:spPr bwMode="auto">
          <a:xfrm>
            <a:off x="6931025" y="3459162"/>
            <a:ext cx="1109662" cy="312738"/>
          </a:xfrm>
          <a:custGeom>
            <a:avLst/>
            <a:gdLst/>
            <a:ahLst/>
            <a:cxnLst>
              <a:cxn ang="0">
                <a:pos x="699" y="197"/>
              </a:cxn>
              <a:cxn ang="0">
                <a:pos x="0" y="197"/>
              </a:cxn>
              <a:cxn ang="0">
                <a:pos x="0" y="0"/>
              </a:cxn>
              <a:cxn ang="0">
                <a:pos x="699" y="0"/>
              </a:cxn>
              <a:cxn ang="0">
                <a:pos x="699" y="197"/>
              </a:cxn>
              <a:cxn ang="0">
                <a:pos x="7" y="187"/>
              </a:cxn>
              <a:cxn ang="0">
                <a:pos x="690" y="187"/>
              </a:cxn>
              <a:cxn ang="0">
                <a:pos x="690" y="10"/>
              </a:cxn>
              <a:cxn ang="0">
                <a:pos x="7" y="10"/>
              </a:cxn>
              <a:cxn ang="0">
                <a:pos x="7" y="187"/>
              </a:cxn>
            </a:cxnLst>
            <a:rect l="0" t="0" r="r" b="b"/>
            <a:pathLst>
              <a:path w="699" h="197">
                <a:moveTo>
                  <a:pt x="699" y="197"/>
                </a:moveTo>
                <a:lnTo>
                  <a:pt x="0" y="197"/>
                </a:lnTo>
                <a:lnTo>
                  <a:pt x="0" y="0"/>
                </a:lnTo>
                <a:lnTo>
                  <a:pt x="699" y="0"/>
                </a:lnTo>
                <a:lnTo>
                  <a:pt x="699" y="197"/>
                </a:lnTo>
                <a:close/>
                <a:moveTo>
                  <a:pt x="7" y="187"/>
                </a:moveTo>
                <a:lnTo>
                  <a:pt x="690" y="187"/>
                </a:lnTo>
                <a:lnTo>
                  <a:pt x="690" y="10"/>
                </a:lnTo>
                <a:lnTo>
                  <a:pt x="7" y="10"/>
                </a:lnTo>
                <a:lnTo>
                  <a:pt x="7" y="187"/>
                </a:ln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13" name="Rectangle 29"/>
          <p:cNvSpPr>
            <a:spLocks noChangeArrowheads="1"/>
          </p:cNvSpPr>
          <p:nvPr/>
        </p:nvSpPr>
        <p:spPr bwMode="auto">
          <a:xfrm>
            <a:off x="7753350" y="4754562"/>
            <a:ext cx="144462" cy="22542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L</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14" name="Rectangle 30"/>
          <p:cNvSpPr>
            <a:spLocks noChangeArrowheads="1"/>
          </p:cNvSpPr>
          <p:nvPr/>
        </p:nvSpPr>
        <p:spPr bwMode="auto">
          <a:xfrm>
            <a:off x="7821613" y="4754562"/>
            <a:ext cx="157162" cy="22542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o</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15" name="Rectangle 31"/>
          <p:cNvSpPr>
            <a:spLocks noChangeArrowheads="1"/>
          </p:cNvSpPr>
          <p:nvPr/>
        </p:nvSpPr>
        <p:spPr bwMode="auto">
          <a:xfrm>
            <a:off x="7905750" y="4754562"/>
            <a:ext cx="119062" cy="22542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r</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16" name="Rectangle 32"/>
          <p:cNvSpPr>
            <a:spLocks noChangeArrowheads="1"/>
          </p:cNvSpPr>
          <p:nvPr/>
        </p:nvSpPr>
        <p:spPr bwMode="auto">
          <a:xfrm>
            <a:off x="7953375" y="4754562"/>
            <a:ext cx="692150" cy="225425"/>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em ipsum</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17" name="Freeform 33"/>
          <p:cNvSpPr>
            <a:spLocks noEditPoints="1"/>
          </p:cNvSpPr>
          <p:nvPr/>
        </p:nvSpPr>
        <p:spPr bwMode="auto">
          <a:xfrm>
            <a:off x="7640638" y="4694237"/>
            <a:ext cx="1109662" cy="312738"/>
          </a:xfrm>
          <a:custGeom>
            <a:avLst/>
            <a:gdLst/>
            <a:ahLst/>
            <a:cxnLst>
              <a:cxn ang="0">
                <a:pos x="699" y="197"/>
              </a:cxn>
              <a:cxn ang="0">
                <a:pos x="0" y="197"/>
              </a:cxn>
              <a:cxn ang="0">
                <a:pos x="0" y="0"/>
              </a:cxn>
              <a:cxn ang="0">
                <a:pos x="699" y="0"/>
              </a:cxn>
              <a:cxn ang="0">
                <a:pos x="699" y="197"/>
              </a:cxn>
              <a:cxn ang="0">
                <a:pos x="9" y="187"/>
              </a:cxn>
              <a:cxn ang="0">
                <a:pos x="692" y="187"/>
              </a:cxn>
              <a:cxn ang="0">
                <a:pos x="692" y="10"/>
              </a:cxn>
              <a:cxn ang="0">
                <a:pos x="9" y="10"/>
              </a:cxn>
              <a:cxn ang="0">
                <a:pos x="9" y="187"/>
              </a:cxn>
            </a:cxnLst>
            <a:rect l="0" t="0" r="r" b="b"/>
            <a:pathLst>
              <a:path w="699" h="197">
                <a:moveTo>
                  <a:pt x="699" y="197"/>
                </a:moveTo>
                <a:lnTo>
                  <a:pt x="0" y="197"/>
                </a:lnTo>
                <a:lnTo>
                  <a:pt x="0" y="0"/>
                </a:lnTo>
                <a:lnTo>
                  <a:pt x="699" y="0"/>
                </a:lnTo>
                <a:lnTo>
                  <a:pt x="699" y="197"/>
                </a:lnTo>
                <a:close/>
                <a:moveTo>
                  <a:pt x="9" y="187"/>
                </a:moveTo>
                <a:lnTo>
                  <a:pt x="692" y="187"/>
                </a:lnTo>
                <a:lnTo>
                  <a:pt x="692" y="10"/>
                </a:lnTo>
                <a:lnTo>
                  <a:pt x="9" y="10"/>
                </a:lnTo>
                <a:lnTo>
                  <a:pt x="9" y="187"/>
                </a:ln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18" name="Freeform 34"/>
          <p:cNvSpPr>
            <a:spLocks/>
          </p:cNvSpPr>
          <p:nvPr/>
        </p:nvSpPr>
        <p:spPr bwMode="auto">
          <a:xfrm>
            <a:off x="5086350" y="3121024"/>
            <a:ext cx="25400" cy="25400"/>
          </a:xfrm>
          <a:custGeom>
            <a:avLst/>
            <a:gdLst/>
            <a:ahLst/>
            <a:cxnLst>
              <a:cxn ang="0">
                <a:pos x="3" y="5"/>
              </a:cxn>
              <a:cxn ang="0">
                <a:pos x="1" y="5"/>
              </a:cxn>
              <a:cxn ang="0">
                <a:pos x="0" y="3"/>
              </a:cxn>
              <a:cxn ang="0">
                <a:pos x="1" y="1"/>
              </a:cxn>
              <a:cxn ang="0">
                <a:pos x="5" y="1"/>
              </a:cxn>
              <a:cxn ang="0">
                <a:pos x="5" y="3"/>
              </a:cxn>
              <a:cxn ang="0">
                <a:pos x="5" y="5"/>
              </a:cxn>
              <a:cxn ang="0">
                <a:pos x="3" y="5"/>
              </a:cxn>
            </a:cxnLst>
            <a:rect l="0" t="0" r="r" b="b"/>
            <a:pathLst>
              <a:path w="5" h="5">
                <a:moveTo>
                  <a:pt x="3" y="5"/>
                </a:moveTo>
                <a:cubicBezTo>
                  <a:pt x="2" y="5"/>
                  <a:pt x="1" y="5"/>
                  <a:pt x="1" y="5"/>
                </a:cubicBezTo>
                <a:cubicBezTo>
                  <a:pt x="0" y="4"/>
                  <a:pt x="0" y="3"/>
                  <a:pt x="0" y="3"/>
                </a:cubicBezTo>
                <a:cubicBezTo>
                  <a:pt x="0" y="2"/>
                  <a:pt x="0" y="1"/>
                  <a:pt x="1" y="1"/>
                </a:cubicBezTo>
                <a:cubicBezTo>
                  <a:pt x="2" y="0"/>
                  <a:pt x="4" y="0"/>
                  <a:pt x="5" y="1"/>
                </a:cubicBezTo>
                <a:cubicBezTo>
                  <a:pt x="5" y="1"/>
                  <a:pt x="5" y="2"/>
                  <a:pt x="5" y="3"/>
                </a:cubicBezTo>
                <a:cubicBezTo>
                  <a:pt x="5" y="3"/>
                  <a:pt x="5" y="4"/>
                  <a:pt x="5" y="5"/>
                </a:cubicBezTo>
                <a:cubicBezTo>
                  <a:pt x="4" y="5"/>
                  <a:pt x="3" y="5"/>
                  <a:pt x="3" y="5"/>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19" name="Freeform 35"/>
          <p:cNvSpPr>
            <a:spLocks noEditPoints="1"/>
          </p:cNvSpPr>
          <p:nvPr/>
        </p:nvSpPr>
        <p:spPr bwMode="auto">
          <a:xfrm>
            <a:off x="5086350" y="3187699"/>
            <a:ext cx="25400" cy="234950"/>
          </a:xfrm>
          <a:custGeom>
            <a:avLst/>
            <a:gdLst/>
            <a:ahLst/>
            <a:cxnLst>
              <a:cxn ang="0">
                <a:pos x="0" y="43"/>
              </a:cxn>
              <a:cxn ang="0">
                <a:pos x="3" y="40"/>
              </a:cxn>
              <a:cxn ang="0">
                <a:pos x="3" y="40"/>
              </a:cxn>
              <a:cxn ang="0">
                <a:pos x="5" y="43"/>
              </a:cxn>
              <a:cxn ang="0">
                <a:pos x="5" y="43"/>
              </a:cxn>
              <a:cxn ang="0">
                <a:pos x="3" y="45"/>
              </a:cxn>
              <a:cxn ang="0">
                <a:pos x="3" y="45"/>
              </a:cxn>
              <a:cxn ang="0">
                <a:pos x="0" y="43"/>
              </a:cxn>
              <a:cxn ang="0">
                <a:pos x="0" y="29"/>
              </a:cxn>
              <a:cxn ang="0">
                <a:pos x="3" y="27"/>
              </a:cxn>
              <a:cxn ang="0">
                <a:pos x="3" y="27"/>
              </a:cxn>
              <a:cxn ang="0">
                <a:pos x="5" y="29"/>
              </a:cxn>
              <a:cxn ang="0">
                <a:pos x="5" y="29"/>
              </a:cxn>
              <a:cxn ang="0">
                <a:pos x="3" y="32"/>
              </a:cxn>
              <a:cxn ang="0">
                <a:pos x="3" y="32"/>
              </a:cxn>
              <a:cxn ang="0">
                <a:pos x="0" y="29"/>
              </a:cxn>
              <a:cxn ang="0">
                <a:pos x="0" y="16"/>
              </a:cxn>
              <a:cxn ang="0">
                <a:pos x="3" y="14"/>
              </a:cxn>
              <a:cxn ang="0">
                <a:pos x="3" y="14"/>
              </a:cxn>
              <a:cxn ang="0">
                <a:pos x="5" y="16"/>
              </a:cxn>
              <a:cxn ang="0">
                <a:pos x="5" y="16"/>
              </a:cxn>
              <a:cxn ang="0">
                <a:pos x="3" y="19"/>
              </a:cxn>
              <a:cxn ang="0">
                <a:pos x="3" y="19"/>
              </a:cxn>
              <a:cxn ang="0">
                <a:pos x="0" y="16"/>
              </a:cxn>
              <a:cxn ang="0">
                <a:pos x="0" y="3"/>
              </a:cxn>
              <a:cxn ang="0">
                <a:pos x="3" y="0"/>
              </a:cxn>
              <a:cxn ang="0">
                <a:pos x="3" y="0"/>
              </a:cxn>
              <a:cxn ang="0">
                <a:pos x="5" y="3"/>
              </a:cxn>
              <a:cxn ang="0">
                <a:pos x="5" y="3"/>
              </a:cxn>
              <a:cxn ang="0">
                <a:pos x="3" y="6"/>
              </a:cxn>
              <a:cxn ang="0">
                <a:pos x="3" y="6"/>
              </a:cxn>
              <a:cxn ang="0">
                <a:pos x="0" y="3"/>
              </a:cxn>
            </a:cxnLst>
            <a:rect l="0" t="0" r="r" b="b"/>
            <a:pathLst>
              <a:path w="5" h="45">
                <a:moveTo>
                  <a:pt x="0" y="43"/>
                </a:moveTo>
                <a:cubicBezTo>
                  <a:pt x="0" y="41"/>
                  <a:pt x="1" y="40"/>
                  <a:pt x="3" y="40"/>
                </a:cubicBezTo>
                <a:cubicBezTo>
                  <a:pt x="3" y="40"/>
                  <a:pt x="3" y="40"/>
                  <a:pt x="3" y="40"/>
                </a:cubicBezTo>
                <a:cubicBezTo>
                  <a:pt x="4" y="40"/>
                  <a:pt x="5" y="41"/>
                  <a:pt x="5" y="43"/>
                </a:cubicBezTo>
                <a:cubicBezTo>
                  <a:pt x="5" y="43"/>
                  <a:pt x="5" y="43"/>
                  <a:pt x="5" y="43"/>
                </a:cubicBezTo>
                <a:cubicBezTo>
                  <a:pt x="5" y="44"/>
                  <a:pt x="4" y="45"/>
                  <a:pt x="3" y="45"/>
                </a:cubicBezTo>
                <a:cubicBezTo>
                  <a:pt x="3" y="45"/>
                  <a:pt x="3" y="45"/>
                  <a:pt x="3" y="45"/>
                </a:cubicBezTo>
                <a:cubicBezTo>
                  <a:pt x="1" y="45"/>
                  <a:pt x="0" y="44"/>
                  <a:pt x="0" y="43"/>
                </a:cubicBezTo>
                <a:close/>
                <a:moveTo>
                  <a:pt x="0" y="29"/>
                </a:moveTo>
                <a:cubicBezTo>
                  <a:pt x="0" y="28"/>
                  <a:pt x="1" y="27"/>
                  <a:pt x="3" y="27"/>
                </a:cubicBezTo>
                <a:cubicBezTo>
                  <a:pt x="3" y="27"/>
                  <a:pt x="3" y="27"/>
                  <a:pt x="3" y="27"/>
                </a:cubicBezTo>
                <a:cubicBezTo>
                  <a:pt x="4" y="27"/>
                  <a:pt x="5" y="28"/>
                  <a:pt x="5" y="29"/>
                </a:cubicBezTo>
                <a:cubicBezTo>
                  <a:pt x="5" y="29"/>
                  <a:pt x="5" y="29"/>
                  <a:pt x="5" y="29"/>
                </a:cubicBezTo>
                <a:cubicBezTo>
                  <a:pt x="5" y="31"/>
                  <a:pt x="4" y="32"/>
                  <a:pt x="3" y="32"/>
                </a:cubicBezTo>
                <a:cubicBezTo>
                  <a:pt x="3" y="32"/>
                  <a:pt x="3" y="32"/>
                  <a:pt x="3" y="32"/>
                </a:cubicBezTo>
                <a:cubicBezTo>
                  <a:pt x="1" y="32"/>
                  <a:pt x="0" y="31"/>
                  <a:pt x="0" y="29"/>
                </a:cubicBezTo>
                <a:close/>
                <a:moveTo>
                  <a:pt x="0" y="16"/>
                </a:moveTo>
                <a:cubicBezTo>
                  <a:pt x="0" y="15"/>
                  <a:pt x="1" y="14"/>
                  <a:pt x="3" y="14"/>
                </a:cubicBezTo>
                <a:cubicBezTo>
                  <a:pt x="3" y="14"/>
                  <a:pt x="3" y="14"/>
                  <a:pt x="3" y="14"/>
                </a:cubicBezTo>
                <a:cubicBezTo>
                  <a:pt x="4" y="14"/>
                  <a:pt x="5" y="15"/>
                  <a:pt x="5" y="16"/>
                </a:cubicBezTo>
                <a:cubicBezTo>
                  <a:pt x="5" y="16"/>
                  <a:pt x="5" y="16"/>
                  <a:pt x="5" y="16"/>
                </a:cubicBezTo>
                <a:cubicBezTo>
                  <a:pt x="5" y="18"/>
                  <a:pt x="4" y="19"/>
                  <a:pt x="3" y="19"/>
                </a:cubicBezTo>
                <a:cubicBezTo>
                  <a:pt x="3" y="19"/>
                  <a:pt x="3" y="19"/>
                  <a:pt x="3" y="19"/>
                </a:cubicBezTo>
                <a:cubicBezTo>
                  <a:pt x="1" y="19"/>
                  <a:pt x="0" y="18"/>
                  <a:pt x="0" y="16"/>
                </a:cubicBezTo>
                <a:close/>
                <a:moveTo>
                  <a:pt x="0" y="3"/>
                </a:moveTo>
                <a:cubicBezTo>
                  <a:pt x="0" y="1"/>
                  <a:pt x="1" y="0"/>
                  <a:pt x="3" y="0"/>
                </a:cubicBezTo>
                <a:cubicBezTo>
                  <a:pt x="3" y="0"/>
                  <a:pt x="3" y="0"/>
                  <a:pt x="3" y="0"/>
                </a:cubicBezTo>
                <a:cubicBezTo>
                  <a:pt x="4" y="0"/>
                  <a:pt x="5" y="1"/>
                  <a:pt x="5" y="3"/>
                </a:cubicBezTo>
                <a:cubicBezTo>
                  <a:pt x="5" y="3"/>
                  <a:pt x="5" y="3"/>
                  <a:pt x="5" y="3"/>
                </a:cubicBezTo>
                <a:cubicBezTo>
                  <a:pt x="5" y="4"/>
                  <a:pt x="4" y="6"/>
                  <a:pt x="3" y="6"/>
                </a:cubicBezTo>
                <a:cubicBezTo>
                  <a:pt x="3" y="6"/>
                  <a:pt x="3" y="6"/>
                  <a:pt x="3" y="6"/>
                </a:cubicBezTo>
                <a:cubicBezTo>
                  <a:pt x="1" y="6"/>
                  <a:pt x="0" y="4"/>
                  <a:pt x="0" y="3"/>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20" name="Freeform 36"/>
          <p:cNvSpPr>
            <a:spLocks/>
          </p:cNvSpPr>
          <p:nvPr/>
        </p:nvSpPr>
        <p:spPr bwMode="auto">
          <a:xfrm>
            <a:off x="5086350" y="3463924"/>
            <a:ext cx="25400" cy="31750"/>
          </a:xfrm>
          <a:custGeom>
            <a:avLst/>
            <a:gdLst/>
            <a:ahLst/>
            <a:cxnLst>
              <a:cxn ang="0">
                <a:pos x="3" y="6"/>
              </a:cxn>
              <a:cxn ang="0">
                <a:pos x="1" y="5"/>
              </a:cxn>
              <a:cxn ang="0">
                <a:pos x="0" y="3"/>
              </a:cxn>
              <a:cxn ang="0">
                <a:pos x="1" y="1"/>
              </a:cxn>
              <a:cxn ang="0">
                <a:pos x="5" y="1"/>
              </a:cxn>
              <a:cxn ang="0">
                <a:pos x="5" y="3"/>
              </a:cxn>
              <a:cxn ang="0">
                <a:pos x="5" y="5"/>
              </a:cxn>
              <a:cxn ang="0">
                <a:pos x="3" y="6"/>
              </a:cxn>
            </a:cxnLst>
            <a:rect l="0" t="0" r="r" b="b"/>
            <a:pathLst>
              <a:path w="5" h="6">
                <a:moveTo>
                  <a:pt x="3" y="6"/>
                </a:moveTo>
                <a:cubicBezTo>
                  <a:pt x="2" y="6"/>
                  <a:pt x="1" y="5"/>
                  <a:pt x="1" y="5"/>
                </a:cubicBezTo>
                <a:cubicBezTo>
                  <a:pt x="0" y="4"/>
                  <a:pt x="0" y="4"/>
                  <a:pt x="0" y="3"/>
                </a:cubicBezTo>
                <a:cubicBezTo>
                  <a:pt x="0" y="2"/>
                  <a:pt x="0" y="2"/>
                  <a:pt x="1" y="1"/>
                </a:cubicBezTo>
                <a:cubicBezTo>
                  <a:pt x="2" y="0"/>
                  <a:pt x="4" y="0"/>
                  <a:pt x="5" y="1"/>
                </a:cubicBezTo>
                <a:cubicBezTo>
                  <a:pt x="5" y="2"/>
                  <a:pt x="5" y="2"/>
                  <a:pt x="5" y="3"/>
                </a:cubicBezTo>
                <a:cubicBezTo>
                  <a:pt x="5" y="4"/>
                  <a:pt x="5" y="4"/>
                  <a:pt x="5" y="5"/>
                </a:cubicBezTo>
                <a:cubicBezTo>
                  <a:pt x="4" y="5"/>
                  <a:pt x="3" y="6"/>
                  <a:pt x="3" y="6"/>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21" name="Freeform 37"/>
          <p:cNvSpPr>
            <a:spLocks noEditPoints="1"/>
          </p:cNvSpPr>
          <p:nvPr/>
        </p:nvSpPr>
        <p:spPr bwMode="auto">
          <a:xfrm>
            <a:off x="5159375" y="3463924"/>
            <a:ext cx="942975" cy="31750"/>
          </a:xfrm>
          <a:custGeom>
            <a:avLst/>
            <a:gdLst/>
            <a:ahLst/>
            <a:cxnLst>
              <a:cxn ang="0">
                <a:pos x="178" y="0"/>
              </a:cxn>
              <a:cxn ang="0">
                <a:pos x="181" y="3"/>
              </a:cxn>
              <a:cxn ang="0">
                <a:pos x="178" y="6"/>
              </a:cxn>
              <a:cxn ang="0">
                <a:pos x="176" y="3"/>
              </a:cxn>
              <a:cxn ang="0">
                <a:pos x="165" y="0"/>
              </a:cxn>
              <a:cxn ang="0">
                <a:pos x="168" y="3"/>
              </a:cxn>
              <a:cxn ang="0">
                <a:pos x="165" y="6"/>
              </a:cxn>
              <a:cxn ang="0">
                <a:pos x="162" y="3"/>
              </a:cxn>
              <a:cxn ang="0">
                <a:pos x="151" y="0"/>
              </a:cxn>
              <a:cxn ang="0">
                <a:pos x="154" y="3"/>
              </a:cxn>
              <a:cxn ang="0">
                <a:pos x="151" y="6"/>
              </a:cxn>
              <a:cxn ang="0">
                <a:pos x="149" y="3"/>
              </a:cxn>
              <a:cxn ang="0">
                <a:pos x="138" y="0"/>
              </a:cxn>
              <a:cxn ang="0">
                <a:pos x="140" y="3"/>
              </a:cxn>
              <a:cxn ang="0">
                <a:pos x="138" y="6"/>
              </a:cxn>
              <a:cxn ang="0">
                <a:pos x="135" y="3"/>
              </a:cxn>
              <a:cxn ang="0">
                <a:pos x="124" y="0"/>
              </a:cxn>
              <a:cxn ang="0">
                <a:pos x="127" y="3"/>
              </a:cxn>
              <a:cxn ang="0">
                <a:pos x="124" y="6"/>
              </a:cxn>
              <a:cxn ang="0">
                <a:pos x="122" y="3"/>
              </a:cxn>
              <a:cxn ang="0">
                <a:pos x="111" y="0"/>
              </a:cxn>
              <a:cxn ang="0">
                <a:pos x="113" y="3"/>
              </a:cxn>
              <a:cxn ang="0">
                <a:pos x="111" y="6"/>
              </a:cxn>
              <a:cxn ang="0">
                <a:pos x="108" y="3"/>
              </a:cxn>
              <a:cxn ang="0">
                <a:pos x="97" y="0"/>
              </a:cxn>
              <a:cxn ang="0">
                <a:pos x="100" y="3"/>
              </a:cxn>
              <a:cxn ang="0">
                <a:pos x="97" y="6"/>
              </a:cxn>
              <a:cxn ang="0">
                <a:pos x="94" y="3"/>
              </a:cxn>
              <a:cxn ang="0">
                <a:pos x="84" y="0"/>
              </a:cxn>
              <a:cxn ang="0">
                <a:pos x="86" y="3"/>
              </a:cxn>
              <a:cxn ang="0">
                <a:pos x="84" y="6"/>
              </a:cxn>
              <a:cxn ang="0">
                <a:pos x="81" y="3"/>
              </a:cxn>
              <a:cxn ang="0">
                <a:pos x="70" y="0"/>
              </a:cxn>
              <a:cxn ang="0">
                <a:pos x="73" y="3"/>
              </a:cxn>
              <a:cxn ang="0">
                <a:pos x="70" y="6"/>
              </a:cxn>
              <a:cxn ang="0">
                <a:pos x="67" y="3"/>
              </a:cxn>
              <a:cxn ang="0">
                <a:pos x="56" y="0"/>
              </a:cxn>
              <a:cxn ang="0">
                <a:pos x="59" y="3"/>
              </a:cxn>
              <a:cxn ang="0">
                <a:pos x="56" y="6"/>
              </a:cxn>
              <a:cxn ang="0">
                <a:pos x="54" y="3"/>
              </a:cxn>
              <a:cxn ang="0">
                <a:pos x="43" y="0"/>
              </a:cxn>
              <a:cxn ang="0">
                <a:pos x="45" y="3"/>
              </a:cxn>
              <a:cxn ang="0">
                <a:pos x="43" y="6"/>
              </a:cxn>
              <a:cxn ang="0">
                <a:pos x="40" y="3"/>
              </a:cxn>
              <a:cxn ang="0">
                <a:pos x="29" y="0"/>
              </a:cxn>
              <a:cxn ang="0">
                <a:pos x="32" y="3"/>
              </a:cxn>
              <a:cxn ang="0">
                <a:pos x="29" y="6"/>
              </a:cxn>
              <a:cxn ang="0">
                <a:pos x="27" y="3"/>
              </a:cxn>
              <a:cxn ang="0">
                <a:pos x="16" y="0"/>
              </a:cxn>
              <a:cxn ang="0">
                <a:pos x="18" y="3"/>
              </a:cxn>
              <a:cxn ang="0">
                <a:pos x="16" y="6"/>
              </a:cxn>
              <a:cxn ang="0">
                <a:pos x="13" y="3"/>
              </a:cxn>
              <a:cxn ang="0">
                <a:pos x="2" y="0"/>
              </a:cxn>
              <a:cxn ang="0">
                <a:pos x="5" y="3"/>
              </a:cxn>
              <a:cxn ang="0">
                <a:pos x="2" y="6"/>
              </a:cxn>
              <a:cxn ang="0">
                <a:pos x="0" y="3"/>
              </a:cxn>
            </a:cxnLst>
            <a:rect l="0" t="0" r="r" b="b"/>
            <a:pathLst>
              <a:path w="181" h="6">
                <a:moveTo>
                  <a:pt x="176" y="3"/>
                </a:moveTo>
                <a:cubicBezTo>
                  <a:pt x="176" y="1"/>
                  <a:pt x="177" y="0"/>
                  <a:pt x="178" y="0"/>
                </a:cubicBezTo>
                <a:cubicBezTo>
                  <a:pt x="178" y="0"/>
                  <a:pt x="178" y="0"/>
                  <a:pt x="178" y="0"/>
                </a:cubicBezTo>
                <a:cubicBezTo>
                  <a:pt x="180" y="0"/>
                  <a:pt x="181" y="1"/>
                  <a:pt x="181" y="3"/>
                </a:cubicBezTo>
                <a:cubicBezTo>
                  <a:pt x="181" y="3"/>
                  <a:pt x="181" y="3"/>
                  <a:pt x="181" y="3"/>
                </a:cubicBezTo>
                <a:cubicBezTo>
                  <a:pt x="181" y="4"/>
                  <a:pt x="180" y="6"/>
                  <a:pt x="178" y="6"/>
                </a:cubicBezTo>
                <a:cubicBezTo>
                  <a:pt x="178" y="6"/>
                  <a:pt x="178" y="6"/>
                  <a:pt x="178" y="6"/>
                </a:cubicBezTo>
                <a:cubicBezTo>
                  <a:pt x="177" y="6"/>
                  <a:pt x="176" y="4"/>
                  <a:pt x="176" y="3"/>
                </a:cubicBezTo>
                <a:close/>
                <a:moveTo>
                  <a:pt x="162" y="3"/>
                </a:moveTo>
                <a:cubicBezTo>
                  <a:pt x="162" y="1"/>
                  <a:pt x="163" y="0"/>
                  <a:pt x="165" y="0"/>
                </a:cubicBezTo>
                <a:cubicBezTo>
                  <a:pt x="165" y="0"/>
                  <a:pt x="165" y="0"/>
                  <a:pt x="165" y="0"/>
                </a:cubicBezTo>
                <a:cubicBezTo>
                  <a:pt x="166" y="0"/>
                  <a:pt x="168" y="1"/>
                  <a:pt x="168" y="3"/>
                </a:cubicBezTo>
                <a:cubicBezTo>
                  <a:pt x="168" y="3"/>
                  <a:pt x="168" y="3"/>
                  <a:pt x="168" y="3"/>
                </a:cubicBezTo>
                <a:cubicBezTo>
                  <a:pt x="168" y="4"/>
                  <a:pt x="166" y="6"/>
                  <a:pt x="165" y="6"/>
                </a:cubicBezTo>
                <a:cubicBezTo>
                  <a:pt x="165" y="6"/>
                  <a:pt x="165" y="6"/>
                  <a:pt x="165" y="6"/>
                </a:cubicBezTo>
                <a:cubicBezTo>
                  <a:pt x="163" y="6"/>
                  <a:pt x="162" y="4"/>
                  <a:pt x="162" y="3"/>
                </a:cubicBezTo>
                <a:close/>
                <a:moveTo>
                  <a:pt x="149" y="3"/>
                </a:moveTo>
                <a:cubicBezTo>
                  <a:pt x="149" y="1"/>
                  <a:pt x="150" y="0"/>
                  <a:pt x="151" y="0"/>
                </a:cubicBezTo>
                <a:cubicBezTo>
                  <a:pt x="151" y="0"/>
                  <a:pt x="151" y="0"/>
                  <a:pt x="151" y="0"/>
                </a:cubicBezTo>
                <a:cubicBezTo>
                  <a:pt x="153" y="0"/>
                  <a:pt x="154" y="1"/>
                  <a:pt x="154" y="3"/>
                </a:cubicBezTo>
                <a:cubicBezTo>
                  <a:pt x="154" y="3"/>
                  <a:pt x="154" y="3"/>
                  <a:pt x="154" y="3"/>
                </a:cubicBezTo>
                <a:cubicBezTo>
                  <a:pt x="154" y="4"/>
                  <a:pt x="153" y="6"/>
                  <a:pt x="151" y="6"/>
                </a:cubicBezTo>
                <a:cubicBezTo>
                  <a:pt x="151" y="6"/>
                  <a:pt x="151" y="6"/>
                  <a:pt x="151" y="6"/>
                </a:cubicBezTo>
                <a:cubicBezTo>
                  <a:pt x="150" y="6"/>
                  <a:pt x="149" y="4"/>
                  <a:pt x="149" y="3"/>
                </a:cubicBezTo>
                <a:close/>
                <a:moveTo>
                  <a:pt x="135" y="3"/>
                </a:moveTo>
                <a:cubicBezTo>
                  <a:pt x="135" y="1"/>
                  <a:pt x="136" y="0"/>
                  <a:pt x="138" y="0"/>
                </a:cubicBezTo>
                <a:cubicBezTo>
                  <a:pt x="138" y="0"/>
                  <a:pt x="138" y="0"/>
                  <a:pt x="138" y="0"/>
                </a:cubicBezTo>
                <a:cubicBezTo>
                  <a:pt x="139" y="0"/>
                  <a:pt x="140" y="1"/>
                  <a:pt x="140" y="3"/>
                </a:cubicBezTo>
                <a:cubicBezTo>
                  <a:pt x="140" y="3"/>
                  <a:pt x="140" y="3"/>
                  <a:pt x="140" y="3"/>
                </a:cubicBezTo>
                <a:cubicBezTo>
                  <a:pt x="140" y="4"/>
                  <a:pt x="139" y="6"/>
                  <a:pt x="138" y="6"/>
                </a:cubicBezTo>
                <a:cubicBezTo>
                  <a:pt x="138" y="6"/>
                  <a:pt x="138" y="6"/>
                  <a:pt x="138" y="6"/>
                </a:cubicBezTo>
                <a:cubicBezTo>
                  <a:pt x="136" y="6"/>
                  <a:pt x="135" y="4"/>
                  <a:pt x="135" y="3"/>
                </a:cubicBezTo>
                <a:close/>
                <a:moveTo>
                  <a:pt x="122" y="3"/>
                </a:moveTo>
                <a:cubicBezTo>
                  <a:pt x="122" y="1"/>
                  <a:pt x="123" y="0"/>
                  <a:pt x="124" y="0"/>
                </a:cubicBezTo>
                <a:cubicBezTo>
                  <a:pt x="124" y="0"/>
                  <a:pt x="124" y="0"/>
                  <a:pt x="124" y="0"/>
                </a:cubicBezTo>
                <a:cubicBezTo>
                  <a:pt x="126" y="0"/>
                  <a:pt x="127" y="1"/>
                  <a:pt x="127" y="3"/>
                </a:cubicBezTo>
                <a:cubicBezTo>
                  <a:pt x="127" y="3"/>
                  <a:pt x="127" y="3"/>
                  <a:pt x="127" y="3"/>
                </a:cubicBezTo>
                <a:cubicBezTo>
                  <a:pt x="127" y="4"/>
                  <a:pt x="126" y="6"/>
                  <a:pt x="124" y="6"/>
                </a:cubicBezTo>
                <a:cubicBezTo>
                  <a:pt x="124" y="6"/>
                  <a:pt x="124" y="6"/>
                  <a:pt x="124" y="6"/>
                </a:cubicBezTo>
                <a:cubicBezTo>
                  <a:pt x="123" y="6"/>
                  <a:pt x="122" y="4"/>
                  <a:pt x="122" y="3"/>
                </a:cubicBezTo>
                <a:close/>
                <a:moveTo>
                  <a:pt x="108" y="3"/>
                </a:moveTo>
                <a:cubicBezTo>
                  <a:pt x="108" y="1"/>
                  <a:pt x="109" y="0"/>
                  <a:pt x="111" y="0"/>
                </a:cubicBezTo>
                <a:cubicBezTo>
                  <a:pt x="111" y="0"/>
                  <a:pt x="111" y="0"/>
                  <a:pt x="111" y="0"/>
                </a:cubicBezTo>
                <a:cubicBezTo>
                  <a:pt x="112" y="0"/>
                  <a:pt x="113" y="1"/>
                  <a:pt x="113" y="3"/>
                </a:cubicBezTo>
                <a:cubicBezTo>
                  <a:pt x="113" y="3"/>
                  <a:pt x="113" y="3"/>
                  <a:pt x="113" y="3"/>
                </a:cubicBezTo>
                <a:cubicBezTo>
                  <a:pt x="113" y="4"/>
                  <a:pt x="112" y="6"/>
                  <a:pt x="111" y="6"/>
                </a:cubicBezTo>
                <a:cubicBezTo>
                  <a:pt x="111" y="6"/>
                  <a:pt x="111" y="6"/>
                  <a:pt x="111" y="6"/>
                </a:cubicBezTo>
                <a:cubicBezTo>
                  <a:pt x="109" y="6"/>
                  <a:pt x="108" y="4"/>
                  <a:pt x="108" y="3"/>
                </a:cubicBezTo>
                <a:close/>
                <a:moveTo>
                  <a:pt x="94" y="3"/>
                </a:moveTo>
                <a:cubicBezTo>
                  <a:pt x="94" y="1"/>
                  <a:pt x="96" y="0"/>
                  <a:pt x="97" y="0"/>
                </a:cubicBezTo>
                <a:cubicBezTo>
                  <a:pt x="97" y="0"/>
                  <a:pt x="97" y="0"/>
                  <a:pt x="97" y="0"/>
                </a:cubicBezTo>
                <a:cubicBezTo>
                  <a:pt x="99" y="0"/>
                  <a:pt x="100" y="1"/>
                  <a:pt x="100" y="3"/>
                </a:cubicBezTo>
                <a:cubicBezTo>
                  <a:pt x="100" y="3"/>
                  <a:pt x="100" y="3"/>
                  <a:pt x="100" y="3"/>
                </a:cubicBezTo>
                <a:cubicBezTo>
                  <a:pt x="100" y="4"/>
                  <a:pt x="99" y="6"/>
                  <a:pt x="97" y="6"/>
                </a:cubicBezTo>
                <a:cubicBezTo>
                  <a:pt x="97" y="6"/>
                  <a:pt x="97" y="6"/>
                  <a:pt x="97" y="6"/>
                </a:cubicBezTo>
                <a:cubicBezTo>
                  <a:pt x="96" y="6"/>
                  <a:pt x="94" y="4"/>
                  <a:pt x="94" y="3"/>
                </a:cubicBezTo>
                <a:close/>
                <a:moveTo>
                  <a:pt x="81" y="3"/>
                </a:moveTo>
                <a:cubicBezTo>
                  <a:pt x="81" y="1"/>
                  <a:pt x="82" y="0"/>
                  <a:pt x="84" y="0"/>
                </a:cubicBezTo>
                <a:cubicBezTo>
                  <a:pt x="84" y="0"/>
                  <a:pt x="84" y="0"/>
                  <a:pt x="84" y="0"/>
                </a:cubicBezTo>
                <a:cubicBezTo>
                  <a:pt x="85" y="0"/>
                  <a:pt x="86" y="1"/>
                  <a:pt x="86" y="3"/>
                </a:cubicBezTo>
                <a:cubicBezTo>
                  <a:pt x="86" y="3"/>
                  <a:pt x="86" y="3"/>
                  <a:pt x="86" y="3"/>
                </a:cubicBezTo>
                <a:cubicBezTo>
                  <a:pt x="86" y="4"/>
                  <a:pt x="85" y="6"/>
                  <a:pt x="84" y="6"/>
                </a:cubicBezTo>
                <a:cubicBezTo>
                  <a:pt x="84" y="6"/>
                  <a:pt x="84" y="6"/>
                  <a:pt x="84" y="6"/>
                </a:cubicBezTo>
                <a:cubicBezTo>
                  <a:pt x="82" y="6"/>
                  <a:pt x="81" y="4"/>
                  <a:pt x="81" y="3"/>
                </a:cubicBezTo>
                <a:close/>
                <a:moveTo>
                  <a:pt x="67" y="3"/>
                </a:moveTo>
                <a:cubicBezTo>
                  <a:pt x="67" y="1"/>
                  <a:pt x="69" y="0"/>
                  <a:pt x="70" y="0"/>
                </a:cubicBezTo>
                <a:cubicBezTo>
                  <a:pt x="70" y="0"/>
                  <a:pt x="70" y="0"/>
                  <a:pt x="70" y="0"/>
                </a:cubicBezTo>
                <a:cubicBezTo>
                  <a:pt x="71" y="0"/>
                  <a:pt x="73" y="1"/>
                  <a:pt x="73" y="3"/>
                </a:cubicBezTo>
                <a:cubicBezTo>
                  <a:pt x="73" y="3"/>
                  <a:pt x="73" y="3"/>
                  <a:pt x="73" y="3"/>
                </a:cubicBezTo>
                <a:cubicBezTo>
                  <a:pt x="73" y="4"/>
                  <a:pt x="71" y="6"/>
                  <a:pt x="70" y="6"/>
                </a:cubicBezTo>
                <a:cubicBezTo>
                  <a:pt x="70" y="6"/>
                  <a:pt x="70" y="6"/>
                  <a:pt x="70" y="6"/>
                </a:cubicBezTo>
                <a:cubicBezTo>
                  <a:pt x="69" y="6"/>
                  <a:pt x="67" y="4"/>
                  <a:pt x="67" y="3"/>
                </a:cubicBezTo>
                <a:close/>
                <a:moveTo>
                  <a:pt x="54" y="3"/>
                </a:moveTo>
                <a:cubicBezTo>
                  <a:pt x="54" y="1"/>
                  <a:pt x="55" y="0"/>
                  <a:pt x="56" y="0"/>
                </a:cubicBezTo>
                <a:cubicBezTo>
                  <a:pt x="56" y="0"/>
                  <a:pt x="56" y="0"/>
                  <a:pt x="56" y="0"/>
                </a:cubicBezTo>
                <a:cubicBezTo>
                  <a:pt x="58" y="0"/>
                  <a:pt x="59" y="1"/>
                  <a:pt x="59" y="3"/>
                </a:cubicBezTo>
                <a:cubicBezTo>
                  <a:pt x="59" y="3"/>
                  <a:pt x="59" y="3"/>
                  <a:pt x="59" y="3"/>
                </a:cubicBezTo>
                <a:cubicBezTo>
                  <a:pt x="59" y="4"/>
                  <a:pt x="58" y="6"/>
                  <a:pt x="56" y="6"/>
                </a:cubicBezTo>
                <a:cubicBezTo>
                  <a:pt x="56" y="6"/>
                  <a:pt x="56" y="6"/>
                  <a:pt x="56" y="6"/>
                </a:cubicBezTo>
                <a:cubicBezTo>
                  <a:pt x="55" y="6"/>
                  <a:pt x="54" y="4"/>
                  <a:pt x="54" y="3"/>
                </a:cubicBezTo>
                <a:close/>
                <a:moveTo>
                  <a:pt x="40" y="3"/>
                </a:moveTo>
                <a:cubicBezTo>
                  <a:pt x="40" y="1"/>
                  <a:pt x="41" y="0"/>
                  <a:pt x="43" y="0"/>
                </a:cubicBezTo>
                <a:cubicBezTo>
                  <a:pt x="43" y="0"/>
                  <a:pt x="43" y="0"/>
                  <a:pt x="43" y="0"/>
                </a:cubicBezTo>
                <a:cubicBezTo>
                  <a:pt x="44" y="0"/>
                  <a:pt x="45" y="1"/>
                  <a:pt x="45" y="3"/>
                </a:cubicBezTo>
                <a:cubicBezTo>
                  <a:pt x="45" y="3"/>
                  <a:pt x="45" y="3"/>
                  <a:pt x="45" y="3"/>
                </a:cubicBezTo>
                <a:cubicBezTo>
                  <a:pt x="45" y="4"/>
                  <a:pt x="44" y="6"/>
                  <a:pt x="43" y="6"/>
                </a:cubicBezTo>
                <a:cubicBezTo>
                  <a:pt x="43" y="6"/>
                  <a:pt x="43" y="6"/>
                  <a:pt x="43" y="6"/>
                </a:cubicBezTo>
                <a:cubicBezTo>
                  <a:pt x="41" y="6"/>
                  <a:pt x="40" y="4"/>
                  <a:pt x="40" y="3"/>
                </a:cubicBezTo>
                <a:close/>
                <a:moveTo>
                  <a:pt x="27" y="3"/>
                </a:moveTo>
                <a:cubicBezTo>
                  <a:pt x="27" y="1"/>
                  <a:pt x="28" y="0"/>
                  <a:pt x="29" y="0"/>
                </a:cubicBezTo>
                <a:cubicBezTo>
                  <a:pt x="29" y="0"/>
                  <a:pt x="29" y="0"/>
                  <a:pt x="29" y="0"/>
                </a:cubicBezTo>
                <a:cubicBezTo>
                  <a:pt x="31" y="0"/>
                  <a:pt x="32" y="1"/>
                  <a:pt x="32" y="3"/>
                </a:cubicBezTo>
                <a:cubicBezTo>
                  <a:pt x="32" y="3"/>
                  <a:pt x="32" y="3"/>
                  <a:pt x="32" y="3"/>
                </a:cubicBezTo>
                <a:cubicBezTo>
                  <a:pt x="32" y="4"/>
                  <a:pt x="31" y="6"/>
                  <a:pt x="29" y="6"/>
                </a:cubicBezTo>
                <a:cubicBezTo>
                  <a:pt x="29" y="6"/>
                  <a:pt x="29" y="6"/>
                  <a:pt x="29" y="6"/>
                </a:cubicBezTo>
                <a:cubicBezTo>
                  <a:pt x="28" y="6"/>
                  <a:pt x="27" y="4"/>
                  <a:pt x="27" y="3"/>
                </a:cubicBezTo>
                <a:close/>
                <a:moveTo>
                  <a:pt x="13" y="3"/>
                </a:moveTo>
                <a:cubicBezTo>
                  <a:pt x="13" y="1"/>
                  <a:pt x="14" y="0"/>
                  <a:pt x="16" y="0"/>
                </a:cubicBezTo>
                <a:cubicBezTo>
                  <a:pt x="16" y="0"/>
                  <a:pt x="16" y="0"/>
                  <a:pt x="16" y="0"/>
                </a:cubicBezTo>
                <a:cubicBezTo>
                  <a:pt x="17" y="0"/>
                  <a:pt x="18" y="1"/>
                  <a:pt x="18" y="3"/>
                </a:cubicBezTo>
                <a:cubicBezTo>
                  <a:pt x="18" y="3"/>
                  <a:pt x="18" y="3"/>
                  <a:pt x="18" y="3"/>
                </a:cubicBezTo>
                <a:cubicBezTo>
                  <a:pt x="18" y="4"/>
                  <a:pt x="17" y="6"/>
                  <a:pt x="16" y="6"/>
                </a:cubicBezTo>
                <a:cubicBezTo>
                  <a:pt x="16" y="6"/>
                  <a:pt x="16" y="6"/>
                  <a:pt x="16" y="6"/>
                </a:cubicBezTo>
                <a:cubicBezTo>
                  <a:pt x="14" y="6"/>
                  <a:pt x="13" y="4"/>
                  <a:pt x="13" y="3"/>
                </a:cubicBezTo>
                <a:close/>
                <a:moveTo>
                  <a:pt x="0" y="3"/>
                </a:moveTo>
                <a:cubicBezTo>
                  <a:pt x="0" y="1"/>
                  <a:pt x="1" y="0"/>
                  <a:pt x="2" y="0"/>
                </a:cubicBezTo>
                <a:cubicBezTo>
                  <a:pt x="2" y="0"/>
                  <a:pt x="2" y="0"/>
                  <a:pt x="2" y="0"/>
                </a:cubicBezTo>
                <a:cubicBezTo>
                  <a:pt x="4" y="0"/>
                  <a:pt x="5" y="1"/>
                  <a:pt x="5" y="3"/>
                </a:cubicBezTo>
                <a:cubicBezTo>
                  <a:pt x="5" y="3"/>
                  <a:pt x="5" y="3"/>
                  <a:pt x="5" y="3"/>
                </a:cubicBezTo>
                <a:cubicBezTo>
                  <a:pt x="5" y="4"/>
                  <a:pt x="4" y="6"/>
                  <a:pt x="2" y="6"/>
                </a:cubicBezTo>
                <a:cubicBezTo>
                  <a:pt x="2" y="6"/>
                  <a:pt x="2" y="6"/>
                  <a:pt x="2" y="6"/>
                </a:cubicBezTo>
                <a:cubicBezTo>
                  <a:pt x="1" y="6"/>
                  <a:pt x="0" y="4"/>
                  <a:pt x="0" y="3"/>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22" name="Freeform 38"/>
          <p:cNvSpPr>
            <a:spLocks/>
          </p:cNvSpPr>
          <p:nvPr/>
        </p:nvSpPr>
        <p:spPr bwMode="auto">
          <a:xfrm>
            <a:off x="6143625" y="3463924"/>
            <a:ext cx="31750" cy="31750"/>
          </a:xfrm>
          <a:custGeom>
            <a:avLst/>
            <a:gdLst/>
            <a:ahLst/>
            <a:cxnLst>
              <a:cxn ang="0">
                <a:pos x="3" y="6"/>
              </a:cxn>
              <a:cxn ang="0">
                <a:pos x="1" y="5"/>
              </a:cxn>
              <a:cxn ang="0">
                <a:pos x="0" y="3"/>
              </a:cxn>
              <a:cxn ang="0">
                <a:pos x="1" y="1"/>
              </a:cxn>
              <a:cxn ang="0">
                <a:pos x="5" y="1"/>
              </a:cxn>
              <a:cxn ang="0">
                <a:pos x="6" y="3"/>
              </a:cxn>
              <a:cxn ang="0">
                <a:pos x="5" y="5"/>
              </a:cxn>
              <a:cxn ang="0">
                <a:pos x="3" y="6"/>
              </a:cxn>
            </a:cxnLst>
            <a:rect l="0" t="0" r="r" b="b"/>
            <a:pathLst>
              <a:path w="6" h="6">
                <a:moveTo>
                  <a:pt x="3" y="6"/>
                </a:moveTo>
                <a:cubicBezTo>
                  <a:pt x="2" y="6"/>
                  <a:pt x="2" y="5"/>
                  <a:pt x="1" y="5"/>
                </a:cubicBezTo>
                <a:cubicBezTo>
                  <a:pt x="1" y="4"/>
                  <a:pt x="0" y="4"/>
                  <a:pt x="0" y="3"/>
                </a:cubicBezTo>
                <a:cubicBezTo>
                  <a:pt x="0" y="2"/>
                  <a:pt x="1" y="2"/>
                  <a:pt x="1" y="1"/>
                </a:cubicBezTo>
                <a:cubicBezTo>
                  <a:pt x="2" y="0"/>
                  <a:pt x="4" y="0"/>
                  <a:pt x="5" y="1"/>
                </a:cubicBezTo>
                <a:cubicBezTo>
                  <a:pt x="5" y="2"/>
                  <a:pt x="6" y="2"/>
                  <a:pt x="6" y="3"/>
                </a:cubicBezTo>
                <a:cubicBezTo>
                  <a:pt x="6" y="4"/>
                  <a:pt x="5" y="4"/>
                  <a:pt x="5" y="5"/>
                </a:cubicBezTo>
                <a:cubicBezTo>
                  <a:pt x="4" y="5"/>
                  <a:pt x="4" y="6"/>
                  <a:pt x="3" y="6"/>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23" name="Freeform 39"/>
          <p:cNvSpPr>
            <a:spLocks noEditPoints="1"/>
          </p:cNvSpPr>
          <p:nvPr/>
        </p:nvSpPr>
        <p:spPr bwMode="auto">
          <a:xfrm>
            <a:off x="4335463" y="4533899"/>
            <a:ext cx="787400" cy="509588"/>
          </a:xfrm>
          <a:custGeom>
            <a:avLst/>
            <a:gdLst/>
            <a:ahLst/>
            <a:cxnLst>
              <a:cxn ang="0">
                <a:pos x="148" y="92"/>
              </a:cxn>
              <a:cxn ang="0">
                <a:pos x="148" y="98"/>
              </a:cxn>
              <a:cxn ang="0">
                <a:pos x="133" y="95"/>
              </a:cxn>
              <a:cxn ang="0">
                <a:pos x="138" y="95"/>
              </a:cxn>
              <a:cxn ang="0">
                <a:pos x="135" y="98"/>
              </a:cxn>
              <a:cxn ang="0">
                <a:pos x="122" y="92"/>
              </a:cxn>
              <a:cxn ang="0">
                <a:pos x="125" y="95"/>
              </a:cxn>
              <a:cxn ang="0">
                <a:pos x="119" y="95"/>
              </a:cxn>
              <a:cxn ang="0">
                <a:pos x="109" y="92"/>
              </a:cxn>
              <a:cxn ang="0">
                <a:pos x="109" y="98"/>
              </a:cxn>
              <a:cxn ang="0">
                <a:pos x="93" y="95"/>
              </a:cxn>
              <a:cxn ang="0">
                <a:pos x="98" y="95"/>
              </a:cxn>
              <a:cxn ang="0">
                <a:pos x="96" y="98"/>
              </a:cxn>
              <a:cxn ang="0">
                <a:pos x="82" y="92"/>
              </a:cxn>
              <a:cxn ang="0">
                <a:pos x="85" y="95"/>
              </a:cxn>
              <a:cxn ang="0">
                <a:pos x="80" y="95"/>
              </a:cxn>
              <a:cxn ang="0">
                <a:pos x="69" y="92"/>
              </a:cxn>
              <a:cxn ang="0">
                <a:pos x="69" y="98"/>
              </a:cxn>
              <a:cxn ang="0">
                <a:pos x="53" y="95"/>
              </a:cxn>
              <a:cxn ang="0">
                <a:pos x="59" y="95"/>
              </a:cxn>
              <a:cxn ang="0">
                <a:pos x="56" y="98"/>
              </a:cxn>
              <a:cxn ang="0">
                <a:pos x="43" y="92"/>
              </a:cxn>
              <a:cxn ang="0">
                <a:pos x="45" y="95"/>
              </a:cxn>
              <a:cxn ang="0">
                <a:pos x="40" y="95"/>
              </a:cxn>
              <a:cxn ang="0">
                <a:pos x="30" y="92"/>
              </a:cxn>
              <a:cxn ang="0">
                <a:pos x="30" y="98"/>
              </a:cxn>
              <a:cxn ang="0">
                <a:pos x="14" y="95"/>
              </a:cxn>
              <a:cxn ang="0">
                <a:pos x="19" y="95"/>
              </a:cxn>
              <a:cxn ang="0">
                <a:pos x="16" y="98"/>
              </a:cxn>
              <a:cxn ang="0">
                <a:pos x="3" y="92"/>
              </a:cxn>
              <a:cxn ang="0">
                <a:pos x="6" y="95"/>
              </a:cxn>
              <a:cxn ang="0">
                <a:pos x="1" y="95"/>
              </a:cxn>
              <a:cxn ang="0">
                <a:pos x="3" y="79"/>
              </a:cxn>
              <a:cxn ang="0">
                <a:pos x="3" y="85"/>
              </a:cxn>
              <a:cxn ang="0">
                <a:pos x="0" y="69"/>
              </a:cxn>
              <a:cxn ang="0">
                <a:pos x="6" y="69"/>
              </a:cxn>
              <a:cxn ang="0">
                <a:pos x="3" y="72"/>
              </a:cxn>
              <a:cxn ang="0">
                <a:pos x="3" y="53"/>
              </a:cxn>
              <a:cxn ang="0">
                <a:pos x="6" y="56"/>
              </a:cxn>
              <a:cxn ang="0">
                <a:pos x="0" y="56"/>
              </a:cxn>
              <a:cxn ang="0">
                <a:pos x="3" y="40"/>
              </a:cxn>
              <a:cxn ang="0">
                <a:pos x="3" y="45"/>
              </a:cxn>
              <a:cxn ang="0">
                <a:pos x="0" y="29"/>
              </a:cxn>
              <a:cxn ang="0">
                <a:pos x="6" y="29"/>
              </a:cxn>
              <a:cxn ang="0">
                <a:pos x="3" y="32"/>
              </a:cxn>
              <a:cxn ang="0">
                <a:pos x="3" y="13"/>
              </a:cxn>
              <a:cxn ang="0">
                <a:pos x="6" y="16"/>
              </a:cxn>
              <a:cxn ang="0">
                <a:pos x="0" y="16"/>
              </a:cxn>
              <a:cxn ang="0">
                <a:pos x="3" y="0"/>
              </a:cxn>
              <a:cxn ang="0">
                <a:pos x="3" y="6"/>
              </a:cxn>
            </a:cxnLst>
            <a:rect l="0" t="0" r="r" b="b"/>
            <a:pathLst>
              <a:path w="151" h="98">
                <a:moveTo>
                  <a:pt x="146" y="95"/>
                </a:moveTo>
                <a:cubicBezTo>
                  <a:pt x="146" y="94"/>
                  <a:pt x="147" y="92"/>
                  <a:pt x="148" y="92"/>
                </a:cubicBezTo>
                <a:cubicBezTo>
                  <a:pt x="148" y="92"/>
                  <a:pt x="148" y="92"/>
                  <a:pt x="148" y="92"/>
                </a:cubicBezTo>
                <a:cubicBezTo>
                  <a:pt x="150" y="92"/>
                  <a:pt x="151" y="94"/>
                  <a:pt x="151" y="95"/>
                </a:cubicBezTo>
                <a:cubicBezTo>
                  <a:pt x="151" y="95"/>
                  <a:pt x="151" y="95"/>
                  <a:pt x="151" y="95"/>
                </a:cubicBezTo>
                <a:cubicBezTo>
                  <a:pt x="151" y="96"/>
                  <a:pt x="150" y="98"/>
                  <a:pt x="148" y="98"/>
                </a:cubicBezTo>
                <a:cubicBezTo>
                  <a:pt x="148" y="98"/>
                  <a:pt x="148" y="98"/>
                  <a:pt x="148" y="98"/>
                </a:cubicBezTo>
                <a:cubicBezTo>
                  <a:pt x="147" y="98"/>
                  <a:pt x="146" y="96"/>
                  <a:pt x="146" y="95"/>
                </a:cubicBezTo>
                <a:close/>
                <a:moveTo>
                  <a:pt x="133" y="95"/>
                </a:moveTo>
                <a:cubicBezTo>
                  <a:pt x="133" y="94"/>
                  <a:pt x="134" y="92"/>
                  <a:pt x="135" y="92"/>
                </a:cubicBezTo>
                <a:cubicBezTo>
                  <a:pt x="135" y="92"/>
                  <a:pt x="135" y="92"/>
                  <a:pt x="135" y="92"/>
                </a:cubicBezTo>
                <a:cubicBezTo>
                  <a:pt x="137" y="92"/>
                  <a:pt x="138" y="94"/>
                  <a:pt x="138" y="95"/>
                </a:cubicBezTo>
                <a:cubicBezTo>
                  <a:pt x="138" y="95"/>
                  <a:pt x="138" y="95"/>
                  <a:pt x="138" y="95"/>
                </a:cubicBezTo>
                <a:cubicBezTo>
                  <a:pt x="138" y="96"/>
                  <a:pt x="137" y="98"/>
                  <a:pt x="135" y="98"/>
                </a:cubicBezTo>
                <a:cubicBezTo>
                  <a:pt x="135" y="98"/>
                  <a:pt x="135" y="98"/>
                  <a:pt x="135" y="98"/>
                </a:cubicBezTo>
                <a:cubicBezTo>
                  <a:pt x="134" y="98"/>
                  <a:pt x="133" y="96"/>
                  <a:pt x="133" y="95"/>
                </a:cubicBezTo>
                <a:close/>
                <a:moveTo>
                  <a:pt x="119" y="95"/>
                </a:moveTo>
                <a:cubicBezTo>
                  <a:pt x="119" y="94"/>
                  <a:pt x="120" y="92"/>
                  <a:pt x="122" y="92"/>
                </a:cubicBezTo>
                <a:cubicBezTo>
                  <a:pt x="122" y="92"/>
                  <a:pt x="122" y="92"/>
                  <a:pt x="122" y="92"/>
                </a:cubicBezTo>
                <a:cubicBezTo>
                  <a:pt x="123" y="92"/>
                  <a:pt x="125" y="94"/>
                  <a:pt x="125" y="95"/>
                </a:cubicBezTo>
                <a:cubicBezTo>
                  <a:pt x="125" y="95"/>
                  <a:pt x="125" y="95"/>
                  <a:pt x="125" y="95"/>
                </a:cubicBezTo>
                <a:cubicBezTo>
                  <a:pt x="125" y="96"/>
                  <a:pt x="123" y="98"/>
                  <a:pt x="122" y="98"/>
                </a:cubicBezTo>
                <a:cubicBezTo>
                  <a:pt x="122" y="98"/>
                  <a:pt x="122" y="98"/>
                  <a:pt x="122" y="98"/>
                </a:cubicBezTo>
                <a:cubicBezTo>
                  <a:pt x="120" y="98"/>
                  <a:pt x="119" y="96"/>
                  <a:pt x="119" y="95"/>
                </a:cubicBezTo>
                <a:close/>
                <a:moveTo>
                  <a:pt x="106" y="95"/>
                </a:moveTo>
                <a:cubicBezTo>
                  <a:pt x="106" y="94"/>
                  <a:pt x="107" y="92"/>
                  <a:pt x="109" y="92"/>
                </a:cubicBezTo>
                <a:cubicBezTo>
                  <a:pt x="109" y="92"/>
                  <a:pt x="109" y="92"/>
                  <a:pt x="109" y="92"/>
                </a:cubicBezTo>
                <a:cubicBezTo>
                  <a:pt x="110" y="92"/>
                  <a:pt x="111" y="94"/>
                  <a:pt x="111" y="95"/>
                </a:cubicBezTo>
                <a:cubicBezTo>
                  <a:pt x="111" y="95"/>
                  <a:pt x="111" y="95"/>
                  <a:pt x="111" y="95"/>
                </a:cubicBezTo>
                <a:cubicBezTo>
                  <a:pt x="111" y="96"/>
                  <a:pt x="110" y="98"/>
                  <a:pt x="109" y="98"/>
                </a:cubicBezTo>
                <a:cubicBezTo>
                  <a:pt x="109" y="98"/>
                  <a:pt x="109" y="98"/>
                  <a:pt x="109" y="98"/>
                </a:cubicBezTo>
                <a:cubicBezTo>
                  <a:pt x="107" y="98"/>
                  <a:pt x="106" y="96"/>
                  <a:pt x="106" y="95"/>
                </a:cubicBezTo>
                <a:close/>
                <a:moveTo>
                  <a:pt x="93" y="95"/>
                </a:moveTo>
                <a:cubicBezTo>
                  <a:pt x="93" y="94"/>
                  <a:pt x="94" y="92"/>
                  <a:pt x="96" y="92"/>
                </a:cubicBezTo>
                <a:cubicBezTo>
                  <a:pt x="96" y="92"/>
                  <a:pt x="96" y="92"/>
                  <a:pt x="96" y="92"/>
                </a:cubicBezTo>
                <a:cubicBezTo>
                  <a:pt x="97" y="92"/>
                  <a:pt x="98" y="94"/>
                  <a:pt x="98" y="95"/>
                </a:cubicBezTo>
                <a:cubicBezTo>
                  <a:pt x="98" y="95"/>
                  <a:pt x="98" y="95"/>
                  <a:pt x="98" y="95"/>
                </a:cubicBezTo>
                <a:cubicBezTo>
                  <a:pt x="98" y="96"/>
                  <a:pt x="97" y="98"/>
                  <a:pt x="96" y="98"/>
                </a:cubicBezTo>
                <a:cubicBezTo>
                  <a:pt x="96" y="98"/>
                  <a:pt x="96" y="98"/>
                  <a:pt x="96" y="98"/>
                </a:cubicBezTo>
                <a:cubicBezTo>
                  <a:pt x="94" y="98"/>
                  <a:pt x="93" y="96"/>
                  <a:pt x="93" y="95"/>
                </a:cubicBezTo>
                <a:close/>
                <a:moveTo>
                  <a:pt x="80" y="95"/>
                </a:moveTo>
                <a:cubicBezTo>
                  <a:pt x="80" y="94"/>
                  <a:pt x="81" y="92"/>
                  <a:pt x="82" y="92"/>
                </a:cubicBezTo>
                <a:cubicBezTo>
                  <a:pt x="82" y="92"/>
                  <a:pt x="82" y="92"/>
                  <a:pt x="82" y="92"/>
                </a:cubicBezTo>
                <a:cubicBezTo>
                  <a:pt x="84" y="92"/>
                  <a:pt x="85" y="94"/>
                  <a:pt x="85" y="95"/>
                </a:cubicBezTo>
                <a:cubicBezTo>
                  <a:pt x="85" y="95"/>
                  <a:pt x="85" y="95"/>
                  <a:pt x="85" y="95"/>
                </a:cubicBezTo>
                <a:cubicBezTo>
                  <a:pt x="85" y="96"/>
                  <a:pt x="84" y="98"/>
                  <a:pt x="82" y="98"/>
                </a:cubicBezTo>
                <a:cubicBezTo>
                  <a:pt x="82" y="98"/>
                  <a:pt x="82" y="98"/>
                  <a:pt x="82" y="98"/>
                </a:cubicBezTo>
                <a:cubicBezTo>
                  <a:pt x="81" y="98"/>
                  <a:pt x="80" y="96"/>
                  <a:pt x="80" y="95"/>
                </a:cubicBezTo>
                <a:close/>
                <a:moveTo>
                  <a:pt x="67" y="95"/>
                </a:moveTo>
                <a:cubicBezTo>
                  <a:pt x="67" y="94"/>
                  <a:pt x="68" y="92"/>
                  <a:pt x="69" y="92"/>
                </a:cubicBezTo>
                <a:cubicBezTo>
                  <a:pt x="69" y="92"/>
                  <a:pt x="69" y="92"/>
                  <a:pt x="69" y="92"/>
                </a:cubicBezTo>
                <a:cubicBezTo>
                  <a:pt x="71" y="92"/>
                  <a:pt x="72" y="94"/>
                  <a:pt x="72" y="95"/>
                </a:cubicBezTo>
                <a:cubicBezTo>
                  <a:pt x="72" y="95"/>
                  <a:pt x="72" y="95"/>
                  <a:pt x="72" y="95"/>
                </a:cubicBezTo>
                <a:cubicBezTo>
                  <a:pt x="72" y="96"/>
                  <a:pt x="71" y="98"/>
                  <a:pt x="69" y="98"/>
                </a:cubicBezTo>
                <a:cubicBezTo>
                  <a:pt x="69" y="98"/>
                  <a:pt x="69" y="98"/>
                  <a:pt x="69" y="98"/>
                </a:cubicBezTo>
                <a:cubicBezTo>
                  <a:pt x="68" y="98"/>
                  <a:pt x="67" y="96"/>
                  <a:pt x="67" y="95"/>
                </a:cubicBezTo>
                <a:close/>
                <a:moveTo>
                  <a:pt x="53" y="95"/>
                </a:moveTo>
                <a:cubicBezTo>
                  <a:pt x="53" y="94"/>
                  <a:pt x="54" y="92"/>
                  <a:pt x="56" y="92"/>
                </a:cubicBezTo>
                <a:cubicBezTo>
                  <a:pt x="56" y="92"/>
                  <a:pt x="56" y="92"/>
                  <a:pt x="56" y="92"/>
                </a:cubicBezTo>
                <a:cubicBezTo>
                  <a:pt x="57" y="92"/>
                  <a:pt x="59" y="94"/>
                  <a:pt x="59" y="95"/>
                </a:cubicBezTo>
                <a:cubicBezTo>
                  <a:pt x="59" y="95"/>
                  <a:pt x="59" y="95"/>
                  <a:pt x="59" y="95"/>
                </a:cubicBezTo>
                <a:cubicBezTo>
                  <a:pt x="59" y="96"/>
                  <a:pt x="57" y="98"/>
                  <a:pt x="56" y="98"/>
                </a:cubicBezTo>
                <a:cubicBezTo>
                  <a:pt x="56" y="98"/>
                  <a:pt x="56" y="98"/>
                  <a:pt x="56" y="98"/>
                </a:cubicBezTo>
                <a:cubicBezTo>
                  <a:pt x="54" y="98"/>
                  <a:pt x="53" y="96"/>
                  <a:pt x="53" y="95"/>
                </a:cubicBezTo>
                <a:close/>
                <a:moveTo>
                  <a:pt x="40" y="95"/>
                </a:moveTo>
                <a:cubicBezTo>
                  <a:pt x="40" y="94"/>
                  <a:pt x="41" y="92"/>
                  <a:pt x="43" y="92"/>
                </a:cubicBezTo>
                <a:cubicBezTo>
                  <a:pt x="43" y="92"/>
                  <a:pt x="43" y="92"/>
                  <a:pt x="43" y="92"/>
                </a:cubicBezTo>
                <a:cubicBezTo>
                  <a:pt x="44" y="92"/>
                  <a:pt x="45" y="94"/>
                  <a:pt x="45" y="95"/>
                </a:cubicBezTo>
                <a:cubicBezTo>
                  <a:pt x="45" y="95"/>
                  <a:pt x="45" y="95"/>
                  <a:pt x="45" y="95"/>
                </a:cubicBezTo>
                <a:cubicBezTo>
                  <a:pt x="45" y="96"/>
                  <a:pt x="44" y="98"/>
                  <a:pt x="43" y="98"/>
                </a:cubicBezTo>
                <a:cubicBezTo>
                  <a:pt x="43" y="98"/>
                  <a:pt x="43" y="98"/>
                  <a:pt x="43" y="98"/>
                </a:cubicBezTo>
                <a:cubicBezTo>
                  <a:pt x="41" y="98"/>
                  <a:pt x="40" y="96"/>
                  <a:pt x="40" y="95"/>
                </a:cubicBezTo>
                <a:close/>
                <a:moveTo>
                  <a:pt x="27" y="95"/>
                </a:moveTo>
                <a:cubicBezTo>
                  <a:pt x="27" y="94"/>
                  <a:pt x="28" y="92"/>
                  <a:pt x="30" y="92"/>
                </a:cubicBezTo>
                <a:cubicBezTo>
                  <a:pt x="30" y="92"/>
                  <a:pt x="30" y="92"/>
                  <a:pt x="30" y="92"/>
                </a:cubicBezTo>
                <a:cubicBezTo>
                  <a:pt x="31" y="92"/>
                  <a:pt x="32" y="94"/>
                  <a:pt x="32" y="95"/>
                </a:cubicBezTo>
                <a:cubicBezTo>
                  <a:pt x="32" y="95"/>
                  <a:pt x="32" y="95"/>
                  <a:pt x="32" y="95"/>
                </a:cubicBezTo>
                <a:cubicBezTo>
                  <a:pt x="32" y="96"/>
                  <a:pt x="31" y="98"/>
                  <a:pt x="30" y="98"/>
                </a:cubicBezTo>
                <a:cubicBezTo>
                  <a:pt x="30" y="98"/>
                  <a:pt x="30" y="98"/>
                  <a:pt x="30" y="98"/>
                </a:cubicBezTo>
                <a:cubicBezTo>
                  <a:pt x="28" y="98"/>
                  <a:pt x="27" y="96"/>
                  <a:pt x="27" y="95"/>
                </a:cubicBezTo>
                <a:close/>
                <a:moveTo>
                  <a:pt x="14" y="95"/>
                </a:moveTo>
                <a:cubicBezTo>
                  <a:pt x="14" y="94"/>
                  <a:pt x="15" y="92"/>
                  <a:pt x="16" y="92"/>
                </a:cubicBezTo>
                <a:cubicBezTo>
                  <a:pt x="16" y="92"/>
                  <a:pt x="16" y="92"/>
                  <a:pt x="16" y="92"/>
                </a:cubicBezTo>
                <a:cubicBezTo>
                  <a:pt x="18" y="92"/>
                  <a:pt x="19" y="94"/>
                  <a:pt x="19" y="95"/>
                </a:cubicBezTo>
                <a:cubicBezTo>
                  <a:pt x="19" y="95"/>
                  <a:pt x="19" y="95"/>
                  <a:pt x="19" y="95"/>
                </a:cubicBezTo>
                <a:cubicBezTo>
                  <a:pt x="19" y="96"/>
                  <a:pt x="18" y="98"/>
                  <a:pt x="16" y="98"/>
                </a:cubicBezTo>
                <a:cubicBezTo>
                  <a:pt x="16" y="98"/>
                  <a:pt x="16" y="98"/>
                  <a:pt x="16" y="98"/>
                </a:cubicBezTo>
                <a:cubicBezTo>
                  <a:pt x="15" y="98"/>
                  <a:pt x="14" y="96"/>
                  <a:pt x="14" y="95"/>
                </a:cubicBezTo>
                <a:close/>
                <a:moveTo>
                  <a:pt x="1" y="95"/>
                </a:moveTo>
                <a:cubicBezTo>
                  <a:pt x="1" y="94"/>
                  <a:pt x="2" y="92"/>
                  <a:pt x="3" y="92"/>
                </a:cubicBezTo>
                <a:cubicBezTo>
                  <a:pt x="3" y="92"/>
                  <a:pt x="3" y="92"/>
                  <a:pt x="3" y="92"/>
                </a:cubicBezTo>
                <a:cubicBezTo>
                  <a:pt x="5" y="92"/>
                  <a:pt x="6" y="94"/>
                  <a:pt x="6" y="95"/>
                </a:cubicBezTo>
                <a:cubicBezTo>
                  <a:pt x="6" y="95"/>
                  <a:pt x="6" y="95"/>
                  <a:pt x="6" y="95"/>
                </a:cubicBezTo>
                <a:cubicBezTo>
                  <a:pt x="6" y="96"/>
                  <a:pt x="5" y="98"/>
                  <a:pt x="3" y="98"/>
                </a:cubicBezTo>
                <a:cubicBezTo>
                  <a:pt x="3" y="98"/>
                  <a:pt x="3" y="98"/>
                  <a:pt x="3" y="98"/>
                </a:cubicBezTo>
                <a:cubicBezTo>
                  <a:pt x="2" y="98"/>
                  <a:pt x="1" y="96"/>
                  <a:pt x="1" y="95"/>
                </a:cubicBezTo>
                <a:close/>
                <a:moveTo>
                  <a:pt x="0" y="82"/>
                </a:moveTo>
                <a:cubicBezTo>
                  <a:pt x="0" y="81"/>
                  <a:pt x="1" y="79"/>
                  <a:pt x="3" y="79"/>
                </a:cubicBezTo>
                <a:cubicBezTo>
                  <a:pt x="3" y="79"/>
                  <a:pt x="3" y="79"/>
                  <a:pt x="3" y="79"/>
                </a:cubicBezTo>
                <a:cubicBezTo>
                  <a:pt x="4" y="79"/>
                  <a:pt x="6" y="81"/>
                  <a:pt x="6" y="82"/>
                </a:cubicBezTo>
                <a:cubicBezTo>
                  <a:pt x="6" y="82"/>
                  <a:pt x="6" y="82"/>
                  <a:pt x="6" y="82"/>
                </a:cubicBezTo>
                <a:cubicBezTo>
                  <a:pt x="6" y="84"/>
                  <a:pt x="4" y="85"/>
                  <a:pt x="3" y="85"/>
                </a:cubicBezTo>
                <a:cubicBezTo>
                  <a:pt x="3" y="85"/>
                  <a:pt x="3" y="85"/>
                  <a:pt x="3" y="85"/>
                </a:cubicBezTo>
                <a:cubicBezTo>
                  <a:pt x="1" y="85"/>
                  <a:pt x="0" y="84"/>
                  <a:pt x="0" y="82"/>
                </a:cubicBezTo>
                <a:close/>
                <a:moveTo>
                  <a:pt x="0" y="69"/>
                </a:moveTo>
                <a:cubicBezTo>
                  <a:pt x="0" y="67"/>
                  <a:pt x="1" y="66"/>
                  <a:pt x="3" y="66"/>
                </a:cubicBezTo>
                <a:cubicBezTo>
                  <a:pt x="3" y="66"/>
                  <a:pt x="3" y="66"/>
                  <a:pt x="3" y="66"/>
                </a:cubicBezTo>
                <a:cubicBezTo>
                  <a:pt x="4" y="66"/>
                  <a:pt x="6" y="67"/>
                  <a:pt x="6" y="69"/>
                </a:cubicBezTo>
                <a:cubicBezTo>
                  <a:pt x="6" y="69"/>
                  <a:pt x="6" y="69"/>
                  <a:pt x="6" y="69"/>
                </a:cubicBezTo>
                <a:cubicBezTo>
                  <a:pt x="6" y="70"/>
                  <a:pt x="4" y="72"/>
                  <a:pt x="3" y="72"/>
                </a:cubicBezTo>
                <a:cubicBezTo>
                  <a:pt x="3" y="72"/>
                  <a:pt x="3" y="72"/>
                  <a:pt x="3" y="72"/>
                </a:cubicBezTo>
                <a:cubicBezTo>
                  <a:pt x="1" y="72"/>
                  <a:pt x="0" y="70"/>
                  <a:pt x="0" y="69"/>
                </a:cubicBezTo>
                <a:close/>
                <a:moveTo>
                  <a:pt x="0" y="56"/>
                </a:moveTo>
                <a:cubicBezTo>
                  <a:pt x="0" y="54"/>
                  <a:pt x="1" y="53"/>
                  <a:pt x="3" y="53"/>
                </a:cubicBezTo>
                <a:cubicBezTo>
                  <a:pt x="3" y="53"/>
                  <a:pt x="3" y="53"/>
                  <a:pt x="3" y="53"/>
                </a:cubicBezTo>
                <a:cubicBezTo>
                  <a:pt x="4" y="53"/>
                  <a:pt x="6" y="54"/>
                  <a:pt x="6" y="56"/>
                </a:cubicBezTo>
                <a:cubicBezTo>
                  <a:pt x="6" y="56"/>
                  <a:pt x="6" y="56"/>
                  <a:pt x="6" y="56"/>
                </a:cubicBezTo>
                <a:cubicBezTo>
                  <a:pt x="6" y="57"/>
                  <a:pt x="4" y="58"/>
                  <a:pt x="3" y="58"/>
                </a:cubicBezTo>
                <a:cubicBezTo>
                  <a:pt x="3" y="58"/>
                  <a:pt x="3" y="58"/>
                  <a:pt x="3" y="58"/>
                </a:cubicBezTo>
                <a:cubicBezTo>
                  <a:pt x="1" y="58"/>
                  <a:pt x="0" y="57"/>
                  <a:pt x="0" y="56"/>
                </a:cubicBezTo>
                <a:close/>
                <a:moveTo>
                  <a:pt x="0" y="42"/>
                </a:moveTo>
                <a:cubicBezTo>
                  <a:pt x="0" y="41"/>
                  <a:pt x="1" y="40"/>
                  <a:pt x="3" y="40"/>
                </a:cubicBezTo>
                <a:cubicBezTo>
                  <a:pt x="3" y="40"/>
                  <a:pt x="3" y="40"/>
                  <a:pt x="3" y="40"/>
                </a:cubicBezTo>
                <a:cubicBezTo>
                  <a:pt x="4" y="40"/>
                  <a:pt x="6" y="41"/>
                  <a:pt x="6" y="42"/>
                </a:cubicBezTo>
                <a:cubicBezTo>
                  <a:pt x="6" y="42"/>
                  <a:pt x="6" y="42"/>
                  <a:pt x="6" y="42"/>
                </a:cubicBezTo>
                <a:cubicBezTo>
                  <a:pt x="6" y="44"/>
                  <a:pt x="4" y="45"/>
                  <a:pt x="3" y="45"/>
                </a:cubicBezTo>
                <a:cubicBezTo>
                  <a:pt x="3" y="45"/>
                  <a:pt x="3" y="45"/>
                  <a:pt x="3" y="45"/>
                </a:cubicBezTo>
                <a:cubicBezTo>
                  <a:pt x="1" y="45"/>
                  <a:pt x="0" y="44"/>
                  <a:pt x="0" y="42"/>
                </a:cubicBezTo>
                <a:close/>
                <a:moveTo>
                  <a:pt x="0" y="29"/>
                </a:moveTo>
                <a:cubicBezTo>
                  <a:pt x="0" y="28"/>
                  <a:pt x="1" y="27"/>
                  <a:pt x="3" y="27"/>
                </a:cubicBezTo>
                <a:cubicBezTo>
                  <a:pt x="3" y="27"/>
                  <a:pt x="3" y="27"/>
                  <a:pt x="3" y="27"/>
                </a:cubicBezTo>
                <a:cubicBezTo>
                  <a:pt x="4" y="27"/>
                  <a:pt x="6" y="28"/>
                  <a:pt x="6" y="29"/>
                </a:cubicBezTo>
                <a:cubicBezTo>
                  <a:pt x="6" y="29"/>
                  <a:pt x="6" y="29"/>
                  <a:pt x="6" y="29"/>
                </a:cubicBezTo>
                <a:cubicBezTo>
                  <a:pt x="6" y="31"/>
                  <a:pt x="4" y="32"/>
                  <a:pt x="3" y="32"/>
                </a:cubicBezTo>
                <a:cubicBezTo>
                  <a:pt x="3" y="32"/>
                  <a:pt x="3" y="32"/>
                  <a:pt x="3" y="32"/>
                </a:cubicBezTo>
                <a:cubicBezTo>
                  <a:pt x="1" y="32"/>
                  <a:pt x="0" y="31"/>
                  <a:pt x="0" y="29"/>
                </a:cubicBezTo>
                <a:close/>
                <a:moveTo>
                  <a:pt x="0" y="16"/>
                </a:moveTo>
                <a:cubicBezTo>
                  <a:pt x="0" y="15"/>
                  <a:pt x="1" y="13"/>
                  <a:pt x="3" y="13"/>
                </a:cubicBezTo>
                <a:cubicBezTo>
                  <a:pt x="3" y="13"/>
                  <a:pt x="3" y="13"/>
                  <a:pt x="3" y="13"/>
                </a:cubicBezTo>
                <a:cubicBezTo>
                  <a:pt x="4" y="13"/>
                  <a:pt x="6" y="15"/>
                  <a:pt x="6" y="16"/>
                </a:cubicBezTo>
                <a:cubicBezTo>
                  <a:pt x="6" y="16"/>
                  <a:pt x="6" y="16"/>
                  <a:pt x="6" y="16"/>
                </a:cubicBezTo>
                <a:cubicBezTo>
                  <a:pt x="6" y="18"/>
                  <a:pt x="4" y="19"/>
                  <a:pt x="3" y="19"/>
                </a:cubicBezTo>
                <a:cubicBezTo>
                  <a:pt x="3" y="19"/>
                  <a:pt x="3" y="19"/>
                  <a:pt x="3" y="19"/>
                </a:cubicBezTo>
                <a:cubicBezTo>
                  <a:pt x="1" y="19"/>
                  <a:pt x="0" y="18"/>
                  <a:pt x="0" y="16"/>
                </a:cubicBezTo>
                <a:close/>
                <a:moveTo>
                  <a:pt x="0" y="3"/>
                </a:moveTo>
                <a:cubicBezTo>
                  <a:pt x="0" y="1"/>
                  <a:pt x="1" y="0"/>
                  <a:pt x="3" y="0"/>
                </a:cubicBezTo>
                <a:cubicBezTo>
                  <a:pt x="3" y="0"/>
                  <a:pt x="3" y="0"/>
                  <a:pt x="3" y="0"/>
                </a:cubicBezTo>
                <a:cubicBezTo>
                  <a:pt x="4" y="0"/>
                  <a:pt x="6" y="1"/>
                  <a:pt x="6" y="3"/>
                </a:cubicBezTo>
                <a:cubicBezTo>
                  <a:pt x="6" y="3"/>
                  <a:pt x="6" y="3"/>
                  <a:pt x="6" y="3"/>
                </a:cubicBezTo>
                <a:cubicBezTo>
                  <a:pt x="6" y="4"/>
                  <a:pt x="4" y="6"/>
                  <a:pt x="3" y="6"/>
                </a:cubicBezTo>
                <a:cubicBezTo>
                  <a:pt x="3" y="6"/>
                  <a:pt x="3" y="6"/>
                  <a:pt x="3" y="6"/>
                </a:cubicBezTo>
                <a:cubicBezTo>
                  <a:pt x="1" y="6"/>
                  <a:pt x="0" y="4"/>
                  <a:pt x="0" y="3"/>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24" name="Freeform 40"/>
          <p:cNvSpPr>
            <a:spLocks noEditPoints="1"/>
          </p:cNvSpPr>
          <p:nvPr/>
        </p:nvSpPr>
        <p:spPr bwMode="auto">
          <a:xfrm>
            <a:off x="6513513" y="3751262"/>
            <a:ext cx="985837" cy="515938"/>
          </a:xfrm>
          <a:custGeom>
            <a:avLst/>
            <a:gdLst/>
            <a:ahLst/>
            <a:cxnLst>
              <a:cxn ang="0">
                <a:pos x="174" y="93"/>
              </a:cxn>
              <a:cxn ang="0">
                <a:pos x="174" y="99"/>
              </a:cxn>
              <a:cxn ang="0">
                <a:pos x="159" y="96"/>
              </a:cxn>
              <a:cxn ang="0">
                <a:pos x="164" y="96"/>
              </a:cxn>
              <a:cxn ang="0">
                <a:pos x="161" y="99"/>
              </a:cxn>
              <a:cxn ang="0">
                <a:pos x="148" y="93"/>
              </a:cxn>
              <a:cxn ang="0">
                <a:pos x="151" y="96"/>
              </a:cxn>
              <a:cxn ang="0">
                <a:pos x="145" y="96"/>
              </a:cxn>
              <a:cxn ang="0">
                <a:pos x="135" y="93"/>
              </a:cxn>
              <a:cxn ang="0">
                <a:pos x="135" y="99"/>
              </a:cxn>
              <a:cxn ang="0">
                <a:pos x="119" y="96"/>
              </a:cxn>
              <a:cxn ang="0">
                <a:pos x="124" y="96"/>
              </a:cxn>
              <a:cxn ang="0">
                <a:pos x="122" y="99"/>
              </a:cxn>
              <a:cxn ang="0">
                <a:pos x="108" y="93"/>
              </a:cxn>
              <a:cxn ang="0">
                <a:pos x="111" y="96"/>
              </a:cxn>
              <a:cxn ang="0">
                <a:pos x="106" y="96"/>
              </a:cxn>
              <a:cxn ang="0">
                <a:pos x="95" y="93"/>
              </a:cxn>
              <a:cxn ang="0">
                <a:pos x="95" y="99"/>
              </a:cxn>
              <a:cxn ang="0">
                <a:pos x="79" y="96"/>
              </a:cxn>
              <a:cxn ang="0">
                <a:pos x="85" y="96"/>
              </a:cxn>
              <a:cxn ang="0">
                <a:pos x="82" y="99"/>
              </a:cxn>
              <a:cxn ang="0">
                <a:pos x="69" y="93"/>
              </a:cxn>
              <a:cxn ang="0">
                <a:pos x="71" y="96"/>
              </a:cxn>
              <a:cxn ang="0">
                <a:pos x="66" y="96"/>
              </a:cxn>
              <a:cxn ang="0">
                <a:pos x="56" y="93"/>
              </a:cxn>
              <a:cxn ang="0">
                <a:pos x="56" y="99"/>
              </a:cxn>
              <a:cxn ang="0">
                <a:pos x="40" y="96"/>
              </a:cxn>
              <a:cxn ang="0">
                <a:pos x="45" y="96"/>
              </a:cxn>
              <a:cxn ang="0">
                <a:pos x="42" y="99"/>
              </a:cxn>
              <a:cxn ang="0">
                <a:pos x="29" y="93"/>
              </a:cxn>
              <a:cxn ang="0">
                <a:pos x="32" y="96"/>
              </a:cxn>
              <a:cxn ang="0">
                <a:pos x="27" y="96"/>
              </a:cxn>
              <a:cxn ang="0">
                <a:pos x="16" y="93"/>
              </a:cxn>
              <a:cxn ang="0">
                <a:pos x="16" y="99"/>
              </a:cxn>
              <a:cxn ang="0">
                <a:pos x="0" y="96"/>
              </a:cxn>
              <a:cxn ang="0">
                <a:pos x="5" y="96"/>
              </a:cxn>
              <a:cxn ang="0">
                <a:pos x="3" y="99"/>
              </a:cxn>
              <a:cxn ang="0">
                <a:pos x="186" y="92"/>
              </a:cxn>
              <a:cxn ang="0">
                <a:pos x="189" y="95"/>
              </a:cxn>
              <a:cxn ang="0">
                <a:pos x="184" y="95"/>
              </a:cxn>
              <a:cxn ang="0">
                <a:pos x="186" y="79"/>
              </a:cxn>
              <a:cxn ang="0">
                <a:pos x="186" y="84"/>
              </a:cxn>
              <a:cxn ang="0">
                <a:pos x="184" y="68"/>
              </a:cxn>
              <a:cxn ang="0">
                <a:pos x="189" y="68"/>
              </a:cxn>
              <a:cxn ang="0">
                <a:pos x="186" y="71"/>
              </a:cxn>
              <a:cxn ang="0">
                <a:pos x="186" y="52"/>
              </a:cxn>
              <a:cxn ang="0">
                <a:pos x="189" y="55"/>
              </a:cxn>
              <a:cxn ang="0">
                <a:pos x="184" y="55"/>
              </a:cxn>
              <a:cxn ang="0">
                <a:pos x="186" y="39"/>
              </a:cxn>
              <a:cxn ang="0">
                <a:pos x="186" y="44"/>
              </a:cxn>
              <a:cxn ang="0">
                <a:pos x="184" y="29"/>
              </a:cxn>
              <a:cxn ang="0">
                <a:pos x="189" y="29"/>
              </a:cxn>
              <a:cxn ang="0">
                <a:pos x="186" y="31"/>
              </a:cxn>
              <a:cxn ang="0">
                <a:pos x="186" y="13"/>
              </a:cxn>
              <a:cxn ang="0">
                <a:pos x="189" y="15"/>
              </a:cxn>
              <a:cxn ang="0">
                <a:pos x="184" y="15"/>
              </a:cxn>
              <a:cxn ang="0">
                <a:pos x="186" y="0"/>
              </a:cxn>
              <a:cxn ang="0">
                <a:pos x="186" y="5"/>
              </a:cxn>
            </a:cxnLst>
            <a:rect l="0" t="0" r="r" b="b"/>
            <a:pathLst>
              <a:path w="189" h="99">
                <a:moveTo>
                  <a:pt x="172" y="96"/>
                </a:moveTo>
                <a:cubicBezTo>
                  <a:pt x="172" y="95"/>
                  <a:pt x="173" y="93"/>
                  <a:pt x="174" y="93"/>
                </a:cubicBezTo>
                <a:cubicBezTo>
                  <a:pt x="174" y="93"/>
                  <a:pt x="174" y="93"/>
                  <a:pt x="174" y="93"/>
                </a:cubicBezTo>
                <a:cubicBezTo>
                  <a:pt x="176" y="93"/>
                  <a:pt x="177" y="95"/>
                  <a:pt x="177" y="96"/>
                </a:cubicBezTo>
                <a:cubicBezTo>
                  <a:pt x="177" y="96"/>
                  <a:pt x="177" y="96"/>
                  <a:pt x="177" y="96"/>
                </a:cubicBezTo>
                <a:cubicBezTo>
                  <a:pt x="177" y="97"/>
                  <a:pt x="176" y="99"/>
                  <a:pt x="174" y="99"/>
                </a:cubicBezTo>
                <a:cubicBezTo>
                  <a:pt x="174" y="99"/>
                  <a:pt x="174" y="99"/>
                  <a:pt x="174" y="99"/>
                </a:cubicBezTo>
                <a:cubicBezTo>
                  <a:pt x="173" y="99"/>
                  <a:pt x="172" y="97"/>
                  <a:pt x="172" y="96"/>
                </a:cubicBezTo>
                <a:close/>
                <a:moveTo>
                  <a:pt x="159" y="96"/>
                </a:moveTo>
                <a:cubicBezTo>
                  <a:pt x="159" y="95"/>
                  <a:pt x="160" y="93"/>
                  <a:pt x="161" y="93"/>
                </a:cubicBezTo>
                <a:cubicBezTo>
                  <a:pt x="161" y="93"/>
                  <a:pt x="161" y="93"/>
                  <a:pt x="161" y="93"/>
                </a:cubicBezTo>
                <a:cubicBezTo>
                  <a:pt x="163" y="93"/>
                  <a:pt x="164" y="95"/>
                  <a:pt x="164" y="96"/>
                </a:cubicBezTo>
                <a:cubicBezTo>
                  <a:pt x="164" y="96"/>
                  <a:pt x="164" y="96"/>
                  <a:pt x="164" y="96"/>
                </a:cubicBezTo>
                <a:cubicBezTo>
                  <a:pt x="164" y="97"/>
                  <a:pt x="163" y="99"/>
                  <a:pt x="161" y="99"/>
                </a:cubicBezTo>
                <a:cubicBezTo>
                  <a:pt x="161" y="99"/>
                  <a:pt x="161" y="99"/>
                  <a:pt x="161" y="99"/>
                </a:cubicBezTo>
                <a:cubicBezTo>
                  <a:pt x="160" y="99"/>
                  <a:pt x="159" y="97"/>
                  <a:pt x="159" y="96"/>
                </a:cubicBezTo>
                <a:close/>
                <a:moveTo>
                  <a:pt x="145" y="96"/>
                </a:moveTo>
                <a:cubicBezTo>
                  <a:pt x="145" y="95"/>
                  <a:pt x="147" y="93"/>
                  <a:pt x="148" y="93"/>
                </a:cubicBezTo>
                <a:cubicBezTo>
                  <a:pt x="148" y="93"/>
                  <a:pt x="148" y="93"/>
                  <a:pt x="148" y="93"/>
                </a:cubicBezTo>
                <a:cubicBezTo>
                  <a:pt x="149" y="93"/>
                  <a:pt x="151" y="95"/>
                  <a:pt x="151" y="96"/>
                </a:cubicBezTo>
                <a:cubicBezTo>
                  <a:pt x="151" y="96"/>
                  <a:pt x="151" y="96"/>
                  <a:pt x="151" y="96"/>
                </a:cubicBezTo>
                <a:cubicBezTo>
                  <a:pt x="151" y="97"/>
                  <a:pt x="149" y="99"/>
                  <a:pt x="148" y="99"/>
                </a:cubicBezTo>
                <a:cubicBezTo>
                  <a:pt x="148" y="99"/>
                  <a:pt x="148" y="99"/>
                  <a:pt x="148" y="99"/>
                </a:cubicBezTo>
                <a:cubicBezTo>
                  <a:pt x="147" y="99"/>
                  <a:pt x="145" y="97"/>
                  <a:pt x="145" y="96"/>
                </a:cubicBezTo>
                <a:close/>
                <a:moveTo>
                  <a:pt x="132" y="96"/>
                </a:moveTo>
                <a:cubicBezTo>
                  <a:pt x="132" y="95"/>
                  <a:pt x="133" y="93"/>
                  <a:pt x="135" y="93"/>
                </a:cubicBezTo>
                <a:cubicBezTo>
                  <a:pt x="135" y="93"/>
                  <a:pt x="135" y="93"/>
                  <a:pt x="135" y="93"/>
                </a:cubicBezTo>
                <a:cubicBezTo>
                  <a:pt x="136" y="93"/>
                  <a:pt x="137" y="95"/>
                  <a:pt x="137" y="96"/>
                </a:cubicBezTo>
                <a:cubicBezTo>
                  <a:pt x="137" y="96"/>
                  <a:pt x="137" y="96"/>
                  <a:pt x="137" y="96"/>
                </a:cubicBezTo>
                <a:cubicBezTo>
                  <a:pt x="137" y="97"/>
                  <a:pt x="136" y="99"/>
                  <a:pt x="135" y="99"/>
                </a:cubicBezTo>
                <a:cubicBezTo>
                  <a:pt x="135" y="99"/>
                  <a:pt x="135" y="99"/>
                  <a:pt x="135" y="99"/>
                </a:cubicBezTo>
                <a:cubicBezTo>
                  <a:pt x="133" y="99"/>
                  <a:pt x="132" y="97"/>
                  <a:pt x="132" y="96"/>
                </a:cubicBezTo>
                <a:close/>
                <a:moveTo>
                  <a:pt x="119" y="96"/>
                </a:moveTo>
                <a:cubicBezTo>
                  <a:pt x="119" y="95"/>
                  <a:pt x="120" y="93"/>
                  <a:pt x="122" y="93"/>
                </a:cubicBezTo>
                <a:cubicBezTo>
                  <a:pt x="122" y="93"/>
                  <a:pt x="122" y="93"/>
                  <a:pt x="122" y="93"/>
                </a:cubicBezTo>
                <a:cubicBezTo>
                  <a:pt x="123" y="93"/>
                  <a:pt x="124" y="95"/>
                  <a:pt x="124" y="96"/>
                </a:cubicBezTo>
                <a:cubicBezTo>
                  <a:pt x="124" y="96"/>
                  <a:pt x="124" y="96"/>
                  <a:pt x="124" y="96"/>
                </a:cubicBezTo>
                <a:cubicBezTo>
                  <a:pt x="124" y="97"/>
                  <a:pt x="123" y="99"/>
                  <a:pt x="122" y="99"/>
                </a:cubicBezTo>
                <a:cubicBezTo>
                  <a:pt x="122" y="99"/>
                  <a:pt x="122" y="99"/>
                  <a:pt x="122" y="99"/>
                </a:cubicBezTo>
                <a:cubicBezTo>
                  <a:pt x="120" y="99"/>
                  <a:pt x="119" y="97"/>
                  <a:pt x="119" y="96"/>
                </a:cubicBezTo>
                <a:close/>
                <a:moveTo>
                  <a:pt x="106" y="96"/>
                </a:moveTo>
                <a:cubicBezTo>
                  <a:pt x="106" y="95"/>
                  <a:pt x="107" y="93"/>
                  <a:pt x="108" y="93"/>
                </a:cubicBezTo>
                <a:cubicBezTo>
                  <a:pt x="108" y="93"/>
                  <a:pt x="108" y="93"/>
                  <a:pt x="108" y="93"/>
                </a:cubicBezTo>
                <a:cubicBezTo>
                  <a:pt x="110" y="93"/>
                  <a:pt x="111" y="95"/>
                  <a:pt x="111" y="96"/>
                </a:cubicBezTo>
                <a:cubicBezTo>
                  <a:pt x="111" y="96"/>
                  <a:pt x="111" y="96"/>
                  <a:pt x="111" y="96"/>
                </a:cubicBezTo>
                <a:cubicBezTo>
                  <a:pt x="111" y="97"/>
                  <a:pt x="110" y="99"/>
                  <a:pt x="108" y="99"/>
                </a:cubicBezTo>
                <a:cubicBezTo>
                  <a:pt x="108" y="99"/>
                  <a:pt x="108" y="99"/>
                  <a:pt x="108" y="99"/>
                </a:cubicBezTo>
                <a:cubicBezTo>
                  <a:pt x="107" y="99"/>
                  <a:pt x="106" y="97"/>
                  <a:pt x="106" y="96"/>
                </a:cubicBezTo>
                <a:close/>
                <a:moveTo>
                  <a:pt x="93" y="96"/>
                </a:moveTo>
                <a:cubicBezTo>
                  <a:pt x="93" y="95"/>
                  <a:pt x="94" y="93"/>
                  <a:pt x="95" y="93"/>
                </a:cubicBezTo>
                <a:cubicBezTo>
                  <a:pt x="95" y="93"/>
                  <a:pt x="95" y="93"/>
                  <a:pt x="95" y="93"/>
                </a:cubicBezTo>
                <a:cubicBezTo>
                  <a:pt x="97" y="93"/>
                  <a:pt x="98" y="95"/>
                  <a:pt x="98" y="96"/>
                </a:cubicBezTo>
                <a:cubicBezTo>
                  <a:pt x="98" y="96"/>
                  <a:pt x="98" y="96"/>
                  <a:pt x="98" y="96"/>
                </a:cubicBezTo>
                <a:cubicBezTo>
                  <a:pt x="98" y="97"/>
                  <a:pt x="97" y="99"/>
                  <a:pt x="95" y="99"/>
                </a:cubicBezTo>
                <a:cubicBezTo>
                  <a:pt x="95" y="99"/>
                  <a:pt x="95" y="99"/>
                  <a:pt x="95" y="99"/>
                </a:cubicBezTo>
                <a:cubicBezTo>
                  <a:pt x="94" y="99"/>
                  <a:pt x="93" y="97"/>
                  <a:pt x="93" y="96"/>
                </a:cubicBezTo>
                <a:close/>
                <a:moveTo>
                  <a:pt x="79" y="96"/>
                </a:moveTo>
                <a:cubicBezTo>
                  <a:pt x="79" y="95"/>
                  <a:pt x="81" y="93"/>
                  <a:pt x="82" y="93"/>
                </a:cubicBezTo>
                <a:cubicBezTo>
                  <a:pt x="82" y="93"/>
                  <a:pt x="82" y="93"/>
                  <a:pt x="82" y="93"/>
                </a:cubicBezTo>
                <a:cubicBezTo>
                  <a:pt x="83" y="93"/>
                  <a:pt x="85" y="95"/>
                  <a:pt x="85" y="96"/>
                </a:cubicBezTo>
                <a:cubicBezTo>
                  <a:pt x="85" y="96"/>
                  <a:pt x="85" y="96"/>
                  <a:pt x="85" y="96"/>
                </a:cubicBezTo>
                <a:cubicBezTo>
                  <a:pt x="85" y="97"/>
                  <a:pt x="83" y="99"/>
                  <a:pt x="82" y="99"/>
                </a:cubicBezTo>
                <a:cubicBezTo>
                  <a:pt x="82" y="99"/>
                  <a:pt x="82" y="99"/>
                  <a:pt x="82" y="99"/>
                </a:cubicBezTo>
                <a:cubicBezTo>
                  <a:pt x="81" y="99"/>
                  <a:pt x="79" y="97"/>
                  <a:pt x="79" y="96"/>
                </a:cubicBezTo>
                <a:close/>
                <a:moveTo>
                  <a:pt x="66" y="96"/>
                </a:moveTo>
                <a:cubicBezTo>
                  <a:pt x="66" y="95"/>
                  <a:pt x="67" y="93"/>
                  <a:pt x="69" y="93"/>
                </a:cubicBezTo>
                <a:cubicBezTo>
                  <a:pt x="69" y="93"/>
                  <a:pt x="69" y="93"/>
                  <a:pt x="69" y="93"/>
                </a:cubicBezTo>
                <a:cubicBezTo>
                  <a:pt x="70" y="93"/>
                  <a:pt x="71" y="95"/>
                  <a:pt x="71" y="96"/>
                </a:cubicBezTo>
                <a:cubicBezTo>
                  <a:pt x="71" y="96"/>
                  <a:pt x="71" y="96"/>
                  <a:pt x="71" y="96"/>
                </a:cubicBezTo>
                <a:cubicBezTo>
                  <a:pt x="71" y="97"/>
                  <a:pt x="70" y="99"/>
                  <a:pt x="69" y="99"/>
                </a:cubicBezTo>
                <a:cubicBezTo>
                  <a:pt x="69" y="99"/>
                  <a:pt x="69" y="99"/>
                  <a:pt x="69" y="99"/>
                </a:cubicBezTo>
                <a:cubicBezTo>
                  <a:pt x="67" y="99"/>
                  <a:pt x="66" y="97"/>
                  <a:pt x="66" y="96"/>
                </a:cubicBezTo>
                <a:close/>
                <a:moveTo>
                  <a:pt x="53" y="96"/>
                </a:moveTo>
                <a:cubicBezTo>
                  <a:pt x="53" y="95"/>
                  <a:pt x="54" y="93"/>
                  <a:pt x="56" y="93"/>
                </a:cubicBezTo>
                <a:cubicBezTo>
                  <a:pt x="56" y="93"/>
                  <a:pt x="56" y="93"/>
                  <a:pt x="56" y="93"/>
                </a:cubicBezTo>
                <a:cubicBezTo>
                  <a:pt x="57" y="93"/>
                  <a:pt x="58" y="95"/>
                  <a:pt x="58" y="96"/>
                </a:cubicBezTo>
                <a:cubicBezTo>
                  <a:pt x="58" y="96"/>
                  <a:pt x="58" y="96"/>
                  <a:pt x="58" y="96"/>
                </a:cubicBezTo>
                <a:cubicBezTo>
                  <a:pt x="58" y="97"/>
                  <a:pt x="57" y="99"/>
                  <a:pt x="56" y="99"/>
                </a:cubicBezTo>
                <a:cubicBezTo>
                  <a:pt x="56" y="99"/>
                  <a:pt x="56" y="99"/>
                  <a:pt x="56" y="99"/>
                </a:cubicBezTo>
                <a:cubicBezTo>
                  <a:pt x="54" y="99"/>
                  <a:pt x="53" y="97"/>
                  <a:pt x="53" y="96"/>
                </a:cubicBezTo>
                <a:close/>
                <a:moveTo>
                  <a:pt x="40" y="96"/>
                </a:moveTo>
                <a:cubicBezTo>
                  <a:pt x="40" y="95"/>
                  <a:pt x="41" y="93"/>
                  <a:pt x="42" y="93"/>
                </a:cubicBezTo>
                <a:cubicBezTo>
                  <a:pt x="42" y="93"/>
                  <a:pt x="42" y="93"/>
                  <a:pt x="42" y="93"/>
                </a:cubicBezTo>
                <a:cubicBezTo>
                  <a:pt x="44" y="93"/>
                  <a:pt x="45" y="95"/>
                  <a:pt x="45" y="96"/>
                </a:cubicBezTo>
                <a:cubicBezTo>
                  <a:pt x="45" y="96"/>
                  <a:pt x="45" y="96"/>
                  <a:pt x="45" y="96"/>
                </a:cubicBezTo>
                <a:cubicBezTo>
                  <a:pt x="45" y="97"/>
                  <a:pt x="44" y="99"/>
                  <a:pt x="42" y="99"/>
                </a:cubicBezTo>
                <a:cubicBezTo>
                  <a:pt x="42" y="99"/>
                  <a:pt x="42" y="99"/>
                  <a:pt x="42" y="99"/>
                </a:cubicBezTo>
                <a:cubicBezTo>
                  <a:pt x="41" y="99"/>
                  <a:pt x="40" y="97"/>
                  <a:pt x="40" y="96"/>
                </a:cubicBezTo>
                <a:close/>
                <a:moveTo>
                  <a:pt x="27" y="96"/>
                </a:moveTo>
                <a:cubicBezTo>
                  <a:pt x="27" y="95"/>
                  <a:pt x="28" y="93"/>
                  <a:pt x="29" y="93"/>
                </a:cubicBezTo>
                <a:cubicBezTo>
                  <a:pt x="29" y="93"/>
                  <a:pt x="29" y="93"/>
                  <a:pt x="29" y="93"/>
                </a:cubicBezTo>
                <a:cubicBezTo>
                  <a:pt x="31" y="93"/>
                  <a:pt x="32" y="95"/>
                  <a:pt x="32" y="96"/>
                </a:cubicBezTo>
                <a:cubicBezTo>
                  <a:pt x="32" y="96"/>
                  <a:pt x="32" y="96"/>
                  <a:pt x="32" y="96"/>
                </a:cubicBezTo>
                <a:cubicBezTo>
                  <a:pt x="32" y="97"/>
                  <a:pt x="31" y="99"/>
                  <a:pt x="29" y="99"/>
                </a:cubicBezTo>
                <a:cubicBezTo>
                  <a:pt x="29" y="99"/>
                  <a:pt x="29" y="99"/>
                  <a:pt x="29" y="99"/>
                </a:cubicBezTo>
                <a:cubicBezTo>
                  <a:pt x="28" y="99"/>
                  <a:pt x="27" y="97"/>
                  <a:pt x="27" y="96"/>
                </a:cubicBezTo>
                <a:close/>
                <a:moveTo>
                  <a:pt x="13" y="96"/>
                </a:moveTo>
                <a:cubicBezTo>
                  <a:pt x="13" y="95"/>
                  <a:pt x="15" y="93"/>
                  <a:pt x="16" y="93"/>
                </a:cubicBezTo>
                <a:cubicBezTo>
                  <a:pt x="16" y="93"/>
                  <a:pt x="16" y="93"/>
                  <a:pt x="16" y="93"/>
                </a:cubicBezTo>
                <a:cubicBezTo>
                  <a:pt x="17" y="93"/>
                  <a:pt x="19" y="95"/>
                  <a:pt x="19" y="96"/>
                </a:cubicBezTo>
                <a:cubicBezTo>
                  <a:pt x="19" y="96"/>
                  <a:pt x="19" y="96"/>
                  <a:pt x="19" y="96"/>
                </a:cubicBezTo>
                <a:cubicBezTo>
                  <a:pt x="19" y="97"/>
                  <a:pt x="17" y="99"/>
                  <a:pt x="16" y="99"/>
                </a:cubicBezTo>
                <a:cubicBezTo>
                  <a:pt x="16" y="99"/>
                  <a:pt x="16" y="99"/>
                  <a:pt x="16" y="99"/>
                </a:cubicBezTo>
                <a:cubicBezTo>
                  <a:pt x="15" y="99"/>
                  <a:pt x="13" y="97"/>
                  <a:pt x="13" y="96"/>
                </a:cubicBezTo>
                <a:close/>
                <a:moveTo>
                  <a:pt x="0" y="96"/>
                </a:moveTo>
                <a:cubicBezTo>
                  <a:pt x="0" y="95"/>
                  <a:pt x="1" y="93"/>
                  <a:pt x="3" y="93"/>
                </a:cubicBezTo>
                <a:cubicBezTo>
                  <a:pt x="3" y="93"/>
                  <a:pt x="3" y="93"/>
                  <a:pt x="3" y="93"/>
                </a:cubicBezTo>
                <a:cubicBezTo>
                  <a:pt x="4" y="93"/>
                  <a:pt x="5" y="95"/>
                  <a:pt x="5" y="96"/>
                </a:cubicBezTo>
                <a:cubicBezTo>
                  <a:pt x="5" y="96"/>
                  <a:pt x="5" y="96"/>
                  <a:pt x="5" y="96"/>
                </a:cubicBezTo>
                <a:cubicBezTo>
                  <a:pt x="5" y="97"/>
                  <a:pt x="4" y="99"/>
                  <a:pt x="3" y="99"/>
                </a:cubicBezTo>
                <a:cubicBezTo>
                  <a:pt x="3" y="99"/>
                  <a:pt x="3" y="99"/>
                  <a:pt x="3" y="99"/>
                </a:cubicBezTo>
                <a:cubicBezTo>
                  <a:pt x="1" y="99"/>
                  <a:pt x="0" y="97"/>
                  <a:pt x="0" y="96"/>
                </a:cubicBezTo>
                <a:close/>
                <a:moveTo>
                  <a:pt x="184" y="95"/>
                </a:moveTo>
                <a:cubicBezTo>
                  <a:pt x="184" y="93"/>
                  <a:pt x="185" y="92"/>
                  <a:pt x="186" y="92"/>
                </a:cubicBezTo>
                <a:cubicBezTo>
                  <a:pt x="186" y="92"/>
                  <a:pt x="186" y="92"/>
                  <a:pt x="186" y="92"/>
                </a:cubicBezTo>
                <a:cubicBezTo>
                  <a:pt x="188" y="92"/>
                  <a:pt x="189" y="93"/>
                  <a:pt x="189" y="95"/>
                </a:cubicBezTo>
                <a:cubicBezTo>
                  <a:pt x="189" y="95"/>
                  <a:pt x="189" y="95"/>
                  <a:pt x="189" y="95"/>
                </a:cubicBezTo>
                <a:cubicBezTo>
                  <a:pt x="189" y="96"/>
                  <a:pt x="188" y="97"/>
                  <a:pt x="186" y="97"/>
                </a:cubicBezTo>
                <a:cubicBezTo>
                  <a:pt x="186" y="97"/>
                  <a:pt x="186" y="97"/>
                  <a:pt x="186" y="97"/>
                </a:cubicBezTo>
                <a:cubicBezTo>
                  <a:pt x="185" y="97"/>
                  <a:pt x="184" y="96"/>
                  <a:pt x="184" y="95"/>
                </a:cubicBezTo>
                <a:close/>
                <a:moveTo>
                  <a:pt x="184" y="81"/>
                </a:moveTo>
                <a:cubicBezTo>
                  <a:pt x="184" y="80"/>
                  <a:pt x="185" y="79"/>
                  <a:pt x="186" y="79"/>
                </a:cubicBezTo>
                <a:cubicBezTo>
                  <a:pt x="186" y="79"/>
                  <a:pt x="186" y="79"/>
                  <a:pt x="186" y="79"/>
                </a:cubicBezTo>
                <a:cubicBezTo>
                  <a:pt x="188" y="79"/>
                  <a:pt x="189" y="80"/>
                  <a:pt x="189" y="81"/>
                </a:cubicBezTo>
                <a:cubicBezTo>
                  <a:pt x="189" y="81"/>
                  <a:pt x="189" y="81"/>
                  <a:pt x="189" y="81"/>
                </a:cubicBezTo>
                <a:cubicBezTo>
                  <a:pt x="189" y="83"/>
                  <a:pt x="188" y="84"/>
                  <a:pt x="186" y="84"/>
                </a:cubicBezTo>
                <a:cubicBezTo>
                  <a:pt x="186" y="84"/>
                  <a:pt x="186" y="84"/>
                  <a:pt x="186" y="84"/>
                </a:cubicBezTo>
                <a:cubicBezTo>
                  <a:pt x="185" y="84"/>
                  <a:pt x="184" y="83"/>
                  <a:pt x="184" y="81"/>
                </a:cubicBezTo>
                <a:close/>
                <a:moveTo>
                  <a:pt x="184" y="68"/>
                </a:moveTo>
                <a:cubicBezTo>
                  <a:pt x="184" y="67"/>
                  <a:pt x="185" y="66"/>
                  <a:pt x="186" y="66"/>
                </a:cubicBezTo>
                <a:cubicBezTo>
                  <a:pt x="186" y="66"/>
                  <a:pt x="186" y="66"/>
                  <a:pt x="186" y="66"/>
                </a:cubicBezTo>
                <a:cubicBezTo>
                  <a:pt x="188" y="66"/>
                  <a:pt x="189" y="67"/>
                  <a:pt x="189" y="68"/>
                </a:cubicBezTo>
                <a:cubicBezTo>
                  <a:pt x="189" y="68"/>
                  <a:pt x="189" y="68"/>
                  <a:pt x="189" y="68"/>
                </a:cubicBezTo>
                <a:cubicBezTo>
                  <a:pt x="189" y="70"/>
                  <a:pt x="188" y="71"/>
                  <a:pt x="186" y="71"/>
                </a:cubicBezTo>
                <a:cubicBezTo>
                  <a:pt x="186" y="71"/>
                  <a:pt x="186" y="71"/>
                  <a:pt x="186" y="71"/>
                </a:cubicBezTo>
                <a:cubicBezTo>
                  <a:pt x="185" y="71"/>
                  <a:pt x="184" y="70"/>
                  <a:pt x="184" y="68"/>
                </a:cubicBezTo>
                <a:close/>
                <a:moveTo>
                  <a:pt x="184" y="55"/>
                </a:moveTo>
                <a:cubicBezTo>
                  <a:pt x="184" y="54"/>
                  <a:pt x="185" y="52"/>
                  <a:pt x="186" y="52"/>
                </a:cubicBezTo>
                <a:cubicBezTo>
                  <a:pt x="186" y="52"/>
                  <a:pt x="186" y="52"/>
                  <a:pt x="186" y="52"/>
                </a:cubicBezTo>
                <a:cubicBezTo>
                  <a:pt x="188" y="52"/>
                  <a:pt x="189" y="54"/>
                  <a:pt x="189" y="55"/>
                </a:cubicBezTo>
                <a:cubicBezTo>
                  <a:pt x="189" y="55"/>
                  <a:pt x="189" y="55"/>
                  <a:pt x="189" y="55"/>
                </a:cubicBezTo>
                <a:cubicBezTo>
                  <a:pt x="189" y="56"/>
                  <a:pt x="188" y="58"/>
                  <a:pt x="186" y="58"/>
                </a:cubicBezTo>
                <a:cubicBezTo>
                  <a:pt x="186" y="58"/>
                  <a:pt x="186" y="58"/>
                  <a:pt x="186" y="58"/>
                </a:cubicBezTo>
                <a:cubicBezTo>
                  <a:pt x="185" y="58"/>
                  <a:pt x="184" y="56"/>
                  <a:pt x="184" y="55"/>
                </a:cubicBezTo>
                <a:close/>
                <a:moveTo>
                  <a:pt x="184" y="42"/>
                </a:moveTo>
                <a:cubicBezTo>
                  <a:pt x="184" y="40"/>
                  <a:pt x="185" y="39"/>
                  <a:pt x="186" y="39"/>
                </a:cubicBezTo>
                <a:cubicBezTo>
                  <a:pt x="186" y="39"/>
                  <a:pt x="186" y="39"/>
                  <a:pt x="186" y="39"/>
                </a:cubicBezTo>
                <a:cubicBezTo>
                  <a:pt x="188" y="39"/>
                  <a:pt x="189" y="40"/>
                  <a:pt x="189" y="42"/>
                </a:cubicBezTo>
                <a:cubicBezTo>
                  <a:pt x="189" y="42"/>
                  <a:pt x="189" y="42"/>
                  <a:pt x="189" y="42"/>
                </a:cubicBezTo>
                <a:cubicBezTo>
                  <a:pt x="189" y="43"/>
                  <a:pt x="188" y="44"/>
                  <a:pt x="186" y="44"/>
                </a:cubicBezTo>
                <a:cubicBezTo>
                  <a:pt x="186" y="44"/>
                  <a:pt x="186" y="44"/>
                  <a:pt x="186" y="44"/>
                </a:cubicBezTo>
                <a:cubicBezTo>
                  <a:pt x="185" y="44"/>
                  <a:pt x="184" y="43"/>
                  <a:pt x="184" y="42"/>
                </a:cubicBezTo>
                <a:close/>
                <a:moveTo>
                  <a:pt x="184" y="29"/>
                </a:moveTo>
                <a:cubicBezTo>
                  <a:pt x="184" y="27"/>
                  <a:pt x="185" y="26"/>
                  <a:pt x="186" y="26"/>
                </a:cubicBezTo>
                <a:cubicBezTo>
                  <a:pt x="186" y="26"/>
                  <a:pt x="186" y="26"/>
                  <a:pt x="186" y="26"/>
                </a:cubicBezTo>
                <a:cubicBezTo>
                  <a:pt x="188" y="26"/>
                  <a:pt x="189" y="27"/>
                  <a:pt x="189" y="29"/>
                </a:cubicBezTo>
                <a:cubicBezTo>
                  <a:pt x="189" y="29"/>
                  <a:pt x="189" y="29"/>
                  <a:pt x="189" y="29"/>
                </a:cubicBezTo>
                <a:cubicBezTo>
                  <a:pt x="189" y="30"/>
                  <a:pt x="188" y="31"/>
                  <a:pt x="186" y="31"/>
                </a:cubicBezTo>
                <a:cubicBezTo>
                  <a:pt x="186" y="31"/>
                  <a:pt x="186" y="31"/>
                  <a:pt x="186" y="31"/>
                </a:cubicBezTo>
                <a:cubicBezTo>
                  <a:pt x="185" y="31"/>
                  <a:pt x="184" y="30"/>
                  <a:pt x="184" y="29"/>
                </a:cubicBezTo>
                <a:close/>
                <a:moveTo>
                  <a:pt x="184" y="15"/>
                </a:moveTo>
                <a:cubicBezTo>
                  <a:pt x="184" y="14"/>
                  <a:pt x="185" y="13"/>
                  <a:pt x="186" y="13"/>
                </a:cubicBezTo>
                <a:cubicBezTo>
                  <a:pt x="186" y="13"/>
                  <a:pt x="186" y="13"/>
                  <a:pt x="186" y="13"/>
                </a:cubicBezTo>
                <a:cubicBezTo>
                  <a:pt x="188" y="13"/>
                  <a:pt x="189" y="14"/>
                  <a:pt x="189" y="15"/>
                </a:cubicBezTo>
                <a:cubicBezTo>
                  <a:pt x="189" y="15"/>
                  <a:pt x="189" y="15"/>
                  <a:pt x="189" y="15"/>
                </a:cubicBezTo>
                <a:cubicBezTo>
                  <a:pt x="189" y="17"/>
                  <a:pt x="188" y="18"/>
                  <a:pt x="186" y="18"/>
                </a:cubicBezTo>
                <a:cubicBezTo>
                  <a:pt x="186" y="18"/>
                  <a:pt x="186" y="18"/>
                  <a:pt x="186" y="18"/>
                </a:cubicBezTo>
                <a:cubicBezTo>
                  <a:pt x="185" y="18"/>
                  <a:pt x="184" y="17"/>
                  <a:pt x="184" y="15"/>
                </a:cubicBezTo>
                <a:close/>
                <a:moveTo>
                  <a:pt x="184" y="2"/>
                </a:moveTo>
                <a:cubicBezTo>
                  <a:pt x="184" y="1"/>
                  <a:pt x="185" y="0"/>
                  <a:pt x="186" y="0"/>
                </a:cubicBezTo>
                <a:cubicBezTo>
                  <a:pt x="186" y="0"/>
                  <a:pt x="186" y="0"/>
                  <a:pt x="186" y="0"/>
                </a:cubicBezTo>
                <a:cubicBezTo>
                  <a:pt x="188" y="0"/>
                  <a:pt x="189" y="1"/>
                  <a:pt x="189" y="2"/>
                </a:cubicBezTo>
                <a:cubicBezTo>
                  <a:pt x="189" y="2"/>
                  <a:pt x="189" y="2"/>
                  <a:pt x="189" y="2"/>
                </a:cubicBezTo>
                <a:cubicBezTo>
                  <a:pt x="189" y="4"/>
                  <a:pt x="188" y="5"/>
                  <a:pt x="186" y="5"/>
                </a:cubicBezTo>
                <a:cubicBezTo>
                  <a:pt x="186" y="5"/>
                  <a:pt x="186" y="5"/>
                  <a:pt x="186" y="5"/>
                </a:cubicBezTo>
                <a:cubicBezTo>
                  <a:pt x="185" y="5"/>
                  <a:pt x="184" y="4"/>
                  <a:pt x="184" y="2"/>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25" name="Freeform 41"/>
          <p:cNvSpPr>
            <a:spLocks noEditPoints="1"/>
          </p:cNvSpPr>
          <p:nvPr/>
        </p:nvSpPr>
        <p:spPr bwMode="auto">
          <a:xfrm>
            <a:off x="7353300" y="4986337"/>
            <a:ext cx="990600" cy="855663"/>
          </a:xfrm>
          <a:custGeom>
            <a:avLst/>
            <a:gdLst/>
            <a:ahLst/>
            <a:cxnLst>
              <a:cxn ang="0">
                <a:pos x="177" y="161"/>
              </a:cxn>
              <a:cxn ang="0">
                <a:pos x="172" y="161"/>
              </a:cxn>
              <a:cxn ang="0">
                <a:pos x="164" y="161"/>
              </a:cxn>
              <a:cxn ang="0">
                <a:pos x="159" y="161"/>
              </a:cxn>
              <a:cxn ang="0">
                <a:pos x="151" y="161"/>
              </a:cxn>
              <a:cxn ang="0">
                <a:pos x="145" y="161"/>
              </a:cxn>
              <a:cxn ang="0">
                <a:pos x="137" y="161"/>
              </a:cxn>
              <a:cxn ang="0">
                <a:pos x="132" y="161"/>
              </a:cxn>
              <a:cxn ang="0">
                <a:pos x="124" y="161"/>
              </a:cxn>
              <a:cxn ang="0">
                <a:pos x="119" y="161"/>
              </a:cxn>
              <a:cxn ang="0">
                <a:pos x="111" y="161"/>
              </a:cxn>
              <a:cxn ang="0">
                <a:pos x="106" y="161"/>
              </a:cxn>
              <a:cxn ang="0">
                <a:pos x="98" y="161"/>
              </a:cxn>
              <a:cxn ang="0">
                <a:pos x="93" y="161"/>
              </a:cxn>
              <a:cxn ang="0">
                <a:pos x="85" y="161"/>
              </a:cxn>
              <a:cxn ang="0">
                <a:pos x="79" y="161"/>
              </a:cxn>
              <a:cxn ang="0">
                <a:pos x="71" y="161"/>
              </a:cxn>
              <a:cxn ang="0">
                <a:pos x="66" y="161"/>
              </a:cxn>
              <a:cxn ang="0">
                <a:pos x="58" y="161"/>
              </a:cxn>
              <a:cxn ang="0">
                <a:pos x="53" y="161"/>
              </a:cxn>
              <a:cxn ang="0">
                <a:pos x="45" y="161"/>
              </a:cxn>
              <a:cxn ang="0">
                <a:pos x="40" y="161"/>
              </a:cxn>
              <a:cxn ang="0">
                <a:pos x="32" y="161"/>
              </a:cxn>
              <a:cxn ang="0">
                <a:pos x="27" y="161"/>
              </a:cxn>
              <a:cxn ang="0">
                <a:pos x="19" y="161"/>
              </a:cxn>
              <a:cxn ang="0">
                <a:pos x="13" y="161"/>
              </a:cxn>
              <a:cxn ang="0">
                <a:pos x="6" y="161"/>
              </a:cxn>
              <a:cxn ang="0">
                <a:pos x="0" y="161"/>
              </a:cxn>
              <a:cxn ang="0">
                <a:pos x="190" y="161"/>
              </a:cxn>
              <a:cxn ang="0">
                <a:pos x="185" y="161"/>
              </a:cxn>
              <a:cxn ang="0">
                <a:pos x="190" y="148"/>
              </a:cxn>
              <a:cxn ang="0">
                <a:pos x="185" y="148"/>
              </a:cxn>
              <a:cxn ang="0">
                <a:pos x="190" y="135"/>
              </a:cxn>
              <a:cxn ang="0">
                <a:pos x="185" y="135"/>
              </a:cxn>
              <a:cxn ang="0">
                <a:pos x="190" y="121"/>
              </a:cxn>
              <a:cxn ang="0">
                <a:pos x="185" y="121"/>
              </a:cxn>
              <a:cxn ang="0">
                <a:pos x="190" y="108"/>
              </a:cxn>
              <a:cxn ang="0">
                <a:pos x="185" y="108"/>
              </a:cxn>
              <a:cxn ang="0">
                <a:pos x="190" y="95"/>
              </a:cxn>
              <a:cxn ang="0">
                <a:pos x="185" y="95"/>
              </a:cxn>
              <a:cxn ang="0">
                <a:pos x="190" y="82"/>
              </a:cxn>
              <a:cxn ang="0">
                <a:pos x="185" y="82"/>
              </a:cxn>
              <a:cxn ang="0">
                <a:pos x="190" y="69"/>
              </a:cxn>
              <a:cxn ang="0">
                <a:pos x="185" y="69"/>
              </a:cxn>
              <a:cxn ang="0">
                <a:pos x="190" y="55"/>
              </a:cxn>
              <a:cxn ang="0">
                <a:pos x="185" y="55"/>
              </a:cxn>
              <a:cxn ang="0">
                <a:pos x="190" y="42"/>
              </a:cxn>
              <a:cxn ang="0">
                <a:pos x="185" y="42"/>
              </a:cxn>
              <a:cxn ang="0">
                <a:pos x="190" y="29"/>
              </a:cxn>
              <a:cxn ang="0">
                <a:pos x="185" y="29"/>
              </a:cxn>
              <a:cxn ang="0">
                <a:pos x="190" y="16"/>
              </a:cxn>
              <a:cxn ang="0">
                <a:pos x="185" y="16"/>
              </a:cxn>
              <a:cxn ang="0">
                <a:pos x="190" y="3"/>
              </a:cxn>
              <a:cxn ang="0">
                <a:pos x="185" y="3"/>
              </a:cxn>
            </a:cxnLst>
            <a:rect l="0" t="0" r="r" b="b"/>
            <a:pathLst>
              <a:path w="190" h="164">
                <a:moveTo>
                  <a:pt x="172" y="161"/>
                </a:moveTo>
                <a:cubicBezTo>
                  <a:pt x="172" y="160"/>
                  <a:pt x="173" y="159"/>
                  <a:pt x="174" y="159"/>
                </a:cubicBezTo>
                <a:cubicBezTo>
                  <a:pt x="174" y="159"/>
                  <a:pt x="174" y="159"/>
                  <a:pt x="174" y="159"/>
                </a:cubicBezTo>
                <a:cubicBezTo>
                  <a:pt x="176" y="159"/>
                  <a:pt x="177" y="160"/>
                  <a:pt x="177" y="161"/>
                </a:cubicBezTo>
                <a:cubicBezTo>
                  <a:pt x="177" y="161"/>
                  <a:pt x="177" y="161"/>
                  <a:pt x="177" y="161"/>
                </a:cubicBezTo>
                <a:cubicBezTo>
                  <a:pt x="177" y="163"/>
                  <a:pt x="176" y="164"/>
                  <a:pt x="174" y="164"/>
                </a:cubicBezTo>
                <a:cubicBezTo>
                  <a:pt x="174" y="164"/>
                  <a:pt x="174" y="164"/>
                  <a:pt x="174" y="164"/>
                </a:cubicBezTo>
                <a:cubicBezTo>
                  <a:pt x="173" y="164"/>
                  <a:pt x="172" y="163"/>
                  <a:pt x="172" y="161"/>
                </a:cubicBezTo>
                <a:close/>
                <a:moveTo>
                  <a:pt x="159" y="161"/>
                </a:moveTo>
                <a:cubicBezTo>
                  <a:pt x="159" y="160"/>
                  <a:pt x="160" y="159"/>
                  <a:pt x="161" y="159"/>
                </a:cubicBezTo>
                <a:cubicBezTo>
                  <a:pt x="161" y="159"/>
                  <a:pt x="161" y="159"/>
                  <a:pt x="161" y="159"/>
                </a:cubicBezTo>
                <a:cubicBezTo>
                  <a:pt x="163" y="159"/>
                  <a:pt x="164" y="160"/>
                  <a:pt x="164" y="161"/>
                </a:cubicBezTo>
                <a:cubicBezTo>
                  <a:pt x="164" y="161"/>
                  <a:pt x="164" y="161"/>
                  <a:pt x="164" y="161"/>
                </a:cubicBezTo>
                <a:cubicBezTo>
                  <a:pt x="164" y="163"/>
                  <a:pt x="163" y="164"/>
                  <a:pt x="161" y="164"/>
                </a:cubicBezTo>
                <a:cubicBezTo>
                  <a:pt x="161" y="164"/>
                  <a:pt x="161" y="164"/>
                  <a:pt x="161" y="164"/>
                </a:cubicBezTo>
                <a:cubicBezTo>
                  <a:pt x="160" y="164"/>
                  <a:pt x="159" y="163"/>
                  <a:pt x="159" y="161"/>
                </a:cubicBezTo>
                <a:close/>
                <a:moveTo>
                  <a:pt x="145" y="161"/>
                </a:moveTo>
                <a:cubicBezTo>
                  <a:pt x="145" y="160"/>
                  <a:pt x="147" y="159"/>
                  <a:pt x="148" y="159"/>
                </a:cubicBezTo>
                <a:cubicBezTo>
                  <a:pt x="148" y="159"/>
                  <a:pt x="148" y="159"/>
                  <a:pt x="148" y="159"/>
                </a:cubicBezTo>
                <a:cubicBezTo>
                  <a:pt x="149" y="159"/>
                  <a:pt x="151" y="160"/>
                  <a:pt x="151" y="161"/>
                </a:cubicBezTo>
                <a:cubicBezTo>
                  <a:pt x="151" y="161"/>
                  <a:pt x="151" y="161"/>
                  <a:pt x="151" y="161"/>
                </a:cubicBezTo>
                <a:cubicBezTo>
                  <a:pt x="151" y="163"/>
                  <a:pt x="149" y="164"/>
                  <a:pt x="148" y="164"/>
                </a:cubicBezTo>
                <a:cubicBezTo>
                  <a:pt x="148" y="164"/>
                  <a:pt x="148" y="164"/>
                  <a:pt x="148" y="164"/>
                </a:cubicBezTo>
                <a:cubicBezTo>
                  <a:pt x="147" y="164"/>
                  <a:pt x="145" y="163"/>
                  <a:pt x="145" y="161"/>
                </a:cubicBezTo>
                <a:close/>
                <a:moveTo>
                  <a:pt x="132" y="161"/>
                </a:moveTo>
                <a:cubicBezTo>
                  <a:pt x="132" y="160"/>
                  <a:pt x="133" y="159"/>
                  <a:pt x="135" y="159"/>
                </a:cubicBezTo>
                <a:cubicBezTo>
                  <a:pt x="135" y="159"/>
                  <a:pt x="135" y="159"/>
                  <a:pt x="135" y="159"/>
                </a:cubicBezTo>
                <a:cubicBezTo>
                  <a:pt x="136" y="159"/>
                  <a:pt x="137" y="160"/>
                  <a:pt x="137" y="161"/>
                </a:cubicBezTo>
                <a:cubicBezTo>
                  <a:pt x="137" y="161"/>
                  <a:pt x="137" y="161"/>
                  <a:pt x="137" y="161"/>
                </a:cubicBezTo>
                <a:cubicBezTo>
                  <a:pt x="137" y="163"/>
                  <a:pt x="136" y="164"/>
                  <a:pt x="135" y="164"/>
                </a:cubicBezTo>
                <a:cubicBezTo>
                  <a:pt x="135" y="164"/>
                  <a:pt x="135" y="164"/>
                  <a:pt x="135" y="164"/>
                </a:cubicBezTo>
                <a:cubicBezTo>
                  <a:pt x="133" y="164"/>
                  <a:pt x="132" y="163"/>
                  <a:pt x="132" y="161"/>
                </a:cubicBezTo>
                <a:close/>
                <a:moveTo>
                  <a:pt x="119" y="161"/>
                </a:moveTo>
                <a:cubicBezTo>
                  <a:pt x="119" y="160"/>
                  <a:pt x="120" y="159"/>
                  <a:pt x="122" y="159"/>
                </a:cubicBezTo>
                <a:cubicBezTo>
                  <a:pt x="122" y="159"/>
                  <a:pt x="122" y="159"/>
                  <a:pt x="122" y="159"/>
                </a:cubicBezTo>
                <a:cubicBezTo>
                  <a:pt x="123" y="159"/>
                  <a:pt x="124" y="160"/>
                  <a:pt x="124" y="161"/>
                </a:cubicBezTo>
                <a:cubicBezTo>
                  <a:pt x="124" y="161"/>
                  <a:pt x="124" y="161"/>
                  <a:pt x="124" y="161"/>
                </a:cubicBezTo>
                <a:cubicBezTo>
                  <a:pt x="124" y="163"/>
                  <a:pt x="123" y="164"/>
                  <a:pt x="122" y="164"/>
                </a:cubicBezTo>
                <a:cubicBezTo>
                  <a:pt x="122" y="164"/>
                  <a:pt x="122" y="164"/>
                  <a:pt x="122" y="164"/>
                </a:cubicBezTo>
                <a:cubicBezTo>
                  <a:pt x="120" y="164"/>
                  <a:pt x="119" y="163"/>
                  <a:pt x="119" y="161"/>
                </a:cubicBezTo>
                <a:close/>
                <a:moveTo>
                  <a:pt x="106" y="161"/>
                </a:moveTo>
                <a:cubicBezTo>
                  <a:pt x="106" y="160"/>
                  <a:pt x="107" y="159"/>
                  <a:pt x="108" y="159"/>
                </a:cubicBezTo>
                <a:cubicBezTo>
                  <a:pt x="108" y="159"/>
                  <a:pt x="108" y="159"/>
                  <a:pt x="108" y="159"/>
                </a:cubicBezTo>
                <a:cubicBezTo>
                  <a:pt x="110" y="159"/>
                  <a:pt x="111" y="160"/>
                  <a:pt x="111" y="161"/>
                </a:cubicBezTo>
                <a:cubicBezTo>
                  <a:pt x="111" y="161"/>
                  <a:pt x="111" y="161"/>
                  <a:pt x="111" y="161"/>
                </a:cubicBezTo>
                <a:cubicBezTo>
                  <a:pt x="111" y="163"/>
                  <a:pt x="110" y="164"/>
                  <a:pt x="108" y="164"/>
                </a:cubicBezTo>
                <a:cubicBezTo>
                  <a:pt x="108" y="164"/>
                  <a:pt x="108" y="164"/>
                  <a:pt x="108" y="164"/>
                </a:cubicBezTo>
                <a:cubicBezTo>
                  <a:pt x="107" y="164"/>
                  <a:pt x="106" y="163"/>
                  <a:pt x="106" y="161"/>
                </a:cubicBezTo>
                <a:close/>
                <a:moveTo>
                  <a:pt x="93" y="161"/>
                </a:moveTo>
                <a:cubicBezTo>
                  <a:pt x="93" y="160"/>
                  <a:pt x="94" y="159"/>
                  <a:pt x="95" y="159"/>
                </a:cubicBezTo>
                <a:cubicBezTo>
                  <a:pt x="95" y="159"/>
                  <a:pt x="95" y="159"/>
                  <a:pt x="95" y="159"/>
                </a:cubicBezTo>
                <a:cubicBezTo>
                  <a:pt x="97" y="159"/>
                  <a:pt x="98" y="160"/>
                  <a:pt x="98" y="161"/>
                </a:cubicBezTo>
                <a:cubicBezTo>
                  <a:pt x="98" y="161"/>
                  <a:pt x="98" y="161"/>
                  <a:pt x="98" y="161"/>
                </a:cubicBezTo>
                <a:cubicBezTo>
                  <a:pt x="98" y="163"/>
                  <a:pt x="97" y="164"/>
                  <a:pt x="95" y="164"/>
                </a:cubicBezTo>
                <a:cubicBezTo>
                  <a:pt x="95" y="164"/>
                  <a:pt x="95" y="164"/>
                  <a:pt x="95" y="164"/>
                </a:cubicBezTo>
                <a:cubicBezTo>
                  <a:pt x="94" y="164"/>
                  <a:pt x="93" y="163"/>
                  <a:pt x="93" y="161"/>
                </a:cubicBezTo>
                <a:close/>
                <a:moveTo>
                  <a:pt x="79" y="161"/>
                </a:moveTo>
                <a:cubicBezTo>
                  <a:pt x="79" y="160"/>
                  <a:pt x="81" y="159"/>
                  <a:pt x="82" y="159"/>
                </a:cubicBezTo>
                <a:cubicBezTo>
                  <a:pt x="82" y="159"/>
                  <a:pt x="82" y="159"/>
                  <a:pt x="82" y="159"/>
                </a:cubicBezTo>
                <a:cubicBezTo>
                  <a:pt x="83" y="159"/>
                  <a:pt x="85" y="160"/>
                  <a:pt x="85" y="161"/>
                </a:cubicBezTo>
                <a:cubicBezTo>
                  <a:pt x="85" y="161"/>
                  <a:pt x="85" y="161"/>
                  <a:pt x="85" y="161"/>
                </a:cubicBezTo>
                <a:cubicBezTo>
                  <a:pt x="85" y="163"/>
                  <a:pt x="83" y="164"/>
                  <a:pt x="82" y="164"/>
                </a:cubicBezTo>
                <a:cubicBezTo>
                  <a:pt x="82" y="164"/>
                  <a:pt x="82" y="164"/>
                  <a:pt x="82" y="164"/>
                </a:cubicBezTo>
                <a:cubicBezTo>
                  <a:pt x="81" y="164"/>
                  <a:pt x="79" y="163"/>
                  <a:pt x="79" y="161"/>
                </a:cubicBezTo>
                <a:close/>
                <a:moveTo>
                  <a:pt x="66" y="161"/>
                </a:moveTo>
                <a:cubicBezTo>
                  <a:pt x="66" y="160"/>
                  <a:pt x="67" y="159"/>
                  <a:pt x="69" y="159"/>
                </a:cubicBezTo>
                <a:cubicBezTo>
                  <a:pt x="69" y="159"/>
                  <a:pt x="69" y="159"/>
                  <a:pt x="69" y="159"/>
                </a:cubicBezTo>
                <a:cubicBezTo>
                  <a:pt x="70" y="159"/>
                  <a:pt x="71" y="160"/>
                  <a:pt x="71" y="161"/>
                </a:cubicBezTo>
                <a:cubicBezTo>
                  <a:pt x="71" y="161"/>
                  <a:pt x="71" y="161"/>
                  <a:pt x="71" y="161"/>
                </a:cubicBezTo>
                <a:cubicBezTo>
                  <a:pt x="71" y="163"/>
                  <a:pt x="70" y="164"/>
                  <a:pt x="69" y="164"/>
                </a:cubicBezTo>
                <a:cubicBezTo>
                  <a:pt x="69" y="164"/>
                  <a:pt x="69" y="164"/>
                  <a:pt x="69" y="164"/>
                </a:cubicBezTo>
                <a:cubicBezTo>
                  <a:pt x="67" y="164"/>
                  <a:pt x="66" y="163"/>
                  <a:pt x="66" y="161"/>
                </a:cubicBezTo>
                <a:close/>
                <a:moveTo>
                  <a:pt x="53" y="161"/>
                </a:moveTo>
                <a:cubicBezTo>
                  <a:pt x="53" y="160"/>
                  <a:pt x="54" y="159"/>
                  <a:pt x="56" y="159"/>
                </a:cubicBezTo>
                <a:cubicBezTo>
                  <a:pt x="56" y="159"/>
                  <a:pt x="56" y="159"/>
                  <a:pt x="56" y="159"/>
                </a:cubicBezTo>
                <a:cubicBezTo>
                  <a:pt x="57" y="159"/>
                  <a:pt x="58" y="160"/>
                  <a:pt x="58" y="161"/>
                </a:cubicBezTo>
                <a:cubicBezTo>
                  <a:pt x="58" y="161"/>
                  <a:pt x="58" y="161"/>
                  <a:pt x="58" y="161"/>
                </a:cubicBezTo>
                <a:cubicBezTo>
                  <a:pt x="58" y="163"/>
                  <a:pt x="57" y="164"/>
                  <a:pt x="56" y="164"/>
                </a:cubicBezTo>
                <a:cubicBezTo>
                  <a:pt x="56" y="164"/>
                  <a:pt x="56" y="164"/>
                  <a:pt x="56" y="164"/>
                </a:cubicBezTo>
                <a:cubicBezTo>
                  <a:pt x="54" y="164"/>
                  <a:pt x="53" y="163"/>
                  <a:pt x="53" y="161"/>
                </a:cubicBezTo>
                <a:close/>
                <a:moveTo>
                  <a:pt x="40" y="161"/>
                </a:moveTo>
                <a:cubicBezTo>
                  <a:pt x="40" y="160"/>
                  <a:pt x="41" y="159"/>
                  <a:pt x="42" y="159"/>
                </a:cubicBezTo>
                <a:cubicBezTo>
                  <a:pt x="42" y="159"/>
                  <a:pt x="42" y="159"/>
                  <a:pt x="42" y="159"/>
                </a:cubicBezTo>
                <a:cubicBezTo>
                  <a:pt x="44" y="159"/>
                  <a:pt x="45" y="160"/>
                  <a:pt x="45" y="161"/>
                </a:cubicBezTo>
                <a:cubicBezTo>
                  <a:pt x="45" y="161"/>
                  <a:pt x="45" y="161"/>
                  <a:pt x="45" y="161"/>
                </a:cubicBezTo>
                <a:cubicBezTo>
                  <a:pt x="45" y="163"/>
                  <a:pt x="44" y="164"/>
                  <a:pt x="42" y="164"/>
                </a:cubicBezTo>
                <a:cubicBezTo>
                  <a:pt x="42" y="164"/>
                  <a:pt x="42" y="164"/>
                  <a:pt x="42" y="164"/>
                </a:cubicBezTo>
                <a:cubicBezTo>
                  <a:pt x="41" y="164"/>
                  <a:pt x="40" y="163"/>
                  <a:pt x="40" y="161"/>
                </a:cubicBezTo>
                <a:close/>
                <a:moveTo>
                  <a:pt x="27" y="161"/>
                </a:moveTo>
                <a:cubicBezTo>
                  <a:pt x="27" y="160"/>
                  <a:pt x="28" y="159"/>
                  <a:pt x="29" y="159"/>
                </a:cubicBezTo>
                <a:cubicBezTo>
                  <a:pt x="29" y="159"/>
                  <a:pt x="29" y="159"/>
                  <a:pt x="29" y="159"/>
                </a:cubicBezTo>
                <a:cubicBezTo>
                  <a:pt x="31" y="159"/>
                  <a:pt x="32" y="160"/>
                  <a:pt x="32" y="161"/>
                </a:cubicBezTo>
                <a:cubicBezTo>
                  <a:pt x="32" y="161"/>
                  <a:pt x="32" y="161"/>
                  <a:pt x="32" y="161"/>
                </a:cubicBezTo>
                <a:cubicBezTo>
                  <a:pt x="32" y="163"/>
                  <a:pt x="31" y="164"/>
                  <a:pt x="29" y="164"/>
                </a:cubicBezTo>
                <a:cubicBezTo>
                  <a:pt x="29" y="164"/>
                  <a:pt x="29" y="164"/>
                  <a:pt x="29" y="164"/>
                </a:cubicBezTo>
                <a:cubicBezTo>
                  <a:pt x="28" y="164"/>
                  <a:pt x="27" y="163"/>
                  <a:pt x="27" y="161"/>
                </a:cubicBezTo>
                <a:close/>
                <a:moveTo>
                  <a:pt x="13" y="161"/>
                </a:moveTo>
                <a:cubicBezTo>
                  <a:pt x="13" y="160"/>
                  <a:pt x="15" y="159"/>
                  <a:pt x="16" y="159"/>
                </a:cubicBezTo>
                <a:cubicBezTo>
                  <a:pt x="16" y="159"/>
                  <a:pt x="16" y="159"/>
                  <a:pt x="16" y="159"/>
                </a:cubicBezTo>
                <a:cubicBezTo>
                  <a:pt x="18" y="159"/>
                  <a:pt x="19" y="160"/>
                  <a:pt x="19" y="161"/>
                </a:cubicBezTo>
                <a:cubicBezTo>
                  <a:pt x="19" y="161"/>
                  <a:pt x="19" y="161"/>
                  <a:pt x="19" y="161"/>
                </a:cubicBezTo>
                <a:cubicBezTo>
                  <a:pt x="19" y="163"/>
                  <a:pt x="18" y="164"/>
                  <a:pt x="16" y="164"/>
                </a:cubicBezTo>
                <a:cubicBezTo>
                  <a:pt x="16" y="164"/>
                  <a:pt x="16" y="164"/>
                  <a:pt x="16" y="164"/>
                </a:cubicBezTo>
                <a:cubicBezTo>
                  <a:pt x="15" y="164"/>
                  <a:pt x="13" y="163"/>
                  <a:pt x="13" y="161"/>
                </a:cubicBezTo>
                <a:close/>
                <a:moveTo>
                  <a:pt x="0" y="161"/>
                </a:moveTo>
                <a:cubicBezTo>
                  <a:pt x="0" y="160"/>
                  <a:pt x="1" y="159"/>
                  <a:pt x="3" y="159"/>
                </a:cubicBezTo>
                <a:cubicBezTo>
                  <a:pt x="3" y="159"/>
                  <a:pt x="3" y="159"/>
                  <a:pt x="3" y="159"/>
                </a:cubicBezTo>
                <a:cubicBezTo>
                  <a:pt x="4" y="159"/>
                  <a:pt x="6" y="160"/>
                  <a:pt x="6" y="161"/>
                </a:cubicBezTo>
                <a:cubicBezTo>
                  <a:pt x="6" y="161"/>
                  <a:pt x="6" y="161"/>
                  <a:pt x="6" y="161"/>
                </a:cubicBezTo>
                <a:cubicBezTo>
                  <a:pt x="6" y="163"/>
                  <a:pt x="4" y="164"/>
                  <a:pt x="3" y="164"/>
                </a:cubicBezTo>
                <a:cubicBezTo>
                  <a:pt x="3" y="164"/>
                  <a:pt x="3" y="164"/>
                  <a:pt x="3" y="164"/>
                </a:cubicBezTo>
                <a:cubicBezTo>
                  <a:pt x="1" y="164"/>
                  <a:pt x="0" y="163"/>
                  <a:pt x="0" y="161"/>
                </a:cubicBezTo>
                <a:close/>
                <a:moveTo>
                  <a:pt x="185" y="161"/>
                </a:moveTo>
                <a:cubicBezTo>
                  <a:pt x="185" y="160"/>
                  <a:pt x="186" y="158"/>
                  <a:pt x="187" y="158"/>
                </a:cubicBezTo>
                <a:cubicBezTo>
                  <a:pt x="187" y="158"/>
                  <a:pt x="187" y="158"/>
                  <a:pt x="187" y="158"/>
                </a:cubicBezTo>
                <a:cubicBezTo>
                  <a:pt x="189" y="158"/>
                  <a:pt x="190" y="160"/>
                  <a:pt x="190" y="161"/>
                </a:cubicBezTo>
                <a:cubicBezTo>
                  <a:pt x="190" y="161"/>
                  <a:pt x="190" y="161"/>
                  <a:pt x="190" y="161"/>
                </a:cubicBezTo>
                <a:cubicBezTo>
                  <a:pt x="190" y="163"/>
                  <a:pt x="189" y="164"/>
                  <a:pt x="187" y="164"/>
                </a:cubicBezTo>
                <a:cubicBezTo>
                  <a:pt x="187" y="164"/>
                  <a:pt x="187" y="164"/>
                  <a:pt x="187" y="164"/>
                </a:cubicBezTo>
                <a:cubicBezTo>
                  <a:pt x="186" y="164"/>
                  <a:pt x="185" y="163"/>
                  <a:pt x="185" y="161"/>
                </a:cubicBezTo>
                <a:close/>
                <a:moveTo>
                  <a:pt x="185" y="148"/>
                </a:moveTo>
                <a:cubicBezTo>
                  <a:pt x="185" y="146"/>
                  <a:pt x="186" y="145"/>
                  <a:pt x="187" y="145"/>
                </a:cubicBezTo>
                <a:cubicBezTo>
                  <a:pt x="187" y="145"/>
                  <a:pt x="187" y="145"/>
                  <a:pt x="187" y="145"/>
                </a:cubicBezTo>
                <a:cubicBezTo>
                  <a:pt x="189" y="145"/>
                  <a:pt x="190" y="146"/>
                  <a:pt x="190" y="148"/>
                </a:cubicBezTo>
                <a:cubicBezTo>
                  <a:pt x="190" y="148"/>
                  <a:pt x="190" y="148"/>
                  <a:pt x="190" y="148"/>
                </a:cubicBezTo>
                <a:cubicBezTo>
                  <a:pt x="190" y="149"/>
                  <a:pt x="189" y="151"/>
                  <a:pt x="187" y="151"/>
                </a:cubicBezTo>
                <a:cubicBezTo>
                  <a:pt x="187" y="151"/>
                  <a:pt x="187" y="151"/>
                  <a:pt x="187" y="151"/>
                </a:cubicBezTo>
                <a:cubicBezTo>
                  <a:pt x="186" y="151"/>
                  <a:pt x="185" y="149"/>
                  <a:pt x="185" y="148"/>
                </a:cubicBezTo>
                <a:close/>
                <a:moveTo>
                  <a:pt x="185" y="135"/>
                </a:moveTo>
                <a:cubicBezTo>
                  <a:pt x="185" y="133"/>
                  <a:pt x="186" y="132"/>
                  <a:pt x="187" y="132"/>
                </a:cubicBezTo>
                <a:cubicBezTo>
                  <a:pt x="187" y="132"/>
                  <a:pt x="187" y="132"/>
                  <a:pt x="187" y="132"/>
                </a:cubicBezTo>
                <a:cubicBezTo>
                  <a:pt x="189" y="132"/>
                  <a:pt x="190" y="133"/>
                  <a:pt x="190" y="135"/>
                </a:cubicBezTo>
                <a:cubicBezTo>
                  <a:pt x="190" y="135"/>
                  <a:pt x="190" y="135"/>
                  <a:pt x="190" y="135"/>
                </a:cubicBezTo>
                <a:cubicBezTo>
                  <a:pt x="190" y="136"/>
                  <a:pt x="189" y="137"/>
                  <a:pt x="187" y="137"/>
                </a:cubicBezTo>
                <a:cubicBezTo>
                  <a:pt x="187" y="137"/>
                  <a:pt x="187" y="137"/>
                  <a:pt x="187" y="137"/>
                </a:cubicBezTo>
                <a:cubicBezTo>
                  <a:pt x="186" y="137"/>
                  <a:pt x="185" y="136"/>
                  <a:pt x="185" y="135"/>
                </a:cubicBezTo>
                <a:close/>
                <a:moveTo>
                  <a:pt x="185" y="121"/>
                </a:moveTo>
                <a:cubicBezTo>
                  <a:pt x="185" y="120"/>
                  <a:pt x="186" y="119"/>
                  <a:pt x="187" y="119"/>
                </a:cubicBezTo>
                <a:cubicBezTo>
                  <a:pt x="187" y="119"/>
                  <a:pt x="187" y="119"/>
                  <a:pt x="187" y="119"/>
                </a:cubicBezTo>
                <a:cubicBezTo>
                  <a:pt x="189" y="119"/>
                  <a:pt x="190" y="120"/>
                  <a:pt x="190" y="121"/>
                </a:cubicBezTo>
                <a:cubicBezTo>
                  <a:pt x="190" y="121"/>
                  <a:pt x="190" y="121"/>
                  <a:pt x="190" y="121"/>
                </a:cubicBezTo>
                <a:cubicBezTo>
                  <a:pt x="190" y="123"/>
                  <a:pt x="189" y="124"/>
                  <a:pt x="187" y="124"/>
                </a:cubicBezTo>
                <a:cubicBezTo>
                  <a:pt x="187" y="124"/>
                  <a:pt x="187" y="124"/>
                  <a:pt x="187" y="124"/>
                </a:cubicBezTo>
                <a:cubicBezTo>
                  <a:pt x="186" y="124"/>
                  <a:pt x="185" y="123"/>
                  <a:pt x="185" y="121"/>
                </a:cubicBezTo>
                <a:close/>
                <a:moveTo>
                  <a:pt x="185" y="108"/>
                </a:moveTo>
                <a:cubicBezTo>
                  <a:pt x="185" y="107"/>
                  <a:pt x="186" y="106"/>
                  <a:pt x="187" y="106"/>
                </a:cubicBezTo>
                <a:cubicBezTo>
                  <a:pt x="187" y="106"/>
                  <a:pt x="187" y="106"/>
                  <a:pt x="187" y="106"/>
                </a:cubicBezTo>
                <a:cubicBezTo>
                  <a:pt x="189" y="106"/>
                  <a:pt x="190" y="107"/>
                  <a:pt x="190" y="108"/>
                </a:cubicBezTo>
                <a:cubicBezTo>
                  <a:pt x="190" y="108"/>
                  <a:pt x="190" y="108"/>
                  <a:pt x="190" y="108"/>
                </a:cubicBezTo>
                <a:cubicBezTo>
                  <a:pt x="190" y="110"/>
                  <a:pt x="189" y="111"/>
                  <a:pt x="187" y="111"/>
                </a:cubicBezTo>
                <a:cubicBezTo>
                  <a:pt x="187" y="111"/>
                  <a:pt x="187" y="111"/>
                  <a:pt x="187" y="111"/>
                </a:cubicBezTo>
                <a:cubicBezTo>
                  <a:pt x="186" y="111"/>
                  <a:pt x="185" y="110"/>
                  <a:pt x="185" y="108"/>
                </a:cubicBezTo>
                <a:close/>
                <a:moveTo>
                  <a:pt x="185" y="95"/>
                </a:moveTo>
                <a:cubicBezTo>
                  <a:pt x="185" y="94"/>
                  <a:pt x="186" y="92"/>
                  <a:pt x="187" y="92"/>
                </a:cubicBezTo>
                <a:cubicBezTo>
                  <a:pt x="187" y="92"/>
                  <a:pt x="187" y="92"/>
                  <a:pt x="187" y="92"/>
                </a:cubicBezTo>
                <a:cubicBezTo>
                  <a:pt x="189" y="92"/>
                  <a:pt x="190" y="94"/>
                  <a:pt x="190" y="95"/>
                </a:cubicBezTo>
                <a:cubicBezTo>
                  <a:pt x="190" y="95"/>
                  <a:pt x="190" y="95"/>
                  <a:pt x="190" y="95"/>
                </a:cubicBezTo>
                <a:cubicBezTo>
                  <a:pt x="190" y="97"/>
                  <a:pt x="189" y="98"/>
                  <a:pt x="187" y="98"/>
                </a:cubicBezTo>
                <a:cubicBezTo>
                  <a:pt x="187" y="98"/>
                  <a:pt x="187" y="98"/>
                  <a:pt x="187" y="98"/>
                </a:cubicBezTo>
                <a:cubicBezTo>
                  <a:pt x="186" y="98"/>
                  <a:pt x="185" y="97"/>
                  <a:pt x="185" y="95"/>
                </a:cubicBezTo>
                <a:close/>
                <a:moveTo>
                  <a:pt x="185" y="82"/>
                </a:moveTo>
                <a:cubicBezTo>
                  <a:pt x="185" y="80"/>
                  <a:pt x="186" y="79"/>
                  <a:pt x="187" y="79"/>
                </a:cubicBezTo>
                <a:cubicBezTo>
                  <a:pt x="187" y="79"/>
                  <a:pt x="187" y="79"/>
                  <a:pt x="187" y="79"/>
                </a:cubicBezTo>
                <a:cubicBezTo>
                  <a:pt x="189" y="79"/>
                  <a:pt x="190" y="80"/>
                  <a:pt x="190" y="82"/>
                </a:cubicBezTo>
                <a:cubicBezTo>
                  <a:pt x="190" y="82"/>
                  <a:pt x="190" y="82"/>
                  <a:pt x="190" y="82"/>
                </a:cubicBezTo>
                <a:cubicBezTo>
                  <a:pt x="190" y="83"/>
                  <a:pt x="189" y="85"/>
                  <a:pt x="187" y="85"/>
                </a:cubicBezTo>
                <a:cubicBezTo>
                  <a:pt x="187" y="85"/>
                  <a:pt x="187" y="85"/>
                  <a:pt x="187" y="85"/>
                </a:cubicBezTo>
                <a:cubicBezTo>
                  <a:pt x="186" y="85"/>
                  <a:pt x="185" y="83"/>
                  <a:pt x="185" y="82"/>
                </a:cubicBezTo>
                <a:close/>
                <a:moveTo>
                  <a:pt x="185" y="69"/>
                </a:moveTo>
                <a:cubicBezTo>
                  <a:pt x="185" y="67"/>
                  <a:pt x="186" y="66"/>
                  <a:pt x="187" y="66"/>
                </a:cubicBezTo>
                <a:cubicBezTo>
                  <a:pt x="187" y="66"/>
                  <a:pt x="187" y="66"/>
                  <a:pt x="187" y="66"/>
                </a:cubicBezTo>
                <a:cubicBezTo>
                  <a:pt x="189" y="66"/>
                  <a:pt x="190" y="67"/>
                  <a:pt x="190" y="69"/>
                </a:cubicBezTo>
                <a:cubicBezTo>
                  <a:pt x="190" y="69"/>
                  <a:pt x="190" y="69"/>
                  <a:pt x="190" y="69"/>
                </a:cubicBezTo>
                <a:cubicBezTo>
                  <a:pt x="190" y="70"/>
                  <a:pt x="189" y="71"/>
                  <a:pt x="187" y="71"/>
                </a:cubicBezTo>
                <a:cubicBezTo>
                  <a:pt x="187" y="71"/>
                  <a:pt x="187" y="71"/>
                  <a:pt x="187" y="71"/>
                </a:cubicBezTo>
                <a:cubicBezTo>
                  <a:pt x="186" y="71"/>
                  <a:pt x="185" y="70"/>
                  <a:pt x="185" y="69"/>
                </a:cubicBezTo>
                <a:close/>
                <a:moveTo>
                  <a:pt x="185" y="55"/>
                </a:moveTo>
                <a:cubicBezTo>
                  <a:pt x="185" y="54"/>
                  <a:pt x="186" y="53"/>
                  <a:pt x="187" y="53"/>
                </a:cubicBezTo>
                <a:cubicBezTo>
                  <a:pt x="187" y="53"/>
                  <a:pt x="187" y="53"/>
                  <a:pt x="187" y="53"/>
                </a:cubicBezTo>
                <a:cubicBezTo>
                  <a:pt x="189" y="53"/>
                  <a:pt x="190" y="54"/>
                  <a:pt x="190" y="55"/>
                </a:cubicBezTo>
                <a:cubicBezTo>
                  <a:pt x="190" y="55"/>
                  <a:pt x="190" y="55"/>
                  <a:pt x="190" y="55"/>
                </a:cubicBezTo>
                <a:cubicBezTo>
                  <a:pt x="190" y="57"/>
                  <a:pt x="189" y="58"/>
                  <a:pt x="187" y="58"/>
                </a:cubicBezTo>
                <a:cubicBezTo>
                  <a:pt x="187" y="58"/>
                  <a:pt x="187" y="58"/>
                  <a:pt x="187" y="58"/>
                </a:cubicBezTo>
                <a:cubicBezTo>
                  <a:pt x="186" y="58"/>
                  <a:pt x="185" y="57"/>
                  <a:pt x="185" y="55"/>
                </a:cubicBezTo>
                <a:close/>
                <a:moveTo>
                  <a:pt x="185" y="42"/>
                </a:moveTo>
                <a:cubicBezTo>
                  <a:pt x="185" y="41"/>
                  <a:pt x="186" y="40"/>
                  <a:pt x="187" y="40"/>
                </a:cubicBezTo>
                <a:cubicBezTo>
                  <a:pt x="187" y="40"/>
                  <a:pt x="187" y="40"/>
                  <a:pt x="187" y="40"/>
                </a:cubicBezTo>
                <a:cubicBezTo>
                  <a:pt x="189" y="40"/>
                  <a:pt x="190" y="41"/>
                  <a:pt x="190" y="42"/>
                </a:cubicBezTo>
                <a:cubicBezTo>
                  <a:pt x="190" y="42"/>
                  <a:pt x="190" y="42"/>
                  <a:pt x="190" y="42"/>
                </a:cubicBezTo>
                <a:cubicBezTo>
                  <a:pt x="190" y="44"/>
                  <a:pt x="189" y="45"/>
                  <a:pt x="187" y="45"/>
                </a:cubicBezTo>
                <a:cubicBezTo>
                  <a:pt x="187" y="45"/>
                  <a:pt x="187" y="45"/>
                  <a:pt x="187" y="45"/>
                </a:cubicBezTo>
                <a:cubicBezTo>
                  <a:pt x="186" y="45"/>
                  <a:pt x="185" y="44"/>
                  <a:pt x="185" y="42"/>
                </a:cubicBezTo>
                <a:close/>
                <a:moveTo>
                  <a:pt x="185" y="29"/>
                </a:moveTo>
                <a:cubicBezTo>
                  <a:pt x="185" y="28"/>
                  <a:pt x="186" y="26"/>
                  <a:pt x="187" y="26"/>
                </a:cubicBezTo>
                <a:cubicBezTo>
                  <a:pt x="187" y="26"/>
                  <a:pt x="187" y="26"/>
                  <a:pt x="187" y="26"/>
                </a:cubicBezTo>
                <a:cubicBezTo>
                  <a:pt x="189" y="26"/>
                  <a:pt x="190" y="28"/>
                  <a:pt x="190" y="29"/>
                </a:cubicBezTo>
                <a:cubicBezTo>
                  <a:pt x="190" y="29"/>
                  <a:pt x="190" y="29"/>
                  <a:pt x="190" y="29"/>
                </a:cubicBezTo>
                <a:cubicBezTo>
                  <a:pt x="190" y="31"/>
                  <a:pt x="189" y="32"/>
                  <a:pt x="187" y="32"/>
                </a:cubicBezTo>
                <a:cubicBezTo>
                  <a:pt x="187" y="32"/>
                  <a:pt x="187" y="32"/>
                  <a:pt x="187" y="32"/>
                </a:cubicBezTo>
                <a:cubicBezTo>
                  <a:pt x="186" y="32"/>
                  <a:pt x="185" y="31"/>
                  <a:pt x="185" y="29"/>
                </a:cubicBezTo>
                <a:close/>
                <a:moveTo>
                  <a:pt x="185" y="16"/>
                </a:moveTo>
                <a:cubicBezTo>
                  <a:pt x="185" y="14"/>
                  <a:pt x="186" y="13"/>
                  <a:pt x="187" y="13"/>
                </a:cubicBezTo>
                <a:cubicBezTo>
                  <a:pt x="187" y="13"/>
                  <a:pt x="187" y="13"/>
                  <a:pt x="187" y="13"/>
                </a:cubicBezTo>
                <a:cubicBezTo>
                  <a:pt x="189" y="13"/>
                  <a:pt x="190" y="14"/>
                  <a:pt x="190" y="16"/>
                </a:cubicBezTo>
                <a:cubicBezTo>
                  <a:pt x="190" y="16"/>
                  <a:pt x="190" y="16"/>
                  <a:pt x="190" y="16"/>
                </a:cubicBezTo>
                <a:cubicBezTo>
                  <a:pt x="190" y="17"/>
                  <a:pt x="189" y="19"/>
                  <a:pt x="187" y="19"/>
                </a:cubicBezTo>
                <a:cubicBezTo>
                  <a:pt x="187" y="19"/>
                  <a:pt x="187" y="19"/>
                  <a:pt x="187" y="19"/>
                </a:cubicBezTo>
                <a:cubicBezTo>
                  <a:pt x="186" y="19"/>
                  <a:pt x="185" y="17"/>
                  <a:pt x="185" y="16"/>
                </a:cubicBezTo>
                <a:close/>
                <a:moveTo>
                  <a:pt x="185" y="3"/>
                </a:moveTo>
                <a:cubicBezTo>
                  <a:pt x="185" y="1"/>
                  <a:pt x="186" y="0"/>
                  <a:pt x="187" y="0"/>
                </a:cubicBezTo>
                <a:cubicBezTo>
                  <a:pt x="187" y="0"/>
                  <a:pt x="187" y="0"/>
                  <a:pt x="187" y="0"/>
                </a:cubicBezTo>
                <a:cubicBezTo>
                  <a:pt x="189" y="0"/>
                  <a:pt x="190" y="1"/>
                  <a:pt x="190" y="3"/>
                </a:cubicBezTo>
                <a:cubicBezTo>
                  <a:pt x="190" y="3"/>
                  <a:pt x="190" y="3"/>
                  <a:pt x="190" y="3"/>
                </a:cubicBezTo>
                <a:cubicBezTo>
                  <a:pt x="190" y="4"/>
                  <a:pt x="189" y="5"/>
                  <a:pt x="187" y="5"/>
                </a:cubicBezTo>
                <a:cubicBezTo>
                  <a:pt x="187" y="5"/>
                  <a:pt x="187" y="5"/>
                  <a:pt x="187" y="5"/>
                </a:cubicBezTo>
                <a:cubicBezTo>
                  <a:pt x="186" y="5"/>
                  <a:pt x="185" y="4"/>
                  <a:pt x="185" y="3"/>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26" name="Freeform 42"/>
          <p:cNvSpPr>
            <a:spLocks/>
          </p:cNvSpPr>
          <p:nvPr/>
        </p:nvSpPr>
        <p:spPr bwMode="auto">
          <a:xfrm>
            <a:off x="5529263" y="2824162"/>
            <a:ext cx="1260475" cy="1093788"/>
          </a:xfrm>
          <a:custGeom>
            <a:avLst/>
            <a:gdLst/>
            <a:ahLst/>
            <a:cxnLst>
              <a:cxn ang="0">
                <a:pos x="397" y="0"/>
              </a:cxn>
              <a:cxn ang="0">
                <a:pos x="0" y="689"/>
              </a:cxn>
              <a:cxn ang="0">
                <a:pos x="794" y="689"/>
              </a:cxn>
              <a:cxn ang="0">
                <a:pos x="397" y="0"/>
              </a:cxn>
            </a:cxnLst>
            <a:rect l="0" t="0" r="r" b="b"/>
            <a:pathLst>
              <a:path w="794" h="689">
                <a:moveTo>
                  <a:pt x="397" y="0"/>
                </a:moveTo>
                <a:lnTo>
                  <a:pt x="0" y="689"/>
                </a:lnTo>
                <a:lnTo>
                  <a:pt x="794" y="689"/>
                </a:lnTo>
                <a:lnTo>
                  <a:pt x="397" y="0"/>
                </a:lnTo>
                <a:close/>
              </a:path>
            </a:pathLst>
          </a:custGeom>
          <a:solidFill>
            <a:srgbClr val="00B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27" name="Freeform 43"/>
          <p:cNvSpPr>
            <a:spLocks/>
          </p:cNvSpPr>
          <p:nvPr/>
        </p:nvSpPr>
        <p:spPr bwMode="auto">
          <a:xfrm>
            <a:off x="4235450" y="5497512"/>
            <a:ext cx="3848100" cy="657225"/>
          </a:xfrm>
          <a:custGeom>
            <a:avLst/>
            <a:gdLst/>
            <a:ahLst/>
            <a:cxnLst>
              <a:cxn ang="0">
                <a:pos x="0" y="414"/>
              </a:cxn>
              <a:cxn ang="0">
                <a:pos x="2424" y="414"/>
              </a:cxn>
              <a:cxn ang="0">
                <a:pos x="2184" y="0"/>
              </a:cxn>
              <a:cxn ang="0">
                <a:pos x="240" y="0"/>
              </a:cxn>
              <a:cxn ang="0">
                <a:pos x="0" y="414"/>
              </a:cxn>
            </a:cxnLst>
            <a:rect l="0" t="0" r="r" b="b"/>
            <a:pathLst>
              <a:path w="2424" h="414">
                <a:moveTo>
                  <a:pt x="0" y="414"/>
                </a:moveTo>
                <a:lnTo>
                  <a:pt x="2424" y="414"/>
                </a:lnTo>
                <a:lnTo>
                  <a:pt x="2184" y="0"/>
                </a:lnTo>
                <a:lnTo>
                  <a:pt x="240" y="0"/>
                </a:lnTo>
                <a:lnTo>
                  <a:pt x="0" y="414"/>
                </a:lnTo>
                <a:close/>
              </a:path>
            </a:pathLst>
          </a:custGeom>
          <a:solidFill>
            <a:srgbClr val="F07F09"/>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28" name="Freeform 44"/>
          <p:cNvSpPr>
            <a:spLocks/>
          </p:cNvSpPr>
          <p:nvPr/>
        </p:nvSpPr>
        <p:spPr bwMode="auto">
          <a:xfrm>
            <a:off x="4668838" y="4757737"/>
            <a:ext cx="2981325" cy="646113"/>
          </a:xfrm>
          <a:custGeom>
            <a:avLst/>
            <a:gdLst/>
            <a:ahLst/>
            <a:cxnLst>
              <a:cxn ang="0">
                <a:pos x="0" y="407"/>
              </a:cxn>
              <a:cxn ang="0">
                <a:pos x="1878" y="407"/>
              </a:cxn>
              <a:cxn ang="0">
                <a:pos x="1642" y="0"/>
              </a:cxn>
              <a:cxn ang="0">
                <a:pos x="236" y="0"/>
              </a:cxn>
              <a:cxn ang="0">
                <a:pos x="0" y="407"/>
              </a:cxn>
            </a:cxnLst>
            <a:rect l="0" t="0" r="r" b="b"/>
            <a:pathLst>
              <a:path w="1878" h="407">
                <a:moveTo>
                  <a:pt x="0" y="407"/>
                </a:moveTo>
                <a:lnTo>
                  <a:pt x="1878" y="407"/>
                </a:lnTo>
                <a:lnTo>
                  <a:pt x="1642" y="0"/>
                </a:lnTo>
                <a:lnTo>
                  <a:pt x="236" y="0"/>
                </a:lnTo>
                <a:lnTo>
                  <a:pt x="0" y="40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29" name="Freeform 45"/>
          <p:cNvSpPr>
            <a:spLocks/>
          </p:cNvSpPr>
          <p:nvPr/>
        </p:nvSpPr>
        <p:spPr bwMode="auto">
          <a:xfrm>
            <a:off x="5100638" y="4011612"/>
            <a:ext cx="2117725" cy="646113"/>
          </a:xfrm>
          <a:custGeom>
            <a:avLst/>
            <a:gdLst/>
            <a:ahLst/>
            <a:cxnLst>
              <a:cxn ang="0">
                <a:pos x="234" y="0"/>
              </a:cxn>
              <a:cxn ang="0">
                <a:pos x="0" y="407"/>
              </a:cxn>
              <a:cxn ang="0">
                <a:pos x="1334" y="407"/>
              </a:cxn>
              <a:cxn ang="0">
                <a:pos x="1100" y="0"/>
              </a:cxn>
              <a:cxn ang="0">
                <a:pos x="234" y="0"/>
              </a:cxn>
            </a:cxnLst>
            <a:rect l="0" t="0" r="r" b="b"/>
            <a:pathLst>
              <a:path w="1334" h="407">
                <a:moveTo>
                  <a:pt x="234" y="0"/>
                </a:moveTo>
                <a:lnTo>
                  <a:pt x="0" y="407"/>
                </a:lnTo>
                <a:lnTo>
                  <a:pt x="1334" y="407"/>
                </a:lnTo>
                <a:lnTo>
                  <a:pt x="1100" y="0"/>
                </a:lnTo>
                <a:lnTo>
                  <a:pt x="234" y="0"/>
                </a:lnTo>
                <a:close/>
              </a:path>
            </a:pathLst>
          </a:custGeom>
          <a:solidFill>
            <a:srgbClr val="DAE64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30" name="Rectangle 46"/>
          <p:cNvSpPr>
            <a:spLocks noChangeArrowheads="1"/>
          </p:cNvSpPr>
          <p:nvPr/>
        </p:nvSpPr>
        <p:spPr bwMode="auto">
          <a:xfrm>
            <a:off x="1327150" y="6024562"/>
            <a:ext cx="166687"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A</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31" name="Rectangle 47"/>
          <p:cNvSpPr>
            <a:spLocks noChangeArrowheads="1"/>
          </p:cNvSpPr>
          <p:nvPr/>
        </p:nvSpPr>
        <p:spPr bwMode="auto">
          <a:xfrm>
            <a:off x="1670050" y="6024562"/>
            <a:ext cx="157162"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B</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32" name="Rectangle 48"/>
          <p:cNvSpPr>
            <a:spLocks noChangeArrowheads="1"/>
          </p:cNvSpPr>
          <p:nvPr/>
        </p:nvSpPr>
        <p:spPr bwMode="auto">
          <a:xfrm>
            <a:off x="2006600" y="6024562"/>
            <a:ext cx="161925"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C</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33" name="Rectangle 49"/>
          <p:cNvSpPr>
            <a:spLocks noChangeArrowheads="1"/>
          </p:cNvSpPr>
          <p:nvPr/>
        </p:nvSpPr>
        <p:spPr bwMode="auto">
          <a:xfrm>
            <a:off x="2395538" y="6024562"/>
            <a:ext cx="166687"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A</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34" name="Rectangle 50"/>
          <p:cNvSpPr>
            <a:spLocks noChangeArrowheads="1"/>
          </p:cNvSpPr>
          <p:nvPr/>
        </p:nvSpPr>
        <p:spPr bwMode="auto">
          <a:xfrm>
            <a:off x="2740025" y="6024562"/>
            <a:ext cx="155575"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B</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35" name="Rectangle 51"/>
          <p:cNvSpPr>
            <a:spLocks noChangeArrowheads="1"/>
          </p:cNvSpPr>
          <p:nvPr/>
        </p:nvSpPr>
        <p:spPr bwMode="auto">
          <a:xfrm>
            <a:off x="3074988" y="6024562"/>
            <a:ext cx="161925"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C</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36" name="Freeform 52"/>
          <p:cNvSpPr>
            <a:spLocks noEditPoints="1"/>
          </p:cNvSpPr>
          <p:nvPr/>
        </p:nvSpPr>
        <p:spPr bwMode="auto">
          <a:xfrm>
            <a:off x="1274763" y="5632449"/>
            <a:ext cx="1955800" cy="26988"/>
          </a:xfrm>
          <a:custGeom>
            <a:avLst/>
            <a:gdLst/>
            <a:ahLst/>
            <a:cxnLst>
              <a:cxn ang="0">
                <a:pos x="375" y="2"/>
              </a:cxn>
              <a:cxn ang="0">
                <a:pos x="370" y="2"/>
              </a:cxn>
              <a:cxn ang="0">
                <a:pos x="362" y="2"/>
              </a:cxn>
              <a:cxn ang="0">
                <a:pos x="357" y="2"/>
              </a:cxn>
              <a:cxn ang="0">
                <a:pos x="349" y="2"/>
              </a:cxn>
              <a:cxn ang="0">
                <a:pos x="344" y="2"/>
              </a:cxn>
              <a:cxn ang="0">
                <a:pos x="336" y="2"/>
              </a:cxn>
              <a:cxn ang="0">
                <a:pos x="330" y="2"/>
              </a:cxn>
              <a:cxn ang="0">
                <a:pos x="322" y="2"/>
              </a:cxn>
              <a:cxn ang="0">
                <a:pos x="317" y="2"/>
              </a:cxn>
              <a:cxn ang="0">
                <a:pos x="309" y="2"/>
              </a:cxn>
              <a:cxn ang="0">
                <a:pos x="304" y="2"/>
              </a:cxn>
              <a:cxn ang="0">
                <a:pos x="296" y="2"/>
              </a:cxn>
              <a:cxn ang="0">
                <a:pos x="291" y="2"/>
              </a:cxn>
              <a:cxn ang="0">
                <a:pos x="283" y="2"/>
              </a:cxn>
              <a:cxn ang="0">
                <a:pos x="278" y="2"/>
              </a:cxn>
              <a:cxn ang="0">
                <a:pos x="270" y="2"/>
              </a:cxn>
              <a:cxn ang="0">
                <a:pos x="264" y="2"/>
              </a:cxn>
              <a:cxn ang="0">
                <a:pos x="256" y="2"/>
              </a:cxn>
              <a:cxn ang="0">
                <a:pos x="251" y="2"/>
              </a:cxn>
              <a:cxn ang="0">
                <a:pos x="243" y="2"/>
              </a:cxn>
              <a:cxn ang="0">
                <a:pos x="238" y="2"/>
              </a:cxn>
              <a:cxn ang="0">
                <a:pos x="230" y="2"/>
              </a:cxn>
              <a:cxn ang="0">
                <a:pos x="225" y="2"/>
              </a:cxn>
              <a:cxn ang="0">
                <a:pos x="217" y="2"/>
              </a:cxn>
              <a:cxn ang="0">
                <a:pos x="212" y="2"/>
              </a:cxn>
              <a:cxn ang="0">
                <a:pos x="204" y="2"/>
              </a:cxn>
              <a:cxn ang="0">
                <a:pos x="198" y="2"/>
              </a:cxn>
              <a:cxn ang="0">
                <a:pos x="190" y="2"/>
              </a:cxn>
              <a:cxn ang="0">
                <a:pos x="185" y="2"/>
              </a:cxn>
              <a:cxn ang="0">
                <a:pos x="177" y="2"/>
              </a:cxn>
              <a:cxn ang="0">
                <a:pos x="172" y="2"/>
              </a:cxn>
              <a:cxn ang="0">
                <a:pos x="164" y="2"/>
              </a:cxn>
              <a:cxn ang="0">
                <a:pos x="159" y="2"/>
              </a:cxn>
              <a:cxn ang="0">
                <a:pos x="151" y="2"/>
              </a:cxn>
              <a:cxn ang="0">
                <a:pos x="146" y="2"/>
              </a:cxn>
              <a:cxn ang="0">
                <a:pos x="138" y="2"/>
              </a:cxn>
              <a:cxn ang="0">
                <a:pos x="132" y="2"/>
              </a:cxn>
              <a:cxn ang="0">
                <a:pos x="125" y="2"/>
              </a:cxn>
              <a:cxn ang="0">
                <a:pos x="119" y="2"/>
              </a:cxn>
              <a:cxn ang="0">
                <a:pos x="111" y="2"/>
              </a:cxn>
              <a:cxn ang="0">
                <a:pos x="106" y="2"/>
              </a:cxn>
              <a:cxn ang="0">
                <a:pos x="98" y="2"/>
              </a:cxn>
              <a:cxn ang="0">
                <a:pos x="93" y="2"/>
              </a:cxn>
              <a:cxn ang="0">
                <a:pos x="85" y="2"/>
              </a:cxn>
              <a:cxn ang="0">
                <a:pos x="80" y="2"/>
              </a:cxn>
              <a:cxn ang="0">
                <a:pos x="72" y="2"/>
              </a:cxn>
              <a:cxn ang="0">
                <a:pos x="66" y="2"/>
              </a:cxn>
              <a:cxn ang="0">
                <a:pos x="59" y="2"/>
              </a:cxn>
              <a:cxn ang="0">
                <a:pos x="53" y="2"/>
              </a:cxn>
              <a:cxn ang="0">
                <a:pos x="45" y="2"/>
              </a:cxn>
              <a:cxn ang="0">
                <a:pos x="40" y="2"/>
              </a:cxn>
              <a:cxn ang="0">
                <a:pos x="32" y="2"/>
              </a:cxn>
              <a:cxn ang="0">
                <a:pos x="27" y="2"/>
              </a:cxn>
              <a:cxn ang="0">
                <a:pos x="19" y="2"/>
              </a:cxn>
              <a:cxn ang="0">
                <a:pos x="14" y="2"/>
              </a:cxn>
              <a:cxn ang="0">
                <a:pos x="6" y="2"/>
              </a:cxn>
              <a:cxn ang="0">
                <a:pos x="0" y="2"/>
              </a:cxn>
            </a:cxnLst>
            <a:rect l="0" t="0" r="r" b="b"/>
            <a:pathLst>
              <a:path w="375" h="5">
                <a:moveTo>
                  <a:pt x="370" y="2"/>
                </a:moveTo>
                <a:cubicBezTo>
                  <a:pt x="370" y="1"/>
                  <a:pt x="371" y="0"/>
                  <a:pt x="373" y="0"/>
                </a:cubicBezTo>
                <a:cubicBezTo>
                  <a:pt x="373" y="0"/>
                  <a:pt x="373" y="0"/>
                  <a:pt x="373" y="0"/>
                </a:cubicBezTo>
                <a:cubicBezTo>
                  <a:pt x="374" y="0"/>
                  <a:pt x="375" y="1"/>
                  <a:pt x="375" y="2"/>
                </a:cubicBezTo>
                <a:cubicBezTo>
                  <a:pt x="375" y="2"/>
                  <a:pt x="375" y="2"/>
                  <a:pt x="375" y="2"/>
                </a:cubicBezTo>
                <a:cubicBezTo>
                  <a:pt x="375" y="4"/>
                  <a:pt x="374" y="5"/>
                  <a:pt x="373" y="5"/>
                </a:cubicBezTo>
                <a:cubicBezTo>
                  <a:pt x="373" y="5"/>
                  <a:pt x="373" y="5"/>
                  <a:pt x="373" y="5"/>
                </a:cubicBezTo>
                <a:cubicBezTo>
                  <a:pt x="371" y="5"/>
                  <a:pt x="370" y="4"/>
                  <a:pt x="370" y="2"/>
                </a:cubicBezTo>
                <a:close/>
                <a:moveTo>
                  <a:pt x="357" y="2"/>
                </a:moveTo>
                <a:cubicBezTo>
                  <a:pt x="357" y="1"/>
                  <a:pt x="358" y="0"/>
                  <a:pt x="359" y="0"/>
                </a:cubicBezTo>
                <a:cubicBezTo>
                  <a:pt x="359" y="0"/>
                  <a:pt x="359" y="0"/>
                  <a:pt x="359" y="0"/>
                </a:cubicBezTo>
                <a:cubicBezTo>
                  <a:pt x="361" y="0"/>
                  <a:pt x="362" y="1"/>
                  <a:pt x="362" y="2"/>
                </a:cubicBezTo>
                <a:cubicBezTo>
                  <a:pt x="362" y="2"/>
                  <a:pt x="362" y="2"/>
                  <a:pt x="362" y="2"/>
                </a:cubicBezTo>
                <a:cubicBezTo>
                  <a:pt x="362" y="4"/>
                  <a:pt x="361" y="5"/>
                  <a:pt x="359" y="5"/>
                </a:cubicBezTo>
                <a:cubicBezTo>
                  <a:pt x="359" y="5"/>
                  <a:pt x="359" y="5"/>
                  <a:pt x="359" y="5"/>
                </a:cubicBezTo>
                <a:cubicBezTo>
                  <a:pt x="358" y="5"/>
                  <a:pt x="357" y="4"/>
                  <a:pt x="357" y="2"/>
                </a:cubicBezTo>
                <a:close/>
                <a:moveTo>
                  <a:pt x="344" y="2"/>
                </a:moveTo>
                <a:cubicBezTo>
                  <a:pt x="344" y="1"/>
                  <a:pt x="345" y="0"/>
                  <a:pt x="346" y="0"/>
                </a:cubicBezTo>
                <a:cubicBezTo>
                  <a:pt x="346" y="0"/>
                  <a:pt x="346" y="0"/>
                  <a:pt x="346" y="0"/>
                </a:cubicBezTo>
                <a:cubicBezTo>
                  <a:pt x="348" y="0"/>
                  <a:pt x="349" y="1"/>
                  <a:pt x="349" y="2"/>
                </a:cubicBezTo>
                <a:cubicBezTo>
                  <a:pt x="349" y="2"/>
                  <a:pt x="349" y="2"/>
                  <a:pt x="349" y="2"/>
                </a:cubicBezTo>
                <a:cubicBezTo>
                  <a:pt x="349" y="4"/>
                  <a:pt x="348" y="5"/>
                  <a:pt x="346" y="5"/>
                </a:cubicBezTo>
                <a:cubicBezTo>
                  <a:pt x="346" y="5"/>
                  <a:pt x="346" y="5"/>
                  <a:pt x="346" y="5"/>
                </a:cubicBezTo>
                <a:cubicBezTo>
                  <a:pt x="345" y="5"/>
                  <a:pt x="344" y="4"/>
                  <a:pt x="344" y="2"/>
                </a:cubicBezTo>
                <a:close/>
                <a:moveTo>
                  <a:pt x="330" y="2"/>
                </a:moveTo>
                <a:cubicBezTo>
                  <a:pt x="330" y="1"/>
                  <a:pt x="332" y="0"/>
                  <a:pt x="333" y="0"/>
                </a:cubicBezTo>
                <a:cubicBezTo>
                  <a:pt x="333" y="0"/>
                  <a:pt x="333" y="0"/>
                  <a:pt x="333" y="0"/>
                </a:cubicBezTo>
                <a:cubicBezTo>
                  <a:pt x="334" y="0"/>
                  <a:pt x="336" y="1"/>
                  <a:pt x="336" y="2"/>
                </a:cubicBezTo>
                <a:cubicBezTo>
                  <a:pt x="336" y="2"/>
                  <a:pt x="336" y="2"/>
                  <a:pt x="336" y="2"/>
                </a:cubicBezTo>
                <a:cubicBezTo>
                  <a:pt x="336" y="4"/>
                  <a:pt x="334" y="5"/>
                  <a:pt x="333" y="5"/>
                </a:cubicBezTo>
                <a:cubicBezTo>
                  <a:pt x="333" y="5"/>
                  <a:pt x="333" y="5"/>
                  <a:pt x="333" y="5"/>
                </a:cubicBezTo>
                <a:cubicBezTo>
                  <a:pt x="332" y="5"/>
                  <a:pt x="330" y="4"/>
                  <a:pt x="330" y="2"/>
                </a:cubicBezTo>
                <a:close/>
                <a:moveTo>
                  <a:pt x="317" y="2"/>
                </a:moveTo>
                <a:cubicBezTo>
                  <a:pt x="317" y="1"/>
                  <a:pt x="318" y="0"/>
                  <a:pt x="320" y="0"/>
                </a:cubicBezTo>
                <a:cubicBezTo>
                  <a:pt x="320" y="0"/>
                  <a:pt x="320" y="0"/>
                  <a:pt x="320" y="0"/>
                </a:cubicBezTo>
                <a:cubicBezTo>
                  <a:pt x="321" y="0"/>
                  <a:pt x="322" y="1"/>
                  <a:pt x="322" y="2"/>
                </a:cubicBezTo>
                <a:cubicBezTo>
                  <a:pt x="322" y="2"/>
                  <a:pt x="322" y="2"/>
                  <a:pt x="322" y="2"/>
                </a:cubicBezTo>
                <a:cubicBezTo>
                  <a:pt x="322" y="4"/>
                  <a:pt x="321" y="5"/>
                  <a:pt x="320" y="5"/>
                </a:cubicBezTo>
                <a:cubicBezTo>
                  <a:pt x="320" y="5"/>
                  <a:pt x="320" y="5"/>
                  <a:pt x="320" y="5"/>
                </a:cubicBezTo>
                <a:cubicBezTo>
                  <a:pt x="318" y="5"/>
                  <a:pt x="317" y="4"/>
                  <a:pt x="317" y="2"/>
                </a:cubicBezTo>
                <a:close/>
                <a:moveTo>
                  <a:pt x="304" y="2"/>
                </a:moveTo>
                <a:cubicBezTo>
                  <a:pt x="304" y="1"/>
                  <a:pt x="305" y="0"/>
                  <a:pt x="307" y="0"/>
                </a:cubicBezTo>
                <a:cubicBezTo>
                  <a:pt x="307" y="0"/>
                  <a:pt x="307" y="0"/>
                  <a:pt x="307" y="0"/>
                </a:cubicBezTo>
                <a:cubicBezTo>
                  <a:pt x="308" y="0"/>
                  <a:pt x="309" y="1"/>
                  <a:pt x="309" y="2"/>
                </a:cubicBezTo>
                <a:cubicBezTo>
                  <a:pt x="309" y="2"/>
                  <a:pt x="309" y="2"/>
                  <a:pt x="309" y="2"/>
                </a:cubicBezTo>
                <a:cubicBezTo>
                  <a:pt x="309" y="4"/>
                  <a:pt x="308" y="5"/>
                  <a:pt x="307" y="5"/>
                </a:cubicBezTo>
                <a:cubicBezTo>
                  <a:pt x="307" y="5"/>
                  <a:pt x="307" y="5"/>
                  <a:pt x="307" y="5"/>
                </a:cubicBezTo>
                <a:cubicBezTo>
                  <a:pt x="305" y="5"/>
                  <a:pt x="304" y="4"/>
                  <a:pt x="304" y="2"/>
                </a:cubicBezTo>
                <a:close/>
                <a:moveTo>
                  <a:pt x="291" y="2"/>
                </a:moveTo>
                <a:cubicBezTo>
                  <a:pt x="291" y="1"/>
                  <a:pt x="292" y="0"/>
                  <a:pt x="293" y="0"/>
                </a:cubicBezTo>
                <a:cubicBezTo>
                  <a:pt x="293" y="0"/>
                  <a:pt x="293" y="0"/>
                  <a:pt x="293" y="0"/>
                </a:cubicBezTo>
                <a:cubicBezTo>
                  <a:pt x="295" y="0"/>
                  <a:pt x="296" y="1"/>
                  <a:pt x="296" y="2"/>
                </a:cubicBezTo>
                <a:cubicBezTo>
                  <a:pt x="296" y="2"/>
                  <a:pt x="296" y="2"/>
                  <a:pt x="296" y="2"/>
                </a:cubicBezTo>
                <a:cubicBezTo>
                  <a:pt x="296" y="4"/>
                  <a:pt x="295" y="5"/>
                  <a:pt x="293" y="5"/>
                </a:cubicBezTo>
                <a:cubicBezTo>
                  <a:pt x="293" y="5"/>
                  <a:pt x="293" y="5"/>
                  <a:pt x="293" y="5"/>
                </a:cubicBezTo>
                <a:cubicBezTo>
                  <a:pt x="292" y="5"/>
                  <a:pt x="291" y="4"/>
                  <a:pt x="291" y="2"/>
                </a:cubicBezTo>
                <a:close/>
                <a:moveTo>
                  <a:pt x="278" y="2"/>
                </a:moveTo>
                <a:cubicBezTo>
                  <a:pt x="278" y="1"/>
                  <a:pt x="279" y="0"/>
                  <a:pt x="280" y="0"/>
                </a:cubicBezTo>
                <a:cubicBezTo>
                  <a:pt x="280" y="0"/>
                  <a:pt x="280" y="0"/>
                  <a:pt x="280" y="0"/>
                </a:cubicBezTo>
                <a:cubicBezTo>
                  <a:pt x="282" y="0"/>
                  <a:pt x="283" y="1"/>
                  <a:pt x="283" y="2"/>
                </a:cubicBezTo>
                <a:cubicBezTo>
                  <a:pt x="283" y="2"/>
                  <a:pt x="283" y="2"/>
                  <a:pt x="283" y="2"/>
                </a:cubicBezTo>
                <a:cubicBezTo>
                  <a:pt x="283" y="4"/>
                  <a:pt x="282" y="5"/>
                  <a:pt x="280" y="5"/>
                </a:cubicBezTo>
                <a:cubicBezTo>
                  <a:pt x="280" y="5"/>
                  <a:pt x="280" y="5"/>
                  <a:pt x="280" y="5"/>
                </a:cubicBezTo>
                <a:cubicBezTo>
                  <a:pt x="279" y="5"/>
                  <a:pt x="278" y="4"/>
                  <a:pt x="278" y="2"/>
                </a:cubicBezTo>
                <a:close/>
                <a:moveTo>
                  <a:pt x="264" y="2"/>
                </a:moveTo>
                <a:cubicBezTo>
                  <a:pt x="264" y="1"/>
                  <a:pt x="266" y="0"/>
                  <a:pt x="267" y="0"/>
                </a:cubicBezTo>
                <a:cubicBezTo>
                  <a:pt x="267" y="0"/>
                  <a:pt x="267" y="0"/>
                  <a:pt x="267" y="0"/>
                </a:cubicBezTo>
                <a:cubicBezTo>
                  <a:pt x="268" y="0"/>
                  <a:pt x="270" y="1"/>
                  <a:pt x="270" y="2"/>
                </a:cubicBezTo>
                <a:cubicBezTo>
                  <a:pt x="270" y="2"/>
                  <a:pt x="270" y="2"/>
                  <a:pt x="270" y="2"/>
                </a:cubicBezTo>
                <a:cubicBezTo>
                  <a:pt x="270" y="4"/>
                  <a:pt x="268" y="5"/>
                  <a:pt x="267" y="5"/>
                </a:cubicBezTo>
                <a:cubicBezTo>
                  <a:pt x="267" y="5"/>
                  <a:pt x="267" y="5"/>
                  <a:pt x="267" y="5"/>
                </a:cubicBezTo>
                <a:cubicBezTo>
                  <a:pt x="266" y="5"/>
                  <a:pt x="264" y="4"/>
                  <a:pt x="264" y="2"/>
                </a:cubicBezTo>
                <a:close/>
                <a:moveTo>
                  <a:pt x="251" y="2"/>
                </a:moveTo>
                <a:cubicBezTo>
                  <a:pt x="251" y="1"/>
                  <a:pt x="252" y="0"/>
                  <a:pt x="254" y="0"/>
                </a:cubicBezTo>
                <a:cubicBezTo>
                  <a:pt x="254" y="0"/>
                  <a:pt x="254" y="0"/>
                  <a:pt x="254" y="0"/>
                </a:cubicBezTo>
                <a:cubicBezTo>
                  <a:pt x="255" y="0"/>
                  <a:pt x="256" y="1"/>
                  <a:pt x="256" y="2"/>
                </a:cubicBezTo>
                <a:cubicBezTo>
                  <a:pt x="256" y="2"/>
                  <a:pt x="256" y="2"/>
                  <a:pt x="256" y="2"/>
                </a:cubicBezTo>
                <a:cubicBezTo>
                  <a:pt x="256" y="4"/>
                  <a:pt x="255" y="5"/>
                  <a:pt x="254" y="5"/>
                </a:cubicBezTo>
                <a:cubicBezTo>
                  <a:pt x="254" y="5"/>
                  <a:pt x="254" y="5"/>
                  <a:pt x="254" y="5"/>
                </a:cubicBezTo>
                <a:cubicBezTo>
                  <a:pt x="252" y="5"/>
                  <a:pt x="251" y="4"/>
                  <a:pt x="251" y="2"/>
                </a:cubicBezTo>
                <a:close/>
                <a:moveTo>
                  <a:pt x="238" y="2"/>
                </a:moveTo>
                <a:cubicBezTo>
                  <a:pt x="238" y="1"/>
                  <a:pt x="239" y="0"/>
                  <a:pt x="241" y="0"/>
                </a:cubicBezTo>
                <a:cubicBezTo>
                  <a:pt x="241" y="0"/>
                  <a:pt x="241" y="0"/>
                  <a:pt x="241" y="0"/>
                </a:cubicBezTo>
                <a:cubicBezTo>
                  <a:pt x="242" y="0"/>
                  <a:pt x="243" y="1"/>
                  <a:pt x="243" y="2"/>
                </a:cubicBezTo>
                <a:cubicBezTo>
                  <a:pt x="243" y="2"/>
                  <a:pt x="243" y="2"/>
                  <a:pt x="243" y="2"/>
                </a:cubicBezTo>
                <a:cubicBezTo>
                  <a:pt x="243" y="4"/>
                  <a:pt x="242" y="5"/>
                  <a:pt x="241" y="5"/>
                </a:cubicBezTo>
                <a:cubicBezTo>
                  <a:pt x="241" y="5"/>
                  <a:pt x="241" y="5"/>
                  <a:pt x="241" y="5"/>
                </a:cubicBezTo>
                <a:cubicBezTo>
                  <a:pt x="239" y="5"/>
                  <a:pt x="238" y="4"/>
                  <a:pt x="238" y="2"/>
                </a:cubicBezTo>
                <a:close/>
                <a:moveTo>
                  <a:pt x="225" y="2"/>
                </a:moveTo>
                <a:cubicBezTo>
                  <a:pt x="225" y="1"/>
                  <a:pt x="226" y="0"/>
                  <a:pt x="227" y="0"/>
                </a:cubicBezTo>
                <a:cubicBezTo>
                  <a:pt x="227" y="0"/>
                  <a:pt x="227" y="0"/>
                  <a:pt x="227" y="0"/>
                </a:cubicBezTo>
                <a:cubicBezTo>
                  <a:pt x="229" y="0"/>
                  <a:pt x="230" y="1"/>
                  <a:pt x="230" y="2"/>
                </a:cubicBezTo>
                <a:cubicBezTo>
                  <a:pt x="230" y="2"/>
                  <a:pt x="230" y="2"/>
                  <a:pt x="230" y="2"/>
                </a:cubicBezTo>
                <a:cubicBezTo>
                  <a:pt x="230" y="4"/>
                  <a:pt x="229" y="5"/>
                  <a:pt x="227" y="5"/>
                </a:cubicBezTo>
                <a:cubicBezTo>
                  <a:pt x="227" y="5"/>
                  <a:pt x="227" y="5"/>
                  <a:pt x="227" y="5"/>
                </a:cubicBezTo>
                <a:cubicBezTo>
                  <a:pt x="226" y="5"/>
                  <a:pt x="225" y="4"/>
                  <a:pt x="225" y="2"/>
                </a:cubicBezTo>
                <a:close/>
                <a:moveTo>
                  <a:pt x="212" y="2"/>
                </a:moveTo>
                <a:cubicBezTo>
                  <a:pt x="212" y="1"/>
                  <a:pt x="213" y="0"/>
                  <a:pt x="214" y="0"/>
                </a:cubicBezTo>
                <a:cubicBezTo>
                  <a:pt x="214" y="0"/>
                  <a:pt x="214" y="0"/>
                  <a:pt x="214" y="0"/>
                </a:cubicBezTo>
                <a:cubicBezTo>
                  <a:pt x="216" y="0"/>
                  <a:pt x="217" y="1"/>
                  <a:pt x="217" y="2"/>
                </a:cubicBezTo>
                <a:cubicBezTo>
                  <a:pt x="217" y="2"/>
                  <a:pt x="217" y="2"/>
                  <a:pt x="217" y="2"/>
                </a:cubicBezTo>
                <a:cubicBezTo>
                  <a:pt x="217" y="4"/>
                  <a:pt x="216" y="5"/>
                  <a:pt x="214" y="5"/>
                </a:cubicBezTo>
                <a:cubicBezTo>
                  <a:pt x="214" y="5"/>
                  <a:pt x="214" y="5"/>
                  <a:pt x="214" y="5"/>
                </a:cubicBezTo>
                <a:cubicBezTo>
                  <a:pt x="213" y="5"/>
                  <a:pt x="212" y="4"/>
                  <a:pt x="212" y="2"/>
                </a:cubicBezTo>
                <a:close/>
                <a:moveTo>
                  <a:pt x="198" y="2"/>
                </a:moveTo>
                <a:cubicBezTo>
                  <a:pt x="198" y="1"/>
                  <a:pt x="200" y="0"/>
                  <a:pt x="201" y="0"/>
                </a:cubicBezTo>
                <a:cubicBezTo>
                  <a:pt x="201" y="0"/>
                  <a:pt x="201" y="0"/>
                  <a:pt x="201" y="0"/>
                </a:cubicBezTo>
                <a:cubicBezTo>
                  <a:pt x="203" y="0"/>
                  <a:pt x="204" y="1"/>
                  <a:pt x="204" y="2"/>
                </a:cubicBezTo>
                <a:cubicBezTo>
                  <a:pt x="204" y="2"/>
                  <a:pt x="204" y="2"/>
                  <a:pt x="204" y="2"/>
                </a:cubicBezTo>
                <a:cubicBezTo>
                  <a:pt x="204" y="4"/>
                  <a:pt x="203" y="5"/>
                  <a:pt x="201" y="5"/>
                </a:cubicBezTo>
                <a:cubicBezTo>
                  <a:pt x="201" y="5"/>
                  <a:pt x="201" y="5"/>
                  <a:pt x="201" y="5"/>
                </a:cubicBezTo>
                <a:cubicBezTo>
                  <a:pt x="200" y="5"/>
                  <a:pt x="198" y="4"/>
                  <a:pt x="198" y="2"/>
                </a:cubicBezTo>
                <a:close/>
                <a:moveTo>
                  <a:pt x="185" y="2"/>
                </a:moveTo>
                <a:cubicBezTo>
                  <a:pt x="185" y="1"/>
                  <a:pt x="186" y="0"/>
                  <a:pt x="188" y="0"/>
                </a:cubicBezTo>
                <a:cubicBezTo>
                  <a:pt x="188" y="0"/>
                  <a:pt x="188" y="0"/>
                  <a:pt x="188" y="0"/>
                </a:cubicBezTo>
                <a:cubicBezTo>
                  <a:pt x="189" y="0"/>
                  <a:pt x="190" y="1"/>
                  <a:pt x="190" y="2"/>
                </a:cubicBezTo>
                <a:cubicBezTo>
                  <a:pt x="190" y="2"/>
                  <a:pt x="190" y="2"/>
                  <a:pt x="190" y="2"/>
                </a:cubicBezTo>
                <a:cubicBezTo>
                  <a:pt x="190" y="4"/>
                  <a:pt x="189" y="5"/>
                  <a:pt x="188" y="5"/>
                </a:cubicBezTo>
                <a:cubicBezTo>
                  <a:pt x="188" y="5"/>
                  <a:pt x="188" y="5"/>
                  <a:pt x="188" y="5"/>
                </a:cubicBezTo>
                <a:cubicBezTo>
                  <a:pt x="186" y="5"/>
                  <a:pt x="185" y="4"/>
                  <a:pt x="185" y="2"/>
                </a:cubicBezTo>
                <a:close/>
                <a:moveTo>
                  <a:pt x="172" y="2"/>
                </a:moveTo>
                <a:cubicBezTo>
                  <a:pt x="172" y="1"/>
                  <a:pt x="173" y="0"/>
                  <a:pt x="175" y="0"/>
                </a:cubicBezTo>
                <a:cubicBezTo>
                  <a:pt x="175" y="0"/>
                  <a:pt x="175" y="0"/>
                  <a:pt x="175" y="0"/>
                </a:cubicBezTo>
                <a:cubicBezTo>
                  <a:pt x="176" y="0"/>
                  <a:pt x="177" y="1"/>
                  <a:pt x="177" y="2"/>
                </a:cubicBezTo>
                <a:cubicBezTo>
                  <a:pt x="177" y="2"/>
                  <a:pt x="177" y="2"/>
                  <a:pt x="177" y="2"/>
                </a:cubicBezTo>
                <a:cubicBezTo>
                  <a:pt x="177" y="4"/>
                  <a:pt x="176" y="5"/>
                  <a:pt x="175" y="5"/>
                </a:cubicBezTo>
                <a:cubicBezTo>
                  <a:pt x="175" y="5"/>
                  <a:pt x="175" y="5"/>
                  <a:pt x="175" y="5"/>
                </a:cubicBezTo>
                <a:cubicBezTo>
                  <a:pt x="173" y="5"/>
                  <a:pt x="172" y="4"/>
                  <a:pt x="172" y="2"/>
                </a:cubicBezTo>
                <a:close/>
                <a:moveTo>
                  <a:pt x="159" y="2"/>
                </a:moveTo>
                <a:cubicBezTo>
                  <a:pt x="159" y="1"/>
                  <a:pt x="160" y="0"/>
                  <a:pt x="161" y="0"/>
                </a:cubicBezTo>
                <a:cubicBezTo>
                  <a:pt x="161" y="0"/>
                  <a:pt x="161" y="0"/>
                  <a:pt x="161" y="0"/>
                </a:cubicBezTo>
                <a:cubicBezTo>
                  <a:pt x="163" y="0"/>
                  <a:pt x="164" y="1"/>
                  <a:pt x="164" y="2"/>
                </a:cubicBezTo>
                <a:cubicBezTo>
                  <a:pt x="164" y="2"/>
                  <a:pt x="164" y="2"/>
                  <a:pt x="164" y="2"/>
                </a:cubicBezTo>
                <a:cubicBezTo>
                  <a:pt x="164" y="4"/>
                  <a:pt x="163" y="5"/>
                  <a:pt x="161" y="5"/>
                </a:cubicBezTo>
                <a:cubicBezTo>
                  <a:pt x="161" y="5"/>
                  <a:pt x="161" y="5"/>
                  <a:pt x="161" y="5"/>
                </a:cubicBezTo>
                <a:cubicBezTo>
                  <a:pt x="160" y="5"/>
                  <a:pt x="159" y="4"/>
                  <a:pt x="159" y="2"/>
                </a:cubicBezTo>
                <a:close/>
                <a:moveTo>
                  <a:pt x="146" y="2"/>
                </a:moveTo>
                <a:cubicBezTo>
                  <a:pt x="146" y="1"/>
                  <a:pt x="147" y="0"/>
                  <a:pt x="148" y="0"/>
                </a:cubicBezTo>
                <a:cubicBezTo>
                  <a:pt x="148" y="0"/>
                  <a:pt x="148" y="0"/>
                  <a:pt x="148" y="0"/>
                </a:cubicBezTo>
                <a:cubicBezTo>
                  <a:pt x="150" y="0"/>
                  <a:pt x="151" y="1"/>
                  <a:pt x="151" y="2"/>
                </a:cubicBezTo>
                <a:cubicBezTo>
                  <a:pt x="151" y="2"/>
                  <a:pt x="151" y="2"/>
                  <a:pt x="151" y="2"/>
                </a:cubicBezTo>
                <a:cubicBezTo>
                  <a:pt x="151" y="4"/>
                  <a:pt x="150" y="5"/>
                  <a:pt x="148" y="5"/>
                </a:cubicBezTo>
                <a:cubicBezTo>
                  <a:pt x="148" y="5"/>
                  <a:pt x="148" y="5"/>
                  <a:pt x="148" y="5"/>
                </a:cubicBezTo>
                <a:cubicBezTo>
                  <a:pt x="147" y="5"/>
                  <a:pt x="146" y="4"/>
                  <a:pt x="146" y="2"/>
                </a:cubicBezTo>
                <a:close/>
                <a:moveTo>
                  <a:pt x="132" y="2"/>
                </a:moveTo>
                <a:cubicBezTo>
                  <a:pt x="132" y="1"/>
                  <a:pt x="134" y="0"/>
                  <a:pt x="135" y="0"/>
                </a:cubicBezTo>
                <a:cubicBezTo>
                  <a:pt x="135" y="0"/>
                  <a:pt x="135" y="0"/>
                  <a:pt x="135" y="0"/>
                </a:cubicBezTo>
                <a:cubicBezTo>
                  <a:pt x="137" y="0"/>
                  <a:pt x="138" y="1"/>
                  <a:pt x="138" y="2"/>
                </a:cubicBezTo>
                <a:cubicBezTo>
                  <a:pt x="138" y="2"/>
                  <a:pt x="138" y="2"/>
                  <a:pt x="138" y="2"/>
                </a:cubicBezTo>
                <a:cubicBezTo>
                  <a:pt x="138" y="4"/>
                  <a:pt x="137" y="5"/>
                  <a:pt x="135" y="5"/>
                </a:cubicBezTo>
                <a:cubicBezTo>
                  <a:pt x="135" y="5"/>
                  <a:pt x="135" y="5"/>
                  <a:pt x="135" y="5"/>
                </a:cubicBezTo>
                <a:cubicBezTo>
                  <a:pt x="134" y="5"/>
                  <a:pt x="132" y="4"/>
                  <a:pt x="132" y="2"/>
                </a:cubicBezTo>
                <a:close/>
                <a:moveTo>
                  <a:pt x="119" y="2"/>
                </a:moveTo>
                <a:cubicBezTo>
                  <a:pt x="119" y="1"/>
                  <a:pt x="120" y="0"/>
                  <a:pt x="122" y="0"/>
                </a:cubicBezTo>
                <a:cubicBezTo>
                  <a:pt x="122" y="0"/>
                  <a:pt x="122" y="0"/>
                  <a:pt x="122" y="0"/>
                </a:cubicBezTo>
                <a:cubicBezTo>
                  <a:pt x="123" y="0"/>
                  <a:pt x="125" y="1"/>
                  <a:pt x="125" y="2"/>
                </a:cubicBezTo>
                <a:cubicBezTo>
                  <a:pt x="125" y="2"/>
                  <a:pt x="125" y="2"/>
                  <a:pt x="125" y="2"/>
                </a:cubicBezTo>
                <a:cubicBezTo>
                  <a:pt x="125" y="4"/>
                  <a:pt x="123" y="5"/>
                  <a:pt x="122" y="5"/>
                </a:cubicBezTo>
                <a:cubicBezTo>
                  <a:pt x="122" y="5"/>
                  <a:pt x="122" y="5"/>
                  <a:pt x="122" y="5"/>
                </a:cubicBezTo>
                <a:cubicBezTo>
                  <a:pt x="120" y="5"/>
                  <a:pt x="119" y="4"/>
                  <a:pt x="119" y="2"/>
                </a:cubicBezTo>
                <a:close/>
                <a:moveTo>
                  <a:pt x="106" y="2"/>
                </a:moveTo>
                <a:cubicBezTo>
                  <a:pt x="106" y="1"/>
                  <a:pt x="107" y="0"/>
                  <a:pt x="109" y="0"/>
                </a:cubicBezTo>
                <a:cubicBezTo>
                  <a:pt x="109" y="0"/>
                  <a:pt x="109" y="0"/>
                  <a:pt x="109" y="0"/>
                </a:cubicBezTo>
                <a:cubicBezTo>
                  <a:pt x="110" y="0"/>
                  <a:pt x="111" y="1"/>
                  <a:pt x="111" y="2"/>
                </a:cubicBezTo>
                <a:cubicBezTo>
                  <a:pt x="111" y="2"/>
                  <a:pt x="111" y="2"/>
                  <a:pt x="111" y="2"/>
                </a:cubicBezTo>
                <a:cubicBezTo>
                  <a:pt x="111" y="4"/>
                  <a:pt x="110" y="5"/>
                  <a:pt x="109" y="5"/>
                </a:cubicBezTo>
                <a:cubicBezTo>
                  <a:pt x="109" y="5"/>
                  <a:pt x="109" y="5"/>
                  <a:pt x="109" y="5"/>
                </a:cubicBezTo>
                <a:cubicBezTo>
                  <a:pt x="107" y="5"/>
                  <a:pt x="106" y="4"/>
                  <a:pt x="106" y="2"/>
                </a:cubicBezTo>
                <a:close/>
                <a:moveTo>
                  <a:pt x="93" y="2"/>
                </a:moveTo>
                <a:cubicBezTo>
                  <a:pt x="93" y="1"/>
                  <a:pt x="94" y="0"/>
                  <a:pt x="95" y="0"/>
                </a:cubicBezTo>
                <a:cubicBezTo>
                  <a:pt x="95" y="0"/>
                  <a:pt x="95" y="0"/>
                  <a:pt x="95" y="0"/>
                </a:cubicBezTo>
                <a:cubicBezTo>
                  <a:pt x="97" y="0"/>
                  <a:pt x="98" y="1"/>
                  <a:pt x="98" y="2"/>
                </a:cubicBezTo>
                <a:cubicBezTo>
                  <a:pt x="98" y="2"/>
                  <a:pt x="98" y="2"/>
                  <a:pt x="98" y="2"/>
                </a:cubicBezTo>
                <a:cubicBezTo>
                  <a:pt x="98" y="4"/>
                  <a:pt x="97" y="5"/>
                  <a:pt x="95" y="5"/>
                </a:cubicBezTo>
                <a:cubicBezTo>
                  <a:pt x="95" y="5"/>
                  <a:pt x="95" y="5"/>
                  <a:pt x="95" y="5"/>
                </a:cubicBezTo>
                <a:cubicBezTo>
                  <a:pt x="94" y="5"/>
                  <a:pt x="93" y="4"/>
                  <a:pt x="93" y="2"/>
                </a:cubicBezTo>
                <a:close/>
                <a:moveTo>
                  <a:pt x="80" y="2"/>
                </a:moveTo>
                <a:cubicBezTo>
                  <a:pt x="80" y="1"/>
                  <a:pt x="81" y="0"/>
                  <a:pt x="82" y="0"/>
                </a:cubicBezTo>
                <a:cubicBezTo>
                  <a:pt x="82" y="0"/>
                  <a:pt x="82" y="0"/>
                  <a:pt x="82" y="0"/>
                </a:cubicBezTo>
                <a:cubicBezTo>
                  <a:pt x="84" y="0"/>
                  <a:pt x="85" y="1"/>
                  <a:pt x="85" y="2"/>
                </a:cubicBezTo>
                <a:cubicBezTo>
                  <a:pt x="85" y="2"/>
                  <a:pt x="85" y="2"/>
                  <a:pt x="85" y="2"/>
                </a:cubicBezTo>
                <a:cubicBezTo>
                  <a:pt x="85" y="4"/>
                  <a:pt x="84" y="5"/>
                  <a:pt x="82" y="5"/>
                </a:cubicBezTo>
                <a:cubicBezTo>
                  <a:pt x="82" y="5"/>
                  <a:pt x="82" y="5"/>
                  <a:pt x="82" y="5"/>
                </a:cubicBezTo>
                <a:cubicBezTo>
                  <a:pt x="81" y="5"/>
                  <a:pt x="80" y="4"/>
                  <a:pt x="80" y="2"/>
                </a:cubicBezTo>
                <a:close/>
                <a:moveTo>
                  <a:pt x="66" y="2"/>
                </a:moveTo>
                <a:cubicBezTo>
                  <a:pt x="66" y="1"/>
                  <a:pt x="68" y="0"/>
                  <a:pt x="69" y="0"/>
                </a:cubicBezTo>
                <a:cubicBezTo>
                  <a:pt x="69" y="0"/>
                  <a:pt x="69" y="0"/>
                  <a:pt x="69" y="0"/>
                </a:cubicBezTo>
                <a:cubicBezTo>
                  <a:pt x="71" y="0"/>
                  <a:pt x="72" y="1"/>
                  <a:pt x="72" y="2"/>
                </a:cubicBezTo>
                <a:cubicBezTo>
                  <a:pt x="72" y="2"/>
                  <a:pt x="72" y="2"/>
                  <a:pt x="72" y="2"/>
                </a:cubicBezTo>
                <a:cubicBezTo>
                  <a:pt x="72" y="4"/>
                  <a:pt x="71" y="5"/>
                  <a:pt x="69" y="5"/>
                </a:cubicBezTo>
                <a:cubicBezTo>
                  <a:pt x="69" y="5"/>
                  <a:pt x="69" y="5"/>
                  <a:pt x="69" y="5"/>
                </a:cubicBezTo>
                <a:cubicBezTo>
                  <a:pt x="68" y="5"/>
                  <a:pt x="66" y="4"/>
                  <a:pt x="66" y="2"/>
                </a:cubicBezTo>
                <a:close/>
                <a:moveTo>
                  <a:pt x="53" y="2"/>
                </a:moveTo>
                <a:cubicBezTo>
                  <a:pt x="53" y="1"/>
                  <a:pt x="54" y="0"/>
                  <a:pt x="56" y="0"/>
                </a:cubicBezTo>
                <a:cubicBezTo>
                  <a:pt x="56" y="0"/>
                  <a:pt x="56" y="0"/>
                  <a:pt x="56" y="0"/>
                </a:cubicBezTo>
                <a:cubicBezTo>
                  <a:pt x="57" y="0"/>
                  <a:pt x="59" y="1"/>
                  <a:pt x="59" y="2"/>
                </a:cubicBezTo>
                <a:cubicBezTo>
                  <a:pt x="59" y="2"/>
                  <a:pt x="59" y="2"/>
                  <a:pt x="59" y="2"/>
                </a:cubicBezTo>
                <a:cubicBezTo>
                  <a:pt x="59" y="4"/>
                  <a:pt x="57" y="5"/>
                  <a:pt x="56" y="5"/>
                </a:cubicBezTo>
                <a:cubicBezTo>
                  <a:pt x="56" y="5"/>
                  <a:pt x="56" y="5"/>
                  <a:pt x="56" y="5"/>
                </a:cubicBezTo>
                <a:cubicBezTo>
                  <a:pt x="54" y="5"/>
                  <a:pt x="53" y="4"/>
                  <a:pt x="53" y="2"/>
                </a:cubicBezTo>
                <a:close/>
                <a:moveTo>
                  <a:pt x="40" y="2"/>
                </a:moveTo>
                <a:cubicBezTo>
                  <a:pt x="40" y="1"/>
                  <a:pt x="41" y="0"/>
                  <a:pt x="43" y="0"/>
                </a:cubicBezTo>
                <a:cubicBezTo>
                  <a:pt x="43" y="0"/>
                  <a:pt x="43" y="0"/>
                  <a:pt x="43" y="0"/>
                </a:cubicBezTo>
                <a:cubicBezTo>
                  <a:pt x="44" y="0"/>
                  <a:pt x="45" y="1"/>
                  <a:pt x="45" y="2"/>
                </a:cubicBezTo>
                <a:cubicBezTo>
                  <a:pt x="45" y="2"/>
                  <a:pt x="45" y="2"/>
                  <a:pt x="45" y="2"/>
                </a:cubicBezTo>
                <a:cubicBezTo>
                  <a:pt x="45" y="4"/>
                  <a:pt x="44" y="5"/>
                  <a:pt x="43" y="5"/>
                </a:cubicBezTo>
                <a:cubicBezTo>
                  <a:pt x="43" y="5"/>
                  <a:pt x="43" y="5"/>
                  <a:pt x="43" y="5"/>
                </a:cubicBezTo>
                <a:cubicBezTo>
                  <a:pt x="41" y="5"/>
                  <a:pt x="40" y="4"/>
                  <a:pt x="40" y="2"/>
                </a:cubicBezTo>
                <a:close/>
                <a:moveTo>
                  <a:pt x="27" y="2"/>
                </a:moveTo>
                <a:cubicBezTo>
                  <a:pt x="27" y="1"/>
                  <a:pt x="28" y="0"/>
                  <a:pt x="30" y="0"/>
                </a:cubicBezTo>
                <a:cubicBezTo>
                  <a:pt x="30" y="0"/>
                  <a:pt x="30" y="0"/>
                  <a:pt x="30" y="0"/>
                </a:cubicBezTo>
                <a:cubicBezTo>
                  <a:pt x="31" y="0"/>
                  <a:pt x="32" y="1"/>
                  <a:pt x="32" y="2"/>
                </a:cubicBezTo>
                <a:cubicBezTo>
                  <a:pt x="32" y="2"/>
                  <a:pt x="32" y="2"/>
                  <a:pt x="32" y="2"/>
                </a:cubicBezTo>
                <a:cubicBezTo>
                  <a:pt x="32" y="4"/>
                  <a:pt x="31" y="5"/>
                  <a:pt x="30" y="5"/>
                </a:cubicBezTo>
                <a:cubicBezTo>
                  <a:pt x="30" y="5"/>
                  <a:pt x="30" y="5"/>
                  <a:pt x="30" y="5"/>
                </a:cubicBezTo>
                <a:cubicBezTo>
                  <a:pt x="28" y="5"/>
                  <a:pt x="27" y="4"/>
                  <a:pt x="27" y="2"/>
                </a:cubicBezTo>
                <a:close/>
                <a:moveTo>
                  <a:pt x="14" y="2"/>
                </a:moveTo>
                <a:cubicBezTo>
                  <a:pt x="14" y="1"/>
                  <a:pt x="15" y="0"/>
                  <a:pt x="16" y="0"/>
                </a:cubicBezTo>
                <a:cubicBezTo>
                  <a:pt x="16" y="0"/>
                  <a:pt x="16" y="0"/>
                  <a:pt x="16" y="0"/>
                </a:cubicBezTo>
                <a:cubicBezTo>
                  <a:pt x="18" y="0"/>
                  <a:pt x="19" y="1"/>
                  <a:pt x="19" y="2"/>
                </a:cubicBezTo>
                <a:cubicBezTo>
                  <a:pt x="19" y="2"/>
                  <a:pt x="19" y="2"/>
                  <a:pt x="19" y="2"/>
                </a:cubicBezTo>
                <a:cubicBezTo>
                  <a:pt x="19" y="4"/>
                  <a:pt x="18" y="5"/>
                  <a:pt x="16" y="5"/>
                </a:cubicBezTo>
                <a:cubicBezTo>
                  <a:pt x="16" y="5"/>
                  <a:pt x="16" y="5"/>
                  <a:pt x="16" y="5"/>
                </a:cubicBezTo>
                <a:cubicBezTo>
                  <a:pt x="15" y="5"/>
                  <a:pt x="14" y="4"/>
                  <a:pt x="14" y="2"/>
                </a:cubicBezTo>
                <a:close/>
                <a:moveTo>
                  <a:pt x="0" y="2"/>
                </a:moveTo>
                <a:cubicBezTo>
                  <a:pt x="0" y="1"/>
                  <a:pt x="2" y="0"/>
                  <a:pt x="3" y="0"/>
                </a:cubicBezTo>
                <a:cubicBezTo>
                  <a:pt x="3" y="0"/>
                  <a:pt x="3" y="0"/>
                  <a:pt x="3" y="0"/>
                </a:cubicBezTo>
                <a:cubicBezTo>
                  <a:pt x="5" y="0"/>
                  <a:pt x="6" y="1"/>
                  <a:pt x="6" y="2"/>
                </a:cubicBezTo>
                <a:cubicBezTo>
                  <a:pt x="6" y="2"/>
                  <a:pt x="6" y="2"/>
                  <a:pt x="6" y="2"/>
                </a:cubicBezTo>
                <a:cubicBezTo>
                  <a:pt x="6" y="4"/>
                  <a:pt x="5" y="5"/>
                  <a:pt x="3" y="5"/>
                </a:cubicBezTo>
                <a:cubicBezTo>
                  <a:pt x="3" y="5"/>
                  <a:pt x="3" y="5"/>
                  <a:pt x="3" y="5"/>
                </a:cubicBezTo>
                <a:cubicBezTo>
                  <a:pt x="2" y="5"/>
                  <a:pt x="0" y="4"/>
                  <a:pt x="0" y="2"/>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37" name="Freeform 53"/>
          <p:cNvSpPr>
            <a:spLocks noEditPoints="1"/>
          </p:cNvSpPr>
          <p:nvPr/>
        </p:nvSpPr>
        <p:spPr bwMode="auto">
          <a:xfrm>
            <a:off x="1274763" y="5356224"/>
            <a:ext cx="1955800" cy="26988"/>
          </a:xfrm>
          <a:custGeom>
            <a:avLst/>
            <a:gdLst/>
            <a:ahLst/>
            <a:cxnLst>
              <a:cxn ang="0">
                <a:pos x="375" y="3"/>
              </a:cxn>
              <a:cxn ang="0">
                <a:pos x="370" y="3"/>
              </a:cxn>
              <a:cxn ang="0">
                <a:pos x="362" y="3"/>
              </a:cxn>
              <a:cxn ang="0">
                <a:pos x="357" y="3"/>
              </a:cxn>
              <a:cxn ang="0">
                <a:pos x="349" y="3"/>
              </a:cxn>
              <a:cxn ang="0">
                <a:pos x="344" y="3"/>
              </a:cxn>
              <a:cxn ang="0">
                <a:pos x="336" y="3"/>
              </a:cxn>
              <a:cxn ang="0">
                <a:pos x="330" y="3"/>
              </a:cxn>
              <a:cxn ang="0">
                <a:pos x="322" y="3"/>
              </a:cxn>
              <a:cxn ang="0">
                <a:pos x="317" y="3"/>
              </a:cxn>
              <a:cxn ang="0">
                <a:pos x="309" y="3"/>
              </a:cxn>
              <a:cxn ang="0">
                <a:pos x="304" y="3"/>
              </a:cxn>
              <a:cxn ang="0">
                <a:pos x="296" y="3"/>
              </a:cxn>
              <a:cxn ang="0">
                <a:pos x="291" y="3"/>
              </a:cxn>
              <a:cxn ang="0">
                <a:pos x="283" y="3"/>
              </a:cxn>
              <a:cxn ang="0">
                <a:pos x="278" y="3"/>
              </a:cxn>
              <a:cxn ang="0">
                <a:pos x="270" y="3"/>
              </a:cxn>
              <a:cxn ang="0">
                <a:pos x="264" y="3"/>
              </a:cxn>
              <a:cxn ang="0">
                <a:pos x="256" y="3"/>
              </a:cxn>
              <a:cxn ang="0">
                <a:pos x="251" y="3"/>
              </a:cxn>
              <a:cxn ang="0">
                <a:pos x="243" y="3"/>
              </a:cxn>
              <a:cxn ang="0">
                <a:pos x="238" y="3"/>
              </a:cxn>
              <a:cxn ang="0">
                <a:pos x="230" y="3"/>
              </a:cxn>
              <a:cxn ang="0">
                <a:pos x="225" y="3"/>
              </a:cxn>
              <a:cxn ang="0">
                <a:pos x="217" y="3"/>
              </a:cxn>
              <a:cxn ang="0">
                <a:pos x="212" y="3"/>
              </a:cxn>
              <a:cxn ang="0">
                <a:pos x="204" y="3"/>
              </a:cxn>
              <a:cxn ang="0">
                <a:pos x="198" y="3"/>
              </a:cxn>
              <a:cxn ang="0">
                <a:pos x="190" y="3"/>
              </a:cxn>
              <a:cxn ang="0">
                <a:pos x="185" y="3"/>
              </a:cxn>
              <a:cxn ang="0">
                <a:pos x="177" y="3"/>
              </a:cxn>
              <a:cxn ang="0">
                <a:pos x="172" y="3"/>
              </a:cxn>
              <a:cxn ang="0">
                <a:pos x="164" y="3"/>
              </a:cxn>
              <a:cxn ang="0">
                <a:pos x="159" y="3"/>
              </a:cxn>
              <a:cxn ang="0">
                <a:pos x="151" y="3"/>
              </a:cxn>
              <a:cxn ang="0">
                <a:pos x="146" y="3"/>
              </a:cxn>
              <a:cxn ang="0">
                <a:pos x="138" y="3"/>
              </a:cxn>
              <a:cxn ang="0">
                <a:pos x="132" y="3"/>
              </a:cxn>
              <a:cxn ang="0">
                <a:pos x="125" y="3"/>
              </a:cxn>
              <a:cxn ang="0">
                <a:pos x="119" y="3"/>
              </a:cxn>
              <a:cxn ang="0">
                <a:pos x="111" y="3"/>
              </a:cxn>
              <a:cxn ang="0">
                <a:pos x="106" y="3"/>
              </a:cxn>
              <a:cxn ang="0">
                <a:pos x="98" y="3"/>
              </a:cxn>
              <a:cxn ang="0">
                <a:pos x="93" y="3"/>
              </a:cxn>
              <a:cxn ang="0">
                <a:pos x="85" y="3"/>
              </a:cxn>
              <a:cxn ang="0">
                <a:pos x="80" y="3"/>
              </a:cxn>
              <a:cxn ang="0">
                <a:pos x="72" y="3"/>
              </a:cxn>
              <a:cxn ang="0">
                <a:pos x="66" y="3"/>
              </a:cxn>
              <a:cxn ang="0">
                <a:pos x="59" y="3"/>
              </a:cxn>
              <a:cxn ang="0">
                <a:pos x="53" y="3"/>
              </a:cxn>
              <a:cxn ang="0">
                <a:pos x="45" y="3"/>
              </a:cxn>
              <a:cxn ang="0">
                <a:pos x="40" y="3"/>
              </a:cxn>
              <a:cxn ang="0">
                <a:pos x="32" y="3"/>
              </a:cxn>
              <a:cxn ang="0">
                <a:pos x="27" y="3"/>
              </a:cxn>
              <a:cxn ang="0">
                <a:pos x="19" y="3"/>
              </a:cxn>
              <a:cxn ang="0">
                <a:pos x="14" y="3"/>
              </a:cxn>
              <a:cxn ang="0">
                <a:pos x="6" y="3"/>
              </a:cxn>
              <a:cxn ang="0">
                <a:pos x="0" y="3"/>
              </a:cxn>
            </a:cxnLst>
            <a:rect l="0" t="0" r="r" b="b"/>
            <a:pathLst>
              <a:path w="375" h="5">
                <a:moveTo>
                  <a:pt x="370" y="3"/>
                </a:moveTo>
                <a:cubicBezTo>
                  <a:pt x="370" y="1"/>
                  <a:pt x="371" y="0"/>
                  <a:pt x="373" y="0"/>
                </a:cubicBezTo>
                <a:cubicBezTo>
                  <a:pt x="373" y="0"/>
                  <a:pt x="373" y="0"/>
                  <a:pt x="373" y="0"/>
                </a:cubicBezTo>
                <a:cubicBezTo>
                  <a:pt x="374" y="0"/>
                  <a:pt x="375" y="1"/>
                  <a:pt x="375" y="3"/>
                </a:cubicBezTo>
                <a:cubicBezTo>
                  <a:pt x="375" y="3"/>
                  <a:pt x="375" y="3"/>
                  <a:pt x="375" y="3"/>
                </a:cubicBezTo>
                <a:cubicBezTo>
                  <a:pt x="375" y="4"/>
                  <a:pt x="374" y="5"/>
                  <a:pt x="373" y="5"/>
                </a:cubicBezTo>
                <a:cubicBezTo>
                  <a:pt x="373" y="5"/>
                  <a:pt x="373" y="5"/>
                  <a:pt x="373" y="5"/>
                </a:cubicBezTo>
                <a:cubicBezTo>
                  <a:pt x="371" y="5"/>
                  <a:pt x="370" y="4"/>
                  <a:pt x="370" y="3"/>
                </a:cubicBezTo>
                <a:close/>
                <a:moveTo>
                  <a:pt x="357" y="3"/>
                </a:moveTo>
                <a:cubicBezTo>
                  <a:pt x="357" y="1"/>
                  <a:pt x="358" y="0"/>
                  <a:pt x="359" y="0"/>
                </a:cubicBezTo>
                <a:cubicBezTo>
                  <a:pt x="359" y="0"/>
                  <a:pt x="359" y="0"/>
                  <a:pt x="359" y="0"/>
                </a:cubicBezTo>
                <a:cubicBezTo>
                  <a:pt x="361" y="0"/>
                  <a:pt x="362" y="1"/>
                  <a:pt x="362" y="3"/>
                </a:cubicBezTo>
                <a:cubicBezTo>
                  <a:pt x="362" y="3"/>
                  <a:pt x="362" y="3"/>
                  <a:pt x="362" y="3"/>
                </a:cubicBezTo>
                <a:cubicBezTo>
                  <a:pt x="362" y="4"/>
                  <a:pt x="361" y="5"/>
                  <a:pt x="359" y="5"/>
                </a:cubicBezTo>
                <a:cubicBezTo>
                  <a:pt x="359" y="5"/>
                  <a:pt x="359" y="5"/>
                  <a:pt x="359" y="5"/>
                </a:cubicBezTo>
                <a:cubicBezTo>
                  <a:pt x="358" y="5"/>
                  <a:pt x="357" y="4"/>
                  <a:pt x="357" y="3"/>
                </a:cubicBezTo>
                <a:close/>
                <a:moveTo>
                  <a:pt x="344" y="3"/>
                </a:moveTo>
                <a:cubicBezTo>
                  <a:pt x="344" y="1"/>
                  <a:pt x="345" y="0"/>
                  <a:pt x="346" y="0"/>
                </a:cubicBezTo>
                <a:cubicBezTo>
                  <a:pt x="346" y="0"/>
                  <a:pt x="346" y="0"/>
                  <a:pt x="346" y="0"/>
                </a:cubicBezTo>
                <a:cubicBezTo>
                  <a:pt x="348" y="0"/>
                  <a:pt x="349" y="1"/>
                  <a:pt x="349" y="3"/>
                </a:cubicBezTo>
                <a:cubicBezTo>
                  <a:pt x="349" y="3"/>
                  <a:pt x="349" y="3"/>
                  <a:pt x="349" y="3"/>
                </a:cubicBezTo>
                <a:cubicBezTo>
                  <a:pt x="349" y="4"/>
                  <a:pt x="348" y="5"/>
                  <a:pt x="346" y="5"/>
                </a:cubicBezTo>
                <a:cubicBezTo>
                  <a:pt x="346" y="5"/>
                  <a:pt x="346" y="5"/>
                  <a:pt x="346" y="5"/>
                </a:cubicBezTo>
                <a:cubicBezTo>
                  <a:pt x="345" y="5"/>
                  <a:pt x="344" y="4"/>
                  <a:pt x="344" y="3"/>
                </a:cubicBezTo>
                <a:close/>
                <a:moveTo>
                  <a:pt x="330" y="3"/>
                </a:moveTo>
                <a:cubicBezTo>
                  <a:pt x="330" y="1"/>
                  <a:pt x="332" y="0"/>
                  <a:pt x="333" y="0"/>
                </a:cubicBezTo>
                <a:cubicBezTo>
                  <a:pt x="333" y="0"/>
                  <a:pt x="333" y="0"/>
                  <a:pt x="333" y="0"/>
                </a:cubicBezTo>
                <a:cubicBezTo>
                  <a:pt x="334" y="0"/>
                  <a:pt x="336" y="1"/>
                  <a:pt x="336" y="3"/>
                </a:cubicBezTo>
                <a:cubicBezTo>
                  <a:pt x="336" y="3"/>
                  <a:pt x="336" y="3"/>
                  <a:pt x="336" y="3"/>
                </a:cubicBezTo>
                <a:cubicBezTo>
                  <a:pt x="336" y="4"/>
                  <a:pt x="334" y="5"/>
                  <a:pt x="333" y="5"/>
                </a:cubicBezTo>
                <a:cubicBezTo>
                  <a:pt x="333" y="5"/>
                  <a:pt x="333" y="5"/>
                  <a:pt x="333" y="5"/>
                </a:cubicBezTo>
                <a:cubicBezTo>
                  <a:pt x="332" y="5"/>
                  <a:pt x="330" y="4"/>
                  <a:pt x="330" y="3"/>
                </a:cubicBezTo>
                <a:close/>
                <a:moveTo>
                  <a:pt x="317" y="3"/>
                </a:moveTo>
                <a:cubicBezTo>
                  <a:pt x="317" y="1"/>
                  <a:pt x="318" y="0"/>
                  <a:pt x="320" y="0"/>
                </a:cubicBezTo>
                <a:cubicBezTo>
                  <a:pt x="320" y="0"/>
                  <a:pt x="320" y="0"/>
                  <a:pt x="320" y="0"/>
                </a:cubicBezTo>
                <a:cubicBezTo>
                  <a:pt x="321" y="0"/>
                  <a:pt x="322" y="1"/>
                  <a:pt x="322" y="3"/>
                </a:cubicBezTo>
                <a:cubicBezTo>
                  <a:pt x="322" y="3"/>
                  <a:pt x="322" y="3"/>
                  <a:pt x="322" y="3"/>
                </a:cubicBezTo>
                <a:cubicBezTo>
                  <a:pt x="322" y="4"/>
                  <a:pt x="321" y="5"/>
                  <a:pt x="320" y="5"/>
                </a:cubicBezTo>
                <a:cubicBezTo>
                  <a:pt x="320" y="5"/>
                  <a:pt x="320" y="5"/>
                  <a:pt x="320" y="5"/>
                </a:cubicBezTo>
                <a:cubicBezTo>
                  <a:pt x="318" y="5"/>
                  <a:pt x="317" y="4"/>
                  <a:pt x="317" y="3"/>
                </a:cubicBezTo>
                <a:close/>
                <a:moveTo>
                  <a:pt x="304" y="3"/>
                </a:moveTo>
                <a:cubicBezTo>
                  <a:pt x="304" y="1"/>
                  <a:pt x="305" y="0"/>
                  <a:pt x="307" y="0"/>
                </a:cubicBezTo>
                <a:cubicBezTo>
                  <a:pt x="307" y="0"/>
                  <a:pt x="307" y="0"/>
                  <a:pt x="307" y="0"/>
                </a:cubicBezTo>
                <a:cubicBezTo>
                  <a:pt x="308" y="0"/>
                  <a:pt x="309" y="1"/>
                  <a:pt x="309" y="3"/>
                </a:cubicBezTo>
                <a:cubicBezTo>
                  <a:pt x="309" y="3"/>
                  <a:pt x="309" y="3"/>
                  <a:pt x="309" y="3"/>
                </a:cubicBezTo>
                <a:cubicBezTo>
                  <a:pt x="309" y="4"/>
                  <a:pt x="308" y="5"/>
                  <a:pt x="307" y="5"/>
                </a:cubicBezTo>
                <a:cubicBezTo>
                  <a:pt x="307" y="5"/>
                  <a:pt x="307" y="5"/>
                  <a:pt x="307" y="5"/>
                </a:cubicBezTo>
                <a:cubicBezTo>
                  <a:pt x="305" y="5"/>
                  <a:pt x="304" y="4"/>
                  <a:pt x="304" y="3"/>
                </a:cubicBezTo>
                <a:close/>
                <a:moveTo>
                  <a:pt x="291" y="3"/>
                </a:moveTo>
                <a:cubicBezTo>
                  <a:pt x="291" y="1"/>
                  <a:pt x="292" y="0"/>
                  <a:pt x="293" y="0"/>
                </a:cubicBezTo>
                <a:cubicBezTo>
                  <a:pt x="293" y="0"/>
                  <a:pt x="293" y="0"/>
                  <a:pt x="293" y="0"/>
                </a:cubicBezTo>
                <a:cubicBezTo>
                  <a:pt x="295" y="0"/>
                  <a:pt x="296" y="1"/>
                  <a:pt x="296" y="3"/>
                </a:cubicBezTo>
                <a:cubicBezTo>
                  <a:pt x="296" y="3"/>
                  <a:pt x="296" y="3"/>
                  <a:pt x="296" y="3"/>
                </a:cubicBezTo>
                <a:cubicBezTo>
                  <a:pt x="296" y="4"/>
                  <a:pt x="295" y="5"/>
                  <a:pt x="293" y="5"/>
                </a:cubicBezTo>
                <a:cubicBezTo>
                  <a:pt x="293" y="5"/>
                  <a:pt x="293" y="5"/>
                  <a:pt x="293" y="5"/>
                </a:cubicBezTo>
                <a:cubicBezTo>
                  <a:pt x="292" y="5"/>
                  <a:pt x="291" y="4"/>
                  <a:pt x="291" y="3"/>
                </a:cubicBezTo>
                <a:close/>
                <a:moveTo>
                  <a:pt x="278" y="3"/>
                </a:moveTo>
                <a:cubicBezTo>
                  <a:pt x="278" y="1"/>
                  <a:pt x="279" y="0"/>
                  <a:pt x="280" y="0"/>
                </a:cubicBezTo>
                <a:cubicBezTo>
                  <a:pt x="280" y="0"/>
                  <a:pt x="280" y="0"/>
                  <a:pt x="280" y="0"/>
                </a:cubicBezTo>
                <a:cubicBezTo>
                  <a:pt x="282" y="0"/>
                  <a:pt x="283" y="1"/>
                  <a:pt x="283" y="3"/>
                </a:cubicBezTo>
                <a:cubicBezTo>
                  <a:pt x="283" y="3"/>
                  <a:pt x="283" y="3"/>
                  <a:pt x="283" y="3"/>
                </a:cubicBezTo>
                <a:cubicBezTo>
                  <a:pt x="283" y="4"/>
                  <a:pt x="282" y="5"/>
                  <a:pt x="280" y="5"/>
                </a:cubicBezTo>
                <a:cubicBezTo>
                  <a:pt x="280" y="5"/>
                  <a:pt x="280" y="5"/>
                  <a:pt x="280" y="5"/>
                </a:cubicBezTo>
                <a:cubicBezTo>
                  <a:pt x="279" y="5"/>
                  <a:pt x="278" y="4"/>
                  <a:pt x="278" y="3"/>
                </a:cubicBezTo>
                <a:close/>
                <a:moveTo>
                  <a:pt x="264" y="3"/>
                </a:moveTo>
                <a:cubicBezTo>
                  <a:pt x="264" y="1"/>
                  <a:pt x="266" y="0"/>
                  <a:pt x="267" y="0"/>
                </a:cubicBezTo>
                <a:cubicBezTo>
                  <a:pt x="267" y="0"/>
                  <a:pt x="267" y="0"/>
                  <a:pt x="267" y="0"/>
                </a:cubicBezTo>
                <a:cubicBezTo>
                  <a:pt x="268" y="0"/>
                  <a:pt x="270" y="1"/>
                  <a:pt x="270" y="3"/>
                </a:cubicBezTo>
                <a:cubicBezTo>
                  <a:pt x="270" y="3"/>
                  <a:pt x="270" y="3"/>
                  <a:pt x="270" y="3"/>
                </a:cubicBezTo>
                <a:cubicBezTo>
                  <a:pt x="270" y="4"/>
                  <a:pt x="268" y="5"/>
                  <a:pt x="267" y="5"/>
                </a:cubicBezTo>
                <a:cubicBezTo>
                  <a:pt x="267" y="5"/>
                  <a:pt x="267" y="5"/>
                  <a:pt x="267" y="5"/>
                </a:cubicBezTo>
                <a:cubicBezTo>
                  <a:pt x="266" y="5"/>
                  <a:pt x="264" y="4"/>
                  <a:pt x="264" y="3"/>
                </a:cubicBezTo>
                <a:close/>
                <a:moveTo>
                  <a:pt x="251" y="3"/>
                </a:moveTo>
                <a:cubicBezTo>
                  <a:pt x="251" y="1"/>
                  <a:pt x="252" y="0"/>
                  <a:pt x="254" y="0"/>
                </a:cubicBezTo>
                <a:cubicBezTo>
                  <a:pt x="254" y="0"/>
                  <a:pt x="254" y="0"/>
                  <a:pt x="254" y="0"/>
                </a:cubicBezTo>
                <a:cubicBezTo>
                  <a:pt x="255" y="0"/>
                  <a:pt x="256" y="1"/>
                  <a:pt x="256" y="3"/>
                </a:cubicBezTo>
                <a:cubicBezTo>
                  <a:pt x="256" y="3"/>
                  <a:pt x="256" y="3"/>
                  <a:pt x="256" y="3"/>
                </a:cubicBezTo>
                <a:cubicBezTo>
                  <a:pt x="256" y="4"/>
                  <a:pt x="255" y="5"/>
                  <a:pt x="254" y="5"/>
                </a:cubicBezTo>
                <a:cubicBezTo>
                  <a:pt x="254" y="5"/>
                  <a:pt x="254" y="5"/>
                  <a:pt x="254" y="5"/>
                </a:cubicBezTo>
                <a:cubicBezTo>
                  <a:pt x="252" y="5"/>
                  <a:pt x="251" y="4"/>
                  <a:pt x="251" y="3"/>
                </a:cubicBezTo>
                <a:close/>
                <a:moveTo>
                  <a:pt x="238" y="3"/>
                </a:moveTo>
                <a:cubicBezTo>
                  <a:pt x="238" y="1"/>
                  <a:pt x="239" y="0"/>
                  <a:pt x="241" y="0"/>
                </a:cubicBezTo>
                <a:cubicBezTo>
                  <a:pt x="241" y="0"/>
                  <a:pt x="241" y="0"/>
                  <a:pt x="241" y="0"/>
                </a:cubicBezTo>
                <a:cubicBezTo>
                  <a:pt x="242" y="0"/>
                  <a:pt x="243" y="1"/>
                  <a:pt x="243" y="3"/>
                </a:cubicBezTo>
                <a:cubicBezTo>
                  <a:pt x="243" y="3"/>
                  <a:pt x="243" y="3"/>
                  <a:pt x="243" y="3"/>
                </a:cubicBezTo>
                <a:cubicBezTo>
                  <a:pt x="243" y="4"/>
                  <a:pt x="242" y="5"/>
                  <a:pt x="241" y="5"/>
                </a:cubicBezTo>
                <a:cubicBezTo>
                  <a:pt x="241" y="5"/>
                  <a:pt x="241" y="5"/>
                  <a:pt x="241" y="5"/>
                </a:cubicBezTo>
                <a:cubicBezTo>
                  <a:pt x="239" y="5"/>
                  <a:pt x="238" y="4"/>
                  <a:pt x="238" y="3"/>
                </a:cubicBezTo>
                <a:close/>
                <a:moveTo>
                  <a:pt x="225" y="3"/>
                </a:moveTo>
                <a:cubicBezTo>
                  <a:pt x="225" y="1"/>
                  <a:pt x="226" y="0"/>
                  <a:pt x="227" y="0"/>
                </a:cubicBezTo>
                <a:cubicBezTo>
                  <a:pt x="227" y="0"/>
                  <a:pt x="227" y="0"/>
                  <a:pt x="227" y="0"/>
                </a:cubicBezTo>
                <a:cubicBezTo>
                  <a:pt x="229" y="0"/>
                  <a:pt x="230" y="1"/>
                  <a:pt x="230" y="3"/>
                </a:cubicBezTo>
                <a:cubicBezTo>
                  <a:pt x="230" y="3"/>
                  <a:pt x="230" y="3"/>
                  <a:pt x="230" y="3"/>
                </a:cubicBezTo>
                <a:cubicBezTo>
                  <a:pt x="230" y="4"/>
                  <a:pt x="229" y="5"/>
                  <a:pt x="227" y="5"/>
                </a:cubicBezTo>
                <a:cubicBezTo>
                  <a:pt x="227" y="5"/>
                  <a:pt x="227" y="5"/>
                  <a:pt x="227" y="5"/>
                </a:cubicBezTo>
                <a:cubicBezTo>
                  <a:pt x="226" y="5"/>
                  <a:pt x="225" y="4"/>
                  <a:pt x="225" y="3"/>
                </a:cubicBezTo>
                <a:close/>
                <a:moveTo>
                  <a:pt x="212" y="3"/>
                </a:moveTo>
                <a:cubicBezTo>
                  <a:pt x="212" y="1"/>
                  <a:pt x="213" y="0"/>
                  <a:pt x="214" y="0"/>
                </a:cubicBezTo>
                <a:cubicBezTo>
                  <a:pt x="214" y="0"/>
                  <a:pt x="214" y="0"/>
                  <a:pt x="214" y="0"/>
                </a:cubicBezTo>
                <a:cubicBezTo>
                  <a:pt x="216" y="0"/>
                  <a:pt x="217" y="1"/>
                  <a:pt x="217" y="3"/>
                </a:cubicBezTo>
                <a:cubicBezTo>
                  <a:pt x="217" y="3"/>
                  <a:pt x="217" y="3"/>
                  <a:pt x="217" y="3"/>
                </a:cubicBezTo>
                <a:cubicBezTo>
                  <a:pt x="217" y="4"/>
                  <a:pt x="216" y="5"/>
                  <a:pt x="214" y="5"/>
                </a:cubicBezTo>
                <a:cubicBezTo>
                  <a:pt x="214" y="5"/>
                  <a:pt x="214" y="5"/>
                  <a:pt x="214" y="5"/>
                </a:cubicBezTo>
                <a:cubicBezTo>
                  <a:pt x="213" y="5"/>
                  <a:pt x="212" y="4"/>
                  <a:pt x="212" y="3"/>
                </a:cubicBezTo>
                <a:close/>
                <a:moveTo>
                  <a:pt x="198" y="3"/>
                </a:moveTo>
                <a:cubicBezTo>
                  <a:pt x="198" y="1"/>
                  <a:pt x="200" y="0"/>
                  <a:pt x="201" y="0"/>
                </a:cubicBezTo>
                <a:cubicBezTo>
                  <a:pt x="201" y="0"/>
                  <a:pt x="201" y="0"/>
                  <a:pt x="201" y="0"/>
                </a:cubicBezTo>
                <a:cubicBezTo>
                  <a:pt x="203" y="0"/>
                  <a:pt x="204" y="1"/>
                  <a:pt x="204" y="3"/>
                </a:cubicBezTo>
                <a:cubicBezTo>
                  <a:pt x="204" y="3"/>
                  <a:pt x="204" y="3"/>
                  <a:pt x="204" y="3"/>
                </a:cubicBezTo>
                <a:cubicBezTo>
                  <a:pt x="204" y="4"/>
                  <a:pt x="203" y="5"/>
                  <a:pt x="201" y="5"/>
                </a:cubicBezTo>
                <a:cubicBezTo>
                  <a:pt x="201" y="5"/>
                  <a:pt x="201" y="5"/>
                  <a:pt x="201" y="5"/>
                </a:cubicBezTo>
                <a:cubicBezTo>
                  <a:pt x="200" y="5"/>
                  <a:pt x="198" y="4"/>
                  <a:pt x="198" y="3"/>
                </a:cubicBezTo>
                <a:close/>
                <a:moveTo>
                  <a:pt x="185" y="3"/>
                </a:moveTo>
                <a:cubicBezTo>
                  <a:pt x="185" y="1"/>
                  <a:pt x="186" y="0"/>
                  <a:pt x="188" y="0"/>
                </a:cubicBezTo>
                <a:cubicBezTo>
                  <a:pt x="188" y="0"/>
                  <a:pt x="188" y="0"/>
                  <a:pt x="188" y="0"/>
                </a:cubicBezTo>
                <a:cubicBezTo>
                  <a:pt x="189" y="0"/>
                  <a:pt x="190" y="1"/>
                  <a:pt x="190" y="3"/>
                </a:cubicBezTo>
                <a:cubicBezTo>
                  <a:pt x="190" y="3"/>
                  <a:pt x="190" y="3"/>
                  <a:pt x="190" y="3"/>
                </a:cubicBezTo>
                <a:cubicBezTo>
                  <a:pt x="190" y="4"/>
                  <a:pt x="189" y="5"/>
                  <a:pt x="188" y="5"/>
                </a:cubicBezTo>
                <a:cubicBezTo>
                  <a:pt x="188" y="5"/>
                  <a:pt x="188" y="5"/>
                  <a:pt x="188" y="5"/>
                </a:cubicBezTo>
                <a:cubicBezTo>
                  <a:pt x="186" y="5"/>
                  <a:pt x="185" y="4"/>
                  <a:pt x="185" y="3"/>
                </a:cubicBezTo>
                <a:close/>
                <a:moveTo>
                  <a:pt x="172" y="3"/>
                </a:moveTo>
                <a:cubicBezTo>
                  <a:pt x="172" y="1"/>
                  <a:pt x="173" y="0"/>
                  <a:pt x="175" y="0"/>
                </a:cubicBezTo>
                <a:cubicBezTo>
                  <a:pt x="175" y="0"/>
                  <a:pt x="175" y="0"/>
                  <a:pt x="175" y="0"/>
                </a:cubicBezTo>
                <a:cubicBezTo>
                  <a:pt x="176" y="0"/>
                  <a:pt x="177" y="1"/>
                  <a:pt x="177" y="3"/>
                </a:cubicBezTo>
                <a:cubicBezTo>
                  <a:pt x="177" y="3"/>
                  <a:pt x="177" y="3"/>
                  <a:pt x="177" y="3"/>
                </a:cubicBezTo>
                <a:cubicBezTo>
                  <a:pt x="177" y="4"/>
                  <a:pt x="176" y="5"/>
                  <a:pt x="175" y="5"/>
                </a:cubicBezTo>
                <a:cubicBezTo>
                  <a:pt x="175" y="5"/>
                  <a:pt x="175" y="5"/>
                  <a:pt x="175" y="5"/>
                </a:cubicBezTo>
                <a:cubicBezTo>
                  <a:pt x="173" y="5"/>
                  <a:pt x="172" y="4"/>
                  <a:pt x="172" y="3"/>
                </a:cubicBezTo>
                <a:close/>
                <a:moveTo>
                  <a:pt x="159" y="3"/>
                </a:moveTo>
                <a:cubicBezTo>
                  <a:pt x="159" y="1"/>
                  <a:pt x="160" y="0"/>
                  <a:pt x="161" y="0"/>
                </a:cubicBezTo>
                <a:cubicBezTo>
                  <a:pt x="161" y="0"/>
                  <a:pt x="161" y="0"/>
                  <a:pt x="161" y="0"/>
                </a:cubicBezTo>
                <a:cubicBezTo>
                  <a:pt x="163" y="0"/>
                  <a:pt x="164" y="1"/>
                  <a:pt x="164" y="3"/>
                </a:cubicBezTo>
                <a:cubicBezTo>
                  <a:pt x="164" y="3"/>
                  <a:pt x="164" y="3"/>
                  <a:pt x="164" y="3"/>
                </a:cubicBezTo>
                <a:cubicBezTo>
                  <a:pt x="164" y="4"/>
                  <a:pt x="163" y="5"/>
                  <a:pt x="161" y="5"/>
                </a:cubicBezTo>
                <a:cubicBezTo>
                  <a:pt x="161" y="5"/>
                  <a:pt x="161" y="5"/>
                  <a:pt x="161" y="5"/>
                </a:cubicBezTo>
                <a:cubicBezTo>
                  <a:pt x="160" y="5"/>
                  <a:pt x="159" y="4"/>
                  <a:pt x="159" y="3"/>
                </a:cubicBezTo>
                <a:close/>
                <a:moveTo>
                  <a:pt x="146" y="3"/>
                </a:moveTo>
                <a:cubicBezTo>
                  <a:pt x="146" y="1"/>
                  <a:pt x="147" y="0"/>
                  <a:pt x="148" y="0"/>
                </a:cubicBezTo>
                <a:cubicBezTo>
                  <a:pt x="148" y="0"/>
                  <a:pt x="148" y="0"/>
                  <a:pt x="148" y="0"/>
                </a:cubicBezTo>
                <a:cubicBezTo>
                  <a:pt x="150" y="0"/>
                  <a:pt x="151" y="1"/>
                  <a:pt x="151" y="3"/>
                </a:cubicBezTo>
                <a:cubicBezTo>
                  <a:pt x="151" y="3"/>
                  <a:pt x="151" y="3"/>
                  <a:pt x="151" y="3"/>
                </a:cubicBezTo>
                <a:cubicBezTo>
                  <a:pt x="151" y="4"/>
                  <a:pt x="150" y="5"/>
                  <a:pt x="148" y="5"/>
                </a:cubicBezTo>
                <a:cubicBezTo>
                  <a:pt x="148" y="5"/>
                  <a:pt x="148" y="5"/>
                  <a:pt x="148" y="5"/>
                </a:cubicBezTo>
                <a:cubicBezTo>
                  <a:pt x="147" y="5"/>
                  <a:pt x="146" y="4"/>
                  <a:pt x="146" y="3"/>
                </a:cubicBezTo>
                <a:close/>
                <a:moveTo>
                  <a:pt x="132" y="3"/>
                </a:moveTo>
                <a:cubicBezTo>
                  <a:pt x="132" y="1"/>
                  <a:pt x="134" y="0"/>
                  <a:pt x="135" y="0"/>
                </a:cubicBezTo>
                <a:cubicBezTo>
                  <a:pt x="135" y="0"/>
                  <a:pt x="135" y="0"/>
                  <a:pt x="135" y="0"/>
                </a:cubicBezTo>
                <a:cubicBezTo>
                  <a:pt x="137" y="0"/>
                  <a:pt x="138" y="1"/>
                  <a:pt x="138" y="3"/>
                </a:cubicBezTo>
                <a:cubicBezTo>
                  <a:pt x="138" y="3"/>
                  <a:pt x="138" y="3"/>
                  <a:pt x="138" y="3"/>
                </a:cubicBezTo>
                <a:cubicBezTo>
                  <a:pt x="138" y="4"/>
                  <a:pt x="137" y="5"/>
                  <a:pt x="135" y="5"/>
                </a:cubicBezTo>
                <a:cubicBezTo>
                  <a:pt x="135" y="5"/>
                  <a:pt x="135" y="5"/>
                  <a:pt x="135" y="5"/>
                </a:cubicBezTo>
                <a:cubicBezTo>
                  <a:pt x="134" y="5"/>
                  <a:pt x="132" y="4"/>
                  <a:pt x="132" y="3"/>
                </a:cubicBezTo>
                <a:close/>
                <a:moveTo>
                  <a:pt x="119" y="3"/>
                </a:moveTo>
                <a:cubicBezTo>
                  <a:pt x="119" y="1"/>
                  <a:pt x="120" y="0"/>
                  <a:pt x="122" y="0"/>
                </a:cubicBezTo>
                <a:cubicBezTo>
                  <a:pt x="122" y="0"/>
                  <a:pt x="122" y="0"/>
                  <a:pt x="122" y="0"/>
                </a:cubicBezTo>
                <a:cubicBezTo>
                  <a:pt x="123" y="0"/>
                  <a:pt x="125" y="1"/>
                  <a:pt x="125" y="3"/>
                </a:cubicBezTo>
                <a:cubicBezTo>
                  <a:pt x="125" y="3"/>
                  <a:pt x="125" y="3"/>
                  <a:pt x="125" y="3"/>
                </a:cubicBezTo>
                <a:cubicBezTo>
                  <a:pt x="125" y="4"/>
                  <a:pt x="123" y="5"/>
                  <a:pt x="122" y="5"/>
                </a:cubicBezTo>
                <a:cubicBezTo>
                  <a:pt x="122" y="5"/>
                  <a:pt x="122" y="5"/>
                  <a:pt x="122" y="5"/>
                </a:cubicBezTo>
                <a:cubicBezTo>
                  <a:pt x="120" y="5"/>
                  <a:pt x="119" y="4"/>
                  <a:pt x="119" y="3"/>
                </a:cubicBezTo>
                <a:close/>
                <a:moveTo>
                  <a:pt x="106" y="3"/>
                </a:moveTo>
                <a:cubicBezTo>
                  <a:pt x="106" y="1"/>
                  <a:pt x="107" y="0"/>
                  <a:pt x="109" y="0"/>
                </a:cubicBezTo>
                <a:cubicBezTo>
                  <a:pt x="109" y="0"/>
                  <a:pt x="109" y="0"/>
                  <a:pt x="109" y="0"/>
                </a:cubicBezTo>
                <a:cubicBezTo>
                  <a:pt x="110" y="0"/>
                  <a:pt x="111" y="1"/>
                  <a:pt x="111" y="3"/>
                </a:cubicBezTo>
                <a:cubicBezTo>
                  <a:pt x="111" y="3"/>
                  <a:pt x="111" y="3"/>
                  <a:pt x="111" y="3"/>
                </a:cubicBezTo>
                <a:cubicBezTo>
                  <a:pt x="111" y="4"/>
                  <a:pt x="110" y="5"/>
                  <a:pt x="109" y="5"/>
                </a:cubicBezTo>
                <a:cubicBezTo>
                  <a:pt x="109" y="5"/>
                  <a:pt x="109" y="5"/>
                  <a:pt x="109" y="5"/>
                </a:cubicBezTo>
                <a:cubicBezTo>
                  <a:pt x="107" y="5"/>
                  <a:pt x="106" y="4"/>
                  <a:pt x="106" y="3"/>
                </a:cubicBezTo>
                <a:close/>
                <a:moveTo>
                  <a:pt x="93" y="3"/>
                </a:moveTo>
                <a:cubicBezTo>
                  <a:pt x="93" y="1"/>
                  <a:pt x="94" y="0"/>
                  <a:pt x="95" y="0"/>
                </a:cubicBezTo>
                <a:cubicBezTo>
                  <a:pt x="95" y="0"/>
                  <a:pt x="95" y="0"/>
                  <a:pt x="95" y="0"/>
                </a:cubicBezTo>
                <a:cubicBezTo>
                  <a:pt x="97" y="0"/>
                  <a:pt x="98" y="1"/>
                  <a:pt x="98" y="3"/>
                </a:cubicBezTo>
                <a:cubicBezTo>
                  <a:pt x="98" y="3"/>
                  <a:pt x="98" y="3"/>
                  <a:pt x="98" y="3"/>
                </a:cubicBezTo>
                <a:cubicBezTo>
                  <a:pt x="98" y="4"/>
                  <a:pt x="97" y="5"/>
                  <a:pt x="95" y="5"/>
                </a:cubicBezTo>
                <a:cubicBezTo>
                  <a:pt x="95" y="5"/>
                  <a:pt x="95" y="5"/>
                  <a:pt x="95" y="5"/>
                </a:cubicBezTo>
                <a:cubicBezTo>
                  <a:pt x="94" y="5"/>
                  <a:pt x="93" y="4"/>
                  <a:pt x="93" y="3"/>
                </a:cubicBezTo>
                <a:close/>
                <a:moveTo>
                  <a:pt x="80" y="3"/>
                </a:moveTo>
                <a:cubicBezTo>
                  <a:pt x="80" y="1"/>
                  <a:pt x="81" y="0"/>
                  <a:pt x="82" y="0"/>
                </a:cubicBezTo>
                <a:cubicBezTo>
                  <a:pt x="82" y="0"/>
                  <a:pt x="82" y="0"/>
                  <a:pt x="82" y="0"/>
                </a:cubicBezTo>
                <a:cubicBezTo>
                  <a:pt x="84" y="0"/>
                  <a:pt x="85" y="1"/>
                  <a:pt x="85" y="3"/>
                </a:cubicBezTo>
                <a:cubicBezTo>
                  <a:pt x="85" y="3"/>
                  <a:pt x="85" y="3"/>
                  <a:pt x="85" y="3"/>
                </a:cubicBezTo>
                <a:cubicBezTo>
                  <a:pt x="85" y="4"/>
                  <a:pt x="84" y="5"/>
                  <a:pt x="82" y="5"/>
                </a:cubicBezTo>
                <a:cubicBezTo>
                  <a:pt x="82" y="5"/>
                  <a:pt x="82" y="5"/>
                  <a:pt x="82" y="5"/>
                </a:cubicBezTo>
                <a:cubicBezTo>
                  <a:pt x="81" y="5"/>
                  <a:pt x="80" y="4"/>
                  <a:pt x="80" y="3"/>
                </a:cubicBezTo>
                <a:close/>
                <a:moveTo>
                  <a:pt x="66" y="3"/>
                </a:moveTo>
                <a:cubicBezTo>
                  <a:pt x="66" y="1"/>
                  <a:pt x="68" y="0"/>
                  <a:pt x="69" y="0"/>
                </a:cubicBezTo>
                <a:cubicBezTo>
                  <a:pt x="69" y="0"/>
                  <a:pt x="69" y="0"/>
                  <a:pt x="69" y="0"/>
                </a:cubicBezTo>
                <a:cubicBezTo>
                  <a:pt x="71" y="0"/>
                  <a:pt x="72" y="1"/>
                  <a:pt x="72" y="3"/>
                </a:cubicBezTo>
                <a:cubicBezTo>
                  <a:pt x="72" y="3"/>
                  <a:pt x="72" y="3"/>
                  <a:pt x="72" y="3"/>
                </a:cubicBezTo>
                <a:cubicBezTo>
                  <a:pt x="72" y="4"/>
                  <a:pt x="71" y="5"/>
                  <a:pt x="69" y="5"/>
                </a:cubicBezTo>
                <a:cubicBezTo>
                  <a:pt x="69" y="5"/>
                  <a:pt x="69" y="5"/>
                  <a:pt x="69" y="5"/>
                </a:cubicBezTo>
                <a:cubicBezTo>
                  <a:pt x="68" y="5"/>
                  <a:pt x="66" y="4"/>
                  <a:pt x="66" y="3"/>
                </a:cubicBezTo>
                <a:close/>
                <a:moveTo>
                  <a:pt x="53" y="3"/>
                </a:moveTo>
                <a:cubicBezTo>
                  <a:pt x="53" y="1"/>
                  <a:pt x="54" y="0"/>
                  <a:pt x="56" y="0"/>
                </a:cubicBezTo>
                <a:cubicBezTo>
                  <a:pt x="56" y="0"/>
                  <a:pt x="56" y="0"/>
                  <a:pt x="56" y="0"/>
                </a:cubicBezTo>
                <a:cubicBezTo>
                  <a:pt x="57" y="0"/>
                  <a:pt x="59" y="1"/>
                  <a:pt x="59" y="3"/>
                </a:cubicBezTo>
                <a:cubicBezTo>
                  <a:pt x="59" y="3"/>
                  <a:pt x="59" y="3"/>
                  <a:pt x="59" y="3"/>
                </a:cubicBezTo>
                <a:cubicBezTo>
                  <a:pt x="59" y="4"/>
                  <a:pt x="57" y="5"/>
                  <a:pt x="56" y="5"/>
                </a:cubicBezTo>
                <a:cubicBezTo>
                  <a:pt x="56" y="5"/>
                  <a:pt x="56" y="5"/>
                  <a:pt x="56" y="5"/>
                </a:cubicBezTo>
                <a:cubicBezTo>
                  <a:pt x="54" y="5"/>
                  <a:pt x="53" y="4"/>
                  <a:pt x="53" y="3"/>
                </a:cubicBezTo>
                <a:close/>
                <a:moveTo>
                  <a:pt x="40" y="3"/>
                </a:moveTo>
                <a:cubicBezTo>
                  <a:pt x="40" y="1"/>
                  <a:pt x="41" y="0"/>
                  <a:pt x="43" y="0"/>
                </a:cubicBezTo>
                <a:cubicBezTo>
                  <a:pt x="43" y="0"/>
                  <a:pt x="43" y="0"/>
                  <a:pt x="43" y="0"/>
                </a:cubicBezTo>
                <a:cubicBezTo>
                  <a:pt x="44" y="0"/>
                  <a:pt x="45" y="1"/>
                  <a:pt x="45" y="3"/>
                </a:cubicBezTo>
                <a:cubicBezTo>
                  <a:pt x="45" y="3"/>
                  <a:pt x="45" y="3"/>
                  <a:pt x="45" y="3"/>
                </a:cubicBezTo>
                <a:cubicBezTo>
                  <a:pt x="45" y="4"/>
                  <a:pt x="44" y="5"/>
                  <a:pt x="43" y="5"/>
                </a:cubicBezTo>
                <a:cubicBezTo>
                  <a:pt x="43" y="5"/>
                  <a:pt x="43" y="5"/>
                  <a:pt x="43" y="5"/>
                </a:cubicBezTo>
                <a:cubicBezTo>
                  <a:pt x="41" y="5"/>
                  <a:pt x="40" y="4"/>
                  <a:pt x="40" y="3"/>
                </a:cubicBezTo>
                <a:close/>
                <a:moveTo>
                  <a:pt x="27" y="3"/>
                </a:moveTo>
                <a:cubicBezTo>
                  <a:pt x="27" y="1"/>
                  <a:pt x="28" y="0"/>
                  <a:pt x="30" y="0"/>
                </a:cubicBezTo>
                <a:cubicBezTo>
                  <a:pt x="30" y="0"/>
                  <a:pt x="30" y="0"/>
                  <a:pt x="30" y="0"/>
                </a:cubicBezTo>
                <a:cubicBezTo>
                  <a:pt x="31" y="0"/>
                  <a:pt x="32" y="1"/>
                  <a:pt x="32" y="3"/>
                </a:cubicBezTo>
                <a:cubicBezTo>
                  <a:pt x="32" y="3"/>
                  <a:pt x="32" y="3"/>
                  <a:pt x="32" y="3"/>
                </a:cubicBezTo>
                <a:cubicBezTo>
                  <a:pt x="32" y="4"/>
                  <a:pt x="31" y="5"/>
                  <a:pt x="30" y="5"/>
                </a:cubicBezTo>
                <a:cubicBezTo>
                  <a:pt x="30" y="5"/>
                  <a:pt x="30" y="5"/>
                  <a:pt x="30" y="5"/>
                </a:cubicBezTo>
                <a:cubicBezTo>
                  <a:pt x="28" y="5"/>
                  <a:pt x="27" y="4"/>
                  <a:pt x="27" y="3"/>
                </a:cubicBezTo>
                <a:close/>
                <a:moveTo>
                  <a:pt x="14" y="3"/>
                </a:moveTo>
                <a:cubicBezTo>
                  <a:pt x="14" y="1"/>
                  <a:pt x="15" y="0"/>
                  <a:pt x="16" y="0"/>
                </a:cubicBezTo>
                <a:cubicBezTo>
                  <a:pt x="16" y="0"/>
                  <a:pt x="16" y="0"/>
                  <a:pt x="16" y="0"/>
                </a:cubicBezTo>
                <a:cubicBezTo>
                  <a:pt x="18" y="0"/>
                  <a:pt x="19" y="1"/>
                  <a:pt x="19" y="3"/>
                </a:cubicBezTo>
                <a:cubicBezTo>
                  <a:pt x="19" y="3"/>
                  <a:pt x="19" y="3"/>
                  <a:pt x="19" y="3"/>
                </a:cubicBezTo>
                <a:cubicBezTo>
                  <a:pt x="19" y="4"/>
                  <a:pt x="18" y="5"/>
                  <a:pt x="16" y="5"/>
                </a:cubicBezTo>
                <a:cubicBezTo>
                  <a:pt x="16" y="5"/>
                  <a:pt x="16" y="5"/>
                  <a:pt x="16" y="5"/>
                </a:cubicBezTo>
                <a:cubicBezTo>
                  <a:pt x="15" y="5"/>
                  <a:pt x="14" y="4"/>
                  <a:pt x="14" y="3"/>
                </a:cubicBezTo>
                <a:close/>
                <a:moveTo>
                  <a:pt x="0" y="3"/>
                </a:moveTo>
                <a:cubicBezTo>
                  <a:pt x="0" y="1"/>
                  <a:pt x="2" y="0"/>
                  <a:pt x="3" y="0"/>
                </a:cubicBezTo>
                <a:cubicBezTo>
                  <a:pt x="3" y="0"/>
                  <a:pt x="3" y="0"/>
                  <a:pt x="3" y="0"/>
                </a:cubicBezTo>
                <a:cubicBezTo>
                  <a:pt x="5" y="0"/>
                  <a:pt x="6" y="1"/>
                  <a:pt x="6" y="3"/>
                </a:cubicBezTo>
                <a:cubicBezTo>
                  <a:pt x="6" y="3"/>
                  <a:pt x="6" y="3"/>
                  <a:pt x="6" y="3"/>
                </a:cubicBezTo>
                <a:cubicBezTo>
                  <a:pt x="6" y="4"/>
                  <a:pt x="5" y="5"/>
                  <a:pt x="3" y="5"/>
                </a:cubicBezTo>
                <a:cubicBezTo>
                  <a:pt x="3" y="5"/>
                  <a:pt x="3" y="5"/>
                  <a:pt x="3" y="5"/>
                </a:cubicBezTo>
                <a:cubicBezTo>
                  <a:pt x="2" y="5"/>
                  <a:pt x="0" y="4"/>
                  <a:pt x="0" y="3"/>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38" name="Freeform 54"/>
          <p:cNvSpPr>
            <a:spLocks noEditPoints="1"/>
          </p:cNvSpPr>
          <p:nvPr/>
        </p:nvSpPr>
        <p:spPr bwMode="auto">
          <a:xfrm>
            <a:off x="1274763" y="5086349"/>
            <a:ext cx="1955800" cy="25400"/>
          </a:xfrm>
          <a:custGeom>
            <a:avLst/>
            <a:gdLst/>
            <a:ahLst/>
            <a:cxnLst>
              <a:cxn ang="0">
                <a:pos x="375" y="2"/>
              </a:cxn>
              <a:cxn ang="0">
                <a:pos x="370" y="2"/>
              </a:cxn>
              <a:cxn ang="0">
                <a:pos x="362" y="2"/>
              </a:cxn>
              <a:cxn ang="0">
                <a:pos x="357" y="2"/>
              </a:cxn>
              <a:cxn ang="0">
                <a:pos x="349" y="2"/>
              </a:cxn>
              <a:cxn ang="0">
                <a:pos x="344" y="2"/>
              </a:cxn>
              <a:cxn ang="0">
                <a:pos x="336" y="2"/>
              </a:cxn>
              <a:cxn ang="0">
                <a:pos x="330" y="2"/>
              </a:cxn>
              <a:cxn ang="0">
                <a:pos x="322" y="2"/>
              </a:cxn>
              <a:cxn ang="0">
                <a:pos x="317" y="2"/>
              </a:cxn>
              <a:cxn ang="0">
                <a:pos x="309" y="2"/>
              </a:cxn>
              <a:cxn ang="0">
                <a:pos x="304" y="2"/>
              </a:cxn>
              <a:cxn ang="0">
                <a:pos x="296" y="2"/>
              </a:cxn>
              <a:cxn ang="0">
                <a:pos x="291" y="2"/>
              </a:cxn>
              <a:cxn ang="0">
                <a:pos x="283" y="2"/>
              </a:cxn>
              <a:cxn ang="0">
                <a:pos x="278" y="2"/>
              </a:cxn>
              <a:cxn ang="0">
                <a:pos x="270" y="2"/>
              </a:cxn>
              <a:cxn ang="0">
                <a:pos x="264" y="2"/>
              </a:cxn>
              <a:cxn ang="0">
                <a:pos x="256" y="2"/>
              </a:cxn>
              <a:cxn ang="0">
                <a:pos x="251" y="2"/>
              </a:cxn>
              <a:cxn ang="0">
                <a:pos x="243" y="2"/>
              </a:cxn>
              <a:cxn ang="0">
                <a:pos x="238" y="2"/>
              </a:cxn>
              <a:cxn ang="0">
                <a:pos x="230" y="2"/>
              </a:cxn>
              <a:cxn ang="0">
                <a:pos x="225" y="2"/>
              </a:cxn>
              <a:cxn ang="0">
                <a:pos x="217" y="2"/>
              </a:cxn>
              <a:cxn ang="0">
                <a:pos x="212" y="2"/>
              </a:cxn>
              <a:cxn ang="0">
                <a:pos x="204" y="2"/>
              </a:cxn>
              <a:cxn ang="0">
                <a:pos x="198" y="2"/>
              </a:cxn>
              <a:cxn ang="0">
                <a:pos x="190" y="2"/>
              </a:cxn>
              <a:cxn ang="0">
                <a:pos x="185" y="2"/>
              </a:cxn>
              <a:cxn ang="0">
                <a:pos x="177" y="2"/>
              </a:cxn>
              <a:cxn ang="0">
                <a:pos x="172" y="2"/>
              </a:cxn>
              <a:cxn ang="0">
                <a:pos x="164" y="2"/>
              </a:cxn>
              <a:cxn ang="0">
                <a:pos x="159" y="2"/>
              </a:cxn>
              <a:cxn ang="0">
                <a:pos x="151" y="2"/>
              </a:cxn>
              <a:cxn ang="0">
                <a:pos x="146" y="2"/>
              </a:cxn>
              <a:cxn ang="0">
                <a:pos x="138" y="2"/>
              </a:cxn>
              <a:cxn ang="0">
                <a:pos x="132" y="2"/>
              </a:cxn>
              <a:cxn ang="0">
                <a:pos x="125" y="2"/>
              </a:cxn>
              <a:cxn ang="0">
                <a:pos x="119" y="2"/>
              </a:cxn>
              <a:cxn ang="0">
                <a:pos x="111" y="2"/>
              </a:cxn>
              <a:cxn ang="0">
                <a:pos x="106" y="2"/>
              </a:cxn>
              <a:cxn ang="0">
                <a:pos x="98" y="2"/>
              </a:cxn>
              <a:cxn ang="0">
                <a:pos x="93" y="2"/>
              </a:cxn>
              <a:cxn ang="0">
                <a:pos x="85" y="2"/>
              </a:cxn>
              <a:cxn ang="0">
                <a:pos x="80" y="2"/>
              </a:cxn>
              <a:cxn ang="0">
                <a:pos x="72" y="2"/>
              </a:cxn>
              <a:cxn ang="0">
                <a:pos x="66" y="2"/>
              </a:cxn>
              <a:cxn ang="0">
                <a:pos x="59" y="2"/>
              </a:cxn>
              <a:cxn ang="0">
                <a:pos x="53" y="2"/>
              </a:cxn>
              <a:cxn ang="0">
                <a:pos x="45" y="2"/>
              </a:cxn>
              <a:cxn ang="0">
                <a:pos x="40" y="2"/>
              </a:cxn>
              <a:cxn ang="0">
                <a:pos x="32" y="2"/>
              </a:cxn>
              <a:cxn ang="0">
                <a:pos x="27" y="2"/>
              </a:cxn>
              <a:cxn ang="0">
                <a:pos x="19" y="2"/>
              </a:cxn>
              <a:cxn ang="0">
                <a:pos x="14" y="2"/>
              </a:cxn>
              <a:cxn ang="0">
                <a:pos x="6" y="2"/>
              </a:cxn>
              <a:cxn ang="0">
                <a:pos x="0" y="2"/>
              </a:cxn>
            </a:cxnLst>
            <a:rect l="0" t="0" r="r" b="b"/>
            <a:pathLst>
              <a:path w="375" h="5">
                <a:moveTo>
                  <a:pt x="370" y="2"/>
                </a:moveTo>
                <a:cubicBezTo>
                  <a:pt x="370" y="1"/>
                  <a:pt x="371" y="0"/>
                  <a:pt x="373" y="0"/>
                </a:cubicBezTo>
                <a:cubicBezTo>
                  <a:pt x="373" y="0"/>
                  <a:pt x="373" y="0"/>
                  <a:pt x="373" y="0"/>
                </a:cubicBezTo>
                <a:cubicBezTo>
                  <a:pt x="374" y="0"/>
                  <a:pt x="375" y="1"/>
                  <a:pt x="375" y="2"/>
                </a:cubicBezTo>
                <a:cubicBezTo>
                  <a:pt x="375" y="2"/>
                  <a:pt x="375" y="2"/>
                  <a:pt x="375" y="2"/>
                </a:cubicBezTo>
                <a:cubicBezTo>
                  <a:pt x="375" y="4"/>
                  <a:pt x="374" y="5"/>
                  <a:pt x="373" y="5"/>
                </a:cubicBezTo>
                <a:cubicBezTo>
                  <a:pt x="373" y="5"/>
                  <a:pt x="373" y="5"/>
                  <a:pt x="373" y="5"/>
                </a:cubicBezTo>
                <a:cubicBezTo>
                  <a:pt x="371" y="5"/>
                  <a:pt x="370" y="4"/>
                  <a:pt x="370" y="2"/>
                </a:cubicBezTo>
                <a:close/>
                <a:moveTo>
                  <a:pt x="357" y="2"/>
                </a:moveTo>
                <a:cubicBezTo>
                  <a:pt x="357" y="1"/>
                  <a:pt x="358" y="0"/>
                  <a:pt x="359" y="0"/>
                </a:cubicBezTo>
                <a:cubicBezTo>
                  <a:pt x="359" y="0"/>
                  <a:pt x="359" y="0"/>
                  <a:pt x="359" y="0"/>
                </a:cubicBezTo>
                <a:cubicBezTo>
                  <a:pt x="361" y="0"/>
                  <a:pt x="362" y="1"/>
                  <a:pt x="362" y="2"/>
                </a:cubicBezTo>
                <a:cubicBezTo>
                  <a:pt x="362" y="2"/>
                  <a:pt x="362" y="2"/>
                  <a:pt x="362" y="2"/>
                </a:cubicBezTo>
                <a:cubicBezTo>
                  <a:pt x="362" y="4"/>
                  <a:pt x="361" y="5"/>
                  <a:pt x="359" y="5"/>
                </a:cubicBezTo>
                <a:cubicBezTo>
                  <a:pt x="359" y="5"/>
                  <a:pt x="359" y="5"/>
                  <a:pt x="359" y="5"/>
                </a:cubicBezTo>
                <a:cubicBezTo>
                  <a:pt x="358" y="5"/>
                  <a:pt x="357" y="4"/>
                  <a:pt x="357" y="2"/>
                </a:cubicBezTo>
                <a:close/>
                <a:moveTo>
                  <a:pt x="344" y="2"/>
                </a:moveTo>
                <a:cubicBezTo>
                  <a:pt x="344" y="1"/>
                  <a:pt x="345" y="0"/>
                  <a:pt x="346" y="0"/>
                </a:cubicBezTo>
                <a:cubicBezTo>
                  <a:pt x="346" y="0"/>
                  <a:pt x="346" y="0"/>
                  <a:pt x="346" y="0"/>
                </a:cubicBezTo>
                <a:cubicBezTo>
                  <a:pt x="348" y="0"/>
                  <a:pt x="349" y="1"/>
                  <a:pt x="349" y="2"/>
                </a:cubicBezTo>
                <a:cubicBezTo>
                  <a:pt x="349" y="2"/>
                  <a:pt x="349" y="2"/>
                  <a:pt x="349" y="2"/>
                </a:cubicBezTo>
                <a:cubicBezTo>
                  <a:pt x="349" y="4"/>
                  <a:pt x="348" y="5"/>
                  <a:pt x="346" y="5"/>
                </a:cubicBezTo>
                <a:cubicBezTo>
                  <a:pt x="346" y="5"/>
                  <a:pt x="346" y="5"/>
                  <a:pt x="346" y="5"/>
                </a:cubicBezTo>
                <a:cubicBezTo>
                  <a:pt x="345" y="5"/>
                  <a:pt x="344" y="4"/>
                  <a:pt x="344" y="2"/>
                </a:cubicBezTo>
                <a:close/>
                <a:moveTo>
                  <a:pt x="330" y="2"/>
                </a:moveTo>
                <a:cubicBezTo>
                  <a:pt x="330" y="1"/>
                  <a:pt x="332" y="0"/>
                  <a:pt x="333" y="0"/>
                </a:cubicBezTo>
                <a:cubicBezTo>
                  <a:pt x="333" y="0"/>
                  <a:pt x="333" y="0"/>
                  <a:pt x="333" y="0"/>
                </a:cubicBezTo>
                <a:cubicBezTo>
                  <a:pt x="334" y="0"/>
                  <a:pt x="336" y="1"/>
                  <a:pt x="336" y="2"/>
                </a:cubicBezTo>
                <a:cubicBezTo>
                  <a:pt x="336" y="2"/>
                  <a:pt x="336" y="2"/>
                  <a:pt x="336" y="2"/>
                </a:cubicBezTo>
                <a:cubicBezTo>
                  <a:pt x="336" y="4"/>
                  <a:pt x="334" y="5"/>
                  <a:pt x="333" y="5"/>
                </a:cubicBezTo>
                <a:cubicBezTo>
                  <a:pt x="333" y="5"/>
                  <a:pt x="333" y="5"/>
                  <a:pt x="333" y="5"/>
                </a:cubicBezTo>
                <a:cubicBezTo>
                  <a:pt x="332" y="5"/>
                  <a:pt x="330" y="4"/>
                  <a:pt x="330" y="2"/>
                </a:cubicBezTo>
                <a:close/>
                <a:moveTo>
                  <a:pt x="317" y="2"/>
                </a:moveTo>
                <a:cubicBezTo>
                  <a:pt x="317" y="1"/>
                  <a:pt x="318" y="0"/>
                  <a:pt x="320" y="0"/>
                </a:cubicBezTo>
                <a:cubicBezTo>
                  <a:pt x="320" y="0"/>
                  <a:pt x="320" y="0"/>
                  <a:pt x="320" y="0"/>
                </a:cubicBezTo>
                <a:cubicBezTo>
                  <a:pt x="321" y="0"/>
                  <a:pt x="322" y="1"/>
                  <a:pt x="322" y="2"/>
                </a:cubicBezTo>
                <a:cubicBezTo>
                  <a:pt x="322" y="2"/>
                  <a:pt x="322" y="2"/>
                  <a:pt x="322" y="2"/>
                </a:cubicBezTo>
                <a:cubicBezTo>
                  <a:pt x="322" y="4"/>
                  <a:pt x="321" y="5"/>
                  <a:pt x="320" y="5"/>
                </a:cubicBezTo>
                <a:cubicBezTo>
                  <a:pt x="320" y="5"/>
                  <a:pt x="320" y="5"/>
                  <a:pt x="320" y="5"/>
                </a:cubicBezTo>
                <a:cubicBezTo>
                  <a:pt x="318" y="5"/>
                  <a:pt x="317" y="4"/>
                  <a:pt x="317" y="2"/>
                </a:cubicBezTo>
                <a:close/>
                <a:moveTo>
                  <a:pt x="304" y="2"/>
                </a:moveTo>
                <a:cubicBezTo>
                  <a:pt x="304" y="1"/>
                  <a:pt x="305" y="0"/>
                  <a:pt x="307" y="0"/>
                </a:cubicBezTo>
                <a:cubicBezTo>
                  <a:pt x="307" y="0"/>
                  <a:pt x="307" y="0"/>
                  <a:pt x="307" y="0"/>
                </a:cubicBezTo>
                <a:cubicBezTo>
                  <a:pt x="308" y="0"/>
                  <a:pt x="309" y="1"/>
                  <a:pt x="309" y="2"/>
                </a:cubicBezTo>
                <a:cubicBezTo>
                  <a:pt x="309" y="2"/>
                  <a:pt x="309" y="2"/>
                  <a:pt x="309" y="2"/>
                </a:cubicBezTo>
                <a:cubicBezTo>
                  <a:pt x="309" y="4"/>
                  <a:pt x="308" y="5"/>
                  <a:pt x="307" y="5"/>
                </a:cubicBezTo>
                <a:cubicBezTo>
                  <a:pt x="307" y="5"/>
                  <a:pt x="307" y="5"/>
                  <a:pt x="307" y="5"/>
                </a:cubicBezTo>
                <a:cubicBezTo>
                  <a:pt x="305" y="5"/>
                  <a:pt x="304" y="4"/>
                  <a:pt x="304" y="2"/>
                </a:cubicBezTo>
                <a:close/>
                <a:moveTo>
                  <a:pt x="291" y="2"/>
                </a:moveTo>
                <a:cubicBezTo>
                  <a:pt x="291" y="1"/>
                  <a:pt x="292" y="0"/>
                  <a:pt x="293" y="0"/>
                </a:cubicBezTo>
                <a:cubicBezTo>
                  <a:pt x="293" y="0"/>
                  <a:pt x="293" y="0"/>
                  <a:pt x="293" y="0"/>
                </a:cubicBezTo>
                <a:cubicBezTo>
                  <a:pt x="295" y="0"/>
                  <a:pt x="296" y="1"/>
                  <a:pt x="296" y="2"/>
                </a:cubicBezTo>
                <a:cubicBezTo>
                  <a:pt x="296" y="2"/>
                  <a:pt x="296" y="2"/>
                  <a:pt x="296" y="2"/>
                </a:cubicBezTo>
                <a:cubicBezTo>
                  <a:pt x="296" y="4"/>
                  <a:pt x="295" y="5"/>
                  <a:pt x="293" y="5"/>
                </a:cubicBezTo>
                <a:cubicBezTo>
                  <a:pt x="293" y="5"/>
                  <a:pt x="293" y="5"/>
                  <a:pt x="293" y="5"/>
                </a:cubicBezTo>
                <a:cubicBezTo>
                  <a:pt x="292" y="5"/>
                  <a:pt x="291" y="4"/>
                  <a:pt x="291" y="2"/>
                </a:cubicBezTo>
                <a:close/>
                <a:moveTo>
                  <a:pt x="278" y="2"/>
                </a:moveTo>
                <a:cubicBezTo>
                  <a:pt x="278" y="1"/>
                  <a:pt x="279" y="0"/>
                  <a:pt x="280" y="0"/>
                </a:cubicBezTo>
                <a:cubicBezTo>
                  <a:pt x="280" y="0"/>
                  <a:pt x="280" y="0"/>
                  <a:pt x="280" y="0"/>
                </a:cubicBezTo>
                <a:cubicBezTo>
                  <a:pt x="282" y="0"/>
                  <a:pt x="283" y="1"/>
                  <a:pt x="283" y="2"/>
                </a:cubicBezTo>
                <a:cubicBezTo>
                  <a:pt x="283" y="2"/>
                  <a:pt x="283" y="2"/>
                  <a:pt x="283" y="2"/>
                </a:cubicBezTo>
                <a:cubicBezTo>
                  <a:pt x="283" y="4"/>
                  <a:pt x="282" y="5"/>
                  <a:pt x="280" y="5"/>
                </a:cubicBezTo>
                <a:cubicBezTo>
                  <a:pt x="280" y="5"/>
                  <a:pt x="280" y="5"/>
                  <a:pt x="280" y="5"/>
                </a:cubicBezTo>
                <a:cubicBezTo>
                  <a:pt x="279" y="5"/>
                  <a:pt x="278" y="4"/>
                  <a:pt x="278" y="2"/>
                </a:cubicBezTo>
                <a:close/>
                <a:moveTo>
                  <a:pt x="264" y="2"/>
                </a:moveTo>
                <a:cubicBezTo>
                  <a:pt x="264" y="1"/>
                  <a:pt x="266" y="0"/>
                  <a:pt x="267" y="0"/>
                </a:cubicBezTo>
                <a:cubicBezTo>
                  <a:pt x="267" y="0"/>
                  <a:pt x="267" y="0"/>
                  <a:pt x="267" y="0"/>
                </a:cubicBezTo>
                <a:cubicBezTo>
                  <a:pt x="268" y="0"/>
                  <a:pt x="270" y="1"/>
                  <a:pt x="270" y="2"/>
                </a:cubicBezTo>
                <a:cubicBezTo>
                  <a:pt x="270" y="2"/>
                  <a:pt x="270" y="2"/>
                  <a:pt x="270" y="2"/>
                </a:cubicBezTo>
                <a:cubicBezTo>
                  <a:pt x="270" y="4"/>
                  <a:pt x="268" y="5"/>
                  <a:pt x="267" y="5"/>
                </a:cubicBezTo>
                <a:cubicBezTo>
                  <a:pt x="267" y="5"/>
                  <a:pt x="267" y="5"/>
                  <a:pt x="267" y="5"/>
                </a:cubicBezTo>
                <a:cubicBezTo>
                  <a:pt x="266" y="5"/>
                  <a:pt x="264" y="4"/>
                  <a:pt x="264" y="2"/>
                </a:cubicBezTo>
                <a:close/>
                <a:moveTo>
                  <a:pt x="251" y="2"/>
                </a:moveTo>
                <a:cubicBezTo>
                  <a:pt x="251" y="1"/>
                  <a:pt x="252" y="0"/>
                  <a:pt x="254" y="0"/>
                </a:cubicBezTo>
                <a:cubicBezTo>
                  <a:pt x="254" y="0"/>
                  <a:pt x="254" y="0"/>
                  <a:pt x="254" y="0"/>
                </a:cubicBezTo>
                <a:cubicBezTo>
                  <a:pt x="255" y="0"/>
                  <a:pt x="256" y="1"/>
                  <a:pt x="256" y="2"/>
                </a:cubicBezTo>
                <a:cubicBezTo>
                  <a:pt x="256" y="2"/>
                  <a:pt x="256" y="2"/>
                  <a:pt x="256" y="2"/>
                </a:cubicBezTo>
                <a:cubicBezTo>
                  <a:pt x="256" y="4"/>
                  <a:pt x="255" y="5"/>
                  <a:pt x="254" y="5"/>
                </a:cubicBezTo>
                <a:cubicBezTo>
                  <a:pt x="254" y="5"/>
                  <a:pt x="254" y="5"/>
                  <a:pt x="254" y="5"/>
                </a:cubicBezTo>
                <a:cubicBezTo>
                  <a:pt x="252" y="5"/>
                  <a:pt x="251" y="4"/>
                  <a:pt x="251" y="2"/>
                </a:cubicBezTo>
                <a:close/>
                <a:moveTo>
                  <a:pt x="238" y="2"/>
                </a:moveTo>
                <a:cubicBezTo>
                  <a:pt x="238" y="1"/>
                  <a:pt x="239" y="0"/>
                  <a:pt x="241" y="0"/>
                </a:cubicBezTo>
                <a:cubicBezTo>
                  <a:pt x="241" y="0"/>
                  <a:pt x="241" y="0"/>
                  <a:pt x="241" y="0"/>
                </a:cubicBezTo>
                <a:cubicBezTo>
                  <a:pt x="242" y="0"/>
                  <a:pt x="243" y="1"/>
                  <a:pt x="243" y="2"/>
                </a:cubicBezTo>
                <a:cubicBezTo>
                  <a:pt x="243" y="2"/>
                  <a:pt x="243" y="2"/>
                  <a:pt x="243" y="2"/>
                </a:cubicBezTo>
                <a:cubicBezTo>
                  <a:pt x="243" y="4"/>
                  <a:pt x="242" y="5"/>
                  <a:pt x="241" y="5"/>
                </a:cubicBezTo>
                <a:cubicBezTo>
                  <a:pt x="241" y="5"/>
                  <a:pt x="241" y="5"/>
                  <a:pt x="241" y="5"/>
                </a:cubicBezTo>
                <a:cubicBezTo>
                  <a:pt x="239" y="5"/>
                  <a:pt x="238" y="4"/>
                  <a:pt x="238" y="2"/>
                </a:cubicBezTo>
                <a:close/>
                <a:moveTo>
                  <a:pt x="225" y="2"/>
                </a:moveTo>
                <a:cubicBezTo>
                  <a:pt x="225" y="1"/>
                  <a:pt x="226" y="0"/>
                  <a:pt x="227" y="0"/>
                </a:cubicBezTo>
                <a:cubicBezTo>
                  <a:pt x="227" y="0"/>
                  <a:pt x="227" y="0"/>
                  <a:pt x="227" y="0"/>
                </a:cubicBezTo>
                <a:cubicBezTo>
                  <a:pt x="229" y="0"/>
                  <a:pt x="230" y="1"/>
                  <a:pt x="230" y="2"/>
                </a:cubicBezTo>
                <a:cubicBezTo>
                  <a:pt x="230" y="2"/>
                  <a:pt x="230" y="2"/>
                  <a:pt x="230" y="2"/>
                </a:cubicBezTo>
                <a:cubicBezTo>
                  <a:pt x="230" y="4"/>
                  <a:pt x="229" y="5"/>
                  <a:pt x="227" y="5"/>
                </a:cubicBezTo>
                <a:cubicBezTo>
                  <a:pt x="227" y="5"/>
                  <a:pt x="227" y="5"/>
                  <a:pt x="227" y="5"/>
                </a:cubicBezTo>
                <a:cubicBezTo>
                  <a:pt x="226" y="5"/>
                  <a:pt x="225" y="4"/>
                  <a:pt x="225" y="2"/>
                </a:cubicBezTo>
                <a:close/>
                <a:moveTo>
                  <a:pt x="212" y="2"/>
                </a:moveTo>
                <a:cubicBezTo>
                  <a:pt x="212" y="1"/>
                  <a:pt x="213" y="0"/>
                  <a:pt x="214" y="0"/>
                </a:cubicBezTo>
                <a:cubicBezTo>
                  <a:pt x="214" y="0"/>
                  <a:pt x="214" y="0"/>
                  <a:pt x="214" y="0"/>
                </a:cubicBezTo>
                <a:cubicBezTo>
                  <a:pt x="216" y="0"/>
                  <a:pt x="217" y="1"/>
                  <a:pt x="217" y="2"/>
                </a:cubicBezTo>
                <a:cubicBezTo>
                  <a:pt x="217" y="2"/>
                  <a:pt x="217" y="2"/>
                  <a:pt x="217" y="2"/>
                </a:cubicBezTo>
                <a:cubicBezTo>
                  <a:pt x="217" y="4"/>
                  <a:pt x="216" y="5"/>
                  <a:pt x="214" y="5"/>
                </a:cubicBezTo>
                <a:cubicBezTo>
                  <a:pt x="214" y="5"/>
                  <a:pt x="214" y="5"/>
                  <a:pt x="214" y="5"/>
                </a:cubicBezTo>
                <a:cubicBezTo>
                  <a:pt x="213" y="5"/>
                  <a:pt x="212" y="4"/>
                  <a:pt x="212" y="2"/>
                </a:cubicBezTo>
                <a:close/>
                <a:moveTo>
                  <a:pt x="198" y="2"/>
                </a:moveTo>
                <a:cubicBezTo>
                  <a:pt x="198" y="1"/>
                  <a:pt x="200" y="0"/>
                  <a:pt x="201" y="0"/>
                </a:cubicBezTo>
                <a:cubicBezTo>
                  <a:pt x="201" y="0"/>
                  <a:pt x="201" y="0"/>
                  <a:pt x="201" y="0"/>
                </a:cubicBezTo>
                <a:cubicBezTo>
                  <a:pt x="203" y="0"/>
                  <a:pt x="204" y="1"/>
                  <a:pt x="204" y="2"/>
                </a:cubicBezTo>
                <a:cubicBezTo>
                  <a:pt x="204" y="2"/>
                  <a:pt x="204" y="2"/>
                  <a:pt x="204" y="2"/>
                </a:cubicBezTo>
                <a:cubicBezTo>
                  <a:pt x="204" y="4"/>
                  <a:pt x="203" y="5"/>
                  <a:pt x="201" y="5"/>
                </a:cubicBezTo>
                <a:cubicBezTo>
                  <a:pt x="201" y="5"/>
                  <a:pt x="201" y="5"/>
                  <a:pt x="201" y="5"/>
                </a:cubicBezTo>
                <a:cubicBezTo>
                  <a:pt x="200" y="5"/>
                  <a:pt x="198" y="4"/>
                  <a:pt x="198" y="2"/>
                </a:cubicBezTo>
                <a:close/>
                <a:moveTo>
                  <a:pt x="185" y="2"/>
                </a:moveTo>
                <a:cubicBezTo>
                  <a:pt x="185" y="1"/>
                  <a:pt x="186" y="0"/>
                  <a:pt x="188" y="0"/>
                </a:cubicBezTo>
                <a:cubicBezTo>
                  <a:pt x="188" y="0"/>
                  <a:pt x="188" y="0"/>
                  <a:pt x="188" y="0"/>
                </a:cubicBezTo>
                <a:cubicBezTo>
                  <a:pt x="189" y="0"/>
                  <a:pt x="190" y="1"/>
                  <a:pt x="190" y="2"/>
                </a:cubicBezTo>
                <a:cubicBezTo>
                  <a:pt x="190" y="2"/>
                  <a:pt x="190" y="2"/>
                  <a:pt x="190" y="2"/>
                </a:cubicBezTo>
                <a:cubicBezTo>
                  <a:pt x="190" y="4"/>
                  <a:pt x="189" y="5"/>
                  <a:pt x="188" y="5"/>
                </a:cubicBezTo>
                <a:cubicBezTo>
                  <a:pt x="188" y="5"/>
                  <a:pt x="188" y="5"/>
                  <a:pt x="188" y="5"/>
                </a:cubicBezTo>
                <a:cubicBezTo>
                  <a:pt x="186" y="5"/>
                  <a:pt x="185" y="4"/>
                  <a:pt x="185" y="2"/>
                </a:cubicBezTo>
                <a:close/>
                <a:moveTo>
                  <a:pt x="172" y="2"/>
                </a:moveTo>
                <a:cubicBezTo>
                  <a:pt x="172" y="1"/>
                  <a:pt x="173" y="0"/>
                  <a:pt x="175" y="0"/>
                </a:cubicBezTo>
                <a:cubicBezTo>
                  <a:pt x="175" y="0"/>
                  <a:pt x="175" y="0"/>
                  <a:pt x="175" y="0"/>
                </a:cubicBezTo>
                <a:cubicBezTo>
                  <a:pt x="176" y="0"/>
                  <a:pt x="177" y="1"/>
                  <a:pt x="177" y="2"/>
                </a:cubicBezTo>
                <a:cubicBezTo>
                  <a:pt x="177" y="2"/>
                  <a:pt x="177" y="2"/>
                  <a:pt x="177" y="2"/>
                </a:cubicBezTo>
                <a:cubicBezTo>
                  <a:pt x="177" y="4"/>
                  <a:pt x="176" y="5"/>
                  <a:pt x="175" y="5"/>
                </a:cubicBezTo>
                <a:cubicBezTo>
                  <a:pt x="175" y="5"/>
                  <a:pt x="175" y="5"/>
                  <a:pt x="175" y="5"/>
                </a:cubicBezTo>
                <a:cubicBezTo>
                  <a:pt x="173" y="5"/>
                  <a:pt x="172" y="4"/>
                  <a:pt x="172" y="2"/>
                </a:cubicBezTo>
                <a:close/>
                <a:moveTo>
                  <a:pt x="159" y="2"/>
                </a:moveTo>
                <a:cubicBezTo>
                  <a:pt x="159" y="1"/>
                  <a:pt x="160" y="0"/>
                  <a:pt x="161" y="0"/>
                </a:cubicBezTo>
                <a:cubicBezTo>
                  <a:pt x="161" y="0"/>
                  <a:pt x="161" y="0"/>
                  <a:pt x="161" y="0"/>
                </a:cubicBezTo>
                <a:cubicBezTo>
                  <a:pt x="163" y="0"/>
                  <a:pt x="164" y="1"/>
                  <a:pt x="164" y="2"/>
                </a:cubicBezTo>
                <a:cubicBezTo>
                  <a:pt x="164" y="2"/>
                  <a:pt x="164" y="2"/>
                  <a:pt x="164" y="2"/>
                </a:cubicBezTo>
                <a:cubicBezTo>
                  <a:pt x="164" y="4"/>
                  <a:pt x="163" y="5"/>
                  <a:pt x="161" y="5"/>
                </a:cubicBezTo>
                <a:cubicBezTo>
                  <a:pt x="161" y="5"/>
                  <a:pt x="161" y="5"/>
                  <a:pt x="161" y="5"/>
                </a:cubicBezTo>
                <a:cubicBezTo>
                  <a:pt x="160" y="5"/>
                  <a:pt x="159" y="4"/>
                  <a:pt x="159" y="2"/>
                </a:cubicBezTo>
                <a:close/>
                <a:moveTo>
                  <a:pt x="146" y="2"/>
                </a:moveTo>
                <a:cubicBezTo>
                  <a:pt x="146" y="1"/>
                  <a:pt x="147" y="0"/>
                  <a:pt x="148" y="0"/>
                </a:cubicBezTo>
                <a:cubicBezTo>
                  <a:pt x="148" y="0"/>
                  <a:pt x="148" y="0"/>
                  <a:pt x="148" y="0"/>
                </a:cubicBezTo>
                <a:cubicBezTo>
                  <a:pt x="150" y="0"/>
                  <a:pt x="151" y="1"/>
                  <a:pt x="151" y="2"/>
                </a:cubicBezTo>
                <a:cubicBezTo>
                  <a:pt x="151" y="2"/>
                  <a:pt x="151" y="2"/>
                  <a:pt x="151" y="2"/>
                </a:cubicBezTo>
                <a:cubicBezTo>
                  <a:pt x="151" y="4"/>
                  <a:pt x="150" y="5"/>
                  <a:pt x="148" y="5"/>
                </a:cubicBezTo>
                <a:cubicBezTo>
                  <a:pt x="148" y="5"/>
                  <a:pt x="148" y="5"/>
                  <a:pt x="148" y="5"/>
                </a:cubicBezTo>
                <a:cubicBezTo>
                  <a:pt x="147" y="5"/>
                  <a:pt x="146" y="4"/>
                  <a:pt x="146" y="2"/>
                </a:cubicBezTo>
                <a:close/>
                <a:moveTo>
                  <a:pt x="132" y="2"/>
                </a:moveTo>
                <a:cubicBezTo>
                  <a:pt x="132" y="1"/>
                  <a:pt x="134" y="0"/>
                  <a:pt x="135" y="0"/>
                </a:cubicBezTo>
                <a:cubicBezTo>
                  <a:pt x="135" y="0"/>
                  <a:pt x="135" y="0"/>
                  <a:pt x="135" y="0"/>
                </a:cubicBezTo>
                <a:cubicBezTo>
                  <a:pt x="137" y="0"/>
                  <a:pt x="138" y="1"/>
                  <a:pt x="138" y="2"/>
                </a:cubicBezTo>
                <a:cubicBezTo>
                  <a:pt x="138" y="2"/>
                  <a:pt x="138" y="2"/>
                  <a:pt x="138" y="2"/>
                </a:cubicBezTo>
                <a:cubicBezTo>
                  <a:pt x="138" y="4"/>
                  <a:pt x="137" y="5"/>
                  <a:pt x="135" y="5"/>
                </a:cubicBezTo>
                <a:cubicBezTo>
                  <a:pt x="135" y="5"/>
                  <a:pt x="135" y="5"/>
                  <a:pt x="135" y="5"/>
                </a:cubicBezTo>
                <a:cubicBezTo>
                  <a:pt x="134" y="5"/>
                  <a:pt x="132" y="4"/>
                  <a:pt x="132" y="2"/>
                </a:cubicBezTo>
                <a:close/>
                <a:moveTo>
                  <a:pt x="119" y="2"/>
                </a:moveTo>
                <a:cubicBezTo>
                  <a:pt x="119" y="1"/>
                  <a:pt x="120" y="0"/>
                  <a:pt x="122" y="0"/>
                </a:cubicBezTo>
                <a:cubicBezTo>
                  <a:pt x="122" y="0"/>
                  <a:pt x="122" y="0"/>
                  <a:pt x="122" y="0"/>
                </a:cubicBezTo>
                <a:cubicBezTo>
                  <a:pt x="123" y="0"/>
                  <a:pt x="125" y="1"/>
                  <a:pt x="125" y="2"/>
                </a:cubicBezTo>
                <a:cubicBezTo>
                  <a:pt x="125" y="2"/>
                  <a:pt x="125" y="2"/>
                  <a:pt x="125" y="2"/>
                </a:cubicBezTo>
                <a:cubicBezTo>
                  <a:pt x="125" y="4"/>
                  <a:pt x="123" y="5"/>
                  <a:pt x="122" y="5"/>
                </a:cubicBezTo>
                <a:cubicBezTo>
                  <a:pt x="122" y="5"/>
                  <a:pt x="122" y="5"/>
                  <a:pt x="122" y="5"/>
                </a:cubicBezTo>
                <a:cubicBezTo>
                  <a:pt x="120" y="5"/>
                  <a:pt x="119" y="4"/>
                  <a:pt x="119" y="2"/>
                </a:cubicBezTo>
                <a:close/>
                <a:moveTo>
                  <a:pt x="106" y="2"/>
                </a:moveTo>
                <a:cubicBezTo>
                  <a:pt x="106" y="1"/>
                  <a:pt x="107" y="0"/>
                  <a:pt x="109" y="0"/>
                </a:cubicBezTo>
                <a:cubicBezTo>
                  <a:pt x="109" y="0"/>
                  <a:pt x="109" y="0"/>
                  <a:pt x="109" y="0"/>
                </a:cubicBezTo>
                <a:cubicBezTo>
                  <a:pt x="110" y="0"/>
                  <a:pt x="111" y="1"/>
                  <a:pt x="111" y="2"/>
                </a:cubicBezTo>
                <a:cubicBezTo>
                  <a:pt x="111" y="2"/>
                  <a:pt x="111" y="2"/>
                  <a:pt x="111" y="2"/>
                </a:cubicBezTo>
                <a:cubicBezTo>
                  <a:pt x="111" y="4"/>
                  <a:pt x="110" y="5"/>
                  <a:pt x="109" y="5"/>
                </a:cubicBezTo>
                <a:cubicBezTo>
                  <a:pt x="109" y="5"/>
                  <a:pt x="109" y="5"/>
                  <a:pt x="109" y="5"/>
                </a:cubicBezTo>
                <a:cubicBezTo>
                  <a:pt x="107" y="5"/>
                  <a:pt x="106" y="4"/>
                  <a:pt x="106" y="2"/>
                </a:cubicBezTo>
                <a:close/>
                <a:moveTo>
                  <a:pt x="93" y="2"/>
                </a:moveTo>
                <a:cubicBezTo>
                  <a:pt x="93" y="1"/>
                  <a:pt x="94" y="0"/>
                  <a:pt x="95" y="0"/>
                </a:cubicBezTo>
                <a:cubicBezTo>
                  <a:pt x="95" y="0"/>
                  <a:pt x="95" y="0"/>
                  <a:pt x="95" y="0"/>
                </a:cubicBezTo>
                <a:cubicBezTo>
                  <a:pt x="97" y="0"/>
                  <a:pt x="98" y="1"/>
                  <a:pt x="98" y="2"/>
                </a:cubicBezTo>
                <a:cubicBezTo>
                  <a:pt x="98" y="2"/>
                  <a:pt x="98" y="2"/>
                  <a:pt x="98" y="2"/>
                </a:cubicBezTo>
                <a:cubicBezTo>
                  <a:pt x="98" y="4"/>
                  <a:pt x="97" y="5"/>
                  <a:pt x="95" y="5"/>
                </a:cubicBezTo>
                <a:cubicBezTo>
                  <a:pt x="95" y="5"/>
                  <a:pt x="95" y="5"/>
                  <a:pt x="95" y="5"/>
                </a:cubicBezTo>
                <a:cubicBezTo>
                  <a:pt x="94" y="5"/>
                  <a:pt x="93" y="4"/>
                  <a:pt x="93" y="2"/>
                </a:cubicBezTo>
                <a:close/>
                <a:moveTo>
                  <a:pt x="80" y="2"/>
                </a:moveTo>
                <a:cubicBezTo>
                  <a:pt x="80" y="1"/>
                  <a:pt x="81" y="0"/>
                  <a:pt x="82" y="0"/>
                </a:cubicBezTo>
                <a:cubicBezTo>
                  <a:pt x="82" y="0"/>
                  <a:pt x="82" y="0"/>
                  <a:pt x="82" y="0"/>
                </a:cubicBezTo>
                <a:cubicBezTo>
                  <a:pt x="84" y="0"/>
                  <a:pt x="85" y="1"/>
                  <a:pt x="85" y="2"/>
                </a:cubicBezTo>
                <a:cubicBezTo>
                  <a:pt x="85" y="2"/>
                  <a:pt x="85" y="2"/>
                  <a:pt x="85" y="2"/>
                </a:cubicBezTo>
                <a:cubicBezTo>
                  <a:pt x="85" y="4"/>
                  <a:pt x="84" y="5"/>
                  <a:pt x="82" y="5"/>
                </a:cubicBezTo>
                <a:cubicBezTo>
                  <a:pt x="82" y="5"/>
                  <a:pt x="82" y="5"/>
                  <a:pt x="82" y="5"/>
                </a:cubicBezTo>
                <a:cubicBezTo>
                  <a:pt x="81" y="5"/>
                  <a:pt x="80" y="4"/>
                  <a:pt x="80" y="2"/>
                </a:cubicBezTo>
                <a:close/>
                <a:moveTo>
                  <a:pt x="66" y="2"/>
                </a:moveTo>
                <a:cubicBezTo>
                  <a:pt x="66" y="1"/>
                  <a:pt x="68" y="0"/>
                  <a:pt x="69" y="0"/>
                </a:cubicBezTo>
                <a:cubicBezTo>
                  <a:pt x="69" y="0"/>
                  <a:pt x="69" y="0"/>
                  <a:pt x="69" y="0"/>
                </a:cubicBezTo>
                <a:cubicBezTo>
                  <a:pt x="71" y="0"/>
                  <a:pt x="72" y="1"/>
                  <a:pt x="72" y="2"/>
                </a:cubicBezTo>
                <a:cubicBezTo>
                  <a:pt x="72" y="2"/>
                  <a:pt x="72" y="2"/>
                  <a:pt x="72" y="2"/>
                </a:cubicBezTo>
                <a:cubicBezTo>
                  <a:pt x="72" y="4"/>
                  <a:pt x="71" y="5"/>
                  <a:pt x="69" y="5"/>
                </a:cubicBezTo>
                <a:cubicBezTo>
                  <a:pt x="69" y="5"/>
                  <a:pt x="69" y="5"/>
                  <a:pt x="69" y="5"/>
                </a:cubicBezTo>
                <a:cubicBezTo>
                  <a:pt x="68" y="5"/>
                  <a:pt x="66" y="4"/>
                  <a:pt x="66" y="2"/>
                </a:cubicBezTo>
                <a:close/>
                <a:moveTo>
                  <a:pt x="53" y="2"/>
                </a:moveTo>
                <a:cubicBezTo>
                  <a:pt x="53" y="1"/>
                  <a:pt x="54" y="0"/>
                  <a:pt x="56" y="0"/>
                </a:cubicBezTo>
                <a:cubicBezTo>
                  <a:pt x="56" y="0"/>
                  <a:pt x="56" y="0"/>
                  <a:pt x="56" y="0"/>
                </a:cubicBezTo>
                <a:cubicBezTo>
                  <a:pt x="57" y="0"/>
                  <a:pt x="59" y="1"/>
                  <a:pt x="59" y="2"/>
                </a:cubicBezTo>
                <a:cubicBezTo>
                  <a:pt x="59" y="2"/>
                  <a:pt x="59" y="2"/>
                  <a:pt x="59" y="2"/>
                </a:cubicBezTo>
                <a:cubicBezTo>
                  <a:pt x="59" y="4"/>
                  <a:pt x="57" y="5"/>
                  <a:pt x="56" y="5"/>
                </a:cubicBezTo>
                <a:cubicBezTo>
                  <a:pt x="56" y="5"/>
                  <a:pt x="56" y="5"/>
                  <a:pt x="56" y="5"/>
                </a:cubicBezTo>
                <a:cubicBezTo>
                  <a:pt x="54" y="5"/>
                  <a:pt x="53" y="4"/>
                  <a:pt x="53" y="2"/>
                </a:cubicBezTo>
                <a:close/>
                <a:moveTo>
                  <a:pt x="40" y="2"/>
                </a:moveTo>
                <a:cubicBezTo>
                  <a:pt x="40" y="1"/>
                  <a:pt x="41" y="0"/>
                  <a:pt x="43" y="0"/>
                </a:cubicBezTo>
                <a:cubicBezTo>
                  <a:pt x="43" y="0"/>
                  <a:pt x="43" y="0"/>
                  <a:pt x="43" y="0"/>
                </a:cubicBezTo>
                <a:cubicBezTo>
                  <a:pt x="44" y="0"/>
                  <a:pt x="45" y="1"/>
                  <a:pt x="45" y="2"/>
                </a:cubicBezTo>
                <a:cubicBezTo>
                  <a:pt x="45" y="2"/>
                  <a:pt x="45" y="2"/>
                  <a:pt x="45" y="2"/>
                </a:cubicBezTo>
                <a:cubicBezTo>
                  <a:pt x="45" y="4"/>
                  <a:pt x="44" y="5"/>
                  <a:pt x="43" y="5"/>
                </a:cubicBezTo>
                <a:cubicBezTo>
                  <a:pt x="43" y="5"/>
                  <a:pt x="43" y="5"/>
                  <a:pt x="43" y="5"/>
                </a:cubicBezTo>
                <a:cubicBezTo>
                  <a:pt x="41" y="5"/>
                  <a:pt x="40" y="4"/>
                  <a:pt x="40" y="2"/>
                </a:cubicBezTo>
                <a:close/>
                <a:moveTo>
                  <a:pt x="27" y="2"/>
                </a:moveTo>
                <a:cubicBezTo>
                  <a:pt x="27" y="1"/>
                  <a:pt x="28" y="0"/>
                  <a:pt x="30" y="0"/>
                </a:cubicBezTo>
                <a:cubicBezTo>
                  <a:pt x="30" y="0"/>
                  <a:pt x="30" y="0"/>
                  <a:pt x="30" y="0"/>
                </a:cubicBezTo>
                <a:cubicBezTo>
                  <a:pt x="31" y="0"/>
                  <a:pt x="32" y="1"/>
                  <a:pt x="32" y="2"/>
                </a:cubicBezTo>
                <a:cubicBezTo>
                  <a:pt x="32" y="2"/>
                  <a:pt x="32" y="2"/>
                  <a:pt x="32" y="2"/>
                </a:cubicBezTo>
                <a:cubicBezTo>
                  <a:pt x="32" y="4"/>
                  <a:pt x="31" y="5"/>
                  <a:pt x="30" y="5"/>
                </a:cubicBezTo>
                <a:cubicBezTo>
                  <a:pt x="30" y="5"/>
                  <a:pt x="30" y="5"/>
                  <a:pt x="30" y="5"/>
                </a:cubicBezTo>
                <a:cubicBezTo>
                  <a:pt x="28" y="5"/>
                  <a:pt x="27" y="4"/>
                  <a:pt x="27" y="2"/>
                </a:cubicBezTo>
                <a:close/>
                <a:moveTo>
                  <a:pt x="14" y="2"/>
                </a:moveTo>
                <a:cubicBezTo>
                  <a:pt x="14" y="1"/>
                  <a:pt x="15" y="0"/>
                  <a:pt x="16" y="0"/>
                </a:cubicBezTo>
                <a:cubicBezTo>
                  <a:pt x="16" y="0"/>
                  <a:pt x="16" y="0"/>
                  <a:pt x="16" y="0"/>
                </a:cubicBezTo>
                <a:cubicBezTo>
                  <a:pt x="18" y="0"/>
                  <a:pt x="19" y="1"/>
                  <a:pt x="19" y="2"/>
                </a:cubicBezTo>
                <a:cubicBezTo>
                  <a:pt x="19" y="2"/>
                  <a:pt x="19" y="2"/>
                  <a:pt x="19" y="2"/>
                </a:cubicBezTo>
                <a:cubicBezTo>
                  <a:pt x="19" y="4"/>
                  <a:pt x="18" y="5"/>
                  <a:pt x="16" y="5"/>
                </a:cubicBezTo>
                <a:cubicBezTo>
                  <a:pt x="16" y="5"/>
                  <a:pt x="16" y="5"/>
                  <a:pt x="16" y="5"/>
                </a:cubicBezTo>
                <a:cubicBezTo>
                  <a:pt x="15" y="5"/>
                  <a:pt x="14" y="4"/>
                  <a:pt x="14" y="2"/>
                </a:cubicBezTo>
                <a:close/>
                <a:moveTo>
                  <a:pt x="0" y="2"/>
                </a:moveTo>
                <a:cubicBezTo>
                  <a:pt x="0" y="1"/>
                  <a:pt x="2" y="0"/>
                  <a:pt x="3" y="0"/>
                </a:cubicBezTo>
                <a:cubicBezTo>
                  <a:pt x="3" y="0"/>
                  <a:pt x="3" y="0"/>
                  <a:pt x="3" y="0"/>
                </a:cubicBezTo>
                <a:cubicBezTo>
                  <a:pt x="5" y="0"/>
                  <a:pt x="6" y="1"/>
                  <a:pt x="6" y="2"/>
                </a:cubicBezTo>
                <a:cubicBezTo>
                  <a:pt x="6" y="2"/>
                  <a:pt x="6" y="2"/>
                  <a:pt x="6" y="2"/>
                </a:cubicBezTo>
                <a:cubicBezTo>
                  <a:pt x="6" y="4"/>
                  <a:pt x="5" y="5"/>
                  <a:pt x="3" y="5"/>
                </a:cubicBezTo>
                <a:cubicBezTo>
                  <a:pt x="3" y="5"/>
                  <a:pt x="3" y="5"/>
                  <a:pt x="3" y="5"/>
                </a:cubicBezTo>
                <a:cubicBezTo>
                  <a:pt x="2" y="5"/>
                  <a:pt x="0" y="4"/>
                  <a:pt x="0" y="2"/>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39" name="Freeform 55"/>
          <p:cNvSpPr>
            <a:spLocks noEditPoints="1"/>
          </p:cNvSpPr>
          <p:nvPr/>
        </p:nvSpPr>
        <p:spPr bwMode="auto">
          <a:xfrm>
            <a:off x="1274763" y="4810124"/>
            <a:ext cx="1955800" cy="30163"/>
          </a:xfrm>
          <a:custGeom>
            <a:avLst/>
            <a:gdLst/>
            <a:ahLst/>
            <a:cxnLst>
              <a:cxn ang="0">
                <a:pos x="375" y="3"/>
              </a:cxn>
              <a:cxn ang="0">
                <a:pos x="370" y="3"/>
              </a:cxn>
              <a:cxn ang="0">
                <a:pos x="362" y="3"/>
              </a:cxn>
              <a:cxn ang="0">
                <a:pos x="357" y="3"/>
              </a:cxn>
              <a:cxn ang="0">
                <a:pos x="349" y="3"/>
              </a:cxn>
              <a:cxn ang="0">
                <a:pos x="344" y="3"/>
              </a:cxn>
              <a:cxn ang="0">
                <a:pos x="336" y="3"/>
              </a:cxn>
              <a:cxn ang="0">
                <a:pos x="330" y="3"/>
              </a:cxn>
              <a:cxn ang="0">
                <a:pos x="322" y="3"/>
              </a:cxn>
              <a:cxn ang="0">
                <a:pos x="317" y="3"/>
              </a:cxn>
              <a:cxn ang="0">
                <a:pos x="309" y="3"/>
              </a:cxn>
              <a:cxn ang="0">
                <a:pos x="304" y="3"/>
              </a:cxn>
              <a:cxn ang="0">
                <a:pos x="296" y="3"/>
              </a:cxn>
              <a:cxn ang="0">
                <a:pos x="291" y="3"/>
              </a:cxn>
              <a:cxn ang="0">
                <a:pos x="283" y="3"/>
              </a:cxn>
              <a:cxn ang="0">
                <a:pos x="278" y="3"/>
              </a:cxn>
              <a:cxn ang="0">
                <a:pos x="270" y="3"/>
              </a:cxn>
              <a:cxn ang="0">
                <a:pos x="264" y="3"/>
              </a:cxn>
              <a:cxn ang="0">
                <a:pos x="256" y="3"/>
              </a:cxn>
              <a:cxn ang="0">
                <a:pos x="251" y="3"/>
              </a:cxn>
              <a:cxn ang="0">
                <a:pos x="243" y="3"/>
              </a:cxn>
              <a:cxn ang="0">
                <a:pos x="238" y="3"/>
              </a:cxn>
              <a:cxn ang="0">
                <a:pos x="230" y="3"/>
              </a:cxn>
              <a:cxn ang="0">
                <a:pos x="225" y="3"/>
              </a:cxn>
              <a:cxn ang="0">
                <a:pos x="217" y="3"/>
              </a:cxn>
              <a:cxn ang="0">
                <a:pos x="212" y="3"/>
              </a:cxn>
              <a:cxn ang="0">
                <a:pos x="204" y="3"/>
              </a:cxn>
              <a:cxn ang="0">
                <a:pos x="198" y="3"/>
              </a:cxn>
              <a:cxn ang="0">
                <a:pos x="190" y="3"/>
              </a:cxn>
              <a:cxn ang="0">
                <a:pos x="185" y="3"/>
              </a:cxn>
              <a:cxn ang="0">
                <a:pos x="177" y="3"/>
              </a:cxn>
              <a:cxn ang="0">
                <a:pos x="172" y="3"/>
              </a:cxn>
              <a:cxn ang="0">
                <a:pos x="164" y="3"/>
              </a:cxn>
              <a:cxn ang="0">
                <a:pos x="159" y="3"/>
              </a:cxn>
              <a:cxn ang="0">
                <a:pos x="151" y="3"/>
              </a:cxn>
              <a:cxn ang="0">
                <a:pos x="146" y="3"/>
              </a:cxn>
              <a:cxn ang="0">
                <a:pos x="138" y="3"/>
              </a:cxn>
              <a:cxn ang="0">
                <a:pos x="132" y="3"/>
              </a:cxn>
              <a:cxn ang="0">
                <a:pos x="125" y="3"/>
              </a:cxn>
              <a:cxn ang="0">
                <a:pos x="119" y="3"/>
              </a:cxn>
              <a:cxn ang="0">
                <a:pos x="111" y="3"/>
              </a:cxn>
              <a:cxn ang="0">
                <a:pos x="106" y="3"/>
              </a:cxn>
              <a:cxn ang="0">
                <a:pos x="98" y="3"/>
              </a:cxn>
              <a:cxn ang="0">
                <a:pos x="93" y="3"/>
              </a:cxn>
              <a:cxn ang="0">
                <a:pos x="85" y="3"/>
              </a:cxn>
              <a:cxn ang="0">
                <a:pos x="80" y="3"/>
              </a:cxn>
              <a:cxn ang="0">
                <a:pos x="72" y="3"/>
              </a:cxn>
              <a:cxn ang="0">
                <a:pos x="66" y="3"/>
              </a:cxn>
              <a:cxn ang="0">
                <a:pos x="59" y="3"/>
              </a:cxn>
              <a:cxn ang="0">
                <a:pos x="53" y="3"/>
              </a:cxn>
              <a:cxn ang="0">
                <a:pos x="45" y="3"/>
              </a:cxn>
              <a:cxn ang="0">
                <a:pos x="40" y="3"/>
              </a:cxn>
              <a:cxn ang="0">
                <a:pos x="32" y="3"/>
              </a:cxn>
              <a:cxn ang="0">
                <a:pos x="27" y="3"/>
              </a:cxn>
              <a:cxn ang="0">
                <a:pos x="19" y="3"/>
              </a:cxn>
              <a:cxn ang="0">
                <a:pos x="14" y="3"/>
              </a:cxn>
              <a:cxn ang="0">
                <a:pos x="6" y="3"/>
              </a:cxn>
              <a:cxn ang="0">
                <a:pos x="0" y="3"/>
              </a:cxn>
            </a:cxnLst>
            <a:rect l="0" t="0" r="r" b="b"/>
            <a:pathLst>
              <a:path w="375" h="6">
                <a:moveTo>
                  <a:pt x="370" y="3"/>
                </a:moveTo>
                <a:cubicBezTo>
                  <a:pt x="370" y="2"/>
                  <a:pt x="371" y="0"/>
                  <a:pt x="373" y="0"/>
                </a:cubicBezTo>
                <a:cubicBezTo>
                  <a:pt x="373" y="0"/>
                  <a:pt x="373" y="0"/>
                  <a:pt x="373" y="0"/>
                </a:cubicBezTo>
                <a:cubicBezTo>
                  <a:pt x="374" y="0"/>
                  <a:pt x="375" y="2"/>
                  <a:pt x="375" y="3"/>
                </a:cubicBezTo>
                <a:cubicBezTo>
                  <a:pt x="375" y="3"/>
                  <a:pt x="375" y="3"/>
                  <a:pt x="375" y="3"/>
                </a:cubicBezTo>
                <a:cubicBezTo>
                  <a:pt x="375" y="4"/>
                  <a:pt x="374" y="6"/>
                  <a:pt x="373" y="6"/>
                </a:cubicBezTo>
                <a:cubicBezTo>
                  <a:pt x="373" y="6"/>
                  <a:pt x="373" y="6"/>
                  <a:pt x="373" y="6"/>
                </a:cubicBezTo>
                <a:cubicBezTo>
                  <a:pt x="371" y="6"/>
                  <a:pt x="370" y="4"/>
                  <a:pt x="370" y="3"/>
                </a:cubicBezTo>
                <a:close/>
                <a:moveTo>
                  <a:pt x="357" y="3"/>
                </a:moveTo>
                <a:cubicBezTo>
                  <a:pt x="357" y="2"/>
                  <a:pt x="358" y="0"/>
                  <a:pt x="359" y="0"/>
                </a:cubicBezTo>
                <a:cubicBezTo>
                  <a:pt x="359" y="0"/>
                  <a:pt x="359" y="0"/>
                  <a:pt x="359" y="0"/>
                </a:cubicBezTo>
                <a:cubicBezTo>
                  <a:pt x="361" y="0"/>
                  <a:pt x="362" y="2"/>
                  <a:pt x="362" y="3"/>
                </a:cubicBezTo>
                <a:cubicBezTo>
                  <a:pt x="362" y="3"/>
                  <a:pt x="362" y="3"/>
                  <a:pt x="362" y="3"/>
                </a:cubicBezTo>
                <a:cubicBezTo>
                  <a:pt x="362" y="4"/>
                  <a:pt x="361" y="6"/>
                  <a:pt x="359" y="6"/>
                </a:cubicBezTo>
                <a:cubicBezTo>
                  <a:pt x="359" y="6"/>
                  <a:pt x="359" y="6"/>
                  <a:pt x="359" y="6"/>
                </a:cubicBezTo>
                <a:cubicBezTo>
                  <a:pt x="358" y="6"/>
                  <a:pt x="357" y="4"/>
                  <a:pt x="357" y="3"/>
                </a:cubicBezTo>
                <a:close/>
                <a:moveTo>
                  <a:pt x="344" y="3"/>
                </a:moveTo>
                <a:cubicBezTo>
                  <a:pt x="344" y="2"/>
                  <a:pt x="345" y="0"/>
                  <a:pt x="346" y="0"/>
                </a:cubicBezTo>
                <a:cubicBezTo>
                  <a:pt x="346" y="0"/>
                  <a:pt x="346" y="0"/>
                  <a:pt x="346" y="0"/>
                </a:cubicBezTo>
                <a:cubicBezTo>
                  <a:pt x="348" y="0"/>
                  <a:pt x="349" y="2"/>
                  <a:pt x="349" y="3"/>
                </a:cubicBezTo>
                <a:cubicBezTo>
                  <a:pt x="349" y="3"/>
                  <a:pt x="349" y="3"/>
                  <a:pt x="349" y="3"/>
                </a:cubicBezTo>
                <a:cubicBezTo>
                  <a:pt x="349" y="4"/>
                  <a:pt x="348" y="6"/>
                  <a:pt x="346" y="6"/>
                </a:cubicBezTo>
                <a:cubicBezTo>
                  <a:pt x="346" y="6"/>
                  <a:pt x="346" y="6"/>
                  <a:pt x="346" y="6"/>
                </a:cubicBezTo>
                <a:cubicBezTo>
                  <a:pt x="345" y="6"/>
                  <a:pt x="344" y="4"/>
                  <a:pt x="344" y="3"/>
                </a:cubicBezTo>
                <a:close/>
                <a:moveTo>
                  <a:pt x="330" y="3"/>
                </a:moveTo>
                <a:cubicBezTo>
                  <a:pt x="330" y="2"/>
                  <a:pt x="332" y="0"/>
                  <a:pt x="333" y="0"/>
                </a:cubicBezTo>
                <a:cubicBezTo>
                  <a:pt x="333" y="0"/>
                  <a:pt x="333" y="0"/>
                  <a:pt x="333" y="0"/>
                </a:cubicBezTo>
                <a:cubicBezTo>
                  <a:pt x="334" y="0"/>
                  <a:pt x="336" y="2"/>
                  <a:pt x="336" y="3"/>
                </a:cubicBezTo>
                <a:cubicBezTo>
                  <a:pt x="336" y="3"/>
                  <a:pt x="336" y="3"/>
                  <a:pt x="336" y="3"/>
                </a:cubicBezTo>
                <a:cubicBezTo>
                  <a:pt x="336" y="4"/>
                  <a:pt x="334" y="6"/>
                  <a:pt x="333" y="6"/>
                </a:cubicBezTo>
                <a:cubicBezTo>
                  <a:pt x="333" y="6"/>
                  <a:pt x="333" y="6"/>
                  <a:pt x="333" y="6"/>
                </a:cubicBezTo>
                <a:cubicBezTo>
                  <a:pt x="332" y="6"/>
                  <a:pt x="330" y="4"/>
                  <a:pt x="330" y="3"/>
                </a:cubicBezTo>
                <a:close/>
                <a:moveTo>
                  <a:pt x="317" y="3"/>
                </a:moveTo>
                <a:cubicBezTo>
                  <a:pt x="317" y="2"/>
                  <a:pt x="318" y="0"/>
                  <a:pt x="320" y="0"/>
                </a:cubicBezTo>
                <a:cubicBezTo>
                  <a:pt x="320" y="0"/>
                  <a:pt x="320" y="0"/>
                  <a:pt x="320" y="0"/>
                </a:cubicBezTo>
                <a:cubicBezTo>
                  <a:pt x="321" y="0"/>
                  <a:pt x="322" y="2"/>
                  <a:pt x="322" y="3"/>
                </a:cubicBezTo>
                <a:cubicBezTo>
                  <a:pt x="322" y="3"/>
                  <a:pt x="322" y="3"/>
                  <a:pt x="322" y="3"/>
                </a:cubicBezTo>
                <a:cubicBezTo>
                  <a:pt x="322" y="4"/>
                  <a:pt x="321" y="6"/>
                  <a:pt x="320" y="6"/>
                </a:cubicBezTo>
                <a:cubicBezTo>
                  <a:pt x="320" y="6"/>
                  <a:pt x="320" y="6"/>
                  <a:pt x="320" y="6"/>
                </a:cubicBezTo>
                <a:cubicBezTo>
                  <a:pt x="318" y="6"/>
                  <a:pt x="317" y="4"/>
                  <a:pt x="317" y="3"/>
                </a:cubicBezTo>
                <a:close/>
                <a:moveTo>
                  <a:pt x="304" y="3"/>
                </a:moveTo>
                <a:cubicBezTo>
                  <a:pt x="304" y="2"/>
                  <a:pt x="305" y="0"/>
                  <a:pt x="307" y="0"/>
                </a:cubicBezTo>
                <a:cubicBezTo>
                  <a:pt x="307" y="0"/>
                  <a:pt x="307" y="0"/>
                  <a:pt x="307" y="0"/>
                </a:cubicBezTo>
                <a:cubicBezTo>
                  <a:pt x="308" y="0"/>
                  <a:pt x="309" y="2"/>
                  <a:pt x="309" y="3"/>
                </a:cubicBezTo>
                <a:cubicBezTo>
                  <a:pt x="309" y="3"/>
                  <a:pt x="309" y="3"/>
                  <a:pt x="309" y="3"/>
                </a:cubicBezTo>
                <a:cubicBezTo>
                  <a:pt x="309" y="4"/>
                  <a:pt x="308" y="6"/>
                  <a:pt x="307" y="6"/>
                </a:cubicBezTo>
                <a:cubicBezTo>
                  <a:pt x="307" y="6"/>
                  <a:pt x="307" y="6"/>
                  <a:pt x="307" y="6"/>
                </a:cubicBezTo>
                <a:cubicBezTo>
                  <a:pt x="305" y="6"/>
                  <a:pt x="304" y="4"/>
                  <a:pt x="304" y="3"/>
                </a:cubicBezTo>
                <a:close/>
                <a:moveTo>
                  <a:pt x="291" y="3"/>
                </a:moveTo>
                <a:cubicBezTo>
                  <a:pt x="291" y="2"/>
                  <a:pt x="292" y="0"/>
                  <a:pt x="293" y="0"/>
                </a:cubicBezTo>
                <a:cubicBezTo>
                  <a:pt x="293" y="0"/>
                  <a:pt x="293" y="0"/>
                  <a:pt x="293" y="0"/>
                </a:cubicBezTo>
                <a:cubicBezTo>
                  <a:pt x="295" y="0"/>
                  <a:pt x="296" y="2"/>
                  <a:pt x="296" y="3"/>
                </a:cubicBezTo>
                <a:cubicBezTo>
                  <a:pt x="296" y="3"/>
                  <a:pt x="296" y="3"/>
                  <a:pt x="296" y="3"/>
                </a:cubicBezTo>
                <a:cubicBezTo>
                  <a:pt x="296" y="4"/>
                  <a:pt x="295" y="6"/>
                  <a:pt x="293" y="6"/>
                </a:cubicBezTo>
                <a:cubicBezTo>
                  <a:pt x="293" y="6"/>
                  <a:pt x="293" y="6"/>
                  <a:pt x="293" y="6"/>
                </a:cubicBezTo>
                <a:cubicBezTo>
                  <a:pt x="292" y="6"/>
                  <a:pt x="291" y="4"/>
                  <a:pt x="291" y="3"/>
                </a:cubicBezTo>
                <a:close/>
                <a:moveTo>
                  <a:pt x="278" y="3"/>
                </a:moveTo>
                <a:cubicBezTo>
                  <a:pt x="278" y="2"/>
                  <a:pt x="279" y="0"/>
                  <a:pt x="280" y="0"/>
                </a:cubicBezTo>
                <a:cubicBezTo>
                  <a:pt x="280" y="0"/>
                  <a:pt x="280" y="0"/>
                  <a:pt x="280" y="0"/>
                </a:cubicBezTo>
                <a:cubicBezTo>
                  <a:pt x="282" y="0"/>
                  <a:pt x="283" y="2"/>
                  <a:pt x="283" y="3"/>
                </a:cubicBezTo>
                <a:cubicBezTo>
                  <a:pt x="283" y="3"/>
                  <a:pt x="283" y="3"/>
                  <a:pt x="283" y="3"/>
                </a:cubicBezTo>
                <a:cubicBezTo>
                  <a:pt x="283" y="4"/>
                  <a:pt x="282" y="6"/>
                  <a:pt x="280" y="6"/>
                </a:cubicBezTo>
                <a:cubicBezTo>
                  <a:pt x="280" y="6"/>
                  <a:pt x="280" y="6"/>
                  <a:pt x="280" y="6"/>
                </a:cubicBezTo>
                <a:cubicBezTo>
                  <a:pt x="279" y="6"/>
                  <a:pt x="278" y="4"/>
                  <a:pt x="278" y="3"/>
                </a:cubicBezTo>
                <a:close/>
                <a:moveTo>
                  <a:pt x="264" y="3"/>
                </a:moveTo>
                <a:cubicBezTo>
                  <a:pt x="264" y="2"/>
                  <a:pt x="266" y="0"/>
                  <a:pt x="267" y="0"/>
                </a:cubicBezTo>
                <a:cubicBezTo>
                  <a:pt x="267" y="0"/>
                  <a:pt x="267" y="0"/>
                  <a:pt x="267" y="0"/>
                </a:cubicBezTo>
                <a:cubicBezTo>
                  <a:pt x="268" y="0"/>
                  <a:pt x="270" y="2"/>
                  <a:pt x="270" y="3"/>
                </a:cubicBezTo>
                <a:cubicBezTo>
                  <a:pt x="270" y="3"/>
                  <a:pt x="270" y="3"/>
                  <a:pt x="270" y="3"/>
                </a:cubicBezTo>
                <a:cubicBezTo>
                  <a:pt x="270" y="4"/>
                  <a:pt x="268" y="6"/>
                  <a:pt x="267" y="6"/>
                </a:cubicBezTo>
                <a:cubicBezTo>
                  <a:pt x="267" y="6"/>
                  <a:pt x="267" y="6"/>
                  <a:pt x="267" y="6"/>
                </a:cubicBezTo>
                <a:cubicBezTo>
                  <a:pt x="266" y="6"/>
                  <a:pt x="264" y="4"/>
                  <a:pt x="264" y="3"/>
                </a:cubicBezTo>
                <a:close/>
                <a:moveTo>
                  <a:pt x="251" y="3"/>
                </a:moveTo>
                <a:cubicBezTo>
                  <a:pt x="251" y="2"/>
                  <a:pt x="252" y="0"/>
                  <a:pt x="254" y="0"/>
                </a:cubicBezTo>
                <a:cubicBezTo>
                  <a:pt x="254" y="0"/>
                  <a:pt x="254" y="0"/>
                  <a:pt x="254" y="0"/>
                </a:cubicBezTo>
                <a:cubicBezTo>
                  <a:pt x="255" y="0"/>
                  <a:pt x="256" y="2"/>
                  <a:pt x="256" y="3"/>
                </a:cubicBezTo>
                <a:cubicBezTo>
                  <a:pt x="256" y="3"/>
                  <a:pt x="256" y="3"/>
                  <a:pt x="256" y="3"/>
                </a:cubicBezTo>
                <a:cubicBezTo>
                  <a:pt x="256" y="4"/>
                  <a:pt x="255" y="6"/>
                  <a:pt x="254" y="6"/>
                </a:cubicBezTo>
                <a:cubicBezTo>
                  <a:pt x="254" y="6"/>
                  <a:pt x="254" y="6"/>
                  <a:pt x="254" y="6"/>
                </a:cubicBezTo>
                <a:cubicBezTo>
                  <a:pt x="252" y="6"/>
                  <a:pt x="251" y="4"/>
                  <a:pt x="251" y="3"/>
                </a:cubicBezTo>
                <a:close/>
                <a:moveTo>
                  <a:pt x="238" y="3"/>
                </a:moveTo>
                <a:cubicBezTo>
                  <a:pt x="238" y="2"/>
                  <a:pt x="239" y="0"/>
                  <a:pt x="241" y="0"/>
                </a:cubicBezTo>
                <a:cubicBezTo>
                  <a:pt x="241" y="0"/>
                  <a:pt x="241" y="0"/>
                  <a:pt x="241" y="0"/>
                </a:cubicBezTo>
                <a:cubicBezTo>
                  <a:pt x="242" y="0"/>
                  <a:pt x="243" y="2"/>
                  <a:pt x="243" y="3"/>
                </a:cubicBezTo>
                <a:cubicBezTo>
                  <a:pt x="243" y="3"/>
                  <a:pt x="243" y="3"/>
                  <a:pt x="243" y="3"/>
                </a:cubicBezTo>
                <a:cubicBezTo>
                  <a:pt x="243" y="4"/>
                  <a:pt x="242" y="6"/>
                  <a:pt x="241" y="6"/>
                </a:cubicBezTo>
                <a:cubicBezTo>
                  <a:pt x="241" y="6"/>
                  <a:pt x="241" y="6"/>
                  <a:pt x="241" y="6"/>
                </a:cubicBezTo>
                <a:cubicBezTo>
                  <a:pt x="239" y="6"/>
                  <a:pt x="238" y="4"/>
                  <a:pt x="238" y="3"/>
                </a:cubicBezTo>
                <a:close/>
                <a:moveTo>
                  <a:pt x="225" y="3"/>
                </a:moveTo>
                <a:cubicBezTo>
                  <a:pt x="225" y="2"/>
                  <a:pt x="226" y="0"/>
                  <a:pt x="227" y="0"/>
                </a:cubicBezTo>
                <a:cubicBezTo>
                  <a:pt x="227" y="0"/>
                  <a:pt x="227" y="0"/>
                  <a:pt x="227" y="0"/>
                </a:cubicBezTo>
                <a:cubicBezTo>
                  <a:pt x="229" y="0"/>
                  <a:pt x="230" y="2"/>
                  <a:pt x="230" y="3"/>
                </a:cubicBezTo>
                <a:cubicBezTo>
                  <a:pt x="230" y="3"/>
                  <a:pt x="230" y="3"/>
                  <a:pt x="230" y="3"/>
                </a:cubicBezTo>
                <a:cubicBezTo>
                  <a:pt x="230" y="4"/>
                  <a:pt x="229" y="6"/>
                  <a:pt x="227" y="6"/>
                </a:cubicBezTo>
                <a:cubicBezTo>
                  <a:pt x="227" y="6"/>
                  <a:pt x="227" y="6"/>
                  <a:pt x="227" y="6"/>
                </a:cubicBezTo>
                <a:cubicBezTo>
                  <a:pt x="226" y="6"/>
                  <a:pt x="225" y="4"/>
                  <a:pt x="225" y="3"/>
                </a:cubicBezTo>
                <a:close/>
                <a:moveTo>
                  <a:pt x="212" y="3"/>
                </a:moveTo>
                <a:cubicBezTo>
                  <a:pt x="212" y="2"/>
                  <a:pt x="213" y="0"/>
                  <a:pt x="214" y="0"/>
                </a:cubicBezTo>
                <a:cubicBezTo>
                  <a:pt x="214" y="0"/>
                  <a:pt x="214" y="0"/>
                  <a:pt x="214" y="0"/>
                </a:cubicBezTo>
                <a:cubicBezTo>
                  <a:pt x="216" y="0"/>
                  <a:pt x="217" y="2"/>
                  <a:pt x="217" y="3"/>
                </a:cubicBezTo>
                <a:cubicBezTo>
                  <a:pt x="217" y="3"/>
                  <a:pt x="217" y="3"/>
                  <a:pt x="217" y="3"/>
                </a:cubicBezTo>
                <a:cubicBezTo>
                  <a:pt x="217" y="4"/>
                  <a:pt x="216" y="6"/>
                  <a:pt x="214" y="6"/>
                </a:cubicBezTo>
                <a:cubicBezTo>
                  <a:pt x="214" y="6"/>
                  <a:pt x="214" y="6"/>
                  <a:pt x="214" y="6"/>
                </a:cubicBezTo>
                <a:cubicBezTo>
                  <a:pt x="213" y="6"/>
                  <a:pt x="212" y="4"/>
                  <a:pt x="212" y="3"/>
                </a:cubicBezTo>
                <a:close/>
                <a:moveTo>
                  <a:pt x="198" y="3"/>
                </a:moveTo>
                <a:cubicBezTo>
                  <a:pt x="198" y="2"/>
                  <a:pt x="200" y="0"/>
                  <a:pt x="201" y="0"/>
                </a:cubicBezTo>
                <a:cubicBezTo>
                  <a:pt x="201" y="0"/>
                  <a:pt x="201" y="0"/>
                  <a:pt x="201" y="0"/>
                </a:cubicBezTo>
                <a:cubicBezTo>
                  <a:pt x="203" y="0"/>
                  <a:pt x="204" y="2"/>
                  <a:pt x="204" y="3"/>
                </a:cubicBezTo>
                <a:cubicBezTo>
                  <a:pt x="204" y="3"/>
                  <a:pt x="204" y="3"/>
                  <a:pt x="204" y="3"/>
                </a:cubicBezTo>
                <a:cubicBezTo>
                  <a:pt x="204" y="4"/>
                  <a:pt x="203" y="6"/>
                  <a:pt x="201" y="6"/>
                </a:cubicBezTo>
                <a:cubicBezTo>
                  <a:pt x="201" y="6"/>
                  <a:pt x="201" y="6"/>
                  <a:pt x="201" y="6"/>
                </a:cubicBezTo>
                <a:cubicBezTo>
                  <a:pt x="200" y="6"/>
                  <a:pt x="198" y="4"/>
                  <a:pt x="198" y="3"/>
                </a:cubicBezTo>
                <a:close/>
                <a:moveTo>
                  <a:pt x="185" y="3"/>
                </a:moveTo>
                <a:cubicBezTo>
                  <a:pt x="185" y="2"/>
                  <a:pt x="186" y="0"/>
                  <a:pt x="188" y="0"/>
                </a:cubicBezTo>
                <a:cubicBezTo>
                  <a:pt x="188" y="0"/>
                  <a:pt x="188" y="0"/>
                  <a:pt x="188" y="0"/>
                </a:cubicBezTo>
                <a:cubicBezTo>
                  <a:pt x="189" y="0"/>
                  <a:pt x="190" y="2"/>
                  <a:pt x="190" y="3"/>
                </a:cubicBezTo>
                <a:cubicBezTo>
                  <a:pt x="190" y="3"/>
                  <a:pt x="190" y="3"/>
                  <a:pt x="190" y="3"/>
                </a:cubicBezTo>
                <a:cubicBezTo>
                  <a:pt x="190" y="4"/>
                  <a:pt x="189" y="6"/>
                  <a:pt x="188" y="6"/>
                </a:cubicBezTo>
                <a:cubicBezTo>
                  <a:pt x="188" y="6"/>
                  <a:pt x="188" y="6"/>
                  <a:pt x="188" y="6"/>
                </a:cubicBezTo>
                <a:cubicBezTo>
                  <a:pt x="186" y="6"/>
                  <a:pt x="185" y="4"/>
                  <a:pt x="185" y="3"/>
                </a:cubicBezTo>
                <a:close/>
                <a:moveTo>
                  <a:pt x="172" y="3"/>
                </a:moveTo>
                <a:cubicBezTo>
                  <a:pt x="172" y="2"/>
                  <a:pt x="173" y="0"/>
                  <a:pt x="175" y="0"/>
                </a:cubicBezTo>
                <a:cubicBezTo>
                  <a:pt x="175" y="0"/>
                  <a:pt x="175" y="0"/>
                  <a:pt x="175" y="0"/>
                </a:cubicBezTo>
                <a:cubicBezTo>
                  <a:pt x="176" y="0"/>
                  <a:pt x="177" y="2"/>
                  <a:pt x="177" y="3"/>
                </a:cubicBezTo>
                <a:cubicBezTo>
                  <a:pt x="177" y="3"/>
                  <a:pt x="177" y="3"/>
                  <a:pt x="177" y="3"/>
                </a:cubicBezTo>
                <a:cubicBezTo>
                  <a:pt x="177" y="4"/>
                  <a:pt x="176" y="6"/>
                  <a:pt x="175" y="6"/>
                </a:cubicBezTo>
                <a:cubicBezTo>
                  <a:pt x="175" y="6"/>
                  <a:pt x="175" y="6"/>
                  <a:pt x="175" y="6"/>
                </a:cubicBezTo>
                <a:cubicBezTo>
                  <a:pt x="173" y="6"/>
                  <a:pt x="172" y="4"/>
                  <a:pt x="172" y="3"/>
                </a:cubicBezTo>
                <a:close/>
                <a:moveTo>
                  <a:pt x="159" y="3"/>
                </a:moveTo>
                <a:cubicBezTo>
                  <a:pt x="159" y="2"/>
                  <a:pt x="160" y="0"/>
                  <a:pt x="161" y="0"/>
                </a:cubicBezTo>
                <a:cubicBezTo>
                  <a:pt x="161" y="0"/>
                  <a:pt x="161" y="0"/>
                  <a:pt x="161" y="0"/>
                </a:cubicBezTo>
                <a:cubicBezTo>
                  <a:pt x="163" y="0"/>
                  <a:pt x="164" y="2"/>
                  <a:pt x="164" y="3"/>
                </a:cubicBezTo>
                <a:cubicBezTo>
                  <a:pt x="164" y="3"/>
                  <a:pt x="164" y="3"/>
                  <a:pt x="164" y="3"/>
                </a:cubicBezTo>
                <a:cubicBezTo>
                  <a:pt x="164" y="4"/>
                  <a:pt x="163" y="6"/>
                  <a:pt x="161" y="6"/>
                </a:cubicBezTo>
                <a:cubicBezTo>
                  <a:pt x="161" y="6"/>
                  <a:pt x="161" y="6"/>
                  <a:pt x="161" y="6"/>
                </a:cubicBezTo>
                <a:cubicBezTo>
                  <a:pt x="160" y="6"/>
                  <a:pt x="159" y="4"/>
                  <a:pt x="159" y="3"/>
                </a:cubicBezTo>
                <a:close/>
                <a:moveTo>
                  <a:pt x="146" y="3"/>
                </a:moveTo>
                <a:cubicBezTo>
                  <a:pt x="146" y="2"/>
                  <a:pt x="147" y="0"/>
                  <a:pt x="148" y="0"/>
                </a:cubicBezTo>
                <a:cubicBezTo>
                  <a:pt x="148" y="0"/>
                  <a:pt x="148" y="0"/>
                  <a:pt x="148" y="0"/>
                </a:cubicBezTo>
                <a:cubicBezTo>
                  <a:pt x="150" y="0"/>
                  <a:pt x="151" y="2"/>
                  <a:pt x="151" y="3"/>
                </a:cubicBezTo>
                <a:cubicBezTo>
                  <a:pt x="151" y="3"/>
                  <a:pt x="151" y="3"/>
                  <a:pt x="151" y="3"/>
                </a:cubicBezTo>
                <a:cubicBezTo>
                  <a:pt x="151" y="4"/>
                  <a:pt x="150" y="6"/>
                  <a:pt x="148" y="6"/>
                </a:cubicBezTo>
                <a:cubicBezTo>
                  <a:pt x="148" y="6"/>
                  <a:pt x="148" y="6"/>
                  <a:pt x="148" y="6"/>
                </a:cubicBezTo>
                <a:cubicBezTo>
                  <a:pt x="147" y="6"/>
                  <a:pt x="146" y="4"/>
                  <a:pt x="146" y="3"/>
                </a:cubicBezTo>
                <a:close/>
                <a:moveTo>
                  <a:pt x="132" y="3"/>
                </a:moveTo>
                <a:cubicBezTo>
                  <a:pt x="132" y="2"/>
                  <a:pt x="134" y="0"/>
                  <a:pt x="135" y="0"/>
                </a:cubicBezTo>
                <a:cubicBezTo>
                  <a:pt x="135" y="0"/>
                  <a:pt x="135" y="0"/>
                  <a:pt x="135" y="0"/>
                </a:cubicBezTo>
                <a:cubicBezTo>
                  <a:pt x="137" y="0"/>
                  <a:pt x="138" y="2"/>
                  <a:pt x="138" y="3"/>
                </a:cubicBezTo>
                <a:cubicBezTo>
                  <a:pt x="138" y="3"/>
                  <a:pt x="138" y="3"/>
                  <a:pt x="138" y="3"/>
                </a:cubicBezTo>
                <a:cubicBezTo>
                  <a:pt x="138" y="4"/>
                  <a:pt x="137" y="6"/>
                  <a:pt x="135" y="6"/>
                </a:cubicBezTo>
                <a:cubicBezTo>
                  <a:pt x="135" y="6"/>
                  <a:pt x="135" y="6"/>
                  <a:pt x="135" y="6"/>
                </a:cubicBezTo>
                <a:cubicBezTo>
                  <a:pt x="134" y="6"/>
                  <a:pt x="132" y="4"/>
                  <a:pt x="132" y="3"/>
                </a:cubicBezTo>
                <a:close/>
                <a:moveTo>
                  <a:pt x="119" y="3"/>
                </a:moveTo>
                <a:cubicBezTo>
                  <a:pt x="119" y="2"/>
                  <a:pt x="120" y="0"/>
                  <a:pt x="122" y="0"/>
                </a:cubicBezTo>
                <a:cubicBezTo>
                  <a:pt x="122" y="0"/>
                  <a:pt x="122" y="0"/>
                  <a:pt x="122" y="0"/>
                </a:cubicBezTo>
                <a:cubicBezTo>
                  <a:pt x="123" y="0"/>
                  <a:pt x="125" y="2"/>
                  <a:pt x="125" y="3"/>
                </a:cubicBezTo>
                <a:cubicBezTo>
                  <a:pt x="125" y="3"/>
                  <a:pt x="125" y="3"/>
                  <a:pt x="125" y="3"/>
                </a:cubicBezTo>
                <a:cubicBezTo>
                  <a:pt x="125" y="4"/>
                  <a:pt x="123" y="6"/>
                  <a:pt x="122" y="6"/>
                </a:cubicBezTo>
                <a:cubicBezTo>
                  <a:pt x="122" y="6"/>
                  <a:pt x="122" y="6"/>
                  <a:pt x="122" y="6"/>
                </a:cubicBezTo>
                <a:cubicBezTo>
                  <a:pt x="120" y="6"/>
                  <a:pt x="119" y="4"/>
                  <a:pt x="119" y="3"/>
                </a:cubicBezTo>
                <a:close/>
                <a:moveTo>
                  <a:pt x="106" y="3"/>
                </a:moveTo>
                <a:cubicBezTo>
                  <a:pt x="106" y="2"/>
                  <a:pt x="107" y="0"/>
                  <a:pt x="109" y="0"/>
                </a:cubicBezTo>
                <a:cubicBezTo>
                  <a:pt x="109" y="0"/>
                  <a:pt x="109" y="0"/>
                  <a:pt x="109" y="0"/>
                </a:cubicBezTo>
                <a:cubicBezTo>
                  <a:pt x="110" y="0"/>
                  <a:pt x="111" y="2"/>
                  <a:pt x="111" y="3"/>
                </a:cubicBezTo>
                <a:cubicBezTo>
                  <a:pt x="111" y="3"/>
                  <a:pt x="111" y="3"/>
                  <a:pt x="111" y="3"/>
                </a:cubicBezTo>
                <a:cubicBezTo>
                  <a:pt x="111" y="4"/>
                  <a:pt x="110" y="6"/>
                  <a:pt x="109" y="6"/>
                </a:cubicBezTo>
                <a:cubicBezTo>
                  <a:pt x="109" y="6"/>
                  <a:pt x="109" y="6"/>
                  <a:pt x="109" y="6"/>
                </a:cubicBezTo>
                <a:cubicBezTo>
                  <a:pt x="107" y="6"/>
                  <a:pt x="106" y="4"/>
                  <a:pt x="106" y="3"/>
                </a:cubicBezTo>
                <a:close/>
                <a:moveTo>
                  <a:pt x="93" y="3"/>
                </a:moveTo>
                <a:cubicBezTo>
                  <a:pt x="93" y="2"/>
                  <a:pt x="94" y="0"/>
                  <a:pt x="95" y="0"/>
                </a:cubicBezTo>
                <a:cubicBezTo>
                  <a:pt x="95" y="0"/>
                  <a:pt x="95" y="0"/>
                  <a:pt x="95" y="0"/>
                </a:cubicBezTo>
                <a:cubicBezTo>
                  <a:pt x="97" y="0"/>
                  <a:pt x="98" y="2"/>
                  <a:pt x="98" y="3"/>
                </a:cubicBezTo>
                <a:cubicBezTo>
                  <a:pt x="98" y="3"/>
                  <a:pt x="98" y="3"/>
                  <a:pt x="98" y="3"/>
                </a:cubicBezTo>
                <a:cubicBezTo>
                  <a:pt x="98" y="4"/>
                  <a:pt x="97" y="6"/>
                  <a:pt x="95" y="6"/>
                </a:cubicBezTo>
                <a:cubicBezTo>
                  <a:pt x="95" y="6"/>
                  <a:pt x="95" y="6"/>
                  <a:pt x="95" y="6"/>
                </a:cubicBezTo>
                <a:cubicBezTo>
                  <a:pt x="94" y="6"/>
                  <a:pt x="93" y="4"/>
                  <a:pt x="93" y="3"/>
                </a:cubicBezTo>
                <a:close/>
                <a:moveTo>
                  <a:pt x="80" y="3"/>
                </a:moveTo>
                <a:cubicBezTo>
                  <a:pt x="80" y="2"/>
                  <a:pt x="81" y="0"/>
                  <a:pt x="82" y="0"/>
                </a:cubicBezTo>
                <a:cubicBezTo>
                  <a:pt x="82" y="0"/>
                  <a:pt x="82" y="0"/>
                  <a:pt x="82" y="0"/>
                </a:cubicBezTo>
                <a:cubicBezTo>
                  <a:pt x="84" y="0"/>
                  <a:pt x="85" y="2"/>
                  <a:pt x="85" y="3"/>
                </a:cubicBezTo>
                <a:cubicBezTo>
                  <a:pt x="85" y="3"/>
                  <a:pt x="85" y="3"/>
                  <a:pt x="85" y="3"/>
                </a:cubicBezTo>
                <a:cubicBezTo>
                  <a:pt x="85" y="4"/>
                  <a:pt x="84" y="6"/>
                  <a:pt x="82" y="6"/>
                </a:cubicBezTo>
                <a:cubicBezTo>
                  <a:pt x="82" y="6"/>
                  <a:pt x="82" y="6"/>
                  <a:pt x="82" y="6"/>
                </a:cubicBezTo>
                <a:cubicBezTo>
                  <a:pt x="81" y="6"/>
                  <a:pt x="80" y="4"/>
                  <a:pt x="80" y="3"/>
                </a:cubicBezTo>
                <a:close/>
                <a:moveTo>
                  <a:pt x="66" y="3"/>
                </a:moveTo>
                <a:cubicBezTo>
                  <a:pt x="66" y="2"/>
                  <a:pt x="68" y="0"/>
                  <a:pt x="69" y="0"/>
                </a:cubicBezTo>
                <a:cubicBezTo>
                  <a:pt x="69" y="0"/>
                  <a:pt x="69" y="0"/>
                  <a:pt x="69" y="0"/>
                </a:cubicBezTo>
                <a:cubicBezTo>
                  <a:pt x="71" y="0"/>
                  <a:pt x="72" y="2"/>
                  <a:pt x="72" y="3"/>
                </a:cubicBezTo>
                <a:cubicBezTo>
                  <a:pt x="72" y="3"/>
                  <a:pt x="72" y="3"/>
                  <a:pt x="72" y="3"/>
                </a:cubicBezTo>
                <a:cubicBezTo>
                  <a:pt x="72" y="4"/>
                  <a:pt x="71" y="6"/>
                  <a:pt x="69" y="6"/>
                </a:cubicBezTo>
                <a:cubicBezTo>
                  <a:pt x="69" y="6"/>
                  <a:pt x="69" y="6"/>
                  <a:pt x="69" y="6"/>
                </a:cubicBezTo>
                <a:cubicBezTo>
                  <a:pt x="68" y="6"/>
                  <a:pt x="66" y="4"/>
                  <a:pt x="66" y="3"/>
                </a:cubicBezTo>
                <a:close/>
                <a:moveTo>
                  <a:pt x="53" y="3"/>
                </a:moveTo>
                <a:cubicBezTo>
                  <a:pt x="53" y="2"/>
                  <a:pt x="54" y="0"/>
                  <a:pt x="56" y="0"/>
                </a:cubicBezTo>
                <a:cubicBezTo>
                  <a:pt x="56" y="0"/>
                  <a:pt x="56" y="0"/>
                  <a:pt x="56" y="0"/>
                </a:cubicBezTo>
                <a:cubicBezTo>
                  <a:pt x="57" y="0"/>
                  <a:pt x="59" y="2"/>
                  <a:pt x="59" y="3"/>
                </a:cubicBezTo>
                <a:cubicBezTo>
                  <a:pt x="59" y="3"/>
                  <a:pt x="59" y="3"/>
                  <a:pt x="59" y="3"/>
                </a:cubicBezTo>
                <a:cubicBezTo>
                  <a:pt x="59" y="4"/>
                  <a:pt x="57" y="6"/>
                  <a:pt x="56" y="6"/>
                </a:cubicBezTo>
                <a:cubicBezTo>
                  <a:pt x="56" y="6"/>
                  <a:pt x="56" y="6"/>
                  <a:pt x="56" y="6"/>
                </a:cubicBezTo>
                <a:cubicBezTo>
                  <a:pt x="54" y="6"/>
                  <a:pt x="53" y="4"/>
                  <a:pt x="53" y="3"/>
                </a:cubicBezTo>
                <a:close/>
                <a:moveTo>
                  <a:pt x="40" y="3"/>
                </a:moveTo>
                <a:cubicBezTo>
                  <a:pt x="40" y="2"/>
                  <a:pt x="41" y="0"/>
                  <a:pt x="43" y="0"/>
                </a:cubicBezTo>
                <a:cubicBezTo>
                  <a:pt x="43" y="0"/>
                  <a:pt x="43" y="0"/>
                  <a:pt x="43" y="0"/>
                </a:cubicBezTo>
                <a:cubicBezTo>
                  <a:pt x="44" y="0"/>
                  <a:pt x="45" y="2"/>
                  <a:pt x="45" y="3"/>
                </a:cubicBezTo>
                <a:cubicBezTo>
                  <a:pt x="45" y="3"/>
                  <a:pt x="45" y="3"/>
                  <a:pt x="45" y="3"/>
                </a:cubicBezTo>
                <a:cubicBezTo>
                  <a:pt x="45" y="4"/>
                  <a:pt x="44" y="6"/>
                  <a:pt x="43" y="6"/>
                </a:cubicBezTo>
                <a:cubicBezTo>
                  <a:pt x="43" y="6"/>
                  <a:pt x="43" y="6"/>
                  <a:pt x="43" y="6"/>
                </a:cubicBezTo>
                <a:cubicBezTo>
                  <a:pt x="41" y="6"/>
                  <a:pt x="40" y="4"/>
                  <a:pt x="40" y="3"/>
                </a:cubicBezTo>
                <a:close/>
                <a:moveTo>
                  <a:pt x="27" y="3"/>
                </a:moveTo>
                <a:cubicBezTo>
                  <a:pt x="27" y="2"/>
                  <a:pt x="28" y="0"/>
                  <a:pt x="30" y="0"/>
                </a:cubicBezTo>
                <a:cubicBezTo>
                  <a:pt x="30" y="0"/>
                  <a:pt x="30" y="0"/>
                  <a:pt x="30" y="0"/>
                </a:cubicBezTo>
                <a:cubicBezTo>
                  <a:pt x="31" y="0"/>
                  <a:pt x="32" y="2"/>
                  <a:pt x="32" y="3"/>
                </a:cubicBezTo>
                <a:cubicBezTo>
                  <a:pt x="32" y="3"/>
                  <a:pt x="32" y="3"/>
                  <a:pt x="32" y="3"/>
                </a:cubicBezTo>
                <a:cubicBezTo>
                  <a:pt x="32" y="4"/>
                  <a:pt x="31" y="6"/>
                  <a:pt x="30" y="6"/>
                </a:cubicBezTo>
                <a:cubicBezTo>
                  <a:pt x="30" y="6"/>
                  <a:pt x="30" y="6"/>
                  <a:pt x="30" y="6"/>
                </a:cubicBezTo>
                <a:cubicBezTo>
                  <a:pt x="28" y="6"/>
                  <a:pt x="27" y="4"/>
                  <a:pt x="27" y="3"/>
                </a:cubicBezTo>
                <a:close/>
                <a:moveTo>
                  <a:pt x="14" y="3"/>
                </a:moveTo>
                <a:cubicBezTo>
                  <a:pt x="14" y="2"/>
                  <a:pt x="15" y="0"/>
                  <a:pt x="16" y="0"/>
                </a:cubicBezTo>
                <a:cubicBezTo>
                  <a:pt x="16" y="0"/>
                  <a:pt x="16" y="0"/>
                  <a:pt x="16" y="0"/>
                </a:cubicBezTo>
                <a:cubicBezTo>
                  <a:pt x="18" y="0"/>
                  <a:pt x="19" y="2"/>
                  <a:pt x="19" y="3"/>
                </a:cubicBezTo>
                <a:cubicBezTo>
                  <a:pt x="19" y="3"/>
                  <a:pt x="19" y="3"/>
                  <a:pt x="19" y="3"/>
                </a:cubicBezTo>
                <a:cubicBezTo>
                  <a:pt x="19" y="4"/>
                  <a:pt x="18" y="6"/>
                  <a:pt x="16" y="6"/>
                </a:cubicBezTo>
                <a:cubicBezTo>
                  <a:pt x="16" y="6"/>
                  <a:pt x="16" y="6"/>
                  <a:pt x="16" y="6"/>
                </a:cubicBezTo>
                <a:cubicBezTo>
                  <a:pt x="15" y="6"/>
                  <a:pt x="14" y="4"/>
                  <a:pt x="14" y="3"/>
                </a:cubicBezTo>
                <a:close/>
                <a:moveTo>
                  <a:pt x="0" y="3"/>
                </a:moveTo>
                <a:cubicBezTo>
                  <a:pt x="0" y="2"/>
                  <a:pt x="2" y="0"/>
                  <a:pt x="3" y="0"/>
                </a:cubicBezTo>
                <a:cubicBezTo>
                  <a:pt x="3" y="0"/>
                  <a:pt x="3" y="0"/>
                  <a:pt x="3" y="0"/>
                </a:cubicBezTo>
                <a:cubicBezTo>
                  <a:pt x="5" y="0"/>
                  <a:pt x="6" y="2"/>
                  <a:pt x="6" y="3"/>
                </a:cubicBezTo>
                <a:cubicBezTo>
                  <a:pt x="6" y="3"/>
                  <a:pt x="6" y="3"/>
                  <a:pt x="6" y="3"/>
                </a:cubicBezTo>
                <a:cubicBezTo>
                  <a:pt x="6" y="4"/>
                  <a:pt x="5" y="6"/>
                  <a:pt x="3" y="6"/>
                </a:cubicBezTo>
                <a:cubicBezTo>
                  <a:pt x="3" y="6"/>
                  <a:pt x="3" y="6"/>
                  <a:pt x="3" y="6"/>
                </a:cubicBezTo>
                <a:cubicBezTo>
                  <a:pt x="2" y="6"/>
                  <a:pt x="0" y="4"/>
                  <a:pt x="0" y="3"/>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40" name="Freeform 56"/>
          <p:cNvSpPr>
            <a:spLocks noEditPoints="1"/>
          </p:cNvSpPr>
          <p:nvPr/>
        </p:nvSpPr>
        <p:spPr bwMode="auto">
          <a:xfrm>
            <a:off x="1274763" y="4538662"/>
            <a:ext cx="1955800" cy="25400"/>
          </a:xfrm>
          <a:custGeom>
            <a:avLst/>
            <a:gdLst/>
            <a:ahLst/>
            <a:cxnLst>
              <a:cxn ang="0">
                <a:pos x="375" y="3"/>
              </a:cxn>
              <a:cxn ang="0">
                <a:pos x="370" y="3"/>
              </a:cxn>
              <a:cxn ang="0">
                <a:pos x="362" y="3"/>
              </a:cxn>
              <a:cxn ang="0">
                <a:pos x="357" y="3"/>
              </a:cxn>
              <a:cxn ang="0">
                <a:pos x="349" y="3"/>
              </a:cxn>
              <a:cxn ang="0">
                <a:pos x="344" y="3"/>
              </a:cxn>
              <a:cxn ang="0">
                <a:pos x="336" y="3"/>
              </a:cxn>
              <a:cxn ang="0">
                <a:pos x="330" y="3"/>
              </a:cxn>
              <a:cxn ang="0">
                <a:pos x="322" y="3"/>
              </a:cxn>
              <a:cxn ang="0">
                <a:pos x="317" y="3"/>
              </a:cxn>
              <a:cxn ang="0">
                <a:pos x="309" y="3"/>
              </a:cxn>
              <a:cxn ang="0">
                <a:pos x="304" y="3"/>
              </a:cxn>
              <a:cxn ang="0">
                <a:pos x="296" y="3"/>
              </a:cxn>
              <a:cxn ang="0">
                <a:pos x="291" y="3"/>
              </a:cxn>
              <a:cxn ang="0">
                <a:pos x="283" y="3"/>
              </a:cxn>
              <a:cxn ang="0">
                <a:pos x="278" y="3"/>
              </a:cxn>
              <a:cxn ang="0">
                <a:pos x="270" y="3"/>
              </a:cxn>
              <a:cxn ang="0">
                <a:pos x="264" y="3"/>
              </a:cxn>
              <a:cxn ang="0">
                <a:pos x="256" y="3"/>
              </a:cxn>
              <a:cxn ang="0">
                <a:pos x="251" y="3"/>
              </a:cxn>
              <a:cxn ang="0">
                <a:pos x="243" y="3"/>
              </a:cxn>
              <a:cxn ang="0">
                <a:pos x="238" y="3"/>
              </a:cxn>
              <a:cxn ang="0">
                <a:pos x="230" y="3"/>
              </a:cxn>
              <a:cxn ang="0">
                <a:pos x="225" y="3"/>
              </a:cxn>
              <a:cxn ang="0">
                <a:pos x="217" y="3"/>
              </a:cxn>
              <a:cxn ang="0">
                <a:pos x="212" y="3"/>
              </a:cxn>
              <a:cxn ang="0">
                <a:pos x="204" y="3"/>
              </a:cxn>
              <a:cxn ang="0">
                <a:pos x="198" y="3"/>
              </a:cxn>
              <a:cxn ang="0">
                <a:pos x="190" y="3"/>
              </a:cxn>
              <a:cxn ang="0">
                <a:pos x="185" y="3"/>
              </a:cxn>
              <a:cxn ang="0">
                <a:pos x="177" y="3"/>
              </a:cxn>
              <a:cxn ang="0">
                <a:pos x="172" y="3"/>
              </a:cxn>
              <a:cxn ang="0">
                <a:pos x="164" y="3"/>
              </a:cxn>
              <a:cxn ang="0">
                <a:pos x="159" y="3"/>
              </a:cxn>
              <a:cxn ang="0">
                <a:pos x="151" y="3"/>
              </a:cxn>
              <a:cxn ang="0">
                <a:pos x="146" y="3"/>
              </a:cxn>
              <a:cxn ang="0">
                <a:pos x="138" y="3"/>
              </a:cxn>
              <a:cxn ang="0">
                <a:pos x="132" y="3"/>
              </a:cxn>
              <a:cxn ang="0">
                <a:pos x="125" y="3"/>
              </a:cxn>
              <a:cxn ang="0">
                <a:pos x="119" y="3"/>
              </a:cxn>
              <a:cxn ang="0">
                <a:pos x="111" y="3"/>
              </a:cxn>
              <a:cxn ang="0">
                <a:pos x="106" y="3"/>
              </a:cxn>
              <a:cxn ang="0">
                <a:pos x="98" y="3"/>
              </a:cxn>
              <a:cxn ang="0">
                <a:pos x="93" y="3"/>
              </a:cxn>
              <a:cxn ang="0">
                <a:pos x="85" y="3"/>
              </a:cxn>
              <a:cxn ang="0">
                <a:pos x="80" y="3"/>
              </a:cxn>
              <a:cxn ang="0">
                <a:pos x="72" y="3"/>
              </a:cxn>
              <a:cxn ang="0">
                <a:pos x="66" y="3"/>
              </a:cxn>
              <a:cxn ang="0">
                <a:pos x="59" y="3"/>
              </a:cxn>
              <a:cxn ang="0">
                <a:pos x="53" y="3"/>
              </a:cxn>
              <a:cxn ang="0">
                <a:pos x="45" y="3"/>
              </a:cxn>
              <a:cxn ang="0">
                <a:pos x="40" y="3"/>
              </a:cxn>
              <a:cxn ang="0">
                <a:pos x="32" y="3"/>
              </a:cxn>
              <a:cxn ang="0">
                <a:pos x="27" y="3"/>
              </a:cxn>
              <a:cxn ang="0">
                <a:pos x="19" y="3"/>
              </a:cxn>
              <a:cxn ang="0">
                <a:pos x="14" y="3"/>
              </a:cxn>
              <a:cxn ang="0">
                <a:pos x="6" y="3"/>
              </a:cxn>
              <a:cxn ang="0">
                <a:pos x="0" y="3"/>
              </a:cxn>
            </a:cxnLst>
            <a:rect l="0" t="0" r="r" b="b"/>
            <a:pathLst>
              <a:path w="375" h="5">
                <a:moveTo>
                  <a:pt x="370" y="3"/>
                </a:moveTo>
                <a:cubicBezTo>
                  <a:pt x="370" y="1"/>
                  <a:pt x="371" y="0"/>
                  <a:pt x="373" y="0"/>
                </a:cubicBezTo>
                <a:cubicBezTo>
                  <a:pt x="373" y="0"/>
                  <a:pt x="373" y="0"/>
                  <a:pt x="373" y="0"/>
                </a:cubicBezTo>
                <a:cubicBezTo>
                  <a:pt x="374" y="0"/>
                  <a:pt x="375" y="1"/>
                  <a:pt x="375" y="3"/>
                </a:cubicBezTo>
                <a:cubicBezTo>
                  <a:pt x="375" y="3"/>
                  <a:pt x="375" y="3"/>
                  <a:pt x="375" y="3"/>
                </a:cubicBezTo>
                <a:cubicBezTo>
                  <a:pt x="375" y="4"/>
                  <a:pt x="374" y="5"/>
                  <a:pt x="373" y="5"/>
                </a:cubicBezTo>
                <a:cubicBezTo>
                  <a:pt x="373" y="5"/>
                  <a:pt x="373" y="5"/>
                  <a:pt x="373" y="5"/>
                </a:cubicBezTo>
                <a:cubicBezTo>
                  <a:pt x="371" y="5"/>
                  <a:pt x="370" y="4"/>
                  <a:pt x="370" y="3"/>
                </a:cubicBezTo>
                <a:close/>
                <a:moveTo>
                  <a:pt x="357" y="3"/>
                </a:moveTo>
                <a:cubicBezTo>
                  <a:pt x="357" y="1"/>
                  <a:pt x="358" y="0"/>
                  <a:pt x="359" y="0"/>
                </a:cubicBezTo>
                <a:cubicBezTo>
                  <a:pt x="359" y="0"/>
                  <a:pt x="359" y="0"/>
                  <a:pt x="359" y="0"/>
                </a:cubicBezTo>
                <a:cubicBezTo>
                  <a:pt x="361" y="0"/>
                  <a:pt x="362" y="1"/>
                  <a:pt x="362" y="3"/>
                </a:cubicBezTo>
                <a:cubicBezTo>
                  <a:pt x="362" y="3"/>
                  <a:pt x="362" y="3"/>
                  <a:pt x="362" y="3"/>
                </a:cubicBezTo>
                <a:cubicBezTo>
                  <a:pt x="362" y="4"/>
                  <a:pt x="361" y="5"/>
                  <a:pt x="359" y="5"/>
                </a:cubicBezTo>
                <a:cubicBezTo>
                  <a:pt x="359" y="5"/>
                  <a:pt x="359" y="5"/>
                  <a:pt x="359" y="5"/>
                </a:cubicBezTo>
                <a:cubicBezTo>
                  <a:pt x="358" y="5"/>
                  <a:pt x="357" y="4"/>
                  <a:pt x="357" y="3"/>
                </a:cubicBezTo>
                <a:close/>
                <a:moveTo>
                  <a:pt x="344" y="3"/>
                </a:moveTo>
                <a:cubicBezTo>
                  <a:pt x="344" y="1"/>
                  <a:pt x="345" y="0"/>
                  <a:pt x="346" y="0"/>
                </a:cubicBezTo>
                <a:cubicBezTo>
                  <a:pt x="346" y="0"/>
                  <a:pt x="346" y="0"/>
                  <a:pt x="346" y="0"/>
                </a:cubicBezTo>
                <a:cubicBezTo>
                  <a:pt x="348" y="0"/>
                  <a:pt x="349" y="1"/>
                  <a:pt x="349" y="3"/>
                </a:cubicBezTo>
                <a:cubicBezTo>
                  <a:pt x="349" y="3"/>
                  <a:pt x="349" y="3"/>
                  <a:pt x="349" y="3"/>
                </a:cubicBezTo>
                <a:cubicBezTo>
                  <a:pt x="349" y="4"/>
                  <a:pt x="348" y="5"/>
                  <a:pt x="346" y="5"/>
                </a:cubicBezTo>
                <a:cubicBezTo>
                  <a:pt x="346" y="5"/>
                  <a:pt x="346" y="5"/>
                  <a:pt x="346" y="5"/>
                </a:cubicBezTo>
                <a:cubicBezTo>
                  <a:pt x="345" y="5"/>
                  <a:pt x="344" y="4"/>
                  <a:pt x="344" y="3"/>
                </a:cubicBezTo>
                <a:close/>
                <a:moveTo>
                  <a:pt x="330" y="3"/>
                </a:moveTo>
                <a:cubicBezTo>
                  <a:pt x="330" y="1"/>
                  <a:pt x="332" y="0"/>
                  <a:pt x="333" y="0"/>
                </a:cubicBezTo>
                <a:cubicBezTo>
                  <a:pt x="333" y="0"/>
                  <a:pt x="333" y="0"/>
                  <a:pt x="333" y="0"/>
                </a:cubicBezTo>
                <a:cubicBezTo>
                  <a:pt x="334" y="0"/>
                  <a:pt x="336" y="1"/>
                  <a:pt x="336" y="3"/>
                </a:cubicBezTo>
                <a:cubicBezTo>
                  <a:pt x="336" y="3"/>
                  <a:pt x="336" y="3"/>
                  <a:pt x="336" y="3"/>
                </a:cubicBezTo>
                <a:cubicBezTo>
                  <a:pt x="336" y="4"/>
                  <a:pt x="334" y="5"/>
                  <a:pt x="333" y="5"/>
                </a:cubicBezTo>
                <a:cubicBezTo>
                  <a:pt x="333" y="5"/>
                  <a:pt x="333" y="5"/>
                  <a:pt x="333" y="5"/>
                </a:cubicBezTo>
                <a:cubicBezTo>
                  <a:pt x="332" y="5"/>
                  <a:pt x="330" y="4"/>
                  <a:pt x="330" y="3"/>
                </a:cubicBezTo>
                <a:close/>
                <a:moveTo>
                  <a:pt x="317" y="3"/>
                </a:moveTo>
                <a:cubicBezTo>
                  <a:pt x="317" y="1"/>
                  <a:pt x="318" y="0"/>
                  <a:pt x="320" y="0"/>
                </a:cubicBezTo>
                <a:cubicBezTo>
                  <a:pt x="320" y="0"/>
                  <a:pt x="320" y="0"/>
                  <a:pt x="320" y="0"/>
                </a:cubicBezTo>
                <a:cubicBezTo>
                  <a:pt x="321" y="0"/>
                  <a:pt x="322" y="1"/>
                  <a:pt x="322" y="3"/>
                </a:cubicBezTo>
                <a:cubicBezTo>
                  <a:pt x="322" y="3"/>
                  <a:pt x="322" y="3"/>
                  <a:pt x="322" y="3"/>
                </a:cubicBezTo>
                <a:cubicBezTo>
                  <a:pt x="322" y="4"/>
                  <a:pt x="321" y="5"/>
                  <a:pt x="320" y="5"/>
                </a:cubicBezTo>
                <a:cubicBezTo>
                  <a:pt x="320" y="5"/>
                  <a:pt x="320" y="5"/>
                  <a:pt x="320" y="5"/>
                </a:cubicBezTo>
                <a:cubicBezTo>
                  <a:pt x="318" y="5"/>
                  <a:pt x="317" y="4"/>
                  <a:pt x="317" y="3"/>
                </a:cubicBezTo>
                <a:close/>
                <a:moveTo>
                  <a:pt x="304" y="3"/>
                </a:moveTo>
                <a:cubicBezTo>
                  <a:pt x="304" y="1"/>
                  <a:pt x="305" y="0"/>
                  <a:pt x="307" y="0"/>
                </a:cubicBezTo>
                <a:cubicBezTo>
                  <a:pt x="307" y="0"/>
                  <a:pt x="307" y="0"/>
                  <a:pt x="307" y="0"/>
                </a:cubicBezTo>
                <a:cubicBezTo>
                  <a:pt x="308" y="0"/>
                  <a:pt x="309" y="1"/>
                  <a:pt x="309" y="3"/>
                </a:cubicBezTo>
                <a:cubicBezTo>
                  <a:pt x="309" y="3"/>
                  <a:pt x="309" y="3"/>
                  <a:pt x="309" y="3"/>
                </a:cubicBezTo>
                <a:cubicBezTo>
                  <a:pt x="309" y="4"/>
                  <a:pt x="308" y="5"/>
                  <a:pt x="307" y="5"/>
                </a:cubicBezTo>
                <a:cubicBezTo>
                  <a:pt x="307" y="5"/>
                  <a:pt x="307" y="5"/>
                  <a:pt x="307" y="5"/>
                </a:cubicBezTo>
                <a:cubicBezTo>
                  <a:pt x="305" y="5"/>
                  <a:pt x="304" y="4"/>
                  <a:pt x="304" y="3"/>
                </a:cubicBezTo>
                <a:close/>
                <a:moveTo>
                  <a:pt x="291" y="3"/>
                </a:moveTo>
                <a:cubicBezTo>
                  <a:pt x="291" y="1"/>
                  <a:pt x="292" y="0"/>
                  <a:pt x="293" y="0"/>
                </a:cubicBezTo>
                <a:cubicBezTo>
                  <a:pt x="293" y="0"/>
                  <a:pt x="293" y="0"/>
                  <a:pt x="293" y="0"/>
                </a:cubicBezTo>
                <a:cubicBezTo>
                  <a:pt x="295" y="0"/>
                  <a:pt x="296" y="1"/>
                  <a:pt x="296" y="3"/>
                </a:cubicBezTo>
                <a:cubicBezTo>
                  <a:pt x="296" y="3"/>
                  <a:pt x="296" y="3"/>
                  <a:pt x="296" y="3"/>
                </a:cubicBezTo>
                <a:cubicBezTo>
                  <a:pt x="296" y="4"/>
                  <a:pt x="295" y="5"/>
                  <a:pt x="293" y="5"/>
                </a:cubicBezTo>
                <a:cubicBezTo>
                  <a:pt x="293" y="5"/>
                  <a:pt x="293" y="5"/>
                  <a:pt x="293" y="5"/>
                </a:cubicBezTo>
                <a:cubicBezTo>
                  <a:pt x="292" y="5"/>
                  <a:pt x="291" y="4"/>
                  <a:pt x="291" y="3"/>
                </a:cubicBezTo>
                <a:close/>
                <a:moveTo>
                  <a:pt x="278" y="3"/>
                </a:moveTo>
                <a:cubicBezTo>
                  <a:pt x="278" y="1"/>
                  <a:pt x="279" y="0"/>
                  <a:pt x="280" y="0"/>
                </a:cubicBezTo>
                <a:cubicBezTo>
                  <a:pt x="280" y="0"/>
                  <a:pt x="280" y="0"/>
                  <a:pt x="280" y="0"/>
                </a:cubicBezTo>
                <a:cubicBezTo>
                  <a:pt x="282" y="0"/>
                  <a:pt x="283" y="1"/>
                  <a:pt x="283" y="3"/>
                </a:cubicBezTo>
                <a:cubicBezTo>
                  <a:pt x="283" y="3"/>
                  <a:pt x="283" y="3"/>
                  <a:pt x="283" y="3"/>
                </a:cubicBezTo>
                <a:cubicBezTo>
                  <a:pt x="283" y="4"/>
                  <a:pt x="282" y="5"/>
                  <a:pt x="280" y="5"/>
                </a:cubicBezTo>
                <a:cubicBezTo>
                  <a:pt x="280" y="5"/>
                  <a:pt x="280" y="5"/>
                  <a:pt x="280" y="5"/>
                </a:cubicBezTo>
                <a:cubicBezTo>
                  <a:pt x="279" y="5"/>
                  <a:pt x="278" y="4"/>
                  <a:pt x="278" y="3"/>
                </a:cubicBezTo>
                <a:close/>
                <a:moveTo>
                  <a:pt x="264" y="3"/>
                </a:moveTo>
                <a:cubicBezTo>
                  <a:pt x="264" y="1"/>
                  <a:pt x="266" y="0"/>
                  <a:pt x="267" y="0"/>
                </a:cubicBezTo>
                <a:cubicBezTo>
                  <a:pt x="267" y="0"/>
                  <a:pt x="267" y="0"/>
                  <a:pt x="267" y="0"/>
                </a:cubicBezTo>
                <a:cubicBezTo>
                  <a:pt x="268" y="0"/>
                  <a:pt x="270" y="1"/>
                  <a:pt x="270" y="3"/>
                </a:cubicBezTo>
                <a:cubicBezTo>
                  <a:pt x="270" y="3"/>
                  <a:pt x="270" y="3"/>
                  <a:pt x="270" y="3"/>
                </a:cubicBezTo>
                <a:cubicBezTo>
                  <a:pt x="270" y="4"/>
                  <a:pt x="268" y="5"/>
                  <a:pt x="267" y="5"/>
                </a:cubicBezTo>
                <a:cubicBezTo>
                  <a:pt x="267" y="5"/>
                  <a:pt x="267" y="5"/>
                  <a:pt x="267" y="5"/>
                </a:cubicBezTo>
                <a:cubicBezTo>
                  <a:pt x="266" y="5"/>
                  <a:pt x="264" y="4"/>
                  <a:pt x="264" y="3"/>
                </a:cubicBezTo>
                <a:close/>
                <a:moveTo>
                  <a:pt x="251" y="3"/>
                </a:moveTo>
                <a:cubicBezTo>
                  <a:pt x="251" y="1"/>
                  <a:pt x="252" y="0"/>
                  <a:pt x="254" y="0"/>
                </a:cubicBezTo>
                <a:cubicBezTo>
                  <a:pt x="254" y="0"/>
                  <a:pt x="254" y="0"/>
                  <a:pt x="254" y="0"/>
                </a:cubicBezTo>
                <a:cubicBezTo>
                  <a:pt x="255" y="0"/>
                  <a:pt x="256" y="1"/>
                  <a:pt x="256" y="3"/>
                </a:cubicBezTo>
                <a:cubicBezTo>
                  <a:pt x="256" y="3"/>
                  <a:pt x="256" y="3"/>
                  <a:pt x="256" y="3"/>
                </a:cubicBezTo>
                <a:cubicBezTo>
                  <a:pt x="256" y="4"/>
                  <a:pt x="255" y="5"/>
                  <a:pt x="254" y="5"/>
                </a:cubicBezTo>
                <a:cubicBezTo>
                  <a:pt x="254" y="5"/>
                  <a:pt x="254" y="5"/>
                  <a:pt x="254" y="5"/>
                </a:cubicBezTo>
                <a:cubicBezTo>
                  <a:pt x="252" y="5"/>
                  <a:pt x="251" y="4"/>
                  <a:pt x="251" y="3"/>
                </a:cubicBezTo>
                <a:close/>
                <a:moveTo>
                  <a:pt x="238" y="3"/>
                </a:moveTo>
                <a:cubicBezTo>
                  <a:pt x="238" y="1"/>
                  <a:pt x="239" y="0"/>
                  <a:pt x="241" y="0"/>
                </a:cubicBezTo>
                <a:cubicBezTo>
                  <a:pt x="241" y="0"/>
                  <a:pt x="241" y="0"/>
                  <a:pt x="241" y="0"/>
                </a:cubicBezTo>
                <a:cubicBezTo>
                  <a:pt x="242" y="0"/>
                  <a:pt x="243" y="1"/>
                  <a:pt x="243" y="3"/>
                </a:cubicBezTo>
                <a:cubicBezTo>
                  <a:pt x="243" y="3"/>
                  <a:pt x="243" y="3"/>
                  <a:pt x="243" y="3"/>
                </a:cubicBezTo>
                <a:cubicBezTo>
                  <a:pt x="243" y="4"/>
                  <a:pt x="242" y="5"/>
                  <a:pt x="241" y="5"/>
                </a:cubicBezTo>
                <a:cubicBezTo>
                  <a:pt x="241" y="5"/>
                  <a:pt x="241" y="5"/>
                  <a:pt x="241" y="5"/>
                </a:cubicBezTo>
                <a:cubicBezTo>
                  <a:pt x="239" y="5"/>
                  <a:pt x="238" y="4"/>
                  <a:pt x="238" y="3"/>
                </a:cubicBezTo>
                <a:close/>
                <a:moveTo>
                  <a:pt x="225" y="3"/>
                </a:moveTo>
                <a:cubicBezTo>
                  <a:pt x="225" y="1"/>
                  <a:pt x="226" y="0"/>
                  <a:pt x="227" y="0"/>
                </a:cubicBezTo>
                <a:cubicBezTo>
                  <a:pt x="227" y="0"/>
                  <a:pt x="227" y="0"/>
                  <a:pt x="227" y="0"/>
                </a:cubicBezTo>
                <a:cubicBezTo>
                  <a:pt x="229" y="0"/>
                  <a:pt x="230" y="1"/>
                  <a:pt x="230" y="3"/>
                </a:cubicBezTo>
                <a:cubicBezTo>
                  <a:pt x="230" y="3"/>
                  <a:pt x="230" y="3"/>
                  <a:pt x="230" y="3"/>
                </a:cubicBezTo>
                <a:cubicBezTo>
                  <a:pt x="230" y="4"/>
                  <a:pt x="229" y="5"/>
                  <a:pt x="227" y="5"/>
                </a:cubicBezTo>
                <a:cubicBezTo>
                  <a:pt x="227" y="5"/>
                  <a:pt x="227" y="5"/>
                  <a:pt x="227" y="5"/>
                </a:cubicBezTo>
                <a:cubicBezTo>
                  <a:pt x="226" y="5"/>
                  <a:pt x="225" y="4"/>
                  <a:pt x="225" y="3"/>
                </a:cubicBezTo>
                <a:close/>
                <a:moveTo>
                  <a:pt x="212" y="3"/>
                </a:moveTo>
                <a:cubicBezTo>
                  <a:pt x="212" y="1"/>
                  <a:pt x="213" y="0"/>
                  <a:pt x="214" y="0"/>
                </a:cubicBezTo>
                <a:cubicBezTo>
                  <a:pt x="214" y="0"/>
                  <a:pt x="214" y="0"/>
                  <a:pt x="214" y="0"/>
                </a:cubicBezTo>
                <a:cubicBezTo>
                  <a:pt x="216" y="0"/>
                  <a:pt x="217" y="1"/>
                  <a:pt x="217" y="3"/>
                </a:cubicBezTo>
                <a:cubicBezTo>
                  <a:pt x="217" y="3"/>
                  <a:pt x="217" y="3"/>
                  <a:pt x="217" y="3"/>
                </a:cubicBezTo>
                <a:cubicBezTo>
                  <a:pt x="217" y="4"/>
                  <a:pt x="216" y="5"/>
                  <a:pt x="214" y="5"/>
                </a:cubicBezTo>
                <a:cubicBezTo>
                  <a:pt x="214" y="5"/>
                  <a:pt x="214" y="5"/>
                  <a:pt x="214" y="5"/>
                </a:cubicBezTo>
                <a:cubicBezTo>
                  <a:pt x="213" y="5"/>
                  <a:pt x="212" y="4"/>
                  <a:pt x="212" y="3"/>
                </a:cubicBezTo>
                <a:close/>
                <a:moveTo>
                  <a:pt x="198" y="3"/>
                </a:moveTo>
                <a:cubicBezTo>
                  <a:pt x="198" y="1"/>
                  <a:pt x="200" y="0"/>
                  <a:pt x="201" y="0"/>
                </a:cubicBezTo>
                <a:cubicBezTo>
                  <a:pt x="201" y="0"/>
                  <a:pt x="201" y="0"/>
                  <a:pt x="201" y="0"/>
                </a:cubicBezTo>
                <a:cubicBezTo>
                  <a:pt x="203" y="0"/>
                  <a:pt x="204" y="1"/>
                  <a:pt x="204" y="3"/>
                </a:cubicBezTo>
                <a:cubicBezTo>
                  <a:pt x="204" y="3"/>
                  <a:pt x="204" y="3"/>
                  <a:pt x="204" y="3"/>
                </a:cubicBezTo>
                <a:cubicBezTo>
                  <a:pt x="204" y="4"/>
                  <a:pt x="203" y="5"/>
                  <a:pt x="201" y="5"/>
                </a:cubicBezTo>
                <a:cubicBezTo>
                  <a:pt x="201" y="5"/>
                  <a:pt x="201" y="5"/>
                  <a:pt x="201" y="5"/>
                </a:cubicBezTo>
                <a:cubicBezTo>
                  <a:pt x="200" y="5"/>
                  <a:pt x="198" y="4"/>
                  <a:pt x="198" y="3"/>
                </a:cubicBezTo>
                <a:close/>
                <a:moveTo>
                  <a:pt x="185" y="3"/>
                </a:moveTo>
                <a:cubicBezTo>
                  <a:pt x="185" y="1"/>
                  <a:pt x="186" y="0"/>
                  <a:pt x="188" y="0"/>
                </a:cubicBezTo>
                <a:cubicBezTo>
                  <a:pt x="188" y="0"/>
                  <a:pt x="188" y="0"/>
                  <a:pt x="188" y="0"/>
                </a:cubicBezTo>
                <a:cubicBezTo>
                  <a:pt x="189" y="0"/>
                  <a:pt x="190" y="1"/>
                  <a:pt x="190" y="3"/>
                </a:cubicBezTo>
                <a:cubicBezTo>
                  <a:pt x="190" y="3"/>
                  <a:pt x="190" y="3"/>
                  <a:pt x="190" y="3"/>
                </a:cubicBezTo>
                <a:cubicBezTo>
                  <a:pt x="190" y="4"/>
                  <a:pt x="189" y="5"/>
                  <a:pt x="188" y="5"/>
                </a:cubicBezTo>
                <a:cubicBezTo>
                  <a:pt x="188" y="5"/>
                  <a:pt x="188" y="5"/>
                  <a:pt x="188" y="5"/>
                </a:cubicBezTo>
                <a:cubicBezTo>
                  <a:pt x="186" y="5"/>
                  <a:pt x="185" y="4"/>
                  <a:pt x="185" y="3"/>
                </a:cubicBezTo>
                <a:close/>
                <a:moveTo>
                  <a:pt x="172" y="3"/>
                </a:moveTo>
                <a:cubicBezTo>
                  <a:pt x="172" y="1"/>
                  <a:pt x="173" y="0"/>
                  <a:pt x="175" y="0"/>
                </a:cubicBezTo>
                <a:cubicBezTo>
                  <a:pt x="175" y="0"/>
                  <a:pt x="175" y="0"/>
                  <a:pt x="175" y="0"/>
                </a:cubicBezTo>
                <a:cubicBezTo>
                  <a:pt x="176" y="0"/>
                  <a:pt x="177" y="1"/>
                  <a:pt x="177" y="3"/>
                </a:cubicBezTo>
                <a:cubicBezTo>
                  <a:pt x="177" y="3"/>
                  <a:pt x="177" y="3"/>
                  <a:pt x="177" y="3"/>
                </a:cubicBezTo>
                <a:cubicBezTo>
                  <a:pt x="177" y="4"/>
                  <a:pt x="176" y="5"/>
                  <a:pt x="175" y="5"/>
                </a:cubicBezTo>
                <a:cubicBezTo>
                  <a:pt x="175" y="5"/>
                  <a:pt x="175" y="5"/>
                  <a:pt x="175" y="5"/>
                </a:cubicBezTo>
                <a:cubicBezTo>
                  <a:pt x="173" y="5"/>
                  <a:pt x="172" y="4"/>
                  <a:pt x="172" y="3"/>
                </a:cubicBezTo>
                <a:close/>
                <a:moveTo>
                  <a:pt x="159" y="3"/>
                </a:moveTo>
                <a:cubicBezTo>
                  <a:pt x="159" y="1"/>
                  <a:pt x="160" y="0"/>
                  <a:pt x="161" y="0"/>
                </a:cubicBezTo>
                <a:cubicBezTo>
                  <a:pt x="161" y="0"/>
                  <a:pt x="161" y="0"/>
                  <a:pt x="161" y="0"/>
                </a:cubicBezTo>
                <a:cubicBezTo>
                  <a:pt x="163" y="0"/>
                  <a:pt x="164" y="1"/>
                  <a:pt x="164" y="3"/>
                </a:cubicBezTo>
                <a:cubicBezTo>
                  <a:pt x="164" y="3"/>
                  <a:pt x="164" y="3"/>
                  <a:pt x="164" y="3"/>
                </a:cubicBezTo>
                <a:cubicBezTo>
                  <a:pt x="164" y="4"/>
                  <a:pt x="163" y="5"/>
                  <a:pt x="161" y="5"/>
                </a:cubicBezTo>
                <a:cubicBezTo>
                  <a:pt x="161" y="5"/>
                  <a:pt x="161" y="5"/>
                  <a:pt x="161" y="5"/>
                </a:cubicBezTo>
                <a:cubicBezTo>
                  <a:pt x="160" y="5"/>
                  <a:pt x="159" y="4"/>
                  <a:pt x="159" y="3"/>
                </a:cubicBezTo>
                <a:close/>
                <a:moveTo>
                  <a:pt x="146" y="3"/>
                </a:moveTo>
                <a:cubicBezTo>
                  <a:pt x="146" y="1"/>
                  <a:pt x="147" y="0"/>
                  <a:pt x="148" y="0"/>
                </a:cubicBezTo>
                <a:cubicBezTo>
                  <a:pt x="148" y="0"/>
                  <a:pt x="148" y="0"/>
                  <a:pt x="148" y="0"/>
                </a:cubicBezTo>
                <a:cubicBezTo>
                  <a:pt x="150" y="0"/>
                  <a:pt x="151" y="1"/>
                  <a:pt x="151" y="3"/>
                </a:cubicBezTo>
                <a:cubicBezTo>
                  <a:pt x="151" y="3"/>
                  <a:pt x="151" y="3"/>
                  <a:pt x="151" y="3"/>
                </a:cubicBezTo>
                <a:cubicBezTo>
                  <a:pt x="151" y="4"/>
                  <a:pt x="150" y="5"/>
                  <a:pt x="148" y="5"/>
                </a:cubicBezTo>
                <a:cubicBezTo>
                  <a:pt x="148" y="5"/>
                  <a:pt x="148" y="5"/>
                  <a:pt x="148" y="5"/>
                </a:cubicBezTo>
                <a:cubicBezTo>
                  <a:pt x="147" y="5"/>
                  <a:pt x="146" y="4"/>
                  <a:pt x="146" y="3"/>
                </a:cubicBezTo>
                <a:close/>
                <a:moveTo>
                  <a:pt x="132" y="3"/>
                </a:moveTo>
                <a:cubicBezTo>
                  <a:pt x="132" y="1"/>
                  <a:pt x="134" y="0"/>
                  <a:pt x="135" y="0"/>
                </a:cubicBezTo>
                <a:cubicBezTo>
                  <a:pt x="135" y="0"/>
                  <a:pt x="135" y="0"/>
                  <a:pt x="135" y="0"/>
                </a:cubicBezTo>
                <a:cubicBezTo>
                  <a:pt x="137" y="0"/>
                  <a:pt x="138" y="1"/>
                  <a:pt x="138" y="3"/>
                </a:cubicBezTo>
                <a:cubicBezTo>
                  <a:pt x="138" y="3"/>
                  <a:pt x="138" y="3"/>
                  <a:pt x="138" y="3"/>
                </a:cubicBezTo>
                <a:cubicBezTo>
                  <a:pt x="138" y="4"/>
                  <a:pt x="137" y="5"/>
                  <a:pt x="135" y="5"/>
                </a:cubicBezTo>
                <a:cubicBezTo>
                  <a:pt x="135" y="5"/>
                  <a:pt x="135" y="5"/>
                  <a:pt x="135" y="5"/>
                </a:cubicBezTo>
                <a:cubicBezTo>
                  <a:pt x="134" y="5"/>
                  <a:pt x="132" y="4"/>
                  <a:pt x="132" y="3"/>
                </a:cubicBezTo>
                <a:close/>
                <a:moveTo>
                  <a:pt x="119" y="3"/>
                </a:moveTo>
                <a:cubicBezTo>
                  <a:pt x="119" y="1"/>
                  <a:pt x="120" y="0"/>
                  <a:pt x="122" y="0"/>
                </a:cubicBezTo>
                <a:cubicBezTo>
                  <a:pt x="122" y="0"/>
                  <a:pt x="122" y="0"/>
                  <a:pt x="122" y="0"/>
                </a:cubicBezTo>
                <a:cubicBezTo>
                  <a:pt x="123" y="0"/>
                  <a:pt x="125" y="1"/>
                  <a:pt x="125" y="3"/>
                </a:cubicBezTo>
                <a:cubicBezTo>
                  <a:pt x="125" y="3"/>
                  <a:pt x="125" y="3"/>
                  <a:pt x="125" y="3"/>
                </a:cubicBezTo>
                <a:cubicBezTo>
                  <a:pt x="125" y="4"/>
                  <a:pt x="123" y="5"/>
                  <a:pt x="122" y="5"/>
                </a:cubicBezTo>
                <a:cubicBezTo>
                  <a:pt x="122" y="5"/>
                  <a:pt x="122" y="5"/>
                  <a:pt x="122" y="5"/>
                </a:cubicBezTo>
                <a:cubicBezTo>
                  <a:pt x="120" y="5"/>
                  <a:pt x="119" y="4"/>
                  <a:pt x="119" y="3"/>
                </a:cubicBezTo>
                <a:close/>
                <a:moveTo>
                  <a:pt x="106" y="3"/>
                </a:moveTo>
                <a:cubicBezTo>
                  <a:pt x="106" y="1"/>
                  <a:pt x="107" y="0"/>
                  <a:pt x="109" y="0"/>
                </a:cubicBezTo>
                <a:cubicBezTo>
                  <a:pt x="109" y="0"/>
                  <a:pt x="109" y="0"/>
                  <a:pt x="109" y="0"/>
                </a:cubicBezTo>
                <a:cubicBezTo>
                  <a:pt x="110" y="0"/>
                  <a:pt x="111" y="1"/>
                  <a:pt x="111" y="3"/>
                </a:cubicBezTo>
                <a:cubicBezTo>
                  <a:pt x="111" y="3"/>
                  <a:pt x="111" y="3"/>
                  <a:pt x="111" y="3"/>
                </a:cubicBezTo>
                <a:cubicBezTo>
                  <a:pt x="111" y="4"/>
                  <a:pt x="110" y="5"/>
                  <a:pt x="109" y="5"/>
                </a:cubicBezTo>
                <a:cubicBezTo>
                  <a:pt x="109" y="5"/>
                  <a:pt x="109" y="5"/>
                  <a:pt x="109" y="5"/>
                </a:cubicBezTo>
                <a:cubicBezTo>
                  <a:pt x="107" y="5"/>
                  <a:pt x="106" y="4"/>
                  <a:pt x="106" y="3"/>
                </a:cubicBezTo>
                <a:close/>
                <a:moveTo>
                  <a:pt x="93" y="3"/>
                </a:moveTo>
                <a:cubicBezTo>
                  <a:pt x="93" y="1"/>
                  <a:pt x="94" y="0"/>
                  <a:pt x="95" y="0"/>
                </a:cubicBezTo>
                <a:cubicBezTo>
                  <a:pt x="95" y="0"/>
                  <a:pt x="95" y="0"/>
                  <a:pt x="95" y="0"/>
                </a:cubicBezTo>
                <a:cubicBezTo>
                  <a:pt x="97" y="0"/>
                  <a:pt x="98" y="1"/>
                  <a:pt x="98" y="3"/>
                </a:cubicBezTo>
                <a:cubicBezTo>
                  <a:pt x="98" y="3"/>
                  <a:pt x="98" y="3"/>
                  <a:pt x="98" y="3"/>
                </a:cubicBezTo>
                <a:cubicBezTo>
                  <a:pt x="98" y="4"/>
                  <a:pt x="97" y="5"/>
                  <a:pt x="95" y="5"/>
                </a:cubicBezTo>
                <a:cubicBezTo>
                  <a:pt x="95" y="5"/>
                  <a:pt x="95" y="5"/>
                  <a:pt x="95" y="5"/>
                </a:cubicBezTo>
                <a:cubicBezTo>
                  <a:pt x="94" y="5"/>
                  <a:pt x="93" y="4"/>
                  <a:pt x="93" y="3"/>
                </a:cubicBezTo>
                <a:close/>
                <a:moveTo>
                  <a:pt x="80" y="3"/>
                </a:moveTo>
                <a:cubicBezTo>
                  <a:pt x="80" y="1"/>
                  <a:pt x="81" y="0"/>
                  <a:pt x="82" y="0"/>
                </a:cubicBezTo>
                <a:cubicBezTo>
                  <a:pt x="82" y="0"/>
                  <a:pt x="82" y="0"/>
                  <a:pt x="82" y="0"/>
                </a:cubicBezTo>
                <a:cubicBezTo>
                  <a:pt x="84" y="0"/>
                  <a:pt x="85" y="1"/>
                  <a:pt x="85" y="3"/>
                </a:cubicBezTo>
                <a:cubicBezTo>
                  <a:pt x="85" y="3"/>
                  <a:pt x="85" y="3"/>
                  <a:pt x="85" y="3"/>
                </a:cubicBezTo>
                <a:cubicBezTo>
                  <a:pt x="85" y="4"/>
                  <a:pt x="84" y="5"/>
                  <a:pt x="82" y="5"/>
                </a:cubicBezTo>
                <a:cubicBezTo>
                  <a:pt x="82" y="5"/>
                  <a:pt x="82" y="5"/>
                  <a:pt x="82" y="5"/>
                </a:cubicBezTo>
                <a:cubicBezTo>
                  <a:pt x="81" y="5"/>
                  <a:pt x="80" y="4"/>
                  <a:pt x="80" y="3"/>
                </a:cubicBezTo>
                <a:close/>
                <a:moveTo>
                  <a:pt x="66" y="3"/>
                </a:moveTo>
                <a:cubicBezTo>
                  <a:pt x="66" y="1"/>
                  <a:pt x="68" y="0"/>
                  <a:pt x="69" y="0"/>
                </a:cubicBezTo>
                <a:cubicBezTo>
                  <a:pt x="69" y="0"/>
                  <a:pt x="69" y="0"/>
                  <a:pt x="69" y="0"/>
                </a:cubicBezTo>
                <a:cubicBezTo>
                  <a:pt x="71" y="0"/>
                  <a:pt x="72" y="1"/>
                  <a:pt x="72" y="3"/>
                </a:cubicBezTo>
                <a:cubicBezTo>
                  <a:pt x="72" y="3"/>
                  <a:pt x="72" y="3"/>
                  <a:pt x="72" y="3"/>
                </a:cubicBezTo>
                <a:cubicBezTo>
                  <a:pt x="72" y="4"/>
                  <a:pt x="71" y="5"/>
                  <a:pt x="69" y="5"/>
                </a:cubicBezTo>
                <a:cubicBezTo>
                  <a:pt x="69" y="5"/>
                  <a:pt x="69" y="5"/>
                  <a:pt x="69" y="5"/>
                </a:cubicBezTo>
                <a:cubicBezTo>
                  <a:pt x="68" y="5"/>
                  <a:pt x="66" y="4"/>
                  <a:pt x="66" y="3"/>
                </a:cubicBezTo>
                <a:close/>
                <a:moveTo>
                  <a:pt x="53" y="3"/>
                </a:moveTo>
                <a:cubicBezTo>
                  <a:pt x="53" y="1"/>
                  <a:pt x="54" y="0"/>
                  <a:pt x="56" y="0"/>
                </a:cubicBezTo>
                <a:cubicBezTo>
                  <a:pt x="56" y="0"/>
                  <a:pt x="56" y="0"/>
                  <a:pt x="56" y="0"/>
                </a:cubicBezTo>
                <a:cubicBezTo>
                  <a:pt x="57" y="0"/>
                  <a:pt x="59" y="1"/>
                  <a:pt x="59" y="3"/>
                </a:cubicBezTo>
                <a:cubicBezTo>
                  <a:pt x="59" y="3"/>
                  <a:pt x="59" y="3"/>
                  <a:pt x="59" y="3"/>
                </a:cubicBezTo>
                <a:cubicBezTo>
                  <a:pt x="59" y="4"/>
                  <a:pt x="57" y="5"/>
                  <a:pt x="56" y="5"/>
                </a:cubicBezTo>
                <a:cubicBezTo>
                  <a:pt x="56" y="5"/>
                  <a:pt x="56" y="5"/>
                  <a:pt x="56" y="5"/>
                </a:cubicBezTo>
                <a:cubicBezTo>
                  <a:pt x="54" y="5"/>
                  <a:pt x="53" y="4"/>
                  <a:pt x="53" y="3"/>
                </a:cubicBezTo>
                <a:close/>
                <a:moveTo>
                  <a:pt x="40" y="3"/>
                </a:moveTo>
                <a:cubicBezTo>
                  <a:pt x="40" y="1"/>
                  <a:pt x="41" y="0"/>
                  <a:pt x="43" y="0"/>
                </a:cubicBezTo>
                <a:cubicBezTo>
                  <a:pt x="43" y="0"/>
                  <a:pt x="43" y="0"/>
                  <a:pt x="43" y="0"/>
                </a:cubicBezTo>
                <a:cubicBezTo>
                  <a:pt x="44" y="0"/>
                  <a:pt x="45" y="1"/>
                  <a:pt x="45" y="3"/>
                </a:cubicBezTo>
                <a:cubicBezTo>
                  <a:pt x="45" y="3"/>
                  <a:pt x="45" y="3"/>
                  <a:pt x="45" y="3"/>
                </a:cubicBezTo>
                <a:cubicBezTo>
                  <a:pt x="45" y="4"/>
                  <a:pt x="44" y="5"/>
                  <a:pt x="43" y="5"/>
                </a:cubicBezTo>
                <a:cubicBezTo>
                  <a:pt x="43" y="5"/>
                  <a:pt x="43" y="5"/>
                  <a:pt x="43" y="5"/>
                </a:cubicBezTo>
                <a:cubicBezTo>
                  <a:pt x="41" y="5"/>
                  <a:pt x="40" y="4"/>
                  <a:pt x="40" y="3"/>
                </a:cubicBezTo>
                <a:close/>
                <a:moveTo>
                  <a:pt x="27" y="3"/>
                </a:moveTo>
                <a:cubicBezTo>
                  <a:pt x="27" y="1"/>
                  <a:pt x="28" y="0"/>
                  <a:pt x="30" y="0"/>
                </a:cubicBezTo>
                <a:cubicBezTo>
                  <a:pt x="30" y="0"/>
                  <a:pt x="30" y="0"/>
                  <a:pt x="30" y="0"/>
                </a:cubicBezTo>
                <a:cubicBezTo>
                  <a:pt x="31" y="0"/>
                  <a:pt x="32" y="1"/>
                  <a:pt x="32" y="3"/>
                </a:cubicBezTo>
                <a:cubicBezTo>
                  <a:pt x="32" y="3"/>
                  <a:pt x="32" y="3"/>
                  <a:pt x="32" y="3"/>
                </a:cubicBezTo>
                <a:cubicBezTo>
                  <a:pt x="32" y="4"/>
                  <a:pt x="31" y="5"/>
                  <a:pt x="30" y="5"/>
                </a:cubicBezTo>
                <a:cubicBezTo>
                  <a:pt x="30" y="5"/>
                  <a:pt x="30" y="5"/>
                  <a:pt x="30" y="5"/>
                </a:cubicBezTo>
                <a:cubicBezTo>
                  <a:pt x="28" y="5"/>
                  <a:pt x="27" y="4"/>
                  <a:pt x="27" y="3"/>
                </a:cubicBezTo>
                <a:close/>
                <a:moveTo>
                  <a:pt x="14" y="3"/>
                </a:moveTo>
                <a:cubicBezTo>
                  <a:pt x="14" y="1"/>
                  <a:pt x="15" y="0"/>
                  <a:pt x="16" y="0"/>
                </a:cubicBezTo>
                <a:cubicBezTo>
                  <a:pt x="16" y="0"/>
                  <a:pt x="16" y="0"/>
                  <a:pt x="16" y="0"/>
                </a:cubicBezTo>
                <a:cubicBezTo>
                  <a:pt x="18" y="0"/>
                  <a:pt x="19" y="1"/>
                  <a:pt x="19" y="3"/>
                </a:cubicBezTo>
                <a:cubicBezTo>
                  <a:pt x="19" y="3"/>
                  <a:pt x="19" y="3"/>
                  <a:pt x="19" y="3"/>
                </a:cubicBezTo>
                <a:cubicBezTo>
                  <a:pt x="19" y="4"/>
                  <a:pt x="18" y="5"/>
                  <a:pt x="16" y="5"/>
                </a:cubicBezTo>
                <a:cubicBezTo>
                  <a:pt x="16" y="5"/>
                  <a:pt x="16" y="5"/>
                  <a:pt x="16" y="5"/>
                </a:cubicBezTo>
                <a:cubicBezTo>
                  <a:pt x="15" y="5"/>
                  <a:pt x="14" y="4"/>
                  <a:pt x="14" y="3"/>
                </a:cubicBezTo>
                <a:close/>
                <a:moveTo>
                  <a:pt x="0" y="3"/>
                </a:moveTo>
                <a:cubicBezTo>
                  <a:pt x="0" y="1"/>
                  <a:pt x="2" y="0"/>
                  <a:pt x="3" y="0"/>
                </a:cubicBezTo>
                <a:cubicBezTo>
                  <a:pt x="3" y="0"/>
                  <a:pt x="3" y="0"/>
                  <a:pt x="3" y="0"/>
                </a:cubicBezTo>
                <a:cubicBezTo>
                  <a:pt x="5" y="0"/>
                  <a:pt x="6" y="1"/>
                  <a:pt x="6" y="3"/>
                </a:cubicBezTo>
                <a:cubicBezTo>
                  <a:pt x="6" y="3"/>
                  <a:pt x="6" y="3"/>
                  <a:pt x="6" y="3"/>
                </a:cubicBezTo>
                <a:cubicBezTo>
                  <a:pt x="6" y="4"/>
                  <a:pt x="5" y="5"/>
                  <a:pt x="3" y="5"/>
                </a:cubicBezTo>
                <a:cubicBezTo>
                  <a:pt x="3" y="5"/>
                  <a:pt x="3" y="5"/>
                  <a:pt x="3" y="5"/>
                </a:cubicBezTo>
                <a:cubicBezTo>
                  <a:pt x="2" y="5"/>
                  <a:pt x="0" y="4"/>
                  <a:pt x="0" y="3"/>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41" name="Freeform 57"/>
          <p:cNvSpPr>
            <a:spLocks noEditPoints="1"/>
          </p:cNvSpPr>
          <p:nvPr/>
        </p:nvSpPr>
        <p:spPr bwMode="auto">
          <a:xfrm>
            <a:off x="1274763" y="4267199"/>
            <a:ext cx="1955800" cy="25400"/>
          </a:xfrm>
          <a:custGeom>
            <a:avLst/>
            <a:gdLst/>
            <a:ahLst/>
            <a:cxnLst>
              <a:cxn ang="0">
                <a:pos x="375" y="2"/>
              </a:cxn>
              <a:cxn ang="0">
                <a:pos x="370" y="2"/>
              </a:cxn>
              <a:cxn ang="0">
                <a:pos x="362" y="2"/>
              </a:cxn>
              <a:cxn ang="0">
                <a:pos x="357" y="2"/>
              </a:cxn>
              <a:cxn ang="0">
                <a:pos x="349" y="2"/>
              </a:cxn>
              <a:cxn ang="0">
                <a:pos x="344" y="2"/>
              </a:cxn>
              <a:cxn ang="0">
                <a:pos x="336" y="2"/>
              </a:cxn>
              <a:cxn ang="0">
                <a:pos x="330" y="2"/>
              </a:cxn>
              <a:cxn ang="0">
                <a:pos x="322" y="2"/>
              </a:cxn>
              <a:cxn ang="0">
                <a:pos x="317" y="2"/>
              </a:cxn>
              <a:cxn ang="0">
                <a:pos x="309" y="2"/>
              </a:cxn>
              <a:cxn ang="0">
                <a:pos x="304" y="2"/>
              </a:cxn>
              <a:cxn ang="0">
                <a:pos x="296" y="2"/>
              </a:cxn>
              <a:cxn ang="0">
                <a:pos x="291" y="2"/>
              </a:cxn>
              <a:cxn ang="0">
                <a:pos x="283" y="2"/>
              </a:cxn>
              <a:cxn ang="0">
                <a:pos x="278" y="2"/>
              </a:cxn>
              <a:cxn ang="0">
                <a:pos x="270" y="2"/>
              </a:cxn>
              <a:cxn ang="0">
                <a:pos x="264" y="2"/>
              </a:cxn>
              <a:cxn ang="0">
                <a:pos x="256" y="2"/>
              </a:cxn>
              <a:cxn ang="0">
                <a:pos x="251" y="2"/>
              </a:cxn>
              <a:cxn ang="0">
                <a:pos x="243" y="2"/>
              </a:cxn>
              <a:cxn ang="0">
                <a:pos x="238" y="2"/>
              </a:cxn>
              <a:cxn ang="0">
                <a:pos x="230" y="2"/>
              </a:cxn>
              <a:cxn ang="0">
                <a:pos x="225" y="2"/>
              </a:cxn>
              <a:cxn ang="0">
                <a:pos x="217" y="2"/>
              </a:cxn>
              <a:cxn ang="0">
                <a:pos x="212" y="2"/>
              </a:cxn>
              <a:cxn ang="0">
                <a:pos x="204" y="2"/>
              </a:cxn>
              <a:cxn ang="0">
                <a:pos x="198" y="2"/>
              </a:cxn>
              <a:cxn ang="0">
                <a:pos x="190" y="2"/>
              </a:cxn>
              <a:cxn ang="0">
                <a:pos x="185" y="2"/>
              </a:cxn>
              <a:cxn ang="0">
                <a:pos x="177" y="2"/>
              </a:cxn>
              <a:cxn ang="0">
                <a:pos x="172" y="2"/>
              </a:cxn>
              <a:cxn ang="0">
                <a:pos x="164" y="2"/>
              </a:cxn>
              <a:cxn ang="0">
                <a:pos x="159" y="2"/>
              </a:cxn>
              <a:cxn ang="0">
                <a:pos x="151" y="2"/>
              </a:cxn>
              <a:cxn ang="0">
                <a:pos x="146" y="2"/>
              </a:cxn>
              <a:cxn ang="0">
                <a:pos x="138" y="2"/>
              </a:cxn>
              <a:cxn ang="0">
                <a:pos x="132" y="2"/>
              </a:cxn>
              <a:cxn ang="0">
                <a:pos x="125" y="2"/>
              </a:cxn>
              <a:cxn ang="0">
                <a:pos x="119" y="2"/>
              </a:cxn>
              <a:cxn ang="0">
                <a:pos x="111" y="2"/>
              </a:cxn>
              <a:cxn ang="0">
                <a:pos x="106" y="2"/>
              </a:cxn>
              <a:cxn ang="0">
                <a:pos x="98" y="2"/>
              </a:cxn>
              <a:cxn ang="0">
                <a:pos x="93" y="2"/>
              </a:cxn>
              <a:cxn ang="0">
                <a:pos x="85" y="2"/>
              </a:cxn>
              <a:cxn ang="0">
                <a:pos x="80" y="2"/>
              </a:cxn>
              <a:cxn ang="0">
                <a:pos x="72" y="2"/>
              </a:cxn>
              <a:cxn ang="0">
                <a:pos x="66" y="2"/>
              </a:cxn>
              <a:cxn ang="0">
                <a:pos x="59" y="2"/>
              </a:cxn>
              <a:cxn ang="0">
                <a:pos x="53" y="2"/>
              </a:cxn>
              <a:cxn ang="0">
                <a:pos x="45" y="2"/>
              </a:cxn>
              <a:cxn ang="0">
                <a:pos x="40" y="2"/>
              </a:cxn>
              <a:cxn ang="0">
                <a:pos x="32" y="2"/>
              </a:cxn>
              <a:cxn ang="0">
                <a:pos x="27" y="2"/>
              </a:cxn>
              <a:cxn ang="0">
                <a:pos x="19" y="2"/>
              </a:cxn>
              <a:cxn ang="0">
                <a:pos x="14" y="2"/>
              </a:cxn>
              <a:cxn ang="0">
                <a:pos x="6" y="2"/>
              </a:cxn>
              <a:cxn ang="0">
                <a:pos x="0" y="2"/>
              </a:cxn>
            </a:cxnLst>
            <a:rect l="0" t="0" r="r" b="b"/>
            <a:pathLst>
              <a:path w="375" h="5">
                <a:moveTo>
                  <a:pt x="370" y="2"/>
                </a:moveTo>
                <a:cubicBezTo>
                  <a:pt x="370" y="1"/>
                  <a:pt x="371" y="0"/>
                  <a:pt x="373" y="0"/>
                </a:cubicBezTo>
                <a:cubicBezTo>
                  <a:pt x="373" y="0"/>
                  <a:pt x="373" y="0"/>
                  <a:pt x="373" y="0"/>
                </a:cubicBezTo>
                <a:cubicBezTo>
                  <a:pt x="374" y="0"/>
                  <a:pt x="375" y="1"/>
                  <a:pt x="375" y="2"/>
                </a:cubicBezTo>
                <a:cubicBezTo>
                  <a:pt x="375" y="2"/>
                  <a:pt x="375" y="2"/>
                  <a:pt x="375" y="2"/>
                </a:cubicBezTo>
                <a:cubicBezTo>
                  <a:pt x="375" y="4"/>
                  <a:pt x="374" y="5"/>
                  <a:pt x="373" y="5"/>
                </a:cubicBezTo>
                <a:cubicBezTo>
                  <a:pt x="373" y="5"/>
                  <a:pt x="373" y="5"/>
                  <a:pt x="373" y="5"/>
                </a:cubicBezTo>
                <a:cubicBezTo>
                  <a:pt x="371" y="5"/>
                  <a:pt x="370" y="4"/>
                  <a:pt x="370" y="2"/>
                </a:cubicBezTo>
                <a:close/>
                <a:moveTo>
                  <a:pt x="357" y="2"/>
                </a:moveTo>
                <a:cubicBezTo>
                  <a:pt x="357" y="1"/>
                  <a:pt x="358" y="0"/>
                  <a:pt x="359" y="0"/>
                </a:cubicBezTo>
                <a:cubicBezTo>
                  <a:pt x="359" y="0"/>
                  <a:pt x="359" y="0"/>
                  <a:pt x="359" y="0"/>
                </a:cubicBezTo>
                <a:cubicBezTo>
                  <a:pt x="361" y="0"/>
                  <a:pt x="362" y="1"/>
                  <a:pt x="362" y="2"/>
                </a:cubicBezTo>
                <a:cubicBezTo>
                  <a:pt x="362" y="2"/>
                  <a:pt x="362" y="2"/>
                  <a:pt x="362" y="2"/>
                </a:cubicBezTo>
                <a:cubicBezTo>
                  <a:pt x="362" y="4"/>
                  <a:pt x="361" y="5"/>
                  <a:pt x="359" y="5"/>
                </a:cubicBezTo>
                <a:cubicBezTo>
                  <a:pt x="359" y="5"/>
                  <a:pt x="359" y="5"/>
                  <a:pt x="359" y="5"/>
                </a:cubicBezTo>
                <a:cubicBezTo>
                  <a:pt x="358" y="5"/>
                  <a:pt x="357" y="4"/>
                  <a:pt x="357" y="2"/>
                </a:cubicBezTo>
                <a:close/>
                <a:moveTo>
                  <a:pt x="344" y="2"/>
                </a:moveTo>
                <a:cubicBezTo>
                  <a:pt x="344" y="1"/>
                  <a:pt x="345" y="0"/>
                  <a:pt x="346" y="0"/>
                </a:cubicBezTo>
                <a:cubicBezTo>
                  <a:pt x="346" y="0"/>
                  <a:pt x="346" y="0"/>
                  <a:pt x="346" y="0"/>
                </a:cubicBezTo>
                <a:cubicBezTo>
                  <a:pt x="348" y="0"/>
                  <a:pt x="349" y="1"/>
                  <a:pt x="349" y="2"/>
                </a:cubicBezTo>
                <a:cubicBezTo>
                  <a:pt x="349" y="2"/>
                  <a:pt x="349" y="2"/>
                  <a:pt x="349" y="2"/>
                </a:cubicBezTo>
                <a:cubicBezTo>
                  <a:pt x="349" y="4"/>
                  <a:pt x="348" y="5"/>
                  <a:pt x="346" y="5"/>
                </a:cubicBezTo>
                <a:cubicBezTo>
                  <a:pt x="346" y="5"/>
                  <a:pt x="346" y="5"/>
                  <a:pt x="346" y="5"/>
                </a:cubicBezTo>
                <a:cubicBezTo>
                  <a:pt x="345" y="5"/>
                  <a:pt x="344" y="4"/>
                  <a:pt x="344" y="2"/>
                </a:cubicBezTo>
                <a:close/>
                <a:moveTo>
                  <a:pt x="330" y="2"/>
                </a:moveTo>
                <a:cubicBezTo>
                  <a:pt x="330" y="1"/>
                  <a:pt x="332" y="0"/>
                  <a:pt x="333" y="0"/>
                </a:cubicBezTo>
                <a:cubicBezTo>
                  <a:pt x="333" y="0"/>
                  <a:pt x="333" y="0"/>
                  <a:pt x="333" y="0"/>
                </a:cubicBezTo>
                <a:cubicBezTo>
                  <a:pt x="334" y="0"/>
                  <a:pt x="336" y="1"/>
                  <a:pt x="336" y="2"/>
                </a:cubicBezTo>
                <a:cubicBezTo>
                  <a:pt x="336" y="2"/>
                  <a:pt x="336" y="2"/>
                  <a:pt x="336" y="2"/>
                </a:cubicBezTo>
                <a:cubicBezTo>
                  <a:pt x="336" y="4"/>
                  <a:pt x="334" y="5"/>
                  <a:pt x="333" y="5"/>
                </a:cubicBezTo>
                <a:cubicBezTo>
                  <a:pt x="333" y="5"/>
                  <a:pt x="333" y="5"/>
                  <a:pt x="333" y="5"/>
                </a:cubicBezTo>
                <a:cubicBezTo>
                  <a:pt x="332" y="5"/>
                  <a:pt x="330" y="4"/>
                  <a:pt x="330" y="2"/>
                </a:cubicBezTo>
                <a:close/>
                <a:moveTo>
                  <a:pt x="317" y="2"/>
                </a:moveTo>
                <a:cubicBezTo>
                  <a:pt x="317" y="1"/>
                  <a:pt x="318" y="0"/>
                  <a:pt x="320" y="0"/>
                </a:cubicBezTo>
                <a:cubicBezTo>
                  <a:pt x="320" y="0"/>
                  <a:pt x="320" y="0"/>
                  <a:pt x="320" y="0"/>
                </a:cubicBezTo>
                <a:cubicBezTo>
                  <a:pt x="321" y="0"/>
                  <a:pt x="322" y="1"/>
                  <a:pt x="322" y="2"/>
                </a:cubicBezTo>
                <a:cubicBezTo>
                  <a:pt x="322" y="2"/>
                  <a:pt x="322" y="2"/>
                  <a:pt x="322" y="2"/>
                </a:cubicBezTo>
                <a:cubicBezTo>
                  <a:pt x="322" y="4"/>
                  <a:pt x="321" y="5"/>
                  <a:pt x="320" y="5"/>
                </a:cubicBezTo>
                <a:cubicBezTo>
                  <a:pt x="320" y="5"/>
                  <a:pt x="320" y="5"/>
                  <a:pt x="320" y="5"/>
                </a:cubicBezTo>
                <a:cubicBezTo>
                  <a:pt x="318" y="5"/>
                  <a:pt x="317" y="4"/>
                  <a:pt x="317" y="2"/>
                </a:cubicBezTo>
                <a:close/>
                <a:moveTo>
                  <a:pt x="304" y="2"/>
                </a:moveTo>
                <a:cubicBezTo>
                  <a:pt x="304" y="1"/>
                  <a:pt x="305" y="0"/>
                  <a:pt x="307" y="0"/>
                </a:cubicBezTo>
                <a:cubicBezTo>
                  <a:pt x="307" y="0"/>
                  <a:pt x="307" y="0"/>
                  <a:pt x="307" y="0"/>
                </a:cubicBezTo>
                <a:cubicBezTo>
                  <a:pt x="308" y="0"/>
                  <a:pt x="309" y="1"/>
                  <a:pt x="309" y="2"/>
                </a:cubicBezTo>
                <a:cubicBezTo>
                  <a:pt x="309" y="2"/>
                  <a:pt x="309" y="2"/>
                  <a:pt x="309" y="2"/>
                </a:cubicBezTo>
                <a:cubicBezTo>
                  <a:pt x="309" y="4"/>
                  <a:pt x="308" y="5"/>
                  <a:pt x="307" y="5"/>
                </a:cubicBezTo>
                <a:cubicBezTo>
                  <a:pt x="307" y="5"/>
                  <a:pt x="307" y="5"/>
                  <a:pt x="307" y="5"/>
                </a:cubicBezTo>
                <a:cubicBezTo>
                  <a:pt x="305" y="5"/>
                  <a:pt x="304" y="4"/>
                  <a:pt x="304" y="2"/>
                </a:cubicBezTo>
                <a:close/>
                <a:moveTo>
                  <a:pt x="291" y="2"/>
                </a:moveTo>
                <a:cubicBezTo>
                  <a:pt x="291" y="1"/>
                  <a:pt x="292" y="0"/>
                  <a:pt x="293" y="0"/>
                </a:cubicBezTo>
                <a:cubicBezTo>
                  <a:pt x="293" y="0"/>
                  <a:pt x="293" y="0"/>
                  <a:pt x="293" y="0"/>
                </a:cubicBezTo>
                <a:cubicBezTo>
                  <a:pt x="295" y="0"/>
                  <a:pt x="296" y="1"/>
                  <a:pt x="296" y="2"/>
                </a:cubicBezTo>
                <a:cubicBezTo>
                  <a:pt x="296" y="2"/>
                  <a:pt x="296" y="2"/>
                  <a:pt x="296" y="2"/>
                </a:cubicBezTo>
                <a:cubicBezTo>
                  <a:pt x="296" y="4"/>
                  <a:pt x="295" y="5"/>
                  <a:pt x="293" y="5"/>
                </a:cubicBezTo>
                <a:cubicBezTo>
                  <a:pt x="293" y="5"/>
                  <a:pt x="293" y="5"/>
                  <a:pt x="293" y="5"/>
                </a:cubicBezTo>
                <a:cubicBezTo>
                  <a:pt x="292" y="5"/>
                  <a:pt x="291" y="4"/>
                  <a:pt x="291" y="2"/>
                </a:cubicBezTo>
                <a:close/>
                <a:moveTo>
                  <a:pt x="278" y="2"/>
                </a:moveTo>
                <a:cubicBezTo>
                  <a:pt x="278" y="1"/>
                  <a:pt x="279" y="0"/>
                  <a:pt x="280" y="0"/>
                </a:cubicBezTo>
                <a:cubicBezTo>
                  <a:pt x="280" y="0"/>
                  <a:pt x="280" y="0"/>
                  <a:pt x="280" y="0"/>
                </a:cubicBezTo>
                <a:cubicBezTo>
                  <a:pt x="282" y="0"/>
                  <a:pt x="283" y="1"/>
                  <a:pt x="283" y="2"/>
                </a:cubicBezTo>
                <a:cubicBezTo>
                  <a:pt x="283" y="2"/>
                  <a:pt x="283" y="2"/>
                  <a:pt x="283" y="2"/>
                </a:cubicBezTo>
                <a:cubicBezTo>
                  <a:pt x="283" y="4"/>
                  <a:pt x="282" y="5"/>
                  <a:pt x="280" y="5"/>
                </a:cubicBezTo>
                <a:cubicBezTo>
                  <a:pt x="280" y="5"/>
                  <a:pt x="280" y="5"/>
                  <a:pt x="280" y="5"/>
                </a:cubicBezTo>
                <a:cubicBezTo>
                  <a:pt x="279" y="5"/>
                  <a:pt x="278" y="4"/>
                  <a:pt x="278" y="2"/>
                </a:cubicBezTo>
                <a:close/>
                <a:moveTo>
                  <a:pt x="264" y="2"/>
                </a:moveTo>
                <a:cubicBezTo>
                  <a:pt x="264" y="1"/>
                  <a:pt x="266" y="0"/>
                  <a:pt x="267" y="0"/>
                </a:cubicBezTo>
                <a:cubicBezTo>
                  <a:pt x="267" y="0"/>
                  <a:pt x="267" y="0"/>
                  <a:pt x="267" y="0"/>
                </a:cubicBezTo>
                <a:cubicBezTo>
                  <a:pt x="268" y="0"/>
                  <a:pt x="270" y="1"/>
                  <a:pt x="270" y="2"/>
                </a:cubicBezTo>
                <a:cubicBezTo>
                  <a:pt x="270" y="2"/>
                  <a:pt x="270" y="2"/>
                  <a:pt x="270" y="2"/>
                </a:cubicBezTo>
                <a:cubicBezTo>
                  <a:pt x="270" y="4"/>
                  <a:pt x="268" y="5"/>
                  <a:pt x="267" y="5"/>
                </a:cubicBezTo>
                <a:cubicBezTo>
                  <a:pt x="267" y="5"/>
                  <a:pt x="267" y="5"/>
                  <a:pt x="267" y="5"/>
                </a:cubicBezTo>
                <a:cubicBezTo>
                  <a:pt x="266" y="5"/>
                  <a:pt x="264" y="4"/>
                  <a:pt x="264" y="2"/>
                </a:cubicBezTo>
                <a:close/>
                <a:moveTo>
                  <a:pt x="251" y="2"/>
                </a:moveTo>
                <a:cubicBezTo>
                  <a:pt x="251" y="1"/>
                  <a:pt x="252" y="0"/>
                  <a:pt x="254" y="0"/>
                </a:cubicBezTo>
                <a:cubicBezTo>
                  <a:pt x="254" y="0"/>
                  <a:pt x="254" y="0"/>
                  <a:pt x="254" y="0"/>
                </a:cubicBezTo>
                <a:cubicBezTo>
                  <a:pt x="255" y="0"/>
                  <a:pt x="256" y="1"/>
                  <a:pt x="256" y="2"/>
                </a:cubicBezTo>
                <a:cubicBezTo>
                  <a:pt x="256" y="2"/>
                  <a:pt x="256" y="2"/>
                  <a:pt x="256" y="2"/>
                </a:cubicBezTo>
                <a:cubicBezTo>
                  <a:pt x="256" y="4"/>
                  <a:pt x="255" y="5"/>
                  <a:pt x="254" y="5"/>
                </a:cubicBezTo>
                <a:cubicBezTo>
                  <a:pt x="254" y="5"/>
                  <a:pt x="254" y="5"/>
                  <a:pt x="254" y="5"/>
                </a:cubicBezTo>
                <a:cubicBezTo>
                  <a:pt x="252" y="5"/>
                  <a:pt x="251" y="4"/>
                  <a:pt x="251" y="2"/>
                </a:cubicBezTo>
                <a:close/>
                <a:moveTo>
                  <a:pt x="238" y="2"/>
                </a:moveTo>
                <a:cubicBezTo>
                  <a:pt x="238" y="1"/>
                  <a:pt x="239" y="0"/>
                  <a:pt x="241" y="0"/>
                </a:cubicBezTo>
                <a:cubicBezTo>
                  <a:pt x="241" y="0"/>
                  <a:pt x="241" y="0"/>
                  <a:pt x="241" y="0"/>
                </a:cubicBezTo>
                <a:cubicBezTo>
                  <a:pt x="242" y="0"/>
                  <a:pt x="243" y="1"/>
                  <a:pt x="243" y="2"/>
                </a:cubicBezTo>
                <a:cubicBezTo>
                  <a:pt x="243" y="2"/>
                  <a:pt x="243" y="2"/>
                  <a:pt x="243" y="2"/>
                </a:cubicBezTo>
                <a:cubicBezTo>
                  <a:pt x="243" y="4"/>
                  <a:pt x="242" y="5"/>
                  <a:pt x="241" y="5"/>
                </a:cubicBezTo>
                <a:cubicBezTo>
                  <a:pt x="241" y="5"/>
                  <a:pt x="241" y="5"/>
                  <a:pt x="241" y="5"/>
                </a:cubicBezTo>
                <a:cubicBezTo>
                  <a:pt x="239" y="5"/>
                  <a:pt x="238" y="4"/>
                  <a:pt x="238" y="2"/>
                </a:cubicBezTo>
                <a:close/>
                <a:moveTo>
                  <a:pt x="225" y="2"/>
                </a:moveTo>
                <a:cubicBezTo>
                  <a:pt x="225" y="1"/>
                  <a:pt x="226" y="0"/>
                  <a:pt x="227" y="0"/>
                </a:cubicBezTo>
                <a:cubicBezTo>
                  <a:pt x="227" y="0"/>
                  <a:pt x="227" y="0"/>
                  <a:pt x="227" y="0"/>
                </a:cubicBezTo>
                <a:cubicBezTo>
                  <a:pt x="229" y="0"/>
                  <a:pt x="230" y="1"/>
                  <a:pt x="230" y="2"/>
                </a:cubicBezTo>
                <a:cubicBezTo>
                  <a:pt x="230" y="2"/>
                  <a:pt x="230" y="2"/>
                  <a:pt x="230" y="2"/>
                </a:cubicBezTo>
                <a:cubicBezTo>
                  <a:pt x="230" y="4"/>
                  <a:pt x="229" y="5"/>
                  <a:pt x="227" y="5"/>
                </a:cubicBezTo>
                <a:cubicBezTo>
                  <a:pt x="227" y="5"/>
                  <a:pt x="227" y="5"/>
                  <a:pt x="227" y="5"/>
                </a:cubicBezTo>
                <a:cubicBezTo>
                  <a:pt x="226" y="5"/>
                  <a:pt x="225" y="4"/>
                  <a:pt x="225" y="2"/>
                </a:cubicBezTo>
                <a:close/>
                <a:moveTo>
                  <a:pt x="212" y="2"/>
                </a:moveTo>
                <a:cubicBezTo>
                  <a:pt x="212" y="1"/>
                  <a:pt x="213" y="0"/>
                  <a:pt x="214" y="0"/>
                </a:cubicBezTo>
                <a:cubicBezTo>
                  <a:pt x="214" y="0"/>
                  <a:pt x="214" y="0"/>
                  <a:pt x="214" y="0"/>
                </a:cubicBezTo>
                <a:cubicBezTo>
                  <a:pt x="216" y="0"/>
                  <a:pt x="217" y="1"/>
                  <a:pt x="217" y="2"/>
                </a:cubicBezTo>
                <a:cubicBezTo>
                  <a:pt x="217" y="2"/>
                  <a:pt x="217" y="2"/>
                  <a:pt x="217" y="2"/>
                </a:cubicBezTo>
                <a:cubicBezTo>
                  <a:pt x="217" y="4"/>
                  <a:pt x="216" y="5"/>
                  <a:pt x="214" y="5"/>
                </a:cubicBezTo>
                <a:cubicBezTo>
                  <a:pt x="214" y="5"/>
                  <a:pt x="214" y="5"/>
                  <a:pt x="214" y="5"/>
                </a:cubicBezTo>
                <a:cubicBezTo>
                  <a:pt x="213" y="5"/>
                  <a:pt x="212" y="4"/>
                  <a:pt x="212" y="2"/>
                </a:cubicBezTo>
                <a:close/>
                <a:moveTo>
                  <a:pt x="198" y="2"/>
                </a:moveTo>
                <a:cubicBezTo>
                  <a:pt x="198" y="1"/>
                  <a:pt x="200" y="0"/>
                  <a:pt x="201" y="0"/>
                </a:cubicBezTo>
                <a:cubicBezTo>
                  <a:pt x="201" y="0"/>
                  <a:pt x="201" y="0"/>
                  <a:pt x="201" y="0"/>
                </a:cubicBezTo>
                <a:cubicBezTo>
                  <a:pt x="203" y="0"/>
                  <a:pt x="204" y="1"/>
                  <a:pt x="204" y="2"/>
                </a:cubicBezTo>
                <a:cubicBezTo>
                  <a:pt x="204" y="2"/>
                  <a:pt x="204" y="2"/>
                  <a:pt x="204" y="2"/>
                </a:cubicBezTo>
                <a:cubicBezTo>
                  <a:pt x="204" y="4"/>
                  <a:pt x="203" y="5"/>
                  <a:pt x="201" y="5"/>
                </a:cubicBezTo>
                <a:cubicBezTo>
                  <a:pt x="201" y="5"/>
                  <a:pt x="201" y="5"/>
                  <a:pt x="201" y="5"/>
                </a:cubicBezTo>
                <a:cubicBezTo>
                  <a:pt x="200" y="5"/>
                  <a:pt x="198" y="4"/>
                  <a:pt x="198" y="2"/>
                </a:cubicBezTo>
                <a:close/>
                <a:moveTo>
                  <a:pt x="185" y="2"/>
                </a:moveTo>
                <a:cubicBezTo>
                  <a:pt x="185" y="1"/>
                  <a:pt x="186" y="0"/>
                  <a:pt x="188" y="0"/>
                </a:cubicBezTo>
                <a:cubicBezTo>
                  <a:pt x="188" y="0"/>
                  <a:pt x="188" y="0"/>
                  <a:pt x="188" y="0"/>
                </a:cubicBezTo>
                <a:cubicBezTo>
                  <a:pt x="189" y="0"/>
                  <a:pt x="190" y="1"/>
                  <a:pt x="190" y="2"/>
                </a:cubicBezTo>
                <a:cubicBezTo>
                  <a:pt x="190" y="2"/>
                  <a:pt x="190" y="2"/>
                  <a:pt x="190" y="2"/>
                </a:cubicBezTo>
                <a:cubicBezTo>
                  <a:pt x="190" y="4"/>
                  <a:pt x="189" y="5"/>
                  <a:pt x="188" y="5"/>
                </a:cubicBezTo>
                <a:cubicBezTo>
                  <a:pt x="188" y="5"/>
                  <a:pt x="188" y="5"/>
                  <a:pt x="188" y="5"/>
                </a:cubicBezTo>
                <a:cubicBezTo>
                  <a:pt x="186" y="5"/>
                  <a:pt x="185" y="4"/>
                  <a:pt x="185" y="2"/>
                </a:cubicBezTo>
                <a:close/>
                <a:moveTo>
                  <a:pt x="172" y="2"/>
                </a:moveTo>
                <a:cubicBezTo>
                  <a:pt x="172" y="1"/>
                  <a:pt x="173" y="0"/>
                  <a:pt x="175" y="0"/>
                </a:cubicBezTo>
                <a:cubicBezTo>
                  <a:pt x="175" y="0"/>
                  <a:pt x="175" y="0"/>
                  <a:pt x="175" y="0"/>
                </a:cubicBezTo>
                <a:cubicBezTo>
                  <a:pt x="176" y="0"/>
                  <a:pt x="177" y="1"/>
                  <a:pt x="177" y="2"/>
                </a:cubicBezTo>
                <a:cubicBezTo>
                  <a:pt x="177" y="2"/>
                  <a:pt x="177" y="2"/>
                  <a:pt x="177" y="2"/>
                </a:cubicBezTo>
                <a:cubicBezTo>
                  <a:pt x="177" y="4"/>
                  <a:pt x="176" y="5"/>
                  <a:pt x="175" y="5"/>
                </a:cubicBezTo>
                <a:cubicBezTo>
                  <a:pt x="175" y="5"/>
                  <a:pt x="175" y="5"/>
                  <a:pt x="175" y="5"/>
                </a:cubicBezTo>
                <a:cubicBezTo>
                  <a:pt x="173" y="5"/>
                  <a:pt x="172" y="4"/>
                  <a:pt x="172" y="2"/>
                </a:cubicBezTo>
                <a:close/>
                <a:moveTo>
                  <a:pt x="159" y="2"/>
                </a:moveTo>
                <a:cubicBezTo>
                  <a:pt x="159" y="1"/>
                  <a:pt x="160" y="0"/>
                  <a:pt x="161" y="0"/>
                </a:cubicBezTo>
                <a:cubicBezTo>
                  <a:pt x="161" y="0"/>
                  <a:pt x="161" y="0"/>
                  <a:pt x="161" y="0"/>
                </a:cubicBezTo>
                <a:cubicBezTo>
                  <a:pt x="163" y="0"/>
                  <a:pt x="164" y="1"/>
                  <a:pt x="164" y="2"/>
                </a:cubicBezTo>
                <a:cubicBezTo>
                  <a:pt x="164" y="2"/>
                  <a:pt x="164" y="2"/>
                  <a:pt x="164" y="2"/>
                </a:cubicBezTo>
                <a:cubicBezTo>
                  <a:pt x="164" y="4"/>
                  <a:pt x="163" y="5"/>
                  <a:pt x="161" y="5"/>
                </a:cubicBezTo>
                <a:cubicBezTo>
                  <a:pt x="161" y="5"/>
                  <a:pt x="161" y="5"/>
                  <a:pt x="161" y="5"/>
                </a:cubicBezTo>
                <a:cubicBezTo>
                  <a:pt x="160" y="5"/>
                  <a:pt x="159" y="4"/>
                  <a:pt x="159" y="2"/>
                </a:cubicBezTo>
                <a:close/>
                <a:moveTo>
                  <a:pt x="146" y="2"/>
                </a:moveTo>
                <a:cubicBezTo>
                  <a:pt x="146" y="1"/>
                  <a:pt x="147" y="0"/>
                  <a:pt x="148" y="0"/>
                </a:cubicBezTo>
                <a:cubicBezTo>
                  <a:pt x="148" y="0"/>
                  <a:pt x="148" y="0"/>
                  <a:pt x="148" y="0"/>
                </a:cubicBezTo>
                <a:cubicBezTo>
                  <a:pt x="150" y="0"/>
                  <a:pt x="151" y="1"/>
                  <a:pt x="151" y="2"/>
                </a:cubicBezTo>
                <a:cubicBezTo>
                  <a:pt x="151" y="2"/>
                  <a:pt x="151" y="2"/>
                  <a:pt x="151" y="2"/>
                </a:cubicBezTo>
                <a:cubicBezTo>
                  <a:pt x="151" y="4"/>
                  <a:pt x="150" y="5"/>
                  <a:pt x="148" y="5"/>
                </a:cubicBezTo>
                <a:cubicBezTo>
                  <a:pt x="148" y="5"/>
                  <a:pt x="148" y="5"/>
                  <a:pt x="148" y="5"/>
                </a:cubicBezTo>
                <a:cubicBezTo>
                  <a:pt x="147" y="5"/>
                  <a:pt x="146" y="4"/>
                  <a:pt x="146" y="2"/>
                </a:cubicBezTo>
                <a:close/>
                <a:moveTo>
                  <a:pt x="132" y="2"/>
                </a:moveTo>
                <a:cubicBezTo>
                  <a:pt x="132" y="1"/>
                  <a:pt x="134" y="0"/>
                  <a:pt x="135" y="0"/>
                </a:cubicBezTo>
                <a:cubicBezTo>
                  <a:pt x="135" y="0"/>
                  <a:pt x="135" y="0"/>
                  <a:pt x="135" y="0"/>
                </a:cubicBezTo>
                <a:cubicBezTo>
                  <a:pt x="137" y="0"/>
                  <a:pt x="138" y="1"/>
                  <a:pt x="138" y="2"/>
                </a:cubicBezTo>
                <a:cubicBezTo>
                  <a:pt x="138" y="2"/>
                  <a:pt x="138" y="2"/>
                  <a:pt x="138" y="2"/>
                </a:cubicBezTo>
                <a:cubicBezTo>
                  <a:pt x="138" y="4"/>
                  <a:pt x="137" y="5"/>
                  <a:pt x="135" y="5"/>
                </a:cubicBezTo>
                <a:cubicBezTo>
                  <a:pt x="135" y="5"/>
                  <a:pt x="135" y="5"/>
                  <a:pt x="135" y="5"/>
                </a:cubicBezTo>
                <a:cubicBezTo>
                  <a:pt x="134" y="5"/>
                  <a:pt x="132" y="4"/>
                  <a:pt x="132" y="2"/>
                </a:cubicBezTo>
                <a:close/>
                <a:moveTo>
                  <a:pt x="119" y="2"/>
                </a:moveTo>
                <a:cubicBezTo>
                  <a:pt x="119" y="1"/>
                  <a:pt x="120" y="0"/>
                  <a:pt x="122" y="0"/>
                </a:cubicBezTo>
                <a:cubicBezTo>
                  <a:pt x="122" y="0"/>
                  <a:pt x="122" y="0"/>
                  <a:pt x="122" y="0"/>
                </a:cubicBezTo>
                <a:cubicBezTo>
                  <a:pt x="123" y="0"/>
                  <a:pt x="125" y="1"/>
                  <a:pt x="125" y="2"/>
                </a:cubicBezTo>
                <a:cubicBezTo>
                  <a:pt x="125" y="2"/>
                  <a:pt x="125" y="2"/>
                  <a:pt x="125" y="2"/>
                </a:cubicBezTo>
                <a:cubicBezTo>
                  <a:pt x="125" y="4"/>
                  <a:pt x="123" y="5"/>
                  <a:pt x="122" y="5"/>
                </a:cubicBezTo>
                <a:cubicBezTo>
                  <a:pt x="122" y="5"/>
                  <a:pt x="122" y="5"/>
                  <a:pt x="122" y="5"/>
                </a:cubicBezTo>
                <a:cubicBezTo>
                  <a:pt x="120" y="5"/>
                  <a:pt x="119" y="4"/>
                  <a:pt x="119" y="2"/>
                </a:cubicBezTo>
                <a:close/>
                <a:moveTo>
                  <a:pt x="106" y="2"/>
                </a:moveTo>
                <a:cubicBezTo>
                  <a:pt x="106" y="1"/>
                  <a:pt x="107" y="0"/>
                  <a:pt x="109" y="0"/>
                </a:cubicBezTo>
                <a:cubicBezTo>
                  <a:pt x="109" y="0"/>
                  <a:pt x="109" y="0"/>
                  <a:pt x="109" y="0"/>
                </a:cubicBezTo>
                <a:cubicBezTo>
                  <a:pt x="110" y="0"/>
                  <a:pt x="111" y="1"/>
                  <a:pt x="111" y="2"/>
                </a:cubicBezTo>
                <a:cubicBezTo>
                  <a:pt x="111" y="2"/>
                  <a:pt x="111" y="2"/>
                  <a:pt x="111" y="2"/>
                </a:cubicBezTo>
                <a:cubicBezTo>
                  <a:pt x="111" y="4"/>
                  <a:pt x="110" y="5"/>
                  <a:pt x="109" y="5"/>
                </a:cubicBezTo>
                <a:cubicBezTo>
                  <a:pt x="109" y="5"/>
                  <a:pt x="109" y="5"/>
                  <a:pt x="109" y="5"/>
                </a:cubicBezTo>
                <a:cubicBezTo>
                  <a:pt x="107" y="5"/>
                  <a:pt x="106" y="4"/>
                  <a:pt x="106" y="2"/>
                </a:cubicBezTo>
                <a:close/>
                <a:moveTo>
                  <a:pt x="93" y="2"/>
                </a:moveTo>
                <a:cubicBezTo>
                  <a:pt x="93" y="1"/>
                  <a:pt x="94" y="0"/>
                  <a:pt x="95" y="0"/>
                </a:cubicBezTo>
                <a:cubicBezTo>
                  <a:pt x="95" y="0"/>
                  <a:pt x="95" y="0"/>
                  <a:pt x="95" y="0"/>
                </a:cubicBezTo>
                <a:cubicBezTo>
                  <a:pt x="97" y="0"/>
                  <a:pt x="98" y="1"/>
                  <a:pt x="98" y="2"/>
                </a:cubicBezTo>
                <a:cubicBezTo>
                  <a:pt x="98" y="2"/>
                  <a:pt x="98" y="2"/>
                  <a:pt x="98" y="2"/>
                </a:cubicBezTo>
                <a:cubicBezTo>
                  <a:pt x="98" y="4"/>
                  <a:pt x="97" y="5"/>
                  <a:pt x="95" y="5"/>
                </a:cubicBezTo>
                <a:cubicBezTo>
                  <a:pt x="95" y="5"/>
                  <a:pt x="95" y="5"/>
                  <a:pt x="95" y="5"/>
                </a:cubicBezTo>
                <a:cubicBezTo>
                  <a:pt x="94" y="5"/>
                  <a:pt x="93" y="4"/>
                  <a:pt x="93" y="2"/>
                </a:cubicBezTo>
                <a:close/>
                <a:moveTo>
                  <a:pt x="80" y="2"/>
                </a:moveTo>
                <a:cubicBezTo>
                  <a:pt x="80" y="1"/>
                  <a:pt x="81" y="0"/>
                  <a:pt x="82" y="0"/>
                </a:cubicBezTo>
                <a:cubicBezTo>
                  <a:pt x="82" y="0"/>
                  <a:pt x="82" y="0"/>
                  <a:pt x="82" y="0"/>
                </a:cubicBezTo>
                <a:cubicBezTo>
                  <a:pt x="84" y="0"/>
                  <a:pt x="85" y="1"/>
                  <a:pt x="85" y="2"/>
                </a:cubicBezTo>
                <a:cubicBezTo>
                  <a:pt x="85" y="2"/>
                  <a:pt x="85" y="2"/>
                  <a:pt x="85" y="2"/>
                </a:cubicBezTo>
                <a:cubicBezTo>
                  <a:pt x="85" y="4"/>
                  <a:pt x="84" y="5"/>
                  <a:pt x="82" y="5"/>
                </a:cubicBezTo>
                <a:cubicBezTo>
                  <a:pt x="82" y="5"/>
                  <a:pt x="82" y="5"/>
                  <a:pt x="82" y="5"/>
                </a:cubicBezTo>
                <a:cubicBezTo>
                  <a:pt x="81" y="5"/>
                  <a:pt x="80" y="4"/>
                  <a:pt x="80" y="2"/>
                </a:cubicBezTo>
                <a:close/>
                <a:moveTo>
                  <a:pt x="66" y="2"/>
                </a:moveTo>
                <a:cubicBezTo>
                  <a:pt x="66" y="1"/>
                  <a:pt x="68" y="0"/>
                  <a:pt x="69" y="0"/>
                </a:cubicBezTo>
                <a:cubicBezTo>
                  <a:pt x="69" y="0"/>
                  <a:pt x="69" y="0"/>
                  <a:pt x="69" y="0"/>
                </a:cubicBezTo>
                <a:cubicBezTo>
                  <a:pt x="71" y="0"/>
                  <a:pt x="72" y="1"/>
                  <a:pt x="72" y="2"/>
                </a:cubicBezTo>
                <a:cubicBezTo>
                  <a:pt x="72" y="2"/>
                  <a:pt x="72" y="2"/>
                  <a:pt x="72" y="2"/>
                </a:cubicBezTo>
                <a:cubicBezTo>
                  <a:pt x="72" y="4"/>
                  <a:pt x="71" y="5"/>
                  <a:pt x="69" y="5"/>
                </a:cubicBezTo>
                <a:cubicBezTo>
                  <a:pt x="69" y="5"/>
                  <a:pt x="69" y="5"/>
                  <a:pt x="69" y="5"/>
                </a:cubicBezTo>
                <a:cubicBezTo>
                  <a:pt x="68" y="5"/>
                  <a:pt x="66" y="4"/>
                  <a:pt x="66" y="2"/>
                </a:cubicBezTo>
                <a:close/>
                <a:moveTo>
                  <a:pt x="53" y="2"/>
                </a:moveTo>
                <a:cubicBezTo>
                  <a:pt x="53" y="1"/>
                  <a:pt x="54" y="0"/>
                  <a:pt x="56" y="0"/>
                </a:cubicBezTo>
                <a:cubicBezTo>
                  <a:pt x="56" y="0"/>
                  <a:pt x="56" y="0"/>
                  <a:pt x="56" y="0"/>
                </a:cubicBezTo>
                <a:cubicBezTo>
                  <a:pt x="57" y="0"/>
                  <a:pt x="59" y="1"/>
                  <a:pt x="59" y="2"/>
                </a:cubicBezTo>
                <a:cubicBezTo>
                  <a:pt x="59" y="2"/>
                  <a:pt x="59" y="2"/>
                  <a:pt x="59" y="2"/>
                </a:cubicBezTo>
                <a:cubicBezTo>
                  <a:pt x="59" y="4"/>
                  <a:pt x="57" y="5"/>
                  <a:pt x="56" y="5"/>
                </a:cubicBezTo>
                <a:cubicBezTo>
                  <a:pt x="56" y="5"/>
                  <a:pt x="56" y="5"/>
                  <a:pt x="56" y="5"/>
                </a:cubicBezTo>
                <a:cubicBezTo>
                  <a:pt x="54" y="5"/>
                  <a:pt x="53" y="4"/>
                  <a:pt x="53" y="2"/>
                </a:cubicBezTo>
                <a:close/>
                <a:moveTo>
                  <a:pt x="40" y="2"/>
                </a:moveTo>
                <a:cubicBezTo>
                  <a:pt x="40" y="1"/>
                  <a:pt x="41" y="0"/>
                  <a:pt x="43" y="0"/>
                </a:cubicBezTo>
                <a:cubicBezTo>
                  <a:pt x="43" y="0"/>
                  <a:pt x="43" y="0"/>
                  <a:pt x="43" y="0"/>
                </a:cubicBezTo>
                <a:cubicBezTo>
                  <a:pt x="44" y="0"/>
                  <a:pt x="45" y="1"/>
                  <a:pt x="45" y="2"/>
                </a:cubicBezTo>
                <a:cubicBezTo>
                  <a:pt x="45" y="2"/>
                  <a:pt x="45" y="2"/>
                  <a:pt x="45" y="2"/>
                </a:cubicBezTo>
                <a:cubicBezTo>
                  <a:pt x="45" y="4"/>
                  <a:pt x="44" y="5"/>
                  <a:pt x="43" y="5"/>
                </a:cubicBezTo>
                <a:cubicBezTo>
                  <a:pt x="43" y="5"/>
                  <a:pt x="43" y="5"/>
                  <a:pt x="43" y="5"/>
                </a:cubicBezTo>
                <a:cubicBezTo>
                  <a:pt x="41" y="5"/>
                  <a:pt x="40" y="4"/>
                  <a:pt x="40" y="2"/>
                </a:cubicBezTo>
                <a:close/>
                <a:moveTo>
                  <a:pt x="27" y="2"/>
                </a:moveTo>
                <a:cubicBezTo>
                  <a:pt x="27" y="1"/>
                  <a:pt x="28" y="0"/>
                  <a:pt x="30" y="0"/>
                </a:cubicBezTo>
                <a:cubicBezTo>
                  <a:pt x="30" y="0"/>
                  <a:pt x="30" y="0"/>
                  <a:pt x="30" y="0"/>
                </a:cubicBezTo>
                <a:cubicBezTo>
                  <a:pt x="31" y="0"/>
                  <a:pt x="32" y="1"/>
                  <a:pt x="32" y="2"/>
                </a:cubicBezTo>
                <a:cubicBezTo>
                  <a:pt x="32" y="2"/>
                  <a:pt x="32" y="2"/>
                  <a:pt x="32" y="2"/>
                </a:cubicBezTo>
                <a:cubicBezTo>
                  <a:pt x="32" y="4"/>
                  <a:pt x="31" y="5"/>
                  <a:pt x="30" y="5"/>
                </a:cubicBezTo>
                <a:cubicBezTo>
                  <a:pt x="30" y="5"/>
                  <a:pt x="30" y="5"/>
                  <a:pt x="30" y="5"/>
                </a:cubicBezTo>
                <a:cubicBezTo>
                  <a:pt x="28" y="5"/>
                  <a:pt x="27" y="4"/>
                  <a:pt x="27" y="2"/>
                </a:cubicBezTo>
                <a:close/>
                <a:moveTo>
                  <a:pt x="14" y="2"/>
                </a:moveTo>
                <a:cubicBezTo>
                  <a:pt x="14" y="1"/>
                  <a:pt x="15" y="0"/>
                  <a:pt x="16" y="0"/>
                </a:cubicBezTo>
                <a:cubicBezTo>
                  <a:pt x="16" y="0"/>
                  <a:pt x="16" y="0"/>
                  <a:pt x="16" y="0"/>
                </a:cubicBezTo>
                <a:cubicBezTo>
                  <a:pt x="18" y="0"/>
                  <a:pt x="19" y="1"/>
                  <a:pt x="19" y="2"/>
                </a:cubicBezTo>
                <a:cubicBezTo>
                  <a:pt x="19" y="2"/>
                  <a:pt x="19" y="2"/>
                  <a:pt x="19" y="2"/>
                </a:cubicBezTo>
                <a:cubicBezTo>
                  <a:pt x="19" y="4"/>
                  <a:pt x="18" y="5"/>
                  <a:pt x="16" y="5"/>
                </a:cubicBezTo>
                <a:cubicBezTo>
                  <a:pt x="16" y="5"/>
                  <a:pt x="16" y="5"/>
                  <a:pt x="16" y="5"/>
                </a:cubicBezTo>
                <a:cubicBezTo>
                  <a:pt x="15" y="5"/>
                  <a:pt x="14" y="4"/>
                  <a:pt x="14" y="2"/>
                </a:cubicBezTo>
                <a:close/>
                <a:moveTo>
                  <a:pt x="0" y="2"/>
                </a:moveTo>
                <a:cubicBezTo>
                  <a:pt x="0" y="1"/>
                  <a:pt x="2" y="0"/>
                  <a:pt x="3" y="0"/>
                </a:cubicBezTo>
                <a:cubicBezTo>
                  <a:pt x="3" y="0"/>
                  <a:pt x="3" y="0"/>
                  <a:pt x="3" y="0"/>
                </a:cubicBezTo>
                <a:cubicBezTo>
                  <a:pt x="5" y="0"/>
                  <a:pt x="6" y="1"/>
                  <a:pt x="6" y="2"/>
                </a:cubicBezTo>
                <a:cubicBezTo>
                  <a:pt x="6" y="2"/>
                  <a:pt x="6" y="2"/>
                  <a:pt x="6" y="2"/>
                </a:cubicBezTo>
                <a:cubicBezTo>
                  <a:pt x="6" y="4"/>
                  <a:pt x="5" y="5"/>
                  <a:pt x="3" y="5"/>
                </a:cubicBezTo>
                <a:cubicBezTo>
                  <a:pt x="3" y="5"/>
                  <a:pt x="3" y="5"/>
                  <a:pt x="3" y="5"/>
                </a:cubicBezTo>
                <a:cubicBezTo>
                  <a:pt x="2" y="5"/>
                  <a:pt x="0" y="4"/>
                  <a:pt x="0" y="2"/>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42" name="Rectangle 58"/>
          <p:cNvSpPr>
            <a:spLocks noChangeArrowheads="1"/>
          </p:cNvSpPr>
          <p:nvPr/>
        </p:nvSpPr>
        <p:spPr bwMode="auto">
          <a:xfrm>
            <a:off x="1290638" y="4824412"/>
            <a:ext cx="182562" cy="1106488"/>
          </a:xfrm>
          <a:prstGeom prst="rect">
            <a:avLst/>
          </a:prstGeom>
          <a:solidFill>
            <a:srgbClr val="00B05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43" name="Rectangle 59"/>
          <p:cNvSpPr>
            <a:spLocks noChangeArrowheads="1"/>
          </p:cNvSpPr>
          <p:nvPr/>
        </p:nvSpPr>
        <p:spPr bwMode="auto">
          <a:xfrm>
            <a:off x="1619250" y="4408487"/>
            <a:ext cx="182562" cy="1522413"/>
          </a:xfrm>
          <a:prstGeom prst="rect">
            <a:avLst/>
          </a:prstGeom>
          <a:solidFill>
            <a:srgbClr val="4E8542"/>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44" name="Rectangle 60"/>
          <p:cNvSpPr>
            <a:spLocks noChangeArrowheads="1"/>
          </p:cNvSpPr>
          <p:nvPr/>
        </p:nvSpPr>
        <p:spPr bwMode="auto">
          <a:xfrm>
            <a:off x="1978025" y="5356224"/>
            <a:ext cx="188912" cy="574675"/>
          </a:xfrm>
          <a:prstGeom prst="rect">
            <a:avLst/>
          </a:prstGeom>
          <a:solidFill>
            <a:srgbClr val="00B05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45" name="Rectangle 61"/>
          <p:cNvSpPr>
            <a:spLocks noChangeArrowheads="1"/>
          </p:cNvSpPr>
          <p:nvPr/>
        </p:nvSpPr>
        <p:spPr bwMode="auto">
          <a:xfrm>
            <a:off x="2343150" y="4271962"/>
            <a:ext cx="182562" cy="1658938"/>
          </a:xfrm>
          <a:prstGeom prst="rect">
            <a:avLst/>
          </a:prstGeom>
          <a:solidFill>
            <a:srgbClr val="00B05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46" name="Rectangle 62"/>
          <p:cNvSpPr>
            <a:spLocks noChangeArrowheads="1"/>
          </p:cNvSpPr>
          <p:nvPr/>
        </p:nvSpPr>
        <p:spPr bwMode="auto">
          <a:xfrm>
            <a:off x="2671763" y="4678362"/>
            <a:ext cx="182562" cy="1252538"/>
          </a:xfrm>
          <a:prstGeom prst="rect">
            <a:avLst/>
          </a:prstGeom>
          <a:solidFill>
            <a:srgbClr val="4E8542"/>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47" name="Rectangle 63"/>
          <p:cNvSpPr>
            <a:spLocks noChangeArrowheads="1"/>
          </p:cNvSpPr>
          <p:nvPr/>
        </p:nvSpPr>
        <p:spPr bwMode="auto">
          <a:xfrm>
            <a:off x="3036888" y="4548187"/>
            <a:ext cx="182562" cy="1382713"/>
          </a:xfrm>
          <a:prstGeom prst="rect">
            <a:avLst/>
          </a:prstGeom>
          <a:solidFill>
            <a:srgbClr val="00B05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48" name="Rectangle 64"/>
          <p:cNvSpPr>
            <a:spLocks noChangeArrowheads="1"/>
          </p:cNvSpPr>
          <p:nvPr/>
        </p:nvSpPr>
        <p:spPr bwMode="auto">
          <a:xfrm>
            <a:off x="1290638" y="5899149"/>
            <a:ext cx="1944687" cy="68263"/>
          </a:xfrm>
          <a:prstGeom prst="rect">
            <a:avLst/>
          </a:prstGeom>
          <a:solidFill>
            <a:srgbClr val="A48A7B"/>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49" name="Rectangle 65"/>
          <p:cNvSpPr>
            <a:spLocks noChangeArrowheads="1"/>
          </p:cNvSpPr>
          <p:nvPr/>
        </p:nvSpPr>
        <p:spPr bwMode="auto">
          <a:xfrm>
            <a:off x="9094788" y="6024562"/>
            <a:ext cx="166687"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A</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50" name="Rectangle 66"/>
          <p:cNvSpPr>
            <a:spLocks noChangeArrowheads="1"/>
          </p:cNvSpPr>
          <p:nvPr/>
        </p:nvSpPr>
        <p:spPr bwMode="auto">
          <a:xfrm>
            <a:off x="9439275" y="6024562"/>
            <a:ext cx="155575"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B</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51" name="Rectangle 67"/>
          <p:cNvSpPr>
            <a:spLocks noChangeArrowheads="1"/>
          </p:cNvSpPr>
          <p:nvPr/>
        </p:nvSpPr>
        <p:spPr bwMode="auto">
          <a:xfrm>
            <a:off x="9774238" y="6024562"/>
            <a:ext cx="161925"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C</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52" name="Rectangle 68"/>
          <p:cNvSpPr>
            <a:spLocks noChangeArrowheads="1"/>
          </p:cNvSpPr>
          <p:nvPr/>
        </p:nvSpPr>
        <p:spPr bwMode="auto">
          <a:xfrm>
            <a:off x="10163175" y="6024562"/>
            <a:ext cx="166687"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A</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53" name="Rectangle 69"/>
          <p:cNvSpPr>
            <a:spLocks noChangeArrowheads="1"/>
          </p:cNvSpPr>
          <p:nvPr/>
        </p:nvSpPr>
        <p:spPr bwMode="auto">
          <a:xfrm>
            <a:off x="10507663" y="6024562"/>
            <a:ext cx="155575"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B</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54" name="Rectangle 70"/>
          <p:cNvSpPr>
            <a:spLocks noChangeArrowheads="1"/>
          </p:cNvSpPr>
          <p:nvPr/>
        </p:nvSpPr>
        <p:spPr bwMode="auto">
          <a:xfrm>
            <a:off x="10844213" y="6024562"/>
            <a:ext cx="160337" cy="22383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927D62"/>
                </a:solidFill>
                <a:effectLst/>
                <a:latin typeface="Myriad Pro" pitchFamily="34" charset="0"/>
                <a:cs typeface="Arial" pitchFamily="34" charset="0"/>
              </a:rPr>
              <a:t>C</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455" name="Freeform 71"/>
          <p:cNvSpPr>
            <a:spLocks noEditPoints="1"/>
          </p:cNvSpPr>
          <p:nvPr/>
        </p:nvSpPr>
        <p:spPr bwMode="auto">
          <a:xfrm>
            <a:off x="9047163" y="5632449"/>
            <a:ext cx="1949450" cy="26988"/>
          </a:xfrm>
          <a:custGeom>
            <a:avLst/>
            <a:gdLst/>
            <a:ahLst/>
            <a:cxnLst>
              <a:cxn ang="0">
                <a:pos x="374" y="2"/>
              </a:cxn>
              <a:cxn ang="0">
                <a:pos x="369" y="2"/>
              </a:cxn>
              <a:cxn ang="0">
                <a:pos x="361" y="2"/>
              </a:cxn>
              <a:cxn ang="0">
                <a:pos x="356" y="2"/>
              </a:cxn>
              <a:cxn ang="0">
                <a:pos x="348" y="2"/>
              </a:cxn>
              <a:cxn ang="0">
                <a:pos x="343" y="2"/>
              </a:cxn>
              <a:cxn ang="0">
                <a:pos x="335" y="2"/>
              </a:cxn>
              <a:cxn ang="0">
                <a:pos x="330" y="2"/>
              </a:cxn>
              <a:cxn ang="0">
                <a:pos x="322" y="2"/>
              </a:cxn>
              <a:cxn ang="0">
                <a:pos x="316" y="2"/>
              </a:cxn>
              <a:cxn ang="0">
                <a:pos x="308" y="2"/>
              </a:cxn>
              <a:cxn ang="0">
                <a:pos x="303" y="2"/>
              </a:cxn>
              <a:cxn ang="0">
                <a:pos x="295" y="2"/>
              </a:cxn>
              <a:cxn ang="0">
                <a:pos x="290" y="2"/>
              </a:cxn>
              <a:cxn ang="0">
                <a:pos x="282" y="2"/>
              </a:cxn>
              <a:cxn ang="0">
                <a:pos x="277" y="2"/>
              </a:cxn>
              <a:cxn ang="0">
                <a:pos x="269" y="2"/>
              </a:cxn>
              <a:cxn ang="0">
                <a:pos x="264" y="2"/>
              </a:cxn>
              <a:cxn ang="0">
                <a:pos x="256" y="2"/>
              </a:cxn>
              <a:cxn ang="0">
                <a:pos x="250" y="2"/>
              </a:cxn>
              <a:cxn ang="0">
                <a:pos x="242" y="2"/>
              </a:cxn>
              <a:cxn ang="0">
                <a:pos x="237" y="2"/>
              </a:cxn>
              <a:cxn ang="0">
                <a:pos x="229" y="2"/>
              </a:cxn>
              <a:cxn ang="0">
                <a:pos x="224" y="2"/>
              </a:cxn>
              <a:cxn ang="0">
                <a:pos x="216" y="2"/>
              </a:cxn>
              <a:cxn ang="0">
                <a:pos x="211" y="2"/>
              </a:cxn>
              <a:cxn ang="0">
                <a:pos x="203" y="2"/>
              </a:cxn>
              <a:cxn ang="0">
                <a:pos x="198" y="2"/>
              </a:cxn>
              <a:cxn ang="0">
                <a:pos x="190" y="2"/>
              </a:cxn>
              <a:cxn ang="0">
                <a:pos x="184" y="2"/>
              </a:cxn>
              <a:cxn ang="0">
                <a:pos x="176" y="2"/>
              </a:cxn>
              <a:cxn ang="0">
                <a:pos x="171" y="2"/>
              </a:cxn>
              <a:cxn ang="0">
                <a:pos x="163" y="2"/>
              </a:cxn>
              <a:cxn ang="0">
                <a:pos x="158" y="2"/>
              </a:cxn>
              <a:cxn ang="0">
                <a:pos x="150" y="2"/>
              </a:cxn>
              <a:cxn ang="0">
                <a:pos x="145" y="2"/>
              </a:cxn>
              <a:cxn ang="0">
                <a:pos x="137" y="2"/>
              </a:cxn>
              <a:cxn ang="0">
                <a:pos x="132" y="2"/>
              </a:cxn>
              <a:cxn ang="0">
                <a:pos x="124" y="2"/>
              </a:cxn>
              <a:cxn ang="0">
                <a:pos x="118" y="2"/>
              </a:cxn>
              <a:cxn ang="0">
                <a:pos x="111" y="2"/>
              </a:cxn>
              <a:cxn ang="0">
                <a:pos x="105" y="2"/>
              </a:cxn>
              <a:cxn ang="0">
                <a:pos x="97" y="2"/>
              </a:cxn>
              <a:cxn ang="0">
                <a:pos x="92" y="2"/>
              </a:cxn>
              <a:cxn ang="0">
                <a:pos x="84" y="2"/>
              </a:cxn>
              <a:cxn ang="0">
                <a:pos x="79" y="2"/>
              </a:cxn>
              <a:cxn ang="0">
                <a:pos x="71" y="2"/>
              </a:cxn>
              <a:cxn ang="0">
                <a:pos x="66" y="2"/>
              </a:cxn>
              <a:cxn ang="0">
                <a:pos x="58" y="2"/>
              </a:cxn>
              <a:cxn ang="0">
                <a:pos x="52" y="2"/>
              </a:cxn>
              <a:cxn ang="0">
                <a:pos x="45" y="2"/>
              </a:cxn>
              <a:cxn ang="0">
                <a:pos x="39" y="2"/>
              </a:cxn>
              <a:cxn ang="0">
                <a:pos x="31" y="2"/>
              </a:cxn>
              <a:cxn ang="0">
                <a:pos x="26" y="2"/>
              </a:cxn>
              <a:cxn ang="0">
                <a:pos x="18" y="2"/>
              </a:cxn>
              <a:cxn ang="0">
                <a:pos x="13" y="2"/>
              </a:cxn>
              <a:cxn ang="0">
                <a:pos x="5" y="2"/>
              </a:cxn>
              <a:cxn ang="0">
                <a:pos x="0" y="2"/>
              </a:cxn>
            </a:cxnLst>
            <a:rect l="0" t="0" r="r" b="b"/>
            <a:pathLst>
              <a:path w="374" h="5">
                <a:moveTo>
                  <a:pt x="369" y="2"/>
                </a:moveTo>
                <a:cubicBezTo>
                  <a:pt x="369" y="1"/>
                  <a:pt x="370" y="0"/>
                  <a:pt x="372" y="0"/>
                </a:cubicBezTo>
                <a:cubicBezTo>
                  <a:pt x="372" y="0"/>
                  <a:pt x="372" y="0"/>
                  <a:pt x="372" y="0"/>
                </a:cubicBezTo>
                <a:cubicBezTo>
                  <a:pt x="373" y="0"/>
                  <a:pt x="374" y="1"/>
                  <a:pt x="374" y="2"/>
                </a:cubicBezTo>
                <a:cubicBezTo>
                  <a:pt x="374" y="2"/>
                  <a:pt x="374" y="2"/>
                  <a:pt x="374" y="2"/>
                </a:cubicBezTo>
                <a:cubicBezTo>
                  <a:pt x="374" y="4"/>
                  <a:pt x="373" y="5"/>
                  <a:pt x="372" y="5"/>
                </a:cubicBezTo>
                <a:cubicBezTo>
                  <a:pt x="372" y="5"/>
                  <a:pt x="372" y="5"/>
                  <a:pt x="372" y="5"/>
                </a:cubicBezTo>
                <a:cubicBezTo>
                  <a:pt x="370" y="5"/>
                  <a:pt x="369" y="4"/>
                  <a:pt x="369" y="2"/>
                </a:cubicBezTo>
                <a:close/>
                <a:moveTo>
                  <a:pt x="356" y="2"/>
                </a:moveTo>
                <a:cubicBezTo>
                  <a:pt x="356" y="1"/>
                  <a:pt x="357" y="0"/>
                  <a:pt x="359" y="0"/>
                </a:cubicBezTo>
                <a:cubicBezTo>
                  <a:pt x="359" y="0"/>
                  <a:pt x="359" y="0"/>
                  <a:pt x="359" y="0"/>
                </a:cubicBezTo>
                <a:cubicBezTo>
                  <a:pt x="360" y="0"/>
                  <a:pt x="361" y="1"/>
                  <a:pt x="361" y="2"/>
                </a:cubicBezTo>
                <a:cubicBezTo>
                  <a:pt x="361" y="2"/>
                  <a:pt x="361" y="2"/>
                  <a:pt x="361" y="2"/>
                </a:cubicBezTo>
                <a:cubicBezTo>
                  <a:pt x="361" y="4"/>
                  <a:pt x="360" y="5"/>
                  <a:pt x="359" y="5"/>
                </a:cubicBezTo>
                <a:cubicBezTo>
                  <a:pt x="359" y="5"/>
                  <a:pt x="359" y="5"/>
                  <a:pt x="359" y="5"/>
                </a:cubicBezTo>
                <a:cubicBezTo>
                  <a:pt x="357" y="5"/>
                  <a:pt x="356" y="4"/>
                  <a:pt x="356" y="2"/>
                </a:cubicBezTo>
                <a:close/>
                <a:moveTo>
                  <a:pt x="343" y="2"/>
                </a:moveTo>
                <a:cubicBezTo>
                  <a:pt x="343" y="1"/>
                  <a:pt x="344" y="0"/>
                  <a:pt x="345" y="0"/>
                </a:cubicBezTo>
                <a:cubicBezTo>
                  <a:pt x="345" y="0"/>
                  <a:pt x="345" y="0"/>
                  <a:pt x="345" y="0"/>
                </a:cubicBezTo>
                <a:cubicBezTo>
                  <a:pt x="347" y="0"/>
                  <a:pt x="348" y="1"/>
                  <a:pt x="348" y="2"/>
                </a:cubicBezTo>
                <a:cubicBezTo>
                  <a:pt x="348" y="2"/>
                  <a:pt x="348" y="2"/>
                  <a:pt x="348" y="2"/>
                </a:cubicBezTo>
                <a:cubicBezTo>
                  <a:pt x="348" y="4"/>
                  <a:pt x="347" y="5"/>
                  <a:pt x="345" y="5"/>
                </a:cubicBezTo>
                <a:cubicBezTo>
                  <a:pt x="345" y="5"/>
                  <a:pt x="345" y="5"/>
                  <a:pt x="345" y="5"/>
                </a:cubicBezTo>
                <a:cubicBezTo>
                  <a:pt x="344" y="5"/>
                  <a:pt x="343" y="4"/>
                  <a:pt x="343" y="2"/>
                </a:cubicBezTo>
                <a:close/>
                <a:moveTo>
                  <a:pt x="330" y="2"/>
                </a:moveTo>
                <a:cubicBezTo>
                  <a:pt x="330" y="1"/>
                  <a:pt x="331" y="0"/>
                  <a:pt x="332" y="0"/>
                </a:cubicBezTo>
                <a:cubicBezTo>
                  <a:pt x="332" y="0"/>
                  <a:pt x="332" y="0"/>
                  <a:pt x="332" y="0"/>
                </a:cubicBezTo>
                <a:cubicBezTo>
                  <a:pt x="334" y="0"/>
                  <a:pt x="335" y="1"/>
                  <a:pt x="335" y="2"/>
                </a:cubicBezTo>
                <a:cubicBezTo>
                  <a:pt x="335" y="2"/>
                  <a:pt x="335" y="2"/>
                  <a:pt x="335" y="2"/>
                </a:cubicBezTo>
                <a:cubicBezTo>
                  <a:pt x="335" y="4"/>
                  <a:pt x="334" y="5"/>
                  <a:pt x="332" y="5"/>
                </a:cubicBezTo>
                <a:cubicBezTo>
                  <a:pt x="332" y="5"/>
                  <a:pt x="332" y="5"/>
                  <a:pt x="332" y="5"/>
                </a:cubicBezTo>
                <a:cubicBezTo>
                  <a:pt x="331" y="5"/>
                  <a:pt x="330" y="4"/>
                  <a:pt x="330" y="2"/>
                </a:cubicBezTo>
                <a:close/>
                <a:moveTo>
                  <a:pt x="316" y="2"/>
                </a:moveTo>
                <a:cubicBezTo>
                  <a:pt x="316" y="1"/>
                  <a:pt x="318" y="0"/>
                  <a:pt x="319" y="0"/>
                </a:cubicBezTo>
                <a:cubicBezTo>
                  <a:pt x="319" y="0"/>
                  <a:pt x="319" y="0"/>
                  <a:pt x="319" y="0"/>
                </a:cubicBezTo>
                <a:cubicBezTo>
                  <a:pt x="320" y="0"/>
                  <a:pt x="322" y="1"/>
                  <a:pt x="322" y="2"/>
                </a:cubicBezTo>
                <a:cubicBezTo>
                  <a:pt x="322" y="2"/>
                  <a:pt x="322" y="2"/>
                  <a:pt x="322" y="2"/>
                </a:cubicBezTo>
                <a:cubicBezTo>
                  <a:pt x="322" y="4"/>
                  <a:pt x="320" y="5"/>
                  <a:pt x="319" y="5"/>
                </a:cubicBezTo>
                <a:cubicBezTo>
                  <a:pt x="319" y="5"/>
                  <a:pt x="319" y="5"/>
                  <a:pt x="319" y="5"/>
                </a:cubicBezTo>
                <a:cubicBezTo>
                  <a:pt x="318" y="5"/>
                  <a:pt x="316" y="4"/>
                  <a:pt x="316" y="2"/>
                </a:cubicBezTo>
                <a:close/>
                <a:moveTo>
                  <a:pt x="303" y="2"/>
                </a:moveTo>
                <a:cubicBezTo>
                  <a:pt x="303" y="1"/>
                  <a:pt x="304" y="0"/>
                  <a:pt x="306" y="0"/>
                </a:cubicBezTo>
                <a:cubicBezTo>
                  <a:pt x="306" y="0"/>
                  <a:pt x="306" y="0"/>
                  <a:pt x="306" y="0"/>
                </a:cubicBezTo>
                <a:cubicBezTo>
                  <a:pt x="307" y="0"/>
                  <a:pt x="308" y="1"/>
                  <a:pt x="308" y="2"/>
                </a:cubicBezTo>
                <a:cubicBezTo>
                  <a:pt x="308" y="2"/>
                  <a:pt x="308" y="2"/>
                  <a:pt x="308" y="2"/>
                </a:cubicBezTo>
                <a:cubicBezTo>
                  <a:pt x="308" y="4"/>
                  <a:pt x="307" y="5"/>
                  <a:pt x="306" y="5"/>
                </a:cubicBezTo>
                <a:cubicBezTo>
                  <a:pt x="306" y="5"/>
                  <a:pt x="306" y="5"/>
                  <a:pt x="306" y="5"/>
                </a:cubicBezTo>
                <a:cubicBezTo>
                  <a:pt x="304" y="5"/>
                  <a:pt x="303" y="4"/>
                  <a:pt x="303" y="2"/>
                </a:cubicBezTo>
                <a:close/>
                <a:moveTo>
                  <a:pt x="290" y="2"/>
                </a:moveTo>
                <a:cubicBezTo>
                  <a:pt x="290" y="1"/>
                  <a:pt x="291" y="0"/>
                  <a:pt x="293" y="0"/>
                </a:cubicBezTo>
                <a:cubicBezTo>
                  <a:pt x="293" y="0"/>
                  <a:pt x="293" y="0"/>
                  <a:pt x="293" y="0"/>
                </a:cubicBezTo>
                <a:cubicBezTo>
                  <a:pt x="294" y="0"/>
                  <a:pt x="295" y="1"/>
                  <a:pt x="295" y="2"/>
                </a:cubicBezTo>
                <a:cubicBezTo>
                  <a:pt x="295" y="2"/>
                  <a:pt x="295" y="2"/>
                  <a:pt x="295" y="2"/>
                </a:cubicBezTo>
                <a:cubicBezTo>
                  <a:pt x="295" y="4"/>
                  <a:pt x="294" y="5"/>
                  <a:pt x="293" y="5"/>
                </a:cubicBezTo>
                <a:cubicBezTo>
                  <a:pt x="293" y="5"/>
                  <a:pt x="293" y="5"/>
                  <a:pt x="293" y="5"/>
                </a:cubicBezTo>
                <a:cubicBezTo>
                  <a:pt x="291" y="5"/>
                  <a:pt x="290" y="4"/>
                  <a:pt x="290" y="2"/>
                </a:cubicBezTo>
                <a:close/>
                <a:moveTo>
                  <a:pt x="277" y="2"/>
                </a:moveTo>
                <a:cubicBezTo>
                  <a:pt x="277" y="1"/>
                  <a:pt x="278" y="0"/>
                  <a:pt x="279" y="0"/>
                </a:cubicBezTo>
                <a:cubicBezTo>
                  <a:pt x="279" y="0"/>
                  <a:pt x="279" y="0"/>
                  <a:pt x="279" y="0"/>
                </a:cubicBezTo>
                <a:cubicBezTo>
                  <a:pt x="281" y="0"/>
                  <a:pt x="282" y="1"/>
                  <a:pt x="282" y="2"/>
                </a:cubicBezTo>
                <a:cubicBezTo>
                  <a:pt x="282" y="2"/>
                  <a:pt x="282" y="2"/>
                  <a:pt x="282" y="2"/>
                </a:cubicBezTo>
                <a:cubicBezTo>
                  <a:pt x="282" y="4"/>
                  <a:pt x="281" y="5"/>
                  <a:pt x="279" y="5"/>
                </a:cubicBezTo>
                <a:cubicBezTo>
                  <a:pt x="279" y="5"/>
                  <a:pt x="279" y="5"/>
                  <a:pt x="279" y="5"/>
                </a:cubicBezTo>
                <a:cubicBezTo>
                  <a:pt x="278" y="5"/>
                  <a:pt x="277" y="4"/>
                  <a:pt x="277" y="2"/>
                </a:cubicBezTo>
                <a:close/>
                <a:moveTo>
                  <a:pt x="264" y="2"/>
                </a:moveTo>
                <a:cubicBezTo>
                  <a:pt x="264" y="1"/>
                  <a:pt x="265" y="0"/>
                  <a:pt x="266" y="0"/>
                </a:cubicBezTo>
                <a:cubicBezTo>
                  <a:pt x="266" y="0"/>
                  <a:pt x="266" y="0"/>
                  <a:pt x="266" y="0"/>
                </a:cubicBezTo>
                <a:cubicBezTo>
                  <a:pt x="268" y="0"/>
                  <a:pt x="269" y="1"/>
                  <a:pt x="269" y="2"/>
                </a:cubicBezTo>
                <a:cubicBezTo>
                  <a:pt x="269" y="2"/>
                  <a:pt x="269" y="2"/>
                  <a:pt x="269" y="2"/>
                </a:cubicBezTo>
                <a:cubicBezTo>
                  <a:pt x="269" y="4"/>
                  <a:pt x="268" y="5"/>
                  <a:pt x="266" y="5"/>
                </a:cubicBezTo>
                <a:cubicBezTo>
                  <a:pt x="266" y="5"/>
                  <a:pt x="266" y="5"/>
                  <a:pt x="266" y="5"/>
                </a:cubicBezTo>
                <a:cubicBezTo>
                  <a:pt x="265" y="5"/>
                  <a:pt x="264" y="4"/>
                  <a:pt x="264" y="2"/>
                </a:cubicBezTo>
                <a:close/>
                <a:moveTo>
                  <a:pt x="250" y="2"/>
                </a:moveTo>
                <a:cubicBezTo>
                  <a:pt x="250" y="1"/>
                  <a:pt x="252" y="0"/>
                  <a:pt x="253" y="0"/>
                </a:cubicBezTo>
                <a:cubicBezTo>
                  <a:pt x="253" y="0"/>
                  <a:pt x="253" y="0"/>
                  <a:pt x="253" y="0"/>
                </a:cubicBezTo>
                <a:cubicBezTo>
                  <a:pt x="254" y="0"/>
                  <a:pt x="256" y="1"/>
                  <a:pt x="256" y="2"/>
                </a:cubicBezTo>
                <a:cubicBezTo>
                  <a:pt x="256" y="2"/>
                  <a:pt x="256" y="2"/>
                  <a:pt x="256" y="2"/>
                </a:cubicBezTo>
                <a:cubicBezTo>
                  <a:pt x="256" y="4"/>
                  <a:pt x="254" y="5"/>
                  <a:pt x="253" y="5"/>
                </a:cubicBezTo>
                <a:cubicBezTo>
                  <a:pt x="253" y="5"/>
                  <a:pt x="253" y="5"/>
                  <a:pt x="253" y="5"/>
                </a:cubicBezTo>
                <a:cubicBezTo>
                  <a:pt x="252" y="5"/>
                  <a:pt x="250" y="4"/>
                  <a:pt x="250" y="2"/>
                </a:cubicBezTo>
                <a:close/>
                <a:moveTo>
                  <a:pt x="237" y="2"/>
                </a:moveTo>
                <a:cubicBezTo>
                  <a:pt x="237" y="1"/>
                  <a:pt x="238" y="0"/>
                  <a:pt x="240" y="0"/>
                </a:cubicBezTo>
                <a:cubicBezTo>
                  <a:pt x="240" y="0"/>
                  <a:pt x="240" y="0"/>
                  <a:pt x="240" y="0"/>
                </a:cubicBezTo>
                <a:cubicBezTo>
                  <a:pt x="241" y="0"/>
                  <a:pt x="242" y="1"/>
                  <a:pt x="242" y="2"/>
                </a:cubicBezTo>
                <a:cubicBezTo>
                  <a:pt x="242" y="2"/>
                  <a:pt x="242" y="2"/>
                  <a:pt x="242" y="2"/>
                </a:cubicBezTo>
                <a:cubicBezTo>
                  <a:pt x="242" y="4"/>
                  <a:pt x="241" y="5"/>
                  <a:pt x="240" y="5"/>
                </a:cubicBezTo>
                <a:cubicBezTo>
                  <a:pt x="240" y="5"/>
                  <a:pt x="240" y="5"/>
                  <a:pt x="240" y="5"/>
                </a:cubicBezTo>
                <a:cubicBezTo>
                  <a:pt x="238" y="5"/>
                  <a:pt x="237" y="4"/>
                  <a:pt x="237" y="2"/>
                </a:cubicBezTo>
                <a:close/>
                <a:moveTo>
                  <a:pt x="224" y="2"/>
                </a:moveTo>
                <a:cubicBezTo>
                  <a:pt x="224" y="1"/>
                  <a:pt x="225" y="0"/>
                  <a:pt x="227" y="0"/>
                </a:cubicBezTo>
                <a:cubicBezTo>
                  <a:pt x="227" y="0"/>
                  <a:pt x="227" y="0"/>
                  <a:pt x="227" y="0"/>
                </a:cubicBezTo>
                <a:cubicBezTo>
                  <a:pt x="228" y="0"/>
                  <a:pt x="229" y="1"/>
                  <a:pt x="229" y="2"/>
                </a:cubicBezTo>
                <a:cubicBezTo>
                  <a:pt x="229" y="2"/>
                  <a:pt x="229" y="2"/>
                  <a:pt x="229" y="2"/>
                </a:cubicBezTo>
                <a:cubicBezTo>
                  <a:pt x="229" y="4"/>
                  <a:pt x="228" y="5"/>
                  <a:pt x="227" y="5"/>
                </a:cubicBezTo>
                <a:cubicBezTo>
                  <a:pt x="227" y="5"/>
                  <a:pt x="227" y="5"/>
                  <a:pt x="227" y="5"/>
                </a:cubicBezTo>
                <a:cubicBezTo>
                  <a:pt x="225" y="5"/>
                  <a:pt x="224" y="4"/>
                  <a:pt x="224" y="2"/>
                </a:cubicBezTo>
                <a:close/>
                <a:moveTo>
                  <a:pt x="211" y="2"/>
                </a:moveTo>
                <a:cubicBezTo>
                  <a:pt x="211" y="1"/>
                  <a:pt x="212" y="0"/>
                  <a:pt x="213" y="0"/>
                </a:cubicBezTo>
                <a:cubicBezTo>
                  <a:pt x="213" y="0"/>
                  <a:pt x="213" y="0"/>
                  <a:pt x="213" y="0"/>
                </a:cubicBezTo>
                <a:cubicBezTo>
                  <a:pt x="215" y="0"/>
                  <a:pt x="216" y="1"/>
                  <a:pt x="216" y="2"/>
                </a:cubicBezTo>
                <a:cubicBezTo>
                  <a:pt x="216" y="2"/>
                  <a:pt x="216" y="2"/>
                  <a:pt x="216" y="2"/>
                </a:cubicBezTo>
                <a:cubicBezTo>
                  <a:pt x="216" y="4"/>
                  <a:pt x="215" y="5"/>
                  <a:pt x="213" y="5"/>
                </a:cubicBezTo>
                <a:cubicBezTo>
                  <a:pt x="213" y="5"/>
                  <a:pt x="213" y="5"/>
                  <a:pt x="213" y="5"/>
                </a:cubicBezTo>
                <a:cubicBezTo>
                  <a:pt x="212" y="5"/>
                  <a:pt x="211" y="4"/>
                  <a:pt x="211" y="2"/>
                </a:cubicBezTo>
                <a:close/>
                <a:moveTo>
                  <a:pt x="198" y="2"/>
                </a:moveTo>
                <a:cubicBezTo>
                  <a:pt x="198" y="1"/>
                  <a:pt x="199" y="0"/>
                  <a:pt x="200" y="0"/>
                </a:cubicBezTo>
                <a:cubicBezTo>
                  <a:pt x="200" y="0"/>
                  <a:pt x="200" y="0"/>
                  <a:pt x="200" y="0"/>
                </a:cubicBezTo>
                <a:cubicBezTo>
                  <a:pt x="202" y="0"/>
                  <a:pt x="203" y="1"/>
                  <a:pt x="203" y="2"/>
                </a:cubicBezTo>
                <a:cubicBezTo>
                  <a:pt x="203" y="2"/>
                  <a:pt x="203" y="2"/>
                  <a:pt x="203" y="2"/>
                </a:cubicBezTo>
                <a:cubicBezTo>
                  <a:pt x="203" y="4"/>
                  <a:pt x="202" y="5"/>
                  <a:pt x="200" y="5"/>
                </a:cubicBezTo>
                <a:cubicBezTo>
                  <a:pt x="200" y="5"/>
                  <a:pt x="200" y="5"/>
                  <a:pt x="200" y="5"/>
                </a:cubicBezTo>
                <a:cubicBezTo>
                  <a:pt x="199" y="5"/>
                  <a:pt x="198" y="4"/>
                  <a:pt x="198" y="2"/>
                </a:cubicBezTo>
                <a:close/>
                <a:moveTo>
                  <a:pt x="184" y="2"/>
                </a:moveTo>
                <a:cubicBezTo>
                  <a:pt x="184" y="1"/>
                  <a:pt x="186" y="0"/>
                  <a:pt x="187" y="0"/>
                </a:cubicBezTo>
                <a:cubicBezTo>
                  <a:pt x="187" y="0"/>
                  <a:pt x="187" y="0"/>
                  <a:pt x="187" y="0"/>
                </a:cubicBezTo>
                <a:cubicBezTo>
                  <a:pt x="189" y="0"/>
                  <a:pt x="190" y="1"/>
                  <a:pt x="190" y="2"/>
                </a:cubicBezTo>
                <a:cubicBezTo>
                  <a:pt x="190" y="2"/>
                  <a:pt x="190" y="2"/>
                  <a:pt x="190" y="2"/>
                </a:cubicBezTo>
                <a:cubicBezTo>
                  <a:pt x="190" y="4"/>
                  <a:pt x="189" y="5"/>
                  <a:pt x="187" y="5"/>
                </a:cubicBezTo>
                <a:cubicBezTo>
                  <a:pt x="187" y="5"/>
                  <a:pt x="187" y="5"/>
                  <a:pt x="187" y="5"/>
                </a:cubicBezTo>
                <a:cubicBezTo>
                  <a:pt x="186" y="5"/>
                  <a:pt x="184" y="4"/>
                  <a:pt x="184" y="2"/>
                </a:cubicBezTo>
                <a:close/>
                <a:moveTo>
                  <a:pt x="171" y="2"/>
                </a:moveTo>
                <a:cubicBezTo>
                  <a:pt x="171" y="1"/>
                  <a:pt x="172" y="0"/>
                  <a:pt x="174" y="0"/>
                </a:cubicBezTo>
                <a:cubicBezTo>
                  <a:pt x="174" y="0"/>
                  <a:pt x="174" y="0"/>
                  <a:pt x="174" y="0"/>
                </a:cubicBezTo>
                <a:cubicBezTo>
                  <a:pt x="175" y="0"/>
                  <a:pt x="176" y="1"/>
                  <a:pt x="176" y="2"/>
                </a:cubicBezTo>
                <a:cubicBezTo>
                  <a:pt x="176" y="2"/>
                  <a:pt x="176" y="2"/>
                  <a:pt x="176" y="2"/>
                </a:cubicBezTo>
                <a:cubicBezTo>
                  <a:pt x="176" y="4"/>
                  <a:pt x="175" y="5"/>
                  <a:pt x="174" y="5"/>
                </a:cubicBezTo>
                <a:cubicBezTo>
                  <a:pt x="174" y="5"/>
                  <a:pt x="174" y="5"/>
                  <a:pt x="174" y="5"/>
                </a:cubicBezTo>
                <a:cubicBezTo>
                  <a:pt x="172" y="5"/>
                  <a:pt x="171" y="4"/>
                  <a:pt x="171" y="2"/>
                </a:cubicBezTo>
                <a:close/>
                <a:moveTo>
                  <a:pt x="158" y="2"/>
                </a:moveTo>
                <a:cubicBezTo>
                  <a:pt x="158" y="1"/>
                  <a:pt x="159" y="0"/>
                  <a:pt x="161" y="0"/>
                </a:cubicBezTo>
                <a:cubicBezTo>
                  <a:pt x="161" y="0"/>
                  <a:pt x="161" y="0"/>
                  <a:pt x="161" y="0"/>
                </a:cubicBezTo>
                <a:cubicBezTo>
                  <a:pt x="162" y="0"/>
                  <a:pt x="163" y="1"/>
                  <a:pt x="163" y="2"/>
                </a:cubicBezTo>
                <a:cubicBezTo>
                  <a:pt x="163" y="2"/>
                  <a:pt x="163" y="2"/>
                  <a:pt x="163" y="2"/>
                </a:cubicBezTo>
                <a:cubicBezTo>
                  <a:pt x="163" y="4"/>
                  <a:pt x="162" y="5"/>
                  <a:pt x="161" y="5"/>
                </a:cubicBezTo>
                <a:cubicBezTo>
                  <a:pt x="161" y="5"/>
                  <a:pt x="161" y="5"/>
                  <a:pt x="161" y="5"/>
                </a:cubicBezTo>
                <a:cubicBezTo>
                  <a:pt x="159" y="5"/>
                  <a:pt x="158" y="4"/>
                  <a:pt x="158" y="2"/>
                </a:cubicBezTo>
                <a:close/>
                <a:moveTo>
                  <a:pt x="145" y="2"/>
                </a:moveTo>
                <a:cubicBezTo>
                  <a:pt x="145" y="1"/>
                  <a:pt x="146" y="0"/>
                  <a:pt x="147" y="0"/>
                </a:cubicBezTo>
                <a:cubicBezTo>
                  <a:pt x="147" y="0"/>
                  <a:pt x="147" y="0"/>
                  <a:pt x="147" y="0"/>
                </a:cubicBezTo>
                <a:cubicBezTo>
                  <a:pt x="149" y="0"/>
                  <a:pt x="150" y="1"/>
                  <a:pt x="150" y="2"/>
                </a:cubicBezTo>
                <a:cubicBezTo>
                  <a:pt x="150" y="2"/>
                  <a:pt x="150" y="2"/>
                  <a:pt x="150" y="2"/>
                </a:cubicBezTo>
                <a:cubicBezTo>
                  <a:pt x="150" y="4"/>
                  <a:pt x="149" y="5"/>
                  <a:pt x="147" y="5"/>
                </a:cubicBezTo>
                <a:cubicBezTo>
                  <a:pt x="147" y="5"/>
                  <a:pt x="147" y="5"/>
                  <a:pt x="147" y="5"/>
                </a:cubicBezTo>
                <a:cubicBezTo>
                  <a:pt x="146" y="5"/>
                  <a:pt x="145" y="4"/>
                  <a:pt x="145" y="2"/>
                </a:cubicBezTo>
                <a:close/>
                <a:moveTo>
                  <a:pt x="132" y="2"/>
                </a:moveTo>
                <a:cubicBezTo>
                  <a:pt x="132" y="1"/>
                  <a:pt x="133" y="0"/>
                  <a:pt x="134" y="0"/>
                </a:cubicBezTo>
                <a:cubicBezTo>
                  <a:pt x="134" y="0"/>
                  <a:pt x="134" y="0"/>
                  <a:pt x="134" y="0"/>
                </a:cubicBezTo>
                <a:cubicBezTo>
                  <a:pt x="136" y="0"/>
                  <a:pt x="137" y="1"/>
                  <a:pt x="137" y="2"/>
                </a:cubicBezTo>
                <a:cubicBezTo>
                  <a:pt x="137" y="2"/>
                  <a:pt x="137" y="2"/>
                  <a:pt x="137" y="2"/>
                </a:cubicBezTo>
                <a:cubicBezTo>
                  <a:pt x="137" y="4"/>
                  <a:pt x="136" y="5"/>
                  <a:pt x="134" y="5"/>
                </a:cubicBezTo>
                <a:cubicBezTo>
                  <a:pt x="134" y="5"/>
                  <a:pt x="134" y="5"/>
                  <a:pt x="134" y="5"/>
                </a:cubicBezTo>
                <a:cubicBezTo>
                  <a:pt x="133" y="5"/>
                  <a:pt x="132" y="4"/>
                  <a:pt x="132" y="2"/>
                </a:cubicBezTo>
                <a:close/>
                <a:moveTo>
                  <a:pt x="118" y="2"/>
                </a:moveTo>
                <a:cubicBezTo>
                  <a:pt x="118" y="1"/>
                  <a:pt x="120" y="0"/>
                  <a:pt x="121" y="0"/>
                </a:cubicBezTo>
                <a:cubicBezTo>
                  <a:pt x="121" y="0"/>
                  <a:pt x="121" y="0"/>
                  <a:pt x="121" y="0"/>
                </a:cubicBezTo>
                <a:cubicBezTo>
                  <a:pt x="123" y="0"/>
                  <a:pt x="124" y="1"/>
                  <a:pt x="124" y="2"/>
                </a:cubicBezTo>
                <a:cubicBezTo>
                  <a:pt x="124" y="2"/>
                  <a:pt x="124" y="2"/>
                  <a:pt x="124" y="2"/>
                </a:cubicBezTo>
                <a:cubicBezTo>
                  <a:pt x="124" y="4"/>
                  <a:pt x="123" y="5"/>
                  <a:pt x="121" y="5"/>
                </a:cubicBezTo>
                <a:cubicBezTo>
                  <a:pt x="121" y="5"/>
                  <a:pt x="121" y="5"/>
                  <a:pt x="121" y="5"/>
                </a:cubicBezTo>
                <a:cubicBezTo>
                  <a:pt x="120" y="5"/>
                  <a:pt x="118" y="4"/>
                  <a:pt x="118" y="2"/>
                </a:cubicBezTo>
                <a:close/>
                <a:moveTo>
                  <a:pt x="105" y="2"/>
                </a:moveTo>
                <a:cubicBezTo>
                  <a:pt x="105" y="1"/>
                  <a:pt x="106" y="0"/>
                  <a:pt x="108" y="0"/>
                </a:cubicBezTo>
                <a:cubicBezTo>
                  <a:pt x="108" y="0"/>
                  <a:pt x="108" y="0"/>
                  <a:pt x="108" y="0"/>
                </a:cubicBezTo>
                <a:cubicBezTo>
                  <a:pt x="109" y="0"/>
                  <a:pt x="111" y="1"/>
                  <a:pt x="111" y="2"/>
                </a:cubicBezTo>
                <a:cubicBezTo>
                  <a:pt x="111" y="2"/>
                  <a:pt x="111" y="2"/>
                  <a:pt x="111" y="2"/>
                </a:cubicBezTo>
                <a:cubicBezTo>
                  <a:pt x="111" y="4"/>
                  <a:pt x="109" y="5"/>
                  <a:pt x="108" y="5"/>
                </a:cubicBezTo>
                <a:cubicBezTo>
                  <a:pt x="108" y="5"/>
                  <a:pt x="108" y="5"/>
                  <a:pt x="108" y="5"/>
                </a:cubicBezTo>
                <a:cubicBezTo>
                  <a:pt x="106" y="5"/>
                  <a:pt x="105" y="4"/>
                  <a:pt x="105" y="2"/>
                </a:cubicBezTo>
                <a:close/>
                <a:moveTo>
                  <a:pt x="92" y="2"/>
                </a:moveTo>
                <a:cubicBezTo>
                  <a:pt x="92" y="1"/>
                  <a:pt x="93" y="0"/>
                  <a:pt x="95" y="0"/>
                </a:cubicBezTo>
                <a:cubicBezTo>
                  <a:pt x="95" y="0"/>
                  <a:pt x="95" y="0"/>
                  <a:pt x="95" y="0"/>
                </a:cubicBezTo>
                <a:cubicBezTo>
                  <a:pt x="96" y="0"/>
                  <a:pt x="97" y="1"/>
                  <a:pt x="97" y="2"/>
                </a:cubicBezTo>
                <a:cubicBezTo>
                  <a:pt x="97" y="2"/>
                  <a:pt x="97" y="2"/>
                  <a:pt x="97" y="2"/>
                </a:cubicBezTo>
                <a:cubicBezTo>
                  <a:pt x="97" y="4"/>
                  <a:pt x="96" y="5"/>
                  <a:pt x="95" y="5"/>
                </a:cubicBezTo>
                <a:cubicBezTo>
                  <a:pt x="95" y="5"/>
                  <a:pt x="95" y="5"/>
                  <a:pt x="95" y="5"/>
                </a:cubicBezTo>
                <a:cubicBezTo>
                  <a:pt x="93" y="5"/>
                  <a:pt x="92" y="4"/>
                  <a:pt x="92" y="2"/>
                </a:cubicBezTo>
                <a:close/>
                <a:moveTo>
                  <a:pt x="79" y="2"/>
                </a:moveTo>
                <a:cubicBezTo>
                  <a:pt x="79" y="1"/>
                  <a:pt x="80" y="0"/>
                  <a:pt x="81" y="0"/>
                </a:cubicBezTo>
                <a:cubicBezTo>
                  <a:pt x="81" y="0"/>
                  <a:pt x="81" y="0"/>
                  <a:pt x="81" y="0"/>
                </a:cubicBezTo>
                <a:cubicBezTo>
                  <a:pt x="83" y="0"/>
                  <a:pt x="84" y="1"/>
                  <a:pt x="84" y="2"/>
                </a:cubicBezTo>
                <a:cubicBezTo>
                  <a:pt x="84" y="2"/>
                  <a:pt x="84" y="2"/>
                  <a:pt x="84" y="2"/>
                </a:cubicBezTo>
                <a:cubicBezTo>
                  <a:pt x="84" y="4"/>
                  <a:pt x="83" y="5"/>
                  <a:pt x="81" y="5"/>
                </a:cubicBezTo>
                <a:cubicBezTo>
                  <a:pt x="81" y="5"/>
                  <a:pt x="81" y="5"/>
                  <a:pt x="81" y="5"/>
                </a:cubicBezTo>
                <a:cubicBezTo>
                  <a:pt x="80" y="5"/>
                  <a:pt x="79" y="4"/>
                  <a:pt x="79" y="2"/>
                </a:cubicBezTo>
                <a:close/>
                <a:moveTo>
                  <a:pt x="66" y="2"/>
                </a:moveTo>
                <a:cubicBezTo>
                  <a:pt x="66" y="1"/>
                  <a:pt x="67" y="0"/>
                  <a:pt x="68" y="0"/>
                </a:cubicBezTo>
                <a:cubicBezTo>
                  <a:pt x="68" y="0"/>
                  <a:pt x="68" y="0"/>
                  <a:pt x="68" y="0"/>
                </a:cubicBezTo>
                <a:cubicBezTo>
                  <a:pt x="70" y="0"/>
                  <a:pt x="71" y="1"/>
                  <a:pt x="71" y="2"/>
                </a:cubicBezTo>
                <a:cubicBezTo>
                  <a:pt x="71" y="2"/>
                  <a:pt x="71" y="2"/>
                  <a:pt x="71" y="2"/>
                </a:cubicBezTo>
                <a:cubicBezTo>
                  <a:pt x="71" y="4"/>
                  <a:pt x="70" y="5"/>
                  <a:pt x="68" y="5"/>
                </a:cubicBezTo>
                <a:cubicBezTo>
                  <a:pt x="68" y="5"/>
                  <a:pt x="68" y="5"/>
                  <a:pt x="68" y="5"/>
                </a:cubicBezTo>
                <a:cubicBezTo>
                  <a:pt x="67" y="5"/>
                  <a:pt x="66" y="4"/>
                  <a:pt x="66" y="2"/>
                </a:cubicBezTo>
                <a:close/>
                <a:moveTo>
                  <a:pt x="52" y="2"/>
                </a:moveTo>
                <a:cubicBezTo>
                  <a:pt x="52" y="1"/>
                  <a:pt x="54" y="0"/>
                  <a:pt x="55" y="0"/>
                </a:cubicBezTo>
                <a:cubicBezTo>
                  <a:pt x="55" y="0"/>
                  <a:pt x="55" y="0"/>
                  <a:pt x="55" y="0"/>
                </a:cubicBezTo>
                <a:cubicBezTo>
                  <a:pt x="57" y="0"/>
                  <a:pt x="58" y="1"/>
                  <a:pt x="58" y="2"/>
                </a:cubicBezTo>
                <a:cubicBezTo>
                  <a:pt x="58" y="2"/>
                  <a:pt x="58" y="2"/>
                  <a:pt x="58" y="2"/>
                </a:cubicBezTo>
                <a:cubicBezTo>
                  <a:pt x="58" y="4"/>
                  <a:pt x="57" y="5"/>
                  <a:pt x="55" y="5"/>
                </a:cubicBezTo>
                <a:cubicBezTo>
                  <a:pt x="55" y="5"/>
                  <a:pt x="55" y="5"/>
                  <a:pt x="55" y="5"/>
                </a:cubicBezTo>
                <a:cubicBezTo>
                  <a:pt x="54" y="5"/>
                  <a:pt x="52" y="4"/>
                  <a:pt x="52" y="2"/>
                </a:cubicBezTo>
                <a:close/>
                <a:moveTo>
                  <a:pt x="39" y="2"/>
                </a:moveTo>
                <a:cubicBezTo>
                  <a:pt x="39" y="1"/>
                  <a:pt x="40" y="0"/>
                  <a:pt x="42" y="0"/>
                </a:cubicBezTo>
                <a:cubicBezTo>
                  <a:pt x="42" y="0"/>
                  <a:pt x="42" y="0"/>
                  <a:pt x="42" y="0"/>
                </a:cubicBezTo>
                <a:cubicBezTo>
                  <a:pt x="43" y="0"/>
                  <a:pt x="45" y="1"/>
                  <a:pt x="45" y="2"/>
                </a:cubicBezTo>
                <a:cubicBezTo>
                  <a:pt x="45" y="2"/>
                  <a:pt x="45" y="2"/>
                  <a:pt x="45" y="2"/>
                </a:cubicBezTo>
                <a:cubicBezTo>
                  <a:pt x="45" y="4"/>
                  <a:pt x="43" y="5"/>
                  <a:pt x="42" y="5"/>
                </a:cubicBezTo>
                <a:cubicBezTo>
                  <a:pt x="42" y="5"/>
                  <a:pt x="42" y="5"/>
                  <a:pt x="42" y="5"/>
                </a:cubicBezTo>
                <a:cubicBezTo>
                  <a:pt x="40" y="5"/>
                  <a:pt x="39" y="4"/>
                  <a:pt x="39" y="2"/>
                </a:cubicBezTo>
                <a:close/>
                <a:moveTo>
                  <a:pt x="26" y="2"/>
                </a:moveTo>
                <a:cubicBezTo>
                  <a:pt x="26" y="1"/>
                  <a:pt x="27" y="0"/>
                  <a:pt x="29" y="0"/>
                </a:cubicBezTo>
                <a:cubicBezTo>
                  <a:pt x="29" y="0"/>
                  <a:pt x="29" y="0"/>
                  <a:pt x="29" y="0"/>
                </a:cubicBezTo>
                <a:cubicBezTo>
                  <a:pt x="30" y="0"/>
                  <a:pt x="31" y="1"/>
                  <a:pt x="31" y="2"/>
                </a:cubicBezTo>
                <a:cubicBezTo>
                  <a:pt x="31" y="2"/>
                  <a:pt x="31" y="2"/>
                  <a:pt x="31" y="2"/>
                </a:cubicBezTo>
                <a:cubicBezTo>
                  <a:pt x="31" y="4"/>
                  <a:pt x="30" y="5"/>
                  <a:pt x="29" y="5"/>
                </a:cubicBezTo>
                <a:cubicBezTo>
                  <a:pt x="29" y="5"/>
                  <a:pt x="29" y="5"/>
                  <a:pt x="29" y="5"/>
                </a:cubicBezTo>
                <a:cubicBezTo>
                  <a:pt x="27" y="5"/>
                  <a:pt x="26" y="4"/>
                  <a:pt x="26" y="2"/>
                </a:cubicBezTo>
                <a:close/>
                <a:moveTo>
                  <a:pt x="13" y="2"/>
                </a:moveTo>
                <a:cubicBezTo>
                  <a:pt x="13" y="1"/>
                  <a:pt x="14" y="0"/>
                  <a:pt x="16" y="0"/>
                </a:cubicBezTo>
                <a:cubicBezTo>
                  <a:pt x="16" y="0"/>
                  <a:pt x="16" y="0"/>
                  <a:pt x="16" y="0"/>
                </a:cubicBezTo>
                <a:cubicBezTo>
                  <a:pt x="17" y="0"/>
                  <a:pt x="18" y="1"/>
                  <a:pt x="18" y="2"/>
                </a:cubicBezTo>
                <a:cubicBezTo>
                  <a:pt x="18" y="2"/>
                  <a:pt x="18" y="2"/>
                  <a:pt x="18" y="2"/>
                </a:cubicBezTo>
                <a:cubicBezTo>
                  <a:pt x="18" y="4"/>
                  <a:pt x="17" y="5"/>
                  <a:pt x="16" y="5"/>
                </a:cubicBezTo>
                <a:cubicBezTo>
                  <a:pt x="16" y="5"/>
                  <a:pt x="16" y="5"/>
                  <a:pt x="16" y="5"/>
                </a:cubicBezTo>
                <a:cubicBezTo>
                  <a:pt x="14" y="5"/>
                  <a:pt x="13" y="4"/>
                  <a:pt x="13" y="2"/>
                </a:cubicBezTo>
                <a:close/>
                <a:moveTo>
                  <a:pt x="0" y="2"/>
                </a:moveTo>
                <a:cubicBezTo>
                  <a:pt x="0" y="1"/>
                  <a:pt x="1" y="0"/>
                  <a:pt x="2" y="0"/>
                </a:cubicBezTo>
                <a:cubicBezTo>
                  <a:pt x="2" y="0"/>
                  <a:pt x="2" y="0"/>
                  <a:pt x="2" y="0"/>
                </a:cubicBezTo>
                <a:cubicBezTo>
                  <a:pt x="4" y="0"/>
                  <a:pt x="5" y="1"/>
                  <a:pt x="5" y="2"/>
                </a:cubicBezTo>
                <a:cubicBezTo>
                  <a:pt x="5" y="2"/>
                  <a:pt x="5" y="2"/>
                  <a:pt x="5" y="2"/>
                </a:cubicBezTo>
                <a:cubicBezTo>
                  <a:pt x="5" y="4"/>
                  <a:pt x="4" y="5"/>
                  <a:pt x="2" y="5"/>
                </a:cubicBezTo>
                <a:cubicBezTo>
                  <a:pt x="2" y="5"/>
                  <a:pt x="2" y="5"/>
                  <a:pt x="2" y="5"/>
                </a:cubicBezTo>
                <a:cubicBezTo>
                  <a:pt x="1" y="5"/>
                  <a:pt x="0" y="4"/>
                  <a:pt x="0" y="2"/>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56" name="Freeform 72"/>
          <p:cNvSpPr>
            <a:spLocks noEditPoints="1"/>
          </p:cNvSpPr>
          <p:nvPr/>
        </p:nvSpPr>
        <p:spPr bwMode="auto">
          <a:xfrm>
            <a:off x="9047163" y="5356224"/>
            <a:ext cx="1949450" cy="26988"/>
          </a:xfrm>
          <a:custGeom>
            <a:avLst/>
            <a:gdLst/>
            <a:ahLst/>
            <a:cxnLst>
              <a:cxn ang="0">
                <a:pos x="374" y="3"/>
              </a:cxn>
              <a:cxn ang="0">
                <a:pos x="369" y="3"/>
              </a:cxn>
              <a:cxn ang="0">
                <a:pos x="361" y="3"/>
              </a:cxn>
              <a:cxn ang="0">
                <a:pos x="356" y="3"/>
              </a:cxn>
              <a:cxn ang="0">
                <a:pos x="348" y="3"/>
              </a:cxn>
              <a:cxn ang="0">
                <a:pos x="343" y="3"/>
              </a:cxn>
              <a:cxn ang="0">
                <a:pos x="335" y="3"/>
              </a:cxn>
              <a:cxn ang="0">
                <a:pos x="330" y="3"/>
              </a:cxn>
              <a:cxn ang="0">
                <a:pos x="322" y="3"/>
              </a:cxn>
              <a:cxn ang="0">
                <a:pos x="316" y="3"/>
              </a:cxn>
              <a:cxn ang="0">
                <a:pos x="308" y="3"/>
              </a:cxn>
              <a:cxn ang="0">
                <a:pos x="303" y="3"/>
              </a:cxn>
              <a:cxn ang="0">
                <a:pos x="295" y="3"/>
              </a:cxn>
              <a:cxn ang="0">
                <a:pos x="290" y="3"/>
              </a:cxn>
              <a:cxn ang="0">
                <a:pos x="282" y="3"/>
              </a:cxn>
              <a:cxn ang="0">
                <a:pos x="277" y="3"/>
              </a:cxn>
              <a:cxn ang="0">
                <a:pos x="269" y="3"/>
              </a:cxn>
              <a:cxn ang="0">
                <a:pos x="264" y="3"/>
              </a:cxn>
              <a:cxn ang="0">
                <a:pos x="256" y="3"/>
              </a:cxn>
              <a:cxn ang="0">
                <a:pos x="250" y="3"/>
              </a:cxn>
              <a:cxn ang="0">
                <a:pos x="242" y="3"/>
              </a:cxn>
              <a:cxn ang="0">
                <a:pos x="237" y="3"/>
              </a:cxn>
              <a:cxn ang="0">
                <a:pos x="229" y="3"/>
              </a:cxn>
              <a:cxn ang="0">
                <a:pos x="224" y="3"/>
              </a:cxn>
              <a:cxn ang="0">
                <a:pos x="216" y="3"/>
              </a:cxn>
              <a:cxn ang="0">
                <a:pos x="211" y="3"/>
              </a:cxn>
              <a:cxn ang="0">
                <a:pos x="203" y="3"/>
              </a:cxn>
              <a:cxn ang="0">
                <a:pos x="198" y="3"/>
              </a:cxn>
              <a:cxn ang="0">
                <a:pos x="190" y="3"/>
              </a:cxn>
              <a:cxn ang="0">
                <a:pos x="184" y="3"/>
              </a:cxn>
              <a:cxn ang="0">
                <a:pos x="176" y="3"/>
              </a:cxn>
              <a:cxn ang="0">
                <a:pos x="171" y="3"/>
              </a:cxn>
              <a:cxn ang="0">
                <a:pos x="163" y="3"/>
              </a:cxn>
              <a:cxn ang="0">
                <a:pos x="158" y="3"/>
              </a:cxn>
              <a:cxn ang="0">
                <a:pos x="150" y="3"/>
              </a:cxn>
              <a:cxn ang="0">
                <a:pos x="145" y="3"/>
              </a:cxn>
              <a:cxn ang="0">
                <a:pos x="137" y="3"/>
              </a:cxn>
              <a:cxn ang="0">
                <a:pos x="132" y="3"/>
              </a:cxn>
              <a:cxn ang="0">
                <a:pos x="124" y="3"/>
              </a:cxn>
              <a:cxn ang="0">
                <a:pos x="118" y="3"/>
              </a:cxn>
              <a:cxn ang="0">
                <a:pos x="111" y="3"/>
              </a:cxn>
              <a:cxn ang="0">
                <a:pos x="105" y="3"/>
              </a:cxn>
              <a:cxn ang="0">
                <a:pos x="97" y="3"/>
              </a:cxn>
              <a:cxn ang="0">
                <a:pos x="92" y="3"/>
              </a:cxn>
              <a:cxn ang="0">
                <a:pos x="84" y="3"/>
              </a:cxn>
              <a:cxn ang="0">
                <a:pos x="79" y="3"/>
              </a:cxn>
              <a:cxn ang="0">
                <a:pos x="71" y="3"/>
              </a:cxn>
              <a:cxn ang="0">
                <a:pos x="66" y="3"/>
              </a:cxn>
              <a:cxn ang="0">
                <a:pos x="58" y="3"/>
              </a:cxn>
              <a:cxn ang="0">
                <a:pos x="52" y="3"/>
              </a:cxn>
              <a:cxn ang="0">
                <a:pos x="45" y="3"/>
              </a:cxn>
              <a:cxn ang="0">
                <a:pos x="39" y="3"/>
              </a:cxn>
              <a:cxn ang="0">
                <a:pos x="31" y="3"/>
              </a:cxn>
              <a:cxn ang="0">
                <a:pos x="26" y="3"/>
              </a:cxn>
              <a:cxn ang="0">
                <a:pos x="18" y="3"/>
              </a:cxn>
              <a:cxn ang="0">
                <a:pos x="13" y="3"/>
              </a:cxn>
              <a:cxn ang="0">
                <a:pos x="5" y="3"/>
              </a:cxn>
              <a:cxn ang="0">
                <a:pos x="0" y="3"/>
              </a:cxn>
            </a:cxnLst>
            <a:rect l="0" t="0" r="r" b="b"/>
            <a:pathLst>
              <a:path w="374" h="5">
                <a:moveTo>
                  <a:pt x="369" y="3"/>
                </a:moveTo>
                <a:cubicBezTo>
                  <a:pt x="369" y="1"/>
                  <a:pt x="370" y="0"/>
                  <a:pt x="372" y="0"/>
                </a:cubicBezTo>
                <a:cubicBezTo>
                  <a:pt x="372" y="0"/>
                  <a:pt x="372" y="0"/>
                  <a:pt x="372" y="0"/>
                </a:cubicBezTo>
                <a:cubicBezTo>
                  <a:pt x="373" y="0"/>
                  <a:pt x="374" y="1"/>
                  <a:pt x="374" y="3"/>
                </a:cubicBezTo>
                <a:cubicBezTo>
                  <a:pt x="374" y="3"/>
                  <a:pt x="374" y="3"/>
                  <a:pt x="374" y="3"/>
                </a:cubicBezTo>
                <a:cubicBezTo>
                  <a:pt x="374" y="4"/>
                  <a:pt x="373" y="5"/>
                  <a:pt x="372" y="5"/>
                </a:cubicBezTo>
                <a:cubicBezTo>
                  <a:pt x="372" y="5"/>
                  <a:pt x="372" y="5"/>
                  <a:pt x="372" y="5"/>
                </a:cubicBezTo>
                <a:cubicBezTo>
                  <a:pt x="370" y="5"/>
                  <a:pt x="369" y="4"/>
                  <a:pt x="369" y="3"/>
                </a:cubicBezTo>
                <a:close/>
                <a:moveTo>
                  <a:pt x="356" y="3"/>
                </a:moveTo>
                <a:cubicBezTo>
                  <a:pt x="356" y="1"/>
                  <a:pt x="357" y="0"/>
                  <a:pt x="359" y="0"/>
                </a:cubicBezTo>
                <a:cubicBezTo>
                  <a:pt x="359" y="0"/>
                  <a:pt x="359" y="0"/>
                  <a:pt x="359" y="0"/>
                </a:cubicBezTo>
                <a:cubicBezTo>
                  <a:pt x="360" y="0"/>
                  <a:pt x="361" y="1"/>
                  <a:pt x="361" y="3"/>
                </a:cubicBezTo>
                <a:cubicBezTo>
                  <a:pt x="361" y="3"/>
                  <a:pt x="361" y="3"/>
                  <a:pt x="361" y="3"/>
                </a:cubicBezTo>
                <a:cubicBezTo>
                  <a:pt x="361" y="4"/>
                  <a:pt x="360" y="5"/>
                  <a:pt x="359" y="5"/>
                </a:cubicBezTo>
                <a:cubicBezTo>
                  <a:pt x="359" y="5"/>
                  <a:pt x="359" y="5"/>
                  <a:pt x="359" y="5"/>
                </a:cubicBezTo>
                <a:cubicBezTo>
                  <a:pt x="357" y="5"/>
                  <a:pt x="356" y="4"/>
                  <a:pt x="356" y="3"/>
                </a:cubicBezTo>
                <a:close/>
                <a:moveTo>
                  <a:pt x="343" y="3"/>
                </a:moveTo>
                <a:cubicBezTo>
                  <a:pt x="343" y="1"/>
                  <a:pt x="344" y="0"/>
                  <a:pt x="345" y="0"/>
                </a:cubicBezTo>
                <a:cubicBezTo>
                  <a:pt x="345" y="0"/>
                  <a:pt x="345" y="0"/>
                  <a:pt x="345" y="0"/>
                </a:cubicBezTo>
                <a:cubicBezTo>
                  <a:pt x="347" y="0"/>
                  <a:pt x="348" y="1"/>
                  <a:pt x="348" y="3"/>
                </a:cubicBezTo>
                <a:cubicBezTo>
                  <a:pt x="348" y="3"/>
                  <a:pt x="348" y="3"/>
                  <a:pt x="348" y="3"/>
                </a:cubicBezTo>
                <a:cubicBezTo>
                  <a:pt x="348" y="4"/>
                  <a:pt x="347" y="5"/>
                  <a:pt x="345" y="5"/>
                </a:cubicBezTo>
                <a:cubicBezTo>
                  <a:pt x="345" y="5"/>
                  <a:pt x="345" y="5"/>
                  <a:pt x="345" y="5"/>
                </a:cubicBezTo>
                <a:cubicBezTo>
                  <a:pt x="344" y="5"/>
                  <a:pt x="343" y="4"/>
                  <a:pt x="343" y="3"/>
                </a:cubicBezTo>
                <a:close/>
                <a:moveTo>
                  <a:pt x="330" y="3"/>
                </a:moveTo>
                <a:cubicBezTo>
                  <a:pt x="330" y="1"/>
                  <a:pt x="331" y="0"/>
                  <a:pt x="332" y="0"/>
                </a:cubicBezTo>
                <a:cubicBezTo>
                  <a:pt x="332" y="0"/>
                  <a:pt x="332" y="0"/>
                  <a:pt x="332" y="0"/>
                </a:cubicBezTo>
                <a:cubicBezTo>
                  <a:pt x="334" y="0"/>
                  <a:pt x="335" y="1"/>
                  <a:pt x="335" y="3"/>
                </a:cubicBezTo>
                <a:cubicBezTo>
                  <a:pt x="335" y="3"/>
                  <a:pt x="335" y="3"/>
                  <a:pt x="335" y="3"/>
                </a:cubicBezTo>
                <a:cubicBezTo>
                  <a:pt x="335" y="4"/>
                  <a:pt x="334" y="5"/>
                  <a:pt x="332" y="5"/>
                </a:cubicBezTo>
                <a:cubicBezTo>
                  <a:pt x="332" y="5"/>
                  <a:pt x="332" y="5"/>
                  <a:pt x="332" y="5"/>
                </a:cubicBezTo>
                <a:cubicBezTo>
                  <a:pt x="331" y="5"/>
                  <a:pt x="330" y="4"/>
                  <a:pt x="330" y="3"/>
                </a:cubicBezTo>
                <a:close/>
                <a:moveTo>
                  <a:pt x="316" y="3"/>
                </a:moveTo>
                <a:cubicBezTo>
                  <a:pt x="316" y="1"/>
                  <a:pt x="318" y="0"/>
                  <a:pt x="319" y="0"/>
                </a:cubicBezTo>
                <a:cubicBezTo>
                  <a:pt x="319" y="0"/>
                  <a:pt x="319" y="0"/>
                  <a:pt x="319" y="0"/>
                </a:cubicBezTo>
                <a:cubicBezTo>
                  <a:pt x="320" y="0"/>
                  <a:pt x="322" y="1"/>
                  <a:pt x="322" y="3"/>
                </a:cubicBezTo>
                <a:cubicBezTo>
                  <a:pt x="322" y="3"/>
                  <a:pt x="322" y="3"/>
                  <a:pt x="322" y="3"/>
                </a:cubicBezTo>
                <a:cubicBezTo>
                  <a:pt x="322" y="4"/>
                  <a:pt x="320" y="5"/>
                  <a:pt x="319" y="5"/>
                </a:cubicBezTo>
                <a:cubicBezTo>
                  <a:pt x="319" y="5"/>
                  <a:pt x="319" y="5"/>
                  <a:pt x="319" y="5"/>
                </a:cubicBezTo>
                <a:cubicBezTo>
                  <a:pt x="318" y="5"/>
                  <a:pt x="316" y="4"/>
                  <a:pt x="316" y="3"/>
                </a:cubicBezTo>
                <a:close/>
                <a:moveTo>
                  <a:pt x="303" y="3"/>
                </a:moveTo>
                <a:cubicBezTo>
                  <a:pt x="303" y="1"/>
                  <a:pt x="304" y="0"/>
                  <a:pt x="306" y="0"/>
                </a:cubicBezTo>
                <a:cubicBezTo>
                  <a:pt x="306" y="0"/>
                  <a:pt x="306" y="0"/>
                  <a:pt x="306" y="0"/>
                </a:cubicBezTo>
                <a:cubicBezTo>
                  <a:pt x="307" y="0"/>
                  <a:pt x="308" y="1"/>
                  <a:pt x="308" y="3"/>
                </a:cubicBezTo>
                <a:cubicBezTo>
                  <a:pt x="308" y="3"/>
                  <a:pt x="308" y="3"/>
                  <a:pt x="308" y="3"/>
                </a:cubicBezTo>
                <a:cubicBezTo>
                  <a:pt x="308" y="4"/>
                  <a:pt x="307" y="5"/>
                  <a:pt x="306" y="5"/>
                </a:cubicBezTo>
                <a:cubicBezTo>
                  <a:pt x="306" y="5"/>
                  <a:pt x="306" y="5"/>
                  <a:pt x="306" y="5"/>
                </a:cubicBezTo>
                <a:cubicBezTo>
                  <a:pt x="304" y="5"/>
                  <a:pt x="303" y="4"/>
                  <a:pt x="303" y="3"/>
                </a:cubicBezTo>
                <a:close/>
                <a:moveTo>
                  <a:pt x="290" y="3"/>
                </a:moveTo>
                <a:cubicBezTo>
                  <a:pt x="290" y="1"/>
                  <a:pt x="291" y="0"/>
                  <a:pt x="293" y="0"/>
                </a:cubicBezTo>
                <a:cubicBezTo>
                  <a:pt x="293" y="0"/>
                  <a:pt x="293" y="0"/>
                  <a:pt x="293" y="0"/>
                </a:cubicBezTo>
                <a:cubicBezTo>
                  <a:pt x="294" y="0"/>
                  <a:pt x="295" y="1"/>
                  <a:pt x="295" y="3"/>
                </a:cubicBezTo>
                <a:cubicBezTo>
                  <a:pt x="295" y="3"/>
                  <a:pt x="295" y="3"/>
                  <a:pt x="295" y="3"/>
                </a:cubicBezTo>
                <a:cubicBezTo>
                  <a:pt x="295" y="4"/>
                  <a:pt x="294" y="5"/>
                  <a:pt x="293" y="5"/>
                </a:cubicBezTo>
                <a:cubicBezTo>
                  <a:pt x="293" y="5"/>
                  <a:pt x="293" y="5"/>
                  <a:pt x="293" y="5"/>
                </a:cubicBezTo>
                <a:cubicBezTo>
                  <a:pt x="291" y="5"/>
                  <a:pt x="290" y="4"/>
                  <a:pt x="290" y="3"/>
                </a:cubicBezTo>
                <a:close/>
                <a:moveTo>
                  <a:pt x="277" y="3"/>
                </a:moveTo>
                <a:cubicBezTo>
                  <a:pt x="277" y="1"/>
                  <a:pt x="278" y="0"/>
                  <a:pt x="279" y="0"/>
                </a:cubicBezTo>
                <a:cubicBezTo>
                  <a:pt x="279" y="0"/>
                  <a:pt x="279" y="0"/>
                  <a:pt x="279" y="0"/>
                </a:cubicBezTo>
                <a:cubicBezTo>
                  <a:pt x="281" y="0"/>
                  <a:pt x="282" y="1"/>
                  <a:pt x="282" y="3"/>
                </a:cubicBezTo>
                <a:cubicBezTo>
                  <a:pt x="282" y="3"/>
                  <a:pt x="282" y="3"/>
                  <a:pt x="282" y="3"/>
                </a:cubicBezTo>
                <a:cubicBezTo>
                  <a:pt x="282" y="4"/>
                  <a:pt x="281" y="5"/>
                  <a:pt x="279" y="5"/>
                </a:cubicBezTo>
                <a:cubicBezTo>
                  <a:pt x="279" y="5"/>
                  <a:pt x="279" y="5"/>
                  <a:pt x="279" y="5"/>
                </a:cubicBezTo>
                <a:cubicBezTo>
                  <a:pt x="278" y="5"/>
                  <a:pt x="277" y="4"/>
                  <a:pt x="277" y="3"/>
                </a:cubicBezTo>
                <a:close/>
                <a:moveTo>
                  <a:pt x="264" y="3"/>
                </a:moveTo>
                <a:cubicBezTo>
                  <a:pt x="264" y="1"/>
                  <a:pt x="265" y="0"/>
                  <a:pt x="266" y="0"/>
                </a:cubicBezTo>
                <a:cubicBezTo>
                  <a:pt x="266" y="0"/>
                  <a:pt x="266" y="0"/>
                  <a:pt x="266" y="0"/>
                </a:cubicBezTo>
                <a:cubicBezTo>
                  <a:pt x="268" y="0"/>
                  <a:pt x="269" y="1"/>
                  <a:pt x="269" y="3"/>
                </a:cubicBezTo>
                <a:cubicBezTo>
                  <a:pt x="269" y="3"/>
                  <a:pt x="269" y="3"/>
                  <a:pt x="269" y="3"/>
                </a:cubicBezTo>
                <a:cubicBezTo>
                  <a:pt x="269" y="4"/>
                  <a:pt x="268" y="5"/>
                  <a:pt x="266" y="5"/>
                </a:cubicBezTo>
                <a:cubicBezTo>
                  <a:pt x="266" y="5"/>
                  <a:pt x="266" y="5"/>
                  <a:pt x="266" y="5"/>
                </a:cubicBezTo>
                <a:cubicBezTo>
                  <a:pt x="265" y="5"/>
                  <a:pt x="264" y="4"/>
                  <a:pt x="264" y="3"/>
                </a:cubicBezTo>
                <a:close/>
                <a:moveTo>
                  <a:pt x="250" y="3"/>
                </a:moveTo>
                <a:cubicBezTo>
                  <a:pt x="250" y="1"/>
                  <a:pt x="252" y="0"/>
                  <a:pt x="253" y="0"/>
                </a:cubicBezTo>
                <a:cubicBezTo>
                  <a:pt x="253" y="0"/>
                  <a:pt x="253" y="0"/>
                  <a:pt x="253" y="0"/>
                </a:cubicBezTo>
                <a:cubicBezTo>
                  <a:pt x="254" y="0"/>
                  <a:pt x="256" y="1"/>
                  <a:pt x="256" y="3"/>
                </a:cubicBezTo>
                <a:cubicBezTo>
                  <a:pt x="256" y="3"/>
                  <a:pt x="256" y="3"/>
                  <a:pt x="256" y="3"/>
                </a:cubicBezTo>
                <a:cubicBezTo>
                  <a:pt x="256" y="4"/>
                  <a:pt x="254" y="5"/>
                  <a:pt x="253" y="5"/>
                </a:cubicBezTo>
                <a:cubicBezTo>
                  <a:pt x="253" y="5"/>
                  <a:pt x="253" y="5"/>
                  <a:pt x="253" y="5"/>
                </a:cubicBezTo>
                <a:cubicBezTo>
                  <a:pt x="252" y="5"/>
                  <a:pt x="250" y="4"/>
                  <a:pt x="250" y="3"/>
                </a:cubicBezTo>
                <a:close/>
                <a:moveTo>
                  <a:pt x="237" y="3"/>
                </a:moveTo>
                <a:cubicBezTo>
                  <a:pt x="237" y="1"/>
                  <a:pt x="238" y="0"/>
                  <a:pt x="240" y="0"/>
                </a:cubicBezTo>
                <a:cubicBezTo>
                  <a:pt x="240" y="0"/>
                  <a:pt x="240" y="0"/>
                  <a:pt x="240" y="0"/>
                </a:cubicBezTo>
                <a:cubicBezTo>
                  <a:pt x="241" y="0"/>
                  <a:pt x="242" y="1"/>
                  <a:pt x="242" y="3"/>
                </a:cubicBezTo>
                <a:cubicBezTo>
                  <a:pt x="242" y="3"/>
                  <a:pt x="242" y="3"/>
                  <a:pt x="242" y="3"/>
                </a:cubicBezTo>
                <a:cubicBezTo>
                  <a:pt x="242" y="4"/>
                  <a:pt x="241" y="5"/>
                  <a:pt x="240" y="5"/>
                </a:cubicBezTo>
                <a:cubicBezTo>
                  <a:pt x="240" y="5"/>
                  <a:pt x="240" y="5"/>
                  <a:pt x="240" y="5"/>
                </a:cubicBezTo>
                <a:cubicBezTo>
                  <a:pt x="238" y="5"/>
                  <a:pt x="237" y="4"/>
                  <a:pt x="237" y="3"/>
                </a:cubicBezTo>
                <a:close/>
                <a:moveTo>
                  <a:pt x="224" y="3"/>
                </a:moveTo>
                <a:cubicBezTo>
                  <a:pt x="224" y="1"/>
                  <a:pt x="225" y="0"/>
                  <a:pt x="227" y="0"/>
                </a:cubicBezTo>
                <a:cubicBezTo>
                  <a:pt x="227" y="0"/>
                  <a:pt x="227" y="0"/>
                  <a:pt x="227" y="0"/>
                </a:cubicBezTo>
                <a:cubicBezTo>
                  <a:pt x="228" y="0"/>
                  <a:pt x="229" y="1"/>
                  <a:pt x="229" y="3"/>
                </a:cubicBezTo>
                <a:cubicBezTo>
                  <a:pt x="229" y="3"/>
                  <a:pt x="229" y="3"/>
                  <a:pt x="229" y="3"/>
                </a:cubicBezTo>
                <a:cubicBezTo>
                  <a:pt x="229" y="4"/>
                  <a:pt x="228" y="5"/>
                  <a:pt x="227" y="5"/>
                </a:cubicBezTo>
                <a:cubicBezTo>
                  <a:pt x="227" y="5"/>
                  <a:pt x="227" y="5"/>
                  <a:pt x="227" y="5"/>
                </a:cubicBezTo>
                <a:cubicBezTo>
                  <a:pt x="225" y="5"/>
                  <a:pt x="224" y="4"/>
                  <a:pt x="224" y="3"/>
                </a:cubicBezTo>
                <a:close/>
                <a:moveTo>
                  <a:pt x="211" y="3"/>
                </a:moveTo>
                <a:cubicBezTo>
                  <a:pt x="211" y="1"/>
                  <a:pt x="212" y="0"/>
                  <a:pt x="213" y="0"/>
                </a:cubicBezTo>
                <a:cubicBezTo>
                  <a:pt x="213" y="0"/>
                  <a:pt x="213" y="0"/>
                  <a:pt x="213" y="0"/>
                </a:cubicBezTo>
                <a:cubicBezTo>
                  <a:pt x="215" y="0"/>
                  <a:pt x="216" y="1"/>
                  <a:pt x="216" y="3"/>
                </a:cubicBezTo>
                <a:cubicBezTo>
                  <a:pt x="216" y="3"/>
                  <a:pt x="216" y="3"/>
                  <a:pt x="216" y="3"/>
                </a:cubicBezTo>
                <a:cubicBezTo>
                  <a:pt x="216" y="4"/>
                  <a:pt x="215" y="5"/>
                  <a:pt x="213" y="5"/>
                </a:cubicBezTo>
                <a:cubicBezTo>
                  <a:pt x="213" y="5"/>
                  <a:pt x="213" y="5"/>
                  <a:pt x="213" y="5"/>
                </a:cubicBezTo>
                <a:cubicBezTo>
                  <a:pt x="212" y="5"/>
                  <a:pt x="211" y="4"/>
                  <a:pt x="211" y="3"/>
                </a:cubicBezTo>
                <a:close/>
                <a:moveTo>
                  <a:pt x="198" y="3"/>
                </a:moveTo>
                <a:cubicBezTo>
                  <a:pt x="198" y="1"/>
                  <a:pt x="199" y="0"/>
                  <a:pt x="200" y="0"/>
                </a:cubicBezTo>
                <a:cubicBezTo>
                  <a:pt x="200" y="0"/>
                  <a:pt x="200" y="0"/>
                  <a:pt x="200" y="0"/>
                </a:cubicBezTo>
                <a:cubicBezTo>
                  <a:pt x="202" y="0"/>
                  <a:pt x="203" y="1"/>
                  <a:pt x="203" y="3"/>
                </a:cubicBezTo>
                <a:cubicBezTo>
                  <a:pt x="203" y="3"/>
                  <a:pt x="203" y="3"/>
                  <a:pt x="203" y="3"/>
                </a:cubicBezTo>
                <a:cubicBezTo>
                  <a:pt x="203" y="4"/>
                  <a:pt x="202" y="5"/>
                  <a:pt x="200" y="5"/>
                </a:cubicBezTo>
                <a:cubicBezTo>
                  <a:pt x="200" y="5"/>
                  <a:pt x="200" y="5"/>
                  <a:pt x="200" y="5"/>
                </a:cubicBezTo>
                <a:cubicBezTo>
                  <a:pt x="199" y="5"/>
                  <a:pt x="198" y="4"/>
                  <a:pt x="198" y="3"/>
                </a:cubicBezTo>
                <a:close/>
                <a:moveTo>
                  <a:pt x="184" y="3"/>
                </a:moveTo>
                <a:cubicBezTo>
                  <a:pt x="184" y="1"/>
                  <a:pt x="186" y="0"/>
                  <a:pt x="187" y="0"/>
                </a:cubicBezTo>
                <a:cubicBezTo>
                  <a:pt x="187" y="0"/>
                  <a:pt x="187" y="0"/>
                  <a:pt x="187" y="0"/>
                </a:cubicBezTo>
                <a:cubicBezTo>
                  <a:pt x="189" y="0"/>
                  <a:pt x="190" y="1"/>
                  <a:pt x="190" y="3"/>
                </a:cubicBezTo>
                <a:cubicBezTo>
                  <a:pt x="190" y="3"/>
                  <a:pt x="190" y="3"/>
                  <a:pt x="190" y="3"/>
                </a:cubicBezTo>
                <a:cubicBezTo>
                  <a:pt x="190" y="4"/>
                  <a:pt x="189" y="5"/>
                  <a:pt x="187" y="5"/>
                </a:cubicBezTo>
                <a:cubicBezTo>
                  <a:pt x="187" y="5"/>
                  <a:pt x="187" y="5"/>
                  <a:pt x="187" y="5"/>
                </a:cubicBezTo>
                <a:cubicBezTo>
                  <a:pt x="186" y="5"/>
                  <a:pt x="184" y="4"/>
                  <a:pt x="184" y="3"/>
                </a:cubicBezTo>
                <a:close/>
                <a:moveTo>
                  <a:pt x="171" y="3"/>
                </a:moveTo>
                <a:cubicBezTo>
                  <a:pt x="171" y="1"/>
                  <a:pt x="172" y="0"/>
                  <a:pt x="174" y="0"/>
                </a:cubicBezTo>
                <a:cubicBezTo>
                  <a:pt x="174" y="0"/>
                  <a:pt x="174" y="0"/>
                  <a:pt x="174" y="0"/>
                </a:cubicBezTo>
                <a:cubicBezTo>
                  <a:pt x="175" y="0"/>
                  <a:pt x="176" y="1"/>
                  <a:pt x="176" y="3"/>
                </a:cubicBezTo>
                <a:cubicBezTo>
                  <a:pt x="176" y="3"/>
                  <a:pt x="176" y="3"/>
                  <a:pt x="176" y="3"/>
                </a:cubicBezTo>
                <a:cubicBezTo>
                  <a:pt x="176" y="4"/>
                  <a:pt x="175" y="5"/>
                  <a:pt x="174" y="5"/>
                </a:cubicBezTo>
                <a:cubicBezTo>
                  <a:pt x="174" y="5"/>
                  <a:pt x="174" y="5"/>
                  <a:pt x="174" y="5"/>
                </a:cubicBezTo>
                <a:cubicBezTo>
                  <a:pt x="172" y="5"/>
                  <a:pt x="171" y="4"/>
                  <a:pt x="171" y="3"/>
                </a:cubicBezTo>
                <a:close/>
                <a:moveTo>
                  <a:pt x="158" y="3"/>
                </a:moveTo>
                <a:cubicBezTo>
                  <a:pt x="158" y="1"/>
                  <a:pt x="159" y="0"/>
                  <a:pt x="161" y="0"/>
                </a:cubicBezTo>
                <a:cubicBezTo>
                  <a:pt x="161" y="0"/>
                  <a:pt x="161" y="0"/>
                  <a:pt x="161" y="0"/>
                </a:cubicBezTo>
                <a:cubicBezTo>
                  <a:pt x="162" y="0"/>
                  <a:pt x="163" y="1"/>
                  <a:pt x="163" y="3"/>
                </a:cubicBezTo>
                <a:cubicBezTo>
                  <a:pt x="163" y="3"/>
                  <a:pt x="163" y="3"/>
                  <a:pt x="163" y="3"/>
                </a:cubicBezTo>
                <a:cubicBezTo>
                  <a:pt x="163" y="4"/>
                  <a:pt x="162" y="5"/>
                  <a:pt x="161" y="5"/>
                </a:cubicBezTo>
                <a:cubicBezTo>
                  <a:pt x="161" y="5"/>
                  <a:pt x="161" y="5"/>
                  <a:pt x="161" y="5"/>
                </a:cubicBezTo>
                <a:cubicBezTo>
                  <a:pt x="159" y="5"/>
                  <a:pt x="158" y="4"/>
                  <a:pt x="158" y="3"/>
                </a:cubicBezTo>
                <a:close/>
                <a:moveTo>
                  <a:pt x="145" y="3"/>
                </a:moveTo>
                <a:cubicBezTo>
                  <a:pt x="145" y="1"/>
                  <a:pt x="146" y="0"/>
                  <a:pt x="147" y="0"/>
                </a:cubicBezTo>
                <a:cubicBezTo>
                  <a:pt x="147" y="0"/>
                  <a:pt x="147" y="0"/>
                  <a:pt x="147" y="0"/>
                </a:cubicBezTo>
                <a:cubicBezTo>
                  <a:pt x="149" y="0"/>
                  <a:pt x="150" y="1"/>
                  <a:pt x="150" y="3"/>
                </a:cubicBezTo>
                <a:cubicBezTo>
                  <a:pt x="150" y="3"/>
                  <a:pt x="150" y="3"/>
                  <a:pt x="150" y="3"/>
                </a:cubicBezTo>
                <a:cubicBezTo>
                  <a:pt x="150" y="4"/>
                  <a:pt x="149" y="5"/>
                  <a:pt x="147" y="5"/>
                </a:cubicBezTo>
                <a:cubicBezTo>
                  <a:pt x="147" y="5"/>
                  <a:pt x="147" y="5"/>
                  <a:pt x="147" y="5"/>
                </a:cubicBezTo>
                <a:cubicBezTo>
                  <a:pt x="146" y="5"/>
                  <a:pt x="145" y="4"/>
                  <a:pt x="145" y="3"/>
                </a:cubicBezTo>
                <a:close/>
                <a:moveTo>
                  <a:pt x="132" y="3"/>
                </a:moveTo>
                <a:cubicBezTo>
                  <a:pt x="132" y="1"/>
                  <a:pt x="133" y="0"/>
                  <a:pt x="134" y="0"/>
                </a:cubicBezTo>
                <a:cubicBezTo>
                  <a:pt x="134" y="0"/>
                  <a:pt x="134" y="0"/>
                  <a:pt x="134" y="0"/>
                </a:cubicBezTo>
                <a:cubicBezTo>
                  <a:pt x="136" y="0"/>
                  <a:pt x="137" y="1"/>
                  <a:pt x="137" y="3"/>
                </a:cubicBezTo>
                <a:cubicBezTo>
                  <a:pt x="137" y="3"/>
                  <a:pt x="137" y="3"/>
                  <a:pt x="137" y="3"/>
                </a:cubicBezTo>
                <a:cubicBezTo>
                  <a:pt x="137" y="4"/>
                  <a:pt x="136" y="5"/>
                  <a:pt x="134" y="5"/>
                </a:cubicBezTo>
                <a:cubicBezTo>
                  <a:pt x="134" y="5"/>
                  <a:pt x="134" y="5"/>
                  <a:pt x="134" y="5"/>
                </a:cubicBezTo>
                <a:cubicBezTo>
                  <a:pt x="133" y="5"/>
                  <a:pt x="132" y="4"/>
                  <a:pt x="132" y="3"/>
                </a:cubicBezTo>
                <a:close/>
                <a:moveTo>
                  <a:pt x="118" y="3"/>
                </a:moveTo>
                <a:cubicBezTo>
                  <a:pt x="118" y="1"/>
                  <a:pt x="120" y="0"/>
                  <a:pt x="121" y="0"/>
                </a:cubicBezTo>
                <a:cubicBezTo>
                  <a:pt x="121" y="0"/>
                  <a:pt x="121" y="0"/>
                  <a:pt x="121" y="0"/>
                </a:cubicBezTo>
                <a:cubicBezTo>
                  <a:pt x="123" y="0"/>
                  <a:pt x="124" y="1"/>
                  <a:pt x="124" y="3"/>
                </a:cubicBezTo>
                <a:cubicBezTo>
                  <a:pt x="124" y="3"/>
                  <a:pt x="124" y="3"/>
                  <a:pt x="124" y="3"/>
                </a:cubicBezTo>
                <a:cubicBezTo>
                  <a:pt x="124" y="4"/>
                  <a:pt x="123" y="5"/>
                  <a:pt x="121" y="5"/>
                </a:cubicBezTo>
                <a:cubicBezTo>
                  <a:pt x="121" y="5"/>
                  <a:pt x="121" y="5"/>
                  <a:pt x="121" y="5"/>
                </a:cubicBezTo>
                <a:cubicBezTo>
                  <a:pt x="120" y="5"/>
                  <a:pt x="118" y="4"/>
                  <a:pt x="118" y="3"/>
                </a:cubicBezTo>
                <a:close/>
                <a:moveTo>
                  <a:pt x="105" y="3"/>
                </a:moveTo>
                <a:cubicBezTo>
                  <a:pt x="105" y="1"/>
                  <a:pt x="106" y="0"/>
                  <a:pt x="108" y="0"/>
                </a:cubicBezTo>
                <a:cubicBezTo>
                  <a:pt x="108" y="0"/>
                  <a:pt x="108" y="0"/>
                  <a:pt x="108" y="0"/>
                </a:cubicBezTo>
                <a:cubicBezTo>
                  <a:pt x="109" y="0"/>
                  <a:pt x="111" y="1"/>
                  <a:pt x="111" y="3"/>
                </a:cubicBezTo>
                <a:cubicBezTo>
                  <a:pt x="111" y="3"/>
                  <a:pt x="111" y="3"/>
                  <a:pt x="111" y="3"/>
                </a:cubicBezTo>
                <a:cubicBezTo>
                  <a:pt x="111" y="4"/>
                  <a:pt x="109" y="5"/>
                  <a:pt x="108" y="5"/>
                </a:cubicBezTo>
                <a:cubicBezTo>
                  <a:pt x="108" y="5"/>
                  <a:pt x="108" y="5"/>
                  <a:pt x="108" y="5"/>
                </a:cubicBezTo>
                <a:cubicBezTo>
                  <a:pt x="106" y="5"/>
                  <a:pt x="105" y="4"/>
                  <a:pt x="105" y="3"/>
                </a:cubicBezTo>
                <a:close/>
                <a:moveTo>
                  <a:pt x="92" y="3"/>
                </a:moveTo>
                <a:cubicBezTo>
                  <a:pt x="92" y="1"/>
                  <a:pt x="93" y="0"/>
                  <a:pt x="95" y="0"/>
                </a:cubicBezTo>
                <a:cubicBezTo>
                  <a:pt x="95" y="0"/>
                  <a:pt x="95" y="0"/>
                  <a:pt x="95" y="0"/>
                </a:cubicBezTo>
                <a:cubicBezTo>
                  <a:pt x="96" y="0"/>
                  <a:pt x="97" y="1"/>
                  <a:pt x="97" y="3"/>
                </a:cubicBezTo>
                <a:cubicBezTo>
                  <a:pt x="97" y="3"/>
                  <a:pt x="97" y="3"/>
                  <a:pt x="97" y="3"/>
                </a:cubicBezTo>
                <a:cubicBezTo>
                  <a:pt x="97" y="4"/>
                  <a:pt x="96" y="5"/>
                  <a:pt x="95" y="5"/>
                </a:cubicBezTo>
                <a:cubicBezTo>
                  <a:pt x="95" y="5"/>
                  <a:pt x="95" y="5"/>
                  <a:pt x="95" y="5"/>
                </a:cubicBezTo>
                <a:cubicBezTo>
                  <a:pt x="93" y="5"/>
                  <a:pt x="92" y="4"/>
                  <a:pt x="92" y="3"/>
                </a:cubicBezTo>
                <a:close/>
                <a:moveTo>
                  <a:pt x="79" y="3"/>
                </a:moveTo>
                <a:cubicBezTo>
                  <a:pt x="79" y="1"/>
                  <a:pt x="80" y="0"/>
                  <a:pt x="81" y="0"/>
                </a:cubicBezTo>
                <a:cubicBezTo>
                  <a:pt x="81" y="0"/>
                  <a:pt x="81" y="0"/>
                  <a:pt x="81" y="0"/>
                </a:cubicBezTo>
                <a:cubicBezTo>
                  <a:pt x="83" y="0"/>
                  <a:pt x="84" y="1"/>
                  <a:pt x="84" y="3"/>
                </a:cubicBezTo>
                <a:cubicBezTo>
                  <a:pt x="84" y="3"/>
                  <a:pt x="84" y="3"/>
                  <a:pt x="84" y="3"/>
                </a:cubicBezTo>
                <a:cubicBezTo>
                  <a:pt x="84" y="4"/>
                  <a:pt x="83" y="5"/>
                  <a:pt x="81" y="5"/>
                </a:cubicBezTo>
                <a:cubicBezTo>
                  <a:pt x="81" y="5"/>
                  <a:pt x="81" y="5"/>
                  <a:pt x="81" y="5"/>
                </a:cubicBezTo>
                <a:cubicBezTo>
                  <a:pt x="80" y="5"/>
                  <a:pt x="79" y="4"/>
                  <a:pt x="79" y="3"/>
                </a:cubicBezTo>
                <a:close/>
                <a:moveTo>
                  <a:pt x="66" y="3"/>
                </a:moveTo>
                <a:cubicBezTo>
                  <a:pt x="66" y="1"/>
                  <a:pt x="67" y="0"/>
                  <a:pt x="68" y="0"/>
                </a:cubicBezTo>
                <a:cubicBezTo>
                  <a:pt x="68" y="0"/>
                  <a:pt x="68" y="0"/>
                  <a:pt x="68" y="0"/>
                </a:cubicBezTo>
                <a:cubicBezTo>
                  <a:pt x="70" y="0"/>
                  <a:pt x="71" y="1"/>
                  <a:pt x="71" y="3"/>
                </a:cubicBezTo>
                <a:cubicBezTo>
                  <a:pt x="71" y="3"/>
                  <a:pt x="71" y="3"/>
                  <a:pt x="71" y="3"/>
                </a:cubicBezTo>
                <a:cubicBezTo>
                  <a:pt x="71" y="4"/>
                  <a:pt x="70" y="5"/>
                  <a:pt x="68" y="5"/>
                </a:cubicBezTo>
                <a:cubicBezTo>
                  <a:pt x="68" y="5"/>
                  <a:pt x="68" y="5"/>
                  <a:pt x="68" y="5"/>
                </a:cubicBezTo>
                <a:cubicBezTo>
                  <a:pt x="67" y="5"/>
                  <a:pt x="66" y="4"/>
                  <a:pt x="66" y="3"/>
                </a:cubicBezTo>
                <a:close/>
                <a:moveTo>
                  <a:pt x="52" y="3"/>
                </a:moveTo>
                <a:cubicBezTo>
                  <a:pt x="52" y="1"/>
                  <a:pt x="54" y="0"/>
                  <a:pt x="55" y="0"/>
                </a:cubicBezTo>
                <a:cubicBezTo>
                  <a:pt x="55" y="0"/>
                  <a:pt x="55" y="0"/>
                  <a:pt x="55" y="0"/>
                </a:cubicBezTo>
                <a:cubicBezTo>
                  <a:pt x="57" y="0"/>
                  <a:pt x="58" y="1"/>
                  <a:pt x="58" y="3"/>
                </a:cubicBezTo>
                <a:cubicBezTo>
                  <a:pt x="58" y="3"/>
                  <a:pt x="58" y="3"/>
                  <a:pt x="58" y="3"/>
                </a:cubicBezTo>
                <a:cubicBezTo>
                  <a:pt x="58" y="4"/>
                  <a:pt x="57" y="5"/>
                  <a:pt x="55" y="5"/>
                </a:cubicBezTo>
                <a:cubicBezTo>
                  <a:pt x="55" y="5"/>
                  <a:pt x="55" y="5"/>
                  <a:pt x="55" y="5"/>
                </a:cubicBezTo>
                <a:cubicBezTo>
                  <a:pt x="54" y="5"/>
                  <a:pt x="52" y="4"/>
                  <a:pt x="52" y="3"/>
                </a:cubicBezTo>
                <a:close/>
                <a:moveTo>
                  <a:pt x="39" y="3"/>
                </a:moveTo>
                <a:cubicBezTo>
                  <a:pt x="39" y="1"/>
                  <a:pt x="40" y="0"/>
                  <a:pt x="42" y="0"/>
                </a:cubicBezTo>
                <a:cubicBezTo>
                  <a:pt x="42" y="0"/>
                  <a:pt x="42" y="0"/>
                  <a:pt x="42" y="0"/>
                </a:cubicBezTo>
                <a:cubicBezTo>
                  <a:pt x="43" y="0"/>
                  <a:pt x="45" y="1"/>
                  <a:pt x="45" y="3"/>
                </a:cubicBezTo>
                <a:cubicBezTo>
                  <a:pt x="45" y="3"/>
                  <a:pt x="45" y="3"/>
                  <a:pt x="45" y="3"/>
                </a:cubicBezTo>
                <a:cubicBezTo>
                  <a:pt x="45" y="4"/>
                  <a:pt x="43" y="5"/>
                  <a:pt x="42" y="5"/>
                </a:cubicBezTo>
                <a:cubicBezTo>
                  <a:pt x="42" y="5"/>
                  <a:pt x="42" y="5"/>
                  <a:pt x="42" y="5"/>
                </a:cubicBezTo>
                <a:cubicBezTo>
                  <a:pt x="40" y="5"/>
                  <a:pt x="39" y="4"/>
                  <a:pt x="39" y="3"/>
                </a:cubicBezTo>
                <a:close/>
                <a:moveTo>
                  <a:pt x="26" y="3"/>
                </a:moveTo>
                <a:cubicBezTo>
                  <a:pt x="26" y="1"/>
                  <a:pt x="27" y="0"/>
                  <a:pt x="29" y="0"/>
                </a:cubicBezTo>
                <a:cubicBezTo>
                  <a:pt x="29" y="0"/>
                  <a:pt x="29" y="0"/>
                  <a:pt x="29" y="0"/>
                </a:cubicBezTo>
                <a:cubicBezTo>
                  <a:pt x="30" y="0"/>
                  <a:pt x="31" y="1"/>
                  <a:pt x="31" y="3"/>
                </a:cubicBezTo>
                <a:cubicBezTo>
                  <a:pt x="31" y="3"/>
                  <a:pt x="31" y="3"/>
                  <a:pt x="31" y="3"/>
                </a:cubicBezTo>
                <a:cubicBezTo>
                  <a:pt x="31" y="4"/>
                  <a:pt x="30" y="5"/>
                  <a:pt x="29" y="5"/>
                </a:cubicBezTo>
                <a:cubicBezTo>
                  <a:pt x="29" y="5"/>
                  <a:pt x="29" y="5"/>
                  <a:pt x="29" y="5"/>
                </a:cubicBezTo>
                <a:cubicBezTo>
                  <a:pt x="27" y="5"/>
                  <a:pt x="26" y="4"/>
                  <a:pt x="26" y="3"/>
                </a:cubicBezTo>
                <a:close/>
                <a:moveTo>
                  <a:pt x="13" y="3"/>
                </a:moveTo>
                <a:cubicBezTo>
                  <a:pt x="13" y="1"/>
                  <a:pt x="14" y="0"/>
                  <a:pt x="16" y="0"/>
                </a:cubicBezTo>
                <a:cubicBezTo>
                  <a:pt x="16" y="0"/>
                  <a:pt x="16" y="0"/>
                  <a:pt x="16" y="0"/>
                </a:cubicBezTo>
                <a:cubicBezTo>
                  <a:pt x="17" y="0"/>
                  <a:pt x="18" y="1"/>
                  <a:pt x="18" y="3"/>
                </a:cubicBezTo>
                <a:cubicBezTo>
                  <a:pt x="18" y="3"/>
                  <a:pt x="18" y="3"/>
                  <a:pt x="18" y="3"/>
                </a:cubicBezTo>
                <a:cubicBezTo>
                  <a:pt x="18" y="4"/>
                  <a:pt x="17" y="5"/>
                  <a:pt x="16" y="5"/>
                </a:cubicBezTo>
                <a:cubicBezTo>
                  <a:pt x="16" y="5"/>
                  <a:pt x="16" y="5"/>
                  <a:pt x="16" y="5"/>
                </a:cubicBezTo>
                <a:cubicBezTo>
                  <a:pt x="14" y="5"/>
                  <a:pt x="13" y="4"/>
                  <a:pt x="13" y="3"/>
                </a:cubicBezTo>
                <a:close/>
                <a:moveTo>
                  <a:pt x="0" y="3"/>
                </a:moveTo>
                <a:cubicBezTo>
                  <a:pt x="0" y="1"/>
                  <a:pt x="1" y="0"/>
                  <a:pt x="2" y="0"/>
                </a:cubicBezTo>
                <a:cubicBezTo>
                  <a:pt x="2" y="0"/>
                  <a:pt x="2" y="0"/>
                  <a:pt x="2" y="0"/>
                </a:cubicBezTo>
                <a:cubicBezTo>
                  <a:pt x="4" y="0"/>
                  <a:pt x="5" y="1"/>
                  <a:pt x="5" y="3"/>
                </a:cubicBezTo>
                <a:cubicBezTo>
                  <a:pt x="5" y="3"/>
                  <a:pt x="5" y="3"/>
                  <a:pt x="5" y="3"/>
                </a:cubicBezTo>
                <a:cubicBezTo>
                  <a:pt x="5" y="4"/>
                  <a:pt x="4" y="5"/>
                  <a:pt x="2" y="5"/>
                </a:cubicBezTo>
                <a:cubicBezTo>
                  <a:pt x="2" y="5"/>
                  <a:pt x="2" y="5"/>
                  <a:pt x="2" y="5"/>
                </a:cubicBezTo>
                <a:cubicBezTo>
                  <a:pt x="1" y="5"/>
                  <a:pt x="0" y="4"/>
                  <a:pt x="0" y="3"/>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57" name="Freeform 73"/>
          <p:cNvSpPr>
            <a:spLocks noEditPoints="1"/>
          </p:cNvSpPr>
          <p:nvPr/>
        </p:nvSpPr>
        <p:spPr bwMode="auto">
          <a:xfrm>
            <a:off x="9047163" y="5086349"/>
            <a:ext cx="1949450" cy="25400"/>
          </a:xfrm>
          <a:custGeom>
            <a:avLst/>
            <a:gdLst/>
            <a:ahLst/>
            <a:cxnLst>
              <a:cxn ang="0">
                <a:pos x="374" y="2"/>
              </a:cxn>
              <a:cxn ang="0">
                <a:pos x="369" y="2"/>
              </a:cxn>
              <a:cxn ang="0">
                <a:pos x="361" y="2"/>
              </a:cxn>
              <a:cxn ang="0">
                <a:pos x="356" y="2"/>
              </a:cxn>
              <a:cxn ang="0">
                <a:pos x="348" y="2"/>
              </a:cxn>
              <a:cxn ang="0">
                <a:pos x="343" y="2"/>
              </a:cxn>
              <a:cxn ang="0">
                <a:pos x="335" y="2"/>
              </a:cxn>
              <a:cxn ang="0">
                <a:pos x="330" y="2"/>
              </a:cxn>
              <a:cxn ang="0">
                <a:pos x="322" y="2"/>
              </a:cxn>
              <a:cxn ang="0">
                <a:pos x="316" y="2"/>
              </a:cxn>
              <a:cxn ang="0">
                <a:pos x="308" y="2"/>
              </a:cxn>
              <a:cxn ang="0">
                <a:pos x="303" y="2"/>
              </a:cxn>
              <a:cxn ang="0">
                <a:pos x="295" y="2"/>
              </a:cxn>
              <a:cxn ang="0">
                <a:pos x="290" y="2"/>
              </a:cxn>
              <a:cxn ang="0">
                <a:pos x="282" y="2"/>
              </a:cxn>
              <a:cxn ang="0">
                <a:pos x="277" y="2"/>
              </a:cxn>
              <a:cxn ang="0">
                <a:pos x="269" y="2"/>
              </a:cxn>
              <a:cxn ang="0">
                <a:pos x="264" y="2"/>
              </a:cxn>
              <a:cxn ang="0">
                <a:pos x="256" y="2"/>
              </a:cxn>
              <a:cxn ang="0">
                <a:pos x="250" y="2"/>
              </a:cxn>
              <a:cxn ang="0">
                <a:pos x="242" y="2"/>
              </a:cxn>
              <a:cxn ang="0">
                <a:pos x="237" y="2"/>
              </a:cxn>
              <a:cxn ang="0">
                <a:pos x="229" y="2"/>
              </a:cxn>
              <a:cxn ang="0">
                <a:pos x="224" y="2"/>
              </a:cxn>
              <a:cxn ang="0">
                <a:pos x="216" y="2"/>
              </a:cxn>
              <a:cxn ang="0">
                <a:pos x="211" y="2"/>
              </a:cxn>
              <a:cxn ang="0">
                <a:pos x="203" y="2"/>
              </a:cxn>
              <a:cxn ang="0">
                <a:pos x="198" y="2"/>
              </a:cxn>
              <a:cxn ang="0">
                <a:pos x="190" y="2"/>
              </a:cxn>
              <a:cxn ang="0">
                <a:pos x="184" y="2"/>
              </a:cxn>
              <a:cxn ang="0">
                <a:pos x="176" y="2"/>
              </a:cxn>
              <a:cxn ang="0">
                <a:pos x="171" y="2"/>
              </a:cxn>
              <a:cxn ang="0">
                <a:pos x="163" y="2"/>
              </a:cxn>
              <a:cxn ang="0">
                <a:pos x="158" y="2"/>
              </a:cxn>
              <a:cxn ang="0">
                <a:pos x="150" y="2"/>
              </a:cxn>
              <a:cxn ang="0">
                <a:pos x="145" y="2"/>
              </a:cxn>
              <a:cxn ang="0">
                <a:pos x="137" y="2"/>
              </a:cxn>
              <a:cxn ang="0">
                <a:pos x="132" y="2"/>
              </a:cxn>
              <a:cxn ang="0">
                <a:pos x="124" y="2"/>
              </a:cxn>
              <a:cxn ang="0">
                <a:pos x="118" y="2"/>
              </a:cxn>
              <a:cxn ang="0">
                <a:pos x="111" y="2"/>
              </a:cxn>
              <a:cxn ang="0">
                <a:pos x="105" y="2"/>
              </a:cxn>
              <a:cxn ang="0">
                <a:pos x="97" y="2"/>
              </a:cxn>
              <a:cxn ang="0">
                <a:pos x="92" y="2"/>
              </a:cxn>
              <a:cxn ang="0">
                <a:pos x="84" y="2"/>
              </a:cxn>
              <a:cxn ang="0">
                <a:pos x="79" y="2"/>
              </a:cxn>
              <a:cxn ang="0">
                <a:pos x="71" y="2"/>
              </a:cxn>
              <a:cxn ang="0">
                <a:pos x="66" y="2"/>
              </a:cxn>
              <a:cxn ang="0">
                <a:pos x="58" y="2"/>
              </a:cxn>
              <a:cxn ang="0">
                <a:pos x="52" y="2"/>
              </a:cxn>
              <a:cxn ang="0">
                <a:pos x="45" y="2"/>
              </a:cxn>
              <a:cxn ang="0">
                <a:pos x="39" y="2"/>
              </a:cxn>
              <a:cxn ang="0">
                <a:pos x="31" y="2"/>
              </a:cxn>
              <a:cxn ang="0">
                <a:pos x="26" y="2"/>
              </a:cxn>
              <a:cxn ang="0">
                <a:pos x="18" y="2"/>
              </a:cxn>
              <a:cxn ang="0">
                <a:pos x="13" y="2"/>
              </a:cxn>
              <a:cxn ang="0">
                <a:pos x="5" y="2"/>
              </a:cxn>
              <a:cxn ang="0">
                <a:pos x="0" y="2"/>
              </a:cxn>
            </a:cxnLst>
            <a:rect l="0" t="0" r="r" b="b"/>
            <a:pathLst>
              <a:path w="374" h="5">
                <a:moveTo>
                  <a:pt x="369" y="2"/>
                </a:moveTo>
                <a:cubicBezTo>
                  <a:pt x="369" y="1"/>
                  <a:pt x="370" y="0"/>
                  <a:pt x="372" y="0"/>
                </a:cubicBezTo>
                <a:cubicBezTo>
                  <a:pt x="372" y="0"/>
                  <a:pt x="372" y="0"/>
                  <a:pt x="372" y="0"/>
                </a:cubicBezTo>
                <a:cubicBezTo>
                  <a:pt x="373" y="0"/>
                  <a:pt x="374" y="1"/>
                  <a:pt x="374" y="2"/>
                </a:cubicBezTo>
                <a:cubicBezTo>
                  <a:pt x="374" y="2"/>
                  <a:pt x="374" y="2"/>
                  <a:pt x="374" y="2"/>
                </a:cubicBezTo>
                <a:cubicBezTo>
                  <a:pt x="374" y="4"/>
                  <a:pt x="373" y="5"/>
                  <a:pt x="372" y="5"/>
                </a:cubicBezTo>
                <a:cubicBezTo>
                  <a:pt x="372" y="5"/>
                  <a:pt x="372" y="5"/>
                  <a:pt x="372" y="5"/>
                </a:cubicBezTo>
                <a:cubicBezTo>
                  <a:pt x="370" y="5"/>
                  <a:pt x="369" y="4"/>
                  <a:pt x="369" y="2"/>
                </a:cubicBezTo>
                <a:close/>
                <a:moveTo>
                  <a:pt x="356" y="2"/>
                </a:moveTo>
                <a:cubicBezTo>
                  <a:pt x="356" y="1"/>
                  <a:pt x="357" y="0"/>
                  <a:pt x="359" y="0"/>
                </a:cubicBezTo>
                <a:cubicBezTo>
                  <a:pt x="359" y="0"/>
                  <a:pt x="359" y="0"/>
                  <a:pt x="359" y="0"/>
                </a:cubicBezTo>
                <a:cubicBezTo>
                  <a:pt x="360" y="0"/>
                  <a:pt x="361" y="1"/>
                  <a:pt x="361" y="2"/>
                </a:cubicBezTo>
                <a:cubicBezTo>
                  <a:pt x="361" y="2"/>
                  <a:pt x="361" y="2"/>
                  <a:pt x="361" y="2"/>
                </a:cubicBezTo>
                <a:cubicBezTo>
                  <a:pt x="361" y="4"/>
                  <a:pt x="360" y="5"/>
                  <a:pt x="359" y="5"/>
                </a:cubicBezTo>
                <a:cubicBezTo>
                  <a:pt x="359" y="5"/>
                  <a:pt x="359" y="5"/>
                  <a:pt x="359" y="5"/>
                </a:cubicBezTo>
                <a:cubicBezTo>
                  <a:pt x="357" y="5"/>
                  <a:pt x="356" y="4"/>
                  <a:pt x="356" y="2"/>
                </a:cubicBezTo>
                <a:close/>
                <a:moveTo>
                  <a:pt x="343" y="2"/>
                </a:moveTo>
                <a:cubicBezTo>
                  <a:pt x="343" y="1"/>
                  <a:pt x="344" y="0"/>
                  <a:pt x="345" y="0"/>
                </a:cubicBezTo>
                <a:cubicBezTo>
                  <a:pt x="345" y="0"/>
                  <a:pt x="345" y="0"/>
                  <a:pt x="345" y="0"/>
                </a:cubicBezTo>
                <a:cubicBezTo>
                  <a:pt x="347" y="0"/>
                  <a:pt x="348" y="1"/>
                  <a:pt x="348" y="2"/>
                </a:cubicBezTo>
                <a:cubicBezTo>
                  <a:pt x="348" y="2"/>
                  <a:pt x="348" y="2"/>
                  <a:pt x="348" y="2"/>
                </a:cubicBezTo>
                <a:cubicBezTo>
                  <a:pt x="348" y="4"/>
                  <a:pt x="347" y="5"/>
                  <a:pt x="345" y="5"/>
                </a:cubicBezTo>
                <a:cubicBezTo>
                  <a:pt x="345" y="5"/>
                  <a:pt x="345" y="5"/>
                  <a:pt x="345" y="5"/>
                </a:cubicBezTo>
                <a:cubicBezTo>
                  <a:pt x="344" y="5"/>
                  <a:pt x="343" y="4"/>
                  <a:pt x="343" y="2"/>
                </a:cubicBezTo>
                <a:close/>
                <a:moveTo>
                  <a:pt x="330" y="2"/>
                </a:moveTo>
                <a:cubicBezTo>
                  <a:pt x="330" y="1"/>
                  <a:pt x="331" y="0"/>
                  <a:pt x="332" y="0"/>
                </a:cubicBezTo>
                <a:cubicBezTo>
                  <a:pt x="332" y="0"/>
                  <a:pt x="332" y="0"/>
                  <a:pt x="332" y="0"/>
                </a:cubicBezTo>
                <a:cubicBezTo>
                  <a:pt x="334" y="0"/>
                  <a:pt x="335" y="1"/>
                  <a:pt x="335" y="2"/>
                </a:cubicBezTo>
                <a:cubicBezTo>
                  <a:pt x="335" y="2"/>
                  <a:pt x="335" y="2"/>
                  <a:pt x="335" y="2"/>
                </a:cubicBezTo>
                <a:cubicBezTo>
                  <a:pt x="335" y="4"/>
                  <a:pt x="334" y="5"/>
                  <a:pt x="332" y="5"/>
                </a:cubicBezTo>
                <a:cubicBezTo>
                  <a:pt x="332" y="5"/>
                  <a:pt x="332" y="5"/>
                  <a:pt x="332" y="5"/>
                </a:cubicBezTo>
                <a:cubicBezTo>
                  <a:pt x="331" y="5"/>
                  <a:pt x="330" y="4"/>
                  <a:pt x="330" y="2"/>
                </a:cubicBezTo>
                <a:close/>
                <a:moveTo>
                  <a:pt x="316" y="2"/>
                </a:moveTo>
                <a:cubicBezTo>
                  <a:pt x="316" y="1"/>
                  <a:pt x="318" y="0"/>
                  <a:pt x="319" y="0"/>
                </a:cubicBezTo>
                <a:cubicBezTo>
                  <a:pt x="319" y="0"/>
                  <a:pt x="319" y="0"/>
                  <a:pt x="319" y="0"/>
                </a:cubicBezTo>
                <a:cubicBezTo>
                  <a:pt x="320" y="0"/>
                  <a:pt x="322" y="1"/>
                  <a:pt x="322" y="2"/>
                </a:cubicBezTo>
                <a:cubicBezTo>
                  <a:pt x="322" y="2"/>
                  <a:pt x="322" y="2"/>
                  <a:pt x="322" y="2"/>
                </a:cubicBezTo>
                <a:cubicBezTo>
                  <a:pt x="322" y="4"/>
                  <a:pt x="320" y="5"/>
                  <a:pt x="319" y="5"/>
                </a:cubicBezTo>
                <a:cubicBezTo>
                  <a:pt x="319" y="5"/>
                  <a:pt x="319" y="5"/>
                  <a:pt x="319" y="5"/>
                </a:cubicBezTo>
                <a:cubicBezTo>
                  <a:pt x="318" y="5"/>
                  <a:pt x="316" y="4"/>
                  <a:pt x="316" y="2"/>
                </a:cubicBezTo>
                <a:close/>
                <a:moveTo>
                  <a:pt x="303" y="2"/>
                </a:moveTo>
                <a:cubicBezTo>
                  <a:pt x="303" y="1"/>
                  <a:pt x="304" y="0"/>
                  <a:pt x="306" y="0"/>
                </a:cubicBezTo>
                <a:cubicBezTo>
                  <a:pt x="306" y="0"/>
                  <a:pt x="306" y="0"/>
                  <a:pt x="306" y="0"/>
                </a:cubicBezTo>
                <a:cubicBezTo>
                  <a:pt x="307" y="0"/>
                  <a:pt x="308" y="1"/>
                  <a:pt x="308" y="2"/>
                </a:cubicBezTo>
                <a:cubicBezTo>
                  <a:pt x="308" y="2"/>
                  <a:pt x="308" y="2"/>
                  <a:pt x="308" y="2"/>
                </a:cubicBezTo>
                <a:cubicBezTo>
                  <a:pt x="308" y="4"/>
                  <a:pt x="307" y="5"/>
                  <a:pt x="306" y="5"/>
                </a:cubicBezTo>
                <a:cubicBezTo>
                  <a:pt x="306" y="5"/>
                  <a:pt x="306" y="5"/>
                  <a:pt x="306" y="5"/>
                </a:cubicBezTo>
                <a:cubicBezTo>
                  <a:pt x="304" y="5"/>
                  <a:pt x="303" y="4"/>
                  <a:pt x="303" y="2"/>
                </a:cubicBezTo>
                <a:close/>
                <a:moveTo>
                  <a:pt x="290" y="2"/>
                </a:moveTo>
                <a:cubicBezTo>
                  <a:pt x="290" y="1"/>
                  <a:pt x="291" y="0"/>
                  <a:pt x="293" y="0"/>
                </a:cubicBezTo>
                <a:cubicBezTo>
                  <a:pt x="293" y="0"/>
                  <a:pt x="293" y="0"/>
                  <a:pt x="293" y="0"/>
                </a:cubicBezTo>
                <a:cubicBezTo>
                  <a:pt x="294" y="0"/>
                  <a:pt x="295" y="1"/>
                  <a:pt x="295" y="2"/>
                </a:cubicBezTo>
                <a:cubicBezTo>
                  <a:pt x="295" y="2"/>
                  <a:pt x="295" y="2"/>
                  <a:pt x="295" y="2"/>
                </a:cubicBezTo>
                <a:cubicBezTo>
                  <a:pt x="295" y="4"/>
                  <a:pt x="294" y="5"/>
                  <a:pt x="293" y="5"/>
                </a:cubicBezTo>
                <a:cubicBezTo>
                  <a:pt x="293" y="5"/>
                  <a:pt x="293" y="5"/>
                  <a:pt x="293" y="5"/>
                </a:cubicBezTo>
                <a:cubicBezTo>
                  <a:pt x="291" y="5"/>
                  <a:pt x="290" y="4"/>
                  <a:pt x="290" y="2"/>
                </a:cubicBezTo>
                <a:close/>
                <a:moveTo>
                  <a:pt x="277" y="2"/>
                </a:moveTo>
                <a:cubicBezTo>
                  <a:pt x="277" y="1"/>
                  <a:pt x="278" y="0"/>
                  <a:pt x="279" y="0"/>
                </a:cubicBezTo>
                <a:cubicBezTo>
                  <a:pt x="279" y="0"/>
                  <a:pt x="279" y="0"/>
                  <a:pt x="279" y="0"/>
                </a:cubicBezTo>
                <a:cubicBezTo>
                  <a:pt x="281" y="0"/>
                  <a:pt x="282" y="1"/>
                  <a:pt x="282" y="2"/>
                </a:cubicBezTo>
                <a:cubicBezTo>
                  <a:pt x="282" y="2"/>
                  <a:pt x="282" y="2"/>
                  <a:pt x="282" y="2"/>
                </a:cubicBezTo>
                <a:cubicBezTo>
                  <a:pt x="282" y="4"/>
                  <a:pt x="281" y="5"/>
                  <a:pt x="279" y="5"/>
                </a:cubicBezTo>
                <a:cubicBezTo>
                  <a:pt x="279" y="5"/>
                  <a:pt x="279" y="5"/>
                  <a:pt x="279" y="5"/>
                </a:cubicBezTo>
                <a:cubicBezTo>
                  <a:pt x="278" y="5"/>
                  <a:pt x="277" y="4"/>
                  <a:pt x="277" y="2"/>
                </a:cubicBezTo>
                <a:close/>
                <a:moveTo>
                  <a:pt x="264" y="2"/>
                </a:moveTo>
                <a:cubicBezTo>
                  <a:pt x="264" y="1"/>
                  <a:pt x="265" y="0"/>
                  <a:pt x="266" y="0"/>
                </a:cubicBezTo>
                <a:cubicBezTo>
                  <a:pt x="266" y="0"/>
                  <a:pt x="266" y="0"/>
                  <a:pt x="266" y="0"/>
                </a:cubicBezTo>
                <a:cubicBezTo>
                  <a:pt x="268" y="0"/>
                  <a:pt x="269" y="1"/>
                  <a:pt x="269" y="2"/>
                </a:cubicBezTo>
                <a:cubicBezTo>
                  <a:pt x="269" y="2"/>
                  <a:pt x="269" y="2"/>
                  <a:pt x="269" y="2"/>
                </a:cubicBezTo>
                <a:cubicBezTo>
                  <a:pt x="269" y="4"/>
                  <a:pt x="268" y="5"/>
                  <a:pt x="266" y="5"/>
                </a:cubicBezTo>
                <a:cubicBezTo>
                  <a:pt x="266" y="5"/>
                  <a:pt x="266" y="5"/>
                  <a:pt x="266" y="5"/>
                </a:cubicBezTo>
                <a:cubicBezTo>
                  <a:pt x="265" y="5"/>
                  <a:pt x="264" y="4"/>
                  <a:pt x="264" y="2"/>
                </a:cubicBezTo>
                <a:close/>
                <a:moveTo>
                  <a:pt x="250" y="2"/>
                </a:moveTo>
                <a:cubicBezTo>
                  <a:pt x="250" y="1"/>
                  <a:pt x="252" y="0"/>
                  <a:pt x="253" y="0"/>
                </a:cubicBezTo>
                <a:cubicBezTo>
                  <a:pt x="253" y="0"/>
                  <a:pt x="253" y="0"/>
                  <a:pt x="253" y="0"/>
                </a:cubicBezTo>
                <a:cubicBezTo>
                  <a:pt x="254" y="0"/>
                  <a:pt x="256" y="1"/>
                  <a:pt x="256" y="2"/>
                </a:cubicBezTo>
                <a:cubicBezTo>
                  <a:pt x="256" y="2"/>
                  <a:pt x="256" y="2"/>
                  <a:pt x="256" y="2"/>
                </a:cubicBezTo>
                <a:cubicBezTo>
                  <a:pt x="256" y="4"/>
                  <a:pt x="254" y="5"/>
                  <a:pt x="253" y="5"/>
                </a:cubicBezTo>
                <a:cubicBezTo>
                  <a:pt x="253" y="5"/>
                  <a:pt x="253" y="5"/>
                  <a:pt x="253" y="5"/>
                </a:cubicBezTo>
                <a:cubicBezTo>
                  <a:pt x="252" y="5"/>
                  <a:pt x="250" y="4"/>
                  <a:pt x="250" y="2"/>
                </a:cubicBezTo>
                <a:close/>
                <a:moveTo>
                  <a:pt x="237" y="2"/>
                </a:moveTo>
                <a:cubicBezTo>
                  <a:pt x="237" y="1"/>
                  <a:pt x="238" y="0"/>
                  <a:pt x="240" y="0"/>
                </a:cubicBezTo>
                <a:cubicBezTo>
                  <a:pt x="240" y="0"/>
                  <a:pt x="240" y="0"/>
                  <a:pt x="240" y="0"/>
                </a:cubicBezTo>
                <a:cubicBezTo>
                  <a:pt x="241" y="0"/>
                  <a:pt x="242" y="1"/>
                  <a:pt x="242" y="2"/>
                </a:cubicBezTo>
                <a:cubicBezTo>
                  <a:pt x="242" y="2"/>
                  <a:pt x="242" y="2"/>
                  <a:pt x="242" y="2"/>
                </a:cubicBezTo>
                <a:cubicBezTo>
                  <a:pt x="242" y="4"/>
                  <a:pt x="241" y="5"/>
                  <a:pt x="240" y="5"/>
                </a:cubicBezTo>
                <a:cubicBezTo>
                  <a:pt x="240" y="5"/>
                  <a:pt x="240" y="5"/>
                  <a:pt x="240" y="5"/>
                </a:cubicBezTo>
                <a:cubicBezTo>
                  <a:pt x="238" y="5"/>
                  <a:pt x="237" y="4"/>
                  <a:pt x="237" y="2"/>
                </a:cubicBezTo>
                <a:close/>
                <a:moveTo>
                  <a:pt x="224" y="2"/>
                </a:moveTo>
                <a:cubicBezTo>
                  <a:pt x="224" y="1"/>
                  <a:pt x="225" y="0"/>
                  <a:pt x="227" y="0"/>
                </a:cubicBezTo>
                <a:cubicBezTo>
                  <a:pt x="227" y="0"/>
                  <a:pt x="227" y="0"/>
                  <a:pt x="227" y="0"/>
                </a:cubicBezTo>
                <a:cubicBezTo>
                  <a:pt x="228" y="0"/>
                  <a:pt x="229" y="1"/>
                  <a:pt x="229" y="2"/>
                </a:cubicBezTo>
                <a:cubicBezTo>
                  <a:pt x="229" y="2"/>
                  <a:pt x="229" y="2"/>
                  <a:pt x="229" y="2"/>
                </a:cubicBezTo>
                <a:cubicBezTo>
                  <a:pt x="229" y="4"/>
                  <a:pt x="228" y="5"/>
                  <a:pt x="227" y="5"/>
                </a:cubicBezTo>
                <a:cubicBezTo>
                  <a:pt x="227" y="5"/>
                  <a:pt x="227" y="5"/>
                  <a:pt x="227" y="5"/>
                </a:cubicBezTo>
                <a:cubicBezTo>
                  <a:pt x="225" y="5"/>
                  <a:pt x="224" y="4"/>
                  <a:pt x="224" y="2"/>
                </a:cubicBezTo>
                <a:close/>
                <a:moveTo>
                  <a:pt x="211" y="2"/>
                </a:moveTo>
                <a:cubicBezTo>
                  <a:pt x="211" y="1"/>
                  <a:pt x="212" y="0"/>
                  <a:pt x="213" y="0"/>
                </a:cubicBezTo>
                <a:cubicBezTo>
                  <a:pt x="213" y="0"/>
                  <a:pt x="213" y="0"/>
                  <a:pt x="213" y="0"/>
                </a:cubicBezTo>
                <a:cubicBezTo>
                  <a:pt x="215" y="0"/>
                  <a:pt x="216" y="1"/>
                  <a:pt x="216" y="2"/>
                </a:cubicBezTo>
                <a:cubicBezTo>
                  <a:pt x="216" y="2"/>
                  <a:pt x="216" y="2"/>
                  <a:pt x="216" y="2"/>
                </a:cubicBezTo>
                <a:cubicBezTo>
                  <a:pt x="216" y="4"/>
                  <a:pt x="215" y="5"/>
                  <a:pt x="213" y="5"/>
                </a:cubicBezTo>
                <a:cubicBezTo>
                  <a:pt x="213" y="5"/>
                  <a:pt x="213" y="5"/>
                  <a:pt x="213" y="5"/>
                </a:cubicBezTo>
                <a:cubicBezTo>
                  <a:pt x="212" y="5"/>
                  <a:pt x="211" y="4"/>
                  <a:pt x="211" y="2"/>
                </a:cubicBezTo>
                <a:close/>
                <a:moveTo>
                  <a:pt x="198" y="2"/>
                </a:moveTo>
                <a:cubicBezTo>
                  <a:pt x="198" y="1"/>
                  <a:pt x="199" y="0"/>
                  <a:pt x="200" y="0"/>
                </a:cubicBezTo>
                <a:cubicBezTo>
                  <a:pt x="200" y="0"/>
                  <a:pt x="200" y="0"/>
                  <a:pt x="200" y="0"/>
                </a:cubicBezTo>
                <a:cubicBezTo>
                  <a:pt x="202" y="0"/>
                  <a:pt x="203" y="1"/>
                  <a:pt x="203" y="2"/>
                </a:cubicBezTo>
                <a:cubicBezTo>
                  <a:pt x="203" y="2"/>
                  <a:pt x="203" y="2"/>
                  <a:pt x="203" y="2"/>
                </a:cubicBezTo>
                <a:cubicBezTo>
                  <a:pt x="203" y="4"/>
                  <a:pt x="202" y="5"/>
                  <a:pt x="200" y="5"/>
                </a:cubicBezTo>
                <a:cubicBezTo>
                  <a:pt x="200" y="5"/>
                  <a:pt x="200" y="5"/>
                  <a:pt x="200" y="5"/>
                </a:cubicBezTo>
                <a:cubicBezTo>
                  <a:pt x="199" y="5"/>
                  <a:pt x="198" y="4"/>
                  <a:pt x="198" y="2"/>
                </a:cubicBezTo>
                <a:close/>
                <a:moveTo>
                  <a:pt x="184" y="2"/>
                </a:moveTo>
                <a:cubicBezTo>
                  <a:pt x="184" y="1"/>
                  <a:pt x="186" y="0"/>
                  <a:pt x="187" y="0"/>
                </a:cubicBezTo>
                <a:cubicBezTo>
                  <a:pt x="187" y="0"/>
                  <a:pt x="187" y="0"/>
                  <a:pt x="187" y="0"/>
                </a:cubicBezTo>
                <a:cubicBezTo>
                  <a:pt x="189" y="0"/>
                  <a:pt x="190" y="1"/>
                  <a:pt x="190" y="2"/>
                </a:cubicBezTo>
                <a:cubicBezTo>
                  <a:pt x="190" y="2"/>
                  <a:pt x="190" y="2"/>
                  <a:pt x="190" y="2"/>
                </a:cubicBezTo>
                <a:cubicBezTo>
                  <a:pt x="190" y="4"/>
                  <a:pt x="189" y="5"/>
                  <a:pt x="187" y="5"/>
                </a:cubicBezTo>
                <a:cubicBezTo>
                  <a:pt x="187" y="5"/>
                  <a:pt x="187" y="5"/>
                  <a:pt x="187" y="5"/>
                </a:cubicBezTo>
                <a:cubicBezTo>
                  <a:pt x="186" y="5"/>
                  <a:pt x="184" y="4"/>
                  <a:pt x="184" y="2"/>
                </a:cubicBezTo>
                <a:close/>
                <a:moveTo>
                  <a:pt x="171" y="2"/>
                </a:moveTo>
                <a:cubicBezTo>
                  <a:pt x="171" y="1"/>
                  <a:pt x="172" y="0"/>
                  <a:pt x="174" y="0"/>
                </a:cubicBezTo>
                <a:cubicBezTo>
                  <a:pt x="174" y="0"/>
                  <a:pt x="174" y="0"/>
                  <a:pt x="174" y="0"/>
                </a:cubicBezTo>
                <a:cubicBezTo>
                  <a:pt x="175" y="0"/>
                  <a:pt x="176" y="1"/>
                  <a:pt x="176" y="2"/>
                </a:cubicBezTo>
                <a:cubicBezTo>
                  <a:pt x="176" y="2"/>
                  <a:pt x="176" y="2"/>
                  <a:pt x="176" y="2"/>
                </a:cubicBezTo>
                <a:cubicBezTo>
                  <a:pt x="176" y="4"/>
                  <a:pt x="175" y="5"/>
                  <a:pt x="174" y="5"/>
                </a:cubicBezTo>
                <a:cubicBezTo>
                  <a:pt x="174" y="5"/>
                  <a:pt x="174" y="5"/>
                  <a:pt x="174" y="5"/>
                </a:cubicBezTo>
                <a:cubicBezTo>
                  <a:pt x="172" y="5"/>
                  <a:pt x="171" y="4"/>
                  <a:pt x="171" y="2"/>
                </a:cubicBezTo>
                <a:close/>
                <a:moveTo>
                  <a:pt x="158" y="2"/>
                </a:moveTo>
                <a:cubicBezTo>
                  <a:pt x="158" y="1"/>
                  <a:pt x="159" y="0"/>
                  <a:pt x="161" y="0"/>
                </a:cubicBezTo>
                <a:cubicBezTo>
                  <a:pt x="161" y="0"/>
                  <a:pt x="161" y="0"/>
                  <a:pt x="161" y="0"/>
                </a:cubicBezTo>
                <a:cubicBezTo>
                  <a:pt x="162" y="0"/>
                  <a:pt x="163" y="1"/>
                  <a:pt x="163" y="2"/>
                </a:cubicBezTo>
                <a:cubicBezTo>
                  <a:pt x="163" y="2"/>
                  <a:pt x="163" y="2"/>
                  <a:pt x="163" y="2"/>
                </a:cubicBezTo>
                <a:cubicBezTo>
                  <a:pt x="163" y="4"/>
                  <a:pt x="162" y="5"/>
                  <a:pt x="161" y="5"/>
                </a:cubicBezTo>
                <a:cubicBezTo>
                  <a:pt x="161" y="5"/>
                  <a:pt x="161" y="5"/>
                  <a:pt x="161" y="5"/>
                </a:cubicBezTo>
                <a:cubicBezTo>
                  <a:pt x="159" y="5"/>
                  <a:pt x="158" y="4"/>
                  <a:pt x="158" y="2"/>
                </a:cubicBezTo>
                <a:close/>
                <a:moveTo>
                  <a:pt x="145" y="2"/>
                </a:moveTo>
                <a:cubicBezTo>
                  <a:pt x="145" y="1"/>
                  <a:pt x="146" y="0"/>
                  <a:pt x="147" y="0"/>
                </a:cubicBezTo>
                <a:cubicBezTo>
                  <a:pt x="147" y="0"/>
                  <a:pt x="147" y="0"/>
                  <a:pt x="147" y="0"/>
                </a:cubicBezTo>
                <a:cubicBezTo>
                  <a:pt x="149" y="0"/>
                  <a:pt x="150" y="1"/>
                  <a:pt x="150" y="2"/>
                </a:cubicBezTo>
                <a:cubicBezTo>
                  <a:pt x="150" y="2"/>
                  <a:pt x="150" y="2"/>
                  <a:pt x="150" y="2"/>
                </a:cubicBezTo>
                <a:cubicBezTo>
                  <a:pt x="150" y="4"/>
                  <a:pt x="149" y="5"/>
                  <a:pt x="147" y="5"/>
                </a:cubicBezTo>
                <a:cubicBezTo>
                  <a:pt x="147" y="5"/>
                  <a:pt x="147" y="5"/>
                  <a:pt x="147" y="5"/>
                </a:cubicBezTo>
                <a:cubicBezTo>
                  <a:pt x="146" y="5"/>
                  <a:pt x="145" y="4"/>
                  <a:pt x="145" y="2"/>
                </a:cubicBezTo>
                <a:close/>
                <a:moveTo>
                  <a:pt x="132" y="2"/>
                </a:moveTo>
                <a:cubicBezTo>
                  <a:pt x="132" y="1"/>
                  <a:pt x="133" y="0"/>
                  <a:pt x="134" y="0"/>
                </a:cubicBezTo>
                <a:cubicBezTo>
                  <a:pt x="134" y="0"/>
                  <a:pt x="134" y="0"/>
                  <a:pt x="134" y="0"/>
                </a:cubicBezTo>
                <a:cubicBezTo>
                  <a:pt x="136" y="0"/>
                  <a:pt x="137" y="1"/>
                  <a:pt x="137" y="2"/>
                </a:cubicBezTo>
                <a:cubicBezTo>
                  <a:pt x="137" y="2"/>
                  <a:pt x="137" y="2"/>
                  <a:pt x="137" y="2"/>
                </a:cubicBezTo>
                <a:cubicBezTo>
                  <a:pt x="137" y="4"/>
                  <a:pt x="136" y="5"/>
                  <a:pt x="134" y="5"/>
                </a:cubicBezTo>
                <a:cubicBezTo>
                  <a:pt x="134" y="5"/>
                  <a:pt x="134" y="5"/>
                  <a:pt x="134" y="5"/>
                </a:cubicBezTo>
                <a:cubicBezTo>
                  <a:pt x="133" y="5"/>
                  <a:pt x="132" y="4"/>
                  <a:pt x="132" y="2"/>
                </a:cubicBezTo>
                <a:close/>
                <a:moveTo>
                  <a:pt x="118" y="2"/>
                </a:moveTo>
                <a:cubicBezTo>
                  <a:pt x="118" y="1"/>
                  <a:pt x="120" y="0"/>
                  <a:pt x="121" y="0"/>
                </a:cubicBezTo>
                <a:cubicBezTo>
                  <a:pt x="121" y="0"/>
                  <a:pt x="121" y="0"/>
                  <a:pt x="121" y="0"/>
                </a:cubicBezTo>
                <a:cubicBezTo>
                  <a:pt x="123" y="0"/>
                  <a:pt x="124" y="1"/>
                  <a:pt x="124" y="2"/>
                </a:cubicBezTo>
                <a:cubicBezTo>
                  <a:pt x="124" y="2"/>
                  <a:pt x="124" y="2"/>
                  <a:pt x="124" y="2"/>
                </a:cubicBezTo>
                <a:cubicBezTo>
                  <a:pt x="124" y="4"/>
                  <a:pt x="123" y="5"/>
                  <a:pt x="121" y="5"/>
                </a:cubicBezTo>
                <a:cubicBezTo>
                  <a:pt x="121" y="5"/>
                  <a:pt x="121" y="5"/>
                  <a:pt x="121" y="5"/>
                </a:cubicBezTo>
                <a:cubicBezTo>
                  <a:pt x="120" y="5"/>
                  <a:pt x="118" y="4"/>
                  <a:pt x="118" y="2"/>
                </a:cubicBezTo>
                <a:close/>
                <a:moveTo>
                  <a:pt x="105" y="2"/>
                </a:moveTo>
                <a:cubicBezTo>
                  <a:pt x="105" y="1"/>
                  <a:pt x="106" y="0"/>
                  <a:pt x="108" y="0"/>
                </a:cubicBezTo>
                <a:cubicBezTo>
                  <a:pt x="108" y="0"/>
                  <a:pt x="108" y="0"/>
                  <a:pt x="108" y="0"/>
                </a:cubicBezTo>
                <a:cubicBezTo>
                  <a:pt x="109" y="0"/>
                  <a:pt x="111" y="1"/>
                  <a:pt x="111" y="2"/>
                </a:cubicBezTo>
                <a:cubicBezTo>
                  <a:pt x="111" y="2"/>
                  <a:pt x="111" y="2"/>
                  <a:pt x="111" y="2"/>
                </a:cubicBezTo>
                <a:cubicBezTo>
                  <a:pt x="111" y="4"/>
                  <a:pt x="109" y="5"/>
                  <a:pt x="108" y="5"/>
                </a:cubicBezTo>
                <a:cubicBezTo>
                  <a:pt x="108" y="5"/>
                  <a:pt x="108" y="5"/>
                  <a:pt x="108" y="5"/>
                </a:cubicBezTo>
                <a:cubicBezTo>
                  <a:pt x="106" y="5"/>
                  <a:pt x="105" y="4"/>
                  <a:pt x="105" y="2"/>
                </a:cubicBezTo>
                <a:close/>
                <a:moveTo>
                  <a:pt x="92" y="2"/>
                </a:moveTo>
                <a:cubicBezTo>
                  <a:pt x="92" y="1"/>
                  <a:pt x="93" y="0"/>
                  <a:pt x="95" y="0"/>
                </a:cubicBezTo>
                <a:cubicBezTo>
                  <a:pt x="95" y="0"/>
                  <a:pt x="95" y="0"/>
                  <a:pt x="95" y="0"/>
                </a:cubicBezTo>
                <a:cubicBezTo>
                  <a:pt x="96" y="0"/>
                  <a:pt x="97" y="1"/>
                  <a:pt x="97" y="2"/>
                </a:cubicBezTo>
                <a:cubicBezTo>
                  <a:pt x="97" y="2"/>
                  <a:pt x="97" y="2"/>
                  <a:pt x="97" y="2"/>
                </a:cubicBezTo>
                <a:cubicBezTo>
                  <a:pt x="97" y="4"/>
                  <a:pt x="96" y="5"/>
                  <a:pt x="95" y="5"/>
                </a:cubicBezTo>
                <a:cubicBezTo>
                  <a:pt x="95" y="5"/>
                  <a:pt x="95" y="5"/>
                  <a:pt x="95" y="5"/>
                </a:cubicBezTo>
                <a:cubicBezTo>
                  <a:pt x="93" y="5"/>
                  <a:pt x="92" y="4"/>
                  <a:pt x="92" y="2"/>
                </a:cubicBezTo>
                <a:close/>
                <a:moveTo>
                  <a:pt x="79" y="2"/>
                </a:moveTo>
                <a:cubicBezTo>
                  <a:pt x="79" y="1"/>
                  <a:pt x="80" y="0"/>
                  <a:pt x="81" y="0"/>
                </a:cubicBezTo>
                <a:cubicBezTo>
                  <a:pt x="81" y="0"/>
                  <a:pt x="81" y="0"/>
                  <a:pt x="81" y="0"/>
                </a:cubicBezTo>
                <a:cubicBezTo>
                  <a:pt x="83" y="0"/>
                  <a:pt x="84" y="1"/>
                  <a:pt x="84" y="2"/>
                </a:cubicBezTo>
                <a:cubicBezTo>
                  <a:pt x="84" y="2"/>
                  <a:pt x="84" y="2"/>
                  <a:pt x="84" y="2"/>
                </a:cubicBezTo>
                <a:cubicBezTo>
                  <a:pt x="84" y="4"/>
                  <a:pt x="83" y="5"/>
                  <a:pt x="81" y="5"/>
                </a:cubicBezTo>
                <a:cubicBezTo>
                  <a:pt x="81" y="5"/>
                  <a:pt x="81" y="5"/>
                  <a:pt x="81" y="5"/>
                </a:cubicBezTo>
                <a:cubicBezTo>
                  <a:pt x="80" y="5"/>
                  <a:pt x="79" y="4"/>
                  <a:pt x="79" y="2"/>
                </a:cubicBezTo>
                <a:close/>
                <a:moveTo>
                  <a:pt x="66" y="2"/>
                </a:moveTo>
                <a:cubicBezTo>
                  <a:pt x="66" y="1"/>
                  <a:pt x="67" y="0"/>
                  <a:pt x="68" y="0"/>
                </a:cubicBezTo>
                <a:cubicBezTo>
                  <a:pt x="68" y="0"/>
                  <a:pt x="68" y="0"/>
                  <a:pt x="68" y="0"/>
                </a:cubicBezTo>
                <a:cubicBezTo>
                  <a:pt x="70" y="0"/>
                  <a:pt x="71" y="1"/>
                  <a:pt x="71" y="2"/>
                </a:cubicBezTo>
                <a:cubicBezTo>
                  <a:pt x="71" y="2"/>
                  <a:pt x="71" y="2"/>
                  <a:pt x="71" y="2"/>
                </a:cubicBezTo>
                <a:cubicBezTo>
                  <a:pt x="71" y="4"/>
                  <a:pt x="70" y="5"/>
                  <a:pt x="68" y="5"/>
                </a:cubicBezTo>
                <a:cubicBezTo>
                  <a:pt x="68" y="5"/>
                  <a:pt x="68" y="5"/>
                  <a:pt x="68" y="5"/>
                </a:cubicBezTo>
                <a:cubicBezTo>
                  <a:pt x="67" y="5"/>
                  <a:pt x="66" y="4"/>
                  <a:pt x="66" y="2"/>
                </a:cubicBezTo>
                <a:close/>
                <a:moveTo>
                  <a:pt x="52" y="2"/>
                </a:moveTo>
                <a:cubicBezTo>
                  <a:pt x="52" y="1"/>
                  <a:pt x="54" y="0"/>
                  <a:pt x="55" y="0"/>
                </a:cubicBezTo>
                <a:cubicBezTo>
                  <a:pt x="55" y="0"/>
                  <a:pt x="55" y="0"/>
                  <a:pt x="55" y="0"/>
                </a:cubicBezTo>
                <a:cubicBezTo>
                  <a:pt x="57" y="0"/>
                  <a:pt x="58" y="1"/>
                  <a:pt x="58" y="2"/>
                </a:cubicBezTo>
                <a:cubicBezTo>
                  <a:pt x="58" y="2"/>
                  <a:pt x="58" y="2"/>
                  <a:pt x="58" y="2"/>
                </a:cubicBezTo>
                <a:cubicBezTo>
                  <a:pt x="58" y="4"/>
                  <a:pt x="57" y="5"/>
                  <a:pt x="55" y="5"/>
                </a:cubicBezTo>
                <a:cubicBezTo>
                  <a:pt x="55" y="5"/>
                  <a:pt x="55" y="5"/>
                  <a:pt x="55" y="5"/>
                </a:cubicBezTo>
                <a:cubicBezTo>
                  <a:pt x="54" y="5"/>
                  <a:pt x="52" y="4"/>
                  <a:pt x="52" y="2"/>
                </a:cubicBezTo>
                <a:close/>
                <a:moveTo>
                  <a:pt x="39" y="2"/>
                </a:moveTo>
                <a:cubicBezTo>
                  <a:pt x="39" y="1"/>
                  <a:pt x="40" y="0"/>
                  <a:pt x="42" y="0"/>
                </a:cubicBezTo>
                <a:cubicBezTo>
                  <a:pt x="42" y="0"/>
                  <a:pt x="42" y="0"/>
                  <a:pt x="42" y="0"/>
                </a:cubicBezTo>
                <a:cubicBezTo>
                  <a:pt x="43" y="0"/>
                  <a:pt x="45" y="1"/>
                  <a:pt x="45" y="2"/>
                </a:cubicBezTo>
                <a:cubicBezTo>
                  <a:pt x="45" y="2"/>
                  <a:pt x="45" y="2"/>
                  <a:pt x="45" y="2"/>
                </a:cubicBezTo>
                <a:cubicBezTo>
                  <a:pt x="45" y="4"/>
                  <a:pt x="43" y="5"/>
                  <a:pt x="42" y="5"/>
                </a:cubicBezTo>
                <a:cubicBezTo>
                  <a:pt x="42" y="5"/>
                  <a:pt x="42" y="5"/>
                  <a:pt x="42" y="5"/>
                </a:cubicBezTo>
                <a:cubicBezTo>
                  <a:pt x="40" y="5"/>
                  <a:pt x="39" y="4"/>
                  <a:pt x="39" y="2"/>
                </a:cubicBezTo>
                <a:close/>
                <a:moveTo>
                  <a:pt x="26" y="2"/>
                </a:moveTo>
                <a:cubicBezTo>
                  <a:pt x="26" y="1"/>
                  <a:pt x="27" y="0"/>
                  <a:pt x="29" y="0"/>
                </a:cubicBezTo>
                <a:cubicBezTo>
                  <a:pt x="29" y="0"/>
                  <a:pt x="29" y="0"/>
                  <a:pt x="29" y="0"/>
                </a:cubicBezTo>
                <a:cubicBezTo>
                  <a:pt x="30" y="0"/>
                  <a:pt x="31" y="1"/>
                  <a:pt x="31" y="2"/>
                </a:cubicBezTo>
                <a:cubicBezTo>
                  <a:pt x="31" y="2"/>
                  <a:pt x="31" y="2"/>
                  <a:pt x="31" y="2"/>
                </a:cubicBezTo>
                <a:cubicBezTo>
                  <a:pt x="31" y="4"/>
                  <a:pt x="30" y="5"/>
                  <a:pt x="29" y="5"/>
                </a:cubicBezTo>
                <a:cubicBezTo>
                  <a:pt x="29" y="5"/>
                  <a:pt x="29" y="5"/>
                  <a:pt x="29" y="5"/>
                </a:cubicBezTo>
                <a:cubicBezTo>
                  <a:pt x="27" y="5"/>
                  <a:pt x="26" y="4"/>
                  <a:pt x="26" y="2"/>
                </a:cubicBezTo>
                <a:close/>
                <a:moveTo>
                  <a:pt x="13" y="2"/>
                </a:moveTo>
                <a:cubicBezTo>
                  <a:pt x="13" y="1"/>
                  <a:pt x="14" y="0"/>
                  <a:pt x="16" y="0"/>
                </a:cubicBezTo>
                <a:cubicBezTo>
                  <a:pt x="16" y="0"/>
                  <a:pt x="16" y="0"/>
                  <a:pt x="16" y="0"/>
                </a:cubicBezTo>
                <a:cubicBezTo>
                  <a:pt x="17" y="0"/>
                  <a:pt x="18" y="1"/>
                  <a:pt x="18" y="2"/>
                </a:cubicBezTo>
                <a:cubicBezTo>
                  <a:pt x="18" y="2"/>
                  <a:pt x="18" y="2"/>
                  <a:pt x="18" y="2"/>
                </a:cubicBezTo>
                <a:cubicBezTo>
                  <a:pt x="18" y="4"/>
                  <a:pt x="17" y="5"/>
                  <a:pt x="16" y="5"/>
                </a:cubicBezTo>
                <a:cubicBezTo>
                  <a:pt x="16" y="5"/>
                  <a:pt x="16" y="5"/>
                  <a:pt x="16" y="5"/>
                </a:cubicBezTo>
                <a:cubicBezTo>
                  <a:pt x="14" y="5"/>
                  <a:pt x="13" y="4"/>
                  <a:pt x="13" y="2"/>
                </a:cubicBezTo>
                <a:close/>
                <a:moveTo>
                  <a:pt x="0" y="2"/>
                </a:moveTo>
                <a:cubicBezTo>
                  <a:pt x="0" y="1"/>
                  <a:pt x="1" y="0"/>
                  <a:pt x="2" y="0"/>
                </a:cubicBezTo>
                <a:cubicBezTo>
                  <a:pt x="2" y="0"/>
                  <a:pt x="2" y="0"/>
                  <a:pt x="2" y="0"/>
                </a:cubicBezTo>
                <a:cubicBezTo>
                  <a:pt x="4" y="0"/>
                  <a:pt x="5" y="1"/>
                  <a:pt x="5" y="2"/>
                </a:cubicBezTo>
                <a:cubicBezTo>
                  <a:pt x="5" y="2"/>
                  <a:pt x="5" y="2"/>
                  <a:pt x="5" y="2"/>
                </a:cubicBezTo>
                <a:cubicBezTo>
                  <a:pt x="5" y="4"/>
                  <a:pt x="4" y="5"/>
                  <a:pt x="2" y="5"/>
                </a:cubicBezTo>
                <a:cubicBezTo>
                  <a:pt x="2" y="5"/>
                  <a:pt x="2" y="5"/>
                  <a:pt x="2" y="5"/>
                </a:cubicBezTo>
                <a:cubicBezTo>
                  <a:pt x="1" y="5"/>
                  <a:pt x="0" y="4"/>
                  <a:pt x="0" y="2"/>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58" name="Freeform 74"/>
          <p:cNvSpPr>
            <a:spLocks noEditPoints="1"/>
          </p:cNvSpPr>
          <p:nvPr/>
        </p:nvSpPr>
        <p:spPr bwMode="auto">
          <a:xfrm>
            <a:off x="9047163" y="4810124"/>
            <a:ext cx="1949450" cy="30163"/>
          </a:xfrm>
          <a:custGeom>
            <a:avLst/>
            <a:gdLst/>
            <a:ahLst/>
            <a:cxnLst>
              <a:cxn ang="0">
                <a:pos x="374" y="3"/>
              </a:cxn>
              <a:cxn ang="0">
                <a:pos x="369" y="3"/>
              </a:cxn>
              <a:cxn ang="0">
                <a:pos x="361" y="3"/>
              </a:cxn>
              <a:cxn ang="0">
                <a:pos x="356" y="3"/>
              </a:cxn>
              <a:cxn ang="0">
                <a:pos x="348" y="3"/>
              </a:cxn>
              <a:cxn ang="0">
                <a:pos x="343" y="3"/>
              </a:cxn>
              <a:cxn ang="0">
                <a:pos x="335" y="3"/>
              </a:cxn>
              <a:cxn ang="0">
                <a:pos x="330" y="3"/>
              </a:cxn>
              <a:cxn ang="0">
                <a:pos x="322" y="3"/>
              </a:cxn>
              <a:cxn ang="0">
                <a:pos x="316" y="3"/>
              </a:cxn>
              <a:cxn ang="0">
                <a:pos x="308" y="3"/>
              </a:cxn>
              <a:cxn ang="0">
                <a:pos x="303" y="3"/>
              </a:cxn>
              <a:cxn ang="0">
                <a:pos x="295" y="3"/>
              </a:cxn>
              <a:cxn ang="0">
                <a:pos x="290" y="3"/>
              </a:cxn>
              <a:cxn ang="0">
                <a:pos x="282" y="3"/>
              </a:cxn>
              <a:cxn ang="0">
                <a:pos x="277" y="3"/>
              </a:cxn>
              <a:cxn ang="0">
                <a:pos x="269" y="3"/>
              </a:cxn>
              <a:cxn ang="0">
                <a:pos x="264" y="3"/>
              </a:cxn>
              <a:cxn ang="0">
                <a:pos x="256" y="3"/>
              </a:cxn>
              <a:cxn ang="0">
                <a:pos x="250" y="3"/>
              </a:cxn>
              <a:cxn ang="0">
                <a:pos x="242" y="3"/>
              </a:cxn>
              <a:cxn ang="0">
                <a:pos x="237" y="3"/>
              </a:cxn>
              <a:cxn ang="0">
                <a:pos x="229" y="3"/>
              </a:cxn>
              <a:cxn ang="0">
                <a:pos x="224" y="3"/>
              </a:cxn>
              <a:cxn ang="0">
                <a:pos x="216" y="3"/>
              </a:cxn>
              <a:cxn ang="0">
                <a:pos x="211" y="3"/>
              </a:cxn>
              <a:cxn ang="0">
                <a:pos x="203" y="3"/>
              </a:cxn>
              <a:cxn ang="0">
                <a:pos x="198" y="3"/>
              </a:cxn>
              <a:cxn ang="0">
                <a:pos x="190" y="3"/>
              </a:cxn>
              <a:cxn ang="0">
                <a:pos x="184" y="3"/>
              </a:cxn>
              <a:cxn ang="0">
                <a:pos x="176" y="3"/>
              </a:cxn>
              <a:cxn ang="0">
                <a:pos x="171" y="3"/>
              </a:cxn>
              <a:cxn ang="0">
                <a:pos x="163" y="3"/>
              </a:cxn>
              <a:cxn ang="0">
                <a:pos x="158" y="3"/>
              </a:cxn>
              <a:cxn ang="0">
                <a:pos x="150" y="3"/>
              </a:cxn>
              <a:cxn ang="0">
                <a:pos x="145" y="3"/>
              </a:cxn>
              <a:cxn ang="0">
                <a:pos x="137" y="3"/>
              </a:cxn>
              <a:cxn ang="0">
                <a:pos x="132" y="3"/>
              </a:cxn>
              <a:cxn ang="0">
                <a:pos x="124" y="3"/>
              </a:cxn>
              <a:cxn ang="0">
                <a:pos x="118" y="3"/>
              </a:cxn>
              <a:cxn ang="0">
                <a:pos x="111" y="3"/>
              </a:cxn>
              <a:cxn ang="0">
                <a:pos x="105" y="3"/>
              </a:cxn>
              <a:cxn ang="0">
                <a:pos x="97" y="3"/>
              </a:cxn>
              <a:cxn ang="0">
                <a:pos x="92" y="3"/>
              </a:cxn>
              <a:cxn ang="0">
                <a:pos x="84" y="3"/>
              </a:cxn>
              <a:cxn ang="0">
                <a:pos x="79" y="3"/>
              </a:cxn>
              <a:cxn ang="0">
                <a:pos x="71" y="3"/>
              </a:cxn>
              <a:cxn ang="0">
                <a:pos x="66" y="3"/>
              </a:cxn>
              <a:cxn ang="0">
                <a:pos x="58" y="3"/>
              </a:cxn>
              <a:cxn ang="0">
                <a:pos x="52" y="3"/>
              </a:cxn>
              <a:cxn ang="0">
                <a:pos x="45" y="3"/>
              </a:cxn>
              <a:cxn ang="0">
                <a:pos x="39" y="3"/>
              </a:cxn>
              <a:cxn ang="0">
                <a:pos x="31" y="3"/>
              </a:cxn>
              <a:cxn ang="0">
                <a:pos x="26" y="3"/>
              </a:cxn>
              <a:cxn ang="0">
                <a:pos x="18" y="3"/>
              </a:cxn>
              <a:cxn ang="0">
                <a:pos x="13" y="3"/>
              </a:cxn>
              <a:cxn ang="0">
                <a:pos x="5" y="3"/>
              </a:cxn>
              <a:cxn ang="0">
                <a:pos x="0" y="3"/>
              </a:cxn>
            </a:cxnLst>
            <a:rect l="0" t="0" r="r" b="b"/>
            <a:pathLst>
              <a:path w="374" h="6">
                <a:moveTo>
                  <a:pt x="369" y="3"/>
                </a:moveTo>
                <a:cubicBezTo>
                  <a:pt x="369" y="2"/>
                  <a:pt x="370" y="0"/>
                  <a:pt x="372" y="0"/>
                </a:cubicBezTo>
                <a:cubicBezTo>
                  <a:pt x="372" y="0"/>
                  <a:pt x="372" y="0"/>
                  <a:pt x="372" y="0"/>
                </a:cubicBezTo>
                <a:cubicBezTo>
                  <a:pt x="373" y="0"/>
                  <a:pt x="374" y="2"/>
                  <a:pt x="374" y="3"/>
                </a:cubicBezTo>
                <a:cubicBezTo>
                  <a:pt x="374" y="3"/>
                  <a:pt x="374" y="3"/>
                  <a:pt x="374" y="3"/>
                </a:cubicBezTo>
                <a:cubicBezTo>
                  <a:pt x="374" y="4"/>
                  <a:pt x="373" y="6"/>
                  <a:pt x="372" y="6"/>
                </a:cubicBezTo>
                <a:cubicBezTo>
                  <a:pt x="372" y="6"/>
                  <a:pt x="372" y="6"/>
                  <a:pt x="372" y="6"/>
                </a:cubicBezTo>
                <a:cubicBezTo>
                  <a:pt x="370" y="6"/>
                  <a:pt x="369" y="4"/>
                  <a:pt x="369" y="3"/>
                </a:cubicBezTo>
                <a:close/>
                <a:moveTo>
                  <a:pt x="356" y="3"/>
                </a:moveTo>
                <a:cubicBezTo>
                  <a:pt x="356" y="2"/>
                  <a:pt x="357" y="0"/>
                  <a:pt x="359" y="0"/>
                </a:cubicBezTo>
                <a:cubicBezTo>
                  <a:pt x="359" y="0"/>
                  <a:pt x="359" y="0"/>
                  <a:pt x="359" y="0"/>
                </a:cubicBezTo>
                <a:cubicBezTo>
                  <a:pt x="360" y="0"/>
                  <a:pt x="361" y="2"/>
                  <a:pt x="361" y="3"/>
                </a:cubicBezTo>
                <a:cubicBezTo>
                  <a:pt x="361" y="3"/>
                  <a:pt x="361" y="3"/>
                  <a:pt x="361" y="3"/>
                </a:cubicBezTo>
                <a:cubicBezTo>
                  <a:pt x="361" y="4"/>
                  <a:pt x="360" y="6"/>
                  <a:pt x="359" y="6"/>
                </a:cubicBezTo>
                <a:cubicBezTo>
                  <a:pt x="359" y="6"/>
                  <a:pt x="359" y="6"/>
                  <a:pt x="359" y="6"/>
                </a:cubicBezTo>
                <a:cubicBezTo>
                  <a:pt x="357" y="6"/>
                  <a:pt x="356" y="4"/>
                  <a:pt x="356" y="3"/>
                </a:cubicBezTo>
                <a:close/>
                <a:moveTo>
                  <a:pt x="343" y="3"/>
                </a:moveTo>
                <a:cubicBezTo>
                  <a:pt x="343" y="2"/>
                  <a:pt x="344" y="0"/>
                  <a:pt x="345" y="0"/>
                </a:cubicBezTo>
                <a:cubicBezTo>
                  <a:pt x="345" y="0"/>
                  <a:pt x="345" y="0"/>
                  <a:pt x="345" y="0"/>
                </a:cubicBezTo>
                <a:cubicBezTo>
                  <a:pt x="347" y="0"/>
                  <a:pt x="348" y="2"/>
                  <a:pt x="348" y="3"/>
                </a:cubicBezTo>
                <a:cubicBezTo>
                  <a:pt x="348" y="3"/>
                  <a:pt x="348" y="3"/>
                  <a:pt x="348" y="3"/>
                </a:cubicBezTo>
                <a:cubicBezTo>
                  <a:pt x="348" y="4"/>
                  <a:pt x="347" y="6"/>
                  <a:pt x="345" y="6"/>
                </a:cubicBezTo>
                <a:cubicBezTo>
                  <a:pt x="345" y="6"/>
                  <a:pt x="345" y="6"/>
                  <a:pt x="345" y="6"/>
                </a:cubicBezTo>
                <a:cubicBezTo>
                  <a:pt x="344" y="6"/>
                  <a:pt x="343" y="4"/>
                  <a:pt x="343" y="3"/>
                </a:cubicBezTo>
                <a:close/>
                <a:moveTo>
                  <a:pt x="330" y="3"/>
                </a:moveTo>
                <a:cubicBezTo>
                  <a:pt x="330" y="2"/>
                  <a:pt x="331" y="0"/>
                  <a:pt x="332" y="0"/>
                </a:cubicBezTo>
                <a:cubicBezTo>
                  <a:pt x="332" y="0"/>
                  <a:pt x="332" y="0"/>
                  <a:pt x="332" y="0"/>
                </a:cubicBezTo>
                <a:cubicBezTo>
                  <a:pt x="334" y="0"/>
                  <a:pt x="335" y="2"/>
                  <a:pt x="335" y="3"/>
                </a:cubicBezTo>
                <a:cubicBezTo>
                  <a:pt x="335" y="3"/>
                  <a:pt x="335" y="3"/>
                  <a:pt x="335" y="3"/>
                </a:cubicBezTo>
                <a:cubicBezTo>
                  <a:pt x="335" y="4"/>
                  <a:pt x="334" y="6"/>
                  <a:pt x="332" y="6"/>
                </a:cubicBezTo>
                <a:cubicBezTo>
                  <a:pt x="332" y="6"/>
                  <a:pt x="332" y="6"/>
                  <a:pt x="332" y="6"/>
                </a:cubicBezTo>
                <a:cubicBezTo>
                  <a:pt x="331" y="6"/>
                  <a:pt x="330" y="4"/>
                  <a:pt x="330" y="3"/>
                </a:cubicBezTo>
                <a:close/>
                <a:moveTo>
                  <a:pt x="316" y="3"/>
                </a:moveTo>
                <a:cubicBezTo>
                  <a:pt x="316" y="2"/>
                  <a:pt x="318" y="0"/>
                  <a:pt x="319" y="0"/>
                </a:cubicBezTo>
                <a:cubicBezTo>
                  <a:pt x="319" y="0"/>
                  <a:pt x="319" y="0"/>
                  <a:pt x="319" y="0"/>
                </a:cubicBezTo>
                <a:cubicBezTo>
                  <a:pt x="320" y="0"/>
                  <a:pt x="322" y="2"/>
                  <a:pt x="322" y="3"/>
                </a:cubicBezTo>
                <a:cubicBezTo>
                  <a:pt x="322" y="3"/>
                  <a:pt x="322" y="3"/>
                  <a:pt x="322" y="3"/>
                </a:cubicBezTo>
                <a:cubicBezTo>
                  <a:pt x="322" y="4"/>
                  <a:pt x="320" y="6"/>
                  <a:pt x="319" y="6"/>
                </a:cubicBezTo>
                <a:cubicBezTo>
                  <a:pt x="319" y="6"/>
                  <a:pt x="319" y="6"/>
                  <a:pt x="319" y="6"/>
                </a:cubicBezTo>
                <a:cubicBezTo>
                  <a:pt x="318" y="6"/>
                  <a:pt x="316" y="4"/>
                  <a:pt x="316" y="3"/>
                </a:cubicBezTo>
                <a:close/>
                <a:moveTo>
                  <a:pt x="303" y="3"/>
                </a:moveTo>
                <a:cubicBezTo>
                  <a:pt x="303" y="2"/>
                  <a:pt x="304" y="0"/>
                  <a:pt x="306" y="0"/>
                </a:cubicBezTo>
                <a:cubicBezTo>
                  <a:pt x="306" y="0"/>
                  <a:pt x="306" y="0"/>
                  <a:pt x="306" y="0"/>
                </a:cubicBezTo>
                <a:cubicBezTo>
                  <a:pt x="307" y="0"/>
                  <a:pt x="308" y="2"/>
                  <a:pt x="308" y="3"/>
                </a:cubicBezTo>
                <a:cubicBezTo>
                  <a:pt x="308" y="3"/>
                  <a:pt x="308" y="3"/>
                  <a:pt x="308" y="3"/>
                </a:cubicBezTo>
                <a:cubicBezTo>
                  <a:pt x="308" y="4"/>
                  <a:pt x="307" y="6"/>
                  <a:pt x="306" y="6"/>
                </a:cubicBezTo>
                <a:cubicBezTo>
                  <a:pt x="306" y="6"/>
                  <a:pt x="306" y="6"/>
                  <a:pt x="306" y="6"/>
                </a:cubicBezTo>
                <a:cubicBezTo>
                  <a:pt x="304" y="6"/>
                  <a:pt x="303" y="4"/>
                  <a:pt x="303" y="3"/>
                </a:cubicBezTo>
                <a:close/>
                <a:moveTo>
                  <a:pt x="290" y="3"/>
                </a:moveTo>
                <a:cubicBezTo>
                  <a:pt x="290" y="2"/>
                  <a:pt x="291" y="0"/>
                  <a:pt x="293" y="0"/>
                </a:cubicBezTo>
                <a:cubicBezTo>
                  <a:pt x="293" y="0"/>
                  <a:pt x="293" y="0"/>
                  <a:pt x="293" y="0"/>
                </a:cubicBezTo>
                <a:cubicBezTo>
                  <a:pt x="294" y="0"/>
                  <a:pt x="295" y="2"/>
                  <a:pt x="295" y="3"/>
                </a:cubicBezTo>
                <a:cubicBezTo>
                  <a:pt x="295" y="3"/>
                  <a:pt x="295" y="3"/>
                  <a:pt x="295" y="3"/>
                </a:cubicBezTo>
                <a:cubicBezTo>
                  <a:pt x="295" y="4"/>
                  <a:pt x="294" y="6"/>
                  <a:pt x="293" y="6"/>
                </a:cubicBezTo>
                <a:cubicBezTo>
                  <a:pt x="293" y="6"/>
                  <a:pt x="293" y="6"/>
                  <a:pt x="293" y="6"/>
                </a:cubicBezTo>
                <a:cubicBezTo>
                  <a:pt x="291" y="6"/>
                  <a:pt x="290" y="4"/>
                  <a:pt x="290" y="3"/>
                </a:cubicBezTo>
                <a:close/>
                <a:moveTo>
                  <a:pt x="277" y="3"/>
                </a:moveTo>
                <a:cubicBezTo>
                  <a:pt x="277" y="2"/>
                  <a:pt x="278" y="0"/>
                  <a:pt x="279" y="0"/>
                </a:cubicBezTo>
                <a:cubicBezTo>
                  <a:pt x="279" y="0"/>
                  <a:pt x="279" y="0"/>
                  <a:pt x="279" y="0"/>
                </a:cubicBezTo>
                <a:cubicBezTo>
                  <a:pt x="281" y="0"/>
                  <a:pt x="282" y="2"/>
                  <a:pt x="282" y="3"/>
                </a:cubicBezTo>
                <a:cubicBezTo>
                  <a:pt x="282" y="3"/>
                  <a:pt x="282" y="3"/>
                  <a:pt x="282" y="3"/>
                </a:cubicBezTo>
                <a:cubicBezTo>
                  <a:pt x="282" y="4"/>
                  <a:pt x="281" y="6"/>
                  <a:pt x="279" y="6"/>
                </a:cubicBezTo>
                <a:cubicBezTo>
                  <a:pt x="279" y="6"/>
                  <a:pt x="279" y="6"/>
                  <a:pt x="279" y="6"/>
                </a:cubicBezTo>
                <a:cubicBezTo>
                  <a:pt x="278" y="6"/>
                  <a:pt x="277" y="4"/>
                  <a:pt x="277" y="3"/>
                </a:cubicBezTo>
                <a:close/>
                <a:moveTo>
                  <a:pt x="264" y="3"/>
                </a:moveTo>
                <a:cubicBezTo>
                  <a:pt x="264" y="2"/>
                  <a:pt x="265" y="0"/>
                  <a:pt x="266" y="0"/>
                </a:cubicBezTo>
                <a:cubicBezTo>
                  <a:pt x="266" y="0"/>
                  <a:pt x="266" y="0"/>
                  <a:pt x="266" y="0"/>
                </a:cubicBezTo>
                <a:cubicBezTo>
                  <a:pt x="268" y="0"/>
                  <a:pt x="269" y="2"/>
                  <a:pt x="269" y="3"/>
                </a:cubicBezTo>
                <a:cubicBezTo>
                  <a:pt x="269" y="3"/>
                  <a:pt x="269" y="3"/>
                  <a:pt x="269" y="3"/>
                </a:cubicBezTo>
                <a:cubicBezTo>
                  <a:pt x="269" y="4"/>
                  <a:pt x="268" y="6"/>
                  <a:pt x="266" y="6"/>
                </a:cubicBezTo>
                <a:cubicBezTo>
                  <a:pt x="266" y="6"/>
                  <a:pt x="266" y="6"/>
                  <a:pt x="266" y="6"/>
                </a:cubicBezTo>
                <a:cubicBezTo>
                  <a:pt x="265" y="6"/>
                  <a:pt x="264" y="4"/>
                  <a:pt x="264" y="3"/>
                </a:cubicBezTo>
                <a:close/>
                <a:moveTo>
                  <a:pt x="250" y="3"/>
                </a:moveTo>
                <a:cubicBezTo>
                  <a:pt x="250" y="2"/>
                  <a:pt x="252" y="0"/>
                  <a:pt x="253" y="0"/>
                </a:cubicBezTo>
                <a:cubicBezTo>
                  <a:pt x="253" y="0"/>
                  <a:pt x="253" y="0"/>
                  <a:pt x="253" y="0"/>
                </a:cubicBezTo>
                <a:cubicBezTo>
                  <a:pt x="254" y="0"/>
                  <a:pt x="256" y="2"/>
                  <a:pt x="256" y="3"/>
                </a:cubicBezTo>
                <a:cubicBezTo>
                  <a:pt x="256" y="3"/>
                  <a:pt x="256" y="3"/>
                  <a:pt x="256" y="3"/>
                </a:cubicBezTo>
                <a:cubicBezTo>
                  <a:pt x="256" y="4"/>
                  <a:pt x="254" y="6"/>
                  <a:pt x="253" y="6"/>
                </a:cubicBezTo>
                <a:cubicBezTo>
                  <a:pt x="253" y="6"/>
                  <a:pt x="253" y="6"/>
                  <a:pt x="253" y="6"/>
                </a:cubicBezTo>
                <a:cubicBezTo>
                  <a:pt x="252" y="6"/>
                  <a:pt x="250" y="4"/>
                  <a:pt x="250" y="3"/>
                </a:cubicBezTo>
                <a:close/>
                <a:moveTo>
                  <a:pt x="237" y="3"/>
                </a:moveTo>
                <a:cubicBezTo>
                  <a:pt x="237" y="2"/>
                  <a:pt x="238" y="0"/>
                  <a:pt x="240" y="0"/>
                </a:cubicBezTo>
                <a:cubicBezTo>
                  <a:pt x="240" y="0"/>
                  <a:pt x="240" y="0"/>
                  <a:pt x="240" y="0"/>
                </a:cubicBezTo>
                <a:cubicBezTo>
                  <a:pt x="241" y="0"/>
                  <a:pt x="242" y="2"/>
                  <a:pt x="242" y="3"/>
                </a:cubicBezTo>
                <a:cubicBezTo>
                  <a:pt x="242" y="3"/>
                  <a:pt x="242" y="3"/>
                  <a:pt x="242" y="3"/>
                </a:cubicBezTo>
                <a:cubicBezTo>
                  <a:pt x="242" y="4"/>
                  <a:pt x="241" y="6"/>
                  <a:pt x="240" y="6"/>
                </a:cubicBezTo>
                <a:cubicBezTo>
                  <a:pt x="240" y="6"/>
                  <a:pt x="240" y="6"/>
                  <a:pt x="240" y="6"/>
                </a:cubicBezTo>
                <a:cubicBezTo>
                  <a:pt x="238" y="6"/>
                  <a:pt x="237" y="4"/>
                  <a:pt x="237" y="3"/>
                </a:cubicBezTo>
                <a:close/>
                <a:moveTo>
                  <a:pt x="224" y="3"/>
                </a:moveTo>
                <a:cubicBezTo>
                  <a:pt x="224" y="2"/>
                  <a:pt x="225" y="0"/>
                  <a:pt x="227" y="0"/>
                </a:cubicBezTo>
                <a:cubicBezTo>
                  <a:pt x="227" y="0"/>
                  <a:pt x="227" y="0"/>
                  <a:pt x="227" y="0"/>
                </a:cubicBezTo>
                <a:cubicBezTo>
                  <a:pt x="228" y="0"/>
                  <a:pt x="229" y="2"/>
                  <a:pt x="229" y="3"/>
                </a:cubicBezTo>
                <a:cubicBezTo>
                  <a:pt x="229" y="3"/>
                  <a:pt x="229" y="3"/>
                  <a:pt x="229" y="3"/>
                </a:cubicBezTo>
                <a:cubicBezTo>
                  <a:pt x="229" y="4"/>
                  <a:pt x="228" y="6"/>
                  <a:pt x="227" y="6"/>
                </a:cubicBezTo>
                <a:cubicBezTo>
                  <a:pt x="227" y="6"/>
                  <a:pt x="227" y="6"/>
                  <a:pt x="227" y="6"/>
                </a:cubicBezTo>
                <a:cubicBezTo>
                  <a:pt x="225" y="6"/>
                  <a:pt x="224" y="4"/>
                  <a:pt x="224" y="3"/>
                </a:cubicBezTo>
                <a:close/>
                <a:moveTo>
                  <a:pt x="211" y="3"/>
                </a:moveTo>
                <a:cubicBezTo>
                  <a:pt x="211" y="2"/>
                  <a:pt x="212" y="0"/>
                  <a:pt x="213" y="0"/>
                </a:cubicBezTo>
                <a:cubicBezTo>
                  <a:pt x="213" y="0"/>
                  <a:pt x="213" y="0"/>
                  <a:pt x="213" y="0"/>
                </a:cubicBezTo>
                <a:cubicBezTo>
                  <a:pt x="215" y="0"/>
                  <a:pt x="216" y="2"/>
                  <a:pt x="216" y="3"/>
                </a:cubicBezTo>
                <a:cubicBezTo>
                  <a:pt x="216" y="3"/>
                  <a:pt x="216" y="3"/>
                  <a:pt x="216" y="3"/>
                </a:cubicBezTo>
                <a:cubicBezTo>
                  <a:pt x="216" y="4"/>
                  <a:pt x="215" y="6"/>
                  <a:pt x="213" y="6"/>
                </a:cubicBezTo>
                <a:cubicBezTo>
                  <a:pt x="213" y="6"/>
                  <a:pt x="213" y="6"/>
                  <a:pt x="213" y="6"/>
                </a:cubicBezTo>
                <a:cubicBezTo>
                  <a:pt x="212" y="6"/>
                  <a:pt x="211" y="4"/>
                  <a:pt x="211" y="3"/>
                </a:cubicBezTo>
                <a:close/>
                <a:moveTo>
                  <a:pt x="198" y="3"/>
                </a:moveTo>
                <a:cubicBezTo>
                  <a:pt x="198" y="2"/>
                  <a:pt x="199" y="0"/>
                  <a:pt x="200" y="0"/>
                </a:cubicBezTo>
                <a:cubicBezTo>
                  <a:pt x="200" y="0"/>
                  <a:pt x="200" y="0"/>
                  <a:pt x="200" y="0"/>
                </a:cubicBezTo>
                <a:cubicBezTo>
                  <a:pt x="202" y="0"/>
                  <a:pt x="203" y="2"/>
                  <a:pt x="203" y="3"/>
                </a:cubicBezTo>
                <a:cubicBezTo>
                  <a:pt x="203" y="3"/>
                  <a:pt x="203" y="3"/>
                  <a:pt x="203" y="3"/>
                </a:cubicBezTo>
                <a:cubicBezTo>
                  <a:pt x="203" y="4"/>
                  <a:pt x="202" y="6"/>
                  <a:pt x="200" y="6"/>
                </a:cubicBezTo>
                <a:cubicBezTo>
                  <a:pt x="200" y="6"/>
                  <a:pt x="200" y="6"/>
                  <a:pt x="200" y="6"/>
                </a:cubicBezTo>
                <a:cubicBezTo>
                  <a:pt x="199" y="6"/>
                  <a:pt x="198" y="4"/>
                  <a:pt x="198" y="3"/>
                </a:cubicBezTo>
                <a:close/>
                <a:moveTo>
                  <a:pt x="184" y="3"/>
                </a:moveTo>
                <a:cubicBezTo>
                  <a:pt x="184" y="2"/>
                  <a:pt x="186" y="0"/>
                  <a:pt x="187" y="0"/>
                </a:cubicBezTo>
                <a:cubicBezTo>
                  <a:pt x="187" y="0"/>
                  <a:pt x="187" y="0"/>
                  <a:pt x="187" y="0"/>
                </a:cubicBezTo>
                <a:cubicBezTo>
                  <a:pt x="189" y="0"/>
                  <a:pt x="190" y="2"/>
                  <a:pt x="190" y="3"/>
                </a:cubicBezTo>
                <a:cubicBezTo>
                  <a:pt x="190" y="3"/>
                  <a:pt x="190" y="3"/>
                  <a:pt x="190" y="3"/>
                </a:cubicBezTo>
                <a:cubicBezTo>
                  <a:pt x="190" y="4"/>
                  <a:pt x="189" y="6"/>
                  <a:pt x="187" y="6"/>
                </a:cubicBezTo>
                <a:cubicBezTo>
                  <a:pt x="187" y="6"/>
                  <a:pt x="187" y="6"/>
                  <a:pt x="187" y="6"/>
                </a:cubicBezTo>
                <a:cubicBezTo>
                  <a:pt x="186" y="6"/>
                  <a:pt x="184" y="4"/>
                  <a:pt x="184" y="3"/>
                </a:cubicBezTo>
                <a:close/>
                <a:moveTo>
                  <a:pt x="171" y="3"/>
                </a:moveTo>
                <a:cubicBezTo>
                  <a:pt x="171" y="2"/>
                  <a:pt x="172" y="0"/>
                  <a:pt x="174" y="0"/>
                </a:cubicBezTo>
                <a:cubicBezTo>
                  <a:pt x="174" y="0"/>
                  <a:pt x="174" y="0"/>
                  <a:pt x="174" y="0"/>
                </a:cubicBezTo>
                <a:cubicBezTo>
                  <a:pt x="175" y="0"/>
                  <a:pt x="176" y="2"/>
                  <a:pt x="176" y="3"/>
                </a:cubicBezTo>
                <a:cubicBezTo>
                  <a:pt x="176" y="3"/>
                  <a:pt x="176" y="3"/>
                  <a:pt x="176" y="3"/>
                </a:cubicBezTo>
                <a:cubicBezTo>
                  <a:pt x="176" y="4"/>
                  <a:pt x="175" y="6"/>
                  <a:pt x="174" y="6"/>
                </a:cubicBezTo>
                <a:cubicBezTo>
                  <a:pt x="174" y="6"/>
                  <a:pt x="174" y="6"/>
                  <a:pt x="174" y="6"/>
                </a:cubicBezTo>
                <a:cubicBezTo>
                  <a:pt x="172" y="6"/>
                  <a:pt x="171" y="4"/>
                  <a:pt x="171" y="3"/>
                </a:cubicBezTo>
                <a:close/>
                <a:moveTo>
                  <a:pt x="158" y="3"/>
                </a:moveTo>
                <a:cubicBezTo>
                  <a:pt x="158" y="2"/>
                  <a:pt x="159" y="0"/>
                  <a:pt x="161" y="0"/>
                </a:cubicBezTo>
                <a:cubicBezTo>
                  <a:pt x="161" y="0"/>
                  <a:pt x="161" y="0"/>
                  <a:pt x="161" y="0"/>
                </a:cubicBezTo>
                <a:cubicBezTo>
                  <a:pt x="162" y="0"/>
                  <a:pt x="163" y="2"/>
                  <a:pt x="163" y="3"/>
                </a:cubicBezTo>
                <a:cubicBezTo>
                  <a:pt x="163" y="3"/>
                  <a:pt x="163" y="3"/>
                  <a:pt x="163" y="3"/>
                </a:cubicBezTo>
                <a:cubicBezTo>
                  <a:pt x="163" y="4"/>
                  <a:pt x="162" y="6"/>
                  <a:pt x="161" y="6"/>
                </a:cubicBezTo>
                <a:cubicBezTo>
                  <a:pt x="161" y="6"/>
                  <a:pt x="161" y="6"/>
                  <a:pt x="161" y="6"/>
                </a:cubicBezTo>
                <a:cubicBezTo>
                  <a:pt x="159" y="6"/>
                  <a:pt x="158" y="4"/>
                  <a:pt x="158" y="3"/>
                </a:cubicBezTo>
                <a:close/>
                <a:moveTo>
                  <a:pt x="145" y="3"/>
                </a:moveTo>
                <a:cubicBezTo>
                  <a:pt x="145" y="2"/>
                  <a:pt x="146" y="0"/>
                  <a:pt x="147" y="0"/>
                </a:cubicBezTo>
                <a:cubicBezTo>
                  <a:pt x="147" y="0"/>
                  <a:pt x="147" y="0"/>
                  <a:pt x="147" y="0"/>
                </a:cubicBezTo>
                <a:cubicBezTo>
                  <a:pt x="149" y="0"/>
                  <a:pt x="150" y="2"/>
                  <a:pt x="150" y="3"/>
                </a:cubicBezTo>
                <a:cubicBezTo>
                  <a:pt x="150" y="3"/>
                  <a:pt x="150" y="3"/>
                  <a:pt x="150" y="3"/>
                </a:cubicBezTo>
                <a:cubicBezTo>
                  <a:pt x="150" y="4"/>
                  <a:pt x="149" y="6"/>
                  <a:pt x="147" y="6"/>
                </a:cubicBezTo>
                <a:cubicBezTo>
                  <a:pt x="147" y="6"/>
                  <a:pt x="147" y="6"/>
                  <a:pt x="147" y="6"/>
                </a:cubicBezTo>
                <a:cubicBezTo>
                  <a:pt x="146" y="6"/>
                  <a:pt x="145" y="4"/>
                  <a:pt x="145" y="3"/>
                </a:cubicBezTo>
                <a:close/>
                <a:moveTo>
                  <a:pt x="132" y="3"/>
                </a:moveTo>
                <a:cubicBezTo>
                  <a:pt x="132" y="2"/>
                  <a:pt x="133" y="0"/>
                  <a:pt x="134" y="0"/>
                </a:cubicBezTo>
                <a:cubicBezTo>
                  <a:pt x="134" y="0"/>
                  <a:pt x="134" y="0"/>
                  <a:pt x="134" y="0"/>
                </a:cubicBezTo>
                <a:cubicBezTo>
                  <a:pt x="136" y="0"/>
                  <a:pt x="137" y="2"/>
                  <a:pt x="137" y="3"/>
                </a:cubicBezTo>
                <a:cubicBezTo>
                  <a:pt x="137" y="3"/>
                  <a:pt x="137" y="3"/>
                  <a:pt x="137" y="3"/>
                </a:cubicBezTo>
                <a:cubicBezTo>
                  <a:pt x="137" y="4"/>
                  <a:pt x="136" y="6"/>
                  <a:pt x="134" y="6"/>
                </a:cubicBezTo>
                <a:cubicBezTo>
                  <a:pt x="134" y="6"/>
                  <a:pt x="134" y="6"/>
                  <a:pt x="134" y="6"/>
                </a:cubicBezTo>
                <a:cubicBezTo>
                  <a:pt x="133" y="6"/>
                  <a:pt x="132" y="4"/>
                  <a:pt x="132" y="3"/>
                </a:cubicBezTo>
                <a:close/>
                <a:moveTo>
                  <a:pt x="118" y="3"/>
                </a:moveTo>
                <a:cubicBezTo>
                  <a:pt x="118" y="2"/>
                  <a:pt x="120" y="0"/>
                  <a:pt x="121" y="0"/>
                </a:cubicBezTo>
                <a:cubicBezTo>
                  <a:pt x="121" y="0"/>
                  <a:pt x="121" y="0"/>
                  <a:pt x="121" y="0"/>
                </a:cubicBezTo>
                <a:cubicBezTo>
                  <a:pt x="123" y="0"/>
                  <a:pt x="124" y="2"/>
                  <a:pt x="124" y="3"/>
                </a:cubicBezTo>
                <a:cubicBezTo>
                  <a:pt x="124" y="3"/>
                  <a:pt x="124" y="3"/>
                  <a:pt x="124" y="3"/>
                </a:cubicBezTo>
                <a:cubicBezTo>
                  <a:pt x="124" y="4"/>
                  <a:pt x="123" y="6"/>
                  <a:pt x="121" y="6"/>
                </a:cubicBezTo>
                <a:cubicBezTo>
                  <a:pt x="121" y="6"/>
                  <a:pt x="121" y="6"/>
                  <a:pt x="121" y="6"/>
                </a:cubicBezTo>
                <a:cubicBezTo>
                  <a:pt x="120" y="6"/>
                  <a:pt x="118" y="4"/>
                  <a:pt x="118" y="3"/>
                </a:cubicBezTo>
                <a:close/>
                <a:moveTo>
                  <a:pt x="105" y="3"/>
                </a:moveTo>
                <a:cubicBezTo>
                  <a:pt x="105" y="2"/>
                  <a:pt x="106" y="0"/>
                  <a:pt x="108" y="0"/>
                </a:cubicBezTo>
                <a:cubicBezTo>
                  <a:pt x="108" y="0"/>
                  <a:pt x="108" y="0"/>
                  <a:pt x="108" y="0"/>
                </a:cubicBezTo>
                <a:cubicBezTo>
                  <a:pt x="109" y="0"/>
                  <a:pt x="111" y="2"/>
                  <a:pt x="111" y="3"/>
                </a:cubicBezTo>
                <a:cubicBezTo>
                  <a:pt x="111" y="3"/>
                  <a:pt x="111" y="3"/>
                  <a:pt x="111" y="3"/>
                </a:cubicBezTo>
                <a:cubicBezTo>
                  <a:pt x="111" y="4"/>
                  <a:pt x="109" y="6"/>
                  <a:pt x="108" y="6"/>
                </a:cubicBezTo>
                <a:cubicBezTo>
                  <a:pt x="108" y="6"/>
                  <a:pt x="108" y="6"/>
                  <a:pt x="108" y="6"/>
                </a:cubicBezTo>
                <a:cubicBezTo>
                  <a:pt x="106" y="6"/>
                  <a:pt x="105" y="4"/>
                  <a:pt x="105" y="3"/>
                </a:cubicBezTo>
                <a:close/>
                <a:moveTo>
                  <a:pt x="92" y="3"/>
                </a:moveTo>
                <a:cubicBezTo>
                  <a:pt x="92" y="2"/>
                  <a:pt x="93" y="0"/>
                  <a:pt x="95" y="0"/>
                </a:cubicBezTo>
                <a:cubicBezTo>
                  <a:pt x="95" y="0"/>
                  <a:pt x="95" y="0"/>
                  <a:pt x="95" y="0"/>
                </a:cubicBezTo>
                <a:cubicBezTo>
                  <a:pt x="96" y="0"/>
                  <a:pt x="97" y="2"/>
                  <a:pt x="97" y="3"/>
                </a:cubicBezTo>
                <a:cubicBezTo>
                  <a:pt x="97" y="3"/>
                  <a:pt x="97" y="3"/>
                  <a:pt x="97" y="3"/>
                </a:cubicBezTo>
                <a:cubicBezTo>
                  <a:pt x="97" y="4"/>
                  <a:pt x="96" y="6"/>
                  <a:pt x="95" y="6"/>
                </a:cubicBezTo>
                <a:cubicBezTo>
                  <a:pt x="95" y="6"/>
                  <a:pt x="95" y="6"/>
                  <a:pt x="95" y="6"/>
                </a:cubicBezTo>
                <a:cubicBezTo>
                  <a:pt x="93" y="6"/>
                  <a:pt x="92" y="4"/>
                  <a:pt x="92" y="3"/>
                </a:cubicBezTo>
                <a:close/>
                <a:moveTo>
                  <a:pt x="79" y="3"/>
                </a:moveTo>
                <a:cubicBezTo>
                  <a:pt x="79" y="2"/>
                  <a:pt x="80" y="0"/>
                  <a:pt x="81" y="0"/>
                </a:cubicBezTo>
                <a:cubicBezTo>
                  <a:pt x="81" y="0"/>
                  <a:pt x="81" y="0"/>
                  <a:pt x="81" y="0"/>
                </a:cubicBezTo>
                <a:cubicBezTo>
                  <a:pt x="83" y="0"/>
                  <a:pt x="84" y="2"/>
                  <a:pt x="84" y="3"/>
                </a:cubicBezTo>
                <a:cubicBezTo>
                  <a:pt x="84" y="3"/>
                  <a:pt x="84" y="3"/>
                  <a:pt x="84" y="3"/>
                </a:cubicBezTo>
                <a:cubicBezTo>
                  <a:pt x="84" y="4"/>
                  <a:pt x="83" y="6"/>
                  <a:pt x="81" y="6"/>
                </a:cubicBezTo>
                <a:cubicBezTo>
                  <a:pt x="81" y="6"/>
                  <a:pt x="81" y="6"/>
                  <a:pt x="81" y="6"/>
                </a:cubicBezTo>
                <a:cubicBezTo>
                  <a:pt x="80" y="6"/>
                  <a:pt x="79" y="4"/>
                  <a:pt x="79" y="3"/>
                </a:cubicBezTo>
                <a:close/>
                <a:moveTo>
                  <a:pt x="66" y="3"/>
                </a:moveTo>
                <a:cubicBezTo>
                  <a:pt x="66" y="2"/>
                  <a:pt x="67" y="0"/>
                  <a:pt x="68" y="0"/>
                </a:cubicBezTo>
                <a:cubicBezTo>
                  <a:pt x="68" y="0"/>
                  <a:pt x="68" y="0"/>
                  <a:pt x="68" y="0"/>
                </a:cubicBezTo>
                <a:cubicBezTo>
                  <a:pt x="70" y="0"/>
                  <a:pt x="71" y="2"/>
                  <a:pt x="71" y="3"/>
                </a:cubicBezTo>
                <a:cubicBezTo>
                  <a:pt x="71" y="3"/>
                  <a:pt x="71" y="3"/>
                  <a:pt x="71" y="3"/>
                </a:cubicBezTo>
                <a:cubicBezTo>
                  <a:pt x="71" y="4"/>
                  <a:pt x="70" y="6"/>
                  <a:pt x="68" y="6"/>
                </a:cubicBezTo>
                <a:cubicBezTo>
                  <a:pt x="68" y="6"/>
                  <a:pt x="68" y="6"/>
                  <a:pt x="68" y="6"/>
                </a:cubicBezTo>
                <a:cubicBezTo>
                  <a:pt x="67" y="6"/>
                  <a:pt x="66" y="4"/>
                  <a:pt x="66" y="3"/>
                </a:cubicBezTo>
                <a:close/>
                <a:moveTo>
                  <a:pt x="52" y="3"/>
                </a:moveTo>
                <a:cubicBezTo>
                  <a:pt x="52" y="2"/>
                  <a:pt x="54" y="0"/>
                  <a:pt x="55" y="0"/>
                </a:cubicBezTo>
                <a:cubicBezTo>
                  <a:pt x="55" y="0"/>
                  <a:pt x="55" y="0"/>
                  <a:pt x="55" y="0"/>
                </a:cubicBezTo>
                <a:cubicBezTo>
                  <a:pt x="57" y="0"/>
                  <a:pt x="58" y="2"/>
                  <a:pt x="58" y="3"/>
                </a:cubicBezTo>
                <a:cubicBezTo>
                  <a:pt x="58" y="3"/>
                  <a:pt x="58" y="3"/>
                  <a:pt x="58" y="3"/>
                </a:cubicBezTo>
                <a:cubicBezTo>
                  <a:pt x="58" y="4"/>
                  <a:pt x="57" y="6"/>
                  <a:pt x="55" y="6"/>
                </a:cubicBezTo>
                <a:cubicBezTo>
                  <a:pt x="55" y="6"/>
                  <a:pt x="55" y="6"/>
                  <a:pt x="55" y="6"/>
                </a:cubicBezTo>
                <a:cubicBezTo>
                  <a:pt x="54" y="6"/>
                  <a:pt x="52" y="4"/>
                  <a:pt x="52" y="3"/>
                </a:cubicBezTo>
                <a:close/>
                <a:moveTo>
                  <a:pt x="39" y="3"/>
                </a:moveTo>
                <a:cubicBezTo>
                  <a:pt x="39" y="2"/>
                  <a:pt x="40" y="0"/>
                  <a:pt x="42" y="0"/>
                </a:cubicBezTo>
                <a:cubicBezTo>
                  <a:pt x="42" y="0"/>
                  <a:pt x="42" y="0"/>
                  <a:pt x="42" y="0"/>
                </a:cubicBezTo>
                <a:cubicBezTo>
                  <a:pt x="43" y="0"/>
                  <a:pt x="45" y="2"/>
                  <a:pt x="45" y="3"/>
                </a:cubicBezTo>
                <a:cubicBezTo>
                  <a:pt x="45" y="3"/>
                  <a:pt x="45" y="3"/>
                  <a:pt x="45" y="3"/>
                </a:cubicBezTo>
                <a:cubicBezTo>
                  <a:pt x="45" y="4"/>
                  <a:pt x="43" y="6"/>
                  <a:pt x="42" y="6"/>
                </a:cubicBezTo>
                <a:cubicBezTo>
                  <a:pt x="42" y="6"/>
                  <a:pt x="42" y="6"/>
                  <a:pt x="42" y="6"/>
                </a:cubicBezTo>
                <a:cubicBezTo>
                  <a:pt x="40" y="6"/>
                  <a:pt x="39" y="4"/>
                  <a:pt x="39" y="3"/>
                </a:cubicBezTo>
                <a:close/>
                <a:moveTo>
                  <a:pt x="26" y="3"/>
                </a:moveTo>
                <a:cubicBezTo>
                  <a:pt x="26" y="2"/>
                  <a:pt x="27" y="0"/>
                  <a:pt x="29" y="0"/>
                </a:cubicBezTo>
                <a:cubicBezTo>
                  <a:pt x="29" y="0"/>
                  <a:pt x="29" y="0"/>
                  <a:pt x="29" y="0"/>
                </a:cubicBezTo>
                <a:cubicBezTo>
                  <a:pt x="30" y="0"/>
                  <a:pt x="31" y="2"/>
                  <a:pt x="31" y="3"/>
                </a:cubicBezTo>
                <a:cubicBezTo>
                  <a:pt x="31" y="3"/>
                  <a:pt x="31" y="3"/>
                  <a:pt x="31" y="3"/>
                </a:cubicBezTo>
                <a:cubicBezTo>
                  <a:pt x="31" y="4"/>
                  <a:pt x="30" y="6"/>
                  <a:pt x="29" y="6"/>
                </a:cubicBezTo>
                <a:cubicBezTo>
                  <a:pt x="29" y="6"/>
                  <a:pt x="29" y="6"/>
                  <a:pt x="29" y="6"/>
                </a:cubicBezTo>
                <a:cubicBezTo>
                  <a:pt x="27" y="6"/>
                  <a:pt x="26" y="4"/>
                  <a:pt x="26" y="3"/>
                </a:cubicBezTo>
                <a:close/>
                <a:moveTo>
                  <a:pt x="13" y="3"/>
                </a:moveTo>
                <a:cubicBezTo>
                  <a:pt x="13" y="2"/>
                  <a:pt x="14" y="0"/>
                  <a:pt x="16" y="0"/>
                </a:cubicBezTo>
                <a:cubicBezTo>
                  <a:pt x="16" y="0"/>
                  <a:pt x="16" y="0"/>
                  <a:pt x="16" y="0"/>
                </a:cubicBezTo>
                <a:cubicBezTo>
                  <a:pt x="17" y="0"/>
                  <a:pt x="18" y="2"/>
                  <a:pt x="18" y="3"/>
                </a:cubicBezTo>
                <a:cubicBezTo>
                  <a:pt x="18" y="3"/>
                  <a:pt x="18" y="3"/>
                  <a:pt x="18" y="3"/>
                </a:cubicBezTo>
                <a:cubicBezTo>
                  <a:pt x="18" y="4"/>
                  <a:pt x="17" y="6"/>
                  <a:pt x="16" y="6"/>
                </a:cubicBezTo>
                <a:cubicBezTo>
                  <a:pt x="16" y="6"/>
                  <a:pt x="16" y="6"/>
                  <a:pt x="16" y="6"/>
                </a:cubicBezTo>
                <a:cubicBezTo>
                  <a:pt x="14" y="6"/>
                  <a:pt x="13" y="4"/>
                  <a:pt x="13" y="3"/>
                </a:cubicBezTo>
                <a:close/>
                <a:moveTo>
                  <a:pt x="0" y="3"/>
                </a:moveTo>
                <a:cubicBezTo>
                  <a:pt x="0" y="2"/>
                  <a:pt x="1" y="0"/>
                  <a:pt x="2" y="0"/>
                </a:cubicBezTo>
                <a:cubicBezTo>
                  <a:pt x="2" y="0"/>
                  <a:pt x="2" y="0"/>
                  <a:pt x="2" y="0"/>
                </a:cubicBezTo>
                <a:cubicBezTo>
                  <a:pt x="4" y="0"/>
                  <a:pt x="5" y="2"/>
                  <a:pt x="5" y="3"/>
                </a:cubicBezTo>
                <a:cubicBezTo>
                  <a:pt x="5" y="3"/>
                  <a:pt x="5" y="3"/>
                  <a:pt x="5" y="3"/>
                </a:cubicBezTo>
                <a:cubicBezTo>
                  <a:pt x="5" y="4"/>
                  <a:pt x="4" y="6"/>
                  <a:pt x="2" y="6"/>
                </a:cubicBezTo>
                <a:cubicBezTo>
                  <a:pt x="2" y="6"/>
                  <a:pt x="2" y="6"/>
                  <a:pt x="2" y="6"/>
                </a:cubicBezTo>
                <a:cubicBezTo>
                  <a:pt x="1" y="6"/>
                  <a:pt x="0" y="4"/>
                  <a:pt x="0" y="3"/>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59" name="Freeform 75"/>
          <p:cNvSpPr>
            <a:spLocks noEditPoints="1"/>
          </p:cNvSpPr>
          <p:nvPr/>
        </p:nvSpPr>
        <p:spPr bwMode="auto">
          <a:xfrm>
            <a:off x="9047163" y="4538662"/>
            <a:ext cx="1949450" cy="25400"/>
          </a:xfrm>
          <a:custGeom>
            <a:avLst/>
            <a:gdLst/>
            <a:ahLst/>
            <a:cxnLst>
              <a:cxn ang="0">
                <a:pos x="374" y="3"/>
              </a:cxn>
              <a:cxn ang="0">
                <a:pos x="369" y="3"/>
              </a:cxn>
              <a:cxn ang="0">
                <a:pos x="361" y="3"/>
              </a:cxn>
              <a:cxn ang="0">
                <a:pos x="356" y="3"/>
              </a:cxn>
              <a:cxn ang="0">
                <a:pos x="348" y="3"/>
              </a:cxn>
              <a:cxn ang="0">
                <a:pos x="343" y="3"/>
              </a:cxn>
              <a:cxn ang="0">
                <a:pos x="335" y="3"/>
              </a:cxn>
              <a:cxn ang="0">
                <a:pos x="330" y="3"/>
              </a:cxn>
              <a:cxn ang="0">
                <a:pos x="322" y="3"/>
              </a:cxn>
              <a:cxn ang="0">
                <a:pos x="316" y="3"/>
              </a:cxn>
              <a:cxn ang="0">
                <a:pos x="308" y="3"/>
              </a:cxn>
              <a:cxn ang="0">
                <a:pos x="303" y="3"/>
              </a:cxn>
              <a:cxn ang="0">
                <a:pos x="295" y="3"/>
              </a:cxn>
              <a:cxn ang="0">
                <a:pos x="290" y="3"/>
              </a:cxn>
              <a:cxn ang="0">
                <a:pos x="282" y="3"/>
              </a:cxn>
              <a:cxn ang="0">
                <a:pos x="277" y="3"/>
              </a:cxn>
              <a:cxn ang="0">
                <a:pos x="269" y="3"/>
              </a:cxn>
              <a:cxn ang="0">
                <a:pos x="264" y="3"/>
              </a:cxn>
              <a:cxn ang="0">
                <a:pos x="256" y="3"/>
              </a:cxn>
              <a:cxn ang="0">
                <a:pos x="250" y="3"/>
              </a:cxn>
              <a:cxn ang="0">
                <a:pos x="242" y="3"/>
              </a:cxn>
              <a:cxn ang="0">
                <a:pos x="237" y="3"/>
              </a:cxn>
              <a:cxn ang="0">
                <a:pos x="229" y="3"/>
              </a:cxn>
              <a:cxn ang="0">
                <a:pos x="224" y="3"/>
              </a:cxn>
              <a:cxn ang="0">
                <a:pos x="216" y="3"/>
              </a:cxn>
              <a:cxn ang="0">
                <a:pos x="211" y="3"/>
              </a:cxn>
              <a:cxn ang="0">
                <a:pos x="203" y="3"/>
              </a:cxn>
              <a:cxn ang="0">
                <a:pos x="198" y="3"/>
              </a:cxn>
              <a:cxn ang="0">
                <a:pos x="190" y="3"/>
              </a:cxn>
              <a:cxn ang="0">
                <a:pos x="184" y="3"/>
              </a:cxn>
              <a:cxn ang="0">
                <a:pos x="176" y="3"/>
              </a:cxn>
              <a:cxn ang="0">
                <a:pos x="171" y="3"/>
              </a:cxn>
              <a:cxn ang="0">
                <a:pos x="163" y="3"/>
              </a:cxn>
              <a:cxn ang="0">
                <a:pos x="158" y="3"/>
              </a:cxn>
              <a:cxn ang="0">
                <a:pos x="150" y="3"/>
              </a:cxn>
              <a:cxn ang="0">
                <a:pos x="145" y="3"/>
              </a:cxn>
              <a:cxn ang="0">
                <a:pos x="137" y="3"/>
              </a:cxn>
              <a:cxn ang="0">
                <a:pos x="132" y="3"/>
              </a:cxn>
              <a:cxn ang="0">
                <a:pos x="124" y="3"/>
              </a:cxn>
              <a:cxn ang="0">
                <a:pos x="118" y="3"/>
              </a:cxn>
              <a:cxn ang="0">
                <a:pos x="111" y="3"/>
              </a:cxn>
              <a:cxn ang="0">
                <a:pos x="105" y="3"/>
              </a:cxn>
              <a:cxn ang="0">
                <a:pos x="97" y="3"/>
              </a:cxn>
              <a:cxn ang="0">
                <a:pos x="92" y="3"/>
              </a:cxn>
              <a:cxn ang="0">
                <a:pos x="84" y="3"/>
              </a:cxn>
              <a:cxn ang="0">
                <a:pos x="79" y="3"/>
              </a:cxn>
              <a:cxn ang="0">
                <a:pos x="71" y="3"/>
              </a:cxn>
              <a:cxn ang="0">
                <a:pos x="66" y="3"/>
              </a:cxn>
              <a:cxn ang="0">
                <a:pos x="58" y="3"/>
              </a:cxn>
              <a:cxn ang="0">
                <a:pos x="52" y="3"/>
              </a:cxn>
              <a:cxn ang="0">
                <a:pos x="45" y="3"/>
              </a:cxn>
              <a:cxn ang="0">
                <a:pos x="39" y="3"/>
              </a:cxn>
              <a:cxn ang="0">
                <a:pos x="31" y="3"/>
              </a:cxn>
              <a:cxn ang="0">
                <a:pos x="26" y="3"/>
              </a:cxn>
              <a:cxn ang="0">
                <a:pos x="18" y="3"/>
              </a:cxn>
              <a:cxn ang="0">
                <a:pos x="13" y="3"/>
              </a:cxn>
              <a:cxn ang="0">
                <a:pos x="5" y="3"/>
              </a:cxn>
              <a:cxn ang="0">
                <a:pos x="0" y="3"/>
              </a:cxn>
            </a:cxnLst>
            <a:rect l="0" t="0" r="r" b="b"/>
            <a:pathLst>
              <a:path w="374" h="5">
                <a:moveTo>
                  <a:pt x="369" y="3"/>
                </a:moveTo>
                <a:cubicBezTo>
                  <a:pt x="369" y="1"/>
                  <a:pt x="370" y="0"/>
                  <a:pt x="372" y="0"/>
                </a:cubicBezTo>
                <a:cubicBezTo>
                  <a:pt x="372" y="0"/>
                  <a:pt x="372" y="0"/>
                  <a:pt x="372" y="0"/>
                </a:cubicBezTo>
                <a:cubicBezTo>
                  <a:pt x="373" y="0"/>
                  <a:pt x="374" y="1"/>
                  <a:pt x="374" y="3"/>
                </a:cubicBezTo>
                <a:cubicBezTo>
                  <a:pt x="374" y="3"/>
                  <a:pt x="374" y="3"/>
                  <a:pt x="374" y="3"/>
                </a:cubicBezTo>
                <a:cubicBezTo>
                  <a:pt x="374" y="4"/>
                  <a:pt x="373" y="5"/>
                  <a:pt x="372" y="5"/>
                </a:cubicBezTo>
                <a:cubicBezTo>
                  <a:pt x="372" y="5"/>
                  <a:pt x="372" y="5"/>
                  <a:pt x="372" y="5"/>
                </a:cubicBezTo>
                <a:cubicBezTo>
                  <a:pt x="370" y="5"/>
                  <a:pt x="369" y="4"/>
                  <a:pt x="369" y="3"/>
                </a:cubicBezTo>
                <a:close/>
                <a:moveTo>
                  <a:pt x="356" y="3"/>
                </a:moveTo>
                <a:cubicBezTo>
                  <a:pt x="356" y="1"/>
                  <a:pt x="357" y="0"/>
                  <a:pt x="359" y="0"/>
                </a:cubicBezTo>
                <a:cubicBezTo>
                  <a:pt x="359" y="0"/>
                  <a:pt x="359" y="0"/>
                  <a:pt x="359" y="0"/>
                </a:cubicBezTo>
                <a:cubicBezTo>
                  <a:pt x="360" y="0"/>
                  <a:pt x="361" y="1"/>
                  <a:pt x="361" y="3"/>
                </a:cubicBezTo>
                <a:cubicBezTo>
                  <a:pt x="361" y="3"/>
                  <a:pt x="361" y="3"/>
                  <a:pt x="361" y="3"/>
                </a:cubicBezTo>
                <a:cubicBezTo>
                  <a:pt x="361" y="4"/>
                  <a:pt x="360" y="5"/>
                  <a:pt x="359" y="5"/>
                </a:cubicBezTo>
                <a:cubicBezTo>
                  <a:pt x="359" y="5"/>
                  <a:pt x="359" y="5"/>
                  <a:pt x="359" y="5"/>
                </a:cubicBezTo>
                <a:cubicBezTo>
                  <a:pt x="357" y="5"/>
                  <a:pt x="356" y="4"/>
                  <a:pt x="356" y="3"/>
                </a:cubicBezTo>
                <a:close/>
                <a:moveTo>
                  <a:pt x="343" y="3"/>
                </a:moveTo>
                <a:cubicBezTo>
                  <a:pt x="343" y="1"/>
                  <a:pt x="344" y="0"/>
                  <a:pt x="345" y="0"/>
                </a:cubicBezTo>
                <a:cubicBezTo>
                  <a:pt x="345" y="0"/>
                  <a:pt x="345" y="0"/>
                  <a:pt x="345" y="0"/>
                </a:cubicBezTo>
                <a:cubicBezTo>
                  <a:pt x="347" y="0"/>
                  <a:pt x="348" y="1"/>
                  <a:pt x="348" y="3"/>
                </a:cubicBezTo>
                <a:cubicBezTo>
                  <a:pt x="348" y="3"/>
                  <a:pt x="348" y="3"/>
                  <a:pt x="348" y="3"/>
                </a:cubicBezTo>
                <a:cubicBezTo>
                  <a:pt x="348" y="4"/>
                  <a:pt x="347" y="5"/>
                  <a:pt x="345" y="5"/>
                </a:cubicBezTo>
                <a:cubicBezTo>
                  <a:pt x="345" y="5"/>
                  <a:pt x="345" y="5"/>
                  <a:pt x="345" y="5"/>
                </a:cubicBezTo>
                <a:cubicBezTo>
                  <a:pt x="344" y="5"/>
                  <a:pt x="343" y="4"/>
                  <a:pt x="343" y="3"/>
                </a:cubicBezTo>
                <a:close/>
                <a:moveTo>
                  <a:pt x="330" y="3"/>
                </a:moveTo>
                <a:cubicBezTo>
                  <a:pt x="330" y="1"/>
                  <a:pt x="331" y="0"/>
                  <a:pt x="332" y="0"/>
                </a:cubicBezTo>
                <a:cubicBezTo>
                  <a:pt x="332" y="0"/>
                  <a:pt x="332" y="0"/>
                  <a:pt x="332" y="0"/>
                </a:cubicBezTo>
                <a:cubicBezTo>
                  <a:pt x="334" y="0"/>
                  <a:pt x="335" y="1"/>
                  <a:pt x="335" y="3"/>
                </a:cubicBezTo>
                <a:cubicBezTo>
                  <a:pt x="335" y="3"/>
                  <a:pt x="335" y="3"/>
                  <a:pt x="335" y="3"/>
                </a:cubicBezTo>
                <a:cubicBezTo>
                  <a:pt x="335" y="4"/>
                  <a:pt x="334" y="5"/>
                  <a:pt x="332" y="5"/>
                </a:cubicBezTo>
                <a:cubicBezTo>
                  <a:pt x="332" y="5"/>
                  <a:pt x="332" y="5"/>
                  <a:pt x="332" y="5"/>
                </a:cubicBezTo>
                <a:cubicBezTo>
                  <a:pt x="331" y="5"/>
                  <a:pt x="330" y="4"/>
                  <a:pt x="330" y="3"/>
                </a:cubicBezTo>
                <a:close/>
                <a:moveTo>
                  <a:pt x="316" y="3"/>
                </a:moveTo>
                <a:cubicBezTo>
                  <a:pt x="316" y="1"/>
                  <a:pt x="318" y="0"/>
                  <a:pt x="319" y="0"/>
                </a:cubicBezTo>
                <a:cubicBezTo>
                  <a:pt x="319" y="0"/>
                  <a:pt x="319" y="0"/>
                  <a:pt x="319" y="0"/>
                </a:cubicBezTo>
                <a:cubicBezTo>
                  <a:pt x="320" y="0"/>
                  <a:pt x="322" y="1"/>
                  <a:pt x="322" y="3"/>
                </a:cubicBezTo>
                <a:cubicBezTo>
                  <a:pt x="322" y="3"/>
                  <a:pt x="322" y="3"/>
                  <a:pt x="322" y="3"/>
                </a:cubicBezTo>
                <a:cubicBezTo>
                  <a:pt x="322" y="4"/>
                  <a:pt x="320" y="5"/>
                  <a:pt x="319" y="5"/>
                </a:cubicBezTo>
                <a:cubicBezTo>
                  <a:pt x="319" y="5"/>
                  <a:pt x="319" y="5"/>
                  <a:pt x="319" y="5"/>
                </a:cubicBezTo>
                <a:cubicBezTo>
                  <a:pt x="318" y="5"/>
                  <a:pt x="316" y="4"/>
                  <a:pt x="316" y="3"/>
                </a:cubicBezTo>
                <a:close/>
                <a:moveTo>
                  <a:pt x="303" y="3"/>
                </a:moveTo>
                <a:cubicBezTo>
                  <a:pt x="303" y="1"/>
                  <a:pt x="304" y="0"/>
                  <a:pt x="306" y="0"/>
                </a:cubicBezTo>
                <a:cubicBezTo>
                  <a:pt x="306" y="0"/>
                  <a:pt x="306" y="0"/>
                  <a:pt x="306" y="0"/>
                </a:cubicBezTo>
                <a:cubicBezTo>
                  <a:pt x="307" y="0"/>
                  <a:pt x="308" y="1"/>
                  <a:pt x="308" y="3"/>
                </a:cubicBezTo>
                <a:cubicBezTo>
                  <a:pt x="308" y="3"/>
                  <a:pt x="308" y="3"/>
                  <a:pt x="308" y="3"/>
                </a:cubicBezTo>
                <a:cubicBezTo>
                  <a:pt x="308" y="4"/>
                  <a:pt x="307" y="5"/>
                  <a:pt x="306" y="5"/>
                </a:cubicBezTo>
                <a:cubicBezTo>
                  <a:pt x="306" y="5"/>
                  <a:pt x="306" y="5"/>
                  <a:pt x="306" y="5"/>
                </a:cubicBezTo>
                <a:cubicBezTo>
                  <a:pt x="304" y="5"/>
                  <a:pt x="303" y="4"/>
                  <a:pt x="303" y="3"/>
                </a:cubicBezTo>
                <a:close/>
                <a:moveTo>
                  <a:pt x="290" y="3"/>
                </a:moveTo>
                <a:cubicBezTo>
                  <a:pt x="290" y="1"/>
                  <a:pt x="291" y="0"/>
                  <a:pt x="293" y="0"/>
                </a:cubicBezTo>
                <a:cubicBezTo>
                  <a:pt x="293" y="0"/>
                  <a:pt x="293" y="0"/>
                  <a:pt x="293" y="0"/>
                </a:cubicBezTo>
                <a:cubicBezTo>
                  <a:pt x="294" y="0"/>
                  <a:pt x="295" y="1"/>
                  <a:pt x="295" y="3"/>
                </a:cubicBezTo>
                <a:cubicBezTo>
                  <a:pt x="295" y="3"/>
                  <a:pt x="295" y="3"/>
                  <a:pt x="295" y="3"/>
                </a:cubicBezTo>
                <a:cubicBezTo>
                  <a:pt x="295" y="4"/>
                  <a:pt x="294" y="5"/>
                  <a:pt x="293" y="5"/>
                </a:cubicBezTo>
                <a:cubicBezTo>
                  <a:pt x="293" y="5"/>
                  <a:pt x="293" y="5"/>
                  <a:pt x="293" y="5"/>
                </a:cubicBezTo>
                <a:cubicBezTo>
                  <a:pt x="291" y="5"/>
                  <a:pt x="290" y="4"/>
                  <a:pt x="290" y="3"/>
                </a:cubicBezTo>
                <a:close/>
                <a:moveTo>
                  <a:pt x="277" y="3"/>
                </a:moveTo>
                <a:cubicBezTo>
                  <a:pt x="277" y="1"/>
                  <a:pt x="278" y="0"/>
                  <a:pt x="279" y="0"/>
                </a:cubicBezTo>
                <a:cubicBezTo>
                  <a:pt x="279" y="0"/>
                  <a:pt x="279" y="0"/>
                  <a:pt x="279" y="0"/>
                </a:cubicBezTo>
                <a:cubicBezTo>
                  <a:pt x="281" y="0"/>
                  <a:pt x="282" y="1"/>
                  <a:pt x="282" y="3"/>
                </a:cubicBezTo>
                <a:cubicBezTo>
                  <a:pt x="282" y="3"/>
                  <a:pt x="282" y="3"/>
                  <a:pt x="282" y="3"/>
                </a:cubicBezTo>
                <a:cubicBezTo>
                  <a:pt x="282" y="4"/>
                  <a:pt x="281" y="5"/>
                  <a:pt x="279" y="5"/>
                </a:cubicBezTo>
                <a:cubicBezTo>
                  <a:pt x="279" y="5"/>
                  <a:pt x="279" y="5"/>
                  <a:pt x="279" y="5"/>
                </a:cubicBezTo>
                <a:cubicBezTo>
                  <a:pt x="278" y="5"/>
                  <a:pt x="277" y="4"/>
                  <a:pt x="277" y="3"/>
                </a:cubicBezTo>
                <a:close/>
                <a:moveTo>
                  <a:pt x="264" y="3"/>
                </a:moveTo>
                <a:cubicBezTo>
                  <a:pt x="264" y="1"/>
                  <a:pt x="265" y="0"/>
                  <a:pt x="266" y="0"/>
                </a:cubicBezTo>
                <a:cubicBezTo>
                  <a:pt x="266" y="0"/>
                  <a:pt x="266" y="0"/>
                  <a:pt x="266" y="0"/>
                </a:cubicBezTo>
                <a:cubicBezTo>
                  <a:pt x="268" y="0"/>
                  <a:pt x="269" y="1"/>
                  <a:pt x="269" y="3"/>
                </a:cubicBezTo>
                <a:cubicBezTo>
                  <a:pt x="269" y="3"/>
                  <a:pt x="269" y="3"/>
                  <a:pt x="269" y="3"/>
                </a:cubicBezTo>
                <a:cubicBezTo>
                  <a:pt x="269" y="4"/>
                  <a:pt x="268" y="5"/>
                  <a:pt x="266" y="5"/>
                </a:cubicBezTo>
                <a:cubicBezTo>
                  <a:pt x="266" y="5"/>
                  <a:pt x="266" y="5"/>
                  <a:pt x="266" y="5"/>
                </a:cubicBezTo>
                <a:cubicBezTo>
                  <a:pt x="265" y="5"/>
                  <a:pt x="264" y="4"/>
                  <a:pt x="264" y="3"/>
                </a:cubicBezTo>
                <a:close/>
                <a:moveTo>
                  <a:pt x="250" y="3"/>
                </a:moveTo>
                <a:cubicBezTo>
                  <a:pt x="250" y="1"/>
                  <a:pt x="252" y="0"/>
                  <a:pt x="253" y="0"/>
                </a:cubicBezTo>
                <a:cubicBezTo>
                  <a:pt x="253" y="0"/>
                  <a:pt x="253" y="0"/>
                  <a:pt x="253" y="0"/>
                </a:cubicBezTo>
                <a:cubicBezTo>
                  <a:pt x="254" y="0"/>
                  <a:pt x="256" y="1"/>
                  <a:pt x="256" y="3"/>
                </a:cubicBezTo>
                <a:cubicBezTo>
                  <a:pt x="256" y="3"/>
                  <a:pt x="256" y="3"/>
                  <a:pt x="256" y="3"/>
                </a:cubicBezTo>
                <a:cubicBezTo>
                  <a:pt x="256" y="4"/>
                  <a:pt x="254" y="5"/>
                  <a:pt x="253" y="5"/>
                </a:cubicBezTo>
                <a:cubicBezTo>
                  <a:pt x="253" y="5"/>
                  <a:pt x="253" y="5"/>
                  <a:pt x="253" y="5"/>
                </a:cubicBezTo>
                <a:cubicBezTo>
                  <a:pt x="252" y="5"/>
                  <a:pt x="250" y="4"/>
                  <a:pt x="250" y="3"/>
                </a:cubicBezTo>
                <a:close/>
                <a:moveTo>
                  <a:pt x="237" y="3"/>
                </a:moveTo>
                <a:cubicBezTo>
                  <a:pt x="237" y="1"/>
                  <a:pt x="238" y="0"/>
                  <a:pt x="240" y="0"/>
                </a:cubicBezTo>
                <a:cubicBezTo>
                  <a:pt x="240" y="0"/>
                  <a:pt x="240" y="0"/>
                  <a:pt x="240" y="0"/>
                </a:cubicBezTo>
                <a:cubicBezTo>
                  <a:pt x="241" y="0"/>
                  <a:pt x="242" y="1"/>
                  <a:pt x="242" y="3"/>
                </a:cubicBezTo>
                <a:cubicBezTo>
                  <a:pt x="242" y="3"/>
                  <a:pt x="242" y="3"/>
                  <a:pt x="242" y="3"/>
                </a:cubicBezTo>
                <a:cubicBezTo>
                  <a:pt x="242" y="4"/>
                  <a:pt x="241" y="5"/>
                  <a:pt x="240" y="5"/>
                </a:cubicBezTo>
                <a:cubicBezTo>
                  <a:pt x="240" y="5"/>
                  <a:pt x="240" y="5"/>
                  <a:pt x="240" y="5"/>
                </a:cubicBezTo>
                <a:cubicBezTo>
                  <a:pt x="238" y="5"/>
                  <a:pt x="237" y="4"/>
                  <a:pt x="237" y="3"/>
                </a:cubicBezTo>
                <a:close/>
                <a:moveTo>
                  <a:pt x="224" y="3"/>
                </a:moveTo>
                <a:cubicBezTo>
                  <a:pt x="224" y="1"/>
                  <a:pt x="225" y="0"/>
                  <a:pt x="227" y="0"/>
                </a:cubicBezTo>
                <a:cubicBezTo>
                  <a:pt x="227" y="0"/>
                  <a:pt x="227" y="0"/>
                  <a:pt x="227" y="0"/>
                </a:cubicBezTo>
                <a:cubicBezTo>
                  <a:pt x="228" y="0"/>
                  <a:pt x="229" y="1"/>
                  <a:pt x="229" y="3"/>
                </a:cubicBezTo>
                <a:cubicBezTo>
                  <a:pt x="229" y="3"/>
                  <a:pt x="229" y="3"/>
                  <a:pt x="229" y="3"/>
                </a:cubicBezTo>
                <a:cubicBezTo>
                  <a:pt x="229" y="4"/>
                  <a:pt x="228" y="5"/>
                  <a:pt x="227" y="5"/>
                </a:cubicBezTo>
                <a:cubicBezTo>
                  <a:pt x="227" y="5"/>
                  <a:pt x="227" y="5"/>
                  <a:pt x="227" y="5"/>
                </a:cubicBezTo>
                <a:cubicBezTo>
                  <a:pt x="225" y="5"/>
                  <a:pt x="224" y="4"/>
                  <a:pt x="224" y="3"/>
                </a:cubicBezTo>
                <a:close/>
                <a:moveTo>
                  <a:pt x="211" y="3"/>
                </a:moveTo>
                <a:cubicBezTo>
                  <a:pt x="211" y="1"/>
                  <a:pt x="212" y="0"/>
                  <a:pt x="213" y="0"/>
                </a:cubicBezTo>
                <a:cubicBezTo>
                  <a:pt x="213" y="0"/>
                  <a:pt x="213" y="0"/>
                  <a:pt x="213" y="0"/>
                </a:cubicBezTo>
                <a:cubicBezTo>
                  <a:pt x="215" y="0"/>
                  <a:pt x="216" y="1"/>
                  <a:pt x="216" y="3"/>
                </a:cubicBezTo>
                <a:cubicBezTo>
                  <a:pt x="216" y="3"/>
                  <a:pt x="216" y="3"/>
                  <a:pt x="216" y="3"/>
                </a:cubicBezTo>
                <a:cubicBezTo>
                  <a:pt x="216" y="4"/>
                  <a:pt x="215" y="5"/>
                  <a:pt x="213" y="5"/>
                </a:cubicBezTo>
                <a:cubicBezTo>
                  <a:pt x="213" y="5"/>
                  <a:pt x="213" y="5"/>
                  <a:pt x="213" y="5"/>
                </a:cubicBezTo>
                <a:cubicBezTo>
                  <a:pt x="212" y="5"/>
                  <a:pt x="211" y="4"/>
                  <a:pt x="211" y="3"/>
                </a:cubicBezTo>
                <a:close/>
                <a:moveTo>
                  <a:pt x="198" y="3"/>
                </a:moveTo>
                <a:cubicBezTo>
                  <a:pt x="198" y="1"/>
                  <a:pt x="199" y="0"/>
                  <a:pt x="200" y="0"/>
                </a:cubicBezTo>
                <a:cubicBezTo>
                  <a:pt x="200" y="0"/>
                  <a:pt x="200" y="0"/>
                  <a:pt x="200" y="0"/>
                </a:cubicBezTo>
                <a:cubicBezTo>
                  <a:pt x="202" y="0"/>
                  <a:pt x="203" y="1"/>
                  <a:pt x="203" y="3"/>
                </a:cubicBezTo>
                <a:cubicBezTo>
                  <a:pt x="203" y="3"/>
                  <a:pt x="203" y="3"/>
                  <a:pt x="203" y="3"/>
                </a:cubicBezTo>
                <a:cubicBezTo>
                  <a:pt x="203" y="4"/>
                  <a:pt x="202" y="5"/>
                  <a:pt x="200" y="5"/>
                </a:cubicBezTo>
                <a:cubicBezTo>
                  <a:pt x="200" y="5"/>
                  <a:pt x="200" y="5"/>
                  <a:pt x="200" y="5"/>
                </a:cubicBezTo>
                <a:cubicBezTo>
                  <a:pt x="199" y="5"/>
                  <a:pt x="198" y="4"/>
                  <a:pt x="198" y="3"/>
                </a:cubicBezTo>
                <a:close/>
                <a:moveTo>
                  <a:pt x="184" y="3"/>
                </a:moveTo>
                <a:cubicBezTo>
                  <a:pt x="184" y="1"/>
                  <a:pt x="186" y="0"/>
                  <a:pt x="187" y="0"/>
                </a:cubicBezTo>
                <a:cubicBezTo>
                  <a:pt x="187" y="0"/>
                  <a:pt x="187" y="0"/>
                  <a:pt x="187" y="0"/>
                </a:cubicBezTo>
                <a:cubicBezTo>
                  <a:pt x="189" y="0"/>
                  <a:pt x="190" y="1"/>
                  <a:pt x="190" y="3"/>
                </a:cubicBezTo>
                <a:cubicBezTo>
                  <a:pt x="190" y="3"/>
                  <a:pt x="190" y="3"/>
                  <a:pt x="190" y="3"/>
                </a:cubicBezTo>
                <a:cubicBezTo>
                  <a:pt x="190" y="4"/>
                  <a:pt x="189" y="5"/>
                  <a:pt x="187" y="5"/>
                </a:cubicBezTo>
                <a:cubicBezTo>
                  <a:pt x="187" y="5"/>
                  <a:pt x="187" y="5"/>
                  <a:pt x="187" y="5"/>
                </a:cubicBezTo>
                <a:cubicBezTo>
                  <a:pt x="186" y="5"/>
                  <a:pt x="184" y="4"/>
                  <a:pt x="184" y="3"/>
                </a:cubicBezTo>
                <a:close/>
                <a:moveTo>
                  <a:pt x="171" y="3"/>
                </a:moveTo>
                <a:cubicBezTo>
                  <a:pt x="171" y="1"/>
                  <a:pt x="172" y="0"/>
                  <a:pt x="174" y="0"/>
                </a:cubicBezTo>
                <a:cubicBezTo>
                  <a:pt x="174" y="0"/>
                  <a:pt x="174" y="0"/>
                  <a:pt x="174" y="0"/>
                </a:cubicBezTo>
                <a:cubicBezTo>
                  <a:pt x="175" y="0"/>
                  <a:pt x="176" y="1"/>
                  <a:pt x="176" y="3"/>
                </a:cubicBezTo>
                <a:cubicBezTo>
                  <a:pt x="176" y="3"/>
                  <a:pt x="176" y="3"/>
                  <a:pt x="176" y="3"/>
                </a:cubicBezTo>
                <a:cubicBezTo>
                  <a:pt x="176" y="4"/>
                  <a:pt x="175" y="5"/>
                  <a:pt x="174" y="5"/>
                </a:cubicBezTo>
                <a:cubicBezTo>
                  <a:pt x="174" y="5"/>
                  <a:pt x="174" y="5"/>
                  <a:pt x="174" y="5"/>
                </a:cubicBezTo>
                <a:cubicBezTo>
                  <a:pt x="172" y="5"/>
                  <a:pt x="171" y="4"/>
                  <a:pt x="171" y="3"/>
                </a:cubicBezTo>
                <a:close/>
                <a:moveTo>
                  <a:pt x="158" y="3"/>
                </a:moveTo>
                <a:cubicBezTo>
                  <a:pt x="158" y="1"/>
                  <a:pt x="159" y="0"/>
                  <a:pt x="161" y="0"/>
                </a:cubicBezTo>
                <a:cubicBezTo>
                  <a:pt x="161" y="0"/>
                  <a:pt x="161" y="0"/>
                  <a:pt x="161" y="0"/>
                </a:cubicBezTo>
                <a:cubicBezTo>
                  <a:pt x="162" y="0"/>
                  <a:pt x="163" y="1"/>
                  <a:pt x="163" y="3"/>
                </a:cubicBezTo>
                <a:cubicBezTo>
                  <a:pt x="163" y="3"/>
                  <a:pt x="163" y="3"/>
                  <a:pt x="163" y="3"/>
                </a:cubicBezTo>
                <a:cubicBezTo>
                  <a:pt x="163" y="4"/>
                  <a:pt x="162" y="5"/>
                  <a:pt x="161" y="5"/>
                </a:cubicBezTo>
                <a:cubicBezTo>
                  <a:pt x="161" y="5"/>
                  <a:pt x="161" y="5"/>
                  <a:pt x="161" y="5"/>
                </a:cubicBezTo>
                <a:cubicBezTo>
                  <a:pt x="159" y="5"/>
                  <a:pt x="158" y="4"/>
                  <a:pt x="158" y="3"/>
                </a:cubicBezTo>
                <a:close/>
                <a:moveTo>
                  <a:pt x="145" y="3"/>
                </a:moveTo>
                <a:cubicBezTo>
                  <a:pt x="145" y="1"/>
                  <a:pt x="146" y="0"/>
                  <a:pt x="147" y="0"/>
                </a:cubicBezTo>
                <a:cubicBezTo>
                  <a:pt x="147" y="0"/>
                  <a:pt x="147" y="0"/>
                  <a:pt x="147" y="0"/>
                </a:cubicBezTo>
                <a:cubicBezTo>
                  <a:pt x="149" y="0"/>
                  <a:pt x="150" y="1"/>
                  <a:pt x="150" y="3"/>
                </a:cubicBezTo>
                <a:cubicBezTo>
                  <a:pt x="150" y="3"/>
                  <a:pt x="150" y="3"/>
                  <a:pt x="150" y="3"/>
                </a:cubicBezTo>
                <a:cubicBezTo>
                  <a:pt x="150" y="4"/>
                  <a:pt x="149" y="5"/>
                  <a:pt x="147" y="5"/>
                </a:cubicBezTo>
                <a:cubicBezTo>
                  <a:pt x="147" y="5"/>
                  <a:pt x="147" y="5"/>
                  <a:pt x="147" y="5"/>
                </a:cubicBezTo>
                <a:cubicBezTo>
                  <a:pt x="146" y="5"/>
                  <a:pt x="145" y="4"/>
                  <a:pt x="145" y="3"/>
                </a:cubicBezTo>
                <a:close/>
                <a:moveTo>
                  <a:pt x="132" y="3"/>
                </a:moveTo>
                <a:cubicBezTo>
                  <a:pt x="132" y="1"/>
                  <a:pt x="133" y="0"/>
                  <a:pt x="134" y="0"/>
                </a:cubicBezTo>
                <a:cubicBezTo>
                  <a:pt x="134" y="0"/>
                  <a:pt x="134" y="0"/>
                  <a:pt x="134" y="0"/>
                </a:cubicBezTo>
                <a:cubicBezTo>
                  <a:pt x="136" y="0"/>
                  <a:pt x="137" y="1"/>
                  <a:pt x="137" y="3"/>
                </a:cubicBezTo>
                <a:cubicBezTo>
                  <a:pt x="137" y="3"/>
                  <a:pt x="137" y="3"/>
                  <a:pt x="137" y="3"/>
                </a:cubicBezTo>
                <a:cubicBezTo>
                  <a:pt x="137" y="4"/>
                  <a:pt x="136" y="5"/>
                  <a:pt x="134" y="5"/>
                </a:cubicBezTo>
                <a:cubicBezTo>
                  <a:pt x="134" y="5"/>
                  <a:pt x="134" y="5"/>
                  <a:pt x="134" y="5"/>
                </a:cubicBezTo>
                <a:cubicBezTo>
                  <a:pt x="133" y="5"/>
                  <a:pt x="132" y="4"/>
                  <a:pt x="132" y="3"/>
                </a:cubicBezTo>
                <a:close/>
                <a:moveTo>
                  <a:pt x="118" y="3"/>
                </a:moveTo>
                <a:cubicBezTo>
                  <a:pt x="118" y="1"/>
                  <a:pt x="120" y="0"/>
                  <a:pt x="121" y="0"/>
                </a:cubicBezTo>
                <a:cubicBezTo>
                  <a:pt x="121" y="0"/>
                  <a:pt x="121" y="0"/>
                  <a:pt x="121" y="0"/>
                </a:cubicBezTo>
                <a:cubicBezTo>
                  <a:pt x="123" y="0"/>
                  <a:pt x="124" y="1"/>
                  <a:pt x="124" y="3"/>
                </a:cubicBezTo>
                <a:cubicBezTo>
                  <a:pt x="124" y="3"/>
                  <a:pt x="124" y="3"/>
                  <a:pt x="124" y="3"/>
                </a:cubicBezTo>
                <a:cubicBezTo>
                  <a:pt x="124" y="4"/>
                  <a:pt x="123" y="5"/>
                  <a:pt x="121" y="5"/>
                </a:cubicBezTo>
                <a:cubicBezTo>
                  <a:pt x="121" y="5"/>
                  <a:pt x="121" y="5"/>
                  <a:pt x="121" y="5"/>
                </a:cubicBezTo>
                <a:cubicBezTo>
                  <a:pt x="120" y="5"/>
                  <a:pt x="118" y="4"/>
                  <a:pt x="118" y="3"/>
                </a:cubicBezTo>
                <a:close/>
                <a:moveTo>
                  <a:pt x="105" y="3"/>
                </a:moveTo>
                <a:cubicBezTo>
                  <a:pt x="105" y="1"/>
                  <a:pt x="106" y="0"/>
                  <a:pt x="108" y="0"/>
                </a:cubicBezTo>
                <a:cubicBezTo>
                  <a:pt x="108" y="0"/>
                  <a:pt x="108" y="0"/>
                  <a:pt x="108" y="0"/>
                </a:cubicBezTo>
                <a:cubicBezTo>
                  <a:pt x="109" y="0"/>
                  <a:pt x="111" y="1"/>
                  <a:pt x="111" y="3"/>
                </a:cubicBezTo>
                <a:cubicBezTo>
                  <a:pt x="111" y="3"/>
                  <a:pt x="111" y="3"/>
                  <a:pt x="111" y="3"/>
                </a:cubicBezTo>
                <a:cubicBezTo>
                  <a:pt x="111" y="4"/>
                  <a:pt x="109" y="5"/>
                  <a:pt x="108" y="5"/>
                </a:cubicBezTo>
                <a:cubicBezTo>
                  <a:pt x="108" y="5"/>
                  <a:pt x="108" y="5"/>
                  <a:pt x="108" y="5"/>
                </a:cubicBezTo>
                <a:cubicBezTo>
                  <a:pt x="106" y="5"/>
                  <a:pt x="105" y="4"/>
                  <a:pt x="105" y="3"/>
                </a:cubicBezTo>
                <a:close/>
                <a:moveTo>
                  <a:pt x="92" y="3"/>
                </a:moveTo>
                <a:cubicBezTo>
                  <a:pt x="92" y="1"/>
                  <a:pt x="93" y="0"/>
                  <a:pt x="95" y="0"/>
                </a:cubicBezTo>
                <a:cubicBezTo>
                  <a:pt x="95" y="0"/>
                  <a:pt x="95" y="0"/>
                  <a:pt x="95" y="0"/>
                </a:cubicBezTo>
                <a:cubicBezTo>
                  <a:pt x="96" y="0"/>
                  <a:pt x="97" y="1"/>
                  <a:pt x="97" y="3"/>
                </a:cubicBezTo>
                <a:cubicBezTo>
                  <a:pt x="97" y="3"/>
                  <a:pt x="97" y="3"/>
                  <a:pt x="97" y="3"/>
                </a:cubicBezTo>
                <a:cubicBezTo>
                  <a:pt x="97" y="4"/>
                  <a:pt x="96" y="5"/>
                  <a:pt x="95" y="5"/>
                </a:cubicBezTo>
                <a:cubicBezTo>
                  <a:pt x="95" y="5"/>
                  <a:pt x="95" y="5"/>
                  <a:pt x="95" y="5"/>
                </a:cubicBezTo>
                <a:cubicBezTo>
                  <a:pt x="93" y="5"/>
                  <a:pt x="92" y="4"/>
                  <a:pt x="92" y="3"/>
                </a:cubicBezTo>
                <a:close/>
                <a:moveTo>
                  <a:pt x="79" y="3"/>
                </a:moveTo>
                <a:cubicBezTo>
                  <a:pt x="79" y="1"/>
                  <a:pt x="80" y="0"/>
                  <a:pt x="81" y="0"/>
                </a:cubicBezTo>
                <a:cubicBezTo>
                  <a:pt x="81" y="0"/>
                  <a:pt x="81" y="0"/>
                  <a:pt x="81" y="0"/>
                </a:cubicBezTo>
                <a:cubicBezTo>
                  <a:pt x="83" y="0"/>
                  <a:pt x="84" y="1"/>
                  <a:pt x="84" y="3"/>
                </a:cubicBezTo>
                <a:cubicBezTo>
                  <a:pt x="84" y="3"/>
                  <a:pt x="84" y="3"/>
                  <a:pt x="84" y="3"/>
                </a:cubicBezTo>
                <a:cubicBezTo>
                  <a:pt x="84" y="4"/>
                  <a:pt x="83" y="5"/>
                  <a:pt x="81" y="5"/>
                </a:cubicBezTo>
                <a:cubicBezTo>
                  <a:pt x="81" y="5"/>
                  <a:pt x="81" y="5"/>
                  <a:pt x="81" y="5"/>
                </a:cubicBezTo>
                <a:cubicBezTo>
                  <a:pt x="80" y="5"/>
                  <a:pt x="79" y="4"/>
                  <a:pt x="79" y="3"/>
                </a:cubicBezTo>
                <a:close/>
                <a:moveTo>
                  <a:pt x="66" y="3"/>
                </a:moveTo>
                <a:cubicBezTo>
                  <a:pt x="66" y="1"/>
                  <a:pt x="67" y="0"/>
                  <a:pt x="68" y="0"/>
                </a:cubicBezTo>
                <a:cubicBezTo>
                  <a:pt x="68" y="0"/>
                  <a:pt x="68" y="0"/>
                  <a:pt x="68" y="0"/>
                </a:cubicBezTo>
                <a:cubicBezTo>
                  <a:pt x="70" y="0"/>
                  <a:pt x="71" y="1"/>
                  <a:pt x="71" y="3"/>
                </a:cubicBezTo>
                <a:cubicBezTo>
                  <a:pt x="71" y="3"/>
                  <a:pt x="71" y="3"/>
                  <a:pt x="71" y="3"/>
                </a:cubicBezTo>
                <a:cubicBezTo>
                  <a:pt x="71" y="4"/>
                  <a:pt x="70" y="5"/>
                  <a:pt x="68" y="5"/>
                </a:cubicBezTo>
                <a:cubicBezTo>
                  <a:pt x="68" y="5"/>
                  <a:pt x="68" y="5"/>
                  <a:pt x="68" y="5"/>
                </a:cubicBezTo>
                <a:cubicBezTo>
                  <a:pt x="67" y="5"/>
                  <a:pt x="66" y="4"/>
                  <a:pt x="66" y="3"/>
                </a:cubicBezTo>
                <a:close/>
                <a:moveTo>
                  <a:pt x="52" y="3"/>
                </a:moveTo>
                <a:cubicBezTo>
                  <a:pt x="52" y="1"/>
                  <a:pt x="54" y="0"/>
                  <a:pt x="55" y="0"/>
                </a:cubicBezTo>
                <a:cubicBezTo>
                  <a:pt x="55" y="0"/>
                  <a:pt x="55" y="0"/>
                  <a:pt x="55" y="0"/>
                </a:cubicBezTo>
                <a:cubicBezTo>
                  <a:pt x="57" y="0"/>
                  <a:pt x="58" y="1"/>
                  <a:pt x="58" y="3"/>
                </a:cubicBezTo>
                <a:cubicBezTo>
                  <a:pt x="58" y="3"/>
                  <a:pt x="58" y="3"/>
                  <a:pt x="58" y="3"/>
                </a:cubicBezTo>
                <a:cubicBezTo>
                  <a:pt x="58" y="4"/>
                  <a:pt x="57" y="5"/>
                  <a:pt x="55" y="5"/>
                </a:cubicBezTo>
                <a:cubicBezTo>
                  <a:pt x="55" y="5"/>
                  <a:pt x="55" y="5"/>
                  <a:pt x="55" y="5"/>
                </a:cubicBezTo>
                <a:cubicBezTo>
                  <a:pt x="54" y="5"/>
                  <a:pt x="52" y="4"/>
                  <a:pt x="52" y="3"/>
                </a:cubicBezTo>
                <a:close/>
                <a:moveTo>
                  <a:pt x="39" y="3"/>
                </a:moveTo>
                <a:cubicBezTo>
                  <a:pt x="39" y="1"/>
                  <a:pt x="40" y="0"/>
                  <a:pt x="42" y="0"/>
                </a:cubicBezTo>
                <a:cubicBezTo>
                  <a:pt x="42" y="0"/>
                  <a:pt x="42" y="0"/>
                  <a:pt x="42" y="0"/>
                </a:cubicBezTo>
                <a:cubicBezTo>
                  <a:pt x="43" y="0"/>
                  <a:pt x="45" y="1"/>
                  <a:pt x="45" y="3"/>
                </a:cubicBezTo>
                <a:cubicBezTo>
                  <a:pt x="45" y="3"/>
                  <a:pt x="45" y="3"/>
                  <a:pt x="45" y="3"/>
                </a:cubicBezTo>
                <a:cubicBezTo>
                  <a:pt x="45" y="4"/>
                  <a:pt x="43" y="5"/>
                  <a:pt x="42" y="5"/>
                </a:cubicBezTo>
                <a:cubicBezTo>
                  <a:pt x="42" y="5"/>
                  <a:pt x="42" y="5"/>
                  <a:pt x="42" y="5"/>
                </a:cubicBezTo>
                <a:cubicBezTo>
                  <a:pt x="40" y="5"/>
                  <a:pt x="39" y="4"/>
                  <a:pt x="39" y="3"/>
                </a:cubicBezTo>
                <a:close/>
                <a:moveTo>
                  <a:pt x="26" y="3"/>
                </a:moveTo>
                <a:cubicBezTo>
                  <a:pt x="26" y="1"/>
                  <a:pt x="27" y="0"/>
                  <a:pt x="29" y="0"/>
                </a:cubicBezTo>
                <a:cubicBezTo>
                  <a:pt x="29" y="0"/>
                  <a:pt x="29" y="0"/>
                  <a:pt x="29" y="0"/>
                </a:cubicBezTo>
                <a:cubicBezTo>
                  <a:pt x="30" y="0"/>
                  <a:pt x="31" y="1"/>
                  <a:pt x="31" y="3"/>
                </a:cubicBezTo>
                <a:cubicBezTo>
                  <a:pt x="31" y="3"/>
                  <a:pt x="31" y="3"/>
                  <a:pt x="31" y="3"/>
                </a:cubicBezTo>
                <a:cubicBezTo>
                  <a:pt x="31" y="4"/>
                  <a:pt x="30" y="5"/>
                  <a:pt x="29" y="5"/>
                </a:cubicBezTo>
                <a:cubicBezTo>
                  <a:pt x="29" y="5"/>
                  <a:pt x="29" y="5"/>
                  <a:pt x="29" y="5"/>
                </a:cubicBezTo>
                <a:cubicBezTo>
                  <a:pt x="27" y="5"/>
                  <a:pt x="26" y="4"/>
                  <a:pt x="26" y="3"/>
                </a:cubicBezTo>
                <a:close/>
                <a:moveTo>
                  <a:pt x="13" y="3"/>
                </a:moveTo>
                <a:cubicBezTo>
                  <a:pt x="13" y="1"/>
                  <a:pt x="14" y="0"/>
                  <a:pt x="16" y="0"/>
                </a:cubicBezTo>
                <a:cubicBezTo>
                  <a:pt x="16" y="0"/>
                  <a:pt x="16" y="0"/>
                  <a:pt x="16" y="0"/>
                </a:cubicBezTo>
                <a:cubicBezTo>
                  <a:pt x="17" y="0"/>
                  <a:pt x="18" y="1"/>
                  <a:pt x="18" y="3"/>
                </a:cubicBezTo>
                <a:cubicBezTo>
                  <a:pt x="18" y="3"/>
                  <a:pt x="18" y="3"/>
                  <a:pt x="18" y="3"/>
                </a:cubicBezTo>
                <a:cubicBezTo>
                  <a:pt x="18" y="4"/>
                  <a:pt x="17" y="5"/>
                  <a:pt x="16" y="5"/>
                </a:cubicBezTo>
                <a:cubicBezTo>
                  <a:pt x="16" y="5"/>
                  <a:pt x="16" y="5"/>
                  <a:pt x="16" y="5"/>
                </a:cubicBezTo>
                <a:cubicBezTo>
                  <a:pt x="14" y="5"/>
                  <a:pt x="13" y="4"/>
                  <a:pt x="13" y="3"/>
                </a:cubicBezTo>
                <a:close/>
                <a:moveTo>
                  <a:pt x="0" y="3"/>
                </a:moveTo>
                <a:cubicBezTo>
                  <a:pt x="0" y="1"/>
                  <a:pt x="1" y="0"/>
                  <a:pt x="2" y="0"/>
                </a:cubicBezTo>
                <a:cubicBezTo>
                  <a:pt x="2" y="0"/>
                  <a:pt x="2" y="0"/>
                  <a:pt x="2" y="0"/>
                </a:cubicBezTo>
                <a:cubicBezTo>
                  <a:pt x="4" y="0"/>
                  <a:pt x="5" y="1"/>
                  <a:pt x="5" y="3"/>
                </a:cubicBezTo>
                <a:cubicBezTo>
                  <a:pt x="5" y="3"/>
                  <a:pt x="5" y="3"/>
                  <a:pt x="5" y="3"/>
                </a:cubicBezTo>
                <a:cubicBezTo>
                  <a:pt x="5" y="4"/>
                  <a:pt x="4" y="5"/>
                  <a:pt x="2" y="5"/>
                </a:cubicBezTo>
                <a:cubicBezTo>
                  <a:pt x="2" y="5"/>
                  <a:pt x="2" y="5"/>
                  <a:pt x="2" y="5"/>
                </a:cubicBezTo>
                <a:cubicBezTo>
                  <a:pt x="1" y="5"/>
                  <a:pt x="0" y="4"/>
                  <a:pt x="0" y="3"/>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60" name="Freeform 76"/>
          <p:cNvSpPr>
            <a:spLocks noEditPoints="1"/>
          </p:cNvSpPr>
          <p:nvPr/>
        </p:nvSpPr>
        <p:spPr bwMode="auto">
          <a:xfrm>
            <a:off x="9047163" y="4267199"/>
            <a:ext cx="1949450" cy="25400"/>
          </a:xfrm>
          <a:custGeom>
            <a:avLst/>
            <a:gdLst/>
            <a:ahLst/>
            <a:cxnLst>
              <a:cxn ang="0">
                <a:pos x="374" y="2"/>
              </a:cxn>
              <a:cxn ang="0">
                <a:pos x="369" y="2"/>
              </a:cxn>
              <a:cxn ang="0">
                <a:pos x="361" y="2"/>
              </a:cxn>
              <a:cxn ang="0">
                <a:pos x="356" y="2"/>
              </a:cxn>
              <a:cxn ang="0">
                <a:pos x="348" y="2"/>
              </a:cxn>
              <a:cxn ang="0">
                <a:pos x="343" y="2"/>
              </a:cxn>
              <a:cxn ang="0">
                <a:pos x="335" y="2"/>
              </a:cxn>
              <a:cxn ang="0">
                <a:pos x="330" y="2"/>
              </a:cxn>
              <a:cxn ang="0">
                <a:pos x="322" y="2"/>
              </a:cxn>
              <a:cxn ang="0">
                <a:pos x="316" y="2"/>
              </a:cxn>
              <a:cxn ang="0">
                <a:pos x="308" y="2"/>
              </a:cxn>
              <a:cxn ang="0">
                <a:pos x="303" y="2"/>
              </a:cxn>
              <a:cxn ang="0">
                <a:pos x="295" y="2"/>
              </a:cxn>
              <a:cxn ang="0">
                <a:pos x="290" y="2"/>
              </a:cxn>
              <a:cxn ang="0">
                <a:pos x="282" y="2"/>
              </a:cxn>
              <a:cxn ang="0">
                <a:pos x="277" y="2"/>
              </a:cxn>
              <a:cxn ang="0">
                <a:pos x="269" y="2"/>
              </a:cxn>
              <a:cxn ang="0">
                <a:pos x="264" y="2"/>
              </a:cxn>
              <a:cxn ang="0">
                <a:pos x="256" y="2"/>
              </a:cxn>
              <a:cxn ang="0">
                <a:pos x="250" y="2"/>
              </a:cxn>
              <a:cxn ang="0">
                <a:pos x="242" y="2"/>
              </a:cxn>
              <a:cxn ang="0">
                <a:pos x="237" y="2"/>
              </a:cxn>
              <a:cxn ang="0">
                <a:pos x="229" y="2"/>
              </a:cxn>
              <a:cxn ang="0">
                <a:pos x="224" y="2"/>
              </a:cxn>
              <a:cxn ang="0">
                <a:pos x="216" y="2"/>
              </a:cxn>
              <a:cxn ang="0">
                <a:pos x="211" y="2"/>
              </a:cxn>
              <a:cxn ang="0">
                <a:pos x="203" y="2"/>
              </a:cxn>
              <a:cxn ang="0">
                <a:pos x="198" y="2"/>
              </a:cxn>
              <a:cxn ang="0">
                <a:pos x="190" y="2"/>
              </a:cxn>
              <a:cxn ang="0">
                <a:pos x="184" y="2"/>
              </a:cxn>
              <a:cxn ang="0">
                <a:pos x="176" y="2"/>
              </a:cxn>
              <a:cxn ang="0">
                <a:pos x="171" y="2"/>
              </a:cxn>
              <a:cxn ang="0">
                <a:pos x="163" y="2"/>
              </a:cxn>
              <a:cxn ang="0">
                <a:pos x="158" y="2"/>
              </a:cxn>
              <a:cxn ang="0">
                <a:pos x="150" y="2"/>
              </a:cxn>
              <a:cxn ang="0">
                <a:pos x="145" y="2"/>
              </a:cxn>
              <a:cxn ang="0">
                <a:pos x="137" y="2"/>
              </a:cxn>
              <a:cxn ang="0">
                <a:pos x="132" y="2"/>
              </a:cxn>
              <a:cxn ang="0">
                <a:pos x="124" y="2"/>
              </a:cxn>
              <a:cxn ang="0">
                <a:pos x="118" y="2"/>
              </a:cxn>
              <a:cxn ang="0">
                <a:pos x="111" y="2"/>
              </a:cxn>
              <a:cxn ang="0">
                <a:pos x="105" y="2"/>
              </a:cxn>
              <a:cxn ang="0">
                <a:pos x="97" y="2"/>
              </a:cxn>
              <a:cxn ang="0">
                <a:pos x="92" y="2"/>
              </a:cxn>
              <a:cxn ang="0">
                <a:pos x="84" y="2"/>
              </a:cxn>
              <a:cxn ang="0">
                <a:pos x="79" y="2"/>
              </a:cxn>
              <a:cxn ang="0">
                <a:pos x="71" y="2"/>
              </a:cxn>
              <a:cxn ang="0">
                <a:pos x="66" y="2"/>
              </a:cxn>
              <a:cxn ang="0">
                <a:pos x="58" y="2"/>
              </a:cxn>
              <a:cxn ang="0">
                <a:pos x="52" y="2"/>
              </a:cxn>
              <a:cxn ang="0">
                <a:pos x="45" y="2"/>
              </a:cxn>
              <a:cxn ang="0">
                <a:pos x="39" y="2"/>
              </a:cxn>
              <a:cxn ang="0">
                <a:pos x="31" y="2"/>
              </a:cxn>
              <a:cxn ang="0">
                <a:pos x="26" y="2"/>
              </a:cxn>
              <a:cxn ang="0">
                <a:pos x="18" y="2"/>
              </a:cxn>
              <a:cxn ang="0">
                <a:pos x="13" y="2"/>
              </a:cxn>
              <a:cxn ang="0">
                <a:pos x="5" y="2"/>
              </a:cxn>
              <a:cxn ang="0">
                <a:pos x="0" y="2"/>
              </a:cxn>
            </a:cxnLst>
            <a:rect l="0" t="0" r="r" b="b"/>
            <a:pathLst>
              <a:path w="374" h="5">
                <a:moveTo>
                  <a:pt x="369" y="2"/>
                </a:moveTo>
                <a:cubicBezTo>
                  <a:pt x="369" y="1"/>
                  <a:pt x="370" y="0"/>
                  <a:pt x="372" y="0"/>
                </a:cubicBezTo>
                <a:cubicBezTo>
                  <a:pt x="372" y="0"/>
                  <a:pt x="372" y="0"/>
                  <a:pt x="372" y="0"/>
                </a:cubicBezTo>
                <a:cubicBezTo>
                  <a:pt x="373" y="0"/>
                  <a:pt x="374" y="1"/>
                  <a:pt x="374" y="2"/>
                </a:cubicBezTo>
                <a:cubicBezTo>
                  <a:pt x="374" y="2"/>
                  <a:pt x="374" y="2"/>
                  <a:pt x="374" y="2"/>
                </a:cubicBezTo>
                <a:cubicBezTo>
                  <a:pt x="374" y="4"/>
                  <a:pt x="373" y="5"/>
                  <a:pt x="372" y="5"/>
                </a:cubicBezTo>
                <a:cubicBezTo>
                  <a:pt x="372" y="5"/>
                  <a:pt x="372" y="5"/>
                  <a:pt x="372" y="5"/>
                </a:cubicBezTo>
                <a:cubicBezTo>
                  <a:pt x="370" y="5"/>
                  <a:pt x="369" y="4"/>
                  <a:pt x="369" y="2"/>
                </a:cubicBezTo>
                <a:close/>
                <a:moveTo>
                  <a:pt x="356" y="2"/>
                </a:moveTo>
                <a:cubicBezTo>
                  <a:pt x="356" y="1"/>
                  <a:pt x="357" y="0"/>
                  <a:pt x="359" y="0"/>
                </a:cubicBezTo>
                <a:cubicBezTo>
                  <a:pt x="359" y="0"/>
                  <a:pt x="359" y="0"/>
                  <a:pt x="359" y="0"/>
                </a:cubicBezTo>
                <a:cubicBezTo>
                  <a:pt x="360" y="0"/>
                  <a:pt x="361" y="1"/>
                  <a:pt x="361" y="2"/>
                </a:cubicBezTo>
                <a:cubicBezTo>
                  <a:pt x="361" y="2"/>
                  <a:pt x="361" y="2"/>
                  <a:pt x="361" y="2"/>
                </a:cubicBezTo>
                <a:cubicBezTo>
                  <a:pt x="361" y="4"/>
                  <a:pt x="360" y="5"/>
                  <a:pt x="359" y="5"/>
                </a:cubicBezTo>
                <a:cubicBezTo>
                  <a:pt x="359" y="5"/>
                  <a:pt x="359" y="5"/>
                  <a:pt x="359" y="5"/>
                </a:cubicBezTo>
                <a:cubicBezTo>
                  <a:pt x="357" y="5"/>
                  <a:pt x="356" y="4"/>
                  <a:pt x="356" y="2"/>
                </a:cubicBezTo>
                <a:close/>
                <a:moveTo>
                  <a:pt x="343" y="2"/>
                </a:moveTo>
                <a:cubicBezTo>
                  <a:pt x="343" y="1"/>
                  <a:pt x="344" y="0"/>
                  <a:pt x="345" y="0"/>
                </a:cubicBezTo>
                <a:cubicBezTo>
                  <a:pt x="345" y="0"/>
                  <a:pt x="345" y="0"/>
                  <a:pt x="345" y="0"/>
                </a:cubicBezTo>
                <a:cubicBezTo>
                  <a:pt x="347" y="0"/>
                  <a:pt x="348" y="1"/>
                  <a:pt x="348" y="2"/>
                </a:cubicBezTo>
                <a:cubicBezTo>
                  <a:pt x="348" y="2"/>
                  <a:pt x="348" y="2"/>
                  <a:pt x="348" y="2"/>
                </a:cubicBezTo>
                <a:cubicBezTo>
                  <a:pt x="348" y="4"/>
                  <a:pt x="347" y="5"/>
                  <a:pt x="345" y="5"/>
                </a:cubicBezTo>
                <a:cubicBezTo>
                  <a:pt x="345" y="5"/>
                  <a:pt x="345" y="5"/>
                  <a:pt x="345" y="5"/>
                </a:cubicBezTo>
                <a:cubicBezTo>
                  <a:pt x="344" y="5"/>
                  <a:pt x="343" y="4"/>
                  <a:pt x="343" y="2"/>
                </a:cubicBezTo>
                <a:close/>
                <a:moveTo>
                  <a:pt x="330" y="2"/>
                </a:moveTo>
                <a:cubicBezTo>
                  <a:pt x="330" y="1"/>
                  <a:pt x="331" y="0"/>
                  <a:pt x="332" y="0"/>
                </a:cubicBezTo>
                <a:cubicBezTo>
                  <a:pt x="332" y="0"/>
                  <a:pt x="332" y="0"/>
                  <a:pt x="332" y="0"/>
                </a:cubicBezTo>
                <a:cubicBezTo>
                  <a:pt x="334" y="0"/>
                  <a:pt x="335" y="1"/>
                  <a:pt x="335" y="2"/>
                </a:cubicBezTo>
                <a:cubicBezTo>
                  <a:pt x="335" y="2"/>
                  <a:pt x="335" y="2"/>
                  <a:pt x="335" y="2"/>
                </a:cubicBezTo>
                <a:cubicBezTo>
                  <a:pt x="335" y="4"/>
                  <a:pt x="334" y="5"/>
                  <a:pt x="332" y="5"/>
                </a:cubicBezTo>
                <a:cubicBezTo>
                  <a:pt x="332" y="5"/>
                  <a:pt x="332" y="5"/>
                  <a:pt x="332" y="5"/>
                </a:cubicBezTo>
                <a:cubicBezTo>
                  <a:pt x="331" y="5"/>
                  <a:pt x="330" y="4"/>
                  <a:pt x="330" y="2"/>
                </a:cubicBezTo>
                <a:close/>
                <a:moveTo>
                  <a:pt x="316" y="2"/>
                </a:moveTo>
                <a:cubicBezTo>
                  <a:pt x="316" y="1"/>
                  <a:pt x="318" y="0"/>
                  <a:pt x="319" y="0"/>
                </a:cubicBezTo>
                <a:cubicBezTo>
                  <a:pt x="319" y="0"/>
                  <a:pt x="319" y="0"/>
                  <a:pt x="319" y="0"/>
                </a:cubicBezTo>
                <a:cubicBezTo>
                  <a:pt x="320" y="0"/>
                  <a:pt x="322" y="1"/>
                  <a:pt x="322" y="2"/>
                </a:cubicBezTo>
                <a:cubicBezTo>
                  <a:pt x="322" y="2"/>
                  <a:pt x="322" y="2"/>
                  <a:pt x="322" y="2"/>
                </a:cubicBezTo>
                <a:cubicBezTo>
                  <a:pt x="322" y="4"/>
                  <a:pt x="320" y="5"/>
                  <a:pt x="319" y="5"/>
                </a:cubicBezTo>
                <a:cubicBezTo>
                  <a:pt x="319" y="5"/>
                  <a:pt x="319" y="5"/>
                  <a:pt x="319" y="5"/>
                </a:cubicBezTo>
                <a:cubicBezTo>
                  <a:pt x="318" y="5"/>
                  <a:pt x="316" y="4"/>
                  <a:pt x="316" y="2"/>
                </a:cubicBezTo>
                <a:close/>
                <a:moveTo>
                  <a:pt x="303" y="2"/>
                </a:moveTo>
                <a:cubicBezTo>
                  <a:pt x="303" y="1"/>
                  <a:pt x="304" y="0"/>
                  <a:pt x="306" y="0"/>
                </a:cubicBezTo>
                <a:cubicBezTo>
                  <a:pt x="306" y="0"/>
                  <a:pt x="306" y="0"/>
                  <a:pt x="306" y="0"/>
                </a:cubicBezTo>
                <a:cubicBezTo>
                  <a:pt x="307" y="0"/>
                  <a:pt x="308" y="1"/>
                  <a:pt x="308" y="2"/>
                </a:cubicBezTo>
                <a:cubicBezTo>
                  <a:pt x="308" y="2"/>
                  <a:pt x="308" y="2"/>
                  <a:pt x="308" y="2"/>
                </a:cubicBezTo>
                <a:cubicBezTo>
                  <a:pt x="308" y="4"/>
                  <a:pt x="307" y="5"/>
                  <a:pt x="306" y="5"/>
                </a:cubicBezTo>
                <a:cubicBezTo>
                  <a:pt x="306" y="5"/>
                  <a:pt x="306" y="5"/>
                  <a:pt x="306" y="5"/>
                </a:cubicBezTo>
                <a:cubicBezTo>
                  <a:pt x="304" y="5"/>
                  <a:pt x="303" y="4"/>
                  <a:pt x="303" y="2"/>
                </a:cubicBezTo>
                <a:close/>
                <a:moveTo>
                  <a:pt x="290" y="2"/>
                </a:moveTo>
                <a:cubicBezTo>
                  <a:pt x="290" y="1"/>
                  <a:pt x="291" y="0"/>
                  <a:pt x="293" y="0"/>
                </a:cubicBezTo>
                <a:cubicBezTo>
                  <a:pt x="293" y="0"/>
                  <a:pt x="293" y="0"/>
                  <a:pt x="293" y="0"/>
                </a:cubicBezTo>
                <a:cubicBezTo>
                  <a:pt x="294" y="0"/>
                  <a:pt x="295" y="1"/>
                  <a:pt x="295" y="2"/>
                </a:cubicBezTo>
                <a:cubicBezTo>
                  <a:pt x="295" y="2"/>
                  <a:pt x="295" y="2"/>
                  <a:pt x="295" y="2"/>
                </a:cubicBezTo>
                <a:cubicBezTo>
                  <a:pt x="295" y="4"/>
                  <a:pt x="294" y="5"/>
                  <a:pt x="293" y="5"/>
                </a:cubicBezTo>
                <a:cubicBezTo>
                  <a:pt x="293" y="5"/>
                  <a:pt x="293" y="5"/>
                  <a:pt x="293" y="5"/>
                </a:cubicBezTo>
                <a:cubicBezTo>
                  <a:pt x="291" y="5"/>
                  <a:pt x="290" y="4"/>
                  <a:pt x="290" y="2"/>
                </a:cubicBezTo>
                <a:close/>
                <a:moveTo>
                  <a:pt x="277" y="2"/>
                </a:moveTo>
                <a:cubicBezTo>
                  <a:pt x="277" y="1"/>
                  <a:pt x="278" y="0"/>
                  <a:pt x="279" y="0"/>
                </a:cubicBezTo>
                <a:cubicBezTo>
                  <a:pt x="279" y="0"/>
                  <a:pt x="279" y="0"/>
                  <a:pt x="279" y="0"/>
                </a:cubicBezTo>
                <a:cubicBezTo>
                  <a:pt x="281" y="0"/>
                  <a:pt x="282" y="1"/>
                  <a:pt x="282" y="2"/>
                </a:cubicBezTo>
                <a:cubicBezTo>
                  <a:pt x="282" y="2"/>
                  <a:pt x="282" y="2"/>
                  <a:pt x="282" y="2"/>
                </a:cubicBezTo>
                <a:cubicBezTo>
                  <a:pt x="282" y="4"/>
                  <a:pt x="281" y="5"/>
                  <a:pt x="279" y="5"/>
                </a:cubicBezTo>
                <a:cubicBezTo>
                  <a:pt x="279" y="5"/>
                  <a:pt x="279" y="5"/>
                  <a:pt x="279" y="5"/>
                </a:cubicBezTo>
                <a:cubicBezTo>
                  <a:pt x="278" y="5"/>
                  <a:pt x="277" y="4"/>
                  <a:pt x="277" y="2"/>
                </a:cubicBezTo>
                <a:close/>
                <a:moveTo>
                  <a:pt x="264" y="2"/>
                </a:moveTo>
                <a:cubicBezTo>
                  <a:pt x="264" y="1"/>
                  <a:pt x="265" y="0"/>
                  <a:pt x="266" y="0"/>
                </a:cubicBezTo>
                <a:cubicBezTo>
                  <a:pt x="266" y="0"/>
                  <a:pt x="266" y="0"/>
                  <a:pt x="266" y="0"/>
                </a:cubicBezTo>
                <a:cubicBezTo>
                  <a:pt x="268" y="0"/>
                  <a:pt x="269" y="1"/>
                  <a:pt x="269" y="2"/>
                </a:cubicBezTo>
                <a:cubicBezTo>
                  <a:pt x="269" y="2"/>
                  <a:pt x="269" y="2"/>
                  <a:pt x="269" y="2"/>
                </a:cubicBezTo>
                <a:cubicBezTo>
                  <a:pt x="269" y="4"/>
                  <a:pt x="268" y="5"/>
                  <a:pt x="266" y="5"/>
                </a:cubicBezTo>
                <a:cubicBezTo>
                  <a:pt x="266" y="5"/>
                  <a:pt x="266" y="5"/>
                  <a:pt x="266" y="5"/>
                </a:cubicBezTo>
                <a:cubicBezTo>
                  <a:pt x="265" y="5"/>
                  <a:pt x="264" y="4"/>
                  <a:pt x="264" y="2"/>
                </a:cubicBezTo>
                <a:close/>
                <a:moveTo>
                  <a:pt x="250" y="2"/>
                </a:moveTo>
                <a:cubicBezTo>
                  <a:pt x="250" y="1"/>
                  <a:pt x="252" y="0"/>
                  <a:pt x="253" y="0"/>
                </a:cubicBezTo>
                <a:cubicBezTo>
                  <a:pt x="253" y="0"/>
                  <a:pt x="253" y="0"/>
                  <a:pt x="253" y="0"/>
                </a:cubicBezTo>
                <a:cubicBezTo>
                  <a:pt x="254" y="0"/>
                  <a:pt x="256" y="1"/>
                  <a:pt x="256" y="2"/>
                </a:cubicBezTo>
                <a:cubicBezTo>
                  <a:pt x="256" y="2"/>
                  <a:pt x="256" y="2"/>
                  <a:pt x="256" y="2"/>
                </a:cubicBezTo>
                <a:cubicBezTo>
                  <a:pt x="256" y="4"/>
                  <a:pt x="254" y="5"/>
                  <a:pt x="253" y="5"/>
                </a:cubicBezTo>
                <a:cubicBezTo>
                  <a:pt x="253" y="5"/>
                  <a:pt x="253" y="5"/>
                  <a:pt x="253" y="5"/>
                </a:cubicBezTo>
                <a:cubicBezTo>
                  <a:pt x="252" y="5"/>
                  <a:pt x="250" y="4"/>
                  <a:pt x="250" y="2"/>
                </a:cubicBezTo>
                <a:close/>
                <a:moveTo>
                  <a:pt x="237" y="2"/>
                </a:moveTo>
                <a:cubicBezTo>
                  <a:pt x="237" y="1"/>
                  <a:pt x="238" y="0"/>
                  <a:pt x="240" y="0"/>
                </a:cubicBezTo>
                <a:cubicBezTo>
                  <a:pt x="240" y="0"/>
                  <a:pt x="240" y="0"/>
                  <a:pt x="240" y="0"/>
                </a:cubicBezTo>
                <a:cubicBezTo>
                  <a:pt x="241" y="0"/>
                  <a:pt x="242" y="1"/>
                  <a:pt x="242" y="2"/>
                </a:cubicBezTo>
                <a:cubicBezTo>
                  <a:pt x="242" y="2"/>
                  <a:pt x="242" y="2"/>
                  <a:pt x="242" y="2"/>
                </a:cubicBezTo>
                <a:cubicBezTo>
                  <a:pt x="242" y="4"/>
                  <a:pt x="241" y="5"/>
                  <a:pt x="240" y="5"/>
                </a:cubicBezTo>
                <a:cubicBezTo>
                  <a:pt x="240" y="5"/>
                  <a:pt x="240" y="5"/>
                  <a:pt x="240" y="5"/>
                </a:cubicBezTo>
                <a:cubicBezTo>
                  <a:pt x="238" y="5"/>
                  <a:pt x="237" y="4"/>
                  <a:pt x="237" y="2"/>
                </a:cubicBezTo>
                <a:close/>
                <a:moveTo>
                  <a:pt x="224" y="2"/>
                </a:moveTo>
                <a:cubicBezTo>
                  <a:pt x="224" y="1"/>
                  <a:pt x="225" y="0"/>
                  <a:pt x="227" y="0"/>
                </a:cubicBezTo>
                <a:cubicBezTo>
                  <a:pt x="227" y="0"/>
                  <a:pt x="227" y="0"/>
                  <a:pt x="227" y="0"/>
                </a:cubicBezTo>
                <a:cubicBezTo>
                  <a:pt x="228" y="0"/>
                  <a:pt x="229" y="1"/>
                  <a:pt x="229" y="2"/>
                </a:cubicBezTo>
                <a:cubicBezTo>
                  <a:pt x="229" y="2"/>
                  <a:pt x="229" y="2"/>
                  <a:pt x="229" y="2"/>
                </a:cubicBezTo>
                <a:cubicBezTo>
                  <a:pt x="229" y="4"/>
                  <a:pt x="228" y="5"/>
                  <a:pt x="227" y="5"/>
                </a:cubicBezTo>
                <a:cubicBezTo>
                  <a:pt x="227" y="5"/>
                  <a:pt x="227" y="5"/>
                  <a:pt x="227" y="5"/>
                </a:cubicBezTo>
                <a:cubicBezTo>
                  <a:pt x="225" y="5"/>
                  <a:pt x="224" y="4"/>
                  <a:pt x="224" y="2"/>
                </a:cubicBezTo>
                <a:close/>
                <a:moveTo>
                  <a:pt x="211" y="2"/>
                </a:moveTo>
                <a:cubicBezTo>
                  <a:pt x="211" y="1"/>
                  <a:pt x="212" y="0"/>
                  <a:pt x="213" y="0"/>
                </a:cubicBezTo>
                <a:cubicBezTo>
                  <a:pt x="213" y="0"/>
                  <a:pt x="213" y="0"/>
                  <a:pt x="213" y="0"/>
                </a:cubicBezTo>
                <a:cubicBezTo>
                  <a:pt x="215" y="0"/>
                  <a:pt x="216" y="1"/>
                  <a:pt x="216" y="2"/>
                </a:cubicBezTo>
                <a:cubicBezTo>
                  <a:pt x="216" y="2"/>
                  <a:pt x="216" y="2"/>
                  <a:pt x="216" y="2"/>
                </a:cubicBezTo>
                <a:cubicBezTo>
                  <a:pt x="216" y="4"/>
                  <a:pt x="215" y="5"/>
                  <a:pt x="213" y="5"/>
                </a:cubicBezTo>
                <a:cubicBezTo>
                  <a:pt x="213" y="5"/>
                  <a:pt x="213" y="5"/>
                  <a:pt x="213" y="5"/>
                </a:cubicBezTo>
                <a:cubicBezTo>
                  <a:pt x="212" y="5"/>
                  <a:pt x="211" y="4"/>
                  <a:pt x="211" y="2"/>
                </a:cubicBezTo>
                <a:close/>
                <a:moveTo>
                  <a:pt x="198" y="2"/>
                </a:moveTo>
                <a:cubicBezTo>
                  <a:pt x="198" y="1"/>
                  <a:pt x="199" y="0"/>
                  <a:pt x="200" y="0"/>
                </a:cubicBezTo>
                <a:cubicBezTo>
                  <a:pt x="200" y="0"/>
                  <a:pt x="200" y="0"/>
                  <a:pt x="200" y="0"/>
                </a:cubicBezTo>
                <a:cubicBezTo>
                  <a:pt x="202" y="0"/>
                  <a:pt x="203" y="1"/>
                  <a:pt x="203" y="2"/>
                </a:cubicBezTo>
                <a:cubicBezTo>
                  <a:pt x="203" y="2"/>
                  <a:pt x="203" y="2"/>
                  <a:pt x="203" y="2"/>
                </a:cubicBezTo>
                <a:cubicBezTo>
                  <a:pt x="203" y="4"/>
                  <a:pt x="202" y="5"/>
                  <a:pt x="200" y="5"/>
                </a:cubicBezTo>
                <a:cubicBezTo>
                  <a:pt x="200" y="5"/>
                  <a:pt x="200" y="5"/>
                  <a:pt x="200" y="5"/>
                </a:cubicBezTo>
                <a:cubicBezTo>
                  <a:pt x="199" y="5"/>
                  <a:pt x="198" y="4"/>
                  <a:pt x="198" y="2"/>
                </a:cubicBezTo>
                <a:close/>
                <a:moveTo>
                  <a:pt x="184" y="2"/>
                </a:moveTo>
                <a:cubicBezTo>
                  <a:pt x="184" y="1"/>
                  <a:pt x="186" y="0"/>
                  <a:pt x="187" y="0"/>
                </a:cubicBezTo>
                <a:cubicBezTo>
                  <a:pt x="187" y="0"/>
                  <a:pt x="187" y="0"/>
                  <a:pt x="187" y="0"/>
                </a:cubicBezTo>
                <a:cubicBezTo>
                  <a:pt x="189" y="0"/>
                  <a:pt x="190" y="1"/>
                  <a:pt x="190" y="2"/>
                </a:cubicBezTo>
                <a:cubicBezTo>
                  <a:pt x="190" y="2"/>
                  <a:pt x="190" y="2"/>
                  <a:pt x="190" y="2"/>
                </a:cubicBezTo>
                <a:cubicBezTo>
                  <a:pt x="190" y="4"/>
                  <a:pt x="189" y="5"/>
                  <a:pt x="187" y="5"/>
                </a:cubicBezTo>
                <a:cubicBezTo>
                  <a:pt x="187" y="5"/>
                  <a:pt x="187" y="5"/>
                  <a:pt x="187" y="5"/>
                </a:cubicBezTo>
                <a:cubicBezTo>
                  <a:pt x="186" y="5"/>
                  <a:pt x="184" y="4"/>
                  <a:pt x="184" y="2"/>
                </a:cubicBezTo>
                <a:close/>
                <a:moveTo>
                  <a:pt x="171" y="2"/>
                </a:moveTo>
                <a:cubicBezTo>
                  <a:pt x="171" y="1"/>
                  <a:pt x="172" y="0"/>
                  <a:pt x="174" y="0"/>
                </a:cubicBezTo>
                <a:cubicBezTo>
                  <a:pt x="174" y="0"/>
                  <a:pt x="174" y="0"/>
                  <a:pt x="174" y="0"/>
                </a:cubicBezTo>
                <a:cubicBezTo>
                  <a:pt x="175" y="0"/>
                  <a:pt x="176" y="1"/>
                  <a:pt x="176" y="2"/>
                </a:cubicBezTo>
                <a:cubicBezTo>
                  <a:pt x="176" y="2"/>
                  <a:pt x="176" y="2"/>
                  <a:pt x="176" y="2"/>
                </a:cubicBezTo>
                <a:cubicBezTo>
                  <a:pt x="176" y="4"/>
                  <a:pt x="175" y="5"/>
                  <a:pt x="174" y="5"/>
                </a:cubicBezTo>
                <a:cubicBezTo>
                  <a:pt x="174" y="5"/>
                  <a:pt x="174" y="5"/>
                  <a:pt x="174" y="5"/>
                </a:cubicBezTo>
                <a:cubicBezTo>
                  <a:pt x="172" y="5"/>
                  <a:pt x="171" y="4"/>
                  <a:pt x="171" y="2"/>
                </a:cubicBezTo>
                <a:close/>
                <a:moveTo>
                  <a:pt x="158" y="2"/>
                </a:moveTo>
                <a:cubicBezTo>
                  <a:pt x="158" y="1"/>
                  <a:pt x="159" y="0"/>
                  <a:pt x="161" y="0"/>
                </a:cubicBezTo>
                <a:cubicBezTo>
                  <a:pt x="161" y="0"/>
                  <a:pt x="161" y="0"/>
                  <a:pt x="161" y="0"/>
                </a:cubicBezTo>
                <a:cubicBezTo>
                  <a:pt x="162" y="0"/>
                  <a:pt x="163" y="1"/>
                  <a:pt x="163" y="2"/>
                </a:cubicBezTo>
                <a:cubicBezTo>
                  <a:pt x="163" y="2"/>
                  <a:pt x="163" y="2"/>
                  <a:pt x="163" y="2"/>
                </a:cubicBezTo>
                <a:cubicBezTo>
                  <a:pt x="163" y="4"/>
                  <a:pt x="162" y="5"/>
                  <a:pt x="161" y="5"/>
                </a:cubicBezTo>
                <a:cubicBezTo>
                  <a:pt x="161" y="5"/>
                  <a:pt x="161" y="5"/>
                  <a:pt x="161" y="5"/>
                </a:cubicBezTo>
                <a:cubicBezTo>
                  <a:pt x="159" y="5"/>
                  <a:pt x="158" y="4"/>
                  <a:pt x="158" y="2"/>
                </a:cubicBezTo>
                <a:close/>
                <a:moveTo>
                  <a:pt x="145" y="2"/>
                </a:moveTo>
                <a:cubicBezTo>
                  <a:pt x="145" y="1"/>
                  <a:pt x="146" y="0"/>
                  <a:pt x="147" y="0"/>
                </a:cubicBezTo>
                <a:cubicBezTo>
                  <a:pt x="147" y="0"/>
                  <a:pt x="147" y="0"/>
                  <a:pt x="147" y="0"/>
                </a:cubicBezTo>
                <a:cubicBezTo>
                  <a:pt x="149" y="0"/>
                  <a:pt x="150" y="1"/>
                  <a:pt x="150" y="2"/>
                </a:cubicBezTo>
                <a:cubicBezTo>
                  <a:pt x="150" y="2"/>
                  <a:pt x="150" y="2"/>
                  <a:pt x="150" y="2"/>
                </a:cubicBezTo>
                <a:cubicBezTo>
                  <a:pt x="150" y="4"/>
                  <a:pt x="149" y="5"/>
                  <a:pt x="147" y="5"/>
                </a:cubicBezTo>
                <a:cubicBezTo>
                  <a:pt x="147" y="5"/>
                  <a:pt x="147" y="5"/>
                  <a:pt x="147" y="5"/>
                </a:cubicBezTo>
                <a:cubicBezTo>
                  <a:pt x="146" y="5"/>
                  <a:pt x="145" y="4"/>
                  <a:pt x="145" y="2"/>
                </a:cubicBezTo>
                <a:close/>
                <a:moveTo>
                  <a:pt x="132" y="2"/>
                </a:moveTo>
                <a:cubicBezTo>
                  <a:pt x="132" y="1"/>
                  <a:pt x="133" y="0"/>
                  <a:pt x="134" y="0"/>
                </a:cubicBezTo>
                <a:cubicBezTo>
                  <a:pt x="134" y="0"/>
                  <a:pt x="134" y="0"/>
                  <a:pt x="134" y="0"/>
                </a:cubicBezTo>
                <a:cubicBezTo>
                  <a:pt x="136" y="0"/>
                  <a:pt x="137" y="1"/>
                  <a:pt x="137" y="2"/>
                </a:cubicBezTo>
                <a:cubicBezTo>
                  <a:pt x="137" y="2"/>
                  <a:pt x="137" y="2"/>
                  <a:pt x="137" y="2"/>
                </a:cubicBezTo>
                <a:cubicBezTo>
                  <a:pt x="137" y="4"/>
                  <a:pt x="136" y="5"/>
                  <a:pt x="134" y="5"/>
                </a:cubicBezTo>
                <a:cubicBezTo>
                  <a:pt x="134" y="5"/>
                  <a:pt x="134" y="5"/>
                  <a:pt x="134" y="5"/>
                </a:cubicBezTo>
                <a:cubicBezTo>
                  <a:pt x="133" y="5"/>
                  <a:pt x="132" y="4"/>
                  <a:pt x="132" y="2"/>
                </a:cubicBezTo>
                <a:close/>
                <a:moveTo>
                  <a:pt x="118" y="2"/>
                </a:moveTo>
                <a:cubicBezTo>
                  <a:pt x="118" y="1"/>
                  <a:pt x="120" y="0"/>
                  <a:pt x="121" y="0"/>
                </a:cubicBezTo>
                <a:cubicBezTo>
                  <a:pt x="121" y="0"/>
                  <a:pt x="121" y="0"/>
                  <a:pt x="121" y="0"/>
                </a:cubicBezTo>
                <a:cubicBezTo>
                  <a:pt x="123" y="0"/>
                  <a:pt x="124" y="1"/>
                  <a:pt x="124" y="2"/>
                </a:cubicBezTo>
                <a:cubicBezTo>
                  <a:pt x="124" y="2"/>
                  <a:pt x="124" y="2"/>
                  <a:pt x="124" y="2"/>
                </a:cubicBezTo>
                <a:cubicBezTo>
                  <a:pt x="124" y="4"/>
                  <a:pt x="123" y="5"/>
                  <a:pt x="121" y="5"/>
                </a:cubicBezTo>
                <a:cubicBezTo>
                  <a:pt x="121" y="5"/>
                  <a:pt x="121" y="5"/>
                  <a:pt x="121" y="5"/>
                </a:cubicBezTo>
                <a:cubicBezTo>
                  <a:pt x="120" y="5"/>
                  <a:pt x="118" y="4"/>
                  <a:pt x="118" y="2"/>
                </a:cubicBezTo>
                <a:close/>
                <a:moveTo>
                  <a:pt x="105" y="2"/>
                </a:moveTo>
                <a:cubicBezTo>
                  <a:pt x="105" y="1"/>
                  <a:pt x="106" y="0"/>
                  <a:pt x="108" y="0"/>
                </a:cubicBezTo>
                <a:cubicBezTo>
                  <a:pt x="108" y="0"/>
                  <a:pt x="108" y="0"/>
                  <a:pt x="108" y="0"/>
                </a:cubicBezTo>
                <a:cubicBezTo>
                  <a:pt x="109" y="0"/>
                  <a:pt x="111" y="1"/>
                  <a:pt x="111" y="2"/>
                </a:cubicBezTo>
                <a:cubicBezTo>
                  <a:pt x="111" y="2"/>
                  <a:pt x="111" y="2"/>
                  <a:pt x="111" y="2"/>
                </a:cubicBezTo>
                <a:cubicBezTo>
                  <a:pt x="111" y="4"/>
                  <a:pt x="109" y="5"/>
                  <a:pt x="108" y="5"/>
                </a:cubicBezTo>
                <a:cubicBezTo>
                  <a:pt x="108" y="5"/>
                  <a:pt x="108" y="5"/>
                  <a:pt x="108" y="5"/>
                </a:cubicBezTo>
                <a:cubicBezTo>
                  <a:pt x="106" y="5"/>
                  <a:pt x="105" y="4"/>
                  <a:pt x="105" y="2"/>
                </a:cubicBezTo>
                <a:close/>
                <a:moveTo>
                  <a:pt x="92" y="2"/>
                </a:moveTo>
                <a:cubicBezTo>
                  <a:pt x="92" y="1"/>
                  <a:pt x="93" y="0"/>
                  <a:pt x="95" y="0"/>
                </a:cubicBezTo>
                <a:cubicBezTo>
                  <a:pt x="95" y="0"/>
                  <a:pt x="95" y="0"/>
                  <a:pt x="95" y="0"/>
                </a:cubicBezTo>
                <a:cubicBezTo>
                  <a:pt x="96" y="0"/>
                  <a:pt x="97" y="1"/>
                  <a:pt x="97" y="2"/>
                </a:cubicBezTo>
                <a:cubicBezTo>
                  <a:pt x="97" y="2"/>
                  <a:pt x="97" y="2"/>
                  <a:pt x="97" y="2"/>
                </a:cubicBezTo>
                <a:cubicBezTo>
                  <a:pt x="97" y="4"/>
                  <a:pt x="96" y="5"/>
                  <a:pt x="95" y="5"/>
                </a:cubicBezTo>
                <a:cubicBezTo>
                  <a:pt x="95" y="5"/>
                  <a:pt x="95" y="5"/>
                  <a:pt x="95" y="5"/>
                </a:cubicBezTo>
                <a:cubicBezTo>
                  <a:pt x="93" y="5"/>
                  <a:pt x="92" y="4"/>
                  <a:pt x="92" y="2"/>
                </a:cubicBezTo>
                <a:close/>
                <a:moveTo>
                  <a:pt x="79" y="2"/>
                </a:moveTo>
                <a:cubicBezTo>
                  <a:pt x="79" y="1"/>
                  <a:pt x="80" y="0"/>
                  <a:pt x="81" y="0"/>
                </a:cubicBezTo>
                <a:cubicBezTo>
                  <a:pt x="81" y="0"/>
                  <a:pt x="81" y="0"/>
                  <a:pt x="81" y="0"/>
                </a:cubicBezTo>
                <a:cubicBezTo>
                  <a:pt x="83" y="0"/>
                  <a:pt x="84" y="1"/>
                  <a:pt x="84" y="2"/>
                </a:cubicBezTo>
                <a:cubicBezTo>
                  <a:pt x="84" y="2"/>
                  <a:pt x="84" y="2"/>
                  <a:pt x="84" y="2"/>
                </a:cubicBezTo>
                <a:cubicBezTo>
                  <a:pt x="84" y="4"/>
                  <a:pt x="83" y="5"/>
                  <a:pt x="81" y="5"/>
                </a:cubicBezTo>
                <a:cubicBezTo>
                  <a:pt x="81" y="5"/>
                  <a:pt x="81" y="5"/>
                  <a:pt x="81" y="5"/>
                </a:cubicBezTo>
                <a:cubicBezTo>
                  <a:pt x="80" y="5"/>
                  <a:pt x="79" y="4"/>
                  <a:pt x="79" y="2"/>
                </a:cubicBezTo>
                <a:close/>
                <a:moveTo>
                  <a:pt x="66" y="2"/>
                </a:moveTo>
                <a:cubicBezTo>
                  <a:pt x="66" y="1"/>
                  <a:pt x="67" y="0"/>
                  <a:pt x="68" y="0"/>
                </a:cubicBezTo>
                <a:cubicBezTo>
                  <a:pt x="68" y="0"/>
                  <a:pt x="68" y="0"/>
                  <a:pt x="68" y="0"/>
                </a:cubicBezTo>
                <a:cubicBezTo>
                  <a:pt x="70" y="0"/>
                  <a:pt x="71" y="1"/>
                  <a:pt x="71" y="2"/>
                </a:cubicBezTo>
                <a:cubicBezTo>
                  <a:pt x="71" y="2"/>
                  <a:pt x="71" y="2"/>
                  <a:pt x="71" y="2"/>
                </a:cubicBezTo>
                <a:cubicBezTo>
                  <a:pt x="71" y="4"/>
                  <a:pt x="70" y="5"/>
                  <a:pt x="68" y="5"/>
                </a:cubicBezTo>
                <a:cubicBezTo>
                  <a:pt x="68" y="5"/>
                  <a:pt x="68" y="5"/>
                  <a:pt x="68" y="5"/>
                </a:cubicBezTo>
                <a:cubicBezTo>
                  <a:pt x="67" y="5"/>
                  <a:pt x="66" y="4"/>
                  <a:pt x="66" y="2"/>
                </a:cubicBezTo>
                <a:close/>
                <a:moveTo>
                  <a:pt x="52" y="2"/>
                </a:moveTo>
                <a:cubicBezTo>
                  <a:pt x="52" y="1"/>
                  <a:pt x="54" y="0"/>
                  <a:pt x="55" y="0"/>
                </a:cubicBezTo>
                <a:cubicBezTo>
                  <a:pt x="55" y="0"/>
                  <a:pt x="55" y="0"/>
                  <a:pt x="55" y="0"/>
                </a:cubicBezTo>
                <a:cubicBezTo>
                  <a:pt x="57" y="0"/>
                  <a:pt x="58" y="1"/>
                  <a:pt x="58" y="2"/>
                </a:cubicBezTo>
                <a:cubicBezTo>
                  <a:pt x="58" y="2"/>
                  <a:pt x="58" y="2"/>
                  <a:pt x="58" y="2"/>
                </a:cubicBezTo>
                <a:cubicBezTo>
                  <a:pt x="58" y="4"/>
                  <a:pt x="57" y="5"/>
                  <a:pt x="55" y="5"/>
                </a:cubicBezTo>
                <a:cubicBezTo>
                  <a:pt x="55" y="5"/>
                  <a:pt x="55" y="5"/>
                  <a:pt x="55" y="5"/>
                </a:cubicBezTo>
                <a:cubicBezTo>
                  <a:pt x="54" y="5"/>
                  <a:pt x="52" y="4"/>
                  <a:pt x="52" y="2"/>
                </a:cubicBezTo>
                <a:close/>
                <a:moveTo>
                  <a:pt x="39" y="2"/>
                </a:moveTo>
                <a:cubicBezTo>
                  <a:pt x="39" y="1"/>
                  <a:pt x="40" y="0"/>
                  <a:pt x="42" y="0"/>
                </a:cubicBezTo>
                <a:cubicBezTo>
                  <a:pt x="42" y="0"/>
                  <a:pt x="42" y="0"/>
                  <a:pt x="42" y="0"/>
                </a:cubicBezTo>
                <a:cubicBezTo>
                  <a:pt x="43" y="0"/>
                  <a:pt x="45" y="1"/>
                  <a:pt x="45" y="2"/>
                </a:cubicBezTo>
                <a:cubicBezTo>
                  <a:pt x="45" y="2"/>
                  <a:pt x="45" y="2"/>
                  <a:pt x="45" y="2"/>
                </a:cubicBezTo>
                <a:cubicBezTo>
                  <a:pt x="45" y="4"/>
                  <a:pt x="43" y="5"/>
                  <a:pt x="42" y="5"/>
                </a:cubicBezTo>
                <a:cubicBezTo>
                  <a:pt x="42" y="5"/>
                  <a:pt x="42" y="5"/>
                  <a:pt x="42" y="5"/>
                </a:cubicBezTo>
                <a:cubicBezTo>
                  <a:pt x="40" y="5"/>
                  <a:pt x="39" y="4"/>
                  <a:pt x="39" y="2"/>
                </a:cubicBezTo>
                <a:close/>
                <a:moveTo>
                  <a:pt x="26" y="2"/>
                </a:moveTo>
                <a:cubicBezTo>
                  <a:pt x="26" y="1"/>
                  <a:pt x="27" y="0"/>
                  <a:pt x="29" y="0"/>
                </a:cubicBezTo>
                <a:cubicBezTo>
                  <a:pt x="29" y="0"/>
                  <a:pt x="29" y="0"/>
                  <a:pt x="29" y="0"/>
                </a:cubicBezTo>
                <a:cubicBezTo>
                  <a:pt x="30" y="0"/>
                  <a:pt x="31" y="1"/>
                  <a:pt x="31" y="2"/>
                </a:cubicBezTo>
                <a:cubicBezTo>
                  <a:pt x="31" y="2"/>
                  <a:pt x="31" y="2"/>
                  <a:pt x="31" y="2"/>
                </a:cubicBezTo>
                <a:cubicBezTo>
                  <a:pt x="31" y="4"/>
                  <a:pt x="30" y="5"/>
                  <a:pt x="29" y="5"/>
                </a:cubicBezTo>
                <a:cubicBezTo>
                  <a:pt x="29" y="5"/>
                  <a:pt x="29" y="5"/>
                  <a:pt x="29" y="5"/>
                </a:cubicBezTo>
                <a:cubicBezTo>
                  <a:pt x="27" y="5"/>
                  <a:pt x="26" y="4"/>
                  <a:pt x="26" y="2"/>
                </a:cubicBezTo>
                <a:close/>
                <a:moveTo>
                  <a:pt x="13" y="2"/>
                </a:moveTo>
                <a:cubicBezTo>
                  <a:pt x="13" y="1"/>
                  <a:pt x="14" y="0"/>
                  <a:pt x="16" y="0"/>
                </a:cubicBezTo>
                <a:cubicBezTo>
                  <a:pt x="16" y="0"/>
                  <a:pt x="16" y="0"/>
                  <a:pt x="16" y="0"/>
                </a:cubicBezTo>
                <a:cubicBezTo>
                  <a:pt x="17" y="0"/>
                  <a:pt x="18" y="1"/>
                  <a:pt x="18" y="2"/>
                </a:cubicBezTo>
                <a:cubicBezTo>
                  <a:pt x="18" y="2"/>
                  <a:pt x="18" y="2"/>
                  <a:pt x="18" y="2"/>
                </a:cubicBezTo>
                <a:cubicBezTo>
                  <a:pt x="18" y="4"/>
                  <a:pt x="17" y="5"/>
                  <a:pt x="16" y="5"/>
                </a:cubicBezTo>
                <a:cubicBezTo>
                  <a:pt x="16" y="5"/>
                  <a:pt x="16" y="5"/>
                  <a:pt x="16" y="5"/>
                </a:cubicBezTo>
                <a:cubicBezTo>
                  <a:pt x="14" y="5"/>
                  <a:pt x="13" y="4"/>
                  <a:pt x="13" y="2"/>
                </a:cubicBezTo>
                <a:close/>
                <a:moveTo>
                  <a:pt x="0" y="2"/>
                </a:moveTo>
                <a:cubicBezTo>
                  <a:pt x="0" y="1"/>
                  <a:pt x="1" y="0"/>
                  <a:pt x="2" y="0"/>
                </a:cubicBezTo>
                <a:cubicBezTo>
                  <a:pt x="2" y="0"/>
                  <a:pt x="2" y="0"/>
                  <a:pt x="2" y="0"/>
                </a:cubicBezTo>
                <a:cubicBezTo>
                  <a:pt x="4" y="0"/>
                  <a:pt x="5" y="1"/>
                  <a:pt x="5" y="2"/>
                </a:cubicBezTo>
                <a:cubicBezTo>
                  <a:pt x="5" y="2"/>
                  <a:pt x="5" y="2"/>
                  <a:pt x="5" y="2"/>
                </a:cubicBezTo>
                <a:cubicBezTo>
                  <a:pt x="5" y="4"/>
                  <a:pt x="4" y="5"/>
                  <a:pt x="2" y="5"/>
                </a:cubicBezTo>
                <a:cubicBezTo>
                  <a:pt x="2" y="5"/>
                  <a:pt x="2" y="5"/>
                  <a:pt x="2" y="5"/>
                </a:cubicBezTo>
                <a:cubicBezTo>
                  <a:pt x="1" y="5"/>
                  <a:pt x="0" y="4"/>
                  <a:pt x="0" y="2"/>
                </a:cubicBezTo>
                <a:close/>
              </a:path>
            </a:pathLst>
          </a:custGeom>
          <a:solidFill>
            <a:srgbClr val="927D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61" name="Rectangle 77"/>
          <p:cNvSpPr>
            <a:spLocks noChangeArrowheads="1"/>
          </p:cNvSpPr>
          <p:nvPr/>
        </p:nvSpPr>
        <p:spPr bwMode="auto">
          <a:xfrm>
            <a:off x="9058275" y="4824412"/>
            <a:ext cx="187325" cy="1106488"/>
          </a:xfrm>
          <a:prstGeom prst="rect">
            <a:avLst/>
          </a:prstGeom>
          <a:solidFill>
            <a:srgbClr val="FFC00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62" name="Rectangle 78"/>
          <p:cNvSpPr>
            <a:spLocks noChangeArrowheads="1"/>
          </p:cNvSpPr>
          <p:nvPr/>
        </p:nvSpPr>
        <p:spPr bwMode="auto">
          <a:xfrm>
            <a:off x="9386888" y="4929187"/>
            <a:ext cx="187325" cy="1001713"/>
          </a:xfrm>
          <a:prstGeom prst="rect">
            <a:avLst/>
          </a:prstGeom>
          <a:solidFill>
            <a:srgbClr val="E46C0A"/>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63" name="Rectangle 79"/>
          <p:cNvSpPr>
            <a:spLocks noChangeArrowheads="1"/>
          </p:cNvSpPr>
          <p:nvPr/>
        </p:nvSpPr>
        <p:spPr bwMode="auto">
          <a:xfrm>
            <a:off x="9750425" y="4278312"/>
            <a:ext cx="182562" cy="1652588"/>
          </a:xfrm>
          <a:prstGeom prst="rect">
            <a:avLst/>
          </a:prstGeom>
          <a:solidFill>
            <a:srgbClr val="FFC00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64" name="Rectangle 80"/>
          <p:cNvSpPr>
            <a:spLocks noChangeArrowheads="1"/>
          </p:cNvSpPr>
          <p:nvPr/>
        </p:nvSpPr>
        <p:spPr bwMode="auto">
          <a:xfrm>
            <a:off x="10110788" y="5748337"/>
            <a:ext cx="187325" cy="182563"/>
          </a:xfrm>
          <a:prstGeom prst="rect">
            <a:avLst/>
          </a:prstGeom>
          <a:solidFill>
            <a:srgbClr val="E46C0A"/>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65" name="Rectangle 81"/>
          <p:cNvSpPr>
            <a:spLocks noChangeArrowheads="1"/>
          </p:cNvSpPr>
          <p:nvPr/>
        </p:nvSpPr>
        <p:spPr bwMode="auto">
          <a:xfrm>
            <a:off x="10439400" y="4554537"/>
            <a:ext cx="187325" cy="1376363"/>
          </a:xfrm>
          <a:prstGeom prst="rect">
            <a:avLst/>
          </a:prstGeom>
          <a:solidFill>
            <a:srgbClr val="FFC00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66" name="Rectangle 82"/>
          <p:cNvSpPr>
            <a:spLocks noChangeArrowheads="1"/>
          </p:cNvSpPr>
          <p:nvPr/>
        </p:nvSpPr>
        <p:spPr bwMode="auto">
          <a:xfrm>
            <a:off x="10804525" y="4433887"/>
            <a:ext cx="182562" cy="1497013"/>
          </a:xfrm>
          <a:prstGeom prst="rect">
            <a:avLst/>
          </a:prstGeom>
          <a:solidFill>
            <a:srgbClr val="E46C0A"/>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67" name="Rectangle 83"/>
          <p:cNvSpPr>
            <a:spLocks noChangeArrowheads="1"/>
          </p:cNvSpPr>
          <p:nvPr/>
        </p:nvSpPr>
        <p:spPr bwMode="auto">
          <a:xfrm>
            <a:off x="9058275" y="5899149"/>
            <a:ext cx="1944687" cy="68263"/>
          </a:xfrm>
          <a:prstGeom prst="rect">
            <a:avLst/>
          </a:prstGeom>
          <a:solidFill>
            <a:srgbClr val="A48A7B"/>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6468" name="Freeform 84"/>
          <p:cNvSpPr>
            <a:spLocks/>
          </p:cNvSpPr>
          <p:nvPr/>
        </p:nvSpPr>
        <p:spPr bwMode="auto">
          <a:xfrm>
            <a:off x="1228725" y="1965325"/>
            <a:ext cx="593725" cy="979488"/>
          </a:xfrm>
          <a:custGeom>
            <a:avLst/>
            <a:gdLst/>
            <a:ahLst/>
            <a:cxnLst>
              <a:cxn ang="0">
                <a:pos x="101" y="80"/>
              </a:cxn>
              <a:cxn ang="0">
                <a:pos x="107" y="87"/>
              </a:cxn>
              <a:cxn ang="0">
                <a:pos x="114" y="80"/>
              </a:cxn>
              <a:cxn ang="0">
                <a:pos x="97" y="16"/>
              </a:cxn>
              <a:cxn ang="0">
                <a:pos x="81" y="0"/>
              </a:cxn>
              <a:cxn ang="0">
                <a:pos x="33" y="0"/>
              </a:cxn>
              <a:cxn ang="0">
                <a:pos x="17" y="16"/>
              </a:cxn>
              <a:cxn ang="0">
                <a:pos x="0" y="80"/>
              </a:cxn>
              <a:cxn ang="0">
                <a:pos x="7" y="87"/>
              </a:cxn>
              <a:cxn ang="0">
                <a:pos x="14" y="80"/>
              </a:cxn>
              <a:cxn ang="0">
                <a:pos x="31" y="22"/>
              </a:cxn>
              <a:cxn ang="0">
                <a:pos x="34" y="22"/>
              </a:cxn>
              <a:cxn ang="0">
                <a:pos x="7" y="117"/>
              </a:cxn>
              <a:cxn ang="0">
                <a:pos x="34" y="117"/>
              </a:cxn>
              <a:cxn ang="0">
                <a:pos x="34" y="178"/>
              </a:cxn>
              <a:cxn ang="0">
                <a:pos x="44" y="188"/>
              </a:cxn>
              <a:cxn ang="0">
                <a:pos x="54" y="178"/>
              </a:cxn>
              <a:cxn ang="0">
                <a:pos x="54" y="117"/>
              </a:cxn>
              <a:cxn ang="0">
                <a:pos x="60" y="117"/>
              </a:cxn>
              <a:cxn ang="0">
                <a:pos x="60" y="178"/>
              </a:cxn>
              <a:cxn ang="0">
                <a:pos x="70" y="188"/>
              </a:cxn>
              <a:cxn ang="0">
                <a:pos x="81" y="178"/>
              </a:cxn>
              <a:cxn ang="0">
                <a:pos x="81" y="117"/>
              </a:cxn>
              <a:cxn ang="0">
                <a:pos x="108" y="117"/>
              </a:cxn>
              <a:cxn ang="0">
                <a:pos x="81" y="22"/>
              </a:cxn>
              <a:cxn ang="0">
                <a:pos x="84" y="22"/>
              </a:cxn>
              <a:cxn ang="0">
                <a:pos x="101" y="80"/>
              </a:cxn>
            </a:cxnLst>
            <a:rect l="0" t="0" r="r" b="b"/>
            <a:pathLst>
              <a:path w="114" h="188">
                <a:moveTo>
                  <a:pt x="101" y="80"/>
                </a:moveTo>
                <a:cubicBezTo>
                  <a:pt x="102" y="84"/>
                  <a:pt x="104" y="87"/>
                  <a:pt x="107" y="87"/>
                </a:cubicBezTo>
                <a:cubicBezTo>
                  <a:pt x="111" y="87"/>
                  <a:pt x="114" y="84"/>
                  <a:pt x="114" y="80"/>
                </a:cubicBezTo>
                <a:cubicBezTo>
                  <a:pt x="97" y="16"/>
                  <a:pt x="97" y="16"/>
                  <a:pt x="97" y="16"/>
                </a:cubicBezTo>
                <a:cubicBezTo>
                  <a:pt x="95" y="7"/>
                  <a:pt x="90" y="0"/>
                  <a:pt x="81" y="0"/>
                </a:cubicBezTo>
                <a:cubicBezTo>
                  <a:pt x="33" y="0"/>
                  <a:pt x="33" y="0"/>
                  <a:pt x="33" y="0"/>
                </a:cubicBezTo>
                <a:cubicBezTo>
                  <a:pt x="24" y="0"/>
                  <a:pt x="19" y="8"/>
                  <a:pt x="17" y="16"/>
                </a:cubicBezTo>
                <a:cubicBezTo>
                  <a:pt x="0" y="80"/>
                  <a:pt x="0" y="80"/>
                  <a:pt x="0" y="80"/>
                </a:cubicBezTo>
                <a:cubicBezTo>
                  <a:pt x="0" y="84"/>
                  <a:pt x="3" y="87"/>
                  <a:pt x="7" y="87"/>
                </a:cubicBezTo>
                <a:cubicBezTo>
                  <a:pt x="11" y="87"/>
                  <a:pt x="13" y="84"/>
                  <a:pt x="14" y="80"/>
                </a:cubicBezTo>
                <a:cubicBezTo>
                  <a:pt x="31" y="22"/>
                  <a:pt x="31" y="22"/>
                  <a:pt x="31" y="22"/>
                </a:cubicBezTo>
                <a:cubicBezTo>
                  <a:pt x="34" y="22"/>
                  <a:pt x="34" y="22"/>
                  <a:pt x="34" y="22"/>
                </a:cubicBezTo>
                <a:cubicBezTo>
                  <a:pt x="7" y="117"/>
                  <a:pt x="7" y="117"/>
                  <a:pt x="7" y="117"/>
                </a:cubicBezTo>
                <a:cubicBezTo>
                  <a:pt x="34" y="117"/>
                  <a:pt x="34" y="117"/>
                  <a:pt x="34" y="117"/>
                </a:cubicBezTo>
                <a:cubicBezTo>
                  <a:pt x="34" y="178"/>
                  <a:pt x="34" y="178"/>
                  <a:pt x="34" y="178"/>
                </a:cubicBezTo>
                <a:cubicBezTo>
                  <a:pt x="34" y="184"/>
                  <a:pt x="38" y="188"/>
                  <a:pt x="44" y="188"/>
                </a:cubicBezTo>
                <a:cubicBezTo>
                  <a:pt x="50" y="188"/>
                  <a:pt x="54" y="184"/>
                  <a:pt x="54" y="178"/>
                </a:cubicBezTo>
                <a:cubicBezTo>
                  <a:pt x="54" y="117"/>
                  <a:pt x="54" y="117"/>
                  <a:pt x="54" y="117"/>
                </a:cubicBezTo>
                <a:cubicBezTo>
                  <a:pt x="60" y="117"/>
                  <a:pt x="60" y="117"/>
                  <a:pt x="60" y="117"/>
                </a:cubicBezTo>
                <a:cubicBezTo>
                  <a:pt x="60" y="178"/>
                  <a:pt x="60" y="178"/>
                  <a:pt x="60" y="178"/>
                </a:cubicBezTo>
                <a:cubicBezTo>
                  <a:pt x="60" y="183"/>
                  <a:pt x="65" y="188"/>
                  <a:pt x="70" y="188"/>
                </a:cubicBezTo>
                <a:cubicBezTo>
                  <a:pt x="76" y="188"/>
                  <a:pt x="81" y="183"/>
                  <a:pt x="81" y="178"/>
                </a:cubicBezTo>
                <a:cubicBezTo>
                  <a:pt x="81" y="117"/>
                  <a:pt x="81" y="117"/>
                  <a:pt x="81" y="117"/>
                </a:cubicBezTo>
                <a:cubicBezTo>
                  <a:pt x="108" y="117"/>
                  <a:pt x="108" y="117"/>
                  <a:pt x="108" y="117"/>
                </a:cubicBezTo>
                <a:cubicBezTo>
                  <a:pt x="81" y="22"/>
                  <a:pt x="81" y="22"/>
                  <a:pt x="81" y="22"/>
                </a:cubicBezTo>
                <a:cubicBezTo>
                  <a:pt x="84" y="22"/>
                  <a:pt x="84" y="22"/>
                  <a:pt x="84" y="22"/>
                </a:cubicBezTo>
                <a:lnTo>
                  <a:pt x="101" y="80"/>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69" name="Oval 85"/>
          <p:cNvSpPr>
            <a:spLocks noChangeArrowheads="1"/>
          </p:cNvSpPr>
          <p:nvPr/>
        </p:nvSpPr>
        <p:spPr bwMode="auto">
          <a:xfrm>
            <a:off x="1436688" y="1752600"/>
            <a:ext cx="182562" cy="180975"/>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70" name="Freeform 86"/>
          <p:cNvSpPr>
            <a:spLocks/>
          </p:cNvSpPr>
          <p:nvPr/>
        </p:nvSpPr>
        <p:spPr bwMode="auto">
          <a:xfrm>
            <a:off x="1952625" y="1819275"/>
            <a:ext cx="182562" cy="292100"/>
          </a:xfrm>
          <a:custGeom>
            <a:avLst/>
            <a:gdLst/>
            <a:ahLst/>
            <a:cxnLst>
              <a:cxn ang="0">
                <a:pos x="31" y="24"/>
              </a:cxn>
              <a:cxn ang="0">
                <a:pos x="33" y="26"/>
              </a:cxn>
              <a:cxn ang="0">
                <a:pos x="35" y="24"/>
              </a:cxn>
              <a:cxn ang="0">
                <a:pos x="30" y="5"/>
              </a:cxn>
              <a:cxn ang="0">
                <a:pos x="25" y="0"/>
              </a:cxn>
              <a:cxn ang="0">
                <a:pos x="10" y="0"/>
              </a:cxn>
              <a:cxn ang="0">
                <a:pos x="5" y="5"/>
              </a:cxn>
              <a:cxn ang="0">
                <a:pos x="0" y="24"/>
              </a:cxn>
              <a:cxn ang="0">
                <a:pos x="2" y="26"/>
              </a:cxn>
              <a:cxn ang="0">
                <a:pos x="5" y="24"/>
              </a:cxn>
              <a:cxn ang="0">
                <a:pos x="10" y="6"/>
              </a:cxn>
              <a:cxn ang="0">
                <a:pos x="11" y="6"/>
              </a:cxn>
              <a:cxn ang="0">
                <a:pos x="2" y="35"/>
              </a:cxn>
              <a:cxn ang="0">
                <a:pos x="11" y="35"/>
              </a:cxn>
              <a:cxn ang="0">
                <a:pos x="11" y="53"/>
              </a:cxn>
              <a:cxn ang="0">
                <a:pos x="14" y="56"/>
              </a:cxn>
              <a:cxn ang="0">
                <a:pos x="17" y="53"/>
              </a:cxn>
              <a:cxn ang="0">
                <a:pos x="17" y="35"/>
              </a:cxn>
              <a:cxn ang="0">
                <a:pos x="18" y="35"/>
              </a:cxn>
              <a:cxn ang="0">
                <a:pos x="18" y="53"/>
              </a:cxn>
              <a:cxn ang="0">
                <a:pos x="22" y="56"/>
              </a:cxn>
              <a:cxn ang="0">
                <a:pos x="25" y="53"/>
              </a:cxn>
              <a:cxn ang="0">
                <a:pos x="25" y="35"/>
              </a:cxn>
              <a:cxn ang="0">
                <a:pos x="33" y="35"/>
              </a:cxn>
              <a:cxn ang="0">
                <a:pos x="25" y="6"/>
              </a:cxn>
              <a:cxn ang="0">
                <a:pos x="26" y="6"/>
              </a:cxn>
              <a:cxn ang="0">
                <a:pos x="31" y="24"/>
              </a:cxn>
            </a:cxnLst>
            <a:rect l="0" t="0" r="r" b="b"/>
            <a:pathLst>
              <a:path w="35" h="56">
                <a:moveTo>
                  <a:pt x="31" y="24"/>
                </a:moveTo>
                <a:cubicBezTo>
                  <a:pt x="31" y="25"/>
                  <a:pt x="32" y="26"/>
                  <a:pt x="33" y="26"/>
                </a:cubicBezTo>
                <a:cubicBezTo>
                  <a:pt x="34" y="26"/>
                  <a:pt x="35" y="25"/>
                  <a:pt x="35" y="24"/>
                </a:cubicBezTo>
                <a:cubicBezTo>
                  <a:pt x="30" y="5"/>
                  <a:pt x="30" y="5"/>
                  <a:pt x="30" y="5"/>
                </a:cubicBezTo>
                <a:cubicBezTo>
                  <a:pt x="29" y="2"/>
                  <a:pt x="28" y="0"/>
                  <a:pt x="25" y="0"/>
                </a:cubicBezTo>
                <a:cubicBezTo>
                  <a:pt x="10" y="0"/>
                  <a:pt x="10" y="0"/>
                  <a:pt x="10" y="0"/>
                </a:cubicBezTo>
                <a:cubicBezTo>
                  <a:pt x="8" y="0"/>
                  <a:pt x="6" y="2"/>
                  <a:pt x="5" y="5"/>
                </a:cubicBezTo>
                <a:cubicBezTo>
                  <a:pt x="0" y="24"/>
                  <a:pt x="0" y="24"/>
                  <a:pt x="0" y="24"/>
                </a:cubicBezTo>
                <a:cubicBezTo>
                  <a:pt x="0" y="25"/>
                  <a:pt x="1" y="26"/>
                  <a:pt x="2" y="26"/>
                </a:cubicBezTo>
                <a:cubicBezTo>
                  <a:pt x="4" y="26"/>
                  <a:pt x="4" y="25"/>
                  <a:pt x="5" y="24"/>
                </a:cubicBezTo>
                <a:cubicBezTo>
                  <a:pt x="10" y="6"/>
                  <a:pt x="10" y="6"/>
                  <a:pt x="10" y="6"/>
                </a:cubicBezTo>
                <a:cubicBezTo>
                  <a:pt x="11" y="6"/>
                  <a:pt x="11" y="6"/>
                  <a:pt x="11" y="6"/>
                </a:cubicBezTo>
                <a:cubicBezTo>
                  <a:pt x="2" y="35"/>
                  <a:pt x="2" y="35"/>
                  <a:pt x="2" y="35"/>
                </a:cubicBezTo>
                <a:cubicBezTo>
                  <a:pt x="11" y="35"/>
                  <a:pt x="11" y="35"/>
                  <a:pt x="11" y="35"/>
                </a:cubicBezTo>
                <a:cubicBezTo>
                  <a:pt x="11" y="53"/>
                  <a:pt x="11" y="53"/>
                  <a:pt x="11" y="53"/>
                </a:cubicBezTo>
                <a:cubicBezTo>
                  <a:pt x="11" y="55"/>
                  <a:pt x="12" y="56"/>
                  <a:pt x="14" y="56"/>
                </a:cubicBezTo>
                <a:cubicBezTo>
                  <a:pt x="15" y="56"/>
                  <a:pt x="17" y="55"/>
                  <a:pt x="17" y="53"/>
                </a:cubicBezTo>
                <a:cubicBezTo>
                  <a:pt x="17" y="35"/>
                  <a:pt x="17" y="35"/>
                  <a:pt x="17" y="35"/>
                </a:cubicBezTo>
                <a:cubicBezTo>
                  <a:pt x="18" y="35"/>
                  <a:pt x="18" y="35"/>
                  <a:pt x="18" y="35"/>
                </a:cubicBezTo>
                <a:cubicBezTo>
                  <a:pt x="18" y="53"/>
                  <a:pt x="18" y="53"/>
                  <a:pt x="18" y="53"/>
                </a:cubicBezTo>
                <a:cubicBezTo>
                  <a:pt x="18" y="55"/>
                  <a:pt x="20" y="56"/>
                  <a:pt x="22" y="56"/>
                </a:cubicBezTo>
                <a:cubicBezTo>
                  <a:pt x="23" y="56"/>
                  <a:pt x="25" y="55"/>
                  <a:pt x="25" y="53"/>
                </a:cubicBezTo>
                <a:cubicBezTo>
                  <a:pt x="25" y="35"/>
                  <a:pt x="25" y="35"/>
                  <a:pt x="25" y="35"/>
                </a:cubicBezTo>
                <a:cubicBezTo>
                  <a:pt x="33" y="35"/>
                  <a:pt x="33" y="35"/>
                  <a:pt x="33" y="35"/>
                </a:cubicBezTo>
                <a:cubicBezTo>
                  <a:pt x="25" y="6"/>
                  <a:pt x="25" y="6"/>
                  <a:pt x="25" y="6"/>
                </a:cubicBezTo>
                <a:cubicBezTo>
                  <a:pt x="26" y="6"/>
                  <a:pt x="26" y="6"/>
                  <a:pt x="26" y="6"/>
                </a:cubicBezTo>
                <a:lnTo>
                  <a:pt x="31"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71" name="Oval 87"/>
          <p:cNvSpPr>
            <a:spLocks noChangeArrowheads="1"/>
          </p:cNvSpPr>
          <p:nvPr/>
        </p:nvSpPr>
        <p:spPr bwMode="auto">
          <a:xfrm>
            <a:off x="2014538" y="1752600"/>
            <a:ext cx="58737" cy="57150"/>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72" name="Freeform 88"/>
          <p:cNvSpPr>
            <a:spLocks/>
          </p:cNvSpPr>
          <p:nvPr/>
        </p:nvSpPr>
        <p:spPr bwMode="auto">
          <a:xfrm>
            <a:off x="2197100" y="1819275"/>
            <a:ext cx="182562" cy="292100"/>
          </a:xfrm>
          <a:custGeom>
            <a:avLst/>
            <a:gdLst/>
            <a:ahLst/>
            <a:cxnLst>
              <a:cxn ang="0">
                <a:pos x="31" y="24"/>
              </a:cxn>
              <a:cxn ang="0">
                <a:pos x="33" y="26"/>
              </a:cxn>
              <a:cxn ang="0">
                <a:pos x="35" y="24"/>
              </a:cxn>
              <a:cxn ang="0">
                <a:pos x="30" y="5"/>
              </a:cxn>
              <a:cxn ang="0">
                <a:pos x="25" y="0"/>
              </a:cxn>
              <a:cxn ang="0">
                <a:pos x="10" y="0"/>
              </a:cxn>
              <a:cxn ang="0">
                <a:pos x="6" y="5"/>
              </a:cxn>
              <a:cxn ang="0">
                <a:pos x="0" y="24"/>
              </a:cxn>
              <a:cxn ang="0">
                <a:pos x="2" y="26"/>
              </a:cxn>
              <a:cxn ang="0">
                <a:pos x="5" y="24"/>
              </a:cxn>
              <a:cxn ang="0">
                <a:pos x="10" y="6"/>
              </a:cxn>
              <a:cxn ang="0">
                <a:pos x="11" y="6"/>
              </a:cxn>
              <a:cxn ang="0">
                <a:pos x="3" y="35"/>
              </a:cxn>
              <a:cxn ang="0">
                <a:pos x="11" y="35"/>
              </a:cxn>
              <a:cxn ang="0">
                <a:pos x="11" y="53"/>
              </a:cxn>
              <a:cxn ang="0">
                <a:pos x="14" y="56"/>
              </a:cxn>
              <a:cxn ang="0">
                <a:pos x="17" y="53"/>
              </a:cxn>
              <a:cxn ang="0">
                <a:pos x="17" y="35"/>
              </a:cxn>
              <a:cxn ang="0">
                <a:pos x="19" y="35"/>
              </a:cxn>
              <a:cxn ang="0">
                <a:pos x="19" y="53"/>
              </a:cxn>
              <a:cxn ang="0">
                <a:pos x="22" y="56"/>
              </a:cxn>
              <a:cxn ang="0">
                <a:pos x="25" y="53"/>
              </a:cxn>
              <a:cxn ang="0">
                <a:pos x="25" y="35"/>
              </a:cxn>
              <a:cxn ang="0">
                <a:pos x="33" y="35"/>
              </a:cxn>
              <a:cxn ang="0">
                <a:pos x="25" y="6"/>
              </a:cxn>
              <a:cxn ang="0">
                <a:pos x="26" y="6"/>
              </a:cxn>
              <a:cxn ang="0">
                <a:pos x="31" y="24"/>
              </a:cxn>
            </a:cxnLst>
            <a:rect l="0" t="0" r="r" b="b"/>
            <a:pathLst>
              <a:path w="35" h="56">
                <a:moveTo>
                  <a:pt x="31" y="24"/>
                </a:moveTo>
                <a:cubicBezTo>
                  <a:pt x="31" y="25"/>
                  <a:pt x="32" y="26"/>
                  <a:pt x="33" y="26"/>
                </a:cubicBezTo>
                <a:cubicBezTo>
                  <a:pt x="34" y="26"/>
                  <a:pt x="35" y="25"/>
                  <a:pt x="35" y="24"/>
                </a:cubicBezTo>
                <a:cubicBezTo>
                  <a:pt x="30" y="5"/>
                  <a:pt x="30" y="5"/>
                  <a:pt x="30" y="5"/>
                </a:cubicBezTo>
                <a:cubicBezTo>
                  <a:pt x="29" y="2"/>
                  <a:pt x="28" y="0"/>
                  <a:pt x="25" y="0"/>
                </a:cubicBezTo>
                <a:cubicBezTo>
                  <a:pt x="10" y="0"/>
                  <a:pt x="10" y="0"/>
                  <a:pt x="10" y="0"/>
                </a:cubicBezTo>
                <a:cubicBezTo>
                  <a:pt x="8" y="0"/>
                  <a:pt x="6" y="2"/>
                  <a:pt x="6" y="5"/>
                </a:cubicBezTo>
                <a:cubicBezTo>
                  <a:pt x="0" y="24"/>
                  <a:pt x="0" y="24"/>
                  <a:pt x="0" y="24"/>
                </a:cubicBezTo>
                <a:cubicBezTo>
                  <a:pt x="0" y="25"/>
                  <a:pt x="1" y="26"/>
                  <a:pt x="2" y="26"/>
                </a:cubicBezTo>
                <a:cubicBezTo>
                  <a:pt x="4" y="26"/>
                  <a:pt x="4" y="25"/>
                  <a:pt x="5" y="24"/>
                </a:cubicBezTo>
                <a:cubicBezTo>
                  <a:pt x="10" y="6"/>
                  <a:pt x="10" y="6"/>
                  <a:pt x="10" y="6"/>
                </a:cubicBezTo>
                <a:cubicBezTo>
                  <a:pt x="11" y="6"/>
                  <a:pt x="11" y="6"/>
                  <a:pt x="11" y="6"/>
                </a:cubicBezTo>
                <a:cubicBezTo>
                  <a:pt x="3" y="35"/>
                  <a:pt x="3" y="35"/>
                  <a:pt x="3" y="35"/>
                </a:cubicBezTo>
                <a:cubicBezTo>
                  <a:pt x="11" y="35"/>
                  <a:pt x="11" y="35"/>
                  <a:pt x="11" y="35"/>
                </a:cubicBezTo>
                <a:cubicBezTo>
                  <a:pt x="11" y="53"/>
                  <a:pt x="11" y="53"/>
                  <a:pt x="11" y="53"/>
                </a:cubicBezTo>
                <a:cubicBezTo>
                  <a:pt x="11" y="55"/>
                  <a:pt x="12" y="56"/>
                  <a:pt x="14" y="56"/>
                </a:cubicBezTo>
                <a:cubicBezTo>
                  <a:pt x="15" y="56"/>
                  <a:pt x="17" y="55"/>
                  <a:pt x="17" y="53"/>
                </a:cubicBezTo>
                <a:cubicBezTo>
                  <a:pt x="17" y="35"/>
                  <a:pt x="17" y="35"/>
                  <a:pt x="17" y="35"/>
                </a:cubicBezTo>
                <a:cubicBezTo>
                  <a:pt x="19" y="35"/>
                  <a:pt x="19" y="35"/>
                  <a:pt x="19" y="35"/>
                </a:cubicBezTo>
                <a:cubicBezTo>
                  <a:pt x="19" y="53"/>
                  <a:pt x="19" y="53"/>
                  <a:pt x="19" y="53"/>
                </a:cubicBezTo>
                <a:cubicBezTo>
                  <a:pt x="19" y="55"/>
                  <a:pt x="20" y="56"/>
                  <a:pt x="22" y="56"/>
                </a:cubicBezTo>
                <a:cubicBezTo>
                  <a:pt x="23" y="56"/>
                  <a:pt x="25" y="55"/>
                  <a:pt x="25" y="53"/>
                </a:cubicBezTo>
                <a:cubicBezTo>
                  <a:pt x="25" y="35"/>
                  <a:pt x="25" y="35"/>
                  <a:pt x="25" y="35"/>
                </a:cubicBezTo>
                <a:cubicBezTo>
                  <a:pt x="33" y="35"/>
                  <a:pt x="33" y="35"/>
                  <a:pt x="33" y="35"/>
                </a:cubicBezTo>
                <a:cubicBezTo>
                  <a:pt x="25" y="6"/>
                  <a:pt x="25" y="6"/>
                  <a:pt x="25" y="6"/>
                </a:cubicBezTo>
                <a:cubicBezTo>
                  <a:pt x="26" y="6"/>
                  <a:pt x="26" y="6"/>
                  <a:pt x="26" y="6"/>
                </a:cubicBezTo>
                <a:lnTo>
                  <a:pt x="31"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73" name="Oval 89"/>
          <p:cNvSpPr>
            <a:spLocks noChangeArrowheads="1"/>
          </p:cNvSpPr>
          <p:nvPr/>
        </p:nvSpPr>
        <p:spPr bwMode="auto">
          <a:xfrm>
            <a:off x="2265363" y="1752600"/>
            <a:ext cx="52387" cy="57150"/>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74" name="Freeform 90"/>
          <p:cNvSpPr>
            <a:spLocks/>
          </p:cNvSpPr>
          <p:nvPr/>
        </p:nvSpPr>
        <p:spPr bwMode="auto">
          <a:xfrm>
            <a:off x="2443163" y="1819275"/>
            <a:ext cx="182562" cy="292100"/>
          </a:xfrm>
          <a:custGeom>
            <a:avLst/>
            <a:gdLst/>
            <a:ahLst/>
            <a:cxnLst>
              <a:cxn ang="0">
                <a:pos x="31" y="24"/>
              </a:cxn>
              <a:cxn ang="0">
                <a:pos x="33" y="26"/>
              </a:cxn>
              <a:cxn ang="0">
                <a:pos x="35" y="24"/>
              </a:cxn>
              <a:cxn ang="0">
                <a:pos x="30" y="5"/>
              </a:cxn>
              <a:cxn ang="0">
                <a:pos x="25" y="0"/>
              </a:cxn>
              <a:cxn ang="0">
                <a:pos x="10" y="0"/>
              </a:cxn>
              <a:cxn ang="0">
                <a:pos x="6" y="5"/>
              </a:cxn>
              <a:cxn ang="0">
                <a:pos x="0" y="24"/>
              </a:cxn>
              <a:cxn ang="0">
                <a:pos x="3" y="26"/>
              </a:cxn>
              <a:cxn ang="0">
                <a:pos x="5" y="24"/>
              </a:cxn>
              <a:cxn ang="0">
                <a:pos x="10" y="6"/>
              </a:cxn>
              <a:cxn ang="0">
                <a:pos x="11" y="6"/>
              </a:cxn>
              <a:cxn ang="0">
                <a:pos x="3" y="35"/>
              </a:cxn>
              <a:cxn ang="0">
                <a:pos x="11" y="35"/>
              </a:cxn>
              <a:cxn ang="0">
                <a:pos x="11" y="53"/>
              </a:cxn>
              <a:cxn ang="0">
                <a:pos x="14" y="56"/>
              </a:cxn>
              <a:cxn ang="0">
                <a:pos x="17" y="53"/>
              </a:cxn>
              <a:cxn ang="0">
                <a:pos x="17" y="35"/>
              </a:cxn>
              <a:cxn ang="0">
                <a:pos x="19" y="35"/>
              </a:cxn>
              <a:cxn ang="0">
                <a:pos x="19" y="53"/>
              </a:cxn>
              <a:cxn ang="0">
                <a:pos x="22" y="56"/>
              </a:cxn>
              <a:cxn ang="0">
                <a:pos x="25" y="53"/>
              </a:cxn>
              <a:cxn ang="0">
                <a:pos x="25" y="35"/>
              </a:cxn>
              <a:cxn ang="0">
                <a:pos x="33" y="35"/>
              </a:cxn>
              <a:cxn ang="0">
                <a:pos x="25" y="6"/>
              </a:cxn>
              <a:cxn ang="0">
                <a:pos x="26" y="6"/>
              </a:cxn>
              <a:cxn ang="0">
                <a:pos x="31" y="24"/>
              </a:cxn>
            </a:cxnLst>
            <a:rect l="0" t="0" r="r" b="b"/>
            <a:pathLst>
              <a:path w="35" h="56">
                <a:moveTo>
                  <a:pt x="31" y="24"/>
                </a:moveTo>
                <a:cubicBezTo>
                  <a:pt x="31" y="25"/>
                  <a:pt x="32" y="26"/>
                  <a:pt x="33" y="26"/>
                </a:cubicBezTo>
                <a:cubicBezTo>
                  <a:pt x="34" y="26"/>
                  <a:pt x="35" y="25"/>
                  <a:pt x="35" y="24"/>
                </a:cubicBezTo>
                <a:cubicBezTo>
                  <a:pt x="30" y="5"/>
                  <a:pt x="30" y="5"/>
                  <a:pt x="30" y="5"/>
                </a:cubicBezTo>
                <a:cubicBezTo>
                  <a:pt x="29" y="2"/>
                  <a:pt x="28" y="0"/>
                  <a:pt x="25" y="0"/>
                </a:cubicBezTo>
                <a:cubicBezTo>
                  <a:pt x="10" y="0"/>
                  <a:pt x="10" y="0"/>
                  <a:pt x="10" y="0"/>
                </a:cubicBezTo>
                <a:cubicBezTo>
                  <a:pt x="8" y="0"/>
                  <a:pt x="6" y="2"/>
                  <a:pt x="6" y="5"/>
                </a:cubicBezTo>
                <a:cubicBezTo>
                  <a:pt x="0" y="24"/>
                  <a:pt x="0" y="24"/>
                  <a:pt x="0" y="24"/>
                </a:cubicBezTo>
                <a:cubicBezTo>
                  <a:pt x="0" y="25"/>
                  <a:pt x="1" y="26"/>
                  <a:pt x="3" y="26"/>
                </a:cubicBezTo>
                <a:cubicBezTo>
                  <a:pt x="4" y="26"/>
                  <a:pt x="4" y="25"/>
                  <a:pt x="5" y="24"/>
                </a:cubicBezTo>
                <a:cubicBezTo>
                  <a:pt x="10" y="6"/>
                  <a:pt x="10" y="6"/>
                  <a:pt x="10" y="6"/>
                </a:cubicBezTo>
                <a:cubicBezTo>
                  <a:pt x="11" y="6"/>
                  <a:pt x="11" y="6"/>
                  <a:pt x="11" y="6"/>
                </a:cubicBezTo>
                <a:cubicBezTo>
                  <a:pt x="3" y="35"/>
                  <a:pt x="3" y="35"/>
                  <a:pt x="3" y="35"/>
                </a:cubicBezTo>
                <a:cubicBezTo>
                  <a:pt x="11" y="35"/>
                  <a:pt x="11" y="35"/>
                  <a:pt x="11" y="35"/>
                </a:cubicBezTo>
                <a:cubicBezTo>
                  <a:pt x="11" y="53"/>
                  <a:pt x="11" y="53"/>
                  <a:pt x="11" y="53"/>
                </a:cubicBezTo>
                <a:cubicBezTo>
                  <a:pt x="11" y="55"/>
                  <a:pt x="12" y="56"/>
                  <a:pt x="14" y="56"/>
                </a:cubicBezTo>
                <a:cubicBezTo>
                  <a:pt x="15" y="56"/>
                  <a:pt x="17" y="55"/>
                  <a:pt x="17" y="53"/>
                </a:cubicBezTo>
                <a:cubicBezTo>
                  <a:pt x="17" y="35"/>
                  <a:pt x="17" y="35"/>
                  <a:pt x="17" y="35"/>
                </a:cubicBezTo>
                <a:cubicBezTo>
                  <a:pt x="19" y="35"/>
                  <a:pt x="19" y="35"/>
                  <a:pt x="19" y="35"/>
                </a:cubicBezTo>
                <a:cubicBezTo>
                  <a:pt x="19" y="53"/>
                  <a:pt x="19" y="53"/>
                  <a:pt x="19" y="53"/>
                </a:cubicBezTo>
                <a:cubicBezTo>
                  <a:pt x="19" y="55"/>
                  <a:pt x="20" y="56"/>
                  <a:pt x="22" y="56"/>
                </a:cubicBezTo>
                <a:cubicBezTo>
                  <a:pt x="23" y="56"/>
                  <a:pt x="25" y="55"/>
                  <a:pt x="25" y="53"/>
                </a:cubicBezTo>
                <a:cubicBezTo>
                  <a:pt x="25" y="35"/>
                  <a:pt x="25" y="35"/>
                  <a:pt x="25" y="35"/>
                </a:cubicBezTo>
                <a:cubicBezTo>
                  <a:pt x="33" y="35"/>
                  <a:pt x="33" y="35"/>
                  <a:pt x="33" y="35"/>
                </a:cubicBezTo>
                <a:cubicBezTo>
                  <a:pt x="25" y="6"/>
                  <a:pt x="25" y="6"/>
                  <a:pt x="25" y="6"/>
                </a:cubicBezTo>
                <a:cubicBezTo>
                  <a:pt x="26" y="6"/>
                  <a:pt x="26" y="6"/>
                  <a:pt x="26" y="6"/>
                </a:cubicBezTo>
                <a:lnTo>
                  <a:pt x="31"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75" name="Oval 91"/>
          <p:cNvSpPr>
            <a:spLocks noChangeArrowheads="1"/>
          </p:cNvSpPr>
          <p:nvPr/>
        </p:nvSpPr>
        <p:spPr bwMode="auto">
          <a:xfrm>
            <a:off x="2509838" y="1752600"/>
            <a:ext cx="52387" cy="57150"/>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76" name="Freeform 92"/>
          <p:cNvSpPr>
            <a:spLocks/>
          </p:cNvSpPr>
          <p:nvPr/>
        </p:nvSpPr>
        <p:spPr bwMode="auto">
          <a:xfrm>
            <a:off x="2692400" y="1819275"/>
            <a:ext cx="177800" cy="292100"/>
          </a:xfrm>
          <a:custGeom>
            <a:avLst/>
            <a:gdLst/>
            <a:ahLst/>
            <a:cxnLst>
              <a:cxn ang="0">
                <a:pos x="30" y="24"/>
              </a:cxn>
              <a:cxn ang="0">
                <a:pos x="32" y="26"/>
              </a:cxn>
              <a:cxn ang="0">
                <a:pos x="34" y="24"/>
              </a:cxn>
              <a:cxn ang="0">
                <a:pos x="29" y="5"/>
              </a:cxn>
              <a:cxn ang="0">
                <a:pos x="24" y="0"/>
              </a:cxn>
              <a:cxn ang="0">
                <a:pos x="9" y="0"/>
              </a:cxn>
              <a:cxn ang="0">
                <a:pos x="5" y="5"/>
              </a:cxn>
              <a:cxn ang="0">
                <a:pos x="0" y="24"/>
              </a:cxn>
              <a:cxn ang="0">
                <a:pos x="2" y="26"/>
              </a:cxn>
              <a:cxn ang="0">
                <a:pos x="4" y="24"/>
              </a:cxn>
              <a:cxn ang="0">
                <a:pos x="9" y="6"/>
              </a:cxn>
              <a:cxn ang="0">
                <a:pos x="10" y="6"/>
              </a:cxn>
              <a:cxn ang="0">
                <a:pos x="2" y="35"/>
              </a:cxn>
              <a:cxn ang="0">
                <a:pos x="10" y="35"/>
              </a:cxn>
              <a:cxn ang="0">
                <a:pos x="10" y="53"/>
              </a:cxn>
              <a:cxn ang="0">
                <a:pos x="13" y="56"/>
              </a:cxn>
              <a:cxn ang="0">
                <a:pos x="16" y="53"/>
              </a:cxn>
              <a:cxn ang="0">
                <a:pos x="16" y="35"/>
              </a:cxn>
              <a:cxn ang="0">
                <a:pos x="18" y="35"/>
              </a:cxn>
              <a:cxn ang="0">
                <a:pos x="18" y="53"/>
              </a:cxn>
              <a:cxn ang="0">
                <a:pos x="21" y="56"/>
              </a:cxn>
              <a:cxn ang="0">
                <a:pos x="24" y="53"/>
              </a:cxn>
              <a:cxn ang="0">
                <a:pos x="24" y="35"/>
              </a:cxn>
              <a:cxn ang="0">
                <a:pos x="32" y="35"/>
              </a:cxn>
              <a:cxn ang="0">
                <a:pos x="24" y="6"/>
              </a:cxn>
              <a:cxn ang="0">
                <a:pos x="25" y="6"/>
              </a:cxn>
              <a:cxn ang="0">
                <a:pos x="30" y="24"/>
              </a:cxn>
            </a:cxnLst>
            <a:rect l="0" t="0" r="r" b="b"/>
            <a:pathLst>
              <a:path w="34" h="56">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9" y="0"/>
                  <a:pt x="9" y="0"/>
                  <a:pt x="9" y="0"/>
                </a:cubicBezTo>
                <a:cubicBezTo>
                  <a:pt x="7" y="0"/>
                  <a:pt x="5" y="2"/>
                  <a:pt x="5" y="5"/>
                </a:cubicBezTo>
                <a:cubicBezTo>
                  <a:pt x="0" y="24"/>
                  <a:pt x="0" y="24"/>
                  <a:pt x="0" y="24"/>
                </a:cubicBezTo>
                <a:cubicBezTo>
                  <a:pt x="0" y="25"/>
                  <a:pt x="0" y="26"/>
                  <a:pt x="2" y="26"/>
                </a:cubicBezTo>
                <a:cubicBezTo>
                  <a:pt x="3" y="26"/>
                  <a:pt x="3" y="25"/>
                  <a:pt x="4" y="24"/>
                </a:cubicBezTo>
                <a:cubicBezTo>
                  <a:pt x="9" y="6"/>
                  <a:pt x="9" y="6"/>
                  <a:pt x="9" y="6"/>
                </a:cubicBezTo>
                <a:cubicBezTo>
                  <a:pt x="10" y="6"/>
                  <a:pt x="10" y="6"/>
                  <a:pt x="10" y="6"/>
                </a:cubicBezTo>
                <a:cubicBezTo>
                  <a:pt x="2" y="35"/>
                  <a:pt x="2" y="35"/>
                  <a:pt x="2" y="35"/>
                </a:cubicBezTo>
                <a:cubicBezTo>
                  <a:pt x="10" y="35"/>
                  <a:pt x="10" y="35"/>
                  <a:pt x="10" y="35"/>
                </a:cubicBezTo>
                <a:cubicBezTo>
                  <a:pt x="10" y="53"/>
                  <a:pt x="10" y="53"/>
                  <a:pt x="10" y="53"/>
                </a:cubicBezTo>
                <a:cubicBezTo>
                  <a:pt x="10" y="55"/>
                  <a:pt x="11" y="56"/>
                  <a:pt x="13" y="56"/>
                </a:cubicBezTo>
                <a:cubicBezTo>
                  <a:pt x="15" y="56"/>
                  <a:pt x="16" y="55"/>
                  <a:pt x="16" y="53"/>
                </a:cubicBezTo>
                <a:cubicBezTo>
                  <a:pt x="16" y="35"/>
                  <a:pt x="16" y="35"/>
                  <a:pt x="16" y="35"/>
                </a:cubicBezTo>
                <a:cubicBezTo>
                  <a:pt x="18" y="35"/>
                  <a:pt x="18" y="35"/>
                  <a:pt x="18" y="35"/>
                </a:cubicBezTo>
                <a:cubicBezTo>
                  <a:pt x="18" y="53"/>
                  <a:pt x="18" y="53"/>
                  <a:pt x="18" y="53"/>
                </a:cubicBezTo>
                <a:cubicBezTo>
                  <a:pt x="18" y="55"/>
                  <a:pt x="19" y="56"/>
                  <a:pt x="21" y="56"/>
                </a:cubicBezTo>
                <a:cubicBezTo>
                  <a:pt x="22" y="56"/>
                  <a:pt x="24" y="55"/>
                  <a:pt x="24" y="53"/>
                </a:cubicBezTo>
                <a:cubicBezTo>
                  <a:pt x="24" y="35"/>
                  <a:pt x="24" y="35"/>
                  <a:pt x="24" y="35"/>
                </a:cubicBezTo>
                <a:cubicBezTo>
                  <a:pt x="32" y="35"/>
                  <a:pt x="32" y="35"/>
                  <a:pt x="32" y="35"/>
                </a:cubicBezTo>
                <a:cubicBezTo>
                  <a:pt x="24" y="6"/>
                  <a:pt x="24" y="6"/>
                  <a:pt x="24" y="6"/>
                </a:cubicBezTo>
                <a:cubicBezTo>
                  <a:pt x="25" y="6"/>
                  <a:pt x="25" y="6"/>
                  <a:pt x="25" y="6"/>
                </a:cubicBezTo>
                <a:lnTo>
                  <a:pt x="30"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77" name="Oval 93"/>
          <p:cNvSpPr>
            <a:spLocks noChangeArrowheads="1"/>
          </p:cNvSpPr>
          <p:nvPr/>
        </p:nvSpPr>
        <p:spPr bwMode="auto">
          <a:xfrm>
            <a:off x="2755900" y="1752600"/>
            <a:ext cx="52387" cy="57150"/>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78" name="Freeform 94"/>
          <p:cNvSpPr>
            <a:spLocks/>
          </p:cNvSpPr>
          <p:nvPr/>
        </p:nvSpPr>
        <p:spPr bwMode="auto">
          <a:xfrm>
            <a:off x="2938463" y="1819275"/>
            <a:ext cx="176212" cy="292100"/>
          </a:xfrm>
          <a:custGeom>
            <a:avLst/>
            <a:gdLst/>
            <a:ahLst/>
            <a:cxnLst>
              <a:cxn ang="0">
                <a:pos x="30" y="24"/>
              </a:cxn>
              <a:cxn ang="0">
                <a:pos x="32" y="26"/>
              </a:cxn>
              <a:cxn ang="0">
                <a:pos x="34" y="24"/>
              </a:cxn>
              <a:cxn ang="0">
                <a:pos x="29" y="5"/>
              </a:cxn>
              <a:cxn ang="0">
                <a:pos x="24" y="0"/>
              </a:cxn>
              <a:cxn ang="0">
                <a:pos x="9" y="0"/>
              </a:cxn>
              <a:cxn ang="0">
                <a:pos x="5" y="5"/>
              </a:cxn>
              <a:cxn ang="0">
                <a:pos x="0" y="24"/>
              </a:cxn>
              <a:cxn ang="0">
                <a:pos x="2" y="26"/>
              </a:cxn>
              <a:cxn ang="0">
                <a:pos x="4" y="24"/>
              </a:cxn>
              <a:cxn ang="0">
                <a:pos x="9" y="6"/>
              </a:cxn>
              <a:cxn ang="0">
                <a:pos x="10" y="6"/>
              </a:cxn>
              <a:cxn ang="0">
                <a:pos x="2" y="35"/>
              </a:cxn>
              <a:cxn ang="0">
                <a:pos x="10" y="35"/>
              </a:cxn>
              <a:cxn ang="0">
                <a:pos x="10" y="53"/>
              </a:cxn>
              <a:cxn ang="0">
                <a:pos x="13" y="56"/>
              </a:cxn>
              <a:cxn ang="0">
                <a:pos x="16" y="53"/>
              </a:cxn>
              <a:cxn ang="0">
                <a:pos x="16" y="35"/>
              </a:cxn>
              <a:cxn ang="0">
                <a:pos x="18" y="35"/>
              </a:cxn>
              <a:cxn ang="0">
                <a:pos x="18" y="53"/>
              </a:cxn>
              <a:cxn ang="0">
                <a:pos x="21" y="56"/>
              </a:cxn>
              <a:cxn ang="0">
                <a:pos x="24" y="53"/>
              </a:cxn>
              <a:cxn ang="0">
                <a:pos x="24" y="35"/>
              </a:cxn>
              <a:cxn ang="0">
                <a:pos x="32" y="35"/>
              </a:cxn>
              <a:cxn ang="0">
                <a:pos x="24" y="6"/>
              </a:cxn>
              <a:cxn ang="0">
                <a:pos x="25" y="6"/>
              </a:cxn>
              <a:cxn ang="0">
                <a:pos x="30" y="24"/>
              </a:cxn>
            </a:cxnLst>
            <a:rect l="0" t="0" r="r" b="b"/>
            <a:pathLst>
              <a:path w="34" h="56">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9" y="0"/>
                  <a:pt x="9" y="0"/>
                  <a:pt x="9" y="0"/>
                </a:cubicBezTo>
                <a:cubicBezTo>
                  <a:pt x="7" y="0"/>
                  <a:pt x="5" y="2"/>
                  <a:pt x="5" y="5"/>
                </a:cubicBezTo>
                <a:cubicBezTo>
                  <a:pt x="0" y="24"/>
                  <a:pt x="0" y="24"/>
                  <a:pt x="0" y="24"/>
                </a:cubicBezTo>
                <a:cubicBezTo>
                  <a:pt x="0" y="25"/>
                  <a:pt x="1" y="26"/>
                  <a:pt x="2" y="26"/>
                </a:cubicBezTo>
                <a:cubicBezTo>
                  <a:pt x="3" y="26"/>
                  <a:pt x="3" y="25"/>
                  <a:pt x="4" y="24"/>
                </a:cubicBezTo>
                <a:cubicBezTo>
                  <a:pt x="9" y="6"/>
                  <a:pt x="9" y="6"/>
                  <a:pt x="9" y="6"/>
                </a:cubicBezTo>
                <a:cubicBezTo>
                  <a:pt x="10" y="6"/>
                  <a:pt x="10" y="6"/>
                  <a:pt x="10" y="6"/>
                </a:cubicBezTo>
                <a:cubicBezTo>
                  <a:pt x="2" y="35"/>
                  <a:pt x="2" y="35"/>
                  <a:pt x="2" y="35"/>
                </a:cubicBezTo>
                <a:cubicBezTo>
                  <a:pt x="10" y="35"/>
                  <a:pt x="10" y="35"/>
                  <a:pt x="10" y="35"/>
                </a:cubicBezTo>
                <a:cubicBezTo>
                  <a:pt x="10" y="53"/>
                  <a:pt x="10" y="53"/>
                  <a:pt x="10" y="53"/>
                </a:cubicBezTo>
                <a:cubicBezTo>
                  <a:pt x="10" y="55"/>
                  <a:pt x="11" y="56"/>
                  <a:pt x="13" y="56"/>
                </a:cubicBezTo>
                <a:cubicBezTo>
                  <a:pt x="15" y="56"/>
                  <a:pt x="16" y="55"/>
                  <a:pt x="16" y="53"/>
                </a:cubicBezTo>
                <a:cubicBezTo>
                  <a:pt x="16" y="35"/>
                  <a:pt x="16" y="35"/>
                  <a:pt x="16" y="35"/>
                </a:cubicBezTo>
                <a:cubicBezTo>
                  <a:pt x="18" y="35"/>
                  <a:pt x="18" y="35"/>
                  <a:pt x="18" y="35"/>
                </a:cubicBezTo>
                <a:cubicBezTo>
                  <a:pt x="18" y="53"/>
                  <a:pt x="18" y="53"/>
                  <a:pt x="18" y="53"/>
                </a:cubicBezTo>
                <a:cubicBezTo>
                  <a:pt x="18" y="55"/>
                  <a:pt x="19" y="56"/>
                  <a:pt x="21" y="56"/>
                </a:cubicBezTo>
                <a:cubicBezTo>
                  <a:pt x="23" y="56"/>
                  <a:pt x="24" y="55"/>
                  <a:pt x="24" y="53"/>
                </a:cubicBezTo>
                <a:cubicBezTo>
                  <a:pt x="24" y="35"/>
                  <a:pt x="24" y="35"/>
                  <a:pt x="24" y="35"/>
                </a:cubicBezTo>
                <a:cubicBezTo>
                  <a:pt x="32" y="35"/>
                  <a:pt x="32" y="35"/>
                  <a:pt x="32" y="35"/>
                </a:cubicBezTo>
                <a:cubicBezTo>
                  <a:pt x="24" y="6"/>
                  <a:pt x="24" y="6"/>
                  <a:pt x="24" y="6"/>
                </a:cubicBezTo>
                <a:cubicBezTo>
                  <a:pt x="25" y="6"/>
                  <a:pt x="25" y="6"/>
                  <a:pt x="25" y="6"/>
                </a:cubicBezTo>
                <a:lnTo>
                  <a:pt x="30"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79" name="Oval 95"/>
          <p:cNvSpPr>
            <a:spLocks noChangeArrowheads="1"/>
          </p:cNvSpPr>
          <p:nvPr/>
        </p:nvSpPr>
        <p:spPr bwMode="auto">
          <a:xfrm>
            <a:off x="3000375" y="1752600"/>
            <a:ext cx="52387" cy="57150"/>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80" name="Freeform 96"/>
          <p:cNvSpPr>
            <a:spLocks/>
          </p:cNvSpPr>
          <p:nvPr/>
        </p:nvSpPr>
        <p:spPr bwMode="auto">
          <a:xfrm>
            <a:off x="3182938" y="1819275"/>
            <a:ext cx="177800" cy="292100"/>
          </a:xfrm>
          <a:custGeom>
            <a:avLst/>
            <a:gdLst/>
            <a:ahLst/>
            <a:cxnLst>
              <a:cxn ang="0">
                <a:pos x="30" y="24"/>
              </a:cxn>
              <a:cxn ang="0">
                <a:pos x="32" y="26"/>
              </a:cxn>
              <a:cxn ang="0">
                <a:pos x="34" y="24"/>
              </a:cxn>
              <a:cxn ang="0">
                <a:pos x="29" y="5"/>
              </a:cxn>
              <a:cxn ang="0">
                <a:pos x="24" y="0"/>
              </a:cxn>
              <a:cxn ang="0">
                <a:pos x="10" y="0"/>
              </a:cxn>
              <a:cxn ang="0">
                <a:pos x="5" y="5"/>
              </a:cxn>
              <a:cxn ang="0">
                <a:pos x="0" y="24"/>
              </a:cxn>
              <a:cxn ang="0">
                <a:pos x="2" y="26"/>
              </a:cxn>
              <a:cxn ang="0">
                <a:pos x="4" y="24"/>
              </a:cxn>
              <a:cxn ang="0">
                <a:pos x="9" y="6"/>
              </a:cxn>
              <a:cxn ang="0">
                <a:pos x="10" y="6"/>
              </a:cxn>
              <a:cxn ang="0">
                <a:pos x="2" y="35"/>
              </a:cxn>
              <a:cxn ang="0">
                <a:pos x="10" y="35"/>
              </a:cxn>
              <a:cxn ang="0">
                <a:pos x="10" y="53"/>
              </a:cxn>
              <a:cxn ang="0">
                <a:pos x="13" y="56"/>
              </a:cxn>
              <a:cxn ang="0">
                <a:pos x="16" y="53"/>
              </a:cxn>
              <a:cxn ang="0">
                <a:pos x="16" y="35"/>
              </a:cxn>
              <a:cxn ang="0">
                <a:pos x="18" y="35"/>
              </a:cxn>
              <a:cxn ang="0">
                <a:pos x="18" y="53"/>
              </a:cxn>
              <a:cxn ang="0">
                <a:pos x="21" y="56"/>
              </a:cxn>
              <a:cxn ang="0">
                <a:pos x="24" y="53"/>
              </a:cxn>
              <a:cxn ang="0">
                <a:pos x="24" y="35"/>
              </a:cxn>
              <a:cxn ang="0">
                <a:pos x="32" y="35"/>
              </a:cxn>
              <a:cxn ang="0">
                <a:pos x="24" y="6"/>
              </a:cxn>
              <a:cxn ang="0">
                <a:pos x="25" y="6"/>
              </a:cxn>
              <a:cxn ang="0">
                <a:pos x="30" y="24"/>
              </a:cxn>
            </a:cxnLst>
            <a:rect l="0" t="0" r="r" b="b"/>
            <a:pathLst>
              <a:path w="34" h="56">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10" y="0"/>
                  <a:pt x="10" y="0"/>
                  <a:pt x="10" y="0"/>
                </a:cubicBezTo>
                <a:cubicBezTo>
                  <a:pt x="7" y="0"/>
                  <a:pt x="5" y="2"/>
                  <a:pt x="5" y="5"/>
                </a:cubicBezTo>
                <a:cubicBezTo>
                  <a:pt x="0" y="24"/>
                  <a:pt x="0" y="24"/>
                  <a:pt x="0" y="24"/>
                </a:cubicBezTo>
                <a:cubicBezTo>
                  <a:pt x="0" y="25"/>
                  <a:pt x="1" y="26"/>
                  <a:pt x="2" y="26"/>
                </a:cubicBezTo>
                <a:cubicBezTo>
                  <a:pt x="3" y="26"/>
                  <a:pt x="3" y="25"/>
                  <a:pt x="4" y="24"/>
                </a:cubicBezTo>
                <a:cubicBezTo>
                  <a:pt x="9" y="6"/>
                  <a:pt x="9" y="6"/>
                  <a:pt x="9" y="6"/>
                </a:cubicBezTo>
                <a:cubicBezTo>
                  <a:pt x="10" y="6"/>
                  <a:pt x="10" y="6"/>
                  <a:pt x="10" y="6"/>
                </a:cubicBezTo>
                <a:cubicBezTo>
                  <a:pt x="2" y="35"/>
                  <a:pt x="2" y="35"/>
                  <a:pt x="2" y="35"/>
                </a:cubicBezTo>
                <a:cubicBezTo>
                  <a:pt x="10" y="35"/>
                  <a:pt x="10" y="35"/>
                  <a:pt x="10" y="35"/>
                </a:cubicBezTo>
                <a:cubicBezTo>
                  <a:pt x="10" y="53"/>
                  <a:pt x="10" y="53"/>
                  <a:pt x="10" y="53"/>
                </a:cubicBezTo>
                <a:cubicBezTo>
                  <a:pt x="10" y="55"/>
                  <a:pt x="11" y="56"/>
                  <a:pt x="13" y="56"/>
                </a:cubicBezTo>
                <a:cubicBezTo>
                  <a:pt x="15" y="56"/>
                  <a:pt x="16" y="55"/>
                  <a:pt x="16" y="53"/>
                </a:cubicBezTo>
                <a:cubicBezTo>
                  <a:pt x="16" y="35"/>
                  <a:pt x="16" y="35"/>
                  <a:pt x="16" y="35"/>
                </a:cubicBezTo>
                <a:cubicBezTo>
                  <a:pt x="18" y="35"/>
                  <a:pt x="18" y="35"/>
                  <a:pt x="18" y="35"/>
                </a:cubicBezTo>
                <a:cubicBezTo>
                  <a:pt x="18" y="53"/>
                  <a:pt x="18" y="53"/>
                  <a:pt x="18" y="53"/>
                </a:cubicBezTo>
                <a:cubicBezTo>
                  <a:pt x="18" y="55"/>
                  <a:pt x="19" y="56"/>
                  <a:pt x="21" y="56"/>
                </a:cubicBezTo>
                <a:cubicBezTo>
                  <a:pt x="23" y="56"/>
                  <a:pt x="24" y="55"/>
                  <a:pt x="24" y="53"/>
                </a:cubicBezTo>
                <a:cubicBezTo>
                  <a:pt x="24" y="35"/>
                  <a:pt x="24" y="35"/>
                  <a:pt x="24" y="35"/>
                </a:cubicBezTo>
                <a:cubicBezTo>
                  <a:pt x="32" y="35"/>
                  <a:pt x="32" y="35"/>
                  <a:pt x="32" y="35"/>
                </a:cubicBezTo>
                <a:cubicBezTo>
                  <a:pt x="24" y="6"/>
                  <a:pt x="24" y="6"/>
                  <a:pt x="24" y="6"/>
                </a:cubicBezTo>
                <a:cubicBezTo>
                  <a:pt x="25" y="6"/>
                  <a:pt x="25" y="6"/>
                  <a:pt x="25" y="6"/>
                </a:cubicBezTo>
                <a:lnTo>
                  <a:pt x="30"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81" name="Oval 97"/>
          <p:cNvSpPr>
            <a:spLocks noChangeArrowheads="1"/>
          </p:cNvSpPr>
          <p:nvPr/>
        </p:nvSpPr>
        <p:spPr bwMode="auto">
          <a:xfrm>
            <a:off x="3244850" y="1752600"/>
            <a:ext cx="52387" cy="57150"/>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82" name="Freeform 98"/>
          <p:cNvSpPr>
            <a:spLocks/>
          </p:cNvSpPr>
          <p:nvPr/>
        </p:nvSpPr>
        <p:spPr bwMode="auto">
          <a:xfrm>
            <a:off x="3427413" y="1819275"/>
            <a:ext cx="177800" cy="292100"/>
          </a:xfrm>
          <a:custGeom>
            <a:avLst/>
            <a:gdLst/>
            <a:ahLst/>
            <a:cxnLst>
              <a:cxn ang="0">
                <a:pos x="30" y="24"/>
              </a:cxn>
              <a:cxn ang="0">
                <a:pos x="32" y="26"/>
              </a:cxn>
              <a:cxn ang="0">
                <a:pos x="34" y="24"/>
              </a:cxn>
              <a:cxn ang="0">
                <a:pos x="29" y="5"/>
              </a:cxn>
              <a:cxn ang="0">
                <a:pos x="24" y="0"/>
              </a:cxn>
              <a:cxn ang="0">
                <a:pos x="10" y="0"/>
              </a:cxn>
              <a:cxn ang="0">
                <a:pos x="5" y="5"/>
              </a:cxn>
              <a:cxn ang="0">
                <a:pos x="0" y="24"/>
              </a:cxn>
              <a:cxn ang="0">
                <a:pos x="2" y="26"/>
              </a:cxn>
              <a:cxn ang="0">
                <a:pos x="4" y="24"/>
              </a:cxn>
              <a:cxn ang="0">
                <a:pos x="9" y="6"/>
              </a:cxn>
              <a:cxn ang="0">
                <a:pos x="10" y="6"/>
              </a:cxn>
              <a:cxn ang="0">
                <a:pos x="2" y="35"/>
              </a:cxn>
              <a:cxn ang="0">
                <a:pos x="10" y="35"/>
              </a:cxn>
              <a:cxn ang="0">
                <a:pos x="10" y="53"/>
              </a:cxn>
              <a:cxn ang="0">
                <a:pos x="13" y="56"/>
              </a:cxn>
              <a:cxn ang="0">
                <a:pos x="16" y="53"/>
              </a:cxn>
              <a:cxn ang="0">
                <a:pos x="16" y="35"/>
              </a:cxn>
              <a:cxn ang="0">
                <a:pos x="18" y="35"/>
              </a:cxn>
              <a:cxn ang="0">
                <a:pos x="18" y="53"/>
              </a:cxn>
              <a:cxn ang="0">
                <a:pos x="21" y="56"/>
              </a:cxn>
              <a:cxn ang="0">
                <a:pos x="24" y="53"/>
              </a:cxn>
              <a:cxn ang="0">
                <a:pos x="24" y="35"/>
              </a:cxn>
              <a:cxn ang="0">
                <a:pos x="32" y="35"/>
              </a:cxn>
              <a:cxn ang="0">
                <a:pos x="24" y="6"/>
              </a:cxn>
              <a:cxn ang="0">
                <a:pos x="25" y="6"/>
              </a:cxn>
              <a:cxn ang="0">
                <a:pos x="30" y="24"/>
              </a:cxn>
            </a:cxnLst>
            <a:rect l="0" t="0" r="r" b="b"/>
            <a:pathLst>
              <a:path w="34" h="56">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10" y="0"/>
                  <a:pt x="10" y="0"/>
                  <a:pt x="10" y="0"/>
                </a:cubicBezTo>
                <a:cubicBezTo>
                  <a:pt x="7" y="0"/>
                  <a:pt x="6" y="2"/>
                  <a:pt x="5" y="5"/>
                </a:cubicBezTo>
                <a:cubicBezTo>
                  <a:pt x="0" y="24"/>
                  <a:pt x="0" y="24"/>
                  <a:pt x="0" y="24"/>
                </a:cubicBezTo>
                <a:cubicBezTo>
                  <a:pt x="0" y="25"/>
                  <a:pt x="1" y="26"/>
                  <a:pt x="2" y="26"/>
                </a:cubicBezTo>
                <a:cubicBezTo>
                  <a:pt x="3" y="26"/>
                  <a:pt x="3" y="25"/>
                  <a:pt x="4" y="24"/>
                </a:cubicBezTo>
                <a:cubicBezTo>
                  <a:pt x="9" y="6"/>
                  <a:pt x="9" y="6"/>
                  <a:pt x="9" y="6"/>
                </a:cubicBezTo>
                <a:cubicBezTo>
                  <a:pt x="10" y="6"/>
                  <a:pt x="10" y="6"/>
                  <a:pt x="10" y="6"/>
                </a:cubicBezTo>
                <a:cubicBezTo>
                  <a:pt x="2" y="35"/>
                  <a:pt x="2" y="35"/>
                  <a:pt x="2" y="35"/>
                </a:cubicBezTo>
                <a:cubicBezTo>
                  <a:pt x="10" y="35"/>
                  <a:pt x="10" y="35"/>
                  <a:pt x="10" y="35"/>
                </a:cubicBezTo>
                <a:cubicBezTo>
                  <a:pt x="10" y="53"/>
                  <a:pt x="10" y="53"/>
                  <a:pt x="10" y="53"/>
                </a:cubicBezTo>
                <a:cubicBezTo>
                  <a:pt x="10" y="55"/>
                  <a:pt x="11" y="56"/>
                  <a:pt x="13" y="56"/>
                </a:cubicBezTo>
                <a:cubicBezTo>
                  <a:pt x="15" y="56"/>
                  <a:pt x="16" y="55"/>
                  <a:pt x="16" y="53"/>
                </a:cubicBezTo>
                <a:cubicBezTo>
                  <a:pt x="16" y="35"/>
                  <a:pt x="16" y="35"/>
                  <a:pt x="16" y="35"/>
                </a:cubicBezTo>
                <a:cubicBezTo>
                  <a:pt x="18" y="35"/>
                  <a:pt x="18" y="35"/>
                  <a:pt x="18" y="35"/>
                </a:cubicBezTo>
                <a:cubicBezTo>
                  <a:pt x="18" y="53"/>
                  <a:pt x="18" y="53"/>
                  <a:pt x="18" y="53"/>
                </a:cubicBezTo>
                <a:cubicBezTo>
                  <a:pt x="18" y="55"/>
                  <a:pt x="19" y="56"/>
                  <a:pt x="21" y="56"/>
                </a:cubicBezTo>
                <a:cubicBezTo>
                  <a:pt x="23" y="56"/>
                  <a:pt x="24" y="55"/>
                  <a:pt x="24" y="53"/>
                </a:cubicBezTo>
                <a:cubicBezTo>
                  <a:pt x="24" y="35"/>
                  <a:pt x="24" y="35"/>
                  <a:pt x="24" y="35"/>
                </a:cubicBezTo>
                <a:cubicBezTo>
                  <a:pt x="32" y="35"/>
                  <a:pt x="32" y="35"/>
                  <a:pt x="32" y="35"/>
                </a:cubicBezTo>
                <a:cubicBezTo>
                  <a:pt x="24" y="6"/>
                  <a:pt x="24" y="6"/>
                  <a:pt x="24" y="6"/>
                </a:cubicBezTo>
                <a:cubicBezTo>
                  <a:pt x="25" y="6"/>
                  <a:pt x="25" y="6"/>
                  <a:pt x="25" y="6"/>
                </a:cubicBezTo>
                <a:lnTo>
                  <a:pt x="30"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83" name="Oval 99"/>
          <p:cNvSpPr>
            <a:spLocks noChangeArrowheads="1"/>
          </p:cNvSpPr>
          <p:nvPr/>
        </p:nvSpPr>
        <p:spPr bwMode="auto">
          <a:xfrm>
            <a:off x="3490913" y="1752600"/>
            <a:ext cx="52387" cy="57150"/>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84" name="Freeform 100"/>
          <p:cNvSpPr>
            <a:spLocks/>
          </p:cNvSpPr>
          <p:nvPr/>
        </p:nvSpPr>
        <p:spPr bwMode="auto">
          <a:xfrm>
            <a:off x="3673475" y="1819275"/>
            <a:ext cx="176212" cy="292100"/>
          </a:xfrm>
          <a:custGeom>
            <a:avLst/>
            <a:gdLst/>
            <a:ahLst/>
            <a:cxnLst>
              <a:cxn ang="0">
                <a:pos x="30" y="24"/>
              </a:cxn>
              <a:cxn ang="0">
                <a:pos x="32" y="26"/>
              </a:cxn>
              <a:cxn ang="0">
                <a:pos x="34" y="24"/>
              </a:cxn>
              <a:cxn ang="0">
                <a:pos x="29" y="5"/>
              </a:cxn>
              <a:cxn ang="0">
                <a:pos x="24" y="0"/>
              </a:cxn>
              <a:cxn ang="0">
                <a:pos x="10" y="0"/>
              </a:cxn>
              <a:cxn ang="0">
                <a:pos x="5" y="5"/>
              </a:cxn>
              <a:cxn ang="0">
                <a:pos x="0" y="24"/>
              </a:cxn>
              <a:cxn ang="0">
                <a:pos x="2" y="26"/>
              </a:cxn>
              <a:cxn ang="0">
                <a:pos x="4" y="24"/>
              </a:cxn>
              <a:cxn ang="0">
                <a:pos x="9" y="6"/>
              </a:cxn>
              <a:cxn ang="0">
                <a:pos x="10" y="6"/>
              </a:cxn>
              <a:cxn ang="0">
                <a:pos x="2" y="35"/>
              </a:cxn>
              <a:cxn ang="0">
                <a:pos x="10" y="35"/>
              </a:cxn>
              <a:cxn ang="0">
                <a:pos x="10" y="53"/>
              </a:cxn>
              <a:cxn ang="0">
                <a:pos x="13" y="56"/>
              </a:cxn>
              <a:cxn ang="0">
                <a:pos x="16" y="53"/>
              </a:cxn>
              <a:cxn ang="0">
                <a:pos x="16" y="35"/>
              </a:cxn>
              <a:cxn ang="0">
                <a:pos x="18" y="35"/>
              </a:cxn>
              <a:cxn ang="0">
                <a:pos x="18" y="53"/>
              </a:cxn>
              <a:cxn ang="0">
                <a:pos x="21" y="56"/>
              </a:cxn>
              <a:cxn ang="0">
                <a:pos x="24" y="53"/>
              </a:cxn>
              <a:cxn ang="0">
                <a:pos x="24" y="35"/>
              </a:cxn>
              <a:cxn ang="0">
                <a:pos x="32" y="35"/>
              </a:cxn>
              <a:cxn ang="0">
                <a:pos x="24" y="6"/>
              </a:cxn>
              <a:cxn ang="0">
                <a:pos x="25" y="6"/>
              </a:cxn>
              <a:cxn ang="0">
                <a:pos x="30" y="24"/>
              </a:cxn>
            </a:cxnLst>
            <a:rect l="0" t="0" r="r" b="b"/>
            <a:pathLst>
              <a:path w="34" h="56">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10" y="0"/>
                  <a:pt x="10" y="0"/>
                  <a:pt x="10" y="0"/>
                </a:cubicBezTo>
                <a:cubicBezTo>
                  <a:pt x="7" y="0"/>
                  <a:pt x="6" y="2"/>
                  <a:pt x="5" y="5"/>
                </a:cubicBezTo>
                <a:cubicBezTo>
                  <a:pt x="0" y="24"/>
                  <a:pt x="0" y="24"/>
                  <a:pt x="0" y="24"/>
                </a:cubicBezTo>
                <a:cubicBezTo>
                  <a:pt x="0" y="25"/>
                  <a:pt x="1" y="26"/>
                  <a:pt x="2" y="26"/>
                </a:cubicBezTo>
                <a:cubicBezTo>
                  <a:pt x="3" y="26"/>
                  <a:pt x="4" y="25"/>
                  <a:pt x="4" y="24"/>
                </a:cubicBezTo>
                <a:cubicBezTo>
                  <a:pt x="9" y="6"/>
                  <a:pt x="9" y="6"/>
                  <a:pt x="9" y="6"/>
                </a:cubicBezTo>
                <a:cubicBezTo>
                  <a:pt x="10" y="6"/>
                  <a:pt x="10" y="6"/>
                  <a:pt x="10" y="6"/>
                </a:cubicBezTo>
                <a:cubicBezTo>
                  <a:pt x="2" y="35"/>
                  <a:pt x="2" y="35"/>
                  <a:pt x="2" y="35"/>
                </a:cubicBezTo>
                <a:cubicBezTo>
                  <a:pt x="10" y="35"/>
                  <a:pt x="10" y="35"/>
                  <a:pt x="10" y="35"/>
                </a:cubicBezTo>
                <a:cubicBezTo>
                  <a:pt x="10" y="53"/>
                  <a:pt x="10" y="53"/>
                  <a:pt x="10" y="53"/>
                </a:cubicBezTo>
                <a:cubicBezTo>
                  <a:pt x="10" y="55"/>
                  <a:pt x="11" y="56"/>
                  <a:pt x="13" y="56"/>
                </a:cubicBezTo>
                <a:cubicBezTo>
                  <a:pt x="15" y="56"/>
                  <a:pt x="16" y="55"/>
                  <a:pt x="16" y="53"/>
                </a:cubicBezTo>
                <a:cubicBezTo>
                  <a:pt x="16" y="35"/>
                  <a:pt x="16" y="35"/>
                  <a:pt x="16" y="35"/>
                </a:cubicBezTo>
                <a:cubicBezTo>
                  <a:pt x="18" y="35"/>
                  <a:pt x="18" y="35"/>
                  <a:pt x="18" y="35"/>
                </a:cubicBezTo>
                <a:cubicBezTo>
                  <a:pt x="18" y="53"/>
                  <a:pt x="18" y="53"/>
                  <a:pt x="18" y="53"/>
                </a:cubicBezTo>
                <a:cubicBezTo>
                  <a:pt x="18" y="55"/>
                  <a:pt x="19" y="56"/>
                  <a:pt x="21" y="56"/>
                </a:cubicBezTo>
                <a:cubicBezTo>
                  <a:pt x="23" y="56"/>
                  <a:pt x="24" y="55"/>
                  <a:pt x="24" y="53"/>
                </a:cubicBezTo>
                <a:cubicBezTo>
                  <a:pt x="24" y="35"/>
                  <a:pt x="24" y="35"/>
                  <a:pt x="24" y="35"/>
                </a:cubicBezTo>
                <a:cubicBezTo>
                  <a:pt x="32" y="35"/>
                  <a:pt x="32" y="35"/>
                  <a:pt x="32" y="35"/>
                </a:cubicBezTo>
                <a:cubicBezTo>
                  <a:pt x="24" y="6"/>
                  <a:pt x="24" y="6"/>
                  <a:pt x="24" y="6"/>
                </a:cubicBezTo>
                <a:cubicBezTo>
                  <a:pt x="25" y="6"/>
                  <a:pt x="25" y="6"/>
                  <a:pt x="25" y="6"/>
                </a:cubicBezTo>
                <a:lnTo>
                  <a:pt x="30"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85" name="Oval 101"/>
          <p:cNvSpPr>
            <a:spLocks noChangeArrowheads="1"/>
          </p:cNvSpPr>
          <p:nvPr/>
        </p:nvSpPr>
        <p:spPr bwMode="auto">
          <a:xfrm>
            <a:off x="3735388" y="1752600"/>
            <a:ext cx="52387" cy="57150"/>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86" name="Freeform 102"/>
          <p:cNvSpPr>
            <a:spLocks/>
          </p:cNvSpPr>
          <p:nvPr/>
        </p:nvSpPr>
        <p:spPr bwMode="auto">
          <a:xfrm>
            <a:off x="1952625" y="2225675"/>
            <a:ext cx="182562" cy="298450"/>
          </a:xfrm>
          <a:custGeom>
            <a:avLst/>
            <a:gdLst/>
            <a:ahLst/>
            <a:cxnLst>
              <a:cxn ang="0">
                <a:pos x="31" y="24"/>
              </a:cxn>
              <a:cxn ang="0">
                <a:pos x="33" y="26"/>
              </a:cxn>
              <a:cxn ang="0">
                <a:pos x="35" y="24"/>
              </a:cxn>
              <a:cxn ang="0">
                <a:pos x="30" y="5"/>
              </a:cxn>
              <a:cxn ang="0">
                <a:pos x="25" y="0"/>
              </a:cxn>
              <a:cxn ang="0">
                <a:pos x="10" y="0"/>
              </a:cxn>
              <a:cxn ang="0">
                <a:pos x="5" y="5"/>
              </a:cxn>
              <a:cxn ang="0">
                <a:pos x="0" y="24"/>
              </a:cxn>
              <a:cxn ang="0">
                <a:pos x="2" y="26"/>
              </a:cxn>
              <a:cxn ang="0">
                <a:pos x="5" y="24"/>
              </a:cxn>
              <a:cxn ang="0">
                <a:pos x="10" y="7"/>
              </a:cxn>
              <a:cxn ang="0">
                <a:pos x="11" y="7"/>
              </a:cxn>
              <a:cxn ang="0">
                <a:pos x="2" y="35"/>
              </a:cxn>
              <a:cxn ang="0">
                <a:pos x="11" y="35"/>
              </a:cxn>
              <a:cxn ang="0">
                <a:pos x="11" y="54"/>
              </a:cxn>
              <a:cxn ang="0">
                <a:pos x="14" y="57"/>
              </a:cxn>
              <a:cxn ang="0">
                <a:pos x="17" y="54"/>
              </a:cxn>
              <a:cxn ang="0">
                <a:pos x="17" y="35"/>
              </a:cxn>
              <a:cxn ang="0">
                <a:pos x="18" y="35"/>
              </a:cxn>
              <a:cxn ang="0">
                <a:pos x="18" y="54"/>
              </a:cxn>
              <a:cxn ang="0">
                <a:pos x="22" y="57"/>
              </a:cxn>
              <a:cxn ang="0">
                <a:pos x="25" y="54"/>
              </a:cxn>
              <a:cxn ang="0">
                <a:pos x="25" y="35"/>
              </a:cxn>
              <a:cxn ang="0">
                <a:pos x="33" y="35"/>
              </a:cxn>
              <a:cxn ang="0">
                <a:pos x="25" y="7"/>
              </a:cxn>
              <a:cxn ang="0">
                <a:pos x="26" y="7"/>
              </a:cxn>
              <a:cxn ang="0">
                <a:pos x="31" y="24"/>
              </a:cxn>
            </a:cxnLst>
            <a:rect l="0" t="0" r="r" b="b"/>
            <a:pathLst>
              <a:path w="35" h="57">
                <a:moveTo>
                  <a:pt x="31" y="24"/>
                </a:moveTo>
                <a:cubicBezTo>
                  <a:pt x="31" y="25"/>
                  <a:pt x="32" y="26"/>
                  <a:pt x="33" y="26"/>
                </a:cubicBezTo>
                <a:cubicBezTo>
                  <a:pt x="34" y="26"/>
                  <a:pt x="35" y="25"/>
                  <a:pt x="35" y="24"/>
                </a:cubicBezTo>
                <a:cubicBezTo>
                  <a:pt x="30" y="5"/>
                  <a:pt x="30" y="5"/>
                  <a:pt x="30" y="5"/>
                </a:cubicBezTo>
                <a:cubicBezTo>
                  <a:pt x="29" y="2"/>
                  <a:pt x="28" y="0"/>
                  <a:pt x="25" y="0"/>
                </a:cubicBezTo>
                <a:cubicBezTo>
                  <a:pt x="10" y="0"/>
                  <a:pt x="10" y="0"/>
                  <a:pt x="10" y="0"/>
                </a:cubicBezTo>
                <a:cubicBezTo>
                  <a:pt x="8" y="0"/>
                  <a:pt x="6" y="3"/>
                  <a:pt x="5" y="5"/>
                </a:cubicBezTo>
                <a:cubicBezTo>
                  <a:pt x="0" y="24"/>
                  <a:pt x="0" y="24"/>
                  <a:pt x="0" y="24"/>
                </a:cubicBezTo>
                <a:cubicBezTo>
                  <a:pt x="0" y="26"/>
                  <a:pt x="1" y="26"/>
                  <a:pt x="2" y="26"/>
                </a:cubicBezTo>
                <a:cubicBezTo>
                  <a:pt x="4" y="26"/>
                  <a:pt x="4" y="26"/>
                  <a:pt x="5" y="24"/>
                </a:cubicBezTo>
                <a:cubicBezTo>
                  <a:pt x="10" y="7"/>
                  <a:pt x="10" y="7"/>
                  <a:pt x="10" y="7"/>
                </a:cubicBezTo>
                <a:cubicBezTo>
                  <a:pt x="11" y="7"/>
                  <a:pt x="11" y="7"/>
                  <a:pt x="11" y="7"/>
                </a:cubicBezTo>
                <a:cubicBezTo>
                  <a:pt x="2" y="35"/>
                  <a:pt x="2" y="35"/>
                  <a:pt x="2" y="35"/>
                </a:cubicBezTo>
                <a:cubicBezTo>
                  <a:pt x="11" y="35"/>
                  <a:pt x="11" y="35"/>
                  <a:pt x="11" y="35"/>
                </a:cubicBezTo>
                <a:cubicBezTo>
                  <a:pt x="11" y="54"/>
                  <a:pt x="11" y="54"/>
                  <a:pt x="11" y="54"/>
                </a:cubicBezTo>
                <a:cubicBezTo>
                  <a:pt x="11" y="56"/>
                  <a:pt x="12" y="57"/>
                  <a:pt x="14" y="57"/>
                </a:cubicBezTo>
                <a:cubicBezTo>
                  <a:pt x="15" y="57"/>
                  <a:pt x="17" y="56"/>
                  <a:pt x="17" y="54"/>
                </a:cubicBezTo>
                <a:cubicBezTo>
                  <a:pt x="17" y="35"/>
                  <a:pt x="17" y="35"/>
                  <a:pt x="17" y="35"/>
                </a:cubicBezTo>
                <a:cubicBezTo>
                  <a:pt x="18" y="35"/>
                  <a:pt x="18" y="35"/>
                  <a:pt x="18" y="35"/>
                </a:cubicBezTo>
                <a:cubicBezTo>
                  <a:pt x="18" y="54"/>
                  <a:pt x="18" y="54"/>
                  <a:pt x="18" y="54"/>
                </a:cubicBezTo>
                <a:cubicBezTo>
                  <a:pt x="18" y="56"/>
                  <a:pt x="20" y="57"/>
                  <a:pt x="22" y="57"/>
                </a:cubicBezTo>
                <a:cubicBezTo>
                  <a:pt x="23" y="57"/>
                  <a:pt x="25" y="56"/>
                  <a:pt x="25" y="54"/>
                </a:cubicBezTo>
                <a:cubicBezTo>
                  <a:pt x="25" y="35"/>
                  <a:pt x="25" y="35"/>
                  <a:pt x="25" y="35"/>
                </a:cubicBezTo>
                <a:cubicBezTo>
                  <a:pt x="33" y="35"/>
                  <a:pt x="33" y="35"/>
                  <a:pt x="33" y="35"/>
                </a:cubicBezTo>
                <a:cubicBezTo>
                  <a:pt x="25" y="7"/>
                  <a:pt x="25" y="7"/>
                  <a:pt x="25" y="7"/>
                </a:cubicBezTo>
                <a:cubicBezTo>
                  <a:pt x="26" y="7"/>
                  <a:pt x="26" y="7"/>
                  <a:pt x="26" y="7"/>
                </a:cubicBezTo>
                <a:lnTo>
                  <a:pt x="31"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87" name="Oval 103"/>
          <p:cNvSpPr>
            <a:spLocks noChangeArrowheads="1"/>
          </p:cNvSpPr>
          <p:nvPr/>
        </p:nvSpPr>
        <p:spPr bwMode="auto">
          <a:xfrm>
            <a:off x="2014538" y="2163762"/>
            <a:ext cx="58737" cy="52388"/>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88" name="Freeform 104"/>
          <p:cNvSpPr>
            <a:spLocks/>
          </p:cNvSpPr>
          <p:nvPr/>
        </p:nvSpPr>
        <p:spPr bwMode="auto">
          <a:xfrm>
            <a:off x="2197100" y="2225675"/>
            <a:ext cx="182562" cy="298450"/>
          </a:xfrm>
          <a:custGeom>
            <a:avLst/>
            <a:gdLst/>
            <a:ahLst/>
            <a:cxnLst>
              <a:cxn ang="0">
                <a:pos x="31" y="24"/>
              </a:cxn>
              <a:cxn ang="0">
                <a:pos x="33" y="26"/>
              </a:cxn>
              <a:cxn ang="0">
                <a:pos x="35" y="24"/>
              </a:cxn>
              <a:cxn ang="0">
                <a:pos x="30" y="5"/>
              </a:cxn>
              <a:cxn ang="0">
                <a:pos x="25" y="0"/>
              </a:cxn>
              <a:cxn ang="0">
                <a:pos x="10" y="0"/>
              </a:cxn>
              <a:cxn ang="0">
                <a:pos x="6" y="5"/>
              </a:cxn>
              <a:cxn ang="0">
                <a:pos x="0" y="24"/>
              </a:cxn>
              <a:cxn ang="0">
                <a:pos x="2" y="26"/>
              </a:cxn>
              <a:cxn ang="0">
                <a:pos x="5" y="24"/>
              </a:cxn>
              <a:cxn ang="0">
                <a:pos x="10" y="7"/>
              </a:cxn>
              <a:cxn ang="0">
                <a:pos x="11" y="7"/>
              </a:cxn>
              <a:cxn ang="0">
                <a:pos x="3" y="35"/>
              </a:cxn>
              <a:cxn ang="0">
                <a:pos x="11" y="35"/>
              </a:cxn>
              <a:cxn ang="0">
                <a:pos x="11" y="54"/>
              </a:cxn>
              <a:cxn ang="0">
                <a:pos x="14" y="57"/>
              </a:cxn>
              <a:cxn ang="0">
                <a:pos x="17" y="54"/>
              </a:cxn>
              <a:cxn ang="0">
                <a:pos x="17" y="35"/>
              </a:cxn>
              <a:cxn ang="0">
                <a:pos x="19" y="35"/>
              </a:cxn>
              <a:cxn ang="0">
                <a:pos x="19" y="54"/>
              </a:cxn>
              <a:cxn ang="0">
                <a:pos x="22" y="57"/>
              </a:cxn>
              <a:cxn ang="0">
                <a:pos x="25" y="54"/>
              </a:cxn>
              <a:cxn ang="0">
                <a:pos x="25" y="35"/>
              </a:cxn>
              <a:cxn ang="0">
                <a:pos x="33" y="35"/>
              </a:cxn>
              <a:cxn ang="0">
                <a:pos x="25" y="7"/>
              </a:cxn>
              <a:cxn ang="0">
                <a:pos x="26" y="7"/>
              </a:cxn>
              <a:cxn ang="0">
                <a:pos x="31" y="24"/>
              </a:cxn>
            </a:cxnLst>
            <a:rect l="0" t="0" r="r" b="b"/>
            <a:pathLst>
              <a:path w="35" h="57">
                <a:moveTo>
                  <a:pt x="31" y="24"/>
                </a:moveTo>
                <a:cubicBezTo>
                  <a:pt x="31" y="25"/>
                  <a:pt x="32" y="26"/>
                  <a:pt x="33" y="26"/>
                </a:cubicBezTo>
                <a:cubicBezTo>
                  <a:pt x="34" y="26"/>
                  <a:pt x="35" y="25"/>
                  <a:pt x="35" y="24"/>
                </a:cubicBezTo>
                <a:cubicBezTo>
                  <a:pt x="30" y="5"/>
                  <a:pt x="30" y="5"/>
                  <a:pt x="30" y="5"/>
                </a:cubicBezTo>
                <a:cubicBezTo>
                  <a:pt x="29" y="2"/>
                  <a:pt x="28" y="0"/>
                  <a:pt x="25" y="0"/>
                </a:cubicBezTo>
                <a:cubicBezTo>
                  <a:pt x="10" y="0"/>
                  <a:pt x="10" y="0"/>
                  <a:pt x="10" y="0"/>
                </a:cubicBezTo>
                <a:cubicBezTo>
                  <a:pt x="8" y="0"/>
                  <a:pt x="6" y="3"/>
                  <a:pt x="6" y="5"/>
                </a:cubicBezTo>
                <a:cubicBezTo>
                  <a:pt x="0" y="24"/>
                  <a:pt x="0" y="24"/>
                  <a:pt x="0" y="24"/>
                </a:cubicBezTo>
                <a:cubicBezTo>
                  <a:pt x="0" y="26"/>
                  <a:pt x="1" y="26"/>
                  <a:pt x="2" y="26"/>
                </a:cubicBezTo>
                <a:cubicBezTo>
                  <a:pt x="4" y="26"/>
                  <a:pt x="4" y="26"/>
                  <a:pt x="5" y="24"/>
                </a:cubicBezTo>
                <a:cubicBezTo>
                  <a:pt x="10" y="7"/>
                  <a:pt x="10" y="7"/>
                  <a:pt x="10" y="7"/>
                </a:cubicBezTo>
                <a:cubicBezTo>
                  <a:pt x="11" y="7"/>
                  <a:pt x="11" y="7"/>
                  <a:pt x="11" y="7"/>
                </a:cubicBezTo>
                <a:cubicBezTo>
                  <a:pt x="3" y="35"/>
                  <a:pt x="3" y="35"/>
                  <a:pt x="3" y="35"/>
                </a:cubicBezTo>
                <a:cubicBezTo>
                  <a:pt x="11" y="35"/>
                  <a:pt x="11" y="35"/>
                  <a:pt x="11" y="35"/>
                </a:cubicBezTo>
                <a:cubicBezTo>
                  <a:pt x="11" y="54"/>
                  <a:pt x="11" y="54"/>
                  <a:pt x="11" y="54"/>
                </a:cubicBezTo>
                <a:cubicBezTo>
                  <a:pt x="11" y="56"/>
                  <a:pt x="12" y="57"/>
                  <a:pt x="14" y="57"/>
                </a:cubicBezTo>
                <a:cubicBezTo>
                  <a:pt x="15" y="57"/>
                  <a:pt x="17" y="56"/>
                  <a:pt x="17" y="54"/>
                </a:cubicBezTo>
                <a:cubicBezTo>
                  <a:pt x="17" y="35"/>
                  <a:pt x="17" y="35"/>
                  <a:pt x="17" y="35"/>
                </a:cubicBezTo>
                <a:cubicBezTo>
                  <a:pt x="19" y="35"/>
                  <a:pt x="19" y="35"/>
                  <a:pt x="19" y="35"/>
                </a:cubicBezTo>
                <a:cubicBezTo>
                  <a:pt x="19" y="54"/>
                  <a:pt x="19" y="54"/>
                  <a:pt x="19" y="54"/>
                </a:cubicBezTo>
                <a:cubicBezTo>
                  <a:pt x="19" y="56"/>
                  <a:pt x="20" y="57"/>
                  <a:pt x="22" y="57"/>
                </a:cubicBezTo>
                <a:cubicBezTo>
                  <a:pt x="23" y="57"/>
                  <a:pt x="25" y="56"/>
                  <a:pt x="25" y="54"/>
                </a:cubicBezTo>
                <a:cubicBezTo>
                  <a:pt x="25" y="35"/>
                  <a:pt x="25" y="35"/>
                  <a:pt x="25" y="35"/>
                </a:cubicBezTo>
                <a:cubicBezTo>
                  <a:pt x="33" y="35"/>
                  <a:pt x="33" y="35"/>
                  <a:pt x="33" y="35"/>
                </a:cubicBezTo>
                <a:cubicBezTo>
                  <a:pt x="25" y="7"/>
                  <a:pt x="25" y="7"/>
                  <a:pt x="25" y="7"/>
                </a:cubicBezTo>
                <a:cubicBezTo>
                  <a:pt x="26" y="7"/>
                  <a:pt x="26" y="7"/>
                  <a:pt x="26" y="7"/>
                </a:cubicBezTo>
                <a:lnTo>
                  <a:pt x="31"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89" name="Oval 105"/>
          <p:cNvSpPr>
            <a:spLocks noChangeArrowheads="1"/>
          </p:cNvSpPr>
          <p:nvPr/>
        </p:nvSpPr>
        <p:spPr bwMode="auto">
          <a:xfrm>
            <a:off x="2265363" y="2163762"/>
            <a:ext cx="52387" cy="52388"/>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90" name="Freeform 106"/>
          <p:cNvSpPr>
            <a:spLocks/>
          </p:cNvSpPr>
          <p:nvPr/>
        </p:nvSpPr>
        <p:spPr bwMode="auto">
          <a:xfrm>
            <a:off x="2443163" y="2225675"/>
            <a:ext cx="182562" cy="298450"/>
          </a:xfrm>
          <a:custGeom>
            <a:avLst/>
            <a:gdLst/>
            <a:ahLst/>
            <a:cxnLst>
              <a:cxn ang="0">
                <a:pos x="31" y="24"/>
              </a:cxn>
              <a:cxn ang="0">
                <a:pos x="33" y="26"/>
              </a:cxn>
              <a:cxn ang="0">
                <a:pos x="35" y="24"/>
              </a:cxn>
              <a:cxn ang="0">
                <a:pos x="30" y="5"/>
              </a:cxn>
              <a:cxn ang="0">
                <a:pos x="25" y="0"/>
              </a:cxn>
              <a:cxn ang="0">
                <a:pos x="10" y="0"/>
              </a:cxn>
              <a:cxn ang="0">
                <a:pos x="6" y="5"/>
              </a:cxn>
              <a:cxn ang="0">
                <a:pos x="0" y="24"/>
              </a:cxn>
              <a:cxn ang="0">
                <a:pos x="3" y="26"/>
              </a:cxn>
              <a:cxn ang="0">
                <a:pos x="5" y="24"/>
              </a:cxn>
              <a:cxn ang="0">
                <a:pos x="10" y="7"/>
              </a:cxn>
              <a:cxn ang="0">
                <a:pos x="11" y="7"/>
              </a:cxn>
              <a:cxn ang="0">
                <a:pos x="3" y="35"/>
              </a:cxn>
              <a:cxn ang="0">
                <a:pos x="11" y="35"/>
              </a:cxn>
              <a:cxn ang="0">
                <a:pos x="11" y="54"/>
              </a:cxn>
              <a:cxn ang="0">
                <a:pos x="14" y="57"/>
              </a:cxn>
              <a:cxn ang="0">
                <a:pos x="17" y="54"/>
              </a:cxn>
              <a:cxn ang="0">
                <a:pos x="17" y="35"/>
              </a:cxn>
              <a:cxn ang="0">
                <a:pos x="19" y="35"/>
              </a:cxn>
              <a:cxn ang="0">
                <a:pos x="19" y="54"/>
              </a:cxn>
              <a:cxn ang="0">
                <a:pos x="22" y="57"/>
              </a:cxn>
              <a:cxn ang="0">
                <a:pos x="25" y="54"/>
              </a:cxn>
              <a:cxn ang="0">
                <a:pos x="25" y="35"/>
              </a:cxn>
              <a:cxn ang="0">
                <a:pos x="33" y="35"/>
              </a:cxn>
              <a:cxn ang="0">
                <a:pos x="25" y="7"/>
              </a:cxn>
              <a:cxn ang="0">
                <a:pos x="26" y="7"/>
              </a:cxn>
              <a:cxn ang="0">
                <a:pos x="31" y="24"/>
              </a:cxn>
            </a:cxnLst>
            <a:rect l="0" t="0" r="r" b="b"/>
            <a:pathLst>
              <a:path w="35" h="57">
                <a:moveTo>
                  <a:pt x="31" y="24"/>
                </a:moveTo>
                <a:cubicBezTo>
                  <a:pt x="31" y="25"/>
                  <a:pt x="32" y="26"/>
                  <a:pt x="33" y="26"/>
                </a:cubicBezTo>
                <a:cubicBezTo>
                  <a:pt x="34" y="26"/>
                  <a:pt x="35" y="25"/>
                  <a:pt x="35" y="24"/>
                </a:cubicBezTo>
                <a:cubicBezTo>
                  <a:pt x="30" y="5"/>
                  <a:pt x="30" y="5"/>
                  <a:pt x="30" y="5"/>
                </a:cubicBezTo>
                <a:cubicBezTo>
                  <a:pt x="29" y="2"/>
                  <a:pt x="28" y="0"/>
                  <a:pt x="25" y="0"/>
                </a:cubicBezTo>
                <a:cubicBezTo>
                  <a:pt x="10" y="0"/>
                  <a:pt x="10" y="0"/>
                  <a:pt x="10" y="0"/>
                </a:cubicBezTo>
                <a:cubicBezTo>
                  <a:pt x="8" y="0"/>
                  <a:pt x="6" y="3"/>
                  <a:pt x="6" y="5"/>
                </a:cubicBezTo>
                <a:cubicBezTo>
                  <a:pt x="0" y="24"/>
                  <a:pt x="0" y="24"/>
                  <a:pt x="0" y="24"/>
                </a:cubicBezTo>
                <a:cubicBezTo>
                  <a:pt x="0" y="26"/>
                  <a:pt x="1" y="26"/>
                  <a:pt x="3" y="26"/>
                </a:cubicBezTo>
                <a:cubicBezTo>
                  <a:pt x="4" y="26"/>
                  <a:pt x="4" y="26"/>
                  <a:pt x="5" y="24"/>
                </a:cubicBezTo>
                <a:cubicBezTo>
                  <a:pt x="10" y="7"/>
                  <a:pt x="10" y="7"/>
                  <a:pt x="10" y="7"/>
                </a:cubicBezTo>
                <a:cubicBezTo>
                  <a:pt x="11" y="7"/>
                  <a:pt x="11" y="7"/>
                  <a:pt x="11" y="7"/>
                </a:cubicBezTo>
                <a:cubicBezTo>
                  <a:pt x="3" y="35"/>
                  <a:pt x="3" y="35"/>
                  <a:pt x="3" y="35"/>
                </a:cubicBezTo>
                <a:cubicBezTo>
                  <a:pt x="11" y="35"/>
                  <a:pt x="11" y="35"/>
                  <a:pt x="11" y="35"/>
                </a:cubicBezTo>
                <a:cubicBezTo>
                  <a:pt x="11" y="54"/>
                  <a:pt x="11" y="54"/>
                  <a:pt x="11" y="54"/>
                </a:cubicBezTo>
                <a:cubicBezTo>
                  <a:pt x="11" y="56"/>
                  <a:pt x="12" y="57"/>
                  <a:pt x="14" y="57"/>
                </a:cubicBezTo>
                <a:cubicBezTo>
                  <a:pt x="15" y="57"/>
                  <a:pt x="17" y="56"/>
                  <a:pt x="17" y="54"/>
                </a:cubicBezTo>
                <a:cubicBezTo>
                  <a:pt x="17" y="35"/>
                  <a:pt x="17" y="35"/>
                  <a:pt x="17" y="35"/>
                </a:cubicBezTo>
                <a:cubicBezTo>
                  <a:pt x="19" y="35"/>
                  <a:pt x="19" y="35"/>
                  <a:pt x="19" y="35"/>
                </a:cubicBezTo>
                <a:cubicBezTo>
                  <a:pt x="19" y="54"/>
                  <a:pt x="19" y="54"/>
                  <a:pt x="19" y="54"/>
                </a:cubicBezTo>
                <a:cubicBezTo>
                  <a:pt x="19" y="56"/>
                  <a:pt x="20" y="57"/>
                  <a:pt x="22" y="57"/>
                </a:cubicBezTo>
                <a:cubicBezTo>
                  <a:pt x="23" y="57"/>
                  <a:pt x="25" y="56"/>
                  <a:pt x="25" y="54"/>
                </a:cubicBezTo>
                <a:cubicBezTo>
                  <a:pt x="25" y="35"/>
                  <a:pt x="25" y="35"/>
                  <a:pt x="25" y="35"/>
                </a:cubicBezTo>
                <a:cubicBezTo>
                  <a:pt x="33" y="35"/>
                  <a:pt x="33" y="35"/>
                  <a:pt x="33" y="35"/>
                </a:cubicBezTo>
                <a:cubicBezTo>
                  <a:pt x="25" y="7"/>
                  <a:pt x="25" y="7"/>
                  <a:pt x="25" y="7"/>
                </a:cubicBezTo>
                <a:cubicBezTo>
                  <a:pt x="26" y="7"/>
                  <a:pt x="26" y="7"/>
                  <a:pt x="26" y="7"/>
                </a:cubicBezTo>
                <a:lnTo>
                  <a:pt x="31"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91" name="Oval 107"/>
          <p:cNvSpPr>
            <a:spLocks noChangeArrowheads="1"/>
          </p:cNvSpPr>
          <p:nvPr/>
        </p:nvSpPr>
        <p:spPr bwMode="auto">
          <a:xfrm>
            <a:off x="2509838" y="2163762"/>
            <a:ext cx="52387" cy="52388"/>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92" name="Freeform 108"/>
          <p:cNvSpPr>
            <a:spLocks/>
          </p:cNvSpPr>
          <p:nvPr/>
        </p:nvSpPr>
        <p:spPr bwMode="auto">
          <a:xfrm>
            <a:off x="2692400" y="2225675"/>
            <a:ext cx="177800" cy="298450"/>
          </a:xfrm>
          <a:custGeom>
            <a:avLst/>
            <a:gdLst/>
            <a:ahLst/>
            <a:cxnLst>
              <a:cxn ang="0">
                <a:pos x="30" y="24"/>
              </a:cxn>
              <a:cxn ang="0">
                <a:pos x="32" y="26"/>
              </a:cxn>
              <a:cxn ang="0">
                <a:pos x="34" y="24"/>
              </a:cxn>
              <a:cxn ang="0">
                <a:pos x="29" y="5"/>
              </a:cxn>
              <a:cxn ang="0">
                <a:pos x="24" y="0"/>
              </a:cxn>
              <a:cxn ang="0">
                <a:pos x="9" y="0"/>
              </a:cxn>
              <a:cxn ang="0">
                <a:pos x="5" y="5"/>
              </a:cxn>
              <a:cxn ang="0">
                <a:pos x="0" y="24"/>
              </a:cxn>
              <a:cxn ang="0">
                <a:pos x="2" y="26"/>
              </a:cxn>
              <a:cxn ang="0">
                <a:pos x="4" y="24"/>
              </a:cxn>
              <a:cxn ang="0">
                <a:pos x="9" y="7"/>
              </a:cxn>
              <a:cxn ang="0">
                <a:pos x="10" y="7"/>
              </a:cxn>
              <a:cxn ang="0">
                <a:pos x="2" y="35"/>
              </a:cxn>
              <a:cxn ang="0">
                <a:pos x="10" y="35"/>
              </a:cxn>
              <a:cxn ang="0">
                <a:pos x="10" y="54"/>
              </a:cxn>
              <a:cxn ang="0">
                <a:pos x="13" y="57"/>
              </a:cxn>
              <a:cxn ang="0">
                <a:pos x="16" y="54"/>
              </a:cxn>
              <a:cxn ang="0">
                <a:pos x="16" y="35"/>
              </a:cxn>
              <a:cxn ang="0">
                <a:pos x="18" y="35"/>
              </a:cxn>
              <a:cxn ang="0">
                <a:pos x="18" y="54"/>
              </a:cxn>
              <a:cxn ang="0">
                <a:pos x="21" y="57"/>
              </a:cxn>
              <a:cxn ang="0">
                <a:pos x="24" y="54"/>
              </a:cxn>
              <a:cxn ang="0">
                <a:pos x="24" y="35"/>
              </a:cxn>
              <a:cxn ang="0">
                <a:pos x="32" y="35"/>
              </a:cxn>
              <a:cxn ang="0">
                <a:pos x="24" y="7"/>
              </a:cxn>
              <a:cxn ang="0">
                <a:pos x="25" y="7"/>
              </a:cxn>
              <a:cxn ang="0">
                <a:pos x="30" y="24"/>
              </a:cxn>
            </a:cxnLst>
            <a:rect l="0" t="0" r="r" b="b"/>
            <a:pathLst>
              <a:path w="34" h="57">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9" y="0"/>
                  <a:pt x="9" y="0"/>
                  <a:pt x="9" y="0"/>
                </a:cubicBezTo>
                <a:cubicBezTo>
                  <a:pt x="7" y="0"/>
                  <a:pt x="5" y="3"/>
                  <a:pt x="5" y="5"/>
                </a:cubicBezTo>
                <a:cubicBezTo>
                  <a:pt x="0" y="24"/>
                  <a:pt x="0" y="24"/>
                  <a:pt x="0" y="24"/>
                </a:cubicBezTo>
                <a:cubicBezTo>
                  <a:pt x="0" y="26"/>
                  <a:pt x="0" y="26"/>
                  <a:pt x="2" y="26"/>
                </a:cubicBezTo>
                <a:cubicBezTo>
                  <a:pt x="3" y="26"/>
                  <a:pt x="3" y="26"/>
                  <a:pt x="4" y="24"/>
                </a:cubicBezTo>
                <a:cubicBezTo>
                  <a:pt x="9" y="7"/>
                  <a:pt x="9" y="7"/>
                  <a:pt x="9" y="7"/>
                </a:cubicBezTo>
                <a:cubicBezTo>
                  <a:pt x="10" y="7"/>
                  <a:pt x="10" y="7"/>
                  <a:pt x="10" y="7"/>
                </a:cubicBezTo>
                <a:cubicBezTo>
                  <a:pt x="2" y="35"/>
                  <a:pt x="2" y="35"/>
                  <a:pt x="2" y="35"/>
                </a:cubicBezTo>
                <a:cubicBezTo>
                  <a:pt x="10" y="35"/>
                  <a:pt x="10" y="35"/>
                  <a:pt x="10" y="35"/>
                </a:cubicBezTo>
                <a:cubicBezTo>
                  <a:pt x="10" y="54"/>
                  <a:pt x="10" y="54"/>
                  <a:pt x="10" y="54"/>
                </a:cubicBezTo>
                <a:cubicBezTo>
                  <a:pt x="10" y="56"/>
                  <a:pt x="11" y="57"/>
                  <a:pt x="13" y="57"/>
                </a:cubicBezTo>
                <a:cubicBezTo>
                  <a:pt x="15" y="57"/>
                  <a:pt x="16" y="56"/>
                  <a:pt x="16" y="54"/>
                </a:cubicBezTo>
                <a:cubicBezTo>
                  <a:pt x="16" y="35"/>
                  <a:pt x="16" y="35"/>
                  <a:pt x="16" y="35"/>
                </a:cubicBezTo>
                <a:cubicBezTo>
                  <a:pt x="18" y="35"/>
                  <a:pt x="18" y="35"/>
                  <a:pt x="18" y="35"/>
                </a:cubicBezTo>
                <a:cubicBezTo>
                  <a:pt x="18" y="54"/>
                  <a:pt x="18" y="54"/>
                  <a:pt x="18" y="54"/>
                </a:cubicBezTo>
                <a:cubicBezTo>
                  <a:pt x="18" y="56"/>
                  <a:pt x="19" y="57"/>
                  <a:pt x="21" y="57"/>
                </a:cubicBezTo>
                <a:cubicBezTo>
                  <a:pt x="22" y="57"/>
                  <a:pt x="24" y="56"/>
                  <a:pt x="24" y="54"/>
                </a:cubicBezTo>
                <a:cubicBezTo>
                  <a:pt x="24" y="35"/>
                  <a:pt x="24" y="35"/>
                  <a:pt x="24" y="35"/>
                </a:cubicBezTo>
                <a:cubicBezTo>
                  <a:pt x="32" y="35"/>
                  <a:pt x="32" y="35"/>
                  <a:pt x="32" y="35"/>
                </a:cubicBezTo>
                <a:cubicBezTo>
                  <a:pt x="24" y="7"/>
                  <a:pt x="24" y="7"/>
                  <a:pt x="24" y="7"/>
                </a:cubicBezTo>
                <a:cubicBezTo>
                  <a:pt x="25" y="7"/>
                  <a:pt x="25" y="7"/>
                  <a:pt x="25" y="7"/>
                </a:cubicBezTo>
                <a:lnTo>
                  <a:pt x="30"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93" name="Oval 109"/>
          <p:cNvSpPr>
            <a:spLocks noChangeArrowheads="1"/>
          </p:cNvSpPr>
          <p:nvPr/>
        </p:nvSpPr>
        <p:spPr bwMode="auto">
          <a:xfrm>
            <a:off x="2755900" y="2163762"/>
            <a:ext cx="52387" cy="52388"/>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94" name="Freeform 110"/>
          <p:cNvSpPr>
            <a:spLocks/>
          </p:cNvSpPr>
          <p:nvPr/>
        </p:nvSpPr>
        <p:spPr bwMode="auto">
          <a:xfrm>
            <a:off x="2938463" y="2225675"/>
            <a:ext cx="176212" cy="298450"/>
          </a:xfrm>
          <a:custGeom>
            <a:avLst/>
            <a:gdLst/>
            <a:ahLst/>
            <a:cxnLst>
              <a:cxn ang="0">
                <a:pos x="30" y="24"/>
              </a:cxn>
              <a:cxn ang="0">
                <a:pos x="32" y="26"/>
              </a:cxn>
              <a:cxn ang="0">
                <a:pos x="34" y="24"/>
              </a:cxn>
              <a:cxn ang="0">
                <a:pos x="29" y="5"/>
              </a:cxn>
              <a:cxn ang="0">
                <a:pos x="24" y="0"/>
              </a:cxn>
              <a:cxn ang="0">
                <a:pos x="9" y="0"/>
              </a:cxn>
              <a:cxn ang="0">
                <a:pos x="5" y="5"/>
              </a:cxn>
              <a:cxn ang="0">
                <a:pos x="0" y="24"/>
              </a:cxn>
              <a:cxn ang="0">
                <a:pos x="2" y="26"/>
              </a:cxn>
              <a:cxn ang="0">
                <a:pos x="4" y="24"/>
              </a:cxn>
              <a:cxn ang="0">
                <a:pos x="9" y="7"/>
              </a:cxn>
              <a:cxn ang="0">
                <a:pos x="10" y="7"/>
              </a:cxn>
              <a:cxn ang="0">
                <a:pos x="2" y="35"/>
              </a:cxn>
              <a:cxn ang="0">
                <a:pos x="10" y="35"/>
              </a:cxn>
              <a:cxn ang="0">
                <a:pos x="10" y="54"/>
              </a:cxn>
              <a:cxn ang="0">
                <a:pos x="13" y="57"/>
              </a:cxn>
              <a:cxn ang="0">
                <a:pos x="16" y="54"/>
              </a:cxn>
              <a:cxn ang="0">
                <a:pos x="16" y="35"/>
              </a:cxn>
              <a:cxn ang="0">
                <a:pos x="18" y="35"/>
              </a:cxn>
              <a:cxn ang="0">
                <a:pos x="18" y="54"/>
              </a:cxn>
              <a:cxn ang="0">
                <a:pos x="21" y="57"/>
              </a:cxn>
              <a:cxn ang="0">
                <a:pos x="24" y="54"/>
              </a:cxn>
              <a:cxn ang="0">
                <a:pos x="24" y="35"/>
              </a:cxn>
              <a:cxn ang="0">
                <a:pos x="32" y="35"/>
              </a:cxn>
              <a:cxn ang="0">
                <a:pos x="24" y="7"/>
              </a:cxn>
              <a:cxn ang="0">
                <a:pos x="25" y="7"/>
              </a:cxn>
              <a:cxn ang="0">
                <a:pos x="30" y="24"/>
              </a:cxn>
            </a:cxnLst>
            <a:rect l="0" t="0" r="r" b="b"/>
            <a:pathLst>
              <a:path w="34" h="57">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9" y="0"/>
                  <a:pt x="9" y="0"/>
                  <a:pt x="9" y="0"/>
                </a:cubicBezTo>
                <a:cubicBezTo>
                  <a:pt x="7" y="0"/>
                  <a:pt x="5" y="3"/>
                  <a:pt x="5" y="5"/>
                </a:cubicBezTo>
                <a:cubicBezTo>
                  <a:pt x="0" y="24"/>
                  <a:pt x="0" y="24"/>
                  <a:pt x="0" y="24"/>
                </a:cubicBezTo>
                <a:cubicBezTo>
                  <a:pt x="0" y="26"/>
                  <a:pt x="1" y="26"/>
                  <a:pt x="2" y="26"/>
                </a:cubicBezTo>
                <a:cubicBezTo>
                  <a:pt x="3" y="26"/>
                  <a:pt x="3" y="26"/>
                  <a:pt x="4" y="24"/>
                </a:cubicBezTo>
                <a:cubicBezTo>
                  <a:pt x="9" y="7"/>
                  <a:pt x="9" y="7"/>
                  <a:pt x="9" y="7"/>
                </a:cubicBezTo>
                <a:cubicBezTo>
                  <a:pt x="10" y="7"/>
                  <a:pt x="10" y="7"/>
                  <a:pt x="10" y="7"/>
                </a:cubicBezTo>
                <a:cubicBezTo>
                  <a:pt x="2" y="35"/>
                  <a:pt x="2" y="35"/>
                  <a:pt x="2" y="35"/>
                </a:cubicBezTo>
                <a:cubicBezTo>
                  <a:pt x="10" y="35"/>
                  <a:pt x="10" y="35"/>
                  <a:pt x="10" y="35"/>
                </a:cubicBezTo>
                <a:cubicBezTo>
                  <a:pt x="10" y="54"/>
                  <a:pt x="10" y="54"/>
                  <a:pt x="10" y="54"/>
                </a:cubicBezTo>
                <a:cubicBezTo>
                  <a:pt x="10" y="56"/>
                  <a:pt x="11" y="57"/>
                  <a:pt x="13" y="57"/>
                </a:cubicBezTo>
                <a:cubicBezTo>
                  <a:pt x="15" y="57"/>
                  <a:pt x="16" y="56"/>
                  <a:pt x="16" y="54"/>
                </a:cubicBezTo>
                <a:cubicBezTo>
                  <a:pt x="16" y="35"/>
                  <a:pt x="16" y="35"/>
                  <a:pt x="16" y="35"/>
                </a:cubicBezTo>
                <a:cubicBezTo>
                  <a:pt x="18" y="35"/>
                  <a:pt x="18" y="35"/>
                  <a:pt x="18" y="35"/>
                </a:cubicBezTo>
                <a:cubicBezTo>
                  <a:pt x="18" y="54"/>
                  <a:pt x="18" y="54"/>
                  <a:pt x="18" y="54"/>
                </a:cubicBezTo>
                <a:cubicBezTo>
                  <a:pt x="18" y="56"/>
                  <a:pt x="19" y="57"/>
                  <a:pt x="21" y="57"/>
                </a:cubicBezTo>
                <a:cubicBezTo>
                  <a:pt x="23" y="57"/>
                  <a:pt x="24" y="56"/>
                  <a:pt x="24" y="54"/>
                </a:cubicBezTo>
                <a:cubicBezTo>
                  <a:pt x="24" y="35"/>
                  <a:pt x="24" y="35"/>
                  <a:pt x="24" y="35"/>
                </a:cubicBezTo>
                <a:cubicBezTo>
                  <a:pt x="32" y="35"/>
                  <a:pt x="32" y="35"/>
                  <a:pt x="32" y="35"/>
                </a:cubicBezTo>
                <a:cubicBezTo>
                  <a:pt x="24" y="7"/>
                  <a:pt x="24" y="7"/>
                  <a:pt x="24" y="7"/>
                </a:cubicBezTo>
                <a:cubicBezTo>
                  <a:pt x="25" y="7"/>
                  <a:pt x="25" y="7"/>
                  <a:pt x="25" y="7"/>
                </a:cubicBezTo>
                <a:lnTo>
                  <a:pt x="30"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95" name="Oval 111"/>
          <p:cNvSpPr>
            <a:spLocks noChangeArrowheads="1"/>
          </p:cNvSpPr>
          <p:nvPr/>
        </p:nvSpPr>
        <p:spPr bwMode="auto">
          <a:xfrm>
            <a:off x="3000375" y="2163762"/>
            <a:ext cx="52387" cy="52388"/>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96" name="Freeform 112"/>
          <p:cNvSpPr>
            <a:spLocks/>
          </p:cNvSpPr>
          <p:nvPr/>
        </p:nvSpPr>
        <p:spPr bwMode="auto">
          <a:xfrm>
            <a:off x="3182938" y="2225675"/>
            <a:ext cx="177800" cy="298450"/>
          </a:xfrm>
          <a:custGeom>
            <a:avLst/>
            <a:gdLst/>
            <a:ahLst/>
            <a:cxnLst>
              <a:cxn ang="0">
                <a:pos x="30" y="24"/>
              </a:cxn>
              <a:cxn ang="0">
                <a:pos x="32" y="26"/>
              </a:cxn>
              <a:cxn ang="0">
                <a:pos x="34" y="24"/>
              </a:cxn>
              <a:cxn ang="0">
                <a:pos x="29" y="5"/>
              </a:cxn>
              <a:cxn ang="0">
                <a:pos x="24" y="0"/>
              </a:cxn>
              <a:cxn ang="0">
                <a:pos x="10" y="0"/>
              </a:cxn>
              <a:cxn ang="0">
                <a:pos x="5" y="5"/>
              </a:cxn>
              <a:cxn ang="0">
                <a:pos x="0" y="24"/>
              </a:cxn>
              <a:cxn ang="0">
                <a:pos x="2" y="26"/>
              </a:cxn>
              <a:cxn ang="0">
                <a:pos x="4" y="24"/>
              </a:cxn>
              <a:cxn ang="0">
                <a:pos x="9" y="7"/>
              </a:cxn>
              <a:cxn ang="0">
                <a:pos x="10" y="7"/>
              </a:cxn>
              <a:cxn ang="0">
                <a:pos x="2" y="35"/>
              </a:cxn>
              <a:cxn ang="0">
                <a:pos x="10" y="35"/>
              </a:cxn>
              <a:cxn ang="0">
                <a:pos x="10" y="54"/>
              </a:cxn>
              <a:cxn ang="0">
                <a:pos x="13" y="57"/>
              </a:cxn>
              <a:cxn ang="0">
                <a:pos x="16" y="54"/>
              </a:cxn>
              <a:cxn ang="0">
                <a:pos x="16" y="35"/>
              </a:cxn>
              <a:cxn ang="0">
                <a:pos x="18" y="35"/>
              </a:cxn>
              <a:cxn ang="0">
                <a:pos x="18" y="54"/>
              </a:cxn>
              <a:cxn ang="0">
                <a:pos x="21" y="57"/>
              </a:cxn>
              <a:cxn ang="0">
                <a:pos x="24" y="54"/>
              </a:cxn>
              <a:cxn ang="0">
                <a:pos x="24" y="35"/>
              </a:cxn>
              <a:cxn ang="0">
                <a:pos x="32" y="35"/>
              </a:cxn>
              <a:cxn ang="0">
                <a:pos x="24" y="7"/>
              </a:cxn>
              <a:cxn ang="0">
                <a:pos x="25" y="7"/>
              </a:cxn>
              <a:cxn ang="0">
                <a:pos x="30" y="24"/>
              </a:cxn>
            </a:cxnLst>
            <a:rect l="0" t="0" r="r" b="b"/>
            <a:pathLst>
              <a:path w="34" h="57">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10" y="0"/>
                  <a:pt x="10" y="0"/>
                  <a:pt x="10" y="0"/>
                </a:cubicBezTo>
                <a:cubicBezTo>
                  <a:pt x="7" y="0"/>
                  <a:pt x="5" y="3"/>
                  <a:pt x="5" y="5"/>
                </a:cubicBezTo>
                <a:cubicBezTo>
                  <a:pt x="0" y="24"/>
                  <a:pt x="0" y="24"/>
                  <a:pt x="0" y="24"/>
                </a:cubicBezTo>
                <a:cubicBezTo>
                  <a:pt x="0" y="26"/>
                  <a:pt x="1" y="26"/>
                  <a:pt x="2" y="26"/>
                </a:cubicBezTo>
                <a:cubicBezTo>
                  <a:pt x="3" y="26"/>
                  <a:pt x="3" y="26"/>
                  <a:pt x="4" y="24"/>
                </a:cubicBezTo>
                <a:cubicBezTo>
                  <a:pt x="9" y="7"/>
                  <a:pt x="9" y="7"/>
                  <a:pt x="9" y="7"/>
                </a:cubicBezTo>
                <a:cubicBezTo>
                  <a:pt x="10" y="7"/>
                  <a:pt x="10" y="7"/>
                  <a:pt x="10" y="7"/>
                </a:cubicBezTo>
                <a:cubicBezTo>
                  <a:pt x="2" y="35"/>
                  <a:pt x="2" y="35"/>
                  <a:pt x="2" y="35"/>
                </a:cubicBezTo>
                <a:cubicBezTo>
                  <a:pt x="10" y="35"/>
                  <a:pt x="10" y="35"/>
                  <a:pt x="10" y="35"/>
                </a:cubicBezTo>
                <a:cubicBezTo>
                  <a:pt x="10" y="54"/>
                  <a:pt x="10" y="54"/>
                  <a:pt x="10" y="54"/>
                </a:cubicBezTo>
                <a:cubicBezTo>
                  <a:pt x="10" y="56"/>
                  <a:pt x="11" y="57"/>
                  <a:pt x="13" y="57"/>
                </a:cubicBezTo>
                <a:cubicBezTo>
                  <a:pt x="15" y="57"/>
                  <a:pt x="16" y="56"/>
                  <a:pt x="16" y="54"/>
                </a:cubicBezTo>
                <a:cubicBezTo>
                  <a:pt x="16" y="35"/>
                  <a:pt x="16" y="35"/>
                  <a:pt x="16" y="35"/>
                </a:cubicBezTo>
                <a:cubicBezTo>
                  <a:pt x="18" y="35"/>
                  <a:pt x="18" y="35"/>
                  <a:pt x="18" y="35"/>
                </a:cubicBezTo>
                <a:cubicBezTo>
                  <a:pt x="18" y="54"/>
                  <a:pt x="18" y="54"/>
                  <a:pt x="18" y="54"/>
                </a:cubicBezTo>
                <a:cubicBezTo>
                  <a:pt x="18" y="56"/>
                  <a:pt x="19" y="57"/>
                  <a:pt x="21" y="57"/>
                </a:cubicBezTo>
                <a:cubicBezTo>
                  <a:pt x="23" y="57"/>
                  <a:pt x="24" y="56"/>
                  <a:pt x="24" y="54"/>
                </a:cubicBezTo>
                <a:cubicBezTo>
                  <a:pt x="24" y="35"/>
                  <a:pt x="24" y="35"/>
                  <a:pt x="24" y="35"/>
                </a:cubicBezTo>
                <a:cubicBezTo>
                  <a:pt x="32" y="35"/>
                  <a:pt x="32" y="35"/>
                  <a:pt x="32" y="35"/>
                </a:cubicBezTo>
                <a:cubicBezTo>
                  <a:pt x="24" y="7"/>
                  <a:pt x="24" y="7"/>
                  <a:pt x="24" y="7"/>
                </a:cubicBezTo>
                <a:cubicBezTo>
                  <a:pt x="25" y="7"/>
                  <a:pt x="25" y="7"/>
                  <a:pt x="25" y="7"/>
                </a:cubicBezTo>
                <a:lnTo>
                  <a:pt x="30"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97" name="Oval 113"/>
          <p:cNvSpPr>
            <a:spLocks noChangeArrowheads="1"/>
          </p:cNvSpPr>
          <p:nvPr/>
        </p:nvSpPr>
        <p:spPr bwMode="auto">
          <a:xfrm>
            <a:off x="3244850" y="2163762"/>
            <a:ext cx="52387" cy="52388"/>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98" name="Freeform 114"/>
          <p:cNvSpPr>
            <a:spLocks/>
          </p:cNvSpPr>
          <p:nvPr/>
        </p:nvSpPr>
        <p:spPr bwMode="auto">
          <a:xfrm>
            <a:off x="3427413" y="2225675"/>
            <a:ext cx="177800" cy="298450"/>
          </a:xfrm>
          <a:custGeom>
            <a:avLst/>
            <a:gdLst/>
            <a:ahLst/>
            <a:cxnLst>
              <a:cxn ang="0">
                <a:pos x="30" y="24"/>
              </a:cxn>
              <a:cxn ang="0">
                <a:pos x="32" y="26"/>
              </a:cxn>
              <a:cxn ang="0">
                <a:pos x="34" y="24"/>
              </a:cxn>
              <a:cxn ang="0">
                <a:pos x="29" y="5"/>
              </a:cxn>
              <a:cxn ang="0">
                <a:pos x="24" y="0"/>
              </a:cxn>
              <a:cxn ang="0">
                <a:pos x="10" y="0"/>
              </a:cxn>
              <a:cxn ang="0">
                <a:pos x="5" y="5"/>
              </a:cxn>
              <a:cxn ang="0">
                <a:pos x="0" y="24"/>
              </a:cxn>
              <a:cxn ang="0">
                <a:pos x="2" y="26"/>
              </a:cxn>
              <a:cxn ang="0">
                <a:pos x="4" y="24"/>
              </a:cxn>
              <a:cxn ang="0">
                <a:pos x="9" y="7"/>
              </a:cxn>
              <a:cxn ang="0">
                <a:pos x="10" y="7"/>
              </a:cxn>
              <a:cxn ang="0">
                <a:pos x="2" y="35"/>
              </a:cxn>
              <a:cxn ang="0">
                <a:pos x="10" y="35"/>
              </a:cxn>
              <a:cxn ang="0">
                <a:pos x="10" y="54"/>
              </a:cxn>
              <a:cxn ang="0">
                <a:pos x="13" y="57"/>
              </a:cxn>
              <a:cxn ang="0">
                <a:pos x="16" y="54"/>
              </a:cxn>
              <a:cxn ang="0">
                <a:pos x="16" y="35"/>
              </a:cxn>
              <a:cxn ang="0">
                <a:pos x="18" y="35"/>
              </a:cxn>
              <a:cxn ang="0">
                <a:pos x="18" y="54"/>
              </a:cxn>
              <a:cxn ang="0">
                <a:pos x="21" y="57"/>
              </a:cxn>
              <a:cxn ang="0">
                <a:pos x="24" y="54"/>
              </a:cxn>
              <a:cxn ang="0">
                <a:pos x="24" y="35"/>
              </a:cxn>
              <a:cxn ang="0">
                <a:pos x="32" y="35"/>
              </a:cxn>
              <a:cxn ang="0">
                <a:pos x="24" y="7"/>
              </a:cxn>
              <a:cxn ang="0">
                <a:pos x="25" y="7"/>
              </a:cxn>
              <a:cxn ang="0">
                <a:pos x="30" y="24"/>
              </a:cxn>
            </a:cxnLst>
            <a:rect l="0" t="0" r="r" b="b"/>
            <a:pathLst>
              <a:path w="34" h="57">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10" y="0"/>
                  <a:pt x="10" y="0"/>
                  <a:pt x="10" y="0"/>
                </a:cubicBezTo>
                <a:cubicBezTo>
                  <a:pt x="7" y="0"/>
                  <a:pt x="6" y="3"/>
                  <a:pt x="5" y="5"/>
                </a:cubicBezTo>
                <a:cubicBezTo>
                  <a:pt x="0" y="24"/>
                  <a:pt x="0" y="24"/>
                  <a:pt x="0" y="24"/>
                </a:cubicBezTo>
                <a:cubicBezTo>
                  <a:pt x="0" y="26"/>
                  <a:pt x="1" y="26"/>
                  <a:pt x="2" y="26"/>
                </a:cubicBezTo>
                <a:cubicBezTo>
                  <a:pt x="3" y="26"/>
                  <a:pt x="3" y="26"/>
                  <a:pt x="4" y="24"/>
                </a:cubicBezTo>
                <a:cubicBezTo>
                  <a:pt x="9" y="7"/>
                  <a:pt x="9" y="7"/>
                  <a:pt x="9" y="7"/>
                </a:cubicBezTo>
                <a:cubicBezTo>
                  <a:pt x="10" y="7"/>
                  <a:pt x="10" y="7"/>
                  <a:pt x="10" y="7"/>
                </a:cubicBezTo>
                <a:cubicBezTo>
                  <a:pt x="2" y="35"/>
                  <a:pt x="2" y="35"/>
                  <a:pt x="2" y="35"/>
                </a:cubicBezTo>
                <a:cubicBezTo>
                  <a:pt x="10" y="35"/>
                  <a:pt x="10" y="35"/>
                  <a:pt x="10" y="35"/>
                </a:cubicBezTo>
                <a:cubicBezTo>
                  <a:pt x="10" y="54"/>
                  <a:pt x="10" y="54"/>
                  <a:pt x="10" y="54"/>
                </a:cubicBezTo>
                <a:cubicBezTo>
                  <a:pt x="10" y="56"/>
                  <a:pt x="11" y="57"/>
                  <a:pt x="13" y="57"/>
                </a:cubicBezTo>
                <a:cubicBezTo>
                  <a:pt x="15" y="57"/>
                  <a:pt x="16" y="56"/>
                  <a:pt x="16" y="54"/>
                </a:cubicBezTo>
                <a:cubicBezTo>
                  <a:pt x="16" y="35"/>
                  <a:pt x="16" y="35"/>
                  <a:pt x="16" y="35"/>
                </a:cubicBezTo>
                <a:cubicBezTo>
                  <a:pt x="18" y="35"/>
                  <a:pt x="18" y="35"/>
                  <a:pt x="18" y="35"/>
                </a:cubicBezTo>
                <a:cubicBezTo>
                  <a:pt x="18" y="54"/>
                  <a:pt x="18" y="54"/>
                  <a:pt x="18" y="54"/>
                </a:cubicBezTo>
                <a:cubicBezTo>
                  <a:pt x="18" y="56"/>
                  <a:pt x="19" y="57"/>
                  <a:pt x="21" y="57"/>
                </a:cubicBezTo>
                <a:cubicBezTo>
                  <a:pt x="23" y="57"/>
                  <a:pt x="24" y="56"/>
                  <a:pt x="24" y="54"/>
                </a:cubicBezTo>
                <a:cubicBezTo>
                  <a:pt x="24" y="35"/>
                  <a:pt x="24" y="35"/>
                  <a:pt x="24" y="35"/>
                </a:cubicBezTo>
                <a:cubicBezTo>
                  <a:pt x="32" y="35"/>
                  <a:pt x="32" y="35"/>
                  <a:pt x="32" y="35"/>
                </a:cubicBezTo>
                <a:cubicBezTo>
                  <a:pt x="24" y="7"/>
                  <a:pt x="24" y="7"/>
                  <a:pt x="24" y="7"/>
                </a:cubicBezTo>
                <a:cubicBezTo>
                  <a:pt x="25" y="7"/>
                  <a:pt x="25" y="7"/>
                  <a:pt x="25" y="7"/>
                </a:cubicBezTo>
                <a:lnTo>
                  <a:pt x="30"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499" name="Oval 115"/>
          <p:cNvSpPr>
            <a:spLocks noChangeArrowheads="1"/>
          </p:cNvSpPr>
          <p:nvPr/>
        </p:nvSpPr>
        <p:spPr bwMode="auto">
          <a:xfrm>
            <a:off x="3490913" y="2163762"/>
            <a:ext cx="52387" cy="52388"/>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00" name="Freeform 116"/>
          <p:cNvSpPr>
            <a:spLocks/>
          </p:cNvSpPr>
          <p:nvPr/>
        </p:nvSpPr>
        <p:spPr bwMode="auto">
          <a:xfrm>
            <a:off x="3673475" y="2225675"/>
            <a:ext cx="176212" cy="298450"/>
          </a:xfrm>
          <a:custGeom>
            <a:avLst/>
            <a:gdLst/>
            <a:ahLst/>
            <a:cxnLst>
              <a:cxn ang="0">
                <a:pos x="30" y="24"/>
              </a:cxn>
              <a:cxn ang="0">
                <a:pos x="32" y="26"/>
              </a:cxn>
              <a:cxn ang="0">
                <a:pos x="34" y="24"/>
              </a:cxn>
              <a:cxn ang="0">
                <a:pos x="29" y="5"/>
              </a:cxn>
              <a:cxn ang="0">
                <a:pos x="24" y="0"/>
              </a:cxn>
              <a:cxn ang="0">
                <a:pos x="10" y="0"/>
              </a:cxn>
              <a:cxn ang="0">
                <a:pos x="5" y="5"/>
              </a:cxn>
              <a:cxn ang="0">
                <a:pos x="0" y="24"/>
              </a:cxn>
              <a:cxn ang="0">
                <a:pos x="2" y="26"/>
              </a:cxn>
              <a:cxn ang="0">
                <a:pos x="4" y="24"/>
              </a:cxn>
              <a:cxn ang="0">
                <a:pos x="9" y="7"/>
              </a:cxn>
              <a:cxn ang="0">
                <a:pos x="10" y="7"/>
              </a:cxn>
              <a:cxn ang="0">
                <a:pos x="2" y="35"/>
              </a:cxn>
              <a:cxn ang="0">
                <a:pos x="10" y="35"/>
              </a:cxn>
              <a:cxn ang="0">
                <a:pos x="10" y="54"/>
              </a:cxn>
              <a:cxn ang="0">
                <a:pos x="13" y="57"/>
              </a:cxn>
              <a:cxn ang="0">
                <a:pos x="16" y="54"/>
              </a:cxn>
              <a:cxn ang="0">
                <a:pos x="16" y="35"/>
              </a:cxn>
              <a:cxn ang="0">
                <a:pos x="18" y="35"/>
              </a:cxn>
              <a:cxn ang="0">
                <a:pos x="18" y="54"/>
              </a:cxn>
              <a:cxn ang="0">
                <a:pos x="21" y="57"/>
              </a:cxn>
              <a:cxn ang="0">
                <a:pos x="24" y="54"/>
              </a:cxn>
              <a:cxn ang="0">
                <a:pos x="24" y="35"/>
              </a:cxn>
              <a:cxn ang="0">
                <a:pos x="32" y="35"/>
              </a:cxn>
              <a:cxn ang="0">
                <a:pos x="24" y="7"/>
              </a:cxn>
              <a:cxn ang="0">
                <a:pos x="25" y="7"/>
              </a:cxn>
              <a:cxn ang="0">
                <a:pos x="30" y="24"/>
              </a:cxn>
            </a:cxnLst>
            <a:rect l="0" t="0" r="r" b="b"/>
            <a:pathLst>
              <a:path w="34" h="57">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10" y="0"/>
                  <a:pt x="10" y="0"/>
                  <a:pt x="10" y="0"/>
                </a:cubicBezTo>
                <a:cubicBezTo>
                  <a:pt x="7" y="0"/>
                  <a:pt x="6" y="3"/>
                  <a:pt x="5" y="5"/>
                </a:cubicBezTo>
                <a:cubicBezTo>
                  <a:pt x="0" y="24"/>
                  <a:pt x="0" y="24"/>
                  <a:pt x="0" y="24"/>
                </a:cubicBezTo>
                <a:cubicBezTo>
                  <a:pt x="0" y="26"/>
                  <a:pt x="1" y="26"/>
                  <a:pt x="2" y="26"/>
                </a:cubicBezTo>
                <a:cubicBezTo>
                  <a:pt x="3" y="26"/>
                  <a:pt x="4" y="26"/>
                  <a:pt x="4" y="24"/>
                </a:cubicBezTo>
                <a:cubicBezTo>
                  <a:pt x="9" y="7"/>
                  <a:pt x="9" y="7"/>
                  <a:pt x="9" y="7"/>
                </a:cubicBezTo>
                <a:cubicBezTo>
                  <a:pt x="10" y="7"/>
                  <a:pt x="10" y="7"/>
                  <a:pt x="10" y="7"/>
                </a:cubicBezTo>
                <a:cubicBezTo>
                  <a:pt x="2" y="35"/>
                  <a:pt x="2" y="35"/>
                  <a:pt x="2" y="35"/>
                </a:cubicBezTo>
                <a:cubicBezTo>
                  <a:pt x="10" y="35"/>
                  <a:pt x="10" y="35"/>
                  <a:pt x="10" y="35"/>
                </a:cubicBezTo>
                <a:cubicBezTo>
                  <a:pt x="10" y="54"/>
                  <a:pt x="10" y="54"/>
                  <a:pt x="10" y="54"/>
                </a:cubicBezTo>
                <a:cubicBezTo>
                  <a:pt x="10" y="56"/>
                  <a:pt x="11" y="57"/>
                  <a:pt x="13" y="57"/>
                </a:cubicBezTo>
                <a:cubicBezTo>
                  <a:pt x="15" y="57"/>
                  <a:pt x="16" y="56"/>
                  <a:pt x="16" y="54"/>
                </a:cubicBezTo>
                <a:cubicBezTo>
                  <a:pt x="16" y="35"/>
                  <a:pt x="16" y="35"/>
                  <a:pt x="16" y="35"/>
                </a:cubicBezTo>
                <a:cubicBezTo>
                  <a:pt x="18" y="35"/>
                  <a:pt x="18" y="35"/>
                  <a:pt x="18" y="35"/>
                </a:cubicBezTo>
                <a:cubicBezTo>
                  <a:pt x="18" y="54"/>
                  <a:pt x="18" y="54"/>
                  <a:pt x="18" y="54"/>
                </a:cubicBezTo>
                <a:cubicBezTo>
                  <a:pt x="18" y="56"/>
                  <a:pt x="19" y="57"/>
                  <a:pt x="21" y="57"/>
                </a:cubicBezTo>
                <a:cubicBezTo>
                  <a:pt x="23" y="57"/>
                  <a:pt x="24" y="56"/>
                  <a:pt x="24" y="54"/>
                </a:cubicBezTo>
                <a:cubicBezTo>
                  <a:pt x="24" y="35"/>
                  <a:pt x="24" y="35"/>
                  <a:pt x="24" y="35"/>
                </a:cubicBezTo>
                <a:cubicBezTo>
                  <a:pt x="32" y="35"/>
                  <a:pt x="32" y="35"/>
                  <a:pt x="32" y="35"/>
                </a:cubicBezTo>
                <a:cubicBezTo>
                  <a:pt x="24" y="7"/>
                  <a:pt x="24" y="7"/>
                  <a:pt x="24" y="7"/>
                </a:cubicBezTo>
                <a:cubicBezTo>
                  <a:pt x="25" y="7"/>
                  <a:pt x="25" y="7"/>
                  <a:pt x="25" y="7"/>
                </a:cubicBezTo>
                <a:lnTo>
                  <a:pt x="30"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01" name="Oval 117"/>
          <p:cNvSpPr>
            <a:spLocks noChangeArrowheads="1"/>
          </p:cNvSpPr>
          <p:nvPr/>
        </p:nvSpPr>
        <p:spPr bwMode="auto">
          <a:xfrm>
            <a:off x="3735388" y="2163762"/>
            <a:ext cx="52387" cy="52388"/>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02" name="Freeform 118"/>
          <p:cNvSpPr>
            <a:spLocks/>
          </p:cNvSpPr>
          <p:nvPr/>
        </p:nvSpPr>
        <p:spPr bwMode="auto">
          <a:xfrm>
            <a:off x="1952625" y="2638425"/>
            <a:ext cx="182562" cy="296863"/>
          </a:xfrm>
          <a:custGeom>
            <a:avLst/>
            <a:gdLst/>
            <a:ahLst/>
            <a:cxnLst>
              <a:cxn ang="0">
                <a:pos x="31" y="24"/>
              </a:cxn>
              <a:cxn ang="0">
                <a:pos x="33" y="26"/>
              </a:cxn>
              <a:cxn ang="0">
                <a:pos x="35" y="24"/>
              </a:cxn>
              <a:cxn ang="0">
                <a:pos x="30" y="5"/>
              </a:cxn>
              <a:cxn ang="0">
                <a:pos x="25" y="0"/>
              </a:cxn>
              <a:cxn ang="0">
                <a:pos x="10" y="0"/>
              </a:cxn>
              <a:cxn ang="0">
                <a:pos x="5" y="5"/>
              </a:cxn>
              <a:cxn ang="0">
                <a:pos x="0" y="24"/>
              </a:cxn>
              <a:cxn ang="0">
                <a:pos x="2" y="26"/>
              </a:cxn>
              <a:cxn ang="0">
                <a:pos x="5" y="24"/>
              </a:cxn>
              <a:cxn ang="0">
                <a:pos x="10" y="6"/>
              </a:cxn>
              <a:cxn ang="0">
                <a:pos x="11" y="6"/>
              </a:cxn>
              <a:cxn ang="0">
                <a:pos x="2" y="35"/>
              </a:cxn>
              <a:cxn ang="0">
                <a:pos x="11" y="35"/>
              </a:cxn>
              <a:cxn ang="0">
                <a:pos x="11" y="53"/>
              </a:cxn>
              <a:cxn ang="0">
                <a:pos x="14" y="57"/>
              </a:cxn>
              <a:cxn ang="0">
                <a:pos x="17" y="53"/>
              </a:cxn>
              <a:cxn ang="0">
                <a:pos x="17" y="35"/>
              </a:cxn>
              <a:cxn ang="0">
                <a:pos x="18" y="35"/>
              </a:cxn>
              <a:cxn ang="0">
                <a:pos x="18" y="53"/>
              </a:cxn>
              <a:cxn ang="0">
                <a:pos x="22" y="57"/>
              </a:cxn>
              <a:cxn ang="0">
                <a:pos x="25" y="53"/>
              </a:cxn>
              <a:cxn ang="0">
                <a:pos x="25" y="35"/>
              </a:cxn>
              <a:cxn ang="0">
                <a:pos x="33" y="35"/>
              </a:cxn>
              <a:cxn ang="0">
                <a:pos x="25" y="6"/>
              </a:cxn>
              <a:cxn ang="0">
                <a:pos x="26" y="6"/>
              </a:cxn>
              <a:cxn ang="0">
                <a:pos x="31" y="24"/>
              </a:cxn>
            </a:cxnLst>
            <a:rect l="0" t="0" r="r" b="b"/>
            <a:pathLst>
              <a:path w="35" h="57">
                <a:moveTo>
                  <a:pt x="31" y="24"/>
                </a:moveTo>
                <a:cubicBezTo>
                  <a:pt x="31" y="25"/>
                  <a:pt x="32" y="26"/>
                  <a:pt x="33" y="26"/>
                </a:cubicBezTo>
                <a:cubicBezTo>
                  <a:pt x="34" y="26"/>
                  <a:pt x="35" y="25"/>
                  <a:pt x="35" y="24"/>
                </a:cubicBezTo>
                <a:cubicBezTo>
                  <a:pt x="30" y="5"/>
                  <a:pt x="30" y="5"/>
                  <a:pt x="30" y="5"/>
                </a:cubicBezTo>
                <a:cubicBezTo>
                  <a:pt x="29" y="2"/>
                  <a:pt x="28" y="0"/>
                  <a:pt x="25" y="0"/>
                </a:cubicBezTo>
                <a:cubicBezTo>
                  <a:pt x="10" y="0"/>
                  <a:pt x="10" y="0"/>
                  <a:pt x="10" y="0"/>
                </a:cubicBezTo>
                <a:cubicBezTo>
                  <a:pt x="8" y="0"/>
                  <a:pt x="6" y="2"/>
                  <a:pt x="5" y="5"/>
                </a:cubicBezTo>
                <a:cubicBezTo>
                  <a:pt x="0" y="24"/>
                  <a:pt x="0" y="24"/>
                  <a:pt x="0" y="24"/>
                </a:cubicBezTo>
                <a:cubicBezTo>
                  <a:pt x="0" y="25"/>
                  <a:pt x="1" y="26"/>
                  <a:pt x="2" y="26"/>
                </a:cubicBezTo>
                <a:cubicBezTo>
                  <a:pt x="4" y="26"/>
                  <a:pt x="4" y="25"/>
                  <a:pt x="5" y="24"/>
                </a:cubicBezTo>
                <a:cubicBezTo>
                  <a:pt x="10" y="6"/>
                  <a:pt x="10" y="6"/>
                  <a:pt x="10" y="6"/>
                </a:cubicBezTo>
                <a:cubicBezTo>
                  <a:pt x="11" y="6"/>
                  <a:pt x="11" y="6"/>
                  <a:pt x="11" y="6"/>
                </a:cubicBezTo>
                <a:cubicBezTo>
                  <a:pt x="2" y="35"/>
                  <a:pt x="2" y="35"/>
                  <a:pt x="2" y="35"/>
                </a:cubicBezTo>
                <a:cubicBezTo>
                  <a:pt x="11" y="35"/>
                  <a:pt x="11" y="35"/>
                  <a:pt x="11" y="35"/>
                </a:cubicBezTo>
                <a:cubicBezTo>
                  <a:pt x="11" y="53"/>
                  <a:pt x="11" y="53"/>
                  <a:pt x="11" y="53"/>
                </a:cubicBezTo>
                <a:cubicBezTo>
                  <a:pt x="11" y="55"/>
                  <a:pt x="12" y="57"/>
                  <a:pt x="14" y="57"/>
                </a:cubicBezTo>
                <a:cubicBezTo>
                  <a:pt x="15" y="57"/>
                  <a:pt x="17" y="55"/>
                  <a:pt x="17" y="53"/>
                </a:cubicBezTo>
                <a:cubicBezTo>
                  <a:pt x="17" y="35"/>
                  <a:pt x="17" y="35"/>
                  <a:pt x="17" y="35"/>
                </a:cubicBezTo>
                <a:cubicBezTo>
                  <a:pt x="18" y="35"/>
                  <a:pt x="18" y="35"/>
                  <a:pt x="18" y="35"/>
                </a:cubicBezTo>
                <a:cubicBezTo>
                  <a:pt x="18" y="53"/>
                  <a:pt x="18" y="53"/>
                  <a:pt x="18" y="53"/>
                </a:cubicBezTo>
                <a:cubicBezTo>
                  <a:pt x="18" y="55"/>
                  <a:pt x="20" y="57"/>
                  <a:pt x="22" y="57"/>
                </a:cubicBezTo>
                <a:cubicBezTo>
                  <a:pt x="23" y="57"/>
                  <a:pt x="25" y="55"/>
                  <a:pt x="25" y="53"/>
                </a:cubicBezTo>
                <a:cubicBezTo>
                  <a:pt x="25" y="35"/>
                  <a:pt x="25" y="35"/>
                  <a:pt x="25" y="35"/>
                </a:cubicBezTo>
                <a:cubicBezTo>
                  <a:pt x="33" y="35"/>
                  <a:pt x="33" y="35"/>
                  <a:pt x="33" y="35"/>
                </a:cubicBezTo>
                <a:cubicBezTo>
                  <a:pt x="25" y="6"/>
                  <a:pt x="25" y="6"/>
                  <a:pt x="25" y="6"/>
                </a:cubicBezTo>
                <a:cubicBezTo>
                  <a:pt x="26" y="6"/>
                  <a:pt x="26" y="6"/>
                  <a:pt x="26" y="6"/>
                </a:cubicBezTo>
                <a:lnTo>
                  <a:pt x="31"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03" name="Oval 119"/>
          <p:cNvSpPr>
            <a:spLocks noChangeArrowheads="1"/>
          </p:cNvSpPr>
          <p:nvPr/>
        </p:nvSpPr>
        <p:spPr bwMode="auto">
          <a:xfrm>
            <a:off x="2014538" y="2574925"/>
            <a:ext cx="58737" cy="52388"/>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04" name="Freeform 120"/>
          <p:cNvSpPr>
            <a:spLocks/>
          </p:cNvSpPr>
          <p:nvPr/>
        </p:nvSpPr>
        <p:spPr bwMode="auto">
          <a:xfrm>
            <a:off x="2197100" y="2638425"/>
            <a:ext cx="182562" cy="296863"/>
          </a:xfrm>
          <a:custGeom>
            <a:avLst/>
            <a:gdLst/>
            <a:ahLst/>
            <a:cxnLst>
              <a:cxn ang="0">
                <a:pos x="31" y="24"/>
              </a:cxn>
              <a:cxn ang="0">
                <a:pos x="33" y="26"/>
              </a:cxn>
              <a:cxn ang="0">
                <a:pos x="35" y="24"/>
              </a:cxn>
              <a:cxn ang="0">
                <a:pos x="30" y="5"/>
              </a:cxn>
              <a:cxn ang="0">
                <a:pos x="25" y="0"/>
              </a:cxn>
              <a:cxn ang="0">
                <a:pos x="10" y="0"/>
              </a:cxn>
              <a:cxn ang="0">
                <a:pos x="6" y="5"/>
              </a:cxn>
              <a:cxn ang="0">
                <a:pos x="0" y="24"/>
              </a:cxn>
              <a:cxn ang="0">
                <a:pos x="2" y="26"/>
              </a:cxn>
              <a:cxn ang="0">
                <a:pos x="5" y="24"/>
              </a:cxn>
              <a:cxn ang="0">
                <a:pos x="10" y="6"/>
              </a:cxn>
              <a:cxn ang="0">
                <a:pos x="11" y="6"/>
              </a:cxn>
              <a:cxn ang="0">
                <a:pos x="3" y="35"/>
              </a:cxn>
              <a:cxn ang="0">
                <a:pos x="11" y="35"/>
              </a:cxn>
              <a:cxn ang="0">
                <a:pos x="11" y="53"/>
              </a:cxn>
              <a:cxn ang="0">
                <a:pos x="14" y="57"/>
              </a:cxn>
              <a:cxn ang="0">
                <a:pos x="17" y="53"/>
              </a:cxn>
              <a:cxn ang="0">
                <a:pos x="17" y="35"/>
              </a:cxn>
              <a:cxn ang="0">
                <a:pos x="19" y="35"/>
              </a:cxn>
              <a:cxn ang="0">
                <a:pos x="19" y="53"/>
              </a:cxn>
              <a:cxn ang="0">
                <a:pos x="22" y="57"/>
              </a:cxn>
              <a:cxn ang="0">
                <a:pos x="25" y="53"/>
              </a:cxn>
              <a:cxn ang="0">
                <a:pos x="25" y="35"/>
              </a:cxn>
              <a:cxn ang="0">
                <a:pos x="33" y="35"/>
              </a:cxn>
              <a:cxn ang="0">
                <a:pos x="25" y="6"/>
              </a:cxn>
              <a:cxn ang="0">
                <a:pos x="26" y="6"/>
              </a:cxn>
              <a:cxn ang="0">
                <a:pos x="31" y="24"/>
              </a:cxn>
            </a:cxnLst>
            <a:rect l="0" t="0" r="r" b="b"/>
            <a:pathLst>
              <a:path w="35" h="57">
                <a:moveTo>
                  <a:pt x="31" y="24"/>
                </a:moveTo>
                <a:cubicBezTo>
                  <a:pt x="31" y="25"/>
                  <a:pt x="32" y="26"/>
                  <a:pt x="33" y="26"/>
                </a:cubicBezTo>
                <a:cubicBezTo>
                  <a:pt x="34" y="26"/>
                  <a:pt x="35" y="25"/>
                  <a:pt x="35" y="24"/>
                </a:cubicBezTo>
                <a:cubicBezTo>
                  <a:pt x="30" y="5"/>
                  <a:pt x="30" y="5"/>
                  <a:pt x="30" y="5"/>
                </a:cubicBezTo>
                <a:cubicBezTo>
                  <a:pt x="29" y="2"/>
                  <a:pt x="28" y="0"/>
                  <a:pt x="25" y="0"/>
                </a:cubicBezTo>
                <a:cubicBezTo>
                  <a:pt x="10" y="0"/>
                  <a:pt x="10" y="0"/>
                  <a:pt x="10" y="0"/>
                </a:cubicBezTo>
                <a:cubicBezTo>
                  <a:pt x="8" y="0"/>
                  <a:pt x="6" y="2"/>
                  <a:pt x="6" y="5"/>
                </a:cubicBezTo>
                <a:cubicBezTo>
                  <a:pt x="0" y="24"/>
                  <a:pt x="0" y="24"/>
                  <a:pt x="0" y="24"/>
                </a:cubicBezTo>
                <a:cubicBezTo>
                  <a:pt x="0" y="25"/>
                  <a:pt x="1" y="26"/>
                  <a:pt x="2" y="26"/>
                </a:cubicBezTo>
                <a:cubicBezTo>
                  <a:pt x="4" y="26"/>
                  <a:pt x="4" y="25"/>
                  <a:pt x="5" y="24"/>
                </a:cubicBezTo>
                <a:cubicBezTo>
                  <a:pt x="10" y="6"/>
                  <a:pt x="10" y="6"/>
                  <a:pt x="10" y="6"/>
                </a:cubicBezTo>
                <a:cubicBezTo>
                  <a:pt x="11" y="6"/>
                  <a:pt x="11" y="6"/>
                  <a:pt x="11" y="6"/>
                </a:cubicBezTo>
                <a:cubicBezTo>
                  <a:pt x="3" y="35"/>
                  <a:pt x="3" y="35"/>
                  <a:pt x="3" y="35"/>
                </a:cubicBezTo>
                <a:cubicBezTo>
                  <a:pt x="11" y="35"/>
                  <a:pt x="11" y="35"/>
                  <a:pt x="11" y="35"/>
                </a:cubicBezTo>
                <a:cubicBezTo>
                  <a:pt x="11" y="53"/>
                  <a:pt x="11" y="53"/>
                  <a:pt x="11" y="53"/>
                </a:cubicBezTo>
                <a:cubicBezTo>
                  <a:pt x="11" y="55"/>
                  <a:pt x="12" y="57"/>
                  <a:pt x="14" y="57"/>
                </a:cubicBezTo>
                <a:cubicBezTo>
                  <a:pt x="15" y="57"/>
                  <a:pt x="17" y="55"/>
                  <a:pt x="17" y="53"/>
                </a:cubicBezTo>
                <a:cubicBezTo>
                  <a:pt x="17" y="35"/>
                  <a:pt x="17" y="35"/>
                  <a:pt x="17" y="35"/>
                </a:cubicBezTo>
                <a:cubicBezTo>
                  <a:pt x="19" y="35"/>
                  <a:pt x="19" y="35"/>
                  <a:pt x="19" y="35"/>
                </a:cubicBezTo>
                <a:cubicBezTo>
                  <a:pt x="19" y="53"/>
                  <a:pt x="19" y="53"/>
                  <a:pt x="19" y="53"/>
                </a:cubicBezTo>
                <a:cubicBezTo>
                  <a:pt x="19" y="55"/>
                  <a:pt x="20" y="57"/>
                  <a:pt x="22" y="57"/>
                </a:cubicBezTo>
                <a:cubicBezTo>
                  <a:pt x="23" y="57"/>
                  <a:pt x="25" y="55"/>
                  <a:pt x="25" y="53"/>
                </a:cubicBezTo>
                <a:cubicBezTo>
                  <a:pt x="25" y="35"/>
                  <a:pt x="25" y="35"/>
                  <a:pt x="25" y="35"/>
                </a:cubicBezTo>
                <a:cubicBezTo>
                  <a:pt x="33" y="35"/>
                  <a:pt x="33" y="35"/>
                  <a:pt x="33" y="35"/>
                </a:cubicBezTo>
                <a:cubicBezTo>
                  <a:pt x="25" y="6"/>
                  <a:pt x="25" y="6"/>
                  <a:pt x="25" y="6"/>
                </a:cubicBezTo>
                <a:cubicBezTo>
                  <a:pt x="26" y="6"/>
                  <a:pt x="26" y="6"/>
                  <a:pt x="26" y="6"/>
                </a:cubicBezTo>
                <a:lnTo>
                  <a:pt x="31"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05" name="Oval 121"/>
          <p:cNvSpPr>
            <a:spLocks noChangeArrowheads="1"/>
          </p:cNvSpPr>
          <p:nvPr/>
        </p:nvSpPr>
        <p:spPr bwMode="auto">
          <a:xfrm>
            <a:off x="2265363" y="2574925"/>
            <a:ext cx="52387" cy="52388"/>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06" name="Freeform 122"/>
          <p:cNvSpPr>
            <a:spLocks/>
          </p:cNvSpPr>
          <p:nvPr/>
        </p:nvSpPr>
        <p:spPr bwMode="auto">
          <a:xfrm>
            <a:off x="2443163" y="2638425"/>
            <a:ext cx="182562" cy="296863"/>
          </a:xfrm>
          <a:custGeom>
            <a:avLst/>
            <a:gdLst/>
            <a:ahLst/>
            <a:cxnLst>
              <a:cxn ang="0">
                <a:pos x="31" y="24"/>
              </a:cxn>
              <a:cxn ang="0">
                <a:pos x="33" y="26"/>
              </a:cxn>
              <a:cxn ang="0">
                <a:pos x="35" y="24"/>
              </a:cxn>
              <a:cxn ang="0">
                <a:pos x="30" y="5"/>
              </a:cxn>
              <a:cxn ang="0">
                <a:pos x="25" y="0"/>
              </a:cxn>
              <a:cxn ang="0">
                <a:pos x="10" y="0"/>
              </a:cxn>
              <a:cxn ang="0">
                <a:pos x="6" y="5"/>
              </a:cxn>
              <a:cxn ang="0">
                <a:pos x="0" y="24"/>
              </a:cxn>
              <a:cxn ang="0">
                <a:pos x="3" y="26"/>
              </a:cxn>
              <a:cxn ang="0">
                <a:pos x="5" y="24"/>
              </a:cxn>
              <a:cxn ang="0">
                <a:pos x="10" y="6"/>
              </a:cxn>
              <a:cxn ang="0">
                <a:pos x="11" y="6"/>
              </a:cxn>
              <a:cxn ang="0">
                <a:pos x="3" y="35"/>
              </a:cxn>
              <a:cxn ang="0">
                <a:pos x="11" y="35"/>
              </a:cxn>
              <a:cxn ang="0">
                <a:pos x="11" y="53"/>
              </a:cxn>
              <a:cxn ang="0">
                <a:pos x="14" y="57"/>
              </a:cxn>
              <a:cxn ang="0">
                <a:pos x="17" y="53"/>
              </a:cxn>
              <a:cxn ang="0">
                <a:pos x="17" y="35"/>
              </a:cxn>
              <a:cxn ang="0">
                <a:pos x="19" y="35"/>
              </a:cxn>
              <a:cxn ang="0">
                <a:pos x="19" y="53"/>
              </a:cxn>
              <a:cxn ang="0">
                <a:pos x="22" y="57"/>
              </a:cxn>
              <a:cxn ang="0">
                <a:pos x="25" y="53"/>
              </a:cxn>
              <a:cxn ang="0">
                <a:pos x="25" y="35"/>
              </a:cxn>
              <a:cxn ang="0">
                <a:pos x="33" y="35"/>
              </a:cxn>
              <a:cxn ang="0">
                <a:pos x="25" y="6"/>
              </a:cxn>
              <a:cxn ang="0">
                <a:pos x="26" y="6"/>
              </a:cxn>
              <a:cxn ang="0">
                <a:pos x="31" y="24"/>
              </a:cxn>
            </a:cxnLst>
            <a:rect l="0" t="0" r="r" b="b"/>
            <a:pathLst>
              <a:path w="35" h="57">
                <a:moveTo>
                  <a:pt x="31" y="24"/>
                </a:moveTo>
                <a:cubicBezTo>
                  <a:pt x="31" y="25"/>
                  <a:pt x="32" y="26"/>
                  <a:pt x="33" y="26"/>
                </a:cubicBezTo>
                <a:cubicBezTo>
                  <a:pt x="34" y="26"/>
                  <a:pt x="35" y="25"/>
                  <a:pt x="35" y="24"/>
                </a:cubicBezTo>
                <a:cubicBezTo>
                  <a:pt x="30" y="5"/>
                  <a:pt x="30" y="5"/>
                  <a:pt x="30" y="5"/>
                </a:cubicBezTo>
                <a:cubicBezTo>
                  <a:pt x="29" y="2"/>
                  <a:pt x="28" y="0"/>
                  <a:pt x="25" y="0"/>
                </a:cubicBezTo>
                <a:cubicBezTo>
                  <a:pt x="10" y="0"/>
                  <a:pt x="10" y="0"/>
                  <a:pt x="10" y="0"/>
                </a:cubicBezTo>
                <a:cubicBezTo>
                  <a:pt x="8" y="0"/>
                  <a:pt x="6" y="2"/>
                  <a:pt x="6" y="5"/>
                </a:cubicBezTo>
                <a:cubicBezTo>
                  <a:pt x="0" y="24"/>
                  <a:pt x="0" y="24"/>
                  <a:pt x="0" y="24"/>
                </a:cubicBezTo>
                <a:cubicBezTo>
                  <a:pt x="0" y="25"/>
                  <a:pt x="1" y="26"/>
                  <a:pt x="3" y="26"/>
                </a:cubicBezTo>
                <a:cubicBezTo>
                  <a:pt x="4" y="26"/>
                  <a:pt x="4" y="25"/>
                  <a:pt x="5" y="24"/>
                </a:cubicBezTo>
                <a:cubicBezTo>
                  <a:pt x="10" y="6"/>
                  <a:pt x="10" y="6"/>
                  <a:pt x="10" y="6"/>
                </a:cubicBezTo>
                <a:cubicBezTo>
                  <a:pt x="11" y="6"/>
                  <a:pt x="11" y="6"/>
                  <a:pt x="11" y="6"/>
                </a:cubicBezTo>
                <a:cubicBezTo>
                  <a:pt x="3" y="35"/>
                  <a:pt x="3" y="35"/>
                  <a:pt x="3" y="35"/>
                </a:cubicBezTo>
                <a:cubicBezTo>
                  <a:pt x="11" y="35"/>
                  <a:pt x="11" y="35"/>
                  <a:pt x="11" y="35"/>
                </a:cubicBezTo>
                <a:cubicBezTo>
                  <a:pt x="11" y="53"/>
                  <a:pt x="11" y="53"/>
                  <a:pt x="11" y="53"/>
                </a:cubicBezTo>
                <a:cubicBezTo>
                  <a:pt x="11" y="55"/>
                  <a:pt x="12" y="57"/>
                  <a:pt x="14" y="57"/>
                </a:cubicBezTo>
                <a:cubicBezTo>
                  <a:pt x="15" y="57"/>
                  <a:pt x="17" y="55"/>
                  <a:pt x="17" y="53"/>
                </a:cubicBezTo>
                <a:cubicBezTo>
                  <a:pt x="17" y="35"/>
                  <a:pt x="17" y="35"/>
                  <a:pt x="17" y="35"/>
                </a:cubicBezTo>
                <a:cubicBezTo>
                  <a:pt x="19" y="35"/>
                  <a:pt x="19" y="35"/>
                  <a:pt x="19" y="35"/>
                </a:cubicBezTo>
                <a:cubicBezTo>
                  <a:pt x="19" y="53"/>
                  <a:pt x="19" y="53"/>
                  <a:pt x="19" y="53"/>
                </a:cubicBezTo>
                <a:cubicBezTo>
                  <a:pt x="19" y="55"/>
                  <a:pt x="20" y="57"/>
                  <a:pt x="22" y="57"/>
                </a:cubicBezTo>
                <a:cubicBezTo>
                  <a:pt x="23" y="57"/>
                  <a:pt x="25" y="55"/>
                  <a:pt x="25" y="53"/>
                </a:cubicBezTo>
                <a:cubicBezTo>
                  <a:pt x="25" y="35"/>
                  <a:pt x="25" y="35"/>
                  <a:pt x="25" y="35"/>
                </a:cubicBezTo>
                <a:cubicBezTo>
                  <a:pt x="33" y="35"/>
                  <a:pt x="33" y="35"/>
                  <a:pt x="33" y="35"/>
                </a:cubicBezTo>
                <a:cubicBezTo>
                  <a:pt x="25" y="6"/>
                  <a:pt x="25" y="6"/>
                  <a:pt x="25" y="6"/>
                </a:cubicBezTo>
                <a:cubicBezTo>
                  <a:pt x="26" y="6"/>
                  <a:pt x="26" y="6"/>
                  <a:pt x="26" y="6"/>
                </a:cubicBezTo>
                <a:lnTo>
                  <a:pt x="31" y="24"/>
                </a:lnTo>
                <a:close/>
              </a:path>
            </a:pathLst>
          </a:cu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07" name="Oval 123"/>
          <p:cNvSpPr>
            <a:spLocks noChangeArrowheads="1"/>
          </p:cNvSpPr>
          <p:nvPr/>
        </p:nvSpPr>
        <p:spPr bwMode="auto">
          <a:xfrm>
            <a:off x="2509838" y="2574925"/>
            <a:ext cx="52387" cy="52388"/>
          </a:xfrm>
          <a:prstGeom prst="ellipse">
            <a:avLst/>
          </a:prstGeom>
          <a:solidFill>
            <a:srgbClr val="92D05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08" name="Freeform 124"/>
          <p:cNvSpPr>
            <a:spLocks/>
          </p:cNvSpPr>
          <p:nvPr/>
        </p:nvSpPr>
        <p:spPr bwMode="auto">
          <a:xfrm>
            <a:off x="2692400" y="2638425"/>
            <a:ext cx="177800" cy="296863"/>
          </a:xfrm>
          <a:custGeom>
            <a:avLst/>
            <a:gdLst/>
            <a:ahLst/>
            <a:cxnLst>
              <a:cxn ang="0">
                <a:pos x="30" y="24"/>
              </a:cxn>
              <a:cxn ang="0">
                <a:pos x="32" y="26"/>
              </a:cxn>
              <a:cxn ang="0">
                <a:pos x="34" y="24"/>
              </a:cxn>
              <a:cxn ang="0">
                <a:pos x="29" y="5"/>
              </a:cxn>
              <a:cxn ang="0">
                <a:pos x="24" y="0"/>
              </a:cxn>
              <a:cxn ang="0">
                <a:pos x="9" y="0"/>
              </a:cxn>
              <a:cxn ang="0">
                <a:pos x="5" y="5"/>
              </a:cxn>
              <a:cxn ang="0">
                <a:pos x="0" y="24"/>
              </a:cxn>
              <a:cxn ang="0">
                <a:pos x="2" y="26"/>
              </a:cxn>
              <a:cxn ang="0">
                <a:pos x="4" y="24"/>
              </a:cxn>
              <a:cxn ang="0">
                <a:pos x="9" y="6"/>
              </a:cxn>
              <a:cxn ang="0">
                <a:pos x="10" y="6"/>
              </a:cxn>
              <a:cxn ang="0">
                <a:pos x="2" y="35"/>
              </a:cxn>
              <a:cxn ang="0">
                <a:pos x="10" y="35"/>
              </a:cxn>
              <a:cxn ang="0">
                <a:pos x="10" y="53"/>
              </a:cxn>
              <a:cxn ang="0">
                <a:pos x="13" y="57"/>
              </a:cxn>
              <a:cxn ang="0">
                <a:pos x="16" y="53"/>
              </a:cxn>
              <a:cxn ang="0">
                <a:pos x="16" y="35"/>
              </a:cxn>
              <a:cxn ang="0">
                <a:pos x="18" y="35"/>
              </a:cxn>
              <a:cxn ang="0">
                <a:pos x="18" y="53"/>
              </a:cxn>
              <a:cxn ang="0">
                <a:pos x="21" y="57"/>
              </a:cxn>
              <a:cxn ang="0">
                <a:pos x="24" y="53"/>
              </a:cxn>
              <a:cxn ang="0">
                <a:pos x="24" y="35"/>
              </a:cxn>
              <a:cxn ang="0">
                <a:pos x="32" y="35"/>
              </a:cxn>
              <a:cxn ang="0">
                <a:pos x="24" y="6"/>
              </a:cxn>
              <a:cxn ang="0">
                <a:pos x="25" y="6"/>
              </a:cxn>
              <a:cxn ang="0">
                <a:pos x="30" y="24"/>
              </a:cxn>
            </a:cxnLst>
            <a:rect l="0" t="0" r="r" b="b"/>
            <a:pathLst>
              <a:path w="34" h="57">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9" y="0"/>
                  <a:pt x="9" y="0"/>
                  <a:pt x="9" y="0"/>
                </a:cubicBezTo>
                <a:cubicBezTo>
                  <a:pt x="7" y="0"/>
                  <a:pt x="5" y="2"/>
                  <a:pt x="5" y="5"/>
                </a:cubicBezTo>
                <a:cubicBezTo>
                  <a:pt x="0" y="24"/>
                  <a:pt x="0" y="24"/>
                  <a:pt x="0" y="24"/>
                </a:cubicBezTo>
                <a:cubicBezTo>
                  <a:pt x="0" y="25"/>
                  <a:pt x="0" y="26"/>
                  <a:pt x="2" y="26"/>
                </a:cubicBezTo>
                <a:cubicBezTo>
                  <a:pt x="3" y="26"/>
                  <a:pt x="3" y="25"/>
                  <a:pt x="4" y="24"/>
                </a:cubicBezTo>
                <a:cubicBezTo>
                  <a:pt x="9" y="6"/>
                  <a:pt x="9" y="6"/>
                  <a:pt x="9" y="6"/>
                </a:cubicBezTo>
                <a:cubicBezTo>
                  <a:pt x="10" y="6"/>
                  <a:pt x="10" y="6"/>
                  <a:pt x="10" y="6"/>
                </a:cubicBezTo>
                <a:cubicBezTo>
                  <a:pt x="2" y="35"/>
                  <a:pt x="2" y="35"/>
                  <a:pt x="2" y="35"/>
                </a:cubicBezTo>
                <a:cubicBezTo>
                  <a:pt x="10" y="35"/>
                  <a:pt x="10" y="35"/>
                  <a:pt x="10" y="35"/>
                </a:cubicBezTo>
                <a:cubicBezTo>
                  <a:pt x="10" y="53"/>
                  <a:pt x="10" y="53"/>
                  <a:pt x="10" y="53"/>
                </a:cubicBezTo>
                <a:cubicBezTo>
                  <a:pt x="10" y="55"/>
                  <a:pt x="11" y="57"/>
                  <a:pt x="13" y="57"/>
                </a:cubicBezTo>
                <a:cubicBezTo>
                  <a:pt x="15" y="57"/>
                  <a:pt x="16" y="55"/>
                  <a:pt x="16" y="53"/>
                </a:cubicBezTo>
                <a:cubicBezTo>
                  <a:pt x="16" y="35"/>
                  <a:pt x="16" y="35"/>
                  <a:pt x="16" y="35"/>
                </a:cubicBezTo>
                <a:cubicBezTo>
                  <a:pt x="18" y="35"/>
                  <a:pt x="18" y="35"/>
                  <a:pt x="18" y="35"/>
                </a:cubicBezTo>
                <a:cubicBezTo>
                  <a:pt x="18" y="53"/>
                  <a:pt x="18" y="53"/>
                  <a:pt x="18" y="53"/>
                </a:cubicBezTo>
                <a:cubicBezTo>
                  <a:pt x="18" y="55"/>
                  <a:pt x="19" y="57"/>
                  <a:pt x="21" y="57"/>
                </a:cubicBezTo>
                <a:cubicBezTo>
                  <a:pt x="22" y="57"/>
                  <a:pt x="24" y="55"/>
                  <a:pt x="24" y="53"/>
                </a:cubicBezTo>
                <a:cubicBezTo>
                  <a:pt x="24" y="35"/>
                  <a:pt x="24" y="35"/>
                  <a:pt x="24" y="35"/>
                </a:cubicBezTo>
                <a:cubicBezTo>
                  <a:pt x="32" y="35"/>
                  <a:pt x="32" y="35"/>
                  <a:pt x="32" y="35"/>
                </a:cubicBezTo>
                <a:cubicBezTo>
                  <a:pt x="24" y="6"/>
                  <a:pt x="24" y="6"/>
                  <a:pt x="24" y="6"/>
                </a:cubicBezTo>
                <a:cubicBezTo>
                  <a:pt x="25" y="6"/>
                  <a:pt x="25" y="6"/>
                  <a:pt x="25" y="6"/>
                </a:cubicBezTo>
                <a:lnTo>
                  <a:pt x="30" y="24"/>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09" name="Oval 125"/>
          <p:cNvSpPr>
            <a:spLocks noChangeArrowheads="1"/>
          </p:cNvSpPr>
          <p:nvPr/>
        </p:nvSpPr>
        <p:spPr bwMode="auto">
          <a:xfrm>
            <a:off x="2755900" y="2574925"/>
            <a:ext cx="52387" cy="52388"/>
          </a:xfrm>
          <a:prstGeom prst="ellipse">
            <a:avLst/>
          </a:pr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10" name="Freeform 126"/>
          <p:cNvSpPr>
            <a:spLocks/>
          </p:cNvSpPr>
          <p:nvPr/>
        </p:nvSpPr>
        <p:spPr bwMode="auto">
          <a:xfrm>
            <a:off x="2938463" y="2638425"/>
            <a:ext cx="176212" cy="296863"/>
          </a:xfrm>
          <a:custGeom>
            <a:avLst/>
            <a:gdLst/>
            <a:ahLst/>
            <a:cxnLst>
              <a:cxn ang="0">
                <a:pos x="30" y="24"/>
              </a:cxn>
              <a:cxn ang="0">
                <a:pos x="32" y="26"/>
              </a:cxn>
              <a:cxn ang="0">
                <a:pos x="34" y="24"/>
              </a:cxn>
              <a:cxn ang="0">
                <a:pos x="29" y="5"/>
              </a:cxn>
              <a:cxn ang="0">
                <a:pos x="24" y="0"/>
              </a:cxn>
              <a:cxn ang="0">
                <a:pos x="9" y="0"/>
              </a:cxn>
              <a:cxn ang="0">
                <a:pos x="5" y="5"/>
              </a:cxn>
              <a:cxn ang="0">
                <a:pos x="0" y="24"/>
              </a:cxn>
              <a:cxn ang="0">
                <a:pos x="2" y="26"/>
              </a:cxn>
              <a:cxn ang="0">
                <a:pos x="4" y="24"/>
              </a:cxn>
              <a:cxn ang="0">
                <a:pos x="9" y="6"/>
              </a:cxn>
              <a:cxn ang="0">
                <a:pos x="10" y="6"/>
              </a:cxn>
              <a:cxn ang="0">
                <a:pos x="2" y="35"/>
              </a:cxn>
              <a:cxn ang="0">
                <a:pos x="10" y="35"/>
              </a:cxn>
              <a:cxn ang="0">
                <a:pos x="10" y="53"/>
              </a:cxn>
              <a:cxn ang="0">
                <a:pos x="13" y="57"/>
              </a:cxn>
              <a:cxn ang="0">
                <a:pos x="16" y="53"/>
              </a:cxn>
              <a:cxn ang="0">
                <a:pos x="16" y="35"/>
              </a:cxn>
              <a:cxn ang="0">
                <a:pos x="18" y="35"/>
              </a:cxn>
              <a:cxn ang="0">
                <a:pos x="18" y="53"/>
              </a:cxn>
              <a:cxn ang="0">
                <a:pos x="21" y="57"/>
              </a:cxn>
              <a:cxn ang="0">
                <a:pos x="24" y="53"/>
              </a:cxn>
              <a:cxn ang="0">
                <a:pos x="24" y="35"/>
              </a:cxn>
              <a:cxn ang="0">
                <a:pos x="32" y="35"/>
              </a:cxn>
              <a:cxn ang="0">
                <a:pos x="24" y="6"/>
              </a:cxn>
              <a:cxn ang="0">
                <a:pos x="25" y="6"/>
              </a:cxn>
              <a:cxn ang="0">
                <a:pos x="30" y="24"/>
              </a:cxn>
            </a:cxnLst>
            <a:rect l="0" t="0" r="r" b="b"/>
            <a:pathLst>
              <a:path w="34" h="57">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9" y="0"/>
                  <a:pt x="9" y="0"/>
                  <a:pt x="9" y="0"/>
                </a:cubicBezTo>
                <a:cubicBezTo>
                  <a:pt x="7" y="0"/>
                  <a:pt x="5" y="2"/>
                  <a:pt x="5" y="5"/>
                </a:cubicBezTo>
                <a:cubicBezTo>
                  <a:pt x="0" y="24"/>
                  <a:pt x="0" y="24"/>
                  <a:pt x="0" y="24"/>
                </a:cubicBezTo>
                <a:cubicBezTo>
                  <a:pt x="0" y="25"/>
                  <a:pt x="1" y="26"/>
                  <a:pt x="2" y="26"/>
                </a:cubicBezTo>
                <a:cubicBezTo>
                  <a:pt x="3" y="26"/>
                  <a:pt x="3" y="25"/>
                  <a:pt x="4" y="24"/>
                </a:cubicBezTo>
                <a:cubicBezTo>
                  <a:pt x="9" y="6"/>
                  <a:pt x="9" y="6"/>
                  <a:pt x="9" y="6"/>
                </a:cubicBezTo>
                <a:cubicBezTo>
                  <a:pt x="10" y="6"/>
                  <a:pt x="10" y="6"/>
                  <a:pt x="10" y="6"/>
                </a:cubicBezTo>
                <a:cubicBezTo>
                  <a:pt x="2" y="35"/>
                  <a:pt x="2" y="35"/>
                  <a:pt x="2" y="35"/>
                </a:cubicBezTo>
                <a:cubicBezTo>
                  <a:pt x="10" y="35"/>
                  <a:pt x="10" y="35"/>
                  <a:pt x="10" y="35"/>
                </a:cubicBezTo>
                <a:cubicBezTo>
                  <a:pt x="10" y="53"/>
                  <a:pt x="10" y="53"/>
                  <a:pt x="10" y="53"/>
                </a:cubicBezTo>
                <a:cubicBezTo>
                  <a:pt x="10" y="55"/>
                  <a:pt x="11" y="57"/>
                  <a:pt x="13" y="57"/>
                </a:cubicBezTo>
                <a:cubicBezTo>
                  <a:pt x="15" y="57"/>
                  <a:pt x="16" y="55"/>
                  <a:pt x="16" y="53"/>
                </a:cubicBezTo>
                <a:cubicBezTo>
                  <a:pt x="16" y="35"/>
                  <a:pt x="16" y="35"/>
                  <a:pt x="16" y="35"/>
                </a:cubicBezTo>
                <a:cubicBezTo>
                  <a:pt x="18" y="35"/>
                  <a:pt x="18" y="35"/>
                  <a:pt x="18" y="35"/>
                </a:cubicBezTo>
                <a:cubicBezTo>
                  <a:pt x="18" y="53"/>
                  <a:pt x="18" y="53"/>
                  <a:pt x="18" y="53"/>
                </a:cubicBezTo>
                <a:cubicBezTo>
                  <a:pt x="18" y="55"/>
                  <a:pt x="19" y="57"/>
                  <a:pt x="21" y="57"/>
                </a:cubicBezTo>
                <a:cubicBezTo>
                  <a:pt x="23" y="57"/>
                  <a:pt x="24" y="55"/>
                  <a:pt x="24" y="53"/>
                </a:cubicBezTo>
                <a:cubicBezTo>
                  <a:pt x="24" y="35"/>
                  <a:pt x="24" y="35"/>
                  <a:pt x="24" y="35"/>
                </a:cubicBezTo>
                <a:cubicBezTo>
                  <a:pt x="32" y="35"/>
                  <a:pt x="32" y="35"/>
                  <a:pt x="32" y="35"/>
                </a:cubicBezTo>
                <a:cubicBezTo>
                  <a:pt x="24" y="6"/>
                  <a:pt x="24" y="6"/>
                  <a:pt x="24" y="6"/>
                </a:cubicBezTo>
                <a:cubicBezTo>
                  <a:pt x="25" y="6"/>
                  <a:pt x="25" y="6"/>
                  <a:pt x="25" y="6"/>
                </a:cubicBezTo>
                <a:lnTo>
                  <a:pt x="30" y="24"/>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11" name="Oval 127"/>
          <p:cNvSpPr>
            <a:spLocks noChangeArrowheads="1"/>
          </p:cNvSpPr>
          <p:nvPr/>
        </p:nvSpPr>
        <p:spPr bwMode="auto">
          <a:xfrm>
            <a:off x="3000375" y="2574925"/>
            <a:ext cx="52387" cy="52388"/>
          </a:xfrm>
          <a:prstGeom prst="ellipse">
            <a:avLst/>
          </a:pr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12" name="Freeform 128"/>
          <p:cNvSpPr>
            <a:spLocks/>
          </p:cNvSpPr>
          <p:nvPr/>
        </p:nvSpPr>
        <p:spPr bwMode="auto">
          <a:xfrm>
            <a:off x="3182938" y="2638425"/>
            <a:ext cx="177800" cy="296863"/>
          </a:xfrm>
          <a:custGeom>
            <a:avLst/>
            <a:gdLst/>
            <a:ahLst/>
            <a:cxnLst>
              <a:cxn ang="0">
                <a:pos x="30" y="24"/>
              </a:cxn>
              <a:cxn ang="0">
                <a:pos x="32" y="26"/>
              </a:cxn>
              <a:cxn ang="0">
                <a:pos x="34" y="24"/>
              </a:cxn>
              <a:cxn ang="0">
                <a:pos x="29" y="5"/>
              </a:cxn>
              <a:cxn ang="0">
                <a:pos x="24" y="0"/>
              </a:cxn>
              <a:cxn ang="0">
                <a:pos x="10" y="0"/>
              </a:cxn>
              <a:cxn ang="0">
                <a:pos x="5" y="5"/>
              </a:cxn>
              <a:cxn ang="0">
                <a:pos x="0" y="24"/>
              </a:cxn>
              <a:cxn ang="0">
                <a:pos x="2" y="26"/>
              </a:cxn>
              <a:cxn ang="0">
                <a:pos x="4" y="24"/>
              </a:cxn>
              <a:cxn ang="0">
                <a:pos x="9" y="6"/>
              </a:cxn>
              <a:cxn ang="0">
                <a:pos x="10" y="6"/>
              </a:cxn>
              <a:cxn ang="0">
                <a:pos x="2" y="35"/>
              </a:cxn>
              <a:cxn ang="0">
                <a:pos x="10" y="35"/>
              </a:cxn>
              <a:cxn ang="0">
                <a:pos x="10" y="53"/>
              </a:cxn>
              <a:cxn ang="0">
                <a:pos x="13" y="57"/>
              </a:cxn>
              <a:cxn ang="0">
                <a:pos x="16" y="53"/>
              </a:cxn>
              <a:cxn ang="0">
                <a:pos x="16" y="35"/>
              </a:cxn>
              <a:cxn ang="0">
                <a:pos x="18" y="35"/>
              </a:cxn>
              <a:cxn ang="0">
                <a:pos x="18" y="53"/>
              </a:cxn>
              <a:cxn ang="0">
                <a:pos x="21" y="57"/>
              </a:cxn>
              <a:cxn ang="0">
                <a:pos x="24" y="53"/>
              </a:cxn>
              <a:cxn ang="0">
                <a:pos x="24" y="35"/>
              </a:cxn>
              <a:cxn ang="0">
                <a:pos x="32" y="35"/>
              </a:cxn>
              <a:cxn ang="0">
                <a:pos x="24" y="6"/>
              </a:cxn>
              <a:cxn ang="0">
                <a:pos x="25" y="6"/>
              </a:cxn>
              <a:cxn ang="0">
                <a:pos x="30" y="24"/>
              </a:cxn>
            </a:cxnLst>
            <a:rect l="0" t="0" r="r" b="b"/>
            <a:pathLst>
              <a:path w="34" h="57">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10" y="0"/>
                  <a:pt x="10" y="0"/>
                  <a:pt x="10" y="0"/>
                </a:cubicBezTo>
                <a:cubicBezTo>
                  <a:pt x="7" y="0"/>
                  <a:pt x="5" y="2"/>
                  <a:pt x="5" y="5"/>
                </a:cubicBezTo>
                <a:cubicBezTo>
                  <a:pt x="0" y="24"/>
                  <a:pt x="0" y="24"/>
                  <a:pt x="0" y="24"/>
                </a:cubicBezTo>
                <a:cubicBezTo>
                  <a:pt x="0" y="25"/>
                  <a:pt x="1" y="26"/>
                  <a:pt x="2" y="26"/>
                </a:cubicBezTo>
                <a:cubicBezTo>
                  <a:pt x="3" y="26"/>
                  <a:pt x="3" y="25"/>
                  <a:pt x="4" y="24"/>
                </a:cubicBezTo>
                <a:cubicBezTo>
                  <a:pt x="9" y="6"/>
                  <a:pt x="9" y="6"/>
                  <a:pt x="9" y="6"/>
                </a:cubicBezTo>
                <a:cubicBezTo>
                  <a:pt x="10" y="6"/>
                  <a:pt x="10" y="6"/>
                  <a:pt x="10" y="6"/>
                </a:cubicBezTo>
                <a:cubicBezTo>
                  <a:pt x="2" y="35"/>
                  <a:pt x="2" y="35"/>
                  <a:pt x="2" y="35"/>
                </a:cubicBezTo>
                <a:cubicBezTo>
                  <a:pt x="10" y="35"/>
                  <a:pt x="10" y="35"/>
                  <a:pt x="10" y="35"/>
                </a:cubicBezTo>
                <a:cubicBezTo>
                  <a:pt x="10" y="53"/>
                  <a:pt x="10" y="53"/>
                  <a:pt x="10" y="53"/>
                </a:cubicBezTo>
                <a:cubicBezTo>
                  <a:pt x="10" y="55"/>
                  <a:pt x="11" y="57"/>
                  <a:pt x="13" y="57"/>
                </a:cubicBezTo>
                <a:cubicBezTo>
                  <a:pt x="15" y="57"/>
                  <a:pt x="16" y="55"/>
                  <a:pt x="16" y="53"/>
                </a:cubicBezTo>
                <a:cubicBezTo>
                  <a:pt x="16" y="35"/>
                  <a:pt x="16" y="35"/>
                  <a:pt x="16" y="35"/>
                </a:cubicBezTo>
                <a:cubicBezTo>
                  <a:pt x="18" y="35"/>
                  <a:pt x="18" y="35"/>
                  <a:pt x="18" y="35"/>
                </a:cubicBezTo>
                <a:cubicBezTo>
                  <a:pt x="18" y="53"/>
                  <a:pt x="18" y="53"/>
                  <a:pt x="18" y="53"/>
                </a:cubicBezTo>
                <a:cubicBezTo>
                  <a:pt x="18" y="55"/>
                  <a:pt x="19" y="57"/>
                  <a:pt x="21" y="57"/>
                </a:cubicBezTo>
                <a:cubicBezTo>
                  <a:pt x="23" y="57"/>
                  <a:pt x="24" y="55"/>
                  <a:pt x="24" y="53"/>
                </a:cubicBezTo>
                <a:cubicBezTo>
                  <a:pt x="24" y="35"/>
                  <a:pt x="24" y="35"/>
                  <a:pt x="24" y="35"/>
                </a:cubicBezTo>
                <a:cubicBezTo>
                  <a:pt x="32" y="35"/>
                  <a:pt x="32" y="35"/>
                  <a:pt x="32" y="35"/>
                </a:cubicBezTo>
                <a:cubicBezTo>
                  <a:pt x="24" y="6"/>
                  <a:pt x="24" y="6"/>
                  <a:pt x="24" y="6"/>
                </a:cubicBezTo>
                <a:cubicBezTo>
                  <a:pt x="25" y="6"/>
                  <a:pt x="25" y="6"/>
                  <a:pt x="25" y="6"/>
                </a:cubicBezTo>
                <a:lnTo>
                  <a:pt x="30" y="24"/>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13" name="Oval 129"/>
          <p:cNvSpPr>
            <a:spLocks noChangeArrowheads="1"/>
          </p:cNvSpPr>
          <p:nvPr/>
        </p:nvSpPr>
        <p:spPr bwMode="auto">
          <a:xfrm>
            <a:off x="3244850" y="2574925"/>
            <a:ext cx="52387" cy="52388"/>
          </a:xfrm>
          <a:prstGeom prst="ellipse">
            <a:avLst/>
          </a:pr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14" name="Freeform 130"/>
          <p:cNvSpPr>
            <a:spLocks/>
          </p:cNvSpPr>
          <p:nvPr/>
        </p:nvSpPr>
        <p:spPr bwMode="auto">
          <a:xfrm>
            <a:off x="3427413" y="2638425"/>
            <a:ext cx="177800" cy="296863"/>
          </a:xfrm>
          <a:custGeom>
            <a:avLst/>
            <a:gdLst/>
            <a:ahLst/>
            <a:cxnLst>
              <a:cxn ang="0">
                <a:pos x="30" y="24"/>
              </a:cxn>
              <a:cxn ang="0">
                <a:pos x="32" y="26"/>
              </a:cxn>
              <a:cxn ang="0">
                <a:pos x="34" y="24"/>
              </a:cxn>
              <a:cxn ang="0">
                <a:pos x="29" y="5"/>
              </a:cxn>
              <a:cxn ang="0">
                <a:pos x="24" y="0"/>
              </a:cxn>
              <a:cxn ang="0">
                <a:pos x="10" y="0"/>
              </a:cxn>
              <a:cxn ang="0">
                <a:pos x="5" y="5"/>
              </a:cxn>
              <a:cxn ang="0">
                <a:pos x="0" y="24"/>
              </a:cxn>
              <a:cxn ang="0">
                <a:pos x="2" y="26"/>
              </a:cxn>
              <a:cxn ang="0">
                <a:pos x="4" y="24"/>
              </a:cxn>
              <a:cxn ang="0">
                <a:pos x="9" y="6"/>
              </a:cxn>
              <a:cxn ang="0">
                <a:pos x="10" y="6"/>
              </a:cxn>
              <a:cxn ang="0">
                <a:pos x="2" y="35"/>
              </a:cxn>
              <a:cxn ang="0">
                <a:pos x="10" y="35"/>
              </a:cxn>
              <a:cxn ang="0">
                <a:pos x="10" y="53"/>
              </a:cxn>
              <a:cxn ang="0">
                <a:pos x="13" y="57"/>
              </a:cxn>
              <a:cxn ang="0">
                <a:pos x="16" y="53"/>
              </a:cxn>
              <a:cxn ang="0">
                <a:pos x="16" y="35"/>
              </a:cxn>
              <a:cxn ang="0">
                <a:pos x="18" y="35"/>
              </a:cxn>
              <a:cxn ang="0">
                <a:pos x="18" y="53"/>
              </a:cxn>
              <a:cxn ang="0">
                <a:pos x="21" y="57"/>
              </a:cxn>
              <a:cxn ang="0">
                <a:pos x="24" y="53"/>
              </a:cxn>
              <a:cxn ang="0">
                <a:pos x="24" y="35"/>
              </a:cxn>
              <a:cxn ang="0">
                <a:pos x="32" y="35"/>
              </a:cxn>
              <a:cxn ang="0">
                <a:pos x="24" y="6"/>
              </a:cxn>
              <a:cxn ang="0">
                <a:pos x="25" y="6"/>
              </a:cxn>
              <a:cxn ang="0">
                <a:pos x="30" y="24"/>
              </a:cxn>
            </a:cxnLst>
            <a:rect l="0" t="0" r="r" b="b"/>
            <a:pathLst>
              <a:path w="34" h="57">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10" y="0"/>
                  <a:pt x="10" y="0"/>
                  <a:pt x="10" y="0"/>
                </a:cubicBezTo>
                <a:cubicBezTo>
                  <a:pt x="7" y="0"/>
                  <a:pt x="6" y="2"/>
                  <a:pt x="5" y="5"/>
                </a:cubicBezTo>
                <a:cubicBezTo>
                  <a:pt x="0" y="24"/>
                  <a:pt x="0" y="24"/>
                  <a:pt x="0" y="24"/>
                </a:cubicBezTo>
                <a:cubicBezTo>
                  <a:pt x="0" y="25"/>
                  <a:pt x="1" y="26"/>
                  <a:pt x="2" y="26"/>
                </a:cubicBezTo>
                <a:cubicBezTo>
                  <a:pt x="3" y="26"/>
                  <a:pt x="3" y="25"/>
                  <a:pt x="4" y="24"/>
                </a:cubicBezTo>
                <a:cubicBezTo>
                  <a:pt x="9" y="6"/>
                  <a:pt x="9" y="6"/>
                  <a:pt x="9" y="6"/>
                </a:cubicBezTo>
                <a:cubicBezTo>
                  <a:pt x="10" y="6"/>
                  <a:pt x="10" y="6"/>
                  <a:pt x="10" y="6"/>
                </a:cubicBezTo>
                <a:cubicBezTo>
                  <a:pt x="2" y="35"/>
                  <a:pt x="2" y="35"/>
                  <a:pt x="2" y="35"/>
                </a:cubicBezTo>
                <a:cubicBezTo>
                  <a:pt x="10" y="35"/>
                  <a:pt x="10" y="35"/>
                  <a:pt x="10" y="35"/>
                </a:cubicBezTo>
                <a:cubicBezTo>
                  <a:pt x="10" y="53"/>
                  <a:pt x="10" y="53"/>
                  <a:pt x="10" y="53"/>
                </a:cubicBezTo>
                <a:cubicBezTo>
                  <a:pt x="10" y="55"/>
                  <a:pt x="11" y="57"/>
                  <a:pt x="13" y="57"/>
                </a:cubicBezTo>
                <a:cubicBezTo>
                  <a:pt x="15" y="57"/>
                  <a:pt x="16" y="55"/>
                  <a:pt x="16" y="53"/>
                </a:cubicBezTo>
                <a:cubicBezTo>
                  <a:pt x="16" y="35"/>
                  <a:pt x="16" y="35"/>
                  <a:pt x="16" y="35"/>
                </a:cubicBezTo>
                <a:cubicBezTo>
                  <a:pt x="18" y="35"/>
                  <a:pt x="18" y="35"/>
                  <a:pt x="18" y="35"/>
                </a:cubicBezTo>
                <a:cubicBezTo>
                  <a:pt x="18" y="53"/>
                  <a:pt x="18" y="53"/>
                  <a:pt x="18" y="53"/>
                </a:cubicBezTo>
                <a:cubicBezTo>
                  <a:pt x="18" y="55"/>
                  <a:pt x="19" y="57"/>
                  <a:pt x="21" y="57"/>
                </a:cubicBezTo>
                <a:cubicBezTo>
                  <a:pt x="23" y="57"/>
                  <a:pt x="24" y="55"/>
                  <a:pt x="24" y="53"/>
                </a:cubicBezTo>
                <a:cubicBezTo>
                  <a:pt x="24" y="35"/>
                  <a:pt x="24" y="35"/>
                  <a:pt x="24" y="35"/>
                </a:cubicBezTo>
                <a:cubicBezTo>
                  <a:pt x="32" y="35"/>
                  <a:pt x="32" y="35"/>
                  <a:pt x="32" y="35"/>
                </a:cubicBezTo>
                <a:cubicBezTo>
                  <a:pt x="24" y="6"/>
                  <a:pt x="24" y="6"/>
                  <a:pt x="24" y="6"/>
                </a:cubicBezTo>
                <a:cubicBezTo>
                  <a:pt x="25" y="6"/>
                  <a:pt x="25" y="6"/>
                  <a:pt x="25" y="6"/>
                </a:cubicBezTo>
                <a:lnTo>
                  <a:pt x="30" y="24"/>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15" name="Oval 131"/>
          <p:cNvSpPr>
            <a:spLocks noChangeArrowheads="1"/>
          </p:cNvSpPr>
          <p:nvPr/>
        </p:nvSpPr>
        <p:spPr bwMode="auto">
          <a:xfrm>
            <a:off x="3490913" y="2574925"/>
            <a:ext cx="52387" cy="52388"/>
          </a:xfrm>
          <a:prstGeom prst="ellipse">
            <a:avLst/>
          </a:pr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16" name="Freeform 132"/>
          <p:cNvSpPr>
            <a:spLocks/>
          </p:cNvSpPr>
          <p:nvPr/>
        </p:nvSpPr>
        <p:spPr bwMode="auto">
          <a:xfrm>
            <a:off x="3673475" y="2638425"/>
            <a:ext cx="176212" cy="296863"/>
          </a:xfrm>
          <a:custGeom>
            <a:avLst/>
            <a:gdLst/>
            <a:ahLst/>
            <a:cxnLst>
              <a:cxn ang="0">
                <a:pos x="30" y="24"/>
              </a:cxn>
              <a:cxn ang="0">
                <a:pos x="32" y="26"/>
              </a:cxn>
              <a:cxn ang="0">
                <a:pos x="34" y="24"/>
              </a:cxn>
              <a:cxn ang="0">
                <a:pos x="29" y="5"/>
              </a:cxn>
              <a:cxn ang="0">
                <a:pos x="24" y="0"/>
              </a:cxn>
              <a:cxn ang="0">
                <a:pos x="10" y="0"/>
              </a:cxn>
              <a:cxn ang="0">
                <a:pos x="5" y="5"/>
              </a:cxn>
              <a:cxn ang="0">
                <a:pos x="0" y="24"/>
              </a:cxn>
              <a:cxn ang="0">
                <a:pos x="2" y="26"/>
              </a:cxn>
              <a:cxn ang="0">
                <a:pos x="4" y="24"/>
              </a:cxn>
              <a:cxn ang="0">
                <a:pos x="9" y="6"/>
              </a:cxn>
              <a:cxn ang="0">
                <a:pos x="10" y="6"/>
              </a:cxn>
              <a:cxn ang="0">
                <a:pos x="2" y="35"/>
              </a:cxn>
              <a:cxn ang="0">
                <a:pos x="10" y="35"/>
              </a:cxn>
              <a:cxn ang="0">
                <a:pos x="10" y="53"/>
              </a:cxn>
              <a:cxn ang="0">
                <a:pos x="13" y="57"/>
              </a:cxn>
              <a:cxn ang="0">
                <a:pos x="16" y="53"/>
              </a:cxn>
              <a:cxn ang="0">
                <a:pos x="16" y="35"/>
              </a:cxn>
              <a:cxn ang="0">
                <a:pos x="18" y="35"/>
              </a:cxn>
              <a:cxn ang="0">
                <a:pos x="18" y="53"/>
              </a:cxn>
              <a:cxn ang="0">
                <a:pos x="21" y="57"/>
              </a:cxn>
              <a:cxn ang="0">
                <a:pos x="24" y="53"/>
              </a:cxn>
              <a:cxn ang="0">
                <a:pos x="24" y="35"/>
              </a:cxn>
              <a:cxn ang="0">
                <a:pos x="32" y="35"/>
              </a:cxn>
              <a:cxn ang="0">
                <a:pos x="24" y="6"/>
              </a:cxn>
              <a:cxn ang="0">
                <a:pos x="25" y="6"/>
              </a:cxn>
              <a:cxn ang="0">
                <a:pos x="30" y="24"/>
              </a:cxn>
            </a:cxnLst>
            <a:rect l="0" t="0" r="r" b="b"/>
            <a:pathLst>
              <a:path w="34" h="57">
                <a:moveTo>
                  <a:pt x="30" y="24"/>
                </a:moveTo>
                <a:cubicBezTo>
                  <a:pt x="30" y="25"/>
                  <a:pt x="31" y="26"/>
                  <a:pt x="32" y="26"/>
                </a:cubicBezTo>
                <a:cubicBezTo>
                  <a:pt x="33" y="26"/>
                  <a:pt x="34" y="25"/>
                  <a:pt x="34" y="24"/>
                </a:cubicBezTo>
                <a:cubicBezTo>
                  <a:pt x="29" y="5"/>
                  <a:pt x="29" y="5"/>
                  <a:pt x="29" y="5"/>
                </a:cubicBezTo>
                <a:cubicBezTo>
                  <a:pt x="28" y="2"/>
                  <a:pt x="27" y="0"/>
                  <a:pt x="24" y="0"/>
                </a:cubicBezTo>
                <a:cubicBezTo>
                  <a:pt x="10" y="0"/>
                  <a:pt x="10" y="0"/>
                  <a:pt x="10" y="0"/>
                </a:cubicBezTo>
                <a:cubicBezTo>
                  <a:pt x="7" y="0"/>
                  <a:pt x="6" y="2"/>
                  <a:pt x="5" y="5"/>
                </a:cubicBezTo>
                <a:cubicBezTo>
                  <a:pt x="0" y="24"/>
                  <a:pt x="0" y="24"/>
                  <a:pt x="0" y="24"/>
                </a:cubicBezTo>
                <a:cubicBezTo>
                  <a:pt x="0" y="25"/>
                  <a:pt x="1" y="26"/>
                  <a:pt x="2" y="26"/>
                </a:cubicBezTo>
                <a:cubicBezTo>
                  <a:pt x="3" y="26"/>
                  <a:pt x="4" y="25"/>
                  <a:pt x="4" y="24"/>
                </a:cubicBezTo>
                <a:cubicBezTo>
                  <a:pt x="9" y="6"/>
                  <a:pt x="9" y="6"/>
                  <a:pt x="9" y="6"/>
                </a:cubicBezTo>
                <a:cubicBezTo>
                  <a:pt x="10" y="6"/>
                  <a:pt x="10" y="6"/>
                  <a:pt x="10" y="6"/>
                </a:cubicBezTo>
                <a:cubicBezTo>
                  <a:pt x="2" y="35"/>
                  <a:pt x="2" y="35"/>
                  <a:pt x="2" y="35"/>
                </a:cubicBezTo>
                <a:cubicBezTo>
                  <a:pt x="10" y="35"/>
                  <a:pt x="10" y="35"/>
                  <a:pt x="10" y="35"/>
                </a:cubicBezTo>
                <a:cubicBezTo>
                  <a:pt x="10" y="53"/>
                  <a:pt x="10" y="53"/>
                  <a:pt x="10" y="53"/>
                </a:cubicBezTo>
                <a:cubicBezTo>
                  <a:pt x="10" y="55"/>
                  <a:pt x="11" y="57"/>
                  <a:pt x="13" y="57"/>
                </a:cubicBezTo>
                <a:cubicBezTo>
                  <a:pt x="15" y="57"/>
                  <a:pt x="16" y="55"/>
                  <a:pt x="16" y="53"/>
                </a:cubicBezTo>
                <a:cubicBezTo>
                  <a:pt x="16" y="35"/>
                  <a:pt x="16" y="35"/>
                  <a:pt x="16" y="35"/>
                </a:cubicBezTo>
                <a:cubicBezTo>
                  <a:pt x="18" y="35"/>
                  <a:pt x="18" y="35"/>
                  <a:pt x="18" y="35"/>
                </a:cubicBezTo>
                <a:cubicBezTo>
                  <a:pt x="18" y="53"/>
                  <a:pt x="18" y="53"/>
                  <a:pt x="18" y="53"/>
                </a:cubicBezTo>
                <a:cubicBezTo>
                  <a:pt x="18" y="55"/>
                  <a:pt x="19" y="57"/>
                  <a:pt x="21" y="57"/>
                </a:cubicBezTo>
                <a:cubicBezTo>
                  <a:pt x="23" y="57"/>
                  <a:pt x="24" y="55"/>
                  <a:pt x="24" y="53"/>
                </a:cubicBezTo>
                <a:cubicBezTo>
                  <a:pt x="24" y="35"/>
                  <a:pt x="24" y="35"/>
                  <a:pt x="24" y="35"/>
                </a:cubicBezTo>
                <a:cubicBezTo>
                  <a:pt x="32" y="35"/>
                  <a:pt x="32" y="35"/>
                  <a:pt x="32" y="35"/>
                </a:cubicBezTo>
                <a:cubicBezTo>
                  <a:pt x="24" y="6"/>
                  <a:pt x="24" y="6"/>
                  <a:pt x="24" y="6"/>
                </a:cubicBezTo>
                <a:cubicBezTo>
                  <a:pt x="25" y="6"/>
                  <a:pt x="25" y="6"/>
                  <a:pt x="25" y="6"/>
                </a:cubicBezTo>
                <a:lnTo>
                  <a:pt x="30" y="24"/>
                </a:ln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17" name="Oval 133"/>
          <p:cNvSpPr>
            <a:spLocks noChangeArrowheads="1"/>
          </p:cNvSpPr>
          <p:nvPr/>
        </p:nvSpPr>
        <p:spPr bwMode="auto">
          <a:xfrm>
            <a:off x="3735388" y="2574925"/>
            <a:ext cx="52387" cy="52388"/>
          </a:xfrm>
          <a:prstGeom prst="ellipse">
            <a:avLst/>
          </a:pr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43" name="Freeform 159"/>
          <p:cNvSpPr>
            <a:spLocks noEditPoints="1"/>
          </p:cNvSpPr>
          <p:nvPr/>
        </p:nvSpPr>
        <p:spPr bwMode="auto">
          <a:xfrm>
            <a:off x="10533063" y="1752600"/>
            <a:ext cx="411162" cy="1177925"/>
          </a:xfrm>
          <a:custGeom>
            <a:avLst/>
            <a:gdLst/>
            <a:ahLst/>
            <a:cxnLst>
              <a:cxn ang="0">
                <a:pos x="40" y="34"/>
              </a:cxn>
              <a:cxn ang="0">
                <a:pos x="57" y="17"/>
              </a:cxn>
              <a:cxn ang="0">
                <a:pos x="40" y="0"/>
              </a:cxn>
              <a:cxn ang="0">
                <a:pos x="23" y="17"/>
              </a:cxn>
              <a:cxn ang="0">
                <a:pos x="40" y="34"/>
              </a:cxn>
              <a:cxn ang="0">
                <a:pos x="79" y="56"/>
              </a:cxn>
              <a:cxn ang="0">
                <a:pos x="64" y="41"/>
              </a:cxn>
              <a:cxn ang="0">
                <a:pos x="16" y="41"/>
              </a:cxn>
              <a:cxn ang="0">
                <a:pos x="0" y="56"/>
              </a:cxn>
              <a:cxn ang="0">
                <a:pos x="0" y="119"/>
              </a:cxn>
              <a:cxn ang="0">
                <a:pos x="7" y="126"/>
              </a:cxn>
              <a:cxn ang="0">
                <a:pos x="14" y="119"/>
              </a:cxn>
              <a:cxn ang="0">
                <a:pos x="14" y="62"/>
              </a:cxn>
              <a:cxn ang="0">
                <a:pos x="17" y="62"/>
              </a:cxn>
              <a:cxn ang="0">
                <a:pos x="17" y="215"/>
              </a:cxn>
              <a:cxn ang="0">
                <a:pos x="27" y="226"/>
              </a:cxn>
              <a:cxn ang="0">
                <a:pos x="37" y="215"/>
              </a:cxn>
              <a:cxn ang="0">
                <a:pos x="37" y="131"/>
              </a:cxn>
              <a:cxn ang="0">
                <a:pos x="43" y="131"/>
              </a:cxn>
              <a:cxn ang="0">
                <a:pos x="43" y="215"/>
              </a:cxn>
              <a:cxn ang="0">
                <a:pos x="53" y="226"/>
              </a:cxn>
              <a:cxn ang="0">
                <a:pos x="63" y="215"/>
              </a:cxn>
              <a:cxn ang="0">
                <a:pos x="63" y="62"/>
              </a:cxn>
              <a:cxn ang="0">
                <a:pos x="66" y="62"/>
              </a:cxn>
              <a:cxn ang="0">
                <a:pos x="66" y="119"/>
              </a:cxn>
              <a:cxn ang="0">
                <a:pos x="72" y="126"/>
              </a:cxn>
              <a:cxn ang="0">
                <a:pos x="79" y="119"/>
              </a:cxn>
              <a:cxn ang="0">
                <a:pos x="79" y="56"/>
              </a:cxn>
            </a:cxnLst>
            <a:rect l="0" t="0" r="r" b="b"/>
            <a:pathLst>
              <a:path w="79" h="226">
                <a:moveTo>
                  <a:pt x="40" y="34"/>
                </a:moveTo>
                <a:cubicBezTo>
                  <a:pt x="50" y="34"/>
                  <a:pt x="57" y="27"/>
                  <a:pt x="57" y="17"/>
                </a:cubicBezTo>
                <a:cubicBezTo>
                  <a:pt x="57" y="8"/>
                  <a:pt x="50" y="0"/>
                  <a:pt x="40" y="0"/>
                </a:cubicBezTo>
                <a:cubicBezTo>
                  <a:pt x="31" y="0"/>
                  <a:pt x="23" y="8"/>
                  <a:pt x="23" y="17"/>
                </a:cubicBezTo>
                <a:cubicBezTo>
                  <a:pt x="23" y="27"/>
                  <a:pt x="31" y="34"/>
                  <a:pt x="40" y="34"/>
                </a:cubicBezTo>
                <a:close/>
                <a:moveTo>
                  <a:pt x="79" y="56"/>
                </a:moveTo>
                <a:cubicBezTo>
                  <a:pt x="79" y="48"/>
                  <a:pt x="72" y="41"/>
                  <a:pt x="64" y="41"/>
                </a:cubicBezTo>
                <a:cubicBezTo>
                  <a:pt x="16" y="41"/>
                  <a:pt x="16" y="41"/>
                  <a:pt x="16" y="41"/>
                </a:cubicBezTo>
                <a:cubicBezTo>
                  <a:pt x="7" y="41"/>
                  <a:pt x="0" y="48"/>
                  <a:pt x="0" y="56"/>
                </a:cubicBezTo>
                <a:cubicBezTo>
                  <a:pt x="0" y="119"/>
                  <a:pt x="0" y="119"/>
                  <a:pt x="0" y="119"/>
                </a:cubicBezTo>
                <a:cubicBezTo>
                  <a:pt x="0" y="123"/>
                  <a:pt x="3" y="126"/>
                  <a:pt x="7" y="126"/>
                </a:cubicBezTo>
                <a:cubicBezTo>
                  <a:pt x="11" y="126"/>
                  <a:pt x="14" y="123"/>
                  <a:pt x="14" y="119"/>
                </a:cubicBezTo>
                <a:cubicBezTo>
                  <a:pt x="14" y="62"/>
                  <a:pt x="14" y="62"/>
                  <a:pt x="14" y="62"/>
                </a:cubicBezTo>
                <a:cubicBezTo>
                  <a:pt x="17" y="62"/>
                  <a:pt x="17" y="62"/>
                  <a:pt x="17" y="62"/>
                </a:cubicBezTo>
                <a:cubicBezTo>
                  <a:pt x="17" y="215"/>
                  <a:pt x="17" y="215"/>
                  <a:pt x="17" y="215"/>
                </a:cubicBezTo>
                <a:cubicBezTo>
                  <a:pt x="17" y="221"/>
                  <a:pt x="21" y="226"/>
                  <a:pt x="27" y="226"/>
                </a:cubicBezTo>
                <a:cubicBezTo>
                  <a:pt x="32" y="226"/>
                  <a:pt x="37" y="221"/>
                  <a:pt x="37" y="215"/>
                </a:cubicBezTo>
                <a:cubicBezTo>
                  <a:pt x="37" y="131"/>
                  <a:pt x="37" y="131"/>
                  <a:pt x="37" y="131"/>
                </a:cubicBezTo>
                <a:cubicBezTo>
                  <a:pt x="43" y="131"/>
                  <a:pt x="43" y="131"/>
                  <a:pt x="43" y="131"/>
                </a:cubicBezTo>
                <a:cubicBezTo>
                  <a:pt x="43" y="215"/>
                  <a:pt x="43" y="215"/>
                  <a:pt x="43" y="215"/>
                </a:cubicBezTo>
                <a:cubicBezTo>
                  <a:pt x="43" y="221"/>
                  <a:pt x="47" y="226"/>
                  <a:pt x="53" y="226"/>
                </a:cubicBezTo>
                <a:cubicBezTo>
                  <a:pt x="58" y="226"/>
                  <a:pt x="63" y="221"/>
                  <a:pt x="63" y="215"/>
                </a:cubicBezTo>
                <a:cubicBezTo>
                  <a:pt x="63" y="62"/>
                  <a:pt x="63" y="62"/>
                  <a:pt x="63" y="62"/>
                </a:cubicBezTo>
                <a:cubicBezTo>
                  <a:pt x="66" y="62"/>
                  <a:pt x="66" y="62"/>
                  <a:pt x="66" y="62"/>
                </a:cubicBezTo>
                <a:cubicBezTo>
                  <a:pt x="66" y="119"/>
                  <a:pt x="66" y="119"/>
                  <a:pt x="66" y="119"/>
                </a:cubicBezTo>
                <a:cubicBezTo>
                  <a:pt x="66" y="123"/>
                  <a:pt x="69" y="126"/>
                  <a:pt x="72" y="126"/>
                </a:cubicBezTo>
                <a:cubicBezTo>
                  <a:pt x="76" y="126"/>
                  <a:pt x="79" y="123"/>
                  <a:pt x="79" y="119"/>
                </a:cubicBezTo>
                <a:lnTo>
                  <a:pt x="79" y="56"/>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44" name="Freeform 160"/>
          <p:cNvSpPr>
            <a:spLocks noEditPoints="1"/>
          </p:cNvSpPr>
          <p:nvPr/>
        </p:nvSpPr>
        <p:spPr bwMode="auto">
          <a:xfrm>
            <a:off x="10110788" y="1752600"/>
            <a:ext cx="125412" cy="358775"/>
          </a:xfrm>
          <a:custGeom>
            <a:avLst/>
            <a:gdLst/>
            <a:ahLst/>
            <a:cxnLst>
              <a:cxn ang="0">
                <a:pos x="12" y="11"/>
              </a:cxn>
              <a:cxn ang="0">
                <a:pos x="17" y="6"/>
              </a:cxn>
              <a:cxn ang="0">
                <a:pos x="12" y="0"/>
              </a:cxn>
              <a:cxn ang="0">
                <a:pos x="7" y="6"/>
              </a:cxn>
              <a:cxn ang="0">
                <a:pos x="12" y="11"/>
              </a:cxn>
              <a:cxn ang="0">
                <a:pos x="24" y="17"/>
              </a:cxn>
              <a:cxn ang="0">
                <a:pos x="19" y="13"/>
              </a:cxn>
              <a:cxn ang="0">
                <a:pos x="4"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2" y="40"/>
              </a:cxn>
              <a:cxn ang="0">
                <a:pos x="12" y="66"/>
              </a:cxn>
              <a:cxn ang="0">
                <a:pos x="16" y="69"/>
              </a:cxn>
              <a:cxn ang="0">
                <a:pos x="19" y="66"/>
              </a:cxn>
              <a:cxn ang="0">
                <a:pos x="19" y="19"/>
              </a:cxn>
              <a:cxn ang="0">
                <a:pos x="19" y="19"/>
              </a:cxn>
              <a:cxn ang="0">
                <a:pos x="19" y="36"/>
              </a:cxn>
              <a:cxn ang="0">
                <a:pos x="22" y="38"/>
              </a:cxn>
              <a:cxn ang="0">
                <a:pos x="24" y="36"/>
              </a:cxn>
              <a:cxn ang="0">
                <a:pos x="24" y="17"/>
              </a:cxn>
            </a:cxnLst>
            <a:rect l="0" t="0" r="r" b="b"/>
            <a:pathLst>
              <a:path w="24" h="69">
                <a:moveTo>
                  <a:pt x="12" y="11"/>
                </a:moveTo>
                <a:cubicBezTo>
                  <a:pt x="15" y="11"/>
                  <a:pt x="17" y="8"/>
                  <a:pt x="17" y="6"/>
                </a:cubicBezTo>
                <a:cubicBezTo>
                  <a:pt x="17" y="3"/>
                  <a:pt x="15" y="0"/>
                  <a:pt x="12" y="0"/>
                </a:cubicBezTo>
                <a:cubicBezTo>
                  <a:pt x="9" y="0"/>
                  <a:pt x="7" y="3"/>
                  <a:pt x="7" y="6"/>
                </a:cubicBezTo>
                <a:cubicBezTo>
                  <a:pt x="7" y="8"/>
                  <a:pt x="9" y="11"/>
                  <a:pt x="12" y="11"/>
                </a:cubicBezTo>
                <a:close/>
                <a:moveTo>
                  <a:pt x="24" y="17"/>
                </a:moveTo>
                <a:cubicBezTo>
                  <a:pt x="24" y="15"/>
                  <a:pt x="21" y="13"/>
                  <a:pt x="19" y="13"/>
                </a:cubicBezTo>
                <a:cubicBezTo>
                  <a:pt x="4" y="13"/>
                  <a:pt x="4" y="13"/>
                  <a:pt x="4" y="13"/>
                </a:cubicBezTo>
                <a:cubicBezTo>
                  <a:pt x="2" y="13"/>
                  <a:pt x="0" y="15"/>
                  <a:pt x="0" y="17"/>
                </a:cubicBezTo>
                <a:cubicBezTo>
                  <a:pt x="0" y="36"/>
                  <a:pt x="0" y="36"/>
                  <a:pt x="0" y="36"/>
                </a:cubicBezTo>
                <a:cubicBezTo>
                  <a:pt x="0" y="38"/>
                  <a:pt x="1" y="38"/>
                  <a:pt x="2" y="38"/>
                </a:cubicBezTo>
                <a:cubicBezTo>
                  <a:pt x="3" y="38"/>
                  <a:pt x="4" y="38"/>
                  <a:pt x="4" y="36"/>
                </a:cubicBezTo>
                <a:cubicBezTo>
                  <a:pt x="4" y="19"/>
                  <a:pt x="4" y="19"/>
                  <a:pt x="4" y="19"/>
                </a:cubicBezTo>
                <a:cubicBezTo>
                  <a:pt x="5" y="19"/>
                  <a:pt x="5" y="19"/>
                  <a:pt x="5" y="19"/>
                </a:cubicBezTo>
                <a:cubicBezTo>
                  <a:pt x="5" y="66"/>
                  <a:pt x="5" y="66"/>
                  <a:pt x="5" y="66"/>
                </a:cubicBezTo>
                <a:cubicBezTo>
                  <a:pt x="5" y="67"/>
                  <a:pt x="6" y="69"/>
                  <a:pt x="8" y="69"/>
                </a:cubicBezTo>
                <a:cubicBezTo>
                  <a:pt x="9" y="69"/>
                  <a:pt x="11" y="67"/>
                  <a:pt x="11" y="66"/>
                </a:cubicBezTo>
                <a:cubicBezTo>
                  <a:pt x="11" y="40"/>
                  <a:pt x="11" y="40"/>
                  <a:pt x="11" y="40"/>
                </a:cubicBezTo>
                <a:cubicBezTo>
                  <a:pt x="12" y="40"/>
                  <a:pt x="12" y="40"/>
                  <a:pt x="12" y="40"/>
                </a:cubicBezTo>
                <a:cubicBezTo>
                  <a:pt x="12" y="66"/>
                  <a:pt x="12" y="66"/>
                  <a:pt x="12" y="66"/>
                </a:cubicBezTo>
                <a:cubicBezTo>
                  <a:pt x="12" y="67"/>
                  <a:pt x="14" y="69"/>
                  <a:pt x="16" y="69"/>
                </a:cubicBezTo>
                <a:cubicBezTo>
                  <a:pt x="17" y="69"/>
                  <a:pt x="19" y="67"/>
                  <a:pt x="19" y="66"/>
                </a:cubicBezTo>
                <a:cubicBezTo>
                  <a:pt x="19" y="19"/>
                  <a:pt x="19" y="19"/>
                  <a:pt x="19" y="19"/>
                </a:cubicBezTo>
                <a:cubicBezTo>
                  <a:pt x="19" y="19"/>
                  <a:pt x="19" y="19"/>
                  <a:pt x="19" y="19"/>
                </a:cubicBezTo>
                <a:cubicBezTo>
                  <a:pt x="19" y="36"/>
                  <a:pt x="19" y="36"/>
                  <a:pt x="19" y="36"/>
                </a:cubicBezTo>
                <a:cubicBezTo>
                  <a:pt x="19" y="37"/>
                  <a:pt x="20"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45" name="Freeform 161"/>
          <p:cNvSpPr>
            <a:spLocks noEditPoints="1"/>
          </p:cNvSpPr>
          <p:nvPr/>
        </p:nvSpPr>
        <p:spPr bwMode="auto">
          <a:xfrm>
            <a:off x="10110788" y="2574925"/>
            <a:ext cx="125412" cy="360363"/>
          </a:xfrm>
          <a:custGeom>
            <a:avLst/>
            <a:gdLst/>
            <a:ahLst/>
            <a:cxnLst>
              <a:cxn ang="0">
                <a:pos x="12" y="11"/>
              </a:cxn>
              <a:cxn ang="0">
                <a:pos x="17" y="5"/>
              </a:cxn>
              <a:cxn ang="0">
                <a:pos x="12" y="0"/>
              </a:cxn>
              <a:cxn ang="0">
                <a:pos x="7" y="5"/>
              </a:cxn>
              <a:cxn ang="0">
                <a:pos x="12" y="11"/>
              </a:cxn>
              <a:cxn ang="0">
                <a:pos x="24" y="17"/>
              </a:cxn>
              <a:cxn ang="0">
                <a:pos x="19" y="13"/>
              </a:cxn>
              <a:cxn ang="0">
                <a:pos x="4"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2" y="40"/>
              </a:cxn>
              <a:cxn ang="0">
                <a:pos x="12" y="66"/>
              </a:cxn>
              <a:cxn ang="0">
                <a:pos x="16" y="69"/>
              </a:cxn>
              <a:cxn ang="0">
                <a:pos x="19" y="66"/>
              </a:cxn>
              <a:cxn ang="0">
                <a:pos x="19" y="19"/>
              </a:cxn>
              <a:cxn ang="0">
                <a:pos x="19" y="19"/>
              </a:cxn>
              <a:cxn ang="0">
                <a:pos x="19" y="36"/>
              </a:cxn>
              <a:cxn ang="0">
                <a:pos x="22" y="38"/>
              </a:cxn>
              <a:cxn ang="0">
                <a:pos x="24" y="36"/>
              </a:cxn>
              <a:cxn ang="0">
                <a:pos x="24" y="17"/>
              </a:cxn>
            </a:cxnLst>
            <a:rect l="0" t="0" r="r" b="b"/>
            <a:pathLst>
              <a:path w="24" h="69">
                <a:moveTo>
                  <a:pt x="12" y="11"/>
                </a:moveTo>
                <a:cubicBezTo>
                  <a:pt x="15" y="11"/>
                  <a:pt x="17" y="8"/>
                  <a:pt x="17" y="5"/>
                </a:cubicBezTo>
                <a:cubicBezTo>
                  <a:pt x="17" y="3"/>
                  <a:pt x="15" y="0"/>
                  <a:pt x="12" y="0"/>
                </a:cubicBezTo>
                <a:cubicBezTo>
                  <a:pt x="9" y="0"/>
                  <a:pt x="7" y="3"/>
                  <a:pt x="7" y="5"/>
                </a:cubicBezTo>
                <a:cubicBezTo>
                  <a:pt x="7" y="8"/>
                  <a:pt x="9" y="11"/>
                  <a:pt x="12" y="11"/>
                </a:cubicBezTo>
                <a:close/>
                <a:moveTo>
                  <a:pt x="24" y="17"/>
                </a:moveTo>
                <a:cubicBezTo>
                  <a:pt x="24" y="15"/>
                  <a:pt x="21" y="13"/>
                  <a:pt x="19" y="13"/>
                </a:cubicBezTo>
                <a:cubicBezTo>
                  <a:pt x="4" y="13"/>
                  <a:pt x="4" y="13"/>
                  <a:pt x="4" y="13"/>
                </a:cubicBezTo>
                <a:cubicBezTo>
                  <a:pt x="2" y="13"/>
                  <a:pt x="0" y="15"/>
                  <a:pt x="0" y="17"/>
                </a:cubicBezTo>
                <a:cubicBezTo>
                  <a:pt x="0" y="36"/>
                  <a:pt x="0" y="36"/>
                  <a:pt x="0" y="36"/>
                </a:cubicBezTo>
                <a:cubicBezTo>
                  <a:pt x="0" y="37"/>
                  <a:pt x="1" y="38"/>
                  <a:pt x="2" y="38"/>
                </a:cubicBezTo>
                <a:cubicBezTo>
                  <a:pt x="3" y="38"/>
                  <a:pt x="4" y="37"/>
                  <a:pt x="4" y="36"/>
                </a:cubicBezTo>
                <a:cubicBezTo>
                  <a:pt x="4" y="19"/>
                  <a:pt x="4" y="19"/>
                  <a:pt x="4" y="19"/>
                </a:cubicBezTo>
                <a:cubicBezTo>
                  <a:pt x="5" y="19"/>
                  <a:pt x="5" y="19"/>
                  <a:pt x="5" y="19"/>
                </a:cubicBezTo>
                <a:cubicBezTo>
                  <a:pt x="5" y="66"/>
                  <a:pt x="5" y="66"/>
                  <a:pt x="5" y="66"/>
                </a:cubicBezTo>
                <a:cubicBezTo>
                  <a:pt x="5" y="67"/>
                  <a:pt x="6" y="69"/>
                  <a:pt x="8" y="69"/>
                </a:cubicBezTo>
                <a:cubicBezTo>
                  <a:pt x="9" y="69"/>
                  <a:pt x="11" y="67"/>
                  <a:pt x="11" y="66"/>
                </a:cubicBezTo>
                <a:cubicBezTo>
                  <a:pt x="11" y="40"/>
                  <a:pt x="11" y="40"/>
                  <a:pt x="11" y="40"/>
                </a:cubicBezTo>
                <a:cubicBezTo>
                  <a:pt x="12" y="40"/>
                  <a:pt x="12" y="40"/>
                  <a:pt x="12" y="40"/>
                </a:cubicBezTo>
                <a:cubicBezTo>
                  <a:pt x="12" y="66"/>
                  <a:pt x="12" y="66"/>
                  <a:pt x="12" y="66"/>
                </a:cubicBezTo>
                <a:cubicBezTo>
                  <a:pt x="12" y="67"/>
                  <a:pt x="14" y="69"/>
                  <a:pt x="16" y="69"/>
                </a:cubicBezTo>
                <a:cubicBezTo>
                  <a:pt x="17" y="69"/>
                  <a:pt x="19" y="67"/>
                  <a:pt x="19" y="66"/>
                </a:cubicBezTo>
                <a:cubicBezTo>
                  <a:pt x="19" y="19"/>
                  <a:pt x="19" y="19"/>
                  <a:pt x="19" y="19"/>
                </a:cubicBezTo>
                <a:cubicBezTo>
                  <a:pt x="19" y="19"/>
                  <a:pt x="19" y="19"/>
                  <a:pt x="19" y="19"/>
                </a:cubicBezTo>
                <a:cubicBezTo>
                  <a:pt x="19" y="36"/>
                  <a:pt x="19" y="36"/>
                  <a:pt x="19" y="36"/>
                </a:cubicBezTo>
                <a:cubicBezTo>
                  <a:pt x="19" y="37"/>
                  <a:pt x="20" y="38"/>
                  <a:pt x="22" y="38"/>
                </a:cubicBezTo>
                <a:cubicBezTo>
                  <a:pt x="23" y="38"/>
                  <a:pt x="24" y="37"/>
                  <a:pt x="24" y="36"/>
                </a:cubicBezTo>
                <a:lnTo>
                  <a:pt x="24" y="17"/>
                </a:lnTo>
                <a:close/>
              </a:path>
            </a:pathLst>
          </a:custGeom>
          <a:solidFill>
            <a:srgbClr val="CCB7A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46" name="Freeform 162"/>
          <p:cNvSpPr>
            <a:spLocks noEditPoints="1"/>
          </p:cNvSpPr>
          <p:nvPr/>
        </p:nvSpPr>
        <p:spPr bwMode="auto">
          <a:xfrm>
            <a:off x="10110788" y="2168525"/>
            <a:ext cx="125412" cy="355600"/>
          </a:xfrm>
          <a:custGeom>
            <a:avLst/>
            <a:gdLst/>
            <a:ahLst/>
            <a:cxnLst>
              <a:cxn ang="0">
                <a:pos x="12" y="10"/>
              </a:cxn>
              <a:cxn ang="0">
                <a:pos x="17" y="5"/>
              </a:cxn>
              <a:cxn ang="0">
                <a:pos x="12" y="0"/>
              </a:cxn>
              <a:cxn ang="0">
                <a:pos x="7" y="5"/>
              </a:cxn>
              <a:cxn ang="0">
                <a:pos x="12" y="10"/>
              </a:cxn>
              <a:cxn ang="0">
                <a:pos x="24" y="17"/>
              </a:cxn>
              <a:cxn ang="0">
                <a:pos x="19" y="12"/>
              </a:cxn>
              <a:cxn ang="0">
                <a:pos x="4" y="12"/>
              </a:cxn>
              <a:cxn ang="0">
                <a:pos x="0" y="17"/>
              </a:cxn>
              <a:cxn ang="0">
                <a:pos x="0" y="36"/>
              </a:cxn>
              <a:cxn ang="0">
                <a:pos x="2" y="38"/>
              </a:cxn>
              <a:cxn ang="0">
                <a:pos x="4" y="36"/>
              </a:cxn>
              <a:cxn ang="0">
                <a:pos x="4" y="18"/>
              </a:cxn>
              <a:cxn ang="0">
                <a:pos x="5" y="18"/>
              </a:cxn>
              <a:cxn ang="0">
                <a:pos x="5" y="65"/>
              </a:cxn>
              <a:cxn ang="0">
                <a:pos x="8" y="68"/>
              </a:cxn>
              <a:cxn ang="0">
                <a:pos x="11" y="65"/>
              </a:cxn>
              <a:cxn ang="0">
                <a:pos x="11" y="39"/>
              </a:cxn>
              <a:cxn ang="0">
                <a:pos x="12" y="39"/>
              </a:cxn>
              <a:cxn ang="0">
                <a:pos x="12" y="65"/>
              </a:cxn>
              <a:cxn ang="0">
                <a:pos x="16" y="68"/>
              </a:cxn>
              <a:cxn ang="0">
                <a:pos x="19" y="65"/>
              </a:cxn>
              <a:cxn ang="0">
                <a:pos x="19" y="18"/>
              </a:cxn>
              <a:cxn ang="0">
                <a:pos x="19" y="18"/>
              </a:cxn>
              <a:cxn ang="0">
                <a:pos x="19" y="36"/>
              </a:cxn>
              <a:cxn ang="0">
                <a:pos x="22" y="38"/>
              </a:cxn>
              <a:cxn ang="0">
                <a:pos x="24" y="36"/>
              </a:cxn>
              <a:cxn ang="0">
                <a:pos x="24" y="17"/>
              </a:cxn>
            </a:cxnLst>
            <a:rect l="0" t="0" r="r" b="b"/>
            <a:pathLst>
              <a:path w="24" h="68">
                <a:moveTo>
                  <a:pt x="12" y="10"/>
                </a:moveTo>
                <a:cubicBezTo>
                  <a:pt x="15" y="10"/>
                  <a:pt x="17" y="8"/>
                  <a:pt x="17" y="5"/>
                </a:cubicBezTo>
                <a:cubicBezTo>
                  <a:pt x="17" y="2"/>
                  <a:pt x="15" y="0"/>
                  <a:pt x="12" y="0"/>
                </a:cubicBezTo>
                <a:cubicBezTo>
                  <a:pt x="9" y="0"/>
                  <a:pt x="7" y="2"/>
                  <a:pt x="7" y="5"/>
                </a:cubicBezTo>
                <a:cubicBezTo>
                  <a:pt x="7" y="8"/>
                  <a:pt x="9" y="10"/>
                  <a:pt x="12" y="10"/>
                </a:cubicBezTo>
                <a:close/>
                <a:moveTo>
                  <a:pt x="24" y="17"/>
                </a:moveTo>
                <a:cubicBezTo>
                  <a:pt x="24" y="14"/>
                  <a:pt x="21" y="12"/>
                  <a:pt x="19" y="12"/>
                </a:cubicBezTo>
                <a:cubicBezTo>
                  <a:pt x="4" y="12"/>
                  <a:pt x="4" y="12"/>
                  <a:pt x="4" y="12"/>
                </a:cubicBezTo>
                <a:cubicBezTo>
                  <a:pt x="2" y="12"/>
                  <a:pt x="0" y="14"/>
                  <a:pt x="0" y="17"/>
                </a:cubicBezTo>
                <a:cubicBezTo>
                  <a:pt x="0" y="36"/>
                  <a:pt x="0" y="36"/>
                  <a:pt x="0" y="36"/>
                </a:cubicBezTo>
                <a:cubicBezTo>
                  <a:pt x="0" y="37"/>
                  <a:pt x="1" y="38"/>
                  <a:pt x="2" y="38"/>
                </a:cubicBezTo>
                <a:cubicBezTo>
                  <a:pt x="3" y="38"/>
                  <a:pt x="4" y="37"/>
                  <a:pt x="4" y="36"/>
                </a:cubicBezTo>
                <a:cubicBezTo>
                  <a:pt x="4" y="18"/>
                  <a:pt x="4" y="18"/>
                  <a:pt x="4" y="18"/>
                </a:cubicBezTo>
                <a:cubicBezTo>
                  <a:pt x="5" y="18"/>
                  <a:pt x="5" y="18"/>
                  <a:pt x="5" y="18"/>
                </a:cubicBezTo>
                <a:cubicBezTo>
                  <a:pt x="5" y="65"/>
                  <a:pt x="5" y="65"/>
                  <a:pt x="5" y="65"/>
                </a:cubicBezTo>
                <a:cubicBezTo>
                  <a:pt x="5" y="67"/>
                  <a:pt x="6" y="68"/>
                  <a:pt x="8" y="68"/>
                </a:cubicBezTo>
                <a:cubicBezTo>
                  <a:pt x="9" y="68"/>
                  <a:pt x="11" y="67"/>
                  <a:pt x="11" y="65"/>
                </a:cubicBezTo>
                <a:cubicBezTo>
                  <a:pt x="11" y="39"/>
                  <a:pt x="11" y="39"/>
                  <a:pt x="11" y="39"/>
                </a:cubicBezTo>
                <a:cubicBezTo>
                  <a:pt x="12" y="39"/>
                  <a:pt x="12" y="39"/>
                  <a:pt x="12" y="39"/>
                </a:cubicBezTo>
                <a:cubicBezTo>
                  <a:pt x="12" y="65"/>
                  <a:pt x="12" y="65"/>
                  <a:pt x="12" y="65"/>
                </a:cubicBezTo>
                <a:cubicBezTo>
                  <a:pt x="12" y="67"/>
                  <a:pt x="14" y="68"/>
                  <a:pt x="16" y="68"/>
                </a:cubicBezTo>
                <a:cubicBezTo>
                  <a:pt x="17" y="68"/>
                  <a:pt x="19" y="67"/>
                  <a:pt x="19" y="65"/>
                </a:cubicBezTo>
                <a:cubicBezTo>
                  <a:pt x="19" y="18"/>
                  <a:pt x="19" y="18"/>
                  <a:pt x="19" y="18"/>
                </a:cubicBezTo>
                <a:cubicBezTo>
                  <a:pt x="19" y="18"/>
                  <a:pt x="19" y="18"/>
                  <a:pt x="19" y="18"/>
                </a:cubicBezTo>
                <a:cubicBezTo>
                  <a:pt x="19" y="36"/>
                  <a:pt x="19" y="36"/>
                  <a:pt x="19" y="36"/>
                </a:cubicBezTo>
                <a:cubicBezTo>
                  <a:pt x="19" y="37"/>
                  <a:pt x="20"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47" name="Freeform 163"/>
          <p:cNvSpPr>
            <a:spLocks noEditPoints="1"/>
          </p:cNvSpPr>
          <p:nvPr/>
        </p:nvSpPr>
        <p:spPr bwMode="auto">
          <a:xfrm>
            <a:off x="9845675" y="1752600"/>
            <a:ext cx="123825" cy="358775"/>
          </a:xfrm>
          <a:custGeom>
            <a:avLst/>
            <a:gdLst/>
            <a:ahLst/>
            <a:cxnLst>
              <a:cxn ang="0">
                <a:pos x="12" y="11"/>
              </a:cxn>
              <a:cxn ang="0">
                <a:pos x="17" y="6"/>
              </a:cxn>
              <a:cxn ang="0">
                <a:pos x="12" y="0"/>
              </a:cxn>
              <a:cxn ang="0">
                <a:pos x="7" y="6"/>
              </a:cxn>
              <a:cxn ang="0">
                <a:pos x="12" y="11"/>
              </a:cxn>
              <a:cxn ang="0">
                <a:pos x="24" y="17"/>
              </a:cxn>
              <a:cxn ang="0">
                <a:pos x="19" y="13"/>
              </a:cxn>
              <a:cxn ang="0">
                <a:pos x="5"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2" y="11"/>
                </a:moveTo>
                <a:cubicBezTo>
                  <a:pt x="15" y="11"/>
                  <a:pt x="17" y="8"/>
                  <a:pt x="17" y="6"/>
                </a:cubicBezTo>
                <a:cubicBezTo>
                  <a:pt x="17" y="3"/>
                  <a:pt x="15" y="0"/>
                  <a:pt x="12" y="0"/>
                </a:cubicBezTo>
                <a:cubicBezTo>
                  <a:pt x="9" y="0"/>
                  <a:pt x="7" y="3"/>
                  <a:pt x="7" y="6"/>
                </a:cubicBezTo>
                <a:cubicBezTo>
                  <a:pt x="7" y="8"/>
                  <a:pt x="9" y="11"/>
                  <a:pt x="12" y="11"/>
                </a:cubicBezTo>
                <a:close/>
                <a:moveTo>
                  <a:pt x="24" y="17"/>
                </a:moveTo>
                <a:cubicBezTo>
                  <a:pt x="24" y="15"/>
                  <a:pt x="22" y="13"/>
                  <a:pt x="19" y="13"/>
                </a:cubicBezTo>
                <a:cubicBezTo>
                  <a:pt x="5" y="13"/>
                  <a:pt x="5" y="13"/>
                  <a:pt x="5" y="13"/>
                </a:cubicBezTo>
                <a:cubicBezTo>
                  <a:pt x="2" y="13"/>
                  <a:pt x="0" y="15"/>
                  <a:pt x="0" y="17"/>
                </a:cubicBezTo>
                <a:cubicBezTo>
                  <a:pt x="0" y="36"/>
                  <a:pt x="0" y="36"/>
                  <a:pt x="0" y="36"/>
                </a:cubicBezTo>
                <a:cubicBezTo>
                  <a:pt x="0" y="38"/>
                  <a:pt x="1" y="38"/>
                  <a:pt x="2" y="38"/>
                </a:cubicBezTo>
                <a:cubicBezTo>
                  <a:pt x="3" y="38"/>
                  <a:pt x="4" y="38"/>
                  <a:pt x="4" y="36"/>
                </a:cubicBezTo>
                <a:cubicBezTo>
                  <a:pt x="4" y="19"/>
                  <a:pt x="4" y="19"/>
                  <a:pt x="4" y="19"/>
                </a:cubicBezTo>
                <a:cubicBezTo>
                  <a:pt x="5" y="19"/>
                  <a:pt x="5" y="19"/>
                  <a:pt x="5" y="19"/>
                </a:cubicBezTo>
                <a:cubicBezTo>
                  <a:pt x="5" y="66"/>
                  <a:pt x="5" y="66"/>
                  <a:pt x="5" y="66"/>
                </a:cubicBezTo>
                <a:cubicBezTo>
                  <a:pt x="5" y="67"/>
                  <a:pt x="6" y="69"/>
                  <a:pt x="8" y="69"/>
                </a:cubicBezTo>
                <a:cubicBezTo>
                  <a:pt x="10" y="69"/>
                  <a:pt x="11" y="67"/>
                  <a:pt x="11" y="66"/>
                </a:cubicBezTo>
                <a:cubicBezTo>
                  <a:pt x="11" y="40"/>
                  <a:pt x="11" y="40"/>
                  <a:pt x="11" y="40"/>
                </a:cubicBezTo>
                <a:cubicBezTo>
                  <a:pt x="13" y="40"/>
                  <a:pt x="13" y="40"/>
                  <a:pt x="13" y="40"/>
                </a:cubicBezTo>
                <a:cubicBezTo>
                  <a:pt x="13" y="66"/>
                  <a:pt x="13" y="66"/>
                  <a:pt x="13" y="66"/>
                </a:cubicBezTo>
                <a:cubicBezTo>
                  <a:pt x="13" y="67"/>
                  <a:pt x="14" y="69"/>
                  <a:pt x="16" y="69"/>
                </a:cubicBezTo>
                <a:cubicBezTo>
                  <a:pt x="17" y="69"/>
                  <a:pt x="19" y="67"/>
                  <a:pt x="19" y="66"/>
                </a:cubicBezTo>
                <a:cubicBezTo>
                  <a:pt x="19" y="19"/>
                  <a:pt x="19" y="19"/>
                  <a:pt x="19" y="19"/>
                </a:cubicBezTo>
                <a:cubicBezTo>
                  <a:pt x="20" y="19"/>
                  <a:pt x="20" y="19"/>
                  <a:pt x="20" y="19"/>
                </a:cubicBezTo>
                <a:cubicBezTo>
                  <a:pt x="20" y="36"/>
                  <a:pt x="20" y="36"/>
                  <a:pt x="20" y="36"/>
                </a:cubicBezTo>
                <a:cubicBezTo>
                  <a:pt x="20" y="37"/>
                  <a:pt x="21"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48" name="Freeform 164"/>
          <p:cNvSpPr>
            <a:spLocks noEditPoints="1"/>
          </p:cNvSpPr>
          <p:nvPr/>
        </p:nvSpPr>
        <p:spPr bwMode="auto">
          <a:xfrm>
            <a:off x="9845675" y="2574925"/>
            <a:ext cx="123825" cy="360363"/>
          </a:xfrm>
          <a:custGeom>
            <a:avLst/>
            <a:gdLst/>
            <a:ahLst/>
            <a:cxnLst>
              <a:cxn ang="0">
                <a:pos x="12" y="11"/>
              </a:cxn>
              <a:cxn ang="0">
                <a:pos x="17" y="5"/>
              </a:cxn>
              <a:cxn ang="0">
                <a:pos x="12" y="0"/>
              </a:cxn>
              <a:cxn ang="0">
                <a:pos x="7" y="5"/>
              </a:cxn>
              <a:cxn ang="0">
                <a:pos x="12" y="11"/>
              </a:cxn>
              <a:cxn ang="0">
                <a:pos x="24" y="17"/>
              </a:cxn>
              <a:cxn ang="0">
                <a:pos x="19" y="13"/>
              </a:cxn>
              <a:cxn ang="0">
                <a:pos x="5"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2" y="11"/>
                </a:moveTo>
                <a:cubicBezTo>
                  <a:pt x="15" y="11"/>
                  <a:pt x="17" y="8"/>
                  <a:pt x="17" y="5"/>
                </a:cubicBezTo>
                <a:cubicBezTo>
                  <a:pt x="17" y="3"/>
                  <a:pt x="15" y="0"/>
                  <a:pt x="12" y="0"/>
                </a:cubicBezTo>
                <a:cubicBezTo>
                  <a:pt x="9" y="0"/>
                  <a:pt x="7" y="3"/>
                  <a:pt x="7" y="5"/>
                </a:cubicBezTo>
                <a:cubicBezTo>
                  <a:pt x="7" y="8"/>
                  <a:pt x="9" y="11"/>
                  <a:pt x="12" y="11"/>
                </a:cubicBezTo>
                <a:close/>
                <a:moveTo>
                  <a:pt x="24" y="17"/>
                </a:moveTo>
                <a:cubicBezTo>
                  <a:pt x="24" y="15"/>
                  <a:pt x="22" y="13"/>
                  <a:pt x="19" y="13"/>
                </a:cubicBezTo>
                <a:cubicBezTo>
                  <a:pt x="5" y="13"/>
                  <a:pt x="5" y="13"/>
                  <a:pt x="5" y="13"/>
                </a:cubicBezTo>
                <a:cubicBezTo>
                  <a:pt x="2" y="13"/>
                  <a:pt x="0" y="15"/>
                  <a:pt x="0" y="17"/>
                </a:cubicBezTo>
                <a:cubicBezTo>
                  <a:pt x="0" y="36"/>
                  <a:pt x="0" y="36"/>
                  <a:pt x="0" y="36"/>
                </a:cubicBezTo>
                <a:cubicBezTo>
                  <a:pt x="0" y="37"/>
                  <a:pt x="1" y="38"/>
                  <a:pt x="2" y="38"/>
                </a:cubicBezTo>
                <a:cubicBezTo>
                  <a:pt x="3" y="38"/>
                  <a:pt x="4" y="37"/>
                  <a:pt x="4" y="36"/>
                </a:cubicBezTo>
                <a:cubicBezTo>
                  <a:pt x="4" y="19"/>
                  <a:pt x="4" y="19"/>
                  <a:pt x="4" y="19"/>
                </a:cubicBezTo>
                <a:cubicBezTo>
                  <a:pt x="5" y="19"/>
                  <a:pt x="5" y="19"/>
                  <a:pt x="5" y="19"/>
                </a:cubicBezTo>
                <a:cubicBezTo>
                  <a:pt x="5" y="66"/>
                  <a:pt x="5" y="66"/>
                  <a:pt x="5" y="66"/>
                </a:cubicBezTo>
                <a:cubicBezTo>
                  <a:pt x="5" y="67"/>
                  <a:pt x="6" y="69"/>
                  <a:pt x="8" y="69"/>
                </a:cubicBezTo>
                <a:cubicBezTo>
                  <a:pt x="10" y="69"/>
                  <a:pt x="11" y="67"/>
                  <a:pt x="11" y="66"/>
                </a:cubicBezTo>
                <a:cubicBezTo>
                  <a:pt x="11" y="40"/>
                  <a:pt x="11" y="40"/>
                  <a:pt x="11" y="40"/>
                </a:cubicBezTo>
                <a:cubicBezTo>
                  <a:pt x="13" y="40"/>
                  <a:pt x="13" y="40"/>
                  <a:pt x="13" y="40"/>
                </a:cubicBezTo>
                <a:cubicBezTo>
                  <a:pt x="13" y="66"/>
                  <a:pt x="13" y="66"/>
                  <a:pt x="13" y="66"/>
                </a:cubicBezTo>
                <a:cubicBezTo>
                  <a:pt x="13" y="67"/>
                  <a:pt x="14" y="69"/>
                  <a:pt x="16" y="69"/>
                </a:cubicBezTo>
                <a:cubicBezTo>
                  <a:pt x="17" y="69"/>
                  <a:pt x="19" y="67"/>
                  <a:pt x="19" y="66"/>
                </a:cubicBezTo>
                <a:cubicBezTo>
                  <a:pt x="19" y="19"/>
                  <a:pt x="19" y="19"/>
                  <a:pt x="19" y="19"/>
                </a:cubicBezTo>
                <a:cubicBezTo>
                  <a:pt x="20" y="19"/>
                  <a:pt x="20" y="19"/>
                  <a:pt x="20" y="19"/>
                </a:cubicBezTo>
                <a:cubicBezTo>
                  <a:pt x="20" y="36"/>
                  <a:pt x="20" y="36"/>
                  <a:pt x="20" y="36"/>
                </a:cubicBezTo>
                <a:cubicBezTo>
                  <a:pt x="20" y="37"/>
                  <a:pt x="21" y="38"/>
                  <a:pt x="22" y="38"/>
                </a:cubicBezTo>
                <a:cubicBezTo>
                  <a:pt x="23" y="38"/>
                  <a:pt x="24" y="37"/>
                  <a:pt x="24" y="36"/>
                </a:cubicBezTo>
                <a:lnTo>
                  <a:pt x="24" y="17"/>
                </a:lnTo>
                <a:close/>
              </a:path>
            </a:pathLst>
          </a:custGeom>
          <a:solidFill>
            <a:srgbClr val="CCB7A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49" name="Freeform 165"/>
          <p:cNvSpPr>
            <a:spLocks noEditPoints="1"/>
          </p:cNvSpPr>
          <p:nvPr/>
        </p:nvSpPr>
        <p:spPr bwMode="auto">
          <a:xfrm>
            <a:off x="9845675" y="2168525"/>
            <a:ext cx="123825" cy="355600"/>
          </a:xfrm>
          <a:custGeom>
            <a:avLst/>
            <a:gdLst/>
            <a:ahLst/>
            <a:cxnLst>
              <a:cxn ang="0">
                <a:pos x="12" y="10"/>
              </a:cxn>
              <a:cxn ang="0">
                <a:pos x="17" y="5"/>
              </a:cxn>
              <a:cxn ang="0">
                <a:pos x="12" y="0"/>
              </a:cxn>
              <a:cxn ang="0">
                <a:pos x="7" y="5"/>
              </a:cxn>
              <a:cxn ang="0">
                <a:pos x="12" y="10"/>
              </a:cxn>
              <a:cxn ang="0">
                <a:pos x="24" y="17"/>
              </a:cxn>
              <a:cxn ang="0">
                <a:pos x="19" y="12"/>
              </a:cxn>
              <a:cxn ang="0">
                <a:pos x="5" y="12"/>
              </a:cxn>
              <a:cxn ang="0">
                <a:pos x="0" y="17"/>
              </a:cxn>
              <a:cxn ang="0">
                <a:pos x="0" y="36"/>
              </a:cxn>
              <a:cxn ang="0">
                <a:pos x="2" y="38"/>
              </a:cxn>
              <a:cxn ang="0">
                <a:pos x="4" y="36"/>
              </a:cxn>
              <a:cxn ang="0">
                <a:pos x="4" y="18"/>
              </a:cxn>
              <a:cxn ang="0">
                <a:pos x="5" y="18"/>
              </a:cxn>
              <a:cxn ang="0">
                <a:pos x="5" y="65"/>
              </a:cxn>
              <a:cxn ang="0">
                <a:pos x="8" y="68"/>
              </a:cxn>
              <a:cxn ang="0">
                <a:pos x="11" y="65"/>
              </a:cxn>
              <a:cxn ang="0">
                <a:pos x="11" y="39"/>
              </a:cxn>
              <a:cxn ang="0">
                <a:pos x="13" y="39"/>
              </a:cxn>
              <a:cxn ang="0">
                <a:pos x="13" y="65"/>
              </a:cxn>
              <a:cxn ang="0">
                <a:pos x="16" y="68"/>
              </a:cxn>
              <a:cxn ang="0">
                <a:pos x="19" y="65"/>
              </a:cxn>
              <a:cxn ang="0">
                <a:pos x="19" y="18"/>
              </a:cxn>
              <a:cxn ang="0">
                <a:pos x="20" y="18"/>
              </a:cxn>
              <a:cxn ang="0">
                <a:pos x="20" y="36"/>
              </a:cxn>
              <a:cxn ang="0">
                <a:pos x="22" y="38"/>
              </a:cxn>
              <a:cxn ang="0">
                <a:pos x="24" y="36"/>
              </a:cxn>
              <a:cxn ang="0">
                <a:pos x="24" y="17"/>
              </a:cxn>
            </a:cxnLst>
            <a:rect l="0" t="0" r="r" b="b"/>
            <a:pathLst>
              <a:path w="24" h="68">
                <a:moveTo>
                  <a:pt x="12" y="10"/>
                </a:moveTo>
                <a:cubicBezTo>
                  <a:pt x="15" y="10"/>
                  <a:pt x="17" y="8"/>
                  <a:pt x="17" y="5"/>
                </a:cubicBezTo>
                <a:cubicBezTo>
                  <a:pt x="17" y="2"/>
                  <a:pt x="15" y="0"/>
                  <a:pt x="12" y="0"/>
                </a:cubicBezTo>
                <a:cubicBezTo>
                  <a:pt x="9" y="0"/>
                  <a:pt x="7" y="2"/>
                  <a:pt x="7" y="5"/>
                </a:cubicBezTo>
                <a:cubicBezTo>
                  <a:pt x="7" y="8"/>
                  <a:pt x="9" y="10"/>
                  <a:pt x="12" y="10"/>
                </a:cubicBezTo>
                <a:close/>
                <a:moveTo>
                  <a:pt x="24" y="17"/>
                </a:moveTo>
                <a:cubicBezTo>
                  <a:pt x="24" y="14"/>
                  <a:pt x="22" y="12"/>
                  <a:pt x="19" y="12"/>
                </a:cubicBezTo>
                <a:cubicBezTo>
                  <a:pt x="5" y="12"/>
                  <a:pt x="5" y="12"/>
                  <a:pt x="5" y="12"/>
                </a:cubicBezTo>
                <a:cubicBezTo>
                  <a:pt x="2" y="12"/>
                  <a:pt x="0" y="14"/>
                  <a:pt x="0" y="17"/>
                </a:cubicBezTo>
                <a:cubicBezTo>
                  <a:pt x="0" y="36"/>
                  <a:pt x="0" y="36"/>
                  <a:pt x="0" y="36"/>
                </a:cubicBezTo>
                <a:cubicBezTo>
                  <a:pt x="0" y="37"/>
                  <a:pt x="1" y="38"/>
                  <a:pt x="2" y="38"/>
                </a:cubicBezTo>
                <a:cubicBezTo>
                  <a:pt x="3" y="38"/>
                  <a:pt x="4" y="37"/>
                  <a:pt x="4" y="36"/>
                </a:cubicBezTo>
                <a:cubicBezTo>
                  <a:pt x="4" y="18"/>
                  <a:pt x="4" y="18"/>
                  <a:pt x="4" y="18"/>
                </a:cubicBezTo>
                <a:cubicBezTo>
                  <a:pt x="5" y="18"/>
                  <a:pt x="5" y="18"/>
                  <a:pt x="5" y="18"/>
                </a:cubicBezTo>
                <a:cubicBezTo>
                  <a:pt x="5" y="65"/>
                  <a:pt x="5" y="65"/>
                  <a:pt x="5" y="65"/>
                </a:cubicBezTo>
                <a:cubicBezTo>
                  <a:pt x="5" y="67"/>
                  <a:pt x="6" y="68"/>
                  <a:pt x="8" y="68"/>
                </a:cubicBezTo>
                <a:cubicBezTo>
                  <a:pt x="10" y="68"/>
                  <a:pt x="11" y="67"/>
                  <a:pt x="11" y="65"/>
                </a:cubicBezTo>
                <a:cubicBezTo>
                  <a:pt x="11" y="39"/>
                  <a:pt x="11" y="39"/>
                  <a:pt x="11" y="39"/>
                </a:cubicBezTo>
                <a:cubicBezTo>
                  <a:pt x="13" y="39"/>
                  <a:pt x="13" y="39"/>
                  <a:pt x="13" y="39"/>
                </a:cubicBezTo>
                <a:cubicBezTo>
                  <a:pt x="13" y="65"/>
                  <a:pt x="13" y="65"/>
                  <a:pt x="13" y="65"/>
                </a:cubicBezTo>
                <a:cubicBezTo>
                  <a:pt x="13" y="67"/>
                  <a:pt x="14" y="68"/>
                  <a:pt x="16" y="68"/>
                </a:cubicBezTo>
                <a:cubicBezTo>
                  <a:pt x="17" y="68"/>
                  <a:pt x="19" y="67"/>
                  <a:pt x="19" y="65"/>
                </a:cubicBezTo>
                <a:cubicBezTo>
                  <a:pt x="19" y="18"/>
                  <a:pt x="19" y="18"/>
                  <a:pt x="19" y="18"/>
                </a:cubicBezTo>
                <a:cubicBezTo>
                  <a:pt x="20" y="18"/>
                  <a:pt x="20" y="18"/>
                  <a:pt x="20" y="18"/>
                </a:cubicBezTo>
                <a:cubicBezTo>
                  <a:pt x="20" y="36"/>
                  <a:pt x="20" y="36"/>
                  <a:pt x="20" y="36"/>
                </a:cubicBezTo>
                <a:cubicBezTo>
                  <a:pt x="20" y="37"/>
                  <a:pt x="21"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50" name="Freeform 166"/>
          <p:cNvSpPr>
            <a:spLocks noEditPoints="1"/>
          </p:cNvSpPr>
          <p:nvPr/>
        </p:nvSpPr>
        <p:spPr bwMode="auto">
          <a:xfrm>
            <a:off x="9578975" y="1752600"/>
            <a:ext cx="125412" cy="358775"/>
          </a:xfrm>
          <a:custGeom>
            <a:avLst/>
            <a:gdLst/>
            <a:ahLst/>
            <a:cxnLst>
              <a:cxn ang="0">
                <a:pos x="12" y="11"/>
              </a:cxn>
              <a:cxn ang="0">
                <a:pos x="17" y="6"/>
              </a:cxn>
              <a:cxn ang="0">
                <a:pos x="12" y="0"/>
              </a:cxn>
              <a:cxn ang="0">
                <a:pos x="7" y="6"/>
              </a:cxn>
              <a:cxn ang="0">
                <a:pos x="12" y="11"/>
              </a:cxn>
              <a:cxn ang="0">
                <a:pos x="24" y="17"/>
              </a:cxn>
              <a:cxn ang="0">
                <a:pos x="19" y="13"/>
              </a:cxn>
              <a:cxn ang="0">
                <a:pos x="5"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2" y="11"/>
                </a:moveTo>
                <a:cubicBezTo>
                  <a:pt x="15" y="11"/>
                  <a:pt x="17" y="8"/>
                  <a:pt x="17" y="6"/>
                </a:cubicBezTo>
                <a:cubicBezTo>
                  <a:pt x="17" y="3"/>
                  <a:pt x="15" y="0"/>
                  <a:pt x="12" y="0"/>
                </a:cubicBezTo>
                <a:cubicBezTo>
                  <a:pt x="9" y="0"/>
                  <a:pt x="7" y="3"/>
                  <a:pt x="7" y="6"/>
                </a:cubicBezTo>
                <a:cubicBezTo>
                  <a:pt x="7" y="8"/>
                  <a:pt x="9" y="11"/>
                  <a:pt x="12" y="11"/>
                </a:cubicBezTo>
                <a:close/>
                <a:moveTo>
                  <a:pt x="24" y="17"/>
                </a:moveTo>
                <a:cubicBezTo>
                  <a:pt x="24" y="15"/>
                  <a:pt x="22" y="13"/>
                  <a:pt x="19" y="13"/>
                </a:cubicBezTo>
                <a:cubicBezTo>
                  <a:pt x="5" y="13"/>
                  <a:pt x="5" y="13"/>
                  <a:pt x="5" y="13"/>
                </a:cubicBezTo>
                <a:cubicBezTo>
                  <a:pt x="2" y="13"/>
                  <a:pt x="0" y="15"/>
                  <a:pt x="0" y="17"/>
                </a:cubicBezTo>
                <a:cubicBezTo>
                  <a:pt x="0" y="36"/>
                  <a:pt x="0" y="36"/>
                  <a:pt x="0" y="36"/>
                </a:cubicBezTo>
                <a:cubicBezTo>
                  <a:pt x="0" y="38"/>
                  <a:pt x="1" y="38"/>
                  <a:pt x="2" y="38"/>
                </a:cubicBezTo>
                <a:cubicBezTo>
                  <a:pt x="3" y="38"/>
                  <a:pt x="4" y="38"/>
                  <a:pt x="4" y="36"/>
                </a:cubicBezTo>
                <a:cubicBezTo>
                  <a:pt x="4" y="19"/>
                  <a:pt x="4" y="19"/>
                  <a:pt x="4" y="19"/>
                </a:cubicBezTo>
                <a:cubicBezTo>
                  <a:pt x="5" y="19"/>
                  <a:pt x="5" y="19"/>
                  <a:pt x="5" y="19"/>
                </a:cubicBezTo>
                <a:cubicBezTo>
                  <a:pt x="5" y="66"/>
                  <a:pt x="5" y="66"/>
                  <a:pt x="5" y="66"/>
                </a:cubicBezTo>
                <a:cubicBezTo>
                  <a:pt x="5" y="67"/>
                  <a:pt x="6" y="69"/>
                  <a:pt x="8" y="69"/>
                </a:cubicBezTo>
                <a:cubicBezTo>
                  <a:pt x="10" y="69"/>
                  <a:pt x="11" y="67"/>
                  <a:pt x="11" y="66"/>
                </a:cubicBezTo>
                <a:cubicBezTo>
                  <a:pt x="11" y="40"/>
                  <a:pt x="11" y="40"/>
                  <a:pt x="11" y="40"/>
                </a:cubicBezTo>
                <a:cubicBezTo>
                  <a:pt x="13" y="40"/>
                  <a:pt x="13" y="40"/>
                  <a:pt x="13" y="40"/>
                </a:cubicBezTo>
                <a:cubicBezTo>
                  <a:pt x="13" y="66"/>
                  <a:pt x="13" y="66"/>
                  <a:pt x="13" y="66"/>
                </a:cubicBezTo>
                <a:cubicBezTo>
                  <a:pt x="13" y="67"/>
                  <a:pt x="14" y="69"/>
                  <a:pt x="16" y="69"/>
                </a:cubicBezTo>
                <a:cubicBezTo>
                  <a:pt x="18" y="69"/>
                  <a:pt x="19" y="67"/>
                  <a:pt x="19" y="66"/>
                </a:cubicBezTo>
                <a:cubicBezTo>
                  <a:pt x="19" y="19"/>
                  <a:pt x="19" y="19"/>
                  <a:pt x="19" y="19"/>
                </a:cubicBezTo>
                <a:cubicBezTo>
                  <a:pt x="20" y="19"/>
                  <a:pt x="20" y="19"/>
                  <a:pt x="20" y="19"/>
                </a:cubicBezTo>
                <a:cubicBezTo>
                  <a:pt x="20" y="36"/>
                  <a:pt x="20" y="36"/>
                  <a:pt x="20" y="36"/>
                </a:cubicBezTo>
                <a:cubicBezTo>
                  <a:pt x="20" y="37"/>
                  <a:pt x="21"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51" name="Freeform 167"/>
          <p:cNvSpPr>
            <a:spLocks noEditPoints="1"/>
          </p:cNvSpPr>
          <p:nvPr/>
        </p:nvSpPr>
        <p:spPr bwMode="auto">
          <a:xfrm>
            <a:off x="9578975" y="2574925"/>
            <a:ext cx="125412" cy="360363"/>
          </a:xfrm>
          <a:custGeom>
            <a:avLst/>
            <a:gdLst/>
            <a:ahLst/>
            <a:cxnLst>
              <a:cxn ang="0">
                <a:pos x="12" y="11"/>
              </a:cxn>
              <a:cxn ang="0">
                <a:pos x="17" y="5"/>
              </a:cxn>
              <a:cxn ang="0">
                <a:pos x="12" y="0"/>
              </a:cxn>
              <a:cxn ang="0">
                <a:pos x="7" y="5"/>
              </a:cxn>
              <a:cxn ang="0">
                <a:pos x="12" y="11"/>
              </a:cxn>
              <a:cxn ang="0">
                <a:pos x="24" y="17"/>
              </a:cxn>
              <a:cxn ang="0">
                <a:pos x="19" y="13"/>
              </a:cxn>
              <a:cxn ang="0">
                <a:pos x="5"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2" y="11"/>
                </a:moveTo>
                <a:cubicBezTo>
                  <a:pt x="15" y="11"/>
                  <a:pt x="17" y="8"/>
                  <a:pt x="17" y="5"/>
                </a:cubicBezTo>
                <a:cubicBezTo>
                  <a:pt x="17" y="3"/>
                  <a:pt x="15" y="0"/>
                  <a:pt x="12" y="0"/>
                </a:cubicBezTo>
                <a:cubicBezTo>
                  <a:pt x="9" y="0"/>
                  <a:pt x="7" y="3"/>
                  <a:pt x="7" y="5"/>
                </a:cubicBezTo>
                <a:cubicBezTo>
                  <a:pt x="7" y="8"/>
                  <a:pt x="9" y="11"/>
                  <a:pt x="12" y="11"/>
                </a:cubicBezTo>
                <a:close/>
                <a:moveTo>
                  <a:pt x="24" y="17"/>
                </a:moveTo>
                <a:cubicBezTo>
                  <a:pt x="24" y="15"/>
                  <a:pt x="22" y="13"/>
                  <a:pt x="19" y="13"/>
                </a:cubicBezTo>
                <a:cubicBezTo>
                  <a:pt x="5" y="13"/>
                  <a:pt x="5" y="13"/>
                  <a:pt x="5" y="13"/>
                </a:cubicBezTo>
                <a:cubicBezTo>
                  <a:pt x="2" y="13"/>
                  <a:pt x="0" y="15"/>
                  <a:pt x="0" y="17"/>
                </a:cubicBezTo>
                <a:cubicBezTo>
                  <a:pt x="0" y="36"/>
                  <a:pt x="0" y="36"/>
                  <a:pt x="0" y="36"/>
                </a:cubicBezTo>
                <a:cubicBezTo>
                  <a:pt x="0" y="37"/>
                  <a:pt x="1" y="38"/>
                  <a:pt x="2" y="38"/>
                </a:cubicBezTo>
                <a:cubicBezTo>
                  <a:pt x="3" y="38"/>
                  <a:pt x="4" y="37"/>
                  <a:pt x="4" y="36"/>
                </a:cubicBezTo>
                <a:cubicBezTo>
                  <a:pt x="4" y="19"/>
                  <a:pt x="4" y="19"/>
                  <a:pt x="4" y="19"/>
                </a:cubicBezTo>
                <a:cubicBezTo>
                  <a:pt x="5" y="19"/>
                  <a:pt x="5" y="19"/>
                  <a:pt x="5" y="19"/>
                </a:cubicBezTo>
                <a:cubicBezTo>
                  <a:pt x="5" y="66"/>
                  <a:pt x="5" y="66"/>
                  <a:pt x="5" y="66"/>
                </a:cubicBezTo>
                <a:cubicBezTo>
                  <a:pt x="5" y="67"/>
                  <a:pt x="6" y="69"/>
                  <a:pt x="8" y="69"/>
                </a:cubicBezTo>
                <a:cubicBezTo>
                  <a:pt x="10" y="69"/>
                  <a:pt x="11" y="67"/>
                  <a:pt x="11" y="66"/>
                </a:cubicBezTo>
                <a:cubicBezTo>
                  <a:pt x="11" y="40"/>
                  <a:pt x="11" y="40"/>
                  <a:pt x="11" y="40"/>
                </a:cubicBezTo>
                <a:cubicBezTo>
                  <a:pt x="13" y="40"/>
                  <a:pt x="13" y="40"/>
                  <a:pt x="13" y="40"/>
                </a:cubicBezTo>
                <a:cubicBezTo>
                  <a:pt x="13" y="66"/>
                  <a:pt x="13" y="66"/>
                  <a:pt x="13" y="66"/>
                </a:cubicBezTo>
                <a:cubicBezTo>
                  <a:pt x="13" y="67"/>
                  <a:pt x="14" y="69"/>
                  <a:pt x="16" y="69"/>
                </a:cubicBezTo>
                <a:cubicBezTo>
                  <a:pt x="18" y="69"/>
                  <a:pt x="19" y="67"/>
                  <a:pt x="19" y="66"/>
                </a:cubicBezTo>
                <a:cubicBezTo>
                  <a:pt x="19" y="19"/>
                  <a:pt x="19" y="19"/>
                  <a:pt x="19" y="19"/>
                </a:cubicBezTo>
                <a:cubicBezTo>
                  <a:pt x="20" y="19"/>
                  <a:pt x="20" y="19"/>
                  <a:pt x="20" y="19"/>
                </a:cubicBezTo>
                <a:cubicBezTo>
                  <a:pt x="20" y="36"/>
                  <a:pt x="20" y="36"/>
                  <a:pt x="20" y="36"/>
                </a:cubicBezTo>
                <a:cubicBezTo>
                  <a:pt x="20" y="37"/>
                  <a:pt x="21" y="38"/>
                  <a:pt x="22" y="38"/>
                </a:cubicBezTo>
                <a:cubicBezTo>
                  <a:pt x="23" y="38"/>
                  <a:pt x="24" y="37"/>
                  <a:pt x="24" y="36"/>
                </a:cubicBezTo>
                <a:lnTo>
                  <a:pt x="24" y="17"/>
                </a:lnTo>
                <a:close/>
              </a:path>
            </a:pathLst>
          </a:custGeom>
          <a:solidFill>
            <a:srgbClr val="CCB7A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52" name="Freeform 168"/>
          <p:cNvSpPr>
            <a:spLocks noEditPoints="1"/>
          </p:cNvSpPr>
          <p:nvPr/>
        </p:nvSpPr>
        <p:spPr bwMode="auto">
          <a:xfrm>
            <a:off x="9578975" y="2168525"/>
            <a:ext cx="125412" cy="355600"/>
          </a:xfrm>
          <a:custGeom>
            <a:avLst/>
            <a:gdLst/>
            <a:ahLst/>
            <a:cxnLst>
              <a:cxn ang="0">
                <a:pos x="12" y="10"/>
              </a:cxn>
              <a:cxn ang="0">
                <a:pos x="17" y="5"/>
              </a:cxn>
              <a:cxn ang="0">
                <a:pos x="12" y="0"/>
              </a:cxn>
              <a:cxn ang="0">
                <a:pos x="7" y="5"/>
              </a:cxn>
              <a:cxn ang="0">
                <a:pos x="12" y="10"/>
              </a:cxn>
              <a:cxn ang="0">
                <a:pos x="24" y="17"/>
              </a:cxn>
              <a:cxn ang="0">
                <a:pos x="19" y="12"/>
              </a:cxn>
              <a:cxn ang="0">
                <a:pos x="5" y="12"/>
              </a:cxn>
              <a:cxn ang="0">
                <a:pos x="0" y="17"/>
              </a:cxn>
              <a:cxn ang="0">
                <a:pos x="0" y="36"/>
              </a:cxn>
              <a:cxn ang="0">
                <a:pos x="2" y="38"/>
              </a:cxn>
              <a:cxn ang="0">
                <a:pos x="4" y="36"/>
              </a:cxn>
              <a:cxn ang="0">
                <a:pos x="4" y="18"/>
              </a:cxn>
              <a:cxn ang="0">
                <a:pos x="5" y="18"/>
              </a:cxn>
              <a:cxn ang="0">
                <a:pos x="5" y="65"/>
              </a:cxn>
              <a:cxn ang="0">
                <a:pos x="8" y="68"/>
              </a:cxn>
              <a:cxn ang="0">
                <a:pos x="11" y="65"/>
              </a:cxn>
              <a:cxn ang="0">
                <a:pos x="11" y="39"/>
              </a:cxn>
              <a:cxn ang="0">
                <a:pos x="13" y="39"/>
              </a:cxn>
              <a:cxn ang="0">
                <a:pos x="13" y="65"/>
              </a:cxn>
              <a:cxn ang="0">
                <a:pos x="16" y="68"/>
              </a:cxn>
              <a:cxn ang="0">
                <a:pos x="19" y="65"/>
              </a:cxn>
              <a:cxn ang="0">
                <a:pos x="19" y="18"/>
              </a:cxn>
              <a:cxn ang="0">
                <a:pos x="20" y="18"/>
              </a:cxn>
              <a:cxn ang="0">
                <a:pos x="20" y="36"/>
              </a:cxn>
              <a:cxn ang="0">
                <a:pos x="22" y="38"/>
              </a:cxn>
              <a:cxn ang="0">
                <a:pos x="24" y="36"/>
              </a:cxn>
              <a:cxn ang="0">
                <a:pos x="24" y="17"/>
              </a:cxn>
            </a:cxnLst>
            <a:rect l="0" t="0" r="r" b="b"/>
            <a:pathLst>
              <a:path w="24" h="68">
                <a:moveTo>
                  <a:pt x="12" y="10"/>
                </a:moveTo>
                <a:cubicBezTo>
                  <a:pt x="15" y="10"/>
                  <a:pt x="17" y="8"/>
                  <a:pt x="17" y="5"/>
                </a:cubicBezTo>
                <a:cubicBezTo>
                  <a:pt x="17" y="2"/>
                  <a:pt x="15" y="0"/>
                  <a:pt x="12" y="0"/>
                </a:cubicBezTo>
                <a:cubicBezTo>
                  <a:pt x="9" y="0"/>
                  <a:pt x="7" y="2"/>
                  <a:pt x="7" y="5"/>
                </a:cubicBezTo>
                <a:cubicBezTo>
                  <a:pt x="7" y="8"/>
                  <a:pt x="9" y="10"/>
                  <a:pt x="12" y="10"/>
                </a:cubicBezTo>
                <a:close/>
                <a:moveTo>
                  <a:pt x="24" y="17"/>
                </a:moveTo>
                <a:cubicBezTo>
                  <a:pt x="24" y="14"/>
                  <a:pt x="22" y="12"/>
                  <a:pt x="19" y="12"/>
                </a:cubicBezTo>
                <a:cubicBezTo>
                  <a:pt x="5" y="12"/>
                  <a:pt x="5" y="12"/>
                  <a:pt x="5" y="12"/>
                </a:cubicBezTo>
                <a:cubicBezTo>
                  <a:pt x="2" y="12"/>
                  <a:pt x="0" y="14"/>
                  <a:pt x="0" y="17"/>
                </a:cubicBezTo>
                <a:cubicBezTo>
                  <a:pt x="0" y="36"/>
                  <a:pt x="0" y="36"/>
                  <a:pt x="0" y="36"/>
                </a:cubicBezTo>
                <a:cubicBezTo>
                  <a:pt x="0" y="37"/>
                  <a:pt x="1" y="38"/>
                  <a:pt x="2" y="38"/>
                </a:cubicBezTo>
                <a:cubicBezTo>
                  <a:pt x="3" y="38"/>
                  <a:pt x="4" y="37"/>
                  <a:pt x="4" y="36"/>
                </a:cubicBezTo>
                <a:cubicBezTo>
                  <a:pt x="4" y="18"/>
                  <a:pt x="4" y="18"/>
                  <a:pt x="4" y="18"/>
                </a:cubicBezTo>
                <a:cubicBezTo>
                  <a:pt x="5" y="18"/>
                  <a:pt x="5" y="18"/>
                  <a:pt x="5" y="18"/>
                </a:cubicBezTo>
                <a:cubicBezTo>
                  <a:pt x="5" y="65"/>
                  <a:pt x="5" y="65"/>
                  <a:pt x="5" y="65"/>
                </a:cubicBezTo>
                <a:cubicBezTo>
                  <a:pt x="5" y="67"/>
                  <a:pt x="6" y="68"/>
                  <a:pt x="8" y="68"/>
                </a:cubicBezTo>
                <a:cubicBezTo>
                  <a:pt x="10" y="68"/>
                  <a:pt x="11" y="67"/>
                  <a:pt x="11" y="65"/>
                </a:cubicBezTo>
                <a:cubicBezTo>
                  <a:pt x="11" y="39"/>
                  <a:pt x="11" y="39"/>
                  <a:pt x="11" y="39"/>
                </a:cubicBezTo>
                <a:cubicBezTo>
                  <a:pt x="13" y="39"/>
                  <a:pt x="13" y="39"/>
                  <a:pt x="13" y="39"/>
                </a:cubicBezTo>
                <a:cubicBezTo>
                  <a:pt x="13" y="65"/>
                  <a:pt x="13" y="65"/>
                  <a:pt x="13" y="65"/>
                </a:cubicBezTo>
                <a:cubicBezTo>
                  <a:pt x="13" y="67"/>
                  <a:pt x="14" y="68"/>
                  <a:pt x="16" y="68"/>
                </a:cubicBezTo>
                <a:cubicBezTo>
                  <a:pt x="18" y="68"/>
                  <a:pt x="19" y="67"/>
                  <a:pt x="19" y="65"/>
                </a:cubicBezTo>
                <a:cubicBezTo>
                  <a:pt x="19" y="18"/>
                  <a:pt x="19" y="18"/>
                  <a:pt x="19" y="18"/>
                </a:cubicBezTo>
                <a:cubicBezTo>
                  <a:pt x="20" y="18"/>
                  <a:pt x="20" y="18"/>
                  <a:pt x="20" y="18"/>
                </a:cubicBezTo>
                <a:cubicBezTo>
                  <a:pt x="20" y="36"/>
                  <a:pt x="20" y="36"/>
                  <a:pt x="20" y="36"/>
                </a:cubicBezTo>
                <a:cubicBezTo>
                  <a:pt x="20" y="37"/>
                  <a:pt x="21"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53" name="Freeform 169"/>
          <p:cNvSpPr>
            <a:spLocks noEditPoints="1"/>
          </p:cNvSpPr>
          <p:nvPr/>
        </p:nvSpPr>
        <p:spPr bwMode="auto">
          <a:xfrm>
            <a:off x="9313863" y="1752600"/>
            <a:ext cx="123825" cy="358775"/>
          </a:xfrm>
          <a:custGeom>
            <a:avLst/>
            <a:gdLst/>
            <a:ahLst/>
            <a:cxnLst>
              <a:cxn ang="0">
                <a:pos x="12" y="11"/>
              </a:cxn>
              <a:cxn ang="0">
                <a:pos x="18" y="6"/>
              </a:cxn>
              <a:cxn ang="0">
                <a:pos x="12" y="0"/>
              </a:cxn>
              <a:cxn ang="0">
                <a:pos x="7" y="6"/>
              </a:cxn>
              <a:cxn ang="0">
                <a:pos x="12" y="11"/>
              </a:cxn>
              <a:cxn ang="0">
                <a:pos x="24" y="17"/>
              </a:cxn>
              <a:cxn ang="0">
                <a:pos x="20" y="13"/>
              </a:cxn>
              <a:cxn ang="0">
                <a:pos x="5"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2" y="11"/>
                </a:moveTo>
                <a:cubicBezTo>
                  <a:pt x="15" y="11"/>
                  <a:pt x="18" y="8"/>
                  <a:pt x="18" y="6"/>
                </a:cubicBezTo>
                <a:cubicBezTo>
                  <a:pt x="18" y="3"/>
                  <a:pt x="15" y="0"/>
                  <a:pt x="12" y="0"/>
                </a:cubicBezTo>
                <a:cubicBezTo>
                  <a:pt x="10" y="0"/>
                  <a:pt x="7" y="3"/>
                  <a:pt x="7" y="6"/>
                </a:cubicBezTo>
                <a:cubicBezTo>
                  <a:pt x="7" y="8"/>
                  <a:pt x="10" y="11"/>
                  <a:pt x="12" y="11"/>
                </a:cubicBezTo>
                <a:close/>
                <a:moveTo>
                  <a:pt x="24" y="17"/>
                </a:moveTo>
                <a:cubicBezTo>
                  <a:pt x="24" y="15"/>
                  <a:pt x="22" y="13"/>
                  <a:pt x="20" y="13"/>
                </a:cubicBezTo>
                <a:cubicBezTo>
                  <a:pt x="5" y="13"/>
                  <a:pt x="5" y="13"/>
                  <a:pt x="5" y="13"/>
                </a:cubicBezTo>
                <a:cubicBezTo>
                  <a:pt x="2" y="13"/>
                  <a:pt x="0" y="15"/>
                  <a:pt x="0" y="17"/>
                </a:cubicBezTo>
                <a:cubicBezTo>
                  <a:pt x="0" y="36"/>
                  <a:pt x="0" y="36"/>
                  <a:pt x="0" y="36"/>
                </a:cubicBezTo>
                <a:cubicBezTo>
                  <a:pt x="0" y="38"/>
                  <a:pt x="1" y="38"/>
                  <a:pt x="2" y="38"/>
                </a:cubicBezTo>
                <a:cubicBezTo>
                  <a:pt x="3" y="38"/>
                  <a:pt x="4" y="38"/>
                  <a:pt x="4" y="36"/>
                </a:cubicBezTo>
                <a:cubicBezTo>
                  <a:pt x="4" y="19"/>
                  <a:pt x="4" y="19"/>
                  <a:pt x="4" y="19"/>
                </a:cubicBezTo>
                <a:cubicBezTo>
                  <a:pt x="5" y="19"/>
                  <a:pt x="5" y="19"/>
                  <a:pt x="5" y="19"/>
                </a:cubicBezTo>
                <a:cubicBezTo>
                  <a:pt x="5" y="66"/>
                  <a:pt x="5" y="66"/>
                  <a:pt x="5" y="66"/>
                </a:cubicBezTo>
                <a:cubicBezTo>
                  <a:pt x="5" y="67"/>
                  <a:pt x="7" y="69"/>
                  <a:pt x="8" y="69"/>
                </a:cubicBezTo>
                <a:cubicBezTo>
                  <a:pt x="10" y="69"/>
                  <a:pt x="11" y="67"/>
                  <a:pt x="11" y="66"/>
                </a:cubicBezTo>
                <a:cubicBezTo>
                  <a:pt x="11" y="40"/>
                  <a:pt x="11" y="40"/>
                  <a:pt x="11" y="40"/>
                </a:cubicBezTo>
                <a:cubicBezTo>
                  <a:pt x="13" y="40"/>
                  <a:pt x="13" y="40"/>
                  <a:pt x="13" y="40"/>
                </a:cubicBezTo>
                <a:cubicBezTo>
                  <a:pt x="13" y="66"/>
                  <a:pt x="13" y="66"/>
                  <a:pt x="13" y="66"/>
                </a:cubicBezTo>
                <a:cubicBezTo>
                  <a:pt x="13" y="67"/>
                  <a:pt x="14" y="69"/>
                  <a:pt x="16" y="69"/>
                </a:cubicBezTo>
                <a:cubicBezTo>
                  <a:pt x="18" y="69"/>
                  <a:pt x="19" y="67"/>
                  <a:pt x="19" y="66"/>
                </a:cubicBezTo>
                <a:cubicBezTo>
                  <a:pt x="19" y="19"/>
                  <a:pt x="19" y="19"/>
                  <a:pt x="19" y="19"/>
                </a:cubicBezTo>
                <a:cubicBezTo>
                  <a:pt x="20" y="19"/>
                  <a:pt x="20" y="19"/>
                  <a:pt x="20" y="19"/>
                </a:cubicBezTo>
                <a:cubicBezTo>
                  <a:pt x="20" y="36"/>
                  <a:pt x="20" y="36"/>
                  <a:pt x="20" y="36"/>
                </a:cubicBezTo>
                <a:cubicBezTo>
                  <a:pt x="20" y="37"/>
                  <a:pt x="21"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54" name="Freeform 170"/>
          <p:cNvSpPr>
            <a:spLocks noEditPoints="1"/>
          </p:cNvSpPr>
          <p:nvPr/>
        </p:nvSpPr>
        <p:spPr bwMode="auto">
          <a:xfrm>
            <a:off x="9313863" y="2574925"/>
            <a:ext cx="123825" cy="360363"/>
          </a:xfrm>
          <a:custGeom>
            <a:avLst/>
            <a:gdLst/>
            <a:ahLst/>
            <a:cxnLst>
              <a:cxn ang="0">
                <a:pos x="12" y="11"/>
              </a:cxn>
              <a:cxn ang="0">
                <a:pos x="18" y="5"/>
              </a:cxn>
              <a:cxn ang="0">
                <a:pos x="12" y="0"/>
              </a:cxn>
              <a:cxn ang="0">
                <a:pos x="7" y="5"/>
              </a:cxn>
              <a:cxn ang="0">
                <a:pos x="12" y="11"/>
              </a:cxn>
              <a:cxn ang="0">
                <a:pos x="24" y="17"/>
              </a:cxn>
              <a:cxn ang="0">
                <a:pos x="20" y="13"/>
              </a:cxn>
              <a:cxn ang="0">
                <a:pos x="5"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2" y="11"/>
                </a:moveTo>
                <a:cubicBezTo>
                  <a:pt x="15" y="11"/>
                  <a:pt x="18" y="8"/>
                  <a:pt x="18" y="5"/>
                </a:cubicBezTo>
                <a:cubicBezTo>
                  <a:pt x="18" y="3"/>
                  <a:pt x="15" y="0"/>
                  <a:pt x="12" y="0"/>
                </a:cubicBezTo>
                <a:cubicBezTo>
                  <a:pt x="10" y="0"/>
                  <a:pt x="7" y="3"/>
                  <a:pt x="7" y="5"/>
                </a:cubicBezTo>
                <a:cubicBezTo>
                  <a:pt x="7" y="8"/>
                  <a:pt x="10" y="11"/>
                  <a:pt x="12" y="11"/>
                </a:cubicBezTo>
                <a:close/>
                <a:moveTo>
                  <a:pt x="24" y="17"/>
                </a:moveTo>
                <a:cubicBezTo>
                  <a:pt x="24" y="15"/>
                  <a:pt x="22" y="13"/>
                  <a:pt x="20" y="13"/>
                </a:cubicBezTo>
                <a:cubicBezTo>
                  <a:pt x="5" y="13"/>
                  <a:pt x="5" y="13"/>
                  <a:pt x="5" y="13"/>
                </a:cubicBezTo>
                <a:cubicBezTo>
                  <a:pt x="2" y="13"/>
                  <a:pt x="0" y="15"/>
                  <a:pt x="0" y="17"/>
                </a:cubicBezTo>
                <a:cubicBezTo>
                  <a:pt x="0" y="36"/>
                  <a:pt x="0" y="36"/>
                  <a:pt x="0" y="36"/>
                </a:cubicBezTo>
                <a:cubicBezTo>
                  <a:pt x="0" y="37"/>
                  <a:pt x="1" y="38"/>
                  <a:pt x="2" y="38"/>
                </a:cubicBezTo>
                <a:cubicBezTo>
                  <a:pt x="3" y="38"/>
                  <a:pt x="4" y="37"/>
                  <a:pt x="4" y="36"/>
                </a:cubicBezTo>
                <a:cubicBezTo>
                  <a:pt x="4" y="19"/>
                  <a:pt x="4" y="19"/>
                  <a:pt x="4" y="19"/>
                </a:cubicBezTo>
                <a:cubicBezTo>
                  <a:pt x="5" y="19"/>
                  <a:pt x="5" y="19"/>
                  <a:pt x="5" y="19"/>
                </a:cubicBezTo>
                <a:cubicBezTo>
                  <a:pt x="5" y="66"/>
                  <a:pt x="5" y="66"/>
                  <a:pt x="5" y="66"/>
                </a:cubicBezTo>
                <a:cubicBezTo>
                  <a:pt x="5" y="67"/>
                  <a:pt x="7" y="69"/>
                  <a:pt x="8" y="69"/>
                </a:cubicBezTo>
                <a:cubicBezTo>
                  <a:pt x="10" y="69"/>
                  <a:pt x="11" y="67"/>
                  <a:pt x="11" y="66"/>
                </a:cubicBezTo>
                <a:cubicBezTo>
                  <a:pt x="11" y="40"/>
                  <a:pt x="11" y="40"/>
                  <a:pt x="11" y="40"/>
                </a:cubicBezTo>
                <a:cubicBezTo>
                  <a:pt x="13" y="40"/>
                  <a:pt x="13" y="40"/>
                  <a:pt x="13" y="40"/>
                </a:cubicBezTo>
                <a:cubicBezTo>
                  <a:pt x="13" y="66"/>
                  <a:pt x="13" y="66"/>
                  <a:pt x="13" y="66"/>
                </a:cubicBezTo>
                <a:cubicBezTo>
                  <a:pt x="13" y="67"/>
                  <a:pt x="14" y="69"/>
                  <a:pt x="16" y="69"/>
                </a:cubicBezTo>
                <a:cubicBezTo>
                  <a:pt x="18" y="69"/>
                  <a:pt x="19" y="67"/>
                  <a:pt x="19" y="66"/>
                </a:cubicBezTo>
                <a:cubicBezTo>
                  <a:pt x="19" y="19"/>
                  <a:pt x="19" y="19"/>
                  <a:pt x="19" y="19"/>
                </a:cubicBezTo>
                <a:cubicBezTo>
                  <a:pt x="20" y="19"/>
                  <a:pt x="20" y="19"/>
                  <a:pt x="20" y="19"/>
                </a:cubicBezTo>
                <a:cubicBezTo>
                  <a:pt x="20" y="36"/>
                  <a:pt x="20" y="36"/>
                  <a:pt x="20" y="36"/>
                </a:cubicBezTo>
                <a:cubicBezTo>
                  <a:pt x="20" y="37"/>
                  <a:pt x="21"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55" name="Freeform 171"/>
          <p:cNvSpPr>
            <a:spLocks noEditPoints="1"/>
          </p:cNvSpPr>
          <p:nvPr/>
        </p:nvSpPr>
        <p:spPr bwMode="auto">
          <a:xfrm>
            <a:off x="9313863" y="2168525"/>
            <a:ext cx="123825" cy="355600"/>
          </a:xfrm>
          <a:custGeom>
            <a:avLst/>
            <a:gdLst/>
            <a:ahLst/>
            <a:cxnLst>
              <a:cxn ang="0">
                <a:pos x="12" y="10"/>
              </a:cxn>
              <a:cxn ang="0">
                <a:pos x="18" y="5"/>
              </a:cxn>
              <a:cxn ang="0">
                <a:pos x="12" y="0"/>
              </a:cxn>
              <a:cxn ang="0">
                <a:pos x="7" y="5"/>
              </a:cxn>
              <a:cxn ang="0">
                <a:pos x="12" y="10"/>
              </a:cxn>
              <a:cxn ang="0">
                <a:pos x="24" y="17"/>
              </a:cxn>
              <a:cxn ang="0">
                <a:pos x="20" y="12"/>
              </a:cxn>
              <a:cxn ang="0">
                <a:pos x="5" y="12"/>
              </a:cxn>
              <a:cxn ang="0">
                <a:pos x="0" y="17"/>
              </a:cxn>
              <a:cxn ang="0">
                <a:pos x="0" y="36"/>
              </a:cxn>
              <a:cxn ang="0">
                <a:pos x="2" y="38"/>
              </a:cxn>
              <a:cxn ang="0">
                <a:pos x="4" y="36"/>
              </a:cxn>
              <a:cxn ang="0">
                <a:pos x="4" y="18"/>
              </a:cxn>
              <a:cxn ang="0">
                <a:pos x="5" y="18"/>
              </a:cxn>
              <a:cxn ang="0">
                <a:pos x="5" y="65"/>
              </a:cxn>
              <a:cxn ang="0">
                <a:pos x="8" y="68"/>
              </a:cxn>
              <a:cxn ang="0">
                <a:pos x="11" y="65"/>
              </a:cxn>
              <a:cxn ang="0">
                <a:pos x="11" y="39"/>
              </a:cxn>
              <a:cxn ang="0">
                <a:pos x="13" y="39"/>
              </a:cxn>
              <a:cxn ang="0">
                <a:pos x="13" y="65"/>
              </a:cxn>
              <a:cxn ang="0">
                <a:pos x="16" y="68"/>
              </a:cxn>
              <a:cxn ang="0">
                <a:pos x="19" y="65"/>
              </a:cxn>
              <a:cxn ang="0">
                <a:pos x="19" y="18"/>
              </a:cxn>
              <a:cxn ang="0">
                <a:pos x="20" y="18"/>
              </a:cxn>
              <a:cxn ang="0">
                <a:pos x="20" y="36"/>
              </a:cxn>
              <a:cxn ang="0">
                <a:pos x="22" y="38"/>
              </a:cxn>
              <a:cxn ang="0">
                <a:pos x="24" y="36"/>
              </a:cxn>
              <a:cxn ang="0">
                <a:pos x="24" y="17"/>
              </a:cxn>
            </a:cxnLst>
            <a:rect l="0" t="0" r="r" b="b"/>
            <a:pathLst>
              <a:path w="24" h="68">
                <a:moveTo>
                  <a:pt x="12" y="10"/>
                </a:moveTo>
                <a:cubicBezTo>
                  <a:pt x="15" y="10"/>
                  <a:pt x="18" y="8"/>
                  <a:pt x="18" y="5"/>
                </a:cubicBezTo>
                <a:cubicBezTo>
                  <a:pt x="18" y="2"/>
                  <a:pt x="15" y="0"/>
                  <a:pt x="12" y="0"/>
                </a:cubicBezTo>
                <a:cubicBezTo>
                  <a:pt x="10" y="0"/>
                  <a:pt x="7" y="2"/>
                  <a:pt x="7" y="5"/>
                </a:cubicBezTo>
                <a:cubicBezTo>
                  <a:pt x="7" y="8"/>
                  <a:pt x="10" y="10"/>
                  <a:pt x="12" y="10"/>
                </a:cubicBezTo>
                <a:close/>
                <a:moveTo>
                  <a:pt x="24" y="17"/>
                </a:moveTo>
                <a:cubicBezTo>
                  <a:pt x="24" y="14"/>
                  <a:pt x="22" y="12"/>
                  <a:pt x="20" y="12"/>
                </a:cubicBezTo>
                <a:cubicBezTo>
                  <a:pt x="5" y="12"/>
                  <a:pt x="5" y="12"/>
                  <a:pt x="5" y="12"/>
                </a:cubicBezTo>
                <a:cubicBezTo>
                  <a:pt x="2" y="12"/>
                  <a:pt x="0" y="14"/>
                  <a:pt x="0" y="17"/>
                </a:cubicBezTo>
                <a:cubicBezTo>
                  <a:pt x="0" y="36"/>
                  <a:pt x="0" y="36"/>
                  <a:pt x="0" y="36"/>
                </a:cubicBezTo>
                <a:cubicBezTo>
                  <a:pt x="0" y="37"/>
                  <a:pt x="1" y="38"/>
                  <a:pt x="2" y="38"/>
                </a:cubicBezTo>
                <a:cubicBezTo>
                  <a:pt x="3" y="38"/>
                  <a:pt x="4" y="37"/>
                  <a:pt x="4" y="36"/>
                </a:cubicBezTo>
                <a:cubicBezTo>
                  <a:pt x="4" y="18"/>
                  <a:pt x="4" y="18"/>
                  <a:pt x="4" y="18"/>
                </a:cubicBezTo>
                <a:cubicBezTo>
                  <a:pt x="5" y="18"/>
                  <a:pt x="5" y="18"/>
                  <a:pt x="5" y="18"/>
                </a:cubicBezTo>
                <a:cubicBezTo>
                  <a:pt x="5" y="65"/>
                  <a:pt x="5" y="65"/>
                  <a:pt x="5" y="65"/>
                </a:cubicBezTo>
                <a:cubicBezTo>
                  <a:pt x="5" y="67"/>
                  <a:pt x="7" y="68"/>
                  <a:pt x="8" y="68"/>
                </a:cubicBezTo>
                <a:cubicBezTo>
                  <a:pt x="10" y="68"/>
                  <a:pt x="11" y="67"/>
                  <a:pt x="11" y="65"/>
                </a:cubicBezTo>
                <a:cubicBezTo>
                  <a:pt x="11" y="39"/>
                  <a:pt x="11" y="39"/>
                  <a:pt x="11" y="39"/>
                </a:cubicBezTo>
                <a:cubicBezTo>
                  <a:pt x="13" y="39"/>
                  <a:pt x="13" y="39"/>
                  <a:pt x="13" y="39"/>
                </a:cubicBezTo>
                <a:cubicBezTo>
                  <a:pt x="13" y="65"/>
                  <a:pt x="13" y="65"/>
                  <a:pt x="13" y="65"/>
                </a:cubicBezTo>
                <a:cubicBezTo>
                  <a:pt x="13" y="67"/>
                  <a:pt x="14" y="68"/>
                  <a:pt x="16" y="68"/>
                </a:cubicBezTo>
                <a:cubicBezTo>
                  <a:pt x="18" y="68"/>
                  <a:pt x="19" y="67"/>
                  <a:pt x="19" y="65"/>
                </a:cubicBezTo>
                <a:cubicBezTo>
                  <a:pt x="19" y="18"/>
                  <a:pt x="19" y="18"/>
                  <a:pt x="19" y="18"/>
                </a:cubicBezTo>
                <a:cubicBezTo>
                  <a:pt x="20" y="18"/>
                  <a:pt x="20" y="18"/>
                  <a:pt x="20" y="18"/>
                </a:cubicBezTo>
                <a:cubicBezTo>
                  <a:pt x="20" y="36"/>
                  <a:pt x="20" y="36"/>
                  <a:pt x="20" y="36"/>
                </a:cubicBezTo>
                <a:cubicBezTo>
                  <a:pt x="20" y="37"/>
                  <a:pt x="21"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56" name="Freeform 172"/>
          <p:cNvSpPr>
            <a:spLocks noEditPoints="1"/>
          </p:cNvSpPr>
          <p:nvPr/>
        </p:nvSpPr>
        <p:spPr bwMode="auto">
          <a:xfrm>
            <a:off x="9047163" y="1752600"/>
            <a:ext cx="125412" cy="358775"/>
          </a:xfrm>
          <a:custGeom>
            <a:avLst/>
            <a:gdLst/>
            <a:ahLst/>
            <a:cxnLst>
              <a:cxn ang="0">
                <a:pos x="13" y="11"/>
              </a:cxn>
              <a:cxn ang="0">
                <a:pos x="18" y="6"/>
              </a:cxn>
              <a:cxn ang="0">
                <a:pos x="13" y="0"/>
              </a:cxn>
              <a:cxn ang="0">
                <a:pos x="7" y="6"/>
              </a:cxn>
              <a:cxn ang="0">
                <a:pos x="13" y="11"/>
              </a:cxn>
              <a:cxn ang="0">
                <a:pos x="24" y="17"/>
              </a:cxn>
              <a:cxn ang="0">
                <a:pos x="20" y="13"/>
              </a:cxn>
              <a:cxn ang="0">
                <a:pos x="5" y="13"/>
              </a:cxn>
              <a:cxn ang="0">
                <a:pos x="0" y="17"/>
              </a:cxn>
              <a:cxn ang="0">
                <a:pos x="0" y="36"/>
              </a:cxn>
              <a:cxn ang="0">
                <a:pos x="3" y="38"/>
              </a:cxn>
              <a:cxn ang="0">
                <a:pos x="5" y="36"/>
              </a:cxn>
              <a:cxn ang="0">
                <a:pos x="5" y="19"/>
              </a:cxn>
              <a:cxn ang="0">
                <a:pos x="5" y="19"/>
              </a:cxn>
              <a:cxn ang="0">
                <a:pos x="5" y="66"/>
              </a:cxn>
              <a:cxn ang="0">
                <a:pos x="9" y="69"/>
              </a:cxn>
              <a:cxn ang="0">
                <a:pos x="12" y="66"/>
              </a:cxn>
              <a:cxn ang="0">
                <a:pos x="12"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3" y="11"/>
                </a:moveTo>
                <a:cubicBezTo>
                  <a:pt x="15" y="11"/>
                  <a:pt x="18" y="8"/>
                  <a:pt x="18" y="6"/>
                </a:cubicBezTo>
                <a:cubicBezTo>
                  <a:pt x="18" y="3"/>
                  <a:pt x="15" y="0"/>
                  <a:pt x="13" y="0"/>
                </a:cubicBezTo>
                <a:cubicBezTo>
                  <a:pt x="10" y="0"/>
                  <a:pt x="7" y="3"/>
                  <a:pt x="7" y="6"/>
                </a:cubicBezTo>
                <a:cubicBezTo>
                  <a:pt x="7" y="8"/>
                  <a:pt x="10" y="11"/>
                  <a:pt x="13" y="11"/>
                </a:cubicBezTo>
                <a:close/>
                <a:moveTo>
                  <a:pt x="24" y="17"/>
                </a:moveTo>
                <a:cubicBezTo>
                  <a:pt x="24" y="15"/>
                  <a:pt x="22" y="13"/>
                  <a:pt x="20" y="13"/>
                </a:cubicBezTo>
                <a:cubicBezTo>
                  <a:pt x="5" y="13"/>
                  <a:pt x="5" y="13"/>
                  <a:pt x="5" y="13"/>
                </a:cubicBezTo>
                <a:cubicBezTo>
                  <a:pt x="3" y="13"/>
                  <a:pt x="0" y="15"/>
                  <a:pt x="0" y="17"/>
                </a:cubicBezTo>
                <a:cubicBezTo>
                  <a:pt x="0" y="36"/>
                  <a:pt x="0" y="36"/>
                  <a:pt x="0" y="36"/>
                </a:cubicBezTo>
                <a:cubicBezTo>
                  <a:pt x="0" y="38"/>
                  <a:pt x="1" y="38"/>
                  <a:pt x="3" y="38"/>
                </a:cubicBezTo>
                <a:cubicBezTo>
                  <a:pt x="4" y="38"/>
                  <a:pt x="5" y="38"/>
                  <a:pt x="5" y="36"/>
                </a:cubicBezTo>
                <a:cubicBezTo>
                  <a:pt x="5" y="19"/>
                  <a:pt x="5" y="19"/>
                  <a:pt x="5" y="19"/>
                </a:cubicBezTo>
                <a:cubicBezTo>
                  <a:pt x="5" y="19"/>
                  <a:pt x="5" y="19"/>
                  <a:pt x="5" y="19"/>
                </a:cubicBezTo>
                <a:cubicBezTo>
                  <a:pt x="5" y="66"/>
                  <a:pt x="5" y="66"/>
                  <a:pt x="5" y="66"/>
                </a:cubicBezTo>
                <a:cubicBezTo>
                  <a:pt x="5" y="67"/>
                  <a:pt x="7" y="69"/>
                  <a:pt x="9" y="69"/>
                </a:cubicBezTo>
                <a:cubicBezTo>
                  <a:pt x="10" y="69"/>
                  <a:pt x="12" y="67"/>
                  <a:pt x="12" y="66"/>
                </a:cubicBezTo>
                <a:cubicBezTo>
                  <a:pt x="12" y="40"/>
                  <a:pt x="12" y="40"/>
                  <a:pt x="12" y="40"/>
                </a:cubicBezTo>
                <a:cubicBezTo>
                  <a:pt x="13" y="40"/>
                  <a:pt x="13" y="40"/>
                  <a:pt x="13" y="40"/>
                </a:cubicBezTo>
                <a:cubicBezTo>
                  <a:pt x="13" y="66"/>
                  <a:pt x="13" y="66"/>
                  <a:pt x="13" y="66"/>
                </a:cubicBezTo>
                <a:cubicBezTo>
                  <a:pt x="13" y="67"/>
                  <a:pt x="15" y="69"/>
                  <a:pt x="16" y="69"/>
                </a:cubicBezTo>
                <a:cubicBezTo>
                  <a:pt x="18" y="69"/>
                  <a:pt x="19" y="67"/>
                  <a:pt x="19" y="66"/>
                </a:cubicBezTo>
                <a:cubicBezTo>
                  <a:pt x="19" y="19"/>
                  <a:pt x="19" y="19"/>
                  <a:pt x="19" y="19"/>
                </a:cubicBezTo>
                <a:cubicBezTo>
                  <a:pt x="20" y="19"/>
                  <a:pt x="20" y="19"/>
                  <a:pt x="20" y="19"/>
                </a:cubicBezTo>
                <a:cubicBezTo>
                  <a:pt x="20" y="36"/>
                  <a:pt x="20" y="36"/>
                  <a:pt x="20" y="36"/>
                </a:cubicBezTo>
                <a:cubicBezTo>
                  <a:pt x="20" y="37"/>
                  <a:pt x="21" y="38"/>
                  <a:pt x="22" y="38"/>
                </a:cubicBezTo>
                <a:cubicBezTo>
                  <a:pt x="24"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57" name="Freeform 173"/>
          <p:cNvSpPr>
            <a:spLocks noEditPoints="1"/>
          </p:cNvSpPr>
          <p:nvPr/>
        </p:nvSpPr>
        <p:spPr bwMode="auto">
          <a:xfrm>
            <a:off x="9047163" y="2574925"/>
            <a:ext cx="125412" cy="360363"/>
          </a:xfrm>
          <a:custGeom>
            <a:avLst/>
            <a:gdLst/>
            <a:ahLst/>
            <a:cxnLst>
              <a:cxn ang="0">
                <a:pos x="13" y="11"/>
              </a:cxn>
              <a:cxn ang="0">
                <a:pos x="18" y="5"/>
              </a:cxn>
              <a:cxn ang="0">
                <a:pos x="13" y="0"/>
              </a:cxn>
              <a:cxn ang="0">
                <a:pos x="7" y="5"/>
              </a:cxn>
              <a:cxn ang="0">
                <a:pos x="13" y="11"/>
              </a:cxn>
              <a:cxn ang="0">
                <a:pos x="24" y="17"/>
              </a:cxn>
              <a:cxn ang="0">
                <a:pos x="20" y="13"/>
              </a:cxn>
              <a:cxn ang="0">
                <a:pos x="5" y="13"/>
              </a:cxn>
              <a:cxn ang="0">
                <a:pos x="0" y="17"/>
              </a:cxn>
              <a:cxn ang="0">
                <a:pos x="0" y="36"/>
              </a:cxn>
              <a:cxn ang="0">
                <a:pos x="3" y="38"/>
              </a:cxn>
              <a:cxn ang="0">
                <a:pos x="5" y="36"/>
              </a:cxn>
              <a:cxn ang="0">
                <a:pos x="5" y="19"/>
              </a:cxn>
              <a:cxn ang="0">
                <a:pos x="5" y="19"/>
              </a:cxn>
              <a:cxn ang="0">
                <a:pos x="5" y="66"/>
              </a:cxn>
              <a:cxn ang="0">
                <a:pos x="9" y="69"/>
              </a:cxn>
              <a:cxn ang="0">
                <a:pos x="12" y="66"/>
              </a:cxn>
              <a:cxn ang="0">
                <a:pos x="12"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3" y="11"/>
                </a:moveTo>
                <a:cubicBezTo>
                  <a:pt x="15" y="11"/>
                  <a:pt x="18" y="8"/>
                  <a:pt x="18" y="5"/>
                </a:cubicBezTo>
                <a:cubicBezTo>
                  <a:pt x="18" y="3"/>
                  <a:pt x="15" y="0"/>
                  <a:pt x="13" y="0"/>
                </a:cubicBezTo>
                <a:cubicBezTo>
                  <a:pt x="10" y="0"/>
                  <a:pt x="7" y="3"/>
                  <a:pt x="7" y="5"/>
                </a:cubicBezTo>
                <a:cubicBezTo>
                  <a:pt x="7" y="8"/>
                  <a:pt x="10" y="11"/>
                  <a:pt x="13" y="11"/>
                </a:cubicBezTo>
                <a:close/>
                <a:moveTo>
                  <a:pt x="24" y="17"/>
                </a:moveTo>
                <a:cubicBezTo>
                  <a:pt x="24" y="15"/>
                  <a:pt x="22" y="13"/>
                  <a:pt x="20" y="13"/>
                </a:cubicBezTo>
                <a:cubicBezTo>
                  <a:pt x="5" y="13"/>
                  <a:pt x="5" y="13"/>
                  <a:pt x="5" y="13"/>
                </a:cubicBezTo>
                <a:cubicBezTo>
                  <a:pt x="3" y="13"/>
                  <a:pt x="0" y="15"/>
                  <a:pt x="0" y="17"/>
                </a:cubicBezTo>
                <a:cubicBezTo>
                  <a:pt x="0" y="36"/>
                  <a:pt x="0" y="36"/>
                  <a:pt x="0" y="36"/>
                </a:cubicBezTo>
                <a:cubicBezTo>
                  <a:pt x="0" y="37"/>
                  <a:pt x="1" y="38"/>
                  <a:pt x="3" y="38"/>
                </a:cubicBezTo>
                <a:cubicBezTo>
                  <a:pt x="4" y="38"/>
                  <a:pt x="5" y="37"/>
                  <a:pt x="5" y="36"/>
                </a:cubicBezTo>
                <a:cubicBezTo>
                  <a:pt x="5" y="19"/>
                  <a:pt x="5" y="19"/>
                  <a:pt x="5" y="19"/>
                </a:cubicBezTo>
                <a:cubicBezTo>
                  <a:pt x="5" y="19"/>
                  <a:pt x="5" y="19"/>
                  <a:pt x="5" y="19"/>
                </a:cubicBezTo>
                <a:cubicBezTo>
                  <a:pt x="5" y="66"/>
                  <a:pt x="5" y="66"/>
                  <a:pt x="5" y="66"/>
                </a:cubicBezTo>
                <a:cubicBezTo>
                  <a:pt x="5" y="67"/>
                  <a:pt x="7" y="69"/>
                  <a:pt x="9" y="69"/>
                </a:cubicBezTo>
                <a:cubicBezTo>
                  <a:pt x="10" y="69"/>
                  <a:pt x="12" y="67"/>
                  <a:pt x="12" y="66"/>
                </a:cubicBezTo>
                <a:cubicBezTo>
                  <a:pt x="12" y="40"/>
                  <a:pt x="12" y="40"/>
                  <a:pt x="12" y="40"/>
                </a:cubicBezTo>
                <a:cubicBezTo>
                  <a:pt x="13" y="40"/>
                  <a:pt x="13" y="40"/>
                  <a:pt x="13" y="40"/>
                </a:cubicBezTo>
                <a:cubicBezTo>
                  <a:pt x="13" y="66"/>
                  <a:pt x="13" y="66"/>
                  <a:pt x="13" y="66"/>
                </a:cubicBezTo>
                <a:cubicBezTo>
                  <a:pt x="13" y="67"/>
                  <a:pt x="15" y="69"/>
                  <a:pt x="16" y="69"/>
                </a:cubicBezTo>
                <a:cubicBezTo>
                  <a:pt x="18" y="69"/>
                  <a:pt x="19" y="67"/>
                  <a:pt x="19" y="66"/>
                </a:cubicBezTo>
                <a:cubicBezTo>
                  <a:pt x="19" y="19"/>
                  <a:pt x="19" y="19"/>
                  <a:pt x="19" y="19"/>
                </a:cubicBezTo>
                <a:cubicBezTo>
                  <a:pt x="20" y="19"/>
                  <a:pt x="20" y="19"/>
                  <a:pt x="20" y="19"/>
                </a:cubicBezTo>
                <a:cubicBezTo>
                  <a:pt x="20" y="36"/>
                  <a:pt x="20" y="36"/>
                  <a:pt x="20" y="36"/>
                </a:cubicBezTo>
                <a:cubicBezTo>
                  <a:pt x="20" y="37"/>
                  <a:pt x="21" y="38"/>
                  <a:pt x="22" y="38"/>
                </a:cubicBezTo>
                <a:cubicBezTo>
                  <a:pt x="24"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58" name="Freeform 174"/>
          <p:cNvSpPr>
            <a:spLocks noEditPoints="1"/>
          </p:cNvSpPr>
          <p:nvPr/>
        </p:nvSpPr>
        <p:spPr bwMode="auto">
          <a:xfrm>
            <a:off x="9047163" y="2168525"/>
            <a:ext cx="125412" cy="355600"/>
          </a:xfrm>
          <a:custGeom>
            <a:avLst/>
            <a:gdLst/>
            <a:ahLst/>
            <a:cxnLst>
              <a:cxn ang="0">
                <a:pos x="13" y="10"/>
              </a:cxn>
              <a:cxn ang="0">
                <a:pos x="18" y="5"/>
              </a:cxn>
              <a:cxn ang="0">
                <a:pos x="13" y="0"/>
              </a:cxn>
              <a:cxn ang="0">
                <a:pos x="7" y="5"/>
              </a:cxn>
              <a:cxn ang="0">
                <a:pos x="13" y="10"/>
              </a:cxn>
              <a:cxn ang="0">
                <a:pos x="24" y="17"/>
              </a:cxn>
              <a:cxn ang="0">
                <a:pos x="20" y="12"/>
              </a:cxn>
              <a:cxn ang="0">
                <a:pos x="5" y="12"/>
              </a:cxn>
              <a:cxn ang="0">
                <a:pos x="0" y="17"/>
              </a:cxn>
              <a:cxn ang="0">
                <a:pos x="0" y="36"/>
              </a:cxn>
              <a:cxn ang="0">
                <a:pos x="3" y="38"/>
              </a:cxn>
              <a:cxn ang="0">
                <a:pos x="5" y="36"/>
              </a:cxn>
              <a:cxn ang="0">
                <a:pos x="5" y="18"/>
              </a:cxn>
              <a:cxn ang="0">
                <a:pos x="5" y="18"/>
              </a:cxn>
              <a:cxn ang="0">
                <a:pos x="5" y="65"/>
              </a:cxn>
              <a:cxn ang="0">
                <a:pos x="9" y="68"/>
              </a:cxn>
              <a:cxn ang="0">
                <a:pos x="12" y="65"/>
              </a:cxn>
              <a:cxn ang="0">
                <a:pos x="12" y="39"/>
              </a:cxn>
              <a:cxn ang="0">
                <a:pos x="13" y="39"/>
              </a:cxn>
              <a:cxn ang="0">
                <a:pos x="13" y="65"/>
              </a:cxn>
              <a:cxn ang="0">
                <a:pos x="16" y="68"/>
              </a:cxn>
              <a:cxn ang="0">
                <a:pos x="19" y="65"/>
              </a:cxn>
              <a:cxn ang="0">
                <a:pos x="19" y="18"/>
              </a:cxn>
              <a:cxn ang="0">
                <a:pos x="20" y="18"/>
              </a:cxn>
              <a:cxn ang="0">
                <a:pos x="20" y="36"/>
              </a:cxn>
              <a:cxn ang="0">
                <a:pos x="22" y="38"/>
              </a:cxn>
              <a:cxn ang="0">
                <a:pos x="24" y="36"/>
              </a:cxn>
              <a:cxn ang="0">
                <a:pos x="24" y="17"/>
              </a:cxn>
            </a:cxnLst>
            <a:rect l="0" t="0" r="r" b="b"/>
            <a:pathLst>
              <a:path w="24" h="68">
                <a:moveTo>
                  <a:pt x="13" y="10"/>
                </a:moveTo>
                <a:cubicBezTo>
                  <a:pt x="15" y="10"/>
                  <a:pt x="18" y="8"/>
                  <a:pt x="18" y="5"/>
                </a:cubicBezTo>
                <a:cubicBezTo>
                  <a:pt x="18" y="2"/>
                  <a:pt x="15" y="0"/>
                  <a:pt x="13" y="0"/>
                </a:cubicBezTo>
                <a:cubicBezTo>
                  <a:pt x="10" y="0"/>
                  <a:pt x="7" y="2"/>
                  <a:pt x="7" y="5"/>
                </a:cubicBezTo>
                <a:cubicBezTo>
                  <a:pt x="7" y="8"/>
                  <a:pt x="10" y="10"/>
                  <a:pt x="13" y="10"/>
                </a:cubicBezTo>
                <a:close/>
                <a:moveTo>
                  <a:pt x="24" y="17"/>
                </a:moveTo>
                <a:cubicBezTo>
                  <a:pt x="24" y="14"/>
                  <a:pt x="22" y="12"/>
                  <a:pt x="20" y="12"/>
                </a:cubicBezTo>
                <a:cubicBezTo>
                  <a:pt x="5" y="12"/>
                  <a:pt x="5" y="12"/>
                  <a:pt x="5" y="12"/>
                </a:cubicBezTo>
                <a:cubicBezTo>
                  <a:pt x="3" y="12"/>
                  <a:pt x="0" y="14"/>
                  <a:pt x="0" y="17"/>
                </a:cubicBezTo>
                <a:cubicBezTo>
                  <a:pt x="0" y="36"/>
                  <a:pt x="0" y="36"/>
                  <a:pt x="0" y="36"/>
                </a:cubicBezTo>
                <a:cubicBezTo>
                  <a:pt x="0" y="37"/>
                  <a:pt x="1" y="38"/>
                  <a:pt x="3" y="38"/>
                </a:cubicBezTo>
                <a:cubicBezTo>
                  <a:pt x="4" y="38"/>
                  <a:pt x="5" y="37"/>
                  <a:pt x="5" y="36"/>
                </a:cubicBezTo>
                <a:cubicBezTo>
                  <a:pt x="5" y="18"/>
                  <a:pt x="5" y="18"/>
                  <a:pt x="5" y="18"/>
                </a:cubicBezTo>
                <a:cubicBezTo>
                  <a:pt x="5" y="18"/>
                  <a:pt x="5" y="18"/>
                  <a:pt x="5" y="18"/>
                </a:cubicBezTo>
                <a:cubicBezTo>
                  <a:pt x="5" y="65"/>
                  <a:pt x="5" y="65"/>
                  <a:pt x="5" y="65"/>
                </a:cubicBezTo>
                <a:cubicBezTo>
                  <a:pt x="5" y="67"/>
                  <a:pt x="7" y="68"/>
                  <a:pt x="9" y="68"/>
                </a:cubicBezTo>
                <a:cubicBezTo>
                  <a:pt x="10" y="68"/>
                  <a:pt x="12" y="67"/>
                  <a:pt x="12" y="65"/>
                </a:cubicBezTo>
                <a:cubicBezTo>
                  <a:pt x="12" y="39"/>
                  <a:pt x="12" y="39"/>
                  <a:pt x="12" y="39"/>
                </a:cubicBezTo>
                <a:cubicBezTo>
                  <a:pt x="13" y="39"/>
                  <a:pt x="13" y="39"/>
                  <a:pt x="13" y="39"/>
                </a:cubicBezTo>
                <a:cubicBezTo>
                  <a:pt x="13" y="65"/>
                  <a:pt x="13" y="65"/>
                  <a:pt x="13" y="65"/>
                </a:cubicBezTo>
                <a:cubicBezTo>
                  <a:pt x="13" y="67"/>
                  <a:pt x="15" y="68"/>
                  <a:pt x="16" y="68"/>
                </a:cubicBezTo>
                <a:cubicBezTo>
                  <a:pt x="18" y="68"/>
                  <a:pt x="19" y="67"/>
                  <a:pt x="19" y="65"/>
                </a:cubicBezTo>
                <a:cubicBezTo>
                  <a:pt x="19" y="18"/>
                  <a:pt x="19" y="18"/>
                  <a:pt x="19" y="18"/>
                </a:cubicBezTo>
                <a:cubicBezTo>
                  <a:pt x="20" y="18"/>
                  <a:pt x="20" y="18"/>
                  <a:pt x="20" y="18"/>
                </a:cubicBezTo>
                <a:cubicBezTo>
                  <a:pt x="20" y="36"/>
                  <a:pt x="20" y="36"/>
                  <a:pt x="20" y="36"/>
                </a:cubicBezTo>
                <a:cubicBezTo>
                  <a:pt x="20" y="37"/>
                  <a:pt x="21" y="38"/>
                  <a:pt x="22" y="38"/>
                </a:cubicBezTo>
                <a:cubicBezTo>
                  <a:pt x="24"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59" name="Freeform 175"/>
          <p:cNvSpPr>
            <a:spLocks noEditPoints="1"/>
          </p:cNvSpPr>
          <p:nvPr/>
        </p:nvSpPr>
        <p:spPr bwMode="auto">
          <a:xfrm>
            <a:off x="8786813" y="1752600"/>
            <a:ext cx="125412" cy="358775"/>
          </a:xfrm>
          <a:custGeom>
            <a:avLst/>
            <a:gdLst/>
            <a:ahLst/>
            <a:cxnLst>
              <a:cxn ang="0">
                <a:pos x="12" y="11"/>
              </a:cxn>
              <a:cxn ang="0">
                <a:pos x="17" y="6"/>
              </a:cxn>
              <a:cxn ang="0">
                <a:pos x="12" y="0"/>
              </a:cxn>
              <a:cxn ang="0">
                <a:pos x="7" y="6"/>
              </a:cxn>
              <a:cxn ang="0">
                <a:pos x="12" y="11"/>
              </a:cxn>
              <a:cxn ang="0">
                <a:pos x="24" y="17"/>
              </a:cxn>
              <a:cxn ang="0">
                <a:pos x="19" y="13"/>
              </a:cxn>
              <a:cxn ang="0">
                <a:pos x="4"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2" y="11"/>
                </a:moveTo>
                <a:cubicBezTo>
                  <a:pt x="15" y="11"/>
                  <a:pt x="17" y="8"/>
                  <a:pt x="17" y="6"/>
                </a:cubicBezTo>
                <a:cubicBezTo>
                  <a:pt x="17" y="3"/>
                  <a:pt x="15" y="0"/>
                  <a:pt x="12" y="0"/>
                </a:cubicBezTo>
                <a:cubicBezTo>
                  <a:pt x="9" y="0"/>
                  <a:pt x="7" y="3"/>
                  <a:pt x="7" y="6"/>
                </a:cubicBezTo>
                <a:cubicBezTo>
                  <a:pt x="7" y="8"/>
                  <a:pt x="9" y="11"/>
                  <a:pt x="12" y="11"/>
                </a:cubicBezTo>
                <a:close/>
                <a:moveTo>
                  <a:pt x="24" y="17"/>
                </a:moveTo>
                <a:cubicBezTo>
                  <a:pt x="24" y="15"/>
                  <a:pt x="22" y="13"/>
                  <a:pt x="19" y="13"/>
                </a:cubicBezTo>
                <a:cubicBezTo>
                  <a:pt x="4" y="13"/>
                  <a:pt x="4" y="13"/>
                  <a:pt x="4" y="13"/>
                </a:cubicBezTo>
                <a:cubicBezTo>
                  <a:pt x="2" y="13"/>
                  <a:pt x="0" y="15"/>
                  <a:pt x="0" y="17"/>
                </a:cubicBezTo>
                <a:cubicBezTo>
                  <a:pt x="0" y="36"/>
                  <a:pt x="0" y="36"/>
                  <a:pt x="0" y="36"/>
                </a:cubicBezTo>
                <a:cubicBezTo>
                  <a:pt x="0" y="38"/>
                  <a:pt x="1" y="38"/>
                  <a:pt x="2" y="38"/>
                </a:cubicBezTo>
                <a:cubicBezTo>
                  <a:pt x="3" y="38"/>
                  <a:pt x="4" y="38"/>
                  <a:pt x="4" y="36"/>
                </a:cubicBezTo>
                <a:cubicBezTo>
                  <a:pt x="4" y="19"/>
                  <a:pt x="4" y="19"/>
                  <a:pt x="4" y="19"/>
                </a:cubicBezTo>
                <a:cubicBezTo>
                  <a:pt x="5" y="19"/>
                  <a:pt x="5" y="19"/>
                  <a:pt x="5" y="19"/>
                </a:cubicBezTo>
                <a:cubicBezTo>
                  <a:pt x="5" y="66"/>
                  <a:pt x="5" y="66"/>
                  <a:pt x="5" y="66"/>
                </a:cubicBezTo>
                <a:cubicBezTo>
                  <a:pt x="5" y="67"/>
                  <a:pt x="6" y="69"/>
                  <a:pt x="8" y="69"/>
                </a:cubicBezTo>
                <a:cubicBezTo>
                  <a:pt x="9" y="69"/>
                  <a:pt x="11" y="67"/>
                  <a:pt x="11" y="66"/>
                </a:cubicBezTo>
                <a:cubicBezTo>
                  <a:pt x="11" y="40"/>
                  <a:pt x="11" y="40"/>
                  <a:pt x="11" y="40"/>
                </a:cubicBezTo>
                <a:cubicBezTo>
                  <a:pt x="13" y="40"/>
                  <a:pt x="13" y="40"/>
                  <a:pt x="13" y="40"/>
                </a:cubicBezTo>
                <a:cubicBezTo>
                  <a:pt x="13" y="66"/>
                  <a:pt x="13" y="66"/>
                  <a:pt x="13" y="66"/>
                </a:cubicBezTo>
                <a:cubicBezTo>
                  <a:pt x="13" y="67"/>
                  <a:pt x="14" y="69"/>
                  <a:pt x="16" y="69"/>
                </a:cubicBezTo>
                <a:cubicBezTo>
                  <a:pt x="17" y="69"/>
                  <a:pt x="19" y="67"/>
                  <a:pt x="19" y="66"/>
                </a:cubicBezTo>
                <a:cubicBezTo>
                  <a:pt x="19" y="19"/>
                  <a:pt x="19" y="19"/>
                  <a:pt x="19" y="19"/>
                </a:cubicBezTo>
                <a:cubicBezTo>
                  <a:pt x="20" y="19"/>
                  <a:pt x="20" y="19"/>
                  <a:pt x="20" y="19"/>
                </a:cubicBezTo>
                <a:cubicBezTo>
                  <a:pt x="20" y="36"/>
                  <a:pt x="20" y="36"/>
                  <a:pt x="20" y="36"/>
                </a:cubicBezTo>
                <a:cubicBezTo>
                  <a:pt x="20" y="37"/>
                  <a:pt x="20"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60" name="Freeform 176"/>
          <p:cNvSpPr>
            <a:spLocks noEditPoints="1"/>
          </p:cNvSpPr>
          <p:nvPr/>
        </p:nvSpPr>
        <p:spPr bwMode="auto">
          <a:xfrm>
            <a:off x="8786813" y="2574925"/>
            <a:ext cx="125412" cy="360363"/>
          </a:xfrm>
          <a:custGeom>
            <a:avLst/>
            <a:gdLst/>
            <a:ahLst/>
            <a:cxnLst>
              <a:cxn ang="0">
                <a:pos x="12" y="11"/>
              </a:cxn>
              <a:cxn ang="0">
                <a:pos x="17" y="5"/>
              </a:cxn>
              <a:cxn ang="0">
                <a:pos x="12" y="0"/>
              </a:cxn>
              <a:cxn ang="0">
                <a:pos x="7" y="5"/>
              </a:cxn>
              <a:cxn ang="0">
                <a:pos x="12" y="11"/>
              </a:cxn>
              <a:cxn ang="0">
                <a:pos x="24" y="17"/>
              </a:cxn>
              <a:cxn ang="0">
                <a:pos x="19" y="13"/>
              </a:cxn>
              <a:cxn ang="0">
                <a:pos x="4"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2" y="11"/>
                </a:moveTo>
                <a:cubicBezTo>
                  <a:pt x="15" y="11"/>
                  <a:pt x="17" y="8"/>
                  <a:pt x="17" y="5"/>
                </a:cubicBezTo>
                <a:cubicBezTo>
                  <a:pt x="17" y="3"/>
                  <a:pt x="15" y="0"/>
                  <a:pt x="12" y="0"/>
                </a:cubicBezTo>
                <a:cubicBezTo>
                  <a:pt x="9" y="0"/>
                  <a:pt x="7" y="3"/>
                  <a:pt x="7" y="5"/>
                </a:cubicBezTo>
                <a:cubicBezTo>
                  <a:pt x="7" y="8"/>
                  <a:pt x="9" y="11"/>
                  <a:pt x="12" y="11"/>
                </a:cubicBezTo>
                <a:close/>
                <a:moveTo>
                  <a:pt x="24" y="17"/>
                </a:moveTo>
                <a:cubicBezTo>
                  <a:pt x="24" y="15"/>
                  <a:pt x="22" y="13"/>
                  <a:pt x="19" y="13"/>
                </a:cubicBezTo>
                <a:cubicBezTo>
                  <a:pt x="4" y="13"/>
                  <a:pt x="4" y="13"/>
                  <a:pt x="4" y="13"/>
                </a:cubicBezTo>
                <a:cubicBezTo>
                  <a:pt x="2" y="13"/>
                  <a:pt x="0" y="15"/>
                  <a:pt x="0" y="17"/>
                </a:cubicBezTo>
                <a:cubicBezTo>
                  <a:pt x="0" y="36"/>
                  <a:pt x="0" y="36"/>
                  <a:pt x="0" y="36"/>
                </a:cubicBezTo>
                <a:cubicBezTo>
                  <a:pt x="0" y="37"/>
                  <a:pt x="1" y="38"/>
                  <a:pt x="2" y="38"/>
                </a:cubicBezTo>
                <a:cubicBezTo>
                  <a:pt x="3" y="38"/>
                  <a:pt x="4" y="37"/>
                  <a:pt x="4" y="36"/>
                </a:cubicBezTo>
                <a:cubicBezTo>
                  <a:pt x="4" y="19"/>
                  <a:pt x="4" y="19"/>
                  <a:pt x="4" y="19"/>
                </a:cubicBezTo>
                <a:cubicBezTo>
                  <a:pt x="5" y="19"/>
                  <a:pt x="5" y="19"/>
                  <a:pt x="5" y="19"/>
                </a:cubicBezTo>
                <a:cubicBezTo>
                  <a:pt x="5" y="66"/>
                  <a:pt x="5" y="66"/>
                  <a:pt x="5" y="66"/>
                </a:cubicBezTo>
                <a:cubicBezTo>
                  <a:pt x="5" y="67"/>
                  <a:pt x="6" y="69"/>
                  <a:pt x="8" y="69"/>
                </a:cubicBezTo>
                <a:cubicBezTo>
                  <a:pt x="9" y="69"/>
                  <a:pt x="11" y="67"/>
                  <a:pt x="11" y="66"/>
                </a:cubicBezTo>
                <a:cubicBezTo>
                  <a:pt x="11" y="40"/>
                  <a:pt x="11" y="40"/>
                  <a:pt x="11" y="40"/>
                </a:cubicBezTo>
                <a:cubicBezTo>
                  <a:pt x="13" y="40"/>
                  <a:pt x="13" y="40"/>
                  <a:pt x="13" y="40"/>
                </a:cubicBezTo>
                <a:cubicBezTo>
                  <a:pt x="13" y="66"/>
                  <a:pt x="13" y="66"/>
                  <a:pt x="13" y="66"/>
                </a:cubicBezTo>
                <a:cubicBezTo>
                  <a:pt x="13" y="67"/>
                  <a:pt x="14" y="69"/>
                  <a:pt x="16" y="69"/>
                </a:cubicBezTo>
                <a:cubicBezTo>
                  <a:pt x="17" y="69"/>
                  <a:pt x="19" y="67"/>
                  <a:pt x="19" y="66"/>
                </a:cubicBezTo>
                <a:cubicBezTo>
                  <a:pt x="19" y="19"/>
                  <a:pt x="19" y="19"/>
                  <a:pt x="19" y="19"/>
                </a:cubicBezTo>
                <a:cubicBezTo>
                  <a:pt x="20" y="19"/>
                  <a:pt x="20" y="19"/>
                  <a:pt x="20" y="19"/>
                </a:cubicBezTo>
                <a:cubicBezTo>
                  <a:pt x="20" y="36"/>
                  <a:pt x="20" y="36"/>
                  <a:pt x="20" y="36"/>
                </a:cubicBezTo>
                <a:cubicBezTo>
                  <a:pt x="20" y="37"/>
                  <a:pt x="20"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61" name="Freeform 177"/>
          <p:cNvSpPr>
            <a:spLocks noEditPoints="1"/>
          </p:cNvSpPr>
          <p:nvPr/>
        </p:nvSpPr>
        <p:spPr bwMode="auto">
          <a:xfrm>
            <a:off x="8786813" y="2168525"/>
            <a:ext cx="125412" cy="355600"/>
          </a:xfrm>
          <a:custGeom>
            <a:avLst/>
            <a:gdLst/>
            <a:ahLst/>
            <a:cxnLst>
              <a:cxn ang="0">
                <a:pos x="12" y="10"/>
              </a:cxn>
              <a:cxn ang="0">
                <a:pos x="17" y="5"/>
              </a:cxn>
              <a:cxn ang="0">
                <a:pos x="12" y="0"/>
              </a:cxn>
              <a:cxn ang="0">
                <a:pos x="7" y="5"/>
              </a:cxn>
              <a:cxn ang="0">
                <a:pos x="12" y="10"/>
              </a:cxn>
              <a:cxn ang="0">
                <a:pos x="24" y="17"/>
              </a:cxn>
              <a:cxn ang="0">
                <a:pos x="19" y="12"/>
              </a:cxn>
              <a:cxn ang="0">
                <a:pos x="4" y="12"/>
              </a:cxn>
              <a:cxn ang="0">
                <a:pos x="0" y="17"/>
              </a:cxn>
              <a:cxn ang="0">
                <a:pos x="0" y="36"/>
              </a:cxn>
              <a:cxn ang="0">
                <a:pos x="2" y="38"/>
              </a:cxn>
              <a:cxn ang="0">
                <a:pos x="4" y="36"/>
              </a:cxn>
              <a:cxn ang="0">
                <a:pos x="4" y="18"/>
              </a:cxn>
              <a:cxn ang="0">
                <a:pos x="5" y="18"/>
              </a:cxn>
              <a:cxn ang="0">
                <a:pos x="5" y="65"/>
              </a:cxn>
              <a:cxn ang="0">
                <a:pos x="8" y="68"/>
              </a:cxn>
              <a:cxn ang="0">
                <a:pos x="11" y="65"/>
              </a:cxn>
              <a:cxn ang="0">
                <a:pos x="11" y="39"/>
              </a:cxn>
              <a:cxn ang="0">
                <a:pos x="13" y="39"/>
              </a:cxn>
              <a:cxn ang="0">
                <a:pos x="13" y="65"/>
              </a:cxn>
              <a:cxn ang="0">
                <a:pos x="16" y="68"/>
              </a:cxn>
              <a:cxn ang="0">
                <a:pos x="19" y="65"/>
              </a:cxn>
              <a:cxn ang="0">
                <a:pos x="19" y="18"/>
              </a:cxn>
              <a:cxn ang="0">
                <a:pos x="20" y="18"/>
              </a:cxn>
              <a:cxn ang="0">
                <a:pos x="20" y="36"/>
              </a:cxn>
              <a:cxn ang="0">
                <a:pos x="22" y="38"/>
              </a:cxn>
              <a:cxn ang="0">
                <a:pos x="24" y="36"/>
              </a:cxn>
              <a:cxn ang="0">
                <a:pos x="24" y="17"/>
              </a:cxn>
            </a:cxnLst>
            <a:rect l="0" t="0" r="r" b="b"/>
            <a:pathLst>
              <a:path w="24" h="68">
                <a:moveTo>
                  <a:pt x="12" y="10"/>
                </a:moveTo>
                <a:cubicBezTo>
                  <a:pt x="15" y="10"/>
                  <a:pt x="17" y="8"/>
                  <a:pt x="17" y="5"/>
                </a:cubicBezTo>
                <a:cubicBezTo>
                  <a:pt x="17" y="2"/>
                  <a:pt x="15" y="0"/>
                  <a:pt x="12" y="0"/>
                </a:cubicBezTo>
                <a:cubicBezTo>
                  <a:pt x="9" y="0"/>
                  <a:pt x="7" y="2"/>
                  <a:pt x="7" y="5"/>
                </a:cubicBezTo>
                <a:cubicBezTo>
                  <a:pt x="7" y="8"/>
                  <a:pt x="9" y="10"/>
                  <a:pt x="12" y="10"/>
                </a:cubicBezTo>
                <a:close/>
                <a:moveTo>
                  <a:pt x="24" y="17"/>
                </a:moveTo>
                <a:cubicBezTo>
                  <a:pt x="24" y="14"/>
                  <a:pt x="22" y="12"/>
                  <a:pt x="19" y="12"/>
                </a:cubicBezTo>
                <a:cubicBezTo>
                  <a:pt x="4" y="12"/>
                  <a:pt x="4" y="12"/>
                  <a:pt x="4" y="12"/>
                </a:cubicBezTo>
                <a:cubicBezTo>
                  <a:pt x="2" y="12"/>
                  <a:pt x="0" y="14"/>
                  <a:pt x="0" y="17"/>
                </a:cubicBezTo>
                <a:cubicBezTo>
                  <a:pt x="0" y="36"/>
                  <a:pt x="0" y="36"/>
                  <a:pt x="0" y="36"/>
                </a:cubicBezTo>
                <a:cubicBezTo>
                  <a:pt x="0" y="37"/>
                  <a:pt x="1" y="38"/>
                  <a:pt x="2" y="38"/>
                </a:cubicBezTo>
                <a:cubicBezTo>
                  <a:pt x="3" y="38"/>
                  <a:pt x="4" y="37"/>
                  <a:pt x="4" y="36"/>
                </a:cubicBezTo>
                <a:cubicBezTo>
                  <a:pt x="4" y="18"/>
                  <a:pt x="4" y="18"/>
                  <a:pt x="4" y="18"/>
                </a:cubicBezTo>
                <a:cubicBezTo>
                  <a:pt x="5" y="18"/>
                  <a:pt x="5" y="18"/>
                  <a:pt x="5" y="18"/>
                </a:cubicBezTo>
                <a:cubicBezTo>
                  <a:pt x="5" y="65"/>
                  <a:pt x="5" y="65"/>
                  <a:pt x="5" y="65"/>
                </a:cubicBezTo>
                <a:cubicBezTo>
                  <a:pt x="5" y="67"/>
                  <a:pt x="6" y="68"/>
                  <a:pt x="8" y="68"/>
                </a:cubicBezTo>
                <a:cubicBezTo>
                  <a:pt x="9" y="68"/>
                  <a:pt x="11" y="67"/>
                  <a:pt x="11" y="65"/>
                </a:cubicBezTo>
                <a:cubicBezTo>
                  <a:pt x="11" y="39"/>
                  <a:pt x="11" y="39"/>
                  <a:pt x="11" y="39"/>
                </a:cubicBezTo>
                <a:cubicBezTo>
                  <a:pt x="13" y="39"/>
                  <a:pt x="13" y="39"/>
                  <a:pt x="13" y="39"/>
                </a:cubicBezTo>
                <a:cubicBezTo>
                  <a:pt x="13" y="65"/>
                  <a:pt x="13" y="65"/>
                  <a:pt x="13" y="65"/>
                </a:cubicBezTo>
                <a:cubicBezTo>
                  <a:pt x="13" y="67"/>
                  <a:pt x="14" y="68"/>
                  <a:pt x="16" y="68"/>
                </a:cubicBezTo>
                <a:cubicBezTo>
                  <a:pt x="17" y="68"/>
                  <a:pt x="19" y="67"/>
                  <a:pt x="19" y="65"/>
                </a:cubicBezTo>
                <a:cubicBezTo>
                  <a:pt x="19" y="18"/>
                  <a:pt x="19" y="18"/>
                  <a:pt x="19" y="18"/>
                </a:cubicBezTo>
                <a:cubicBezTo>
                  <a:pt x="20" y="18"/>
                  <a:pt x="20" y="18"/>
                  <a:pt x="20" y="18"/>
                </a:cubicBezTo>
                <a:cubicBezTo>
                  <a:pt x="20" y="36"/>
                  <a:pt x="20" y="36"/>
                  <a:pt x="20" y="36"/>
                </a:cubicBezTo>
                <a:cubicBezTo>
                  <a:pt x="20" y="37"/>
                  <a:pt x="20"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62" name="Freeform 178"/>
          <p:cNvSpPr>
            <a:spLocks noEditPoints="1"/>
          </p:cNvSpPr>
          <p:nvPr/>
        </p:nvSpPr>
        <p:spPr bwMode="auto">
          <a:xfrm>
            <a:off x="8521700" y="1752600"/>
            <a:ext cx="123825" cy="358775"/>
          </a:xfrm>
          <a:custGeom>
            <a:avLst/>
            <a:gdLst/>
            <a:ahLst/>
            <a:cxnLst>
              <a:cxn ang="0">
                <a:pos x="12" y="11"/>
              </a:cxn>
              <a:cxn ang="0">
                <a:pos x="17" y="6"/>
              </a:cxn>
              <a:cxn ang="0">
                <a:pos x="12" y="0"/>
              </a:cxn>
              <a:cxn ang="0">
                <a:pos x="7" y="6"/>
              </a:cxn>
              <a:cxn ang="0">
                <a:pos x="12" y="11"/>
              </a:cxn>
              <a:cxn ang="0">
                <a:pos x="24" y="17"/>
              </a:cxn>
              <a:cxn ang="0">
                <a:pos x="19" y="13"/>
              </a:cxn>
              <a:cxn ang="0">
                <a:pos x="5"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2" y="11"/>
                </a:moveTo>
                <a:cubicBezTo>
                  <a:pt x="15" y="11"/>
                  <a:pt x="17" y="8"/>
                  <a:pt x="17" y="6"/>
                </a:cubicBezTo>
                <a:cubicBezTo>
                  <a:pt x="17" y="3"/>
                  <a:pt x="15" y="0"/>
                  <a:pt x="12" y="0"/>
                </a:cubicBezTo>
                <a:cubicBezTo>
                  <a:pt x="9" y="0"/>
                  <a:pt x="7" y="3"/>
                  <a:pt x="7" y="6"/>
                </a:cubicBezTo>
                <a:cubicBezTo>
                  <a:pt x="7" y="8"/>
                  <a:pt x="9" y="11"/>
                  <a:pt x="12" y="11"/>
                </a:cubicBezTo>
                <a:close/>
                <a:moveTo>
                  <a:pt x="24" y="17"/>
                </a:moveTo>
                <a:cubicBezTo>
                  <a:pt x="24" y="15"/>
                  <a:pt x="22" y="13"/>
                  <a:pt x="19" y="13"/>
                </a:cubicBezTo>
                <a:cubicBezTo>
                  <a:pt x="5" y="13"/>
                  <a:pt x="5" y="13"/>
                  <a:pt x="5" y="13"/>
                </a:cubicBezTo>
                <a:cubicBezTo>
                  <a:pt x="2" y="13"/>
                  <a:pt x="0" y="15"/>
                  <a:pt x="0" y="17"/>
                </a:cubicBezTo>
                <a:cubicBezTo>
                  <a:pt x="0" y="36"/>
                  <a:pt x="0" y="36"/>
                  <a:pt x="0" y="36"/>
                </a:cubicBezTo>
                <a:cubicBezTo>
                  <a:pt x="0" y="38"/>
                  <a:pt x="1" y="38"/>
                  <a:pt x="2" y="38"/>
                </a:cubicBezTo>
                <a:cubicBezTo>
                  <a:pt x="3" y="38"/>
                  <a:pt x="4" y="38"/>
                  <a:pt x="4" y="36"/>
                </a:cubicBezTo>
                <a:cubicBezTo>
                  <a:pt x="4" y="19"/>
                  <a:pt x="4" y="19"/>
                  <a:pt x="4" y="19"/>
                </a:cubicBezTo>
                <a:cubicBezTo>
                  <a:pt x="5" y="19"/>
                  <a:pt x="5" y="19"/>
                  <a:pt x="5" y="19"/>
                </a:cubicBezTo>
                <a:cubicBezTo>
                  <a:pt x="5" y="66"/>
                  <a:pt x="5" y="66"/>
                  <a:pt x="5" y="66"/>
                </a:cubicBezTo>
                <a:cubicBezTo>
                  <a:pt x="5" y="67"/>
                  <a:pt x="6" y="69"/>
                  <a:pt x="8" y="69"/>
                </a:cubicBezTo>
                <a:cubicBezTo>
                  <a:pt x="10" y="69"/>
                  <a:pt x="11" y="67"/>
                  <a:pt x="11" y="66"/>
                </a:cubicBezTo>
                <a:cubicBezTo>
                  <a:pt x="11" y="40"/>
                  <a:pt x="11" y="40"/>
                  <a:pt x="11" y="40"/>
                </a:cubicBezTo>
                <a:cubicBezTo>
                  <a:pt x="13" y="40"/>
                  <a:pt x="13" y="40"/>
                  <a:pt x="13" y="40"/>
                </a:cubicBezTo>
                <a:cubicBezTo>
                  <a:pt x="13" y="66"/>
                  <a:pt x="13" y="66"/>
                  <a:pt x="13" y="66"/>
                </a:cubicBezTo>
                <a:cubicBezTo>
                  <a:pt x="13" y="67"/>
                  <a:pt x="14" y="69"/>
                  <a:pt x="16" y="69"/>
                </a:cubicBezTo>
                <a:cubicBezTo>
                  <a:pt x="18" y="69"/>
                  <a:pt x="19" y="67"/>
                  <a:pt x="19" y="66"/>
                </a:cubicBezTo>
                <a:cubicBezTo>
                  <a:pt x="19" y="19"/>
                  <a:pt x="19" y="19"/>
                  <a:pt x="19" y="19"/>
                </a:cubicBezTo>
                <a:cubicBezTo>
                  <a:pt x="20" y="19"/>
                  <a:pt x="20" y="19"/>
                  <a:pt x="20" y="19"/>
                </a:cubicBezTo>
                <a:cubicBezTo>
                  <a:pt x="20" y="36"/>
                  <a:pt x="20" y="36"/>
                  <a:pt x="20" y="36"/>
                </a:cubicBezTo>
                <a:cubicBezTo>
                  <a:pt x="20" y="37"/>
                  <a:pt x="21"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63" name="Freeform 179"/>
          <p:cNvSpPr>
            <a:spLocks noEditPoints="1"/>
          </p:cNvSpPr>
          <p:nvPr/>
        </p:nvSpPr>
        <p:spPr bwMode="auto">
          <a:xfrm>
            <a:off x="8521700" y="2574925"/>
            <a:ext cx="123825" cy="360363"/>
          </a:xfrm>
          <a:custGeom>
            <a:avLst/>
            <a:gdLst/>
            <a:ahLst/>
            <a:cxnLst>
              <a:cxn ang="0">
                <a:pos x="12" y="11"/>
              </a:cxn>
              <a:cxn ang="0">
                <a:pos x="17" y="5"/>
              </a:cxn>
              <a:cxn ang="0">
                <a:pos x="12" y="0"/>
              </a:cxn>
              <a:cxn ang="0">
                <a:pos x="7" y="5"/>
              </a:cxn>
              <a:cxn ang="0">
                <a:pos x="12" y="11"/>
              </a:cxn>
              <a:cxn ang="0">
                <a:pos x="24" y="17"/>
              </a:cxn>
              <a:cxn ang="0">
                <a:pos x="19" y="13"/>
              </a:cxn>
              <a:cxn ang="0">
                <a:pos x="5"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2" y="11"/>
                </a:moveTo>
                <a:cubicBezTo>
                  <a:pt x="15" y="11"/>
                  <a:pt x="17" y="8"/>
                  <a:pt x="17" y="5"/>
                </a:cubicBezTo>
                <a:cubicBezTo>
                  <a:pt x="17" y="3"/>
                  <a:pt x="15" y="0"/>
                  <a:pt x="12" y="0"/>
                </a:cubicBezTo>
                <a:cubicBezTo>
                  <a:pt x="9" y="0"/>
                  <a:pt x="7" y="3"/>
                  <a:pt x="7" y="5"/>
                </a:cubicBezTo>
                <a:cubicBezTo>
                  <a:pt x="7" y="8"/>
                  <a:pt x="9" y="11"/>
                  <a:pt x="12" y="11"/>
                </a:cubicBezTo>
                <a:close/>
                <a:moveTo>
                  <a:pt x="24" y="17"/>
                </a:moveTo>
                <a:cubicBezTo>
                  <a:pt x="24" y="15"/>
                  <a:pt x="22" y="13"/>
                  <a:pt x="19" y="13"/>
                </a:cubicBezTo>
                <a:cubicBezTo>
                  <a:pt x="5" y="13"/>
                  <a:pt x="5" y="13"/>
                  <a:pt x="5" y="13"/>
                </a:cubicBezTo>
                <a:cubicBezTo>
                  <a:pt x="2" y="13"/>
                  <a:pt x="0" y="15"/>
                  <a:pt x="0" y="17"/>
                </a:cubicBezTo>
                <a:cubicBezTo>
                  <a:pt x="0" y="36"/>
                  <a:pt x="0" y="36"/>
                  <a:pt x="0" y="36"/>
                </a:cubicBezTo>
                <a:cubicBezTo>
                  <a:pt x="0" y="37"/>
                  <a:pt x="1" y="38"/>
                  <a:pt x="2" y="38"/>
                </a:cubicBezTo>
                <a:cubicBezTo>
                  <a:pt x="3" y="38"/>
                  <a:pt x="4" y="37"/>
                  <a:pt x="4" y="36"/>
                </a:cubicBezTo>
                <a:cubicBezTo>
                  <a:pt x="4" y="19"/>
                  <a:pt x="4" y="19"/>
                  <a:pt x="4" y="19"/>
                </a:cubicBezTo>
                <a:cubicBezTo>
                  <a:pt x="5" y="19"/>
                  <a:pt x="5" y="19"/>
                  <a:pt x="5" y="19"/>
                </a:cubicBezTo>
                <a:cubicBezTo>
                  <a:pt x="5" y="66"/>
                  <a:pt x="5" y="66"/>
                  <a:pt x="5" y="66"/>
                </a:cubicBezTo>
                <a:cubicBezTo>
                  <a:pt x="5" y="67"/>
                  <a:pt x="6" y="69"/>
                  <a:pt x="8" y="69"/>
                </a:cubicBezTo>
                <a:cubicBezTo>
                  <a:pt x="10" y="69"/>
                  <a:pt x="11" y="67"/>
                  <a:pt x="11" y="66"/>
                </a:cubicBezTo>
                <a:cubicBezTo>
                  <a:pt x="11" y="40"/>
                  <a:pt x="11" y="40"/>
                  <a:pt x="11" y="40"/>
                </a:cubicBezTo>
                <a:cubicBezTo>
                  <a:pt x="13" y="40"/>
                  <a:pt x="13" y="40"/>
                  <a:pt x="13" y="40"/>
                </a:cubicBezTo>
                <a:cubicBezTo>
                  <a:pt x="13" y="66"/>
                  <a:pt x="13" y="66"/>
                  <a:pt x="13" y="66"/>
                </a:cubicBezTo>
                <a:cubicBezTo>
                  <a:pt x="13" y="67"/>
                  <a:pt x="14" y="69"/>
                  <a:pt x="16" y="69"/>
                </a:cubicBezTo>
                <a:cubicBezTo>
                  <a:pt x="18" y="69"/>
                  <a:pt x="19" y="67"/>
                  <a:pt x="19" y="66"/>
                </a:cubicBezTo>
                <a:cubicBezTo>
                  <a:pt x="19" y="19"/>
                  <a:pt x="19" y="19"/>
                  <a:pt x="19" y="19"/>
                </a:cubicBezTo>
                <a:cubicBezTo>
                  <a:pt x="20" y="19"/>
                  <a:pt x="20" y="19"/>
                  <a:pt x="20" y="19"/>
                </a:cubicBezTo>
                <a:cubicBezTo>
                  <a:pt x="20" y="36"/>
                  <a:pt x="20" y="36"/>
                  <a:pt x="20" y="36"/>
                </a:cubicBezTo>
                <a:cubicBezTo>
                  <a:pt x="20" y="37"/>
                  <a:pt x="21"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64" name="Freeform 180"/>
          <p:cNvSpPr>
            <a:spLocks noEditPoints="1"/>
          </p:cNvSpPr>
          <p:nvPr/>
        </p:nvSpPr>
        <p:spPr bwMode="auto">
          <a:xfrm>
            <a:off x="8521700" y="2168525"/>
            <a:ext cx="123825" cy="355600"/>
          </a:xfrm>
          <a:custGeom>
            <a:avLst/>
            <a:gdLst/>
            <a:ahLst/>
            <a:cxnLst>
              <a:cxn ang="0">
                <a:pos x="12" y="10"/>
              </a:cxn>
              <a:cxn ang="0">
                <a:pos x="17" y="5"/>
              </a:cxn>
              <a:cxn ang="0">
                <a:pos x="12" y="0"/>
              </a:cxn>
              <a:cxn ang="0">
                <a:pos x="7" y="5"/>
              </a:cxn>
              <a:cxn ang="0">
                <a:pos x="12" y="10"/>
              </a:cxn>
              <a:cxn ang="0">
                <a:pos x="24" y="17"/>
              </a:cxn>
              <a:cxn ang="0">
                <a:pos x="19" y="12"/>
              </a:cxn>
              <a:cxn ang="0">
                <a:pos x="5" y="12"/>
              </a:cxn>
              <a:cxn ang="0">
                <a:pos x="0" y="17"/>
              </a:cxn>
              <a:cxn ang="0">
                <a:pos x="0" y="36"/>
              </a:cxn>
              <a:cxn ang="0">
                <a:pos x="2" y="38"/>
              </a:cxn>
              <a:cxn ang="0">
                <a:pos x="4" y="36"/>
              </a:cxn>
              <a:cxn ang="0">
                <a:pos x="4" y="18"/>
              </a:cxn>
              <a:cxn ang="0">
                <a:pos x="5" y="18"/>
              </a:cxn>
              <a:cxn ang="0">
                <a:pos x="5" y="65"/>
              </a:cxn>
              <a:cxn ang="0">
                <a:pos x="8" y="68"/>
              </a:cxn>
              <a:cxn ang="0">
                <a:pos x="11" y="65"/>
              </a:cxn>
              <a:cxn ang="0">
                <a:pos x="11" y="39"/>
              </a:cxn>
              <a:cxn ang="0">
                <a:pos x="13" y="39"/>
              </a:cxn>
              <a:cxn ang="0">
                <a:pos x="13" y="65"/>
              </a:cxn>
              <a:cxn ang="0">
                <a:pos x="16" y="68"/>
              </a:cxn>
              <a:cxn ang="0">
                <a:pos x="19" y="65"/>
              </a:cxn>
              <a:cxn ang="0">
                <a:pos x="19" y="18"/>
              </a:cxn>
              <a:cxn ang="0">
                <a:pos x="20" y="18"/>
              </a:cxn>
              <a:cxn ang="0">
                <a:pos x="20" y="36"/>
              </a:cxn>
              <a:cxn ang="0">
                <a:pos x="22" y="38"/>
              </a:cxn>
              <a:cxn ang="0">
                <a:pos x="24" y="36"/>
              </a:cxn>
              <a:cxn ang="0">
                <a:pos x="24" y="17"/>
              </a:cxn>
            </a:cxnLst>
            <a:rect l="0" t="0" r="r" b="b"/>
            <a:pathLst>
              <a:path w="24" h="68">
                <a:moveTo>
                  <a:pt x="12" y="10"/>
                </a:moveTo>
                <a:cubicBezTo>
                  <a:pt x="15" y="10"/>
                  <a:pt x="17" y="8"/>
                  <a:pt x="17" y="5"/>
                </a:cubicBezTo>
                <a:cubicBezTo>
                  <a:pt x="17" y="2"/>
                  <a:pt x="15" y="0"/>
                  <a:pt x="12" y="0"/>
                </a:cubicBezTo>
                <a:cubicBezTo>
                  <a:pt x="9" y="0"/>
                  <a:pt x="7" y="2"/>
                  <a:pt x="7" y="5"/>
                </a:cubicBezTo>
                <a:cubicBezTo>
                  <a:pt x="7" y="8"/>
                  <a:pt x="9" y="10"/>
                  <a:pt x="12" y="10"/>
                </a:cubicBezTo>
                <a:close/>
                <a:moveTo>
                  <a:pt x="24" y="17"/>
                </a:moveTo>
                <a:cubicBezTo>
                  <a:pt x="24" y="14"/>
                  <a:pt x="22" y="12"/>
                  <a:pt x="19" y="12"/>
                </a:cubicBezTo>
                <a:cubicBezTo>
                  <a:pt x="5" y="12"/>
                  <a:pt x="5" y="12"/>
                  <a:pt x="5" y="12"/>
                </a:cubicBezTo>
                <a:cubicBezTo>
                  <a:pt x="2" y="12"/>
                  <a:pt x="0" y="14"/>
                  <a:pt x="0" y="17"/>
                </a:cubicBezTo>
                <a:cubicBezTo>
                  <a:pt x="0" y="36"/>
                  <a:pt x="0" y="36"/>
                  <a:pt x="0" y="36"/>
                </a:cubicBezTo>
                <a:cubicBezTo>
                  <a:pt x="0" y="37"/>
                  <a:pt x="1" y="38"/>
                  <a:pt x="2" y="38"/>
                </a:cubicBezTo>
                <a:cubicBezTo>
                  <a:pt x="3" y="38"/>
                  <a:pt x="4" y="37"/>
                  <a:pt x="4" y="36"/>
                </a:cubicBezTo>
                <a:cubicBezTo>
                  <a:pt x="4" y="18"/>
                  <a:pt x="4" y="18"/>
                  <a:pt x="4" y="18"/>
                </a:cubicBezTo>
                <a:cubicBezTo>
                  <a:pt x="5" y="18"/>
                  <a:pt x="5" y="18"/>
                  <a:pt x="5" y="18"/>
                </a:cubicBezTo>
                <a:cubicBezTo>
                  <a:pt x="5" y="65"/>
                  <a:pt x="5" y="65"/>
                  <a:pt x="5" y="65"/>
                </a:cubicBezTo>
                <a:cubicBezTo>
                  <a:pt x="5" y="67"/>
                  <a:pt x="6" y="68"/>
                  <a:pt x="8" y="68"/>
                </a:cubicBezTo>
                <a:cubicBezTo>
                  <a:pt x="10" y="68"/>
                  <a:pt x="11" y="67"/>
                  <a:pt x="11" y="65"/>
                </a:cubicBezTo>
                <a:cubicBezTo>
                  <a:pt x="11" y="39"/>
                  <a:pt x="11" y="39"/>
                  <a:pt x="11" y="39"/>
                </a:cubicBezTo>
                <a:cubicBezTo>
                  <a:pt x="13" y="39"/>
                  <a:pt x="13" y="39"/>
                  <a:pt x="13" y="39"/>
                </a:cubicBezTo>
                <a:cubicBezTo>
                  <a:pt x="13" y="65"/>
                  <a:pt x="13" y="65"/>
                  <a:pt x="13" y="65"/>
                </a:cubicBezTo>
                <a:cubicBezTo>
                  <a:pt x="13" y="67"/>
                  <a:pt x="14" y="68"/>
                  <a:pt x="16" y="68"/>
                </a:cubicBezTo>
                <a:cubicBezTo>
                  <a:pt x="18" y="68"/>
                  <a:pt x="19" y="67"/>
                  <a:pt x="19" y="65"/>
                </a:cubicBezTo>
                <a:cubicBezTo>
                  <a:pt x="19" y="18"/>
                  <a:pt x="19" y="18"/>
                  <a:pt x="19" y="18"/>
                </a:cubicBezTo>
                <a:cubicBezTo>
                  <a:pt x="20" y="18"/>
                  <a:pt x="20" y="18"/>
                  <a:pt x="20" y="18"/>
                </a:cubicBezTo>
                <a:cubicBezTo>
                  <a:pt x="20" y="36"/>
                  <a:pt x="20" y="36"/>
                  <a:pt x="20" y="36"/>
                </a:cubicBezTo>
                <a:cubicBezTo>
                  <a:pt x="20" y="37"/>
                  <a:pt x="21"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65" name="Freeform 181"/>
          <p:cNvSpPr>
            <a:spLocks noEditPoints="1"/>
          </p:cNvSpPr>
          <p:nvPr/>
        </p:nvSpPr>
        <p:spPr bwMode="auto">
          <a:xfrm>
            <a:off x="8255000" y="1752600"/>
            <a:ext cx="125412" cy="358775"/>
          </a:xfrm>
          <a:custGeom>
            <a:avLst/>
            <a:gdLst/>
            <a:ahLst/>
            <a:cxnLst>
              <a:cxn ang="0">
                <a:pos x="12" y="11"/>
              </a:cxn>
              <a:cxn ang="0">
                <a:pos x="17" y="6"/>
              </a:cxn>
              <a:cxn ang="0">
                <a:pos x="12" y="0"/>
              </a:cxn>
              <a:cxn ang="0">
                <a:pos x="7" y="6"/>
              </a:cxn>
              <a:cxn ang="0">
                <a:pos x="12" y="11"/>
              </a:cxn>
              <a:cxn ang="0">
                <a:pos x="24" y="17"/>
              </a:cxn>
              <a:cxn ang="0">
                <a:pos x="19" y="13"/>
              </a:cxn>
              <a:cxn ang="0">
                <a:pos x="5"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2" y="11"/>
                </a:moveTo>
                <a:cubicBezTo>
                  <a:pt x="15" y="11"/>
                  <a:pt x="17" y="8"/>
                  <a:pt x="17" y="6"/>
                </a:cubicBezTo>
                <a:cubicBezTo>
                  <a:pt x="17" y="3"/>
                  <a:pt x="15" y="0"/>
                  <a:pt x="12" y="0"/>
                </a:cubicBezTo>
                <a:cubicBezTo>
                  <a:pt x="9" y="0"/>
                  <a:pt x="7" y="3"/>
                  <a:pt x="7" y="6"/>
                </a:cubicBezTo>
                <a:cubicBezTo>
                  <a:pt x="7" y="8"/>
                  <a:pt x="9" y="11"/>
                  <a:pt x="12" y="11"/>
                </a:cubicBezTo>
                <a:close/>
                <a:moveTo>
                  <a:pt x="24" y="17"/>
                </a:moveTo>
                <a:cubicBezTo>
                  <a:pt x="24" y="15"/>
                  <a:pt x="22" y="13"/>
                  <a:pt x="19" y="13"/>
                </a:cubicBezTo>
                <a:cubicBezTo>
                  <a:pt x="5" y="13"/>
                  <a:pt x="5" y="13"/>
                  <a:pt x="5" y="13"/>
                </a:cubicBezTo>
                <a:cubicBezTo>
                  <a:pt x="2" y="13"/>
                  <a:pt x="0" y="15"/>
                  <a:pt x="0" y="17"/>
                </a:cubicBezTo>
                <a:cubicBezTo>
                  <a:pt x="0" y="36"/>
                  <a:pt x="0" y="36"/>
                  <a:pt x="0" y="36"/>
                </a:cubicBezTo>
                <a:cubicBezTo>
                  <a:pt x="0" y="38"/>
                  <a:pt x="1" y="38"/>
                  <a:pt x="2" y="38"/>
                </a:cubicBezTo>
                <a:cubicBezTo>
                  <a:pt x="3" y="38"/>
                  <a:pt x="4" y="38"/>
                  <a:pt x="4" y="36"/>
                </a:cubicBezTo>
                <a:cubicBezTo>
                  <a:pt x="4" y="19"/>
                  <a:pt x="4" y="19"/>
                  <a:pt x="4" y="19"/>
                </a:cubicBezTo>
                <a:cubicBezTo>
                  <a:pt x="5" y="19"/>
                  <a:pt x="5" y="19"/>
                  <a:pt x="5" y="19"/>
                </a:cubicBezTo>
                <a:cubicBezTo>
                  <a:pt x="5" y="66"/>
                  <a:pt x="5" y="66"/>
                  <a:pt x="5" y="66"/>
                </a:cubicBezTo>
                <a:cubicBezTo>
                  <a:pt x="5" y="67"/>
                  <a:pt x="6" y="69"/>
                  <a:pt x="8" y="69"/>
                </a:cubicBezTo>
                <a:cubicBezTo>
                  <a:pt x="10" y="69"/>
                  <a:pt x="11" y="67"/>
                  <a:pt x="11" y="66"/>
                </a:cubicBezTo>
                <a:cubicBezTo>
                  <a:pt x="11" y="40"/>
                  <a:pt x="11" y="40"/>
                  <a:pt x="11" y="40"/>
                </a:cubicBezTo>
                <a:cubicBezTo>
                  <a:pt x="13" y="40"/>
                  <a:pt x="13" y="40"/>
                  <a:pt x="13" y="40"/>
                </a:cubicBezTo>
                <a:cubicBezTo>
                  <a:pt x="13" y="66"/>
                  <a:pt x="13" y="66"/>
                  <a:pt x="13" y="66"/>
                </a:cubicBezTo>
                <a:cubicBezTo>
                  <a:pt x="13" y="67"/>
                  <a:pt x="14" y="69"/>
                  <a:pt x="16" y="69"/>
                </a:cubicBezTo>
                <a:cubicBezTo>
                  <a:pt x="18" y="69"/>
                  <a:pt x="19" y="67"/>
                  <a:pt x="19" y="66"/>
                </a:cubicBezTo>
                <a:cubicBezTo>
                  <a:pt x="19" y="19"/>
                  <a:pt x="19" y="19"/>
                  <a:pt x="19" y="19"/>
                </a:cubicBezTo>
                <a:cubicBezTo>
                  <a:pt x="20" y="19"/>
                  <a:pt x="20" y="19"/>
                  <a:pt x="20" y="19"/>
                </a:cubicBezTo>
                <a:cubicBezTo>
                  <a:pt x="20" y="36"/>
                  <a:pt x="20" y="36"/>
                  <a:pt x="20" y="36"/>
                </a:cubicBezTo>
                <a:cubicBezTo>
                  <a:pt x="20" y="37"/>
                  <a:pt x="21"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66" name="Freeform 182"/>
          <p:cNvSpPr>
            <a:spLocks noEditPoints="1"/>
          </p:cNvSpPr>
          <p:nvPr/>
        </p:nvSpPr>
        <p:spPr bwMode="auto">
          <a:xfrm>
            <a:off x="8255000" y="2574925"/>
            <a:ext cx="125412" cy="360363"/>
          </a:xfrm>
          <a:custGeom>
            <a:avLst/>
            <a:gdLst/>
            <a:ahLst/>
            <a:cxnLst>
              <a:cxn ang="0">
                <a:pos x="12" y="11"/>
              </a:cxn>
              <a:cxn ang="0">
                <a:pos x="17" y="5"/>
              </a:cxn>
              <a:cxn ang="0">
                <a:pos x="12" y="0"/>
              </a:cxn>
              <a:cxn ang="0">
                <a:pos x="7" y="5"/>
              </a:cxn>
              <a:cxn ang="0">
                <a:pos x="12" y="11"/>
              </a:cxn>
              <a:cxn ang="0">
                <a:pos x="24" y="17"/>
              </a:cxn>
              <a:cxn ang="0">
                <a:pos x="19" y="13"/>
              </a:cxn>
              <a:cxn ang="0">
                <a:pos x="5" y="13"/>
              </a:cxn>
              <a:cxn ang="0">
                <a:pos x="0" y="17"/>
              </a:cxn>
              <a:cxn ang="0">
                <a:pos x="0" y="36"/>
              </a:cxn>
              <a:cxn ang="0">
                <a:pos x="2" y="38"/>
              </a:cxn>
              <a:cxn ang="0">
                <a:pos x="4" y="36"/>
              </a:cxn>
              <a:cxn ang="0">
                <a:pos x="4" y="19"/>
              </a:cxn>
              <a:cxn ang="0">
                <a:pos x="5" y="19"/>
              </a:cxn>
              <a:cxn ang="0">
                <a:pos x="5" y="66"/>
              </a:cxn>
              <a:cxn ang="0">
                <a:pos x="8" y="69"/>
              </a:cxn>
              <a:cxn ang="0">
                <a:pos x="11" y="66"/>
              </a:cxn>
              <a:cxn ang="0">
                <a:pos x="11" y="40"/>
              </a:cxn>
              <a:cxn ang="0">
                <a:pos x="13" y="40"/>
              </a:cxn>
              <a:cxn ang="0">
                <a:pos x="13" y="66"/>
              </a:cxn>
              <a:cxn ang="0">
                <a:pos x="16" y="69"/>
              </a:cxn>
              <a:cxn ang="0">
                <a:pos x="19" y="66"/>
              </a:cxn>
              <a:cxn ang="0">
                <a:pos x="19" y="19"/>
              </a:cxn>
              <a:cxn ang="0">
                <a:pos x="20" y="19"/>
              </a:cxn>
              <a:cxn ang="0">
                <a:pos x="20" y="36"/>
              </a:cxn>
              <a:cxn ang="0">
                <a:pos x="22" y="38"/>
              </a:cxn>
              <a:cxn ang="0">
                <a:pos x="24" y="36"/>
              </a:cxn>
              <a:cxn ang="0">
                <a:pos x="24" y="17"/>
              </a:cxn>
            </a:cxnLst>
            <a:rect l="0" t="0" r="r" b="b"/>
            <a:pathLst>
              <a:path w="24" h="69">
                <a:moveTo>
                  <a:pt x="12" y="11"/>
                </a:moveTo>
                <a:cubicBezTo>
                  <a:pt x="15" y="11"/>
                  <a:pt x="17" y="8"/>
                  <a:pt x="17" y="5"/>
                </a:cubicBezTo>
                <a:cubicBezTo>
                  <a:pt x="17" y="3"/>
                  <a:pt x="15" y="0"/>
                  <a:pt x="12" y="0"/>
                </a:cubicBezTo>
                <a:cubicBezTo>
                  <a:pt x="9" y="0"/>
                  <a:pt x="7" y="3"/>
                  <a:pt x="7" y="5"/>
                </a:cubicBezTo>
                <a:cubicBezTo>
                  <a:pt x="7" y="8"/>
                  <a:pt x="9" y="11"/>
                  <a:pt x="12" y="11"/>
                </a:cubicBezTo>
                <a:close/>
                <a:moveTo>
                  <a:pt x="24" y="17"/>
                </a:moveTo>
                <a:cubicBezTo>
                  <a:pt x="24" y="15"/>
                  <a:pt x="22" y="13"/>
                  <a:pt x="19" y="13"/>
                </a:cubicBezTo>
                <a:cubicBezTo>
                  <a:pt x="5" y="13"/>
                  <a:pt x="5" y="13"/>
                  <a:pt x="5" y="13"/>
                </a:cubicBezTo>
                <a:cubicBezTo>
                  <a:pt x="2" y="13"/>
                  <a:pt x="0" y="15"/>
                  <a:pt x="0" y="17"/>
                </a:cubicBezTo>
                <a:cubicBezTo>
                  <a:pt x="0" y="36"/>
                  <a:pt x="0" y="36"/>
                  <a:pt x="0" y="36"/>
                </a:cubicBezTo>
                <a:cubicBezTo>
                  <a:pt x="0" y="37"/>
                  <a:pt x="1" y="38"/>
                  <a:pt x="2" y="38"/>
                </a:cubicBezTo>
                <a:cubicBezTo>
                  <a:pt x="3" y="38"/>
                  <a:pt x="4" y="37"/>
                  <a:pt x="4" y="36"/>
                </a:cubicBezTo>
                <a:cubicBezTo>
                  <a:pt x="4" y="19"/>
                  <a:pt x="4" y="19"/>
                  <a:pt x="4" y="19"/>
                </a:cubicBezTo>
                <a:cubicBezTo>
                  <a:pt x="5" y="19"/>
                  <a:pt x="5" y="19"/>
                  <a:pt x="5" y="19"/>
                </a:cubicBezTo>
                <a:cubicBezTo>
                  <a:pt x="5" y="66"/>
                  <a:pt x="5" y="66"/>
                  <a:pt x="5" y="66"/>
                </a:cubicBezTo>
                <a:cubicBezTo>
                  <a:pt x="5" y="67"/>
                  <a:pt x="6" y="69"/>
                  <a:pt x="8" y="69"/>
                </a:cubicBezTo>
                <a:cubicBezTo>
                  <a:pt x="10" y="69"/>
                  <a:pt x="11" y="67"/>
                  <a:pt x="11" y="66"/>
                </a:cubicBezTo>
                <a:cubicBezTo>
                  <a:pt x="11" y="40"/>
                  <a:pt x="11" y="40"/>
                  <a:pt x="11" y="40"/>
                </a:cubicBezTo>
                <a:cubicBezTo>
                  <a:pt x="13" y="40"/>
                  <a:pt x="13" y="40"/>
                  <a:pt x="13" y="40"/>
                </a:cubicBezTo>
                <a:cubicBezTo>
                  <a:pt x="13" y="66"/>
                  <a:pt x="13" y="66"/>
                  <a:pt x="13" y="66"/>
                </a:cubicBezTo>
                <a:cubicBezTo>
                  <a:pt x="13" y="67"/>
                  <a:pt x="14" y="69"/>
                  <a:pt x="16" y="69"/>
                </a:cubicBezTo>
                <a:cubicBezTo>
                  <a:pt x="18" y="69"/>
                  <a:pt x="19" y="67"/>
                  <a:pt x="19" y="66"/>
                </a:cubicBezTo>
                <a:cubicBezTo>
                  <a:pt x="19" y="19"/>
                  <a:pt x="19" y="19"/>
                  <a:pt x="19" y="19"/>
                </a:cubicBezTo>
                <a:cubicBezTo>
                  <a:pt x="20" y="19"/>
                  <a:pt x="20" y="19"/>
                  <a:pt x="20" y="19"/>
                </a:cubicBezTo>
                <a:cubicBezTo>
                  <a:pt x="20" y="36"/>
                  <a:pt x="20" y="36"/>
                  <a:pt x="20" y="36"/>
                </a:cubicBezTo>
                <a:cubicBezTo>
                  <a:pt x="20" y="37"/>
                  <a:pt x="21"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567" name="Freeform 183"/>
          <p:cNvSpPr>
            <a:spLocks noEditPoints="1"/>
          </p:cNvSpPr>
          <p:nvPr/>
        </p:nvSpPr>
        <p:spPr bwMode="auto">
          <a:xfrm>
            <a:off x="8255000" y="2168525"/>
            <a:ext cx="125412" cy="355600"/>
          </a:xfrm>
          <a:custGeom>
            <a:avLst/>
            <a:gdLst/>
            <a:ahLst/>
            <a:cxnLst>
              <a:cxn ang="0">
                <a:pos x="12" y="10"/>
              </a:cxn>
              <a:cxn ang="0">
                <a:pos x="17" y="5"/>
              </a:cxn>
              <a:cxn ang="0">
                <a:pos x="12" y="0"/>
              </a:cxn>
              <a:cxn ang="0">
                <a:pos x="7" y="5"/>
              </a:cxn>
              <a:cxn ang="0">
                <a:pos x="12" y="10"/>
              </a:cxn>
              <a:cxn ang="0">
                <a:pos x="24" y="17"/>
              </a:cxn>
              <a:cxn ang="0">
                <a:pos x="19" y="12"/>
              </a:cxn>
              <a:cxn ang="0">
                <a:pos x="5" y="12"/>
              </a:cxn>
              <a:cxn ang="0">
                <a:pos x="0" y="17"/>
              </a:cxn>
              <a:cxn ang="0">
                <a:pos x="0" y="36"/>
              </a:cxn>
              <a:cxn ang="0">
                <a:pos x="2" y="38"/>
              </a:cxn>
              <a:cxn ang="0">
                <a:pos x="4" y="36"/>
              </a:cxn>
              <a:cxn ang="0">
                <a:pos x="4" y="18"/>
              </a:cxn>
              <a:cxn ang="0">
                <a:pos x="5" y="18"/>
              </a:cxn>
              <a:cxn ang="0">
                <a:pos x="5" y="65"/>
              </a:cxn>
              <a:cxn ang="0">
                <a:pos x="8" y="68"/>
              </a:cxn>
              <a:cxn ang="0">
                <a:pos x="11" y="65"/>
              </a:cxn>
              <a:cxn ang="0">
                <a:pos x="11" y="39"/>
              </a:cxn>
              <a:cxn ang="0">
                <a:pos x="13" y="39"/>
              </a:cxn>
              <a:cxn ang="0">
                <a:pos x="13" y="65"/>
              </a:cxn>
              <a:cxn ang="0">
                <a:pos x="16" y="68"/>
              </a:cxn>
              <a:cxn ang="0">
                <a:pos x="19" y="65"/>
              </a:cxn>
              <a:cxn ang="0">
                <a:pos x="19" y="18"/>
              </a:cxn>
              <a:cxn ang="0">
                <a:pos x="20" y="18"/>
              </a:cxn>
              <a:cxn ang="0">
                <a:pos x="20" y="36"/>
              </a:cxn>
              <a:cxn ang="0">
                <a:pos x="22" y="38"/>
              </a:cxn>
              <a:cxn ang="0">
                <a:pos x="24" y="36"/>
              </a:cxn>
              <a:cxn ang="0">
                <a:pos x="24" y="17"/>
              </a:cxn>
            </a:cxnLst>
            <a:rect l="0" t="0" r="r" b="b"/>
            <a:pathLst>
              <a:path w="24" h="68">
                <a:moveTo>
                  <a:pt x="12" y="10"/>
                </a:moveTo>
                <a:cubicBezTo>
                  <a:pt x="15" y="10"/>
                  <a:pt x="17" y="8"/>
                  <a:pt x="17" y="5"/>
                </a:cubicBezTo>
                <a:cubicBezTo>
                  <a:pt x="17" y="2"/>
                  <a:pt x="15" y="0"/>
                  <a:pt x="12" y="0"/>
                </a:cubicBezTo>
                <a:cubicBezTo>
                  <a:pt x="9" y="0"/>
                  <a:pt x="7" y="2"/>
                  <a:pt x="7" y="5"/>
                </a:cubicBezTo>
                <a:cubicBezTo>
                  <a:pt x="7" y="8"/>
                  <a:pt x="9" y="10"/>
                  <a:pt x="12" y="10"/>
                </a:cubicBezTo>
                <a:close/>
                <a:moveTo>
                  <a:pt x="24" y="17"/>
                </a:moveTo>
                <a:cubicBezTo>
                  <a:pt x="24" y="14"/>
                  <a:pt x="22" y="12"/>
                  <a:pt x="19" y="12"/>
                </a:cubicBezTo>
                <a:cubicBezTo>
                  <a:pt x="5" y="12"/>
                  <a:pt x="5" y="12"/>
                  <a:pt x="5" y="12"/>
                </a:cubicBezTo>
                <a:cubicBezTo>
                  <a:pt x="2" y="12"/>
                  <a:pt x="0" y="14"/>
                  <a:pt x="0" y="17"/>
                </a:cubicBezTo>
                <a:cubicBezTo>
                  <a:pt x="0" y="36"/>
                  <a:pt x="0" y="36"/>
                  <a:pt x="0" y="36"/>
                </a:cubicBezTo>
                <a:cubicBezTo>
                  <a:pt x="0" y="37"/>
                  <a:pt x="1" y="38"/>
                  <a:pt x="2" y="38"/>
                </a:cubicBezTo>
                <a:cubicBezTo>
                  <a:pt x="3" y="38"/>
                  <a:pt x="4" y="37"/>
                  <a:pt x="4" y="36"/>
                </a:cubicBezTo>
                <a:cubicBezTo>
                  <a:pt x="4" y="18"/>
                  <a:pt x="4" y="18"/>
                  <a:pt x="4" y="18"/>
                </a:cubicBezTo>
                <a:cubicBezTo>
                  <a:pt x="5" y="18"/>
                  <a:pt x="5" y="18"/>
                  <a:pt x="5" y="18"/>
                </a:cubicBezTo>
                <a:cubicBezTo>
                  <a:pt x="5" y="65"/>
                  <a:pt x="5" y="65"/>
                  <a:pt x="5" y="65"/>
                </a:cubicBezTo>
                <a:cubicBezTo>
                  <a:pt x="5" y="67"/>
                  <a:pt x="6" y="68"/>
                  <a:pt x="8" y="68"/>
                </a:cubicBezTo>
                <a:cubicBezTo>
                  <a:pt x="10" y="68"/>
                  <a:pt x="11" y="67"/>
                  <a:pt x="11" y="65"/>
                </a:cubicBezTo>
                <a:cubicBezTo>
                  <a:pt x="11" y="39"/>
                  <a:pt x="11" y="39"/>
                  <a:pt x="11" y="39"/>
                </a:cubicBezTo>
                <a:cubicBezTo>
                  <a:pt x="13" y="39"/>
                  <a:pt x="13" y="39"/>
                  <a:pt x="13" y="39"/>
                </a:cubicBezTo>
                <a:cubicBezTo>
                  <a:pt x="13" y="65"/>
                  <a:pt x="13" y="65"/>
                  <a:pt x="13" y="65"/>
                </a:cubicBezTo>
                <a:cubicBezTo>
                  <a:pt x="13" y="67"/>
                  <a:pt x="14" y="68"/>
                  <a:pt x="16" y="68"/>
                </a:cubicBezTo>
                <a:cubicBezTo>
                  <a:pt x="18" y="68"/>
                  <a:pt x="19" y="67"/>
                  <a:pt x="19" y="65"/>
                </a:cubicBezTo>
                <a:cubicBezTo>
                  <a:pt x="19" y="18"/>
                  <a:pt x="19" y="18"/>
                  <a:pt x="19" y="18"/>
                </a:cubicBezTo>
                <a:cubicBezTo>
                  <a:pt x="20" y="18"/>
                  <a:pt x="20" y="18"/>
                  <a:pt x="20" y="18"/>
                </a:cubicBezTo>
                <a:cubicBezTo>
                  <a:pt x="20" y="36"/>
                  <a:pt x="20" y="36"/>
                  <a:pt x="20" y="36"/>
                </a:cubicBezTo>
                <a:cubicBezTo>
                  <a:pt x="20" y="37"/>
                  <a:pt x="21" y="38"/>
                  <a:pt x="22" y="38"/>
                </a:cubicBezTo>
                <a:cubicBezTo>
                  <a:pt x="23" y="38"/>
                  <a:pt x="24" y="37"/>
                  <a:pt x="24" y="36"/>
                </a:cubicBezTo>
                <a:lnTo>
                  <a:pt x="24" y="17"/>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20" name="Text Placeholder 3"/>
          <p:cNvSpPr txBox="1">
            <a:spLocks/>
          </p:cNvSpPr>
          <p:nvPr/>
        </p:nvSpPr>
        <p:spPr>
          <a:xfrm>
            <a:off x="1242449" y="3016061"/>
            <a:ext cx="1152560" cy="677108"/>
          </a:xfrm>
          <a:prstGeom prst="rect">
            <a:avLst/>
          </a:prstGeom>
        </p:spPr>
        <p:txBody>
          <a:bodyPr wrap="none" lIns="0" tIns="0" rIns="0" bIns="0" anchor="t">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400" b="1" i="0" u="none" strike="noStrike" kern="1200" cap="none" spc="0" normalizeH="0" baseline="0" noProof="0" dirty="0" smtClean="0">
                <a:ln>
                  <a:noFill/>
                </a:ln>
                <a:solidFill>
                  <a:schemeClr val="tx1"/>
                </a:solidFill>
                <a:effectLst/>
                <a:uLnTx/>
                <a:uFillTx/>
                <a:latin typeface="+mn-lt"/>
                <a:ea typeface="+mn-ea"/>
                <a:cs typeface="+mn-cs"/>
              </a:rPr>
              <a:t>35%</a:t>
            </a:r>
          </a:p>
        </p:txBody>
      </p:sp>
      <p:sp>
        <p:nvSpPr>
          <p:cNvPr id="421" name="Footer Text"/>
          <p:cNvSpPr txBox="1"/>
          <p:nvPr/>
        </p:nvSpPr>
        <p:spPr>
          <a:xfrm>
            <a:off x="2492232" y="3122037"/>
            <a:ext cx="1904999" cy="553998"/>
          </a:xfrm>
          <a:prstGeom prst="rect">
            <a:avLst/>
          </a:prstGeom>
          <a:noFill/>
        </p:spPr>
        <p:txBody>
          <a:bodyPr wrap="square" lIns="0" tIns="0" rIns="0" bIns="0" rtlCol="0">
            <a:spAutoFit/>
          </a:bodyPr>
          <a:lstStyle/>
          <a:p>
            <a:r>
              <a:rPr lang="en-US" sz="1200" dirty="0" smtClean="0">
                <a:solidFill>
                  <a:schemeClr val="tx1">
                    <a:lumMod val="50000"/>
                    <a:lumOff val="50000"/>
                  </a:schemeClr>
                </a:solidFill>
              </a:rPr>
              <a:t>There are many variations of passages of lorem </a:t>
            </a:r>
            <a:r>
              <a:rPr lang="en-US" sz="1200" dirty="0" err="1" smtClean="0">
                <a:solidFill>
                  <a:schemeClr val="tx1">
                    <a:lumMod val="50000"/>
                    <a:lumOff val="50000"/>
                  </a:schemeClr>
                </a:solidFill>
              </a:rPr>
              <a:t>ipsum</a:t>
            </a:r>
            <a:r>
              <a:rPr lang="en-US" sz="1200" dirty="0" smtClean="0">
                <a:solidFill>
                  <a:schemeClr val="tx1">
                    <a:lumMod val="50000"/>
                    <a:lumOff val="50000"/>
                  </a:schemeClr>
                </a:solidFill>
              </a:rPr>
              <a:t> available.</a:t>
            </a:r>
            <a:endParaRPr lang="en-US" sz="1200" dirty="0">
              <a:solidFill>
                <a:schemeClr val="tx1">
                  <a:lumMod val="50000"/>
                  <a:lumOff val="50000"/>
                </a:schemeClr>
              </a:solidFill>
            </a:endParaRPr>
          </a:p>
        </p:txBody>
      </p:sp>
      <p:sp>
        <p:nvSpPr>
          <p:cNvPr id="422" name="Text Placeholder 3"/>
          <p:cNvSpPr txBox="1">
            <a:spLocks/>
          </p:cNvSpPr>
          <p:nvPr/>
        </p:nvSpPr>
        <p:spPr>
          <a:xfrm>
            <a:off x="10066337" y="3016061"/>
            <a:ext cx="1152560" cy="677108"/>
          </a:xfrm>
          <a:prstGeom prst="rect">
            <a:avLst/>
          </a:prstGeom>
        </p:spPr>
        <p:txBody>
          <a:bodyPr wrap="none" lIns="0" tIns="0" rIns="0" bIns="0" anchor="t">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400" b="1" i="0" u="none" strike="noStrike" kern="1200" cap="none" spc="0" normalizeH="0" baseline="0" noProof="0" dirty="0" smtClean="0">
                <a:ln>
                  <a:noFill/>
                </a:ln>
                <a:solidFill>
                  <a:schemeClr val="tx1"/>
                </a:solidFill>
                <a:effectLst/>
                <a:uLnTx/>
                <a:uFillTx/>
                <a:latin typeface="+mn-lt"/>
                <a:ea typeface="+mn-ea"/>
                <a:cs typeface="+mn-cs"/>
              </a:rPr>
              <a:t>65%</a:t>
            </a:r>
          </a:p>
        </p:txBody>
      </p:sp>
      <p:sp>
        <p:nvSpPr>
          <p:cNvPr id="424" name="Footer Text"/>
          <p:cNvSpPr txBox="1"/>
          <p:nvPr/>
        </p:nvSpPr>
        <p:spPr>
          <a:xfrm>
            <a:off x="8047907" y="3122037"/>
            <a:ext cx="1904999" cy="553998"/>
          </a:xfrm>
          <a:prstGeom prst="rect">
            <a:avLst/>
          </a:prstGeom>
          <a:noFill/>
        </p:spPr>
        <p:txBody>
          <a:bodyPr wrap="square" lIns="0" tIns="0" rIns="0" bIns="0" rtlCol="0">
            <a:spAutoFit/>
          </a:bodyPr>
          <a:lstStyle/>
          <a:p>
            <a:pPr algn="r"/>
            <a:r>
              <a:rPr lang="en-US" sz="1200" dirty="0" smtClean="0">
                <a:solidFill>
                  <a:schemeClr val="tx1">
                    <a:lumMod val="50000"/>
                    <a:lumOff val="50000"/>
                  </a:schemeClr>
                </a:solidFill>
              </a:rPr>
              <a:t>There are many variations of passages of lorem </a:t>
            </a:r>
            <a:r>
              <a:rPr lang="en-US" sz="1200" dirty="0" err="1" smtClean="0">
                <a:solidFill>
                  <a:schemeClr val="tx1">
                    <a:lumMod val="50000"/>
                    <a:lumOff val="50000"/>
                  </a:schemeClr>
                </a:solidFill>
              </a:rPr>
              <a:t>ipsum</a:t>
            </a:r>
            <a:r>
              <a:rPr lang="en-US" sz="1200" dirty="0" smtClean="0">
                <a:solidFill>
                  <a:schemeClr val="tx1">
                    <a:lumMod val="50000"/>
                    <a:lumOff val="50000"/>
                  </a:schemeClr>
                </a:solidFill>
              </a:rPr>
              <a:t> available.</a:t>
            </a:r>
            <a:endParaRPr lang="en-US" sz="1200" dirty="0">
              <a:solidFill>
                <a:schemeClr val="tx1">
                  <a:lumMod val="50000"/>
                  <a:lumOff val="50000"/>
                </a:schemeClr>
              </a:solidFill>
            </a:endParaRPr>
          </a:p>
        </p:txBody>
      </p:sp>
      <p:sp>
        <p:nvSpPr>
          <p:cNvPr id="153"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DEMOGRAPHY DATA</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154" name="Rectangle 153"/>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155" name="Group 154"/>
          <p:cNvGrpSpPr/>
          <p:nvPr/>
        </p:nvGrpSpPr>
        <p:grpSpPr>
          <a:xfrm rot="10800000" flipV="1">
            <a:off x="5380522" y="1080697"/>
            <a:ext cx="1427781" cy="45707"/>
            <a:chOff x="3965945" y="1385354"/>
            <a:chExt cx="4572000" cy="79107"/>
          </a:xfrm>
        </p:grpSpPr>
        <p:sp>
          <p:nvSpPr>
            <p:cNvPr id="156" name="Rectangle 155"/>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57" name="Rectangle 156"/>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58" name="Rectangle 157"/>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59" name="Rectangle 158"/>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60" name="Rectangle 159"/>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155"/>
                                        </p:tgtEl>
                                        <p:attrNameLst>
                                          <p:attrName>style.visibility</p:attrName>
                                        </p:attrNameLst>
                                      </p:cBhvr>
                                      <p:to>
                                        <p:strVal val="visible"/>
                                      </p:to>
                                    </p:set>
                                    <p:anim calcmode="lin" valueType="num">
                                      <p:cBhvr>
                                        <p:cTn id="7" dur="500" fill="hold"/>
                                        <p:tgtEl>
                                          <p:spTgt spid="155"/>
                                        </p:tgtEl>
                                        <p:attrNameLst>
                                          <p:attrName>ppt_w</p:attrName>
                                        </p:attrNameLst>
                                      </p:cBhvr>
                                      <p:tavLst>
                                        <p:tav tm="0">
                                          <p:val>
                                            <p:fltVal val="0"/>
                                          </p:val>
                                        </p:tav>
                                        <p:tav tm="100000">
                                          <p:val>
                                            <p:strVal val="#ppt_w"/>
                                          </p:val>
                                        </p:tav>
                                      </p:tavLst>
                                    </p:anim>
                                    <p:anim calcmode="lin" valueType="num">
                                      <p:cBhvr>
                                        <p:cTn id="8" dur="500" fill="hold"/>
                                        <p:tgtEl>
                                          <p:spTgt spid="155"/>
                                        </p:tgtEl>
                                        <p:attrNameLst>
                                          <p:attrName>ppt_h</p:attrName>
                                        </p:attrNameLst>
                                      </p:cBhvr>
                                      <p:tavLst>
                                        <p:tav tm="0">
                                          <p:val>
                                            <p:fltVal val="0"/>
                                          </p:val>
                                        </p:tav>
                                        <p:tav tm="100000">
                                          <p:val>
                                            <p:strVal val="#ppt_h"/>
                                          </p:val>
                                        </p:tav>
                                      </p:tavLst>
                                    </p:anim>
                                    <p:anim calcmode="lin" valueType="num">
                                      <p:cBhvr>
                                        <p:cTn id="9" dur="500" fill="hold"/>
                                        <p:tgtEl>
                                          <p:spTgt spid="155"/>
                                        </p:tgtEl>
                                        <p:attrNameLst>
                                          <p:attrName>style.rotation</p:attrName>
                                        </p:attrNameLst>
                                      </p:cBhvr>
                                      <p:tavLst>
                                        <p:tav tm="0">
                                          <p:val>
                                            <p:fltVal val="360"/>
                                          </p:val>
                                        </p:tav>
                                        <p:tav tm="100000">
                                          <p:val>
                                            <p:fltVal val="0"/>
                                          </p:val>
                                        </p:tav>
                                      </p:tavLst>
                                    </p:anim>
                                    <p:animEffect transition="in" filter="fade">
                                      <p:cBhvr>
                                        <p:cTn id="10" dur="5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1" name="Group 142"/>
          <p:cNvGrpSpPr/>
          <p:nvPr/>
        </p:nvGrpSpPr>
        <p:grpSpPr>
          <a:xfrm>
            <a:off x="1007076" y="2021581"/>
            <a:ext cx="10159907" cy="3278042"/>
            <a:chOff x="609844" y="1126813"/>
            <a:chExt cx="7924556" cy="2357806"/>
          </a:xfrm>
        </p:grpSpPr>
        <p:grpSp>
          <p:nvGrpSpPr>
            <p:cNvPr id="172" name="Group 61"/>
            <p:cNvGrpSpPr/>
            <p:nvPr/>
          </p:nvGrpSpPr>
          <p:grpSpPr>
            <a:xfrm>
              <a:off x="609844" y="1126813"/>
              <a:ext cx="7924556" cy="2357806"/>
              <a:chOff x="913311" y="1246789"/>
              <a:chExt cx="7924556" cy="2189066"/>
            </a:xfrm>
          </p:grpSpPr>
          <p:cxnSp>
            <p:nvCxnSpPr>
              <p:cNvPr id="181" name="Straight Connector 180"/>
              <p:cNvCxnSpPr/>
              <p:nvPr/>
            </p:nvCxnSpPr>
            <p:spPr>
              <a:xfrm>
                <a:off x="913311" y="1246789"/>
                <a:ext cx="0" cy="2189066"/>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531308" y="1246789"/>
                <a:ext cx="0" cy="2189066"/>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2206382" y="1246789"/>
                <a:ext cx="0" cy="2189066"/>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2881456" y="1246789"/>
                <a:ext cx="0" cy="2189066"/>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3556530" y="1246789"/>
                <a:ext cx="0" cy="2189066"/>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4231604" y="1246789"/>
                <a:ext cx="0" cy="2189066"/>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4906678" y="1246789"/>
                <a:ext cx="0" cy="2189066"/>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5581752" y="1246789"/>
                <a:ext cx="0" cy="2189066"/>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6256826" y="1246789"/>
                <a:ext cx="0" cy="2189066"/>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a:off x="6931900" y="1246789"/>
                <a:ext cx="0" cy="2189066"/>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a:off x="7606974" y="1246789"/>
                <a:ext cx="0" cy="2189066"/>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a:off x="8282053" y="1246789"/>
                <a:ext cx="0" cy="2189066"/>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a:xfrm>
                <a:off x="8837867" y="1246789"/>
                <a:ext cx="0" cy="2189066"/>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173" name="Group 141"/>
            <p:cNvGrpSpPr/>
            <p:nvPr/>
          </p:nvGrpSpPr>
          <p:grpSpPr>
            <a:xfrm>
              <a:off x="609844" y="1126813"/>
              <a:ext cx="7924556" cy="2357806"/>
              <a:chOff x="609844" y="1126813"/>
              <a:chExt cx="7924556" cy="2357806"/>
            </a:xfrm>
          </p:grpSpPr>
          <p:cxnSp>
            <p:nvCxnSpPr>
              <p:cNvPr id="174" name="Straight Connector 173"/>
              <p:cNvCxnSpPr/>
              <p:nvPr/>
            </p:nvCxnSpPr>
            <p:spPr>
              <a:xfrm>
                <a:off x="609844" y="1912749"/>
                <a:ext cx="7924556"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609844" y="2305717"/>
                <a:ext cx="7924556"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609844" y="2698685"/>
                <a:ext cx="7924556"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609844" y="3091653"/>
                <a:ext cx="7924556"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609844" y="1126813"/>
                <a:ext cx="7924556"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609844" y="1519781"/>
                <a:ext cx="7924556"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609844" y="3484619"/>
                <a:ext cx="7924556"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grpSp>
      <p:grpSp>
        <p:nvGrpSpPr>
          <p:cNvPr id="194" name="Group 193"/>
          <p:cNvGrpSpPr/>
          <p:nvPr/>
        </p:nvGrpSpPr>
        <p:grpSpPr>
          <a:xfrm>
            <a:off x="1006920" y="4102346"/>
            <a:ext cx="2234760" cy="1215592"/>
            <a:chOff x="882651" y="1644650"/>
            <a:chExt cx="1743075" cy="1938338"/>
          </a:xfrm>
        </p:grpSpPr>
        <p:sp>
          <p:nvSpPr>
            <p:cNvPr id="195" name="Freeform 5"/>
            <p:cNvSpPr>
              <a:spLocks/>
            </p:cNvSpPr>
            <p:nvPr/>
          </p:nvSpPr>
          <p:spPr bwMode="auto">
            <a:xfrm>
              <a:off x="882651" y="1644650"/>
              <a:ext cx="871538" cy="1938338"/>
            </a:xfrm>
            <a:custGeom>
              <a:avLst/>
              <a:gdLst/>
              <a:ahLst/>
              <a:cxnLst>
                <a:cxn ang="0">
                  <a:pos x="642" y="9"/>
                </a:cxn>
                <a:cxn ang="0">
                  <a:pos x="642" y="1427"/>
                </a:cxn>
                <a:cxn ang="0">
                  <a:pos x="0" y="1427"/>
                </a:cxn>
                <a:cxn ang="0">
                  <a:pos x="138" y="1235"/>
                </a:cxn>
                <a:cxn ang="0">
                  <a:pos x="269" y="873"/>
                </a:cxn>
                <a:cxn ang="0">
                  <a:pos x="640" y="9"/>
                </a:cxn>
                <a:cxn ang="0">
                  <a:pos x="642" y="9"/>
                </a:cxn>
              </a:cxnLst>
              <a:rect l="0" t="0" r="r" b="b"/>
              <a:pathLst>
                <a:path w="642" h="1427">
                  <a:moveTo>
                    <a:pt x="642" y="9"/>
                  </a:moveTo>
                  <a:cubicBezTo>
                    <a:pt x="642" y="1427"/>
                    <a:pt x="642" y="1427"/>
                    <a:pt x="642" y="1427"/>
                  </a:cubicBezTo>
                  <a:cubicBezTo>
                    <a:pt x="0" y="1427"/>
                    <a:pt x="0" y="1427"/>
                    <a:pt x="0" y="1427"/>
                  </a:cubicBezTo>
                  <a:cubicBezTo>
                    <a:pt x="53" y="1370"/>
                    <a:pt x="99" y="1306"/>
                    <a:pt x="138" y="1235"/>
                  </a:cubicBezTo>
                  <a:cubicBezTo>
                    <a:pt x="196" y="1130"/>
                    <a:pt x="240" y="1009"/>
                    <a:pt x="269" y="873"/>
                  </a:cubicBezTo>
                  <a:cubicBezTo>
                    <a:pt x="395" y="288"/>
                    <a:pt x="519" y="0"/>
                    <a:pt x="640" y="9"/>
                  </a:cubicBezTo>
                  <a:cubicBezTo>
                    <a:pt x="641" y="9"/>
                    <a:pt x="642" y="9"/>
                    <a:pt x="642" y="9"/>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6" name="Freeform 6"/>
            <p:cNvSpPr>
              <a:spLocks/>
            </p:cNvSpPr>
            <p:nvPr/>
          </p:nvSpPr>
          <p:spPr bwMode="auto">
            <a:xfrm>
              <a:off x="1754188" y="1652588"/>
              <a:ext cx="871538" cy="1930400"/>
            </a:xfrm>
            <a:custGeom>
              <a:avLst/>
              <a:gdLst/>
              <a:ahLst/>
              <a:cxnLst>
                <a:cxn ang="0">
                  <a:pos x="0" y="1422"/>
                </a:cxn>
                <a:cxn ang="0">
                  <a:pos x="0" y="4"/>
                </a:cxn>
                <a:cxn ang="0">
                  <a:pos x="219" y="297"/>
                </a:cxn>
                <a:cxn ang="0">
                  <a:pos x="223" y="309"/>
                </a:cxn>
                <a:cxn ang="0">
                  <a:pos x="374" y="868"/>
                </a:cxn>
                <a:cxn ang="0">
                  <a:pos x="505" y="1230"/>
                </a:cxn>
                <a:cxn ang="0">
                  <a:pos x="642" y="1422"/>
                </a:cxn>
                <a:cxn ang="0">
                  <a:pos x="0" y="1422"/>
                </a:cxn>
              </a:cxnLst>
              <a:rect l="0" t="0" r="r" b="b"/>
              <a:pathLst>
                <a:path w="642" h="1422">
                  <a:moveTo>
                    <a:pt x="0" y="1422"/>
                  </a:moveTo>
                  <a:cubicBezTo>
                    <a:pt x="0" y="4"/>
                    <a:pt x="0" y="4"/>
                    <a:pt x="0" y="4"/>
                  </a:cubicBezTo>
                  <a:cubicBezTo>
                    <a:pt x="73" y="0"/>
                    <a:pt x="146" y="98"/>
                    <a:pt x="219" y="297"/>
                  </a:cubicBezTo>
                  <a:cubicBezTo>
                    <a:pt x="221" y="301"/>
                    <a:pt x="222" y="305"/>
                    <a:pt x="223" y="309"/>
                  </a:cubicBezTo>
                  <a:cubicBezTo>
                    <a:pt x="273" y="448"/>
                    <a:pt x="324" y="635"/>
                    <a:pt x="374" y="868"/>
                  </a:cubicBezTo>
                  <a:cubicBezTo>
                    <a:pt x="403" y="1004"/>
                    <a:pt x="447" y="1125"/>
                    <a:pt x="505" y="1230"/>
                  </a:cubicBezTo>
                  <a:cubicBezTo>
                    <a:pt x="544" y="1301"/>
                    <a:pt x="590" y="1365"/>
                    <a:pt x="642" y="1422"/>
                  </a:cubicBezTo>
                  <a:lnTo>
                    <a:pt x="0" y="1422"/>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97" name="Group 279"/>
          <p:cNvGrpSpPr/>
          <p:nvPr/>
        </p:nvGrpSpPr>
        <p:grpSpPr>
          <a:xfrm>
            <a:off x="1759780" y="3207395"/>
            <a:ext cx="712556" cy="712553"/>
            <a:chOff x="846989" y="1401020"/>
            <a:chExt cx="877416" cy="877416"/>
          </a:xfrm>
          <a:effectLst/>
        </p:grpSpPr>
        <p:sp>
          <p:nvSpPr>
            <p:cNvPr id="198" name="Teardrop 197"/>
            <p:cNvSpPr/>
            <p:nvPr/>
          </p:nvSpPr>
          <p:spPr>
            <a:xfrm rot="8100000">
              <a:off x="846989" y="1401020"/>
              <a:ext cx="877416" cy="877416"/>
            </a:xfrm>
            <a:prstGeom prst="teardrop">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50000"/>
                    <a:lumOff val="50000"/>
                  </a:schemeClr>
                </a:solidFill>
              </a:endParaRPr>
            </a:p>
          </p:txBody>
        </p:sp>
        <p:sp>
          <p:nvSpPr>
            <p:cNvPr id="199" name="Oval 198"/>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50000"/>
                      <a:lumOff val="50000"/>
                    </a:schemeClr>
                  </a:solidFill>
                </a:rPr>
                <a:t>30%</a:t>
              </a:r>
            </a:p>
          </p:txBody>
        </p:sp>
      </p:grpSp>
      <p:sp>
        <p:nvSpPr>
          <p:cNvPr id="200" name="TextBox 199"/>
          <p:cNvSpPr txBox="1"/>
          <p:nvPr/>
        </p:nvSpPr>
        <p:spPr>
          <a:xfrm>
            <a:off x="1362364" y="5424862"/>
            <a:ext cx="1493330" cy="923330"/>
          </a:xfrm>
          <a:prstGeom prst="rect">
            <a:avLst/>
          </a:prstGeom>
          <a:noFill/>
        </p:spPr>
        <p:txBody>
          <a:bodyPr wrap="square" rtlCol="0">
            <a:spAutoFit/>
          </a:bodyPr>
          <a:lstStyle/>
          <a:p>
            <a:pPr algn="ctr"/>
            <a:r>
              <a:rPr lang="en-US" sz="1200" b="1" dirty="0" smtClean="0">
                <a:solidFill>
                  <a:schemeClr val="bg1">
                    <a:lumMod val="65000"/>
                  </a:schemeClr>
                </a:solidFill>
              </a:rPr>
              <a:t>Title Goes here</a:t>
            </a:r>
          </a:p>
          <a:p>
            <a:pPr lvl="0" algn="ctr" defTabSz="914400">
              <a:spcBef>
                <a:spcPct val="20000"/>
              </a:spcBef>
              <a:defRPr/>
            </a:pPr>
            <a:r>
              <a:rPr lang="en-US" sz="1000" dirty="0" smtClean="0">
                <a:solidFill>
                  <a:schemeClr val="tx1">
                    <a:lumMod val="50000"/>
                    <a:lumOff val="50000"/>
                  </a:schemeClr>
                </a:solidFill>
              </a:rPr>
              <a:t>There are many variations of passages but the of majority have</a:t>
            </a:r>
            <a:endParaRPr lang="en-US" sz="1000" dirty="0">
              <a:solidFill>
                <a:schemeClr val="tx1">
                  <a:lumMod val="50000"/>
                  <a:lumOff val="50000"/>
                </a:schemeClr>
              </a:solidFill>
            </a:endParaRPr>
          </a:p>
        </p:txBody>
      </p:sp>
      <p:grpSp>
        <p:nvGrpSpPr>
          <p:cNvPr id="201" name="Group 200"/>
          <p:cNvGrpSpPr/>
          <p:nvPr/>
        </p:nvGrpSpPr>
        <p:grpSpPr>
          <a:xfrm>
            <a:off x="2595600" y="3364548"/>
            <a:ext cx="2234760" cy="1953390"/>
            <a:chOff x="882651" y="1644650"/>
            <a:chExt cx="1743075" cy="1938338"/>
          </a:xfrm>
        </p:grpSpPr>
        <p:sp>
          <p:nvSpPr>
            <p:cNvPr id="202" name="Freeform 5"/>
            <p:cNvSpPr>
              <a:spLocks/>
            </p:cNvSpPr>
            <p:nvPr/>
          </p:nvSpPr>
          <p:spPr bwMode="auto">
            <a:xfrm>
              <a:off x="882651" y="1644650"/>
              <a:ext cx="871538" cy="1938338"/>
            </a:xfrm>
            <a:custGeom>
              <a:avLst/>
              <a:gdLst/>
              <a:ahLst/>
              <a:cxnLst>
                <a:cxn ang="0">
                  <a:pos x="642" y="9"/>
                </a:cxn>
                <a:cxn ang="0">
                  <a:pos x="642" y="1427"/>
                </a:cxn>
                <a:cxn ang="0">
                  <a:pos x="0" y="1427"/>
                </a:cxn>
                <a:cxn ang="0">
                  <a:pos x="138" y="1235"/>
                </a:cxn>
                <a:cxn ang="0">
                  <a:pos x="269" y="873"/>
                </a:cxn>
                <a:cxn ang="0">
                  <a:pos x="640" y="9"/>
                </a:cxn>
                <a:cxn ang="0">
                  <a:pos x="642" y="9"/>
                </a:cxn>
              </a:cxnLst>
              <a:rect l="0" t="0" r="r" b="b"/>
              <a:pathLst>
                <a:path w="642" h="1427">
                  <a:moveTo>
                    <a:pt x="642" y="9"/>
                  </a:moveTo>
                  <a:cubicBezTo>
                    <a:pt x="642" y="1427"/>
                    <a:pt x="642" y="1427"/>
                    <a:pt x="642" y="1427"/>
                  </a:cubicBezTo>
                  <a:cubicBezTo>
                    <a:pt x="0" y="1427"/>
                    <a:pt x="0" y="1427"/>
                    <a:pt x="0" y="1427"/>
                  </a:cubicBezTo>
                  <a:cubicBezTo>
                    <a:pt x="53" y="1370"/>
                    <a:pt x="99" y="1306"/>
                    <a:pt x="138" y="1235"/>
                  </a:cubicBezTo>
                  <a:cubicBezTo>
                    <a:pt x="196" y="1130"/>
                    <a:pt x="240" y="1009"/>
                    <a:pt x="269" y="873"/>
                  </a:cubicBezTo>
                  <a:cubicBezTo>
                    <a:pt x="395" y="288"/>
                    <a:pt x="519" y="0"/>
                    <a:pt x="640" y="9"/>
                  </a:cubicBezTo>
                  <a:cubicBezTo>
                    <a:pt x="641" y="9"/>
                    <a:pt x="642" y="9"/>
                    <a:pt x="642" y="9"/>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3" name="Freeform 6"/>
            <p:cNvSpPr>
              <a:spLocks/>
            </p:cNvSpPr>
            <p:nvPr/>
          </p:nvSpPr>
          <p:spPr bwMode="auto">
            <a:xfrm>
              <a:off x="1754188" y="1652588"/>
              <a:ext cx="871538" cy="1930400"/>
            </a:xfrm>
            <a:custGeom>
              <a:avLst/>
              <a:gdLst/>
              <a:ahLst/>
              <a:cxnLst>
                <a:cxn ang="0">
                  <a:pos x="0" y="1422"/>
                </a:cxn>
                <a:cxn ang="0">
                  <a:pos x="0" y="4"/>
                </a:cxn>
                <a:cxn ang="0">
                  <a:pos x="219" y="297"/>
                </a:cxn>
                <a:cxn ang="0">
                  <a:pos x="223" y="309"/>
                </a:cxn>
                <a:cxn ang="0">
                  <a:pos x="374" y="868"/>
                </a:cxn>
                <a:cxn ang="0">
                  <a:pos x="505" y="1230"/>
                </a:cxn>
                <a:cxn ang="0">
                  <a:pos x="642" y="1422"/>
                </a:cxn>
                <a:cxn ang="0">
                  <a:pos x="0" y="1422"/>
                </a:cxn>
              </a:cxnLst>
              <a:rect l="0" t="0" r="r" b="b"/>
              <a:pathLst>
                <a:path w="642" h="1422">
                  <a:moveTo>
                    <a:pt x="0" y="1422"/>
                  </a:moveTo>
                  <a:cubicBezTo>
                    <a:pt x="0" y="4"/>
                    <a:pt x="0" y="4"/>
                    <a:pt x="0" y="4"/>
                  </a:cubicBezTo>
                  <a:cubicBezTo>
                    <a:pt x="73" y="0"/>
                    <a:pt x="146" y="98"/>
                    <a:pt x="219" y="297"/>
                  </a:cubicBezTo>
                  <a:cubicBezTo>
                    <a:pt x="221" y="301"/>
                    <a:pt x="222" y="305"/>
                    <a:pt x="223" y="309"/>
                  </a:cubicBezTo>
                  <a:cubicBezTo>
                    <a:pt x="273" y="448"/>
                    <a:pt x="324" y="635"/>
                    <a:pt x="374" y="868"/>
                  </a:cubicBezTo>
                  <a:cubicBezTo>
                    <a:pt x="403" y="1004"/>
                    <a:pt x="447" y="1125"/>
                    <a:pt x="505" y="1230"/>
                  </a:cubicBezTo>
                  <a:cubicBezTo>
                    <a:pt x="544" y="1301"/>
                    <a:pt x="590" y="1365"/>
                    <a:pt x="642" y="1422"/>
                  </a:cubicBezTo>
                  <a:lnTo>
                    <a:pt x="0" y="1422"/>
                  </a:lnTo>
                  <a:close/>
                </a:path>
              </a:pathLst>
            </a:custGeom>
            <a:solidFill>
              <a:schemeClr val="accent2">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04" name="Group 279"/>
          <p:cNvGrpSpPr/>
          <p:nvPr/>
        </p:nvGrpSpPr>
        <p:grpSpPr>
          <a:xfrm>
            <a:off x="3350663" y="2524801"/>
            <a:ext cx="712556" cy="712553"/>
            <a:chOff x="846989" y="1401020"/>
            <a:chExt cx="877416" cy="877416"/>
          </a:xfrm>
          <a:effectLst/>
        </p:grpSpPr>
        <p:sp>
          <p:nvSpPr>
            <p:cNvPr id="205" name="Teardrop 204"/>
            <p:cNvSpPr/>
            <p:nvPr/>
          </p:nvSpPr>
          <p:spPr>
            <a:xfrm rot="8100000">
              <a:off x="846989" y="1401020"/>
              <a:ext cx="877416" cy="877416"/>
            </a:xfrm>
            <a:prstGeom prst="teardrop">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50000"/>
                    <a:lumOff val="50000"/>
                  </a:schemeClr>
                </a:solidFill>
              </a:endParaRPr>
            </a:p>
          </p:txBody>
        </p:sp>
        <p:sp>
          <p:nvSpPr>
            <p:cNvPr id="206" name="Oval 205"/>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50000"/>
                      <a:lumOff val="50000"/>
                    </a:schemeClr>
                  </a:solidFill>
                </a:rPr>
                <a:t>50%</a:t>
              </a:r>
            </a:p>
          </p:txBody>
        </p:sp>
      </p:grpSp>
      <p:sp>
        <p:nvSpPr>
          <p:cNvPr id="207" name="TextBox 206"/>
          <p:cNvSpPr txBox="1"/>
          <p:nvPr/>
        </p:nvSpPr>
        <p:spPr>
          <a:xfrm>
            <a:off x="2823835" y="5424862"/>
            <a:ext cx="1593669" cy="923330"/>
          </a:xfrm>
          <a:prstGeom prst="rect">
            <a:avLst/>
          </a:prstGeom>
          <a:noFill/>
        </p:spPr>
        <p:txBody>
          <a:bodyPr wrap="square" rtlCol="0">
            <a:spAutoFit/>
          </a:bodyPr>
          <a:lstStyle/>
          <a:p>
            <a:pPr algn="ctr"/>
            <a:r>
              <a:rPr lang="en-US" sz="1200" b="1" dirty="0" smtClean="0">
                <a:solidFill>
                  <a:schemeClr val="bg1">
                    <a:lumMod val="65000"/>
                  </a:schemeClr>
                </a:solidFill>
              </a:rPr>
              <a:t>Title Goes here</a:t>
            </a:r>
          </a:p>
          <a:p>
            <a:pPr lvl="0" algn="ctr" defTabSz="914400">
              <a:spcBef>
                <a:spcPct val="20000"/>
              </a:spcBef>
              <a:defRPr/>
            </a:pPr>
            <a:r>
              <a:rPr lang="en-US" sz="1000" dirty="0" smtClean="0">
                <a:solidFill>
                  <a:schemeClr val="tx1">
                    <a:lumMod val="50000"/>
                    <a:lumOff val="50000"/>
                  </a:schemeClr>
                </a:solidFill>
              </a:rPr>
              <a:t>There are many variations of passages but the of majority have</a:t>
            </a:r>
            <a:endParaRPr lang="en-US" sz="1000" dirty="0">
              <a:solidFill>
                <a:schemeClr val="tx1">
                  <a:lumMod val="50000"/>
                  <a:lumOff val="50000"/>
                </a:schemeClr>
              </a:solidFill>
            </a:endParaRPr>
          </a:p>
        </p:txBody>
      </p:sp>
      <p:grpSp>
        <p:nvGrpSpPr>
          <p:cNvPr id="208" name="Group 207"/>
          <p:cNvGrpSpPr/>
          <p:nvPr/>
        </p:nvGrpSpPr>
        <p:grpSpPr>
          <a:xfrm>
            <a:off x="4184281" y="3079673"/>
            <a:ext cx="2234760" cy="2238265"/>
            <a:chOff x="882651" y="1644650"/>
            <a:chExt cx="1743075" cy="1938338"/>
          </a:xfrm>
        </p:grpSpPr>
        <p:sp>
          <p:nvSpPr>
            <p:cNvPr id="209" name="Freeform 5"/>
            <p:cNvSpPr>
              <a:spLocks/>
            </p:cNvSpPr>
            <p:nvPr/>
          </p:nvSpPr>
          <p:spPr bwMode="auto">
            <a:xfrm>
              <a:off x="882651" y="1644650"/>
              <a:ext cx="871538" cy="1938338"/>
            </a:xfrm>
            <a:custGeom>
              <a:avLst/>
              <a:gdLst/>
              <a:ahLst/>
              <a:cxnLst>
                <a:cxn ang="0">
                  <a:pos x="642" y="9"/>
                </a:cxn>
                <a:cxn ang="0">
                  <a:pos x="642" y="1427"/>
                </a:cxn>
                <a:cxn ang="0">
                  <a:pos x="0" y="1427"/>
                </a:cxn>
                <a:cxn ang="0">
                  <a:pos x="138" y="1235"/>
                </a:cxn>
                <a:cxn ang="0">
                  <a:pos x="269" y="873"/>
                </a:cxn>
                <a:cxn ang="0">
                  <a:pos x="640" y="9"/>
                </a:cxn>
                <a:cxn ang="0">
                  <a:pos x="642" y="9"/>
                </a:cxn>
              </a:cxnLst>
              <a:rect l="0" t="0" r="r" b="b"/>
              <a:pathLst>
                <a:path w="642" h="1427">
                  <a:moveTo>
                    <a:pt x="642" y="9"/>
                  </a:moveTo>
                  <a:cubicBezTo>
                    <a:pt x="642" y="1427"/>
                    <a:pt x="642" y="1427"/>
                    <a:pt x="642" y="1427"/>
                  </a:cubicBezTo>
                  <a:cubicBezTo>
                    <a:pt x="0" y="1427"/>
                    <a:pt x="0" y="1427"/>
                    <a:pt x="0" y="1427"/>
                  </a:cubicBezTo>
                  <a:cubicBezTo>
                    <a:pt x="53" y="1370"/>
                    <a:pt x="99" y="1306"/>
                    <a:pt x="138" y="1235"/>
                  </a:cubicBezTo>
                  <a:cubicBezTo>
                    <a:pt x="196" y="1130"/>
                    <a:pt x="240" y="1009"/>
                    <a:pt x="269" y="873"/>
                  </a:cubicBezTo>
                  <a:cubicBezTo>
                    <a:pt x="395" y="288"/>
                    <a:pt x="519" y="0"/>
                    <a:pt x="640" y="9"/>
                  </a:cubicBezTo>
                  <a:cubicBezTo>
                    <a:pt x="641" y="9"/>
                    <a:pt x="642" y="9"/>
                    <a:pt x="642" y="9"/>
                  </a:cubicBez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6"/>
            <p:cNvSpPr>
              <a:spLocks/>
            </p:cNvSpPr>
            <p:nvPr/>
          </p:nvSpPr>
          <p:spPr bwMode="auto">
            <a:xfrm>
              <a:off x="1754188" y="1652588"/>
              <a:ext cx="871538" cy="1930400"/>
            </a:xfrm>
            <a:custGeom>
              <a:avLst/>
              <a:gdLst/>
              <a:ahLst/>
              <a:cxnLst>
                <a:cxn ang="0">
                  <a:pos x="0" y="1422"/>
                </a:cxn>
                <a:cxn ang="0">
                  <a:pos x="0" y="4"/>
                </a:cxn>
                <a:cxn ang="0">
                  <a:pos x="219" y="297"/>
                </a:cxn>
                <a:cxn ang="0">
                  <a:pos x="223" y="309"/>
                </a:cxn>
                <a:cxn ang="0">
                  <a:pos x="374" y="868"/>
                </a:cxn>
                <a:cxn ang="0">
                  <a:pos x="505" y="1230"/>
                </a:cxn>
                <a:cxn ang="0">
                  <a:pos x="642" y="1422"/>
                </a:cxn>
                <a:cxn ang="0">
                  <a:pos x="0" y="1422"/>
                </a:cxn>
              </a:cxnLst>
              <a:rect l="0" t="0" r="r" b="b"/>
              <a:pathLst>
                <a:path w="642" h="1422">
                  <a:moveTo>
                    <a:pt x="0" y="1422"/>
                  </a:moveTo>
                  <a:cubicBezTo>
                    <a:pt x="0" y="4"/>
                    <a:pt x="0" y="4"/>
                    <a:pt x="0" y="4"/>
                  </a:cubicBezTo>
                  <a:cubicBezTo>
                    <a:pt x="73" y="0"/>
                    <a:pt x="146" y="98"/>
                    <a:pt x="219" y="297"/>
                  </a:cubicBezTo>
                  <a:cubicBezTo>
                    <a:pt x="221" y="301"/>
                    <a:pt x="222" y="305"/>
                    <a:pt x="223" y="309"/>
                  </a:cubicBezTo>
                  <a:cubicBezTo>
                    <a:pt x="273" y="448"/>
                    <a:pt x="324" y="635"/>
                    <a:pt x="374" y="868"/>
                  </a:cubicBezTo>
                  <a:cubicBezTo>
                    <a:pt x="403" y="1004"/>
                    <a:pt x="447" y="1125"/>
                    <a:pt x="505" y="1230"/>
                  </a:cubicBezTo>
                  <a:cubicBezTo>
                    <a:pt x="544" y="1301"/>
                    <a:pt x="590" y="1365"/>
                    <a:pt x="642" y="1422"/>
                  </a:cubicBezTo>
                  <a:lnTo>
                    <a:pt x="0" y="1422"/>
                  </a:lnTo>
                  <a:close/>
                </a:path>
              </a:pathLst>
            </a:custGeom>
            <a:solidFill>
              <a:schemeClr val="accent3">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11" name="Group 279"/>
          <p:cNvGrpSpPr/>
          <p:nvPr/>
        </p:nvGrpSpPr>
        <p:grpSpPr>
          <a:xfrm>
            <a:off x="4941546" y="2200527"/>
            <a:ext cx="712556" cy="712553"/>
            <a:chOff x="846989" y="1401020"/>
            <a:chExt cx="877416" cy="877416"/>
          </a:xfrm>
          <a:effectLst/>
        </p:grpSpPr>
        <p:sp>
          <p:nvSpPr>
            <p:cNvPr id="212" name="Teardrop 211"/>
            <p:cNvSpPr/>
            <p:nvPr/>
          </p:nvSpPr>
          <p:spPr>
            <a:xfrm rot="8100000">
              <a:off x="846989" y="1401020"/>
              <a:ext cx="877416" cy="877416"/>
            </a:xfrm>
            <a:prstGeom prst="teardrop">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50000"/>
                    <a:lumOff val="50000"/>
                  </a:schemeClr>
                </a:solidFill>
              </a:endParaRPr>
            </a:p>
          </p:txBody>
        </p:sp>
        <p:sp>
          <p:nvSpPr>
            <p:cNvPr id="213" name="Oval 212"/>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50000"/>
                      <a:lumOff val="50000"/>
                    </a:schemeClr>
                  </a:solidFill>
                </a:rPr>
                <a:t>60%</a:t>
              </a:r>
            </a:p>
          </p:txBody>
        </p:sp>
      </p:grpSp>
      <p:sp>
        <p:nvSpPr>
          <p:cNvPr id="214" name="TextBox 213"/>
          <p:cNvSpPr txBox="1"/>
          <p:nvPr/>
        </p:nvSpPr>
        <p:spPr>
          <a:xfrm>
            <a:off x="4385646" y="5424862"/>
            <a:ext cx="1701656" cy="923330"/>
          </a:xfrm>
          <a:prstGeom prst="rect">
            <a:avLst/>
          </a:prstGeom>
          <a:noFill/>
        </p:spPr>
        <p:txBody>
          <a:bodyPr wrap="square" rtlCol="0">
            <a:spAutoFit/>
          </a:bodyPr>
          <a:lstStyle/>
          <a:p>
            <a:pPr algn="ctr"/>
            <a:r>
              <a:rPr lang="en-US" sz="1200" b="1" dirty="0" smtClean="0">
                <a:solidFill>
                  <a:schemeClr val="accent3"/>
                </a:solidFill>
              </a:rPr>
              <a:t>Title Goes here</a:t>
            </a:r>
          </a:p>
          <a:p>
            <a:pPr lvl="0" algn="ctr" defTabSz="914400">
              <a:spcBef>
                <a:spcPct val="20000"/>
              </a:spcBef>
              <a:defRPr/>
            </a:pPr>
            <a:r>
              <a:rPr lang="en-US" sz="1000" dirty="0" smtClean="0">
                <a:solidFill>
                  <a:schemeClr val="tx1">
                    <a:lumMod val="50000"/>
                    <a:lumOff val="50000"/>
                  </a:schemeClr>
                </a:solidFill>
              </a:rPr>
              <a:t>There are many variations of passages but the of majority have suffered</a:t>
            </a:r>
            <a:endParaRPr lang="en-US" sz="1000" dirty="0">
              <a:solidFill>
                <a:schemeClr val="tx1">
                  <a:lumMod val="50000"/>
                  <a:lumOff val="50000"/>
                </a:schemeClr>
              </a:solidFill>
            </a:endParaRPr>
          </a:p>
        </p:txBody>
      </p:sp>
      <p:grpSp>
        <p:nvGrpSpPr>
          <p:cNvPr id="215" name="Group 214"/>
          <p:cNvGrpSpPr/>
          <p:nvPr/>
        </p:nvGrpSpPr>
        <p:grpSpPr>
          <a:xfrm>
            <a:off x="5772961" y="2830242"/>
            <a:ext cx="2234760" cy="2487697"/>
            <a:chOff x="882651" y="1644650"/>
            <a:chExt cx="1743075" cy="1938338"/>
          </a:xfrm>
        </p:grpSpPr>
        <p:sp>
          <p:nvSpPr>
            <p:cNvPr id="216" name="Freeform 5"/>
            <p:cNvSpPr>
              <a:spLocks/>
            </p:cNvSpPr>
            <p:nvPr/>
          </p:nvSpPr>
          <p:spPr bwMode="auto">
            <a:xfrm>
              <a:off x="882651" y="1644650"/>
              <a:ext cx="871538" cy="1938338"/>
            </a:xfrm>
            <a:custGeom>
              <a:avLst/>
              <a:gdLst/>
              <a:ahLst/>
              <a:cxnLst>
                <a:cxn ang="0">
                  <a:pos x="642" y="9"/>
                </a:cxn>
                <a:cxn ang="0">
                  <a:pos x="642" y="1427"/>
                </a:cxn>
                <a:cxn ang="0">
                  <a:pos x="0" y="1427"/>
                </a:cxn>
                <a:cxn ang="0">
                  <a:pos x="138" y="1235"/>
                </a:cxn>
                <a:cxn ang="0">
                  <a:pos x="269" y="873"/>
                </a:cxn>
                <a:cxn ang="0">
                  <a:pos x="640" y="9"/>
                </a:cxn>
                <a:cxn ang="0">
                  <a:pos x="642" y="9"/>
                </a:cxn>
              </a:cxnLst>
              <a:rect l="0" t="0" r="r" b="b"/>
              <a:pathLst>
                <a:path w="642" h="1427">
                  <a:moveTo>
                    <a:pt x="642" y="9"/>
                  </a:moveTo>
                  <a:cubicBezTo>
                    <a:pt x="642" y="1427"/>
                    <a:pt x="642" y="1427"/>
                    <a:pt x="642" y="1427"/>
                  </a:cubicBezTo>
                  <a:cubicBezTo>
                    <a:pt x="0" y="1427"/>
                    <a:pt x="0" y="1427"/>
                    <a:pt x="0" y="1427"/>
                  </a:cubicBezTo>
                  <a:cubicBezTo>
                    <a:pt x="53" y="1370"/>
                    <a:pt x="99" y="1306"/>
                    <a:pt x="138" y="1235"/>
                  </a:cubicBezTo>
                  <a:cubicBezTo>
                    <a:pt x="196" y="1130"/>
                    <a:pt x="240" y="1009"/>
                    <a:pt x="269" y="873"/>
                  </a:cubicBezTo>
                  <a:cubicBezTo>
                    <a:pt x="395" y="288"/>
                    <a:pt x="519" y="0"/>
                    <a:pt x="640" y="9"/>
                  </a:cubicBezTo>
                  <a:cubicBezTo>
                    <a:pt x="641" y="9"/>
                    <a:pt x="642" y="9"/>
                    <a:pt x="642" y="9"/>
                  </a:cubicBez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7" name="Freeform 6"/>
            <p:cNvSpPr>
              <a:spLocks/>
            </p:cNvSpPr>
            <p:nvPr/>
          </p:nvSpPr>
          <p:spPr bwMode="auto">
            <a:xfrm>
              <a:off x="1754188" y="1652588"/>
              <a:ext cx="871538" cy="1930400"/>
            </a:xfrm>
            <a:custGeom>
              <a:avLst/>
              <a:gdLst/>
              <a:ahLst/>
              <a:cxnLst>
                <a:cxn ang="0">
                  <a:pos x="0" y="1422"/>
                </a:cxn>
                <a:cxn ang="0">
                  <a:pos x="0" y="4"/>
                </a:cxn>
                <a:cxn ang="0">
                  <a:pos x="219" y="297"/>
                </a:cxn>
                <a:cxn ang="0">
                  <a:pos x="223" y="309"/>
                </a:cxn>
                <a:cxn ang="0">
                  <a:pos x="374" y="868"/>
                </a:cxn>
                <a:cxn ang="0">
                  <a:pos x="505" y="1230"/>
                </a:cxn>
                <a:cxn ang="0">
                  <a:pos x="642" y="1422"/>
                </a:cxn>
                <a:cxn ang="0">
                  <a:pos x="0" y="1422"/>
                </a:cxn>
              </a:cxnLst>
              <a:rect l="0" t="0" r="r" b="b"/>
              <a:pathLst>
                <a:path w="642" h="1422">
                  <a:moveTo>
                    <a:pt x="0" y="1422"/>
                  </a:moveTo>
                  <a:cubicBezTo>
                    <a:pt x="0" y="4"/>
                    <a:pt x="0" y="4"/>
                    <a:pt x="0" y="4"/>
                  </a:cubicBezTo>
                  <a:cubicBezTo>
                    <a:pt x="73" y="0"/>
                    <a:pt x="146" y="98"/>
                    <a:pt x="219" y="297"/>
                  </a:cubicBezTo>
                  <a:cubicBezTo>
                    <a:pt x="221" y="301"/>
                    <a:pt x="222" y="305"/>
                    <a:pt x="223" y="309"/>
                  </a:cubicBezTo>
                  <a:cubicBezTo>
                    <a:pt x="273" y="448"/>
                    <a:pt x="324" y="635"/>
                    <a:pt x="374" y="868"/>
                  </a:cubicBezTo>
                  <a:cubicBezTo>
                    <a:pt x="403" y="1004"/>
                    <a:pt x="447" y="1125"/>
                    <a:pt x="505" y="1230"/>
                  </a:cubicBezTo>
                  <a:cubicBezTo>
                    <a:pt x="544" y="1301"/>
                    <a:pt x="590" y="1365"/>
                    <a:pt x="642" y="1422"/>
                  </a:cubicBezTo>
                  <a:lnTo>
                    <a:pt x="0" y="1422"/>
                  </a:lnTo>
                  <a:close/>
                </a:path>
              </a:pathLst>
            </a:custGeom>
            <a:solidFill>
              <a:schemeClr val="accent4">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18" name="Group 279"/>
          <p:cNvGrpSpPr/>
          <p:nvPr/>
        </p:nvGrpSpPr>
        <p:grpSpPr>
          <a:xfrm>
            <a:off x="6532429" y="1976030"/>
            <a:ext cx="712556" cy="712553"/>
            <a:chOff x="846989" y="1401020"/>
            <a:chExt cx="877416" cy="877416"/>
          </a:xfrm>
          <a:effectLst/>
        </p:grpSpPr>
        <p:sp>
          <p:nvSpPr>
            <p:cNvPr id="219" name="Teardrop 218"/>
            <p:cNvSpPr/>
            <p:nvPr/>
          </p:nvSpPr>
          <p:spPr>
            <a:xfrm rot="8100000">
              <a:off x="846989" y="1401020"/>
              <a:ext cx="877416" cy="877416"/>
            </a:xfrm>
            <a:prstGeom prst="teardrop">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50000"/>
                    <a:lumOff val="50000"/>
                  </a:schemeClr>
                </a:solidFill>
              </a:endParaRPr>
            </a:p>
          </p:txBody>
        </p:sp>
        <p:sp>
          <p:nvSpPr>
            <p:cNvPr id="220" name="Oval 219"/>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50000"/>
                      <a:lumOff val="50000"/>
                    </a:schemeClr>
                  </a:solidFill>
                </a:rPr>
                <a:t>90%</a:t>
              </a:r>
            </a:p>
          </p:txBody>
        </p:sp>
      </p:grpSp>
      <p:sp>
        <p:nvSpPr>
          <p:cNvPr id="221" name="TextBox 220"/>
          <p:cNvSpPr txBox="1"/>
          <p:nvPr/>
        </p:nvSpPr>
        <p:spPr>
          <a:xfrm>
            <a:off x="6055443" y="5424862"/>
            <a:ext cx="1644798" cy="769441"/>
          </a:xfrm>
          <a:prstGeom prst="rect">
            <a:avLst/>
          </a:prstGeom>
          <a:noFill/>
        </p:spPr>
        <p:txBody>
          <a:bodyPr wrap="square" rtlCol="0">
            <a:spAutoFit/>
          </a:bodyPr>
          <a:lstStyle/>
          <a:p>
            <a:pPr algn="ctr"/>
            <a:r>
              <a:rPr lang="en-US" sz="1200" b="1" dirty="0" smtClean="0">
                <a:solidFill>
                  <a:schemeClr val="accent4"/>
                </a:solidFill>
              </a:rPr>
              <a:t>Title Goes here</a:t>
            </a:r>
          </a:p>
          <a:p>
            <a:pPr lvl="0" algn="ctr" defTabSz="914400">
              <a:spcBef>
                <a:spcPct val="20000"/>
              </a:spcBef>
              <a:defRPr/>
            </a:pPr>
            <a:r>
              <a:rPr lang="en-US" sz="1000" dirty="0" smtClean="0">
                <a:solidFill>
                  <a:schemeClr val="tx1">
                    <a:lumMod val="50000"/>
                    <a:lumOff val="50000"/>
                  </a:schemeClr>
                </a:solidFill>
              </a:rPr>
              <a:t>There are many variations of passages but the of majority have</a:t>
            </a:r>
            <a:endParaRPr lang="en-US" sz="1000" dirty="0">
              <a:solidFill>
                <a:schemeClr val="tx1">
                  <a:lumMod val="50000"/>
                  <a:lumOff val="50000"/>
                </a:schemeClr>
              </a:solidFill>
            </a:endParaRPr>
          </a:p>
        </p:txBody>
      </p:sp>
      <p:grpSp>
        <p:nvGrpSpPr>
          <p:cNvPr id="222" name="Group 221"/>
          <p:cNvGrpSpPr/>
          <p:nvPr/>
        </p:nvGrpSpPr>
        <p:grpSpPr>
          <a:xfrm>
            <a:off x="7361642" y="3665840"/>
            <a:ext cx="2234760" cy="1652098"/>
            <a:chOff x="882651" y="1644650"/>
            <a:chExt cx="1743075" cy="1938338"/>
          </a:xfrm>
        </p:grpSpPr>
        <p:sp>
          <p:nvSpPr>
            <p:cNvPr id="223" name="Freeform 5"/>
            <p:cNvSpPr>
              <a:spLocks/>
            </p:cNvSpPr>
            <p:nvPr/>
          </p:nvSpPr>
          <p:spPr bwMode="auto">
            <a:xfrm>
              <a:off x="882651" y="1644650"/>
              <a:ext cx="871538" cy="1938338"/>
            </a:xfrm>
            <a:custGeom>
              <a:avLst/>
              <a:gdLst/>
              <a:ahLst/>
              <a:cxnLst>
                <a:cxn ang="0">
                  <a:pos x="642" y="9"/>
                </a:cxn>
                <a:cxn ang="0">
                  <a:pos x="642" y="1427"/>
                </a:cxn>
                <a:cxn ang="0">
                  <a:pos x="0" y="1427"/>
                </a:cxn>
                <a:cxn ang="0">
                  <a:pos x="138" y="1235"/>
                </a:cxn>
                <a:cxn ang="0">
                  <a:pos x="269" y="873"/>
                </a:cxn>
                <a:cxn ang="0">
                  <a:pos x="640" y="9"/>
                </a:cxn>
                <a:cxn ang="0">
                  <a:pos x="642" y="9"/>
                </a:cxn>
              </a:cxnLst>
              <a:rect l="0" t="0" r="r" b="b"/>
              <a:pathLst>
                <a:path w="642" h="1427">
                  <a:moveTo>
                    <a:pt x="642" y="9"/>
                  </a:moveTo>
                  <a:cubicBezTo>
                    <a:pt x="642" y="1427"/>
                    <a:pt x="642" y="1427"/>
                    <a:pt x="642" y="1427"/>
                  </a:cubicBezTo>
                  <a:cubicBezTo>
                    <a:pt x="0" y="1427"/>
                    <a:pt x="0" y="1427"/>
                    <a:pt x="0" y="1427"/>
                  </a:cubicBezTo>
                  <a:cubicBezTo>
                    <a:pt x="53" y="1370"/>
                    <a:pt x="99" y="1306"/>
                    <a:pt x="138" y="1235"/>
                  </a:cubicBezTo>
                  <a:cubicBezTo>
                    <a:pt x="196" y="1130"/>
                    <a:pt x="240" y="1009"/>
                    <a:pt x="269" y="873"/>
                  </a:cubicBezTo>
                  <a:cubicBezTo>
                    <a:pt x="395" y="288"/>
                    <a:pt x="519" y="0"/>
                    <a:pt x="640" y="9"/>
                  </a:cubicBezTo>
                  <a:cubicBezTo>
                    <a:pt x="641" y="9"/>
                    <a:pt x="642" y="9"/>
                    <a:pt x="642" y="9"/>
                  </a:cubicBez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4" name="Freeform 6"/>
            <p:cNvSpPr>
              <a:spLocks/>
            </p:cNvSpPr>
            <p:nvPr/>
          </p:nvSpPr>
          <p:spPr bwMode="auto">
            <a:xfrm>
              <a:off x="1754188" y="1652588"/>
              <a:ext cx="871538" cy="1930400"/>
            </a:xfrm>
            <a:custGeom>
              <a:avLst/>
              <a:gdLst/>
              <a:ahLst/>
              <a:cxnLst>
                <a:cxn ang="0">
                  <a:pos x="0" y="1422"/>
                </a:cxn>
                <a:cxn ang="0">
                  <a:pos x="0" y="4"/>
                </a:cxn>
                <a:cxn ang="0">
                  <a:pos x="219" y="297"/>
                </a:cxn>
                <a:cxn ang="0">
                  <a:pos x="223" y="309"/>
                </a:cxn>
                <a:cxn ang="0">
                  <a:pos x="374" y="868"/>
                </a:cxn>
                <a:cxn ang="0">
                  <a:pos x="505" y="1230"/>
                </a:cxn>
                <a:cxn ang="0">
                  <a:pos x="642" y="1422"/>
                </a:cxn>
                <a:cxn ang="0">
                  <a:pos x="0" y="1422"/>
                </a:cxn>
              </a:cxnLst>
              <a:rect l="0" t="0" r="r" b="b"/>
              <a:pathLst>
                <a:path w="642" h="1422">
                  <a:moveTo>
                    <a:pt x="0" y="1422"/>
                  </a:moveTo>
                  <a:cubicBezTo>
                    <a:pt x="0" y="4"/>
                    <a:pt x="0" y="4"/>
                    <a:pt x="0" y="4"/>
                  </a:cubicBezTo>
                  <a:cubicBezTo>
                    <a:pt x="73" y="0"/>
                    <a:pt x="146" y="98"/>
                    <a:pt x="219" y="297"/>
                  </a:cubicBezTo>
                  <a:cubicBezTo>
                    <a:pt x="221" y="301"/>
                    <a:pt x="222" y="305"/>
                    <a:pt x="223" y="309"/>
                  </a:cubicBezTo>
                  <a:cubicBezTo>
                    <a:pt x="273" y="448"/>
                    <a:pt x="324" y="635"/>
                    <a:pt x="374" y="868"/>
                  </a:cubicBezTo>
                  <a:cubicBezTo>
                    <a:pt x="403" y="1004"/>
                    <a:pt x="447" y="1125"/>
                    <a:pt x="505" y="1230"/>
                  </a:cubicBezTo>
                  <a:cubicBezTo>
                    <a:pt x="544" y="1301"/>
                    <a:pt x="590" y="1365"/>
                    <a:pt x="642" y="1422"/>
                  </a:cubicBezTo>
                  <a:lnTo>
                    <a:pt x="0" y="1422"/>
                  </a:lnTo>
                  <a:close/>
                </a:path>
              </a:pathLst>
            </a:custGeom>
            <a:solidFill>
              <a:schemeClr val="accent5">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25" name="Group 279"/>
          <p:cNvGrpSpPr/>
          <p:nvPr/>
        </p:nvGrpSpPr>
        <p:grpSpPr>
          <a:xfrm>
            <a:off x="8123312" y="2791673"/>
            <a:ext cx="712556" cy="712553"/>
            <a:chOff x="846989" y="1401020"/>
            <a:chExt cx="877416" cy="877416"/>
          </a:xfrm>
          <a:effectLst/>
        </p:grpSpPr>
        <p:sp>
          <p:nvSpPr>
            <p:cNvPr id="226" name="Teardrop 225"/>
            <p:cNvSpPr/>
            <p:nvPr/>
          </p:nvSpPr>
          <p:spPr>
            <a:xfrm rot="8100000">
              <a:off x="846989" y="1401020"/>
              <a:ext cx="877416" cy="877416"/>
            </a:xfrm>
            <a:prstGeom prst="teardrop">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50000"/>
                    <a:lumOff val="50000"/>
                  </a:schemeClr>
                </a:solidFill>
              </a:endParaRPr>
            </a:p>
          </p:txBody>
        </p:sp>
        <p:sp>
          <p:nvSpPr>
            <p:cNvPr id="227" name="Oval 226"/>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50000"/>
                      <a:lumOff val="50000"/>
                    </a:schemeClr>
                  </a:solidFill>
                </a:rPr>
                <a:t>40%</a:t>
              </a:r>
            </a:p>
          </p:txBody>
        </p:sp>
      </p:grpSp>
      <p:sp>
        <p:nvSpPr>
          <p:cNvPr id="228" name="TextBox 227"/>
          <p:cNvSpPr txBox="1"/>
          <p:nvPr/>
        </p:nvSpPr>
        <p:spPr>
          <a:xfrm>
            <a:off x="7668383" y="5424862"/>
            <a:ext cx="1630567" cy="769441"/>
          </a:xfrm>
          <a:prstGeom prst="rect">
            <a:avLst/>
          </a:prstGeom>
          <a:noFill/>
        </p:spPr>
        <p:txBody>
          <a:bodyPr wrap="square" rtlCol="0">
            <a:spAutoFit/>
          </a:bodyPr>
          <a:lstStyle/>
          <a:p>
            <a:pPr algn="ctr"/>
            <a:r>
              <a:rPr lang="en-US" sz="1200" b="1" dirty="0" smtClean="0">
                <a:solidFill>
                  <a:schemeClr val="accent5"/>
                </a:solidFill>
              </a:rPr>
              <a:t>Title Goes here</a:t>
            </a:r>
          </a:p>
          <a:p>
            <a:pPr lvl="0" algn="ctr" defTabSz="914400">
              <a:spcBef>
                <a:spcPct val="20000"/>
              </a:spcBef>
              <a:defRPr/>
            </a:pPr>
            <a:r>
              <a:rPr lang="en-US" sz="1000" dirty="0" smtClean="0">
                <a:solidFill>
                  <a:schemeClr val="tx1">
                    <a:lumMod val="50000"/>
                    <a:lumOff val="50000"/>
                  </a:schemeClr>
                </a:solidFill>
              </a:rPr>
              <a:t>There are many variations of passages but the of majority have</a:t>
            </a:r>
            <a:endParaRPr lang="en-US" sz="1000" dirty="0">
              <a:solidFill>
                <a:schemeClr val="tx1">
                  <a:lumMod val="50000"/>
                  <a:lumOff val="50000"/>
                </a:schemeClr>
              </a:solidFill>
            </a:endParaRPr>
          </a:p>
        </p:txBody>
      </p:sp>
      <p:grpSp>
        <p:nvGrpSpPr>
          <p:cNvPr id="229" name="Group 228"/>
          <p:cNvGrpSpPr/>
          <p:nvPr/>
        </p:nvGrpSpPr>
        <p:grpSpPr>
          <a:xfrm>
            <a:off x="8950321" y="3216863"/>
            <a:ext cx="2234760" cy="2101076"/>
            <a:chOff x="882651" y="1644650"/>
            <a:chExt cx="1743075" cy="1938338"/>
          </a:xfrm>
        </p:grpSpPr>
        <p:sp>
          <p:nvSpPr>
            <p:cNvPr id="230" name="Freeform 5"/>
            <p:cNvSpPr>
              <a:spLocks/>
            </p:cNvSpPr>
            <p:nvPr/>
          </p:nvSpPr>
          <p:spPr bwMode="auto">
            <a:xfrm>
              <a:off x="882651" y="1644650"/>
              <a:ext cx="871538" cy="1938338"/>
            </a:xfrm>
            <a:custGeom>
              <a:avLst/>
              <a:gdLst/>
              <a:ahLst/>
              <a:cxnLst>
                <a:cxn ang="0">
                  <a:pos x="642" y="9"/>
                </a:cxn>
                <a:cxn ang="0">
                  <a:pos x="642" y="1427"/>
                </a:cxn>
                <a:cxn ang="0">
                  <a:pos x="0" y="1427"/>
                </a:cxn>
                <a:cxn ang="0">
                  <a:pos x="138" y="1235"/>
                </a:cxn>
                <a:cxn ang="0">
                  <a:pos x="269" y="873"/>
                </a:cxn>
                <a:cxn ang="0">
                  <a:pos x="640" y="9"/>
                </a:cxn>
                <a:cxn ang="0">
                  <a:pos x="642" y="9"/>
                </a:cxn>
              </a:cxnLst>
              <a:rect l="0" t="0" r="r" b="b"/>
              <a:pathLst>
                <a:path w="642" h="1427">
                  <a:moveTo>
                    <a:pt x="642" y="9"/>
                  </a:moveTo>
                  <a:cubicBezTo>
                    <a:pt x="642" y="1427"/>
                    <a:pt x="642" y="1427"/>
                    <a:pt x="642" y="1427"/>
                  </a:cubicBezTo>
                  <a:cubicBezTo>
                    <a:pt x="0" y="1427"/>
                    <a:pt x="0" y="1427"/>
                    <a:pt x="0" y="1427"/>
                  </a:cubicBezTo>
                  <a:cubicBezTo>
                    <a:pt x="53" y="1370"/>
                    <a:pt x="99" y="1306"/>
                    <a:pt x="138" y="1235"/>
                  </a:cubicBezTo>
                  <a:cubicBezTo>
                    <a:pt x="196" y="1130"/>
                    <a:pt x="240" y="1009"/>
                    <a:pt x="269" y="873"/>
                  </a:cubicBezTo>
                  <a:cubicBezTo>
                    <a:pt x="395" y="288"/>
                    <a:pt x="519" y="0"/>
                    <a:pt x="640" y="9"/>
                  </a:cubicBezTo>
                  <a:cubicBezTo>
                    <a:pt x="641" y="9"/>
                    <a:pt x="642" y="9"/>
                    <a:pt x="642" y="9"/>
                  </a:cubicBezTo>
                  <a:close/>
                </a:path>
              </a:pathLst>
            </a:custGeom>
            <a:solidFill>
              <a:schemeClr val="accent6"/>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31" name="Freeform 6"/>
            <p:cNvSpPr>
              <a:spLocks/>
            </p:cNvSpPr>
            <p:nvPr/>
          </p:nvSpPr>
          <p:spPr bwMode="auto">
            <a:xfrm>
              <a:off x="1754188" y="1652588"/>
              <a:ext cx="871538" cy="1930400"/>
            </a:xfrm>
            <a:custGeom>
              <a:avLst/>
              <a:gdLst/>
              <a:ahLst/>
              <a:cxnLst>
                <a:cxn ang="0">
                  <a:pos x="0" y="1422"/>
                </a:cxn>
                <a:cxn ang="0">
                  <a:pos x="0" y="4"/>
                </a:cxn>
                <a:cxn ang="0">
                  <a:pos x="219" y="297"/>
                </a:cxn>
                <a:cxn ang="0">
                  <a:pos x="223" y="309"/>
                </a:cxn>
                <a:cxn ang="0">
                  <a:pos x="374" y="868"/>
                </a:cxn>
                <a:cxn ang="0">
                  <a:pos x="505" y="1230"/>
                </a:cxn>
                <a:cxn ang="0">
                  <a:pos x="642" y="1422"/>
                </a:cxn>
                <a:cxn ang="0">
                  <a:pos x="0" y="1422"/>
                </a:cxn>
              </a:cxnLst>
              <a:rect l="0" t="0" r="r" b="b"/>
              <a:pathLst>
                <a:path w="642" h="1422">
                  <a:moveTo>
                    <a:pt x="0" y="1422"/>
                  </a:moveTo>
                  <a:cubicBezTo>
                    <a:pt x="0" y="4"/>
                    <a:pt x="0" y="4"/>
                    <a:pt x="0" y="4"/>
                  </a:cubicBezTo>
                  <a:cubicBezTo>
                    <a:pt x="73" y="0"/>
                    <a:pt x="146" y="98"/>
                    <a:pt x="219" y="297"/>
                  </a:cubicBezTo>
                  <a:cubicBezTo>
                    <a:pt x="221" y="301"/>
                    <a:pt x="222" y="305"/>
                    <a:pt x="223" y="309"/>
                  </a:cubicBezTo>
                  <a:cubicBezTo>
                    <a:pt x="273" y="448"/>
                    <a:pt x="324" y="635"/>
                    <a:pt x="374" y="868"/>
                  </a:cubicBezTo>
                  <a:cubicBezTo>
                    <a:pt x="403" y="1004"/>
                    <a:pt x="447" y="1125"/>
                    <a:pt x="505" y="1230"/>
                  </a:cubicBezTo>
                  <a:cubicBezTo>
                    <a:pt x="544" y="1301"/>
                    <a:pt x="590" y="1365"/>
                    <a:pt x="642" y="1422"/>
                  </a:cubicBezTo>
                  <a:lnTo>
                    <a:pt x="0" y="1422"/>
                  </a:lnTo>
                  <a:close/>
                </a:path>
              </a:pathLst>
            </a:custGeom>
            <a:solidFill>
              <a:schemeClr val="accent6">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32" name="Group 279"/>
          <p:cNvGrpSpPr/>
          <p:nvPr/>
        </p:nvGrpSpPr>
        <p:grpSpPr>
          <a:xfrm>
            <a:off x="9714195" y="2344365"/>
            <a:ext cx="712556" cy="712553"/>
            <a:chOff x="846989" y="1401020"/>
            <a:chExt cx="877416" cy="877416"/>
          </a:xfrm>
          <a:effectLst/>
        </p:grpSpPr>
        <p:sp>
          <p:nvSpPr>
            <p:cNvPr id="233" name="Teardrop 232"/>
            <p:cNvSpPr/>
            <p:nvPr/>
          </p:nvSpPr>
          <p:spPr>
            <a:xfrm rot="8100000">
              <a:off x="846989" y="1401020"/>
              <a:ext cx="877416" cy="877416"/>
            </a:xfrm>
            <a:prstGeom prst="teardrop">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50000"/>
                    <a:lumOff val="50000"/>
                  </a:schemeClr>
                </a:solidFill>
              </a:endParaRPr>
            </a:p>
          </p:txBody>
        </p:sp>
        <p:sp>
          <p:nvSpPr>
            <p:cNvPr id="234" name="Oval 233"/>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50000"/>
                      <a:lumOff val="50000"/>
                    </a:schemeClr>
                  </a:solidFill>
                </a:rPr>
                <a:t>80%</a:t>
              </a:r>
            </a:p>
          </p:txBody>
        </p:sp>
      </p:grpSp>
      <p:sp>
        <p:nvSpPr>
          <p:cNvPr id="235" name="TextBox 234"/>
          <p:cNvSpPr txBox="1"/>
          <p:nvPr/>
        </p:nvSpPr>
        <p:spPr>
          <a:xfrm>
            <a:off x="9267092" y="5424862"/>
            <a:ext cx="1603004" cy="769441"/>
          </a:xfrm>
          <a:prstGeom prst="rect">
            <a:avLst/>
          </a:prstGeom>
          <a:noFill/>
        </p:spPr>
        <p:txBody>
          <a:bodyPr wrap="square" rtlCol="0">
            <a:spAutoFit/>
          </a:bodyPr>
          <a:lstStyle/>
          <a:p>
            <a:pPr algn="ctr"/>
            <a:r>
              <a:rPr lang="en-US" sz="1200" b="1" dirty="0" smtClean="0">
                <a:solidFill>
                  <a:schemeClr val="accent6"/>
                </a:solidFill>
              </a:rPr>
              <a:t>Title Goes here</a:t>
            </a:r>
          </a:p>
          <a:p>
            <a:pPr lvl="0" algn="ctr" defTabSz="914400">
              <a:spcBef>
                <a:spcPct val="20000"/>
              </a:spcBef>
              <a:defRPr/>
            </a:pPr>
            <a:r>
              <a:rPr lang="en-US" sz="1000" dirty="0" smtClean="0">
                <a:solidFill>
                  <a:schemeClr val="tx1">
                    <a:lumMod val="50000"/>
                    <a:lumOff val="50000"/>
                  </a:schemeClr>
                </a:solidFill>
              </a:rPr>
              <a:t>There are many variations of passages but the of majority have</a:t>
            </a:r>
            <a:endParaRPr lang="en-US" sz="1000" dirty="0">
              <a:solidFill>
                <a:schemeClr val="tx1">
                  <a:lumMod val="50000"/>
                  <a:lumOff val="50000"/>
                </a:schemeClr>
              </a:solidFill>
            </a:endParaRPr>
          </a:p>
        </p:txBody>
      </p:sp>
      <p:sp>
        <p:nvSpPr>
          <p:cNvPr id="69"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a:latin typeface="Open Sans Extrabold" panose="020B0906030804020204" pitchFamily="34" charset="0"/>
                <a:ea typeface="Open Sans Extrabold" panose="020B0906030804020204" pitchFamily="34" charset="0"/>
                <a:cs typeface="Open Sans Extrabold" panose="020B0906030804020204" pitchFamily="34" charset="0"/>
              </a:rPr>
              <a:t>CHART ANALYSIS</a:t>
            </a:r>
          </a:p>
        </p:txBody>
      </p:sp>
      <p:sp>
        <p:nvSpPr>
          <p:cNvPr id="70" name="Rectangle 69"/>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71" name="Group 70"/>
          <p:cNvGrpSpPr/>
          <p:nvPr/>
        </p:nvGrpSpPr>
        <p:grpSpPr>
          <a:xfrm rot="10800000" flipV="1">
            <a:off x="5380522" y="1080697"/>
            <a:ext cx="1427781" cy="45707"/>
            <a:chOff x="3965945" y="1385354"/>
            <a:chExt cx="4572000" cy="79107"/>
          </a:xfrm>
        </p:grpSpPr>
        <p:sp>
          <p:nvSpPr>
            <p:cNvPr id="72" name="Rectangle 71"/>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73" name="Rectangle 72"/>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74" name="Rectangle 73"/>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75" name="Rectangle 74"/>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76" name="Rectangle 75"/>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71"/>
                                        </p:tgtEl>
                                        <p:attrNameLst>
                                          <p:attrName>style.visibility</p:attrName>
                                        </p:attrNameLst>
                                      </p:cBhvr>
                                      <p:to>
                                        <p:strVal val="visible"/>
                                      </p:to>
                                    </p:set>
                                    <p:anim calcmode="lin" valueType="num">
                                      <p:cBhvr>
                                        <p:cTn id="7" dur="500" fill="hold"/>
                                        <p:tgtEl>
                                          <p:spTgt spid="71"/>
                                        </p:tgtEl>
                                        <p:attrNameLst>
                                          <p:attrName>ppt_w</p:attrName>
                                        </p:attrNameLst>
                                      </p:cBhvr>
                                      <p:tavLst>
                                        <p:tav tm="0">
                                          <p:val>
                                            <p:fltVal val="0"/>
                                          </p:val>
                                        </p:tav>
                                        <p:tav tm="100000">
                                          <p:val>
                                            <p:strVal val="#ppt_w"/>
                                          </p:val>
                                        </p:tav>
                                      </p:tavLst>
                                    </p:anim>
                                    <p:anim calcmode="lin" valueType="num">
                                      <p:cBhvr>
                                        <p:cTn id="8" dur="500" fill="hold"/>
                                        <p:tgtEl>
                                          <p:spTgt spid="71"/>
                                        </p:tgtEl>
                                        <p:attrNameLst>
                                          <p:attrName>ppt_h</p:attrName>
                                        </p:attrNameLst>
                                      </p:cBhvr>
                                      <p:tavLst>
                                        <p:tav tm="0">
                                          <p:val>
                                            <p:fltVal val="0"/>
                                          </p:val>
                                        </p:tav>
                                        <p:tav tm="100000">
                                          <p:val>
                                            <p:strVal val="#ppt_h"/>
                                          </p:val>
                                        </p:tav>
                                      </p:tavLst>
                                    </p:anim>
                                    <p:anim calcmode="lin" valueType="num">
                                      <p:cBhvr>
                                        <p:cTn id="9" dur="500" fill="hold"/>
                                        <p:tgtEl>
                                          <p:spTgt spid="71"/>
                                        </p:tgtEl>
                                        <p:attrNameLst>
                                          <p:attrName>style.rotation</p:attrName>
                                        </p:attrNameLst>
                                      </p:cBhvr>
                                      <p:tavLst>
                                        <p:tav tm="0">
                                          <p:val>
                                            <p:fltVal val="360"/>
                                          </p:val>
                                        </p:tav>
                                        <p:tav tm="100000">
                                          <p:val>
                                            <p:fltVal val="0"/>
                                          </p:val>
                                        </p:tav>
                                      </p:tavLst>
                                    </p:anim>
                                    <p:animEffect transition="in" filter="fade">
                                      <p:cBhvr>
                                        <p:cTn id="10"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Chart 22"/>
          <p:cNvGraphicFramePr/>
          <p:nvPr/>
        </p:nvGraphicFramePr>
        <p:xfrm>
          <a:off x="989012" y="2209800"/>
          <a:ext cx="8836197" cy="4191000"/>
        </p:xfrm>
        <a:graphic>
          <a:graphicData uri="http://schemas.openxmlformats.org/drawingml/2006/chart">
            <c:chart xmlns:c="http://schemas.openxmlformats.org/drawingml/2006/chart" xmlns:r="http://schemas.openxmlformats.org/officeDocument/2006/relationships" r:id="rId2"/>
          </a:graphicData>
        </a:graphic>
      </p:graphicFrame>
      <p:grpSp>
        <p:nvGrpSpPr>
          <p:cNvPr id="24" name="Group 279"/>
          <p:cNvGrpSpPr/>
          <p:nvPr/>
        </p:nvGrpSpPr>
        <p:grpSpPr>
          <a:xfrm>
            <a:off x="3343745" y="4314579"/>
            <a:ext cx="602325" cy="602322"/>
            <a:chOff x="846989" y="1401020"/>
            <a:chExt cx="877416" cy="877416"/>
          </a:xfrm>
          <a:effectLst/>
        </p:grpSpPr>
        <p:sp>
          <p:nvSpPr>
            <p:cNvPr id="25" name="Teardrop 24"/>
            <p:cNvSpPr/>
            <p:nvPr/>
          </p:nvSpPr>
          <p:spPr>
            <a:xfrm rot="8100000">
              <a:off x="846989" y="1401020"/>
              <a:ext cx="877416" cy="877416"/>
            </a:xfrm>
            <a:prstGeom prst="teardrop">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75000"/>
                    <a:lumOff val="25000"/>
                  </a:schemeClr>
                </a:solidFill>
              </a:endParaRPr>
            </a:p>
          </p:txBody>
        </p:sp>
        <p:sp>
          <p:nvSpPr>
            <p:cNvPr id="26" name="Oval 25"/>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75000"/>
                      <a:lumOff val="25000"/>
                    </a:schemeClr>
                  </a:solidFill>
                </a:rPr>
                <a:t>90%</a:t>
              </a:r>
            </a:p>
          </p:txBody>
        </p:sp>
      </p:grpSp>
      <p:grpSp>
        <p:nvGrpSpPr>
          <p:cNvPr id="27" name="Group 279"/>
          <p:cNvGrpSpPr/>
          <p:nvPr/>
        </p:nvGrpSpPr>
        <p:grpSpPr>
          <a:xfrm>
            <a:off x="5196593" y="3726780"/>
            <a:ext cx="602325" cy="602322"/>
            <a:chOff x="846989" y="1401020"/>
            <a:chExt cx="877416" cy="877416"/>
          </a:xfrm>
          <a:effectLst/>
        </p:grpSpPr>
        <p:sp>
          <p:nvSpPr>
            <p:cNvPr id="28" name="Teardrop 27"/>
            <p:cNvSpPr/>
            <p:nvPr/>
          </p:nvSpPr>
          <p:spPr>
            <a:xfrm rot="8100000">
              <a:off x="846989" y="1401020"/>
              <a:ext cx="877416" cy="877416"/>
            </a:xfrm>
            <a:prstGeom prst="teardrop">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75000"/>
                    <a:lumOff val="25000"/>
                  </a:schemeClr>
                </a:solidFill>
              </a:endParaRPr>
            </a:p>
          </p:txBody>
        </p:sp>
        <p:sp>
          <p:nvSpPr>
            <p:cNvPr id="29" name="Oval 28"/>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75000"/>
                      <a:lumOff val="25000"/>
                    </a:schemeClr>
                  </a:solidFill>
                </a:rPr>
                <a:t>80%</a:t>
              </a:r>
            </a:p>
          </p:txBody>
        </p:sp>
      </p:grpSp>
      <p:grpSp>
        <p:nvGrpSpPr>
          <p:cNvPr id="30" name="Group 279"/>
          <p:cNvGrpSpPr/>
          <p:nvPr/>
        </p:nvGrpSpPr>
        <p:grpSpPr>
          <a:xfrm>
            <a:off x="7051184" y="3283879"/>
            <a:ext cx="602325" cy="602322"/>
            <a:chOff x="846989" y="1401020"/>
            <a:chExt cx="877416" cy="877416"/>
          </a:xfrm>
          <a:effectLst/>
        </p:grpSpPr>
        <p:sp>
          <p:nvSpPr>
            <p:cNvPr id="31" name="Teardrop 30"/>
            <p:cNvSpPr/>
            <p:nvPr/>
          </p:nvSpPr>
          <p:spPr>
            <a:xfrm rot="8100000">
              <a:off x="846989" y="1401020"/>
              <a:ext cx="877416" cy="877416"/>
            </a:xfrm>
            <a:prstGeom prst="teardrop">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75000"/>
                    <a:lumOff val="25000"/>
                  </a:schemeClr>
                </a:solidFill>
              </a:endParaRPr>
            </a:p>
          </p:txBody>
        </p:sp>
        <p:sp>
          <p:nvSpPr>
            <p:cNvPr id="32" name="Oval 31"/>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75000"/>
                      <a:lumOff val="25000"/>
                    </a:schemeClr>
                  </a:solidFill>
                </a:rPr>
                <a:t>70%</a:t>
              </a:r>
            </a:p>
          </p:txBody>
        </p:sp>
      </p:grpSp>
      <p:grpSp>
        <p:nvGrpSpPr>
          <p:cNvPr id="33" name="Group 279"/>
          <p:cNvGrpSpPr/>
          <p:nvPr/>
        </p:nvGrpSpPr>
        <p:grpSpPr>
          <a:xfrm>
            <a:off x="8899034" y="2226604"/>
            <a:ext cx="602325" cy="602321"/>
            <a:chOff x="846989" y="1401020"/>
            <a:chExt cx="877416" cy="877416"/>
          </a:xfrm>
          <a:effectLst/>
        </p:grpSpPr>
        <p:sp>
          <p:nvSpPr>
            <p:cNvPr id="34" name="Teardrop 33"/>
            <p:cNvSpPr/>
            <p:nvPr/>
          </p:nvSpPr>
          <p:spPr>
            <a:xfrm rot="8100000">
              <a:off x="846989" y="1401020"/>
              <a:ext cx="877416" cy="877416"/>
            </a:xfrm>
            <a:prstGeom prst="teardrop">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75000"/>
                    <a:lumOff val="25000"/>
                  </a:schemeClr>
                </a:solidFill>
              </a:endParaRPr>
            </a:p>
          </p:txBody>
        </p:sp>
        <p:sp>
          <p:nvSpPr>
            <p:cNvPr id="35" name="Oval 34"/>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75000"/>
                      <a:lumOff val="25000"/>
                    </a:schemeClr>
                  </a:solidFill>
                </a:rPr>
                <a:t>70%</a:t>
              </a:r>
            </a:p>
          </p:txBody>
        </p:sp>
      </p:grpSp>
      <p:grpSp>
        <p:nvGrpSpPr>
          <p:cNvPr id="36" name="Group 34"/>
          <p:cNvGrpSpPr/>
          <p:nvPr/>
        </p:nvGrpSpPr>
        <p:grpSpPr>
          <a:xfrm>
            <a:off x="10856912" y="3276600"/>
            <a:ext cx="596648" cy="559802"/>
            <a:chOff x="5656301" y="4171950"/>
            <a:chExt cx="596648" cy="559802"/>
          </a:xfrm>
        </p:grpSpPr>
        <p:sp>
          <p:nvSpPr>
            <p:cNvPr id="37" name="TextBox 36"/>
            <p:cNvSpPr txBox="1"/>
            <p:nvPr/>
          </p:nvSpPr>
          <p:spPr>
            <a:xfrm>
              <a:off x="5656301" y="4562475"/>
              <a:ext cx="596648" cy="169277"/>
            </a:xfrm>
            <a:prstGeom prst="rect">
              <a:avLst/>
            </a:prstGeom>
            <a:noFill/>
          </p:spPr>
          <p:txBody>
            <a:bodyPr wrap="none" lIns="0" tIns="0" rIns="0" bIns="0" rtlCol="0" anchor="t">
              <a:normAutofit/>
            </a:bodyPr>
            <a:lstStyle/>
            <a:p>
              <a:pPr algn="ctr"/>
              <a:r>
                <a:rPr lang="en-US" sz="1100" b="1" dirty="0" smtClean="0">
                  <a:solidFill>
                    <a:schemeClr val="accent2"/>
                  </a:solidFill>
                </a:rPr>
                <a:t>KEYWORD 02</a:t>
              </a:r>
              <a:endParaRPr lang="en-US" sz="1100" b="1" dirty="0">
                <a:solidFill>
                  <a:schemeClr val="accent2"/>
                </a:solidFill>
              </a:endParaRPr>
            </a:p>
          </p:txBody>
        </p:sp>
        <p:sp>
          <p:nvSpPr>
            <p:cNvPr id="38" name="Freeform 134"/>
            <p:cNvSpPr>
              <a:spLocks noEditPoints="1"/>
            </p:cNvSpPr>
            <p:nvPr/>
          </p:nvSpPr>
          <p:spPr bwMode="auto">
            <a:xfrm>
              <a:off x="5790222" y="4171950"/>
              <a:ext cx="318524" cy="303780"/>
            </a:xfrm>
            <a:custGeom>
              <a:avLst/>
              <a:gdLst/>
              <a:ahLst/>
              <a:cxnLst>
                <a:cxn ang="0">
                  <a:pos x="64" y="57"/>
                </a:cxn>
                <a:cxn ang="0">
                  <a:pos x="60" y="61"/>
                </a:cxn>
                <a:cxn ang="0">
                  <a:pos x="4" y="61"/>
                </a:cxn>
                <a:cxn ang="0">
                  <a:pos x="0" y="57"/>
                </a:cxn>
                <a:cxn ang="0">
                  <a:pos x="0" y="45"/>
                </a:cxn>
                <a:cxn ang="0">
                  <a:pos x="4" y="41"/>
                </a:cxn>
                <a:cxn ang="0">
                  <a:pos x="20" y="41"/>
                </a:cxn>
                <a:cxn ang="0">
                  <a:pos x="27" y="46"/>
                </a:cxn>
                <a:cxn ang="0">
                  <a:pos x="37" y="46"/>
                </a:cxn>
                <a:cxn ang="0">
                  <a:pos x="44" y="41"/>
                </a:cxn>
                <a:cxn ang="0">
                  <a:pos x="60" y="41"/>
                </a:cxn>
                <a:cxn ang="0">
                  <a:pos x="64" y="45"/>
                </a:cxn>
                <a:cxn ang="0">
                  <a:pos x="64" y="57"/>
                </a:cxn>
                <a:cxn ang="0">
                  <a:pos x="49" y="22"/>
                </a:cxn>
                <a:cxn ang="0">
                  <a:pos x="39" y="22"/>
                </a:cxn>
                <a:cxn ang="0">
                  <a:pos x="39" y="39"/>
                </a:cxn>
                <a:cxn ang="0">
                  <a:pos x="37" y="41"/>
                </a:cxn>
                <a:cxn ang="0">
                  <a:pos x="27" y="41"/>
                </a:cxn>
                <a:cxn ang="0">
                  <a:pos x="25" y="39"/>
                </a:cxn>
                <a:cxn ang="0">
                  <a:pos x="25" y="22"/>
                </a:cxn>
                <a:cxn ang="0">
                  <a:pos x="15" y="22"/>
                </a:cxn>
                <a:cxn ang="0">
                  <a:pos x="13" y="20"/>
                </a:cxn>
                <a:cxn ang="0">
                  <a:pos x="13" y="18"/>
                </a:cxn>
                <a:cxn ang="0">
                  <a:pos x="30" y="1"/>
                </a:cxn>
                <a:cxn ang="0">
                  <a:pos x="32" y="0"/>
                </a:cxn>
                <a:cxn ang="0">
                  <a:pos x="34" y="1"/>
                </a:cxn>
                <a:cxn ang="0">
                  <a:pos x="51" y="18"/>
                </a:cxn>
                <a:cxn ang="0">
                  <a:pos x="51" y="20"/>
                </a:cxn>
                <a:cxn ang="0">
                  <a:pos x="49" y="22"/>
                </a:cxn>
                <a:cxn ang="0">
                  <a:pos x="47" y="51"/>
                </a:cxn>
                <a:cxn ang="0">
                  <a:pos x="44" y="54"/>
                </a:cxn>
                <a:cxn ang="0">
                  <a:pos x="47" y="56"/>
                </a:cxn>
                <a:cxn ang="0">
                  <a:pos x="49" y="54"/>
                </a:cxn>
                <a:cxn ang="0">
                  <a:pos x="47" y="51"/>
                </a:cxn>
                <a:cxn ang="0">
                  <a:pos x="56" y="51"/>
                </a:cxn>
                <a:cxn ang="0">
                  <a:pos x="54" y="54"/>
                </a:cxn>
                <a:cxn ang="0">
                  <a:pos x="56" y="56"/>
                </a:cxn>
                <a:cxn ang="0">
                  <a:pos x="59" y="54"/>
                </a:cxn>
                <a:cxn ang="0">
                  <a:pos x="56" y="51"/>
                </a:cxn>
              </a:cxnLst>
              <a:rect l="0" t="0" r="r" b="b"/>
              <a:pathLst>
                <a:path w="64" h="61">
                  <a:moveTo>
                    <a:pt x="64" y="57"/>
                  </a:moveTo>
                  <a:cubicBezTo>
                    <a:pt x="64" y="59"/>
                    <a:pt x="62" y="61"/>
                    <a:pt x="60" y="61"/>
                  </a:cubicBezTo>
                  <a:cubicBezTo>
                    <a:pt x="4" y="61"/>
                    <a:pt x="4" y="61"/>
                    <a:pt x="4" y="61"/>
                  </a:cubicBezTo>
                  <a:cubicBezTo>
                    <a:pt x="2" y="61"/>
                    <a:pt x="0" y="59"/>
                    <a:pt x="0" y="57"/>
                  </a:cubicBezTo>
                  <a:cubicBezTo>
                    <a:pt x="0" y="45"/>
                    <a:pt x="0" y="45"/>
                    <a:pt x="0" y="45"/>
                  </a:cubicBezTo>
                  <a:cubicBezTo>
                    <a:pt x="0" y="43"/>
                    <a:pt x="2" y="41"/>
                    <a:pt x="4" y="41"/>
                  </a:cubicBezTo>
                  <a:cubicBezTo>
                    <a:pt x="20" y="41"/>
                    <a:pt x="20" y="41"/>
                    <a:pt x="20" y="41"/>
                  </a:cubicBezTo>
                  <a:cubicBezTo>
                    <a:pt x="21" y="44"/>
                    <a:pt x="24" y="46"/>
                    <a:pt x="27" y="46"/>
                  </a:cubicBezTo>
                  <a:cubicBezTo>
                    <a:pt x="37" y="46"/>
                    <a:pt x="37" y="46"/>
                    <a:pt x="37" y="46"/>
                  </a:cubicBezTo>
                  <a:cubicBezTo>
                    <a:pt x="40" y="46"/>
                    <a:pt x="43" y="44"/>
                    <a:pt x="44" y="41"/>
                  </a:cubicBezTo>
                  <a:cubicBezTo>
                    <a:pt x="60" y="41"/>
                    <a:pt x="60" y="41"/>
                    <a:pt x="60" y="41"/>
                  </a:cubicBezTo>
                  <a:cubicBezTo>
                    <a:pt x="62" y="41"/>
                    <a:pt x="64" y="43"/>
                    <a:pt x="64" y="45"/>
                  </a:cubicBezTo>
                  <a:lnTo>
                    <a:pt x="64" y="57"/>
                  </a:lnTo>
                  <a:close/>
                  <a:moveTo>
                    <a:pt x="49" y="22"/>
                  </a:moveTo>
                  <a:cubicBezTo>
                    <a:pt x="39" y="22"/>
                    <a:pt x="39" y="22"/>
                    <a:pt x="39" y="22"/>
                  </a:cubicBezTo>
                  <a:cubicBezTo>
                    <a:pt x="39" y="39"/>
                    <a:pt x="39" y="39"/>
                    <a:pt x="39" y="39"/>
                  </a:cubicBezTo>
                  <a:cubicBezTo>
                    <a:pt x="39" y="40"/>
                    <a:pt x="38" y="41"/>
                    <a:pt x="37" y="41"/>
                  </a:cubicBezTo>
                  <a:cubicBezTo>
                    <a:pt x="27" y="41"/>
                    <a:pt x="27" y="41"/>
                    <a:pt x="27" y="41"/>
                  </a:cubicBezTo>
                  <a:cubicBezTo>
                    <a:pt x="26" y="41"/>
                    <a:pt x="25" y="40"/>
                    <a:pt x="25" y="39"/>
                  </a:cubicBezTo>
                  <a:cubicBezTo>
                    <a:pt x="25" y="22"/>
                    <a:pt x="25" y="22"/>
                    <a:pt x="25" y="22"/>
                  </a:cubicBezTo>
                  <a:cubicBezTo>
                    <a:pt x="15" y="22"/>
                    <a:pt x="15" y="22"/>
                    <a:pt x="15" y="22"/>
                  </a:cubicBezTo>
                  <a:cubicBezTo>
                    <a:pt x="14" y="22"/>
                    <a:pt x="13" y="21"/>
                    <a:pt x="13" y="20"/>
                  </a:cubicBezTo>
                  <a:cubicBezTo>
                    <a:pt x="12" y="20"/>
                    <a:pt x="13" y="19"/>
                    <a:pt x="13" y="18"/>
                  </a:cubicBezTo>
                  <a:cubicBezTo>
                    <a:pt x="30" y="1"/>
                    <a:pt x="30" y="1"/>
                    <a:pt x="30" y="1"/>
                  </a:cubicBezTo>
                  <a:cubicBezTo>
                    <a:pt x="31" y="0"/>
                    <a:pt x="31" y="0"/>
                    <a:pt x="32" y="0"/>
                  </a:cubicBezTo>
                  <a:cubicBezTo>
                    <a:pt x="33" y="0"/>
                    <a:pt x="33" y="0"/>
                    <a:pt x="34" y="1"/>
                  </a:cubicBezTo>
                  <a:cubicBezTo>
                    <a:pt x="51" y="18"/>
                    <a:pt x="51" y="18"/>
                    <a:pt x="51" y="18"/>
                  </a:cubicBezTo>
                  <a:cubicBezTo>
                    <a:pt x="51" y="19"/>
                    <a:pt x="52" y="20"/>
                    <a:pt x="51" y="20"/>
                  </a:cubicBezTo>
                  <a:cubicBezTo>
                    <a:pt x="51" y="21"/>
                    <a:pt x="50" y="22"/>
                    <a:pt x="49" y="22"/>
                  </a:cubicBezTo>
                  <a:close/>
                  <a:moveTo>
                    <a:pt x="47" y="51"/>
                  </a:moveTo>
                  <a:cubicBezTo>
                    <a:pt x="45" y="51"/>
                    <a:pt x="44" y="52"/>
                    <a:pt x="44" y="54"/>
                  </a:cubicBezTo>
                  <a:cubicBezTo>
                    <a:pt x="44" y="55"/>
                    <a:pt x="45" y="56"/>
                    <a:pt x="47" y="56"/>
                  </a:cubicBezTo>
                  <a:cubicBezTo>
                    <a:pt x="48" y="56"/>
                    <a:pt x="49" y="55"/>
                    <a:pt x="49" y="54"/>
                  </a:cubicBezTo>
                  <a:cubicBezTo>
                    <a:pt x="49" y="52"/>
                    <a:pt x="48" y="51"/>
                    <a:pt x="47" y="51"/>
                  </a:cubicBezTo>
                  <a:close/>
                  <a:moveTo>
                    <a:pt x="56" y="51"/>
                  </a:moveTo>
                  <a:cubicBezTo>
                    <a:pt x="55" y="51"/>
                    <a:pt x="54" y="52"/>
                    <a:pt x="54" y="54"/>
                  </a:cubicBezTo>
                  <a:cubicBezTo>
                    <a:pt x="54" y="55"/>
                    <a:pt x="55" y="56"/>
                    <a:pt x="56" y="56"/>
                  </a:cubicBezTo>
                  <a:cubicBezTo>
                    <a:pt x="58" y="56"/>
                    <a:pt x="59" y="55"/>
                    <a:pt x="59" y="54"/>
                  </a:cubicBezTo>
                  <a:cubicBezTo>
                    <a:pt x="59" y="52"/>
                    <a:pt x="58" y="51"/>
                    <a:pt x="56" y="51"/>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9" name="Group 35"/>
          <p:cNvGrpSpPr/>
          <p:nvPr/>
        </p:nvGrpSpPr>
        <p:grpSpPr>
          <a:xfrm>
            <a:off x="10856912" y="4038600"/>
            <a:ext cx="596648" cy="535297"/>
            <a:chOff x="6771922" y="4196455"/>
            <a:chExt cx="596648" cy="535297"/>
          </a:xfrm>
        </p:grpSpPr>
        <p:sp>
          <p:nvSpPr>
            <p:cNvPr id="40" name="TextBox 39"/>
            <p:cNvSpPr txBox="1"/>
            <p:nvPr/>
          </p:nvSpPr>
          <p:spPr>
            <a:xfrm>
              <a:off x="6771922" y="4562475"/>
              <a:ext cx="596648" cy="169277"/>
            </a:xfrm>
            <a:prstGeom prst="rect">
              <a:avLst/>
            </a:prstGeom>
            <a:noFill/>
          </p:spPr>
          <p:txBody>
            <a:bodyPr wrap="none" lIns="0" tIns="0" rIns="0" bIns="0" rtlCol="0" anchor="t">
              <a:normAutofit/>
            </a:bodyPr>
            <a:lstStyle/>
            <a:p>
              <a:pPr algn="ctr"/>
              <a:r>
                <a:rPr lang="en-US" sz="1100" b="1" dirty="0" smtClean="0">
                  <a:solidFill>
                    <a:schemeClr val="accent3"/>
                  </a:solidFill>
                </a:rPr>
                <a:t>KEYWORD 03</a:t>
              </a:r>
              <a:endParaRPr lang="en-US" sz="1100" b="1" dirty="0">
                <a:solidFill>
                  <a:schemeClr val="accent3"/>
                </a:solidFill>
              </a:endParaRPr>
            </a:p>
          </p:txBody>
        </p:sp>
        <p:sp>
          <p:nvSpPr>
            <p:cNvPr id="41" name="Freeform 15"/>
            <p:cNvSpPr>
              <a:spLocks noEditPoints="1"/>
            </p:cNvSpPr>
            <p:nvPr/>
          </p:nvSpPr>
          <p:spPr bwMode="auto">
            <a:xfrm>
              <a:off x="6897829" y="4196455"/>
              <a:ext cx="339695" cy="254771"/>
            </a:xfrm>
            <a:custGeom>
              <a:avLst/>
              <a:gdLst/>
              <a:ahLst/>
              <a:cxnLst>
                <a:cxn ang="0">
                  <a:pos x="168" y="126"/>
                </a:cxn>
                <a:cxn ang="0">
                  <a:pos x="0" y="126"/>
                </a:cxn>
                <a:cxn ang="0">
                  <a:pos x="0" y="0"/>
                </a:cxn>
                <a:cxn ang="0">
                  <a:pos x="10" y="0"/>
                </a:cxn>
                <a:cxn ang="0">
                  <a:pos x="10" y="115"/>
                </a:cxn>
                <a:cxn ang="0">
                  <a:pos x="168" y="115"/>
                </a:cxn>
                <a:cxn ang="0">
                  <a:pos x="168" y="126"/>
                </a:cxn>
                <a:cxn ang="0">
                  <a:pos x="54" y="104"/>
                </a:cxn>
                <a:cxn ang="0">
                  <a:pos x="32" y="104"/>
                </a:cxn>
                <a:cxn ang="0">
                  <a:pos x="32" y="63"/>
                </a:cxn>
                <a:cxn ang="0">
                  <a:pos x="54" y="63"/>
                </a:cxn>
                <a:cxn ang="0">
                  <a:pos x="54" y="104"/>
                </a:cxn>
                <a:cxn ang="0">
                  <a:pos x="84" y="104"/>
                </a:cxn>
                <a:cxn ang="0">
                  <a:pos x="64" y="104"/>
                </a:cxn>
                <a:cxn ang="0">
                  <a:pos x="64" y="19"/>
                </a:cxn>
                <a:cxn ang="0">
                  <a:pos x="84" y="19"/>
                </a:cxn>
                <a:cxn ang="0">
                  <a:pos x="84" y="104"/>
                </a:cxn>
                <a:cxn ang="0">
                  <a:pos x="116" y="104"/>
                </a:cxn>
                <a:cxn ang="0">
                  <a:pos x="95" y="104"/>
                </a:cxn>
                <a:cxn ang="0">
                  <a:pos x="95" y="41"/>
                </a:cxn>
                <a:cxn ang="0">
                  <a:pos x="116" y="41"/>
                </a:cxn>
                <a:cxn ang="0">
                  <a:pos x="116" y="104"/>
                </a:cxn>
                <a:cxn ang="0">
                  <a:pos x="147" y="104"/>
                </a:cxn>
                <a:cxn ang="0">
                  <a:pos x="127" y="104"/>
                </a:cxn>
                <a:cxn ang="0">
                  <a:pos x="127" y="9"/>
                </a:cxn>
                <a:cxn ang="0">
                  <a:pos x="147" y="9"/>
                </a:cxn>
                <a:cxn ang="0">
                  <a:pos x="147" y="104"/>
                </a:cxn>
              </a:cxnLst>
              <a:rect l="0" t="0" r="r" b="b"/>
              <a:pathLst>
                <a:path w="168" h="126">
                  <a:moveTo>
                    <a:pt x="168" y="126"/>
                  </a:moveTo>
                  <a:lnTo>
                    <a:pt x="0" y="126"/>
                  </a:lnTo>
                  <a:lnTo>
                    <a:pt x="0" y="0"/>
                  </a:lnTo>
                  <a:lnTo>
                    <a:pt x="10" y="0"/>
                  </a:lnTo>
                  <a:lnTo>
                    <a:pt x="10" y="115"/>
                  </a:lnTo>
                  <a:lnTo>
                    <a:pt x="168" y="115"/>
                  </a:lnTo>
                  <a:lnTo>
                    <a:pt x="168" y="126"/>
                  </a:lnTo>
                  <a:close/>
                  <a:moveTo>
                    <a:pt x="54" y="104"/>
                  </a:moveTo>
                  <a:lnTo>
                    <a:pt x="32" y="104"/>
                  </a:lnTo>
                  <a:lnTo>
                    <a:pt x="32" y="63"/>
                  </a:lnTo>
                  <a:lnTo>
                    <a:pt x="54" y="63"/>
                  </a:lnTo>
                  <a:lnTo>
                    <a:pt x="54" y="104"/>
                  </a:lnTo>
                  <a:close/>
                  <a:moveTo>
                    <a:pt x="84" y="104"/>
                  </a:moveTo>
                  <a:lnTo>
                    <a:pt x="64" y="104"/>
                  </a:lnTo>
                  <a:lnTo>
                    <a:pt x="64" y="19"/>
                  </a:lnTo>
                  <a:lnTo>
                    <a:pt x="84" y="19"/>
                  </a:lnTo>
                  <a:lnTo>
                    <a:pt x="84" y="104"/>
                  </a:lnTo>
                  <a:close/>
                  <a:moveTo>
                    <a:pt x="116" y="104"/>
                  </a:moveTo>
                  <a:lnTo>
                    <a:pt x="95" y="104"/>
                  </a:lnTo>
                  <a:lnTo>
                    <a:pt x="95" y="41"/>
                  </a:lnTo>
                  <a:lnTo>
                    <a:pt x="116" y="41"/>
                  </a:lnTo>
                  <a:lnTo>
                    <a:pt x="116" y="104"/>
                  </a:lnTo>
                  <a:close/>
                  <a:moveTo>
                    <a:pt x="147" y="104"/>
                  </a:moveTo>
                  <a:lnTo>
                    <a:pt x="127" y="104"/>
                  </a:lnTo>
                  <a:lnTo>
                    <a:pt x="127" y="9"/>
                  </a:lnTo>
                  <a:lnTo>
                    <a:pt x="147" y="9"/>
                  </a:lnTo>
                  <a:lnTo>
                    <a:pt x="147" y="104"/>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2" name="Group 36"/>
          <p:cNvGrpSpPr/>
          <p:nvPr/>
        </p:nvGrpSpPr>
        <p:grpSpPr>
          <a:xfrm>
            <a:off x="10856912" y="4800600"/>
            <a:ext cx="596648" cy="542542"/>
            <a:chOff x="7887544" y="4189210"/>
            <a:chExt cx="596648" cy="542542"/>
          </a:xfrm>
        </p:grpSpPr>
        <p:sp>
          <p:nvSpPr>
            <p:cNvPr id="43" name="TextBox 42"/>
            <p:cNvSpPr txBox="1"/>
            <p:nvPr/>
          </p:nvSpPr>
          <p:spPr>
            <a:xfrm>
              <a:off x="7887544" y="4562475"/>
              <a:ext cx="596648" cy="169277"/>
            </a:xfrm>
            <a:prstGeom prst="rect">
              <a:avLst/>
            </a:prstGeom>
            <a:noFill/>
          </p:spPr>
          <p:txBody>
            <a:bodyPr wrap="none" lIns="0" tIns="0" rIns="0" bIns="0" rtlCol="0" anchor="t">
              <a:normAutofit/>
            </a:bodyPr>
            <a:lstStyle/>
            <a:p>
              <a:pPr algn="ctr"/>
              <a:r>
                <a:rPr lang="en-US" sz="1100" b="1" dirty="0" smtClean="0">
                  <a:solidFill>
                    <a:schemeClr val="accent4"/>
                  </a:solidFill>
                </a:rPr>
                <a:t>KEYWORD 04</a:t>
              </a:r>
              <a:endParaRPr lang="en-US" sz="1100" b="1" dirty="0">
                <a:solidFill>
                  <a:schemeClr val="accent4"/>
                </a:solidFill>
              </a:endParaRPr>
            </a:p>
          </p:txBody>
        </p:sp>
        <p:sp>
          <p:nvSpPr>
            <p:cNvPr id="44" name="Freeform 41"/>
            <p:cNvSpPr>
              <a:spLocks noEditPoints="1"/>
            </p:cNvSpPr>
            <p:nvPr/>
          </p:nvSpPr>
          <p:spPr bwMode="auto">
            <a:xfrm>
              <a:off x="8016718" y="4189210"/>
              <a:ext cx="338301" cy="269260"/>
            </a:xfrm>
            <a:custGeom>
              <a:avLst/>
              <a:gdLst/>
              <a:ahLst/>
              <a:cxnLst>
                <a:cxn ang="0">
                  <a:pos x="63" y="53"/>
                </a:cxn>
                <a:cxn ang="0">
                  <a:pos x="61" y="54"/>
                </a:cxn>
                <a:cxn ang="0">
                  <a:pos x="8" y="54"/>
                </a:cxn>
                <a:cxn ang="0">
                  <a:pos x="6" y="53"/>
                </a:cxn>
                <a:cxn ang="0">
                  <a:pos x="0" y="34"/>
                </a:cxn>
                <a:cxn ang="0">
                  <a:pos x="34" y="0"/>
                </a:cxn>
                <a:cxn ang="0">
                  <a:pos x="68" y="34"/>
                </a:cxn>
                <a:cxn ang="0">
                  <a:pos x="63" y="53"/>
                </a:cxn>
                <a:cxn ang="0">
                  <a:pos x="10" y="30"/>
                </a:cxn>
                <a:cxn ang="0">
                  <a:pos x="5" y="34"/>
                </a:cxn>
                <a:cxn ang="0">
                  <a:pos x="10" y="39"/>
                </a:cxn>
                <a:cxn ang="0">
                  <a:pos x="15" y="34"/>
                </a:cxn>
                <a:cxn ang="0">
                  <a:pos x="10" y="30"/>
                </a:cxn>
                <a:cxn ang="0">
                  <a:pos x="17" y="13"/>
                </a:cxn>
                <a:cxn ang="0">
                  <a:pos x="13" y="17"/>
                </a:cxn>
                <a:cxn ang="0">
                  <a:pos x="17" y="22"/>
                </a:cxn>
                <a:cxn ang="0">
                  <a:pos x="22" y="17"/>
                </a:cxn>
                <a:cxn ang="0">
                  <a:pos x="17" y="13"/>
                </a:cxn>
                <a:cxn ang="0">
                  <a:pos x="42" y="21"/>
                </a:cxn>
                <a:cxn ang="0">
                  <a:pos x="41" y="18"/>
                </a:cxn>
                <a:cxn ang="0">
                  <a:pos x="38" y="20"/>
                </a:cxn>
                <a:cxn ang="0">
                  <a:pos x="34" y="34"/>
                </a:cxn>
                <a:cxn ang="0">
                  <a:pos x="27" y="40"/>
                </a:cxn>
                <a:cxn ang="0">
                  <a:pos x="33" y="49"/>
                </a:cxn>
                <a:cxn ang="0">
                  <a:pos x="42" y="44"/>
                </a:cxn>
                <a:cxn ang="0">
                  <a:pos x="39" y="36"/>
                </a:cxn>
                <a:cxn ang="0">
                  <a:pos x="42" y="21"/>
                </a:cxn>
                <a:cxn ang="0">
                  <a:pos x="34" y="5"/>
                </a:cxn>
                <a:cxn ang="0">
                  <a:pos x="30" y="10"/>
                </a:cxn>
                <a:cxn ang="0">
                  <a:pos x="34" y="15"/>
                </a:cxn>
                <a:cxn ang="0">
                  <a:pos x="39" y="10"/>
                </a:cxn>
                <a:cxn ang="0">
                  <a:pos x="34" y="5"/>
                </a:cxn>
                <a:cxn ang="0">
                  <a:pos x="51" y="13"/>
                </a:cxn>
                <a:cxn ang="0">
                  <a:pos x="47" y="17"/>
                </a:cxn>
                <a:cxn ang="0">
                  <a:pos x="51" y="22"/>
                </a:cxn>
                <a:cxn ang="0">
                  <a:pos x="56" y="17"/>
                </a:cxn>
                <a:cxn ang="0">
                  <a:pos x="51" y="13"/>
                </a:cxn>
                <a:cxn ang="0">
                  <a:pos x="59" y="30"/>
                </a:cxn>
                <a:cxn ang="0">
                  <a:pos x="54" y="34"/>
                </a:cxn>
                <a:cxn ang="0">
                  <a:pos x="59" y="39"/>
                </a:cxn>
                <a:cxn ang="0">
                  <a:pos x="64" y="34"/>
                </a:cxn>
                <a:cxn ang="0">
                  <a:pos x="59" y="30"/>
                </a:cxn>
              </a:cxnLst>
              <a:rect l="0" t="0" r="r" b="b"/>
              <a:pathLst>
                <a:path w="68" h="54">
                  <a:moveTo>
                    <a:pt x="63" y="53"/>
                  </a:moveTo>
                  <a:cubicBezTo>
                    <a:pt x="63" y="53"/>
                    <a:pt x="62" y="54"/>
                    <a:pt x="61" y="54"/>
                  </a:cubicBezTo>
                  <a:cubicBezTo>
                    <a:pt x="8" y="54"/>
                    <a:pt x="8" y="54"/>
                    <a:pt x="8" y="54"/>
                  </a:cubicBezTo>
                  <a:cubicBezTo>
                    <a:pt x="7" y="54"/>
                    <a:pt x="6" y="53"/>
                    <a:pt x="6" y="53"/>
                  </a:cubicBezTo>
                  <a:cubicBezTo>
                    <a:pt x="2" y="47"/>
                    <a:pt x="0" y="41"/>
                    <a:pt x="0" y="34"/>
                  </a:cubicBezTo>
                  <a:cubicBezTo>
                    <a:pt x="0" y="16"/>
                    <a:pt x="16" y="0"/>
                    <a:pt x="34" y="0"/>
                  </a:cubicBezTo>
                  <a:cubicBezTo>
                    <a:pt x="53" y="0"/>
                    <a:pt x="68" y="16"/>
                    <a:pt x="68" y="34"/>
                  </a:cubicBezTo>
                  <a:cubicBezTo>
                    <a:pt x="68" y="41"/>
                    <a:pt x="67" y="47"/>
                    <a:pt x="63" y="53"/>
                  </a:cubicBezTo>
                  <a:close/>
                  <a:moveTo>
                    <a:pt x="10" y="30"/>
                  </a:moveTo>
                  <a:cubicBezTo>
                    <a:pt x="7" y="30"/>
                    <a:pt x="5" y="32"/>
                    <a:pt x="5" y="34"/>
                  </a:cubicBezTo>
                  <a:cubicBezTo>
                    <a:pt x="5" y="37"/>
                    <a:pt x="7" y="39"/>
                    <a:pt x="10" y="39"/>
                  </a:cubicBezTo>
                  <a:cubicBezTo>
                    <a:pt x="13" y="39"/>
                    <a:pt x="15" y="37"/>
                    <a:pt x="15" y="34"/>
                  </a:cubicBezTo>
                  <a:cubicBezTo>
                    <a:pt x="15" y="32"/>
                    <a:pt x="13" y="30"/>
                    <a:pt x="10" y="30"/>
                  </a:cubicBezTo>
                  <a:close/>
                  <a:moveTo>
                    <a:pt x="17" y="13"/>
                  </a:moveTo>
                  <a:cubicBezTo>
                    <a:pt x="15" y="13"/>
                    <a:pt x="13" y="15"/>
                    <a:pt x="13" y="17"/>
                  </a:cubicBezTo>
                  <a:cubicBezTo>
                    <a:pt x="13" y="20"/>
                    <a:pt x="15" y="22"/>
                    <a:pt x="17" y="22"/>
                  </a:cubicBezTo>
                  <a:cubicBezTo>
                    <a:pt x="20" y="22"/>
                    <a:pt x="22" y="20"/>
                    <a:pt x="22" y="17"/>
                  </a:cubicBezTo>
                  <a:cubicBezTo>
                    <a:pt x="22" y="15"/>
                    <a:pt x="20" y="13"/>
                    <a:pt x="17" y="13"/>
                  </a:cubicBezTo>
                  <a:close/>
                  <a:moveTo>
                    <a:pt x="42" y="21"/>
                  </a:moveTo>
                  <a:cubicBezTo>
                    <a:pt x="43" y="20"/>
                    <a:pt x="42" y="19"/>
                    <a:pt x="41" y="18"/>
                  </a:cubicBezTo>
                  <a:cubicBezTo>
                    <a:pt x="39" y="18"/>
                    <a:pt x="38" y="19"/>
                    <a:pt x="38" y="20"/>
                  </a:cubicBezTo>
                  <a:cubicBezTo>
                    <a:pt x="34" y="34"/>
                    <a:pt x="34" y="34"/>
                    <a:pt x="34" y="34"/>
                  </a:cubicBezTo>
                  <a:cubicBezTo>
                    <a:pt x="31" y="35"/>
                    <a:pt x="28" y="37"/>
                    <a:pt x="27" y="40"/>
                  </a:cubicBezTo>
                  <a:cubicBezTo>
                    <a:pt x="26" y="44"/>
                    <a:pt x="29" y="48"/>
                    <a:pt x="33" y="49"/>
                  </a:cubicBezTo>
                  <a:cubicBezTo>
                    <a:pt x="37" y="50"/>
                    <a:pt x="40" y="47"/>
                    <a:pt x="42" y="44"/>
                  </a:cubicBezTo>
                  <a:cubicBezTo>
                    <a:pt x="42" y="40"/>
                    <a:pt x="41" y="37"/>
                    <a:pt x="39" y="36"/>
                  </a:cubicBezTo>
                  <a:lnTo>
                    <a:pt x="42" y="21"/>
                  </a:lnTo>
                  <a:close/>
                  <a:moveTo>
                    <a:pt x="34" y="5"/>
                  </a:moveTo>
                  <a:cubicBezTo>
                    <a:pt x="32" y="5"/>
                    <a:pt x="30" y="7"/>
                    <a:pt x="30" y="10"/>
                  </a:cubicBezTo>
                  <a:cubicBezTo>
                    <a:pt x="30" y="13"/>
                    <a:pt x="32" y="15"/>
                    <a:pt x="34" y="15"/>
                  </a:cubicBezTo>
                  <a:cubicBezTo>
                    <a:pt x="37" y="15"/>
                    <a:pt x="39" y="13"/>
                    <a:pt x="39" y="10"/>
                  </a:cubicBezTo>
                  <a:cubicBezTo>
                    <a:pt x="39" y="7"/>
                    <a:pt x="37" y="5"/>
                    <a:pt x="34" y="5"/>
                  </a:cubicBezTo>
                  <a:close/>
                  <a:moveTo>
                    <a:pt x="51" y="13"/>
                  </a:moveTo>
                  <a:cubicBezTo>
                    <a:pt x="49" y="13"/>
                    <a:pt x="47" y="15"/>
                    <a:pt x="47" y="17"/>
                  </a:cubicBezTo>
                  <a:cubicBezTo>
                    <a:pt x="47" y="20"/>
                    <a:pt x="49" y="22"/>
                    <a:pt x="51" y="22"/>
                  </a:cubicBezTo>
                  <a:cubicBezTo>
                    <a:pt x="54" y="22"/>
                    <a:pt x="56" y="20"/>
                    <a:pt x="56" y="17"/>
                  </a:cubicBezTo>
                  <a:cubicBezTo>
                    <a:pt x="56" y="15"/>
                    <a:pt x="54" y="13"/>
                    <a:pt x="51" y="13"/>
                  </a:cubicBezTo>
                  <a:close/>
                  <a:moveTo>
                    <a:pt x="59" y="30"/>
                  </a:moveTo>
                  <a:cubicBezTo>
                    <a:pt x="56" y="30"/>
                    <a:pt x="54" y="32"/>
                    <a:pt x="54" y="34"/>
                  </a:cubicBezTo>
                  <a:cubicBezTo>
                    <a:pt x="54" y="37"/>
                    <a:pt x="56" y="39"/>
                    <a:pt x="59" y="39"/>
                  </a:cubicBezTo>
                  <a:cubicBezTo>
                    <a:pt x="61" y="39"/>
                    <a:pt x="64" y="37"/>
                    <a:pt x="64" y="34"/>
                  </a:cubicBezTo>
                  <a:cubicBezTo>
                    <a:pt x="64" y="32"/>
                    <a:pt x="61" y="30"/>
                    <a:pt x="59" y="30"/>
                  </a:cubicBez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45" name="Group 33"/>
          <p:cNvGrpSpPr/>
          <p:nvPr/>
        </p:nvGrpSpPr>
        <p:grpSpPr>
          <a:xfrm>
            <a:off x="10837828" y="2514600"/>
            <a:ext cx="634817" cy="559590"/>
            <a:chOff x="4502511" y="4172162"/>
            <a:chExt cx="634817" cy="559590"/>
          </a:xfrm>
        </p:grpSpPr>
        <p:sp>
          <p:nvSpPr>
            <p:cNvPr id="46" name="TextBox 45"/>
            <p:cNvSpPr txBox="1"/>
            <p:nvPr/>
          </p:nvSpPr>
          <p:spPr>
            <a:xfrm>
              <a:off x="4502511" y="4562475"/>
              <a:ext cx="634817" cy="169277"/>
            </a:xfrm>
            <a:prstGeom prst="rect">
              <a:avLst/>
            </a:prstGeom>
            <a:noFill/>
          </p:spPr>
          <p:txBody>
            <a:bodyPr wrap="none" lIns="0" tIns="0" rIns="0" bIns="0" rtlCol="0" anchor="t">
              <a:normAutofit/>
            </a:bodyPr>
            <a:lstStyle/>
            <a:p>
              <a:pPr algn="ctr"/>
              <a:r>
                <a:rPr lang="en-US" sz="1100" b="1" dirty="0" smtClean="0">
                  <a:solidFill>
                    <a:schemeClr val="accent1"/>
                  </a:solidFill>
                </a:rPr>
                <a:t>KEY WORD 01</a:t>
              </a:r>
              <a:endParaRPr lang="en-US" sz="1100" b="1" dirty="0">
                <a:solidFill>
                  <a:schemeClr val="accent1"/>
                </a:solidFill>
              </a:endParaRPr>
            </a:p>
          </p:txBody>
        </p:sp>
        <p:sp>
          <p:nvSpPr>
            <p:cNvPr id="47" name="Freeform 70"/>
            <p:cNvSpPr>
              <a:spLocks noEditPoints="1"/>
            </p:cNvSpPr>
            <p:nvPr/>
          </p:nvSpPr>
          <p:spPr bwMode="auto">
            <a:xfrm>
              <a:off x="4660657" y="4172162"/>
              <a:ext cx="318524" cy="303356"/>
            </a:xfrm>
            <a:custGeom>
              <a:avLst/>
              <a:gdLst/>
              <a:ahLst/>
              <a:cxnLst>
                <a:cxn ang="0">
                  <a:pos x="59" y="51"/>
                </a:cxn>
                <a:cxn ang="0">
                  <a:pos x="56" y="55"/>
                </a:cxn>
                <a:cxn ang="0">
                  <a:pos x="3" y="55"/>
                </a:cxn>
                <a:cxn ang="0">
                  <a:pos x="0" y="51"/>
                </a:cxn>
                <a:cxn ang="0">
                  <a:pos x="0" y="40"/>
                </a:cxn>
                <a:cxn ang="0">
                  <a:pos x="3" y="37"/>
                </a:cxn>
                <a:cxn ang="0">
                  <a:pos x="20" y="37"/>
                </a:cxn>
                <a:cxn ang="0">
                  <a:pos x="25" y="41"/>
                </a:cxn>
                <a:cxn ang="0">
                  <a:pos x="29" y="43"/>
                </a:cxn>
                <a:cxn ang="0">
                  <a:pos x="34" y="41"/>
                </a:cxn>
                <a:cxn ang="0">
                  <a:pos x="39" y="37"/>
                </a:cxn>
                <a:cxn ang="0">
                  <a:pos x="56" y="37"/>
                </a:cxn>
                <a:cxn ang="0">
                  <a:pos x="59" y="40"/>
                </a:cxn>
                <a:cxn ang="0">
                  <a:pos x="59" y="51"/>
                </a:cxn>
                <a:cxn ang="0">
                  <a:pos x="47" y="22"/>
                </a:cxn>
                <a:cxn ang="0">
                  <a:pos x="31" y="38"/>
                </a:cxn>
                <a:cxn ang="0">
                  <a:pos x="29" y="39"/>
                </a:cxn>
                <a:cxn ang="0">
                  <a:pos x="28" y="38"/>
                </a:cxn>
                <a:cxn ang="0">
                  <a:pos x="12" y="22"/>
                </a:cxn>
                <a:cxn ang="0">
                  <a:pos x="11" y="20"/>
                </a:cxn>
                <a:cxn ang="0">
                  <a:pos x="13" y="18"/>
                </a:cxn>
                <a:cxn ang="0">
                  <a:pos x="23" y="18"/>
                </a:cxn>
                <a:cxn ang="0">
                  <a:pos x="23" y="2"/>
                </a:cxn>
                <a:cxn ang="0">
                  <a:pos x="25" y="0"/>
                </a:cxn>
                <a:cxn ang="0">
                  <a:pos x="34" y="0"/>
                </a:cxn>
                <a:cxn ang="0">
                  <a:pos x="36" y="2"/>
                </a:cxn>
                <a:cxn ang="0">
                  <a:pos x="36" y="18"/>
                </a:cxn>
                <a:cxn ang="0">
                  <a:pos x="45" y="18"/>
                </a:cxn>
                <a:cxn ang="0">
                  <a:pos x="48" y="20"/>
                </a:cxn>
                <a:cxn ang="0">
                  <a:pos x="47" y="22"/>
                </a:cxn>
                <a:cxn ang="0">
                  <a:pos x="43" y="46"/>
                </a:cxn>
                <a:cxn ang="0">
                  <a:pos x="41" y="48"/>
                </a:cxn>
                <a:cxn ang="0">
                  <a:pos x="43" y="50"/>
                </a:cxn>
                <a:cxn ang="0">
                  <a:pos x="45" y="48"/>
                </a:cxn>
                <a:cxn ang="0">
                  <a:pos x="43" y="46"/>
                </a:cxn>
                <a:cxn ang="0">
                  <a:pos x="52" y="46"/>
                </a:cxn>
                <a:cxn ang="0">
                  <a:pos x="50" y="48"/>
                </a:cxn>
                <a:cxn ang="0">
                  <a:pos x="52" y="50"/>
                </a:cxn>
                <a:cxn ang="0">
                  <a:pos x="55" y="48"/>
                </a:cxn>
                <a:cxn ang="0">
                  <a:pos x="52" y="46"/>
                </a:cxn>
              </a:cxnLst>
              <a:rect l="0" t="0" r="r" b="b"/>
              <a:pathLst>
                <a:path w="59" h="55">
                  <a:moveTo>
                    <a:pt x="59" y="51"/>
                  </a:moveTo>
                  <a:cubicBezTo>
                    <a:pt x="59" y="53"/>
                    <a:pt x="58" y="55"/>
                    <a:pt x="56" y="55"/>
                  </a:cubicBezTo>
                  <a:cubicBezTo>
                    <a:pt x="3" y="55"/>
                    <a:pt x="3" y="55"/>
                    <a:pt x="3" y="55"/>
                  </a:cubicBezTo>
                  <a:cubicBezTo>
                    <a:pt x="1" y="55"/>
                    <a:pt x="0" y="53"/>
                    <a:pt x="0" y="51"/>
                  </a:cubicBezTo>
                  <a:cubicBezTo>
                    <a:pt x="0" y="40"/>
                    <a:pt x="0" y="40"/>
                    <a:pt x="0" y="40"/>
                  </a:cubicBezTo>
                  <a:cubicBezTo>
                    <a:pt x="0" y="38"/>
                    <a:pt x="1" y="37"/>
                    <a:pt x="3" y="37"/>
                  </a:cubicBezTo>
                  <a:cubicBezTo>
                    <a:pt x="20" y="37"/>
                    <a:pt x="20" y="37"/>
                    <a:pt x="20" y="37"/>
                  </a:cubicBezTo>
                  <a:cubicBezTo>
                    <a:pt x="25" y="41"/>
                    <a:pt x="25" y="41"/>
                    <a:pt x="25" y="41"/>
                  </a:cubicBezTo>
                  <a:cubicBezTo>
                    <a:pt x="26" y="43"/>
                    <a:pt x="28" y="43"/>
                    <a:pt x="29" y="43"/>
                  </a:cubicBezTo>
                  <a:cubicBezTo>
                    <a:pt x="31" y="43"/>
                    <a:pt x="33" y="43"/>
                    <a:pt x="34" y="41"/>
                  </a:cubicBezTo>
                  <a:cubicBezTo>
                    <a:pt x="39" y="37"/>
                    <a:pt x="39" y="37"/>
                    <a:pt x="39" y="37"/>
                  </a:cubicBezTo>
                  <a:cubicBezTo>
                    <a:pt x="56" y="37"/>
                    <a:pt x="56" y="37"/>
                    <a:pt x="56" y="37"/>
                  </a:cubicBezTo>
                  <a:cubicBezTo>
                    <a:pt x="58" y="37"/>
                    <a:pt x="59" y="38"/>
                    <a:pt x="59" y="40"/>
                  </a:cubicBezTo>
                  <a:lnTo>
                    <a:pt x="59" y="51"/>
                  </a:lnTo>
                  <a:close/>
                  <a:moveTo>
                    <a:pt x="47" y="22"/>
                  </a:moveTo>
                  <a:cubicBezTo>
                    <a:pt x="31" y="38"/>
                    <a:pt x="31" y="38"/>
                    <a:pt x="31" y="38"/>
                  </a:cubicBezTo>
                  <a:cubicBezTo>
                    <a:pt x="31" y="39"/>
                    <a:pt x="30" y="39"/>
                    <a:pt x="29" y="39"/>
                  </a:cubicBezTo>
                  <a:cubicBezTo>
                    <a:pt x="29" y="39"/>
                    <a:pt x="28" y="39"/>
                    <a:pt x="28" y="38"/>
                  </a:cubicBezTo>
                  <a:cubicBezTo>
                    <a:pt x="12" y="22"/>
                    <a:pt x="12" y="22"/>
                    <a:pt x="12" y="22"/>
                  </a:cubicBezTo>
                  <a:cubicBezTo>
                    <a:pt x="11" y="21"/>
                    <a:pt x="11" y="20"/>
                    <a:pt x="11" y="20"/>
                  </a:cubicBezTo>
                  <a:cubicBezTo>
                    <a:pt x="12" y="19"/>
                    <a:pt x="13" y="18"/>
                    <a:pt x="13" y="18"/>
                  </a:cubicBezTo>
                  <a:cubicBezTo>
                    <a:pt x="23" y="18"/>
                    <a:pt x="23" y="18"/>
                    <a:pt x="23" y="18"/>
                  </a:cubicBezTo>
                  <a:cubicBezTo>
                    <a:pt x="23" y="2"/>
                    <a:pt x="23" y="2"/>
                    <a:pt x="23" y="2"/>
                  </a:cubicBezTo>
                  <a:cubicBezTo>
                    <a:pt x="23" y="1"/>
                    <a:pt x="24" y="0"/>
                    <a:pt x="25" y="0"/>
                  </a:cubicBezTo>
                  <a:cubicBezTo>
                    <a:pt x="34" y="0"/>
                    <a:pt x="34" y="0"/>
                    <a:pt x="34" y="0"/>
                  </a:cubicBezTo>
                  <a:cubicBezTo>
                    <a:pt x="35" y="0"/>
                    <a:pt x="36" y="1"/>
                    <a:pt x="36" y="2"/>
                  </a:cubicBezTo>
                  <a:cubicBezTo>
                    <a:pt x="36" y="18"/>
                    <a:pt x="36" y="18"/>
                    <a:pt x="36" y="18"/>
                  </a:cubicBezTo>
                  <a:cubicBezTo>
                    <a:pt x="45" y="18"/>
                    <a:pt x="45" y="18"/>
                    <a:pt x="45" y="18"/>
                  </a:cubicBezTo>
                  <a:cubicBezTo>
                    <a:pt x="46" y="18"/>
                    <a:pt x="47" y="19"/>
                    <a:pt x="48" y="20"/>
                  </a:cubicBezTo>
                  <a:cubicBezTo>
                    <a:pt x="48" y="20"/>
                    <a:pt x="48" y="21"/>
                    <a:pt x="47" y="22"/>
                  </a:cubicBezTo>
                  <a:close/>
                  <a:moveTo>
                    <a:pt x="43" y="46"/>
                  </a:moveTo>
                  <a:cubicBezTo>
                    <a:pt x="42" y="46"/>
                    <a:pt x="41" y="47"/>
                    <a:pt x="41" y="48"/>
                  </a:cubicBezTo>
                  <a:cubicBezTo>
                    <a:pt x="41" y="49"/>
                    <a:pt x="42" y="50"/>
                    <a:pt x="43" y="50"/>
                  </a:cubicBezTo>
                  <a:cubicBezTo>
                    <a:pt x="44" y="50"/>
                    <a:pt x="45" y="49"/>
                    <a:pt x="45" y="48"/>
                  </a:cubicBezTo>
                  <a:cubicBezTo>
                    <a:pt x="45" y="47"/>
                    <a:pt x="44" y="46"/>
                    <a:pt x="43" y="46"/>
                  </a:cubicBezTo>
                  <a:close/>
                  <a:moveTo>
                    <a:pt x="52" y="46"/>
                  </a:moveTo>
                  <a:cubicBezTo>
                    <a:pt x="51" y="46"/>
                    <a:pt x="50" y="47"/>
                    <a:pt x="50" y="48"/>
                  </a:cubicBezTo>
                  <a:cubicBezTo>
                    <a:pt x="50" y="49"/>
                    <a:pt x="51" y="50"/>
                    <a:pt x="52" y="50"/>
                  </a:cubicBezTo>
                  <a:cubicBezTo>
                    <a:pt x="54" y="50"/>
                    <a:pt x="55" y="49"/>
                    <a:pt x="55" y="48"/>
                  </a:cubicBezTo>
                  <a:cubicBezTo>
                    <a:pt x="55" y="47"/>
                    <a:pt x="54" y="46"/>
                    <a:pt x="52" y="46"/>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8"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CHART ANALYSIS</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49" name="Rectangle 48"/>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50" name="Group 49"/>
          <p:cNvGrpSpPr/>
          <p:nvPr/>
        </p:nvGrpSpPr>
        <p:grpSpPr>
          <a:xfrm rot="10800000" flipV="1">
            <a:off x="5380522" y="1080697"/>
            <a:ext cx="1427781" cy="45707"/>
            <a:chOff x="3965945" y="1385354"/>
            <a:chExt cx="4572000" cy="79107"/>
          </a:xfrm>
        </p:grpSpPr>
        <p:sp>
          <p:nvSpPr>
            <p:cNvPr id="51" name="Rectangle 50"/>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2" name="Rectangle 51"/>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3" name="Rectangle 52"/>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4" name="Rectangle 53"/>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55" name="Rectangle 54"/>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
                                            <p:graphicEl>
                                              <a:chart seriesIdx="-3" categoryIdx="-3" bldStep="gridLegend"/>
                                            </p:graphicEl>
                                          </p:spTgt>
                                        </p:tgtEl>
                                        <p:attrNameLst>
                                          <p:attrName>style.visibility</p:attrName>
                                        </p:attrNameLst>
                                      </p:cBhvr>
                                      <p:to>
                                        <p:strVal val="visible"/>
                                      </p:to>
                                    </p:set>
                                    <p:animEffect transition="in" filter="fade">
                                      <p:cBhvr>
                                        <p:cTn id="7" dur="1000"/>
                                        <p:tgtEl>
                                          <p:spTgt spid="23">
                                            <p:graphicEl>
                                              <a:chart seriesIdx="-3" categoryIdx="-3" bldStep="gridLegend"/>
                                            </p:graphicEl>
                                          </p:spTgt>
                                        </p:tgtEl>
                                      </p:cBhvr>
                                    </p:animEffect>
                                  </p:childTnLst>
                                </p:cTn>
                              </p:par>
                            </p:childTnLst>
                          </p:cTn>
                        </p:par>
                        <p:par>
                          <p:cTn id="8" fill="hold">
                            <p:stCondLst>
                              <p:cond delay="1000"/>
                            </p:stCondLst>
                            <p:childTnLst>
                              <p:par>
                                <p:cTn id="9" presetID="18" presetClass="entr" presetSubtype="3" fill="hold" grpId="0" nodeType="afterEffect">
                                  <p:stCondLst>
                                    <p:cond delay="0"/>
                                  </p:stCondLst>
                                  <p:childTnLst>
                                    <p:set>
                                      <p:cBhvr>
                                        <p:cTn id="10" dur="1" fill="hold">
                                          <p:stCondLst>
                                            <p:cond delay="0"/>
                                          </p:stCondLst>
                                        </p:cTn>
                                        <p:tgtEl>
                                          <p:spTgt spid="23">
                                            <p:graphicEl>
                                              <a:chart seriesIdx="0" categoryIdx="-4" bldStep="series"/>
                                            </p:graphicEl>
                                          </p:spTgt>
                                        </p:tgtEl>
                                        <p:attrNameLst>
                                          <p:attrName>style.visibility</p:attrName>
                                        </p:attrNameLst>
                                      </p:cBhvr>
                                      <p:to>
                                        <p:strVal val="visible"/>
                                      </p:to>
                                    </p:set>
                                    <p:animEffect transition="in" filter="strips(upRight)">
                                      <p:cBhvr>
                                        <p:cTn id="11" dur="500"/>
                                        <p:tgtEl>
                                          <p:spTgt spid="23">
                                            <p:graphicEl>
                                              <a:chart seriesIdx="0" categoryIdx="-4" bldStep="series"/>
                                            </p:graphicEl>
                                          </p:spTgt>
                                        </p:tgtEl>
                                      </p:cBhvr>
                                    </p:animEffect>
                                  </p:childTnLst>
                                </p:cTn>
                              </p:par>
                            </p:childTnLst>
                          </p:cTn>
                        </p:par>
                        <p:par>
                          <p:cTn id="12" fill="hold">
                            <p:stCondLst>
                              <p:cond delay="1500"/>
                            </p:stCondLst>
                            <p:childTnLst>
                              <p:par>
                                <p:cTn id="13" presetID="18" presetClass="entr" presetSubtype="3" fill="hold" grpId="0" nodeType="afterEffect">
                                  <p:stCondLst>
                                    <p:cond delay="0"/>
                                  </p:stCondLst>
                                  <p:childTnLst>
                                    <p:set>
                                      <p:cBhvr>
                                        <p:cTn id="14" dur="1" fill="hold">
                                          <p:stCondLst>
                                            <p:cond delay="0"/>
                                          </p:stCondLst>
                                        </p:cTn>
                                        <p:tgtEl>
                                          <p:spTgt spid="23">
                                            <p:graphicEl>
                                              <a:chart seriesIdx="1" categoryIdx="-4" bldStep="series"/>
                                            </p:graphicEl>
                                          </p:spTgt>
                                        </p:tgtEl>
                                        <p:attrNameLst>
                                          <p:attrName>style.visibility</p:attrName>
                                        </p:attrNameLst>
                                      </p:cBhvr>
                                      <p:to>
                                        <p:strVal val="visible"/>
                                      </p:to>
                                    </p:set>
                                    <p:animEffect transition="in" filter="strips(upRight)">
                                      <p:cBhvr>
                                        <p:cTn id="15" dur="500"/>
                                        <p:tgtEl>
                                          <p:spTgt spid="23">
                                            <p:graphicEl>
                                              <a:chart seriesIdx="1" categoryIdx="-4" bldStep="series"/>
                                            </p:graphicEl>
                                          </p:spTgt>
                                        </p:tgtEl>
                                      </p:cBhvr>
                                    </p:animEffect>
                                  </p:childTnLst>
                                </p:cTn>
                              </p:par>
                            </p:childTnLst>
                          </p:cTn>
                        </p:par>
                        <p:par>
                          <p:cTn id="16" fill="hold">
                            <p:stCondLst>
                              <p:cond delay="2000"/>
                            </p:stCondLst>
                            <p:childTnLst>
                              <p:par>
                                <p:cTn id="17" presetID="18" presetClass="entr" presetSubtype="3" fill="hold" grpId="0" nodeType="afterEffect">
                                  <p:stCondLst>
                                    <p:cond delay="0"/>
                                  </p:stCondLst>
                                  <p:childTnLst>
                                    <p:set>
                                      <p:cBhvr>
                                        <p:cTn id="18" dur="1" fill="hold">
                                          <p:stCondLst>
                                            <p:cond delay="0"/>
                                          </p:stCondLst>
                                        </p:cTn>
                                        <p:tgtEl>
                                          <p:spTgt spid="23">
                                            <p:graphicEl>
                                              <a:chart seriesIdx="2" categoryIdx="-4" bldStep="series"/>
                                            </p:graphicEl>
                                          </p:spTgt>
                                        </p:tgtEl>
                                        <p:attrNameLst>
                                          <p:attrName>style.visibility</p:attrName>
                                        </p:attrNameLst>
                                      </p:cBhvr>
                                      <p:to>
                                        <p:strVal val="visible"/>
                                      </p:to>
                                    </p:set>
                                    <p:animEffect transition="in" filter="strips(upRight)">
                                      <p:cBhvr>
                                        <p:cTn id="19" dur="500"/>
                                        <p:tgtEl>
                                          <p:spTgt spid="23">
                                            <p:graphicEl>
                                              <a:chart seriesIdx="2" categoryIdx="-4" bldStep="series"/>
                                            </p:graphicEl>
                                          </p:spTgt>
                                        </p:tgtEl>
                                      </p:cBhvr>
                                    </p:animEffect>
                                  </p:childTnLst>
                                </p:cTn>
                              </p:par>
                            </p:childTnLst>
                          </p:cTn>
                        </p:par>
                        <p:par>
                          <p:cTn id="20" fill="hold">
                            <p:stCondLst>
                              <p:cond delay="2500"/>
                            </p:stCondLst>
                            <p:childTnLst>
                              <p:par>
                                <p:cTn id="21" presetID="18" presetClass="entr" presetSubtype="3" fill="hold" grpId="0" nodeType="afterEffect">
                                  <p:stCondLst>
                                    <p:cond delay="0"/>
                                  </p:stCondLst>
                                  <p:childTnLst>
                                    <p:set>
                                      <p:cBhvr>
                                        <p:cTn id="22" dur="1" fill="hold">
                                          <p:stCondLst>
                                            <p:cond delay="0"/>
                                          </p:stCondLst>
                                        </p:cTn>
                                        <p:tgtEl>
                                          <p:spTgt spid="23">
                                            <p:graphicEl>
                                              <a:chart seriesIdx="3" categoryIdx="-4" bldStep="series"/>
                                            </p:graphicEl>
                                          </p:spTgt>
                                        </p:tgtEl>
                                        <p:attrNameLst>
                                          <p:attrName>style.visibility</p:attrName>
                                        </p:attrNameLst>
                                      </p:cBhvr>
                                      <p:to>
                                        <p:strVal val="visible"/>
                                      </p:to>
                                    </p:set>
                                    <p:animEffect transition="in" filter="strips(upRight)">
                                      <p:cBhvr>
                                        <p:cTn id="23" dur="500"/>
                                        <p:tgtEl>
                                          <p:spTgt spid="23">
                                            <p:graphicEl>
                                              <a:chart seriesIdx="3" categoryIdx="-4" bldStep="series"/>
                                            </p:graphicEl>
                                          </p:spTgt>
                                        </p:tgtEl>
                                      </p:cBhvr>
                                    </p:animEffect>
                                  </p:childTnLst>
                                </p:cTn>
                              </p:par>
                            </p:childTnLst>
                          </p:cTn>
                        </p:par>
                        <p:par>
                          <p:cTn id="24" fill="hold">
                            <p:stCondLst>
                              <p:cond delay="3000"/>
                            </p:stCondLst>
                            <p:childTnLst>
                              <p:par>
                                <p:cTn id="25" presetID="2" presetClass="entr" presetSubtype="1" accel="50000" decel="50000"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additive="base">
                                        <p:cTn id="27" dur="500" fill="hold"/>
                                        <p:tgtEl>
                                          <p:spTgt spid="24"/>
                                        </p:tgtEl>
                                        <p:attrNameLst>
                                          <p:attrName>ppt_x</p:attrName>
                                        </p:attrNameLst>
                                      </p:cBhvr>
                                      <p:tavLst>
                                        <p:tav tm="0">
                                          <p:val>
                                            <p:strVal val="#ppt_x"/>
                                          </p:val>
                                        </p:tav>
                                        <p:tav tm="100000">
                                          <p:val>
                                            <p:strVal val="#ppt_x"/>
                                          </p:val>
                                        </p:tav>
                                      </p:tavLst>
                                    </p:anim>
                                    <p:anim calcmode="lin" valueType="num">
                                      <p:cBhvr additive="base">
                                        <p:cTn id="28" dur="500" fill="hold"/>
                                        <p:tgtEl>
                                          <p:spTgt spid="24"/>
                                        </p:tgtEl>
                                        <p:attrNameLst>
                                          <p:attrName>ppt_y</p:attrName>
                                        </p:attrNameLst>
                                      </p:cBhvr>
                                      <p:tavLst>
                                        <p:tav tm="0">
                                          <p:val>
                                            <p:strVal val="0-#ppt_h/2"/>
                                          </p:val>
                                        </p:tav>
                                        <p:tav tm="100000">
                                          <p:val>
                                            <p:strVal val="#ppt_y"/>
                                          </p:val>
                                        </p:tav>
                                      </p:tavLst>
                                    </p:anim>
                                  </p:childTnLst>
                                </p:cTn>
                              </p:par>
                            </p:childTnLst>
                          </p:cTn>
                        </p:par>
                        <p:par>
                          <p:cTn id="29" fill="hold">
                            <p:stCondLst>
                              <p:cond delay="3500"/>
                            </p:stCondLst>
                            <p:childTnLst>
                              <p:par>
                                <p:cTn id="30" presetID="2" presetClass="entr" presetSubtype="1" accel="50000" decel="50000" fill="hold"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500" fill="hold"/>
                                        <p:tgtEl>
                                          <p:spTgt spid="27"/>
                                        </p:tgtEl>
                                        <p:attrNameLst>
                                          <p:attrName>ppt_x</p:attrName>
                                        </p:attrNameLst>
                                      </p:cBhvr>
                                      <p:tavLst>
                                        <p:tav tm="0">
                                          <p:val>
                                            <p:strVal val="#ppt_x"/>
                                          </p:val>
                                        </p:tav>
                                        <p:tav tm="100000">
                                          <p:val>
                                            <p:strVal val="#ppt_x"/>
                                          </p:val>
                                        </p:tav>
                                      </p:tavLst>
                                    </p:anim>
                                    <p:anim calcmode="lin" valueType="num">
                                      <p:cBhvr additive="base">
                                        <p:cTn id="33" dur="500" fill="hold"/>
                                        <p:tgtEl>
                                          <p:spTgt spid="27"/>
                                        </p:tgtEl>
                                        <p:attrNameLst>
                                          <p:attrName>ppt_y</p:attrName>
                                        </p:attrNameLst>
                                      </p:cBhvr>
                                      <p:tavLst>
                                        <p:tav tm="0">
                                          <p:val>
                                            <p:strVal val="0-#ppt_h/2"/>
                                          </p:val>
                                        </p:tav>
                                        <p:tav tm="100000">
                                          <p:val>
                                            <p:strVal val="#ppt_y"/>
                                          </p:val>
                                        </p:tav>
                                      </p:tavLst>
                                    </p:anim>
                                  </p:childTnLst>
                                </p:cTn>
                              </p:par>
                            </p:childTnLst>
                          </p:cTn>
                        </p:par>
                        <p:par>
                          <p:cTn id="34" fill="hold">
                            <p:stCondLst>
                              <p:cond delay="4000"/>
                            </p:stCondLst>
                            <p:childTnLst>
                              <p:par>
                                <p:cTn id="35" presetID="2" presetClass="entr" presetSubtype="1" accel="50000" decel="50000" fill="hold" nodeType="after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fill="hold"/>
                                        <p:tgtEl>
                                          <p:spTgt spid="30"/>
                                        </p:tgtEl>
                                        <p:attrNameLst>
                                          <p:attrName>ppt_x</p:attrName>
                                        </p:attrNameLst>
                                      </p:cBhvr>
                                      <p:tavLst>
                                        <p:tav tm="0">
                                          <p:val>
                                            <p:strVal val="#ppt_x"/>
                                          </p:val>
                                        </p:tav>
                                        <p:tav tm="100000">
                                          <p:val>
                                            <p:strVal val="#ppt_x"/>
                                          </p:val>
                                        </p:tav>
                                      </p:tavLst>
                                    </p:anim>
                                    <p:anim calcmode="lin" valueType="num">
                                      <p:cBhvr additive="base">
                                        <p:cTn id="38" dur="500" fill="hold"/>
                                        <p:tgtEl>
                                          <p:spTgt spid="30"/>
                                        </p:tgtEl>
                                        <p:attrNameLst>
                                          <p:attrName>ppt_y</p:attrName>
                                        </p:attrNameLst>
                                      </p:cBhvr>
                                      <p:tavLst>
                                        <p:tav tm="0">
                                          <p:val>
                                            <p:strVal val="0-#ppt_h/2"/>
                                          </p:val>
                                        </p:tav>
                                        <p:tav tm="100000">
                                          <p:val>
                                            <p:strVal val="#ppt_y"/>
                                          </p:val>
                                        </p:tav>
                                      </p:tavLst>
                                    </p:anim>
                                  </p:childTnLst>
                                </p:cTn>
                              </p:par>
                            </p:childTnLst>
                          </p:cTn>
                        </p:par>
                        <p:par>
                          <p:cTn id="39" fill="hold">
                            <p:stCondLst>
                              <p:cond delay="4500"/>
                            </p:stCondLst>
                            <p:childTnLst>
                              <p:par>
                                <p:cTn id="40" presetID="2" presetClass="entr" presetSubtype="1" accel="50000" decel="50000" fill="hold" nodeType="after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additive="base">
                                        <p:cTn id="42" dur="500" fill="hold"/>
                                        <p:tgtEl>
                                          <p:spTgt spid="33"/>
                                        </p:tgtEl>
                                        <p:attrNameLst>
                                          <p:attrName>ppt_x</p:attrName>
                                        </p:attrNameLst>
                                      </p:cBhvr>
                                      <p:tavLst>
                                        <p:tav tm="0">
                                          <p:val>
                                            <p:strVal val="#ppt_x"/>
                                          </p:val>
                                        </p:tav>
                                        <p:tav tm="100000">
                                          <p:val>
                                            <p:strVal val="#ppt_x"/>
                                          </p:val>
                                        </p:tav>
                                      </p:tavLst>
                                    </p:anim>
                                    <p:anim calcmode="lin" valueType="num">
                                      <p:cBhvr additive="base">
                                        <p:cTn id="43" dur="500" fill="hold"/>
                                        <p:tgtEl>
                                          <p:spTgt spid="33"/>
                                        </p:tgtEl>
                                        <p:attrNameLst>
                                          <p:attrName>ppt_y</p:attrName>
                                        </p:attrNameLst>
                                      </p:cBhvr>
                                      <p:tavLst>
                                        <p:tav tm="0">
                                          <p:val>
                                            <p:strVal val="0-#ppt_h/2"/>
                                          </p:val>
                                        </p:tav>
                                        <p:tav tm="100000">
                                          <p:val>
                                            <p:strVal val="#ppt_y"/>
                                          </p:val>
                                        </p:tav>
                                      </p:tavLst>
                                    </p:anim>
                                  </p:childTnLst>
                                </p:cTn>
                              </p:par>
                            </p:childTnLst>
                          </p:cTn>
                        </p:par>
                        <p:par>
                          <p:cTn id="44" fill="hold">
                            <p:stCondLst>
                              <p:cond delay="5000"/>
                            </p:stCondLst>
                            <p:childTnLst>
                              <p:par>
                                <p:cTn id="45" presetID="2" presetClass="entr" presetSubtype="4" accel="50000" decel="50000" fill="hold" nodeType="after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additive="base">
                                        <p:cTn id="47" dur="500" fill="hold"/>
                                        <p:tgtEl>
                                          <p:spTgt spid="45"/>
                                        </p:tgtEl>
                                        <p:attrNameLst>
                                          <p:attrName>ppt_x</p:attrName>
                                        </p:attrNameLst>
                                      </p:cBhvr>
                                      <p:tavLst>
                                        <p:tav tm="0">
                                          <p:val>
                                            <p:strVal val="#ppt_x"/>
                                          </p:val>
                                        </p:tav>
                                        <p:tav tm="100000">
                                          <p:val>
                                            <p:strVal val="#ppt_x"/>
                                          </p:val>
                                        </p:tav>
                                      </p:tavLst>
                                    </p:anim>
                                    <p:anim calcmode="lin" valueType="num">
                                      <p:cBhvr additive="base">
                                        <p:cTn id="48" dur="500" fill="hold"/>
                                        <p:tgtEl>
                                          <p:spTgt spid="45"/>
                                        </p:tgtEl>
                                        <p:attrNameLst>
                                          <p:attrName>ppt_y</p:attrName>
                                        </p:attrNameLst>
                                      </p:cBhvr>
                                      <p:tavLst>
                                        <p:tav tm="0">
                                          <p:val>
                                            <p:strVal val="1+#ppt_h/2"/>
                                          </p:val>
                                        </p:tav>
                                        <p:tav tm="100000">
                                          <p:val>
                                            <p:strVal val="#ppt_y"/>
                                          </p:val>
                                        </p:tav>
                                      </p:tavLst>
                                    </p:anim>
                                  </p:childTnLst>
                                </p:cTn>
                              </p:par>
                            </p:childTnLst>
                          </p:cTn>
                        </p:par>
                        <p:par>
                          <p:cTn id="49" fill="hold">
                            <p:stCondLst>
                              <p:cond delay="5500"/>
                            </p:stCondLst>
                            <p:childTnLst>
                              <p:par>
                                <p:cTn id="50" presetID="2" presetClass="entr" presetSubtype="4" accel="50000" decel="50000" fill="hold" nodeType="afterEffect">
                                  <p:stCondLst>
                                    <p:cond delay="0"/>
                                  </p:stCondLst>
                                  <p:childTnLst>
                                    <p:set>
                                      <p:cBhvr>
                                        <p:cTn id="51" dur="1" fill="hold">
                                          <p:stCondLst>
                                            <p:cond delay="0"/>
                                          </p:stCondLst>
                                        </p:cTn>
                                        <p:tgtEl>
                                          <p:spTgt spid="36"/>
                                        </p:tgtEl>
                                        <p:attrNameLst>
                                          <p:attrName>style.visibility</p:attrName>
                                        </p:attrNameLst>
                                      </p:cBhvr>
                                      <p:to>
                                        <p:strVal val="visible"/>
                                      </p:to>
                                    </p:set>
                                    <p:anim calcmode="lin" valueType="num">
                                      <p:cBhvr additive="base">
                                        <p:cTn id="52" dur="500" fill="hold"/>
                                        <p:tgtEl>
                                          <p:spTgt spid="36"/>
                                        </p:tgtEl>
                                        <p:attrNameLst>
                                          <p:attrName>ppt_x</p:attrName>
                                        </p:attrNameLst>
                                      </p:cBhvr>
                                      <p:tavLst>
                                        <p:tav tm="0">
                                          <p:val>
                                            <p:strVal val="#ppt_x"/>
                                          </p:val>
                                        </p:tav>
                                        <p:tav tm="100000">
                                          <p:val>
                                            <p:strVal val="#ppt_x"/>
                                          </p:val>
                                        </p:tav>
                                      </p:tavLst>
                                    </p:anim>
                                    <p:anim calcmode="lin" valueType="num">
                                      <p:cBhvr additive="base">
                                        <p:cTn id="53" dur="500" fill="hold"/>
                                        <p:tgtEl>
                                          <p:spTgt spid="36"/>
                                        </p:tgtEl>
                                        <p:attrNameLst>
                                          <p:attrName>ppt_y</p:attrName>
                                        </p:attrNameLst>
                                      </p:cBhvr>
                                      <p:tavLst>
                                        <p:tav tm="0">
                                          <p:val>
                                            <p:strVal val="1+#ppt_h/2"/>
                                          </p:val>
                                        </p:tav>
                                        <p:tav tm="100000">
                                          <p:val>
                                            <p:strVal val="#ppt_y"/>
                                          </p:val>
                                        </p:tav>
                                      </p:tavLst>
                                    </p:anim>
                                  </p:childTnLst>
                                </p:cTn>
                              </p:par>
                            </p:childTnLst>
                          </p:cTn>
                        </p:par>
                        <p:par>
                          <p:cTn id="54" fill="hold">
                            <p:stCondLst>
                              <p:cond delay="6000"/>
                            </p:stCondLst>
                            <p:childTnLst>
                              <p:par>
                                <p:cTn id="55" presetID="2" presetClass="entr" presetSubtype="4" accel="50000" decel="50000" fill="hold" nodeType="afterEffect">
                                  <p:stCondLst>
                                    <p:cond delay="0"/>
                                  </p:stCondLst>
                                  <p:childTnLst>
                                    <p:set>
                                      <p:cBhvr>
                                        <p:cTn id="56" dur="1" fill="hold">
                                          <p:stCondLst>
                                            <p:cond delay="0"/>
                                          </p:stCondLst>
                                        </p:cTn>
                                        <p:tgtEl>
                                          <p:spTgt spid="39"/>
                                        </p:tgtEl>
                                        <p:attrNameLst>
                                          <p:attrName>style.visibility</p:attrName>
                                        </p:attrNameLst>
                                      </p:cBhvr>
                                      <p:to>
                                        <p:strVal val="visible"/>
                                      </p:to>
                                    </p:set>
                                    <p:anim calcmode="lin" valueType="num">
                                      <p:cBhvr additive="base">
                                        <p:cTn id="57" dur="500" fill="hold"/>
                                        <p:tgtEl>
                                          <p:spTgt spid="39"/>
                                        </p:tgtEl>
                                        <p:attrNameLst>
                                          <p:attrName>ppt_x</p:attrName>
                                        </p:attrNameLst>
                                      </p:cBhvr>
                                      <p:tavLst>
                                        <p:tav tm="0">
                                          <p:val>
                                            <p:strVal val="#ppt_x"/>
                                          </p:val>
                                        </p:tav>
                                        <p:tav tm="100000">
                                          <p:val>
                                            <p:strVal val="#ppt_x"/>
                                          </p:val>
                                        </p:tav>
                                      </p:tavLst>
                                    </p:anim>
                                    <p:anim calcmode="lin" valueType="num">
                                      <p:cBhvr additive="base">
                                        <p:cTn id="58" dur="500" fill="hold"/>
                                        <p:tgtEl>
                                          <p:spTgt spid="39"/>
                                        </p:tgtEl>
                                        <p:attrNameLst>
                                          <p:attrName>ppt_y</p:attrName>
                                        </p:attrNameLst>
                                      </p:cBhvr>
                                      <p:tavLst>
                                        <p:tav tm="0">
                                          <p:val>
                                            <p:strVal val="1+#ppt_h/2"/>
                                          </p:val>
                                        </p:tav>
                                        <p:tav tm="100000">
                                          <p:val>
                                            <p:strVal val="#ppt_y"/>
                                          </p:val>
                                        </p:tav>
                                      </p:tavLst>
                                    </p:anim>
                                  </p:childTnLst>
                                </p:cTn>
                              </p:par>
                            </p:childTnLst>
                          </p:cTn>
                        </p:par>
                        <p:par>
                          <p:cTn id="59" fill="hold">
                            <p:stCondLst>
                              <p:cond delay="6500"/>
                            </p:stCondLst>
                            <p:childTnLst>
                              <p:par>
                                <p:cTn id="60" presetID="2" presetClass="entr" presetSubtype="4" accel="50000" decel="50000" fill="hold" nodeType="afterEffect">
                                  <p:stCondLst>
                                    <p:cond delay="0"/>
                                  </p:stCondLst>
                                  <p:childTnLst>
                                    <p:set>
                                      <p:cBhvr>
                                        <p:cTn id="61" dur="1" fill="hold">
                                          <p:stCondLst>
                                            <p:cond delay="0"/>
                                          </p:stCondLst>
                                        </p:cTn>
                                        <p:tgtEl>
                                          <p:spTgt spid="42"/>
                                        </p:tgtEl>
                                        <p:attrNameLst>
                                          <p:attrName>style.visibility</p:attrName>
                                        </p:attrNameLst>
                                      </p:cBhvr>
                                      <p:to>
                                        <p:strVal val="visible"/>
                                      </p:to>
                                    </p:set>
                                    <p:anim calcmode="lin" valueType="num">
                                      <p:cBhvr additive="base">
                                        <p:cTn id="62" dur="500" fill="hold"/>
                                        <p:tgtEl>
                                          <p:spTgt spid="42"/>
                                        </p:tgtEl>
                                        <p:attrNameLst>
                                          <p:attrName>ppt_x</p:attrName>
                                        </p:attrNameLst>
                                      </p:cBhvr>
                                      <p:tavLst>
                                        <p:tav tm="0">
                                          <p:val>
                                            <p:strVal val="#ppt_x"/>
                                          </p:val>
                                        </p:tav>
                                        <p:tav tm="100000">
                                          <p:val>
                                            <p:strVal val="#ppt_x"/>
                                          </p:val>
                                        </p:tav>
                                      </p:tavLst>
                                    </p:anim>
                                    <p:anim calcmode="lin" valueType="num">
                                      <p:cBhvr additive="base">
                                        <p:cTn id="63" dur="500" fill="hold"/>
                                        <p:tgtEl>
                                          <p:spTgt spid="42"/>
                                        </p:tgtEl>
                                        <p:attrNameLst>
                                          <p:attrName>ppt_y</p:attrName>
                                        </p:attrNameLst>
                                      </p:cBhvr>
                                      <p:tavLst>
                                        <p:tav tm="0">
                                          <p:val>
                                            <p:strVal val="1+#ppt_h/2"/>
                                          </p:val>
                                        </p:tav>
                                        <p:tav tm="100000">
                                          <p:val>
                                            <p:strVal val="#ppt_y"/>
                                          </p:val>
                                        </p:tav>
                                      </p:tavLst>
                                    </p:anim>
                                  </p:childTnLst>
                                </p:cTn>
                              </p:par>
                            </p:childTnLst>
                          </p:cTn>
                        </p:par>
                        <p:par>
                          <p:cTn id="64" fill="hold">
                            <p:stCondLst>
                              <p:cond delay="7000"/>
                            </p:stCondLst>
                            <p:childTnLst>
                              <p:par>
                                <p:cTn id="65" presetID="49" presetClass="entr" presetSubtype="0" decel="100000" fill="hold" nodeType="afterEffect">
                                  <p:stCondLst>
                                    <p:cond delay="0"/>
                                  </p:stCondLst>
                                  <p:childTnLst>
                                    <p:set>
                                      <p:cBhvr>
                                        <p:cTn id="66" dur="1" fill="hold">
                                          <p:stCondLst>
                                            <p:cond delay="0"/>
                                          </p:stCondLst>
                                        </p:cTn>
                                        <p:tgtEl>
                                          <p:spTgt spid="50"/>
                                        </p:tgtEl>
                                        <p:attrNameLst>
                                          <p:attrName>style.visibility</p:attrName>
                                        </p:attrNameLst>
                                      </p:cBhvr>
                                      <p:to>
                                        <p:strVal val="visible"/>
                                      </p:to>
                                    </p:set>
                                    <p:anim calcmode="lin" valueType="num">
                                      <p:cBhvr>
                                        <p:cTn id="67" dur="500" fill="hold"/>
                                        <p:tgtEl>
                                          <p:spTgt spid="50"/>
                                        </p:tgtEl>
                                        <p:attrNameLst>
                                          <p:attrName>ppt_w</p:attrName>
                                        </p:attrNameLst>
                                      </p:cBhvr>
                                      <p:tavLst>
                                        <p:tav tm="0">
                                          <p:val>
                                            <p:fltVal val="0"/>
                                          </p:val>
                                        </p:tav>
                                        <p:tav tm="100000">
                                          <p:val>
                                            <p:strVal val="#ppt_w"/>
                                          </p:val>
                                        </p:tav>
                                      </p:tavLst>
                                    </p:anim>
                                    <p:anim calcmode="lin" valueType="num">
                                      <p:cBhvr>
                                        <p:cTn id="68" dur="500" fill="hold"/>
                                        <p:tgtEl>
                                          <p:spTgt spid="50"/>
                                        </p:tgtEl>
                                        <p:attrNameLst>
                                          <p:attrName>ppt_h</p:attrName>
                                        </p:attrNameLst>
                                      </p:cBhvr>
                                      <p:tavLst>
                                        <p:tav tm="0">
                                          <p:val>
                                            <p:fltVal val="0"/>
                                          </p:val>
                                        </p:tav>
                                        <p:tav tm="100000">
                                          <p:val>
                                            <p:strVal val="#ppt_h"/>
                                          </p:val>
                                        </p:tav>
                                      </p:tavLst>
                                    </p:anim>
                                    <p:anim calcmode="lin" valueType="num">
                                      <p:cBhvr>
                                        <p:cTn id="69" dur="500" fill="hold"/>
                                        <p:tgtEl>
                                          <p:spTgt spid="50"/>
                                        </p:tgtEl>
                                        <p:attrNameLst>
                                          <p:attrName>style.rotation</p:attrName>
                                        </p:attrNameLst>
                                      </p:cBhvr>
                                      <p:tavLst>
                                        <p:tav tm="0">
                                          <p:val>
                                            <p:fltVal val="360"/>
                                          </p:val>
                                        </p:tav>
                                        <p:tav tm="100000">
                                          <p:val>
                                            <p:fltVal val="0"/>
                                          </p:val>
                                        </p:tav>
                                      </p:tavLst>
                                    </p:anim>
                                    <p:animEffect transition="in" filter="fade">
                                      <p:cBhvr>
                                        <p:cTn id="7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Sub>
          <a:bldChart bld="series"/>
        </p:bldSub>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p:nvPr>
            <p:extLst>
              <p:ext uri="{D42A27DB-BD31-4B8C-83A1-F6EECF244321}">
                <p14:modId xmlns:p14="http://schemas.microsoft.com/office/powerpoint/2010/main" val="3377452219"/>
              </p:ext>
            </p:extLst>
          </p:nvPr>
        </p:nvGraphicFramePr>
        <p:xfrm>
          <a:off x="5766994" y="1828800"/>
          <a:ext cx="4747018" cy="3122576"/>
        </p:xfrm>
        <a:graphic>
          <a:graphicData uri="http://schemas.openxmlformats.org/drawingml/2006/chart">
            <c:chart xmlns:c="http://schemas.openxmlformats.org/drawingml/2006/chart" xmlns:r="http://schemas.openxmlformats.org/officeDocument/2006/relationships" r:id="rId2"/>
          </a:graphicData>
        </a:graphic>
      </p:graphicFrame>
      <p:sp>
        <p:nvSpPr>
          <p:cNvPr id="3" name="Down Arrow Callout 2"/>
          <p:cNvSpPr/>
          <p:nvPr/>
        </p:nvSpPr>
        <p:spPr>
          <a:xfrm>
            <a:off x="6802264" y="2115080"/>
            <a:ext cx="1235726" cy="531951"/>
          </a:xfrm>
          <a:prstGeom prst="downArrowCallout">
            <a:avLst>
              <a:gd name="adj1" fmla="val 25000"/>
              <a:gd name="adj2" fmla="val 25000"/>
              <a:gd name="adj3" fmla="val 25000"/>
              <a:gd name="adj4" fmla="val 75000"/>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r>
              <a:rPr lang="en-US" sz="1200" dirty="0" smtClean="0">
                <a:solidFill>
                  <a:schemeClr val="tx1">
                    <a:lumMod val="50000"/>
                    <a:lumOff val="50000"/>
                  </a:schemeClr>
                </a:solidFill>
              </a:rPr>
              <a:t>Max Value</a:t>
            </a:r>
            <a:endParaRPr lang="en-US" sz="1200" dirty="0">
              <a:solidFill>
                <a:schemeClr val="tx1">
                  <a:lumMod val="50000"/>
                  <a:lumOff val="50000"/>
                </a:schemeClr>
              </a:solidFill>
            </a:endParaRPr>
          </a:p>
        </p:txBody>
      </p:sp>
      <p:sp>
        <p:nvSpPr>
          <p:cNvPr id="4" name="TextBox 3"/>
          <p:cNvSpPr txBox="1"/>
          <p:nvPr/>
        </p:nvSpPr>
        <p:spPr>
          <a:xfrm>
            <a:off x="1036636" y="5181600"/>
            <a:ext cx="2011680" cy="923330"/>
          </a:xfrm>
          <a:prstGeom prst="rect">
            <a:avLst/>
          </a:prstGeom>
          <a:noFill/>
        </p:spPr>
        <p:txBody>
          <a:bodyPr wrap="square" rtlCol="0">
            <a:spAutoFit/>
          </a:bodyPr>
          <a:lstStyle/>
          <a:p>
            <a:r>
              <a:rPr lang="en-US" sz="1200" b="1" dirty="0" smtClean="0">
                <a:solidFill>
                  <a:schemeClr val="accent1"/>
                </a:solidFill>
              </a:rPr>
              <a:t>TITLE GOES HERE</a:t>
            </a:r>
          </a:p>
          <a:p>
            <a:pPr lvl="0" defTabSz="914400">
              <a:spcBef>
                <a:spcPct val="20000"/>
              </a:spcBef>
              <a:defRPr/>
            </a:pPr>
            <a:r>
              <a:rPr lang="en-US" sz="1000" dirty="0" smtClean="0">
                <a:solidFill>
                  <a:schemeClr val="tx1">
                    <a:lumMod val="50000"/>
                    <a:lumOff val="50000"/>
                  </a:schemeClr>
                </a:solidFill>
              </a:rPr>
              <a:t>There are many variations of passages but the of majority have suffered alteration some form by injected.</a:t>
            </a:r>
            <a:endParaRPr lang="en-US" sz="1000" dirty="0">
              <a:solidFill>
                <a:schemeClr val="tx1">
                  <a:lumMod val="50000"/>
                  <a:lumOff val="50000"/>
                </a:schemeClr>
              </a:solidFill>
            </a:endParaRPr>
          </a:p>
        </p:txBody>
      </p:sp>
      <p:sp>
        <p:nvSpPr>
          <p:cNvPr id="5" name="TextBox 4"/>
          <p:cNvSpPr txBox="1"/>
          <p:nvPr/>
        </p:nvSpPr>
        <p:spPr>
          <a:xfrm>
            <a:off x="2948780" y="5181600"/>
            <a:ext cx="2011680" cy="923330"/>
          </a:xfrm>
          <a:prstGeom prst="rect">
            <a:avLst/>
          </a:prstGeom>
          <a:noFill/>
        </p:spPr>
        <p:txBody>
          <a:bodyPr wrap="square" rtlCol="0">
            <a:spAutoFit/>
          </a:bodyPr>
          <a:lstStyle/>
          <a:p>
            <a:r>
              <a:rPr lang="en-US" sz="1200" b="1" dirty="0" smtClean="0">
                <a:solidFill>
                  <a:schemeClr val="accent2"/>
                </a:solidFill>
              </a:rPr>
              <a:t>TITLE GOES HERE</a:t>
            </a:r>
          </a:p>
          <a:p>
            <a:pPr lvl="0" defTabSz="914400">
              <a:spcBef>
                <a:spcPct val="20000"/>
              </a:spcBef>
              <a:defRPr/>
            </a:pPr>
            <a:r>
              <a:rPr lang="en-US" sz="1000" dirty="0" smtClean="0">
                <a:solidFill>
                  <a:schemeClr val="tx1">
                    <a:lumMod val="50000"/>
                    <a:lumOff val="50000"/>
                  </a:schemeClr>
                </a:solidFill>
              </a:rPr>
              <a:t>There are many variations of passages but the of majority have suffered alteration some </a:t>
            </a:r>
            <a:r>
              <a:rPr lang="en-US" sz="1000" dirty="0" err="1" smtClean="0">
                <a:solidFill>
                  <a:schemeClr val="tx1">
                    <a:lumMod val="50000"/>
                    <a:lumOff val="50000"/>
                  </a:schemeClr>
                </a:solidFill>
              </a:rPr>
              <a:t>formby</a:t>
            </a:r>
            <a:r>
              <a:rPr lang="en-US" sz="1000" dirty="0" smtClean="0">
                <a:solidFill>
                  <a:schemeClr val="tx1">
                    <a:lumMod val="50000"/>
                    <a:lumOff val="50000"/>
                  </a:schemeClr>
                </a:solidFill>
              </a:rPr>
              <a:t> injected.</a:t>
            </a:r>
            <a:endParaRPr lang="en-US" sz="1000" dirty="0">
              <a:solidFill>
                <a:schemeClr val="tx1">
                  <a:lumMod val="50000"/>
                  <a:lumOff val="50000"/>
                </a:schemeClr>
              </a:solidFill>
            </a:endParaRPr>
          </a:p>
        </p:txBody>
      </p:sp>
      <p:sp>
        <p:nvSpPr>
          <p:cNvPr id="6" name="TextBox 5"/>
          <p:cNvSpPr txBox="1"/>
          <p:nvPr/>
        </p:nvSpPr>
        <p:spPr>
          <a:xfrm>
            <a:off x="4860924" y="5181600"/>
            <a:ext cx="2011680" cy="923330"/>
          </a:xfrm>
          <a:prstGeom prst="rect">
            <a:avLst/>
          </a:prstGeom>
          <a:noFill/>
        </p:spPr>
        <p:txBody>
          <a:bodyPr wrap="square" rtlCol="0">
            <a:spAutoFit/>
          </a:bodyPr>
          <a:lstStyle/>
          <a:p>
            <a:r>
              <a:rPr lang="en-US" sz="1200" b="1" dirty="0" smtClean="0">
                <a:solidFill>
                  <a:schemeClr val="accent3"/>
                </a:solidFill>
              </a:rPr>
              <a:t>TITLE GOES HERE</a:t>
            </a:r>
          </a:p>
          <a:p>
            <a:pPr lvl="0" defTabSz="914400">
              <a:spcBef>
                <a:spcPct val="20000"/>
              </a:spcBef>
              <a:defRPr/>
            </a:pPr>
            <a:r>
              <a:rPr lang="en-US" sz="1000" dirty="0" smtClean="0">
                <a:solidFill>
                  <a:schemeClr val="tx1">
                    <a:lumMod val="50000"/>
                    <a:lumOff val="50000"/>
                  </a:schemeClr>
                </a:solidFill>
              </a:rPr>
              <a:t>There are many variations of passages but the of majority have suffered alteration some form by injected.</a:t>
            </a:r>
            <a:endParaRPr lang="en-US" sz="1000" dirty="0">
              <a:solidFill>
                <a:schemeClr val="tx1">
                  <a:lumMod val="50000"/>
                  <a:lumOff val="50000"/>
                </a:schemeClr>
              </a:solidFill>
            </a:endParaRPr>
          </a:p>
        </p:txBody>
      </p:sp>
      <p:sp>
        <p:nvSpPr>
          <p:cNvPr id="7" name="TextBox 6"/>
          <p:cNvSpPr txBox="1"/>
          <p:nvPr/>
        </p:nvSpPr>
        <p:spPr>
          <a:xfrm>
            <a:off x="6773068" y="5181600"/>
            <a:ext cx="2011680" cy="923330"/>
          </a:xfrm>
          <a:prstGeom prst="rect">
            <a:avLst/>
          </a:prstGeom>
          <a:noFill/>
        </p:spPr>
        <p:txBody>
          <a:bodyPr wrap="square" rtlCol="0">
            <a:spAutoFit/>
          </a:bodyPr>
          <a:lstStyle/>
          <a:p>
            <a:r>
              <a:rPr lang="en-US" sz="1200" b="1" dirty="0" smtClean="0">
                <a:solidFill>
                  <a:schemeClr val="accent4"/>
                </a:solidFill>
              </a:rPr>
              <a:t>TITLE GOES HERE</a:t>
            </a:r>
          </a:p>
          <a:p>
            <a:pPr lvl="0" defTabSz="914400">
              <a:spcBef>
                <a:spcPct val="20000"/>
              </a:spcBef>
              <a:defRPr/>
            </a:pPr>
            <a:r>
              <a:rPr lang="en-US" sz="1000" dirty="0" smtClean="0">
                <a:solidFill>
                  <a:schemeClr val="tx1">
                    <a:lumMod val="50000"/>
                    <a:lumOff val="50000"/>
                  </a:schemeClr>
                </a:solidFill>
              </a:rPr>
              <a:t>There are many variations of passages but the of majority have suffered alteration some form by injected.</a:t>
            </a:r>
            <a:endParaRPr lang="en-US" sz="1000" dirty="0">
              <a:solidFill>
                <a:schemeClr val="tx1">
                  <a:lumMod val="50000"/>
                  <a:lumOff val="50000"/>
                </a:schemeClr>
              </a:solidFill>
            </a:endParaRPr>
          </a:p>
        </p:txBody>
      </p:sp>
      <p:sp>
        <p:nvSpPr>
          <p:cNvPr id="8" name="TextBox 7"/>
          <p:cNvSpPr txBox="1"/>
          <p:nvPr/>
        </p:nvSpPr>
        <p:spPr>
          <a:xfrm>
            <a:off x="8685211" y="5181600"/>
            <a:ext cx="2011680" cy="923330"/>
          </a:xfrm>
          <a:prstGeom prst="rect">
            <a:avLst/>
          </a:prstGeom>
          <a:noFill/>
        </p:spPr>
        <p:txBody>
          <a:bodyPr wrap="square" rtlCol="0">
            <a:spAutoFit/>
          </a:bodyPr>
          <a:lstStyle/>
          <a:p>
            <a:r>
              <a:rPr lang="en-US" sz="1200" b="1" dirty="0" smtClean="0">
                <a:solidFill>
                  <a:schemeClr val="accent5"/>
                </a:solidFill>
              </a:rPr>
              <a:t>TITLE GOES HERE</a:t>
            </a:r>
          </a:p>
          <a:p>
            <a:pPr lvl="0" defTabSz="914400">
              <a:spcBef>
                <a:spcPct val="20000"/>
              </a:spcBef>
              <a:defRPr/>
            </a:pPr>
            <a:r>
              <a:rPr lang="en-US" sz="1000" dirty="0" smtClean="0">
                <a:solidFill>
                  <a:schemeClr val="tx1">
                    <a:lumMod val="50000"/>
                    <a:lumOff val="50000"/>
                  </a:schemeClr>
                </a:solidFill>
              </a:rPr>
              <a:t>There are many variations of passages but the of majority have suffered alteration some form by injected.</a:t>
            </a:r>
            <a:endParaRPr lang="en-US" sz="1000" dirty="0">
              <a:solidFill>
                <a:schemeClr val="tx1">
                  <a:lumMod val="50000"/>
                  <a:lumOff val="50000"/>
                </a:schemeClr>
              </a:solidFill>
            </a:endParaRPr>
          </a:p>
        </p:txBody>
      </p:sp>
      <p:grpSp>
        <p:nvGrpSpPr>
          <p:cNvPr id="9" name="Group 8"/>
          <p:cNvGrpSpPr/>
          <p:nvPr/>
        </p:nvGrpSpPr>
        <p:grpSpPr>
          <a:xfrm>
            <a:off x="1191543" y="2488892"/>
            <a:ext cx="580167" cy="2090244"/>
            <a:chOff x="669035" y="1189182"/>
            <a:chExt cx="864105" cy="2822743"/>
          </a:xfrm>
        </p:grpSpPr>
        <p:sp>
          <p:nvSpPr>
            <p:cNvPr id="10" name="Rounded Rectangle 27"/>
            <p:cNvSpPr/>
            <p:nvPr/>
          </p:nvSpPr>
          <p:spPr>
            <a:xfrm>
              <a:off x="669035" y="3781497"/>
              <a:ext cx="864105" cy="2304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ounded Rectangle 28"/>
            <p:cNvSpPr/>
            <p:nvPr/>
          </p:nvSpPr>
          <p:spPr>
            <a:xfrm>
              <a:off x="669035" y="3493462"/>
              <a:ext cx="864105" cy="2304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ounded Rectangle 29"/>
            <p:cNvSpPr/>
            <p:nvPr/>
          </p:nvSpPr>
          <p:spPr>
            <a:xfrm>
              <a:off x="669035" y="3205427"/>
              <a:ext cx="864105" cy="2304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ounded Rectangle 30"/>
            <p:cNvSpPr/>
            <p:nvPr/>
          </p:nvSpPr>
          <p:spPr>
            <a:xfrm>
              <a:off x="669035" y="2917392"/>
              <a:ext cx="864105" cy="2304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ounded Rectangle 31"/>
            <p:cNvSpPr/>
            <p:nvPr/>
          </p:nvSpPr>
          <p:spPr>
            <a:xfrm>
              <a:off x="669035" y="2629357"/>
              <a:ext cx="864105" cy="2304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ounded Rectangle 32"/>
            <p:cNvSpPr/>
            <p:nvPr/>
          </p:nvSpPr>
          <p:spPr>
            <a:xfrm>
              <a:off x="669035" y="2341322"/>
              <a:ext cx="864105" cy="2304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ounded Rectangle 33"/>
            <p:cNvSpPr/>
            <p:nvPr/>
          </p:nvSpPr>
          <p:spPr>
            <a:xfrm>
              <a:off x="669035" y="2053287"/>
              <a:ext cx="864105" cy="2304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ounded Rectangle 34"/>
            <p:cNvSpPr/>
            <p:nvPr/>
          </p:nvSpPr>
          <p:spPr>
            <a:xfrm>
              <a:off x="669035" y="1765252"/>
              <a:ext cx="864105" cy="2304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ounded Rectangle 35"/>
            <p:cNvSpPr/>
            <p:nvPr/>
          </p:nvSpPr>
          <p:spPr>
            <a:xfrm>
              <a:off x="669035" y="1477217"/>
              <a:ext cx="864105" cy="23042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ounded Rectangle 36"/>
            <p:cNvSpPr/>
            <p:nvPr/>
          </p:nvSpPr>
          <p:spPr>
            <a:xfrm>
              <a:off x="669035" y="1189182"/>
              <a:ext cx="864105" cy="23042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p:cNvGrpSpPr/>
          <p:nvPr/>
        </p:nvGrpSpPr>
        <p:grpSpPr>
          <a:xfrm>
            <a:off x="1976093" y="2488892"/>
            <a:ext cx="580167" cy="2090244"/>
            <a:chOff x="1572768" y="1880466"/>
            <a:chExt cx="561758" cy="2534708"/>
          </a:xfrm>
        </p:grpSpPr>
        <p:sp>
          <p:nvSpPr>
            <p:cNvPr id="21" name="Rounded Rectangle 38"/>
            <p:cNvSpPr/>
            <p:nvPr/>
          </p:nvSpPr>
          <p:spPr>
            <a:xfrm>
              <a:off x="1572768" y="4208259"/>
              <a:ext cx="561758" cy="2069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ounded Rectangle 39"/>
            <p:cNvSpPr/>
            <p:nvPr/>
          </p:nvSpPr>
          <p:spPr>
            <a:xfrm>
              <a:off x="1572768" y="3949615"/>
              <a:ext cx="561758" cy="2069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ounded Rectangle 40"/>
            <p:cNvSpPr/>
            <p:nvPr/>
          </p:nvSpPr>
          <p:spPr>
            <a:xfrm>
              <a:off x="1572768" y="3690972"/>
              <a:ext cx="561758" cy="2069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ounded Rectangle 41"/>
            <p:cNvSpPr/>
            <p:nvPr/>
          </p:nvSpPr>
          <p:spPr>
            <a:xfrm>
              <a:off x="1572768" y="3432328"/>
              <a:ext cx="561758" cy="2069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ounded Rectangle 42"/>
            <p:cNvSpPr/>
            <p:nvPr/>
          </p:nvSpPr>
          <p:spPr>
            <a:xfrm>
              <a:off x="1572768" y="3173684"/>
              <a:ext cx="561758" cy="2069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ounded Rectangle 43"/>
            <p:cNvSpPr/>
            <p:nvPr/>
          </p:nvSpPr>
          <p:spPr>
            <a:xfrm>
              <a:off x="1572768" y="2915041"/>
              <a:ext cx="561758" cy="2069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ounded Rectangle 44"/>
            <p:cNvSpPr/>
            <p:nvPr/>
          </p:nvSpPr>
          <p:spPr>
            <a:xfrm>
              <a:off x="1572768" y="2656397"/>
              <a:ext cx="561758" cy="2069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ounded Rectangle 45"/>
            <p:cNvSpPr/>
            <p:nvPr/>
          </p:nvSpPr>
          <p:spPr>
            <a:xfrm>
              <a:off x="1572768" y="2397753"/>
              <a:ext cx="561758" cy="2069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ounded Rectangle 46"/>
            <p:cNvSpPr/>
            <p:nvPr/>
          </p:nvSpPr>
          <p:spPr>
            <a:xfrm>
              <a:off x="1572768" y="2139110"/>
              <a:ext cx="561758" cy="2069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ounded Rectangle 47"/>
            <p:cNvSpPr/>
            <p:nvPr/>
          </p:nvSpPr>
          <p:spPr>
            <a:xfrm>
              <a:off x="1572768" y="1880466"/>
              <a:ext cx="561758" cy="2069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p:cNvGrpSpPr/>
          <p:nvPr/>
        </p:nvGrpSpPr>
        <p:grpSpPr>
          <a:xfrm>
            <a:off x="2760643" y="2488892"/>
            <a:ext cx="580167" cy="2090244"/>
            <a:chOff x="2476500" y="1880466"/>
            <a:chExt cx="561758" cy="2534708"/>
          </a:xfrm>
        </p:grpSpPr>
        <p:sp>
          <p:nvSpPr>
            <p:cNvPr id="32" name="Rounded Rectangle 49"/>
            <p:cNvSpPr/>
            <p:nvPr/>
          </p:nvSpPr>
          <p:spPr>
            <a:xfrm>
              <a:off x="2476500" y="4208259"/>
              <a:ext cx="561758" cy="2069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ounded Rectangle 50"/>
            <p:cNvSpPr/>
            <p:nvPr/>
          </p:nvSpPr>
          <p:spPr>
            <a:xfrm>
              <a:off x="2476500" y="3949615"/>
              <a:ext cx="561758" cy="2069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ounded Rectangle 51"/>
            <p:cNvSpPr/>
            <p:nvPr/>
          </p:nvSpPr>
          <p:spPr>
            <a:xfrm>
              <a:off x="2476500" y="3690972"/>
              <a:ext cx="561758" cy="2069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ounded Rectangle 52"/>
            <p:cNvSpPr/>
            <p:nvPr/>
          </p:nvSpPr>
          <p:spPr>
            <a:xfrm>
              <a:off x="2476500" y="3432328"/>
              <a:ext cx="561758" cy="2069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ounded Rectangle 53"/>
            <p:cNvSpPr/>
            <p:nvPr/>
          </p:nvSpPr>
          <p:spPr>
            <a:xfrm>
              <a:off x="2476500" y="3173684"/>
              <a:ext cx="561758" cy="2069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ounded Rectangle 54"/>
            <p:cNvSpPr/>
            <p:nvPr/>
          </p:nvSpPr>
          <p:spPr>
            <a:xfrm>
              <a:off x="2476500" y="2915041"/>
              <a:ext cx="561758" cy="2069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ounded Rectangle 55"/>
            <p:cNvSpPr/>
            <p:nvPr/>
          </p:nvSpPr>
          <p:spPr>
            <a:xfrm>
              <a:off x="2476500" y="2656397"/>
              <a:ext cx="561758" cy="2069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ounded Rectangle 56"/>
            <p:cNvSpPr/>
            <p:nvPr/>
          </p:nvSpPr>
          <p:spPr>
            <a:xfrm>
              <a:off x="2476500" y="2397753"/>
              <a:ext cx="561758" cy="2069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ed Rectangle 57"/>
            <p:cNvSpPr/>
            <p:nvPr/>
          </p:nvSpPr>
          <p:spPr>
            <a:xfrm>
              <a:off x="2476500" y="2139110"/>
              <a:ext cx="561758" cy="2069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ounded Rectangle 58"/>
            <p:cNvSpPr/>
            <p:nvPr/>
          </p:nvSpPr>
          <p:spPr>
            <a:xfrm>
              <a:off x="2476500" y="1880466"/>
              <a:ext cx="561758" cy="2069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2" name="Group 41"/>
          <p:cNvGrpSpPr/>
          <p:nvPr/>
        </p:nvGrpSpPr>
        <p:grpSpPr>
          <a:xfrm>
            <a:off x="3545193" y="2488892"/>
            <a:ext cx="580167" cy="2090244"/>
            <a:chOff x="3380232" y="1880466"/>
            <a:chExt cx="561758" cy="2534708"/>
          </a:xfrm>
        </p:grpSpPr>
        <p:sp>
          <p:nvSpPr>
            <p:cNvPr id="43" name="Rounded Rectangle 60"/>
            <p:cNvSpPr/>
            <p:nvPr/>
          </p:nvSpPr>
          <p:spPr>
            <a:xfrm>
              <a:off x="3380232" y="4208259"/>
              <a:ext cx="561758" cy="20691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ounded Rectangle 61"/>
            <p:cNvSpPr/>
            <p:nvPr/>
          </p:nvSpPr>
          <p:spPr>
            <a:xfrm>
              <a:off x="3380232" y="3949615"/>
              <a:ext cx="561758" cy="20691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ounded Rectangle 62"/>
            <p:cNvSpPr/>
            <p:nvPr/>
          </p:nvSpPr>
          <p:spPr>
            <a:xfrm>
              <a:off x="3380232" y="3690972"/>
              <a:ext cx="561758" cy="20691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ounded Rectangle 63"/>
            <p:cNvSpPr/>
            <p:nvPr/>
          </p:nvSpPr>
          <p:spPr>
            <a:xfrm>
              <a:off x="3380232" y="3432328"/>
              <a:ext cx="561758" cy="20691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ounded Rectangle 64"/>
            <p:cNvSpPr/>
            <p:nvPr/>
          </p:nvSpPr>
          <p:spPr>
            <a:xfrm>
              <a:off x="3380232" y="3173684"/>
              <a:ext cx="561758" cy="2069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ounded Rectangle 65"/>
            <p:cNvSpPr/>
            <p:nvPr/>
          </p:nvSpPr>
          <p:spPr>
            <a:xfrm>
              <a:off x="3380232" y="2915041"/>
              <a:ext cx="561758" cy="2069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ounded Rectangle 66"/>
            <p:cNvSpPr/>
            <p:nvPr/>
          </p:nvSpPr>
          <p:spPr>
            <a:xfrm>
              <a:off x="3380232" y="2656397"/>
              <a:ext cx="561758" cy="2069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ounded Rectangle 67"/>
            <p:cNvSpPr/>
            <p:nvPr/>
          </p:nvSpPr>
          <p:spPr>
            <a:xfrm>
              <a:off x="3380232" y="2397753"/>
              <a:ext cx="561758" cy="2069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ounded Rectangle 68"/>
            <p:cNvSpPr/>
            <p:nvPr/>
          </p:nvSpPr>
          <p:spPr>
            <a:xfrm>
              <a:off x="3380232" y="2139110"/>
              <a:ext cx="561758" cy="2069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ounded Rectangle 69"/>
            <p:cNvSpPr/>
            <p:nvPr/>
          </p:nvSpPr>
          <p:spPr>
            <a:xfrm>
              <a:off x="3380232" y="1880466"/>
              <a:ext cx="561758" cy="2069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3" name="Group 52"/>
          <p:cNvGrpSpPr/>
          <p:nvPr/>
        </p:nvGrpSpPr>
        <p:grpSpPr>
          <a:xfrm>
            <a:off x="4310053" y="2488892"/>
            <a:ext cx="580167" cy="2090244"/>
            <a:chOff x="4240670" y="1880466"/>
            <a:chExt cx="561758" cy="2534708"/>
          </a:xfrm>
        </p:grpSpPr>
        <p:sp>
          <p:nvSpPr>
            <p:cNvPr id="54" name="Rounded Rectangle 71"/>
            <p:cNvSpPr/>
            <p:nvPr/>
          </p:nvSpPr>
          <p:spPr>
            <a:xfrm>
              <a:off x="4240670" y="4208259"/>
              <a:ext cx="561758" cy="2069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ounded Rectangle 72"/>
            <p:cNvSpPr/>
            <p:nvPr/>
          </p:nvSpPr>
          <p:spPr>
            <a:xfrm>
              <a:off x="4240670" y="3949615"/>
              <a:ext cx="561758" cy="2069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ounded Rectangle 73"/>
            <p:cNvSpPr/>
            <p:nvPr/>
          </p:nvSpPr>
          <p:spPr>
            <a:xfrm>
              <a:off x="4240670" y="3690972"/>
              <a:ext cx="561758" cy="2069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ounded Rectangle 74"/>
            <p:cNvSpPr/>
            <p:nvPr/>
          </p:nvSpPr>
          <p:spPr>
            <a:xfrm>
              <a:off x="4240670" y="3432328"/>
              <a:ext cx="561758" cy="2069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ounded Rectangle 75"/>
            <p:cNvSpPr/>
            <p:nvPr/>
          </p:nvSpPr>
          <p:spPr>
            <a:xfrm>
              <a:off x="4240670" y="3173684"/>
              <a:ext cx="561758" cy="2069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ounded Rectangle 76"/>
            <p:cNvSpPr/>
            <p:nvPr/>
          </p:nvSpPr>
          <p:spPr>
            <a:xfrm>
              <a:off x="4240670" y="2915041"/>
              <a:ext cx="561758" cy="2069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ounded Rectangle 77"/>
            <p:cNvSpPr/>
            <p:nvPr/>
          </p:nvSpPr>
          <p:spPr>
            <a:xfrm>
              <a:off x="4240670" y="2656397"/>
              <a:ext cx="561758" cy="2069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ounded Rectangle 78"/>
            <p:cNvSpPr/>
            <p:nvPr/>
          </p:nvSpPr>
          <p:spPr>
            <a:xfrm>
              <a:off x="4240670" y="2397753"/>
              <a:ext cx="561758" cy="2069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ounded Rectangle 79"/>
            <p:cNvSpPr/>
            <p:nvPr/>
          </p:nvSpPr>
          <p:spPr>
            <a:xfrm>
              <a:off x="4240670" y="2139110"/>
              <a:ext cx="561758" cy="2069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ounded Rectangle 80"/>
            <p:cNvSpPr/>
            <p:nvPr/>
          </p:nvSpPr>
          <p:spPr>
            <a:xfrm>
              <a:off x="4240670" y="1880466"/>
              <a:ext cx="561758" cy="2069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4" name="Group 279"/>
          <p:cNvGrpSpPr/>
          <p:nvPr/>
        </p:nvGrpSpPr>
        <p:grpSpPr>
          <a:xfrm>
            <a:off x="1176483" y="1878112"/>
            <a:ext cx="597870" cy="597866"/>
            <a:chOff x="846989" y="1401020"/>
            <a:chExt cx="877416" cy="877416"/>
          </a:xfrm>
          <a:effectLst/>
        </p:grpSpPr>
        <p:sp>
          <p:nvSpPr>
            <p:cNvPr id="65" name="Teardrop 64"/>
            <p:cNvSpPr/>
            <p:nvPr/>
          </p:nvSpPr>
          <p:spPr>
            <a:xfrm rot="8100000">
              <a:off x="846989" y="1401020"/>
              <a:ext cx="877416" cy="877416"/>
            </a:xfrm>
            <a:prstGeom prst="teardrop">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50000"/>
                    <a:lumOff val="50000"/>
                  </a:schemeClr>
                </a:solidFill>
              </a:endParaRPr>
            </a:p>
          </p:txBody>
        </p:sp>
        <p:sp>
          <p:nvSpPr>
            <p:cNvPr id="66" name="Oval 65"/>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50000"/>
                      <a:lumOff val="50000"/>
                    </a:schemeClr>
                  </a:solidFill>
                </a:rPr>
                <a:t>90%</a:t>
              </a:r>
            </a:p>
          </p:txBody>
        </p:sp>
      </p:grpSp>
      <p:grpSp>
        <p:nvGrpSpPr>
          <p:cNvPr id="67" name="Group 279"/>
          <p:cNvGrpSpPr/>
          <p:nvPr/>
        </p:nvGrpSpPr>
        <p:grpSpPr>
          <a:xfrm>
            <a:off x="1957993" y="1878112"/>
            <a:ext cx="597870" cy="597866"/>
            <a:chOff x="846989" y="1401020"/>
            <a:chExt cx="877416" cy="877416"/>
          </a:xfrm>
          <a:effectLst/>
        </p:grpSpPr>
        <p:sp>
          <p:nvSpPr>
            <p:cNvPr id="68" name="Teardrop 67"/>
            <p:cNvSpPr/>
            <p:nvPr/>
          </p:nvSpPr>
          <p:spPr>
            <a:xfrm rot="8100000">
              <a:off x="846989" y="1401020"/>
              <a:ext cx="877416" cy="877416"/>
            </a:xfrm>
            <a:prstGeom prst="teardrop">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50000"/>
                    <a:lumOff val="50000"/>
                  </a:schemeClr>
                </a:solidFill>
              </a:endParaRPr>
            </a:p>
          </p:txBody>
        </p:sp>
        <p:sp>
          <p:nvSpPr>
            <p:cNvPr id="69" name="Oval 68"/>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50000"/>
                      <a:lumOff val="50000"/>
                    </a:schemeClr>
                  </a:solidFill>
                </a:rPr>
                <a:t>80%</a:t>
              </a:r>
            </a:p>
          </p:txBody>
        </p:sp>
      </p:grpSp>
      <p:grpSp>
        <p:nvGrpSpPr>
          <p:cNvPr id="70" name="Group 279"/>
          <p:cNvGrpSpPr/>
          <p:nvPr/>
        </p:nvGrpSpPr>
        <p:grpSpPr>
          <a:xfrm>
            <a:off x="2739503" y="1878112"/>
            <a:ext cx="597870" cy="597866"/>
            <a:chOff x="846989" y="1401020"/>
            <a:chExt cx="877416" cy="877416"/>
          </a:xfrm>
          <a:effectLst/>
        </p:grpSpPr>
        <p:sp>
          <p:nvSpPr>
            <p:cNvPr id="71" name="Teardrop 70"/>
            <p:cNvSpPr/>
            <p:nvPr/>
          </p:nvSpPr>
          <p:spPr>
            <a:xfrm rot="8100000">
              <a:off x="846989" y="1401020"/>
              <a:ext cx="877416" cy="877416"/>
            </a:xfrm>
            <a:prstGeom prst="teardrop">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50000"/>
                    <a:lumOff val="50000"/>
                  </a:schemeClr>
                </a:solidFill>
              </a:endParaRPr>
            </a:p>
          </p:txBody>
        </p:sp>
        <p:sp>
          <p:nvSpPr>
            <p:cNvPr id="72" name="Oval 71"/>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50000"/>
                      <a:lumOff val="50000"/>
                    </a:schemeClr>
                  </a:solidFill>
                </a:rPr>
                <a:t>70%</a:t>
              </a:r>
            </a:p>
          </p:txBody>
        </p:sp>
      </p:grpSp>
      <p:grpSp>
        <p:nvGrpSpPr>
          <p:cNvPr id="73" name="Group 279"/>
          <p:cNvGrpSpPr/>
          <p:nvPr/>
        </p:nvGrpSpPr>
        <p:grpSpPr>
          <a:xfrm>
            <a:off x="3521013" y="1878113"/>
            <a:ext cx="597870" cy="597865"/>
            <a:chOff x="846989" y="1401020"/>
            <a:chExt cx="877416" cy="877416"/>
          </a:xfrm>
          <a:effectLst/>
        </p:grpSpPr>
        <p:sp>
          <p:nvSpPr>
            <p:cNvPr id="74" name="Teardrop 73"/>
            <p:cNvSpPr/>
            <p:nvPr/>
          </p:nvSpPr>
          <p:spPr>
            <a:xfrm rot="8100000">
              <a:off x="846989" y="1401020"/>
              <a:ext cx="877416" cy="877416"/>
            </a:xfrm>
            <a:prstGeom prst="teardrop">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50000"/>
                    <a:lumOff val="50000"/>
                  </a:schemeClr>
                </a:solidFill>
              </a:endParaRPr>
            </a:p>
          </p:txBody>
        </p:sp>
        <p:sp>
          <p:nvSpPr>
            <p:cNvPr id="75" name="Oval 74"/>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50000"/>
                      <a:lumOff val="50000"/>
                    </a:schemeClr>
                  </a:solidFill>
                </a:rPr>
                <a:t>70%</a:t>
              </a:r>
            </a:p>
          </p:txBody>
        </p:sp>
      </p:grpSp>
      <p:grpSp>
        <p:nvGrpSpPr>
          <p:cNvPr id="76" name="Group 279"/>
          <p:cNvGrpSpPr/>
          <p:nvPr/>
        </p:nvGrpSpPr>
        <p:grpSpPr>
          <a:xfrm>
            <a:off x="4302524" y="1878113"/>
            <a:ext cx="597870" cy="597865"/>
            <a:chOff x="846989" y="1401020"/>
            <a:chExt cx="877416" cy="877416"/>
          </a:xfrm>
          <a:effectLst/>
        </p:grpSpPr>
        <p:sp>
          <p:nvSpPr>
            <p:cNvPr id="77" name="Teardrop 76"/>
            <p:cNvSpPr/>
            <p:nvPr/>
          </p:nvSpPr>
          <p:spPr>
            <a:xfrm rot="8100000">
              <a:off x="846989" y="1401020"/>
              <a:ext cx="877416" cy="877416"/>
            </a:xfrm>
            <a:prstGeom prst="teardrop">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lumMod val="50000"/>
                    <a:lumOff val="50000"/>
                  </a:schemeClr>
                </a:solidFill>
              </a:endParaRPr>
            </a:p>
          </p:txBody>
        </p:sp>
        <p:sp>
          <p:nvSpPr>
            <p:cNvPr id="78" name="Oval 77"/>
            <p:cNvSpPr/>
            <p:nvPr/>
          </p:nvSpPr>
          <p:spPr>
            <a:xfrm>
              <a:off x="981458" y="1537516"/>
              <a:ext cx="608478" cy="608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smtClean="0">
                  <a:solidFill>
                    <a:schemeClr val="tx1">
                      <a:lumMod val="50000"/>
                      <a:lumOff val="50000"/>
                    </a:schemeClr>
                  </a:solidFill>
                </a:rPr>
                <a:t>70%</a:t>
              </a:r>
            </a:p>
          </p:txBody>
        </p:sp>
      </p:grpSp>
      <p:sp>
        <p:nvSpPr>
          <p:cNvPr id="81"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CHART ANALYSIS</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82" name="Rectangle 81"/>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83" name="Group 82"/>
          <p:cNvGrpSpPr/>
          <p:nvPr/>
        </p:nvGrpSpPr>
        <p:grpSpPr>
          <a:xfrm rot="10800000" flipV="1">
            <a:off x="5380522" y="1080697"/>
            <a:ext cx="1427781" cy="45707"/>
            <a:chOff x="3965945" y="1385354"/>
            <a:chExt cx="4572000" cy="79107"/>
          </a:xfrm>
        </p:grpSpPr>
        <p:sp>
          <p:nvSpPr>
            <p:cNvPr id="84" name="Rectangle 83"/>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85" name="Rectangle 84"/>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86" name="Rectangle 85"/>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87" name="Rectangle 86"/>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88" name="Rectangle 87"/>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50000" decel="500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1" accel="50000" decel="5000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anim calcmode="lin" valueType="num">
                                      <p:cBhvr additive="base">
                                        <p:cTn id="11" dur="500" fill="hold"/>
                                        <p:tgtEl>
                                          <p:spTgt spid="64"/>
                                        </p:tgtEl>
                                        <p:attrNameLst>
                                          <p:attrName>ppt_x</p:attrName>
                                        </p:attrNameLst>
                                      </p:cBhvr>
                                      <p:tavLst>
                                        <p:tav tm="0">
                                          <p:val>
                                            <p:strVal val="#ppt_x"/>
                                          </p:val>
                                        </p:tav>
                                        <p:tav tm="100000">
                                          <p:val>
                                            <p:strVal val="#ppt_x"/>
                                          </p:val>
                                        </p:tav>
                                      </p:tavLst>
                                    </p:anim>
                                    <p:anim calcmode="lin" valueType="num">
                                      <p:cBhvr additive="base">
                                        <p:cTn id="12" dur="500" fill="hold"/>
                                        <p:tgtEl>
                                          <p:spTgt spid="64"/>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 presetClass="entr" presetSubtype="4" accel="50000" decel="50000"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 calcmode="lin" valueType="num">
                                      <p:cBhvr additive="base">
                                        <p:cTn id="16" dur="500" fill="hold"/>
                                        <p:tgtEl>
                                          <p:spTgt spid="20"/>
                                        </p:tgtEl>
                                        <p:attrNameLst>
                                          <p:attrName>ppt_x</p:attrName>
                                        </p:attrNameLst>
                                      </p:cBhvr>
                                      <p:tavLst>
                                        <p:tav tm="0">
                                          <p:val>
                                            <p:strVal val="#ppt_x"/>
                                          </p:val>
                                        </p:tav>
                                        <p:tav tm="100000">
                                          <p:val>
                                            <p:strVal val="#ppt_x"/>
                                          </p:val>
                                        </p:tav>
                                      </p:tavLst>
                                    </p:anim>
                                    <p:anim calcmode="lin" valueType="num">
                                      <p:cBhvr additive="base">
                                        <p:cTn id="17" dur="500" fill="hold"/>
                                        <p:tgtEl>
                                          <p:spTgt spid="20"/>
                                        </p:tgtEl>
                                        <p:attrNameLst>
                                          <p:attrName>ppt_y</p:attrName>
                                        </p:attrNameLst>
                                      </p:cBhvr>
                                      <p:tavLst>
                                        <p:tav tm="0">
                                          <p:val>
                                            <p:strVal val="1+#ppt_h/2"/>
                                          </p:val>
                                        </p:tav>
                                        <p:tav tm="100000">
                                          <p:val>
                                            <p:strVal val="#ppt_y"/>
                                          </p:val>
                                        </p:tav>
                                      </p:tavLst>
                                    </p:anim>
                                  </p:childTnLst>
                                </p:cTn>
                              </p:par>
                              <p:par>
                                <p:cTn id="18" presetID="2" presetClass="entr" presetSubtype="1" accel="50000" decel="50000" fill="hold" nodeType="withEffect">
                                  <p:stCondLst>
                                    <p:cond delay="0"/>
                                  </p:stCondLst>
                                  <p:childTnLst>
                                    <p:set>
                                      <p:cBhvr>
                                        <p:cTn id="19" dur="1" fill="hold">
                                          <p:stCondLst>
                                            <p:cond delay="0"/>
                                          </p:stCondLst>
                                        </p:cTn>
                                        <p:tgtEl>
                                          <p:spTgt spid="67"/>
                                        </p:tgtEl>
                                        <p:attrNameLst>
                                          <p:attrName>style.visibility</p:attrName>
                                        </p:attrNameLst>
                                      </p:cBhvr>
                                      <p:to>
                                        <p:strVal val="visible"/>
                                      </p:to>
                                    </p:set>
                                    <p:anim calcmode="lin" valueType="num">
                                      <p:cBhvr additive="base">
                                        <p:cTn id="20" dur="500" fill="hold"/>
                                        <p:tgtEl>
                                          <p:spTgt spid="67"/>
                                        </p:tgtEl>
                                        <p:attrNameLst>
                                          <p:attrName>ppt_x</p:attrName>
                                        </p:attrNameLst>
                                      </p:cBhvr>
                                      <p:tavLst>
                                        <p:tav tm="0">
                                          <p:val>
                                            <p:strVal val="#ppt_x"/>
                                          </p:val>
                                        </p:tav>
                                        <p:tav tm="100000">
                                          <p:val>
                                            <p:strVal val="#ppt_x"/>
                                          </p:val>
                                        </p:tav>
                                      </p:tavLst>
                                    </p:anim>
                                    <p:anim calcmode="lin" valueType="num">
                                      <p:cBhvr additive="base">
                                        <p:cTn id="21" dur="500" fill="hold"/>
                                        <p:tgtEl>
                                          <p:spTgt spid="67"/>
                                        </p:tgtEl>
                                        <p:attrNameLst>
                                          <p:attrName>ppt_y</p:attrName>
                                        </p:attrNameLst>
                                      </p:cBhvr>
                                      <p:tavLst>
                                        <p:tav tm="0">
                                          <p:val>
                                            <p:strVal val="0-#ppt_h/2"/>
                                          </p:val>
                                        </p:tav>
                                        <p:tav tm="100000">
                                          <p:val>
                                            <p:strVal val="#ppt_y"/>
                                          </p:val>
                                        </p:tav>
                                      </p:tavLst>
                                    </p:anim>
                                  </p:childTnLst>
                                </p:cTn>
                              </p:par>
                            </p:childTnLst>
                          </p:cTn>
                        </p:par>
                        <p:par>
                          <p:cTn id="22" fill="hold">
                            <p:stCondLst>
                              <p:cond delay="1000"/>
                            </p:stCondLst>
                            <p:childTnLst>
                              <p:par>
                                <p:cTn id="23" presetID="2" presetClass="entr" presetSubtype="4" accel="50000" decel="50000" fill="hold" nodeType="after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additive="base">
                                        <p:cTn id="25" dur="500" fill="hold"/>
                                        <p:tgtEl>
                                          <p:spTgt spid="31"/>
                                        </p:tgtEl>
                                        <p:attrNameLst>
                                          <p:attrName>ppt_x</p:attrName>
                                        </p:attrNameLst>
                                      </p:cBhvr>
                                      <p:tavLst>
                                        <p:tav tm="0">
                                          <p:val>
                                            <p:strVal val="#ppt_x"/>
                                          </p:val>
                                        </p:tav>
                                        <p:tav tm="100000">
                                          <p:val>
                                            <p:strVal val="#ppt_x"/>
                                          </p:val>
                                        </p:tav>
                                      </p:tavLst>
                                    </p:anim>
                                    <p:anim calcmode="lin" valueType="num">
                                      <p:cBhvr additive="base">
                                        <p:cTn id="26" dur="500" fill="hold"/>
                                        <p:tgtEl>
                                          <p:spTgt spid="31"/>
                                        </p:tgtEl>
                                        <p:attrNameLst>
                                          <p:attrName>ppt_y</p:attrName>
                                        </p:attrNameLst>
                                      </p:cBhvr>
                                      <p:tavLst>
                                        <p:tav tm="0">
                                          <p:val>
                                            <p:strVal val="1+#ppt_h/2"/>
                                          </p:val>
                                        </p:tav>
                                        <p:tav tm="100000">
                                          <p:val>
                                            <p:strVal val="#ppt_y"/>
                                          </p:val>
                                        </p:tav>
                                      </p:tavLst>
                                    </p:anim>
                                  </p:childTnLst>
                                </p:cTn>
                              </p:par>
                              <p:par>
                                <p:cTn id="27" presetID="2" presetClass="entr" presetSubtype="1" accel="50000" decel="50000" fill="hold" nodeType="withEffect">
                                  <p:stCondLst>
                                    <p:cond delay="0"/>
                                  </p:stCondLst>
                                  <p:childTnLst>
                                    <p:set>
                                      <p:cBhvr>
                                        <p:cTn id="28" dur="1" fill="hold">
                                          <p:stCondLst>
                                            <p:cond delay="0"/>
                                          </p:stCondLst>
                                        </p:cTn>
                                        <p:tgtEl>
                                          <p:spTgt spid="70"/>
                                        </p:tgtEl>
                                        <p:attrNameLst>
                                          <p:attrName>style.visibility</p:attrName>
                                        </p:attrNameLst>
                                      </p:cBhvr>
                                      <p:to>
                                        <p:strVal val="visible"/>
                                      </p:to>
                                    </p:set>
                                    <p:anim calcmode="lin" valueType="num">
                                      <p:cBhvr additive="base">
                                        <p:cTn id="29" dur="500" fill="hold"/>
                                        <p:tgtEl>
                                          <p:spTgt spid="70"/>
                                        </p:tgtEl>
                                        <p:attrNameLst>
                                          <p:attrName>ppt_x</p:attrName>
                                        </p:attrNameLst>
                                      </p:cBhvr>
                                      <p:tavLst>
                                        <p:tav tm="0">
                                          <p:val>
                                            <p:strVal val="#ppt_x"/>
                                          </p:val>
                                        </p:tav>
                                        <p:tav tm="100000">
                                          <p:val>
                                            <p:strVal val="#ppt_x"/>
                                          </p:val>
                                        </p:tav>
                                      </p:tavLst>
                                    </p:anim>
                                    <p:anim calcmode="lin" valueType="num">
                                      <p:cBhvr additive="base">
                                        <p:cTn id="30" dur="500" fill="hold"/>
                                        <p:tgtEl>
                                          <p:spTgt spid="70"/>
                                        </p:tgtEl>
                                        <p:attrNameLst>
                                          <p:attrName>ppt_y</p:attrName>
                                        </p:attrNameLst>
                                      </p:cBhvr>
                                      <p:tavLst>
                                        <p:tav tm="0">
                                          <p:val>
                                            <p:strVal val="0-#ppt_h/2"/>
                                          </p:val>
                                        </p:tav>
                                        <p:tav tm="100000">
                                          <p:val>
                                            <p:strVal val="#ppt_y"/>
                                          </p:val>
                                        </p:tav>
                                      </p:tavLst>
                                    </p:anim>
                                  </p:childTnLst>
                                </p:cTn>
                              </p:par>
                            </p:childTnLst>
                          </p:cTn>
                        </p:par>
                        <p:par>
                          <p:cTn id="31" fill="hold">
                            <p:stCondLst>
                              <p:cond delay="1500"/>
                            </p:stCondLst>
                            <p:childTnLst>
                              <p:par>
                                <p:cTn id="32" presetID="2" presetClass="entr" presetSubtype="4" accel="50000" decel="50000" fill="hold" nodeType="afterEffect">
                                  <p:stCondLst>
                                    <p:cond delay="0"/>
                                  </p:stCondLst>
                                  <p:childTnLst>
                                    <p:set>
                                      <p:cBhvr>
                                        <p:cTn id="33" dur="1" fill="hold">
                                          <p:stCondLst>
                                            <p:cond delay="0"/>
                                          </p:stCondLst>
                                        </p:cTn>
                                        <p:tgtEl>
                                          <p:spTgt spid="42"/>
                                        </p:tgtEl>
                                        <p:attrNameLst>
                                          <p:attrName>style.visibility</p:attrName>
                                        </p:attrNameLst>
                                      </p:cBhvr>
                                      <p:to>
                                        <p:strVal val="visible"/>
                                      </p:to>
                                    </p:set>
                                    <p:anim calcmode="lin" valueType="num">
                                      <p:cBhvr additive="base">
                                        <p:cTn id="34" dur="500" fill="hold"/>
                                        <p:tgtEl>
                                          <p:spTgt spid="42"/>
                                        </p:tgtEl>
                                        <p:attrNameLst>
                                          <p:attrName>ppt_x</p:attrName>
                                        </p:attrNameLst>
                                      </p:cBhvr>
                                      <p:tavLst>
                                        <p:tav tm="0">
                                          <p:val>
                                            <p:strVal val="#ppt_x"/>
                                          </p:val>
                                        </p:tav>
                                        <p:tav tm="100000">
                                          <p:val>
                                            <p:strVal val="#ppt_x"/>
                                          </p:val>
                                        </p:tav>
                                      </p:tavLst>
                                    </p:anim>
                                    <p:anim calcmode="lin" valueType="num">
                                      <p:cBhvr additive="base">
                                        <p:cTn id="35" dur="500" fill="hold"/>
                                        <p:tgtEl>
                                          <p:spTgt spid="42"/>
                                        </p:tgtEl>
                                        <p:attrNameLst>
                                          <p:attrName>ppt_y</p:attrName>
                                        </p:attrNameLst>
                                      </p:cBhvr>
                                      <p:tavLst>
                                        <p:tav tm="0">
                                          <p:val>
                                            <p:strVal val="1+#ppt_h/2"/>
                                          </p:val>
                                        </p:tav>
                                        <p:tav tm="100000">
                                          <p:val>
                                            <p:strVal val="#ppt_y"/>
                                          </p:val>
                                        </p:tav>
                                      </p:tavLst>
                                    </p:anim>
                                  </p:childTnLst>
                                </p:cTn>
                              </p:par>
                              <p:par>
                                <p:cTn id="36" presetID="2" presetClass="entr" presetSubtype="1" accel="50000" decel="50000" fill="hold" nodeType="withEffect">
                                  <p:stCondLst>
                                    <p:cond delay="0"/>
                                  </p:stCondLst>
                                  <p:childTnLst>
                                    <p:set>
                                      <p:cBhvr>
                                        <p:cTn id="37" dur="1" fill="hold">
                                          <p:stCondLst>
                                            <p:cond delay="0"/>
                                          </p:stCondLst>
                                        </p:cTn>
                                        <p:tgtEl>
                                          <p:spTgt spid="73"/>
                                        </p:tgtEl>
                                        <p:attrNameLst>
                                          <p:attrName>style.visibility</p:attrName>
                                        </p:attrNameLst>
                                      </p:cBhvr>
                                      <p:to>
                                        <p:strVal val="visible"/>
                                      </p:to>
                                    </p:set>
                                    <p:anim calcmode="lin" valueType="num">
                                      <p:cBhvr additive="base">
                                        <p:cTn id="38" dur="500" fill="hold"/>
                                        <p:tgtEl>
                                          <p:spTgt spid="73"/>
                                        </p:tgtEl>
                                        <p:attrNameLst>
                                          <p:attrName>ppt_x</p:attrName>
                                        </p:attrNameLst>
                                      </p:cBhvr>
                                      <p:tavLst>
                                        <p:tav tm="0">
                                          <p:val>
                                            <p:strVal val="#ppt_x"/>
                                          </p:val>
                                        </p:tav>
                                        <p:tav tm="100000">
                                          <p:val>
                                            <p:strVal val="#ppt_x"/>
                                          </p:val>
                                        </p:tav>
                                      </p:tavLst>
                                    </p:anim>
                                    <p:anim calcmode="lin" valueType="num">
                                      <p:cBhvr additive="base">
                                        <p:cTn id="39" dur="500" fill="hold"/>
                                        <p:tgtEl>
                                          <p:spTgt spid="73"/>
                                        </p:tgtEl>
                                        <p:attrNameLst>
                                          <p:attrName>ppt_y</p:attrName>
                                        </p:attrNameLst>
                                      </p:cBhvr>
                                      <p:tavLst>
                                        <p:tav tm="0">
                                          <p:val>
                                            <p:strVal val="0-#ppt_h/2"/>
                                          </p:val>
                                        </p:tav>
                                        <p:tav tm="100000">
                                          <p:val>
                                            <p:strVal val="#ppt_y"/>
                                          </p:val>
                                        </p:tav>
                                      </p:tavLst>
                                    </p:anim>
                                  </p:childTnLst>
                                </p:cTn>
                              </p:par>
                            </p:childTnLst>
                          </p:cTn>
                        </p:par>
                        <p:par>
                          <p:cTn id="40" fill="hold">
                            <p:stCondLst>
                              <p:cond delay="2000"/>
                            </p:stCondLst>
                            <p:childTnLst>
                              <p:par>
                                <p:cTn id="41" presetID="2" presetClass="entr" presetSubtype="4" accel="50000" decel="50000" fill="hold" nodeType="afterEffect">
                                  <p:stCondLst>
                                    <p:cond delay="0"/>
                                  </p:stCondLst>
                                  <p:childTnLst>
                                    <p:set>
                                      <p:cBhvr>
                                        <p:cTn id="42" dur="1" fill="hold">
                                          <p:stCondLst>
                                            <p:cond delay="0"/>
                                          </p:stCondLst>
                                        </p:cTn>
                                        <p:tgtEl>
                                          <p:spTgt spid="53"/>
                                        </p:tgtEl>
                                        <p:attrNameLst>
                                          <p:attrName>style.visibility</p:attrName>
                                        </p:attrNameLst>
                                      </p:cBhvr>
                                      <p:to>
                                        <p:strVal val="visible"/>
                                      </p:to>
                                    </p:set>
                                    <p:anim calcmode="lin" valueType="num">
                                      <p:cBhvr additive="base">
                                        <p:cTn id="43" dur="500" fill="hold"/>
                                        <p:tgtEl>
                                          <p:spTgt spid="53"/>
                                        </p:tgtEl>
                                        <p:attrNameLst>
                                          <p:attrName>ppt_x</p:attrName>
                                        </p:attrNameLst>
                                      </p:cBhvr>
                                      <p:tavLst>
                                        <p:tav tm="0">
                                          <p:val>
                                            <p:strVal val="#ppt_x"/>
                                          </p:val>
                                        </p:tav>
                                        <p:tav tm="100000">
                                          <p:val>
                                            <p:strVal val="#ppt_x"/>
                                          </p:val>
                                        </p:tav>
                                      </p:tavLst>
                                    </p:anim>
                                    <p:anim calcmode="lin" valueType="num">
                                      <p:cBhvr additive="base">
                                        <p:cTn id="44" dur="500" fill="hold"/>
                                        <p:tgtEl>
                                          <p:spTgt spid="53"/>
                                        </p:tgtEl>
                                        <p:attrNameLst>
                                          <p:attrName>ppt_y</p:attrName>
                                        </p:attrNameLst>
                                      </p:cBhvr>
                                      <p:tavLst>
                                        <p:tav tm="0">
                                          <p:val>
                                            <p:strVal val="1+#ppt_h/2"/>
                                          </p:val>
                                        </p:tav>
                                        <p:tav tm="100000">
                                          <p:val>
                                            <p:strVal val="#ppt_y"/>
                                          </p:val>
                                        </p:tav>
                                      </p:tavLst>
                                    </p:anim>
                                  </p:childTnLst>
                                </p:cTn>
                              </p:par>
                              <p:par>
                                <p:cTn id="45" presetID="2" presetClass="entr" presetSubtype="1" accel="50000" decel="50000" fill="hold" nodeType="withEffect">
                                  <p:stCondLst>
                                    <p:cond delay="0"/>
                                  </p:stCondLst>
                                  <p:childTnLst>
                                    <p:set>
                                      <p:cBhvr>
                                        <p:cTn id="46" dur="1" fill="hold">
                                          <p:stCondLst>
                                            <p:cond delay="0"/>
                                          </p:stCondLst>
                                        </p:cTn>
                                        <p:tgtEl>
                                          <p:spTgt spid="76"/>
                                        </p:tgtEl>
                                        <p:attrNameLst>
                                          <p:attrName>style.visibility</p:attrName>
                                        </p:attrNameLst>
                                      </p:cBhvr>
                                      <p:to>
                                        <p:strVal val="visible"/>
                                      </p:to>
                                    </p:set>
                                    <p:anim calcmode="lin" valueType="num">
                                      <p:cBhvr additive="base">
                                        <p:cTn id="47" dur="500" fill="hold"/>
                                        <p:tgtEl>
                                          <p:spTgt spid="76"/>
                                        </p:tgtEl>
                                        <p:attrNameLst>
                                          <p:attrName>ppt_x</p:attrName>
                                        </p:attrNameLst>
                                      </p:cBhvr>
                                      <p:tavLst>
                                        <p:tav tm="0">
                                          <p:val>
                                            <p:strVal val="#ppt_x"/>
                                          </p:val>
                                        </p:tav>
                                        <p:tav tm="100000">
                                          <p:val>
                                            <p:strVal val="#ppt_x"/>
                                          </p:val>
                                        </p:tav>
                                      </p:tavLst>
                                    </p:anim>
                                    <p:anim calcmode="lin" valueType="num">
                                      <p:cBhvr additive="base">
                                        <p:cTn id="48" dur="500" fill="hold"/>
                                        <p:tgtEl>
                                          <p:spTgt spid="76"/>
                                        </p:tgtEl>
                                        <p:attrNameLst>
                                          <p:attrName>ppt_y</p:attrName>
                                        </p:attrNameLst>
                                      </p:cBhvr>
                                      <p:tavLst>
                                        <p:tav tm="0">
                                          <p:val>
                                            <p:strVal val="0-#ppt_h/2"/>
                                          </p:val>
                                        </p:tav>
                                        <p:tav tm="100000">
                                          <p:val>
                                            <p:strVal val="#ppt_y"/>
                                          </p:val>
                                        </p:tav>
                                      </p:tavLst>
                                    </p:anim>
                                  </p:childTnLst>
                                </p:cTn>
                              </p:par>
                            </p:childTnLst>
                          </p:cTn>
                        </p:par>
                        <p:par>
                          <p:cTn id="49" fill="hold">
                            <p:stCondLst>
                              <p:cond delay="2500"/>
                            </p:stCondLst>
                            <p:childTnLst>
                              <p:par>
                                <p:cTn id="50" presetID="10" presetClass="entr" presetSubtype="0" fill="hold" grpId="0" nodeType="afterEffect">
                                  <p:stCondLst>
                                    <p:cond delay="0"/>
                                  </p:stCondLst>
                                  <p:childTnLst>
                                    <p:set>
                                      <p:cBhvr>
                                        <p:cTn id="51" dur="1" fill="hold">
                                          <p:stCondLst>
                                            <p:cond delay="0"/>
                                          </p:stCondLst>
                                        </p:cTn>
                                        <p:tgtEl>
                                          <p:spTgt spid="2">
                                            <p:graphicEl>
                                              <a:chart seriesIdx="-3" categoryIdx="-3" bldStep="gridLegend"/>
                                            </p:graphicEl>
                                          </p:spTgt>
                                        </p:tgtEl>
                                        <p:attrNameLst>
                                          <p:attrName>style.visibility</p:attrName>
                                        </p:attrNameLst>
                                      </p:cBhvr>
                                      <p:to>
                                        <p:strVal val="visible"/>
                                      </p:to>
                                    </p:set>
                                    <p:animEffect transition="in" filter="fade">
                                      <p:cBhvr>
                                        <p:cTn id="52" dur="1000"/>
                                        <p:tgtEl>
                                          <p:spTgt spid="2">
                                            <p:graphicEl>
                                              <a:chart seriesIdx="-3" categoryIdx="-3" bldStep="gridLegend"/>
                                            </p:graphicEl>
                                          </p:spTgt>
                                        </p:tgtEl>
                                      </p:cBhvr>
                                    </p:animEffect>
                                  </p:childTnLst>
                                </p:cTn>
                              </p:par>
                            </p:childTnLst>
                          </p:cTn>
                        </p:par>
                        <p:par>
                          <p:cTn id="53" fill="hold">
                            <p:stCondLst>
                              <p:cond delay="3500"/>
                            </p:stCondLst>
                            <p:childTnLst>
                              <p:par>
                                <p:cTn id="54" presetID="18" presetClass="entr" presetSubtype="3" fill="hold" grpId="0" nodeType="afterEffect">
                                  <p:stCondLst>
                                    <p:cond delay="0"/>
                                  </p:stCondLst>
                                  <p:childTnLst>
                                    <p:set>
                                      <p:cBhvr>
                                        <p:cTn id="55" dur="1" fill="hold">
                                          <p:stCondLst>
                                            <p:cond delay="0"/>
                                          </p:stCondLst>
                                        </p:cTn>
                                        <p:tgtEl>
                                          <p:spTgt spid="2">
                                            <p:graphicEl>
                                              <a:chart seriesIdx="0" categoryIdx="-4" bldStep="series"/>
                                            </p:graphicEl>
                                          </p:spTgt>
                                        </p:tgtEl>
                                        <p:attrNameLst>
                                          <p:attrName>style.visibility</p:attrName>
                                        </p:attrNameLst>
                                      </p:cBhvr>
                                      <p:to>
                                        <p:strVal val="visible"/>
                                      </p:to>
                                    </p:set>
                                    <p:animEffect transition="in" filter="strips(upRight)">
                                      <p:cBhvr>
                                        <p:cTn id="56" dur="1000"/>
                                        <p:tgtEl>
                                          <p:spTgt spid="2">
                                            <p:graphicEl>
                                              <a:chart seriesIdx="0" categoryIdx="-4" bldStep="series"/>
                                            </p:graphicEl>
                                          </p:spTgt>
                                        </p:tgtEl>
                                      </p:cBhvr>
                                    </p:animEffect>
                                  </p:childTnLst>
                                </p:cTn>
                              </p:par>
                            </p:childTnLst>
                          </p:cTn>
                        </p:par>
                        <p:par>
                          <p:cTn id="57" fill="hold">
                            <p:stCondLst>
                              <p:cond delay="4500"/>
                            </p:stCondLst>
                            <p:childTnLst>
                              <p:par>
                                <p:cTn id="58" presetID="18" presetClass="entr" presetSubtype="3" fill="hold" grpId="0" nodeType="afterEffect">
                                  <p:stCondLst>
                                    <p:cond delay="0"/>
                                  </p:stCondLst>
                                  <p:childTnLst>
                                    <p:set>
                                      <p:cBhvr>
                                        <p:cTn id="59" dur="1" fill="hold">
                                          <p:stCondLst>
                                            <p:cond delay="0"/>
                                          </p:stCondLst>
                                        </p:cTn>
                                        <p:tgtEl>
                                          <p:spTgt spid="2">
                                            <p:graphicEl>
                                              <a:chart seriesIdx="1" categoryIdx="-4" bldStep="series"/>
                                            </p:graphicEl>
                                          </p:spTgt>
                                        </p:tgtEl>
                                        <p:attrNameLst>
                                          <p:attrName>style.visibility</p:attrName>
                                        </p:attrNameLst>
                                      </p:cBhvr>
                                      <p:to>
                                        <p:strVal val="visible"/>
                                      </p:to>
                                    </p:set>
                                    <p:animEffect transition="in" filter="strips(upRight)">
                                      <p:cBhvr>
                                        <p:cTn id="60" dur="1000"/>
                                        <p:tgtEl>
                                          <p:spTgt spid="2">
                                            <p:graphicEl>
                                              <a:chart seriesIdx="1" categoryIdx="-4" bldStep="series"/>
                                            </p:graphicEl>
                                          </p:spTgt>
                                        </p:tgtEl>
                                      </p:cBhvr>
                                    </p:animEffect>
                                  </p:childTnLst>
                                </p:cTn>
                              </p:par>
                            </p:childTnLst>
                          </p:cTn>
                        </p:par>
                        <p:par>
                          <p:cTn id="61" fill="hold">
                            <p:stCondLst>
                              <p:cond delay="5500"/>
                            </p:stCondLst>
                            <p:childTnLst>
                              <p:par>
                                <p:cTn id="62" presetID="18" presetClass="entr" presetSubtype="3" fill="hold" grpId="0" nodeType="afterEffect">
                                  <p:stCondLst>
                                    <p:cond delay="0"/>
                                  </p:stCondLst>
                                  <p:childTnLst>
                                    <p:set>
                                      <p:cBhvr>
                                        <p:cTn id="63" dur="1" fill="hold">
                                          <p:stCondLst>
                                            <p:cond delay="0"/>
                                          </p:stCondLst>
                                        </p:cTn>
                                        <p:tgtEl>
                                          <p:spTgt spid="2">
                                            <p:graphicEl>
                                              <a:chart seriesIdx="2" categoryIdx="-4" bldStep="series"/>
                                            </p:graphicEl>
                                          </p:spTgt>
                                        </p:tgtEl>
                                        <p:attrNameLst>
                                          <p:attrName>style.visibility</p:attrName>
                                        </p:attrNameLst>
                                      </p:cBhvr>
                                      <p:to>
                                        <p:strVal val="visible"/>
                                      </p:to>
                                    </p:set>
                                    <p:animEffect transition="in" filter="strips(upRight)">
                                      <p:cBhvr>
                                        <p:cTn id="64" dur="1000"/>
                                        <p:tgtEl>
                                          <p:spTgt spid="2">
                                            <p:graphicEl>
                                              <a:chart seriesIdx="2" categoryIdx="-4" bldStep="series"/>
                                            </p:graphicEl>
                                          </p:spTgt>
                                        </p:tgtEl>
                                      </p:cBhvr>
                                    </p:animEffect>
                                  </p:childTnLst>
                                </p:cTn>
                              </p:par>
                            </p:childTnLst>
                          </p:cTn>
                        </p:par>
                        <p:par>
                          <p:cTn id="65" fill="hold">
                            <p:stCondLst>
                              <p:cond delay="6500"/>
                            </p:stCondLst>
                            <p:childTnLst>
                              <p:par>
                                <p:cTn id="66" presetID="18" presetClass="entr" presetSubtype="3" fill="hold" grpId="0" nodeType="afterEffect">
                                  <p:stCondLst>
                                    <p:cond delay="0"/>
                                  </p:stCondLst>
                                  <p:childTnLst>
                                    <p:set>
                                      <p:cBhvr>
                                        <p:cTn id="67" dur="1" fill="hold">
                                          <p:stCondLst>
                                            <p:cond delay="0"/>
                                          </p:stCondLst>
                                        </p:cTn>
                                        <p:tgtEl>
                                          <p:spTgt spid="2">
                                            <p:graphicEl>
                                              <a:chart seriesIdx="3" categoryIdx="-4" bldStep="series"/>
                                            </p:graphicEl>
                                          </p:spTgt>
                                        </p:tgtEl>
                                        <p:attrNameLst>
                                          <p:attrName>style.visibility</p:attrName>
                                        </p:attrNameLst>
                                      </p:cBhvr>
                                      <p:to>
                                        <p:strVal val="visible"/>
                                      </p:to>
                                    </p:set>
                                    <p:animEffect transition="in" filter="strips(upRight)">
                                      <p:cBhvr>
                                        <p:cTn id="68" dur="1000"/>
                                        <p:tgtEl>
                                          <p:spTgt spid="2">
                                            <p:graphicEl>
                                              <a:chart seriesIdx="3" categoryIdx="-4" bldStep="series"/>
                                            </p:graphicEl>
                                          </p:spTgt>
                                        </p:tgtEl>
                                      </p:cBhvr>
                                    </p:animEffect>
                                  </p:childTnLst>
                                </p:cTn>
                              </p:par>
                            </p:childTnLst>
                          </p:cTn>
                        </p:par>
                        <p:par>
                          <p:cTn id="69" fill="hold">
                            <p:stCondLst>
                              <p:cond delay="7500"/>
                            </p:stCondLst>
                            <p:childTnLst>
                              <p:par>
                                <p:cTn id="70" presetID="18" presetClass="entr" presetSubtype="3" fill="hold" grpId="0" nodeType="afterEffect">
                                  <p:stCondLst>
                                    <p:cond delay="0"/>
                                  </p:stCondLst>
                                  <p:childTnLst>
                                    <p:set>
                                      <p:cBhvr>
                                        <p:cTn id="71" dur="1" fill="hold">
                                          <p:stCondLst>
                                            <p:cond delay="0"/>
                                          </p:stCondLst>
                                        </p:cTn>
                                        <p:tgtEl>
                                          <p:spTgt spid="2">
                                            <p:graphicEl>
                                              <a:chart seriesIdx="4" categoryIdx="-4" bldStep="series"/>
                                            </p:graphicEl>
                                          </p:spTgt>
                                        </p:tgtEl>
                                        <p:attrNameLst>
                                          <p:attrName>style.visibility</p:attrName>
                                        </p:attrNameLst>
                                      </p:cBhvr>
                                      <p:to>
                                        <p:strVal val="visible"/>
                                      </p:to>
                                    </p:set>
                                    <p:animEffect transition="in" filter="strips(upRight)">
                                      <p:cBhvr>
                                        <p:cTn id="72" dur="1000"/>
                                        <p:tgtEl>
                                          <p:spTgt spid="2">
                                            <p:graphicEl>
                                              <a:chart seriesIdx="4" categoryIdx="-4" bldStep="series"/>
                                            </p:graphicEl>
                                          </p:spTgt>
                                        </p:tgtEl>
                                      </p:cBhvr>
                                    </p:animEffect>
                                  </p:childTnLst>
                                </p:cTn>
                              </p:par>
                            </p:childTnLst>
                          </p:cTn>
                        </p:par>
                        <p:par>
                          <p:cTn id="73" fill="hold">
                            <p:stCondLst>
                              <p:cond delay="8500"/>
                            </p:stCondLst>
                            <p:childTnLst>
                              <p:par>
                                <p:cTn id="74" presetID="2" presetClass="entr" presetSubtype="1" accel="50000" decel="50000" fill="hold" nodeType="afterEffect">
                                  <p:stCondLst>
                                    <p:cond delay="0"/>
                                  </p:stCondLst>
                                  <p:childTnLst>
                                    <p:set>
                                      <p:cBhvr>
                                        <p:cTn id="75" dur="1" fill="hold">
                                          <p:stCondLst>
                                            <p:cond delay="0"/>
                                          </p:stCondLst>
                                        </p:cTn>
                                        <p:tgtEl>
                                          <p:spTgt spid="3"/>
                                        </p:tgtEl>
                                        <p:attrNameLst>
                                          <p:attrName>style.visibility</p:attrName>
                                        </p:attrNameLst>
                                      </p:cBhvr>
                                      <p:to>
                                        <p:strVal val="visible"/>
                                      </p:to>
                                    </p:set>
                                    <p:anim calcmode="lin" valueType="num">
                                      <p:cBhvr additive="base">
                                        <p:cTn id="76" dur="500" fill="hold"/>
                                        <p:tgtEl>
                                          <p:spTgt spid="3"/>
                                        </p:tgtEl>
                                        <p:attrNameLst>
                                          <p:attrName>ppt_x</p:attrName>
                                        </p:attrNameLst>
                                      </p:cBhvr>
                                      <p:tavLst>
                                        <p:tav tm="0">
                                          <p:val>
                                            <p:strVal val="#ppt_x"/>
                                          </p:val>
                                        </p:tav>
                                        <p:tav tm="100000">
                                          <p:val>
                                            <p:strVal val="#ppt_x"/>
                                          </p:val>
                                        </p:tav>
                                      </p:tavLst>
                                    </p:anim>
                                    <p:anim calcmode="lin" valueType="num">
                                      <p:cBhvr additive="base">
                                        <p:cTn id="77" dur="500" fill="hold"/>
                                        <p:tgtEl>
                                          <p:spTgt spid="3"/>
                                        </p:tgtEl>
                                        <p:attrNameLst>
                                          <p:attrName>ppt_y</p:attrName>
                                        </p:attrNameLst>
                                      </p:cBhvr>
                                      <p:tavLst>
                                        <p:tav tm="0">
                                          <p:val>
                                            <p:strVal val="0-#ppt_h/2"/>
                                          </p:val>
                                        </p:tav>
                                        <p:tav tm="100000">
                                          <p:val>
                                            <p:strVal val="#ppt_y"/>
                                          </p:val>
                                        </p:tav>
                                      </p:tavLst>
                                    </p:anim>
                                  </p:childTnLst>
                                </p:cTn>
                              </p:par>
                            </p:childTnLst>
                          </p:cTn>
                        </p:par>
                        <p:par>
                          <p:cTn id="78" fill="hold">
                            <p:stCondLst>
                              <p:cond delay="9000"/>
                            </p:stCondLst>
                            <p:childTnLst>
                              <p:par>
                                <p:cTn id="79" presetID="2" presetClass="entr" presetSubtype="4" accel="50000" decel="50000" fill="hold" grpId="0" nodeType="afterEffect">
                                  <p:stCondLst>
                                    <p:cond delay="0"/>
                                  </p:stCondLst>
                                  <p:childTnLst>
                                    <p:set>
                                      <p:cBhvr>
                                        <p:cTn id="80" dur="1" fill="hold">
                                          <p:stCondLst>
                                            <p:cond delay="0"/>
                                          </p:stCondLst>
                                        </p:cTn>
                                        <p:tgtEl>
                                          <p:spTgt spid="4"/>
                                        </p:tgtEl>
                                        <p:attrNameLst>
                                          <p:attrName>style.visibility</p:attrName>
                                        </p:attrNameLst>
                                      </p:cBhvr>
                                      <p:to>
                                        <p:strVal val="visible"/>
                                      </p:to>
                                    </p:set>
                                    <p:anim calcmode="lin" valueType="num">
                                      <p:cBhvr additive="base">
                                        <p:cTn id="81" dur="500" fill="hold"/>
                                        <p:tgtEl>
                                          <p:spTgt spid="4"/>
                                        </p:tgtEl>
                                        <p:attrNameLst>
                                          <p:attrName>ppt_x</p:attrName>
                                        </p:attrNameLst>
                                      </p:cBhvr>
                                      <p:tavLst>
                                        <p:tav tm="0">
                                          <p:val>
                                            <p:strVal val="#ppt_x"/>
                                          </p:val>
                                        </p:tav>
                                        <p:tav tm="100000">
                                          <p:val>
                                            <p:strVal val="#ppt_x"/>
                                          </p:val>
                                        </p:tav>
                                      </p:tavLst>
                                    </p:anim>
                                    <p:anim calcmode="lin" valueType="num">
                                      <p:cBhvr additive="base">
                                        <p:cTn id="82" dur="500" fill="hold"/>
                                        <p:tgtEl>
                                          <p:spTgt spid="4"/>
                                        </p:tgtEl>
                                        <p:attrNameLst>
                                          <p:attrName>ppt_y</p:attrName>
                                        </p:attrNameLst>
                                      </p:cBhvr>
                                      <p:tavLst>
                                        <p:tav tm="0">
                                          <p:val>
                                            <p:strVal val="1+#ppt_h/2"/>
                                          </p:val>
                                        </p:tav>
                                        <p:tav tm="100000">
                                          <p:val>
                                            <p:strVal val="#ppt_y"/>
                                          </p:val>
                                        </p:tav>
                                      </p:tavLst>
                                    </p:anim>
                                  </p:childTnLst>
                                </p:cTn>
                              </p:par>
                            </p:childTnLst>
                          </p:cTn>
                        </p:par>
                        <p:par>
                          <p:cTn id="83" fill="hold">
                            <p:stCondLst>
                              <p:cond delay="9500"/>
                            </p:stCondLst>
                            <p:childTnLst>
                              <p:par>
                                <p:cTn id="84" presetID="2" presetClass="entr" presetSubtype="4" accel="50000" decel="50000" fill="hold" grpId="0" nodeType="afterEffect">
                                  <p:stCondLst>
                                    <p:cond delay="0"/>
                                  </p:stCondLst>
                                  <p:childTnLst>
                                    <p:set>
                                      <p:cBhvr>
                                        <p:cTn id="85" dur="1" fill="hold">
                                          <p:stCondLst>
                                            <p:cond delay="0"/>
                                          </p:stCondLst>
                                        </p:cTn>
                                        <p:tgtEl>
                                          <p:spTgt spid="5"/>
                                        </p:tgtEl>
                                        <p:attrNameLst>
                                          <p:attrName>style.visibility</p:attrName>
                                        </p:attrNameLst>
                                      </p:cBhvr>
                                      <p:to>
                                        <p:strVal val="visible"/>
                                      </p:to>
                                    </p:set>
                                    <p:anim calcmode="lin" valueType="num">
                                      <p:cBhvr additive="base">
                                        <p:cTn id="86" dur="500" fill="hold"/>
                                        <p:tgtEl>
                                          <p:spTgt spid="5"/>
                                        </p:tgtEl>
                                        <p:attrNameLst>
                                          <p:attrName>ppt_x</p:attrName>
                                        </p:attrNameLst>
                                      </p:cBhvr>
                                      <p:tavLst>
                                        <p:tav tm="0">
                                          <p:val>
                                            <p:strVal val="#ppt_x"/>
                                          </p:val>
                                        </p:tav>
                                        <p:tav tm="100000">
                                          <p:val>
                                            <p:strVal val="#ppt_x"/>
                                          </p:val>
                                        </p:tav>
                                      </p:tavLst>
                                    </p:anim>
                                    <p:anim calcmode="lin" valueType="num">
                                      <p:cBhvr additive="base">
                                        <p:cTn id="87" dur="500" fill="hold"/>
                                        <p:tgtEl>
                                          <p:spTgt spid="5"/>
                                        </p:tgtEl>
                                        <p:attrNameLst>
                                          <p:attrName>ppt_y</p:attrName>
                                        </p:attrNameLst>
                                      </p:cBhvr>
                                      <p:tavLst>
                                        <p:tav tm="0">
                                          <p:val>
                                            <p:strVal val="1+#ppt_h/2"/>
                                          </p:val>
                                        </p:tav>
                                        <p:tav tm="100000">
                                          <p:val>
                                            <p:strVal val="#ppt_y"/>
                                          </p:val>
                                        </p:tav>
                                      </p:tavLst>
                                    </p:anim>
                                  </p:childTnLst>
                                </p:cTn>
                              </p:par>
                            </p:childTnLst>
                          </p:cTn>
                        </p:par>
                        <p:par>
                          <p:cTn id="88" fill="hold">
                            <p:stCondLst>
                              <p:cond delay="10000"/>
                            </p:stCondLst>
                            <p:childTnLst>
                              <p:par>
                                <p:cTn id="89" presetID="2" presetClass="entr" presetSubtype="4" accel="50000" decel="50000" fill="hold" grpId="0" nodeType="afterEffect">
                                  <p:stCondLst>
                                    <p:cond delay="0"/>
                                  </p:stCondLst>
                                  <p:childTnLst>
                                    <p:set>
                                      <p:cBhvr>
                                        <p:cTn id="90" dur="1" fill="hold">
                                          <p:stCondLst>
                                            <p:cond delay="0"/>
                                          </p:stCondLst>
                                        </p:cTn>
                                        <p:tgtEl>
                                          <p:spTgt spid="6"/>
                                        </p:tgtEl>
                                        <p:attrNameLst>
                                          <p:attrName>style.visibility</p:attrName>
                                        </p:attrNameLst>
                                      </p:cBhvr>
                                      <p:to>
                                        <p:strVal val="visible"/>
                                      </p:to>
                                    </p:set>
                                    <p:anim calcmode="lin" valueType="num">
                                      <p:cBhvr additive="base">
                                        <p:cTn id="91" dur="500" fill="hold"/>
                                        <p:tgtEl>
                                          <p:spTgt spid="6"/>
                                        </p:tgtEl>
                                        <p:attrNameLst>
                                          <p:attrName>ppt_x</p:attrName>
                                        </p:attrNameLst>
                                      </p:cBhvr>
                                      <p:tavLst>
                                        <p:tav tm="0">
                                          <p:val>
                                            <p:strVal val="#ppt_x"/>
                                          </p:val>
                                        </p:tav>
                                        <p:tav tm="100000">
                                          <p:val>
                                            <p:strVal val="#ppt_x"/>
                                          </p:val>
                                        </p:tav>
                                      </p:tavLst>
                                    </p:anim>
                                    <p:anim calcmode="lin" valueType="num">
                                      <p:cBhvr additive="base">
                                        <p:cTn id="92" dur="500" fill="hold"/>
                                        <p:tgtEl>
                                          <p:spTgt spid="6"/>
                                        </p:tgtEl>
                                        <p:attrNameLst>
                                          <p:attrName>ppt_y</p:attrName>
                                        </p:attrNameLst>
                                      </p:cBhvr>
                                      <p:tavLst>
                                        <p:tav tm="0">
                                          <p:val>
                                            <p:strVal val="1+#ppt_h/2"/>
                                          </p:val>
                                        </p:tav>
                                        <p:tav tm="100000">
                                          <p:val>
                                            <p:strVal val="#ppt_y"/>
                                          </p:val>
                                        </p:tav>
                                      </p:tavLst>
                                    </p:anim>
                                  </p:childTnLst>
                                </p:cTn>
                              </p:par>
                            </p:childTnLst>
                          </p:cTn>
                        </p:par>
                        <p:par>
                          <p:cTn id="93" fill="hold">
                            <p:stCondLst>
                              <p:cond delay="10500"/>
                            </p:stCondLst>
                            <p:childTnLst>
                              <p:par>
                                <p:cTn id="94" presetID="2" presetClass="entr" presetSubtype="4" accel="50000" decel="50000" fill="hold" grpId="0" nodeType="afterEffect">
                                  <p:stCondLst>
                                    <p:cond delay="0"/>
                                  </p:stCondLst>
                                  <p:childTnLst>
                                    <p:set>
                                      <p:cBhvr>
                                        <p:cTn id="95" dur="1" fill="hold">
                                          <p:stCondLst>
                                            <p:cond delay="0"/>
                                          </p:stCondLst>
                                        </p:cTn>
                                        <p:tgtEl>
                                          <p:spTgt spid="7"/>
                                        </p:tgtEl>
                                        <p:attrNameLst>
                                          <p:attrName>style.visibility</p:attrName>
                                        </p:attrNameLst>
                                      </p:cBhvr>
                                      <p:to>
                                        <p:strVal val="visible"/>
                                      </p:to>
                                    </p:set>
                                    <p:anim calcmode="lin" valueType="num">
                                      <p:cBhvr additive="base">
                                        <p:cTn id="96" dur="500" fill="hold"/>
                                        <p:tgtEl>
                                          <p:spTgt spid="7"/>
                                        </p:tgtEl>
                                        <p:attrNameLst>
                                          <p:attrName>ppt_x</p:attrName>
                                        </p:attrNameLst>
                                      </p:cBhvr>
                                      <p:tavLst>
                                        <p:tav tm="0">
                                          <p:val>
                                            <p:strVal val="#ppt_x"/>
                                          </p:val>
                                        </p:tav>
                                        <p:tav tm="100000">
                                          <p:val>
                                            <p:strVal val="#ppt_x"/>
                                          </p:val>
                                        </p:tav>
                                      </p:tavLst>
                                    </p:anim>
                                    <p:anim calcmode="lin" valueType="num">
                                      <p:cBhvr additive="base">
                                        <p:cTn id="97" dur="500" fill="hold"/>
                                        <p:tgtEl>
                                          <p:spTgt spid="7"/>
                                        </p:tgtEl>
                                        <p:attrNameLst>
                                          <p:attrName>ppt_y</p:attrName>
                                        </p:attrNameLst>
                                      </p:cBhvr>
                                      <p:tavLst>
                                        <p:tav tm="0">
                                          <p:val>
                                            <p:strVal val="1+#ppt_h/2"/>
                                          </p:val>
                                        </p:tav>
                                        <p:tav tm="100000">
                                          <p:val>
                                            <p:strVal val="#ppt_y"/>
                                          </p:val>
                                        </p:tav>
                                      </p:tavLst>
                                    </p:anim>
                                  </p:childTnLst>
                                </p:cTn>
                              </p:par>
                            </p:childTnLst>
                          </p:cTn>
                        </p:par>
                        <p:par>
                          <p:cTn id="98" fill="hold">
                            <p:stCondLst>
                              <p:cond delay="11000"/>
                            </p:stCondLst>
                            <p:childTnLst>
                              <p:par>
                                <p:cTn id="99" presetID="2" presetClass="entr" presetSubtype="4" accel="50000" decel="50000" fill="hold" grpId="0" nodeType="afterEffect">
                                  <p:stCondLst>
                                    <p:cond delay="0"/>
                                  </p:stCondLst>
                                  <p:childTnLst>
                                    <p:set>
                                      <p:cBhvr>
                                        <p:cTn id="100" dur="1" fill="hold">
                                          <p:stCondLst>
                                            <p:cond delay="0"/>
                                          </p:stCondLst>
                                        </p:cTn>
                                        <p:tgtEl>
                                          <p:spTgt spid="8"/>
                                        </p:tgtEl>
                                        <p:attrNameLst>
                                          <p:attrName>style.visibility</p:attrName>
                                        </p:attrNameLst>
                                      </p:cBhvr>
                                      <p:to>
                                        <p:strVal val="visible"/>
                                      </p:to>
                                    </p:set>
                                    <p:anim calcmode="lin" valueType="num">
                                      <p:cBhvr additive="base">
                                        <p:cTn id="101" dur="500" fill="hold"/>
                                        <p:tgtEl>
                                          <p:spTgt spid="8"/>
                                        </p:tgtEl>
                                        <p:attrNameLst>
                                          <p:attrName>ppt_x</p:attrName>
                                        </p:attrNameLst>
                                      </p:cBhvr>
                                      <p:tavLst>
                                        <p:tav tm="0">
                                          <p:val>
                                            <p:strVal val="#ppt_x"/>
                                          </p:val>
                                        </p:tav>
                                        <p:tav tm="100000">
                                          <p:val>
                                            <p:strVal val="#ppt_x"/>
                                          </p:val>
                                        </p:tav>
                                      </p:tavLst>
                                    </p:anim>
                                    <p:anim calcmode="lin" valueType="num">
                                      <p:cBhvr additive="base">
                                        <p:cTn id="102" dur="500" fill="hold"/>
                                        <p:tgtEl>
                                          <p:spTgt spid="8"/>
                                        </p:tgtEl>
                                        <p:attrNameLst>
                                          <p:attrName>ppt_y</p:attrName>
                                        </p:attrNameLst>
                                      </p:cBhvr>
                                      <p:tavLst>
                                        <p:tav tm="0">
                                          <p:val>
                                            <p:strVal val="1+#ppt_h/2"/>
                                          </p:val>
                                        </p:tav>
                                        <p:tav tm="100000">
                                          <p:val>
                                            <p:strVal val="#ppt_y"/>
                                          </p:val>
                                        </p:tav>
                                      </p:tavLst>
                                    </p:anim>
                                  </p:childTnLst>
                                </p:cTn>
                              </p:par>
                            </p:childTnLst>
                          </p:cTn>
                        </p:par>
                        <p:par>
                          <p:cTn id="103" fill="hold">
                            <p:stCondLst>
                              <p:cond delay="11500"/>
                            </p:stCondLst>
                            <p:childTnLst>
                              <p:par>
                                <p:cTn id="104" presetID="49" presetClass="entr" presetSubtype="0" decel="100000" fill="hold" nodeType="afterEffect">
                                  <p:stCondLst>
                                    <p:cond delay="0"/>
                                  </p:stCondLst>
                                  <p:childTnLst>
                                    <p:set>
                                      <p:cBhvr>
                                        <p:cTn id="105" dur="1" fill="hold">
                                          <p:stCondLst>
                                            <p:cond delay="0"/>
                                          </p:stCondLst>
                                        </p:cTn>
                                        <p:tgtEl>
                                          <p:spTgt spid="83"/>
                                        </p:tgtEl>
                                        <p:attrNameLst>
                                          <p:attrName>style.visibility</p:attrName>
                                        </p:attrNameLst>
                                      </p:cBhvr>
                                      <p:to>
                                        <p:strVal val="visible"/>
                                      </p:to>
                                    </p:set>
                                    <p:anim calcmode="lin" valueType="num">
                                      <p:cBhvr>
                                        <p:cTn id="106" dur="500" fill="hold"/>
                                        <p:tgtEl>
                                          <p:spTgt spid="83"/>
                                        </p:tgtEl>
                                        <p:attrNameLst>
                                          <p:attrName>ppt_w</p:attrName>
                                        </p:attrNameLst>
                                      </p:cBhvr>
                                      <p:tavLst>
                                        <p:tav tm="0">
                                          <p:val>
                                            <p:fltVal val="0"/>
                                          </p:val>
                                        </p:tav>
                                        <p:tav tm="100000">
                                          <p:val>
                                            <p:strVal val="#ppt_w"/>
                                          </p:val>
                                        </p:tav>
                                      </p:tavLst>
                                    </p:anim>
                                    <p:anim calcmode="lin" valueType="num">
                                      <p:cBhvr>
                                        <p:cTn id="107" dur="500" fill="hold"/>
                                        <p:tgtEl>
                                          <p:spTgt spid="83"/>
                                        </p:tgtEl>
                                        <p:attrNameLst>
                                          <p:attrName>ppt_h</p:attrName>
                                        </p:attrNameLst>
                                      </p:cBhvr>
                                      <p:tavLst>
                                        <p:tav tm="0">
                                          <p:val>
                                            <p:fltVal val="0"/>
                                          </p:val>
                                        </p:tav>
                                        <p:tav tm="100000">
                                          <p:val>
                                            <p:strVal val="#ppt_h"/>
                                          </p:val>
                                        </p:tav>
                                      </p:tavLst>
                                    </p:anim>
                                    <p:anim calcmode="lin" valueType="num">
                                      <p:cBhvr>
                                        <p:cTn id="108" dur="500" fill="hold"/>
                                        <p:tgtEl>
                                          <p:spTgt spid="83"/>
                                        </p:tgtEl>
                                        <p:attrNameLst>
                                          <p:attrName>style.rotation</p:attrName>
                                        </p:attrNameLst>
                                      </p:cBhvr>
                                      <p:tavLst>
                                        <p:tav tm="0">
                                          <p:val>
                                            <p:fltVal val="360"/>
                                          </p:val>
                                        </p:tav>
                                        <p:tav tm="100000">
                                          <p:val>
                                            <p:fltVal val="0"/>
                                          </p:val>
                                        </p:tav>
                                      </p:tavLst>
                                    </p:anim>
                                    <p:animEffect transition="in" filter="fade">
                                      <p:cBhvr>
                                        <p:cTn id="109"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Chart bld="series"/>
        </p:bldSub>
      </p:bldGraphic>
      <p:bldP spid="4" grpId="0"/>
      <p:bldP spid="5" grpId="0"/>
      <p:bldP spid="6" grpId="0"/>
      <p:bldP spid="7" grpId="0"/>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Chart 21"/>
          <p:cNvGraphicFramePr/>
          <p:nvPr>
            <p:extLst>
              <p:ext uri="{D42A27DB-BD31-4B8C-83A1-F6EECF244321}">
                <p14:modId xmlns:p14="http://schemas.microsoft.com/office/powerpoint/2010/main" val="1330869411"/>
              </p:ext>
            </p:extLst>
          </p:nvPr>
        </p:nvGraphicFramePr>
        <p:xfrm>
          <a:off x="791988" y="1781146"/>
          <a:ext cx="5682624" cy="4619654"/>
        </p:xfrm>
        <a:graphic>
          <a:graphicData uri="http://schemas.openxmlformats.org/drawingml/2006/chart">
            <c:chart xmlns:c="http://schemas.openxmlformats.org/drawingml/2006/chart" xmlns:r="http://schemas.openxmlformats.org/officeDocument/2006/relationships" r:id="rId2"/>
          </a:graphicData>
        </a:graphic>
      </p:graphicFrame>
      <p:sp>
        <p:nvSpPr>
          <p:cNvPr id="24" name="TextBox 23"/>
          <p:cNvSpPr txBox="1"/>
          <p:nvPr/>
        </p:nvSpPr>
        <p:spPr>
          <a:xfrm>
            <a:off x="7720974" y="4537365"/>
            <a:ext cx="3631238" cy="401212"/>
          </a:xfrm>
          <a:prstGeom prst="rect">
            <a:avLst/>
          </a:prstGeom>
          <a:noFill/>
        </p:spPr>
        <p:txBody>
          <a:bodyPr wrap="square" lIns="0" tIns="0" rIns="0" bIns="0" rtlCol="0">
            <a:spAutoFit/>
          </a:bodyPr>
          <a:lstStyle/>
          <a:p>
            <a:pPr lvl="0" defTabSz="914400">
              <a:spcBef>
                <a:spcPct val="20000"/>
              </a:spcBef>
              <a:defRPr/>
            </a:pPr>
            <a:r>
              <a:rPr lang="en-US" sz="1000" dirty="0" smtClean="0">
                <a:solidFill>
                  <a:schemeClr val="tx1">
                    <a:lumMod val="50000"/>
                    <a:lumOff val="50000"/>
                  </a:schemeClr>
                </a:solidFill>
              </a:rPr>
              <a:t>There are many of the variations passages lorem ipsum available majority have suffered</a:t>
            </a:r>
            <a:endParaRPr lang="en-US" sz="1000" dirty="0">
              <a:solidFill>
                <a:schemeClr val="tx1">
                  <a:lumMod val="50000"/>
                  <a:lumOff val="50000"/>
                </a:schemeClr>
              </a:solidFill>
            </a:endParaRPr>
          </a:p>
        </p:txBody>
      </p:sp>
      <p:sp>
        <p:nvSpPr>
          <p:cNvPr id="25" name="TextBox 24"/>
          <p:cNvSpPr txBox="1"/>
          <p:nvPr/>
        </p:nvSpPr>
        <p:spPr>
          <a:xfrm>
            <a:off x="6810199" y="4257676"/>
            <a:ext cx="2010779" cy="215444"/>
          </a:xfrm>
          <a:prstGeom prst="rect">
            <a:avLst/>
          </a:prstGeom>
          <a:noFill/>
        </p:spPr>
        <p:txBody>
          <a:bodyPr wrap="square" lIns="0" tIns="0" rIns="0" bIns="0" rtlCol="0" anchor="t">
            <a:spAutoFit/>
          </a:bodyPr>
          <a:lstStyle/>
          <a:p>
            <a:r>
              <a:rPr lang="en-US" sz="1400" b="1" dirty="0" smtClean="0">
                <a:solidFill>
                  <a:schemeClr val="tx1">
                    <a:lumMod val="50000"/>
                    <a:lumOff val="50000"/>
                  </a:schemeClr>
                </a:solidFill>
              </a:rPr>
              <a:t>DESCRIPTION HERE</a:t>
            </a:r>
            <a:endParaRPr lang="en-US" sz="1400" b="1" dirty="0">
              <a:solidFill>
                <a:schemeClr val="tx1">
                  <a:lumMod val="50000"/>
                  <a:lumOff val="50000"/>
                </a:schemeClr>
              </a:solidFill>
            </a:endParaRPr>
          </a:p>
        </p:txBody>
      </p:sp>
      <p:sp>
        <p:nvSpPr>
          <p:cNvPr id="26" name="Rectangle 25"/>
          <p:cNvSpPr/>
          <p:nvPr/>
        </p:nvSpPr>
        <p:spPr>
          <a:xfrm>
            <a:off x="6837493" y="4538524"/>
            <a:ext cx="773167" cy="561696"/>
          </a:xfrm>
          <a:prstGeom prst="rect">
            <a:avLst/>
          </a:prstGeom>
        </p:spPr>
        <p:txBody>
          <a:bodyPr wrap="none" lIns="0" tIns="0" rIns="0" bIns="0">
            <a:spAutoFit/>
          </a:bodyPr>
          <a:lstStyle/>
          <a:p>
            <a:r>
              <a:rPr lang="en-US" sz="2800" b="1" dirty="0" smtClean="0">
                <a:solidFill>
                  <a:schemeClr val="tx1">
                    <a:lumMod val="50000"/>
                    <a:lumOff val="50000"/>
                  </a:schemeClr>
                </a:solidFill>
              </a:rPr>
              <a:t>80%</a:t>
            </a:r>
            <a:endParaRPr lang="en-US" sz="1800" b="1" dirty="0" smtClean="0">
              <a:solidFill>
                <a:schemeClr val="tx1">
                  <a:lumMod val="50000"/>
                  <a:lumOff val="50000"/>
                </a:schemeClr>
              </a:solidFill>
            </a:endParaRPr>
          </a:p>
        </p:txBody>
      </p:sp>
      <p:grpSp>
        <p:nvGrpSpPr>
          <p:cNvPr id="27" name="Group 29"/>
          <p:cNvGrpSpPr/>
          <p:nvPr/>
        </p:nvGrpSpPr>
        <p:grpSpPr>
          <a:xfrm>
            <a:off x="6810200" y="1981200"/>
            <a:ext cx="4383060" cy="842544"/>
            <a:chOff x="685800" y="3409950"/>
            <a:chExt cx="3527953" cy="646331"/>
          </a:xfrm>
        </p:grpSpPr>
        <p:sp>
          <p:nvSpPr>
            <p:cNvPr id="28" name="TextBox 27"/>
            <p:cNvSpPr txBox="1"/>
            <p:nvPr/>
          </p:nvSpPr>
          <p:spPr>
            <a:xfrm>
              <a:off x="1384472" y="3687191"/>
              <a:ext cx="2829281" cy="307777"/>
            </a:xfrm>
            <a:prstGeom prst="rect">
              <a:avLst/>
            </a:prstGeom>
            <a:noFill/>
          </p:spPr>
          <p:txBody>
            <a:bodyPr wrap="square" lIns="0" tIns="0" rIns="0" bIns="0" rtlCol="0">
              <a:spAutoFit/>
            </a:bodyPr>
            <a:lstStyle/>
            <a:p>
              <a:pPr lvl="0" defTabSz="914400">
                <a:spcBef>
                  <a:spcPct val="20000"/>
                </a:spcBef>
                <a:defRPr/>
              </a:pPr>
              <a:r>
                <a:rPr lang="en-US" sz="1000" dirty="0" smtClean="0">
                  <a:solidFill>
                    <a:schemeClr val="tx1">
                      <a:lumMod val="50000"/>
                      <a:lumOff val="50000"/>
                    </a:schemeClr>
                  </a:solidFill>
                </a:rPr>
                <a:t>There are many of the variations passages lorem ipsum available majority have suffered</a:t>
              </a:r>
              <a:endParaRPr lang="en-US" sz="1000" dirty="0">
                <a:solidFill>
                  <a:schemeClr val="tx1">
                    <a:lumMod val="50000"/>
                    <a:lumOff val="50000"/>
                  </a:schemeClr>
                </a:solidFill>
              </a:endParaRPr>
            </a:p>
          </p:txBody>
        </p:sp>
        <p:sp>
          <p:nvSpPr>
            <p:cNvPr id="29" name="TextBox 28"/>
            <p:cNvSpPr txBox="1"/>
            <p:nvPr/>
          </p:nvSpPr>
          <p:spPr>
            <a:xfrm>
              <a:off x="685800" y="3409950"/>
              <a:ext cx="1542506" cy="165271"/>
            </a:xfrm>
            <a:prstGeom prst="rect">
              <a:avLst/>
            </a:prstGeom>
            <a:noFill/>
          </p:spPr>
          <p:txBody>
            <a:bodyPr wrap="square" lIns="0" tIns="0" rIns="0" bIns="0" rtlCol="0" anchor="t">
              <a:spAutoFit/>
            </a:bodyPr>
            <a:lstStyle/>
            <a:p>
              <a:r>
                <a:rPr lang="en-US" sz="1400" b="1" dirty="0" smtClean="0">
                  <a:solidFill>
                    <a:schemeClr val="tx1">
                      <a:lumMod val="50000"/>
                      <a:lumOff val="50000"/>
                    </a:schemeClr>
                  </a:solidFill>
                </a:rPr>
                <a:t>DESCRIPTION HERE</a:t>
              </a:r>
              <a:endParaRPr lang="en-US" sz="1400" b="1" dirty="0">
                <a:solidFill>
                  <a:schemeClr val="tx1">
                    <a:lumMod val="50000"/>
                    <a:lumOff val="50000"/>
                  </a:schemeClr>
                </a:solidFill>
              </a:endParaRPr>
            </a:p>
          </p:txBody>
        </p:sp>
        <p:sp>
          <p:nvSpPr>
            <p:cNvPr id="30" name="Rectangle 29"/>
            <p:cNvSpPr/>
            <p:nvPr/>
          </p:nvSpPr>
          <p:spPr>
            <a:xfrm>
              <a:off x="706738" y="3625394"/>
              <a:ext cx="593111" cy="430887"/>
            </a:xfrm>
            <a:prstGeom prst="rect">
              <a:avLst/>
            </a:prstGeom>
          </p:spPr>
          <p:txBody>
            <a:bodyPr wrap="none" lIns="0" tIns="0" rIns="0" bIns="0">
              <a:spAutoFit/>
            </a:bodyPr>
            <a:lstStyle/>
            <a:p>
              <a:r>
                <a:rPr lang="en-US" sz="2800" b="1" dirty="0" smtClean="0">
                  <a:solidFill>
                    <a:schemeClr val="tx1">
                      <a:lumMod val="50000"/>
                      <a:lumOff val="50000"/>
                    </a:schemeClr>
                  </a:solidFill>
                </a:rPr>
                <a:t>20%</a:t>
              </a:r>
              <a:endParaRPr lang="en-US" sz="1800" b="1" dirty="0" smtClean="0">
                <a:solidFill>
                  <a:schemeClr val="tx1">
                    <a:lumMod val="50000"/>
                    <a:lumOff val="50000"/>
                  </a:schemeClr>
                </a:solidFill>
              </a:endParaRPr>
            </a:p>
          </p:txBody>
        </p:sp>
      </p:grpSp>
      <p:grpSp>
        <p:nvGrpSpPr>
          <p:cNvPr id="31" name="Group 87"/>
          <p:cNvGrpSpPr/>
          <p:nvPr/>
        </p:nvGrpSpPr>
        <p:grpSpPr>
          <a:xfrm>
            <a:off x="6810200" y="4937145"/>
            <a:ext cx="4421892" cy="930255"/>
            <a:chOff x="609600" y="2841943"/>
            <a:chExt cx="2660838" cy="559774"/>
          </a:xfrm>
        </p:grpSpPr>
        <p:grpSp>
          <p:nvGrpSpPr>
            <p:cNvPr id="32" name="Group 184"/>
            <p:cNvGrpSpPr/>
            <p:nvPr/>
          </p:nvGrpSpPr>
          <p:grpSpPr>
            <a:xfrm>
              <a:off x="609600" y="2841943"/>
              <a:ext cx="260742" cy="559774"/>
              <a:chOff x="6213475" y="1668463"/>
              <a:chExt cx="227013" cy="487362"/>
            </a:xfrm>
            <a:solidFill>
              <a:schemeClr val="accent1"/>
            </a:solidFill>
          </p:grpSpPr>
          <p:sp>
            <p:nvSpPr>
              <p:cNvPr id="60" name="Oval 98"/>
              <p:cNvSpPr>
                <a:spLocks noChangeArrowheads="1"/>
              </p:cNvSpPr>
              <p:nvPr/>
            </p:nvSpPr>
            <p:spPr bwMode="auto">
              <a:xfrm>
                <a:off x="6291263" y="1668463"/>
                <a:ext cx="73025" cy="73025"/>
              </a:xfrm>
              <a:prstGeom prst="ellipse">
                <a:avLst/>
              </a:pr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 name="Freeform 99"/>
              <p:cNvSpPr>
                <a:spLocks/>
              </p:cNvSpPr>
              <p:nvPr/>
            </p:nvSpPr>
            <p:spPr bwMode="auto">
              <a:xfrm>
                <a:off x="6213475" y="1757363"/>
                <a:ext cx="227013" cy="398462"/>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33" name="Group 184"/>
            <p:cNvGrpSpPr/>
            <p:nvPr/>
          </p:nvGrpSpPr>
          <p:grpSpPr>
            <a:xfrm>
              <a:off x="876277" y="2841943"/>
              <a:ext cx="260742" cy="559774"/>
              <a:chOff x="6213475" y="1668463"/>
              <a:chExt cx="227013" cy="487362"/>
            </a:xfrm>
            <a:solidFill>
              <a:schemeClr val="accent1"/>
            </a:solidFill>
          </p:grpSpPr>
          <p:sp>
            <p:nvSpPr>
              <p:cNvPr id="58" name="Oval 98"/>
              <p:cNvSpPr>
                <a:spLocks noChangeArrowheads="1"/>
              </p:cNvSpPr>
              <p:nvPr/>
            </p:nvSpPr>
            <p:spPr bwMode="auto">
              <a:xfrm>
                <a:off x="6291263" y="1668463"/>
                <a:ext cx="73025" cy="73025"/>
              </a:xfrm>
              <a:prstGeom prst="ellipse">
                <a:avLst/>
              </a:pr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9" name="Freeform 99"/>
              <p:cNvSpPr>
                <a:spLocks/>
              </p:cNvSpPr>
              <p:nvPr/>
            </p:nvSpPr>
            <p:spPr bwMode="auto">
              <a:xfrm>
                <a:off x="6213475" y="1757363"/>
                <a:ext cx="227013" cy="398462"/>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34" name="Group 184"/>
            <p:cNvGrpSpPr/>
            <p:nvPr/>
          </p:nvGrpSpPr>
          <p:grpSpPr>
            <a:xfrm>
              <a:off x="1142954" y="2841943"/>
              <a:ext cx="260742" cy="559774"/>
              <a:chOff x="6213475" y="1668463"/>
              <a:chExt cx="227013" cy="487362"/>
            </a:xfrm>
            <a:solidFill>
              <a:schemeClr val="accent1"/>
            </a:solidFill>
          </p:grpSpPr>
          <p:sp>
            <p:nvSpPr>
              <p:cNvPr id="56" name="Oval 98"/>
              <p:cNvSpPr>
                <a:spLocks noChangeArrowheads="1"/>
              </p:cNvSpPr>
              <p:nvPr/>
            </p:nvSpPr>
            <p:spPr bwMode="auto">
              <a:xfrm>
                <a:off x="6291263" y="1668463"/>
                <a:ext cx="73025" cy="73025"/>
              </a:xfrm>
              <a:prstGeom prst="ellipse">
                <a:avLst/>
              </a:pr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7" name="Freeform 99"/>
              <p:cNvSpPr>
                <a:spLocks/>
              </p:cNvSpPr>
              <p:nvPr/>
            </p:nvSpPr>
            <p:spPr bwMode="auto">
              <a:xfrm>
                <a:off x="6213475" y="1757363"/>
                <a:ext cx="227013" cy="398462"/>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35" name="Group 184"/>
            <p:cNvGrpSpPr/>
            <p:nvPr/>
          </p:nvGrpSpPr>
          <p:grpSpPr>
            <a:xfrm>
              <a:off x="1409631" y="2841943"/>
              <a:ext cx="260742" cy="559774"/>
              <a:chOff x="6213475" y="1668463"/>
              <a:chExt cx="227013" cy="487362"/>
            </a:xfrm>
            <a:solidFill>
              <a:schemeClr val="accent1"/>
            </a:solidFill>
          </p:grpSpPr>
          <p:sp>
            <p:nvSpPr>
              <p:cNvPr id="54" name="Oval 98"/>
              <p:cNvSpPr>
                <a:spLocks noChangeArrowheads="1"/>
              </p:cNvSpPr>
              <p:nvPr/>
            </p:nvSpPr>
            <p:spPr bwMode="auto">
              <a:xfrm>
                <a:off x="6291263" y="1668463"/>
                <a:ext cx="73025" cy="73025"/>
              </a:xfrm>
              <a:prstGeom prst="ellipse">
                <a:avLst/>
              </a:pr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 name="Freeform 99"/>
              <p:cNvSpPr>
                <a:spLocks/>
              </p:cNvSpPr>
              <p:nvPr/>
            </p:nvSpPr>
            <p:spPr bwMode="auto">
              <a:xfrm>
                <a:off x="6213475" y="1757363"/>
                <a:ext cx="227013" cy="398462"/>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36" name="Group 184"/>
            <p:cNvGrpSpPr/>
            <p:nvPr/>
          </p:nvGrpSpPr>
          <p:grpSpPr>
            <a:xfrm>
              <a:off x="1676308" y="2841943"/>
              <a:ext cx="260742" cy="559774"/>
              <a:chOff x="6213475" y="1668463"/>
              <a:chExt cx="227013" cy="487362"/>
            </a:xfrm>
            <a:solidFill>
              <a:schemeClr val="accent1"/>
            </a:solidFill>
          </p:grpSpPr>
          <p:sp>
            <p:nvSpPr>
              <p:cNvPr id="52" name="Oval 98"/>
              <p:cNvSpPr>
                <a:spLocks noChangeArrowheads="1"/>
              </p:cNvSpPr>
              <p:nvPr/>
            </p:nvSpPr>
            <p:spPr bwMode="auto">
              <a:xfrm>
                <a:off x="6291263" y="1668463"/>
                <a:ext cx="73025" cy="73025"/>
              </a:xfrm>
              <a:prstGeom prst="ellipse">
                <a:avLst/>
              </a:pr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3" name="Freeform 99"/>
              <p:cNvSpPr>
                <a:spLocks/>
              </p:cNvSpPr>
              <p:nvPr/>
            </p:nvSpPr>
            <p:spPr bwMode="auto">
              <a:xfrm>
                <a:off x="6213475" y="1757363"/>
                <a:ext cx="227013" cy="398462"/>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37" name="Group 184"/>
            <p:cNvGrpSpPr/>
            <p:nvPr/>
          </p:nvGrpSpPr>
          <p:grpSpPr>
            <a:xfrm>
              <a:off x="1942985" y="2841943"/>
              <a:ext cx="260742" cy="559774"/>
              <a:chOff x="6213475" y="1668463"/>
              <a:chExt cx="227013" cy="487362"/>
            </a:xfrm>
            <a:solidFill>
              <a:schemeClr val="accent1"/>
            </a:solidFill>
          </p:grpSpPr>
          <p:sp>
            <p:nvSpPr>
              <p:cNvPr id="50" name="Oval 98"/>
              <p:cNvSpPr>
                <a:spLocks noChangeArrowheads="1"/>
              </p:cNvSpPr>
              <p:nvPr/>
            </p:nvSpPr>
            <p:spPr bwMode="auto">
              <a:xfrm>
                <a:off x="6291263" y="1668463"/>
                <a:ext cx="73025" cy="73025"/>
              </a:xfrm>
              <a:prstGeom prst="ellipse">
                <a:avLst/>
              </a:pr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1" name="Freeform 99"/>
              <p:cNvSpPr>
                <a:spLocks/>
              </p:cNvSpPr>
              <p:nvPr/>
            </p:nvSpPr>
            <p:spPr bwMode="auto">
              <a:xfrm>
                <a:off x="6213475" y="1757363"/>
                <a:ext cx="227013" cy="398462"/>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38" name="Group 184"/>
            <p:cNvGrpSpPr/>
            <p:nvPr/>
          </p:nvGrpSpPr>
          <p:grpSpPr>
            <a:xfrm>
              <a:off x="2209662" y="2841943"/>
              <a:ext cx="260742" cy="559774"/>
              <a:chOff x="6213475" y="1668463"/>
              <a:chExt cx="227013" cy="487362"/>
            </a:xfrm>
            <a:solidFill>
              <a:schemeClr val="accent1"/>
            </a:solidFill>
          </p:grpSpPr>
          <p:sp>
            <p:nvSpPr>
              <p:cNvPr id="48" name="Oval 98"/>
              <p:cNvSpPr>
                <a:spLocks noChangeArrowheads="1"/>
              </p:cNvSpPr>
              <p:nvPr/>
            </p:nvSpPr>
            <p:spPr bwMode="auto">
              <a:xfrm>
                <a:off x="6291263" y="1668463"/>
                <a:ext cx="73025" cy="73025"/>
              </a:xfrm>
              <a:prstGeom prst="ellipse">
                <a:avLst/>
              </a:pr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 name="Freeform 99"/>
              <p:cNvSpPr>
                <a:spLocks/>
              </p:cNvSpPr>
              <p:nvPr/>
            </p:nvSpPr>
            <p:spPr bwMode="auto">
              <a:xfrm>
                <a:off x="6213475" y="1757363"/>
                <a:ext cx="227013" cy="398462"/>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39" name="Group 184"/>
            <p:cNvGrpSpPr/>
            <p:nvPr/>
          </p:nvGrpSpPr>
          <p:grpSpPr>
            <a:xfrm>
              <a:off x="2476339" y="2841943"/>
              <a:ext cx="260742" cy="559774"/>
              <a:chOff x="6213475" y="1668463"/>
              <a:chExt cx="227013" cy="487362"/>
            </a:xfrm>
            <a:solidFill>
              <a:schemeClr val="accent1"/>
            </a:solidFill>
          </p:grpSpPr>
          <p:sp>
            <p:nvSpPr>
              <p:cNvPr id="46" name="Oval 98"/>
              <p:cNvSpPr>
                <a:spLocks noChangeArrowheads="1"/>
              </p:cNvSpPr>
              <p:nvPr/>
            </p:nvSpPr>
            <p:spPr bwMode="auto">
              <a:xfrm>
                <a:off x="6291263" y="1668463"/>
                <a:ext cx="73025" cy="73025"/>
              </a:xfrm>
              <a:prstGeom prst="ellipse">
                <a:avLst/>
              </a:pr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 name="Freeform 99"/>
              <p:cNvSpPr>
                <a:spLocks/>
              </p:cNvSpPr>
              <p:nvPr/>
            </p:nvSpPr>
            <p:spPr bwMode="auto">
              <a:xfrm>
                <a:off x="6213475" y="1757363"/>
                <a:ext cx="227013" cy="398462"/>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40" name="Group 184"/>
            <p:cNvGrpSpPr/>
            <p:nvPr/>
          </p:nvGrpSpPr>
          <p:grpSpPr>
            <a:xfrm>
              <a:off x="2743016" y="2841943"/>
              <a:ext cx="260742" cy="559774"/>
              <a:chOff x="6213475" y="1668463"/>
              <a:chExt cx="227013" cy="487362"/>
            </a:xfrm>
            <a:solidFill>
              <a:schemeClr val="bg1">
                <a:lumMod val="75000"/>
              </a:schemeClr>
            </a:solidFill>
          </p:grpSpPr>
          <p:sp>
            <p:nvSpPr>
              <p:cNvPr id="44" name="Oval 98"/>
              <p:cNvSpPr>
                <a:spLocks noChangeArrowheads="1"/>
              </p:cNvSpPr>
              <p:nvPr/>
            </p:nvSpPr>
            <p:spPr bwMode="auto">
              <a:xfrm>
                <a:off x="6291263" y="1668463"/>
                <a:ext cx="73025" cy="73025"/>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5" name="Freeform 99"/>
              <p:cNvSpPr>
                <a:spLocks/>
              </p:cNvSpPr>
              <p:nvPr/>
            </p:nvSpPr>
            <p:spPr bwMode="auto">
              <a:xfrm>
                <a:off x="6213475" y="1757363"/>
                <a:ext cx="227013" cy="398462"/>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41" name="Group 184"/>
            <p:cNvGrpSpPr/>
            <p:nvPr/>
          </p:nvGrpSpPr>
          <p:grpSpPr>
            <a:xfrm>
              <a:off x="3009696" y="2841943"/>
              <a:ext cx="260742" cy="559774"/>
              <a:chOff x="6213475" y="1668463"/>
              <a:chExt cx="227013" cy="487362"/>
            </a:xfrm>
            <a:solidFill>
              <a:schemeClr val="bg1">
                <a:lumMod val="75000"/>
              </a:schemeClr>
            </a:solidFill>
          </p:grpSpPr>
          <p:sp>
            <p:nvSpPr>
              <p:cNvPr id="42" name="Oval 98"/>
              <p:cNvSpPr>
                <a:spLocks noChangeArrowheads="1"/>
              </p:cNvSpPr>
              <p:nvPr/>
            </p:nvSpPr>
            <p:spPr bwMode="auto">
              <a:xfrm>
                <a:off x="6291263" y="1668463"/>
                <a:ext cx="73025" cy="73025"/>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3" name="Freeform 99"/>
              <p:cNvSpPr>
                <a:spLocks/>
              </p:cNvSpPr>
              <p:nvPr/>
            </p:nvSpPr>
            <p:spPr bwMode="auto">
              <a:xfrm>
                <a:off x="6213475" y="1757363"/>
                <a:ext cx="227013" cy="398462"/>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grpSp>
        <p:nvGrpSpPr>
          <p:cNvPr id="62" name="Group 86"/>
          <p:cNvGrpSpPr/>
          <p:nvPr/>
        </p:nvGrpSpPr>
        <p:grpSpPr>
          <a:xfrm>
            <a:off x="6810200" y="2743200"/>
            <a:ext cx="4152731" cy="956025"/>
            <a:chOff x="5932686" y="2855964"/>
            <a:chExt cx="2449314" cy="563870"/>
          </a:xfrm>
        </p:grpSpPr>
        <p:grpSp>
          <p:nvGrpSpPr>
            <p:cNvPr id="63" name="Group 179"/>
            <p:cNvGrpSpPr/>
            <p:nvPr/>
          </p:nvGrpSpPr>
          <p:grpSpPr>
            <a:xfrm>
              <a:off x="5932686" y="2855964"/>
              <a:ext cx="220321" cy="563870"/>
              <a:chOff x="5054600" y="1652588"/>
              <a:chExt cx="187325" cy="479424"/>
            </a:xfrm>
            <a:solidFill>
              <a:schemeClr val="accent4"/>
            </a:solidFill>
          </p:grpSpPr>
          <p:sp>
            <p:nvSpPr>
              <p:cNvPr id="91" name="Freeform 96"/>
              <p:cNvSpPr>
                <a:spLocks/>
              </p:cNvSpPr>
              <p:nvPr/>
            </p:nvSpPr>
            <p:spPr bwMode="auto">
              <a:xfrm>
                <a:off x="5054600" y="1733550"/>
                <a:ext cx="187325" cy="398462"/>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2" name="Oval 97"/>
              <p:cNvSpPr>
                <a:spLocks noChangeArrowheads="1"/>
              </p:cNvSpPr>
              <p:nvPr/>
            </p:nvSpPr>
            <p:spPr bwMode="auto">
              <a:xfrm>
                <a:off x="5110163" y="1652588"/>
                <a:ext cx="74613" cy="76200"/>
              </a:xfrm>
              <a:prstGeom prst="ellipse">
                <a:avLst/>
              </a:pr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64" name="Group 179"/>
            <p:cNvGrpSpPr/>
            <p:nvPr/>
          </p:nvGrpSpPr>
          <p:grpSpPr>
            <a:xfrm>
              <a:off x="6180352" y="2855964"/>
              <a:ext cx="220321" cy="563870"/>
              <a:chOff x="5054600" y="1652588"/>
              <a:chExt cx="187325" cy="479424"/>
            </a:xfrm>
            <a:solidFill>
              <a:schemeClr val="accent4"/>
            </a:solidFill>
          </p:grpSpPr>
          <p:sp>
            <p:nvSpPr>
              <p:cNvPr id="89" name="Freeform 96"/>
              <p:cNvSpPr>
                <a:spLocks/>
              </p:cNvSpPr>
              <p:nvPr/>
            </p:nvSpPr>
            <p:spPr bwMode="auto">
              <a:xfrm>
                <a:off x="5054600" y="1733550"/>
                <a:ext cx="187325" cy="398462"/>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0" name="Oval 97"/>
              <p:cNvSpPr>
                <a:spLocks noChangeArrowheads="1"/>
              </p:cNvSpPr>
              <p:nvPr/>
            </p:nvSpPr>
            <p:spPr bwMode="auto">
              <a:xfrm>
                <a:off x="5110163" y="1652588"/>
                <a:ext cx="74613" cy="76200"/>
              </a:xfrm>
              <a:prstGeom prst="ellipse">
                <a:avLst/>
              </a:pr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65" name="Group 179"/>
            <p:cNvGrpSpPr/>
            <p:nvPr/>
          </p:nvGrpSpPr>
          <p:grpSpPr>
            <a:xfrm>
              <a:off x="6428018" y="2855964"/>
              <a:ext cx="220321" cy="563870"/>
              <a:chOff x="5054600" y="1652588"/>
              <a:chExt cx="187325" cy="479424"/>
            </a:xfrm>
            <a:solidFill>
              <a:schemeClr val="accent4"/>
            </a:solidFill>
          </p:grpSpPr>
          <p:sp>
            <p:nvSpPr>
              <p:cNvPr id="87" name="Freeform 96"/>
              <p:cNvSpPr>
                <a:spLocks/>
              </p:cNvSpPr>
              <p:nvPr/>
            </p:nvSpPr>
            <p:spPr bwMode="auto">
              <a:xfrm>
                <a:off x="5054600" y="1733550"/>
                <a:ext cx="187325" cy="398462"/>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8" name="Oval 97"/>
              <p:cNvSpPr>
                <a:spLocks noChangeArrowheads="1"/>
              </p:cNvSpPr>
              <p:nvPr/>
            </p:nvSpPr>
            <p:spPr bwMode="auto">
              <a:xfrm>
                <a:off x="5110163" y="1652588"/>
                <a:ext cx="74613" cy="76200"/>
              </a:xfrm>
              <a:prstGeom prst="ellipse">
                <a:avLst/>
              </a:pr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66" name="Group 179"/>
            <p:cNvGrpSpPr/>
            <p:nvPr/>
          </p:nvGrpSpPr>
          <p:grpSpPr>
            <a:xfrm>
              <a:off x="6675684" y="2855964"/>
              <a:ext cx="220321" cy="563870"/>
              <a:chOff x="5054600" y="1652588"/>
              <a:chExt cx="187325" cy="479424"/>
            </a:xfrm>
            <a:solidFill>
              <a:schemeClr val="accent4"/>
            </a:solidFill>
          </p:grpSpPr>
          <p:sp>
            <p:nvSpPr>
              <p:cNvPr id="85" name="Freeform 96"/>
              <p:cNvSpPr>
                <a:spLocks/>
              </p:cNvSpPr>
              <p:nvPr/>
            </p:nvSpPr>
            <p:spPr bwMode="auto">
              <a:xfrm>
                <a:off x="5054600" y="1733550"/>
                <a:ext cx="187325" cy="398462"/>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6" name="Oval 97"/>
              <p:cNvSpPr>
                <a:spLocks noChangeArrowheads="1"/>
              </p:cNvSpPr>
              <p:nvPr/>
            </p:nvSpPr>
            <p:spPr bwMode="auto">
              <a:xfrm>
                <a:off x="5110163" y="1652588"/>
                <a:ext cx="74613" cy="76200"/>
              </a:xfrm>
              <a:prstGeom prst="ellipse">
                <a:avLst/>
              </a:pr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179"/>
            <p:cNvGrpSpPr/>
            <p:nvPr/>
          </p:nvGrpSpPr>
          <p:grpSpPr>
            <a:xfrm>
              <a:off x="6923350" y="2855964"/>
              <a:ext cx="220321" cy="563870"/>
              <a:chOff x="5054600" y="1652588"/>
              <a:chExt cx="187325" cy="479424"/>
            </a:xfrm>
            <a:solidFill>
              <a:schemeClr val="accent4"/>
            </a:solidFill>
          </p:grpSpPr>
          <p:sp>
            <p:nvSpPr>
              <p:cNvPr id="83" name="Freeform 96"/>
              <p:cNvSpPr>
                <a:spLocks/>
              </p:cNvSpPr>
              <p:nvPr/>
            </p:nvSpPr>
            <p:spPr bwMode="auto">
              <a:xfrm>
                <a:off x="5054600" y="1733550"/>
                <a:ext cx="187325" cy="398462"/>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4" name="Oval 97"/>
              <p:cNvSpPr>
                <a:spLocks noChangeArrowheads="1"/>
              </p:cNvSpPr>
              <p:nvPr/>
            </p:nvSpPr>
            <p:spPr bwMode="auto">
              <a:xfrm>
                <a:off x="5110163" y="1652588"/>
                <a:ext cx="74613" cy="76200"/>
              </a:xfrm>
              <a:prstGeom prst="ellipse">
                <a:avLst/>
              </a:pr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68" name="Group 179"/>
            <p:cNvGrpSpPr/>
            <p:nvPr/>
          </p:nvGrpSpPr>
          <p:grpSpPr>
            <a:xfrm>
              <a:off x="7171017" y="2855964"/>
              <a:ext cx="220321" cy="563870"/>
              <a:chOff x="5054600" y="1652588"/>
              <a:chExt cx="187325" cy="479424"/>
            </a:xfrm>
            <a:solidFill>
              <a:schemeClr val="bg1">
                <a:lumMod val="75000"/>
              </a:schemeClr>
            </a:solidFill>
          </p:grpSpPr>
          <p:sp>
            <p:nvSpPr>
              <p:cNvPr id="81" name="Freeform 96"/>
              <p:cNvSpPr>
                <a:spLocks/>
              </p:cNvSpPr>
              <p:nvPr/>
            </p:nvSpPr>
            <p:spPr bwMode="auto">
              <a:xfrm>
                <a:off x="5054600" y="1733550"/>
                <a:ext cx="187325" cy="398462"/>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2" name="Oval 97"/>
              <p:cNvSpPr>
                <a:spLocks noChangeArrowheads="1"/>
              </p:cNvSpPr>
              <p:nvPr/>
            </p:nvSpPr>
            <p:spPr bwMode="auto">
              <a:xfrm>
                <a:off x="5110163" y="1652588"/>
                <a:ext cx="74613" cy="7620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69" name="Group 179"/>
            <p:cNvGrpSpPr/>
            <p:nvPr/>
          </p:nvGrpSpPr>
          <p:grpSpPr>
            <a:xfrm>
              <a:off x="7418683" y="2855964"/>
              <a:ext cx="220321" cy="563870"/>
              <a:chOff x="5054600" y="1652588"/>
              <a:chExt cx="187325" cy="479424"/>
            </a:xfrm>
            <a:solidFill>
              <a:schemeClr val="bg1">
                <a:lumMod val="75000"/>
              </a:schemeClr>
            </a:solidFill>
          </p:grpSpPr>
          <p:sp>
            <p:nvSpPr>
              <p:cNvPr id="79" name="Freeform 96"/>
              <p:cNvSpPr>
                <a:spLocks/>
              </p:cNvSpPr>
              <p:nvPr/>
            </p:nvSpPr>
            <p:spPr bwMode="auto">
              <a:xfrm>
                <a:off x="5054600" y="1733550"/>
                <a:ext cx="187325" cy="398462"/>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 name="Oval 97"/>
              <p:cNvSpPr>
                <a:spLocks noChangeArrowheads="1"/>
              </p:cNvSpPr>
              <p:nvPr/>
            </p:nvSpPr>
            <p:spPr bwMode="auto">
              <a:xfrm>
                <a:off x="5110163" y="1652588"/>
                <a:ext cx="74613" cy="7620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70" name="Group 179"/>
            <p:cNvGrpSpPr/>
            <p:nvPr/>
          </p:nvGrpSpPr>
          <p:grpSpPr>
            <a:xfrm>
              <a:off x="7666349" y="2855964"/>
              <a:ext cx="220321" cy="563870"/>
              <a:chOff x="5054600" y="1652588"/>
              <a:chExt cx="187325" cy="479424"/>
            </a:xfrm>
            <a:solidFill>
              <a:schemeClr val="bg1">
                <a:lumMod val="75000"/>
              </a:schemeClr>
            </a:solidFill>
          </p:grpSpPr>
          <p:sp>
            <p:nvSpPr>
              <p:cNvPr id="77" name="Freeform 96"/>
              <p:cNvSpPr>
                <a:spLocks/>
              </p:cNvSpPr>
              <p:nvPr/>
            </p:nvSpPr>
            <p:spPr bwMode="auto">
              <a:xfrm>
                <a:off x="5054600" y="1733550"/>
                <a:ext cx="187325" cy="398462"/>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 name="Oval 97"/>
              <p:cNvSpPr>
                <a:spLocks noChangeArrowheads="1"/>
              </p:cNvSpPr>
              <p:nvPr/>
            </p:nvSpPr>
            <p:spPr bwMode="auto">
              <a:xfrm>
                <a:off x="5110163" y="1652588"/>
                <a:ext cx="74613" cy="7620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71" name="Group 179"/>
            <p:cNvGrpSpPr/>
            <p:nvPr/>
          </p:nvGrpSpPr>
          <p:grpSpPr>
            <a:xfrm>
              <a:off x="7914015" y="2855964"/>
              <a:ext cx="220321" cy="563870"/>
              <a:chOff x="5054600" y="1652588"/>
              <a:chExt cx="187325" cy="479424"/>
            </a:xfrm>
            <a:solidFill>
              <a:schemeClr val="bg1">
                <a:lumMod val="75000"/>
              </a:schemeClr>
            </a:solidFill>
          </p:grpSpPr>
          <p:sp>
            <p:nvSpPr>
              <p:cNvPr id="75" name="Freeform 96"/>
              <p:cNvSpPr>
                <a:spLocks/>
              </p:cNvSpPr>
              <p:nvPr/>
            </p:nvSpPr>
            <p:spPr bwMode="auto">
              <a:xfrm>
                <a:off x="5054600" y="1733550"/>
                <a:ext cx="187325" cy="398462"/>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6" name="Oval 97"/>
              <p:cNvSpPr>
                <a:spLocks noChangeArrowheads="1"/>
              </p:cNvSpPr>
              <p:nvPr/>
            </p:nvSpPr>
            <p:spPr bwMode="auto">
              <a:xfrm>
                <a:off x="5110163" y="1652588"/>
                <a:ext cx="74613" cy="7620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72" name="Group 179"/>
            <p:cNvGrpSpPr/>
            <p:nvPr/>
          </p:nvGrpSpPr>
          <p:grpSpPr>
            <a:xfrm>
              <a:off x="8161679" y="2855964"/>
              <a:ext cx="220321" cy="563870"/>
              <a:chOff x="5054600" y="1652588"/>
              <a:chExt cx="187325" cy="479424"/>
            </a:xfrm>
            <a:solidFill>
              <a:schemeClr val="bg1">
                <a:lumMod val="75000"/>
              </a:schemeClr>
            </a:solidFill>
          </p:grpSpPr>
          <p:sp>
            <p:nvSpPr>
              <p:cNvPr id="73" name="Freeform 96"/>
              <p:cNvSpPr>
                <a:spLocks/>
              </p:cNvSpPr>
              <p:nvPr/>
            </p:nvSpPr>
            <p:spPr bwMode="auto">
              <a:xfrm>
                <a:off x="5054600" y="1733550"/>
                <a:ext cx="187325" cy="398462"/>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4" name="Oval 97"/>
              <p:cNvSpPr>
                <a:spLocks noChangeArrowheads="1"/>
              </p:cNvSpPr>
              <p:nvPr/>
            </p:nvSpPr>
            <p:spPr bwMode="auto">
              <a:xfrm>
                <a:off x="5110163" y="1652588"/>
                <a:ext cx="74613" cy="7620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95"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CHART ANALYSIS</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96" name="Rectangle 95"/>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97" name="Group 96"/>
          <p:cNvGrpSpPr/>
          <p:nvPr/>
        </p:nvGrpSpPr>
        <p:grpSpPr>
          <a:xfrm rot="10800000" flipV="1">
            <a:off x="5380522" y="1080697"/>
            <a:ext cx="1427781" cy="45707"/>
            <a:chOff x="3965945" y="1385354"/>
            <a:chExt cx="4572000" cy="79107"/>
          </a:xfrm>
        </p:grpSpPr>
        <p:sp>
          <p:nvSpPr>
            <p:cNvPr id="98" name="Rectangle 97"/>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99" name="Rectangle 98"/>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00" name="Rectangle 99"/>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01" name="Rectangle 100"/>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102" name="Rectangle 101"/>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2">
                                            <p:graphicEl>
                                              <a:chart seriesIdx="-3" categoryIdx="-3" bldStep="gridLegend"/>
                                            </p:graphicEl>
                                          </p:spTgt>
                                        </p:tgtEl>
                                        <p:attrNameLst>
                                          <p:attrName>style.visibility</p:attrName>
                                        </p:attrNameLst>
                                      </p:cBhvr>
                                      <p:to>
                                        <p:strVal val="visible"/>
                                      </p:to>
                                    </p:set>
                                    <p:animEffect transition="in" filter="fade">
                                      <p:cBhvr>
                                        <p:cTn id="7" dur="1000"/>
                                        <p:tgtEl>
                                          <p:spTgt spid="22">
                                            <p:graphicEl>
                                              <a:chart seriesIdx="-3" categoryIdx="-3" bldStep="gridLegend"/>
                                            </p:graphicEl>
                                          </p:spTgt>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22">
                                            <p:graphicEl>
                                              <a:chart seriesIdx="0" categoryIdx="-4" bldStep="series"/>
                                            </p:graphicEl>
                                          </p:spTgt>
                                        </p:tgtEl>
                                        <p:attrNameLst>
                                          <p:attrName>style.visibility</p:attrName>
                                        </p:attrNameLst>
                                      </p:cBhvr>
                                      <p:to>
                                        <p:strVal val="visible"/>
                                      </p:to>
                                    </p:set>
                                    <p:animEffect transition="in" filter="slide(fromBottom)">
                                      <p:cBhvr>
                                        <p:cTn id="11" dur="500"/>
                                        <p:tgtEl>
                                          <p:spTgt spid="22">
                                            <p:graphicEl>
                                              <a:chart seriesIdx="0" categoryIdx="-4" bldStep="series"/>
                                            </p:graphicEl>
                                          </p:spTgt>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22">
                                            <p:graphicEl>
                                              <a:chart seriesIdx="1" categoryIdx="-4" bldStep="series"/>
                                            </p:graphicEl>
                                          </p:spTgt>
                                        </p:tgtEl>
                                        <p:attrNameLst>
                                          <p:attrName>style.visibility</p:attrName>
                                        </p:attrNameLst>
                                      </p:cBhvr>
                                      <p:to>
                                        <p:strVal val="visible"/>
                                      </p:to>
                                    </p:set>
                                    <p:animEffect transition="in" filter="slide(fromBottom)">
                                      <p:cBhvr>
                                        <p:cTn id="15" dur="500"/>
                                        <p:tgtEl>
                                          <p:spTgt spid="22">
                                            <p:graphicEl>
                                              <a:chart seriesIdx="1" categoryIdx="-4" bldStep="series"/>
                                            </p:graphicEl>
                                          </p:spTgt>
                                        </p:tgtEl>
                                      </p:cBhvr>
                                    </p:animEffect>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500"/>
                                        <p:tgtEl>
                                          <p:spTgt spid="27"/>
                                        </p:tgtEl>
                                      </p:cBhvr>
                                    </p:animEffect>
                                  </p:childTnLst>
                                </p:cTn>
                              </p:par>
                            </p:childTnLst>
                          </p:cTn>
                        </p:par>
                        <p:par>
                          <p:cTn id="20" fill="hold">
                            <p:stCondLst>
                              <p:cond delay="2500"/>
                            </p:stCondLst>
                            <p:childTnLst>
                              <p:par>
                                <p:cTn id="21" presetID="22" presetClass="entr" presetSubtype="4" fill="hold" nodeType="after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wipe(down)">
                                      <p:cBhvr>
                                        <p:cTn id="23" dur="500"/>
                                        <p:tgtEl>
                                          <p:spTgt spid="62"/>
                                        </p:tgtEl>
                                      </p:cBhvr>
                                    </p:animEffect>
                                  </p:childTnLst>
                                </p:cTn>
                              </p:par>
                            </p:childTnLst>
                          </p:cTn>
                        </p:par>
                        <p:par>
                          <p:cTn id="24" fill="hold">
                            <p:stCondLst>
                              <p:cond delay="3000"/>
                            </p:stCondLst>
                            <p:childTnLst>
                              <p:par>
                                <p:cTn id="25" presetID="22" presetClass="entr" presetSubtype="4" fill="hold"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down)">
                                      <p:cBhvr>
                                        <p:cTn id="27" dur="500"/>
                                        <p:tgtEl>
                                          <p:spTgt spid="31"/>
                                        </p:tgtEl>
                                      </p:cBhvr>
                                    </p:animEffect>
                                  </p:childTnLst>
                                </p:cTn>
                              </p:par>
                            </p:childTnLst>
                          </p:cTn>
                        </p:par>
                        <p:par>
                          <p:cTn id="28" fill="hold">
                            <p:stCondLst>
                              <p:cond delay="3500"/>
                            </p:stCondLst>
                            <p:childTnLst>
                              <p:par>
                                <p:cTn id="29" presetID="49" presetClass="entr" presetSubtype="0" decel="100000" fill="hold" nodeType="afterEffect">
                                  <p:stCondLst>
                                    <p:cond delay="0"/>
                                  </p:stCondLst>
                                  <p:childTnLst>
                                    <p:set>
                                      <p:cBhvr>
                                        <p:cTn id="30" dur="1" fill="hold">
                                          <p:stCondLst>
                                            <p:cond delay="0"/>
                                          </p:stCondLst>
                                        </p:cTn>
                                        <p:tgtEl>
                                          <p:spTgt spid="97"/>
                                        </p:tgtEl>
                                        <p:attrNameLst>
                                          <p:attrName>style.visibility</p:attrName>
                                        </p:attrNameLst>
                                      </p:cBhvr>
                                      <p:to>
                                        <p:strVal val="visible"/>
                                      </p:to>
                                    </p:set>
                                    <p:anim calcmode="lin" valueType="num">
                                      <p:cBhvr>
                                        <p:cTn id="31" dur="500" fill="hold"/>
                                        <p:tgtEl>
                                          <p:spTgt spid="97"/>
                                        </p:tgtEl>
                                        <p:attrNameLst>
                                          <p:attrName>ppt_w</p:attrName>
                                        </p:attrNameLst>
                                      </p:cBhvr>
                                      <p:tavLst>
                                        <p:tav tm="0">
                                          <p:val>
                                            <p:fltVal val="0"/>
                                          </p:val>
                                        </p:tav>
                                        <p:tav tm="100000">
                                          <p:val>
                                            <p:strVal val="#ppt_w"/>
                                          </p:val>
                                        </p:tav>
                                      </p:tavLst>
                                    </p:anim>
                                    <p:anim calcmode="lin" valueType="num">
                                      <p:cBhvr>
                                        <p:cTn id="32" dur="500" fill="hold"/>
                                        <p:tgtEl>
                                          <p:spTgt spid="97"/>
                                        </p:tgtEl>
                                        <p:attrNameLst>
                                          <p:attrName>ppt_h</p:attrName>
                                        </p:attrNameLst>
                                      </p:cBhvr>
                                      <p:tavLst>
                                        <p:tav tm="0">
                                          <p:val>
                                            <p:fltVal val="0"/>
                                          </p:val>
                                        </p:tav>
                                        <p:tav tm="100000">
                                          <p:val>
                                            <p:strVal val="#ppt_h"/>
                                          </p:val>
                                        </p:tav>
                                      </p:tavLst>
                                    </p:anim>
                                    <p:anim calcmode="lin" valueType="num">
                                      <p:cBhvr>
                                        <p:cTn id="33" dur="500" fill="hold"/>
                                        <p:tgtEl>
                                          <p:spTgt spid="97"/>
                                        </p:tgtEl>
                                        <p:attrNameLst>
                                          <p:attrName>style.rotation</p:attrName>
                                        </p:attrNameLst>
                                      </p:cBhvr>
                                      <p:tavLst>
                                        <p:tav tm="0">
                                          <p:val>
                                            <p:fltVal val="360"/>
                                          </p:val>
                                        </p:tav>
                                        <p:tav tm="100000">
                                          <p:val>
                                            <p:fltVal val="0"/>
                                          </p:val>
                                        </p:tav>
                                      </p:tavLst>
                                    </p:anim>
                                    <p:animEffect transition="in" filter="fade">
                                      <p:cBhvr>
                                        <p:cTn id="34"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2" grpId="0">
        <p:bldSub>
          <a:bldChart bld="series"/>
        </p:bldSub>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72" name="Group 2409"/>
          <p:cNvGrpSpPr/>
          <p:nvPr/>
        </p:nvGrpSpPr>
        <p:grpSpPr>
          <a:xfrm>
            <a:off x="1790649" y="1766102"/>
            <a:ext cx="9144000" cy="4634698"/>
            <a:chOff x="0" y="0"/>
            <a:chExt cx="15942715" cy="8080671"/>
          </a:xfrm>
        </p:grpSpPr>
        <p:sp>
          <p:nvSpPr>
            <p:cNvPr id="2773" name="Shape 2227"/>
            <p:cNvSpPr/>
            <p:nvPr/>
          </p:nvSpPr>
          <p:spPr>
            <a:xfrm>
              <a:off x="8198641" y="6012336"/>
              <a:ext cx="576348" cy="572358"/>
            </a:xfrm>
            <a:custGeom>
              <a:avLst/>
              <a:gdLst/>
              <a:ahLst/>
              <a:cxnLst>
                <a:cxn ang="0">
                  <a:pos x="wd2" y="hd2"/>
                </a:cxn>
                <a:cxn ang="5400000">
                  <a:pos x="wd2" y="hd2"/>
                </a:cxn>
                <a:cxn ang="10800000">
                  <a:pos x="wd2" y="hd2"/>
                </a:cxn>
                <a:cxn ang="16200000">
                  <a:pos x="wd2" y="hd2"/>
                </a:cxn>
              </a:cxnLst>
              <a:rect l="0" t="0" r="r" b="b"/>
              <a:pathLst>
                <a:path w="21549" h="21447" extrusionOk="0">
                  <a:moveTo>
                    <a:pt x="7962" y="20645"/>
                  </a:moveTo>
                  <a:cubicBezTo>
                    <a:pt x="7962" y="20292"/>
                    <a:pt x="8564" y="19639"/>
                    <a:pt x="8914" y="20142"/>
                  </a:cubicBezTo>
                  <a:cubicBezTo>
                    <a:pt x="9266" y="20645"/>
                    <a:pt x="9118" y="21349"/>
                    <a:pt x="9819" y="21349"/>
                  </a:cubicBezTo>
                  <a:cubicBezTo>
                    <a:pt x="10521" y="21349"/>
                    <a:pt x="11775" y="21600"/>
                    <a:pt x="11977" y="21298"/>
                  </a:cubicBezTo>
                  <a:cubicBezTo>
                    <a:pt x="12176" y="20996"/>
                    <a:pt x="13080" y="20746"/>
                    <a:pt x="13080" y="20192"/>
                  </a:cubicBezTo>
                  <a:cubicBezTo>
                    <a:pt x="13080" y="19639"/>
                    <a:pt x="13080" y="9378"/>
                    <a:pt x="13080" y="8976"/>
                  </a:cubicBezTo>
                  <a:cubicBezTo>
                    <a:pt x="13080" y="8572"/>
                    <a:pt x="14787" y="8976"/>
                    <a:pt x="14787" y="8321"/>
                  </a:cubicBezTo>
                  <a:cubicBezTo>
                    <a:pt x="14787" y="7667"/>
                    <a:pt x="14787" y="2486"/>
                    <a:pt x="14787" y="2486"/>
                  </a:cubicBezTo>
                  <a:cubicBezTo>
                    <a:pt x="14787" y="2486"/>
                    <a:pt x="16042" y="2386"/>
                    <a:pt x="16393" y="2286"/>
                  </a:cubicBezTo>
                  <a:cubicBezTo>
                    <a:pt x="16745" y="2186"/>
                    <a:pt x="17998" y="1532"/>
                    <a:pt x="18300" y="1733"/>
                  </a:cubicBezTo>
                  <a:cubicBezTo>
                    <a:pt x="18602" y="1933"/>
                    <a:pt x="19002" y="2638"/>
                    <a:pt x="19203" y="2385"/>
                  </a:cubicBezTo>
                  <a:cubicBezTo>
                    <a:pt x="19404" y="2134"/>
                    <a:pt x="19907" y="1631"/>
                    <a:pt x="20409" y="1631"/>
                  </a:cubicBezTo>
                  <a:cubicBezTo>
                    <a:pt x="20681" y="1631"/>
                    <a:pt x="21131" y="1513"/>
                    <a:pt x="21549" y="1413"/>
                  </a:cubicBezTo>
                  <a:cubicBezTo>
                    <a:pt x="21466" y="1265"/>
                    <a:pt x="21413" y="1126"/>
                    <a:pt x="21413" y="1022"/>
                  </a:cubicBezTo>
                  <a:cubicBezTo>
                    <a:pt x="21413" y="595"/>
                    <a:pt x="18358" y="1106"/>
                    <a:pt x="17848" y="1275"/>
                  </a:cubicBezTo>
                  <a:cubicBezTo>
                    <a:pt x="17338" y="1445"/>
                    <a:pt x="15728" y="1701"/>
                    <a:pt x="15217" y="1445"/>
                  </a:cubicBezTo>
                  <a:cubicBezTo>
                    <a:pt x="14709" y="1191"/>
                    <a:pt x="11483" y="1445"/>
                    <a:pt x="11483" y="1445"/>
                  </a:cubicBezTo>
                  <a:lnTo>
                    <a:pt x="10888" y="849"/>
                  </a:lnTo>
                  <a:cubicBezTo>
                    <a:pt x="10888" y="849"/>
                    <a:pt x="5627" y="849"/>
                    <a:pt x="5033" y="849"/>
                  </a:cubicBezTo>
                  <a:cubicBezTo>
                    <a:pt x="4438" y="849"/>
                    <a:pt x="4014" y="765"/>
                    <a:pt x="3505" y="425"/>
                  </a:cubicBezTo>
                  <a:cubicBezTo>
                    <a:pt x="2994" y="85"/>
                    <a:pt x="2486" y="85"/>
                    <a:pt x="1891" y="339"/>
                  </a:cubicBezTo>
                  <a:cubicBezTo>
                    <a:pt x="1298" y="595"/>
                    <a:pt x="1554" y="0"/>
                    <a:pt x="1129" y="0"/>
                  </a:cubicBezTo>
                  <a:cubicBezTo>
                    <a:pt x="705" y="0"/>
                    <a:pt x="535" y="425"/>
                    <a:pt x="535" y="425"/>
                  </a:cubicBezTo>
                  <a:lnTo>
                    <a:pt x="4" y="565"/>
                  </a:lnTo>
                  <a:cubicBezTo>
                    <a:pt x="-51" y="1084"/>
                    <a:pt x="405" y="2040"/>
                    <a:pt x="960" y="2789"/>
                  </a:cubicBezTo>
                  <a:cubicBezTo>
                    <a:pt x="1537" y="3569"/>
                    <a:pt x="2240" y="5027"/>
                    <a:pt x="2616" y="6260"/>
                  </a:cubicBezTo>
                  <a:cubicBezTo>
                    <a:pt x="2994" y="7492"/>
                    <a:pt x="4073" y="8874"/>
                    <a:pt x="4348" y="9805"/>
                  </a:cubicBezTo>
                  <a:cubicBezTo>
                    <a:pt x="4625" y="10736"/>
                    <a:pt x="4148" y="12069"/>
                    <a:pt x="4424" y="12672"/>
                  </a:cubicBezTo>
                  <a:cubicBezTo>
                    <a:pt x="4700" y="13276"/>
                    <a:pt x="4875" y="14307"/>
                    <a:pt x="5026" y="15339"/>
                  </a:cubicBezTo>
                  <a:cubicBezTo>
                    <a:pt x="5177" y="16370"/>
                    <a:pt x="5251" y="18557"/>
                    <a:pt x="6180" y="19464"/>
                  </a:cubicBezTo>
                  <a:cubicBezTo>
                    <a:pt x="6532" y="19807"/>
                    <a:pt x="6897" y="20285"/>
                    <a:pt x="7234" y="20821"/>
                  </a:cubicBezTo>
                  <a:cubicBezTo>
                    <a:pt x="7647" y="20860"/>
                    <a:pt x="7962" y="20910"/>
                    <a:pt x="7962" y="2064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74" name="Shape 2228"/>
            <p:cNvSpPr/>
            <p:nvPr/>
          </p:nvSpPr>
          <p:spPr>
            <a:xfrm>
              <a:off x="8770061" y="5937803"/>
              <a:ext cx="357121" cy="316233"/>
            </a:xfrm>
            <a:custGeom>
              <a:avLst/>
              <a:gdLst/>
              <a:ahLst/>
              <a:cxnLst>
                <a:cxn ang="0">
                  <a:pos x="wd2" y="hd2"/>
                </a:cxn>
                <a:cxn ang="5400000">
                  <a:pos x="wd2" y="hd2"/>
                </a:cxn>
                <a:cxn ang="10800000">
                  <a:pos x="wd2" y="hd2"/>
                </a:cxn>
                <a:cxn ang="16200000">
                  <a:pos x="wd2" y="hd2"/>
                </a:cxn>
              </a:cxnLst>
              <a:rect l="0" t="0" r="r" b="b"/>
              <a:pathLst>
                <a:path w="21224" h="21600" extrusionOk="0">
                  <a:moveTo>
                    <a:pt x="14301" y="1003"/>
                  </a:moveTo>
                  <a:lnTo>
                    <a:pt x="13903" y="0"/>
                  </a:lnTo>
                  <a:lnTo>
                    <a:pt x="11589" y="86"/>
                  </a:lnTo>
                  <a:cubicBezTo>
                    <a:pt x="10073" y="544"/>
                    <a:pt x="10073" y="1094"/>
                    <a:pt x="10073" y="1646"/>
                  </a:cubicBezTo>
                  <a:cubicBezTo>
                    <a:pt x="10073" y="2196"/>
                    <a:pt x="8637" y="3477"/>
                    <a:pt x="7599" y="3845"/>
                  </a:cubicBezTo>
                  <a:cubicBezTo>
                    <a:pt x="6564" y="4211"/>
                    <a:pt x="5445" y="6964"/>
                    <a:pt x="4807" y="7328"/>
                  </a:cubicBezTo>
                  <a:cubicBezTo>
                    <a:pt x="4170" y="7694"/>
                    <a:pt x="2016" y="6778"/>
                    <a:pt x="1376" y="6688"/>
                  </a:cubicBezTo>
                  <a:cubicBezTo>
                    <a:pt x="1086" y="6645"/>
                    <a:pt x="559" y="6776"/>
                    <a:pt x="0" y="6930"/>
                  </a:cubicBezTo>
                  <a:cubicBezTo>
                    <a:pt x="398" y="7737"/>
                    <a:pt x="1233" y="8695"/>
                    <a:pt x="1537" y="8695"/>
                  </a:cubicBezTo>
                  <a:cubicBezTo>
                    <a:pt x="1941" y="8695"/>
                    <a:pt x="2076" y="11953"/>
                    <a:pt x="3021" y="12417"/>
                  </a:cubicBezTo>
                  <a:cubicBezTo>
                    <a:pt x="3965" y="12881"/>
                    <a:pt x="5719" y="13967"/>
                    <a:pt x="5719" y="14587"/>
                  </a:cubicBezTo>
                  <a:cubicBezTo>
                    <a:pt x="5719" y="15208"/>
                    <a:pt x="6800" y="15982"/>
                    <a:pt x="6800" y="16913"/>
                  </a:cubicBezTo>
                  <a:cubicBezTo>
                    <a:pt x="6800" y="17843"/>
                    <a:pt x="7867" y="19114"/>
                    <a:pt x="8686" y="19083"/>
                  </a:cubicBezTo>
                  <a:cubicBezTo>
                    <a:pt x="10411" y="19020"/>
                    <a:pt x="10589" y="19842"/>
                    <a:pt x="10589" y="20394"/>
                  </a:cubicBezTo>
                  <a:cubicBezTo>
                    <a:pt x="10589" y="20944"/>
                    <a:pt x="12865" y="20394"/>
                    <a:pt x="13165" y="20944"/>
                  </a:cubicBezTo>
                  <a:cubicBezTo>
                    <a:pt x="13440" y="21451"/>
                    <a:pt x="15682" y="21260"/>
                    <a:pt x="16229" y="21600"/>
                  </a:cubicBezTo>
                  <a:cubicBezTo>
                    <a:pt x="17166" y="20553"/>
                    <a:pt x="18507" y="19174"/>
                    <a:pt x="18967" y="18468"/>
                  </a:cubicBezTo>
                  <a:cubicBezTo>
                    <a:pt x="19685" y="17369"/>
                    <a:pt x="19088" y="15854"/>
                    <a:pt x="19685" y="15443"/>
                  </a:cubicBezTo>
                  <a:cubicBezTo>
                    <a:pt x="20284" y="15028"/>
                    <a:pt x="21600" y="13243"/>
                    <a:pt x="21121" y="13104"/>
                  </a:cubicBezTo>
                  <a:cubicBezTo>
                    <a:pt x="20643" y="12968"/>
                    <a:pt x="21000" y="11592"/>
                    <a:pt x="20284" y="10767"/>
                  </a:cubicBezTo>
                  <a:cubicBezTo>
                    <a:pt x="19567" y="9942"/>
                    <a:pt x="21121" y="9531"/>
                    <a:pt x="21000" y="8016"/>
                  </a:cubicBezTo>
                  <a:cubicBezTo>
                    <a:pt x="20882" y="6505"/>
                    <a:pt x="21241" y="3477"/>
                    <a:pt x="20882" y="3203"/>
                  </a:cubicBezTo>
                  <a:cubicBezTo>
                    <a:pt x="20521" y="2927"/>
                    <a:pt x="18847" y="2791"/>
                    <a:pt x="17770" y="1965"/>
                  </a:cubicBezTo>
                  <a:cubicBezTo>
                    <a:pt x="16695" y="1140"/>
                    <a:pt x="14301" y="1003"/>
                    <a:pt x="14301" y="100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75" name="Shape 2229"/>
            <p:cNvSpPr/>
            <p:nvPr/>
          </p:nvSpPr>
          <p:spPr>
            <a:xfrm>
              <a:off x="8546462" y="6037181"/>
              <a:ext cx="404862" cy="434290"/>
            </a:xfrm>
            <a:custGeom>
              <a:avLst/>
              <a:gdLst/>
              <a:ahLst/>
              <a:cxnLst>
                <a:cxn ang="0">
                  <a:pos x="wd2" y="hd2"/>
                </a:cxn>
                <a:cxn ang="5400000">
                  <a:pos x="wd2" y="hd2"/>
                </a:cxn>
                <a:cxn ang="10800000">
                  <a:pos x="wd2" y="hd2"/>
                </a:cxn>
                <a:cxn ang="16200000">
                  <a:pos x="wd2" y="hd2"/>
                </a:cxn>
              </a:cxnLst>
              <a:rect l="0" t="0" r="r" b="b"/>
              <a:pathLst>
                <a:path w="21600" h="21346" extrusionOk="0">
                  <a:moveTo>
                    <a:pt x="19882" y="8745"/>
                  </a:moveTo>
                  <a:cubicBezTo>
                    <a:pt x="19148" y="8769"/>
                    <a:pt x="18188" y="7854"/>
                    <a:pt x="18188" y="7184"/>
                  </a:cubicBezTo>
                  <a:cubicBezTo>
                    <a:pt x="18188" y="6515"/>
                    <a:pt x="17218" y="5958"/>
                    <a:pt x="17218" y="5509"/>
                  </a:cubicBezTo>
                  <a:cubicBezTo>
                    <a:pt x="17218" y="5065"/>
                    <a:pt x="15644" y="4282"/>
                    <a:pt x="14797" y="3950"/>
                  </a:cubicBezTo>
                  <a:cubicBezTo>
                    <a:pt x="13947" y="3615"/>
                    <a:pt x="13828" y="1270"/>
                    <a:pt x="13466" y="1270"/>
                  </a:cubicBezTo>
                  <a:cubicBezTo>
                    <a:pt x="13191" y="1270"/>
                    <a:pt x="12443" y="581"/>
                    <a:pt x="12085" y="0"/>
                  </a:cubicBezTo>
                  <a:cubicBezTo>
                    <a:pt x="11488" y="132"/>
                    <a:pt x="10846" y="286"/>
                    <a:pt x="10458" y="286"/>
                  </a:cubicBezTo>
                  <a:cubicBezTo>
                    <a:pt x="9741" y="286"/>
                    <a:pt x="9023" y="947"/>
                    <a:pt x="8737" y="1276"/>
                  </a:cubicBezTo>
                  <a:cubicBezTo>
                    <a:pt x="8451" y="1609"/>
                    <a:pt x="7879" y="682"/>
                    <a:pt x="7449" y="421"/>
                  </a:cubicBezTo>
                  <a:cubicBezTo>
                    <a:pt x="7020" y="156"/>
                    <a:pt x="5229" y="1015"/>
                    <a:pt x="4727" y="1146"/>
                  </a:cubicBezTo>
                  <a:cubicBezTo>
                    <a:pt x="4226" y="1278"/>
                    <a:pt x="2435" y="1410"/>
                    <a:pt x="2435" y="1410"/>
                  </a:cubicBezTo>
                  <a:cubicBezTo>
                    <a:pt x="2435" y="1410"/>
                    <a:pt x="2435" y="8204"/>
                    <a:pt x="2435" y="9062"/>
                  </a:cubicBezTo>
                  <a:cubicBezTo>
                    <a:pt x="2435" y="9921"/>
                    <a:pt x="0" y="9392"/>
                    <a:pt x="0" y="9921"/>
                  </a:cubicBezTo>
                  <a:cubicBezTo>
                    <a:pt x="0" y="10167"/>
                    <a:pt x="0" y="13217"/>
                    <a:pt x="0" y="16483"/>
                  </a:cubicBezTo>
                  <a:cubicBezTo>
                    <a:pt x="527" y="16658"/>
                    <a:pt x="1024" y="16893"/>
                    <a:pt x="1146" y="17178"/>
                  </a:cubicBezTo>
                  <a:cubicBezTo>
                    <a:pt x="1434" y="17839"/>
                    <a:pt x="2078" y="19290"/>
                    <a:pt x="1935" y="19686"/>
                  </a:cubicBezTo>
                  <a:cubicBezTo>
                    <a:pt x="1793" y="20081"/>
                    <a:pt x="1434" y="19817"/>
                    <a:pt x="1434" y="20214"/>
                  </a:cubicBezTo>
                  <a:cubicBezTo>
                    <a:pt x="1434" y="20609"/>
                    <a:pt x="1146" y="21203"/>
                    <a:pt x="1863" y="21203"/>
                  </a:cubicBezTo>
                  <a:cubicBezTo>
                    <a:pt x="2580" y="21203"/>
                    <a:pt x="3797" y="21600"/>
                    <a:pt x="4299" y="21071"/>
                  </a:cubicBezTo>
                  <a:cubicBezTo>
                    <a:pt x="4798" y="20542"/>
                    <a:pt x="6448" y="19354"/>
                    <a:pt x="6520" y="18762"/>
                  </a:cubicBezTo>
                  <a:cubicBezTo>
                    <a:pt x="6590" y="18169"/>
                    <a:pt x="6947" y="16849"/>
                    <a:pt x="8164" y="17574"/>
                  </a:cubicBezTo>
                  <a:cubicBezTo>
                    <a:pt x="9383" y="18299"/>
                    <a:pt x="9456" y="18433"/>
                    <a:pt x="11030" y="18433"/>
                  </a:cubicBezTo>
                  <a:cubicBezTo>
                    <a:pt x="12605" y="18433"/>
                    <a:pt x="13036" y="18366"/>
                    <a:pt x="13321" y="17443"/>
                  </a:cubicBezTo>
                  <a:cubicBezTo>
                    <a:pt x="13608" y="16519"/>
                    <a:pt x="13321" y="15794"/>
                    <a:pt x="14253" y="15794"/>
                  </a:cubicBezTo>
                  <a:cubicBezTo>
                    <a:pt x="15182" y="15794"/>
                    <a:pt x="16329" y="15001"/>
                    <a:pt x="16329" y="14407"/>
                  </a:cubicBezTo>
                  <a:cubicBezTo>
                    <a:pt x="16329" y="13813"/>
                    <a:pt x="16759" y="12891"/>
                    <a:pt x="17331" y="12891"/>
                  </a:cubicBezTo>
                  <a:cubicBezTo>
                    <a:pt x="17904" y="12891"/>
                    <a:pt x="19120" y="12230"/>
                    <a:pt x="19267" y="11570"/>
                  </a:cubicBezTo>
                  <a:cubicBezTo>
                    <a:pt x="19409" y="10912"/>
                    <a:pt x="20410" y="11174"/>
                    <a:pt x="20769" y="10778"/>
                  </a:cubicBezTo>
                  <a:cubicBezTo>
                    <a:pt x="20945" y="10584"/>
                    <a:pt x="21292" y="10123"/>
                    <a:pt x="21600" y="9700"/>
                  </a:cubicBezTo>
                  <a:cubicBezTo>
                    <a:pt x="21600" y="9696"/>
                    <a:pt x="21592" y="9693"/>
                    <a:pt x="21592" y="9693"/>
                  </a:cubicBezTo>
                  <a:cubicBezTo>
                    <a:pt x="21592" y="9293"/>
                    <a:pt x="21430" y="8701"/>
                    <a:pt x="19882" y="874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76" name="Shape 2230"/>
            <p:cNvSpPr/>
            <p:nvPr/>
          </p:nvSpPr>
          <p:spPr>
            <a:xfrm>
              <a:off x="9043349" y="6434691"/>
              <a:ext cx="60972" cy="75115"/>
            </a:xfrm>
            <a:custGeom>
              <a:avLst/>
              <a:gdLst/>
              <a:ahLst/>
              <a:cxnLst>
                <a:cxn ang="0">
                  <a:pos x="wd2" y="hd2"/>
                </a:cxn>
                <a:cxn ang="5400000">
                  <a:pos x="wd2" y="hd2"/>
                </a:cxn>
                <a:cxn ang="10800000">
                  <a:pos x="wd2" y="hd2"/>
                </a:cxn>
                <a:cxn ang="16200000">
                  <a:pos x="wd2" y="hd2"/>
                </a:cxn>
              </a:cxnLst>
              <a:rect l="0" t="0" r="r" b="b"/>
              <a:pathLst>
                <a:path w="21600" h="21420" extrusionOk="0">
                  <a:moveTo>
                    <a:pt x="10933" y="0"/>
                  </a:moveTo>
                  <a:cubicBezTo>
                    <a:pt x="6954" y="0"/>
                    <a:pt x="0" y="7735"/>
                    <a:pt x="0" y="9333"/>
                  </a:cubicBezTo>
                  <a:cubicBezTo>
                    <a:pt x="0" y="10938"/>
                    <a:pt x="4968" y="21074"/>
                    <a:pt x="9936" y="21344"/>
                  </a:cubicBezTo>
                  <a:cubicBezTo>
                    <a:pt x="14921" y="21600"/>
                    <a:pt x="18549" y="21344"/>
                    <a:pt x="18892" y="18404"/>
                  </a:cubicBezTo>
                  <a:cubicBezTo>
                    <a:pt x="19047" y="16951"/>
                    <a:pt x="20336" y="15775"/>
                    <a:pt x="21600" y="14944"/>
                  </a:cubicBezTo>
                  <a:cubicBezTo>
                    <a:pt x="21213" y="12433"/>
                    <a:pt x="20388" y="7043"/>
                    <a:pt x="20104" y="3805"/>
                  </a:cubicBezTo>
                  <a:cubicBezTo>
                    <a:pt x="17182" y="2221"/>
                    <a:pt x="13503" y="0"/>
                    <a:pt x="10933" y="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77" name="Shape 2231"/>
            <p:cNvSpPr/>
            <p:nvPr/>
          </p:nvSpPr>
          <p:spPr>
            <a:xfrm>
              <a:off x="8869439" y="6558912"/>
              <a:ext cx="101974" cy="102524"/>
            </a:xfrm>
            <a:custGeom>
              <a:avLst/>
              <a:gdLst/>
              <a:ahLst/>
              <a:cxnLst>
                <a:cxn ang="0">
                  <a:pos x="wd2" y="hd2"/>
                </a:cxn>
                <a:cxn ang="5400000">
                  <a:pos x="wd2" y="hd2"/>
                </a:cxn>
                <a:cxn ang="10800000">
                  <a:pos x="wd2" y="hd2"/>
                </a:cxn>
                <a:cxn ang="16200000">
                  <a:pos x="wd2" y="hd2"/>
                </a:cxn>
              </a:cxnLst>
              <a:rect l="0" t="0" r="r" b="b"/>
              <a:pathLst>
                <a:path w="21600" h="20122" extrusionOk="0">
                  <a:moveTo>
                    <a:pt x="15356" y="627"/>
                  </a:moveTo>
                  <a:cubicBezTo>
                    <a:pt x="14210" y="-1478"/>
                    <a:pt x="6825" y="2217"/>
                    <a:pt x="5684" y="4317"/>
                  </a:cubicBezTo>
                  <a:cubicBezTo>
                    <a:pt x="4543" y="6432"/>
                    <a:pt x="0" y="12222"/>
                    <a:pt x="0" y="12222"/>
                  </a:cubicBezTo>
                  <a:lnTo>
                    <a:pt x="5684" y="19598"/>
                  </a:lnTo>
                  <a:lnTo>
                    <a:pt x="9662" y="20122"/>
                  </a:lnTo>
                  <a:cubicBezTo>
                    <a:pt x="9662" y="20122"/>
                    <a:pt x="10803" y="17498"/>
                    <a:pt x="11943" y="15379"/>
                  </a:cubicBezTo>
                  <a:cubicBezTo>
                    <a:pt x="13074" y="13274"/>
                    <a:pt x="18193" y="15917"/>
                    <a:pt x="18193" y="13803"/>
                  </a:cubicBezTo>
                  <a:cubicBezTo>
                    <a:pt x="18193" y="11698"/>
                    <a:pt x="21600" y="9589"/>
                    <a:pt x="21600" y="7479"/>
                  </a:cubicBezTo>
                  <a:cubicBezTo>
                    <a:pt x="21600" y="5374"/>
                    <a:pt x="16487" y="2736"/>
                    <a:pt x="15356" y="62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78" name="Shape 2232"/>
            <p:cNvSpPr/>
            <p:nvPr/>
          </p:nvSpPr>
          <p:spPr>
            <a:xfrm>
              <a:off x="8397395" y="6235936"/>
              <a:ext cx="728786" cy="638341"/>
            </a:xfrm>
            <a:custGeom>
              <a:avLst/>
              <a:gdLst/>
              <a:ahLst/>
              <a:cxnLst>
                <a:cxn ang="0">
                  <a:pos x="wd2" y="hd2"/>
                </a:cxn>
                <a:cxn ang="5400000">
                  <a:pos x="wd2" y="hd2"/>
                </a:cxn>
                <a:cxn ang="10800000">
                  <a:pos x="wd2" y="hd2"/>
                </a:cxn>
                <a:cxn ang="16200000">
                  <a:pos x="wd2" y="hd2"/>
                </a:cxn>
              </a:cxnLst>
              <a:rect l="0" t="0" r="r" b="b"/>
              <a:pathLst>
                <a:path w="21600" h="21513" extrusionOk="0">
                  <a:moveTo>
                    <a:pt x="16450" y="13090"/>
                  </a:moveTo>
                  <a:cubicBezTo>
                    <a:pt x="16450" y="13452"/>
                    <a:pt x="15734" y="12999"/>
                    <a:pt x="15575" y="13360"/>
                  </a:cubicBezTo>
                  <a:cubicBezTo>
                    <a:pt x="15416" y="13724"/>
                    <a:pt x="15256" y="14174"/>
                    <a:pt x="15256" y="14174"/>
                  </a:cubicBezTo>
                  <a:lnTo>
                    <a:pt x="14700" y="14085"/>
                  </a:lnTo>
                  <a:lnTo>
                    <a:pt x="13904" y="12818"/>
                  </a:lnTo>
                  <a:cubicBezTo>
                    <a:pt x="13904" y="12818"/>
                    <a:pt x="14541" y="11823"/>
                    <a:pt x="14700" y="11461"/>
                  </a:cubicBezTo>
                  <a:cubicBezTo>
                    <a:pt x="14859" y="11100"/>
                    <a:pt x="15893" y="10466"/>
                    <a:pt x="16053" y="10827"/>
                  </a:cubicBezTo>
                  <a:cubicBezTo>
                    <a:pt x="16211" y="11189"/>
                    <a:pt x="16927" y="11642"/>
                    <a:pt x="16927" y="12003"/>
                  </a:cubicBezTo>
                  <a:cubicBezTo>
                    <a:pt x="16927" y="12366"/>
                    <a:pt x="16450" y="12727"/>
                    <a:pt x="16450" y="13090"/>
                  </a:cubicBezTo>
                  <a:close/>
                  <a:moveTo>
                    <a:pt x="20598" y="8033"/>
                  </a:moveTo>
                  <a:cubicBezTo>
                    <a:pt x="20598" y="8033"/>
                    <a:pt x="20590" y="7971"/>
                    <a:pt x="20580" y="7873"/>
                  </a:cubicBezTo>
                  <a:cubicBezTo>
                    <a:pt x="20474" y="7971"/>
                    <a:pt x="20366" y="8111"/>
                    <a:pt x="20353" y="8282"/>
                  </a:cubicBezTo>
                  <a:cubicBezTo>
                    <a:pt x="20324" y="8629"/>
                    <a:pt x="20021" y="8660"/>
                    <a:pt x="19603" y="8629"/>
                  </a:cubicBezTo>
                  <a:cubicBezTo>
                    <a:pt x="19188" y="8598"/>
                    <a:pt x="18773" y="7399"/>
                    <a:pt x="18773" y="7210"/>
                  </a:cubicBezTo>
                  <a:cubicBezTo>
                    <a:pt x="18773" y="7021"/>
                    <a:pt x="19354" y="6107"/>
                    <a:pt x="19687" y="6107"/>
                  </a:cubicBezTo>
                  <a:cubicBezTo>
                    <a:pt x="19902" y="6107"/>
                    <a:pt x="20211" y="6370"/>
                    <a:pt x="20454" y="6556"/>
                  </a:cubicBezTo>
                  <a:cubicBezTo>
                    <a:pt x="20444" y="6418"/>
                    <a:pt x="20442" y="6312"/>
                    <a:pt x="20448" y="6270"/>
                  </a:cubicBezTo>
                  <a:cubicBezTo>
                    <a:pt x="20478" y="6065"/>
                    <a:pt x="20687" y="3724"/>
                    <a:pt x="20329" y="3486"/>
                  </a:cubicBezTo>
                  <a:cubicBezTo>
                    <a:pt x="19971" y="3250"/>
                    <a:pt x="19613" y="874"/>
                    <a:pt x="19493" y="636"/>
                  </a:cubicBezTo>
                  <a:cubicBezTo>
                    <a:pt x="19374" y="399"/>
                    <a:pt x="18061" y="535"/>
                    <a:pt x="17913" y="263"/>
                  </a:cubicBezTo>
                  <a:cubicBezTo>
                    <a:pt x="17765" y="-5"/>
                    <a:pt x="16657" y="256"/>
                    <a:pt x="16634" y="0"/>
                  </a:cubicBezTo>
                  <a:cubicBezTo>
                    <a:pt x="16462" y="290"/>
                    <a:pt x="16269" y="606"/>
                    <a:pt x="16172" y="739"/>
                  </a:cubicBezTo>
                  <a:cubicBezTo>
                    <a:pt x="15973" y="1010"/>
                    <a:pt x="15416" y="830"/>
                    <a:pt x="15337" y="1282"/>
                  </a:cubicBezTo>
                  <a:cubicBezTo>
                    <a:pt x="15256" y="1734"/>
                    <a:pt x="14582" y="2188"/>
                    <a:pt x="14262" y="2188"/>
                  </a:cubicBezTo>
                  <a:cubicBezTo>
                    <a:pt x="13945" y="2188"/>
                    <a:pt x="13705" y="2820"/>
                    <a:pt x="13705" y="3227"/>
                  </a:cubicBezTo>
                  <a:cubicBezTo>
                    <a:pt x="13705" y="3634"/>
                    <a:pt x="13068" y="4178"/>
                    <a:pt x="12552" y="4178"/>
                  </a:cubicBezTo>
                  <a:cubicBezTo>
                    <a:pt x="12034" y="4178"/>
                    <a:pt x="12193" y="4675"/>
                    <a:pt x="12034" y="5309"/>
                  </a:cubicBezTo>
                  <a:cubicBezTo>
                    <a:pt x="11875" y="5941"/>
                    <a:pt x="11637" y="5987"/>
                    <a:pt x="10762" y="5987"/>
                  </a:cubicBezTo>
                  <a:cubicBezTo>
                    <a:pt x="9887" y="5987"/>
                    <a:pt x="9847" y="5896"/>
                    <a:pt x="9169" y="5399"/>
                  </a:cubicBezTo>
                  <a:cubicBezTo>
                    <a:pt x="8493" y="4901"/>
                    <a:pt x="8294" y="5806"/>
                    <a:pt x="8255" y="6213"/>
                  </a:cubicBezTo>
                  <a:cubicBezTo>
                    <a:pt x="8215" y="6619"/>
                    <a:pt x="7299" y="7434"/>
                    <a:pt x="7021" y="7796"/>
                  </a:cubicBezTo>
                  <a:cubicBezTo>
                    <a:pt x="6743" y="8159"/>
                    <a:pt x="6067" y="7887"/>
                    <a:pt x="5669" y="7887"/>
                  </a:cubicBezTo>
                  <a:cubicBezTo>
                    <a:pt x="5271" y="7887"/>
                    <a:pt x="5431" y="7480"/>
                    <a:pt x="5431" y="7209"/>
                  </a:cubicBezTo>
                  <a:cubicBezTo>
                    <a:pt x="5431" y="6937"/>
                    <a:pt x="5629" y="7117"/>
                    <a:pt x="5708" y="6846"/>
                  </a:cubicBezTo>
                  <a:cubicBezTo>
                    <a:pt x="5788" y="6575"/>
                    <a:pt x="5431" y="5580"/>
                    <a:pt x="5271" y="5127"/>
                  </a:cubicBezTo>
                  <a:cubicBezTo>
                    <a:pt x="5203" y="4932"/>
                    <a:pt x="4926" y="4771"/>
                    <a:pt x="4634" y="4650"/>
                  </a:cubicBezTo>
                  <a:cubicBezTo>
                    <a:pt x="4634" y="7215"/>
                    <a:pt x="4634" y="9974"/>
                    <a:pt x="4634" y="10240"/>
                  </a:cubicBezTo>
                  <a:cubicBezTo>
                    <a:pt x="4634" y="10737"/>
                    <a:pt x="3918" y="10963"/>
                    <a:pt x="3760" y="11235"/>
                  </a:cubicBezTo>
                  <a:cubicBezTo>
                    <a:pt x="3600" y="11506"/>
                    <a:pt x="2605" y="11281"/>
                    <a:pt x="2048" y="11281"/>
                  </a:cubicBezTo>
                  <a:cubicBezTo>
                    <a:pt x="1492" y="11281"/>
                    <a:pt x="1611" y="10646"/>
                    <a:pt x="1332" y="10194"/>
                  </a:cubicBezTo>
                  <a:cubicBezTo>
                    <a:pt x="1055" y="9742"/>
                    <a:pt x="577" y="10330"/>
                    <a:pt x="577" y="10646"/>
                  </a:cubicBezTo>
                  <a:cubicBezTo>
                    <a:pt x="577" y="10885"/>
                    <a:pt x="326" y="10841"/>
                    <a:pt x="0" y="10805"/>
                  </a:cubicBezTo>
                  <a:cubicBezTo>
                    <a:pt x="436" y="11589"/>
                    <a:pt x="817" y="12505"/>
                    <a:pt x="1015" y="13248"/>
                  </a:cubicBezTo>
                  <a:cubicBezTo>
                    <a:pt x="1332" y="14448"/>
                    <a:pt x="2108" y="15577"/>
                    <a:pt x="2307" y="16278"/>
                  </a:cubicBezTo>
                  <a:cubicBezTo>
                    <a:pt x="2505" y="16980"/>
                    <a:pt x="2724" y="17636"/>
                    <a:pt x="2307" y="17703"/>
                  </a:cubicBezTo>
                  <a:cubicBezTo>
                    <a:pt x="1889" y="17771"/>
                    <a:pt x="1889" y="18179"/>
                    <a:pt x="2327" y="18948"/>
                  </a:cubicBezTo>
                  <a:cubicBezTo>
                    <a:pt x="2765" y="19717"/>
                    <a:pt x="2386" y="20170"/>
                    <a:pt x="2765" y="20260"/>
                  </a:cubicBezTo>
                  <a:cubicBezTo>
                    <a:pt x="3142" y="20350"/>
                    <a:pt x="3023" y="20622"/>
                    <a:pt x="3321" y="20645"/>
                  </a:cubicBezTo>
                  <a:cubicBezTo>
                    <a:pt x="3620" y="20668"/>
                    <a:pt x="3838" y="21005"/>
                    <a:pt x="4037" y="21300"/>
                  </a:cubicBezTo>
                  <a:cubicBezTo>
                    <a:pt x="4236" y="21595"/>
                    <a:pt x="4694" y="21595"/>
                    <a:pt x="4913" y="21232"/>
                  </a:cubicBezTo>
                  <a:cubicBezTo>
                    <a:pt x="5132" y="20870"/>
                    <a:pt x="5808" y="20757"/>
                    <a:pt x="6504" y="20757"/>
                  </a:cubicBezTo>
                  <a:cubicBezTo>
                    <a:pt x="7200" y="20757"/>
                    <a:pt x="7061" y="20418"/>
                    <a:pt x="7737" y="20192"/>
                  </a:cubicBezTo>
                  <a:cubicBezTo>
                    <a:pt x="8413" y="19967"/>
                    <a:pt x="9229" y="19942"/>
                    <a:pt x="9806" y="20170"/>
                  </a:cubicBezTo>
                  <a:cubicBezTo>
                    <a:pt x="10384" y="20395"/>
                    <a:pt x="10820" y="20192"/>
                    <a:pt x="11099" y="19989"/>
                  </a:cubicBezTo>
                  <a:cubicBezTo>
                    <a:pt x="11378" y="19785"/>
                    <a:pt x="11914" y="20305"/>
                    <a:pt x="11956" y="19785"/>
                  </a:cubicBezTo>
                  <a:cubicBezTo>
                    <a:pt x="11994" y="19264"/>
                    <a:pt x="12552" y="19355"/>
                    <a:pt x="13068" y="19355"/>
                  </a:cubicBezTo>
                  <a:cubicBezTo>
                    <a:pt x="13585" y="19355"/>
                    <a:pt x="14838" y="18426"/>
                    <a:pt x="15833" y="17363"/>
                  </a:cubicBezTo>
                  <a:cubicBezTo>
                    <a:pt x="16830" y="16302"/>
                    <a:pt x="18479" y="13971"/>
                    <a:pt x="19036" y="12909"/>
                  </a:cubicBezTo>
                  <a:cubicBezTo>
                    <a:pt x="19594" y="11845"/>
                    <a:pt x="20508" y="10940"/>
                    <a:pt x="20966" y="10466"/>
                  </a:cubicBezTo>
                  <a:cubicBezTo>
                    <a:pt x="21308" y="10110"/>
                    <a:pt x="21505" y="8859"/>
                    <a:pt x="21600" y="7947"/>
                  </a:cubicBezTo>
                  <a:cubicBezTo>
                    <a:pt x="21130" y="7940"/>
                    <a:pt x="20598" y="8033"/>
                    <a:pt x="20598" y="803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79" name="Shape 2233"/>
            <p:cNvSpPr/>
            <p:nvPr/>
          </p:nvSpPr>
          <p:spPr>
            <a:xfrm>
              <a:off x="8198641" y="5490605"/>
              <a:ext cx="531121" cy="558547"/>
            </a:xfrm>
            <a:custGeom>
              <a:avLst/>
              <a:gdLst/>
              <a:ahLst/>
              <a:cxnLst>
                <a:cxn ang="0">
                  <a:pos x="wd2" y="hd2"/>
                </a:cxn>
                <a:cxn ang="5400000">
                  <a:pos x="wd2" y="hd2"/>
                </a:cxn>
                <a:cxn ang="10800000">
                  <a:pos x="wd2" y="hd2"/>
                </a:cxn>
                <a:cxn ang="16200000">
                  <a:pos x="wd2" y="hd2"/>
                </a:cxn>
              </a:cxnLst>
              <a:rect l="0" t="0" r="r" b="b"/>
              <a:pathLst>
                <a:path w="21598" h="21407" extrusionOk="0">
                  <a:moveTo>
                    <a:pt x="1222" y="19818"/>
                  </a:moveTo>
                  <a:cubicBezTo>
                    <a:pt x="1685" y="19818"/>
                    <a:pt x="1407" y="20426"/>
                    <a:pt x="2053" y="20164"/>
                  </a:cubicBezTo>
                  <a:cubicBezTo>
                    <a:pt x="2700" y="19906"/>
                    <a:pt x="3252" y="19906"/>
                    <a:pt x="3807" y="20253"/>
                  </a:cubicBezTo>
                  <a:cubicBezTo>
                    <a:pt x="4361" y="20600"/>
                    <a:pt x="4822" y="20687"/>
                    <a:pt x="5469" y="20687"/>
                  </a:cubicBezTo>
                  <a:cubicBezTo>
                    <a:pt x="6115" y="20687"/>
                    <a:pt x="11838" y="20687"/>
                    <a:pt x="11838" y="20687"/>
                  </a:cubicBezTo>
                  <a:lnTo>
                    <a:pt x="12484" y="21297"/>
                  </a:lnTo>
                  <a:cubicBezTo>
                    <a:pt x="12484" y="21297"/>
                    <a:pt x="15992" y="21035"/>
                    <a:pt x="16547" y="21297"/>
                  </a:cubicBezTo>
                  <a:cubicBezTo>
                    <a:pt x="17100" y="21557"/>
                    <a:pt x="18851" y="21297"/>
                    <a:pt x="19406" y="21123"/>
                  </a:cubicBezTo>
                  <a:cubicBezTo>
                    <a:pt x="19502" y="21092"/>
                    <a:pt x="19683" y="21052"/>
                    <a:pt x="19913" y="21008"/>
                  </a:cubicBezTo>
                  <a:lnTo>
                    <a:pt x="17807" y="18295"/>
                  </a:lnTo>
                  <a:lnTo>
                    <a:pt x="17996" y="12507"/>
                  </a:lnTo>
                  <a:lnTo>
                    <a:pt x="20736" y="12598"/>
                  </a:lnTo>
                  <a:lnTo>
                    <a:pt x="21207" y="12150"/>
                  </a:lnTo>
                  <a:lnTo>
                    <a:pt x="21598" y="8694"/>
                  </a:lnTo>
                  <a:cubicBezTo>
                    <a:pt x="21455" y="8629"/>
                    <a:pt x="21288" y="8601"/>
                    <a:pt x="21099" y="8676"/>
                  </a:cubicBezTo>
                  <a:cubicBezTo>
                    <a:pt x="20525" y="8908"/>
                    <a:pt x="20035" y="8832"/>
                    <a:pt x="19461" y="8832"/>
                  </a:cubicBezTo>
                  <a:cubicBezTo>
                    <a:pt x="18889" y="8832"/>
                    <a:pt x="18806" y="9372"/>
                    <a:pt x="18478" y="9295"/>
                  </a:cubicBezTo>
                  <a:cubicBezTo>
                    <a:pt x="18151" y="9218"/>
                    <a:pt x="18397" y="8291"/>
                    <a:pt x="18478" y="7906"/>
                  </a:cubicBezTo>
                  <a:cubicBezTo>
                    <a:pt x="18561" y="7519"/>
                    <a:pt x="17988" y="6825"/>
                    <a:pt x="17579" y="6515"/>
                  </a:cubicBezTo>
                  <a:cubicBezTo>
                    <a:pt x="17170" y="6208"/>
                    <a:pt x="18069" y="4278"/>
                    <a:pt x="17823" y="4047"/>
                  </a:cubicBezTo>
                  <a:cubicBezTo>
                    <a:pt x="17579" y="3815"/>
                    <a:pt x="17497" y="3199"/>
                    <a:pt x="17497" y="2658"/>
                  </a:cubicBezTo>
                  <a:cubicBezTo>
                    <a:pt x="17497" y="2117"/>
                    <a:pt x="17087" y="2427"/>
                    <a:pt x="16268" y="2427"/>
                  </a:cubicBezTo>
                  <a:cubicBezTo>
                    <a:pt x="15449" y="2427"/>
                    <a:pt x="15369" y="2041"/>
                    <a:pt x="15369" y="2041"/>
                  </a:cubicBezTo>
                  <a:cubicBezTo>
                    <a:pt x="15369" y="2041"/>
                    <a:pt x="14385" y="1808"/>
                    <a:pt x="13894" y="2041"/>
                  </a:cubicBezTo>
                  <a:cubicBezTo>
                    <a:pt x="13402" y="2272"/>
                    <a:pt x="13484" y="3662"/>
                    <a:pt x="13158" y="3584"/>
                  </a:cubicBezTo>
                  <a:cubicBezTo>
                    <a:pt x="12830" y="3506"/>
                    <a:pt x="11846" y="3662"/>
                    <a:pt x="11027" y="3892"/>
                  </a:cubicBezTo>
                  <a:cubicBezTo>
                    <a:pt x="10208" y="4125"/>
                    <a:pt x="9882" y="3737"/>
                    <a:pt x="9472" y="2813"/>
                  </a:cubicBezTo>
                  <a:cubicBezTo>
                    <a:pt x="9064" y="1886"/>
                    <a:pt x="8571" y="2195"/>
                    <a:pt x="8736" y="1502"/>
                  </a:cubicBezTo>
                  <a:cubicBezTo>
                    <a:pt x="8898" y="805"/>
                    <a:pt x="8408" y="34"/>
                    <a:pt x="8408" y="34"/>
                  </a:cubicBezTo>
                  <a:cubicBezTo>
                    <a:pt x="8408" y="34"/>
                    <a:pt x="3005" y="-43"/>
                    <a:pt x="2431" y="34"/>
                  </a:cubicBezTo>
                  <a:cubicBezTo>
                    <a:pt x="2198" y="66"/>
                    <a:pt x="1791" y="301"/>
                    <a:pt x="1388" y="571"/>
                  </a:cubicBezTo>
                  <a:cubicBezTo>
                    <a:pt x="1722" y="1757"/>
                    <a:pt x="2769" y="3737"/>
                    <a:pt x="3005" y="4201"/>
                  </a:cubicBezTo>
                  <a:cubicBezTo>
                    <a:pt x="3250" y="4691"/>
                    <a:pt x="2704" y="5127"/>
                    <a:pt x="2704" y="6028"/>
                  </a:cubicBezTo>
                  <a:cubicBezTo>
                    <a:pt x="2704" y="6928"/>
                    <a:pt x="3741" y="8574"/>
                    <a:pt x="3851" y="9681"/>
                  </a:cubicBezTo>
                  <a:cubicBezTo>
                    <a:pt x="3961" y="10786"/>
                    <a:pt x="3196" y="11480"/>
                    <a:pt x="2541" y="12202"/>
                  </a:cubicBezTo>
                  <a:cubicBezTo>
                    <a:pt x="1885" y="12921"/>
                    <a:pt x="1205" y="14541"/>
                    <a:pt x="1205" y="15544"/>
                  </a:cubicBezTo>
                  <a:cubicBezTo>
                    <a:pt x="1205" y="16549"/>
                    <a:pt x="221" y="17526"/>
                    <a:pt x="248" y="17988"/>
                  </a:cubicBezTo>
                  <a:cubicBezTo>
                    <a:pt x="276" y="18451"/>
                    <a:pt x="111" y="19816"/>
                    <a:pt x="3" y="20329"/>
                  </a:cubicBezTo>
                  <a:cubicBezTo>
                    <a:pt x="-2" y="20349"/>
                    <a:pt x="1" y="20375"/>
                    <a:pt x="0" y="20396"/>
                  </a:cubicBezTo>
                  <a:lnTo>
                    <a:pt x="576" y="20253"/>
                  </a:lnTo>
                  <a:cubicBezTo>
                    <a:pt x="576" y="20253"/>
                    <a:pt x="761" y="19818"/>
                    <a:pt x="1222" y="1981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80" name="Shape 2234"/>
            <p:cNvSpPr/>
            <p:nvPr/>
          </p:nvSpPr>
          <p:spPr>
            <a:xfrm>
              <a:off x="8645839" y="5589982"/>
              <a:ext cx="522776" cy="456370"/>
            </a:xfrm>
            <a:custGeom>
              <a:avLst/>
              <a:gdLst/>
              <a:ahLst/>
              <a:cxnLst>
                <a:cxn ang="0">
                  <a:pos x="wd2" y="hd2"/>
                </a:cxn>
                <a:cxn ang="5400000">
                  <a:pos x="wd2" y="hd2"/>
                </a:cxn>
                <a:cxn ang="10800000">
                  <a:pos x="wd2" y="hd2"/>
                </a:cxn>
                <a:cxn ang="16200000">
                  <a:pos x="wd2" y="hd2"/>
                </a:cxn>
              </a:cxnLst>
              <a:rect l="0" t="0" r="r" b="b"/>
              <a:pathLst>
                <a:path w="21600" h="21408" extrusionOk="0">
                  <a:moveTo>
                    <a:pt x="16608" y="876"/>
                  </a:moveTo>
                  <a:cubicBezTo>
                    <a:pt x="16357" y="876"/>
                    <a:pt x="15763" y="427"/>
                    <a:pt x="15254" y="0"/>
                  </a:cubicBezTo>
                  <a:cubicBezTo>
                    <a:pt x="14892" y="458"/>
                    <a:pt x="13620" y="381"/>
                    <a:pt x="12995" y="381"/>
                  </a:cubicBezTo>
                  <a:cubicBezTo>
                    <a:pt x="12329" y="381"/>
                    <a:pt x="12913" y="1419"/>
                    <a:pt x="12497" y="1797"/>
                  </a:cubicBezTo>
                  <a:cubicBezTo>
                    <a:pt x="12080" y="2176"/>
                    <a:pt x="11914" y="2743"/>
                    <a:pt x="12247" y="2931"/>
                  </a:cubicBezTo>
                  <a:cubicBezTo>
                    <a:pt x="12580" y="3121"/>
                    <a:pt x="12164" y="4725"/>
                    <a:pt x="12164" y="5292"/>
                  </a:cubicBezTo>
                  <a:cubicBezTo>
                    <a:pt x="12164" y="5859"/>
                    <a:pt x="11497" y="7087"/>
                    <a:pt x="11748" y="7276"/>
                  </a:cubicBezTo>
                  <a:cubicBezTo>
                    <a:pt x="11996" y="7464"/>
                    <a:pt x="12411" y="8787"/>
                    <a:pt x="12995" y="8975"/>
                  </a:cubicBezTo>
                  <a:cubicBezTo>
                    <a:pt x="13578" y="9164"/>
                    <a:pt x="13993" y="8504"/>
                    <a:pt x="14243" y="8504"/>
                  </a:cubicBezTo>
                  <a:cubicBezTo>
                    <a:pt x="14492" y="8504"/>
                    <a:pt x="14492" y="9353"/>
                    <a:pt x="14492" y="10014"/>
                  </a:cubicBezTo>
                  <a:cubicBezTo>
                    <a:pt x="14492" y="10677"/>
                    <a:pt x="14160" y="10959"/>
                    <a:pt x="14160" y="10959"/>
                  </a:cubicBezTo>
                  <a:cubicBezTo>
                    <a:pt x="14160" y="10959"/>
                    <a:pt x="13244" y="11337"/>
                    <a:pt x="12828" y="10959"/>
                  </a:cubicBezTo>
                  <a:cubicBezTo>
                    <a:pt x="12411" y="10582"/>
                    <a:pt x="12080" y="9543"/>
                    <a:pt x="12080" y="9164"/>
                  </a:cubicBezTo>
                  <a:cubicBezTo>
                    <a:pt x="12080" y="8787"/>
                    <a:pt x="11082" y="8787"/>
                    <a:pt x="10665" y="8787"/>
                  </a:cubicBezTo>
                  <a:cubicBezTo>
                    <a:pt x="10250" y="8787"/>
                    <a:pt x="9833" y="7936"/>
                    <a:pt x="9669" y="7558"/>
                  </a:cubicBezTo>
                  <a:cubicBezTo>
                    <a:pt x="9500" y="7181"/>
                    <a:pt x="9003" y="7654"/>
                    <a:pt x="9003" y="7936"/>
                  </a:cubicBezTo>
                  <a:cubicBezTo>
                    <a:pt x="9003" y="8220"/>
                    <a:pt x="8586" y="8220"/>
                    <a:pt x="8170" y="8220"/>
                  </a:cubicBezTo>
                  <a:cubicBezTo>
                    <a:pt x="7754" y="8220"/>
                    <a:pt x="6923" y="7464"/>
                    <a:pt x="6590" y="7654"/>
                  </a:cubicBezTo>
                  <a:cubicBezTo>
                    <a:pt x="6256" y="7844"/>
                    <a:pt x="5924" y="6992"/>
                    <a:pt x="6007" y="6613"/>
                  </a:cubicBezTo>
                  <a:cubicBezTo>
                    <a:pt x="6090" y="6237"/>
                    <a:pt x="5176" y="6520"/>
                    <a:pt x="4843" y="6709"/>
                  </a:cubicBezTo>
                  <a:cubicBezTo>
                    <a:pt x="4510" y="6898"/>
                    <a:pt x="4344" y="6237"/>
                    <a:pt x="4344" y="6237"/>
                  </a:cubicBezTo>
                  <a:cubicBezTo>
                    <a:pt x="4344" y="6237"/>
                    <a:pt x="4152" y="5857"/>
                    <a:pt x="3852" y="5692"/>
                  </a:cubicBezTo>
                  <a:lnTo>
                    <a:pt x="3455" y="9922"/>
                  </a:lnTo>
                  <a:lnTo>
                    <a:pt x="2976" y="10468"/>
                  </a:lnTo>
                  <a:lnTo>
                    <a:pt x="191" y="10359"/>
                  </a:lnTo>
                  <a:lnTo>
                    <a:pt x="0" y="17443"/>
                  </a:lnTo>
                  <a:lnTo>
                    <a:pt x="2139" y="20763"/>
                  </a:lnTo>
                  <a:cubicBezTo>
                    <a:pt x="3253" y="20505"/>
                    <a:pt x="5565" y="20143"/>
                    <a:pt x="5565" y="20585"/>
                  </a:cubicBezTo>
                  <a:cubicBezTo>
                    <a:pt x="5565" y="20717"/>
                    <a:pt x="5623" y="20890"/>
                    <a:pt x="5715" y="21075"/>
                  </a:cubicBezTo>
                  <a:cubicBezTo>
                    <a:pt x="6104" y="20971"/>
                    <a:pt x="6470" y="20880"/>
                    <a:pt x="6673" y="20909"/>
                  </a:cubicBezTo>
                  <a:cubicBezTo>
                    <a:pt x="7116" y="20971"/>
                    <a:pt x="8615" y="21600"/>
                    <a:pt x="9057" y="21348"/>
                  </a:cubicBezTo>
                  <a:cubicBezTo>
                    <a:pt x="9500" y="21098"/>
                    <a:pt x="10278" y="19209"/>
                    <a:pt x="10998" y="18956"/>
                  </a:cubicBezTo>
                  <a:cubicBezTo>
                    <a:pt x="11720" y="18704"/>
                    <a:pt x="12718" y="17824"/>
                    <a:pt x="12718" y="17446"/>
                  </a:cubicBezTo>
                  <a:cubicBezTo>
                    <a:pt x="12718" y="17067"/>
                    <a:pt x="12718" y="16689"/>
                    <a:pt x="13773" y="16375"/>
                  </a:cubicBezTo>
                  <a:lnTo>
                    <a:pt x="15382" y="16316"/>
                  </a:lnTo>
                  <a:lnTo>
                    <a:pt x="15491" y="16312"/>
                  </a:lnTo>
                  <a:lnTo>
                    <a:pt x="15104" y="14736"/>
                  </a:lnTo>
                  <a:cubicBezTo>
                    <a:pt x="15104" y="14736"/>
                    <a:pt x="20018" y="12652"/>
                    <a:pt x="20299" y="12602"/>
                  </a:cubicBezTo>
                  <a:cubicBezTo>
                    <a:pt x="20082" y="12098"/>
                    <a:pt x="19861" y="11727"/>
                    <a:pt x="19968" y="11666"/>
                  </a:cubicBezTo>
                  <a:cubicBezTo>
                    <a:pt x="20159" y="11556"/>
                    <a:pt x="20256" y="10030"/>
                    <a:pt x="20256" y="9596"/>
                  </a:cubicBezTo>
                  <a:cubicBezTo>
                    <a:pt x="20256" y="9159"/>
                    <a:pt x="21408" y="9486"/>
                    <a:pt x="21023" y="9048"/>
                  </a:cubicBezTo>
                  <a:cubicBezTo>
                    <a:pt x="20640" y="8614"/>
                    <a:pt x="20736" y="6108"/>
                    <a:pt x="20927" y="5563"/>
                  </a:cubicBezTo>
                  <a:cubicBezTo>
                    <a:pt x="21119" y="5018"/>
                    <a:pt x="21600" y="5563"/>
                    <a:pt x="21600" y="5127"/>
                  </a:cubicBezTo>
                  <a:cubicBezTo>
                    <a:pt x="21600" y="4690"/>
                    <a:pt x="21023" y="3272"/>
                    <a:pt x="20736" y="2837"/>
                  </a:cubicBezTo>
                  <a:cubicBezTo>
                    <a:pt x="20527" y="2523"/>
                    <a:pt x="18815" y="1747"/>
                    <a:pt x="18336" y="1640"/>
                  </a:cubicBezTo>
                  <a:cubicBezTo>
                    <a:pt x="17856" y="1530"/>
                    <a:pt x="17087" y="876"/>
                    <a:pt x="16608" y="87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81" name="Shape 2235"/>
            <p:cNvSpPr/>
            <p:nvPr/>
          </p:nvSpPr>
          <p:spPr>
            <a:xfrm>
              <a:off x="8943971" y="5267006"/>
              <a:ext cx="87184" cy="74063"/>
            </a:xfrm>
            <a:custGeom>
              <a:avLst/>
              <a:gdLst/>
              <a:ahLst/>
              <a:cxnLst>
                <a:cxn ang="0">
                  <a:pos x="wd2" y="hd2"/>
                </a:cxn>
                <a:cxn ang="5400000">
                  <a:pos x="wd2" y="hd2"/>
                </a:cxn>
                <a:cxn ang="10800000">
                  <a:pos x="wd2" y="hd2"/>
                </a:cxn>
                <a:cxn ang="16200000">
                  <a:pos x="wd2" y="hd2"/>
                </a:cxn>
              </a:cxnLst>
              <a:rect l="0" t="0" r="r" b="b"/>
              <a:pathLst>
                <a:path w="21126" h="20522" extrusionOk="0">
                  <a:moveTo>
                    <a:pt x="17543" y="0"/>
                  </a:moveTo>
                  <a:cubicBezTo>
                    <a:pt x="15121" y="780"/>
                    <a:pt x="12534" y="1674"/>
                    <a:pt x="11464" y="2286"/>
                  </a:cubicBezTo>
                  <a:cubicBezTo>
                    <a:pt x="9900" y="3187"/>
                    <a:pt x="9089" y="3745"/>
                    <a:pt x="5973" y="3382"/>
                  </a:cubicBezTo>
                  <a:cubicBezTo>
                    <a:pt x="5603" y="3906"/>
                    <a:pt x="5174" y="4343"/>
                    <a:pt x="4633" y="4558"/>
                  </a:cubicBezTo>
                  <a:cubicBezTo>
                    <a:pt x="1952" y="5681"/>
                    <a:pt x="2434" y="12652"/>
                    <a:pt x="2434" y="12652"/>
                  </a:cubicBezTo>
                  <a:cubicBezTo>
                    <a:pt x="2434" y="12652"/>
                    <a:pt x="0" y="12934"/>
                    <a:pt x="0" y="16276"/>
                  </a:cubicBezTo>
                  <a:cubicBezTo>
                    <a:pt x="0" y="18548"/>
                    <a:pt x="1340" y="19529"/>
                    <a:pt x="2199" y="19919"/>
                  </a:cubicBezTo>
                  <a:cubicBezTo>
                    <a:pt x="3575" y="19987"/>
                    <a:pt x="4844" y="20108"/>
                    <a:pt x="5832" y="20316"/>
                  </a:cubicBezTo>
                  <a:cubicBezTo>
                    <a:pt x="12029" y="21600"/>
                    <a:pt x="11464" y="16450"/>
                    <a:pt x="11464" y="16450"/>
                  </a:cubicBezTo>
                  <a:cubicBezTo>
                    <a:pt x="11464" y="16450"/>
                    <a:pt x="20477" y="17096"/>
                    <a:pt x="21036" y="13876"/>
                  </a:cubicBezTo>
                  <a:cubicBezTo>
                    <a:pt x="21600" y="10655"/>
                    <a:pt x="19342" y="5506"/>
                    <a:pt x="19342" y="5506"/>
                  </a:cubicBezTo>
                  <a:cubicBezTo>
                    <a:pt x="19342" y="5506"/>
                    <a:pt x="17543" y="0"/>
                    <a:pt x="17543" y="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82" name="Shape 2236"/>
            <p:cNvSpPr/>
            <p:nvPr/>
          </p:nvSpPr>
          <p:spPr>
            <a:xfrm>
              <a:off x="9490548" y="4670741"/>
              <a:ext cx="468761" cy="626450"/>
            </a:xfrm>
            <a:custGeom>
              <a:avLst/>
              <a:gdLst/>
              <a:ahLst/>
              <a:cxnLst>
                <a:cxn ang="0">
                  <a:pos x="wd2" y="hd2"/>
                </a:cxn>
                <a:cxn ang="5400000">
                  <a:pos x="wd2" y="hd2"/>
                </a:cxn>
                <a:cxn ang="10800000">
                  <a:pos x="wd2" y="hd2"/>
                </a:cxn>
                <a:cxn ang="16200000">
                  <a:pos x="wd2" y="hd2"/>
                </a:cxn>
              </a:cxnLst>
              <a:rect l="0" t="0" r="r" b="b"/>
              <a:pathLst>
                <a:path w="21515" h="21386" extrusionOk="0">
                  <a:moveTo>
                    <a:pt x="5027" y="3875"/>
                  </a:moveTo>
                  <a:cubicBezTo>
                    <a:pt x="5396" y="4013"/>
                    <a:pt x="5998" y="4734"/>
                    <a:pt x="6414" y="4804"/>
                  </a:cubicBezTo>
                  <a:cubicBezTo>
                    <a:pt x="6830" y="4871"/>
                    <a:pt x="9139" y="5456"/>
                    <a:pt x="10619" y="5903"/>
                  </a:cubicBezTo>
                  <a:cubicBezTo>
                    <a:pt x="12097" y="6350"/>
                    <a:pt x="13022" y="6384"/>
                    <a:pt x="13483" y="6384"/>
                  </a:cubicBezTo>
                  <a:cubicBezTo>
                    <a:pt x="13946" y="6384"/>
                    <a:pt x="14639" y="6488"/>
                    <a:pt x="14223" y="6727"/>
                  </a:cubicBezTo>
                  <a:cubicBezTo>
                    <a:pt x="13807" y="6968"/>
                    <a:pt x="9278" y="10371"/>
                    <a:pt x="8677" y="10851"/>
                  </a:cubicBezTo>
                  <a:cubicBezTo>
                    <a:pt x="8077" y="11333"/>
                    <a:pt x="7706" y="11161"/>
                    <a:pt x="6367" y="11161"/>
                  </a:cubicBezTo>
                  <a:cubicBezTo>
                    <a:pt x="5027" y="11161"/>
                    <a:pt x="4011" y="12261"/>
                    <a:pt x="3641" y="12227"/>
                  </a:cubicBezTo>
                  <a:cubicBezTo>
                    <a:pt x="3423" y="12206"/>
                    <a:pt x="2635" y="12308"/>
                    <a:pt x="1953" y="12422"/>
                  </a:cubicBezTo>
                  <a:lnTo>
                    <a:pt x="958" y="13506"/>
                  </a:lnTo>
                  <a:lnTo>
                    <a:pt x="0" y="14616"/>
                  </a:lnTo>
                  <a:lnTo>
                    <a:pt x="107" y="20169"/>
                  </a:lnTo>
                  <a:lnTo>
                    <a:pt x="1139" y="21386"/>
                  </a:lnTo>
                  <a:cubicBezTo>
                    <a:pt x="1954" y="20577"/>
                    <a:pt x="4147" y="19017"/>
                    <a:pt x="5766" y="17750"/>
                  </a:cubicBezTo>
                  <a:cubicBezTo>
                    <a:pt x="7523" y="16374"/>
                    <a:pt x="8416" y="16054"/>
                    <a:pt x="9401" y="15687"/>
                  </a:cubicBezTo>
                  <a:cubicBezTo>
                    <a:pt x="10387" y="15321"/>
                    <a:pt x="12882" y="13510"/>
                    <a:pt x="14578" y="11906"/>
                  </a:cubicBezTo>
                  <a:cubicBezTo>
                    <a:pt x="15645" y="10896"/>
                    <a:pt x="16826" y="9776"/>
                    <a:pt x="16980" y="9043"/>
                  </a:cubicBezTo>
                  <a:cubicBezTo>
                    <a:pt x="17133" y="8309"/>
                    <a:pt x="18119" y="7347"/>
                    <a:pt x="18858" y="6636"/>
                  </a:cubicBezTo>
                  <a:cubicBezTo>
                    <a:pt x="19598" y="5927"/>
                    <a:pt x="20831" y="4116"/>
                    <a:pt x="20800" y="3566"/>
                  </a:cubicBezTo>
                  <a:cubicBezTo>
                    <a:pt x="20769" y="3017"/>
                    <a:pt x="21416" y="1848"/>
                    <a:pt x="21510" y="863"/>
                  </a:cubicBezTo>
                  <a:cubicBezTo>
                    <a:pt x="21600" y="-121"/>
                    <a:pt x="20492" y="-214"/>
                    <a:pt x="20153" y="336"/>
                  </a:cubicBezTo>
                  <a:cubicBezTo>
                    <a:pt x="19814" y="886"/>
                    <a:pt x="17166" y="1253"/>
                    <a:pt x="15471" y="1275"/>
                  </a:cubicBezTo>
                  <a:cubicBezTo>
                    <a:pt x="13776" y="1298"/>
                    <a:pt x="12762" y="1414"/>
                    <a:pt x="12145" y="1848"/>
                  </a:cubicBezTo>
                  <a:cubicBezTo>
                    <a:pt x="11528" y="2283"/>
                    <a:pt x="9987" y="1734"/>
                    <a:pt x="9433" y="2214"/>
                  </a:cubicBezTo>
                  <a:cubicBezTo>
                    <a:pt x="8880" y="2696"/>
                    <a:pt x="6690" y="3110"/>
                    <a:pt x="5982" y="2009"/>
                  </a:cubicBezTo>
                  <a:cubicBezTo>
                    <a:pt x="5684" y="1544"/>
                    <a:pt x="5288" y="1288"/>
                    <a:pt x="4913" y="1124"/>
                  </a:cubicBezTo>
                  <a:cubicBezTo>
                    <a:pt x="4316" y="1579"/>
                    <a:pt x="3602" y="2248"/>
                    <a:pt x="3733" y="2465"/>
                  </a:cubicBezTo>
                  <a:cubicBezTo>
                    <a:pt x="3920" y="2776"/>
                    <a:pt x="4659" y="3738"/>
                    <a:pt x="5027" y="387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83" name="Shape 2237"/>
            <p:cNvSpPr/>
            <p:nvPr/>
          </p:nvSpPr>
          <p:spPr>
            <a:xfrm>
              <a:off x="7080644" y="3503055"/>
              <a:ext cx="545517" cy="431723"/>
            </a:xfrm>
            <a:custGeom>
              <a:avLst/>
              <a:gdLst/>
              <a:ahLst/>
              <a:cxnLst>
                <a:cxn ang="0">
                  <a:pos x="wd2" y="hd2"/>
                </a:cxn>
                <a:cxn ang="5400000">
                  <a:pos x="wd2" y="hd2"/>
                </a:cxn>
                <a:cxn ang="10800000">
                  <a:pos x="wd2" y="hd2"/>
                </a:cxn>
                <a:cxn ang="16200000">
                  <a:pos x="wd2" y="hd2"/>
                </a:cxn>
              </a:cxnLst>
              <a:rect l="0" t="0" r="r" b="b"/>
              <a:pathLst>
                <a:path w="21556" h="21412" extrusionOk="0">
                  <a:moveTo>
                    <a:pt x="7957" y="21412"/>
                  </a:moveTo>
                  <a:cubicBezTo>
                    <a:pt x="7928" y="19938"/>
                    <a:pt x="7888" y="18483"/>
                    <a:pt x="7917" y="18341"/>
                  </a:cubicBezTo>
                  <a:cubicBezTo>
                    <a:pt x="7975" y="18047"/>
                    <a:pt x="10372" y="16286"/>
                    <a:pt x="10782" y="15992"/>
                  </a:cubicBezTo>
                  <a:cubicBezTo>
                    <a:pt x="11191" y="15699"/>
                    <a:pt x="11951" y="16138"/>
                    <a:pt x="11951" y="15552"/>
                  </a:cubicBezTo>
                  <a:cubicBezTo>
                    <a:pt x="11951" y="14964"/>
                    <a:pt x="12945" y="15259"/>
                    <a:pt x="13531" y="15111"/>
                  </a:cubicBezTo>
                  <a:cubicBezTo>
                    <a:pt x="14115" y="14964"/>
                    <a:pt x="14466" y="14451"/>
                    <a:pt x="14466" y="13790"/>
                  </a:cubicBezTo>
                  <a:cubicBezTo>
                    <a:pt x="14466" y="13129"/>
                    <a:pt x="15285" y="13276"/>
                    <a:pt x="15811" y="13202"/>
                  </a:cubicBezTo>
                  <a:cubicBezTo>
                    <a:pt x="16338" y="13129"/>
                    <a:pt x="16278" y="12543"/>
                    <a:pt x="16630" y="12543"/>
                  </a:cubicBezTo>
                  <a:cubicBezTo>
                    <a:pt x="16981" y="12543"/>
                    <a:pt x="16805" y="11883"/>
                    <a:pt x="16864" y="11147"/>
                  </a:cubicBezTo>
                  <a:cubicBezTo>
                    <a:pt x="16922" y="10415"/>
                    <a:pt x="16922" y="10561"/>
                    <a:pt x="17448" y="10561"/>
                  </a:cubicBezTo>
                  <a:cubicBezTo>
                    <a:pt x="17974" y="10561"/>
                    <a:pt x="18501" y="10194"/>
                    <a:pt x="18501" y="9754"/>
                  </a:cubicBezTo>
                  <a:cubicBezTo>
                    <a:pt x="18501" y="9312"/>
                    <a:pt x="20781" y="9607"/>
                    <a:pt x="21133" y="9607"/>
                  </a:cubicBezTo>
                  <a:cubicBezTo>
                    <a:pt x="21483" y="9607"/>
                    <a:pt x="21600" y="9093"/>
                    <a:pt x="21542" y="8726"/>
                  </a:cubicBezTo>
                  <a:cubicBezTo>
                    <a:pt x="21483" y="8359"/>
                    <a:pt x="21191" y="7258"/>
                    <a:pt x="20839" y="7185"/>
                  </a:cubicBezTo>
                  <a:cubicBezTo>
                    <a:pt x="20489" y="7111"/>
                    <a:pt x="20723" y="6010"/>
                    <a:pt x="20723" y="5130"/>
                  </a:cubicBezTo>
                  <a:cubicBezTo>
                    <a:pt x="20723" y="4250"/>
                    <a:pt x="20606" y="3441"/>
                    <a:pt x="20197" y="2782"/>
                  </a:cubicBezTo>
                  <a:cubicBezTo>
                    <a:pt x="20111" y="2642"/>
                    <a:pt x="20009" y="2390"/>
                    <a:pt x="19902" y="2089"/>
                  </a:cubicBezTo>
                  <a:cubicBezTo>
                    <a:pt x="19262" y="2104"/>
                    <a:pt x="18487" y="1501"/>
                    <a:pt x="17821" y="1476"/>
                  </a:cubicBezTo>
                  <a:cubicBezTo>
                    <a:pt x="16892" y="1444"/>
                    <a:pt x="15460" y="2044"/>
                    <a:pt x="14771" y="1077"/>
                  </a:cubicBezTo>
                  <a:cubicBezTo>
                    <a:pt x="14081" y="110"/>
                    <a:pt x="13604" y="-188"/>
                    <a:pt x="13101" y="110"/>
                  </a:cubicBezTo>
                  <a:cubicBezTo>
                    <a:pt x="12597" y="411"/>
                    <a:pt x="11669" y="3741"/>
                    <a:pt x="11138" y="4705"/>
                  </a:cubicBezTo>
                  <a:cubicBezTo>
                    <a:pt x="10607" y="5672"/>
                    <a:pt x="9123" y="6338"/>
                    <a:pt x="8407" y="6338"/>
                  </a:cubicBezTo>
                  <a:cubicBezTo>
                    <a:pt x="7690" y="6338"/>
                    <a:pt x="7611" y="7701"/>
                    <a:pt x="7054" y="8268"/>
                  </a:cubicBezTo>
                  <a:cubicBezTo>
                    <a:pt x="6497" y="8832"/>
                    <a:pt x="6710" y="9732"/>
                    <a:pt x="6046" y="10397"/>
                  </a:cubicBezTo>
                  <a:cubicBezTo>
                    <a:pt x="5383" y="11063"/>
                    <a:pt x="5701" y="13093"/>
                    <a:pt x="6046" y="13827"/>
                  </a:cubicBezTo>
                  <a:cubicBezTo>
                    <a:pt x="6390" y="14558"/>
                    <a:pt x="4826" y="16856"/>
                    <a:pt x="3925" y="17522"/>
                  </a:cubicBezTo>
                  <a:cubicBezTo>
                    <a:pt x="3023" y="18187"/>
                    <a:pt x="2732" y="19451"/>
                    <a:pt x="1299" y="19751"/>
                  </a:cubicBezTo>
                  <a:cubicBezTo>
                    <a:pt x="742" y="19869"/>
                    <a:pt x="324" y="20169"/>
                    <a:pt x="0" y="20550"/>
                  </a:cubicBezTo>
                  <a:cubicBezTo>
                    <a:pt x="2230" y="20550"/>
                    <a:pt x="5537" y="20550"/>
                    <a:pt x="6670" y="20550"/>
                  </a:cubicBezTo>
                  <a:cubicBezTo>
                    <a:pt x="8053" y="20550"/>
                    <a:pt x="7735" y="20940"/>
                    <a:pt x="7957" y="2141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84" name="Shape 2238"/>
            <p:cNvSpPr/>
            <p:nvPr/>
          </p:nvSpPr>
          <p:spPr>
            <a:xfrm>
              <a:off x="8024730" y="3428522"/>
              <a:ext cx="188847" cy="363136"/>
            </a:xfrm>
            <a:custGeom>
              <a:avLst/>
              <a:gdLst/>
              <a:ahLst/>
              <a:cxnLst>
                <a:cxn ang="0">
                  <a:pos x="wd2" y="hd2"/>
                </a:cxn>
                <a:cxn ang="5400000">
                  <a:pos x="wd2" y="hd2"/>
                </a:cxn>
                <a:cxn ang="10800000">
                  <a:pos x="wd2" y="hd2"/>
                </a:cxn>
                <a:cxn ang="16200000">
                  <a:pos x="wd2" y="hd2"/>
                </a:cxn>
              </a:cxnLst>
              <a:rect l="0" t="0" r="r" b="b"/>
              <a:pathLst>
                <a:path w="20885" h="21297" extrusionOk="0">
                  <a:moveTo>
                    <a:pt x="5220" y="5167"/>
                  </a:moveTo>
                  <a:cubicBezTo>
                    <a:pt x="6406" y="6113"/>
                    <a:pt x="4925" y="7685"/>
                    <a:pt x="3734" y="8001"/>
                  </a:cubicBezTo>
                  <a:cubicBezTo>
                    <a:pt x="2548" y="8317"/>
                    <a:pt x="1657" y="9733"/>
                    <a:pt x="471" y="9733"/>
                  </a:cubicBezTo>
                  <a:cubicBezTo>
                    <a:pt x="-715" y="9733"/>
                    <a:pt x="471" y="12095"/>
                    <a:pt x="2548" y="12569"/>
                  </a:cubicBezTo>
                  <a:cubicBezTo>
                    <a:pt x="4625" y="13041"/>
                    <a:pt x="4625" y="13825"/>
                    <a:pt x="4625" y="14299"/>
                  </a:cubicBezTo>
                  <a:cubicBezTo>
                    <a:pt x="4625" y="14770"/>
                    <a:pt x="7598" y="15242"/>
                    <a:pt x="8488" y="15874"/>
                  </a:cubicBezTo>
                  <a:cubicBezTo>
                    <a:pt x="9379" y="16503"/>
                    <a:pt x="10860" y="19494"/>
                    <a:pt x="10860" y="20598"/>
                  </a:cubicBezTo>
                  <a:cubicBezTo>
                    <a:pt x="10860" y="20880"/>
                    <a:pt x="11043" y="21109"/>
                    <a:pt x="11306" y="21297"/>
                  </a:cubicBezTo>
                  <a:cubicBezTo>
                    <a:pt x="12068" y="21022"/>
                    <a:pt x="13004" y="20705"/>
                    <a:pt x="13388" y="20322"/>
                  </a:cubicBezTo>
                  <a:cubicBezTo>
                    <a:pt x="14053" y="19652"/>
                    <a:pt x="14574" y="18511"/>
                    <a:pt x="14279" y="18195"/>
                  </a:cubicBezTo>
                  <a:cubicBezTo>
                    <a:pt x="13978" y="17881"/>
                    <a:pt x="14053" y="17330"/>
                    <a:pt x="14724" y="17014"/>
                  </a:cubicBezTo>
                  <a:cubicBezTo>
                    <a:pt x="15390" y="16701"/>
                    <a:pt x="18062" y="15204"/>
                    <a:pt x="18580" y="15086"/>
                  </a:cubicBezTo>
                  <a:cubicBezTo>
                    <a:pt x="19098" y="14968"/>
                    <a:pt x="20805" y="15127"/>
                    <a:pt x="20732" y="14259"/>
                  </a:cubicBezTo>
                  <a:cubicBezTo>
                    <a:pt x="20703" y="13915"/>
                    <a:pt x="20783" y="13386"/>
                    <a:pt x="20885" y="12872"/>
                  </a:cubicBezTo>
                  <a:cubicBezTo>
                    <a:pt x="19680" y="12462"/>
                    <a:pt x="18953" y="11978"/>
                    <a:pt x="18953" y="11741"/>
                  </a:cubicBezTo>
                  <a:cubicBezTo>
                    <a:pt x="18953" y="11230"/>
                    <a:pt x="17617" y="10362"/>
                    <a:pt x="16876" y="10836"/>
                  </a:cubicBezTo>
                  <a:cubicBezTo>
                    <a:pt x="16130" y="11308"/>
                    <a:pt x="13313" y="10914"/>
                    <a:pt x="12940" y="9931"/>
                  </a:cubicBezTo>
                  <a:cubicBezTo>
                    <a:pt x="12570" y="8946"/>
                    <a:pt x="14794" y="8984"/>
                    <a:pt x="16876" y="8081"/>
                  </a:cubicBezTo>
                  <a:cubicBezTo>
                    <a:pt x="18953" y="7174"/>
                    <a:pt x="19248" y="5441"/>
                    <a:pt x="17021" y="4498"/>
                  </a:cubicBezTo>
                  <a:cubicBezTo>
                    <a:pt x="14794" y="3552"/>
                    <a:pt x="16353" y="3041"/>
                    <a:pt x="17912" y="2176"/>
                  </a:cubicBezTo>
                  <a:cubicBezTo>
                    <a:pt x="19471" y="1311"/>
                    <a:pt x="18062" y="837"/>
                    <a:pt x="17247" y="1231"/>
                  </a:cubicBezTo>
                  <a:cubicBezTo>
                    <a:pt x="16425" y="1624"/>
                    <a:pt x="15095" y="1743"/>
                    <a:pt x="14869" y="797"/>
                  </a:cubicBezTo>
                  <a:cubicBezTo>
                    <a:pt x="14649" y="-146"/>
                    <a:pt x="9822" y="-303"/>
                    <a:pt x="7968" y="601"/>
                  </a:cubicBezTo>
                  <a:cubicBezTo>
                    <a:pt x="7319" y="918"/>
                    <a:pt x="6323" y="1015"/>
                    <a:pt x="5269" y="1012"/>
                  </a:cubicBezTo>
                  <a:cubicBezTo>
                    <a:pt x="4829" y="2576"/>
                    <a:pt x="4426" y="4536"/>
                    <a:pt x="5220" y="516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85" name="Shape 2239"/>
            <p:cNvSpPr/>
            <p:nvPr/>
          </p:nvSpPr>
          <p:spPr>
            <a:xfrm>
              <a:off x="7279399" y="3453367"/>
              <a:ext cx="945841" cy="906971"/>
            </a:xfrm>
            <a:custGeom>
              <a:avLst/>
              <a:gdLst/>
              <a:ahLst/>
              <a:cxnLst>
                <a:cxn ang="0">
                  <a:pos x="wd2" y="hd2"/>
                </a:cxn>
                <a:cxn ang="5400000">
                  <a:pos x="wd2" y="hd2"/>
                </a:cxn>
                <a:cxn ang="10800000">
                  <a:pos x="wd2" y="hd2"/>
                </a:cxn>
                <a:cxn ang="16200000">
                  <a:pos x="wd2" y="hd2"/>
                </a:cxn>
              </a:cxnLst>
              <a:rect l="0" t="0" r="r" b="b"/>
              <a:pathLst>
                <a:path w="21589" h="21551" extrusionOk="0">
                  <a:moveTo>
                    <a:pt x="7403" y="4077"/>
                  </a:moveTo>
                  <a:cubicBezTo>
                    <a:pt x="7403" y="4499"/>
                    <a:pt x="7267" y="5026"/>
                    <a:pt x="7470" y="5061"/>
                  </a:cubicBezTo>
                  <a:cubicBezTo>
                    <a:pt x="7673" y="5096"/>
                    <a:pt x="7842" y="5624"/>
                    <a:pt x="7876" y="5800"/>
                  </a:cubicBezTo>
                  <a:cubicBezTo>
                    <a:pt x="7909" y="5976"/>
                    <a:pt x="7842" y="6222"/>
                    <a:pt x="7640" y="6222"/>
                  </a:cubicBezTo>
                  <a:cubicBezTo>
                    <a:pt x="7436" y="6222"/>
                    <a:pt x="6119" y="6081"/>
                    <a:pt x="6119" y="6292"/>
                  </a:cubicBezTo>
                  <a:cubicBezTo>
                    <a:pt x="6119" y="6503"/>
                    <a:pt x="5815" y="6679"/>
                    <a:pt x="5511" y="6679"/>
                  </a:cubicBezTo>
                  <a:cubicBezTo>
                    <a:pt x="5207" y="6679"/>
                    <a:pt x="5207" y="6609"/>
                    <a:pt x="5174" y="6960"/>
                  </a:cubicBezTo>
                  <a:cubicBezTo>
                    <a:pt x="5140" y="7312"/>
                    <a:pt x="5241" y="7628"/>
                    <a:pt x="5039" y="7628"/>
                  </a:cubicBezTo>
                  <a:cubicBezTo>
                    <a:pt x="4835" y="7628"/>
                    <a:pt x="4870" y="7910"/>
                    <a:pt x="4565" y="7944"/>
                  </a:cubicBezTo>
                  <a:cubicBezTo>
                    <a:pt x="4262" y="7980"/>
                    <a:pt x="3788" y="7910"/>
                    <a:pt x="3788" y="8226"/>
                  </a:cubicBezTo>
                  <a:cubicBezTo>
                    <a:pt x="3788" y="8543"/>
                    <a:pt x="3586" y="8789"/>
                    <a:pt x="3248" y="8859"/>
                  </a:cubicBezTo>
                  <a:cubicBezTo>
                    <a:pt x="2910" y="8930"/>
                    <a:pt x="2336" y="8789"/>
                    <a:pt x="2336" y="9070"/>
                  </a:cubicBezTo>
                  <a:cubicBezTo>
                    <a:pt x="2336" y="9351"/>
                    <a:pt x="1897" y="9140"/>
                    <a:pt x="1661" y="9281"/>
                  </a:cubicBezTo>
                  <a:cubicBezTo>
                    <a:pt x="1424" y="9422"/>
                    <a:pt x="39" y="10265"/>
                    <a:pt x="6" y="10406"/>
                  </a:cubicBezTo>
                  <a:cubicBezTo>
                    <a:pt x="-11" y="10474"/>
                    <a:pt x="12" y="11171"/>
                    <a:pt x="29" y="11878"/>
                  </a:cubicBezTo>
                  <a:cubicBezTo>
                    <a:pt x="64" y="11940"/>
                    <a:pt x="122" y="12005"/>
                    <a:pt x="232" y="12071"/>
                  </a:cubicBezTo>
                  <a:cubicBezTo>
                    <a:pt x="742" y="12374"/>
                    <a:pt x="9994" y="18745"/>
                    <a:pt x="10286" y="19049"/>
                  </a:cubicBezTo>
                  <a:cubicBezTo>
                    <a:pt x="10577" y="19352"/>
                    <a:pt x="10941" y="20034"/>
                    <a:pt x="10941" y="20034"/>
                  </a:cubicBezTo>
                  <a:cubicBezTo>
                    <a:pt x="10941" y="20034"/>
                    <a:pt x="11597" y="20110"/>
                    <a:pt x="12107" y="20414"/>
                  </a:cubicBezTo>
                  <a:cubicBezTo>
                    <a:pt x="12617" y="20717"/>
                    <a:pt x="12617" y="21551"/>
                    <a:pt x="12617" y="21551"/>
                  </a:cubicBezTo>
                  <a:cubicBezTo>
                    <a:pt x="12617" y="21551"/>
                    <a:pt x="13272" y="21401"/>
                    <a:pt x="13637" y="21324"/>
                  </a:cubicBezTo>
                  <a:cubicBezTo>
                    <a:pt x="14001" y="21248"/>
                    <a:pt x="15240" y="20792"/>
                    <a:pt x="15240" y="20792"/>
                  </a:cubicBezTo>
                  <a:lnTo>
                    <a:pt x="17133" y="19201"/>
                  </a:lnTo>
                  <a:lnTo>
                    <a:pt x="21578" y="16318"/>
                  </a:lnTo>
                  <a:cubicBezTo>
                    <a:pt x="21578" y="16318"/>
                    <a:pt x="21582" y="16318"/>
                    <a:pt x="21589" y="16318"/>
                  </a:cubicBezTo>
                  <a:cubicBezTo>
                    <a:pt x="21452" y="15808"/>
                    <a:pt x="21305" y="15398"/>
                    <a:pt x="21067" y="15398"/>
                  </a:cubicBezTo>
                  <a:cubicBezTo>
                    <a:pt x="20799" y="15398"/>
                    <a:pt x="20608" y="15160"/>
                    <a:pt x="20302" y="15160"/>
                  </a:cubicBezTo>
                  <a:cubicBezTo>
                    <a:pt x="19997" y="15160"/>
                    <a:pt x="19614" y="15001"/>
                    <a:pt x="19576" y="14722"/>
                  </a:cubicBezTo>
                  <a:cubicBezTo>
                    <a:pt x="19538" y="14444"/>
                    <a:pt x="19691" y="14244"/>
                    <a:pt x="19461" y="13887"/>
                  </a:cubicBezTo>
                  <a:cubicBezTo>
                    <a:pt x="19232" y="13528"/>
                    <a:pt x="19003" y="13369"/>
                    <a:pt x="19003" y="13210"/>
                  </a:cubicBezTo>
                  <a:cubicBezTo>
                    <a:pt x="19003" y="13051"/>
                    <a:pt x="19392" y="12741"/>
                    <a:pt x="19453" y="12676"/>
                  </a:cubicBezTo>
                  <a:cubicBezTo>
                    <a:pt x="19514" y="12613"/>
                    <a:pt x="19299" y="12358"/>
                    <a:pt x="19299" y="12182"/>
                  </a:cubicBezTo>
                  <a:cubicBezTo>
                    <a:pt x="19299" y="12007"/>
                    <a:pt x="19146" y="11704"/>
                    <a:pt x="19299" y="11513"/>
                  </a:cubicBezTo>
                  <a:cubicBezTo>
                    <a:pt x="19453" y="11321"/>
                    <a:pt x="19545" y="11130"/>
                    <a:pt x="19376" y="10779"/>
                  </a:cubicBezTo>
                  <a:cubicBezTo>
                    <a:pt x="19207" y="10428"/>
                    <a:pt x="19606" y="10109"/>
                    <a:pt x="19407" y="9647"/>
                  </a:cubicBezTo>
                  <a:cubicBezTo>
                    <a:pt x="19207" y="9184"/>
                    <a:pt x="18902" y="8818"/>
                    <a:pt x="18931" y="8658"/>
                  </a:cubicBezTo>
                  <a:cubicBezTo>
                    <a:pt x="18945" y="8590"/>
                    <a:pt x="19044" y="8515"/>
                    <a:pt x="19161" y="8432"/>
                  </a:cubicBezTo>
                  <a:cubicBezTo>
                    <a:pt x="19107" y="8356"/>
                    <a:pt x="19069" y="8262"/>
                    <a:pt x="19069" y="8148"/>
                  </a:cubicBezTo>
                  <a:cubicBezTo>
                    <a:pt x="19069" y="7701"/>
                    <a:pt x="18764" y="6489"/>
                    <a:pt x="18580" y="6234"/>
                  </a:cubicBezTo>
                  <a:cubicBezTo>
                    <a:pt x="18396" y="5978"/>
                    <a:pt x="17783" y="5787"/>
                    <a:pt x="17783" y="5596"/>
                  </a:cubicBezTo>
                  <a:cubicBezTo>
                    <a:pt x="17783" y="5404"/>
                    <a:pt x="17783" y="5086"/>
                    <a:pt x="17354" y="4895"/>
                  </a:cubicBezTo>
                  <a:cubicBezTo>
                    <a:pt x="16925" y="4703"/>
                    <a:pt x="16680" y="3746"/>
                    <a:pt x="16925" y="3746"/>
                  </a:cubicBezTo>
                  <a:cubicBezTo>
                    <a:pt x="17170" y="3746"/>
                    <a:pt x="17354" y="3172"/>
                    <a:pt x="17599" y="3044"/>
                  </a:cubicBezTo>
                  <a:cubicBezTo>
                    <a:pt x="17844" y="2917"/>
                    <a:pt x="18150" y="2279"/>
                    <a:pt x="17905" y="1896"/>
                  </a:cubicBezTo>
                  <a:cubicBezTo>
                    <a:pt x="17742" y="1641"/>
                    <a:pt x="17824" y="846"/>
                    <a:pt x="17916" y="212"/>
                  </a:cubicBezTo>
                  <a:cubicBezTo>
                    <a:pt x="17510" y="209"/>
                    <a:pt x="17060" y="56"/>
                    <a:pt x="16940" y="15"/>
                  </a:cubicBezTo>
                  <a:cubicBezTo>
                    <a:pt x="16756" y="-49"/>
                    <a:pt x="16221" y="110"/>
                    <a:pt x="15883" y="126"/>
                  </a:cubicBezTo>
                  <a:cubicBezTo>
                    <a:pt x="15546" y="142"/>
                    <a:pt x="14719" y="700"/>
                    <a:pt x="14444" y="429"/>
                  </a:cubicBezTo>
                  <a:cubicBezTo>
                    <a:pt x="14168" y="158"/>
                    <a:pt x="11349" y="636"/>
                    <a:pt x="10552" y="668"/>
                  </a:cubicBezTo>
                  <a:cubicBezTo>
                    <a:pt x="9756" y="700"/>
                    <a:pt x="9418" y="1562"/>
                    <a:pt x="8944" y="1562"/>
                  </a:cubicBezTo>
                  <a:cubicBezTo>
                    <a:pt x="8469" y="1562"/>
                    <a:pt x="7718" y="1976"/>
                    <a:pt x="7320" y="2438"/>
                  </a:cubicBezTo>
                  <a:cubicBezTo>
                    <a:pt x="7207" y="2569"/>
                    <a:pt x="7074" y="2617"/>
                    <a:pt x="6928" y="2620"/>
                  </a:cubicBezTo>
                  <a:cubicBezTo>
                    <a:pt x="6990" y="2764"/>
                    <a:pt x="7049" y="2885"/>
                    <a:pt x="7099" y="2952"/>
                  </a:cubicBezTo>
                  <a:cubicBezTo>
                    <a:pt x="7335" y="3268"/>
                    <a:pt x="7403" y="3655"/>
                    <a:pt x="7403" y="407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86" name="Shape 2240"/>
            <p:cNvSpPr/>
            <p:nvPr/>
          </p:nvSpPr>
          <p:spPr>
            <a:xfrm>
              <a:off x="8099263" y="3652122"/>
              <a:ext cx="686635" cy="661919"/>
            </a:xfrm>
            <a:custGeom>
              <a:avLst/>
              <a:gdLst/>
              <a:ahLst/>
              <a:cxnLst>
                <a:cxn ang="0">
                  <a:pos x="wd2" y="hd2"/>
                </a:cxn>
                <a:cxn ang="5400000">
                  <a:pos x="wd2" y="hd2"/>
                </a:cxn>
                <a:cxn ang="10800000">
                  <a:pos x="wd2" y="hd2"/>
                </a:cxn>
                <a:cxn ang="16200000">
                  <a:pos x="wd2" y="hd2"/>
                </a:cxn>
              </a:cxnLst>
              <a:rect l="0" t="0" r="r" b="b"/>
              <a:pathLst>
                <a:path w="21429" h="21600" extrusionOk="0">
                  <a:moveTo>
                    <a:pt x="2370" y="1232"/>
                  </a:moveTo>
                  <a:cubicBezTo>
                    <a:pt x="2225" y="1297"/>
                    <a:pt x="1470" y="2130"/>
                    <a:pt x="1283" y="2305"/>
                  </a:cubicBezTo>
                  <a:cubicBezTo>
                    <a:pt x="1093" y="2480"/>
                    <a:pt x="1071" y="2787"/>
                    <a:pt x="1156" y="2962"/>
                  </a:cubicBezTo>
                  <a:cubicBezTo>
                    <a:pt x="1239" y="3137"/>
                    <a:pt x="1093" y="3773"/>
                    <a:pt x="904" y="4145"/>
                  </a:cubicBezTo>
                  <a:cubicBezTo>
                    <a:pt x="716" y="4517"/>
                    <a:pt x="45" y="4780"/>
                    <a:pt x="3" y="4999"/>
                  </a:cubicBezTo>
                  <a:cubicBezTo>
                    <a:pt x="-38" y="5218"/>
                    <a:pt x="380" y="5720"/>
                    <a:pt x="653" y="6355"/>
                  </a:cubicBezTo>
                  <a:cubicBezTo>
                    <a:pt x="925" y="6992"/>
                    <a:pt x="380" y="7430"/>
                    <a:pt x="611" y="7912"/>
                  </a:cubicBezTo>
                  <a:cubicBezTo>
                    <a:pt x="841" y="8392"/>
                    <a:pt x="716" y="8656"/>
                    <a:pt x="506" y="8920"/>
                  </a:cubicBezTo>
                  <a:cubicBezTo>
                    <a:pt x="296" y="9182"/>
                    <a:pt x="506" y="9597"/>
                    <a:pt x="506" y="9839"/>
                  </a:cubicBezTo>
                  <a:cubicBezTo>
                    <a:pt x="506" y="10080"/>
                    <a:pt x="799" y="10429"/>
                    <a:pt x="716" y="10517"/>
                  </a:cubicBezTo>
                  <a:cubicBezTo>
                    <a:pt x="632" y="10605"/>
                    <a:pt x="101" y="11032"/>
                    <a:pt x="101" y="11250"/>
                  </a:cubicBezTo>
                  <a:cubicBezTo>
                    <a:pt x="101" y="11469"/>
                    <a:pt x="414" y="11688"/>
                    <a:pt x="728" y="12180"/>
                  </a:cubicBezTo>
                  <a:cubicBezTo>
                    <a:pt x="1041" y="12670"/>
                    <a:pt x="832" y="12945"/>
                    <a:pt x="885" y="13326"/>
                  </a:cubicBezTo>
                  <a:cubicBezTo>
                    <a:pt x="937" y="13710"/>
                    <a:pt x="1459" y="13927"/>
                    <a:pt x="1877" y="13927"/>
                  </a:cubicBezTo>
                  <a:cubicBezTo>
                    <a:pt x="2296" y="13927"/>
                    <a:pt x="2557" y="14254"/>
                    <a:pt x="2922" y="14254"/>
                  </a:cubicBezTo>
                  <a:cubicBezTo>
                    <a:pt x="3248" y="14254"/>
                    <a:pt x="3449" y="14817"/>
                    <a:pt x="3636" y="15518"/>
                  </a:cubicBezTo>
                  <a:cubicBezTo>
                    <a:pt x="3793" y="15520"/>
                    <a:pt x="5150" y="15542"/>
                    <a:pt x="5712" y="15934"/>
                  </a:cubicBezTo>
                  <a:cubicBezTo>
                    <a:pt x="6310" y="16352"/>
                    <a:pt x="6609" y="16873"/>
                    <a:pt x="6609" y="16873"/>
                  </a:cubicBezTo>
                  <a:lnTo>
                    <a:pt x="8999" y="15518"/>
                  </a:lnTo>
                  <a:lnTo>
                    <a:pt x="19814" y="21600"/>
                  </a:lnTo>
                  <a:lnTo>
                    <a:pt x="19814" y="20815"/>
                  </a:lnTo>
                  <a:lnTo>
                    <a:pt x="21126" y="20815"/>
                  </a:lnTo>
                  <a:cubicBezTo>
                    <a:pt x="21126" y="20815"/>
                    <a:pt x="21126" y="7294"/>
                    <a:pt x="21126" y="6290"/>
                  </a:cubicBezTo>
                  <a:cubicBezTo>
                    <a:pt x="21126" y="5286"/>
                    <a:pt x="20688" y="4646"/>
                    <a:pt x="21126" y="4098"/>
                  </a:cubicBezTo>
                  <a:cubicBezTo>
                    <a:pt x="21562" y="3549"/>
                    <a:pt x="20950" y="3275"/>
                    <a:pt x="21301" y="2271"/>
                  </a:cubicBezTo>
                  <a:cubicBezTo>
                    <a:pt x="21342" y="2153"/>
                    <a:pt x="21385" y="2028"/>
                    <a:pt x="21429" y="1902"/>
                  </a:cubicBezTo>
                  <a:cubicBezTo>
                    <a:pt x="21417" y="1884"/>
                    <a:pt x="21397" y="1865"/>
                    <a:pt x="21389" y="1845"/>
                  </a:cubicBezTo>
                  <a:cubicBezTo>
                    <a:pt x="21285" y="1538"/>
                    <a:pt x="20718" y="1515"/>
                    <a:pt x="19483" y="1318"/>
                  </a:cubicBezTo>
                  <a:cubicBezTo>
                    <a:pt x="18247" y="1123"/>
                    <a:pt x="18707" y="245"/>
                    <a:pt x="17325" y="158"/>
                  </a:cubicBezTo>
                  <a:cubicBezTo>
                    <a:pt x="15942" y="70"/>
                    <a:pt x="14184" y="1232"/>
                    <a:pt x="14163" y="1845"/>
                  </a:cubicBezTo>
                  <a:cubicBezTo>
                    <a:pt x="14143" y="2458"/>
                    <a:pt x="14812" y="3137"/>
                    <a:pt x="14352" y="3773"/>
                  </a:cubicBezTo>
                  <a:cubicBezTo>
                    <a:pt x="13890" y="4407"/>
                    <a:pt x="12885" y="4472"/>
                    <a:pt x="12173" y="3794"/>
                  </a:cubicBezTo>
                  <a:cubicBezTo>
                    <a:pt x="11461" y="3115"/>
                    <a:pt x="10413" y="2807"/>
                    <a:pt x="9556" y="2807"/>
                  </a:cubicBezTo>
                  <a:cubicBezTo>
                    <a:pt x="8696" y="2807"/>
                    <a:pt x="8088" y="2239"/>
                    <a:pt x="8150" y="1758"/>
                  </a:cubicBezTo>
                  <a:cubicBezTo>
                    <a:pt x="8213" y="1275"/>
                    <a:pt x="7942" y="1055"/>
                    <a:pt x="7230" y="903"/>
                  </a:cubicBezTo>
                  <a:cubicBezTo>
                    <a:pt x="6518" y="750"/>
                    <a:pt x="5911" y="137"/>
                    <a:pt x="4655" y="355"/>
                  </a:cubicBezTo>
                  <a:cubicBezTo>
                    <a:pt x="3981" y="473"/>
                    <a:pt x="3411" y="263"/>
                    <a:pt x="3020" y="0"/>
                  </a:cubicBezTo>
                  <a:cubicBezTo>
                    <a:pt x="2991" y="286"/>
                    <a:pt x="2970" y="580"/>
                    <a:pt x="2977" y="772"/>
                  </a:cubicBezTo>
                  <a:cubicBezTo>
                    <a:pt x="2998" y="1255"/>
                    <a:pt x="2517" y="1165"/>
                    <a:pt x="2370" y="123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87" name="Shape 2241"/>
            <p:cNvSpPr/>
            <p:nvPr/>
          </p:nvSpPr>
          <p:spPr>
            <a:xfrm>
              <a:off x="6906734" y="4571363"/>
              <a:ext cx="131296" cy="38741"/>
            </a:xfrm>
            <a:custGeom>
              <a:avLst/>
              <a:gdLst/>
              <a:ahLst/>
              <a:cxnLst>
                <a:cxn ang="0">
                  <a:pos x="wd2" y="hd2"/>
                </a:cxn>
                <a:cxn ang="5400000">
                  <a:pos x="wd2" y="hd2"/>
                </a:cxn>
                <a:cxn ang="10800000">
                  <a:pos x="wd2" y="hd2"/>
                </a:cxn>
                <a:cxn ang="16200000">
                  <a:pos x="wd2" y="hd2"/>
                </a:cxn>
              </a:cxnLst>
              <a:rect l="0" t="0" r="r" b="b"/>
              <a:pathLst>
                <a:path w="21600" h="18152" extrusionOk="0">
                  <a:moveTo>
                    <a:pt x="10703" y="10092"/>
                  </a:moveTo>
                  <a:cubicBezTo>
                    <a:pt x="12240" y="6113"/>
                    <a:pt x="14757" y="14071"/>
                    <a:pt x="16988" y="14867"/>
                  </a:cubicBezTo>
                  <a:cubicBezTo>
                    <a:pt x="19223" y="15651"/>
                    <a:pt x="21600" y="11297"/>
                    <a:pt x="21600" y="11297"/>
                  </a:cubicBezTo>
                  <a:cubicBezTo>
                    <a:pt x="21600" y="11297"/>
                    <a:pt x="21179" y="10490"/>
                    <a:pt x="17545" y="9694"/>
                  </a:cubicBezTo>
                  <a:cubicBezTo>
                    <a:pt x="13918" y="8898"/>
                    <a:pt x="13637" y="-3448"/>
                    <a:pt x="10424" y="940"/>
                  </a:cubicBezTo>
                  <a:cubicBezTo>
                    <a:pt x="7225" y="5306"/>
                    <a:pt x="4987" y="6488"/>
                    <a:pt x="968" y="5328"/>
                  </a:cubicBezTo>
                  <a:cubicBezTo>
                    <a:pt x="910" y="8830"/>
                    <a:pt x="218" y="13514"/>
                    <a:pt x="0" y="18152"/>
                  </a:cubicBezTo>
                  <a:cubicBezTo>
                    <a:pt x="1030" y="17402"/>
                    <a:pt x="1818" y="16913"/>
                    <a:pt x="2183" y="16845"/>
                  </a:cubicBezTo>
                  <a:cubicBezTo>
                    <a:pt x="4419" y="16447"/>
                    <a:pt x="9166" y="14048"/>
                    <a:pt x="10703" y="1009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88" name="Shape 2242"/>
            <p:cNvSpPr/>
            <p:nvPr/>
          </p:nvSpPr>
          <p:spPr>
            <a:xfrm>
              <a:off x="6906734" y="4471986"/>
              <a:ext cx="258737" cy="202698"/>
            </a:xfrm>
            <a:custGeom>
              <a:avLst/>
              <a:gdLst/>
              <a:ahLst/>
              <a:cxnLst>
                <a:cxn ang="0">
                  <a:pos x="wd2" y="hd2"/>
                </a:cxn>
                <a:cxn ang="5400000">
                  <a:pos x="wd2" y="hd2"/>
                </a:cxn>
                <a:cxn ang="10800000">
                  <a:pos x="wd2" y="hd2"/>
                </a:cxn>
                <a:cxn ang="16200000">
                  <a:pos x="wd2" y="hd2"/>
                </a:cxn>
              </a:cxnLst>
              <a:rect l="0" t="0" r="r" b="b"/>
              <a:pathLst>
                <a:path w="20800" h="20768" extrusionOk="0">
                  <a:moveTo>
                    <a:pt x="4139" y="20276"/>
                  </a:moveTo>
                  <a:cubicBezTo>
                    <a:pt x="4821" y="20363"/>
                    <a:pt x="6188" y="19232"/>
                    <a:pt x="6188" y="19232"/>
                  </a:cubicBezTo>
                  <a:cubicBezTo>
                    <a:pt x="6188" y="19232"/>
                    <a:pt x="10761" y="18797"/>
                    <a:pt x="11512" y="18712"/>
                  </a:cubicBezTo>
                  <a:cubicBezTo>
                    <a:pt x="11778" y="18680"/>
                    <a:pt x="12111" y="18829"/>
                    <a:pt x="12432" y="19021"/>
                  </a:cubicBezTo>
                  <a:cubicBezTo>
                    <a:pt x="12446" y="18777"/>
                    <a:pt x="12443" y="18593"/>
                    <a:pt x="12443" y="18593"/>
                  </a:cubicBezTo>
                  <a:cubicBezTo>
                    <a:pt x="12443" y="18593"/>
                    <a:pt x="14870" y="19210"/>
                    <a:pt x="15033" y="19933"/>
                  </a:cubicBezTo>
                  <a:cubicBezTo>
                    <a:pt x="15194" y="20654"/>
                    <a:pt x="18512" y="21171"/>
                    <a:pt x="20374" y="20346"/>
                  </a:cubicBezTo>
                  <a:cubicBezTo>
                    <a:pt x="20510" y="20284"/>
                    <a:pt x="20642" y="20224"/>
                    <a:pt x="20776" y="20164"/>
                  </a:cubicBezTo>
                  <a:cubicBezTo>
                    <a:pt x="20798" y="19217"/>
                    <a:pt x="20826" y="17683"/>
                    <a:pt x="20753" y="17216"/>
                  </a:cubicBezTo>
                  <a:cubicBezTo>
                    <a:pt x="20645" y="16530"/>
                    <a:pt x="19458" y="15018"/>
                    <a:pt x="18811" y="14191"/>
                  </a:cubicBezTo>
                  <a:cubicBezTo>
                    <a:pt x="18164" y="13365"/>
                    <a:pt x="18269" y="11304"/>
                    <a:pt x="18269" y="11304"/>
                  </a:cubicBezTo>
                  <a:lnTo>
                    <a:pt x="17599" y="10034"/>
                  </a:lnTo>
                  <a:cubicBezTo>
                    <a:pt x="17599" y="10034"/>
                    <a:pt x="17085" y="7419"/>
                    <a:pt x="15545" y="6765"/>
                  </a:cubicBezTo>
                  <a:cubicBezTo>
                    <a:pt x="14005" y="6111"/>
                    <a:pt x="12977" y="2512"/>
                    <a:pt x="12977" y="2512"/>
                  </a:cubicBezTo>
                  <a:lnTo>
                    <a:pt x="11696" y="2512"/>
                  </a:lnTo>
                  <a:cubicBezTo>
                    <a:pt x="11696" y="2512"/>
                    <a:pt x="10669" y="879"/>
                    <a:pt x="9645" y="225"/>
                  </a:cubicBezTo>
                  <a:cubicBezTo>
                    <a:pt x="8618" y="-429"/>
                    <a:pt x="6823" y="550"/>
                    <a:pt x="6823" y="550"/>
                  </a:cubicBezTo>
                  <a:cubicBezTo>
                    <a:pt x="6823" y="550"/>
                    <a:pt x="4769" y="879"/>
                    <a:pt x="3487" y="550"/>
                  </a:cubicBezTo>
                  <a:cubicBezTo>
                    <a:pt x="2203" y="225"/>
                    <a:pt x="2460" y="2512"/>
                    <a:pt x="1433" y="2840"/>
                  </a:cubicBezTo>
                  <a:cubicBezTo>
                    <a:pt x="1393" y="2852"/>
                    <a:pt x="1315" y="2882"/>
                    <a:pt x="1247" y="2902"/>
                  </a:cubicBezTo>
                  <a:cubicBezTo>
                    <a:pt x="1130" y="4232"/>
                    <a:pt x="953" y="5594"/>
                    <a:pt x="411" y="6624"/>
                  </a:cubicBezTo>
                  <a:cubicBezTo>
                    <a:pt x="-774" y="8896"/>
                    <a:pt x="897" y="12197"/>
                    <a:pt x="1760" y="13226"/>
                  </a:cubicBezTo>
                  <a:cubicBezTo>
                    <a:pt x="1938" y="13440"/>
                    <a:pt x="1992" y="13748"/>
                    <a:pt x="1977" y="14104"/>
                  </a:cubicBezTo>
                  <a:cubicBezTo>
                    <a:pt x="3941" y="14357"/>
                    <a:pt x="5035" y="14099"/>
                    <a:pt x="6598" y="13144"/>
                  </a:cubicBezTo>
                  <a:cubicBezTo>
                    <a:pt x="8168" y="12184"/>
                    <a:pt x="8305" y="14884"/>
                    <a:pt x="10077" y="15058"/>
                  </a:cubicBezTo>
                  <a:cubicBezTo>
                    <a:pt x="11853" y="15232"/>
                    <a:pt x="12058" y="15406"/>
                    <a:pt x="12058" y="15406"/>
                  </a:cubicBezTo>
                  <a:cubicBezTo>
                    <a:pt x="12058" y="15406"/>
                    <a:pt x="10898" y="16361"/>
                    <a:pt x="9804" y="16189"/>
                  </a:cubicBezTo>
                  <a:cubicBezTo>
                    <a:pt x="8715" y="16015"/>
                    <a:pt x="7485" y="14275"/>
                    <a:pt x="6734" y="15145"/>
                  </a:cubicBezTo>
                  <a:cubicBezTo>
                    <a:pt x="5983" y="16010"/>
                    <a:pt x="3664" y="16537"/>
                    <a:pt x="2571" y="16622"/>
                  </a:cubicBezTo>
                  <a:cubicBezTo>
                    <a:pt x="2393" y="16639"/>
                    <a:pt x="2007" y="16746"/>
                    <a:pt x="1505" y="16908"/>
                  </a:cubicBezTo>
                  <a:cubicBezTo>
                    <a:pt x="1425" y="17681"/>
                    <a:pt x="1479" y="18439"/>
                    <a:pt x="1921" y="19075"/>
                  </a:cubicBezTo>
                  <a:cubicBezTo>
                    <a:pt x="2060" y="19274"/>
                    <a:pt x="2176" y="19453"/>
                    <a:pt x="2288" y="19632"/>
                  </a:cubicBezTo>
                  <a:cubicBezTo>
                    <a:pt x="4136" y="19036"/>
                    <a:pt x="3568" y="20204"/>
                    <a:pt x="4139" y="2027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89" name="Shape 2243"/>
            <p:cNvSpPr/>
            <p:nvPr/>
          </p:nvSpPr>
          <p:spPr>
            <a:xfrm>
              <a:off x="6931578" y="4645896"/>
              <a:ext cx="126188" cy="75178"/>
            </a:xfrm>
            <a:custGeom>
              <a:avLst/>
              <a:gdLst/>
              <a:ahLst/>
              <a:cxnLst>
                <a:cxn ang="0">
                  <a:pos x="wd2" y="hd2"/>
                </a:cxn>
                <a:cxn ang="5400000">
                  <a:pos x="wd2" y="hd2"/>
                </a:cxn>
                <a:cxn ang="10800000">
                  <a:pos x="wd2" y="hd2"/>
                </a:cxn>
                <a:cxn ang="16200000">
                  <a:pos x="wd2" y="hd2"/>
                </a:cxn>
              </a:cxnLst>
              <a:rect l="0" t="0" r="r" b="b"/>
              <a:pathLst>
                <a:path w="21600" h="21527" extrusionOk="0">
                  <a:moveTo>
                    <a:pt x="11282" y="20137"/>
                  </a:moveTo>
                  <a:cubicBezTo>
                    <a:pt x="13005" y="18123"/>
                    <a:pt x="16452" y="12933"/>
                    <a:pt x="17657" y="13794"/>
                  </a:cubicBezTo>
                  <a:cubicBezTo>
                    <a:pt x="18863" y="14670"/>
                    <a:pt x="20416" y="12933"/>
                    <a:pt x="20416" y="11780"/>
                  </a:cubicBezTo>
                  <a:cubicBezTo>
                    <a:pt x="20416" y="10633"/>
                    <a:pt x="18003" y="6882"/>
                    <a:pt x="19897" y="5728"/>
                  </a:cubicBezTo>
                  <a:cubicBezTo>
                    <a:pt x="21201" y="4943"/>
                    <a:pt x="21519" y="2414"/>
                    <a:pt x="21600" y="872"/>
                  </a:cubicBezTo>
                  <a:cubicBezTo>
                    <a:pt x="20917" y="337"/>
                    <a:pt x="20207" y="-73"/>
                    <a:pt x="19640" y="10"/>
                  </a:cubicBezTo>
                  <a:cubicBezTo>
                    <a:pt x="18041" y="254"/>
                    <a:pt x="8304" y="1462"/>
                    <a:pt x="8304" y="1462"/>
                  </a:cubicBezTo>
                  <a:cubicBezTo>
                    <a:pt x="8304" y="1462"/>
                    <a:pt x="5393" y="4624"/>
                    <a:pt x="3941" y="4387"/>
                  </a:cubicBezTo>
                  <a:cubicBezTo>
                    <a:pt x="2724" y="4179"/>
                    <a:pt x="3935" y="914"/>
                    <a:pt x="0" y="2581"/>
                  </a:cubicBezTo>
                  <a:cubicBezTo>
                    <a:pt x="1971" y="6687"/>
                    <a:pt x="2230" y="8743"/>
                    <a:pt x="6230" y="10633"/>
                  </a:cubicBezTo>
                  <a:cubicBezTo>
                    <a:pt x="10711" y="12745"/>
                    <a:pt x="5887" y="16594"/>
                    <a:pt x="9558" y="20429"/>
                  </a:cubicBezTo>
                  <a:cubicBezTo>
                    <a:pt x="9903" y="20791"/>
                    <a:pt x="10173" y="21166"/>
                    <a:pt x="10447" y="21527"/>
                  </a:cubicBezTo>
                  <a:cubicBezTo>
                    <a:pt x="10792" y="20881"/>
                    <a:pt x="11089" y="20374"/>
                    <a:pt x="11282" y="2013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90" name="Shape 2244"/>
            <p:cNvSpPr/>
            <p:nvPr/>
          </p:nvSpPr>
          <p:spPr>
            <a:xfrm>
              <a:off x="8322863" y="4720430"/>
              <a:ext cx="557543" cy="389273"/>
            </a:xfrm>
            <a:custGeom>
              <a:avLst/>
              <a:gdLst/>
              <a:ahLst/>
              <a:cxnLst>
                <a:cxn ang="0">
                  <a:pos x="wd2" y="hd2"/>
                </a:cxn>
                <a:cxn ang="5400000">
                  <a:pos x="wd2" y="hd2"/>
                </a:cxn>
                <a:cxn ang="10800000">
                  <a:pos x="wd2" y="hd2"/>
                </a:cxn>
                <a:cxn ang="16200000">
                  <a:pos x="wd2" y="hd2"/>
                </a:cxn>
              </a:cxnLst>
              <a:rect l="0" t="0" r="r" b="b"/>
              <a:pathLst>
                <a:path w="21600" h="21383" extrusionOk="0">
                  <a:moveTo>
                    <a:pt x="19973" y="12076"/>
                  </a:moveTo>
                  <a:cubicBezTo>
                    <a:pt x="19973" y="11615"/>
                    <a:pt x="19973" y="11153"/>
                    <a:pt x="19323" y="10384"/>
                  </a:cubicBezTo>
                  <a:cubicBezTo>
                    <a:pt x="18672" y="9615"/>
                    <a:pt x="18238" y="9461"/>
                    <a:pt x="18238" y="8999"/>
                  </a:cubicBezTo>
                  <a:cubicBezTo>
                    <a:pt x="18238" y="8538"/>
                    <a:pt x="18021" y="8385"/>
                    <a:pt x="17479" y="7462"/>
                  </a:cubicBezTo>
                  <a:cubicBezTo>
                    <a:pt x="16937" y="6540"/>
                    <a:pt x="16069" y="6540"/>
                    <a:pt x="16069" y="6540"/>
                  </a:cubicBezTo>
                  <a:lnTo>
                    <a:pt x="15851" y="5771"/>
                  </a:lnTo>
                  <a:lnTo>
                    <a:pt x="15092" y="5618"/>
                  </a:lnTo>
                  <a:cubicBezTo>
                    <a:pt x="15092" y="5618"/>
                    <a:pt x="14658" y="5157"/>
                    <a:pt x="15310" y="4696"/>
                  </a:cubicBezTo>
                  <a:cubicBezTo>
                    <a:pt x="15960" y="4233"/>
                    <a:pt x="15310" y="3003"/>
                    <a:pt x="15201" y="2542"/>
                  </a:cubicBezTo>
                  <a:cubicBezTo>
                    <a:pt x="15107" y="2139"/>
                    <a:pt x="14189" y="572"/>
                    <a:pt x="13954" y="176"/>
                  </a:cubicBezTo>
                  <a:cubicBezTo>
                    <a:pt x="13839" y="168"/>
                    <a:pt x="13731" y="146"/>
                    <a:pt x="13650" y="79"/>
                  </a:cubicBezTo>
                  <a:cubicBezTo>
                    <a:pt x="13287" y="-217"/>
                    <a:pt x="12558" y="375"/>
                    <a:pt x="12195" y="889"/>
                  </a:cubicBezTo>
                  <a:cubicBezTo>
                    <a:pt x="11831" y="1406"/>
                    <a:pt x="12090" y="1702"/>
                    <a:pt x="11831" y="2070"/>
                  </a:cubicBezTo>
                  <a:cubicBezTo>
                    <a:pt x="11571" y="2439"/>
                    <a:pt x="10686" y="3544"/>
                    <a:pt x="10116" y="4577"/>
                  </a:cubicBezTo>
                  <a:cubicBezTo>
                    <a:pt x="9543" y="5610"/>
                    <a:pt x="8086" y="4946"/>
                    <a:pt x="7618" y="5314"/>
                  </a:cubicBezTo>
                  <a:cubicBezTo>
                    <a:pt x="7151" y="5683"/>
                    <a:pt x="7826" y="6274"/>
                    <a:pt x="7514" y="6641"/>
                  </a:cubicBezTo>
                  <a:cubicBezTo>
                    <a:pt x="7204" y="7009"/>
                    <a:pt x="6268" y="7600"/>
                    <a:pt x="5956" y="7821"/>
                  </a:cubicBezTo>
                  <a:cubicBezTo>
                    <a:pt x="5643" y="8043"/>
                    <a:pt x="4394" y="7967"/>
                    <a:pt x="4030" y="8633"/>
                  </a:cubicBezTo>
                  <a:cubicBezTo>
                    <a:pt x="3667" y="9295"/>
                    <a:pt x="3250" y="7895"/>
                    <a:pt x="2886" y="8633"/>
                  </a:cubicBezTo>
                  <a:cubicBezTo>
                    <a:pt x="2523" y="9371"/>
                    <a:pt x="2105" y="9443"/>
                    <a:pt x="1899" y="9223"/>
                  </a:cubicBezTo>
                  <a:cubicBezTo>
                    <a:pt x="1848" y="9171"/>
                    <a:pt x="1799" y="9079"/>
                    <a:pt x="1744" y="8960"/>
                  </a:cubicBezTo>
                  <a:cubicBezTo>
                    <a:pt x="1406" y="9403"/>
                    <a:pt x="994" y="9900"/>
                    <a:pt x="859" y="10512"/>
                  </a:cubicBezTo>
                  <a:cubicBezTo>
                    <a:pt x="624" y="11562"/>
                    <a:pt x="0" y="12503"/>
                    <a:pt x="0" y="13000"/>
                  </a:cubicBezTo>
                  <a:cubicBezTo>
                    <a:pt x="0" y="13498"/>
                    <a:pt x="235" y="14161"/>
                    <a:pt x="235" y="15046"/>
                  </a:cubicBezTo>
                  <a:cubicBezTo>
                    <a:pt x="235" y="15931"/>
                    <a:pt x="391" y="16373"/>
                    <a:pt x="742" y="17037"/>
                  </a:cubicBezTo>
                  <a:cubicBezTo>
                    <a:pt x="1092" y="17701"/>
                    <a:pt x="1015" y="18531"/>
                    <a:pt x="1015" y="18531"/>
                  </a:cubicBezTo>
                  <a:cubicBezTo>
                    <a:pt x="1015" y="18531"/>
                    <a:pt x="1131" y="18863"/>
                    <a:pt x="1404" y="19360"/>
                  </a:cubicBezTo>
                  <a:cubicBezTo>
                    <a:pt x="1677" y="19857"/>
                    <a:pt x="2457" y="20577"/>
                    <a:pt x="2534" y="20965"/>
                  </a:cubicBezTo>
                  <a:cubicBezTo>
                    <a:pt x="2572" y="21142"/>
                    <a:pt x="2704" y="21282"/>
                    <a:pt x="2839" y="21383"/>
                  </a:cubicBezTo>
                  <a:cubicBezTo>
                    <a:pt x="2872" y="21303"/>
                    <a:pt x="2906" y="21218"/>
                    <a:pt x="2946" y="21148"/>
                  </a:cubicBezTo>
                  <a:cubicBezTo>
                    <a:pt x="3380" y="20379"/>
                    <a:pt x="3271" y="19303"/>
                    <a:pt x="3271" y="19303"/>
                  </a:cubicBezTo>
                  <a:lnTo>
                    <a:pt x="4247" y="18995"/>
                  </a:lnTo>
                  <a:lnTo>
                    <a:pt x="5005" y="18689"/>
                  </a:lnTo>
                  <a:lnTo>
                    <a:pt x="6524" y="18995"/>
                  </a:lnTo>
                  <a:lnTo>
                    <a:pt x="6524" y="17306"/>
                  </a:lnTo>
                  <a:cubicBezTo>
                    <a:pt x="6524" y="17306"/>
                    <a:pt x="7608" y="15306"/>
                    <a:pt x="8368" y="15306"/>
                  </a:cubicBezTo>
                  <a:cubicBezTo>
                    <a:pt x="9127" y="15306"/>
                    <a:pt x="9778" y="16690"/>
                    <a:pt x="9778" y="16690"/>
                  </a:cubicBezTo>
                  <a:lnTo>
                    <a:pt x="13140" y="17613"/>
                  </a:lnTo>
                  <a:cubicBezTo>
                    <a:pt x="13140" y="17613"/>
                    <a:pt x="13359" y="16229"/>
                    <a:pt x="13682" y="15920"/>
                  </a:cubicBezTo>
                  <a:cubicBezTo>
                    <a:pt x="14008" y="15615"/>
                    <a:pt x="14658" y="16229"/>
                    <a:pt x="15092" y="15920"/>
                  </a:cubicBezTo>
                  <a:cubicBezTo>
                    <a:pt x="15526" y="15615"/>
                    <a:pt x="16177" y="15152"/>
                    <a:pt x="16937" y="15152"/>
                  </a:cubicBezTo>
                  <a:cubicBezTo>
                    <a:pt x="17695" y="15152"/>
                    <a:pt x="18021" y="15767"/>
                    <a:pt x="18347" y="14843"/>
                  </a:cubicBezTo>
                  <a:cubicBezTo>
                    <a:pt x="18672" y="13922"/>
                    <a:pt x="20297" y="15152"/>
                    <a:pt x="20297" y="15152"/>
                  </a:cubicBezTo>
                  <a:lnTo>
                    <a:pt x="21600" y="14843"/>
                  </a:lnTo>
                  <a:lnTo>
                    <a:pt x="21166" y="13308"/>
                  </a:lnTo>
                  <a:cubicBezTo>
                    <a:pt x="21166" y="13308"/>
                    <a:pt x="19973" y="12536"/>
                    <a:pt x="19973" y="1207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91" name="Shape 2245"/>
            <p:cNvSpPr/>
            <p:nvPr/>
          </p:nvSpPr>
          <p:spPr>
            <a:xfrm>
              <a:off x="7801131" y="4571363"/>
              <a:ext cx="535565" cy="437195"/>
            </a:xfrm>
            <a:custGeom>
              <a:avLst/>
              <a:gdLst/>
              <a:ahLst/>
              <a:cxnLst>
                <a:cxn ang="0">
                  <a:pos x="wd2" y="hd2"/>
                </a:cxn>
                <a:cxn ang="5400000">
                  <a:pos x="wd2" y="hd2"/>
                </a:cxn>
                <a:cxn ang="10800000">
                  <a:pos x="wd2" y="hd2"/>
                </a:cxn>
                <a:cxn ang="16200000">
                  <a:pos x="wd2" y="hd2"/>
                </a:cxn>
              </a:cxnLst>
              <a:rect l="0" t="0" r="r" b="b"/>
              <a:pathLst>
                <a:path w="21398" h="21063" extrusionOk="0">
                  <a:moveTo>
                    <a:pt x="13212" y="15447"/>
                  </a:moveTo>
                  <a:cubicBezTo>
                    <a:pt x="13428" y="15383"/>
                    <a:pt x="13909" y="15578"/>
                    <a:pt x="14285" y="15254"/>
                  </a:cubicBezTo>
                  <a:cubicBezTo>
                    <a:pt x="14661" y="14931"/>
                    <a:pt x="15466" y="15708"/>
                    <a:pt x="15571" y="16354"/>
                  </a:cubicBezTo>
                  <a:cubicBezTo>
                    <a:pt x="15680" y="17000"/>
                    <a:pt x="16002" y="16096"/>
                    <a:pt x="16323" y="15383"/>
                  </a:cubicBezTo>
                  <a:cubicBezTo>
                    <a:pt x="16645" y="14672"/>
                    <a:pt x="17663" y="12539"/>
                    <a:pt x="17663" y="12021"/>
                  </a:cubicBezTo>
                  <a:cubicBezTo>
                    <a:pt x="17663" y="11502"/>
                    <a:pt x="18523" y="11052"/>
                    <a:pt x="18523" y="10727"/>
                  </a:cubicBezTo>
                  <a:cubicBezTo>
                    <a:pt x="18523" y="10404"/>
                    <a:pt x="18468" y="9694"/>
                    <a:pt x="18737" y="9564"/>
                  </a:cubicBezTo>
                  <a:cubicBezTo>
                    <a:pt x="19005" y="9434"/>
                    <a:pt x="19220" y="8464"/>
                    <a:pt x="19166" y="8140"/>
                  </a:cubicBezTo>
                  <a:cubicBezTo>
                    <a:pt x="19111" y="7818"/>
                    <a:pt x="20077" y="6007"/>
                    <a:pt x="20238" y="5747"/>
                  </a:cubicBezTo>
                  <a:cubicBezTo>
                    <a:pt x="20399" y="5487"/>
                    <a:pt x="21257" y="5619"/>
                    <a:pt x="21312" y="5037"/>
                  </a:cubicBezTo>
                  <a:cubicBezTo>
                    <a:pt x="21364" y="4455"/>
                    <a:pt x="21525" y="3807"/>
                    <a:pt x="21203" y="3680"/>
                  </a:cubicBezTo>
                  <a:cubicBezTo>
                    <a:pt x="20881" y="3549"/>
                    <a:pt x="20453" y="3096"/>
                    <a:pt x="20453" y="2773"/>
                  </a:cubicBezTo>
                  <a:cubicBezTo>
                    <a:pt x="20453" y="2591"/>
                    <a:pt x="20472" y="2058"/>
                    <a:pt x="20565" y="1594"/>
                  </a:cubicBezTo>
                  <a:cubicBezTo>
                    <a:pt x="20135" y="1521"/>
                    <a:pt x="20113" y="1003"/>
                    <a:pt x="19862" y="702"/>
                  </a:cubicBezTo>
                  <a:cubicBezTo>
                    <a:pt x="19594" y="381"/>
                    <a:pt x="19594" y="122"/>
                    <a:pt x="19220" y="251"/>
                  </a:cubicBezTo>
                  <a:cubicBezTo>
                    <a:pt x="18843" y="381"/>
                    <a:pt x="18415" y="1480"/>
                    <a:pt x="17932" y="1673"/>
                  </a:cubicBezTo>
                  <a:cubicBezTo>
                    <a:pt x="17449" y="1867"/>
                    <a:pt x="16753" y="1413"/>
                    <a:pt x="16430" y="1220"/>
                  </a:cubicBezTo>
                  <a:cubicBezTo>
                    <a:pt x="16108" y="1025"/>
                    <a:pt x="14606" y="1220"/>
                    <a:pt x="14124" y="1156"/>
                  </a:cubicBezTo>
                  <a:cubicBezTo>
                    <a:pt x="13640" y="1092"/>
                    <a:pt x="13159" y="1932"/>
                    <a:pt x="12783" y="2190"/>
                  </a:cubicBezTo>
                  <a:cubicBezTo>
                    <a:pt x="12408" y="2449"/>
                    <a:pt x="11336" y="2320"/>
                    <a:pt x="11013" y="2190"/>
                  </a:cubicBezTo>
                  <a:cubicBezTo>
                    <a:pt x="10691" y="2062"/>
                    <a:pt x="9941" y="1286"/>
                    <a:pt x="9619" y="1286"/>
                  </a:cubicBezTo>
                  <a:cubicBezTo>
                    <a:pt x="9297" y="1286"/>
                    <a:pt x="8654" y="1413"/>
                    <a:pt x="8118" y="1804"/>
                  </a:cubicBezTo>
                  <a:cubicBezTo>
                    <a:pt x="7581" y="2190"/>
                    <a:pt x="7420" y="1092"/>
                    <a:pt x="7099" y="639"/>
                  </a:cubicBezTo>
                  <a:cubicBezTo>
                    <a:pt x="6777" y="186"/>
                    <a:pt x="6079" y="574"/>
                    <a:pt x="5651" y="122"/>
                  </a:cubicBezTo>
                  <a:cubicBezTo>
                    <a:pt x="5222" y="-332"/>
                    <a:pt x="4953" y="639"/>
                    <a:pt x="4578" y="574"/>
                  </a:cubicBezTo>
                  <a:cubicBezTo>
                    <a:pt x="4203" y="510"/>
                    <a:pt x="3237" y="251"/>
                    <a:pt x="2916" y="574"/>
                  </a:cubicBezTo>
                  <a:cubicBezTo>
                    <a:pt x="2594" y="898"/>
                    <a:pt x="2647" y="2126"/>
                    <a:pt x="2487" y="2320"/>
                  </a:cubicBezTo>
                  <a:cubicBezTo>
                    <a:pt x="2326" y="2515"/>
                    <a:pt x="1682" y="3419"/>
                    <a:pt x="1682" y="3873"/>
                  </a:cubicBezTo>
                  <a:cubicBezTo>
                    <a:pt x="1682" y="4082"/>
                    <a:pt x="1618" y="4228"/>
                    <a:pt x="1510" y="4307"/>
                  </a:cubicBezTo>
                  <a:cubicBezTo>
                    <a:pt x="1582" y="4843"/>
                    <a:pt x="1672" y="5528"/>
                    <a:pt x="1695" y="5779"/>
                  </a:cubicBezTo>
                  <a:cubicBezTo>
                    <a:pt x="1735" y="6216"/>
                    <a:pt x="1896" y="8398"/>
                    <a:pt x="1494" y="8884"/>
                  </a:cubicBezTo>
                  <a:cubicBezTo>
                    <a:pt x="1091" y="9369"/>
                    <a:pt x="810" y="10145"/>
                    <a:pt x="810" y="10145"/>
                  </a:cubicBezTo>
                  <a:cubicBezTo>
                    <a:pt x="810" y="10145"/>
                    <a:pt x="167" y="10678"/>
                    <a:pt x="45" y="11745"/>
                  </a:cubicBezTo>
                  <a:cubicBezTo>
                    <a:pt x="-75" y="12812"/>
                    <a:pt x="86" y="13493"/>
                    <a:pt x="86" y="14317"/>
                  </a:cubicBezTo>
                  <a:cubicBezTo>
                    <a:pt x="86" y="14899"/>
                    <a:pt x="444" y="15318"/>
                    <a:pt x="641" y="16041"/>
                  </a:cubicBezTo>
                  <a:cubicBezTo>
                    <a:pt x="649" y="16050"/>
                    <a:pt x="657" y="16051"/>
                    <a:pt x="663" y="16063"/>
                  </a:cubicBezTo>
                  <a:cubicBezTo>
                    <a:pt x="984" y="16581"/>
                    <a:pt x="2514" y="16678"/>
                    <a:pt x="3370" y="16903"/>
                  </a:cubicBezTo>
                  <a:cubicBezTo>
                    <a:pt x="4229" y="17130"/>
                    <a:pt x="5114" y="18583"/>
                    <a:pt x="5088" y="19134"/>
                  </a:cubicBezTo>
                  <a:cubicBezTo>
                    <a:pt x="5061" y="19684"/>
                    <a:pt x="5651" y="20750"/>
                    <a:pt x="6053" y="21009"/>
                  </a:cubicBezTo>
                  <a:cubicBezTo>
                    <a:pt x="6455" y="21268"/>
                    <a:pt x="7447" y="20525"/>
                    <a:pt x="7903" y="20525"/>
                  </a:cubicBezTo>
                  <a:cubicBezTo>
                    <a:pt x="8359" y="20525"/>
                    <a:pt x="9993" y="20557"/>
                    <a:pt x="10315" y="20201"/>
                  </a:cubicBezTo>
                  <a:cubicBezTo>
                    <a:pt x="10410" y="20097"/>
                    <a:pt x="10507" y="20110"/>
                    <a:pt x="10607" y="20183"/>
                  </a:cubicBezTo>
                  <a:cubicBezTo>
                    <a:pt x="10994" y="18940"/>
                    <a:pt x="11135" y="17838"/>
                    <a:pt x="11135" y="17838"/>
                  </a:cubicBezTo>
                  <a:cubicBezTo>
                    <a:pt x="11135" y="17838"/>
                    <a:pt x="12998" y="15514"/>
                    <a:pt x="13212" y="1544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92" name="Shape 2246"/>
            <p:cNvSpPr/>
            <p:nvPr/>
          </p:nvSpPr>
          <p:spPr>
            <a:xfrm>
              <a:off x="7701753" y="4645896"/>
              <a:ext cx="134011" cy="279258"/>
            </a:xfrm>
            <a:custGeom>
              <a:avLst/>
              <a:gdLst/>
              <a:ahLst/>
              <a:cxnLst>
                <a:cxn ang="0">
                  <a:pos x="wd2" y="hd2"/>
                </a:cxn>
                <a:cxn ang="5400000">
                  <a:pos x="wd2" y="hd2"/>
                </a:cxn>
                <a:cxn ang="10800000">
                  <a:pos x="wd2" y="hd2"/>
                </a:cxn>
                <a:cxn ang="16200000">
                  <a:pos x="wd2" y="hd2"/>
                </a:cxn>
              </a:cxnLst>
              <a:rect l="0" t="0" r="r" b="b"/>
              <a:pathLst>
                <a:path w="21068" h="21344" extrusionOk="0">
                  <a:moveTo>
                    <a:pt x="14319" y="13569"/>
                  </a:moveTo>
                  <a:cubicBezTo>
                    <a:pt x="14795" y="11875"/>
                    <a:pt x="17328" y="11030"/>
                    <a:pt x="17328" y="11030"/>
                  </a:cubicBezTo>
                  <a:cubicBezTo>
                    <a:pt x="17328" y="11030"/>
                    <a:pt x="18436" y="9797"/>
                    <a:pt x="20019" y="9027"/>
                  </a:cubicBezTo>
                  <a:cubicBezTo>
                    <a:pt x="21600" y="8259"/>
                    <a:pt x="20967" y="4797"/>
                    <a:pt x="20810" y="4104"/>
                  </a:cubicBezTo>
                  <a:cubicBezTo>
                    <a:pt x="20721" y="3705"/>
                    <a:pt x="20364" y="2618"/>
                    <a:pt x="20084" y="1767"/>
                  </a:cubicBezTo>
                  <a:cubicBezTo>
                    <a:pt x="19582" y="1912"/>
                    <a:pt x="18825" y="1915"/>
                    <a:pt x="17803" y="1697"/>
                  </a:cubicBezTo>
                  <a:cubicBezTo>
                    <a:pt x="15902" y="1285"/>
                    <a:pt x="17595" y="358"/>
                    <a:pt x="15482" y="52"/>
                  </a:cubicBezTo>
                  <a:cubicBezTo>
                    <a:pt x="13371" y="-256"/>
                    <a:pt x="12530" y="871"/>
                    <a:pt x="12951" y="1697"/>
                  </a:cubicBezTo>
                  <a:cubicBezTo>
                    <a:pt x="13371" y="2513"/>
                    <a:pt x="11897" y="2513"/>
                    <a:pt x="11052" y="3028"/>
                  </a:cubicBezTo>
                  <a:cubicBezTo>
                    <a:pt x="10207" y="3540"/>
                    <a:pt x="6408" y="3640"/>
                    <a:pt x="5142" y="3640"/>
                  </a:cubicBezTo>
                  <a:cubicBezTo>
                    <a:pt x="3875" y="3640"/>
                    <a:pt x="2401" y="4771"/>
                    <a:pt x="1135" y="4977"/>
                  </a:cubicBezTo>
                  <a:cubicBezTo>
                    <a:pt x="849" y="5023"/>
                    <a:pt x="452" y="5029"/>
                    <a:pt x="0" y="5014"/>
                  </a:cubicBezTo>
                  <a:cubicBezTo>
                    <a:pt x="294" y="7720"/>
                    <a:pt x="1219" y="7512"/>
                    <a:pt x="3875" y="8259"/>
                  </a:cubicBezTo>
                  <a:cubicBezTo>
                    <a:pt x="6881" y="9105"/>
                    <a:pt x="4034" y="10258"/>
                    <a:pt x="5298" y="10874"/>
                  </a:cubicBezTo>
                  <a:cubicBezTo>
                    <a:pt x="6564" y="11492"/>
                    <a:pt x="6089" y="13029"/>
                    <a:pt x="6408" y="14952"/>
                  </a:cubicBezTo>
                  <a:cubicBezTo>
                    <a:pt x="6599" y="16116"/>
                    <a:pt x="6847" y="19137"/>
                    <a:pt x="7014" y="21344"/>
                  </a:cubicBezTo>
                  <a:cubicBezTo>
                    <a:pt x="8752" y="21181"/>
                    <a:pt x="10564" y="21136"/>
                    <a:pt x="11788" y="21136"/>
                  </a:cubicBezTo>
                  <a:cubicBezTo>
                    <a:pt x="14057" y="21136"/>
                    <a:pt x="15425" y="19677"/>
                    <a:pt x="16662" y="20382"/>
                  </a:cubicBezTo>
                  <a:cubicBezTo>
                    <a:pt x="15890" y="19237"/>
                    <a:pt x="14479" y="18570"/>
                    <a:pt x="14479" y="17648"/>
                  </a:cubicBezTo>
                  <a:cubicBezTo>
                    <a:pt x="14479" y="16339"/>
                    <a:pt x="13846" y="15262"/>
                    <a:pt x="14319" y="1356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93" name="Shape 2247"/>
            <p:cNvSpPr/>
            <p:nvPr/>
          </p:nvSpPr>
          <p:spPr>
            <a:xfrm>
              <a:off x="7676909" y="4720430"/>
              <a:ext cx="84470" cy="235549"/>
            </a:xfrm>
            <a:custGeom>
              <a:avLst/>
              <a:gdLst/>
              <a:ahLst/>
              <a:cxnLst>
                <a:cxn ang="0">
                  <a:pos x="wd2" y="hd2"/>
                </a:cxn>
                <a:cxn ang="5400000">
                  <a:pos x="wd2" y="hd2"/>
                </a:cxn>
                <a:cxn ang="10800000">
                  <a:pos x="wd2" y="hd2"/>
                </a:cxn>
                <a:cxn ang="16200000">
                  <a:pos x="wd2" y="hd2"/>
                </a:cxn>
              </a:cxnLst>
              <a:rect l="0" t="0" r="r" b="b"/>
              <a:pathLst>
                <a:path w="21600" h="21583" extrusionOk="0">
                  <a:moveTo>
                    <a:pt x="18808" y="7568"/>
                  </a:moveTo>
                  <a:cubicBezTo>
                    <a:pt x="16751" y="6830"/>
                    <a:pt x="21383" y="5447"/>
                    <a:pt x="16494" y="4431"/>
                  </a:cubicBezTo>
                  <a:cubicBezTo>
                    <a:pt x="12173" y="3538"/>
                    <a:pt x="10668" y="3787"/>
                    <a:pt x="10194" y="543"/>
                  </a:cubicBezTo>
                  <a:cubicBezTo>
                    <a:pt x="7709" y="488"/>
                    <a:pt x="4048" y="101"/>
                    <a:pt x="1393" y="5"/>
                  </a:cubicBezTo>
                  <a:cubicBezTo>
                    <a:pt x="834" y="-17"/>
                    <a:pt x="394" y="30"/>
                    <a:pt x="0" y="94"/>
                  </a:cubicBezTo>
                  <a:cubicBezTo>
                    <a:pt x="558" y="1270"/>
                    <a:pt x="1371" y="2577"/>
                    <a:pt x="2336" y="2773"/>
                  </a:cubicBezTo>
                  <a:cubicBezTo>
                    <a:pt x="4138" y="3142"/>
                    <a:pt x="5426" y="3880"/>
                    <a:pt x="5168" y="5263"/>
                  </a:cubicBezTo>
                  <a:cubicBezTo>
                    <a:pt x="4908" y="6648"/>
                    <a:pt x="3878" y="9689"/>
                    <a:pt x="5426" y="11076"/>
                  </a:cubicBezTo>
                  <a:cubicBezTo>
                    <a:pt x="6967" y="12457"/>
                    <a:pt x="8515" y="14671"/>
                    <a:pt x="8515" y="16792"/>
                  </a:cubicBezTo>
                  <a:cubicBezTo>
                    <a:pt x="8515" y="18117"/>
                    <a:pt x="10612" y="20087"/>
                    <a:pt x="12762" y="21583"/>
                  </a:cubicBezTo>
                  <a:cubicBezTo>
                    <a:pt x="13652" y="21412"/>
                    <a:pt x="14465" y="21236"/>
                    <a:pt x="15117" y="21036"/>
                  </a:cubicBezTo>
                  <a:cubicBezTo>
                    <a:pt x="16655" y="20574"/>
                    <a:pt x="19084" y="20296"/>
                    <a:pt x="21600" y="20120"/>
                  </a:cubicBezTo>
                  <a:cubicBezTo>
                    <a:pt x="21327" y="17475"/>
                    <a:pt x="20924" y="13853"/>
                    <a:pt x="20614" y="12457"/>
                  </a:cubicBezTo>
                  <a:cubicBezTo>
                    <a:pt x="20095" y="10152"/>
                    <a:pt x="20868" y="8309"/>
                    <a:pt x="18808" y="756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94" name="Shape 2248"/>
            <p:cNvSpPr/>
            <p:nvPr/>
          </p:nvSpPr>
          <p:spPr>
            <a:xfrm>
              <a:off x="8074419" y="4621052"/>
              <a:ext cx="336468" cy="522630"/>
            </a:xfrm>
            <a:custGeom>
              <a:avLst/>
              <a:gdLst/>
              <a:ahLst/>
              <a:cxnLst>
                <a:cxn ang="0">
                  <a:pos x="wd2" y="hd2"/>
                </a:cxn>
                <a:cxn ang="5400000">
                  <a:pos x="wd2" y="hd2"/>
                </a:cxn>
                <a:cxn ang="10800000">
                  <a:pos x="wd2" y="hd2"/>
                </a:cxn>
                <a:cxn ang="16200000">
                  <a:pos x="wd2" y="hd2"/>
                </a:cxn>
              </a:cxnLst>
              <a:rect l="0" t="0" r="r" b="b"/>
              <a:pathLst>
                <a:path w="21600" h="21600" extrusionOk="0">
                  <a:moveTo>
                    <a:pt x="9017" y="20558"/>
                  </a:moveTo>
                  <a:cubicBezTo>
                    <a:pt x="9017" y="20558"/>
                    <a:pt x="15848" y="20790"/>
                    <a:pt x="16747" y="20674"/>
                  </a:cubicBezTo>
                  <a:cubicBezTo>
                    <a:pt x="17644" y="20558"/>
                    <a:pt x="20880" y="21600"/>
                    <a:pt x="20880" y="21600"/>
                  </a:cubicBezTo>
                  <a:cubicBezTo>
                    <a:pt x="20880" y="21600"/>
                    <a:pt x="21033" y="20551"/>
                    <a:pt x="21600" y="19925"/>
                  </a:cubicBezTo>
                  <a:cubicBezTo>
                    <a:pt x="21379" y="19848"/>
                    <a:pt x="21158" y="19744"/>
                    <a:pt x="21097" y="19610"/>
                  </a:cubicBezTo>
                  <a:cubicBezTo>
                    <a:pt x="20968" y="19318"/>
                    <a:pt x="19675" y="18776"/>
                    <a:pt x="19225" y="18402"/>
                  </a:cubicBezTo>
                  <a:cubicBezTo>
                    <a:pt x="18772" y="18028"/>
                    <a:pt x="18578" y="17779"/>
                    <a:pt x="18578" y="17779"/>
                  </a:cubicBezTo>
                  <a:cubicBezTo>
                    <a:pt x="18578" y="17779"/>
                    <a:pt x="18708" y="17154"/>
                    <a:pt x="18127" y="16654"/>
                  </a:cubicBezTo>
                  <a:cubicBezTo>
                    <a:pt x="17544" y="16156"/>
                    <a:pt x="17286" y="15823"/>
                    <a:pt x="17286" y="15157"/>
                  </a:cubicBezTo>
                  <a:cubicBezTo>
                    <a:pt x="17286" y="14491"/>
                    <a:pt x="16899" y="13992"/>
                    <a:pt x="16899" y="13618"/>
                  </a:cubicBezTo>
                  <a:cubicBezTo>
                    <a:pt x="16899" y="13243"/>
                    <a:pt x="17934" y="12536"/>
                    <a:pt x="18320" y="11746"/>
                  </a:cubicBezTo>
                  <a:cubicBezTo>
                    <a:pt x="18547" y="11285"/>
                    <a:pt x="19229" y="10911"/>
                    <a:pt x="19787" y="10578"/>
                  </a:cubicBezTo>
                  <a:cubicBezTo>
                    <a:pt x="19500" y="10290"/>
                    <a:pt x="19187" y="9773"/>
                    <a:pt x="18923" y="9222"/>
                  </a:cubicBezTo>
                  <a:cubicBezTo>
                    <a:pt x="18578" y="8500"/>
                    <a:pt x="17631" y="8279"/>
                    <a:pt x="16510" y="7614"/>
                  </a:cubicBezTo>
                  <a:cubicBezTo>
                    <a:pt x="15389" y="6948"/>
                    <a:pt x="15822" y="6559"/>
                    <a:pt x="15822" y="6282"/>
                  </a:cubicBezTo>
                  <a:cubicBezTo>
                    <a:pt x="15822" y="6004"/>
                    <a:pt x="17286" y="6002"/>
                    <a:pt x="18320" y="6059"/>
                  </a:cubicBezTo>
                  <a:cubicBezTo>
                    <a:pt x="19351" y="6116"/>
                    <a:pt x="19957" y="5949"/>
                    <a:pt x="19527" y="5783"/>
                  </a:cubicBezTo>
                  <a:cubicBezTo>
                    <a:pt x="19095" y="5615"/>
                    <a:pt x="18233" y="4340"/>
                    <a:pt x="18320" y="3452"/>
                  </a:cubicBezTo>
                  <a:cubicBezTo>
                    <a:pt x="18405" y="2564"/>
                    <a:pt x="17888" y="2288"/>
                    <a:pt x="17974" y="1788"/>
                  </a:cubicBezTo>
                  <a:cubicBezTo>
                    <a:pt x="18061" y="1288"/>
                    <a:pt x="17025" y="13"/>
                    <a:pt x="16164" y="13"/>
                  </a:cubicBezTo>
                  <a:cubicBezTo>
                    <a:pt x="16103" y="13"/>
                    <a:pt x="16055" y="4"/>
                    <a:pt x="16002" y="0"/>
                  </a:cubicBezTo>
                  <a:cubicBezTo>
                    <a:pt x="15853" y="397"/>
                    <a:pt x="15822" y="854"/>
                    <a:pt x="15822" y="1011"/>
                  </a:cubicBezTo>
                  <a:cubicBezTo>
                    <a:pt x="15822" y="1288"/>
                    <a:pt x="16510" y="1677"/>
                    <a:pt x="17025" y="1788"/>
                  </a:cubicBezTo>
                  <a:cubicBezTo>
                    <a:pt x="17544" y="1897"/>
                    <a:pt x="17286" y="2454"/>
                    <a:pt x="17202" y="2953"/>
                  </a:cubicBezTo>
                  <a:cubicBezTo>
                    <a:pt x="17114" y="3452"/>
                    <a:pt x="15736" y="3340"/>
                    <a:pt x="15476" y="3562"/>
                  </a:cubicBezTo>
                  <a:cubicBezTo>
                    <a:pt x="15217" y="3785"/>
                    <a:pt x="13666" y="5339"/>
                    <a:pt x="13753" y="5615"/>
                  </a:cubicBezTo>
                  <a:cubicBezTo>
                    <a:pt x="13840" y="5893"/>
                    <a:pt x="13495" y="6724"/>
                    <a:pt x="13065" y="6836"/>
                  </a:cubicBezTo>
                  <a:cubicBezTo>
                    <a:pt x="12632" y="6948"/>
                    <a:pt x="12719" y="7558"/>
                    <a:pt x="12719" y="7834"/>
                  </a:cubicBezTo>
                  <a:cubicBezTo>
                    <a:pt x="12719" y="8112"/>
                    <a:pt x="11339" y="8500"/>
                    <a:pt x="11339" y="8944"/>
                  </a:cubicBezTo>
                  <a:cubicBezTo>
                    <a:pt x="11339" y="9388"/>
                    <a:pt x="9703" y="11218"/>
                    <a:pt x="9186" y="11828"/>
                  </a:cubicBezTo>
                  <a:cubicBezTo>
                    <a:pt x="8669" y="12440"/>
                    <a:pt x="8152" y="13216"/>
                    <a:pt x="7978" y="12661"/>
                  </a:cubicBezTo>
                  <a:cubicBezTo>
                    <a:pt x="7808" y="12107"/>
                    <a:pt x="6515" y="11441"/>
                    <a:pt x="5911" y="11718"/>
                  </a:cubicBezTo>
                  <a:cubicBezTo>
                    <a:pt x="5305" y="11995"/>
                    <a:pt x="4534" y="11828"/>
                    <a:pt x="4187" y="11883"/>
                  </a:cubicBezTo>
                  <a:cubicBezTo>
                    <a:pt x="3841" y="11940"/>
                    <a:pt x="850" y="13935"/>
                    <a:pt x="850" y="13935"/>
                  </a:cubicBezTo>
                  <a:cubicBezTo>
                    <a:pt x="850" y="13935"/>
                    <a:pt x="623" y="14880"/>
                    <a:pt x="0" y="15947"/>
                  </a:cubicBezTo>
                  <a:cubicBezTo>
                    <a:pt x="383" y="16100"/>
                    <a:pt x="788" y="16597"/>
                    <a:pt x="1215" y="16987"/>
                  </a:cubicBezTo>
                  <a:cubicBezTo>
                    <a:pt x="1818" y="17544"/>
                    <a:pt x="2981" y="17127"/>
                    <a:pt x="3455" y="17294"/>
                  </a:cubicBezTo>
                  <a:cubicBezTo>
                    <a:pt x="3930" y="17459"/>
                    <a:pt x="4447" y="18764"/>
                    <a:pt x="4274" y="19125"/>
                  </a:cubicBezTo>
                  <a:cubicBezTo>
                    <a:pt x="4107" y="19472"/>
                    <a:pt x="3394" y="20353"/>
                    <a:pt x="3724" y="20790"/>
                  </a:cubicBezTo>
                  <a:lnTo>
                    <a:pt x="7760" y="20790"/>
                  </a:lnTo>
                  <a:cubicBezTo>
                    <a:pt x="7760" y="20790"/>
                    <a:pt x="9017" y="20558"/>
                    <a:pt x="9017" y="2055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95" name="Shape 2249"/>
            <p:cNvSpPr/>
            <p:nvPr/>
          </p:nvSpPr>
          <p:spPr>
            <a:xfrm>
              <a:off x="7304244" y="4745274"/>
              <a:ext cx="277020" cy="282979"/>
            </a:xfrm>
            <a:custGeom>
              <a:avLst/>
              <a:gdLst/>
              <a:ahLst/>
              <a:cxnLst>
                <a:cxn ang="0">
                  <a:pos x="wd2" y="hd2"/>
                </a:cxn>
                <a:cxn ang="5400000">
                  <a:pos x="wd2" y="hd2"/>
                </a:cxn>
                <a:cxn ang="10800000">
                  <a:pos x="wd2" y="hd2"/>
                </a:cxn>
                <a:cxn ang="16200000">
                  <a:pos x="wd2" y="hd2"/>
                </a:cxn>
              </a:cxnLst>
              <a:rect l="0" t="0" r="r" b="b"/>
              <a:pathLst>
                <a:path w="21302" h="21206" extrusionOk="0">
                  <a:moveTo>
                    <a:pt x="20141" y="17731"/>
                  </a:moveTo>
                  <a:cubicBezTo>
                    <a:pt x="19675" y="17127"/>
                    <a:pt x="18592" y="14562"/>
                    <a:pt x="18669" y="13958"/>
                  </a:cubicBezTo>
                  <a:cubicBezTo>
                    <a:pt x="18746" y="13354"/>
                    <a:pt x="20062" y="11544"/>
                    <a:pt x="19985" y="10640"/>
                  </a:cubicBezTo>
                  <a:cubicBezTo>
                    <a:pt x="19908" y="9733"/>
                    <a:pt x="21302" y="9131"/>
                    <a:pt x="21302" y="8374"/>
                  </a:cubicBezTo>
                  <a:cubicBezTo>
                    <a:pt x="21302" y="7802"/>
                    <a:pt x="20941" y="4951"/>
                    <a:pt x="20084" y="3093"/>
                  </a:cubicBezTo>
                  <a:cubicBezTo>
                    <a:pt x="19908" y="3102"/>
                    <a:pt x="19692" y="3014"/>
                    <a:pt x="19444" y="2769"/>
                  </a:cubicBezTo>
                  <a:cubicBezTo>
                    <a:pt x="18824" y="2165"/>
                    <a:pt x="16245" y="2264"/>
                    <a:pt x="15316" y="3271"/>
                  </a:cubicBezTo>
                  <a:cubicBezTo>
                    <a:pt x="14387" y="4278"/>
                    <a:pt x="12528" y="2365"/>
                    <a:pt x="12219" y="1865"/>
                  </a:cubicBezTo>
                  <a:cubicBezTo>
                    <a:pt x="11909" y="1360"/>
                    <a:pt x="10568" y="254"/>
                    <a:pt x="9534" y="958"/>
                  </a:cubicBezTo>
                  <a:cubicBezTo>
                    <a:pt x="8502" y="1662"/>
                    <a:pt x="8195" y="1462"/>
                    <a:pt x="8296" y="554"/>
                  </a:cubicBezTo>
                  <a:cubicBezTo>
                    <a:pt x="8400" y="-351"/>
                    <a:pt x="6747" y="-49"/>
                    <a:pt x="6541" y="756"/>
                  </a:cubicBezTo>
                  <a:cubicBezTo>
                    <a:pt x="6336" y="1562"/>
                    <a:pt x="4993" y="2264"/>
                    <a:pt x="4579" y="1662"/>
                  </a:cubicBezTo>
                  <a:cubicBezTo>
                    <a:pt x="4166" y="1060"/>
                    <a:pt x="3239" y="254"/>
                    <a:pt x="2825" y="1160"/>
                  </a:cubicBezTo>
                  <a:cubicBezTo>
                    <a:pt x="2538" y="1787"/>
                    <a:pt x="2051" y="1733"/>
                    <a:pt x="1643" y="1438"/>
                  </a:cubicBezTo>
                  <a:cubicBezTo>
                    <a:pt x="1383" y="2558"/>
                    <a:pt x="1064" y="3840"/>
                    <a:pt x="1638" y="4151"/>
                  </a:cubicBezTo>
                  <a:cubicBezTo>
                    <a:pt x="2334" y="4527"/>
                    <a:pt x="2411" y="5282"/>
                    <a:pt x="2257" y="5734"/>
                  </a:cubicBezTo>
                  <a:cubicBezTo>
                    <a:pt x="2102" y="6189"/>
                    <a:pt x="3418" y="7320"/>
                    <a:pt x="2876" y="7849"/>
                  </a:cubicBezTo>
                  <a:cubicBezTo>
                    <a:pt x="2334" y="8374"/>
                    <a:pt x="1638" y="7320"/>
                    <a:pt x="1251" y="8074"/>
                  </a:cubicBezTo>
                  <a:cubicBezTo>
                    <a:pt x="864" y="8827"/>
                    <a:pt x="2024" y="9507"/>
                    <a:pt x="1560" y="10113"/>
                  </a:cubicBezTo>
                  <a:cubicBezTo>
                    <a:pt x="1097" y="10714"/>
                    <a:pt x="399" y="10791"/>
                    <a:pt x="555" y="11998"/>
                  </a:cubicBezTo>
                  <a:cubicBezTo>
                    <a:pt x="709" y="13204"/>
                    <a:pt x="631" y="14033"/>
                    <a:pt x="167" y="14413"/>
                  </a:cubicBezTo>
                  <a:cubicBezTo>
                    <a:pt x="-298" y="14789"/>
                    <a:pt x="244" y="14789"/>
                    <a:pt x="1328" y="15467"/>
                  </a:cubicBezTo>
                  <a:cubicBezTo>
                    <a:pt x="2411" y="16145"/>
                    <a:pt x="4192" y="16900"/>
                    <a:pt x="4038" y="18033"/>
                  </a:cubicBezTo>
                  <a:cubicBezTo>
                    <a:pt x="3897" y="19064"/>
                    <a:pt x="3435" y="19300"/>
                    <a:pt x="3004" y="21205"/>
                  </a:cubicBezTo>
                  <a:cubicBezTo>
                    <a:pt x="5104" y="21249"/>
                    <a:pt x="8871" y="19756"/>
                    <a:pt x="13303" y="19014"/>
                  </a:cubicBezTo>
                  <a:cubicBezTo>
                    <a:pt x="16073" y="18553"/>
                    <a:pt x="18415" y="18931"/>
                    <a:pt x="20079" y="19400"/>
                  </a:cubicBezTo>
                  <a:cubicBezTo>
                    <a:pt x="20256" y="18758"/>
                    <a:pt x="20374" y="18036"/>
                    <a:pt x="20141" y="1773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96" name="Shape 2250"/>
            <p:cNvSpPr/>
            <p:nvPr/>
          </p:nvSpPr>
          <p:spPr>
            <a:xfrm>
              <a:off x="7527843" y="4720430"/>
              <a:ext cx="192851" cy="292419"/>
            </a:xfrm>
            <a:custGeom>
              <a:avLst/>
              <a:gdLst/>
              <a:ahLst/>
              <a:cxnLst>
                <a:cxn ang="0">
                  <a:pos x="wd2" y="hd2"/>
                </a:cxn>
                <a:cxn ang="5400000">
                  <a:pos x="wd2" y="hd2"/>
                </a:cxn>
                <a:cxn ang="10800000">
                  <a:pos x="wd2" y="hd2"/>
                </a:cxn>
                <a:cxn ang="16200000">
                  <a:pos x="wd2" y="hd2"/>
                </a:cxn>
              </a:cxnLst>
              <a:rect l="0" t="0" r="r" b="b"/>
              <a:pathLst>
                <a:path w="21495" h="21460" extrusionOk="0">
                  <a:moveTo>
                    <a:pt x="18297" y="8794"/>
                  </a:moveTo>
                  <a:cubicBezTo>
                    <a:pt x="17623" y="7685"/>
                    <a:pt x="18071" y="5247"/>
                    <a:pt x="18185" y="4138"/>
                  </a:cubicBezTo>
                  <a:cubicBezTo>
                    <a:pt x="18297" y="3031"/>
                    <a:pt x="17736" y="2439"/>
                    <a:pt x="16949" y="2144"/>
                  </a:cubicBezTo>
                  <a:cubicBezTo>
                    <a:pt x="16530" y="1989"/>
                    <a:pt x="16174" y="940"/>
                    <a:pt x="15932" y="0"/>
                  </a:cubicBezTo>
                  <a:cubicBezTo>
                    <a:pt x="15041" y="265"/>
                    <a:pt x="14968" y="1227"/>
                    <a:pt x="14595" y="815"/>
                  </a:cubicBezTo>
                  <a:cubicBezTo>
                    <a:pt x="14145" y="322"/>
                    <a:pt x="2473" y="27"/>
                    <a:pt x="1880" y="618"/>
                  </a:cubicBezTo>
                  <a:cubicBezTo>
                    <a:pt x="1280" y="1209"/>
                    <a:pt x="2925" y="3378"/>
                    <a:pt x="2775" y="3969"/>
                  </a:cubicBezTo>
                  <a:cubicBezTo>
                    <a:pt x="2686" y="4321"/>
                    <a:pt x="2434" y="4562"/>
                    <a:pt x="2057" y="4580"/>
                  </a:cubicBezTo>
                  <a:cubicBezTo>
                    <a:pt x="3298" y="6399"/>
                    <a:pt x="3823" y="9191"/>
                    <a:pt x="3823" y="9754"/>
                  </a:cubicBezTo>
                  <a:cubicBezTo>
                    <a:pt x="3823" y="10493"/>
                    <a:pt x="1801" y="11084"/>
                    <a:pt x="1914" y="11971"/>
                  </a:cubicBezTo>
                  <a:cubicBezTo>
                    <a:pt x="2026" y="12856"/>
                    <a:pt x="118" y="14629"/>
                    <a:pt x="6" y="15220"/>
                  </a:cubicBezTo>
                  <a:cubicBezTo>
                    <a:pt x="-105" y="15811"/>
                    <a:pt x="1465" y="18324"/>
                    <a:pt x="2138" y="18917"/>
                  </a:cubicBezTo>
                  <a:cubicBezTo>
                    <a:pt x="2478" y="19212"/>
                    <a:pt x="2307" y="19919"/>
                    <a:pt x="2050" y="20551"/>
                  </a:cubicBezTo>
                  <a:cubicBezTo>
                    <a:pt x="4089" y="20938"/>
                    <a:pt x="5431" y="21385"/>
                    <a:pt x="5842" y="21452"/>
                  </a:cubicBezTo>
                  <a:cubicBezTo>
                    <a:pt x="6739" y="21600"/>
                    <a:pt x="13097" y="19679"/>
                    <a:pt x="15643" y="18840"/>
                  </a:cubicBezTo>
                  <a:cubicBezTo>
                    <a:pt x="17675" y="18172"/>
                    <a:pt x="19937" y="17750"/>
                    <a:pt x="21495" y="17209"/>
                  </a:cubicBezTo>
                  <a:cubicBezTo>
                    <a:pt x="20558" y="16011"/>
                    <a:pt x="19644" y="14433"/>
                    <a:pt x="19644" y="13374"/>
                  </a:cubicBezTo>
                  <a:cubicBezTo>
                    <a:pt x="19644" y="11673"/>
                    <a:pt x="18969" y="9900"/>
                    <a:pt x="18297" y="8794"/>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97" name="Shape 2251"/>
            <p:cNvSpPr/>
            <p:nvPr/>
          </p:nvSpPr>
          <p:spPr>
            <a:xfrm>
              <a:off x="6981266" y="4645896"/>
              <a:ext cx="338822" cy="254086"/>
            </a:xfrm>
            <a:custGeom>
              <a:avLst/>
              <a:gdLst/>
              <a:ahLst/>
              <a:cxnLst>
                <a:cxn ang="0">
                  <a:pos x="wd2" y="hd2"/>
                </a:cxn>
                <a:cxn ang="5400000">
                  <a:pos x="wd2" y="hd2"/>
                </a:cxn>
                <a:cxn ang="10800000">
                  <a:pos x="wd2" y="hd2"/>
                </a:cxn>
                <a:cxn ang="16200000">
                  <a:pos x="wd2" y="hd2"/>
                </a:cxn>
              </a:cxnLst>
              <a:rect l="0" t="0" r="r" b="b"/>
              <a:pathLst>
                <a:path w="21265" h="21094" extrusionOk="0">
                  <a:moveTo>
                    <a:pt x="7193" y="11449"/>
                  </a:moveTo>
                  <a:cubicBezTo>
                    <a:pt x="7257" y="10530"/>
                    <a:pt x="7825" y="10862"/>
                    <a:pt x="8520" y="11032"/>
                  </a:cubicBezTo>
                  <a:cubicBezTo>
                    <a:pt x="9216" y="11201"/>
                    <a:pt x="10037" y="10448"/>
                    <a:pt x="10669" y="10448"/>
                  </a:cubicBezTo>
                  <a:cubicBezTo>
                    <a:pt x="11299" y="10448"/>
                    <a:pt x="12944" y="13370"/>
                    <a:pt x="12944" y="14208"/>
                  </a:cubicBezTo>
                  <a:cubicBezTo>
                    <a:pt x="12944" y="15042"/>
                    <a:pt x="13006" y="15795"/>
                    <a:pt x="13322" y="16464"/>
                  </a:cubicBezTo>
                  <a:cubicBezTo>
                    <a:pt x="13364" y="16550"/>
                    <a:pt x="13392" y="16639"/>
                    <a:pt x="13411" y="16730"/>
                  </a:cubicBezTo>
                  <a:cubicBezTo>
                    <a:pt x="14429" y="16420"/>
                    <a:pt x="15274" y="16254"/>
                    <a:pt x="15471" y="16254"/>
                  </a:cubicBezTo>
                  <a:cubicBezTo>
                    <a:pt x="15781" y="16254"/>
                    <a:pt x="16403" y="18226"/>
                    <a:pt x="16278" y="19459"/>
                  </a:cubicBezTo>
                  <a:cubicBezTo>
                    <a:pt x="16154" y="20694"/>
                    <a:pt x="17210" y="21600"/>
                    <a:pt x="17647" y="20778"/>
                  </a:cubicBezTo>
                  <a:cubicBezTo>
                    <a:pt x="18081" y="19954"/>
                    <a:pt x="18640" y="18885"/>
                    <a:pt x="18765" y="19624"/>
                  </a:cubicBezTo>
                  <a:cubicBezTo>
                    <a:pt x="18802" y="19844"/>
                    <a:pt x="19035" y="20033"/>
                    <a:pt x="19331" y="20190"/>
                  </a:cubicBezTo>
                  <a:cubicBezTo>
                    <a:pt x="19486" y="19703"/>
                    <a:pt x="19826" y="19509"/>
                    <a:pt x="20084" y="19056"/>
                  </a:cubicBezTo>
                  <a:cubicBezTo>
                    <a:pt x="20462" y="18387"/>
                    <a:pt x="19515" y="17634"/>
                    <a:pt x="19831" y="16798"/>
                  </a:cubicBezTo>
                  <a:cubicBezTo>
                    <a:pt x="20147" y="15964"/>
                    <a:pt x="20715" y="17133"/>
                    <a:pt x="21158" y="16550"/>
                  </a:cubicBezTo>
                  <a:cubicBezTo>
                    <a:pt x="21600" y="15964"/>
                    <a:pt x="20526" y="14710"/>
                    <a:pt x="20652" y="14208"/>
                  </a:cubicBezTo>
                  <a:cubicBezTo>
                    <a:pt x="20778" y="13706"/>
                    <a:pt x="20715" y="12869"/>
                    <a:pt x="20147" y="12452"/>
                  </a:cubicBezTo>
                  <a:cubicBezTo>
                    <a:pt x="19678" y="12107"/>
                    <a:pt x="19939" y="10687"/>
                    <a:pt x="20150" y="9446"/>
                  </a:cubicBezTo>
                  <a:cubicBezTo>
                    <a:pt x="20006" y="9305"/>
                    <a:pt x="19869" y="9118"/>
                    <a:pt x="19768" y="8915"/>
                  </a:cubicBezTo>
                  <a:cubicBezTo>
                    <a:pt x="19430" y="8248"/>
                    <a:pt x="19684" y="6798"/>
                    <a:pt x="19094" y="6798"/>
                  </a:cubicBezTo>
                  <a:cubicBezTo>
                    <a:pt x="18504" y="6798"/>
                    <a:pt x="18589" y="5682"/>
                    <a:pt x="19094" y="5460"/>
                  </a:cubicBezTo>
                  <a:cubicBezTo>
                    <a:pt x="19600" y="5239"/>
                    <a:pt x="18082" y="4459"/>
                    <a:pt x="18082" y="3678"/>
                  </a:cubicBezTo>
                  <a:cubicBezTo>
                    <a:pt x="18082" y="2900"/>
                    <a:pt x="17325" y="1001"/>
                    <a:pt x="16987" y="892"/>
                  </a:cubicBezTo>
                  <a:cubicBezTo>
                    <a:pt x="16650" y="779"/>
                    <a:pt x="15471" y="2786"/>
                    <a:pt x="14965" y="2786"/>
                  </a:cubicBezTo>
                  <a:cubicBezTo>
                    <a:pt x="14458" y="2786"/>
                    <a:pt x="13366" y="1448"/>
                    <a:pt x="13028" y="2564"/>
                  </a:cubicBezTo>
                  <a:cubicBezTo>
                    <a:pt x="12690" y="3678"/>
                    <a:pt x="11933" y="2004"/>
                    <a:pt x="11427" y="2900"/>
                  </a:cubicBezTo>
                  <a:cubicBezTo>
                    <a:pt x="10922" y="3789"/>
                    <a:pt x="10586" y="1895"/>
                    <a:pt x="10586" y="1895"/>
                  </a:cubicBezTo>
                  <a:cubicBezTo>
                    <a:pt x="10586" y="1895"/>
                    <a:pt x="10594" y="1631"/>
                    <a:pt x="10604" y="1273"/>
                  </a:cubicBezTo>
                  <a:cubicBezTo>
                    <a:pt x="10498" y="1321"/>
                    <a:pt x="10396" y="1372"/>
                    <a:pt x="10289" y="1422"/>
                  </a:cubicBezTo>
                  <a:cubicBezTo>
                    <a:pt x="8836" y="2091"/>
                    <a:pt x="6245" y="1672"/>
                    <a:pt x="6120" y="1086"/>
                  </a:cubicBezTo>
                  <a:cubicBezTo>
                    <a:pt x="5993" y="500"/>
                    <a:pt x="4098" y="0"/>
                    <a:pt x="4098" y="0"/>
                  </a:cubicBezTo>
                  <a:cubicBezTo>
                    <a:pt x="4098" y="0"/>
                    <a:pt x="4160" y="1422"/>
                    <a:pt x="3465" y="1754"/>
                  </a:cubicBezTo>
                  <a:cubicBezTo>
                    <a:pt x="2771" y="2091"/>
                    <a:pt x="3656" y="3176"/>
                    <a:pt x="3656" y="3511"/>
                  </a:cubicBezTo>
                  <a:cubicBezTo>
                    <a:pt x="3656" y="3843"/>
                    <a:pt x="3086" y="4347"/>
                    <a:pt x="2643" y="4093"/>
                  </a:cubicBezTo>
                  <a:cubicBezTo>
                    <a:pt x="2202" y="3843"/>
                    <a:pt x="939" y="5348"/>
                    <a:pt x="307" y="5934"/>
                  </a:cubicBezTo>
                  <a:cubicBezTo>
                    <a:pt x="235" y="6000"/>
                    <a:pt x="126" y="6147"/>
                    <a:pt x="0" y="6335"/>
                  </a:cubicBezTo>
                  <a:cubicBezTo>
                    <a:pt x="976" y="7372"/>
                    <a:pt x="889" y="8530"/>
                    <a:pt x="2034" y="9638"/>
                  </a:cubicBezTo>
                  <a:cubicBezTo>
                    <a:pt x="3091" y="10667"/>
                    <a:pt x="4436" y="12053"/>
                    <a:pt x="5242" y="14268"/>
                  </a:cubicBezTo>
                  <a:cubicBezTo>
                    <a:pt x="6057" y="13356"/>
                    <a:pt x="7150" y="12077"/>
                    <a:pt x="7193" y="1144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98" name="Shape 2252"/>
            <p:cNvSpPr/>
            <p:nvPr/>
          </p:nvSpPr>
          <p:spPr>
            <a:xfrm>
              <a:off x="7155177" y="4844651"/>
              <a:ext cx="189646" cy="181772"/>
            </a:xfrm>
            <a:custGeom>
              <a:avLst/>
              <a:gdLst/>
              <a:ahLst/>
              <a:cxnLst>
                <a:cxn ang="0">
                  <a:pos x="wd2" y="hd2"/>
                </a:cxn>
                <a:cxn ang="5400000">
                  <a:pos x="wd2" y="hd2"/>
                </a:cxn>
                <a:cxn ang="10800000">
                  <a:pos x="wd2" y="hd2"/>
                </a:cxn>
                <a:cxn ang="16200000">
                  <a:pos x="wd2" y="hd2"/>
                </a:cxn>
              </a:cxnLst>
              <a:rect l="0" t="0" r="r" b="b"/>
              <a:pathLst>
                <a:path w="21388" h="21600" extrusionOk="0">
                  <a:moveTo>
                    <a:pt x="17400" y="12504"/>
                  </a:moveTo>
                  <a:cubicBezTo>
                    <a:pt x="15810" y="11429"/>
                    <a:pt x="15015" y="11429"/>
                    <a:pt x="15697" y="10829"/>
                  </a:cubicBezTo>
                  <a:cubicBezTo>
                    <a:pt x="16376" y="10229"/>
                    <a:pt x="16491" y="8914"/>
                    <a:pt x="16264" y="7000"/>
                  </a:cubicBezTo>
                  <a:cubicBezTo>
                    <a:pt x="16195" y="6389"/>
                    <a:pt x="16257" y="5968"/>
                    <a:pt x="16387" y="5634"/>
                  </a:cubicBezTo>
                  <a:cubicBezTo>
                    <a:pt x="15857" y="5409"/>
                    <a:pt x="15438" y="5138"/>
                    <a:pt x="15370" y="4823"/>
                  </a:cubicBezTo>
                  <a:cubicBezTo>
                    <a:pt x="15147" y="3765"/>
                    <a:pt x="14142" y="5296"/>
                    <a:pt x="13363" y="6475"/>
                  </a:cubicBezTo>
                  <a:cubicBezTo>
                    <a:pt x="12576" y="7652"/>
                    <a:pt x="10680" y="6354"/>
                    <a:pt x="10903" y="4587"/>
                  </a:cubicBezTo>
                  <a:cubicBezTo>
                    <a:pt x="11127" y="2823"/>
                    <a:pt x="10008" y="0"/>
                    <a:pt x="9452" y="0"/>
                  </a:cubicBezTo>
                  <a:cubicBezTo>
                    <a:pt x="9098" y="0"/>
                    <a:pt x="7582" y="236"/>
                    <a:pt x="5750" y="678"/>
                  </a:cubicBezTo>
                  <a:cubicBezTo>
                    <a:pt x="5992" y="1537"/>
                    <a:pt x="5451" y="2471"/>
                    <a:pt x="5251" y="3411"/>
                  </a:cubicBezTo>
                  <a:cubicBezTo>
                    <a:pt x="5025" y="4489"/>
                    <a:pt x="2298" y="6043"/>
                    <a:pt x="1164" y="7000"/>
                  </a:cubicBezTo>
                  <a:cubicBezTo>
                    <a:pt x="848" y="7268"/>
                    <a:pt x="432" y="7954"/>
                    <a:pt x="0" y="8816"/>
                  </a:cubicBezTo>
                  <a:cubicBezTo>
                    <a:pt x="2134" y="10238"/>
                    <a:pt x="4627" y="11887"/>
                    <a:pt x="6652" y="13501"/>
                  </a:cubicBezTo>
                  <a:cubicBezTo>
                    <a:pt x="10359" y="16454"/>
                    <a:pt x="15963" y="20360"/>
                    <a:pt x="18612" y="21395"/>
                  </a:cubicBezTo>
                  <a:cubicBezTo>
                    <a:pt x="18964" y="21537"/>
                    <a:pt x="19385" y="21594"/>
                    <a:pt x="19858" y="21600"/>
                  </a:cubicBezTo>
                  <a:cubicBezTo>
                    <a:pt x="20490" y="18579"/>
                    <a:pt x="21168" y="18207"/>
                    <a:pt x="21374" y="16572"/>
                  </a:cubicBezTo>
                  <a:cubicBezTo>
                    <a:pt x="21600" y="14776"/>
                    <a:pt x="18988" y="13576"/>
                    <a:pt x="17400" y="12504"/>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799" name="Shape 2253"/>
            <p:cNvSpPr/>
            <p:nvPr/>
          </p:nvSpPr>
          <p:spPr>
            <a:xfrm>
              <a:off x="7080644" y="4770118"/>
              <a:ext cx="130700" cy="144118"/>
            </a:xfrm>
            <a:custGeom>
              <a:avLst/>
              <a:gdLst/>
              <a:ahLst/>
              <a:cxnLst>
                <a:cxn ang="0">
                  <a:pos x="wd2" y="hd2"/>
                </a:cxn>
                <a:cxn ang="5400000">
                  <a:pos x="wd2" y="hd2"/>
                </a:cxn>
                <a:cxn ang="10800000">
                  <a:pos x="wd2" y="hd2"/>
                </a:cxn>
                <a:cxn ang="16200000">
                  <a:pos x="wd2" y="hd2"/>
                </a:cxn>
              </a:cxnLst>
              <a:rect l="0" t="0" r="r" b="b"/>
              <a:pathLst>
                <a:path w="21103" h="21600" extrusionOk="0">
                  <a:moveTo>
                    <a:pt x="20299" y="14785"/>
                  </a:moveTo>
                  <a:cubicBezTo>
                    <a:pt x="20623" y="13425"/>
                    <a:pt x="21600" y="12069"/>
                    <a:pt x="20787" y="10862"/>
                  </a:cubicBezTo>
                  <a:cubicBezTo>
                    <a:pt x="19974" y="9655"/>
                    <a:pt x="19812" y="8295"/>
                    <a:pt x="19812" y="6785"/>
                  </a:cubicBezTo>
                  <a:cubicBezTo>
                    <a:pt x="19812" y="5276"/>
                    <a:pt x="15585" y="0"/>
                    <a:pt x="13959" y="0"/>
                  </a:cubicBezTo>
                  <a:cubicBezTo>
                    <a:pt x="12334" y="0"/>
                    <a:pt x="10220" y="1356"/>
                    <a:pt x="8434" y="1051"/>
                  </a:cubicBezTo>
                  <a:cubicBezTo>
                    <a:pt x="6646" y="749"/>
                    <a:pt x="5183" y="149"/>
                    <a:pt x="5020" y="1807"/>
                  </a:cubicBezTo>
                  <a:cubicBezTo>
                    <a:pt x="4908" y="2938"/>
                    <a:pt x="2100" y="5247"/>
                    <a:pt x="0" y="6895"/>
                  </a:cubicBezTo>
                  <a:cubicBezTo>
                    <a:pt x="407" y="7676"/>
                    <a:pt x="783" y="8498"/>
                    <a:pt x="1069" y="9404"/>
                  </a:cubicBezTo>
                  <a:cubicBezTo>
                    <a:pt x="2799" y="14935"/>
                    <a:pt x="4423" y="16044"/>
                    <a:pt x="6920" y="17953"/>
                  </a:cubicBezTo>
                  <a:cubicBezTo>
                    <a:pt x="8046" y="18822"/>
                    <a:pt x="10248" y="20113"/>
                    <a:pt x="12782" y="21600"/>
                  </a:cubicBezTo>
                  <a:cubicBezTo>
                    <a:pt x="13401" y="20516"/>
                    <a:pt x="13997" y="19651"/>
                    <a:pt x="14447" y="19313"/>
                  </a:cubicBezTo>
                  <a:cubicBezTo>
                    <a:pt x="16073" y="18105"/>
                    <a:pt x="19974" y="16145"/>
                    <a:pt x="20299" y="1478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00" name="Shape 2254"/>
            <p:cNvSpPr/>
            <p:nvPr/>
          </p:nvSpPr>
          <p:spPr>
            <a:xfrm>
              <a:off x="6906734" y="3925410"/>
              <a:ext cx="380517" cy="309171"/>
            </a:xfrm>
            <a:custGeom>
              <a:avLst/>
              <a:gdLst/>
              <a:ahLst/>
              <a:cxnLst>
                <a:cxn ang="0">
                  <a:pos x="wd2" y="hd2"/>
                </a:cxn>
                <a:cxn ang="5400000">
                  <a:pos x="wd2" y="hd2"/>
                </a:cxn>
                <a:cxn ang="10800000">
                  <a:pos x="wd2" y="hd2"/>
                </a:cxn>
                <a:cxn ang="16200000">
                  <a:pos x="wd2" y="hd2"/>
                </a:cxn>
              </a:cxnLst>
              <a:rect l="0" t="0" r="r" b="b"/>
              <a:pathLst>
                <a:path w="21499" h="21600" extrusionOk="0">
                  <a:moveTo>
                    <a:pt x="10115" y="16637"/>
                  </a:moveTo>
                  <a:cubicBezTo>
                    <a:pt x="10115" y="15911"/>
                    <a:pt x="12792" y="14983"/>
                    <a:pt x="12792" y="14259"/>
                  </a:cubicBezTo>
                  <a:cubicBezTo>
                    <a:pt x="12792" y="13537"/>
                    <a:pt x="12792" y="5782"/>
                    <a:pt x="12792" y="5782"/>
                  </a:cubicBezTo>
                  <a:cubicBezTo>
                    <a:pt x="12792" y="5782"/>
                    <a:pt x="21154" y="5989"/>
                    <a:pt x="21405" y="5782"/>
                  </a:cubicBezTo>
                  <a:cubicBezTo>
                    <a:pt x="21534" y="5675"/>
                    <a:pt x="21507" y="3426"/>
                    <a:pt x="21463" y="1215"/>
                  </a:cubicBezTo>
                  <a:cubicBezTo>
                    <a:pt x="21145" y="549"/>
                    <a:pt x="21600" y="0"/>
                    <a:pt x="19622" y="0"/>
                  </a:cubicBezTo>
                  <a:cubicBezTo>
                    <a:pt x="18003" y="0"/>
                    <a:pt x="13274" y="0"/>
                    <a:pt x="10084" y="0"/>
                  </a:cubicBezTo>
                  <a:cubicBezTo>
                    <a:pt x="9354" y="848"/>
                    <a:pt x="8960" y="1990"/>
                    <a:pt x="8681" y="2909"/>
                  </a:cubicBezTo>
                  <a:cubicBezTo>
                    <a:pt x="8226" y="4407"/>
                    <a:pt x="5382" y="6612"/>
                    <a:pt x="5268" y="8723"/>
                  </a:cubicBezTo>
                  <a:cubicBezTo>
                    <a:pt x="5155" y="10833"/>
                    <a:pt x="2499" y="14115"/>
                    <a:pt x="755" y="18617"/>
                  </a:cubicBezTo>
                  <a:cubicBezTo>
                    <a:pt x="275" y="19857"/>
                    <a:pt x="56" y="20822"/>
                    <a:pt x="0" y="21600"/>
                  </a:cubicBezTo>
                  <a:lnTo>
                    <a:pt x="10115" y="21600"/>
                  </a:lnTo>
                  <a:cubicBezTo>
                    <a:pt x="10115" y="21600"/>
                    <a:pt x="10115" y="17361"/>
                    <a:pt x="10115" y="1663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01" name="Shape 2255"/>
            <p:cNvSpPr/>
            <p:nvPr/>
          </p:nvSpPr>
          <p:spPr>
            <a:xfrm>
              <a:off x="6906734" y="3950254"/>
              <a:ext cx="549548" cy="604080"/>
            </a:xfrm>
            <a:custGeom>
              <a:avLst/>
              <a:gdLst/>
              <a:ahLst/>
              <a:cxnLst>
                <a:cxn ang="0">
                  <a:pos x="wd2" y="hd2"/>
                </a:cxn>
                <a:cxn ang="5400000">
                  <a:pos x="wd2" y="hd2"/>
                </a:cxn>
                <a:cxn ang="10800000">
                  <a:pos x="wd2" y="hd2"/>
                </a:cxn>
                <a:cxn ang="16200000">
                  <a:pos x="wd2" y="hd2"/>
                </a:cxn>
              </a:cxnLst>
              <a:rect l="0" t="0" r="r" b="b"/>
              <a:pathLst>
                <a:path w="21509" h="21600" extrusionOk="0">
                  <a:moveTo>
                    <a:pt x="1611" y="18666"/>
                  </a:moveTo>
                  <a:cubicBezTo>
                    <a:pt x="2235" y="18780"/>
                    <a:pt x="3235" y="18666"/>
                    <a:pt x="3235" y="18666"/>
                  </a:cubicBezTo>
                  <a:cubicBezTo>
                    <a:pt x="3235" y="18666"/>
                    <a:pt x="4109" y="18323"/>
                    <a:pt x="4609" y="18551"/>
                  </a:cubicBezTo>
                  <a:cubicBezTo>
                    <a:pt x="5108" y="18780"/>
                    <a:pt x="5607" y="19350"/>
                    <a:pt x="5607" y="19350"/>
                  </a:cubicBezTo>
                  <a:lnTo>
                    <a:pt x="6232" y="19350"/>
                  </a:lnTo>
                  <a:cubicBezTo>
                    <a:pt x="6232" y="19350"/>
                    <a:pt x="6732" y="20607"/>
                    <a:pt x="7481" y="20835"/>
                  </a:cubicBezTo>
                  <a:cubicBezTo>
                    <a:pt x="7912" y="20966"/>
                    <a:pt x="8175" y="21322"/>
                    <a:pt x="8323" y="21600"/>
                  </a:cubicBezTo>
                  <a:cubicBezTo>
                    <a:pt x="8857" y="21590"/>
                    <a:pt x="9271" y="21427"/>
                    <a:pt x="9271" y="21078"/>
                  </a:cubicBezTo>
                  <a:cubicBezTo>
                    <a:pt x="9271" y="20641"/>
                    <a:pt x="9511" y="20058"/>
                    <a:pt x="10307" y="20713"/>
                  </a:cubicBezTo>
                  <a:cubicBezTo>
                    <a:pt x="11104" y="21368"/>
                    <a:pt x="11104" y="20785"/>
                    <a:pt x="11263" y="20568"/>
                  </a:cubicBezTo>
                  <a:cubicBezTo>
                    <a:pt x="11423" y="20349"/>
                    <a:pt x="11981" y="20641"/>
                    <a:pt x="12459" y="20641"/>
                  </a:cubicBezTo>
                  <a:cubicBezTo>
                    <a:pt x="12936" y="20641"/>
                    <a:pt x="13574" y="20349"/>
                    <a:pt x="13574" y="20349"/>
                  </a:cubicBezTo>
                  <a:cubicBezTo>
                    <a:pt x="13574" y="20349"/>
                    <a:pt x="20189" y="20423"/>
                    <a:pt x="20508" y="20276"/>
                  </a:cubicBezTo>
                  <a:cubicBezTo>
                    <a:pt x="20825" y="20131"/>
                    <a:pt x="20747" y="18893"/>
                    <a:pt x="20747" y="18893"/>
                  </a:cubicBezTo>
                  <a:lnTo>
                    <a:pt x="20189" y="18384"/>
                  </a:lnTo>
                  <a:lnTo>
                    <a:pt x="18515" y="4041"/>
                  </a:lnTo>
                  <a:lnTo>
                    <a:pt x="21509" y="4041"/>
                  </a:lnTo>
                  <a:cubicBezTo>
                    <a:pt x="18314" y="2112"/>
                    <a:pt x="15575" y="473"/>
                    <a:pt x="15227" y="292"/>
                  </a:cubicBezTo>
                  <a:cubicBezTo>
                    <a:pt x="15037" y="193"/>
                    <a:pt x="14939" y="95"/>
                    <a:pt x="14878" y="0"/>
                  </a:cubicBezTo>
                  <a:cubicBezTo>
                    <a:pt x="14909" y="1132"/>
                    <a:pt x="14927" y="2283"/>
                    <a:pt x="14838" y="2338"/>
                  </a:cubicBezTo>
                  <a:cubicBezTo>
                    <a:pt x="14664" y="2443"/>
                    <a:pt x="8872" y="2338"/>
                    <a:pt x="8872" y="2338"/>
                  </a:cubicBezTo>
                  <a:cubicBezTo>
                    <a:pt x="8872" y="2338"/>
                    <a:pt x="8872" y="6307"/>
                    <a:pt x="8872" y="6677"/>
                  </a:cubicBezTo>
                  <a:cubicBezTo>
                    <a:pt x="8872" y="7047"/>
                    <a:pt x="7017" y="7523"/>
                    <a:pt x="7017" y="7893"/>
                  </a:cubicBezTo>
                  <a:cubicBezTo>
                    <a:pt x="7017" y="8264"/>
                    <a:pt x="7017" y="10434"/>
                    <a:pt x="7017" y="10434"/>
                  </a:cubicBezTo>
                  <a:lnTo>
                    <a:pt x="10" y="10434"/>
                  </a:lnTo>
                  <a:cubicBezTo>
                    <a:pt x="-91" y="11479"/>
                    <a:pt x="607" y="11850"/>
                    <a:pt x="1006" y="12267"/>
                  </a:cubicBezTo>
                  <a:cubicBezTo>
                    <a:pt x="1558" y="12842"/>
                    <a:pt x="586" y="13850"/>
                    <a:pt x="1400" y="14883"/>
                  </a:cubicBezTo>
                  <a:cubicBezTo>
                    <a:pt x="2214" y="15914"/>
                    <a:pt x="1217" y="17498"/>
                    <a:pt x="822" y="18074"/>
                  </a:cubicBezTo>
                  <a:cubicBezTo>
                    <a:pt x="608" y="18388"/>
                    <a:pt x="586" y="18931"/>
                    <a:pt x="520" y="19487"/>
                  </a:cubicBezTo>
                  <a:cubicBezTo>
                    <a:pt x="553" y="19478"/>
                    <a:pt x="591" y="19469"/>
                    <a:pt x="611" y="19464"/>
                  </a:cubicBezTo>
                  <a:cubicBezTo>
                    <a:pt x="1111" y="19350"/>
                    <a:pt x="986" y="18551"/>
                    <a:pt x="1611" y="1866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02" name="Shape 2256"/>
            <p:cNvSpPr/>
            <p:nvPr/>
          </p:nvSpPr>
          <p:spPr>
            <a:xfrm>
              <a:off x="7105488" y="4049631"/>
              <a:ext cx="758054" cy="704908"/>
            </a:xfrm>
            <a:custGeom>
              <a:avLst/>
              <a:gdLst/>
              <a:ahLst/>
              <a:cxnLst>
                <a:cxn ang="0">
                  <a:pos x="wd2" y="hd2"/>
                </a:cxn>
                <a:cxn ang="5400000">
                  <a:pos x="wd2" y="hd2"/>
                </a:cxn>
                <a:cxn ang="10800000">
                  <a:pos x="wd2" y="hd2"/>
                </a:cxn>
                <a:cxn ang="16200000">
                  <a:pos x="wd2" y="hd2"/>
                </a:cxn>
              </a:cxnLst>
              <a:rect l="0" t="0" r="r" b="b"/>
              <a:pathLst>
                <a:path w="21573" h="21448" extrusionOk="0">
                  <a:moveTo>
                    <a:pt x="20461" y="8949"/>
                  </a:moveTo>
                  <a:cubicBezTo>
                    <a:pt x="20461" y="8949"/>
                    <a:pt x="20461" y="7881"/>
                    <a:pt x="19825" y="7492"/>
                  </a:cubicBezTo>
                  <a:cubicBezTo>
                    <a:pt x="19189" y="7104"/>
                    <a:pt x="18371" y="7006"/>
                    <a:pt x="18371" y="7006"/>
                  </a:cubicBezTo>
                  <a:cubicBezTo>
                    <a:pt x="18371" y="7006"/>
                    <a:pt x="17918" y="6132"/>
                    <a:pt x="17554" y="5744"/>
                  </a:cubicBezTo>
                  <a:cubicBezTo>
                    <a:pt x="17336" y="5511"/>
                    <a:pt x="13085" y="2472"/>
                    <a:pt x="9588" y="0"/>
                  </a:cubicBezTo>
                  <a:lnTo>
                    <a:pt x="7411" y="0"/>
                  </a:lnTo>
                  <a:lnTo>
                    <a:pt x="8628" y="12206"/>
                  </a:lnTo>
                  <a:lnTo>
                    <a:pt x="9034" y="12638"/>
                  </a:lnTo>
                  <a:cubicBezTo>
                    <a:pt x="9034" y="12638"/>
                    <a:pt x="9091" y="13692"/>
                    <a:pt x="8860" y="13815"/>
                  </a:cubicBezTo>
                  <a:cubicBezTo>
                    <a:pt x="8628" y="13939"/>
                    <a:pt x="3818" y="13877"/>
                    <a:pt x="3818" y="13877"/>
                  </a:cubicBezTo>
                  <a:cubicBezTo>
                    <a:pt x="3818" y="13877"/>
                    <a:pt x="3355" y="14125"/>
                    <a:pt x="3007" y="14125"/>
                  </a:cubicBezTo>
                  <a:cubicBezTo>
                    <a:pt x="2660" y="14125"/>
                    <a:pt x="2254" y="13877"/>
                    <a:pt x="2138" y="14063"/>
                  </a:cubicBezTo>
                  <a:cubicBezTo>
                    <a:pt x="2022" y="14248"/>
                    <a:pt x="2022" y="14744"/>
                    <a:pt x="1443" y="14187"/>
                  </a:cubicBezTo>
                  <a:cubicBezTo>
                    <a:pt x="864" y="13629"/>
                    <a:pt x="689" y="14125"/>
                    <a:pt x="689" y="14497"/>
                  </a:cubicBezTo>
                  <a:cubicBezTo>
                    <a:pt x="689" y="14795"/>
                    <a:pt x="388" y="14932"/>
                    <a:pt x="0" y="14942"/>
                  </a:cubicBezTo>
                  <a:cubicBezTo>
                    <a:pt x="80" y="15119"/>
                    <a:pt x="116" y="15261"/>
                    <a:pt x="116" y="15261"/>
                  </a:cubicBezTo>
                  <a:lnTo>
                    <a:pt x="353" y="15638"/>
                  </a:lnTo>
                  <a:cubicBezTo>
                    <a:pt x="353" y="15638"/>
                    <a:pt x="315" y="16250"/>
                    <a:pt x="544" y="16495"/>
                  </a:cubicBezTo>
                  <a:cubicBezTo>
                    <a:pt x="774" y="16741"/>
                    <a:pt x="1194" y="17190"/>
                    <a:pt x="1232" y="17393"/>
                  </a:cubicBezTo>
                  <a:cubicBezTo>
                    <a:pt x="1270" y="17598"/>
                    <a:pt x="1232" y="18497"/>
                    <a:pt x="1232" y="18497"/>
                  </a:cubicBezTo>
                  <a:cubicBezTo>
                    <a:pt x="1232" y="18497"/>
                    <a:pt x="1384" y="19191"/>
                    <a:pt x="1613" y="18865"/>
                  </a:cubicBezTo>
                  <a:cubicBezTo>
                    <a:pt x="1843" y="18537"/>
                    <a:pt x="2186" y="19150"/>
                    <a:pt x="2339" y="18742"/>
                  </a:cubicBezTo>
                  <a:cubicBezTo>
                    <a:pt x="2493" y="18333"/>
                    <a:pt x="2988" y="18823"/>
                    <a:pt x="3218" y="18823"/>
                  </a:cubicBezTo>
                  <a:cubicBezTo>
                    <a:pt x="3447" y="18823"/>
                    <a:pt x="3982" y="18088"/>
                    <a:pt x="4134" y="18129"/>
                  </a:cubicBezTo>
                  <a:cubicBezTo>
                    <a:pt x="4288" y="18169"/>
                    <a:pt x="4631" y="18865"/>
                    <a:pt x="4631" y="19150"/>
                  </a:cubicBezTo>
                  <a:cubicBezTo>
                    <a:pt x="4631" y="19436"/>
                    <a:pt x="5319" y="19722"/>
                    <a:pt x="5090" y="19803"/>
                  </a:cubicBezTo>
                  <a:cubicBezTo>
                    <a:pt x="4861" y="19885"/>
                    <a:pt x="4822" y="20293"/>
                    <a:pt x="5090" y="20293"/>
                  </a:cubicBezTo>
                  <a:cubicBezTo>
                    <a:pt x="5357" y="20293"/>
                    <a:pt x="5242" y="20825"/>
                    <a:pt x="5395" y="21070"/>
                  </a:cubicBezTo>
                  <a:cubicBezTo>
                    <a:pt x="5548" y="21315"/>
                    <a:pt x="5853" y="21520"/>
                    <a:pt x="6006" y="21152"/>
                  </a:cubicBezTo>
                  <a:cubicBezTo>
                    <a:pt x="6160" y="20784"/>
                    <a:pt x="6503" y="21111"/>
                    <a:pt x="6656" y="21356"/>
                  </a:cubicBezTo>
                  <a:cubicBezTo>
                    <a:pt x="6809" y="21600"/>
                    <a:pt x="7306" y="21315"/>
                    <a:pt x="7382" y="20988"/>
                  </a:cubicBezTo>
                  <a:cubicBezTo>
                    <a:pt x="7458" y="20661"/>
                    <a:pt x="8069" y="20538"/>
                    <a:pt x="8031" y="20906"/>
                  </a:cubicBezTo>
                  <a:cubicBezTo>
                    <a:pt x="7993" y="21274"/>
                    <a:pt x="8107" y="21356"/>
                    <a:pt x="8489" y="21070"/>
                  </a:cubicBezTo>
                  <a:cubicBezTo>
                    <a:pt x="8606" y="20983"/>
                    <a:pt x="8731" y="20969"/>
                    <a:pt x="8855" y="20989"/>
                  </a:cubicBezTo>
                  <a:cubicBezTo>
                    <a:pt x="8990" y="20514"/>
                    <a:pt x="9146" y="20075"/>
                    <a:pt x="9215" y="19926"/>
                  </a:cubicBezTo>
                  <a:cubicBezTo>
                    <a:pt x="9330" y="19681"/>
                    <a:pt x="8948" y="19110"/>
                    <a:pt x="9138" y="19027"/>
                  </a:cubicBezTo>
                  <a:cubicBezTo>
                    <a:pt x="9330" y="18946"/>
                    <a:pt x="9979" y="19110"/>
                    <a:pt x="10170" y="18537"/>
                  </a:cubicBezTo>
                  <a:cubicBezTo>
                    <a:pt x="10361" y="17966"/>
                    <a:pt x="10590" y="17679"/>
                    <a:pt x="10590" y="17679"/>
                  </a:cubicBezTo>
                  <a:cubicBezTo>
                    <a:pt x="10590" y="17679"/>
                    <a:pt x="10666" y="16455"/>
                    <a:pt x="11010" y="16659"/>
                  </a:cubicBezTo>
                  <a:cubicBezTo>
                    <a:pt x="11354" y="16863"/>
                    <a:pt x="11774" y="17190"/>
                    <a:pt x="11813" y="16699"/>
                  </a:cubicBezTo>
                  <a:cubicBezTo>
                    <a:pt x="11851" y="16209"/>
                    <a:pt x="12271" y="16495"/>
                    <a:pt x="12385" y="16046"/>
                  </a:cubicBezTo>
                  <a:cubicBezTo>
                    <a:pt x="12500" y="15596"/>
                    <a:pt x="12729" y="15638"/>
                    <a:pt x="12997" y="15719"/>
                  </a:cubicBezTo>
                  <a:cubicBezTo>
                    <a:pt x="13264" y="15801"/>
                    <a:pt x="13493" y="15679"/>
                    <a:pt x="13493" y="15433"/>
                  </a:cubicBezTo>
                  <a:cubicBezTo>
                    <a:pt x="13493" y="15189"/>
                    <a:pt x="14104" y="15311"/>
                    <a:pt x="14601" y="14944"/>
                  </a:cubicBezTo>
                  <a:cubicBezTo>
                    <a:pt x="15097" y="14576"/>
                    <a:pt x="15365" y="14290"/>
                    <a:pt x="15556" y="14493"/>
                  </a:cubicBezTo>
                  <a:cubicBezTo>
                    <a:pt x="15748" y="14699"/>
                    <a:pt x="17008" y="14657"/>
                    <a:pt x="17199" y="14576"/>
                  </a:cubicBezTo>
                  <a:cubicBezTo>
                    <a:pt x="17389" y="14493"/>
                    <a:pt x="17772" y="14127"/>
                    <a:pt x="18230" y="14208"/>
                  </a:cubicBezTo>
                  <a:cubicBezTo>
                    <a:pt x="18688" y="14290"/>
                    <a:pt x="19796" y="14003"/>
                    <a:pt x="20254" y="14003"/>
                  </a:cubicBezTo>
                  <a:cubicBezTo>
                    <a:pt x="20713" y="14003"/>
                    <a:pt x="20904" y="13555"/>
                    <a:pt x="21057" y="13391"/>
                  </a:cubicBezTo>
                  <a:cubicBezTo>
                    <a:pt x="21210" y="13228"/>
                    <a:pt x="21324" y="12493"/>
                    <a:pt x="21477" y="12371"/>
                  </a:cubicBezTo>
                  <a:cubicBezTo>
                    <a:pt x="21600" y="12272"/>
                    <a:pt x="21575" y="9707"/>
                    <a:pt x="21560" y="8695"/>
                  </a:cubicBezTo>
                  <a:cubicBezTo>
                    <a:pt x="21099" y="8797"/>
                    <a:pt x="20461" y="8949"/>
                    <a:pt x="20461" y="894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03" name="Shape 2257"/>
            <p:cNvSpPr/>
            <p:nvPr/>
          </p:nvSpPr>
          <p:spPr>
            <a:xfrm>
              <a:off x="7403621" y="4521674"/>
              <a:ext cx="371545" cy="253074"/>
            </a:xfrm>
            <a:custGeom>
              <a:avLst/>
              <a:gdLst/>
              <a:ahLst/>
              <a:cxnLst>
                <a:cxn ang="0">
                  <a:pos x="wd2" y="hd2"/>
                </a:cxn>
                <a:cxn ang="5400000">
                  <a:pos x="wd2" y="hd2"/>
                </a:cxn>
                <a:cxn ang="10800000">
                  <a:pos x="wd2" y="hd2"/>
                </a:cxn>
                <a:cxn ang="16200000">
                  <a:pos x="wd2" y="hd2"/>
                </a:cxn>
              </a:cxnLst>
              <a:rect l="0" t="0" r="r" b="b"/>
              <a:pathLst>
                <a:path w="21473" h="20466" extrusionOk="0">
                  <a:moveTo>
                    <a:pt x="21442" y="11758"/>
                  </a:moveTo>
                  <a:cubicBezTo>
                    <a:pt x="21047" y="11247"/>
                    <a:pt x="20516" y="11088"/>
                    <a:pt x="20378" y="11088"/>
                  </a:cubicBezTo>
                  <a:cubicBezTo>
                    <a:pt x="20145" y="11088"/>
                    <a:pt x="20320" y="9299"/>
                    <a:pt x="20204" y="9056"/>
                  </a:cubicBezTo>
                  <a:cubicBezTo>
                    <a:pt x="20087" y="8811"/>
                    <a:pt x="19331" y="9542"/>
                    <a:pt x="18865" y="9299"/>
                  </a:cubicBezTo>
                  <a:cubicBezTo>
                    <a:pt x="18400" y="9056"/>
                    <a:pt x="18225" y="7998"/>
                    <a:pt x="17818" y="7998"/>
                  </a:cubicBezTo>
                  <a:cubicBezTo>
                    <a:pt x="17411" y="7998"/>
                    <a:pt x="17353" y="7347"/>
                    <a:pt x="17353" y="6613"/>
                  </a:cubicBezTo>
                  <a:cubicBezTo>
                    <a:pt x="17353" y="5879"/>
                    <a:pt x="16597" y="5147"/>
                    <a:pt x="16131" y="4659"/>
                  </a:cubicBezTo>
                  <a:cubicBezTo>
                    <a:pt x="15666" y="4170"/>
                    <a:pt x="15550" y="2787"/>
                    <a:pt x="15258" y="2542"/>
                  </a:cubicBezTo>
                  <a:cubicBezTo>
                    <a:pt x="15091" y="2403"/>
                    <a:pt x="15156" y="1402"/>
                    <a:pt x="15240" y="572"/>
                  </a:cubicBezTo>
                  <a:cubicBezTo>
                    <a:pt x="14516" y="558"/>
                    <a:pt x="13800" y="448"/>
                    <a:pt x="13609" y="180"/>
                  </a:cubicBezTo>
                  <a:cubicBezTo>
                    <a:pt x="13222" y="-360"/>
                    <a:pt x="12678" y="399"/>
                    <a:pt x="11671" y="1376"/>
                  </a:cubicBezTo>
                  <a:cubicBezTo>
                    <a:pt x="10662" y="2353"/>
                    <a:pt x="9421" y="2030"/>
                    <a:pt x="9421" y="2679"/>
                  </a:cubicBezTo>
                  <a:cubicBezTo>
                    <a:pt x="9421" y="3331"/>
                    <a:pt x="8954" y="3656"/>
                    <a:pt x="8412" y="3437"/>
                  </a:cubicBezTo>
                  <a:cubicBezTo>
                    <a:pt x="7869" y="3223"/>
                    <a:pt x="7403" y="3113"/>
                    <a:pt x="7170" y="4308"/>
                  </a:cubicBezTo>
                  <a:cubicBezTo>
                    <a:pt x="6938" y="5501"/>
                    <a:pt x="6085" y="4739"/>
                    <a:pt x="6007" y="6042"/>
                  </a:cubicBezTo>
                  <a:cubicBezTo>
                    <a:pt x="5929" y="7347"/>
                    <a:pt x="5076" y="6478"/>
                    <a:pt x="4378" y="5936"/>
                  </a:cubicBezTo>
                  <a:cubicBezTo>
                    <a:pt x="3679" y="5395"/>
                    <a:pt x="3525" y="8646"/>
                    <a:pt x="3525" y="8646"/>
                  </a:cubicBezTo>
                  <a:cubicBezTo>
                    <a:pt x="3525" y="8646"/>
                    <a:pt x="3060" y="9409"/>
                    <a:pt x="2670" y="10926"/>
                  </a:cubicBezTo>
                  <a:cubicBezTo>
                    <a:pt x="2283" y="12450"/>
                    <a:pt x="965" y="12013"/>
                    <a:pt x="576" y="12230"/>
                  </a:cubicBezTo>
                  <a:cubicBezTo>
                    <a:pt x="189" y="12450"/>
                    <a:pt x="965" y="13967"/>
                    <a:pt x="732" y="14620"/>
                  </a:cubicBezTo>
                  <a:cubicBezTo>
                    <a:pt x="591" y="15016"/>
                    <a:pt x="275" y="16182"/>
                    <a:pt x="0" y="17445"/>
                  </a:cubicBezTo>
                  <a:cubicBezTo>
                    <a:pt x="574" y="17577"/>
                    <a:pt x="1113" y="18258"/>
                    <a:pt x="1276" y="18638"/>
                  </a:cubicBezTo>
                  <a:cubicBezTo>
                    <a:pt x="1508" y="19178"/>
                    <a:pt x="2905" y="21240"/>
                    <a:pt x="3603" y="20155"/>
                  </a:cubicBezTo>
                  <a:cubicBezTo>
                    <a:pt x="4302" y="19068"/>
                    <a:pt x="6240" y="18962"/>
                    <a:pt x="6705" y="19613"/>
                  </a:cubicBezTo>
                  <a:cubicBezTo>
                    <a:pt x="7170" y="20265"/>
                    <a:pt x="7482" y="19937"/>
                    <a:pt x="7559" y="19288"/>
                  </a:cubicBezTo>
                  <a:cubicBezTo>
                    <a:pt x="7636" y="18638"/>
                    <a:pt x="6784" y="16247"/>
                    <a:pt x="7095" y="15595"/>
                  </a:cubicBezTo>
                  <a:cubicBezTo>
                    <a:pt x="7403" y="14944"/>
                    <a:pt x="13455" y="15272"/>
                    <a:pt x="13688" y="15813"/>
                  </a:cubicBezTo>
                  <a:cubicBezTo>
                    <a:pt x="13919" y="16357"/>
                    <a:pt x="13919" y="14730"/>
                    <a:pt x="14696" y="14836"/>
                  </a:cubicBezTo>
                  <a:cubicBezTo>
                    <a:pt x="15472" y="14944"/>
                    <a:pt x="16636" y="15487"/>
                    <a:pt x="17102" y="15272"/>
                  </a:cubicBezTo>
                  <a:cubicBezTo>
                    <a:pt x="17567" y="15054"/>
                    <a:pt x="18109" y="13857"/>
                    <a:pt x="18575" y="13857"/>
                  </a:cubicBezTo>
                  <a:cubicBezTo>
                    <a:pt x="19041" y="13857"/>
                    <a:pt x="20437" y="13751"/>
                    <a:pt x="20747" y="13207"/>
                  </a:cubicBezTo>
                  <a:cubicBezTo>
                    <a:pt x="21059" y="12664"/>
                    <a:pt x="21600" y="12664"/>
                    <a:pt x="21446" y="11799"/>
                  </a:cubicBezTo>
                  <a:cubicBezTo>
                    <a:pt x="21444" y="11785"/>
                    <a:pt x="21444" y="11773"/>
                    <a:pt x="21442" y="1175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04" name="Shape 2258"/>
            <p:cNvSpPr/>
            <p:nvPr/>
          </p:nvSpPr>
          <p:spPr>
            <a:xfrm>
              <a:off x="7701753" y="4124164"/>
              <a:ext cx="700639" cy="548522"/>
            </a:xfrm>
            <a:custGeom>
              <a:avLst/>
              <a:gdLst/>
              <a:ahLst/>
              <a:cxnLst>
                <a:cxn ang="0">
                  <a:pos x="wd2" y="hd2"/>
                </a:cxn>
                <a:cxn ang="5400000">
                  <a:pos x="wd2" y="hd2"/>
                </a:cxn>
                <a:cxn ang="10800000">
                  <a:pos x="wd2" y="hd2"/>
                </a:cxn>
                <a:cxn ang="16200000">
                  <a:pos x="wd2" y="hd2"/>
                </a:cxn>
              </a:cxnLst>
              <a:rect l="0" t="0" r="r" b="b"/>
              <a:pathLst>
                <a:path w="21438" h="21485" extrusionOk="0">
                  <a:moveTo>
                    <a:pt x="20583" y="3147"/>
                  </a:moveTo>
                  <a:cubicBezTo>
                    <a:pt x="20583" y="2888"/>
                    <a:pt x="20537" y="1726"/>
                    <a:pt x="20500" y="862"/>
                  </a:cubicBezTo>
                  <a:lnTo>
                    <a:pt x="19398" y="1625"/>
                  </a:lnTo>
                  <a:cubicBezTo>
                    <a:pt x="19398" y="1625"/>
                    <a:pt x="19105" y="1001"/>
                    <a:pt x="18519" y="500"/>
                  </a:cubicBezTo>
                  <a:cubicBezTo>
                    <a:pt x="17934" y="0"/>
                    <a:pt x="16469" y="0"/>
                    <a:pt x="16469" y="0"/>
                  </a:cubicBezTo>
                  <a:lnTo>
                    <a:pt x="10511" y="4753"/>
                  </a:lnTo>
                  <a:lnTo>
                    <a:pt x="7972" y="7375"/>
                  </a:lnTo>
                  <a:cubicBezTo>
                    <a:pt x="7972" y="7375"/>
                    <a:pt x="6312" y="8126"/>
                    <a:pt x="5823" y="8252"/>
                  </a:cubicBezTo>
                  <a:cubicBezTo>
                    <a:pt x="5767" y="8266"/>
                    <a:pt x="5703" y="8282"/>
                    <a:pt x="5639" y="8300"/>
                  </a:cubicBezTo>
                  <a:cubicBezTo>
                    <a:pt x="5654" y="9602"/>
                    <a:pt x="5681" y="12905"/>
                    <a:pt x="5549" y="13031"/>
                  </a:cubicBezTo>
                  <a:cubicBezTo>
                    <a:pt x="5385" y="13190"/>
                    <a:pt x="5261" y="14135"/>
                    <a:pt x="5097" y="14345"/>
                  </a:cubicBezTo>
                  <a:cubicBezTo>
                    <a:pt x="4933" y="14556"/>
                    <a:pt x="4727" y="15133"/>
                    <a:pt x="4234" y="15133"/>
                  </a:cubicBezTo>
                  <a:cubicBezTo>
                    <a:pt x="3741" y="15133"/>
                    <a:pt x="2551" y="15503"/>
                    <a:pt x="2058" y="15397"/>
                  </a:cubicBezTo>
                  <a:cubicBezTo>
                    <a:pt x="1565" y="15293"/>
                    <a:pt x="1154" y="15763"/>
                    <a:pt x="949" y="15870"/>
                  </a:cubicBezTo>
                  <a:cubicBezTo>
                    <a:pt x="845" y="15923"/>
                    <a:pt x="442" y="15963"/>
                    <a:pt x="46" y="15953"/>
                  </a:cubicBezTo>
                  <a:cubicBezTo>
                    <a:pt x="2" y="16356"/>
                    <a:pt x="-33" y="16841"/>
                    <a:pt x="55" y="16908"/>
                  </a:cubicBezTo>
                  <a:cubicBezTo>
                    <a:pt x="210" y="17026"/>
                    <a:pt x="271" y="17696"/>
                    <a:pt x="518" y="17934"/>
                  </a:cubicBezTo>
                  <a:cubicBezTo>
                    <a:pt x="764" y="18170"/>
                    <a:pt x="1164" y="18525"/>
                    <a:pt x="1164" y="18879"/>
                  </a:cubicBezTo>
                  <a:cubicBezTo>
                    <a:pt x="1164" y="19236"/>
                    <a:pt x="1195" y="19550"/>
                    <a:pt x="1411" y="19550"/>
                  </a:cubicBezTo>
                  <a:cubicBezTo>
                    <a:pt x="1626" y="19550"/>
                    <a:pt x="1719" y="20062"/>
                    <a:pt x="1965" y="20180"/>
                  </a:cubicBezTo>
                  <a:cubicBezTo>
                    <a:pt x="2212" y="20299"/>
                    <a:pt x="2612" y="19945"/>
                    <a:pt x="2674" y="20062"/>
                  </a:cubicBezTo>
                  <a:cubicBezTo>
                    <a:pt x="2735" y="20180"/>
                    <a:pt x="2643" y="21048"/>
                    <a:pt x="2766" y="21048"/>
                  </a:cubicBezTo>
                  <a:cubicBezTo>
                    <a:pt x="2839" y="21048"/>
                    <a:pt x="3120" y="21125"/>
                    <a:pt x="3330" y="21371"/>
                  </a:cubicBezTo>
                  <a:cubicBezTo>
                    <a:pt x="3255" y="20953"/>
                    <a:pt x="3419" y="20394"/>
                    <a:pt x="3824" y="20549"/>
                  </a:cubicBezTo>
                  <a:cubicBezTo>
                    <a:pt x="4235" y="20707"/>
                    <a:pt x="3906" y="21180"/>
                    <a:pt x="4276" y="21393"/>
                  </a:cubicBezTo>
                  <a:cubicBezTo>
                    <a:pt x="4645" y="21600"/>
                    <a:pt x="4851" y="21443"/>
                    <a:pt x="4851" y="21075"/>
                  </a:cubicBezTo>
                  <a:cubicBezTo>
                    <a:pt x="4851" y="20707"/>
                    <a:pt x="5344" y="19971"/>
                    <a:pt x="5468" y="19813"/>
                  </a:cubicBezTo>
                  <a:cubicBezTo>
                    <a:pt x="5591" y="19656"/>
                    <a:pt x="5549" y="18658"/>
                    <a:pt x="5796" y="18394"/>
                  </a:cubicBezTo>
                  <a:cubicBezTo>
                    <a:pt x="6042" y="18130"/>
                    <a:pt x="6782" y="18341"/>
                    <a:pt x="7069" y="18394"/>
                  </a:cubicBezTo>
                  <a:cubicBezTo>
                    <a:pt x="7356" y="18447"/>
                    <a:pt x="7562" y="17657"/>
                    <a:pt x="7890" y="18026"/>
                  </a:cubicBezTo>
                  <a:cubicBezTo>
                    <a:pt x="8219" y="18394"/>
                    <a:pt x="8753" y="18078"/>
                    <a:pt x="9000" y="18447"/>
                  </a:cubicBezTo>
                  <a:cubicBezTo>
                    <a:pt x="9246" y="18815"/>
                    <a:pt x="9369" y="19707"/>
                    <a:pt x="9780" y="19392"/>
                  </a:cubicBezTo>
                  <a:cubicBezTo>
                    <a:pt x="10190" y="19076"/>
                    <a:pt x="10683" y="18972"/>
                    <a:pt x="10929" y="18972"/>
                  </a:cubicBezTo>
                  <a:cubicBezTo>
                    <a:pt x="11177" y="18972"/>
                    <a:pt x="11752" y="19603"/>
                    <a:pt x="11998" y="19707"/>
                  </a:cubicBezTo>
                  <a:cubicBezTo>
                    <a:pt x="12244" y="19813"/>
                    <a:pt x="13066" y="19919"/>
                    <a:pt x="13353" y="19707"/>
                  </a:cubicBezTo>
                  <a:cubicBezTo>
                    <a:pt x="13640" y="19497"/>
                    <a:pt x="14010" y="18815"/>
                    <a:pt x="14379" y="18866"/>
                  </a:cubicBezTo>
                  <a:cubicBezTo>
                    <a:pt x="14749" y="18919"/>
                    <a:pt x="15899" y="18760"/>
                    <a:pt x="16146" y="18919"/>
                  </a:cubicBezTo>
                  <a:cubicBezTo>
                    <a:pt x="16393" y="19076"/>
                    <a:pt x="16926" y="19445"/>
                    <a:pt x="17296" y="19287"/>
                  </a:cubicBezTo>
                  <a:cubicBezTo>
                    <a:pt x="17667" y="19130"/>
                    <a:pt x="17994" y="18237"/>
                    <a:pt x="18282" y="18130"/>
                  </a:cubicBezTo>
                  <a:cubicBezTo>
                    <a:pt x="18372" y="18097"/>
                    <a:pt x="18431" y="18105"/>
                    <a:pt x="18480" y="18126"/>
                  </a:cubicBezTo>
                  <a:cubicBezTo>
                    <a:pt x="18485" y="17921"/>
                    <a:pt x="18488" y="17726"/>
                    <a:pt x="18488" y="17553"/>
                  </a:cubicBezTo>
                  <a:cubicBezTo>
                    <a:pt x="18488" y="16606"/>
                    <a:pt x="18652" y="16975"/>
                    <a:pt x="18776" y="16028"/>
                  </a:cubicBezTo>
                  <a:cubicBezTo>
                    <a:pt x="18898" y="15082"/>
                    <a:pt x="20829" y="12610"/>
                    <a:pt x="20993" y="12451"/>
                  </a:cubicBezTo>
                  <a:cubicBezTo>
                    <a:pt x="21158" y="12294"/>
                    <a:pt x="21156" y="8562"/>
                    <a:pt x="21156" y="8036"/>
                  </a:cubicBezTo>
                  <a:cubicBezTo>
                    <a:pt x="21156" y="7511"/>
                    <a:pt x="21239" y="6880"/>
                    <a:pt x="21403" y="6143"/>
                  </a:cubicBezTo>
                  <a:cubicBezTo>
                    <a:pt x="21567" y="5406"/>
                    <a:pt x="21116" y="5461"/>
                    <a:pt x="21156" y="4776"/>
                  </a:cubicBezTo>
                  <a:cubicBezTo>
                    <a:pt x="21198" y="4094"/>
                    <a:pt x="20583" y="3568"/>
                    <a:pt x="20583" y="314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05" name="Shape 2259"/>
            <p:cNvSpPr/>
            <p:nvPr/>
          </p:nvSpPr>
          <p:spPr>
            <a:xfrm>
              <a:off x="8298019" y="4124164"/>
              <a:ext cx="453595" cy="753499"/>
            </a:xfrm>
            <a:custGeom>
              <a:avLst/>
              <a:gdLst/>
              <a:ahLst/>
              <a:cxnLst>
                <a:cxn ang="0">
                  <a:pos x="wd2" y="hd2"/>
                </a:cxn>
                <a:cxn ang="5400000">
                  <a:pos x="wd2" y="hd2"/>
                </a:cxn>
                <a:cxn ang="10800000">
                  <a:pos x="wd2" y="hd2"/>
                </a:cxn>
                <a:cxn ang="16200000">
                  <a:pos x="wd2" y="hd2"/>
                </a:cxn>
              </a:cxnLst>
              <a:rect l="0" t="0" r="r" b="b"/>
              <a:pathLst>
                <a:path w="21488" h="21542" extrusionOk="0">
                  <a:moveTo>
                    <a:pt x="21467" y="5328"/>
                  </a:moveTo>
                  <a:lnTo>
                    <a:pt x="5049" y="0"/>
                  </a:lnTo>
                  <a:lnTo>
                    <a:pt x="3127" y="629"/>
                  </a:lnTo>
                  <a:cubicBezTo>
                    <a:pt x="3183" y="1260"/>
                    <a:pt x="3255" y="2108"/>
                    <a:pt x="3255" y="2296"/>
                  </a:cubicBezTo>
                  <a:cubicBezTo>
                    <a:pt x="3255" y="2604"/>
                    <a:pt x="4208" y="2988"/>
                    <a:pt x="4143" y="3486"/>
                  </a:cubicBezTo>
                  <a:cubicBezTo>
                    <a:pt x="4081" y="3985"/>
                    <a:pt x="4780" y="3946"/>
                    <a:pt x="4525" y="4484"/>
                  </a:cubicBezTo>
                  <a:cubicBezTo>
                    <a:pt x="4272" y="5022"/>
                    <a:pt x="4143" y="5482"/>
                    <a:pt x="4143" y="5865"/>
                  </a:cubicBezTo>
                  <a:cubicBezTo>
                    <a:pt x="4143" y="6249"/>
                    <a:pt x="4146" y="8974"/>
                    <a:pt x="3891" y="9089"/>
                  </a:cubicBezTo>
                  <a:cubicBezTo>
                    <a:pt x="3635" y="9204"/>
                    <a:pt x="648" y="11008"/>
                    <a:pt x="459" y="11699"/>
                  </a:cubicBezTo>
                  <a:cubicBezTo>
                    <a:pt x="266" y="12390"/>
                    <a:pt x="13" y="12121"/>
                    <a:pt x="13" y="12812"/>
                  </a:cubicBezTo>
                  <a:cubicBezTo>
                    <a:pt x="13" y="12938"/>
                    <a:pt x="7" y="13081"/>
                    <a:pt x="0" y="13230"/>
                  </a:cubicBezTo>
                  <a:cubicBezTo>
                    <a:pt x="164" y="13264"/>
                    <a:pt x="239" y="13371"/>
                    <a:pt x="456" y="13502"/>
                  </a:cubicBezTo>
                  <a:cubicBezTo>
                    <a:pt x="776" y="13693"/>
                    <a:pt x="776" y="14040"/>
                    <a:pt x="1409" y="14040"/>
                  </a:cubicBezTo>
                  <a:cubicBezTo>
                    <a:pt x="2046" y="14040"/>
                    <a:pt x="2809" y="14922"/>
                    <a:pt x="2746" y="15268"/>
                  </a:cubicBezTo>
                  <a:cubicBezTo>
                    <a:pt x="2681" y="15614"/>
                    <a:pt x="3064" y="15805"/>
                    <a:pt x="3001" y="16420"/>
                  </a:cubicBezTo>
                  <a:cubicBezTo>
                    <a:pt x="2937" y="17033"/>
                    <a:pt x="3572" y="17916"/>
                    <a:pt x="3891" y="18032"/>
                  </a:cubicBezTo>
                  <a:cubicBezTo>
                    <a:pt x="4208" y="18146"/>
                    <a:pt x="3762" y="18262"/>
                    <a:pt x="3001" y="18222"/>
                  </a:cubicBezTo>
                  <a:cubicBezTo>
                    <a:pt x="2238" y="18185"/>
                    <a:pt x="1157" y="18185"/>
                    <a:pt x="1157" y="18376"/>
                  </a:cubicBezTo>
                  <a:cubicBezTo>
                    <a:pt x="1157" y="18568"/>
                    <a:pt x="838" y="18837"/>
                    <a:pt x="1664" y="19298"/>
                  </a:cubicBezTo>
                  <a:cubicBezTo>
                    <a:pt x="2492" y="19758"/>
                    <a:pt x="3192" y="19911"/>
                    <a:pt x="3445" y="20410"/>
                  </a:cubicBezTo>
                  <a:cubicBezTo>
                    <a:pt x="3700" y="20911"/>
                    <a:pt x="4016" y="21369"/>
                    <a:pt x="4272" y="21485"/>
                  </a:cubicBezTo>
                  <a:cubicBezTo>
                    <a:pt x="4525" y="21600"/>
                    <a:pt x="5035" y="21563"/>
                    <a:pt x="5479" y="21178"/>
                  </a:cubicBezTo>
                  <a:cubicBezTo>
                    <a:pt x="5925" y="20794"/>
                    <a:pt x="6434" y="21522"/>
                    <a:pt x="6879" y="21178"/>
                  </a:cubicBezTo>
                  <a:cubicBezTo>
                    <a:pt x="7324" y="20832"/>
                    <a:pt x="8851" y="20871"/>
                    <a:pt x="9233" y="20755"/>
                  </a:cubicBezTo>
                  <a:cubicBezTo>
                    <a:pt x="9614" y="20640"/>
                    <a:pt x="10759" y="20333"/>
                    <a:pt x="11138" y="20142"/>
                  </a:cubicBezTo>
                  <a:cubicBezTo>
                    <a:pt x="11520" y="19950"/>
                    <a:pt x="10695" y="19643"/>
                    <a:pt x="11267" y="19451"/>
                  </a:cubicBezTo>
                  <a:cubicBezTo>
                    <a:pt x="11837" y="19259"/>
                    <a:pt x="13619" y="19604"/>
                    <a:pt x="14319" y="19068"/>
                  </a:cubicBezTo>
                  <a:cubicBezTo>
                    <a:pt x="15019" y="18530"/>
                    <a:pt x="16099" y="17954"/>
                    <a:pt x="16416" y="17763"/>
                  </a:cubicBezTo>
                  <a:cubicBezTo>
                    <a:pt x="16734" y="17571"/>
                    <a:pt x="16416" y="17417"/>
                    <a:pt x="16862" y="17148"/>
                  </a:cubicBezTo>
                  <a:cubicBezTo>
                    <a:pt x="17306" y="16880"/>
                    <a:pt x="18198" y="16572"/>
                    <a:pt x="18642" y="16726"/>
                  </a:cubicBezTo>
                  <a:cubicBezTo>
                    <a:pt x="18740" y="16761"/>
                    <a:pt x="18874" y="16773"/>
                    <a:pt x="19014" y="16776"/>
                  </a:cubicBezTo>
                  <a:cubicBezTo>
                    <a:pt x="18973" y="16746"/>
                    <a:pt x="18946" y="16727"/>
                    <a:pt x="18946" y="16727"/>
                  </a:cubicBezTo>
                  <a:lnTo>
                    <a:pt x="19212" y="16167"/>
                  </a:lnTo>
                  <a:cubicBezTo>
                    <a:pt x="19212" y="16167"/>
                    <a:pt x="18150" y="15847"/>
                    <a:pt x="18150" y="15366"/>
                  </a:cubicBezTo>
                  <a:cubicBezTo>
                    <a:pt x="18150" y="14886"/>
                    <a:pt x="18415" y="14407"/>
                    <a:pt x="17752" y="14407"/>
                  </a:cubicBezTo>
                  <a:cubicBezTo>
                    <a:pt x="17090" y="14407"/>
                    <a:pt x="16957" y="14005"/>
                    <a:pt x="17485" y="13686"/>
                  </a:cubicBezTo>
                  <a:cubicBezTo>
                    <a:pt x="18019" y="13365"/>
                    <a:pt x="16691" y="12725"/>
                    <a:pt x="17620" y="12725"/>
                  </a:cubicBezTo>
                  <a:cubicBezTo>
                    <a:pt x="18547" y="12725"/>
                    <a:pt x="17885" y="11845"/>
                    <a:pt x="18547" y="11765"/>
                  </a:cubicBezTo>
                  <a:cubicBezTo>
                    <a:pt x="19212" y="11685"/>
                    <a:pt x="19343" y="11365"/>
                    <a:pt x="19343" y="10964"/>
                  </a:cubicBezTo>
                  <a:cubicBezTo>
                    <a:pt x="19343" y="10564"/>
                    <a:pt x="20802" y="10324"/>
                    <a:pt x="21200" y="10244"/>
                  </a:cubicBezTo>
                  <a:cubicBezTo>
                    <a:pt x="21600" y="10164"/>
                    <a:pt x="21467" y="8884"/>
                    <a:pt x="21467" y="8884"/>
                  </a:cubicBezTo>
                  <a:cubicBezTo>
                    <a:pt x="21467" y="8884"/>
                    <a:pt x="21467" y="5328"/>
                    <a:pt x="21467" y="532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06" name="Shape 2260"/>
            <p:cNvSpPr/>
            <p:nvPr/>
          </p:nvSpPr>
          <p:spPr>
            <a:xfrm>
              <a:off x="8770061" y="3701810"/>
              <a:ext cx="486332" cy="494924"/>
            </a:xfrm>
            <a:custGeom>
              <a:avLst/>
              <a:gdLst/>
              <a:ahLst/>
              <a:cxnLst>
                <a:cxn ang="0">
                  <a:pos x="wd2" y="hd2"/>
                </a:cxn>
                <a:cxn ang="5400000">
                  <a:pos x="wd2" y="hd2"/>
                </a:cxn>
                <a:cxn ang="10800000">
                  <a:pos x="wd2" y="hd2"/>
                </a:cxn>
                <a:cxn ang="16200000">
                  <a:pos x="wd2" y="hd2"/>
                </a:cxn>
              </a:cxnLst>
              <a:rect l="0" t="0" r="r" b="b"/>
              <a:pathLst>
                <a:path w="21136" h="21600" extrusionOk="0">
                  <a:moveTo>
                    <a:pt x="19836" y="4682"/>
                  </a:moveTo>
                  <a:lnTo>
                    <a:pt x="18421" y="1193"/>
                  </a:lnTo>
                  <a:cubicBezTo>
                    <a:pt x="18319" y="1352"/>
                    <a:pt x="18241" y="1464"/>
                    <a:pt x="18199" y="1505"/>
                  </a:cubicBezTo>
                  <a:cubicBezTo>
                    <a:pt x="17965" y="1740"/>
                    <a:pt x="17002" y="1154"/>
                    <a:pt x="16097" y="1388"/>
                  </a:cubicBezTo>
                  <a:cubicBezTo>
                    <a:pt x="15193" y="1623"/>
                    <a:pt x="14493" y="1300"/>
                    <a:pt x="13617" y="861"/>
                  </a:cubicBezTo>
                  <a:cubicBezTo>
                    <a:pt x="12744" y="421"/>
                    <a:pt x="9885" y="977"/>
                    <a:pt x="9505" y="1535"/>
                  </a:cubicBezTo>
                  <a:cubicBezTo>
                    <a:pt x="9126" y="2091"/>
                    <a:pt x="8163" y="2091"/>
                    <a:pt x="7289" y="1740"/>
                  </a:cubicBezTo>
                  <a:cubicBezTo>
                    <a:pt x="6414" y="1388"/>
                    <a:pt x="5277" y="861"/>
                    <a:pt x="3672" y="714"/>
                  </a:cubicBezTo>
                  <a:cubicBezTo>
                    <a:pt x="2173" y="578"/>
                    <a:pt x="966" y="362"/>
                    <a:pt x="694" y="0"/>
                  </a:cubicBezTo>
                  <a:cubicBezTo>
                    <a:pt x="631" y="169"/>
                    <a:pt x="571" y="335"/>
                    <a:pt x="514" y="493"/>
                  </a:cubicBezTo>
                  <a:cubicBezTo>
                    <a:pt x="28" y="1837"/>
                    <a:pt x="880" y="2204"/>
                    <a:pt x="270" y="2936"/>
                  </a:cubicBezTo>
                  <a:cubicBezTo>
                    <a:pt x="-338" y="3670"/>
                    <a:pt x="270" y="4526"/>
                    <a:pt x="270" y="5868"/>
                  </a:cubicBezTo>
                  <a:cubicBezTo>
                    <a:pt x="270" y="6796"/>
                    <a:pt x="270" y="15704"/>
                    <a:pt x="270" y="21132"/>
                  </a:cubicBezTo>
                  <a:lnTo>
                    <a:pt x="12306" y="21132"/>
                  </a:lnTo>
                  <a:cubicBezTo>
                    <a:pt x="12306" y="21132"/>
                    <a:pt x="12656" y="20897"/>
                    <a:pt x="13006" y="20662"/>
                  </a:cubicBezTo>
                  <a:cubicBezTo>
                    <a:pt x="13356" y="20428"/>
                    <a:pt x="13940" y="21012"/>
                    <a:pt x="13940" y="21012"/>
                  </a:cubicBezTo>
                  <a:lnTo>
                    <a:pt x="16507" y="21012"/>
                  </a:lnTo>
                  <a:cubicBezTo>
                    <a:pt x="16507" y="21012"/>
                    <a:pt x="16974" y="21600"/>
                    <a:pt x="17556" y="21600"/>
                  </a:cubicBezTo>
                  <a:cubicBezTo>
                    <a:pt x="18139" y="21600"/>
                    <a:pt x="17790" y="20662"/>
                    <a:pt x="18724" y="20662"/>
                  </a:cubicBezTo>
                  <a:cubicBezTo>
                    <a:pt x="19655" y="20662"/>
                    <a:pt x="19423" y="19255"/>
                    <a:pt x="20007" y="19255"/>
                  </a:cubicBezTo>
                  <a:cubicBezTo>
                    <a:pt x="20589" y="19255"/>
                    <a:pt x="20473" y="19373"/>
                    <a:pt x="21057" y="18553"/>
                  </a:cubicBezTo>
                  <a:cubicBezTo>
                    <a:pt x="21074" y="18527"/>
                    <a:pt x="21102" y="18496"/>
                    <a:pt x="21122" y="18471"/>
                  </a:cubicBezTo>
                  <a:cubicBezTo>
                    <a:pt x="21079" y="18217"/>
                    <a:pt x="21072" y="17950"/>
                    <a:pt x="21114" y="17675"/>
                  </a:cubicBezTo>
                  <a:cubicBezTo>
                    <a:pt x="21262" y="16738"/>
                    <a:pt x="20619" y="16795"/>
                    <a:pt x="20212" y="15478"/>
                  </a:cubicBezTo>
                  <a:cubicBezTo>
                    <a:pt x="19803" y="14158"/>
                    <a:pt x="18168" y="12196"/>
                    <a:pt x="18111" y="11435"/>
                  </a:cubicBezTo>
                  <a:cubicBezTo>
                    <a:pt x="18052" y="10673"/>
                    <a:pt x="17148" y="10235"/>
                    <a:pt x="17177" y="9413"/>
                  </a:cubicBezTo>
                  <a:cubicBezTo>
                    <a:pt x="17206" y="8594"/>
                    <a:pt x="16740" y="8507"/>
                    <a:pt x="15836" y="7217"/>
                  </a:cubicBezTo>
                  <a:cubicBezTo>
                    <a:pt x="14931" y="5929"/>
                    <a:pt x="14668" y="3673"/>
                    <a:pt x="14931" y="3585"/>
                  </a:cubicBezTo>
                  <a:cubicBezTo>
                    <a:pt x="15193" y="3496"/>
                    <a:pt x="15952" y="5490"/>
                    <a:pt x="16243" y="6133"/>
                  </a:cubicBezTo>
                  <a:cubicBezTo>
                    <a:pt x="16535" y="6779"/>
                    <a:pt x="17527" y="8741"/>
                    <a:pt x="18227" y="8741"/>
                  </a:cubicBezTo>
                  <a:cubicBezTo>
                    <a:pt x="18929" y="8741"/>
                    <a:pt x="19191" y="5781"/>
                    <a:pt x="19423" y="5929"/>
                  </a:cubicBezTo>
                  <a:cubicBezTo>
                    <a:pt x="19444" y="5941"/>
                    <a:pt x="19459" y="5974"/>
                    <a:pt x="19472" y="6014"/>
                  </a:cubicBezTo>
                  <a:lnTo>
                    <a:pt x="19547" y="5479"/>
                  </a:lnTo>
                  <a:cubicBezTo>
                    <a:pt x="19547" y="5479"/>
                    <a:pt x="19836" y="4682"/>
                    <a:pt x="19836" y="468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07" name="Shape 2261"/>
            <p:cNvSpPr/>
            <p:nvPr/>
          </p:nvSpPr>
          <p:spPr>
            <a:xfrm>
              <a:off x="8099263" y="5117939"/>
              <a:ext cx="249502" cy="284328"/>
            </a:xfrm>
            <a:custGeom>
              <a:avLst/>
              <a:gdLst/>
              <a:ahLst/>
              <a:cxnLst>
                <a:cxn ang="0">
                  <a:pos x="wd2" y="hd2"/>
                </a:cxn>
                <a:cxn ang="5400000">
                  <a:pos x="wd2" y="hd2"/>
                </a:cxn>
                <a:cxn ang="10800000">
                  <a:pos x="wd2" y="hd2"/>
                </a:cxn>
                <a:cxn ang="16200000">
                  <a:pos x="wd2" y="hd2"/>
                </a:cxn>
              </a:cxnLst>
              <a:rect l="0" t="0" r="r" b="b"/>
              <a:pathLst>
                <a:path w="20830" h="21600" extrusionOk="0">
                  <a:moveTo>
                    <a:pt x="10268" y="20616"/>
                  </a:moveTo>
                  <a:cubicBezTo>
                    <a:pt x="12142" y="20616"/>
                    <a:pt x="11443" y="19550"/>
                    <a:pt x="10734" y="17844"/>
                  </a:cubicBezTo>
                  <a:cubicBezTo>
                    <a:pt x="10033" y="16141"/>
                    <a:pt x="11909" y="16353"/>
                    <a:pt x="13080" y="16353"/>
                  </a:cubicBezTo>
                  <a:cubicBezTo>
                    <a:pt x="14255" y="16353"/>
                    <a:pt x="13783" y="14434"/>
                    <a:pt x="14718" y="14434"/>
                  </a:cubicBezTo>
                  <a:cubicBezTo>
                    <a:pt x="15658" y="14434"/>
                    <a:pt x="15891" y="16778"/>
                    <a:pt x="16831" y="16566"/>
                  </a:cubicBezTo>
                  <a:cubicBezTo>
                    <a:pt x="17767" y="16353"/>
                    <a:pt x="18468" y="17206"/>
                    <a:pt x="19638" y="16992"/>
                  </a:cubicBezTo>
                  <a:cubicBezTo>
                    <a:pt x="20811" y="16778"/>
                    <a:pt x="20811" y="14646"/>
                    <a:pt x="20811" y="12943"/>
                  </a:cubicBezTo>
                  <a:cubicBezTo>
                    <a:pt x="20811" y="11234"/>
                    <a:pt x="21044" y="9957"/>
                    <a:pt x="19873" y="9317"/>
                  </a:cubicBezTo>
                  <a:cubicBezTo>
                    <a:pt x="18700" y="8676"/>
                    <a:pt x="17767" y="7185"/>
                    <a:pt x="19172" y="6543"/>
                  </a:cubicBezTo>
                  <a:cubicBezTo>
                    <a:pt x="20578" y="5907"/>
                    <a:pt x="20811" y="4624"/>
                    <a:pt x="19638" y="3773"/>
                  </a:cubicBezTo>
                  <a:cubicBezTo>
                    <a:pt x="18468" y="2920"/>
                    <a:pt x="15891" y="4624"/>
                    <a:pt x="15891" y="3773"/>
                  </a:cubicBezTo>
                  <a:cubicBezTo>
                    <a:pt x="15891" y="3308"/>
                    <a:pt x="16098" y="1642"/>
                    <a:pt x="16288" y="219"/>
                  </a:cubicBezTo>
                  <a:cubicBezTo>
                    <a:pt x="13578" y="138"/>
                    <a:pt x="10657" y="0"/>
                    <a:pt x="10657" y="0"/>
                  </a:cubicBezTo>
                  <a:lnTo>
                    <a:pt x="9956" y="184"/>
                  </a:lnTo>
                  <a:cubicBezTo>
                    <a:pt x="10122" y="2684"/>
                    <a:pt x="9800" y="4626"/>
                    <a:pt x="9800" y="4626"/>
                  </a:cubicBezTo>
                  <a:cubicBezTo>
                    <a:pt x="9800" y="4626"/>
                    <a:pt x="5581" y="4842"/>
                    <a:pt x="4646" y="4842"/>
                  </a:cubicBezTo>
                  <a:cubicBezTo>
                    <a:pt x="4441" y="4842"/>
                    <a:pt x="3799" y="4921"/>
                    <a:pt x="2891" y="5050"/>
                  </a:cubicBezTo>
                  <a:cubicBezTo>
                    <a:pt x="2701" y="5325"/>
                    <a:pt x="2442" y="5600"/>
                    <a:pt x="2247" y="5778"/>
                  </a:cubicBezTo>
                  <a:cubicBezTo>
                    <a:pt x="1745" y="6235"/>
                    <a:pt x="3424" y="6847"/>
                    <a:pt x="3706" y="7509"/>
                  </a:cubicBezTo>
                  <a:cubicBezTo>
                    <a:pt x="3985" y="8173"/>
                    <a:pt x="1575" y="7968"/>
                    <a:pt x="1627" y="8937"/>
                  </a:cubicBezTo>
                  <a:cubicBezTo>
                    <a:pt x="1688" y="9907"/>
                    <a:pt x="789" y="10672"/>
                    <a:pt x="116" y="11129"/>
                  </a:cubicBezTo>
                  <a:cubicBezTo>
                    <a:pt x="-556" y="11588"/>
                    <a:pt x="1911" y="13529"/>
                    <a:pt x="1968" y="14189"/>
                  </a:cubicBezTo>
                  <a:cubicBezTo>
                    <a:pt x="2024" y="14852"/>
                    <a:pt x="2584" y="15464"/>
                    <a:pt x="4714" y="17352"/>
                  </a:cubicBezTo>
                  <a:cubicBezTo>
                    <a:pt x="6746" y="19150"/>
                    <a:pt x="5776" y="19611"/>
                    <a:pt x="8462" y="21600"/>
                  </a:cubicBezTo>
                  <a:cubicBezTo>
                    <a:pt x="8818" y="21095"/>
                    <a:pt x="9383" y="20616"/>
                    <a:pt x="10268" y="2061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08" name="Shape 2262"/>
            <p:cNvSpPr/>
            <p:nvPr/>
          </p:nvSpPr>
          <p:spPr>
            <a:xfrm>
              <a:off x="8099263" y="5117939"/>
              <a:ext cx="95436" cy="64053"/>
            </a:xfrm>
            <a:custGeom>
              <a:avLst/>
              <a:gdLst/>
              <a:ahLst/>
              <a:cxnLst>
                <a:cxn ang="0">
                  <a:pos x="wd2" y="hd2"/>
                </a:cxn>
                <a:cxn ang="5400000">
                  <a:pos x="wd2" y="hd2"/>
                </a:cxn>
                <a:cxn ang="10800000">
                  <a:pos x="wd2" y="hd2"/>
                </a:cxn>
                <a:cxn ang="16200000">
                  <a:pos x="wd2" y="hd2"/>
                </a:cxn>
              </a:cxnLst>
              <a:rect l="0" t="0" r="r" b="b"/>
              <a:pathLst>
                <a:path w="20543" h="21600" extrusionOk="0">
                  <a:moveTo>
                    <a:pt x="20023" y="19718"/>
                  </a:moveTo>
                  <a:cubicBezTo>
                    <a:pt x="20023" y="19718"/>
                    <a:pt x="20848" y="11095"/>
                    <a:pt x="20420" y="0"/>
                  </a:cubicBezTo>
                  <a:lnTo>
                    <a:pt x="18007" y="1072"/>
                  </a:lnTo>
                  <a:lnTo>
                    <a:pt x="4481" y="1072"/>
                  </a:lnTo>
                  <a:cubicBezTo>
                    <a:pt x="4523" y="1211"/>
                    <a:pt x="4533" y="1391"/>
                    <a:pt x="4585" y="1514"/>
                  </a:cubicBezTo>
                  <a:cubicBezTo>
                    <a:pt x="6037" y="4909"/>
                    <a:pt x="5316" y="9892"/>
                    <a:pt x="2277" y="11471"/>
                  </a:cubicBezTo>
                  <a:cubicBezTo>
                    <a:pt x="-752" y="13066"/>
                    <a:pt x="-616" y="17354"/>
                    <a:pt x="1844" y="17575"/>
                  </a:cubicBezTo>
                  <a:cubicBezTo>
                    <a:pt x="3353" y="17722"/>
                    <a:pt x="3003" y="19661"/>
                    <a:pt x="2209" y="21600"/>
                  </a:cubicBezTo>
                  <a:cubicBezTo>
                    <a:pt x="4549" y="21027"/>
                    <a:pt x="6204" y="20675"/>
                    <a:pt x="6727" y="20675"/>
                  </a:cubicBezTo>
                  <a:cubicBezTo>
                    <a:pt x="9145" y="20675"/>
                    <a:pt x="20023" y="19718"/>
                    <a:pt x="20023" y="1971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09" name="Shape 2263"/>
            <p:cNvSpPr/>
            <p:nvPr/>
          </p:nvSpPr>
          <p:spPr>
            <a:xfrm>
              <a:off x="8173797" y="5043406"/>
              <a:ext cx="318633" cy="400373"/>
            </a:xfrm>
            <a:custGeom>
              <a:avLst/>
              <a:gdLst/>
              <a:ahLst/>
              <a:cxnLst>
                <a:cxn ang="0">
                  <a:pos x="wd2" y="hd2"/>
                </a:cxn>
                <a:cxn ang="5400000">
                  <a:pos x="wd2" y="hd2"/>
                </a:cxn>
                <a:cxn ang="10800000">
                  <a:pos x="wd2" y="hd2"/>
                </a:cxn>
                <a:cxn ang="16200000">
                  <a:pos x="wd2" y="hd2"/>
                </a:cxn>
              </a:cxnLst>
              <a:rect l="0" t="0" r="r" b="b"/>
              <a:pathLst>
                <a:path w="21453" h="21600" extrusionOk="0">
                  <a:moveTo>
                    <a:pt x="5802" y="20384"/>
                  </a:moveTo>
                  <a:cubicBezTo>
                    <a:pt x="6369" y="20536"/>
                    <a:pt x="6746" y="21292"/>
                    <a:pt x="7880" y="20536"/>
                  </a:cubicBezTo>
                  <a:cubicBezTo>
                    <a:pt x="9014" y="19778"/>
                    <a:pt x="10337" y="19931"/>
                    <a:pt x="10337" y="20689"/>
                  </a:cubicBezTo>
                  <a:cubicBezTo>
                    <a:pt x="10337" y="21446"/>
                    <a:pt x="10716" y="21292"/>
                    <a:pt x="11660" y="20536"/>
                  </a:cubicBezTo>
                  <a:cubicBezTo>
                    <a:pt x="12604" y="19778"/>
                    <a:pt x="13548" y="20688"/>
                    <a:pt x="13548" y="19172"/>
                  </a:cubicBezTo>
                  <a:cubicBezTo>
                    <a:pt x="13548" y="17659"/>
                    <a:pt x="14682" y="19023"/>
                    <a:pt x="14682" y="17356"/>
                  </a:cubicBezTo>
                  <a:cubicBezTo>
                    <a:pt x="14682" y="15691"/>
                    <a:pt x="14872" y="14024"/>
                    <a:pt x="14872" y="13269"/>
                  </a:cubicBezTo>
                  <a:cubicBezTo>
                    <a:pt x="14872" y="12511"/>
                    <a:pt x="17516" y="11754"/>
                    <a:pt x="17516" y="10543"/>
                  </a:cubicBezTo>
                  <a:cubicBezTo>
                    <a:pt x="17516" y="9333"/>
                    <a:pt x="19785" y="6910"/>
                    <a:pt x="19785" y="5395"/>
                  </a:cubicBezTo>
                  <a:cubicBezTo>
                    <a:pt x="19785" y="3881"/>
                    <a:pt x="20354" y="3579"/>
                    <a:pt x="20919" y="2822"/>
                  </a:cubicBezTo>
                  <a:cubicBezTo>
                    <a:pt x="21311" y="2298"/>
                    <a:pt x="21600" y="1267"/>
                    <a:pt x="21373" y="283"/>
                  </a:cubicBezTo>
                  <a:lnTo>
                    <a:pt x="21373" y="301"/>
                  </a:lnTo>
                  <a:lnTo>
                    <a:pt x="18733" y="0"/>
                  </a:lnTo>
                  <a:lnTo>
                    <a:pt x="17415" y="301"/>
                  </a:lnTo>
                  <a:lnTo>
                    <a:pt x="15719" y="602"/>
                  </a:lnTo>
                  <a:cubicBezTo>
                    <a:pt x="15719" y="602"/>
                    <a:pt x="15907" y="1660"/>
                    <a:pt x="15153" y="2415"/>
                  </a:cubicBezTo>
                  <a:cubicBezTo>
                    <a:pt x="14399" y="3172"/>
                    <a:pt x="14212" y="4833"/>
                    <a:pt x="14212" y="4833"/>
                  </a:cubicBezTo>
                  <a:cubicBezTo>
                    <a:pt x="14212" y="4833"/>
                    <a:pt x="10817" y="3471"/>
                    <a:pt x="9876" y="3623"/>
                  </a:cubicBezTo>
                  <a:cubicBezTo>
                    <a:pt x="9474" y="3687"/>
                    <a:pt x="7939" y="3670"/>
                    <a:pt x="6312" y="3628"/>
                  </a:cubicBezTo>
                  <a:cubicBezTo>
                    <a:pt x="6158" y="4639"/>
                    <a:pt x="5990" y="5822"/>
                    <a:pt x="5990" y="6153"/>
                  </a:cubicBezTo>
                  <a:cubicBezTo>
                    <a:pt x="5990" y="6757"/>
                    <a:pt x="8070" y="5546"/>
                    <a:pt x="9014" y="6153"/>
                  </a:cubicBezTo>
                  <a:cubicBezTo>
                    <a:pt x="9960" y="6757"/>
                    <a:pt x="9772" y="7666"/>
                    <a:pt x="8638" y="8121"/>
                  </a:cubicBezTo>
                  <a:cubicBezTo>
                    <a:pt x="7504" y="8575"/>
                    <a:pt x="8257" y="9634"/>
                    <a:pt x="9203" y="10089"/>
                  </a:cubicBezTo>
                  <a:cubicBezTo>
                    <a:pt x="10147" y="10543"/>
                    <a:pt x="9960" y="11451"/>
                    <a:pt x="9960" y="12664"/>
                  </a:cubicBezTo>
                  <a:cubicBezTo>
                    <a:pt x="9960" y="13873"/>
                    <a:pt x="9960" y="15388"/>
                    <a:pt x="9014" y="15540"/>
                  </a:cubicBezTo>
                  <a:cubicBezTo>
                    <a:pt x="8070" y="15691"/>
                    <a:pt x="7504" y="15085"/>
                    <a:pt x="6746" y="15236"/>
                  </a:cubicBezTo>
                  <a:cubicBezTo>
                    <a:pt x="5990" y="15388"/>
                    <a:pt x="5802" y="13723"/>
                    <a:pt x="5044" y="13723"/>
                  </a:cubicBezTo>
                  <a:cubicBezTo>
                    <a:pt x="4290" y="13723"/>
                    <a:pt x="4670" y="15085"/>
                    <a:pt x="3724" y="15085"/>
                  </a:cubicBezTo>
                  <a:cubicBezTo>
                    <a:pt x="2780" y="15085"/>
                    <a:pt x="1268" y="14935"/>
                    <a:pt x="1833" y="16144"/>
                  </a:cubicBezTo>
                  <a:cubicBezTo>
                    <a:pt x="2401" y="17356"/>
                    <a:pt x="2966" y="18113"/>
                    <a:pt x="1457" y="18113"/>
                  </a:cubicBezTo>
                  <a:cubicBezTo>
                    <a:pt x="742" y="18113"/>
                    <a:pt x="287" y="18453"/>
                    <a:pt x="0" y="18812"/>
                  </a:cubicBezTo>
                  <a:cubicBezTo>
                    <a:pt x="101" y="18877"/>
                    <a:pt x="203" y="18944"/>
                    <a:pt x="320" y="19015"/>
                  </a:cubicBezTo>
                  <a:cubicBezTo>
                    <a:pt x="1588" y="19800"/>
                    <a:pt x="2393" y="20698"/>
                    <a:pt x="2940" y="21600"/>
                  </a:cubicBezTo>
                  <a:cubicBezTo>
                    <a:pt x="4195" y="20913"/>
                    <a:pt x="5490" y="20302"/>
                    <a:pt x="5802" y="20384"/>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10" name="Shape 2264"/>
            <p:cNvSpPr/>
            <p:nvPr/>
          </p:nvSpPr>
          <p:spPr>
            <a:xfrm>
              <a:off x="8645839" y="4124164"/>
              <a:ext cx="742780" cy="923338"/>
            </a:xfrm>
            <a:custGeom>
              <a:avLst/>
              <a:gdLst/>
              <a:ahLst/>
              <a:cxnLst>
                <a:cxn ang="0">
                  <a:pos x="wd2" y="hd2"/>
                </a:cxn>
                <a:cxn ang="5400000">
                  <a:pos x="wd2" y="hd2"/>
                </a:cxn>
                <a:cxn ang="10800000">
                  <a:pos x="wd2" y="hd2"/>
                </a:cxn>
                <a:cxn ang="16200000">
                  <a:pos x="wd2" y="hd2"/>
                </a:cxn>
              </a:cxnLst>
              <a:rect l="0" t="0" r="r" b="b"/>
              <a:pathLst>
                <a:path w="21317" h="21489" extrusionOk="0">
                  <a:moveTo>
                    <a:pt x="16848" y="418"/>
                  </a:moveTo>
                  <a:cubicBezTo>
                    <a:pt x="16462" y="418"/>
                    <a:pt x="16616" y="1168"/>
                    <a:pt x="16001" y="1168"/>
                  </a:cubicBezTo>
                  <a:cubicBezTo>
                    <a:pt x="15384" y="1168"/>
                    <a:pt x="15615" y="1669"/>
                    <a:pt x="15229" y="1669"/>
                  </a:cubicBezTo>
                  <a:cubicBezTo>
                    <a:pt x="14845" y="1669"/>
                    <a:pt x="14536" y="1356"/>
                    <a:pt x="14536" y="1356"/>
                  </a:cubicBezTo>
                  <a:lnTo>
                    <a:pt x="12842" y="1356"/>
                  </a:lnTo>
                  <a:cubicBezTo>
                    <a:pt x="12842" y="1356"/>
                    <a:pt x="12456" y="1044"/>
                    <a:pt x="12225" y="1168"/>
                  </a:cubicBezTo>
                  <a:cubicBezTo>
                    <a:pt x="11994" y="1294"/>
                    <a:pt x="11762" y="1419"/>
                    <a:pt x="11762" y="1419"/>
                  </a:cubicBezTo>
                  <a:lnTo>
                    <a:pt x="3815" y="1419"/>
                  </a:lnTo>
                  <a:cubicBezTo>
                    <a:pt x="3815" y="2716"/>
                    <a:pt x="3815" y="3639"/>
                    <a:pt x="3815" y="3639"/>
                  </a:cubicBezTo>
                  <a:lnTo>
                    <a:pt x="2610" y="3639"/>
                  </a:lnTo>
                  <a:lnTo>
                    <a:pt x="2610" y="7094"/>
                  </a:lnTo>
                  <a:cubicBezTo>
                    <a:pt x="2610" y="7094"/>
                    <a:pt x="2692" y="8136"/>
                    <a:pt x="2449" y="8200"/>
                  </a:cubicBezTo>
                  <a:cubicBezTo>
                    <a:pt x="2208" y="8266"/>
                    <a:pt x="1324" y="8461"/>
                    <a:pt x="1324" y="8787"/>
                  </a:cubicBezTo>
                  <a:cubicBezTo>
                    <a:pt x="1324" y="9113"/>
                    <a:pt x="1244" y="9374"/>
                    <a:pt x="842" y="9439"/>
                  </a:cubicBezTo>
                  <a:cubicBezTo>
                    <a:pt x="441" y="9504"/>
                    <a:pt x="842" y="10220"/>
                    <a:pt x="280" y="10220"/>
                  </a:cubicBezTo>
                  <a:cubicBezTo>
                    <a:pt x="-283" y="10220"/>
                    <a:pt x="521" y="10742"/>
                    <a:pt x="199" y="11003"/>
                  </a:cubicBezTo>
                  <a:cubicBezTo>
                    <a:pt x="-123" y="11263"/>
                    <a:pt x="-42" y="11589"/>
                    <a:pt x="360" y="11589"/>
                  </a:cubicBezTo>
                  <a:cubicBezTo>
                    <a:pt x="761" y="11589"/>
                    <a:pt x="601" y="11979"/>
                    <a:pt x="601" y="12371"/>
                  </a:cubicBezTo>
                  <a:cubicBezTo>
                    <a:pt x="601" y="12762"/>
                    <a:pt x="1244" y="13022"/>
                    <a:pt x="1244" y="13022"/>
                  </a:cubicBezTo>
                  <a:lnTo>
                    <a:pt x="1083" y="13479"/>
                  </a:lnTo>
                  <a:cubicBezTo>
                    <a:pt x="1083" y="13479"/>
                    <a:pt x="1967" y="14325"/>
                    <a:pt x="2048" y="14521"/>
                  </a:cubicBezTo>
                  <a:cubicBezTo>
                    <a:pt x="2128" y="14717"/>
                    <a:pt x="2610" y="15238"/>
                    <a:pt x="2128" y="15433"/>
                  </a:cubicBezTo>
                  <a:cubicBezTo>
                    <a:pt x="1645" y="15629"/>
                    <a:pt x="1967" y="15824"/>
                    <a:pt x="1967" y="15824"/>
                  </a:cubicBezTo>
                  <a:lnTo>
                    <a:pt x="2529" y="15890"/>
                  </a:lnTo>
                  <a:lnTo>
                    <a:pt x="2692" y="16215"/>
                  </a:lnTo>
                  <a:cubicBezTo>
                    <a:pt x="2692" y="16215"/>
                    <a:pt x="3333" y="16215"/>
                    <a:pt x="3735" y="16606"/>
                  </a:cubicBezTo>
                  <a:cubicBezTo>
                    <a:pt x="4137" y="16997"/>
                    <a:pt x="4299" y="17062"/>
                    <a:pt x="4299" y="17257"/>
                  </a:cubicBezTo>
                  <a:cubicBezTo>
                    <a:pt x="4299" y="17453"/>
                    <a:pt x="4619" y="17518"/>
                    <a:pt x="5101" y="17844"/>
                  </a:cubicBezTo>
                  <a:cubicBezTo>
                    <a:pt x="5583" y="18170"/>
                    <a:pt x="5582" y="18364"/>
                    <a:pt x="5582" y="18561"/>
                  </a:cubicBezTo>
                  <a:cubicBezTo>
                    <a:pt x="5582" y="18756"/>
                    <a:pt x="6466" y="19082"/>
                    <a:pt x="6466" y="19082"/>
                  </a:cubicBezTo>
                  <a:lnTo>
                    <a:pt x="6768" y="19691"/>
                  </a:lnTo>
                  <a:cubicBezTo>
                    <a:pt x="6919" y="19756"/>
                    <a:pt x="7039" y="19834"/>
                    <a:pt x="7105" y="19967"/>
                  </a:cubicBezTo>
                  <a:cubicBezTo>
                    <a:pt x="7266" y="20294"/>
                    <a:pt x="7668" y="20490"/>
                    <a:pt x="7668" y="20490"/>
                  </a:cubicBezTo>
                  <a:cubicBezTo>
                    <a:pt x="7668" y="20490"/>
                    <a:pt x="8152" y="20751"/>
                    <a:pt x="8474" y="20490"/>
                  </a:cubicBezTo>
                  <a:cubicBezTo>
                    <a:pt x="8796" y="20228"/>
                    <a:pt x="9198" y="20556"/>
                    <a:pt x="9198" y="20556"/>
                  </a:cubicBezTo>
                  <a:cubicBezTo>
                    <a:pt x="9198" y="20556"/>
                    <a:pt x="9603" y="20294"/>
                    <a:pt x="9843" y="20424"/>
                  </a:cubicBezTo>
                  <a:cubicBezTo>
                    <a:pt x="10007" y="20513"/>
                    <a:pt x="10726" y="20992"/>
                    <a:pt x="11348" y="21454"/>
                  </a:cubicBezTo>
                  <a:cubicBezTo>
                    <a:pt x="11441" y="21427"/>
                    <a:pt x="12045" y="21247"/>
                    <a:pt x="12312" y="21224"/>
                  </a:cubicBezTo>
                  <a:cubicBezTo>
                    <a:pt x="12600" y="21202"/>
                    <a:pt x="13004" y="21600"/>
                    <a:pt x="13120" y="21459"/>
                  </a:cubicBezTo>
                  <a:cubicBezTo>
                    <a:pt x="13236" y="21319"/>
                    <a:pt x="13843" y="21108"/>
                    <a:pt x="14074" y="21202"/>
                  </a:cubicBezTo>
                  <a:cubicBezTo>
                    <a:pt x="14305" y="21296"/>
                    <a:pt x="14853" y="21319"/>
                    <a:pt x="14882" y="21154"/>
                  </a:cubicBezTo>
                  <a:cubicBezTo>
                    <a:pt x="14902" y="21044"/>
                    <a:pt x="15148" y="20931"/>
                    <a:pt x="15323" y="20812"/>
                  </a:cubicBezTo>
                  <a:cubicBezTo>
                    <a:pt x="15404" y="20757"/>
                    <a:pt x="15472" y="20699"/>
                    <a:pt x="15489" y="20640"/>
                  </a:cubicBezTo>
                  <a:cubicBezTo>
                    <a:pt x="15547" y="20451"/>
                    <a:pt x="16241" y="20124"/>
                    <a:pt x="16529" y="20077"/>
                  </a:cubicBezTo>
                  <a:cubicBezTo>
                    <a:pt x="16819" y="20030"/>
                    <a:pt x="17165" y="20007"/>
                    <a:pt x="17310" y="20147"/>
                  </a:cubicBezTo>
                  <a:cubicBezTo>
                    <a:pt x="17377" y="20213"/>
                    <a:pt x="17502" y="20263"/>
                    <a:pt x="17635" y="20307"/>
                  </a:cubicBezTo>
                  <a:cubicBezTo>
                    <a:pt x="17734" y="19707"/>
                    <a:pt x="17895" y="19379"/>
                    <a:pt x="17656" y="19379"/>
                  </a:cubicBezTo>
                  <a:cubicBezTo>
                    <a:pt x="17334" y="19379"/>
                    <a:pt x="16689" y="19119"/>
                    <a:pt x="16448" y="18596"/>
                  </a:cubicBezTo>
                  <a:cubicBezTo>
                    <a:pt x="16206" y="18073"/>
                    <a:pt x="15481" y="17747"/>
                    <a:pt x="15321" y="17420"/>
                  </a:cubicBezTo>
                  <a:cubicBezTo>
                    <a:pt x="15159" y="17093"/>
                    <a:pt x="14273" y="17159"/>
                    <a:pt x="14112" y="16897"/>
                  </a:cubicBezTo>
                  <a:cubicBezTo>
                    <a:pt x="13951" y="16635"/>
                    <a:pt x="14354" y="16635"/>
                    <a:pt x="14354" y="16310"/>
                  </a:cubicBezTo>
                  <a:cubicBezTo>
                    <a:pt x="14354" y="15983"/>
                    <a:pt x="15321" y="16179"/>
                    <a:pt x="15401" y="16114"/>
                  </a:cubicBezTo>
                  <a:cubicBezTo>
                    <a:pt x="15481" y="16048"/>
                    <a:pt x="15562" y="15330"/>
                    <a:pt x="15562" y="14938"/>
                  </a:cubicBezTo>
                  <a:cubicBezTo>
                    <a:pt x="15562" y="14546"/>
                    <a:pt x="16206" y="14154"/>
                    <a:pt x="15965" y="13958"/>
                  </a:cubicBezTo>
                  <a:cubicBezTo>
                    <a:pt x="15723" y="13763"/>
                    <a:pt x="16206" y="13697"/>
                    <a:pt x="16529" y="13501"/>
                  </a:cubicBezTo>
                  <a:cubicBezTo>
                    <a:pt x="16851" y="13305"/>
                    <a:pt x="16609" y="12717"/>
                    <a:pt x="16932" y="12455"/>
                  </a:cubicBezTo>
                  <a:cubicBezTo>
                    <a:pt x="17254" y="12195"/>
                    <a:pt x="17494" y="11672"/>
                    <a:pt x="17736" y="11672"/>
                  </a:cubicBezTo>
                  <a:cubicBezTo>
                    <a:pt x="17979" y="11672"/>
                    <a:pt x="18300" y="11410"/>
                    <a:pt x="18300" y="11149"/>
                  </a:cubicBezTo>
                  <a:cubicBezTo>
                    <a:pt x="18300" y="10889"/>
                    <a:pt x="18864" y="10366"/>
                    <a:pt x="18784" y="9908"/>
                  </a:cubicBezTo>
                  <a:cubicBezTo>
                    <a:pt x="18702" y="9451"/>
                    <a:pt x="18462" y="8863"/>
                    <a:pt x="18864" y="8471"/>
                  </a:cubicBezTo>
                  <a:cubicBezTo>
                    <a:pt x="19267" y="8080"/>
                    <a:pt x="19428" y="7753"/>
                    <a:pt x="19348" y="7426"/>
                  </a:cubicBezTo>
                  <a:cubicBezTo>
                    <a:pt x="19267" y="7100"/>
                    <a:pt x="19831" y="7034"/>
                    <a:pt x="20073" y="6839"/>
                  </a:cubicBezTo>
                  <a:cubicBezTo>
                    <a:pt x="20243" y="6699"/>
                    <a:pt x="20857" y="6493"/>
                    <a:pt x="21317" y="5898"/>
                  </a:cubicBezTo>
                  <a:cubicBezTo>
                    <a:pt x="21024" y="5607"/>
                    <a:pt x="20708" y="5367"/>
                    <a:pt x="20507" y="5292"/>
                  </a:cubicBezTo>
                  <a:cubicBezTo>
                    <a:pt x="20045" y="5121"/>
                    <a:pt x="19736" y="4465"/>
                    <a:pt x="19736" y="3637"/>
                  </a:cubicBezTo>
                  <a:cubicBezTo>
                    <a:pt x="19736" y="2808"/>
                    <a:pt x="19486" y="2152"/>
                    <a:pt x="19447" y="1887"/>
                  </a:cubicBezTo>
                  <a:cubicBezTo>
                    <a:pt x="19409" y="1622"/>
                    <a:pt x="18909" y="1059"/>
                    <a:pt x="18313" y="793"/>
                  </a:cubicBezTo>
                  <a:cubicBezTo>
                    <a:pt x="17890" y="606"/>
                    <a:pt x="17654" y="325"/>
                    <a:pt x="17584" y="0"/>
                  </a:cubicBezTo>
                  <a:cubicBezTo>
                    <a:pt x="17571" y="14"/>
                    <a:pt x="17552" y="31"/>
                    <a:pt x="17541" y="44"/>
                  </a:cubicBezTo>
                  <a:cubicBezTo>
                    <a:pt x="17156" y="482"/>
                    <a:pt x="17233" y="418"/>
                    <a:pt x="16848" y="41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11" name="Shape 2265"/>
            <p:cNvSpPr/>
            <p:nvPr/>
          </p:nvSpPr>
          <p:spPr>
            <a:xfrm>
              <a:off x="9540237" y="4645896"/>
              <a:ext cx="78872" cy="85963"/>
            </a:xfrm>
            <a:custGeom>
              <a:avLst/>
              <a:gdLst/>
              <a:ahLst/>
              <a:cxnLst>
                <a:cxn ang="0">
                  <a:pos x="wd2" y="hd2"/>
                </a:cxn>
                <a:cxn ang="5400000">
                  <a:pos x="wd2" y="hd2"/>
                </a:cxn>
                <a:cxn ang="10800000">
                  <a:pos x="wd2" y="hd2"/>
                </a:cxn>
                <a:cxn ang="16200000">
                  <a:pos x="wd2" y="hd2"/>
                </a:cxn>
              </a:cxnLst>
              <a:rect l="0" t="0" r="r" b="b"/>
              <a:pathLst>
                <a:path w="19196" h="21600" extrusionOk="0">
                  <a:moveTo>
                    <a:pt x="6736" y="2554"/>
                  </a:moveTo>
                  <a:cubicBezTo>
                    <a:pt x="6098" y="3627"/>
                    <a:pt x="3470" y="8005"/>
                    <a:pt x="1362" y="10492"/>
                  </a:cubicBezTo>
                  <a:cubicBezTo>
                    <a:pt x="-1047" y="13327"/>
                    <a:pt x="335" y="18668"/>
                    <a:pt x="1020" y="20082"/>
                  </a:cubicBezTo>
                  <a:cubicBezTo>
                    <a:pt x="1705" y="21515"/>
                    <a:pt x="5153" y="21155"/>
                    <a:pt x="7220" y="19728"/>
                  </a:cubicBezTo>
                  <a:cubicBezTo>
                    <a:pt x="8826" y="18625"/>
                    <a:pt x="10025" y="19259"/>
                    <a:pt x="12428" y="21600"/>
                  </a:cubicBezTo>
                  <a:cubicBezTo>
                    <a:pt x="13680" y="19728"/>
                    <a:pt x="15416" y="17643"/>
                    <a:pt x="16998" y="15961"/>
                  </a:cubicBezTo>
                  <a:cubicBezTo>
                    <a:pt x="14270" y="14321"/>
                    <a:pt x="11743" y="14046"/>
                    <a:pt x="11082" y="13364"/>
                  </a:cubicBezTo>
                  <a:cubicBezTo>
                    <a:pt x="9936" y="12187"/>
                    <a:pt x="14347" y="8816"/>
                    <a:pt x="17447" y="8133"/>
                  </a:cubicBezTo>
                  <a:cubicBezTo>
                    <a:pt x="20553" y="7462"/>
                    <a:pt x="19077" y="3755"/>
                    <a:pt x="16473" y="1390"/>
                  </a:cubicBezTo>
                  <a:cubicBezTo>
                    <a:pt x="16042" y="1000"/>
                    <a:pt x="15546" y="518"/>
                    <a:pt x="15002" y="0"/>
                  </a:cubicBezTo>
                  <a:cubicBezTo>
                    <a:pt x="13550" y="884"/>
                    <a:pt x="12357" y="1683"/>
                    <a:pt x="12015" y="2164"/>
                  </a:cubicBezTo>
                  <a:cubicBezTo>
                    <a:pt x="11200" y="3280"/>
                    <a:pt x="9393" y="2865"/>
                    <a:pt x="6736" y="2554"/>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12" name="Shape 2266"/>
            <p:cNvSpPr/>
            <p:nvPr/>
          </p:nvSpPr>
          <p:spPr>
            <a:xfrm>
              <a:off x="9291793" y="4397453"/>
              <a:ext cx="301409" cy="261176"/>
            </a:xfrm>
            <a:custGeom>
              <a:avLst/>
              <a:gdLst/>
              <a:ahLst/>
              <a:cxnLst>
                <a:cxn ang="0">
                  <a:pos x="wd2" y="hd2"/>
                </a:cxn>
                <a:cxn ang="5400000">
                  <a:pos x="wd2" y="hd2"/>
                </a:cxn>
                <a:cxn ang="10800000">
                  <a:pos x="wd2" y="hd2"/>
                </a:cxn>
                <a:cxn ang="16200000">
                  <a:pos x="wd2" y="hd2"/>
                </a:cxn>
              </a:cxnLst>
              <a:rect l="0" t="0" r="r" b="b"/>
              <a:pathLst>
                <a:path w="21172" h="21474" extrusionOk="0">
                  <a:moveTo>
                    <a:pt x="3512" y="3323"/>
                  </a:moveTo>
                  <a:cubicBezTo>
                    <a:pt x="2919" y="4014"/>
                    <a:pt x="1537" y="4247"/>
                    <a:pt x="1738" y="5400"/>
                  </a:cubicBezTo>
                  <a:cubicBezTo>
                    <a:pt x="1932" y="6555"/>
                    <a:pt x="1537" y="7708"/>
                    <a:pt x="554" y="9090"/>
                  </a:cubicBezTo>
                  <a:cubicBezTo>
                    <a:pt x="-428" y="10467"/>
                    <a:pt x="153" y="12526"/>
                    <a:pt x="354" y="14137"/>
                  </a:cubicBezTo>
                  <a:cubicBezTo>
                    <a:pt x="1542" y="14040"/>
                    <a:pt x="2774" y="14016"/>
                    <a:pt x="3021" y="14301"/>
                  </a:cubicBezTo>
                  <a:cubicBezTo>
                    <a:pt x="3517" y="14881"/>
                    <a:pt x="3715" y="14301"/>
                    <a:pt x="4015" y="13140"/>
                  </a:cubicBezTo>
                  <a:cubicBezTo>
                    <a:pt x="4315" y="11975"/>
                    <a:pt x="4908" y="12093"/>
                    <a:pt x="5506" y="12673"/>
                  </a:cubicBezTo>
                  <a:cubicBezTo>
                    <a:pt x="6101" y="13258"/>
                    <a:pt x="6498" y="14185"/>
                    <a:pt x="7492" y="13605"/>
                  </a:cubicBezTo>
                  <a:cubicBezTo>
                    <a:pt x="8487" y="13024"/>
                    <a:pt x="8388" y="13371"/>
                    <a:pt x="8886" y="13605"/>
                  </a:cubicBezTo>
                  <a:cubicBezTo>
                    <a:pt x="9382" y="13838"/>
                    <a:pt x="11369" y="13489"/>
                    <a:pt x="12066" y="13605"/>
                  </a:cubicBezTo>
                  <a:cubicBezTo>
                    <a:pt x="12761" y="13720"/>
                    <a:pt x="18825" y="21283"/>
                    <a:pt x="18825" y="21283"/>
                  </a:cubicBezTo>
                  <a:cubicBezTo>
                    <a:pt x="18825" y="21283"/>
                    <a:pt x="18812" y="21311"/>
                    <a:pt x="18784" y="21363"/>
                  </a:cubicBezTo>
                  <a:cubicBezTo>
                    <a:pt x="19551" y="21464"/>
                    <a:pt x="20073" y="21600"/>
                    <a:pt x="20308" y="21235"/>
                  </a:cubicBezTo>
                  <a:cubicBezTo>
                    <a:pt x="20407" y="21077"/>
                    <a:pt x="20751" y="20816"/>
                    <a:pt x="21172" y="20529"/>
                  </a:cubicBezTo>
                  <a:cubicBezTo>
                    <a:pt x="20397" y="19677"/>
                    <a:pt x="19272" y="18281"/>
                    <a:pt x="17777" y="16070"/>
                  </a:cubicBezTo>
                  <a:cubicBezTo>
                    <a:pt x="15982" y="13421"/>
                    <a:pt x="13862" y="11987"/>
                    <a:pt x="12731" y="11987"/>
                  </a:cubicBezTo>
                  <a:cubicBezTo>
                    <a:pt x="11599" y="11987"/>
                    <a:pt x="11412" y="9725"/>
                    <a:pt x="10704" y="9615"/>
                  </a:cubicBezTo>
                  <a:cubicBezTo>
                    <a:pt x="9997" y="9505"/>
                    <a:pt x="8395" y="6248"/>
                    <a:pt x="8346" y="4151"/>
                  </a:cubicBezTo>
                  <a:cubicBezTo>
                    <a:pt x="8320" y="2970"/>
                    <a:pt x="7482" y="1329"/>
                    <a:pt x="6558" y="0"/>
                  </a:cubicBezTo>
                  <a:cubicBezTo>
                    <a:pt x="5433" y="2103"/>
                    <a:pt x="3928" y="2831"/>
                    <a:pt x="3512" y="332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13" name="Shape 2267"/>
            <p:cNvSpPr/>
            <p:nvPr/>
          </p:nvSpPr>
          <p:spPr>
            <a:xfrm>
              <a:off x="9142727" y="4521674"/>
              <a:ext cx="674261" cy="525273"/>
            </a:xfrm>
            <a:custGeom>
              <a:avLst/>
              <a:gdLst/>
              <a:ahLst/>
              <a:cxnLst>
                <a:cxn ang="0">
                  <a:pos x="wd2" y="hd2"/>
                </a:cxn>
                <a:cxn ang="5400000">
                  <a:pos x="wd2" y="hd2"/>
                </a:cxn>
                <a:cxn ang="10800000">
                  <a:pos x="wd2" y="hd2"/>
                </a:cxn>
                <a:cxn ang="16200000">
                  <a:pos x="wd2" y="hd2"/>
                </a:cxn>
              </a:cxnLst>
              <a:rect l="0" t="0" r="r" b="b"/>
              <a:pathLst>
                <a:path w="21265" h="21325" extrusionOk="0">
                  <a:moveTo>
                    <a:pt x="1370" y="14051"/>
                  </a:moveTo>
                  <a:cubicBezTo>
                    <a:pt x="1546" y="14622"/>
                    <a:pt x="2342" y="15192"/>
                    <a:pt x="2609" y="16103"/>
                  </a:cubicBezTo>
                  <a:cubicBezTo>
                    <a:pt x="2874" y="17015"/>
                    <a:pt x="3582" y="17470"/>
                    <a:pt x="3936" y="17470"/>
                  </a:cubicBezTo>
                  <a:cubicBezTo>
                    <a:pt x="4200" y="17470"/>
                    <a:pt x="4021" y="18042"/>
                    <a:pt x="3913" y="19088"/>
                  </a:cubicBezTo>
                  <a:cubicBezTo>
                    <a:pt x="4081" y="19176"/>
                    <a:pt x="4263" y="19254"/>
                    <a:pt x="4381" y="19341"/>
                  </a:cubicBezTo>
                  <a:cubicBezTo>
                    <a:pt x="4603" y="19504"/>
                    <a:pt x="5524" y="19341"/>
                    <a:pt x="5842" y="19708"/>
                  </a:cubicBezTo>
                  <a:cubicBezTo>
                    <a:pt x="6159" y="20076"/>
                    <a:pt x="7175" y="20935"/>
                    <a:pt x="7492" y="20935"/>
                  </a:cubicBezTo>
                  <a:cubicBezTo>
                    <a:pt x="7811" y="20935"/>
                    <a:pt x="8952" y="21139"/>
                    <a:pt x="9144" y="21303"/>
                  </a:cubicBezTo>
                  <a:cubicBezTo>
                    <a:pt x="9333" y="21467"/>
                    <a:pt x="9587" y="20690"/>
                    <a:pt x="10097" y="20321"/>
                  </a:cubicBezTo>
                  <a:cubicBezTo>
                    <a:pt x="10604" y="19954"/>
                    <a:pt x="11240" y="19708"/>
                    <a:pt x="11335" y="19995"/>
                  </a:cubicBezTo>
                  <a:cubicBezTo>
                    <a:pt x="11430" y="20281"/>
                    <a:pt x="11780" y="20526"/>
                    <a:pt x="12034" y="20363"/>
                  </a:cubicBezTo>
                  <a:cubicBezTo>
                    <a:pt x="12137" y="20296"/>
                    <a:pt x="12425" y="20197"/>
                    <a:pt x="12747" y="20105"/>
                  </a:cubicBezTo>
                  <a:cubicBezTo>
                    <a:pt x="13214" y="19968"/>
                    <a:pt x="13756" y="19848"/>
                    <a:pt x="13906" y="19873"/>
                  </a:cubicBezTo>
                  <a:cubicBezTo>
                    <a:pt x="14160" y="19914"/>
                    <a:pt x="14859" y="18606"/>
                    <a:pt x="15779" y="18606"/>
                  </a:cubicBezTo>
                  <a:cubicBezTo>
                    <a:pt x="16699" y="18606"/>
                    <a:pt x="16953" y="18809"/>
                    <a:pt x="17368" y="18237"/>
                  </a:cubicBezTo>
                  <a:cubicBezTo>
                    <a:pt x="17781" y="17665"/>
                    <a:pt x="20892" y="13620"/>
                    <a:pt x="21177" y="13332"/>
                  </a:cubicBezTo>
                  <a:cubicBezTo>
                    <a:pt x="21464" y="13047"/>
                    <a:pt x="20987" y="12924"/>
                    <a:pt x="20669" y="12924"/>
                  </a:cubicBezTo>
                  <a:cubicBezTo>
                    <a:pt x="20352" y="12924"/>
                    <a:pt x="19717" y="12883"/>
                    <a:pt x="18701" y="12352"/>
                  </a:cubicBezTo>
                  <a:cubicBezTo>
                    <a:pt x="17685" y="11820"/>
                    <a:pt x="16098" y="11126"/>
                    <a:pt x="15811" y="11044"/>
                  </a:cubicBezTo>
                  <a:cubicBezTo>
                    <a:pt x="15525" y="10962"/>
                    <a:pt x="15112" y="10104"/>
                    <a:pt x="14859" y="9940"/>
                  </a:cubicBezTo>
                  <a:cubicBezTo>
                    <a:pt x="14606" y="9777"/>
                    <a:pt x="14097" y="8632"/>
                    <a:pt x="13970" y="8264"/>
                  </a:cubicBezTo>
                  <a:cubicBezTo>
                    <a:pt x="13927" y="8138"/>
                    <a:pt x="14028" y="7875"/>
                    <a:pt x="14188" y="7579"/>
                  </a:cubicBezTo>
                  <a:cubicBezTo>
                    <a:pt x="13876" y="7202"/>
                    <a:pt x="13721" y="7099"/>
                    <a:pt x="13513" y="7277"/>
                  </a:cubicBezTo>
                  <a:cubicBezTo>
                    <a:pt x="13245" y="7508"/>
                    <a:pt x="12799" y="7566"/>
                    <a:pt x="12709" y="7335"/>
                  </a:cubicBezTo>
                  <a:cubicBezTo>
                    <a:pt x="12620" y="7106"/>
                    <a:pt x="12441" y="6243"/>
                    <a:pt x="12754" y="5785"/>
                  </a:cubicBezTo>
                  <a:cubicBezTo>
                    <a:pt x="13066" y="5325"/>
                    <a:pt x="13468" y="4463"/>
                    <a:pt x="13468" y="4463"/>
                  </a:cubicBezTo>
                  <a:cubicBezTo>
                    <a:pt x="13468" y="4463"/>
                    <a:pt x="10746" y="729"/>
                    <a:pt x="10433" y="672"/>
                  </a:cubicBezTo>
                  <a:cubicBezTo>
                    <a:pt x="10120" y="614"/>
                    <a:pt x="9228" y="787"/>
                    <a:pt x="9004" y="672"/>
                  </a:cubicBezTo>
                  <a:cubicBezTo>
                    <a:pt x="8782" y="556"/>
                    <a:pt x="8825" y="384"/>
                    <a:pt x="8380" y="672"/>
                  </a:cubicBezTo>
                  <a:cubicBezTo>
                    <a:pt x="7933" y="958"/>
                    <a:pt x="7755" y="499"/>
                    <a:pt x="7488" y="212"/>
                  </a:cubicBezTo>
                  <a:cubicBezTo>
                    <a:pt x="7220" y="-76"/>
                    <a:pt x="6952" y="-133"/>
                    <a:pt x="6819" y="441"/>
                  </a:cubicBezTo>
                  <a:cubicBezTo>
                    <a:pt x="6684" y="1016"/>
                    <a:pt x="6595" y="1301"/>
                    <a:pt x="6372" y="1016"/>
                  </a:cubicBezTo>
                  <a:cubicBezTo>
                    <a:pt x="6260" y="875"/>
                    <a:pt x="5708" y="885"/>
                    <a:pt x="5174" y="935"/>
                  </a:cubicBezTo>
                  <a:cubicBezTo>
                    <a:pt x="5174" y="940"/>
                    <a:pt x="5175" y="945"/>
                    <a:pt x="5176" y="949"/>
                  </a:cubicBezTo>
                  <a:cubicBezTo>
                    <a:pt x="5264" y="1747"/>
                    <a:pt x="4643" y="2658"/>
                    <a:pt x="4643" y="3114"/>
                  </a:cubicBezTo>
                  <a:cubicBezTo>
                    <a:pt x="4643" y="3569"/>
                    <a:pt x="4291" y="4026"/>
                    <a:pt x="4024" y="4026"/>
                  </a:cubicBezTo>
                  <a:cubicBezTo>
                    <a:pt x="3759" y="4026"/>
                    <a:pt x="3493" y="4937"/>
                    <a:pt x="3140" y="5392"/>
                  </a:cubicBezTo>
                  <a:cubicBezTo>
                    <a:pt x="2785" y="5849"/>
                    <a:pt x="3052" y="6874"/>
                    <a:pt x="2698" y="7216"/>
                  </a:cubicBezTo>
                  <a:cubicBezTo>
                    <a:pt x="2342" y="7558"/>
                    <a:pt x="1811" y="7672"/>
                    <a:pt x="2077" y="8013"/>
                  </a:cubicBezTo>
                  <a:cubicBezTo>
                    <a:pt x="2342" y="8356"/>
                    <a:pt x="1635" y="9039"/>
                    <a:pt x="1635" y="9722"/>
                  </a:cubicBezTo>
                  <a:cubicBezTo>
                    <a:pt x="1635" y="10406"/>
                    <a:pt x="1546" y="11659"/>
                    <a:pt x="1458" y="11773"/>
                  </a:cubicBezTo>
                  <a:cubicBezTo>
                    <a:pt x="1370" y="11887"/>
                    <a:pt x="308" y="11546"/>
                    <a:pt x="308" y="12116"/>
                  </a:cubicBezTo>
                  <a:cubicBezTo>
                    <a:pt x="308" y="12685"/>
                    <a:pt x="-136" y="12685"/>
                    <a:pt x="42" y="13141"/>
                  </a:cubicBezTo>
                  <a:cubicBezTo>
                    <a:pt x="218" y="13597"/>
                    <a:pt x="1192" y="13482"/>
                    <a:pt x="1370" y="1405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14" name="Shape 2268"/>
            <p:cNvSpPr/>
            <p:nvPr/>
          </p:nvSpPr>
          <p:spPr>
            <a:xfrm>
              <a:off x="9242104" y="3552744"/>
              <a:ext cx="62352" cy="83159"/>
            </a:xfrm>
            <a:custGeom>
              <a:avLst/>
              <a:gdLst/>
              <a:ahLst/>
              <a:cxnLst>
                <a:cxn ang="0">
                  <a:pos x="wd2" y="hd2"/>
                </a:cxn>
                <a:cxn ang="5400000">
                  <a:pos x="wd2" y="hd2"/>
                </a:cxn>
                <a:cxn ang="10800000">
                  <a:pos x="wd2" y="hd2"/>
                </a:cxn>
                <a:cxn ang="16200000">
                  <a:pos x="wd2" y="hd2"/>
                </a:cxn>
              </a:cxnLst>
              <a:rect l="0" t="0" r="r" b="b"/>
              <a:pathLst>
                <a:path w="19314" h="21213" extrusionOk="0">
                  <a:moveTo>
                    <a:pt x="17391" y="9027"/>
                  </a:moveTo>
                  <a:cubicBezTo>
                    <a:pt x="20044" y="7114"/>
                    <a:pt x="21600" y="-387"/>
                    <a:pt x="10582" y="15"/>
                  </a:cubicBezTo>
                  <a:cubicBezTo>
                    <a:pt x="10492" y="504"/>
                    <a:pt x="10439" y="1012"/>
                    <a:pt x="10439" y="1538"/>
                  </a:cubicBezTo>
                  <a:cubicBezTo>
                    <a:pt x="10439" y="4998"/>
                    <a:pt x="3698" y="12282"/>
                    <a:pt x="0" y="18892"/>
                  </a:cubicBezTo>
                  <a:lnTo>
                    <a:pt x="6629" y="21213"/>
                  </a:lnTo>
                  <a:cubicBezTo>
                    <a:pt x="10071" y="16150"/>
                    <a:pt x="15279" y="10543"/>
                    <a:pt x="17391" y="902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15" name="Shape 2269"/>
            <p:cNvSpPr/>
            <p:nvPr/>
          </p:nvSpPr>
          <p:spPr>
            <a:xfrm>
              <a:off x="9266949" y="3428522"/>
              <a:ext cx="312399" cy="249123"/>
            </a:xfrm>
            <a:custGeom>
              <a:avLst/>
              <a:gdLst/>
              <a:ahLst/>
              <a:cxnLst>
                <a:cxn ang="0">
                  <a:pos x="wd2" y="hd2"/>
                </a:cxn>
                <a:cxn ang="5400000">
                  <a:pos x="wd2" y="hd2"/>
                </a:cxn>
                <a:cxn ang="10800000">
                  <a:pos x="wd2" y="hd2"/>
                </a:cxn>
                <a:cxn ang="16200000">
                  <a:pos x="wd2" y="hd2"/>
                </a:cxn>
              </a:cxnLst>
              <a:rect l="0" t="0" r="r" b="b"/>
              <a:pathLst>
                <a:path w="21600" h="21600" extrusionOk="0">
                  <a:moveTo>
                    <a:pt x="2402" y="14109"/>
                  </a:moveTo>
                  <a:cubicBezTo>
                    <a:pt x="1933" y="14626"/>
                    <a:pt x="770" y="16530"/>
                    <a:pt x="0" y="18251"/>
                  </a:cubicBezTo>
                  <a:lnTo>
                    <a:pt x="161" y="18337"/>
                  </a:lnTo>
                  <a:lnTo>
                    <a:pt x="409" y="19736"/>
                  </a:lnTo>
                  <a:lnTo>
                    <a:pt x="3259" y="21600"/>
                  </a:lnTo>
                  <a:cubicBezTo>
                    <a:pt x="3259" y="21600"/>
                    <a:pt x="5368" y="19736"/>
                    <a:pt x="6235" y="19581"/>
                  </a:cubicBezTo>
                  <a:cubicBezTo>
                    <a:pt x="7103" y="19427"/>
                    <a:pt x="17017" y="12742"/>
                    <a:pt x="17017" y="12742"/>
                  </a:cubicBezTo>
                  <a:cubicBezTo>
                    <a:pt x="17017" y="12742"/>
                    <a:pt x="17883" y="11034"/>
                    <a:pt x="17762" y="10411"/>
                  </a:cubicBezTo>
                  <a:cubicBezTo>
                    <a:pt x="17636" y="9788"/>
                    <a:pt x="17512" y="8078"/>
                    <a:pt x="18007" y="7304"/>
                  </a:cubicBezTo>
                  <a:cubicBezTo>
                    <a:pt x="18505" y="6528"/>
                    <a:pt x="17388" y="5282"/>
                    <a:pt x="17762" y="4039"/>
                  </a:cubicBezTo>
                  <a:cubicBezTo>
                    <a:pt x="18131" y="2794"/>
                    <a:pt x="19743" y="2175"/>
                    <a:pt x="19743" y="2175"/>
                  </a:cubicBezTo>
                  <a:lnTo>
                    <a:pt x="21600" y="467"/>
                  </a:lnTo>
                  <a:lnTo>
                    <a:pt x="20362" y="0"/>
                  </a:lnTo>
                  <a:cubicBezTo>
                    <a:pt x="20362" y="0"/>
                    <a:pt x="18753" y="776"/>
                    <a:pt x="16893" y="621"/>
                  </a:cubicBezTo>
                  <a:cubicBezTo>
                    <a:pt x="15034" y="467"/>
                    <a:pt x="14662" y="2175"/>
                    <a:pt x="12679" y="2175"/>
                  </a:cubicBezTo>
                  <a:cubicBezTo>
                    <a:pt x="10696" y="2175"/>
                    <a:pt x="9582" y="2794"/>
                    <a:pt x="9086" y="2022"/>
                  </a:cubicBezTo>
                  <a:cubicBezTo>
                    <a:pt x="8591" y="1243"/>
                    <a:pt x="8465" y="1708"/>
                    <a:pt x="7103" y="2484"/>
                  </a:cubicBezTo>
                  <a:cubicBezTo>
                    <a:pt x="5737" y="3261"/>
                    <a:pt x="4872" y="3109"/>
                    <a:pt x="4253" y="2484"/>
                  </a:cubicBezTo>
                  <a:cubicBezTo>
                    <a:pt x="3634" y="1866"/>
                    <a:pt x="3137" y="2642"/>
                    <a:pt x="3013" y="3418"/>
                  </a:cubicBezTo>
                  <a:cubicBezTo>
                    <a:pt x="2897" y="4146"/>
                    <a:pt x="3080" y="5821"/>
                    <a:pt x="1154" y="6151"/>
                  </a:cubicBezTo>
                  <a:cubicBezTo>
                    <a:pt x="1023" y="6866"/>
                    <a:pt x="799" y="7613"/>
                    <a:pt x="1127" y="8133"/>
                  </a:cubicBezTo>
                  <a:cubicBezTo>
                    <a:pt x="1619" y="8900"/>
                    <a:pt x="1030" y="9807"/>
                    <a:pt x="884" y="11046"/>
                  </a:cubicBezTo>
                  <a:cubicBezTo>
                    <a:pt x="3343" y="10909"/>
                    <a:pt x="2996" y="13459"/>
                    <a:pt x="2402" y="1410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16" name="Shape 2270"/>
            <p:cNvSpPr/>
            <p:nvPr/>
          </p:nvSpPr>
          <p:spPr>
            <a:xfrm>
              <a:off x="13366269" y="3378834"/>
              <a:ext cx="160116" cy="210562"/>
            </a:xfrm>
            <a:custGeom>
              <a:avLst/>
              <a:gdLst/>
              <a:ahLst/>
              <a:cxnLst>
                <a:cxn ang="0">
                  <a:pos x="wd2" y="hd2"/>
                </a:cxn>
                <a:cxn ang="5400000">
                  <a:pos x="wd2" y="hd2"/>
                </a:cxn>
                <a:cxn ang="10800000">
                  <a:pos x="wd2" y="hd2"/>
                </a:cxn>
                <a:cxn ang="16200000">
                  <a:pos x="wd2" y="hd2"/>
                </a:cxn>
              </a:cxnLst>
              <a:rect l="0" t="0" r="r" b="b"/>
              <a:pathLst>
                <a:path w="19895" h="21136" extrusionOk="0">
                  <a:moveTo>
                    <a:pt x="4225" y="1807"/>
                  </a:moveTo>
                  <a:cubicBezTo>
                    <a:pt x="3715" y="2216"/>
                    <a:pt x="2202" y="2981"/>
                    <a:pt x="900" y="3826"/>
                  </a:cubicBezTo>
                  <a:cubicBezTo>
                    <a:pt x="1539" y="4683"/>
                    <a:pt x="1415" y="6145"/>
                    <a:pt x="2654" y="6237"/>
                  </a:cubicBezTo>
                  <a:cubicBezTo>
                    <a:pt x="4406" y="6376"/>
                    <a:pt x="4240" y="8531"/>
                    <a:pt x="2320" y="8193"/>
                  </a:cubicBezTo>
                  <a:cubicBezTo>
                    <a:pt x="405" y="7857"/>
                    <a:pt x="399" y="10282"/>
                    <a:pt x="2069" y="12372"/>
                  </a:cubicBezTo>
                  <a:cubicBezTo>
                    <a:pt x="3740" y="14459"/>
                    <a:pt x="-1099" y="16819"/>
                    <a:pt x="236" y="17896"/>
                  </a:cubicBezTo>
                  <a:cubicBezTo>
                    <a:pt x="1569" y="18970"/>
                    <a:pt x="487" y="20253"/>
                    <a:pt x="1069" y="20925"/>
                  </a:cubicBezTo>
                  <a:cubicBezTo>
                    <a:pt x="1653" y="21600"/>
                    <a:pt x="8741" y="20657"/>
                    <a:pt x="11828" y="18098"/>
                  </a:cubicBezTo>
                  <a:cubicBezTo>
                    <a:pt x="14915" y="15533"/>
                    <a:pt x="15747" y="15874"/>
                    <a:pt x="17333" y="16210"/>
                  </a:cubicBezTo>
                  <a:cubicBezTo>
                    <a:pt x="18918" y="16549"/>
                    <a:pt x="20501" y="15265"/>
                    <a:pt x="19663" y="14257"/>
                  </a:cubicBezTo>
                  <a:cubicBezTo>
                    <a:pt x="18831" y="13246"/>
                    <a:pt x="17911" y="10755"/>
                    <a:pt x="18162" y="7652"/>
                  </a:cubicBezTo>
                  <a:cubicBezTo>
                    <a:pt x="18309" y="5852"/>
                    <a:pt x="15271" y="2596"/>
                    <a:pt x="12325" y="0"/>
                  </a:cubicBezTo>
                  <a:cubicBezTo>
                    <a:pt x="11412" y="592"/>
                    <a:pt x="10583" y="906"/>
                    <a:pt x="9344" y="906"/>
                  </a:cubicBezTo>
                  <a:cubicBezTo>
                    <a:pt x="7339" y="906"/>
                    <a:pt x="5114" y="1086"/>
                    <a:pt x="4225" y="180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17" name="Shape 2271"/>
            <p:cNvSpPr/>
            <p:nvPr/>
          </p:nvSpPr>
          <p:spPr>
            <a:xfrm>
              <a:off x="11652008" y="3999943"/>
              <a:ext cx="190160" cy="254552"/>
            </a:xfrm>
            <a:custGeom>
              <a:avLst/>
              <a:gdLst/>
              <a:ahLst/>
              <a:cxnLst>
                <a:cxn ang="0">
                  <a:pos x="wd2" y="hd2"/>
                </a:cxn>
                <a:cxn ang="5400000">
                  <a:pos x="wd2" y="hd2"/>
                </a:cxn>
                <a:cxn ang="10800000">
                  <a:pos x="wd2" y="hd2"/>
                </a:cxn>
                <a:cxn ang="16200000">
                  <a:pos x="wd2" y="hd2"/>
                </a:cxn>
              </a:cxnLst>
              <a:rect l="0" t="0" r="r" b="b"/>
              <a:pathLst>
                <a:path w="20207" h="20623" extrusionOk="0">
                  <a:moveTo>
                    <a:pt x="20207" y="17138"/>
                  </a:moveTo>
                  <a:cubicBezTo>
                    <a:pt x="19356" y="13533"/>
                    <a:pt x="18882" y="10036"/>
                    <a:pt x="18255" y="10036"/>
                  </a:cubicBezTo>
                  <a:cubicBezTo>
                    <a:pt x="17392" y="10036"/>
                    <a:pt x="16239" y="13120"/>
                    <a:pt x="14793" y="12900"/>
                  </a:cubicBezTo>
                  <a:cubicBezTo>
                    <a:pt x="13346" y="12682"/>
                    <a:pt x="13346" y="8937"/>
                    <a:pt x="15079" y="8937"/>
                  </a:cubicBezTo>
                  <a:cubicBezTo>
                    <a:pt x="16814" y="8937"/>
                    <a:pt x="18835" y="6072"/>
                    <a:pt x="18835" y="5189"/>
                  </a:cubicBezTo>
                  <a:cubicBezTo>
                    <a:pt x="18835" y="4310"/>
                    <a:pt x="17108" y="4310"/>
                    <a:pt x="15370" y="4310"/>
                  </a:cubicBezTo>
                  <a:cubicBezTo>
                    <a:pt x="13635" y="4310"/>
                    <a:pt x="9879" y="4529"/>
                    <a:pt x="9879" y="4529"/>
                  </a:cubicBezTo>
                  <a:cubicBezTo>
                    <a:pt x="9879" y="4529"/>
                    <a:pt x="7564" y="3870"/>
                    <a:pt x="7564" y="2766"/>
                  </a:cubicBezTo>
                  <a:cubicBezTo>
                    <a:pt x="7564" y="1665"/>
                    <a:pt x="6697" y="782"/>
                    <a:pt x="4385" y="782"/>
                  </a:cubicBezTo>
                  <a:cubicBezTo>
                    <a:pt x="2077" y="782"/>
                    <a:pt x="2077" y="-977"/>
                    <a:pt x="340" y="782"/>
                  </a:cubicBezTo>
                  <a:cubicBezTo>
                    <a:pt x="-1393" y="2543"/>
                    <a:pt x="4096" y="2543"/>
                    <a:pt x="3518" y="3870"/>
                  </a:cubicBezTo>
                  <a:cubicBezTo>
                    <a:pt x="2941" y="5189"/>
                    <a:pt x="1206" y="4310"/>
                    <a:pt x="917" y="5409"/>
                  </a:cubicBezTo>
                  <a:cubicBezTo>
                    <a:pt x="626" y="6510"/>
                    <a:pt x="1211" y="9378"/>
                    <a:pt x="2077" y="10917"/>
                  </a:cubicBezTo>
                  <a:cubicBezTo>
                    <a:pt x="2737" y="12106"/>
                    <a:pt x="3738" y="15115"/>
                    <a:pt x="3776" y="17647"/>
                  </a:cubicBezTo>
                  <a:cubicBezTo>
                    <a:pt x="5122" y="17451"/>
                    <a:pt x="5754" y="16973"/>
                    <a:pt x="7002" y="16973"/>
                  </a:cubicBezTo>
                  <a:cubicBezTo>
                    <a:pt x="8569" y="16973"/>
                    <a:pt x="10709" y="16812"/>
                    <a:pt x="10851" y="15560"/>
                  </a:cubicBezTo>
                  <a:cubicBezTo>
                    <a:pt x="10993" y="14309"/>
                    <a:pt x="12777" y="13386"/>
                    <a:pt x="13772" y="13765"/>
                  </a:cubicBezTo>
                  <a:cubicBezTo>
                    <a:pt x="14775" y="14146"/>
                    <a:pt x="16270" y="17191"/>
                    <a:pt x="16342" y="18769"/>
                  </a:cubicBezTo>
                  <a:cubicBezTo>
                    <a:pt x="16366" y="19273"/>
                    <a:pt x="16649" y="19935"/>
                    <a:pt x="17093" y="20623"/>
                  </a:cubicBezTo>
                  <a:cubicBezTo>
                    <a:pt x="17889" y="20025"/>
                    <a:pt x="18820" y="19548"/>
                    <a:pt x="18820" y="19548"/>
                  </a:cubicBezTo>
                  <a:cubicBezTo>
                    <a:pt x="18820" y="19548"/>
                    <a:pt x="19405" y="17871"/>
                    <a:pt x="20207" y="1713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18" name="Shape 2272"/>
            <p:cNvSpPr/>
            <p:nvPr/>
          </p:nvSpPr>
          <p:spPr>
            <a:xfrm>
              <a:off x="10782455" y="3527900"/>
              <a:ext cx="1261169" cy="1329288"/>
            </a:xfrm>
            <a:custGeom>
              <a:avLst/>
              <a:gdLst/>
              <a:ahLst/>
              <a:cxnLst>
                <a:cxn ang="0">
                  <a:pos x="wd2" y="hd2"/>
                </a:cxn>
                <a:cxn ang="5400000">
                  <a:pos x="wd2" y="hd2"/>
                </a:cxn>
                <a:cxn ang="10800000">
                  <a:pos x="wd2" y="hd2"/>
                </a:cxn>
                <a:cxn ang="16200000">
                  <a:pos x="wd2" y="hd2"/>
                </a:cxn>
              </a:cxnLst>
              <a:rect l="0" t="0" r="r" b="b"/>
              <a:pathLst>
                <a:path w="21539" h="21503" extrusionOk="0">
                  <a:moveTo>
                    <a:pt x="15419" y="9729"/>
                  </a:moveTo>
                  <a:cubicBezTo>
                    <a:pt x="15280" y="9422"/>
                    <a:pt x="15186" y="8849"/>
                    <a:pt x="15233" y="8630"/>
                  </a:cubicBezTo>
                  <a:cubicBezTo>
                    <a:pt x="15280" y="8410"/>
                    <a:pt x="15558" y="8585"/>
                    <a:pt x="15651" y="8322"/>
                  </a:cubicBezTo>
                  <a:cubicBezTo>
                    <a:pt x="15744" y="8058"/>
                    <a:pt x="14862" y="8058"/>
                    <a:pt x="15140" y="7706"/>
                  </a:cubicBezTo>
                  <a:cubicBezTo>
                    <a:pt x="15419" y="7354"/>
                    <a:pt x="15419" y="7706"/>
                    <a:pt x="15790" y="7706"/>
                  </a:cubicBezTo>
                  <a:cubicBezTo>
                    <a:pt x="16162" y="7706"/>
                    <a:pt x="16301" y="7882"/>
                    <a:pt x="16301" y="8102"/>
                  </a:cubicBezTo>
                  <a:cubicBezTo>
                    <a:pt x="16301" y="8322"/>
                    <a:pt x="16673" y="8454"/>
                    <a:pt x="16673" y="8454"/>
                  </a:cubicBezTo>
                  <a:cubicBezTo>
                    <a:pt x="16673" y="8454"/>
                    <a:pt x="17277" y="8410"/>
                    <a:pt x="17556" y="8410"/>
                  </a:cubicBezTo>
                  <a:cubicBezTo>
                    <a:pt x="17835" y="8410"/>
                    <a:pt x="18113" y="8410"/>
                    <a:pt x="18113" y="8585"/>
                  </a:cubicBezTo>
                  <a:cubicBezTo>
                    <a:pt x="18113" y="8762"/>
                    <a:pt x="17788" y="9334"/>
                    <a:pt x="17509" y="9334"/>
                  </a:cubicBezTo>
                  <a:cubicBezTo>
                    <a:pt x="17231" y="9334"/>
                    <a:pt x="17231" y="10082"/>
                    <a:pt x="17463" y="10125"/>
                  </a:cubicBezTo>
                  <a:cubicBezTo>
                    <a:pt x="17695" y="10169"/>
                    <a:pt x="17881" y="9553"/>
                    <a:pt x="18020" y="9553"/>
                  </a:cubicBezTo>
                  <a:cubicBezTo>
                    <a:pt x="18120" y="9553"/>
                    <a:pt x="18197" y="10252"/>
                    <a:pt x="18333" y="10971"/>
                  </a:cubicBezTo>
                  <a:cubicBezTo>
                    <a:pt x="18370" y="10931"/>
                    <a:pt x="18407" y="10901"/>
                    <a:pt x="18447" y="10901"/>
                  </a:cubicBezTo>
                  <a:cubicBezTo>
                    <a:pt x="18630" y="10901"/>
                    <a:pt x="18538" y="10293"/>
                    <a:pt x="18661" y="10119"/>
                  </a:cubicBezTo>
                  <a:cubicBezTo>
                    <a:pt x="18784" y="9945"/>
                    <a:pt x="18723" y="9394"/>
                    <a:pt x="18815" y="9394"/>
                  </a:cubicBezTo>
                  <a:cubicBezTo>
                    <a:pt x="18907" y="9394"/>
                    <a:pt x="19457" y="9568"/>
                    <a:pt x="19427" y="9423"/>
                  </a:cubicBezTo>
                  <a:cubicBezTo>
                    <a:pt x="19396" y="9278"/>
                    <a:pt x="19763" y="8785"/>
                    <a:pt x="19702" y="8524"/>
                  </a:cubicBezTo>
                  <a:cubicBezTo>
                    <a:pt x="19641" y="8263"/>
                    <a:pt x="19916" y="7944"/>
                    <a:pt x="19916" y="7626"/>
                  </a:cubicBezTo>
                  <a:cubicBezTo>
                    <a:pt x="19916" y="7307"/>
                    <a:pt x="20223" y="7220"/>
                    <a:pt x="20437" y="7046"/>
                  </a:cubicBezTo>
                  <a:cubicBezTo>
                    <a:pt x="20651" y="6872"/>
                    <a:pt x="21018" y="6640"/>
                    <a:pt x="21080" y="6785"/>
                  </a:cubicBezTo>
                  <a:cubicBezTo>
                    <a:pt x="21141" y="6929"/>
                    <a:pt x="21600" y="7046"/>
                    <a:pt x="21416" y="6785"/>
                  </a:cubicBezTo>
                  <a:cubicBezTo>
                    <a:pt x="21233" y="6523"/>
                    <a:pt x="21233" y="6350"/>
                    <a:pt x="21355" y="6292"/>
                  </a:cubicBezTo>
                  <a:cubicBezTo>
                    <a:pt x="21478" y="6234"/>
                    <a:pt x="21539" y="5944"/>
                    <a:pt x="21539" y="5944"/>
                  </a:cubicBezTo>
                  <a:cubicBezTo>
                    <a:pt x="21539" y="5944"/>
                    <a:pt x="21141" y="5886"/>
                    <a:pt x="21080" y="5712"/>
                  </a:cubicBezTo>
                  <a:cubicBezTo>
                    <a:pt x="21018" y="5538"/>
                    <a:pt x="20773" y="5364"/>
                    <a:pt x="20773" y="5219"/>
                  </a:cubicBezTo>
                  <a:cubicBezTo>
                    <a:pt x="20773" y="5074"/>
                    <a:pt x="20559" y="5132"/>
                    <a:pt x="20376" y="5277"/>
                  </a:cubicBezTo>
                  <a:cubicBezTo>
                    <a:pt x="20192" y="5422"/>
                    <a:pt x="19855" y="5103"/>
                    <a:pt x="19457" y="5306"/>
                  </a:cubicBezTo>
                  <a:cubicBezTo>
                    <a:pt x="19059" y="5509"/>
                    <a:pt x="18968" y="5741"/>
                    <a:pt x="18784" y="5712"/>
                  </a:cubicBezTo>
                  <a:cubicBezTo>
                    <a:pt x="18600" y="5682"/>
                    <a:pt x="18630" y="5857"/>
                    <a:pt x="18477" y="6002"/>
                  </a:cubicBezTo>
                  <a:cubicBezTo>
                    <a:pt x="18325" y="6147"/>
                    <a:pt x="18202" y="6321"/>
                    <a:pt x="18110" y="6321"/>
                  </a:cubicBezTo>
                  <a:cubicBezTo>
                    <a:pt x="18019" y="6321"/>
                    <a:pt x="17712" y="6466"/>
                    <a:pt x="17712" y="6466"/>
                  </a:cubicBezTo>
                  <a:cubicBezTo>
                    <a:pt x="17712" y="6466"/>
                    <a:pt x="17927" y="6901"/>
                    <a:pt x="17804" y="7103"/>
                  </a:cubicBezTo>
                  <a:cubicBezTo>
                    <a:pt x="17682" y="7307"/>
                    <a:pt x="17375" y="7103"/>
                    <a:pt x="17039" y="7191"/>
                  </a:cubicBezTo>
                  <a:cubicBezTo>
                    <a:pt x="16702" y="7278"/>
                    <a:pt x="16549" y="7075"/>
                    <a:pt x="16304" y="7133"/>
                  </a:cubicBezTo>
                  <a:cubicBezTo>
                    <a:pt x="16059" y="7191"/>
                    <a:pt x="15907" y="6988"/>
                    <a:pt x="15784" y="7016"/>
                  </a:cubicBezTo>
                  <a:cubicBezTo>
                    <a:pt x="15661" y="7046"/>
                    <a:pt x="15478" y="6755"/>
                    <a:pt x="15539" y="6523"/>
                  </a:cubicBezTo>
                  <a:cubicBezTo>
                    <a:pt x="15600" y="6292"/>
                    <a:pt x="15416" y="5973"/>
                    <a:pt x="15294" y="6147"/>
                  </a:cubicBezTo>
                  <a:cubicBezTo>
                    <a:pt x="15171" y="6321"/>
                    <a:pt x="14988" y="6234"/>
                    <a:pt x="14988" y="6495"/>
                  </a:cubicBezTo>
                  <a:cubicBezTo>
                    <a:pt x="14988" y="6755"/>
                    <a:pt x="15141" y="7075"/>
                    <a:pt x="14957" y="7249"/>
                  </a:cubicBezTo>
                  <a:cubicBezTo>
                    <a:pt x="14774" y="7423"/>
                    <a:pt x="13794" y="7510"/>
                    <a:pt x="13610" y="7365"/>
                  </a:cubicBezTo>
                  <a:cubicBezTo>
                    <a:pt x="13427" y="7220"/>
                    <a:pt x="12631" y="7133"/>
                    <a:pt x="12601" y="6988"/>
                  </a:cubicBezTo>
                  <a:cubicBezTo>
                    <a:pt x="12570" y="6842"/>
                    <a:pt x="12325" y="6582"/>
                    <a:pt x="12171" y="6582"/>
                  </a:cubicBezTo>
                  <a:cubicBezTo>
                    <a:pt x="12019" y="6582"/>
                    <a:pt x="11559" y="6785"/>
                    <a:pt x="11437" y="6698"/>
                  </a:cubicBezTo>
                  <a:cubicBezTo>
                    <a:pt x="11314" y="6611"/>
                    <a:pt x="11008" y="6379"/>
                    <a:pt x="10794" y="6350"/>
                  </a:cubicBezTo>
                  <a:cubicBezTo>
                    <a:pt x="10580" y="6321"/>
                    <a:pt x="10243" y="6176"/>
                    <a:pt x="10212" y="6060"/>
                  </a:cubicBezTo>
                  <a:cubicBezTo>
                    <a:pt x="10182" y="5944"/>
                    <a:pt x="9692" y="5886"/>
                    <a:pt x="9600" y="5770"/>
                  </a:cubicBezTo>
                  <a:cubicBezTo>
                    <a:pt x="9508" y="5653"/>
                    <a:pt x="9202" y="5625"/>
                    <a:pt x="9202" y="5480"/>
                  </a:cubicBezTo>
                  <a:cubicBezTo>
                    <a:pt x="9202" y="5335"/>
                    <a:pt x="9325" y="5103"/>
                    <a:pt x="9325" y="4929"/>
                  </a:cubicBezTo>
                  <a:cubicBezTo>
                    <a:pt x="9325" y="4755"/>
                    <a:pt x="9692" y="4582"/>
                    <a:pt x="9692" y="4465"/>
                  </a:cubicBezTo>
                  <a:cubicBezTo>
                    <a:pt x="9692" y="4349"/>
                    <a:pt x="9356" y="4146"/>
                    <a:pt x="9356" y="4146"/>
                  </a:cubicBezTo>
                  <a:cubicBezTo>
                    <a:pt x="9356" y="4146"/>
                    <a:pt x="9141" y="3769"/>
                    <a:pt x="8896" y="3769"/>
                  </a:cubicBezTo>
                  <a:cubicBezTo>
                    <a:pt x="8651" y="3769"/>
                    <a:pt x="8467" y="3364"/>
                    <a:pt x="8254" y="3335"/>
                  </a:cubicBezTo>
                  <a:cubicBezTo>
                    <a:pt x="8039" y="3306"/>
                    <a:pt x="8100" y="2899"/>
                    <a:pt x="7978" y="2754"/>
                  </a:cubicBezTo>
                  <a:cubicBezTo>
                    <a:pt x="7856" y="2609"/>
                    <a:pt x="7947" y="2262"/>
                    <a:pt x="8162" y="2436"/>
                  </a:cubicBezTo>
                  <a:cubicBezTo>
                    <a:pt x="8376" y="2609"/>
                    <a:pt x="8774" y="2436"/>
                    <a:pt x="8621" y="2175"/>
                  </a:cubicBezTo>
                  <a:cubicBezTo>
                    <a:pt x="8467" y="1914"/>
                    <a:pt x="8192" y="1683"/>
                    <a:pt x="8192" y="1537"/>
                  </a:cubicBezTo>
                  <a:cubicBezTo>
                    <a:pt x="8192" y="1392"/>
                    <a:pt x="8376" y="957"/>
                    <a:pt x="8162" y="841"/>
                  </a:cubicBezTo>
                  <a:cubicBezTo>
                    <a:pt x="7947" y="725"/>
                    <a:pt x="7763" y="551"/>
                    <a:pt x="7702" y="348"/>
                  </a:cubicBezTo>
                  <a:cubicBezTo>
                    <a:pt x="7641" y="145"/>
                    <a:pt x="7396" y="0"/>
                    <a:pt x="7396" y="0"/>
                  </a:cubicBezTo>
                  <a:lnTo>
                    <a:pt x="7090" y="29"/>
                  </a:lnTo>
                  <a:cubicBezTo>
                    <a:pt x="7090" y="29"/>
                    <a:pt x="6907" y="493"/>
                    <a:pt x="6784" y="551"/>
                  </a:cubicBezTo>
                  <a:cubicBezTo>
                    <a:pt x="6662" y="609"/>
                    <a:pt x="6233" y="696"/>
                    <a:pt x="6019" y="841"/>
                  </a:cubicBezTo>
                  <a:cubicBezTo>
                    <a:pt x="5805" y="986"/>
                    <a:pt x="5193" y="638"/>
                    <a:pt x="4856" y="638"/>
                  </a:cubicBezTo>
                  <a:cubicBezTo>
                    <a:pt x="4519" y="638"/>
                    <a:pt x="4304" y="957"/>
                    <a:pt x="4457" y="1044"/>
                  </a:cubicBezTo>
                  <a:cubicBezTo>
                    <a:pt x="4611" y="1131"/>
                    <a:pt x="4580" y="1740"/>
                    <a:pt x="4580" y="1740"/>
                  </a:cubicBezTo>
                  <a:cubicBezTo>
                    <a:pt x="4580" y="1740"/>
                    <a:pt x="4764" y="2494"/>
                    <a:pt x="5039" y="2436"/>
                  </a:cubicBezTo>
                  <a:cubicBezTo>
                    <a:pt x="5315" y="2378"/>
                    <a:pt x="5652" y="2696"/>
                    <a:pt x="5406" y="2754"/>
                  </a:cubicBezTo>
                  <a:cubicBezTo>
                    <a:pt x="5162" y="2812"/>
                    <a:pt x="5039" y="3074"/>
                    <a:pt x="5009" y="3306"/>
                  </a:cubicBezTo>
                  <a:cubicBezTo>
                    <a:pt x="4978" y="3538"/>
                    <a:pt x="5039" y="3827"/>
                    <a:pt x="4856" y="3856"/>
                  </a:cubicBezTo>
                  <a:cubicBezTo>
                    <a:pt x="4672" y="3885"/>
                    <a:pt x="4488" y="3943"/>
                    <a:pt x="4488" y="4262"/>
                  </a:cubicBezTo>
                  <a:cubicBezTo>
                    <a:pt x="4488" y="4582"/>
                    <a:pt x="4091" y="4495"/>
                    <a:pt x="4029" y="4610"/>
                  </a:cubicBezTo>
                  <a:cubicBezTo>
                    <a:pt x="3968" y="4727"/>
                    <a:pt x="3815" y="5306"/>
                    <a:pt x="3723" y="5393"/>
                  </a:cubicBezTo>
                  <a:cubicBezTo>
                    <a:pt x="3631" y="5480"/>
                    <a:pt x="3110" y="5509"/>
                    <a:pt x="3080" y="5770"/>
                  </a:cubicBezTo>
                  <a:cubicBezTo>
                    <a:pt x="3049" y="6031"/>
                    <a:pt x="2805" y="6350"/>
                    <a:pt x="2652" y="6321"/>
                  </a:cubicBezTo>
                  <a:cubicBezTo>
                    <a:pt x="2498" y="6292"/>
                    <a:pt x="2223" y="6176"/>
                    <a:pt x="2131" y="6350"/>
                  </a:cubicBezTo>
                  <a:cubicBezTo>
                    <a:pt x="2039" y="6524"/>
                    <a:pt x="1642" y="6205"/>
                    <a:pt x="1550" y="6292"/>
                  </a:cubicBezTo>
                  <a:cubicBezTo>
                    <a:pt x="1458" y="6379"/>
                    <a:pt x="968" y="6756"/>
                    <a:pt x="968" y="6988"/>
                  </a:cubicBezTo>
                  <a:cubicBezTo>
                    <a:pt x="968" y="7220"/>
                    <a:pt x="1488" y="7220"/>
                    <a:pt x="1458" y="7510"/>
                  </a:cubicBezTo>
                  <a:cubicBezTo>
                    <a:pt x="1427" y="7800"/>
                    <a:pt x="1642" y="8119"/>
                    <a:pt x="1795" y="8263"/>
                  </a:cubicBezTo>
                  <a:cubicBezTo>
                    <a:pt x="1947" y="8409"/>
                    <a:pt x="2192" y="8756"/>
                    <a:pt x="2070" y="8931"/>
                  </a:cubicBezTo>
                  <a:cubicBezTo>
                    <a:pt x="1947" y="9104"/>
                    <a:pt x="1764" y="9133"/>
                    <a:pt x="1488" y="9075"/>
                  </a:cubicBezTo>
                  <a:cubicBezTo>
                    <a:pt x="1213" y="9017"/>
                    <a:pt x="1243" y="9191"/>
                    <a:pt x="754" y="9104"/>
                  </a:cubicBezTo>
                  <a:cubicBezTo>
                    <a:pt x="264" y="9017"/>
                    <a:pt x="233" y="9365"/>
                    <a:pt x="49" y="9568"/>
                  </a:cubicBezTo>
                  <a:cubicBezTo>
                    <a:pt x="38" y="9581"/>
                    <a:pt x="21" y="9599"/>
                    <a:pt x="0" y="9622"/>
                  </a:cubicBezTo>
                  <a:cubicBezTo>
                    <a:pt x="231" y="9795"/>
                    <a:pt x="328" y="10103"/>
                    <a:pt x="713" y="10244"/>
                  </a:cubicBezTo>
                  <a:cubicBezTo>
                    <a:pt x="1160" y="10407"/>
                    <a:pt x="1562" y="9972"/>
                    <a:pt x="1562" y="10287"/>
                  </a:cubicBezTo>
                  <a:cubicBezTo>
                    <a:pt x="1562" y="10602"/>
                    <a:pt x="507" y="10537"/>
                    <a:pt x="484" y="10635"/>
                  </a:cubicBezTo>
                  <a:cubicBezTo>
                    <a:pt x="461" y="10733"/>
                    <a:pt x="1572" y="12003"/>
                    <a:pt x="2135" y="11905"/>
                  </a:cubicBezTo>
                  <a:cubicBezTo>
                    <a:pt x="2696" y="11808"/>
                    <a:pt x="3109" y="11232"/>
                    <a:pt x="2948" y="11145"/>
                  </a:cubicBezTo>
                  <a:cubicBezTo>
                    <a:pt x="2788" y="11058"/>
                    <a:pt x="3040" y="10700"/>
                    <a:pt x="3189" y="10765"/>
                  </a:cubicBezTo>
                  <a:cubicBezTo>
                    <a:pt x="3338" y="10830"/>
                    <a:pt x="3212" y="11395"/>
                    <a:pt x="3384" y="11525"/>
                  </a:cubicBezTo>
                  <a:cubicBezTo>
                    <a:pt x="3556" y="11655"/>
                    <a:pt x="3498" y="11894"/>
                    <a:pt x="3384" y="12198"/>
                  </a:cubicBezTo>
                  <a:cubicBezTo>
                    <a:pt x="3270" y="12502"/>
                    <a:pt x="3498" y="13099"/>
                    <a:pt x="3532" y="13436"/>
                  </a:cubicBezTo>
                  <a:cubicBezTo>
                    <a:pt x="3567" y="13773"/>
                    <a:pt x="3808" y="14261"/>
                    <a:pt x="3888" y="14760"/>
                  </a:cubicBezTo>
                  <a:cubicBezTo>
                    <a:pt x="3968" y="15260"/>
                    <a:pt x="4301" y="16172"/>
                    <a:pt x="4611" y="16725"/>
                  </a:cubicBezTo>
                  <a:cubicBezTo>
                    <a:pt x="4920" y="17279"/>
                    <a:pt x="5160" y="18365"/>
                    <a:pt x="5367" y="18626"/>
                  </a:cubicBezTo>
                  <a:cubicBezTo>
                    <a:pt x="5573" y="18886"/>
                    <a:pt x="6100" y="19679"/>
                    <a:pt x="6100" y="20167"/>
                  </a:cubicBezTo>
                  <a:cubicBezTo>
                    <a:pt x="6100" y="20655"/>
                    <a:pt x="6662" y="21339"/>
                    <a:pt x="6857" y="21470"/>
                  </a:cubicBezTo>
                  <a:cubicBezTo>
                    <a:pt x="7052" y="21600"/>
                    <a:pt x="7476" y="21318"/>
                    <a:pt x="7579" y="21013"/>
                  </a:cubicBezTo>
                  <a:cubicBezTo>
                    <a:pt x="7683" y="20710"/>
                    <a:pt x="8267" y="20590"/>
                    <a:pt x="8301" y="20330"/>
                  </a:cubicBezTo>
                  <a:cubicBezTo>
                    <a:pt x="8336" y="20069"/>
                    <a:pt x="8393" y="19863"/>
                    <a:pt x="8599" y="19830"/>
                  </a:cubicBezTo>
                  <a:cubicBezTo>
                    <a:pt x="8806" y="19798"/>
                    <a:pt x="8806" y="19592"/>
                    <a:pt x="8806" y="19309"/>
                  </a:cubicBezTo>
                  <a:cubicBezTo>
                    <a:pt x="8806" y="19027"/>
                    <a:pt x="8829" y="18626"/>
                    <a:pt x="9035" y="18376"/>
                  </a:cubicBezTo>
                  <a:cubicBezTo>
                    <a:pt x="9241" y="18126"/>
                    <a:pt x="9276" y="17453"/>
                    <a:pt x="9150" y="17182"/>
                  </a:cubicBezTo>
                  <a:cubicBezTo>
                    <a:pt x="9024" y="16910"/>
                    <a:pt x="9092" y="16530"/>
                    <a:pt x="9207" y="16258"/>
                  </a:cubicBezTo>
                  <a:cubicBezTo>
                    <a:pt x="9321" y="15987"/>
                    <a:pt x="9276" y="15672"/>
                    <a:pt x="9494" y="15651"/>
                  </a:cubicBezTo>
                  <a:cubicBezTo>
                    <a:pt x="9711" y="15629"/>
                    <a:pt x="10032" y="15444"/>
                    <a:pt x="10262" y="15151"/>
                  </a:cubicBezTo>
                  <a:cubicBezTo>
                    <a:pt x="10491" y="14858"/>
                    <a:pt x="11190" y="14456"/>
                    <a:pt x="11442" y="14261"/>
                  </a:cubicBezTo>
                  <a:cubicBezTo>
                    <a:pt x="11694" y="14065"/>
                    <a:pt x="12462" y="13425"/>
                    <a:pt x="12692" y="13067"/>
                  </a:cubicBezTo>
                  <a:cubicBezTo>
                    <a:pt x="12921" y="12708"/>
                    <a:pt x="13574" y="12589"/>
                    <a:pt x="13872" y="12296"/>
                  </a:cubicBezTo>
                  <a:cubicBezTo>
                    <a:pt x="14170" y="12003"/>
                    <a:pt x="14056" y="11851"/>
                    <a:pt x="14113" y="11536"/>
                  </a:cubicBezTo>
                  <a:cubicBezTo>
                    <a:pt x="14170" y="11222"/>
                    <a:pt x="15133" y="11091"/>
                    <a:pt x="15500" y="11091"/>
                  </a:cubicBezTo>
                  <a:cubicBezTo>
                    <a:pt x="15575" y="11091"/>
                    <a:pt x="15637" y="11083"/>
                    <a:pt x="15693" y="11073"/>
                  </a:cubicBezTo>
                  <a:cubicBezTo>
                    <a:pt x="15687" y="10568"/>
                    <a:pt x="15526" y="9967"/>
                    <a:pt x="15419" y="972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19" name="Shape 2273"/>
            <p:cNvSpPr/>
            <p:nvPr/>
          </p:nvSpPr>
          <p:spPr>
            <a:xfrm>
              <a:off x="11652008" y="2608658"/>
              <a:ext cx="1425357" cy="608833"/>
            </a:xfrm>
            <a:custGeom>
              <a:avLst/>
              <a:gdLst/>
              <a:ahLst/>
              <a:cxnLst>
                <a:cxn ang="0">
                  <a:pos x="wd2" y="hd2"/>
                </a:cxn>
                <a:cxn ang="5400000">
                  <a:pos x="wd2" y="hd2"/>
                </a:cxn>
                <a:cxn ang="10800000">
                  <a:pos x="wd2" y="hd2"/>
                </a:cxn>
                <a:cxn ang="16200000">
                  <a:pos x="wd2" y="hd2"/>
                </a:cxn>
              </a:cxnLst>
              <a:rect l="0" t="0" r="r" b="b"/>
              <a:pathLst>
                <a:path w="21558" h="21424" extrusionOk="0">
                  <a:moveTo>
                    <a:pt x="20671" y="8963"/>
                  </a:moveTo>
                  <a:cubicBezTo>
                    <a:pt x="20450" y="8346"/>
                    <a:pt x="20096" y="8655"/>
                    <a:pt x="20008" y="9169"/>
                  </a:cubicBezTo>
                  <a:cubicBezTo>
                    <a:pt x="19919" y="9683"/>
                    <a:pt x="19742" y="8963"/>
                    <a:pt x="19344" y="8963"/>
                  </a:cubicBezTo>
                  <a:cubicBezTo>
                    <a:pt x="18946" y="8963"/>
                    <a:pt x="18902" y="9478"/>
                    <a:pt x="18636" y="8860"/>
                  </a:cubicBezTo>
                  <a:cubicBezTo>
                    <a:pt x="18372" y="8244"/>
                    <a:pt x="18725" y="8037"/>
                    <a:pt x="18725" y="8037"/>
                  </a:cubicBezTo>
                  <a:lnTo>
                    <a:pt x="18769" y="7213"/>
                  </a:lnTo>
                  <a:lnTo>
                    <a:pt x="19318" y="4659"/>
                  </a:lnTo>
                  <a:cubicBezTo>
                    <a:pt x="19162" y="4510"/>
                    <a:pt x="18932" y="4451"/>
                    <a:pt x="18822" y="4546"/>
                  </a:cubicBezTo>
                  <a:cubicBezTo>
                    <a:pt x="18659" y="4688"/>
                    <a:pt x="18273" y="4595"/>
                    <a:pt x="18233" y="4264"/>
                  </a:cubicBezTo>
                  <a:cubicBezTo>
                    <a:pt x="18192" y="3933"/>
                    <a:pt x="17543" y="3886"/>
                    <a:pt x="17380" y="4169"/>
                  </a:cubicBezTo>
                  <a:cubicBezTo>
                    <a:pt x="17218" y="4452"/>
                    <a:pt x="16853" y="4688"/>
                    <a:pt x="16832" y="5019"/>
                  </a:cubicBezTo>
                  <a:cubicBezTo>
                    <a:pt x="16812" y="5351"/>
                    <a:pt x="16426" y="5256"/>
                    <a:pt x="16284" y="5491"/>
                  </a:cubicBezTo>
                  <a:cubicBezTo>
                    <a:pt x="16142" y="5728"/>
                    <a:pt x="15411" y="5823"/>
                    <a:pt x="15391" y="6011"/>
                  </a:cubicBezTo>
                  <a:cubicBezTo>
                    <a:pt x="15370" y="6201"/>
                    <a:pt x="14599" y="6248"/>
                    <a:pt x="14477" y="6011"/>
                  </a:cubicBezTo>
                  <a:cubicBezTo>
                    <a:pt x="14355" y="5776"/>
                    <a:pt x="13685" y="6011"/>
                    <a:pt x="13604" y="5634"/>
                  </a:cubicBezTo>
                  <a:cubicBezTo>
                    <a:pt x="13523" y="5256"/>
                    <a:pt x="13238" y="5065"/>
                    <a:pt x="13238" y="4737"/>
                  </a:cubicBezTo>
                  <a:cubicBezTo>
                    <a:pt x="13238" y="4405"/>
                    <a:pt x="12731" y="4405"/>
                    <a:pt x="12670" y="4123"/>
                  </a:cubicBezTo>
                  <a:cubicBezTo>
                    <a:pt x="12609" y="3839"/>
                    <a:pt x="12203" y="3697"/>
                    <a:pt x="12143" y="3792"/>
                  </a:cubicBezTo>
                  <a:cubicBezTo>
                    <a:pt x="12081" y="3886"/>
                    <a:pt x="11634" y="3507"/>
                    <a:pt x="11513" y="3460"/>
                  </a:cubicBezTo>
                  <a:cubicBezTo>
                    <a:pt x="11391" y="3413"/>
                    <a:pt x="11006" y="3650"/>
                    <a:pt x="10883" y="3650"/>
                  </a:cubicBezTo>
                  <a:cubicBezTo>
                    <a:pt x="10762" y="3650"/>
                    <a:pt x="10538" y="4169"/>
                    <a:pt x="10397" y="4216"/>
                  </a:cubicBezTo>
                  <a:cubicBezTo>
                    <a:pt x="10254" y="4264"/>
                    <a:pt x="9868" y="3650"/>
                    <a:pt x="9787" y="3792"/>
                  </a:cubicBezTo>
                  <a:cubicBezTo>
                    <a:pt x="9706" y="3933"/>
                    <a:pt x="9462" y="3320"/>
                    <a:pt x="9361" y="3037"/>
                  </a:cubicBezTo>
                  <a:cubicBezTo>
                    <a:pt x="9259" y="2753"/>
                    <a:pt x="9361" y="1948"/>
                    <a:pt x="9280" y="1666"/>
                  </a:cubicBezTo>
                  <a:cubicBezTo>
                    <a:pt x="9199" y="1381"/>
                    <a:pt x="8752" y="1381"/>
                    <a:pt x="8610" y="1194"/>
                  </a:cubicBezTo>
                  <a:cubicBezTo>
                    <a:pt x="8468" y="1003"/>
                    <a:pt x="8244" y="721"/>
                    <a:pt x="8102" y="721"/>
                  </a:cubicBezTo>
                  <a:cubicBezTo>
                    <a:pt x="7960" y="721"/>
                    <a:pt x="7737" y="627"/>
                    <a:pt x="7675" y="485"/>
                  </a:cubicBezTo>
                  <a:cubicBezTo>
                    <a:pt x="7615" y="342"/>
                    <a:pt x="7310" y="107"/>
                    <a:pt x="7169" y="13"/>
                  </a:cubicBezTo>
                  <a:cubicBezTo>
                    <a:pt x="7026" y="-81"/>
                    <a:pt x="7006" y="342"/>
                    <a:pt x="6925" y="532"/>
                  </a:cubicBezTo>
                  <a:cubicBezTo>
                    <a:pt x="6844" y="721"/>
                    <a:pt x="6600" y="768"/>
                    <a:pt x="6559" y="1099"/>
                  </a:cubicBezTo>
                  <a:cubicBezTo>
                    <a:pt x="6518" y="1429"/>
                    <a:pt x="6234" y="1524"/>
                    <a:pt x="6275" y="1901"/>
                  </a:cubicBezTo>
                  <a:cubicBezTo>
                    <a:pt x="6316" y="2280"/>
                    <a:pt x="6417" y="3037"/>
                    <a:pt x="6518" y="3224"/>
                  </a:cubicBezTo>
                  <a:cubicBezTo>
                    <a:pt x="6620" y="3413"/>
                    <a:pt x="6559" y="3979"/>
                    <a:pt x="6499" y="4169"/>
                  </a:cubicBezTo>
                  <a:cubicBezTo>
                    <a:pt x="6437" y="4358"/>
                    <a:pt x="6011" y="4499"/>
                    <a:pt x="5930" y="4831"/>
                  </a:cubicBezTo>
                  <a:cubicBezTo>
                    <a:pt x="5849" y="5162"/>
                    <a:pt x="5646" y="4783"/>
                    <a:pt x="5443" y="4499"/>
                  </a:cubicBezTo>
                  <a:cubicBezTo>
                    <a:pt x="5240" y="4216"/>
                    <a:pt x="4996" y="4405"/>
                    <a:pt x="4894" y="4595"/>
                  </a:cubicBezTo>
                  <a:cubicBezTo>
                    <a:pt x="4793" y="4783"/>
                    <a:pt x="4428" y="4123"/>
                    <a:pt x="4326" y="4075"/>
                  </a:cubicBezTo>
                  <a:cubicBezTo>
                    <a:pt x="4225" y="4027"/>
                    <a:pt x="4204" y="3130"/>
                    <a:pt x="4103" y="3178"/>
                  </a:cubicBezTo>
                  <a:cubicBezTo>
                    <a:pt x="4001" y="3224"/>
                    <a:pt x="3290" y="2894"/>
                    <a:pt x="3149" y="2799"/>
                  </a:cubicBezTo>
                  <a:cubicBezTo>
                    <a:pt x="3006" y="2705"/>
                    <a:pt x="2702" y="2753"/>
                    <a:pt x="2661" y="2989"/>
                  </a:cubicBezTo>
                  <a:cubicBezTo>
                    <a:pt x="2620" y="3226"/>
                    <a:pt x="2255" y="3178"/>
                    <a:pt x="2194" y="3460"/>
                  </a:cubicBezTo>
                  <a:cubicBezTo>
                    <a:pt x="2133" y="3745"/>
                    <a:pt x="1849" y="3886"/>
                    <a:pt x="1748" y="4169"/>
                  </a:cubicBezTo>
                  <a:cubicBezTo>
                    <a:pt x="1646" y="4452"/>
                    <a:pt x="1301" y="4452"/>
                    <a:pt x="1220" y="4878"/>
                  </a:cubicBezTo>
                  <a:cubicBezTo>
                    <a:pt x="1139" y="5304"/>
                    <a:pt x="712" y="5491"/>
                    <a:pt x="591" y="5538"/>
                  </a:cubicBezTo>
                  <a:cubicBezTo>
                    <a:pt x="469" y="5587"/>
                    <a:pt x="144" y="5728"/>
                    <a:pt x="124" y="5964"/>
                  </a:cubicBezTo>
                  <a:cubicBezTo>
                    <a:pt x="115" y="6066"/>
                    <a:pt x="64" y="6079"/>
                    <a:pt x="0" y="6061"/>
                  </a:cubicBezTo>
                  <a:cubicBezTo>
                    <a:pt x="8" y="6125"/>
                    <a:pt x="17" y="6180"/>
                    <a:pt x="22" y="6252"/>
                  </a:cubicBezTo>
                  <a:cubicBezTo>
                    <a:pt x="107" y="7330"/>
                    <a:pt x="304" y="7299"/>
                    <a:pt x="514" y="7724"/>
                  </a:cubicBezTo>
                  <a:cubicBezTo>
                    <a:pt x="725" y="8147"/>
                    <a:pt x="908" y="8474"/>
                    <a:pt x="1132" y="8508"/>
                  </a:cubicBezTo>
                  <a:cubicBezTo>
                    <a:pt x="1357" y="8542"/>
                    <a:pt x="1695" y="9161"/>
                    <a:pt x="1723" y="9620"/>
                  </a:cubicBezTo>
                  <a:cubicBezTo>
                    <a:pt x="1751" y="10077"/>
                    <a:pt x="1961" y="10599"/>
                    <a:pt x="2088" y="10830"/>
                  </a:cubicBezTo>
                  <a:cubicBezTo>
                    <a:pt x="2215" y="11058"/>
                    <a:pt x="2046" y="11843"/>
                    <a:pt x="2046" y="12431"/>
                  </a:cubicBezTo>
                  <a:cubicBezTo>
                    <a:pt x="2046" y="13020"/>
                    <a:pt x="1737" y="13150"/>
                    <a:pt x="1891" y="13740"/>
                  </a:cubicBezTo>
                  <a:cubicBezTo>
                    <a:pt x="2046" y="14328"/>
                    <a:pt x="3128" y="14621"/>
                    <a:pt x="3437" y="14621"/>
                  </a:cubicBezTo>
                  <a:cubicBezTo>
                    <a:pt x="3746" y="14621"/>
                    <a:pt x="3859" y="15309"/>
                    <a:pt x="3952" y="15344"/>
                  </a:cubicBezTo>
                  <a:cubicBezTo>
                    <a:pt x="4147" y="15419"/>
                    <a:pt x="4173" y="15961"/>
                    <a:pt x="4395" y="16064"/>
                  </a:cubicBezTo>
                  <a:cubicBezTo>
                    <a:pt x="4616" y="16167"/>
                    <a:pt x="4837" y="16475"/>
                    <a:pt x="4925" y="17403"/>
                  </a:cubicBezTo>
                  <a:cubicBezTo>
                    <a:pt x="5014" y="18327"/>
                    <a:pt x="5279" y="18636"/>
                    <a:pt x="5323" y="19049"/>
                  </a:cubicBezTo>
                  <a:cubicBezTo>
                    <a:pt x="5367" y="19461"/>
                    <a:pt x="5854" y="19151"/>
                    <a:pt x="6208" y="19255"/>
                  </a:cubicBezTo>
                  <a:cubicBezTo>
                    <a:pt x="6562" y="19358"/>
                    <a:pt x="7579" y="19255"/>
                    <a:pt x="7845" y="19358"/>
                  </a:cubicBezTo>
                  <a:cubicBezTo>
                    <a:pt x="8110" y="19461"/>
                    <a:pt x="8729" y="19358"/>
                    <a:pt x="9083" y="19975"/>
                  </a:cubicBezTo>
                  <a:cubicBezTo>
                    <a:pt x="9437" y="20592"/>
                    <a:pt x="9614" y="20077"/>
                    <a:pt x="9835" y="20386"/>
                  </a:cubicBezTo>
                  <a:cubicBezTo>
                    <a:pt x="10056" y="20694"/>
                    <a:pt x="10233" y="20901"/>
                    <a:pt x="10542" y="20797"/>
                  </a:cubicBezTo>
                  <a:cubicBezTo>
                    <a:pt x="10852" y="20694"/>
                    <a:pt x="10852" y="21312"/>
                    <a:pt x="11073" y="21416"/>
                  </a:cubicBezTo>
                  <a:cubicBezTo>
                    <a:pt x="11294" y="21519"/>
                    <a:pt x="11693" y="20592"/>
                    <a:pt x="12268" y="19975"/>
                  </a:cubicBezTo>
                  <a:cubicBezTo>
                    <a:pt x="12842" y="19358"/>
                    <a:pt x="13506" y="19769"/>
                    <a:pt x="13815" y="19872"/>
                  </a:cubicBezTo>
                  <a:cubicBezTo>
                    <a:pt x="14125" y="19975"/>
                    <a:pt x="14700" y="19564"/>
                    <a:pt x="15054" y="18636"/>
                  </a:cubicBezTo>
                  <a:cubicBezTo>
                    <a:pt x="15408" y="17711"/>
                    <a:pt x="15850" y="17916"/>
                    <a:pt x="15894" y="17093"/>
                  </a:cubicBezTo>
                  <a:cubicBezTo>
                    <a:pt x="15938" y="16270"/>
                    <a:pt x="15540" y="15961"/>
                    <a:pt x="15717" y="15240"/>
                  </a:cubicBezTo>
                  <a:cubicBezTo>
                    <a:pt x="15894" y="14521"/>
                    <a:pt x="16204" y="14623"/>
                    <a:pt x="16381" y="14830"/>
                  </a:cubicBezTo>
                  <a:cubicBezTo>
                    <a:pt x="16557" y="15035"/>
                    <a:pt x="17044" y="15344"/>
                    <a:pt x="17487" y="14623"/>
                  </a:cubicBezTo>
                  <a:cubicBezTo>
                    <a:pt x="17929" y="13903"/>
                    <a:pt x="18106" y="14007"/>
                    <a:pt x="18504" y="13903"/>
                  </a:cubicBezTo>
                  <a:cubicBezTo>
                    <a:pt x="18902" y="13800"/>
                    <a:pt x="18857" y="13183"/>
                    <a:pt x="19123" y="12566"/>
                  </a:cubicBezTo>
                  <a:cubicBezTo>
                    <a:pt x="19389" y="11948"/>
                    <a:pt x="19698" y="11742"/>
                    <a:pt x="19964" y="11742"/>
                  </a:cubicBezTo>
                  <a:cubicBezTo>
                    <a:pt x="20229" y="11742"/>
                    <a:pt x="20582" y="11124"/>
                    <a:pt x="20848" y="11329"/>
                  </a:cubicBezTo>
                  <a:cubicBezTo>
                    <a:pt x="21114" y="11536"/>
                    <a:pt x="21511" y="11638"/>
                    <a:pt x="21556" y="11124"/>
                  </a:cubicBezTo>
                  <a:cubicBezTo>
                    <a:pt x="21600" y="10611"/>
                    <a:pt x="20892" y="9581"/>
                    <a:pt x="20671" y="896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20" name="Shape 2274"/>
            <p:cNvSpPr/>
            <p:nvPr/>
          </p:nvSpPr>
          <p:spPr>
            <a:xfrm>
              <a:off x="9242104" y="3676966"/>
              <a:ext cx="23293" cy="62251"/>
            </a:xfrm>
            <a:custGeom>
              <a:avLst/>
              <a:gdLst/>
              <a:ahLst/>
              <a:cxnLst>
                <a:cxn ang="0">
                  <a:pos x="wd2" y="hd2"/>
                </a:cxn>
                <a:cxn ang="5400000">
                  <a:pos x="wd2" y="hd2"/>
                </a:cxn>
                <a:cxn ang="10800000">
                  <a:pos x="wd2" y="hd2"/>
                </a:cxn>
                <a:cxn ang="16200000">
                  <a:pos x="wd2" y="hd2"/>
                </a:cxn>
              </a:cxnLst>
              <a:rect l="0" t="0" r="r" b="b"/>
              <a:pathLst>
                <a:path w="21600" h="21548" extrusionOk="0">
                  <a:moveTo>
                    <a:pt x="8865" y="208"/>
                  </a:moveTo>
                  <a:cubicBezTo>
                    <a:pt x="2498" y="1166"/>
                    <a:pt x="0" y="10160"/>
                    <a:pt x="0" y="11571"/>
                  </a:cubicBezTo>
                  <a:cubicBezTo>
                    <a:pt x="0" y="12587"/>
                    <a:pt x="3960" y="17131"/>
                    <a:pt x="15570" y="21548"/>
                  </a:cubicBezTo>
                  <a:cubicBezTo>
                    <a:pt x="17955" y="14670"/>
                    <a:pt x="18540" y="5625"/>
                    <a:pt x="20183" y="3156"/>
                  </a:cubicBezTo>
                  <a:cubicBezTo>
                    <a:pt x="20610" y="2518"/>
                    <a:pt x="21083" y="1434"/>
                    <a:pt x="21600" y="99"/>
                  </a:cubicBezTo>
                  <a:cubicBezTo>
                    <a:pt x="15368" y="-44"/>
                    <a:pt x="10688" y="-52"/>
                    <a:pt x="8865" y="20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21" name="Shape 2275"/>
            <p:cNvSpPr/>
            <p:nvPr/>
          </p:nvSpPr>
          <p:spPr>
            <a:xfrm>
              <a:off x="9217260" y="3627277"/>
              <a:ext cx="65995" cy="189780"/>
            </a:xfrm>
            <a:custGeom>
              <a:avLst/>
              <a:gdLst/>
              <a:ahLst/>
              <a:cxnLst>
                <a:cxn ang="0">
                  <a:pos x="wd2" y="hd2"/>
                </a:cxn>
                <a:cxn ang="5400000">
                  <a:pos x="wd2" y="hd2"/>
                </a:cxn>
                <a:cxn ang="10800000">
                  <a:pos x="wd2" y="hd2"/>
                </a:cxn>
                <a:cxn ang="16200000">
                  <a:pos x="wd2" y="hd2"/>
                </a:cxn>
              </a:cxnLst>
              <a:rect l="0" t="0" r="r" b="b"/>
              <a:pathLst>
                <a:path w="21600" h="21600" extrusionOk="0">
                  <a:moveTo>
                    <a:pt x="10038" y="21310"/>
                  </a:moveTo>
                  <a:cubicBezTo>
                    <a:pt x="10530" y="21404"/>
                    <a:pt x="11038" y="21501"/>
                    <a:pt x="11578" y="21600"/>
                  </a:cubicBezTo>
                  <a:cubicBezTo>
                    <a:pt x="12817" y="18496"/>
                    <a:pt x="14739" y="14846"/>
                    <a:pt x="16343" y="14108"/>
                  </a:cubicBezTo>
                  <a:cubicBezTo>
                    <a:pt x="17216" y="13700"/>
                    <a:pt x="17804" y="12736"/>
                    <a:pt x="18233" y="11598"/>
                  </a:cubicBezTo>
                  <a:cubicBezTo>
                    <a:pt x="14127" y="10146"/>
                    <a:pt x="12722" y="8652"/>
                    <a:pt x="12722" y="8317"/>
                  </a:cubicBezTo>
                  <a:cubicBezTo>
                    <a:pt x="12722" y="7854"/>
                    <a:pt x="13611" y="4893"/>
                    <a:pt x="15866" y="4581"/>
                  </a:cubicBezTo>
                  <a:cubicBezTo>
                    <a:pt x="16502" y="4496"/>
                    <a:pt x="18154" y="4498"/>
                    <a:pt x="20361" y="4545"/>
                  </a:cubicBezTo>
                  <a:cubicBezTo>
                    <a:pt x="20774" y="3617"/>
                    <a:pt x="21219" y="2306"/>
                    <a:pt x="21600" y="1113"/>
                  </a:cubicBezTo>
                  <a:lnTo>
                    <a:pt x="14096" y="0"/>
                  </a:lnTo>
                  <a:cubicBezTo>
                    <a:pt x="12976" y="845"/>
                    <a:pt x="12071" y="1673"/>
                    <a:pt x="11721" y="2422"/>
                  </a:cubicBezTo>
                  <a:cubicBezTo>
                    <a:pt x="10466" y="5178"/>
                    <a:pt x="3446" y="9729"/>
                    <a:pt x="0" y="11615"/>
                  </a:cubicBezTo>
                  <a:lnTo>
                    <a:pt x="10665" y="20711"/>
                  </a:lnTo>
                  <a:cubicBezTo>
                    <a:pt x="10665" y="20711"/>
                    <a:pt x="10038" y="21310"/>
                    <a:pt x="10038" y="2131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22" name="Shape 2276"/>
            <p:cNvSpPr/>
            <p:nvPr/>
          </p:nvSpPr>
          <p:spPr>
            <a:xfrm>
              <a:off x="9242104" y="3627277"/>
              <a:ext cx="191648" cy="210376"/>
            </a:xfrm>
            <a:custGeom>
              <a:avLst/>
              <a:gdLst/>
              <a:ahLst/>
              <a:cxnLst>
                <a:cxn ang="0">
                  <a:pos x="wd2" y="hd2"/>
                </a:cxn>
                <a:cxn ang="5400000">
                  <a:pos x="wd2" y="hd2"/>
                </a:cxn>
                <a:cxn ang="10800000">
                  <a:pos x="wd2" y="hd2"/>
                </a:cxn>
                <a:cxn ang="16200000">
                  <a:pos x="wd2" y="hd2"/>
                </a:cxn>
              </a:cxnLst>
              <a:rect l="0" t="0" r="r" b="b"/>
              <a:pathLst>
                <a:path w="21600" h="21434" extrusionOk="0">
                  <a:moveTo>
                    <a:pt x="19989" y="0"/>
                  </a:moveTo>
                  <a:cubicBezTo>
                    <a:pt x="16785" y="1486"/>
                    <a:pt x="13993" y="2719"/>
                    <a:pt x="13443" y="2796"/>
                  </a:cubicBezTo>
                  <a:cubicBezTo>
                    <a:pt x="12026" y="2976"/>
                    <a:pt x="8592" y="5166"/>
                    <a:pt x="8592" y="5166"/>
                  </a:cubicBezTo>
                  <a:lnTo>
                    <a:pt x="3946" y="2976"/>
                  </a:lnTo>
                  <a:lnTo>
                    <a:pt x="3544" y="1332"/>
                  </a:lnTo>
                  <a:lnTo>
                    <a:pt x="3451" y="1298"/>
                  </a:lnTo>
                  <a:cubicBezTo>
                    <a:pt x="3254" y="2875"/>
                    <a:pt x="3011" y="4692"/>
                    <a:pt x="2849" y="5273"/>
                  </a:cubicBezTo>
                  <a:cubicBezTo>
                    <a:pt x="2546" y="6368"/>
                    <a:pt x="2546" y="11838"/>
                    <a:pt x="1638" y="12933"/>
                  </a:cubicBezTo>
                  <a:cubicBezTo>
                    <a:pt x="1088" y="13593"/>
                    <a:pt x="427" y="16859"/>
                    <a:pt x="0" y="19640"/>
                  </a:cubicBezTo>
                  <a:cubicBezTo>
                    <a:pt x="1671" y="20458"/>
                    <a:pt x="3615" y="21326"/>
                    <a:pt x="4553" y="21422"/>
                  </a:cubicBezTo>
                  <a:cubicBezTo>
                    <a:pt x="6371" y="21600"/>
                    <a:pt x="8592" y="19776"/>
                    <a:pt x="8592" y="18683"/>
                  </a:cubicBezTo>
                  <a:cubicBezTo>
                    <a:pt x="8592" y="17586"/>
                    <a:pt x="10211" y="17403"/>
                    <a:pt x="11824" y="17403"/>
                  </a:cubicBezTo>
                  <a:cubicBezTo>
                    <a:pt x="13443" y="17403"/>
                    <a:pt x="13645" y="15759"/>
                    <a:pt x="14854" y="15210"/>
                  </a:cubicBezTo>
                  <a:cubicBezTo>
                    <a:pt x="16068" y="14661"/>
                    <a:pt x="12229" y="11559"/>
                    <a:pt x="11017" y="11196"/>
                  </a:cubicBezTo>
                  <a:cubicBezTo>
                    <a:pt x="9803" y="10830"/>
                    <a:pt x="12026" y="8454"/>
                    <a:pt x="16068" y="8271"/>
                  </a:cubicBezTo>
                  <a:cubicBezTo>
                    <a:pt x="20107" y="8088"/>
                    <a:pt x="19098" y="6813"/>
                    <a:pt x="21318" y="6813"/>
                  </a:cubicBezTo>
                  <a:cubicBezTo>
                    <a:pt x="21422" y="6813"/>
                    <a:pt x="21504" y="6810"/>
                    <a:pt x="21600" y="6810"/>
                  </a:cubicBezTo>
                  <a:cubicBezTo>
                    <a:pt x="21209" y="5211"/>
                    <a:pt x="20722" y="3280"/>
                    <a:pt x="20400" y="2267"/>
                  </a:cubicBezTo>
                  <a:cubicBezTo>
                    <a:pt x="20208" y="1664"/>
                    <a:pt x="20080" y="845"/>
                    <a:pt x="19989" y="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23" name="Shape 2277"/>
            <p:cNvSpPr/>
            <p:nvPr/>
          </p:nvSpPr>
          <p:spPr>
            <a:xfrm>
              <a:off x="10832144" y="3105545"/>
              <a:ext cx="495054" cy="208604"/>
            </a:xfrm>
            <a:custGeom>
              <a:avLst/>
              <a:gdLst/>
              <a:ahLst/>
              <a:cxnLst>
                <a:cxn ang="0">
                  <a:pos x="wd2" y="hd2"/>
                </a:cxn>
                <a:cxn ang="5400000">
                  <a:pos x="wd2" y="hd2"/>
                </a:cxn>
                <a:cxn ang="10800000">
                  <a:pos x="wd2" y="hd2"/>
                </a:cxn>
                <a:cxn ang="16200000">
                  <a:pos x="wd2" y="hd2"/>
                </a:cxn>
              </a:cxnLst>
              <a:rect l="0" t="0" r="r" b="b"/>
              <a:pathLst>
                <a:path w="21526" h="20822" extrusionOk="0">
                  <a:moveTo>
                    <a:pt x="19873" y="3816"/>
                  </a:moveTo>
                  <a:cubicBezTo>
                    <a:pt x="19114" y="1806"/>
                    <a:pt x="18881" y="3143"/>
                    <a:pt x="18005" y="2612"/>
                  </a:cubicBezTo>
                  <a:cubicBezTo>
                    <a:pt x="17130" y="2075"/>
                    <a:pt x="13628" y="1270"/>
                    <a:pt x="12927" y="1939"/>
                  </a:cubicBezTo>
                  <a:cubicBezTo>
                    <a:pt x="12226" y="2612"/>
                    <a:pt x="10767" y="733"/>
                    <a:pt x="10301" y="198"/>
                  </a:cubicBezTo>
                  <a:cubicBezTo>
                    <a:pt x="9832" y="-340"/>
                    <a:pt x="8316" y="198"/>
                    <a:pt x="8258" y="2075"/>
                  </a:cubicBezTo>
                  <a:cubicBezTo>
                    <a:pt x="8199" y="3951"/>
                    <a:pt x="7557" y="3949"/>
                    <a:pt x="6506" y="2743"/>
                  </a:cubicBezTo>
                  <a:cubicBezTo>
                    <a:pt x="5456" y="1539"/>
                    <a:pt x="3880" y="1539"/>
                    <a:pt x="3822" y="2879"/>
                  </a:cubicBezTo>
                  <a:cubicBezTo>
                    <a:pt x="3763" y="4220"/>
                    <a:pt x="3003" y="5557"/>
                    <a:pt x="2596" y="5959"/>
                  </a:cubicBezTo>
                  <a:cubicBezTo>
                    <a:pt x="2441" y="6112"/>
                    <a:pt x="2217" y="7199"/>
                    <a:pt x="1999" y="8483"/>
                  </a:cubicBezTo>
                  <a:cubicBezTo>
                    <a:pt x="2322" y="8766"/>
                    <a:pt x="2519" y="9398"/>
                    <a:pt x="2732" y="9987"/>
                  </a:cubicBezTo>
                  <a:cubicBezTo>
                    <a:pt x="3121" y="11057"/>
                    <a:pt x="4135" y="10883"/>
                    <a:pt x="4291" y="9810"/>
                  </a:cubicBezTo>
                  <a:cubicBezTo>
                    <a:pt x="4448" y="8737"/>
                    <a:pt x="6084" y="10883"/>
                    <a:pt x="7019" y="12667"/>
                  </a:cubicBezTo>
                  <a:cubicBezTo>
                    <a:pt x="7954" y="14460"/>
                    <a:pt x="6551" y="13205"/>
                    <a:pt x="6161" y="14997"/>
                  </a:cubicBezTo>
                  <a:cubicBezTo>
                    <a:pt x="5771" y="16785"/>
                    <a:pt x="4604" y="14997"/>
                    <a:pt x="4291" y="15712"/>
                  </a:cubicBezTo>
                  <a:cubicBezTo>
                    <a:pt x="3980" y="16426"/>
                    <a:pt x="1954" y="16785"/>
                    <a:pt x="1407" y="16605"/>
                  </a:cubicBezTo>
                  <a:cubicBezTo>
                    <a:pt x="862" y="16426"/>
                    <a:pt x="-73" y="18393"/>
                    <a:pt x="5" y="19289"/>
                  </a:cubicBezTo>
                  <a:cubicBezTo>
                    <a:pt x="83" y="20185"/>
                    <a:pt x="2110" y="18751"/>
                    <a:pt x="2811" y="19826"/>
                  </a:cubicBezTo>
                  <a:cubicBezTo>
                    <a:pt x="3512" y="20899"/>
                    <a:pt x="4213" y="18751"/>
                    <a:pt x="4604" y="20006"/>
                  </a:cubicBezTo>
                  <a:cubicBezTo>
                    <a:pt x="4992" y="21260"/>
                    <a:pt x="5851" y="20364"/>
                    <a:pt x="6239" y="20722"/>
                  </a:cubicBezTo>
                  <a:cubicBezTo>
                    <a:pt x="6628" y="21078"/>
                    <a:pt x="8791" y="20369"/>
                    <a:pt x="8809" y="20364"/>
                  </a:cubicBezTo>
                  <a:cubicBezTo>
                    <a:pt x="9049" y="19720"/>
                    <a:pt x="9132" y="18860"/>
                    <a:pt x="9132" y="18119"/>
                  </a:cubicBezTo>
                  <a:cubicBezTo>
                    <a:pt x="9132" y="16913"/>
                    <a:pt x="9569" y="17213"/>
                    <a:pt x="10009" y="16913"/>
                  </a:cubicBezTo>
                  <a:cubicBezTo>
                    <a:pt x="10446" y="16608"/>
                    <a:pt x="10753" y="15302"/>
                    <a:pt x="11103" y="15302"/>
                  </a:cubicBezTo>
                  <a:cubicBezTo>
                    <a:pt x="11453" y="15302"/>
                    <a:pt x="11935" y="14096"/>
                    <a:pt x="12284" y="14401"/>
                  </a:cubicBezTo>
                  <a:cubicBezTo>
                    <a:pt x="12634" y="14702"/>
                    <a:pt x="13072" y="16109"/>
                    <a:pt x="13509" y="15302"/>
                  </a:cubicBezTo>
                  <a:cubicBezTo>
                    <a:pt x="13947" y="14501"/>
                    <a:pt x="14079" y="15203"/>
                    <a:pt x="14691" y="13493"/>
                  </a:cubicBezTo>
                  <a:cubicBezTo>
                    <a:pt x="15305" y="11786"/>
                    <a:pt x="15698" y="12089"/>
                    <a:pt x="16488" y="12290"/>
                  </a:cubicBezTo>
                  <a:cubicBezTo>
                    <a:pt x="17405" y="12525"/>
                    <a:pt x="17800" y="11486"/>
                    <a:pt x="18062" y="10280"/>
                  </a:cubicBezTo>
                  <a:cubicBezTo>
                    <a:pt x="18325" y="9076"/>
                    <a:pt x="19113" y="9076"/>
                    <a:pt x="19594" y="8272"/>
                  </a:cubicBezTo>
                  <a:cubicBezTo>
                    <a:pt x="20076" y="7465"/>
                    <a:pt x="21039" y="6562"/>
                    <a:pt x="21346" y="6262"/>
                  </a:cubicBezTo>
                  <a:cubicBezTo>
                    <a:pt x="21494" y="6114"/>
                    <a:pt x="21527" y="5758"/>
                    <a:pt x="21526" y="5286"/>
                  </a:cubicBezTo>
                  <a:cubicBezTo>
                    <a:pt x="20820" y="3985"/>
                    <a:pt x="20509" y="5504"/>
                    <a:pt x="19873" y="381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24" name="Shape 2278"/>
            <p:cNvSpPr/>
            <p:nvPr/>
          </p:nvSpPr>
          <p:spPr>
            <a:xfrm>
              <a:off x="9465703" y="3105545"/>
              <a:ext cx="309841" cy="137766"/>
            </a:xfrm>
            <a:custGeom>
              <a:avLst/>
              <a:gdLst/>
              <a:ahLst/>
              <a:cxnLst>
                <a:cxn ang="0">
                  <a:pos x="wd2" y="hd2"/>
                </a:cxn>
                <a:cxn ang="5400000">
                  <a:pos x="wd2" y="hd2"/>
                </a:cxn>
                <a:cxn ang="10800000">
                  <a:pos x="wd2" y="hd2"/>
                </a:cxn>
                <a:cxn ang="16200000">
                  <a:pos x="wd2" y="hd2"/>
                </a:cxn>
              </a:cxnLst>
              <a:rect l="0" t="0" r="r" b="b"/>
              <a:pathLst>
                <a:path w="21245" h="20912" extrusionOk="0">
                  <a:moveTo>
                    <a:pt x="8533" y="16446"/>
                  </a:moveTo>
                  <a:cubicBezTo>
                    <a:pt x="9544" y="15434"/>
                    <a:pt x="9915" y="17879"/>
                    <a:pt x="10740" y="20321"/>
                  </a:cubicBezTo>
                  <a:cubicBezTo>
                    <a:pt x="10797" y="20490"/>
                    <a:pt x="10833" y="20623"/>
                    <a:pt x="10877" y="20774"/>
                  </a:cubicBezTo>
                  <a:cubicBezTo>
                    <a:pt x="12011" y="20391"/>
                    <a:pt x="12876" y="19662"/>
                    <a:pt x="14027" y="19360"/>
                  </a:cubicBezTo>
                  <a:cubicBezTo>
                    <a:pt x="14859" y="19146"/>
                    <a:pt x="15939" y="19547"/>
                    <a:pt x="16789" y="19989"/>
                  </a:cubicBezTo>
                  <a:cubicBezTo>
                    <a:pt x="16638" y="19404"/>
                    <a:pt x="16543" y="18870"/>
                    <a:pt x="16631" y="18487"/>
                  </a:cubicBezTo>
                  <a:cubicBezTo>
                    <a:pt x="16905" y="17260"/>
                    <a:pt x="18286" y="18892"/>
                    <a:pt x="18749" y="19912"/>
                  </a:cubicBezTo>
                  <a:cubicBezTo>
                    <a:pt x="19208" y="20932"/>
                    <a:pt x="20682" y="21341"/>
                    <a:pt x="21141" y="20321"/>
                  </a:cubicBezTo>
                  <a:cubicBezTo>
                    <a:pt x="21600" y="19301"/>
                    <a:pt x="20406" y="18281"/>
                    <a:pt x="20129" y="17260"/>
                  </a:cubicBezTo>
                  <a:cubicBezTo>
                    <a:pt x="19990" y="16756"/>
                    <a:pt x="20354" y="15699"/>
                    <a:pt x="20755" y="14756"/>
                  </a:cubicBezTo>
                  <a:cubicBezTo>
                    <a:pt x="19953" y="13773"/>
                    <a:pt x="19130" y="12366"/>
                    <a:pt x="18840" y="12576"/>
                  </a:cubicBezTo>
                  <a:cubicBezTo>
                    <a:pt x="18426" y="12881"/>
                    <a:pt x="18426" y="8296"/>
                    <a:pt x="17872" y="8296"/>
                  </a:cubicBezTo>
                  <a:cubicBezTo>
                    <a:pt x="17321" y="8296"/>
                    <a:pt x="17321" y="7379"/>
                    <a:pt x="16769" y="7379"/>
                  </a:cubicBezTo>
                  <a:cubicBezTo>
                    <a:pt x="16215" y="7379"/>
                    <a:pt x="14145" y="7379"/>
                    <a:pt x="13593" y="8296"/>
                  </a:cubicBezTo>
                  <a:cubicBezTo>
                    <a:pt x="13043" y="9213"/>
                    <a:pt x="12350" y="6157"/>
                    <a:pt x="11662" y="6157"/>
                  </a:cubicBezTo>
                  <a:cubicBezTo>
                    <a:pt x="10970" y="6157"/>
                    <a:pt x="10141" y="4628"/>
                    <a:pt x="9729" y="3405"/>
                  </a:cubicBezTo>
                  <a:cubicBezTo>
                    <a:pt x="9313" y="2186"/>
                    <a:pt x="5862" y="4020"/>
                    <a:pt x="4894" y="2488"/>
                  </a:cubicBezTo>
                  <a:cubicBezTo>
                    <a:pt x="3929" y="964"/>
                    <a:pt x="2133" y="-259"/>
                    <a:pt x="1165" y="47"/>
                  </a:cubicBezTo>
                  <a:cubicBezTo>
                    <a:pt x="918" y="128"/>
                    <a:pt x="492" y="599"/>
                    <a:pt x="0" y="1251"/>
                  </a:cubicBezTo>
                  <a:cubicBezTo>
                    <a:pt x="1813" y="3582"/>
                    <a:pt x="4448" y="2975"/>
                    <a:pt x="4804" y="7180"/>
                  </a:cubicBezTo>
                  <a:cubicBezTo>
                    <a:pt x="5217" y="12068"/>
                    <a:pt x="6461" y="10130"/>
                    <a:pt x="5999" y="14307"/>
                  </a:cubicBezTo>
                  <a:cubicBezTo>
                    <a:pt x="5909" y="15132"/>
                    <a:pt x="5646" y="15927"/>
                    <a:pt x="5280" y="16664"/>
                  </a:cubicBezTo>
                  <a:cubicBezTo>
                    <a:pt x="6714" y="16903"/>
                    <a:pt x="8065" y="16914"/>
                    <a:pt x="8533" y="1644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25" name="Shape 2279"/>
            <p:cNvSpPr/>
            <p:nvPr/>
          </p:nvSpPr>
          <p:spPr>
            <a:xfrm>
              <a:off x="8844595" y="3180079"/>
              <a:ext cx="846321" cy="331591"/>
            </a:xfrm>
            <a:custGeom>
              <a:avLst/>
              <a:gdLst/>
              <a:ahLst/>
              <a:cxnLst>
                <a:cxn ang="0">
                  <a:pos x="wd2" y="hd2"/>
                </a:cxn>
                <a:cxn ang="5400000">
                  <a:pos x="wd2" y="hd2"/>
                </a:cxn>
                <a:cxn ang="10800000">
                  <a:pos x="wd2" y="hd2"/>
                </a:cxn>
                <a:cxn ang="16200000">
                  <a:pos x="wd2" y="hd2"/>
                </a:cxn>
              </a:cxnLst>
              <a:rect l="0" t="0" r="r" b="b"/>
              <a:pathLst>
                <a:path w="21429" h="21261" extrusionOk="0">
                  <a:moveTo>
                    <a:pt x="1739" y="3664"/>
                  </a:moveTo>
                  <a:cubicBezTo>
                    <a:pt x="2146" y="3276"/>
                    <a:pt x="3064" y="3793"/>
                    <a:pt x="3286" y="3276"/>
                  </a:cubicBezTo>
                  <a:cubicBezTo>
                    <a:pt x="3506" y="2760"/>
                    <a:pt x="2708" y="2114"/>
                    <a:pt x="2419" y="1511"/>
                  </a:cubicBezTo>
                  <a:cubicBezTo>
                    <a:pt x="2251" y="1159"/>
                    <a:pt x="2192" y="507"/>
                    <a:pt x="2135" y="0"/>
                  </a:cubicBezTo>
                  <a:cubicBezTo>
                    <a:pt x="2000" y="230"/>
                    <a:pt x="1826" y="417"/>
                    <a:pt x="1671" y="219"/>
                  </a:cubicBezTo>
                  <a:cubicBezTo>
                    <a:pt x="1365" y="-168"/>
                    <a:pt x="626" y="92"/>
                    <a:pt x="498" y="219"/>
                  </a:cubicBezTo>
                  <a:cubicBezTo>
                    <a:pt x="371" y="349"/>
                    <a:pt x="600" y="1445"/>
                    <a:pt x="600" y="2156"/>
                  </a:cubicBezTo>
                  <a:cubicBezTo>
                    <a:pt x="600" y="2866"/>
                    <a:pt x="269" y="3060"/>
                    <a:pt x="269" y="3513"/>
                  </a:cubicBezTo>
                  <a:cubicBezTo>
                    <a:pt x="269" y="3861"/>
                    <a:pt x="148" y="4099"/>
                    <a:pt x="0" y="4510"/>
                  </a:cubicBezTo>
                  <a:cubicBezTo>
                    <a:pt x="224" y="4933"/>
                    <a:pt x="440" y="5341"/>
                    <a:pt x="668" y="5341"/>
                  </a:cubicBezTo>
                  <a:cubicBezTo>
                    <a:pt x="1145" y="5341"/>
                    <a:pt x="1331" y="4051"/>
                    <a:pt x="1739" y="3664"/>
                  </a:cubicBezTo>
                  <a:close/>
                  <a:moveTo>
                    <a:pt x="20881" y="14755"/>
                  </a:moveTo>
                  <a:cubicBezTo>
                    <a:pt x="20698" y="14643"/>
                    <a:pt x="20972" y="12115"/>
                    <a:pt x="20881" y="11653"/>
                  </a:cubicBezTo>
                  <a:cubicBezTo>
                    <a:pt x="20790" y="11194"/>
                    <a:pt x="20563" y="9242"/>
                    <a:pt x="20836" y="9242"/>
                  </a:cubicBezTo>
                  <a:cubicBezTo>
                    <a:pt x="21083" y="9242"/>
                    <a:pt x="20811" y="7830"/>
                    <a:pt x="21136" y="7746"/>
                  </a:cubicBezTo>
                  <a:cubicBezTo>
                    <a:pt x="21067" y="7253"/>
                    <a:pt x="20992" y="6809"/>
                    <a:pt x="20926" y="6675"/>
                  </a:cubicBezTo>
                  <a:cubicBezTo>
                    <a:pt x="20756" y="6333"/>
                    <a:pt x="20246" y="7021"/>
                    <a:pt x="20043" y="5730"/>
                  </a:cubicBezTo>
                  <a:cubicBezTo>
                    <a:pt x="19838" y="4438"/>
                    <a:pt x="20043" y="4266"/>
                    <a:pt x="19736" y="3233"/>
                  </a:cubicBezTo>
                  <a:cubicBezTo>
                    <a:pt x="19430" y="2201"/>
                    <a:pt x="19294" y="1168"/>
                    <a:pt x="18921" y="1596"/>
                  </a:cubicBezTo>
                  <a:cubicBezTo>
                    <a:pt x="18748" y="1794"/>
                    <a:pt x="18250" y="1791"/>
                    <a:pt x="17720" y="1688"/>
                  </a:cubicBezTo>
                  <a:cubicBezTo>
                    <a:pt x="17168" y="2962"/>
                    <a:pt x="15958" y="3836"/>
                    <a:pt x="15589" y="3491"/>
                  </a:cubicBezTo>
                  <a:cubicBezTo>
                    <a:pt x="15130" y="3062"/>
                    <a:pt x="14247" y="3622"/>
                    <a:pt x="13584" y="3622"/>
                  </a:cubicBezTo>
                  <a:cubicBezTo>
                    <a:pt x="12921" y="3622"/>
                    <a:pt x="12734" y="2414"/>
                    <a:pt x="12224" y="2502"/>
                  </a:cubicBezTo>
                  <a:cubicBezTo>
                    <a:pt x="11714" y="2587"/>
                    <a:pt x="11714" y="1340"/>
                    <a:pt x="11205" y="1340"/>
                  </a:cubicBezTo>
                  <a:cubicBezTo>
                    <a:pt x="10695" y="1340"/>
                    <a:pt x="11086" y="694"/>
                    <a:pt x="9488" y="177"/>
                  </a:cubicBezTo>
                  <a:cubicBezTo>
                    <a:pt x="7890" y="-339"/>
                    <a:pt x="6514" y="1769"/>
                    <a:pt x="6004" y="2887"/>
                  </a:cubicBezTo>
                  <a:cubicBezTo>
                    <a:pt x="5495" y="4007"/>
                    <a:pt x="3659" y="2931"/>
                    <a:pt x="3490" y="3233"/>
                  </a:cubicBezTo>
                  <a:cubicBezTo>
                    <a:pt x="3319" y="3533"/>
                    <a:pt x="3523" y="4866"/>
                    <a:pt x="2911" y="5470"/>
                  </a:cubicBezTo>
                  <a:cubicBezTo>
                    <a:pt x="2299" y="6073"/>
                    <a:pt x="957" y="5470"/>
                    <a:pt x="498" y="5988"/>
                  </a:cubicBezTo>
                  <a:cubicBezTo>
                    <a:pt x="39" y="6503"/>
                    <a:pt x="-130" y="8225"/>
                    <a:pt x="260" y="8139"/>
                  </a:cubicBezTo>
                  <a:cubicBezTo>
                    <a:pt x="651" y="8052"/>
                    <a:pt x="855" y="8527"/>
                    <a:pt x="737" y="8954"/>
                  </a:cubicBezTo>
                  <a:cubicBezTo>
                    <a:pt x="618" y="9385"/>
                    <a:pt x="1059" y="10591"/>
                    <a:pt x="838" y="11107"/>
                  </a:cubicBezTo>
                  <a:cubicBezTo>
                    <a:pt x="618" y="11625"/>
                    <a:pt x="600" y="12613"/>
                    <a:pt x="873" y="13130"/>
                  </a:cubicBezTo>
                  <a:cubicBezTo>
                    <a:pt x="1145" y="13646"/>
                    <a:pt x="1195" y="14595"/>
                    <a:pt x="873" y="14723"/>
                  </a:cubicBezTo>
                  <a:cubicBezTo>
                    <a:pt x="549" y="14852"/>
                    <a:pt x="1433" y="15798"/>
                    <a:pt x="1450" y="16229"/>
                  </a:cubicBezTo>
                  <a:cubicBezTo>
                    <a:pt x="1467" y="16659"/>
                    <a:pt x="2198" y="16874"/>
                    <a:pt x="2198" y="17391"/>
                  </a:cubicBezTo>
                  <a:cubicBezTo>
                    <a:pt x="2198" y="17905"/>
                    <a:pt x="2419" y="18080"/>
                    <a:pt x="2776" y="17823"/>
                  </a:cubicBezTo>
                  <a:cubicBezTo>
                    <a:pt x="3133" y="17563"/>
                    <a:pt x="3269" y="18811"/>
                    <a:pt x="3490" y="19673"/>
                  </a:cubicBezTo>
                  <a:cubicBezTo>
                    <a:pt x="3710" y="20531"/>
                    <a:pt x="4968" y="19929"/>
                    <a:pt x="4968" y="18984"/>
                  </a:cubicBezTo>
                  <a:cubicBezTo>
                    <a:pt x="4968" y="18038"/>
                    <a:pt x="5341" y="17776"/>
                    <a:pt x="5902" y="17905"/>
                  </a:cubicBezTo>
                  <a:cubicBezTo>
                    <a:pt x="6463" y="18035"/>
                    <a:pt x="7195" y="19971"/>
                    <a:pt x="7466" y="20230"/>
                  </a:cubicBezTo>
                  <a:cubicBezTo>
                    <a:pt x="7737" y="20488"/>
                    <a:pt x="8299" y="19715"/>
                    <a:pt x="8656" y="19715"/>
                  </a:cubicBezTo>
                  <a:cubicBezTo>
                    <a:pt x="9012" y="19715"/>
                    <a:pt x="9522" y="18294"/>
                    <a:pt x="9726" y="17993"/>
                  </a:cubicBezTo>
                  <a:cubicBezTo>
                    <a:pt x="9930" y="17692"/>
                    <a:pt x="10287" y="18984"/>
                    <a:pt x="10611" y="18551"/>
                  </a:cubicBezTo>
                  <a:cubicBezTo>
                    <a:pt x="10933" y="18122"/>
                    <a:pt x="11290" y="17647"/>
                    <a:pt x="11494" y="17951"/>
                  </a:cubicBezTo>
                  <a:cubicBezTo>
                    <a:pt x="11698" y="18251"/>
                    <a:pt x="11000" y="19584"/>
                    <a:pt x="11188" y="20275"/>
                  </a:cubicBezTo>
                  <a:cubicBezTo>
                    <a:pt x="11263" y="20553"/>
                    <a:pt x="11247" y="20900"/>
                    <a:pt x="11214" y="21261"/>
                  </a:cubicBezTo>
                  <a:cubicBezTo>
                    <a:pt x="11919" y="21017"/>
                    <a:pt x="11853" y="19778"/>
                    <a:pt x="11895" y="19242"/>
                  </a:cubicBezTo>
                  <a:cubicBezTo>
                    <a:pt x="11940" y="18668"/>
                    <a:pt x="12122" y="18094"/>
                    <a:pt x="12349" y="18551"/>
                  </a:cubicBezTo>
                  <a:cubicBezTo>
                    <a:pt x="12575" y="19012"/>
                    <a:pt x="12893" y="19125"/>
                    <a:pt x="13392" y="18551"/>
                  </a:cubicBezTo>
                  <a:cubicBezTo>
                    <a:pt x="13891" y="17977"/>
                    <a:pt x="13937" y="17632"/>
                    <a:pt x="14119" y="18207"/>
                  </a:cubicBezTo>
                  <a:cubicBezTo>
                    <a:pt x="14300" y="18778"/>
                    <a:pt x="14708" y="18322"/>
                    <a:pt x="15435" y="18322"/>
                  </a:cubicBezTo>
                  <a:cubicBezTo>
                    <a:pt x="16161" y="18322"/>
                    <a:pt x="16297" y="17058"/>
                    <a:pt x="16978" y="17171"/>
                  </a:cubicBezTo>
                  <a:cubicBezTo>
                    <a:pt x="17659" y="17286"/>
                    <a:pt x="18249" y="16712"/>
                    <a:pt x="18249" y="16712"/>
                  </a:cubicBezTo>
                  <a:lnTo>
                    <a:pt x="18680" y="17041"/>
                  </a:lnTo>
                  <a:cubicBezTo>
                    <a:pt x="18857" y="16630"/>
                    <a:pt x="18844" y="16166"/>
                    <a:pt x="19192" y="16054"/>
                  </a:cubicBezTo>
                  <a:cubicBezTo>
                    <a:pt x="19736" y="15886"/>
                    <a:pt x="19940" y="16918"/>
                    <a:pt x="20212" y="16572"/>
                  </a:cubicBezTo>
                  <a:cubicBezTo>
                    <a:pt x="20483" y="16229"/>
                    <a:pt x="21347" y="18574"/>
                    <a:pt x="21426" y="17058"/>
                  </a:cubicBezTo>
                  <a:cubicBezTo>
                    <a:pt x="21470" y="16712"/>
                    <a:pt x="21063" y="14872"/>
                    <a:pt x="20881" y="1475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26" name="Shape 2280"/>
            <p:cNvSpPr/>
            <p:nvPr/>
          </p:nvSpPr>
          <p:spPr>
            <a:xfrm>
              <a:off x="11204809" y="3503055"/>
              <a:ext cx="104085" cy="99685"/>
            </a:xfrm>
            <a:custGeom>
              <a:avLst/>
              <a:gdLst/>
              <a:ahLst/>
              <a:cxnLst>
                <a:cxn ang="0">
                  <a:pos x="wd2" y="hd2"/>
                </a:cxn>
                <a:cxn ang="5400000">
                  <a:pos x="wd2" y="hd2"/>
                </a:cxn>
                <a:cxn ang="10800000">
                  <a:pos x="wd2" y="hd2"/>
                </a:cxn>
                <a:cxn ang="16200000">
                  <a:pos x="wd2" y="hd2"/>
                </a:cxn>
              </a:cxnLst>
              <a:rect l="0" t="0" r="r" b="b"/>
              <a:pathLst>
                <a:path w="20847" h="21405" extrusionOk="0">
                  <a:moveTo>
                    <a:pt x="10307" y="8"/>
                  </a:moveTo>
                  <a:cubicBezTo>
                    <a:pt x="7080" y="-195"/>
                    <a:pt x="884" y="3238"/>
                    <a:pt x="0" y="6349"/>
                  </a:cubicBezTo>
                  <a:cubicBezTo>
                    <a:pt x="641" y="7104"/>
                    <a:pt x="1254" y="8031"/>
                    <a:pt x="1536" y="9094"/>
                  </a:cubicBezTo>
                  <a:cubicBezTo>
                    <a:pt x="2255" y="11788"/>
                    <a:pt x="4407" y="14096"/>
                    <a:pt x="6920" y="15632"/>
                  </a:cubicBezTo>
                  <a:cubicBezTo>
                    <a:pt x="8465" y="16581"/>
                    <a:pt x="8246" y="19134"/>
                    <a:pt x="7838" y="21405"/>
                  </a:cubicBezTo>
                  <a:cubicBezTo>
                    <a:pt x="9272" y="21348"/>
                    <a:pt x="10730" y="21228"/>
                    <a:pt x="11716" y="20978"/>
                  </a:cubicBezTo>
                  <a:cubicBezTo>
                    <a:pt x="14345" y="20332"/>
                    <a:pt x="19987" y="11683"/>
                    <a:pt x="20788" y="9308"/>
                  </a:cubicBezTo>
                  <a:cubicBezTo>
                    <a:pt x="21600" y="6927"/>
                    <a:pt x="13738" y="222"/>
                    <a:pt x="10307" y="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27" name="Shape 2281"/>
            <p:cNvSpPr/>
            <p:nvPr/>
          </p:nvSpPr>
          <p:spPr>
            <a:xfrm>
              <a:off x="13266892" y="3130390"/>
              <a:ext cx="311890" cy="290105"/>
            </a:xfrm>
            <a:custGeom>
              <a:avLst/>
              <a:gdLst/>
              <a:ahLst/>
              <a:cxnLst>
                <a:cxn ang="0">
                  <a:pos x="wd2" y="hd2"/>
                </a:cxn>
                <a:cxn ang="5400000">
                  <a:pos x="wd2" y="hd2"/>
                </a:cxn>
                <a:cxn ang="10800000">
                  <a:pos x="wd2" y="hd2"/>
                </a:cxn>
                <a:cxn ang="16200000">
                  <a:pos x="wd2" y="hd2"/>
                </a:cxn>
              </a:cxnLst>
              <a:rect l="0" t="0" r="r" b="b"/>
              <a:pathLst>
                <a:path w="21600" h="21149" extrusionOk="0">
                  <a:moveTo>
                    <a:pt x="20736" y="1068"/>
                  </a:moveTo>
                  <a:cubicBezTo>
                    <a:pt x="19521" y="1496"/>
                    <a:pt x="19117" y="0"/>
                    <a:pt x="18100" y="0"/>
                  </a:cubicBezTo>
                  <a:cubicBezTo>
                    <a:pt x="17087" y="0"/>
                    <a:pt x="17290" y="2561"/>
                    <a:pt x="16280" y="2561"/>
                  </a:cubicBezTo>
                  <a:cubicBezTo>
                    <a:pt x="15267" y="2561"/>
                    <a:pt x="15467" y="4052"/>
                    <a:pt x="14050" y="4263"/>
                  </a:cubicBezTo>
                  <a:cubicBezTo>
                    <a:pt x="12634" y="4477"/>
                    <a:pt x="12227" y="4477"/>
                    <a:pt x="12836" y="5545"/>
                  </a:cubicBezTo>
                  <a:cubicBezTo>
                    <a:pt x="13444" y="6610"/>
                    <a:pt x="12027" y="6184"/>
                    <a:pt x="10811" y="6184"/>
                  </a:cubicBezTo>
                  <a:cubicBezTo>
                    <a:pt x="9596" y="6184"/>
                    <a:pt x="9596" y="5333"/>
                    <a:pt x="8786" y="5333"/>
                  </a:cubicBezTo>
                  <a:cubicBezTo>
                    <a:pt x="7976" y="5333"/>
                    <a:pt x="7368" y="6824"/>
                    <a:pt x="6761" y="7675"/>
                  </a:cubicBezTo>
                  <a:cubicBezTo>
                    <a:pt x="6153" y="8531"/>
                    <a:pt x="2102" y="10448"/>
                    <a:pt x="887" y="11088"/>
                  </a:cubicBezTo>
                  <a:cubicBezTo>
                    <a:pt x="541" y="11269"/>
                    <a:pt x="250" y="11835"/>
                    <a:pt x="0" y="12542"/>
                  </a:cubicBezTo>
                  <a:cubicBezTo>
                    <a:pt x="1450" y="12668"/>
                    <a:pt x="2947" y="13543"/>
                    <a:pt x="3596" y="14406"/>
                  </a:cubicBezTo>
                  <a:cubicBezTo>
                    <a:pt x="4481" y="15583"/>
                    <a:pt x="2573" y="16902"/>
                    <a:pt x="1736" y="17978"/>
                  </a:cubicBezTo>
                  <a:cubicBezTo>
                    <a:pt x="899" y="19057"/>
                    <a:pt x="2248" y="19104"/>
                    <a:pt x="2294" y="19985"/>
                  </a:cubicBezTo>
                  <a:cubicBezTo>
                    <a:pt x="2342" y="20864"/>
                    <a:pt x="3458" y="21600"/>
                    <a:pt x="3878" y="20818"/>
                  </a:cubicBezTo>
                  <a:cubicBezTo>
                    <a:pt x="4295" y="20036"/>
                    <a:pt x="4990" y="20328"/>
                    <a:pt x="6294" y="20328"/>
                  </a:cubicBezTo>
                  <a:cubicBezTo>
                    <a:pt x="6674" y="20328"/>
                    <a:pt x="6886" y="20518"/>
                    <a:pt x="7035" y="20776"/>
                  </a:cubicBezTo>
                  <a:cubicBezTo>
                    <a:pt x="7760" y="20162"/>
                    <a:pt x="8603" y="19608"/>
                    <a:pt x="8887" y="19311"/>
                  </a:cubicBezTo>
                  <a:cubicBezTo>
                    <a:pt x="9384" y="18786"/>
                    <a:pt x="10624" y="18655"/>
                    <a:pt x="11742" y="18655"/>
                  </a:cubicBezTo>
                  <a:cubicBezTo>
                    <a:pt x="12431" y="18655"/>
                    <a:pt x="12893" y="18429"/>
                    <a:pt x="13402" y="17997"/>
                  </a:cubicBezTo>
                  <a:cubicBezTo>
                    <a:pt x="12219" y="16639"/>
                    <a:pt x="11061" y="15526"/>
                    <a:pt x="10614" y="15240"/>
                  </a:cubicBezTo>
                  <a:cubicBezTo>
                    <a:pt x="9547" y="14555"/>
                    <a:pt x="10196" y="12645"/>
                    <a:pt x="11498" y="12303"/>
                  </a:cubicBezTo>
                  <a:cubicBezTo>
                    <a:pt x="12802" y="11962"/>
                    <a:pt x="16006" y="9367"/>
                    <a:pt x="16984" y="8780"/>
                  </a:cubicBezTo>
                  <a:cubicBezTo>
                    <a:pt x="17961" y="8195"/>
                    <a:pt x="17310" y="6286"/>
                    <a:pt x="18100" y="4769"/>
                  </a:cubicBezTo>
                  <a:cubicBezTo>
                    <a:pt x="18510" y="3976"/>
                    <a:pt x="20054" y="2464"/>
                    <a:pt x="21600" y="1199"/>
                  </a:cubicBezTo>
                  <a:cubicBezTo>
                    <a:pt x="21269" y="1051"/>
                    <a:pt x="20965" y="985"/>
                    <a:pt x="20736" y="106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28" name="Shape 2282"/>
            <p:cNvSpPr/>
            <p:nvPr/>
          </p:nvSpPr>
          <p:spPr>
            <a:xfrm>
              <a:off x="11304187" y="3776343"/>
              <a:ext cx="342269" cy="194288"/>
            </a:xfrm>
            <a:custGeom>
              <a:avLst/>
              <a:gdLst/>
              <a:ahLst/>
              <a:cxnLst>
                <a:cxn ang="0">
                  <a:pos x="wd2" y="hd2"/>
                </a:cxn>
                <a:cxn ang="5400000">
                  <a:pos x="wd2" y="hd2"/>
                </a:cxn>
                <a:cxn ang="10800000">
                  <a:pos x="wd2" y="hd2"/>
                </a:cxn>
                <a:cxn ang="16200000">
                  <a:pos x="wd2" y="hd2"/>
                </a:cxn>
              </a:cxnLst>
              <a:rect l="0" t="0" r="r" b="b"/>
              <a:pathLst>
                <a:path w="21261" h="20862" extrusionOk="0">
                  <a:moveTo>
                    <a:pt x="21235" y="13496"/>
                  </a:moveTo>
                  <a:cubicBezTo>
                    <a:pt x="21044" y="13470"/>
                    <a:pt x="20834" y="13457"/>
                    <a:pt x="20589" y="13470"/>
                  </a:cubicBezTo>
                  <a:cubicBezTo>
                    <a:pt x="18964" y="13579"/>
                    <a:pt x="17963" y="12172"/>
                    <a:pt x="16899" y="12279"/>
                  </a:cubicBezTo>
                  <a:cubicBezTo>
                    <a:pt x="15837" y="12386"/>
                    <a:pt x="12774" y="10333"/>
                    <a:pt x="11459" y="8496"/>
                  </a:cubicBezTo>
                  <a:cubicBezTo>
                    <a:pt x="10147" y="6660"/>
                    <a:pt x="6582" y="2767"/>
                    <a:pt x="5706" y="1254"/>
                  </a:cubicBezTo>
                  <a:cubicBezTo>
                    <a:pt x="4830" y="-260"/>
                    <a:pt x="3579" y="-260"/>
                    <a:pt x="3454" y="498"/>
                  </a:cubicBezTo>
                  <a:cubicBezTo>
                    <a:pt x="3340" y="1194"/>
                    <a:pt x="2696" y="1251"/>
                    <a:pt x="1726" y="1423"/>
                  </a:cubicBezTo>
                  <a:cubicBezTo>
                    <a:pt x="1478" y="2173"/>
                    <a:pt x="445" y="3189"/>
                    <a:pt x="445" y="4205"/>
                  </a:cubicBezTo>
                  <a:cubicBezTo>
                    <a:pt x="445" y="5362"/>
                    <a:pt x="0" y="6904"/>
                    <a:pt x="0" y="7866"/>
                  </a:cubicBezTo>
                  <a:cubicBezTo>
                    <a:pt x="0" y="8827"/>
                    <a:pt x="1112" y="9015"/>
                    <a:pt x="1447" y="9786"/>
                  </a:cubicBezTo>
                  <a:cubicBezTo>
                    <a:pt x="1781" y="10557"/>
                    <a:pt x="3561" y="10943"/>
                    <a:pt x="3673" y="11711"/>
                  </a:cubicBezTo>
                  <a:cubicBezTo>
                    <a:pt x="3784" y="12482"/>
                    <a:pt x="5008" y="13446"/>
                    <a:pt x="5787" y="13639"/>
                  </a:cubicBezTo>
                  <a:cubicBezTo>
                    <a:pt x="6568" y="13832"/>
                    <a:pt x="7680" y="15371"/>
                    <a:pt x="8128" y="15945"/>
                  </a:cubicBezTo>
                  <a:cubicBezTo>
                    <a:pt x="8571" y="16523"/>
                    <a:pt x="10242" y="15179"/>
                    <a:pt x="10798" y="15179"/>
                  </a:cubicBezTo>
                  <a:cubicBezTo>
                    <a:pt x="11356" y="15179"/>
                    <a:pt x="12248" y="16906"/>
                    <a:pt x="12358" y="17870"/>
                  </a:cubicBezTo>
                  <a:cubicBezTo>
                    <a:pt x="12470" y="18834"/>
                    <a:pt x="15364" y="19412"/>
                    <a:pt x="16031" y="20376"/>
                  </a:cubicBezTo>
                  <a:cubicBezTo>
                    <a:pt x="16700" y="21340"/>
                    <a:pt x="20263" y="20759"/>
                    <a:pt x="20932" y="19605"/>
                  </a:cubicBezTo>
                  <a:cubicBezTo>
                    <a:pt x="21600" y="18448"/>
                    <a:pt x="21044" y="16330"/>
                    <a:pt x="21044" y="14600"/>
                  </a:cubicBezTo>
                  <a:cubicBezTo>
                    <a:pt x="21044" y="14025"/>
                    <a:pt x="21121" y="13712"/>
                    <a:pt x="21235" y="1349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29" name="Shape 2283"/>
            <p:cNvSpPr/>
            <p:nvPr/>
          </p:nvSpPr>
          <p:spPr>
            <a:xfrm>
              <a:off x="11801074" y="3900565"/>
              <a:ext cx="388194" cy="849771"/>
            </a:xfrm>
            <a:custGeom>
              <a:avLst/>
              <a:gdLst/>
              <a:ahLst/>
              <a:cxnLst>
                <a:cxn ang="0">
                  <a:pos x="wd2" y="hd2"/>
                </a:cxn>
                <a:cxn ang="5400000">
                  <a:pos x="wd2" y="hd2"/>
                </a:cxn>
                <a:cxn ang="10800000">
                  <a:pos x="wd2" y="hd2"/>
                </a:cxn>
                <a:cxn ang="16200000">
                  <a:pos x="wd2" y="hd2"/>
                </a:cxn>
              </a:cxnLst>
              <a:rect l="0" t="0" r="r" b="b"/>
              <a:pathLst>
                <a:path w="21600" h="21393" extrusionOk="0">
                  <a:moveTo>
                    <a:pt x="17461" y="19507"/>
                  </a:moveTo>
                  <a:cubicBezTo>
                    <a:pt x="17461" y="19057"/>
                    <a:pt x="16663" y="19011"/>
                    <a:pt x="16663" y="18650"/>
                  </a:cubicBezTo>
                  <a:cubicBezTo>
                    <a:pt x="16663" y="18289"/>
                    <a:pt x="16663" y="17657"/>
                    <a:pt x="15665" y="17252"/>
                  </a:cubicBezTo>
                  <a:cubicBezTo>
                    <a:pt x="14666" y="16845"/>
                    <a:pt x="14168" y="16258"/>
                    <a:pt x="14768" y="16033"/>
                  </a:cubicBezTo>
                  <a:cubicBezTo>
                    <a:pt x="15367" y="15808"/>
                    <a:pt x="14866" y="15175"/>
                    <a:pt x="15166" y="15220"/>
                  </a:cubicBezTo>
                  <a:cubicBezTo>
                    <a:pt x="15466" y="15266"/>
                    <a:pt x="15865" y="14814"/>
                    <a:pt x="15266" y="14679"/>
                  </a:cubicBezTo>
                  <a:cubicBezTo>
                    <a:pt x="14666" y="14544"/>
                    <a:pt x="15266" y="14003"/>
                    <a:pt x="14768" y="13912"/>
                  </a:cubicBezTo>
                  <a:cubicBezTo>
                    <a:pt x="14268" y="13822"/>
                    <a:pt x="12874" y="13100"/>
                    <a:pt x="12874" y="12875"/>
                  </a:cubicBezTo>
                  <a:cubicBezTo>
                    <a:pt x="12874" y="12649"/>
                    <a:pt x="13273" y="11384"/>
                    <a:pt x="13370" y="11070"/>
                  </a:cubicBezTo>
                  <a:cubicBezTo>
                    <a:pt x="13470" y="10753"/>
                    <a:pt x="14468" y="10708"/>
                    <a:pt x="14768" y="10708"/>
                  </a:cubicBezTo>
                  <a:cubicBezTo>
                    <a:pt x="15067" y="10708"/>
                    <a:pt x="16265" y="10753"/>
                    <a:pt x="16663" y="10437"/>
                  </a:cubicBezTo>
                  <a:cubicBezTo>
                    <a:pt x="17064" y="10122"/>
                    <a:pt x="18757" y="10077"/>
                    <a:pt x="18957" y="9851"/>
                  </a:cubicBezTo>
                  <a:cubicBezTo>
                    <a:pt x="19156" y="9626"/>
                    <a:pt x="20254" y="9626"/>
                    <a:pt x="20254" y="9355"/>
                  </a:cubicBezTo>
                  <a:cubicBezTo>
                    <a:pt x="20254" y="9084"/>
                    <a:pt x="21549" y="8407"/>
                    <a:pt x="21549" y="8407"/>
                  </a:cubicBezTo>
                  <a:cubicBezTo>
                    <a:pt x="21569" y="8405"/>
                    <a:pt x="21581" y="8410"/>
                    <a:pt x="21600" y="8410"/>
                  </a:cubicBezTo>
                  <a:cubicBezTo>
                    <a:pt x="21450" y="8289"/>
                    <a:pt x="21122" y="8398"/>
                    <a:pt x="20462" y="8517"/>
                  </a:cubicBezTo>
                  <a:cubicBezTo>
                    <a:pt x="19344" y="8719"/>
                    <a:pt x="18784" y="8441"/>
                    <a:pt x="18896" y="8137"/>
                  </a:cubicBezTo>
                  <a:cubicBezTo>
                    <a:pt x="19007" y="7833"/>
                    <a:pt x="18110" y="7833"/>
                    <a:pt x="17495" y="7833"/>
                  </a:cubicBezTo>
                  <a:cubicBezTo>
                    <a:pt x="16878" y="7833"/>
                    <a:pt x="17271" y="7377"/>
                    <a:pt x="17495" y="7072"/>
                  </a:cubicBezTo>
                  <a:cubicBezTo>
                    <a:pt x="17720" y="6768"/>
                    <a:pt x="17271" y="6591"/>
                    <a:pt x="16543" y="6565"/>
                  </a:cubicBezTo>
                  <a:cubicBezTo>
                    <a:pt x="15814" y="6540"/>
                    <a:pt x="15478" y="5831"/>
                    <a:pt x="15757" y="5627"/>
                  </a:cubicBezTo>
                  <a:cubicBezTo>
                    <a:pt x="16038" y="5425"/>
                    <a:pt x="14247" y="5248"/>
                    <a:pt x="13461" y="5425"/>
                  </a:cubicBezTo>
                  <a:cubicBezTo>
                    <a:pt x="12676" y="5602"/>
                    <a:pt x="13238" y="5121"/>
                    <a:pt x="13014" y="4867"/>
                  </a:cubicBezTo>
                  <a:cubicBezTo>
                    <a:pt x="12789" y="4614"/>
                    <a:pt x="14021" y="3752"/>
                    <a:pt x="15086" y="3270"/>
                  </a:cubicBezTo>
                  <a:cubicBezTo>
                    <a:pt x="16150" y="2789"/>
                    <a:pt x="15702" y="2155"/>
                    <a:pt x="15702" y="1597"/>
                  </a:cubicBezTo>
                  <a:cubicBezTo>
                    <a:pt x="15702" y="1040"/>
                    <a:pt x="15198" y="1040"/>
                    <a:pt x="14696" y="1040"/>
                  </a:cubicBezTo>
                  <a:cubicBezTo>
                    <a:pt x="14190" y="1040"/>
                    <a:pt x="14133" y="711"/>
                    <a:pt x="14133" y="406"/>
                  </a:cubicBezTo>
                  <a:cubicBezTo>
                    <a:pt x="14133" y="102"/>
                    <a:pt x="13069" y="-125"/>
                    <a:pt x="12454" y="77"/>
                  </a:cubicBezTo>
                  <a:cubicBezTo>
                    <a:pt x="12367" y="106"/>
                    <a:pt x="12216" y="144"/>
                    <a:pt x="12029" y="190"/>
                  </a:cubicBezTo>
                  <a:cubicBezTo>
                    <a:pt x="12053" y="193"/>
                    <a:pt x="12076" y="194"/>
                    <a:pt x="12076" y="194"/>
                  </a:cubicBezTo>
                  <a:cubicBezTo>
                    <a:pt x="12076" y="194"/>
                    <a:pt x="11876" y="646"/>
                    <a:pt x="11476" y="737"/>
                  </a:cubicBezTo>
                  <a:cubicBezTo>
                    <a:pt x="11077" y="827"/>
                    <a:pt x="11077" y="1097"/>
                    <a:pt x="11676" y="1503"/>
                  </a:cubicBezTo>
                  <a:cubicBezTo>
                    <a:pt x="12273" y="1909"/>
                    <a:pt x="10778" y="1728"/>
                    <a:pt x="10579" y="1503"/>
                  </a:cubicBezTo>
                  <a:cubicBezTo>
                    <a:pt x="10379" y="1277"/>
                    <a:pt x="9181" y="1639"/>
                    <a:pt x="8485" y="1909"/>
                  </a:cubicBezTo>
                  <a:cubicBezTo>
                    <a:pt x="7785" y="2180"/>
                    <a:pt x="6789" y="2316"/>
                    <a:pt x="6789" y="2812"/>
                  </a:cubicBezTo>
                  <a:cubicBezTo>
                    <a:pt x="6789" y="3308"/>
                    <a:pt x="5891" y="3804"/>
                    <a:pt x="6090" y="4210"/>
                  </a:cubicBezTo>
                  <a:cubicBezTo>
                    <a:pt x="6290" y="4615"/>
                    <a:pt x="5094" y="5384"/>
                    <a:pt x="5193" y="5610"/>
                  </a:cubicBezTo>
                  <a:cubicBezTo>
                    <a:pt x="5293" y="5835"/>
                    <a:pt x="3498" y="5565"/>
                    <a:pt x="3198" y="5565"/>
                  </a:cubicBezTo>
                  <a:cubicBezTo>
                    <a:pt x="2900" y="5565"/>
                    <a:pt x="3098" y="6422"/>
                    <a:pt x="2700" y="6692"/>
                  </a:cubicBezTo>
                  <a:cubicBezTo>
                    <a:pt x="2299" y="6963"/>
                    <a:pt x="2599" y="7910"/>
                    <a:pt x="2001" y="7910"/>
                  </a:cubicBezTo>
                  <a:cubicBezTo>
                    <a:pt x="1404" y="7910"/>
                    <a:pt x="904" y="8768"/>
                    <a:pt x="904" y="8768"/>
                  </a:cubicBezTo>
                  <a:cubicBezTo>
                    <a:pt x="904" y="8768"/>
                    <a:pt x="417" y="8917"/>
                    <a:pt x="0" y="9102"/>
                  </a:cubicBezTo>
                  <a:cubicBezTo>
                    <a:pt x="489" y="9554"/>
                    <a:pt x="1381" y="10049"/>
                    <a:pt x="2371" y="10232"/>
                  </a:cubicBezTo>
                  <a:cubicBezTo>
                    <a:pt x="3826" y="10503"/>
                    <a:pt x="4798" y="11837"/>
                    <a:pt x="5246" y="12547"/>
                  </a:cubicBezTo>
                  <a:cubicBezTo>
                    <a:pt x="5694" y="13257"/>
                    <a:pt x="5396" y="13984"/>
                    <a:pt x="4873" y="14389"/>
                  </a:cubicBezTo>
                  <a:cubicBezTo>
                    <a:pt x="4350" y="14795"/>
                    <a:pt x="5058" y="14811"/>
                    <a:pt x="5917" y="15014"/>
                  </a:cubicBezTo>
                  <a:cubicBezTo>
                    <a:pt x="6777" y="15217"/>
                    <a:pt x="7749" y="15284"/>
                    <a:pt x="8382" y="14879"/>
                  </a:cubicBezTo>
                  <a:cubicBezTo>
                    <a:pt x="9019" y="14473"/>
                    <a:pt x="10325" y="14186"/>
                    <a:pt x="10512" y="13730"/>
                  </a:cubicBezTo>
                  <a:cubicBezTo>
                    <a:pt x="10699" y="13274"/>
                    <a:pt x="11297" y="13949"/>
                    <a:pt x="11819" y="14186"/>
                  </a:cubicBezTo>
                  <a:cubicBezTo>
                    <a:pt x="12343" y="14423"/>
                    <a:pt x="12716" y="14879"/>
                    <a:pt x="12828" y="15453"/>
                  </a:cubicBezTo>
                  <a:cubicBezTo>
                    <a:pt x="12940" y="16028"/>
                    <a:pt x="13052" y="17464"/>
                    <a:pt x="14133" y="17920"/>
                  </a:cubicBezTo>
                  <a:cubicBezTo>
                    <a:pt x="15217" y="18376"/>
                    <a:pt x="15405" y="19373"/>
                    <a:pt x="15104" y="19728"/>
                  </a:cubicBezTo>
                  <a:cubicBezTo>
                    <a:pt x="14808" y="20083"/>
                    <a:pt x="15665" y="20691"/>
                    <a:pt x="15440" y="21080"/>
                  </a:cubicBezTo>
                  <a:cubicBezTo>
                    <a:pt x="15397" y="21157"/>
                    <a:pt x="15348" y="21268"/>
                    <a:pt x="15294" y="21391"/>
                  </a:cubicBezTo>
                  <a:cubicBezTo>
                    <a:pt x="16269" y="21475"/>
                    <a:pt x="17461" y="19507"/>
                    <a:pt x="17461" y="1950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30" name="Shape 2284"/>
            <p:cNvSpPr/>
            <p:nvPr/>
          </p:nvSpPr>
          <p:spPr>
            <a:xfrm>
              <a:off x="11701697" y="3900565"/>
              <a:ext cx="132275" cy="73844"/>
            </a:xfrm>
            <a:custGeom>
              <a:avLst/>
              <a:gdLst/>
              <a:ahLst/>
              <a:cxnLst>
                <a:cxn ang="0">
                  <a:pos x="wd2" y="hd2"/>
                </a:cxn>
                <a:cxn ang="5400000">
                  <a:pos x="wd2" y="hd2"/>
                </a:cxn>
                <a:cxn ang="10800000">
                  <a:pos x="wd2" y="hd2"/>
                </a:cxn>
                <a:cxn ang="16200000">
                  <a:pos x="wd2" y="hd2"/>
                </a:cxn>
              </a:cxnLst>
              <a:rect l="0" t="0" r="r" b="b"/>
              <a:pathLst>
                <a:path w="20817" h="19250" extrusionOk="0">
                  <a:moveTo>
                    <a:pt x="20791" y="6302"/>
                  </a:moveTo>
                  <a:cubicBezTo>
                    <a:pt x="16537" y="-169"/>
                    <a:pt x="15380" y="5049"/>
                    <a:pt x="12543" y="2576"/>
                  </a:cubicBezTo>
                  <a:cubicBezTo>
                    <a:pt x="9530" y="-49"/>
                    <a:pt x="8110" y="-833"/>
                    <a:pt x="6678" y="995"/>
                  </a:cubicBezTo>
                  <a:cubicBezTo>
                    <a:pt x="5250" y="2836"/>
                    <a:pt x="3032" y="2576"/>
                    <a:pt x="1607" y="8345"/>
                  </a:cubicBezTo>
                  <a:cubicBezTo>
                    <a:pt x="1142" y="10242"/>
                    <a:pt x="561" y="12013"/>
                    <a:pt x="0" y="13348"/>
                  </a:cubicBezTo>
                  <a:cubicBezTo>
                    <a:pt x="493" y="15106"/>
                    <a:pt x="1245" y="16339"/>
                    <a:pt x="1852" y="16086"/>
                  </a:cubicBezTo>
                  <a:cubicBezTo>
                    <a:pt x="2982" y="15625"/>
                    <a:pt x="4391" y="18895"/>
                    <a:pt x="6644" y="17959"/>
                  </a:cubicBezTo>
                  <a:cubicBezTo>
                    <a:pt x="8900" y="17023"/>
                    <a:pt x="10313" y="20299"/>
                    <a:pt x="13421" y="18895"/>
                  </a:cubicBezTo>
                  <a:cubicBezTo>
                    <a:pt x="16518" y="17491"/>
                    <a:pt x="19343" y="20767"/>
                    <a:pt x="20466" y="17491"/>
                  </a:cubicBezTo>
                  <a:cubicBezTo>
                    <a:pt x="21600" y="14221"/>
                    <a:pt x="19622" y="7219"/>
                    <a:pt x="19622" y="7219"/>
                  </a:cubicBezTo>
                  <a:cubicBezTo>
                    <a:pt x="19622" y="7219"/>
                    <a:pt x="20141" y="6789"/>
                    <a:pt x="20791" y="630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31" name="Shape 2285"/>
            <p:cNvSpPr/>
            <p:nvPr/>
          </p:nvSpPr>
          <p:spPr>
            <a:xfrm>
              <a:off x="12273117" y="4149009"/>
              <a:ext cx="328096" cy="689096"/>
            </a:xfrm>
            <a:custGeom>
              <a:avLst/>
              <a:gdLst/>
              <a:ahLst/>
              <a:cxnLst>
                <a:cxn ang="0">
                  <a:pos x="wd2" y="hd2"/>
                </a:cxn>
                <a:cxn ang="5400000">
                  <a:pos x="wd2" y="hd2"/>
                </a:cxn>
                <a:cxn ang="10800000">
                  <a:pos x="wd2" y="hd2"/>
                </a:cxn>
                <a:cxn ang="16200000">
                  <a:pos x="wd2" y="hd2"/>
                </a:cxn>
              </a:cxnLst>
              <a:rect l="0" t="0" r="r" b="b"/>
              <a:pathLst>
                <a:path w="21183" h="21320" extrusionOk="0">
                  <a:moveTo>
                    <a:pt x="15958" y="2529"/>
                  </a:moveTo>
                  <a:cubicBezTo>
                    <a:pt x="15149" y="2473"/>
                    <a:pt x="13064" y="1753"/>
                    <a:pt x="13064" y="1475"/>
                  </a:cubicBezTo>
                  <a:cubicBezTo>
                    <a:pt x="13064" y="1198"/>
                    <a:pt x="14108" y="754"/>
                    <a:pt x="12254" y="643"/>
                  </a:cubicBezTo>
                  <a:cubicBezTo>
                    <a:pt x="10406" y="532"/>
                    <a:pt x="10173" y="199"/>
                    <a:pt x="9826" y="33"/>
                  </a:cubicBezTo>
                  <a:cubicBezTo>
                    <a:pt x="9479" y="-133"/>
                    <a:pt x="7972" y="365"/>
                    <a:pt x="7511" y="754"/>
                  </a:cubicBezTo>
                  <a:cubicBezTo>
                    <a:pt x="7051" y="1142"/>
                    <a:pt x="6587" y="643"/>
                    <a:pt x="5544" y="921"/>
                  </a:cubicBezTo>
                  <a:cubicBezTo>
                    <a:pt x="4502" y="1198"/>
                    <a:pt x="3462" y="532"/>
                    <a:pt x="3000" y="921"/>
                  </a:cubicBezTo>
                  <a:cubicBezTo>
                    <a:pt x="2536" y="1309"/>
                    <a:pt x="1378" y="699"/>
                    <a:pt x="799" y="1031"/>
                  </a:cubicBezTo>
                  <a:cubicBezTo>
                    <a:pt x="580" y="1158"/>
                    <a:pt x="290" y="1259"/>
                    <a:pt x="0" y="1329"/>
                  </a:cubicBezTo>
                  <a:cubicBezTo>
                    <a:pt x="508" y="1601"/>
                    <a:pt x="1059" y="1864"/>
                    <a:pt x="1059" y="2070"/>
                  </a:cubicBezTo>
                  <a:cubicBezTo>
                    <a:pt x="1059" y="2426"/>
                    <a:pt x="2544" y="2693"/>
                    <a:pt x="2544" y="3138"/>
                  </a:cubicBezTo>
                  <a:cubicBezTo>
                    <a:pt x="2544" y="3583"/>
                    <a:pt x="4400" y="3940"/>
                    <a:pt x="4958" y="3761"/>
                  </a:cubicBezTo>
                  <a:cubicBezTo>
                    <a:pt x="5516" y="3583"/>
                    <a:pt x="6817" y="3404"/>
                    <a:pt x="7001" y="4027"/>
                  </a:cubicBezTo>
                  <a:cubicBezTo>
                    <a:pt x="7185" y="4651"/>
                    <a:pt x="7931" y="4651"/>
                    <a:pt x="7931" y="5095"/>
                  </a:cubicBezTo>
                  <a:cubicBezTo>
                    <a:pt x="7931" y="5540"/>
                    <a:pt x="6072" y="5274"/>
                    <a:pt x="5702" y="5718"/>
                  </a:cubicBezTo>
                  <a:cubicBezTo>
                    <a:pt x="5329" y="6163"/>
                    <a:pt x="8857" y="6696"/>
                    <a:pt x="8857" y="7052"/>
                  </a:cubicBezTo>
                  <a:cubicBezTo>
                    <a:pt x="8857" y="7408"/>
                    <a:pt x="9971" y="7853"/>
                    <a:pt x="10342" y="8297"/>
                  </a:cubicBezTo>
                  <a:cubicBezTo>
                    <a:pt x="10715" y="8742"/>
                    <a:pt x="12386" y="9277"/>
                    <a:pt x="12754" y="9810"/>
                  </a:cubicBezTo>
                  <a:cubicBezTo>
                    <a:pt x="13127" y="10344"/>
                    <a:pt x="14614" y="10611"/>
                    <a:pt x="15171" y="10877"/>
                  </a:cubicBezTo>
                  <a:cubicBezTo>
                    <a:pt x="15726" y="11145"/>
                    <a:pt x="15911" y="11768"/>
                    <a:pt x="15726" y="12301"/>
                  </a:cubicBezTo>
                  <a:cubicBezTo>
                    <a:pt x="15542" y="12834"/>
                    <a:pt x="15539" y="13813"/>
                    <a:pt x="16655" y="14614"/>
                  </a:cubicBezTo>
                  <a:cubicBezTo>
                    <a:pt x="17768" y="15416"/>
                    <a:pt x="15354" y="15770"/>
                    <a:pt x="14614" y="16215"/>
                  </a:cubicBezTo>
                  <a:cubicBezTo>
                    <a:pt x="13871" y="16660"/>
                    <a:pt x="14241" y="17283"/>
                    <a:pt x="12013" y="17016"/>
                  </a:cubicBezTo>
                  <a:cubicBezTo>
                    <a:pt x="9786" y="16749"/>
                    <a:pt x="12386" y="17906"/>
                    <a:pt x="12013" y="18262"/>
                  </a:cubicBezTo>
                  <a:cubicBezTo>
                    <a:pt x="11642" y="18618"/>
                    <a:pt x="8672" y="17906"/>
                    <a:pt x="8672" y="18262"/>
                  </a:cubicBezTo>
                  <a:cubicBezTo>
                    <a:pt x="8672" y="18476"/>
                    <a:pt x="7668" y="18753"/>
                    <a:pt x="6867" y="18941"/>
                  </a:cubicBezTo>
                  <a:cubicBezTo>
                    <a:pt x="7185" y="19141"/>
                    <a:pt x="7637" y="19253"/>
                    <a:pt x="8164" y="19411"/>
                  </a:cubicBezTo>
                  <a:cubicBezTo>
                    <a:pt x="8860" y="19618"/>
                    <a:pt x="7300" y="19972"/>
                    <a:pt x="7342" y="20635"/>
                  </a:cubicBezTo>
                  <a:cubicBezTo>
                    <a:pt x="7384" y="21301"/>
                    <a:pt x="8426" y="21467"/>
                    <a:pt x="8815" y="21196"/>
                  </a:cubicBezTo>
                  <a:cubicBezTo>
                    <a:pt x="9205" y="20927"/>
                    <a:pt x="10809" y="20325"/>
                    <a:pt x="11459" y="20221"/>
                  </a:cubicBezTo>
                  <a:cubicBezTo>
                    <a:pt x="12109" y="20117"/>
                    <a:pt x="11459" y="19661"/>
                    <a:pt x="12151" y="19680"/>
                  </a:cubicBezTo>
                  <a:cubicBezTo>
                    <a:pt x="12845" y="19701"/>
                    <a:pt x="12627" y="19203"/>
                    <a:pt x="12933" y="18934"/>
                  </a:cubicBezTo>
                  <a:cubicBezTo>
                    <a:pt x="13237" y="18663"/>
                    <a:pt x="13711" y="18766"/>
                    <a:pt x="14753" y="18788"/>
                  </a:cubicBezTo>
                  <a:cubicBezTo>
                    <a:pt x="15793" y="18809"/>
                    <a:pt x="17264" y="18330"/>
                    <a:pt x="18738" y="17874"/>
                  </a:cubicBezTo>
                  <a:cubicBezTo>
                    <a:pt x="20211" y="17417"/>
                    <a:pt x="20471" y="17314"/>
                    <a:pt x="21033" y="16005"/>
                  </a:cubicBezTo>
                  <a:cubicBezTo>
                    <a:pt x="21600" y="14698"/>
                    <a:pt x="20383" y="13140"/>
                    <a:pt x="20342" y="12745"/>
                  </a:cubicBezTo>
                  <a:cubicBezTo>
                    <a:pt x="20300" y="12351"/>
                    <a:pt x="18304" y="10524"/>
                    <a:pt x="17568" y="10544"/>
                  </a:cubicBezTo>
                  <a:cubicBezTo>
                    <a:pt x="16832" y="10566"/>
                    <a:pt x="13453" y="8904"/>
                    <a:pt x="12845" y="8634"/>
                  </a:cubicBezTo>
                  <a:cubicBezTo>
                    <a:pt x="12239" y="8364"/>
                    <a:pt x="12411" y="7908"/>
                    <a:pt x="11545" y="7553"/>
                  </a:cubicBezTo>
                  <a:cubicBezTo>
                    <a:pt x="10679" y="7202"/>
                    <a:pt x="10592" y="6287"/>
                    <a:pt x="10809" y="5644"/>
                  </a:cubicBezTo>
                  <a:cubicBezTo>
                    <a:pt x="11028" y="5000"/>
                    <a:pt x="12933" y="4855"/>
                    <a:pt x="12889" y="4418"/>
                  </a:cubicBezTo>
                  <a:cubicBezTo>
                    <a:pt x="12848" y="3982"/>
                    <a:pt x="13060" y="3609"/>
                    <a:pt x="14014" y="3589"/>
                  </a:cubicBezTo>
                  <a:cubicBezTo>
                    <a:pt x="14969" y="3567"/>
                    <a:pt x="15878" y="3193"/>
                    <a:pt x="16312" y="2861"/>
                  </a:cubicBezTo>
                  <a:cubicBezTo>
                    <a:pt x="16373" y="2812"/>
                    <a:pt x="16462" y="2782"/>
                    <a:pt x="16561" y="2759"/>
                  </a:cubicBezTo>
                  <a:cubicBezTo>
                    <a:pt x="16318" y="2625"/>
                    <a:pt x="16108" y="2539"/>
                    <a:pt x="15958" y="252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32" name="Shape 2286"/>
            <p:cNvSpPr/>
            <p:nvPr/>
          </p:nvSpPr>
          <p:spPr>
            <a:xfrm>
              <a:off x="12273117" y="4571363"/>
              <a:ext cx="253451" cy="196329"/>
            </a:xfrm>
            <a:custGeom>
              <a:avLst/>
              <a:gdLst/>
              <a:ahLst/>
              <a:cxnLst>
                <a:cxn ang="0">
                  <a:pos x="wd2" y="hd2"/>
                </a:cxn>
                <a:cxn ang="5400000">
                  <a:pos x="wd2" y="hd2"/>
                </a:cxn>
                <a:cxn ang="10800000">
                  <a:pos x="wd2" y="hd2"/>
                </a:cxn>
                <a:cxn ang="16200000">
                  <a:pos x="wd2" y="hd2"/>
                </a:cxn>
              </a:cxnLst>
              <a:rect l="0" t="0" r="r" b="b"/>
              <a:pathLst>
                <a:path w="19805" h="21454" extrusionOk="0">
                  <a:moveTo>
                    <a:pt x="9793" y="19055"/>
                  </a:moveTo>
                  <a:cubicBezTo>
                    <a:pt x="9793" y="17798"/>
                    <a:pt x="13387" y="20314"/>
                    <a:pt x="13838" y="19055"/>
                  </a:cubicBezTo>
                  <a:cubicBezTo>
                    <a:pt x="14290" y="17798"/>
                    <a:pt x="11141" y="13712"/>
                    <a:pt x="13838" y="14656"/>
                  </a:cubicBezTo>
                  <a:cubicBezTo>
                    <a:pt x="16534" y="15597"/>
                    <a:pt x="16087" y="13399"/>
                    <a:pt x="16986" y="11827"/>
                  </a:cubicBezTo>
                  <a:cubicBezTo>
                    <a:pt x="17882" y="10255"/>
                    <a:pt x="20804" y="9004"/>
                    <a:pt x="19454" y="6172"/>
                  </a:cubicBezTo>
                  <a:cubicBezTo>
                    <a:pt x="18500" y="4165"/>
                    <a:pt x="18227" y="1853"/>
                    <a:pt x="18227" y="0"/>
                  </a:cubicBezTo>
                  <a:cubicBezTo>
                    <a:pt x="17357" y="960"/>
                    <a:pt x="16303" y="1034"/>
                    <a:pt x="15710" y="702"/>
                  </a:cubicBezTo>
                  <a:cubicBezTo>
                    <a:pt x="14951" y="276"/>
                    <a:pt x="13287" y="66"/>
                    <a:pt x="13287" y="1760"/>
                  </a:cubicBezTo>
                  <a:cubicBezTo>
                    <a:pt x="13287" y="3452"/>
                    <a:pt x="12077" y="3873"/>
                    <a:pt x="12227" y="3030"/>
                  </a:cubicBezTo>
                  <a:cubicBezTo>
                    <a:pt x="12379" y="2184"/>
                    <a:pt x="11017" y="2394"/>
                    <a:pt x="10259" y="1124"/>
                  </a:cubicBezTo>
                  <a:cubicBezTo>
                    <a:pt x="9501" y="-146"/>
                    <a:pt x="6776" y="1548"/>
                    <a:pt x="5413" y="915"/>
                  </a:cubicBezTo>
                  <a:cubicBezTo>
                    <a:pt x="4050" y="276"/>
                    <a:pt x="1932" y="1970"/>
                    <a:pt x="571" y="4303"/>
                  </a:cubicBezTo>
                  <a:cubicBezTo>
                    <a:pt x="-796" y="6631"/>
                    <a:pt x="719" y="6631"/>
                    <a:pt x="719" y="8746"/>
                  </a:cubicBezTo>
                  <a:cubicBezTo>
                    <a:pt x="719" y="10867"/>
                    <a:pt x="1631" y="10867"/>
                    <a:pt x="1176" y="12556"/>
                  </a:cubicBezTo>
                  <a:cubicBezTo>
                    <a:pt x="1162" y="12599"/>
                    <a:pt x="1153" y="12660"/>
                    <a:pt x="1142" y="12707"/>
                  </a:cubicBezTo>
                  <a:cubicBezTo>
                    <a:pt x="2478" y="13527"/>
                    <a:pt x="1951" y="15860"/>
                    <a:pt x="2099" y="17172"/>
                  </a:cubicBezTo>
                  <a:cubicBezTo>
                    <a:pt x="2256" y="18564"/>
                    <a:pt x="3570" y="17755"/>
                    <a:pt x="4302" y="17684"/>
                  </a:cubicBezTo>
                  <a:cubicBezTo>
                    <a:pt x="5038" y="17612"/>
                    <a:pt x="3830" y="19296"/>
                    <a:pt x="4458" y="20325"/>
                  </a:cubicBezTo>
                  <a:cubicBezTo>
                    <a:pt x="5091" y="21353"/>
                    <a:pt x="6924" y="19447"/>
                    <a:pt x="7292" y="20693"/>
                  </a:cubicBezTo>
                  <a:cubicBezTo>
                    <a:pt x="7381" y="20987"/>
                    <a:pt x="7489" y="21234"/>
                    <a:pt x="7609" y="21454"/>
                  </a:cubicBezTo>
                  <a:cubicBezTo>
                    <a:pt x="8579" y="20791"/>
                    <a:pt x="9793" y="19810"/>
                    <a:pt x="9793" y="1905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33" name="Shape 2287"/>
            <p:cNvSpPr/>
            <p:nvPr/>
          </p:nvSpPr>
          <p:spPr>
            <a:xfrm>
              <a:off x="12148895" y="4173853"/>
              <a:ext cx="334158" cy="404509"/>
            </a:xfrm>
            <a:custGeom>
              <a:avLst/>
              <a:gdLst/>
              <a:ahLst/>
              <a:cxnLst>
                <a:cxn ang="0">
                  <a:pos x="wd2" y="hd2"/>
                </a:cxn>
                <a:cxn ang="5400000">
                  <a:pos x="wd2" y="hd2"/>
                </a:cxn>
                <a:cxn ang="10800000">
                  <a:pos x="wd2" y="hd2"/>
                </a:cxn>
                <a:cxn ang="16200000">
                  <a:pos x="wd2" y="hd2"/>
                </a:cxn>
              </a:cxnLst>
              <a:rect l="0" t="0" r="r" b="b"/>
              <a:pathLst>
                <a:path w="21486" h="21175" extrusionOk="0">
                  <a:moveTo>
                    <a:pt x="14575" y="9685"/>
                  </a:moveTo>
                  <a:cubicBezTo>
                    <a:pt x="14575" y="9081"/>
                    <a:pt x="11062" y="8179"/>
                    <a:pt x="11433" y="7426"/>
                  </a:cubicBezTo>
                  <a:cubicBezTo>
                    <a:pt x="11802" y="6674"/>
                    <a:pt x="13653" y="7124"/>
                    <a:pt x="13653" y="6371"/>
                  </a:cubicBezTo>
                  <a:cubicBezTo>
                    <a:pt x="13653" y="5620"/>
                    <a:pt x="12911" y="5620"/>
                    <a:pt x="12727" y="4565"/>
                  </a:cubicBezTo>
                  <a:cubicBezTo>
                    <a:pt x="12544" y="3512"/>
                    <a:pt x="11248" y="3813"/>
                    <a:pt x="10692" y="4115"/>
                  </a:cubicBezTo>
                  <a:cubicBezTo>
                    <a:pt x="10137" y="4416"/>
                    <a:pt x="8288" y="3813"/>
                    <a:pt x="8288" y="3060"/>
                  </a:cubicBezTo>
                  <a:cubicBezTo>
                    <a:pt x="8288" y="2307"/>
                    <a:pt x="6808" y="1857"/>
                    <a:pt x="6808" y="1254"/>
                  </a:cubicBezTo>
                  <a:cubicBezTo>
                    <a:pt x="6808" y="907"/>
                    <a:pt x="6260" y="459"/>
                    <a:pt x="5755" y="0"/>
                  </a:cubicBezTo>
                  <a:cubicBezTo>
                    <a:pt x="5285" y="192"/>
                    <a:pt x="4806" y="235"/>
                    <a:pt x="4593" y="59"/>
                  </a:cubicBezTo>
                  <a:cubicBezTo>
                    <a:pt x="4246" y="-222"/>
                    <a:pt x="3786" y="996"/>
                    <a:pt x="4131" y="1278"/>
                  </a:cubicBezTo>
                  <a:cubicBezTo>
                    <a:pt x="4477" y="1561"/>
                    <a:pt x="4939" y="3343"/>
                    <a:pt x="4017" y="3156"/>
                  </a:cubicBezTo>
                  <a:cubicBezTo>
                    <a:pt x="3095" y="2968"/>
                    <a:pt x="3095" y="1936"/>
                    <a:pt x="2518" y="2030"/>
                  </a:cubicBezTo>
                  <a:cubicBezTo>
                    <a:pt x="2518" y="2030"/>
                    <a:pt x="1020" y="3438"/>
                    <a:pt x="1020" y="4001"/>
                  </a:cubicBezTo>
                  <a:cubicBezTo>
                    <a:pt x="1020" y="4379"/>
                    <a:pt x="446" y="4505"/>
                    <a:pt x="0" y="4689"/>
                  </a:cubicBezTo>
                  <a:cubicBezTo>
                    <a:pt x="267" y="4882"/>
                    <a:pt x="493" y="5056"/>
                    <a:pt x="571" y="5152"/>
                  </a:cubicBezTo>
                  <a:cubicBezTo>
                    <a:pt x="822" y="5455"/>
                    <a:pt x="448" y="6267"/>
                    <a:pt x="821" y="6977"/>
                  </a:cubicBezTo>
                  <a:cubicBezTo>
                    <a:pt x="1193" y="7687"/>
                    <a:pt x="2441" y="6572"/>
                    <a:pt x="2813" y="7586"/>
                  </a:cubicBezTo>
                  <a:cubicBezTo>
                    <a:pt x="3189" y="8597"/>
                    <a:pt x="2565" y="9107"/>
                    <a:pt x="2565" y="10120"/>
                  </a:cubicBezTo>
                  <a:cubicBezTo>
                    <a:pt x="2565" y="11136"/>
                    <a:pt x="1568" y="11035"/>
                    <a:pt x="1817" y="11946"/>
                  </a:cubicBezTo>
                  <a:cubicBezTo>
                    <a:pt x="2065" y="12860"/>
                    <a:pt x="3437" y="11745"/>
                    <a:pt x="4432" y="11136"/>
                  </a:cubicBezTo>
                  <a:cubicBezTo>
                    <a:pt x="5430" y="10525"/>
                    <a:pt x="6179" y="10628"/>
                    <a:pt x="6551" y="11035"/>
                  </a:cubicBezTo>
                  <a:cubicBezTo>
                    <a:pt x="6925" y="11441"/>
                    <a:pt x="8170" y="11136"/>
                    <a:pt x="8421" y="10628"/>
                  </a:cubicBezTo>
                  <a:cubicBezTo>
                    <a:pt x="8669" y="10121"/>
                    <a:pt x="10536" y="9918"/>
                    <a:pt x="11160" y="10527"/>
                  </a:cubicBezTo>
                  <a:cubicBezTo>
                    <a:pt x="11786" y="11136"/>
                    <a:pt x="12405" y="11845"/>
                    <a:pt x="13277" y="12253"/>
                  </a:cubicBezTo>
                  <a:cubicBezTo>
                    <a:pt x="14149" y="12655"/>
                    <a:pt x="12655" y="14888"/>
                    <a:pt x="13527" y="15091"/>
                  </a:cubicBezTo>
                  <a:cubicBezTo>
                    <a:pt x="14399" y="15293"/>
                    <a:pt x="15645" y="16410"/>
                    <a:pt x="15522" y="17627"/>
                  </a:cubicBezTo>
                  <a:cubicBezTo>
                    <a:pt x="15415" y="18673"/>
                    <a:pt x="16132" y="19421"/>
                    <a:pt x="15145" y="20320"/>
                  </a:cubicBezTo>
                  <a:cubicBezTo>
                    <a:pt x="15759" y="20645"/>
                    <a:pt x="16494" y="20641"/>
                    <a:pt x="16393" y="20973"/>
                  </a:cubicBezTo>
                  <a:cubicBezTo>
                    <a:pt x="16269" y="21378"/>
                    <a:pt x="17265" y="21175"/>
                    <a:pt x="17265" y="20366"/>
                  </a:cubicBezTo>
                  <a:cubicBezTo>
                    <a:pt x="17265" y="19554"/>
                    <a:pt x="18634" y="19655"/>
                    <a:pt x="19258" y="19858"/>
                  </a:cubicBezTo>
                  <a:cubicBezTo>
                    <a:pt x="19747" y="20018"/>
                    <a:pt x="20616" y="19982"/>
                    <a:pt x="21330" y="19522"/>
                  </a:cubicBezTo>
                  <a:cubicBezTo>
                    <a:pt x="21330" y="19158"/>
                    <a:pt x="21363" y="18828"/>
                    <a:pt x="21417" y="18565"/>
                  </a:cubicBezTo>
                  <a:cubicBezTo>
                    <a:pt x="21600" y="17662"/>
                    <a:pt x="21417" y="16608"/>
                    <a:pt x="20864" y="16155"/>
                  </a:cubicBezTo>
                  <a:cubicBezTo>
                    <a:pt x="20308" y="15705"/>
                    <a:pt x="18828" y="15254"/>
                    <a:pt x="18457" y="14349"/>
                  </a:cubicBezTo>
                  <a:cubicBezTo>
                    <a:pt x="18090" y="13448"/>
                    <a:pt x="16425" y="12543"/>
                    <a:pt x="16054" y="11790"/>
                  </a:cubicBezTo>
                  <a:cubicBezTo>
                    <a:pt x="15684" y="11040"/>
                    <a:pt x="14575" y="10285"/>
                    <a:pt x="14575" y="968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34" name="Shape 2288"/>
            <p:cNvSpPr/>
            <p:nvPr/>
          </p:nvSpPr>
          <p:spPr>
            <a:xfrm>
              <a:off x="12049517" y="4273231"/>
              <a:ext cx="360537" cy="687454"/>
            </a:xfrm>
            <a:custGeom>
              <a:avLst/>
              <a:gdLst/>
              <a:ahLst/>
              <a:cxnLst>
                <a:cxn ang="0">
                  <a:pos x="wd2" y="hd2"/>
                </a:cxn>
                <a:cxn ang="5400000">
                  <a:pos x="wd2" y="hd2"/>
                </a:cxn>
                <a:cxn ang="10800000">
                  <a:pos x="wd2" y="hd2"/>
                </a:cxn>
                <a:cxn ang="16200000">
                  <a:pos x="wd2" y="hd2"/>
                </a:cxn>
              </a:cxnLst>
              <a:rect l="0" t="0" r="r" b="b"/>
              <a:pathLst>
                <a:path w="21181" h="21509" extrusionOk="0">
                  <a:moveTo>
                    <a:pt x="13186" y="11369"/>
                  </a:moveTo>
                  <a:cubicBezTo>
                    <a:pt x="13186" y="10763"/>
                    <a:pt x="12047" y="10763"/>
                    <a:pt x="13075" y="10097"/>
                  </a:cubicBezTo>
                  <a:cubicBezTo>
                    <a:pt x="14097" y="9429"/>
                    <a:pt x="15690" y="8944"/>
                    <a:pt x="16715" y="9127"/>
                  </a:cubicBezTo>
                  <a:cubicBezTo>
                    <a:pt x="17740" y="9309"/>
                    <a:pt x="19787" y="8823"/>
                    <a:pt x="20359" y="9187"/>
                  </a:cubicBezTo>
                  <a:cubicBezTo>
                    <a:pt x="20460" y="9253"/>
                    <a:pt x="20578" y="9300"/>
                    <a:pt x="20698" y="9342"/>
                  </a:cubicBezTo>
                  <a:cubicBezTo>
                    <a:pt x="21600" y="8805"/>
                    <a:pt x="20943" y="8358"/>
                    <a:pt x="21043" y="7733"/>
                  </a:cubicBezTo>
                  <a:cubicBezTo>
                    <a:pt x="21155" y="7005"/>
                    <a:pt x="20016" y="6338"/>
                    <a:pt x="19220" y="6217"/>
                  </a:cubicBezTo>
                  <a:cubicBezTo>
                    <a:pt x="18423" y="6095"/>
                    <a:pt x="19787" y="4761"/>
                    <a:pt x="18992" y="4520"/>
                  </a:cubicBezTo>
                  <a:cubicBezTo>
                    <a:pt x="18195" y="4277"/>
                    <a:pt x="17628" y="3852"/>
                    <a:pt x="17057" y="3489"/>
                  </a:cubicBezTo>
                  <a:cubicBezTo>
                    <a:pt x="16487" y="3124"/>
                    <a:pt x="14781" y="3247"/>
                    <a:pt x="14553" y="3549"/>
                  </a:cubicBezTo>
                  <a:cubicBezTo>
                    <a:pt x="14325" y="3852"/>
                    <a:pt x="13186" y="4035"/>
                    <a:pt x="12845" y="3792"/>
                  </a:cubicBezTo>
                  <a:cubicBezTo>
                    <a:pt x="12506" y="3549"/>
                    <a:pt x="11822" y="3488"/>
                    <a:pt x="10910" y="3852"/>
                  </a:cubicBezTo>
                  <a:cubicBezTo>
                    <a:pt x="9999" y="4217"/>
                    <a:pt x="8746" y="4882"/>
                    <a:pt x="8521" y="4337"/>
                  </a:cubicBezTo>
                  <a:cubicBezTo>
                    <a:pt x="8293" y="3792"/>
                    <a:pt x="9204" y="3852"/>
                    <a:pt x="9204" y="3246"/>
                  </a:cubicBezTo>
                  <a:cubicBezTo>
                    <a:pt x="9204" y="2639"/>
                    <a:pt x="9772" y="2336"/>
                    <a:pt x="9429" y="1731"/>
                  </a:cubicBezTo>
                  <a:cubicBezTo>
                    <a:pt x="9090" y="1125"/>
                    <a:pt x="7951" y="1791"/>
                    <a:pt x="7610" y="1366"/>
                  </a:cubicBezTo>
                  <a:cubicBezTo>
                    <a:pt x="7268" y="943"/>
                    <a:pt x="7611" y="458"/>
                    <a:pt x="7381" y="277"/>
                  </a:cubicBezTo>
                  <a:cubicBezTo>
                    <a:pt x="7311" y="219"/>
                    <a:pt x="7104" y="115"/>
                    <a:pt x="6860" y="0"/>
                  </a:cubicBezTo>
                  <a:cubicBezTo>
                    <a:pt x="6664" y="52"/>
                    <a:pt x="6491" y="114"/>
                    <a:pt x="6421" y="203"/>
                  </a:cubicBezTo>
                  <a:cubicBezTo>
                    <a:pt x="6212" y="484"/>
                    <a:pt x="4423" y="540"/>
                    <a:pt x="4001" y="934"/>
                  </a:cubicBezTo>
                  <a:cubicBezTo>
                    <a:pt x="3581" y="1325"/>
                    <a:pt x="2315" y="1270"/>
                    <a:pt x="2000" y="1270"/>
                  </a:cubicBezTo>
                  <a:cubicBezTo>
                    <a:pt x="1682" y="1270"/>
                    <a:pt x="630" y="1325"/>
                    <a:pt x="525" y="1719"/>
                  </a:cubicBezTo>
                  <a:cubicBezTo>
                    <a:pt x="422" y="2111"/>
                    <a:pt x="0" y="3683"/>
                    <a:pt x="0" y="3962"/>
                  </a:cubicBezTo>
                  <a:cubicBezTo>
                    <a:pt x="0" y="4243"/>
                    <a:pt x="1471" y="5140"/>
                    <a:pt x="2000" y="5252"/>
                  </a:cubicBezTo>
                  <a:cubicBezTo>
                    <a:pt x="2526" y="5365"/>
                    <a:pt x="1893" y="6037"/>
                    <a:pt x="2526" y="6206"/>
                  </a:cubicBezTo>
                  <a:cubicBezTo>
                    <a:pt x="3159" y="6373"/>
                    <a:pt x="2737" y="6934"/>
                    <a:pt x="2420" y="6878"/>
                  </a:cubicBezTo>
                  <a:cubicBezTo>
                    <a:pt x="2104" y="6822"/>
                    <a:pt x="2631" y="7608"/>
                    <a:pt x="2000" y="7887"/>
                  </a:cubicBezTo>
                  <a:cubicBezTo>
                    <a:pt x="1367" y="8167"/>
                    <a:pt x="1893" y="8897"/>
                    <a:pt x="2948" y="9402"/>
                  </a:cubicBezTo>
                  <a:cubicBezTo>
                    <a:pt x="4001" y="9907"/>
                    <a:pt x="4001" y="10692"/>
                    <a:pt x="4001" y="11141"/>
                  </a:cubicBezTo>
                  <a:cubicBezTo>
                    <a:pt x="4001" y="11589"/>
                    <a:pt x="4842" y="11646"/>
                    <a:pt x="4842" y="12205"/>
                  </a:cubicBezTo>
                  <a:cubicBezTo>
                    <a:pt x="4842" y="12205"/>
                    <a:pt x="3585" y="14651"/>
                    <a:pt x="2556" y="14546"/>
                  </a:cubicBezTo>
                  <a:cubicBezTo>
                    <a:pt x="2335" y="15157"/>
                    <a:pt x="2057" y="16117"/>
                    <a:pt x="1805" y="16638"/>
                  </a:cubicBezTo>
                  <a:cubicBezTo>
                    <a:pt x="1488" y="17288"/>
                    <a:pt x="1253" y="17855"/>
                    <a:pt x="1961" y="17897"/>
                  </a:cubicBezTo>
                  <a:cubicBezTo>
                    <a:pt x="2671" y="17939"/>
                    <a:pt x="4091" y="18800"/>
                    <a:pt x="5469" y="19724"/>
                  </a:cubicBezTo>
                  <a:cubicBezTo>
                    <a:pt x="5807" y="19950"/>
                    <a:pt x="6065" y="20187"/>
                    <a:pt x="6267" y="20427"/>
                  </a:cubicBezTo>
                  <a:cubicBezTo>
                    <a:pt x="6746" y="20414"/>
                    <a:pt x="7279" y="20428"/>
                    <a:pt x="7815" y="20482"/>
                  </a:cubicBezTo>
                  <a:cubicBezTo>
                    <a:pt x="8863" y="20587"/>
                    <a:pt x="9125" y="21041"/>
                    <a:pt x="9125" y="21320"/>
                  </a:cubicBezTo>
                  <a:cubicBezTo>
                    <a:pt x="9125" y="21600"/>
                    <a:pt x="10898" y="21495"/>
                    <a:pt x="11226" y="21460"/>
                  </a:cubicBezTo>
                  <a:cubicBezTo>
                    <a:pt x="11477" y="21433"/>
                    <a:pt x="11155" y="21039"/>
                    <a:pt x="12047" y="20887"/>
                  </a:cubicBezTo>
                  <a:cubicBezTo>
                    <a:pt x="11511" y="20481"/>
                    <a:pt x="10120" y="19989"/>
                    <a:pt x="8980" y="19935"/>
                  </a:cubicBezTo>
                  <a:cubicBezTo>
                    <a:pt x="7640" y="19872"/>
                    <a:pt x="7007" y="18800"/>
                    <a:pt x="7127" y="18318"/>
                  </a:cubicBezTo>
                  <a:cubicBezTo>
                    <a:pt x="7245" y="17835"/>
                    <a:pt x="6140" y="17415"/>
                    <a:pt x="6140" y="16995"/>
                  </a:cubicBezTo>
                  <a:cubicBezTo>
                    <a:pt x="6140" y="16574"/>
                    <a:pt x="5352" y="16554"/>
                    <a:pt x="4446" y="16322"/>
                  </a:cubicBezTo>
                  <a:cubicBezTo>
                    <a:pt x="3538" y="16092"/>
                    <a:pt x="4641" y="14664"/>
                    <a:pt x="4762" y="14055"/>
                  </a:cubicBezTo>
                  <a:cubicBezTo>
                    <a:pt x="4879" y="13446"/>
                    <a:pt x="6772" y="11703"/>
                    <a:pt x="6220" y="11158"/>
                  </a:cubicBezTo>
                  <a:cubicBezTo>
                    <a:pt x="5667" y="10612"/>
                    <a:pt x="8152" y="10192"/>
                    <a:pt x="8468" y="10799"/>
                  </a:cubicBezTo>
                  <a:cubicBezTo>
                    <a:pt x="8783" y="11409"/>
                    <a:pt x="8901" y="11703"/>
                    <a:pt x="10479" y="11661"/>
                  </a:cubicBezTo>
                  <a:cubicBezTo>
                    <a:pt x="12056" y="11620"/>
                    <a:pt x="12056" y="12270"/>
                    <a:pt x="13319" y="12460"/>
                  </a:cubicBezTo>
                  <a:cubicBezTo>
                    <a:pt x="13391" y="12470"/>
                    <a:pt x="13441" y="12489"/>
                    <a:pt x="13504" y="12503"/>
                  </a:cubicBezTo>
                  <a:cubicBezTo>
                    <a:pt x="13511" y="12490"/>
                    <a:pt x="13520" y="12472"/>
                    <a:pt x="13530" y="12460"/>
                  </a:cubicBezTo>
                  <a:cubicBezTo>
                    <a:pt x="13872" y="11976"/>
                    <a:pt x="13186" y="11976"/>
                    <a:pt x="13186" y="1136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35" name="Shape 2289"/>
            <p:cNvSpPr/>
            <p:nvPr/>
          </p:nvSpPr>
          <p:spPr>
            <a:xfrm>
              <a:off x="8322863" y="2409903"/>
              <a:ext cx="431685" cy="352009"/>
            </a:xfrm>
            <a:custGeom>
              <a:avLst/>
              <a:gdLst/>
              <a:ahLst/>
              <a:cxnLst>
                <a:cxn ang="0">
                  <a:pos x="wd2" y="hd2"/>
                </a:cxn>
                <a:cxn ang="5400000">
                  <a:pos x="wd2" y="hd2"/>
                </a:cxn>
                <a:cxn ang="10800000">
                  <a:pos x="wd2" y="hd2"/>
                </a:cxn>
                <a:cxn ang="16200000">
                  <a:pos x="wd2" y="hd2"/>
                </a:cxn>
              </a:cxnLst>
              <a:rect l="0" t="0" r="r" b="b"/>
              <a:pathLst>
                <a:path w="21244" h="21220" extrusionOk="0">
                  <a:moveTo>
                    <a:pt x="246" y="4252"/>
                  </a:moveTo>
                  <a:cubicBezTo>
                    <a:pt x="394" y="4738"/>
                    <a:pt x="545" y="6436"/>
                    <a:pt x="197" y="7104"/>
                  </a:cubicBezTo>
                  <a:cubicBezTo>
                    <a:pt x="-149" y="7771"/>
                    <a:pt x="0" y="7954"/>
                    <a:pt x="346" y="8195"/>
                  </a:cubicBezTo>
                  <a:cubicBezTo>
                    <a:pt x="693" y="8438"/>
                    <a:pt x="842" y="9045"/>
                    <a:pt x="842" y="9531"/>
                  </a:cubicBezTo>
                  <a:cubicBezTo>
                    <a:pt x="842" y="10018"/>
                    <a:pt x="1089" y="9958"/>
                    <a:pt x="1139" y="10989"/>
                  </a:cubicBezTo>
                  <a:cubicBezTo>
                    <a:pt x="1188" y="12020"/>
                    <a:pt x="1388" y="12747"/>
                    <a:pt x="1684" y="13173"/>
                  </a:cubicBezTo>
                  <a:cubicBezTo>
                    <a:pt x="1915" y="13505"/>
                    <a:pt x="1875" y="14015"/>
                    <a:pt x="1751" y="14398"/>
                  </a:cubicBezTo>
                  <a:cubicBezTo>
                    <a:pt x="2167" y="14774"/>
                    <a:pt x="2633" y="15137"/>
                    <a:pt x="3045" y="15317"/>
                  </a:cubicBezTo>
                  <a:cubicBezTo>
                    <a:pt x="4076" y="15770"/>
                    <a:pt x="4447" y="16130"/>
                    <a:pt x="4519" y="16583"/>
                  </a:cubicBezTo>
                  <a:cubicBezTo>
                    <a:pt x="4592" y="17035"/>
                    <a:pt x="5479" y="17849"/>
                    <a:pt x="5701" y="17217"/>
                  </a:cubicBezTo>
                  <a:cubicBezTo>
                    <a:pt x="5921" y="16585"/>
                    <a:pt x="6512" y="16945"/>
                    <a:pt x="6955" y="16945"/>
                  </a:cubicBezTo>
                  <a:cubicBezTo>
                    <a:pt x="7398" y="16945"/>
                    <a:pt x="7472" y="17578"/>
                    <a:pt x="7544" y="17939"/>
                  </a:cubicBezTo>
                  <a:cubicBezTo>
                    <a:pt x="7618" y="18301"/>
                    <a:pt x="8649" y="18121"/>
                    <a:pt x="9022" y="18391"/>
                  </a:cubicBezTo>
                  <a:cubicBezTo>
                    <a:pt x="9390" y="18662"/>
                    <a:pt x="9538" y="19656"/>
                    <a:pt x="10053" y="20018"/>
                  </a:cubicBezTo>
                  <a:cubicBezTo>
                    <a:pt x="10572" y="20378"/>
                    <a:pt x="11012" y="19566"/>
                    <a:pt x="11383" y="19838"/>
                  </a:cubicBezTo>
                  <a:cubicBezTo>
                    <a:pt x="11751" y="20108"/>
                    <a:pt x="12711" y="20378"/>
                    <a:pt x="13301" y="20108"/>
                  </a:cubicBezTo>
                  <a:cubicBezTo>
                    <a:pt x="13888" y="19838"/>
                    <a:pt x="14261" y="20378"/>
                    <a:pt x="14996" y="20290"/>
                  </a:cubicBezTo>
                  <a:cubicBezTo>
                    <a:pt x="15734" y="20199"/>
                    <a:pt x="16695" y="20559"/>
                    <a:pt x="16915" y="20832"/>
                  </a:cubicBezTo>
                  <a:cubicBezTo>
                    <a:pt x="17032" y="20974"/>
                    <a:pt x="17657" y="21116"/>
                    <a:pt x="18225" y="21220"/>
                  </a:cubicBezTo>
                  <a:cubicBezTo>
                    <a:pt x="18371" y="20848"/>
                    <a:pt x="18086" y="19705"/>
                    <a:pt x="18132" y="19422"/>
                  </a:cubicBezTo>
                  <a:cubicBezTo>
                    <a:pt x="18180" y="19121"/>
                    <a:pt x="19914" y="17237"/>
                    <a:pt x="20212" y="16813"/>
                  </a:cubicBezTo>
                  <a:cubicBezTo>
                    <a:pt x="20510" y="16389"/>
                    <a:pt x="20957" y="16389"/>
                    <a:pt x="21203" y="15843"/>
                  </a:cubicBezTo>
                  <a:cubicBezTo>
                    <a:pt x="21451" y="15296"/>
                    <a:pt x="20510" y="13537"/>
                    <a:pt x="20312" y="13173"/>
                  </a:cubicBezTo>
                  <a:cubicBezTo>
                    <a:pt x="20114" y="12808"/>
                    <a:pt x="20013" y="11352"/>
                    <a:pt x="20164" y="10745"/>
                  </a:cubicBezTo>
                  <a:cubicBezTo>
                    <a:pt x="20312" y="10138"/>
                    <a:pt x="19420" y="9774"/>
                    <a:pt x="19420" y="9349"/>
                  </a:cubicBezTo>
                  <a:cubicBezTo>
                    <a:pt x="19420" y="8924"/>
                    <a:pt x="20262" y="8195"/>
                    <a:pt x="20708" y="7954"/>
                  </a:cubicBezTo>
                  <a:cubicBezTo>
                    <a:pt x="21153" y="7710"/>
                    <a:pt x="21004" y="6010"/>
                    <a:pt x="20609" y="5586"/>
                  </a:cubicBezTo>
                  <a:cubicBezTo>
                    <a:pt x="20212" y="5160"/>
                    <a:pt x="20013" y="4372"/>
                    <a:pt x="20262" y="3524"/>
                  </a:cubicBezTo>
                  <a:cubicBezTo>
                    <a:pt x="20510" y="2674"/>
                    <a:pt x="18777" y="2007"/>
                    <a:pt x="18527" y="2007"/>
                  </a:cubicBezTo>
                  <a:cubicBezTo>
                    <a:pt x="18486" y="2007"/>
                    <a:pt x="18463" y="1953"/>
                    <a:pt x="18445" y="1881"/>
                  </a:cubicBezTo>
                  <a:cubicBezTo>
                    <a:pt x="16898" y="2232"/>
                    <a:pt x="12938" y="1726"/>
                    <a:pt x="12638" y="1580"/>
                  </a:cubicBezTo>
                  <a:cubicBezTo>
                    <a:pt x="12441" y="1485"/>
                    <a:pt x="11940" y="1264"/>
                    <a:pt x="11508" y="1075"/>
                  </a:cubicBezTo>
                  <a:cubicBezTo>
                    <a:pt x="11312" y="1476"/>
                    <a:pt x="10902" y="1845"/>
                    <a:pt x="10286" y="1845"/>
                  </a:cubicBezTo>
                  <a:cubicBezTo>
                    <a:pt x="9330" y="1845"/>
                    <a:pt x="9263" y="670"/>
                    <a:pt x="9230" y="145"/>
                  </a:cubicBezTo>
                  <a:cubicBezTo>
                    <a:pt x="9199" y="-380"/>
                    <a:pt x="5366" y="591"/>
                    <a:pt x="4341" y="1845"/>
                  </a:cubicBezTo>
                  <a:cubicBezTo>
                    <a:pt x="3319" y="3100"/>
                    <a:pt x="940" y="2613"/>
                    <a:pt x="875" y="3300"/>
                  </a:cubicBezTo>
                  <a:cubicBezTo>
                    <a:pt x="826" y="3800"/>
                    <a:pt x="468" y="4059"/>
                    <a:pt x="237" y="3920"/>
                  </a:cubicBezTo>
                  <a:cubicBezTo>
                    <a:pt x="221" y="4042"/>
                    <a:pt x="218" y="4156"/>
                    <a:pt x="246" y="425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36" name="Shape 2290"/>
            <p:cNvSpPr/>
            <p:nvPr/>
          </p:nvSpPr>
          <p:spPr>
            <a:xfrm>
              <a:off x="8372551" y="3006168"/>
              <a:ext cx="161463" cy="153561"/>
            </a:xfrm>
            <a:custGeom>
              <a:avLst/>
              <a:gdLst/>
              <a:ahLst/>
              <a:cxnLst>
                <a:cxn ang="0">
                  <a:pos x="wd2" y="hd2"/>
                </a:cxn>
                <a:cxn ang="5400000">
                  <a:pos x="wd2" y="hd2"/>
                </a:cxn>
                <a:cxn ang="10800000">
                  <a:pos x="wd2" y="hd2"/>
                </a:cxn>
                <a:cxn ang="16200000">
                  <a:pos x="wd2" y="hd2"/>
                </a:cxn>
              </a:cxnLst>
              <a:rect l="0" t="0" r="r" b="b"/>
              <a:pathLst>
                <a:path w="21164" h="21136" extrusionOk="0">
                  <a:moveTo>
                    <a:pt x="15789" y="19199"/>
                  </a:moveTo>
                  <a:cubicBezTo>
                    <a:pt x="15554" y="17957"/>
                    <a:pt x="19332" y="12243"/>
                    <a:pt x="20280" y="12243"/>
                  </a:cubicBezTo>
                  <a:cubicBezTo>
                    <a:pt x="21068" y="12243"/>
                    <a:pt x="21361" y="6756"/>
                    <a:pt x="21030" y="3901"/>
                  </a:cubicBezTo>
                  <a:cubicBezTo>
                    <a:pt x="18098" y="1773"/>
                    <a:pt x="15659" y="1049"/>
                    <a:pt x="15659" y="1049"/>
                  </a:cubicBezTo>
                  <a:cubicBezTo>
                    <a:pt x="15659" y="1049"/>
                    <a:pt x="7781" y="641"/>
                    <a:pt x="6465" y="84"/>
                  </a:cubicBezTo>
                  <a:cubicBezTo>
                    <a:pt x="5155" y="-464"/>
                    <a:pt x="3838" y="1880"/>
                    <a:pt x="2655" y="915"/>
                  </a:cubicBezTo>
                  <a:cubicBezTo>
                    <a:pt x="1472" y="-50"/>
                    <a:pt x="-239" y="1189"/>
                    <a:pt x="28" y="2572"/>
                  </a:cubicBezTo>
                  <a:cubicBezTo>
                    <a:pt x="289" y="3948"/>
                    <a:pt x="2782" y="4779"/>
                    <a:pt x="2782" y="6846"/>
                  </a:cubicBezTo>
                  <a:cubicBezTo>
                    <a:pt x="2782" y="8913"/>
                    <a:pt x="7781" y="11952"/>
                    <a:pt x="7648" y="13054"/>
                  </a:cubicBezTo>
                  <a:cubicBezTo>
                    <a:pt x="7559" y="13829"/>
                    <a:pt x="10641" y="15930"/>
                    <a:pt x="12485" y="18765"/>
                  </a:cubicBezTo>
                  <a:cubicBezTo>
                    <a:pt x="13465" y="19416"/>
                    <a:pt x="14508" y="20264"/>
                    <a:pt x="15541" y="21136"/>
                  </a:cubicBezTo>
                  <a:cubicBezTo>
                    <a:pt x="15745" y="20224"/>
                    <a:pt x="15847" y="19516"/>
                    <a:pt x="15789" y="1919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37" name="Shape 2291"/>
            <p:cNvSpPr/>
            <p:nvPr/>
          </p:nvSpPr>
          <p:spPr>
            <a:xfrm>
              <a:off x="8298019" y="2931635"/>
              <a:ext cx="242792" cy="211712"/>
            </a:xfrm>
            <a:custGeom>
              <a:avLst/>
              <a:gdLst/>
              <a:ahLst/>
              <a:cxnLst>
                <a:cxn ang="0">
                  <a:pos x="wd2" y="hd2"/>
                </a:cxn>
                <a:cxn ang="5400000">
                  <a:pos x="wd2" y="hd2"/>
                </a:cxn>
                <a:cxn ang="10800000">
                  <a:pos x="wd2" y="hd2"/>
                </a:cxn>
                <a:cxn ang="16200000">
                  <a:pos x="wd2" y="hd2"/>
                </a:cxn>
              </a:cxnLst>
              <a:rect l="0" t="0" r="r" b="b"/>
              <a:pathLst>
                <a:path w="21600" h="21600" extrusionOk="0">
                  <a:moveTo>
                    <a:pt x="12519" y="17367"/>
                  </a:moveTo>
                  <a:cubicBezTo>
                    <a:pt x="12608" y="16550"/>
                    <a:pt x="9219" y="14298"/>
                    <a:pt x="9219" y="12765"/>
                  </a:cubicBezTo>
                  <a:cubicBezTo>
                    <a:pt x="9219" y="11233"/>
                    <a:pt x="7524" y="10617"/>
                    <a:pt x="7345" y="9597"/>
                  </a:cubicBezTo>
                  <a:cubicBezTo>
                    <a:pt x="7166" y="8572"/>
                    <a:pt x="8327" y="7654"/>
                    <a:pt x="9130" y="8369"/>
                  </a:cubicBezTo>
                  <a:cubicBezTo>
                    <a:pt x="9931" y="9085"/>
                    <a:pt x="10825" y="7347"/>
                    <a:pt x="11714" y="7753"/>
                  </a:cubicBezTo>
                  <a:cubicBezTo>
                    <a:pt x="12608" y="8166"/>
                    <a:pt x="17956" y="8471"/>
                    <a:pt x="17956" y="8471"/>
                  </a:cubicBezTo>
                  <a:cubicBezTo>
                    <a:pt x="17956" y="8471"/>
                    <a:pt x="19610" y="9008"/>
                    <a:pt x="21600" y="10585"/>
                  </a:cubicBezTo>
                  <a:cubicBezTo>
                    <a:pt x="21557" y="10159"/>
                    <a:pt x="21496" y="9802"/>
                    <a:pt x="21412" y="9590"/>
                  </a:cubicBezTo>
                  <a:cubicBezTo>
                    <a:pt x="20935" y="8300"/>
                    <a:pt x="21412" y="6830"/>
                    <a:pt x="20130" y="6278"/>
                  </a:cubicBezTo>
                  <a:cubicBezTo>
                    <a:pt x="19467" y="5993"/>
                    <a:pt x="19191" y="4681"/>
                    <a:pt x="19077" y="3475"/>
                  </a:cubicBezTo>
                  <a:cubicBezTo>
                    <a:pt x="18470" y="3686"/>
                    <a:pt x="17961" y="3859"/>
                    <a:pt x="17682" y="3941"/>
                  </a:cubicBezTo>
                  <a:cubicBezTo>
                    <a:pt x="16614" y="4248"/>
                    <a:pt x="14347" y="4092"/>
                    <a:pt x="13547" y="2866"/>
                  </a:cubicBezTo>
                  <a:cubicBezTo>
                    <a:pt x="12949" y="1956"/>
                    <a:pt x="11095" y="619"/>
                    <a:pt x="10186" y="0"/>
                  </a:cubicBezTo>
                  <a:cubicBezTo>
                    <a:pt x="9815" y="371"/>
                    <a:pt x="8392" y="1770"/>
                    <a:pt x="7773" y="1852"/>
                  </a:cubicBezTo>
                  <a:cubicBezTo>
                    <a:pt x="7056" y="1956"/>
                    <a:pt x="7505" y="4114"/>
                    <a:pt x="6784" y="4114"/>
                  </a:cubicBezTo>
                  <a:cubicBezTo>
                    <a:pt x="6070" y="4114"/>
                    <a:pt x="5532" y="5550"/>
                    <a:pt x="5353" y="6169"/>
                  </a:cubicBezTo>
                  <a:cubicBezTo>
                    <a:pt x="5174" y="6782"/>
                    <a:pt x="3564" y="5758"/>
                    <a:pt x="2847" y="6065"/>
                  </a:cubicBezTo>
                  <a:cubicBezTo>
                    <a:pt x="2333" y="6287"/>
                    <a:pt x="825" y="6557"/>
                    <a:pt x="0" y="6696"/>
                  </a:cubicBezTo>
                  <a:cubicBezTo>
                    <a:pt x="127" y="7629"/>
                    <a:pt x="76" y="8666"/>
                    <a:pt x="727" y="8666"/>
                  </a:cubicBezTo>
                  <a:cubicBezTo>
                    <a:pt x="1802" y="8666"/>
                    <a:pt x="3775" y="8533"/>
                    <a:pt x="3831" y="10174"/>
                  </a:cubicBezTo>
                  <a:cubicBezTo>
                    <a:pt x="3890" y="11817"/>
                    <a:pt x="6460" y="15446"/>
                    <a:pt x="7412" y="16681"/>
                  </a:cubicBezTo>
                  <a:cubicBezTo>
                    <a:pt x="8366" y="17914"/>
                    <a:pt x="10518" y="17642"/>
                    <a:pt x="10637" y="18667"/>
                  </a:cubicBezTo>
                  <a:cubicBezTo>
                    <a:pt x="10758" y="19696"/>
                    <a:pt x="12310" y="20652"/>
                    <a:pt x="14104" y="20788"/>
                  </a:cubicBezTo>
                  <a:cubicBezTo>
                    <a:pt x="14589" y="20828"/>
                    <a:pt x="15174" y="21149"/>
                    <a:pt x="15802" y="21600"/>
                  </a:cubicBezTo>
                  <a:cubicBezTo>
                    <a:pt x="14550" y="19498"/>
                    <a:pt x="12457" y="17941"/>
                    <a:pt x="12519" y="1736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38" name="Shape 2292"/>
            <p:cNvSpPr/>
            <p:nvPr/>
          </p:nvSpPr>
          <p:spPr>
            <a:xfrm>
              <a:off x="8546462" y="3155234"/>
              <a:ext cx="82491" cy="166463"/>
            </a:xfrm>
            <a:custGeom>
              <a:avLst/>
              <a:gdLst/>
              <a:ahLst/>
              <a:cxnLst>
                <a:cxn ang="0">
                  <a:pos x="wd2" y="hd2"/>
                </a:cxn>
                <a:cxn ang="5400000">
                  <a:pos x="wd2" y="hd2"/>
                </a:cxn>
                <a:cxn ang="10800000">
                  <a:pos x="wd2" y="hd2"/>
                </a:cxn>
                <a:cxn ang="16200000">
                  <a:pos x="wd2" y="hd2"/>
                </a:cxn>
              </a:cxnLst>
              <a:rect l="0" t="0" r="r" b="b"/>
              <a:pathLst>
                <a:path w="20828" h="21600" extrusionOk="0">
                  <a:moveTo>
                    <a:pt x="13716" y="18417"/>
                  </a:moveTo>
                  <a:cubicBezTo>
                    <a:pt x="16258" y="18162"/>
                    <a:pt x="14727" y="17114"/>
                    <a:pt x="16509" y="16198"/>
                  </a:cubicBezTo>
                  <a:cubicBezTo>
                    <a:pt x="18286" y="15285"/>
                    <a:pt x="20320" y="13459"/>
                    <a:pt x="20577" y="12807"/>
                  </a:cubicBezTo>
                  <a:cubicBezTo>
                    <a:pt x="20607" y="12735"/>
                    <a:pt x="20705" y="12684"/>
                    <a:pt x="20828" y="12640"/>
                  </a:cubicBezTo>
                  <a:cubicBezTo>
                    <a:pt x="17373" y="11308"/>
                    <a:pt x="14959" y="10351"/>
                    <a:pt x="14194" y="8985"/>
                  </a:cubicBezTo>
                  <a:cubicBezTo>
                    <a:pt x="13416" y="7590"/>
                    <a:pt x="14224" y="4861"/>
                    <a:pt x="15437" y="2871"/>
                  </a:cubicBezTo>
                  <a:cubicBezTo>
                    <a:pt x="13465" y="2153"/>
                    <a:pt x="7406" y="0"/>
                    <a:pt x="5501" y="0"/>
                  </a:cubicBezTo>
                  <a:cubicBezTo>
                    <a:pt x="3620" y="0"/>
                    <a:pt x="723" y="2153"/>
                    <a:pt x="0" y="4219"/>
                  </a:cubicBezTo>
                  <a:cubicBezTo>
                    <a:pt x="4447" y="5437"/>
                    <a:pt x="6199" y="6306"/>
                    <a:pt x="3118" y="7886"/>
                  </a:cubicBezTo>
                  <a:cubicBezTo>
                    <a:pt x="-92" y="9539"/>
                    <a:pt x="-772" y="15115"/>
                    <a:pt x="2781" y="16591"/>
                  </a:cubicBezTo>
                  <a:cubicBezTo>
                    <a:pt x="6163" y="18002"/>
                    <a:pt x="7137" y="20800"/>
                    <a:pt x="10420" y="21600"/>
                  </a:cubicBezTo>
                  <a:cubicBezTo>
                    <a:pt x="11345" y="20193"/>
                    <a:pt x="12043" y="18597"/>
                    <a:pt x="13716" y="1841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39" name="Shape 2293"/>
            <p:cNvSpPr/>
            <p:nvPr/>
          </p:nvSpPr>
          <p:spPr>
            <a:xfrm>
              <a:off x="8124107" y="2782569"/>
              <a:ext cx="333961" cy="151882"/>
            </a:xfrm>
            <a:custGeom>
              <a:avLst/>
              <a:gdLst/>
              <a:ahLst/>
              <a:cxnLst>
                <a:cxn ang="0">
                  <a:pos x="wd2" y="hd2"/>
                </a:cxn>
                <a:cxn ang="5400000">
                  <a:pos x="wd2" y="hd2"/>
                </a:cxn>
                <a:cxn ang="10800000">
                  <a:pos x="wd2" y="hd2"/>
                </a:cxn>
                <a:cxn ang="16200000">
                  <a:pos x="wd2" y="hd2"/>
                </a:cxn>
              </a:cxnLst>
              <a:rect l="0" t="0" r="r" b="b"/>
              <a:pathLst>
                <a:path w="21399" h="21600" extrusionOk="0">
                  <a:moveTo>
                    <a:pt x="18043" y="1922"/>
                  </a:moveTo>
                  <a:cubicBezTo>
                    <a:pt x="17276" y="0"/>
                    <a:pt x="15356" y="0"/>
                    <a:pt x="15356" y="0"/>
                  </a:cubicBezTo>
                  <a:cubicBezTo>
                    <a:pt x="15356" y="0"/>
                    <a:pt x="15162" y="1922"/>
                    <a:pt x="14876" y="2985"/>
                  </a:cubicBezTo>
                  <a:cubicBezTo>
                    <a:pt x="14633" y="3878"/>
                    <a:pt x="13236" y="3865"/>
                    <a:pt x="12342" y="3330"/>
                  </a:cubicBezTo>
                  <a:cubicBezTo>
                    <a:pt x="12087" y="4065"/>
                    <a:pt x="10925" y="4644"/>
                    <a:pt x="10765" y="5707"/>
                  </a:cubicBezTo>
                  <a:cubicBezTo>
                    <a:pt x="10573" y="6998"/>
                    <a:pt x="9152" y="6283"/>
                    <a:pt x="9606" y="9717"/>
                  </a:cubicBezTo>
                  <a:cubicBezTo>
                    <a:pt x="10056" y="13153"/>
                    <a:pt x="8897" y="12008"/>
                    <a:pt x="8443" y="11580"/>
                  </a:cubicBezTo>
                  <a:cubicBezTo>
                    <a:pt x="7992" y="11148"/>
                    <a:pt x="5993" y="11721"/>
                    <a:pt x="5477" y="12863"/>
                  </a:cubicBezTo>
                  <a:cubicBezTo>
                    <a:pt x="4960" y="14012"/>
                    <a:pt x="4250" y="13723"/>
                    <a:pt x="3799" y="13153"/>
                  </a:cubicBezTo>
                  <a:cubicBezTo>
                    <a:pt x="3347" y="12580"/>
                    <a:pt x="2445" y="12294"/>
                    <a:pt x="2056" y="13723"/>
                  </a:cubicBezTo>
                  <a:cubicBezTo>
                    <a:pt x="1671" y="15158"/>
                    <a:pt x="960" y="12580"/>
                    <a:pt x="380" y="12725"/>
                  </a:cubicBezTo>
                  <a:cubicBezTo>
                    <a:pt x="-201" y="12863"/>
                    <a:pt x="57" y="15586"/>
                    <a:pt x="57" y="16162"/>
                  </a:cubicBezTo>
                  <a:cubicBezTo>
                    <a:pt x="57" y="16731"/>
                    <a:pt x="960" y="18450"/>
                    <a:pt x="1540" y="17880"/>
                  </a:cubicBezTo>
                  <a:cubicBezTo>
                    <a:pt x="2122" y="17304"/>
                    <a:pt x="2831" y="18022"/>
                    <a:pt x="3347" y="18736"/>
                  </a:cubicBezTo>
                  <a:cubicBezTo>
                    <a:pt x="3863" y="19454"/>
                    <a:pt x="4830" y="18163"/>
                    <a:pt x="5153" y="17449"/>
                  </a:cubicBezTo>
                  <a:cubicBezTo>
                    <a:pt x="5477" y="16731"/>
                    <a:pt x="7283" y="16731"/>
                    <a:pt x="7476" y="16731"/>
                  </a:cubicBezTo>
                  <a:cubicBezTo>
                    <a:pt x="7670" y="16731"/>
                    <a:pt x="7734" y="19022"/>
                    <a:pt x="8057" y="19454"/>
                  </a:cubicBezTo>
                  <a:cubicBezTo>
                    <a:pt x="8379" y="19882"/>
                    <a:pt x="9606" y="20172"/>
                    <a:pt x="10702" y="20313"/>
                  </a:cubicBezTo>
                  <a:cubicBezTo>
                    <a:pt x="11798" y="20454"/>
                    <a:pt x="13410" y="21600"/>
                    <a:pt x="13927" y="21600"/>
                  </a:cubicBezTo>
                  <a:cubicBezTo>
                    <a:pt x="14444" y="21600"/>
                    <a:pt x="15280" y="19595"/>
                    <a:pt x="16440" y="19595"/>
                  </a:cubicBezTo>
                  <a:cubicBezTo>
                    <a:pt x="17603" y="19595"/>
                    <a:pt x="18248" y="18022"/>
                    <a:pt x="18442" y="18163"/>
                  </a:cubicBezTo>
                  <a:cubicBezTo>
                    <a:pt x="18445" y="18167"/>
                    <a:pt x="18450" y="18181"/>
                    <a:pt x="18453" y="18187"/>
                  </a:cubicBezTo>
                  <a:cubicBezTo>
                    <a:pt x="18535" y="17387"/>
                    <a:pt x="18672" y="16745"/>
                    <a:pt x="18924" y="16666"/>
                  </a:cubicBezTo>
                  <a:cubicBezTo>
                    <a:pt x="19395" y="16517"/>
                    <a:pt x="19058" y="14720"/>
                    <a:pt x="19395" y="13830"/>
                  </a:cubicBezTo>
                  <a:cubicBezTo>
                    <a:pt x="19732" y="12932"/>
                    <a:pt x="19125" y="11138"/>
                    <a:pt x="19732" y="11287"/>
                  </a:cubicBezTo>
                  <a:cubicBezTo>
                    <a:pt x="20336" y="11438"/>
                    <a:pt x="21007" y="11587"/>
                    <a:pt x="21007" y="9648"/>
                  </a:cubicBezTo>
                  <a:cubicBezTo>
                    <a:pt x="21007" y="8992"/>
                    <a:pt x="21169" y="8416"/>
                    <a:pt x="21399" y="7933"/>
                  </a:cubicBezTo>
                  <a:cubicBezTo>
                    <a:pt x="20734" y="5862"/>
                    <a:pt x="20255" y="2557"/>
                    <a:pt x="20255" y="2557"/>
                  </a:cubicBezTo>
                  <a:cubicBezTo>
                    <a:pt x="20255" y="2557"/>
                    <a:pt x="18814" y="3837"/>
                    <a:pt x="18043" y="192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40" name="Shape 2294"/>
            <p:cNvSpPr/>
            <p:nvPr/>
          </p:nvSpPr>
          <p:spPr>
            <a:xfrm>
              <a:off x="8397395" y="2782569"/>
              <a:ext cx="292790" cy="164818"/>
            </a:xfrm>
            <a:custGeom>
              <a:avLst/>
              <a:gdLst/>
              <a:ahLst/>
              <a:cxnLst>
                <a:cxn ang="0">
                  <a:pos x="wd2" y="hd2"/>
                </a:cxn>
                <a:cxn ang="5400000">
                  <a:pos x="wd2" y="hd2"/>
                </a:cxn>
                <a:cxn ang="10800000">
                  <a:pos x="wd2" y="hd2"/>
                </a:cxn>
                <a:cxn ang="16200000">
                  <a:pos x="wd2" y="hd2"/>
                </a:cxn>
              </a:cxnLst>
              <a:rect l="0" t="0" r="r" b="b"/>
              <a:pathLst>
                <a:path w="21382" h="21195" extrusionOk="0">
                  <a:moveTo>
                    <a:pt x="20790" y="3895"/>
                  </a:moveTo>
                  <a:cubicBezTo>
                    <a:pt x="20537" y="3748"/>
                    <a:pt x="20259" y="3436"/>
                    <a:pt x="20014" y="3059"/>
                  </a:cubicBezTo>
                  <a:cubicBezTo>
                    <a:pt x="19091" y="2697"/>
                    <a:pt x="18202" y="2223"/>
                    <a:pt x="17929" y="1742"/>
                  </a:cubicBezTo>
                  <a:cubicBezTo>
                    <a:pt x="17383" y="781"/>
                    <a:pt x="15195" y="201"/>
                    <a:pt x="14865" y="8"/>
                  </a:cubicBezTo>
                  <a:cubicBezTo>
                    <a:pt x="14538" y="-189"/>
                    <a:pt x="12456" y="3477"/>
                    <a:pt x="11797" y="3477"/>
                  </a:cubicBezTo>
                  <a:cubicBezTo>
                    <a:pt x="11141" y="3477"/>
                    <a:pt x="8292" y="4057"/>
                    <a:pt x="8292" y="5402"/>
                  </a:cubicBezTo>
                  <a:cubicBezTo>
                    <a:pt x="8292" y="6756"/>
                    <a:pt x="4791" y="6950"/>
                    <a:pt x="3806" y="5402"/>
                  </a:cubicBezTo>
                  <a:cubicBezTo>
                    <a:pt x="3650" y="5159"/>
                    <a:pt x="3501" y="4834"/>
                    <a:pt x="3358" y="4482"/>
                  </a:cubicBezTo>
                  <a:cubicBezTo>
                    <a:pt x="3094" y="4918"/>
                    <a:pt x="2913" y="5440"/>
                    <a:pt x="2913" y="6032"/>
                  </a:cubicBezTo>
                  <a:cubicBezTo>
                    <a:pt x="2913" y="7789"/>
                    <a:pt x="2146" y="7652"/>
                    <a:pt x="1456" y="7517"/>
                  </a:cubicBezTo>
                  <a:cubicBezTo>
                    <a:pt x="765" y="7383"/>
                    <a:pt x="1456" y="9003"/>
                    <a:pt x="1074" y="9814"/>
                  </a:cubicBezTo>
                  <a:cubicBezTo>
                    <a:pt x="689" y="10622"/>
                    <a:pt x="1074" y="12244"/>
                    <a:pt x="535" y="12378"/>
                  </a:cubicBezTo>
                  <a:cubicBezTo>
                    <a:pt x="250" y="12450"/>
                    <a:pt x="96" y="13031"/>
                    <a:pt x="0" y="13754"/>
                  </a:cubicBezTo>
                  <a:cubicBezTo>
                    <a:pt x="230" y="13945"/>
                    <a:pt x="796" y="15935"/>
                    <a:pt x="796" y="15935"/>
                  </a:cubicBezTo>
                  <a:cubicBezTo>
                    <a:pt x="796" y="15935"/>
                    <a:pt x="765" y="15982"/>
                    <a:pt x="719" y="16057"/>
                  </a:cubicBezTo>
                  <a:cubicBezTo>
                    <a:pt x="1465" y="16837"/>
                    <a:pt x="2987" y="18525"/>
                    <a:pt x="3476" y="19670"/>
                  </a:cubicBezTo>
                  <a:cubicBezTo>
                    <a:pt x="4134" y="21214"/>
                    <a:pt x="5994" y="21411"/>
                    <a:pt x="6871" y="21024"/>
                  </a:cubicBezTo>
                  <a:cubicBezTo>
                    <a:pt x="7746" y="20640"/>
                    <a:pt x="11471" y="18519"/>
                    <a:pt x="11471" y="18519"/>
                  </a:cubicBezTo>
                  <a:cubicBezTo>
                    <a:pt x="11471" y="18519"/>
                    <a:pt x="12349" y="19096"/>
                    <a:pt x="12893" y="19286"/>
                  </a:cubicBezTo>
                  <a:cubicBezTo>
                    <a:pt x="13023" y="19333"/>
                    <a:pt x="13370" y="19433"/>
                    <a:pt x="13827" y="19555"/>
                  </a:cubicBezTo>
                  <a:cubicBezTo>
                    <a:pt x="14093" y="19065"/>
                    <a:pt x="14915" y="18653"/>
                    <a:pt x="15794" y="17099"/>
                  </a:cubicBezTo>
                  <a:cubicBezTo>
                    <a:pt x="16821" y="15286"/>
                    <a:pt x="18366" y="8812"/>
                    <a:pt x="18808" y="8297"/>
                  </a:cubicBezTo>
                  <a:cubicBezTo>
                    <a:pt x="19249" y="7780"/>
                    <a:pt x="20425" y="6613"/>
                    <a:pt x="21014" y="5836"/>
                  </a:cubicBezTo>
                  <a:cubicBezTo>
                    <a:pt x="21600" y="5059"/>
                    <a:pt x="21456" y="4282"/>
                    <a:pt x="20790" y="389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41" name="Shape 2295"/>
            <p:cNvSpPr/>
            <p:nvPr/>
          </p:nvSpPr>
          <p:spPr>
            <a:xfrm>
              <a:off x="8248329" y="2658347"/>
              <a:ext cx="280018" cy="145865"/>
            </a:xfrm>
            <a:custGeom>
              <a:avLst/>
              <a:gdLst/>
              <a:ahLst/>
              <a:cxnLst>
                <a:cxn ang="0">
                  <a:pos x="wd2" y="hd2"/>
                </a:cxn>
                <a:cxn ang="5400000">
                  <a:pos x="wd2" y="hd2"/>
                </a:cxn>
                <a:cxn ang="10800000">
                  <a:pos x="wd2" y="hd2"/>
                </a:cxn>
                <a:cxn ang="16200000">
                  <a:pos x="wd2" y="hd2"/>
                </a:cxn>
              </a:cxnLst>
              <a:rect l="0" t="0" r="r" b="b"/>
              <a:pathLst>
                <a:path w="21078" h="21553" extrusionOk="0">
                  <a:moveTo>
                    <a:pt x="19948" y="9787"/>
                  </a:moveTo>
                  <a:cubicBezTo>
                    <a:pt x="19380" y="9127"/>
                    <a:pt x="17802" y="9565"/>
                    <a:pt x="17688" y="8679"/>
                  </a:cubicBezTo>
                  <a:cubicBezTo>
                    <a:pt x="17579" y="7794"/>
                    <a:pt x="17466" y="6245"/>
                    <a:pt x="16786" y="6245"/>
                  </a:cubicBezTo>
                  <a:cubicBezTo>
                    <a:pt x="16110" y="6245"/>
                    <a:pt x="15205" y="5359"/>
                    <a:pt x="14868" y="6908"/>
                  </a:cubicBezTo>
                  <a:cubicBezTo>
                    <a:pt x="14529" y="8457"/>
                    <a:pt x="13174" y="6464"/>
                    <a:pt x="13060" y="5356"/>
                  </a:cubicBezTo>
                  <a:cubicBezTo>
                    <a:pt x="12951" y="4244"/>
                    <a:pt x="12385" y="3362"/>
                    <a:pt x="10803" y="2251"/>
                  </a:cubicBezTo>
                  <a:cubicBezTo>
                    <a:pt x="10177" y="1810"/>
                    <a:pt x="9463" y="921"/>
                    <a:pt x="8827" y="0"/>
                  </a:cubicBezTo>
                  <a:cubicBezTo>
                    <a:pt x="8776" y="265"/>
                    <a:pt x="8714" y="516"/>
                    <a:pt x="8648" y="713"/>
                  </a:cubicBezTo>
                  <a:cubicBezTo>
                    <a:pt x="8345" y="1609"/>
                    <a:pt x="7282" y="-29"/>
                    <a:pt x="6829" y="864"/>
                  </a:cubicBezTo>
                  <a:cubicBezTo>
                    <a:pt x="6374" y="1756"/>
                    <a:pt x="4858" y="1903"/>
                    <a:pt x="4024" y="3391"/>
                  </a:cubicBezTo>
                  <a:cubicBezTo>
                    <a:pt x="3191" y="4879"/>
                    <a:pt x="1449" y="5625"/>
                    <a:pt x="462" y="6069"/>
                  </a:cubicBezTo>
                  <a:cubicBezTo>
                    <a:pt x="-522" y="6517"/>
                    <a:pt x="313" y="8303"/>
                    <a:pt x="691" y="9640"/>
                  </a:cubicBezTo>
                  <a:cubicBezTo>
                    <a:pt x="1071" y="10977"/>
                    <a:pt x="1071" y="14250"/>
                    <a:pt x="1828" y="15294"/>
                  </a:cubicBezTo>
                  <a:cubicBezTo>
                    <a:pt x="2585" y="16333"/>
                    <a:pt x="5087" y="19459"/>
                    <a:pt x="5390" y="20499"/>
                  </a:cubicBezTo>
                  <a:cubicBezTo>
                    <a:pt x="5441" y="20678"/>
                    <a:pt x="5408" y="20847"/>
                    <a:pt x="5346" y="21001"/>
                  </a:cubicBezTo>
                  <a:cubicBezTo>
                    <a:pt x="6398" y="21560"/>
                    <a:pt x="8038" y="21571"/>
                    <a:pt x="8321" y="20646"/>
                  </a:cubicBezTo>
                  <a:cubicBezTo>
                    <a:pt x="8659" y="19538"/>
                    <a:pt x="8887" y="17541"/>
                    <a:pt x="8887" y="17541"/>
                  </a:cubicBezTo>
                  <a:cubicBezTo>
                    <a:pt x="8887" y="17541"/>
                    <a:pt x="11143" y="17541"/>
                    <a:pt x="12043" y="19538"/>
                  </a:cubicBezTo>
                  <a:cubicBezTo>
                    <a:pt x="12951" y="21532"/>
                    <a:pt x="14644" y="20202"/>
                    <a:pt x="14644" y="20202"/>
                  </a:cubicBezTo>
                  <a:cubicBezTo>
                    <a:pt x="14644" y="20202"/>
                    <a:pt x="14737" y="20764"/>
                    <a:pt x="14889" y="21553"/>
                  </a:cubicBezTo>
                  <a:cubicBezTo>
                    <a:pt x="15133" y="20456"/>
                    <a:pt x="15453" y="19499"/>
                    <a:pt x="15836" y="19381"/>
                  </a:cubicBezTo>
                  <a:cubicBezTo>
                    <a:pt x="16792" y="19119"/>
                    <a:pt x="18147" y="18850"/>
                    <a:pt x="19098" y="16186"/>
                  </a:cubicBezTo>
                  <a:cubicBezTo>
                    <a:pt x="19591" y="14810"/>
                    <a:pt x="20402" y="13720"/>
                    <a:pt x="21078" y="12985"/>
                  </a:cubicBezTo>
                  <a:cubicBezTo>
                    <a:pt x="20623" y="11891"/>
                    <a:pt x="20388" y="10307"/>
                    <a:pt x="19948" y="978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42" name="Shape 2296"/>
            <p:cNvSpPr/>
            <p:nvPr/>
          </p:nvSpPr>
          <p:spPr>
            <a:xfrm>
              <a:off x="8422240" y="2732880"/>
              <a:ext cx="254218" cy="102244"/>
            </a:xfrm>
            <a:custGeom>
              <a:avLst/>
              <a:gdLst/>
              <a:ahLst/>
              <a:cxnLst>
                <a:cxn ang="0">
                  <a:pos x="wd2" y="hd2"/>
                </a:cxn>
                <a:cxn ang="5400000">
                  <a:pos x="wd2" y="hd2"/>
                </a:cxn>
                <a:cxn ang="10800000">
                  <a:pos x="wd2" y="hd2"/>
                </a:cxn>
                <a:cxn ang="16200000">
                  <a:pos x="wd2" y="hd2"/>
                </a:cxn>
              </a:cxnLst>
              <a:rect l="0" t="0" r="r" b="b"/>
              <a:pathLst>
                <a:path w="21600" h="20455" extrusionOk="0">
                  <a:moveTo>
                    <a:pt x="16026" y="1971"/>
                  </a:moveTo>
                  <a:cubicBezTo>
                    <a:pt x="14754" y="2262"/>
                    <a:pt x="14113" y="466"/>
                    <a:pt x="13099" y="1369"/>
                  </a:cubicBezTo>
                  <a:cubicBezTo>
                    <a:pt x="12080" y="2262"/>
                    <a:pt x="10423" y="1369"/>
                    <a:pt x="9788" y="466"/>
                  </a:cubicBezTo>
                  <a:cubicBezTo>
                    <a:pt x="9145" y="-432"/>
                    <a:pt x="8386" y="2262"/>
                    <a:pt x="7491" y="1068"/>
                  </a:cubicBezTo>
                  <a:cubicBezTo>
                    <a:pt x="7296" y="801"/>
                    <a:pt x="7133" y="422"/>
                    <a:pt x="6986" y="0"/>
                  </a:cubicBezTo>
                  <a:cubicBezTo>
                    <a:pt x="6224" y="990"/>
                    <a:pt x="5308" y="2471"/>
                    <a:pt x="4750" y="4330"/>
                  </a:cubicBezTo>
                  <a:cubicBezTo>
                    <a:pt x="3678" y="7941"/>
                    <a:pt x="2148" y="8300"/>
                    <a:pt x="1072" y="8659"/>
                  </a:cubicBezTo>
                  <a:cubicBezTo>
                    <a:pt x="635" y="8815"/>
                    <a:pt x="276" y="10116"/>
                    <a:pt x="0" y="11596"/>
                  </a:cubicBezTo>
                  <a:cubicBezTo>
                    <a:pt x="350" y="13722"/>
                    <a:pt x="992" y="17159"/>
                    <a:pt x="1760" y="18760"/>
                  </a:cubicBezTo>
                  <a:cubicBezTo>
                    <a:pt x="2907" y="21168"/>
                    <a:pt x="6980" y="20867"/>
                    <a:pt x="6980" y="18760"/>
                  </a:cubicBezTo>
                  <a:cubicBezTo>
                    <a:pt x="6980" y="16664"/>
                    <a:pt x="10293" y="15766"/>
                    <a:pt x="11058" y="15766"/>
                  </a:cubicBezTo>
                  <a:cubicBezTo>
                    <a:pt x="11825" y="15766"/>
                    <a:pt x="14245" y="10062"/>
                    <a:pt x="14626" y="10368"/>
                  </a:cubicBezTo>
                  <a:cubicBezTo>
                    <a:pt x="15012" y="10664"/>
                    <a:pt x="17557" y="11572"/>
                    <a:pt x="18192" y="13067"/>
                  </a:cubicBezTo>
                  <a:cubicBezTo>
                    <a:pt x="18508" y="13809"/>
                    <a:pt x="19545" y="14552"/>
                    <a:pt x="20619" y="15110"/>
                  </a:cubicBezTo>
                  <a:cubicBezTo>
                    <a:pt x="20169" y="14183"/>
                    <a:pt x="19813" y="12975"/>
                    <a:pt x="19813" y="11980"/>
                  </a:cubicBezTo>
                  <a:cubicBezTo>
                    <a:pt x="19813" y="10373"/>
                    <a:pt x="21097" y="6145"/>
                    <a:pt x="21522" y="5334"/>
                  </a:cubicBezTo>
                  <a:cubicBezTo>
                    <a:pt x="21559" y="5276"/>
                    <a:pt x="21575" y="5155"/>
                    <a:pt x="21600" y="5053"/>
                  </a:cubicBezTo>
                  <a:cubicBezTo>
                    <a:pt x="20619" y="4713"/>
                    <a:pt x="19541" y="4237"/>
                    <a:pt x="19339" y="3767"/>
                  </a:cubicBezTo>
                  <a:cubicBezTo>
                    <a:pt x="18957" y="2864"/>
                    <a:pt x="17300" y="1670"/>
                    <a:pt x="16026" y="197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43" name="Shape 2297"/>
            <p:cNvSpPr/>
            <p:nvPr/>
          </p:nvSpPr>
          <p:spPr>
            <a:xfrm>
              <a:off x="7254555" y="3180079"/>
              <a:ext cx="151502" cy="277186"/>
            </a:xfrm>
            <a:custGeom>
              <a:avLst/>
              <a:gdLst/>
              <a:ahLst/>
              <a:cxnLst>
                <a:cxn ang="0">
                  <a:pos x="wd2" y="hd2"/>
                </a:cxn>
                <a:cxn ang="5400000">
                  <a:pos x="wd2" y="hd2"/>
                </a:cxn>
                <a:cxn ang="10800000">
                  <a:pos x="wd2" y="hd2"/>
                </a:cxn>
                <a:cxn ang="16200000">
                  <a:pos x="wd2" y="hd2"/>
                </a:cxn>
              </a:cxnLst>
              <a:rect l="0" t="0" r="r" b="b"/>
              <a:pathLst>
                <a:path w="19156" h="21133" extrusionOk="0">
                  <a:moveTo>
                    <a:pt x="14335" y="17312"/>
                  </a:moveTo>
                  <a:cubicBezTo>
                    <a:pt x="16607" y="17064"/>
                    <a:pt x="13714" y="15944"/>
                    <a:pt x="13093" y="15570"/>
                  </a:cubicBezTo>
                  <a:cubicBezTo>
                    <a:pt x="12473" y="15196"/>
                    <a:pt x="13301" y="13702"/>
                    <a:pt x="14541" y="13702"/>
                  </a:cubicBezTo>
                  <a:cubicBezTo>
                    <a:pt x="15779" y="13702"/>
                    <a:pt x="14541" y="12830"/>
                    <a:pt x="12887" y="11831"/>
                  </a:cubicBezTo>
                  <a:cubicBezTo>
                    <a:pt x="11237" y="10836"/>
                    <a:pt x="12887" y="10464"/>
                    <a:pt x="14335" y="10464"/>
                  </a:cubicBezTo>
                  <a:cubicBezTo>
                    <a:pt x="15779" y="10464"/>
                    <a:pt x="13921" y="8970"/>
                    <a:pt x="15365" y="8099"/>
                  </a:cubicBezTo>
                  <a:cubicBezTo>
                    <a:pt x="16811" y="7224"/>
                    <a:pt x="14949" y="5609"/>
                    <a:pt x="14949" y="4860"/>
                  </a:cubicBezTo>
                  <a:cubicBezTo>
                    <a:pt x="14949" y="4112"/>
                    <a:pt x="17017" y="3864"/>
                    <a:pt x="18672" y="2871"/>
                  </a:cubicBezTo>
                  <a:cubicBezTo>
                    <a:pt x="20322" y="1870"/>
                    <a:pt x="17225" y="2246"/>
                    <a:pt x="17225" y="1499"/>
                  </a:cubicBezTo>
                  <a:cubicBezTo>
                    <a:pt x="17225" y="751"/>
                    <a:pt x="15157" y="501"/>
                    <a:pt x="13714" y="1127"/>
                  </a:cubicBezTo>
                  <a:cubicBezTo>
                    <a:pt x="12266" y="1750"/>
                    <a:pt x="12679" y="1127"/>
                    <a:pt x="11442" y="1127"/>
                  </a:cubicBezTo>
                  <a:cubicBezTo>
                    <a:pt x="10203" y="1127"/>
                    <a:pt x="7930" y="1375"/>
                    <a:pt x="7930" y="627"/>
                  </a:cubicBezTo>
                  <a:cubicBezTo>
                    <a:pt x="7930" y="-122"/>
                    <a:pt x="6899" y="-244"/>
                    <a:pt x="5865" y="501"/>
                  </a:cubicBezTo>
                  <a:cubicBezTo>
                    <a:pt x="5563" y="723"/>
                    <a:pt x="5042" y="840"/>
                    <a:pt x="4338" y="892"/>
                  </a:cubicBezTo>
                  <a:cubicBezTo>
                    <a:pt x="4187" y="1870"/>
                    <a:pt x="4022" y="2780"/>
                    <a:pt x="4494" y="3241"/>
                  </a:cubicBezTo>
                  <a:cubicBezTo>
                    <a:pt x="5597" y="4316"/>
                    <a:pt x="3135" y="9996"/>
                    <a:pt x="929" y="11532"/>
                  </a:cubicBezTo>
                  <a:cubicBezTo>
                    <a:pt x="-1278" y="13065"/>
                    <a:pt x="846" y="13476"/>
                    <a:pt x="3135" y="14551"/>
                  </a:cubicBezTo>
                  <a:cubicBezTo>
                    <a:pt x="5428" y="15625"/>
                    <a:pt x="3902" y="19514"/>
                    <a:pt x="3902" y="20435"/>
                  </a:cubicBezTo>
                  <a:cubicBezTo>
                    <a:pt x="3902" y="21356"/>
                    <a:pt x="5936" y="21101"/>
                    <a:pt x="8313" y="21101"/>
                  </a:cubicBezTo>
                  <a:cubicBezTo>
                    <a:pt x="9729" y="21101"/>
                    <a:pt x="11327" y="20722"/>
                    <a:pt x="12895" y="20555"/>
                  </a:cubicBezTo>
                  <a:cubicBezTo>
                    <a:pt x="12430" y="20128"/>
                    <a:pt x="12064" y="19706"/>
                    <a:pt x="12064" y="19429"/>
                  </a:cubicBezTo>
                  <a:cubicBezTo>
                    <a:pt x="12064" y="18681"/>
                    <a:pt x="12064" y="17562"/>
                    <a:pt x="14335" y="1731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44" name="Shape 2298"/>
            <p:cNvSpPr/>
            <p:nvPr/>
          </p:nvSpPr>
          <p:spPr>
            <a:xfrm>
              <a:off x="7825975" y="2509281"/>
              <a:ext cx="185879" cy="159524"/>
            </a:xfrm>
            <a:custGeom>
              <a:avLst/>
              <a:gdLst/>
              <a:ahLst/>
              <a:cxnLst>
                <a:cxn ang="0">
                  <a:pos x="wd2" y="hd2"/>
                </a:cxn>
                <a:cxn ang="5400000">
                  <a:pos x="wd2" y="hd2"/>
                </a:cxn>
                <a:cxn ang="10800000">
                  <a:pos x="wd2" y="hd2"/>
                </a:cxn>
                <a:cxn ang="16200000">
                  <a:pos x="wd2" y="hd2"/>
                </a:cxn>
              </a:cxnLst>
              <a:rect l="0" t="0" r="r" b="b"/>
              <a:pathLst>
                <a:path w="21412" h="21408" extrusionOk="0">
                  <a:moveTo>
                    <a:pt x="6828" y="16677"/>
                  </a:moveTo>
                  <a:cubicBezTo>
                    <a:pt x="7772" y="15577"/>
                    <a:pt x="9426" y="16127"/>
                    <a:pt x="10372" y="17231"/>
                  </a:cubicBezTo>
                  <a:cubicBezTo>
                    <a:pt x="11318" y="18331"/>
                    <a:pt x="12736" y="18601"/>
                    <a:pt x="14155" y="20255"/>
                  </a:cubicBezTo>
                  <a:cubicBezTo>
                    <a:pt x="14518" y="20679"/>
                    <a:pt x="14912" y="21063"/>
                    <a:pt x="15298" y="21408"/>
                  </a:cubicBezTo>
                  <a:cubicBezTo>
                    <a:pt x="15429" y="20249"/>
                    <a:pt x="15456" y="17934"/>
                    <a:pt x="15894" y="16739"/>
                  </a:cubicBezTo>
                  <a:cubicBezTo>
                    <a:pt x="16358" y="15482"/>
                    <a:pt x="15429" y="13857"/>
                    <a:pt x="16203" y="13857"/>
                  </a:cubicBezTo>
                  <a:cubicBezTo>
                    <a:pt x="16975" y="13857"/>
                    <a:pt x="19142" y="13857"/>
                    <a:pt x="19142" y="12239"/>
                  </a:cubicBezTo>
                  <a:cubicBezTo>
                    <a:pt x="19142" y="10618"/>
                    <a:pt x="19761" y="11155"/>
                    <a:pt x="20225" y="10253"/>
                  </a:cubicBezTo>
                  <a:cubicBezTo>
                    <a:pt x="20689" y="9354"/>
                    <a:pt x="18833" y="7551"/>
                    <a:pt x="18523" y="7010"/>
                  </a:cubicBezTo>
                  <a:cubicBezTo>
                    <a:pt x="18214" y="6470"/>
                    <a:pt x="19915" y="6291"/>
                    <a:pt x="21153" y="4135"/>
                  </a:cubicBezTo>
                  <a:cubicBezTo>
                    <a:pt x="21600" y="3347"/>
                    <a:pt x="21416" y="1739"/>
                    <a:pt x="21002" y="0"/>
                  </a:cubicBezTo>
                  <a:cubicBezTo>
                    <a:pt x="20795" y="645"/>
                    <a:pt x="20381" y="1107"/>
                    <a:pt x="19683" y="619"/>
                  </a:cubicBezTo>
                  <a:cubicBezTo>
                    <a:pt x="18523" y="-192"/>
                    <a:pt x="16748" y="257"/>
                    <a:pt x="14427" y="798"/>
                  </a:cubicBezTo>
                  <a:cubicBezTo>
                    <a:pt x="12107" y="1338"/>
                    <a:pt x="11411" y="3950"/>
                    <a:pt x="12258" y="5031"/>
                  </a:cubicBezTo>
                  <a:cubicBezTo>
                    <a:pt x="13111" y="6112"/>
                    <a:pt x="10021" y="6652"/>
                    <a:pt x="9789" y="5213"/>
                  </a:cubicBezTo>
                  <a:cubicBezTo>
                    <a:pt x="9557" y="3767"/>
                    <a:pt x="7237" y="4760"/>
                    <a:pt x="7390" y="6652"/>
                  </a:cubicBezTo>
                  <a:cubicBezTo>
                    <a:pt x="7546" y="8540"/>
                    <a:pt x="4838" y="9263"/>
                    <a:pt x="4996" y="11601"/>
                  </a:cubicBezTo>
                  <a:cubicBezTo>
                    <a:pt x="5150" y="13949"/>
                    <a:pt x="2518" y="16107"/>
                    <a:pt x="819" y="17276"/>
                  </a:cubicBezTo>
                  <a:cubicBezTo>
                    <a:pt x="555" y="17462"/>
                    <a:pt x="278" y="17651"/>
                    <a:pt x="0" y="17836"/>
                  </a:cubicBezTo>
                  <a:cubicBezTo>
                    <a:pt x="857" y="18299"/>
                    <a:pt x="1540" y="18601"/>
                    <a:pt x="1863" y="18601"/>
                  </a:cubicBezTo>
                  <a:cubicBezTo>
                    <a:pt x="3284" y="18601"/>
                    <a:pt x="5882" y="17781"/>
                    <a:pt x="6828" y="1667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45" name="Shape 2299"/>
            <p:cNvSpPr/>
            <p:nvPr/>
          </p:nvSpPr>
          <p:spPr>
            <a:xfrm>
              <a:off x="7925353" y="2708036"/>
              <a:ext cx="30080" cy="41925"/>
            </a:xfrm>
            <a:custGeom>
              <a:avLst/>
              <a:gdLst/>
              <a:ahLst/>
              <a:cxnLst>
                <a:cxn ang="0">
                  <a:pos x="wd2" y="hd2"/>
                </a:cxn>
                <a:cxn ang="5400000">
                  <a:pos x="wd2" y="hd2"/>
                </a:cxn>
                <a:cxn ang="10800000">
                  <a:pos x="wd2" y="hd2"/>
                </a:cxn>
                <a:cxn ang="16200000">
                  <a:pos x="wd2" y="hd2"/>
                </a:cxn>
              </a:cxnLst>
              <a:rect l="0" t="0" r="r" b="b"/>
              <a:pathLst>
                <a:path w="20823" h="21600" extrusionOk="0">
                  <a:moveTo>
                    <a:pt x="11064" y="0"/>
                  </a:moveTo>
                  <a:cubicBezTo>
                    <a:pt x="4892" y="2575"/>
                    <a:pt x="-777" y="8125"/>
                    <a:pt x="88" y="19863"/>
                  </a:cubicBezTo>
                  <a:cubicBezTo>
                    <a:pt x="6126" y="19725"/>
                    <a:pt x="14650" y="20263"/>
                    <a:pt x="20823" y="21600"/>
                  </a:cubicBezTo>
                  <a:cubicBezTo>
                    <a:pt x="19320" y="8813"/>
                    <a:pt x="12610" y="4850"/>
                    <a:pt x="10880" y="2213"/>
                  </a:cubicBezTo>
                  <a:cubicBezTo>
                    <a:pt x="10376" y="1500"/>
                    <a:pt x="10544" y="750"/>
                    <a:pt x="11064" y="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46" name="Shape 2300"/>
            <p:cNvSpPr/>
            <p:nvPr/>
          </p:nvSpPr>
          <p:spPr>
            <a:xfrm>
              <a:off x="7801131" y="2633503"/>
              <a:ext cx="175067" cy="121832"/>
            </a:xfrm>
            <a:custGeom>
              <a:avLst/>
              <a:gdLst/>
              <a:ahLst/>
              <a:cxnLst>
                <a:cxn ang="0">
                  <a:pos x="wd2" y="hd2"/>
                </a:cxn>
                <a:cxn ang="5400000">
                  <a:pos x="wd2" y="hd2"/>
                </a:cxn>
                <a:cxn ang="10800000">
                  <a:pos x="wd2" y="hd2"/>
                </a:cxn>
                <a:cxn ang="16200000">
                  <a:pos x="wd2" y="hd2"/>
                </a:cxn>
              </a:cxnLst>
              <a:rect l="0" t="0" r="r" b="b"/>
              <a:pathLst>
                <a:path w="21446" h="20648" extrusionOk="0">
                  <a:moveTo>
                    <a:pt x="716" y="5441"/>
                  </a:moveTo>
                  <a:cubicBezTo>
                    <a:pt x="840" y="6638"/>
                    <a:pt x="2196" y="9537"/>
                    <a:pt x="2688" y="8344"/>
                  </a:cubicBezTo>
                  <a:cubicBezTo>
                    <a:pt x="3183" y="7148"/>
                    <a:pt x="4417" y="9882"/>
                    <a:pt x="5525" y="10733"/>
                  </a:cubicBezTo>
                  <a:cubicBezTo>
                    <a:pt x="6635" y="11585"/>
                    <a:pt x="8854" y="12608"/>
                    <a:pt x="8979" y="13632"/>
                  </a:cubicBezTo>
                  <a:cubicBezTo>
                    <a:pt x="9102" y="14656"/>
                    <a:pt x="9472" y="16877"/>
                    <a:pt x="10582" y="16190"/>
                  </a:cubicBezTo>
                  <a:cubicBezTo>
                    <a:pt x="11692" y="15507"/>
                    <a:pt x="13048" y="13122"/>
                    <a:pt x="13048" y="14483"/>
                  </a:cubicBezTo>
                  <a:cubicBezTo>
                    <a:pt x="13048" y="15849"/>
                    <a:pt x="13418" y="18410"/>
                    <a:pt x="14651" y="18069"/>
                  </a:cubicBezTo>
                  <a:cubicBezTo>
                    <a:pt x="15885" y="17724"/>
                    <a:pt x="16255" y="20968"/>
                    <a:pt x="17488" y="20623"/>
                  </a:cubicBezTo>
                  <a:cubicBezTo>
                    <a:pt x="17711" y="20569"/>
                    <a:pt x="18019" y="20532"/>
                    <a:pt x="18377" y="20516"/>
                  </a:cubicBezTo>
                  <a:cubicBezTo>
                    <a:pt x="18225" y="16655"/>
                    <a:pt x="19227" y="14833"/>
                    <a:pt x="20320" y="13982"/>
                  </a:cubicBezTo>
                  <a:cubicBezTo>
                    <a:pt x="20578" y="13303"/>
                    <a:pt x="21315" y="12592"/>
                    <a:pt x="21435" y="11757"/>
                  </a:cubicBezTo>
                  <a:cubicBezTo>
                    <a:pt x="21600" y="10622"/>
                    <a:pt x="19793" y="8344"/>
                    <a:pt x="19955" y="6979"/>
                  </a:cubicBezTo>
                  <a:cubicBezTo>
                    <a:pt x="19962" y="6909"/>
                    <a:pt x="19971" y="6811"/>
                    <a:pt x="19979" y="6732"/>
                  </a:cubicBezTo>
                  <a:cubicBezTo>
                    <a:pt x="19569" y="6301"/>
                    <a:pt x="19149" y="5816"/>
                    <a:pt x="18763" y="5277"/>
                  </a:cubicBezTo>
                  <a:cubicBezTo>
                    <a:pt x="17255" y="3192"/>
                    <a:pt x="15748" y="2847"/>
                    <a:pt x="14740" y="1457"/>
                  </a:cubicBezTo>
                  <a:cubicBezTo>
                    <a:pt x="13734" y="63"/>
                    <a:pt x="11978" y="-632"/>
                    <a:pt x="10972" y="758"/>
                  </a:cubicBezTo>
                  <a:cubicBezTo>
                    <a:pt x="9967" y="2152"/>
                    <a:pt x="7203" y="3192"/>
                    <a:pt x="5692" y="3192"/>
                  </a:cubicBezTo>
                  <a:cubicBezTo>
                    <a:pt x="5348" y="3192"/>
                    <a:pt x="4620" y="2806"/>
                    <a:pt x="3711" y="2222"/>
                  </a:cubicBezTo>
                  <a:cubicBezTo>
                    <a:pt x="2523" y="3172"/>
                    <a:pt x="1260" y="4072"/>
                    <a:pt x="0" y="4426"/>
                  </a:cubicBezTo>
                  <a:cubicBezTo>
                    <a:pt x="251" y="4899"/>
                    <a:pt x="635" y="4648"/>
                    <a:pt x="716" y="544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47" name="Shape 2301"/>
            <p:cNvSpPr/>
            <p:nvPr/>
          </p:nvSpPr>
          <p:spPr>
            <a:xfrm>
              <a:off x="8596151" y="2807413"/>
              <a:ext cx="409034" cy="266422"/>
            </a:xfrm>
            <a:custGeom>
              <a:avLst/>
              <a:gdLst/>
              <a:ahLst/>
              <a:cxnLst>
                <a:cxn ang="0">
                  <a:pos x="wd2" y="hd2"/>
                </a:cxn>
                <a:cxn ang="5400000">
                  <a:pos x="wd2" y="hd2"/>
                </a:cxn>
                <a:cxn ang="10800000">
                  <a:pos x="wd2" y="hd2"/>
                </a:cxn>
                <a:cxn ang="16200000">
                  <a:pos x="wd2" y="hd2"/>
                </a:cxn>
              </a:cxnLst>
              <a:rect l="0" t="0" r="r" b="b"/>
              <a:pathLst>
                <a:path w="21459" h="21572" extrusionOk="0">
                  <a:moveTo>
                    <a:pt x="19264" y="14426"/>
                  </a:moveTo>
                  <a:cubicBezTo>
                    <a:pt x="18771" y="14319"/>
                    <a:pt x="18136" y="13993"/>
                    <a:pt x="18349" y="13559"/>
                  </a:cubicBezTo>
                  <a:cubicBezTo>
                    <a:pt x="18361" y="13530"/>
                    <a:pt x="18389" y="13477"/>
                    <a:pt x="18411" y="13433"/>
                  </a:cubicBezTo>
                  <a:cubicBezTo>
                    <a:pt x="17750" y="12610"/>
                    <a:pt x="17577" y="9944"/>
                    <a:pt x="17997" y="9292"/>
                  </a:cubicBezTo>
                  <a:cubicBezTo>
                    <a:pt x="18536" y="8463"/>
                    <a:pt x="17136" y="5308"/>
                    <a:pt x="16490" y="4143"/>
                  </a:cubicBezTo>
                  <a:cubicBezTo>
                    <a:pt x="16190" y="3599"/>
                    <a:pt x="15533" y="1782"/>
                    <a:pt x="14922" y="0"/>
                  </a:cubicBezTo>
                  <a:cubicBezTo>
                    <a:pt x="14362" y="281"/>
                    <a:pt x="13868" y="595"/>
                    <a:pt x="13771" y="843"/>
                  </a:cubicBezTo>
                  <a:cubicBezTo>
                    <a:pt x="13560" y="1385"/>
                    <a:pt x="12855" y="1931"/>
                    <a:pt x="12432" y="1931"/>
                  </a:cubicBezTo>
                  <a:cubicBezTo>
                    <a:pt x="12010" y="1931"/>
                    <a:pt x="11587" y="1605"/>
                    <a:pt x="11236" y="2145"/>
                  </a:cubicBezTo>
                  <a:cubicBezTo>
                    <a:pt x="10883" y="2689"/>
                    <a:pt x="10391" y="2908"/>
                    <a:pt x="10178" y="2581"/>
                  </a:cubicBezTo>
                  <a:cubicBezTo>
                    <a:pt x="9968" y="2255"/>
                    <a:pt x="9263" y="1931"/>
                    <a:pt x="8769" y="1931"/>
                  </a:cubicBezTo>
                  <a:cubicBezTo>
                    <a:pt x="8280" y="1931"/>
                    <a:pt x="6728" y="1277"/>
                    <a:pt x="6378" y="1277"/>
                  </a:cubicBezTo>
                  <a:cubicBezTo>
                    <a:pt x="6168" y="1277"/>
                    <a:pt x="5829" y="1320"/>
                    <a:pt x="5460" y="1399"/>
                  </a:cubicBezTo>
                  <a:cubicBezTo>
                    <a:pt x="5539" y="1634"/>
                    <a:pt x="5478" y="1915"/>
                    <a:pt x="5233" y="2200"/>
                  </a:cubicBezTo>
                  <a:cubicBezTo>
                    <a:pt x="4809" y="2689"/>
                    <a:pt x="3964" y="3422"/>
                    <a:pt x="3647" y="3748"/>
                  </a:cubicBezTo>
                  <a:cubicBezTo>
                    <a:pt x="3330" y="4074"/>
                    <a:pt x="2222" y="8151"/>
                    <a:pt x="1481" y="9290"/>
                  </a:cubicBezTo>
                  <a:cubicBezTo>
                    <a:pt x="743" y="10432"/>
                    <a:pt x="55" y="10597"/>
                    <a:pt x="2" y="11001"/>
                  </a:cubicBezTo>
                  <a:cubicBezTo>
                    <a:pt x="-49" y="11412"/>
                    <a:pt x="848" y="12471"/>
                    <a:pt x="848" y="13123"/>
                  </a:cubicBezTo>
                  <a:cubicBezTo>
                    <a:pt x="848" y="13775"/>
                    <a:pt x="1058" y="14426"/>
                    <a:pt x="1640" y="14426"/>
                  </a:cubicBezTo>
                  <a:cubicBezTo>
                    <a:pt x="2222" y="14426"/>
                    <a:pt x="1588" y="16547"/>
                    <a:pt x="1957" y="16710"/>
                  </a:cubicBezTo>
                  <a:cubicBezTo>
                    <a:pt x="2327" y="16873"/>
                    <a:pt x="4597" y="17117"/>
                    <a:pt x="4597" y="17934"/>
                  </a:cubicBezTo>
                  <a:cubicBezTo>
                    <a:pt x="4597" y="18567"/>
                    <a:pt x="4848" y="19101"/>
                    <a:pt x="4739" y="19541"/>
                  </a:cubicBezTo>
                  <a:cubicBezTo>
                    <a:pt x="5377" y="19706"/>
                    <a:pt x="5845" y="21044"/>
                    <a:pt x="6096" y="20948"/>
                  </a:cubicBezTo>
                  <a:cubicBezTo>
                    <a:pt x="6378" y="20842"/>
                    <a:pt x="8280" y="21494"/>
                    <a:pt x="8630" y="21384"/>
                  </a:cubicBezTo>
                  <a:cubicBezTo>
                    <a:pt x="8982" y="21276"/>
                    <a:pt x="10602" y="21384"/>
                    <a:pt x="11165" y="21494"/>
                  </a:cubicBezTo>
                  <a:cubicBezTo>
                    <a:pt x="11729" y="21600"/>
                    <a:pt x="12361" y="21166"/>
                    <a:pt x="12855" y="20406"/>
                  </a:cubicBezTo>
                  <a:cubicBezTo>
                    <a:pt x="13349" y="19643"/>
                    <a:pt x="15110" y="19537"/>
                    <a:pt x="15673" y="19643"/>
                  </a:cubicBezTo>
                  <a:cubicBezTo>
                    <a:pt x="16236" y="19753"/>
                    <a:pt x="17361" y="19973"/>
                    <a:pt x="17575" y="20516"/>
                  </a:cubicBezTo>
                  <a:cubicBezTo>
                    <a:pt x="17687" y="20798"/>
                    <a:pt x="18349" y="21225"/>
                    <a:pt x="19018" y="21572"/>
                  </a:cubicBezTo>
                  <a:cubicBezTo>
                    <a:pt x="19097" y="21034"/>
                    <a:pt x="18995" y="20333"/>
                    <a:pt x="19017" y="19643"/>
                  </a:cubicBezTo>
                  <a:cubicBezTo>
                    <a:pt x="19051" y="18504"/>
                    <a:pt x="19474" y="16765"/>
                    <a:pt x="20212" y="16655"/>
                  </a:cubicBezTo>
                  <a:cubicBezTo>
                    <a:pt x="20953" y="16547"/>
                    <a:pt x="21551" y="16547"/>
                    <a:pt x="21447" y="14646"/>
                  </a:cubicBezTo>
                  <a:cubicBezTo>
                    <a:pt x="21443" y="14581"/>
                    <a:pt x="21443" y="14532"/>
                    <a:pt x="21439" y="14471"/>
                  </a:cubicBezTo>
                  <a:cubicBezTo>
                    <a:pt x="21067" y="13976"/>
                    <a:pt x="20716" y="13559"/>
                    <a:pt x="20601" y="13559"/>
                  </a:cubicBezTo>
                  <a:cubicBezTo>
                    <a:pt x="20320" y="13559"/>
                    <a:pt x="19474" y="14473"/>
                    <a:pt x="19264" y="1442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48" name="Shape 2302"/>
            <p:cNvSpPr/>
            <p:nvPr/>
          </p:nvSpPr>
          <p:spPr>
            <a:xfrm>
              <a:off x="8869439" y="2807413"/>
              <a:ext cx="140478" cy="174359"/>
            </a:xfrm>
            <a:custGeom>
              <a:avLst/>
              <a:gdLst/>
              <a:ahLst/>
              <a:cxnLst>
                <a:cxn ang="0">
                  <a:pos x="wd2" y="hd2"/>
                </a:cxn>
                <a:cxn ang="5400000">
                  <a:pos x="wd2" y="hd2"/>
                </a:cxn>
                <a:cxn ang="10800000">
                  <a:pos x="wd2" y="hd2"/>
                </a:cxn>
                <a:cxn ang="16200000">
                  <a:pos x="wd2" y="hd2"/>
                </a:cxn>
              </a:cxnLst>
              <a:rect l="0" t="0" r="r" b="b"/>
              <a:pathLst>
                <a:path w="21600" h="21443" extrusionOk="0">
                  <a:moveTo>
                    <a:pt x="15616" y="5453"/>
                  </a:moveTo>
                  <a:cubicBezTo>
                    <a:pt x="14788" y="3307"/>
                    <a:pt x="12109" y="2481"/>
                    <a:pt x="10662" y="2481"/>
                  </a:cubicBezTo>
                  <a:cubicBezTo>
                    <a:pt x="9215" y="2481"/>
                    <a:pt x="6745" y="-157"/>
                    <a:pt x="5088" y="7"/>
                  </a:cubicBezTo>
                  <a:cubicBezTo>
                    <a:pt x="4193" y="97"/>
                    <a:pt x="1959" y="529"/>
                    <a:pt x="0" y="1040"/>
                  </a:cubicBezTo>
                  <a:cubicBezTo>
                    <a:pt x="1791" y="3746"/>
                    <a:pt x="3716" y="6503"/>
                    <a:pt x="4604" y="7332"/>
                  </a:cubicBezTo>
                  <a:cubicBezTo>
                    <a:pt x="6491" y="9099"/>
                    <a:pt x="10595" y="13891"/>
                    <a:pt x="9021" y="15153"/>
                  </a:cubicBezTo>
                  <a:cubicBezTo>
                    <a:pt x="7786" y="16144"/>
                    <a:pt x="8293" y="20193"/>
                    <a:pt x="10229" y="21443"/>
                  </a:cubicBezTo>
                  <a:cubicBezTo>
                    <a:pt x="11125" y="20506"/>
                    <a:pt x="14169" y="17442"/>
                    <a:pt x="14169" y="16511"/>
                  </a:cubicBezTo>
                  <a:cubicBezTo>
                    <a:pt x="14169" y="15523"/>
                    <a:pt x="14378" y="13539"/>
                    <a:pt x="16855" y="14037"/>
                  </a:cubicBezTo>
                  <a:cubicBezTo>
                    <a:pt x="19332" y="14532"/>
                    <a:pt x="21600" y="15359"/>
                    <a:pt x="21600" y="14697"/>
                  </a:cubicBezTo>
                  <a:cubicBezTo>
                    <a:pt x="21600" y="14037"/>
                    <a:pt x="20981" y="11895"/>
                    <a:pt x="19951" y="11065"/>
                  </a:cubicBezTo>
                  <a:cubicBezTo>
                    <a:pt x="18918" y="10242"/>
                    <a:pt x="16444" y="7601"/>
                    <a:pt x="15616" y="545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49" name="Shape 2303"/>
            <p:cNvSpPr/>
            <p:nvPr/>
          </p:nvSpPr>
          <p:spPr>
            <a:xfrm>
              <a:off x="8670683" y="3055857"/>
              <a:ext cx="283060" cy="155666"/>
            </a:xfrm>
            <a:custGeom>
              <a:avLst/>
              <a:gdLst/>
              <a:ahLst/>
              <a:cxnLst>
                <a:cxn ang="0">
                  <a:pos x="wd2" y="hd2"/>
                </a:cxn>
                <a:cxn ang="5400000">
                  <a:pos x="wd2" y="hd2"/>
                </a:cxn>
                <a:cxn ang="10800000">
                  <a:pos x="wd2" y="hd2"/>
                </a:cxn>
                <a:cxn ang="16200000">
                  <a:pos x="wd2" y="hd2"/>
                </a:cxn>
              </a:cxnLst>
              <a:rect l="0" t="0" r="r" b="b"/>
              <a:pathLst>
                <a:path w="21381" h="21597" extrusionOk="0">
                  <a:moveTo>
                    <a:pt x="16565" y="179"/>
                  </a:moveTo>
                  <a:cubicBezTo>
                    <a:pt x="15753" y="-3"/>
                    <a:pt x="13218" y="179"/>
                    <a:pt x="12507" y="1485"/>
                  </a:cubicBezTo>
                  <a:cubicBezTo>
                    <a:pt x="11796" y="2787"/>
                    <a:pt x="10885" y="3531"/>
                    <a:pt x="10073" y="3350"/>
                  </a:cubicBezTo>
                  <a:cubicBezTo>
                    <a:pt x="9263" y="3161"/>
                    <a:pt x="6930" y="2976"/>
                    <a:pt x="6423" y="3161"/>
                  </a:cubicBezTo>
                  <a:cubicBezTo>
                    <a:pt x="5919" y="3350"/>
                    <a:pt x="3179" y="2232"/>
                    <a:pt x="2774" y="2414"/>
                  </a:cubicBezTo>
                  <a:cubicBezTo>
                    <a:pt x="2413" y="2579"/>
                    <a:pt x="1740" y="286"/>
                    <a:pt x="818" y="0"/>
                  </a:cubicBezTo>
                  <a:cubicBezTo>
                    <a:pt x="776" y="212"/>
                    <a:pt x="696" y="414"/>
                    <a:pt x="542" y="600"/>
                  </a:cubicBezTo>
                  <a:cubicBezTo>
                    <a:pt x="-142" y="1441"/>
                    <a:pt x="-219" y="3669"/>
                    <a:pt x="542" y="4928"/>
                  </a:cubicBezTo>
                  <a:cubicBezTo>
                    <a:pt x="1300" y="6187"/>
                    <a:pt x="2292" y="8981"/>
                    <a:pt x="1606" y="8981"/>
                  </a:cubicBezTo>
                  <a:cubicBezTo>
                    <a:pt x="923" y="8981"/>
                    <a:pt x="389" y="10654"/>
                    <a:pt x="465" y="11492"/>
                  </a:cubicBezTo>
                  <a:cubicBezTo>
                    <a:pt x="542" y="12334"/>
                    <a:pt x="237" y="14148"/>
                    <a:pt x="465" y="14565"/>
                  </a:cubicBezTo>
                  <a:cubicBezTo>
                    <a:pt x="696" y="14986"/>
                    <a:pt x="2292" y="17783"/>
                    <a:pt x="2365" y="18618"/>
                  </a:cubicBezTo>
                  <a:cubicBezTo>
                    <a:pt x="2435" y="19355"/>
                    <a:pt x="3087" y="19736"/>
                    <a:pt x="3040" y="20382"/>
                  </a:cubicBezTo>
                  <a:cubicBezTo>
                    <a:pt x="4315" y="20203"/>
                    <a:pt x="7024" y="19921"/>
                    <a:pt x="7640" y="20483"/>
                  </a:cubicBezTo>
                  <a:cubicBezTo>
                    <a:pt x="8450" y="21230"/>
                    <a:pt x="11290" y="21597"/>
                    <a:pt x="11290" y="21597"/>
                  </a:cubicBezTo>
                  <a:cubicBezTo>
                    <a:pt x="12100" y="21597"/>
                    <a:pt x="12811" y="21038"/>
                    <a:pt x="12610" y="20109"/>
                  </a:cubicBezTo>
                  <a:cubicBezTo>
                    <a:pt x="12438" y="19325"/>
                    <a:pt x="13493" y="18803"/>
                    <a:pt x="14256" y="18658"/>
                  </a:cubicBezTo>
                  <a:cubicBezTo>
                    <a:pt x="14122" y="17800"/>
                    <a:pt x="14032" y="17090"/>
                    <a:pt x="14230" y="16938"/>
                  </a:cubicBezTo>
                  <a:cubicBezTo>
                    <a:pt x="14611" y="16662"/>
                    <a:pt x="16814" y="16100"/>
                    <a:pt x="17728" y="16938"/>
                  </a:cubicBezTo>
                  <a:cubicBezTo>
                    <a:pt x="18192" y="17369"/>
                    <a:pt x="18711" y="16965"/>
                    <a:pt x="19112" y="16467"/>
                  </a:cubicBezTo>
                  <a:cubicBezTo>
                    <a:pt x="18991" y="15683"/>
                    <a:pt x="18872" y="15063"/>
                    <a:pt x="18639" y="14986"/>
                  </a:cubicBezTo>
                  <a:cubicBezTo>
                    <a:pt x="18080" y="14804"/>
                    <a:pt x="17224" y="10516"/>
                    <a:pt x="17930" y="10233"/>
                  </a:cubicBezTo>
                  <a:cubicBezTo>
                    <a:pt x="18639" y="9957"/>
                    <a:pt x="19552" y="5487"/>
                    <a:pt x="20670" y="4837"/>
                  </a:cubicBezTo>
                  <a:cubicBezTo>
                    <a:pt x="21112" y="4578"/>
                    <a:pt x="21300" y="4087"/>
                    <a:pt x="21381" y="3484"/>
                  </a:cubicBezTo>
                  <a:cubicBezTo>
                    <a:pt x="20415" y="2888"/>
                    <a:pt x="19460" y="2158"/>
                    <a:pt x="19301" y="1673"/>
                  </a:cubicBezTo>
                  <a:cubicBezTo>
                    <a:pt x="18995" y="741"/>
                    <a:pt x="17373" y="367"/>
                    <a:pt x="16565" y="17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50" name="Shape 2304"/>
            <p:cNvSpPr/>
            <p:nvPr/>
          </p:nvSpPr>
          <p:spPr>
            <a:xfrm>
              <a:off x="8596151" y="3155234"/>
              <a:ext cx="122009" cy="87709"/>
            </a:xfrm>
            <a:custGeom>
              <a:avLst/>
              <a:gdLst/>
              <a:ahLst/>
              <a:cxnLst>
                <a:cxn ang="0">
                  <a:pos x="wd2" y="hd2"/>
                </a:cxn>
                <a:cxn ang="5400000">
                  <a:pos x="wd2" y="hd2"/>
                </a:cxn>
                <a:cxn ang="10800000">
                  <a:pos x="wd2" y="hd2"/>
                </a:cxn>
                <a:cxn ang="16200000">
                  <a:pos x="wd2" y="hd2"/>
                </a:cxn>
              </a:cxnLst>
              <a:rect l="0" t="0" r="r" b="b"/>
              <a:pathLst>
                <a:path w="21174" h="21600" extrusionOk="0">
                  <a:moveTo>
                    <a:pt x="4773" y="21600"/>
                  </a:moveTo>
                  <a:lnTo>
                    <a:pt x="4773" y="21600"/>
                  </a:lnTo>
                  <a:cubicBezTo>
                    <a:pt x="4844" y="21516"/>
                    <a:pt x="4945" y="21457"/>
                    <a:pt x="5067" y="21409"/>
                  </a:cubicBezTo>
                  <a:cubicBezTo>
                    <a:pt x="5093" y="21403"/>
                    <a:pt x="5110" y="21385"/>
                    <a:pt x="5135" y="21379"/>
                  </a:cubicBezTo>
                  <a:cubicBezTo>
                    <a:pt x="5261" y="21337"/>
                    <a:pt x="5413" y="21313"/>
                    <a:pt x="5573" y="21289"/>
                  </a:cubicBezTo>
                  <a:cubicBezTo>
                    <a:pt x="5598" y="21277"/>
                    <a:pt x="5619" y="21277"/>
                    <a:pt x="5640" y="21277"/>
                  </a:cubicBezTo>
                  <a:cubicBezTo>
                    <a:pt x="6322" y="21194"/>
                    <a:pt x="7232" y="21253"/>
                    <a:pt x="8166" y="21212"/>
                  </a:cubicBezTo>
                  <a:cubicBezTo>
                    <a:pt x="8225" y="21206"/>
                    <a:pt x="8293" y="21206"/>
                    <a:pt x="8356" y="21206"/>
                  </a:cubicBezTo>
                  <a:cubicBezTo>
                    <a:pt x="8562" y="21194"/>
                    <a:pt x="8769" y="21170"/>
                    <a:pt x="8979" y="21146"/>
                  </a:cubicBezTo>
                  <a:cubicBezTo>
                    <a:pt x="9059" y="21134"/>
                    <a:pt x="9139" y="21134"/>
                    <a:pt x="9227" y="21116"/>
                  </a:cubicBezTo>
                  <a:cubicBezTo>
                    <a:pt x="9497" y="21068"/>
                    <a:pt x="9762" y="21008"/>
                    <a:pt x="10019" y="20913"/>
                  </a:cubicBezTo>
                  <a:cubicBezTo>
                    <a:pt x="12107" y="20172"/>
                    <a:pt x="12634" y="16951"/>
                    <a:pt x="13682" y="17686"/>
                  </a:cubicBezTo>
                  <a:cubicBezTo>
                    <a:pt x="14735" y="18433"/>
                    <a:pt x="20322" y="14388"/>
                    <a:pt x="21021" y="12900"/>
                  </a:cubicBezTo>
                  <a:cubicBezTo>
                    <a:pt x="21110" y="12727"/>
                    <a:pt x="21152" y="12554"/>
                    <a:pt x="21169" y="12392"/>
                  </a:cubicBezTo>
                  <a:cubicBezTo>
                    <a:pt x="21278" y="11245"/>
                    <a:pt x="19779" y="10570"/>
                    <a:pt x="19619" y="9261"/>
                  </a:cubicBezTo>
                  <a:cubicBezTo>
                    <a:pt x="19451" y="7780"/>
                    <a:pt x="15783" y="2814"/>
                    <a:pt x="15257" y="2073"/>
                  </a:cubicBezTo>
                  <a:cubicBezTo>
                    <a:pt x="15147" y="1918"/>
                    <a:pt x="15105" y="1637"/>
                    <a:pt x="15080" y="1309"/>
                  </a:cubicBezTo>
                  <a:cubicBezTo>
                    <a:pt x="15080" y="1273"/>
                    <a:pt x="15072" y="1243"/>
                    <a:pt x="15072" y="1213"/>
                  </a:cubicBezTo>
                  <a:cubicBezTo>
                    <a:pt x="15055" y="860"/>
                    <a:pt x="15072" y="448"/>
                    <a:pt x="15105" y="0"/>
                  </a:cubicBezTo>
                  <a:cubicBezTo>
                    <a:pt x="9636" y="1123"/>
                    <a:pt x="1531" y="3519"/>
                    <a:pt x="1531" y="3519"/>
                  </a:cubicBezTo>
                  <a:cubicBezTo>
                    <a:pt x="1531" y="3519"/>
                    <a:pt x="1333" y="3322"/>
                    <a:pt x="1063" y="3053"/>
                  </a:cubicBezTo>
                  <a:cubicBezTo>
                    <a:pt x="234" y="6830"/>
                    <a:pt x="-322" y="12010"/>
                    <a:pt x="209" y="14657"/>
                  </a:cubicBezTo>
                  <a:cubicBezTo>
                    <a:pt x="739" y="17256"/>
                    <a:pt x="2398" y="19067"/>
                    <a:pt x="4773" y="2160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51" name="Shape 2305"/>
            <p:cNvSpPr/>
            <p:nvPr/>
          </p:nvSpPr>
          <p:spPr>
            <a:xfrm>
              <a:off x="8670683" y="2583814"/>
              <a:ext cx="808490" cy="464940"/>
            </a:xfrm>
            <a:custGeom>
              <a:avLst/>
              <a:gdLst/>
              <a:ahLst/>
              <a:cxnLst>
                <a:cxn ang="0">
                  <a:pos x="wd2" y="hd2"/>
                </a:cxn>
                <a:cxn ang="5400000">
                  <a:pos x="wd2" y="hd2"/>
                </a:cxn>
                <a:cxn ang="10800000">
                  <a:pos x="wd2" y="hd2"/>
                </a:cxn>
                <a:cxn ang="16200000">
                  <a:pos x="wd2" y="hd2"/>
                </a:cxn>
              </a:cxnLst>
              <a:rect l="0" t="0" r="r" b="b"/>
              <a:pathLst>
                <a:path w="21574" h="21346" extrusionOk="0">
                  <a:moveTo>
                    <a:pt x="19209" y="13368"/>
                  </a:moveTo>
                  <a:cubicBezTo>
                    <a:pt x="19397" y="13321"/>
                    <a:pt x="19961" y="12257"/>
                    <a:pt x="20150" y="12257"/>
                  </a:cubicBezTo>
                  <a:cubicBezTo>
                    <a:pt x="20338" y="12257"/>
                    <a:pt x="21143" y="12534"/>
                    <a:pt x="21143" y="12304"/>
                  </a:cubicBezTo>
                  <a:cubicBezTo>
                    <a:pt x="21143" y="12073"/>
                    <a:pt x="21413" y="11287"/>
                    <a:pt x="21358" y="11056"/>
                  </a:cubicBezTo>
                  <a:cubicBezTo>
                    <a:pt x="21305" y="10826"/>
                    <a:pt x="21036" y="10503"/>
                    <a:pt x="21090" y="10270"/>
                  </a:cubicBezTo>
                  <a:cubicBezTo>
                    <a:pt x="21143" y="10039"/>
                    <a:pt x="21520" y="10039"/>
                    <a:pt x="21520" y="9762"/>
                  </a:cubicBezTo>
                  <a:cubicBezTo>
                    <a:pt x="21520" y="9486"/>
                    <a:pt x="21224" y="9346"/>
                    <a:pt x="21224" y="9161"/>
                  </a:cubicBezTo>
                  <a:cubicBezTo>
                    <a:pt x="21224" y="8977"/>
                    <a:pt x="21600" y="8652"/>
                    <a:pt x="21573" y="8284"/>
                  </a:cubicBezTo>
                  <a:cubicBezTo>
                    <a:pt x="21547" y="7913"/>
                    <a:pt x="21224" y="7867"/>
                    <a:pt x="20875" y="7544"/>
                  </a:cubicBezTo>
                  <a:cubicBezTo>
                    <a:pt x="20525" y="7219"/>
                    <a:pt x="20176" y="7357"/>
                    <a:pt x="19854" y="7082"/>
                  </a:cubicBezTo>
                  <a:cubicBezTo>
                    <a:pt x="19531" y="6804"/>
                    <a:pt x="18860" y="6988"/>
                    <a:pt x="18860" y="6804"/>
                  </a:cubicBezTo>
                  <a:cubicBezTo>
                    <a:pt x="18860" y="6619"/>
                    <a:pt x="18430" y="6018"/>
                    <a:pt x="18323" y="5694"/>
                  </a:cubicBezTo>
                  <a:cubicBezTo>
                    <a:pt x="18215" y="5371"/>
                    <a:pt x="17866" y="5556"/>
                    <a:pt x="17651" y="5786"/>
                  </a:cubicBezTo>
                  <a:cubicBezTo>
                    <a:pt x="17436" y="6018"/>
                    <a:pt x="17247" y="6110"/>
                    <a:pt x="17033" y="5879"/>
                  </a:cubicBezTo>
                  <a:cubicBezTo>
                    <a:pt x="16819" y="5648"/>
                    <a:pt x="16630" y="5278"/>
                    <a:pt x="16442" y="5418"/>
                  </a:cubicBezTo>
                  <a:cubicBezTo>
                    <a:pt x="16254" y="5556"/>
                    <a:pt x="15905" y="5464"/>
                    <a:pt x="15985" y="5001"/>
                  </a:cubicBezTo>
                  <a:cubicBezTo>
                    <a:pt x="16066" y="4539"/>
                    <a:pt x="15637" y="3523"/>
                    <a:pt x="15448" y="3385"/>
                  </a:cubicBezTo>
                  <a:cubicBezTo>
                    <a:pt x="15260" y="3244"/>
                    <a:pt x="14695" y="3475"/>
                    <a:pt x="14562" y="3014"/>
                  </a:cubicBezTo>
                  <a:cubicBezTo>
                    <a:pt x="14427" y="2551"/>
                    <a:pt x="14185" y="2182"/>
                    <a:pt x="14293" y="1859"/>
                  </a:cubicBezTo>
                  <a:cubicBezTo>
                    <a:pt x="14400" y="1536"/>
                    <a:pt x="14266" y="657"/>
                    <a:pt x="14132" y="286"/>
                  </a:cubicBezTo>
                  <a:cubicBezTo>
                    <a:pt x="13997" y="-83"/>
                    <a:pt x="13326" y="-37"/>
                    <a:pt x="13138" y="102"/>
                  </a:cubicBezTo>
                  <a:cubicBezTo>
                    <a:pt x="12949" y="240"/>
                    <a:pt x="12519" y="-37"/>
                    <a:pt x="12332" y="148"/>
                  </a:cubicBezTo>
                  <a:cubicBezTo>
                    <a:pt x="12144" y="334"/>
                    <a:pt x="12036" y="657"/>
                    <a:pt x="11768" y="657"/>
                  </a:cubicBezTo>
                  <a:cubicBezTo>
                    <a:pt x="11618" y="657"/>
                    <a:pt x="11518" y="621"/>
                    <a:pt x="11436" y="418"/>
                  </a:cubicBezTo>
                  <a:cubicBezTo>
                    <a:pt x="11145" y="644"/>
                    <a:pt x="10658" y="688"/>
                    <a:pt x="10658" y="688"/>
                  </a:cubicBezTo>
                  <a:cubicBezTo>
                    <a:pt x="10658" y="688"/>
                    <a:pt x="9941" y="1674"/>
                    <a:pt x="9941" y="2043"/>
                  </a:cubicBezTo>
                  <a:cubicBezTo>
                    <a:pt x="9941" y="2412"/>
                    <a:pt x="9906" y="3030"/>
                    <a:pt x="9726" y="2722"/>
                  </a:cubicBezTo>
                  <a:cubicBezTo>
                    <a:pt x="9547" y="2413"/>
                    <a:pt x="8795" y="2412"/>
                    <a:pt x="8616" y="2598"/>
                  </a:cubicBezTo>
                  <a:cubicBezTo>
                    <a:pt x="8436" y="2783"/>
                    <a:pt x="8150" y="1859"/>
                    <a:pt x="7827" y="2167"/>
                  </a:cubicBezTo>
                  <a:cubicBezTo>
                    <a:pt x="7505" y="2476"/>
                    <a:pt x="7075" y="1735"/>
                    <a:pt x="7039" y="2043"/>
                  </a:cubicBezTo>
                  <a:cubicBezTo>
                    <a:pt x="7003" y="2353"/>
                    <a:pt x="6538" y="2106"/>
                    <a:pt x="6215" y="1859"/>
                  </a:cubicBezTo>
                  <a:cubicBezTo>
                    <a:pt x="5893" y="1613"/>
                    <a:pt x="5319" y="1982"/>
                    <a:pt x="5106" y="1550"/>
                  </a:cubicBezTo>
                  <a:cubicBezTo>
                    <a:pt x="4891" y="1119"/>
                    <a:pt x="3493" y="1119"/>
                    <a:pt x="3027" y="1119"/>
                  </a:cubicBezTo>
                  <a:cubicBezTo>
                    <a:pt x="2563" y="1119"/>
                    <a:pt x="2454" y="1550"/>
                    <a:pt x="2239" y="1920"/>
                  </a:cubicBezTo>
                  <a:cubicBezTo>
                    <a:pt x="2046" y="2256"/>
                    <a:pt x="1819" y="2186"/>
                    <a:pt x="1591" y="2169"/>
                  </a:cubicBezTo>
                  <a:cubicBezTo>
                    <a:pt x="1611" y="2480"/>
                    <a:pt x="1646" y="2757"/>
                    <a:pt x="1694" y="2876"/>
                  </a:cubicBezTo>
                  <a:cubicBezTo>
                    <a:pt x="1800" y="3152"/>
                    <a:pt x="2311" y="4492"/>
                    <a:pt x="2177" y="4910"/>
                  </a:cubicBezTo>
                  <a:cubicBezTo>
                    <a:pt x="2043" y="5325"/>
                    <a:pt x="1800" y="5325"/>
                    <a:pt x="1639" y="5648"/>
                  </a:cubicBezTo>
                  <a:cubicBezTo>
                    <a:pt x="1479" y="5972"/>
                    <a:pt x="537" y="7405"/>
                    <a:pt x="511" y="7635"/>
                  </a:cubicBezTo>
                  <a:cubicBezTo>
                    <a:pt x="484" y="7867"/>
                    <a:pt x="672" y="8883"/>
                    <a:pt x="537" y="9068"/>
                  </a:cubicBezTo>
                  <a:cubicBezTo>
                    <a:pt x="405" y="9254"/>
                    <a:pt x="0" y="10224"/>
                    <a:pt x="0" y="10593"/>
                  </a:cubicBezTo>
                  <a:cubicBezTo>
                    <a:pt x="0" y="10964"/>
                    <a:pt x="295" y="11473"/>
                    <a:pt x="537" y="11610"/>
                  </a:cubicBezTo>
                  <a:cubicBezTo>
                    <a:pt x="640" y="11670"/>
                    <a:pt x="704" y="11752"/>
                    <a:pt x="734" y="11849"/>
                  </a:cubicBezTo>
                  <a:cubicBezTo>
                    <a:pt x="923" y="11806"/>
                    <a:pt x="1094" y="11781"/>
                    <a:pt x="1202" y="11781"/>
                  </a:cubicBezTo>
                  <a:cubicBezTo>
                    <a:pt x="1380" y="11781"/>
                    <a:pt x="2169" y="12151"/>
                    <a:pt x="2419" y="12151"/>
                  </a:cubicBezTo>
                  <a:cubicBezTo>
                    <a:pt x="2669" y="12151"/>
                    <a:pt x="3027" y="12335"/>
                    <a:pt x="3135" y="12520"/>
                  </a:cubicBezTo>
                  <a:cubicBezTo>
                    <a:pt x="3244" y="12705"/>
                    <a:pt x="3493" y="12581"/>
                    <a:pt x="3672" y="12274"/>
                  </a:cubicBezTo>
                  <a:cubicBezTo>
                    <a:pt x="3851" y="11966"/>
                    <a:pt x="4066" y="12151"/>
                    <a:pt x="4281" y="12151"/>
                  </a:cubicBezTo>
                  <a:cubicBezTo>
                    <a:pt x="4496" y="12151"/>
                    <a:pt x="4856" y="11842"/>
                    <a:pt x="4963" y="11534"/>
                  </a:cubicBezTo>
                  <a:cubicBezTo>
                    <a:pt x="5071" y="11228"/>
                    <a:pt x="6145" y="10732"/>
                    <a:pt x="6430" y="10671"/>
                  </a:cubicBezTo>
                  <a:cubicBezTo>
                    <a:pt x="6718" y="10611"/>
                    <a:pt x="7146" y="11595"/>
                    <a:pt x="7397" y="11595"/>
                  </a:cubicBezTo>
                  <a:cubicBezTo>
                    <a:pt x="7649" y="11595"/>
                    <a:pt x="8114" y="11904"/>
                    <a:pt x="8257" y="12705"/>
                  </a:cubicBezTo>
                  <a:cubicBezTo>
                    <a:pt x="8401" y="13507"/>
                    <a:pt x="8830" y="14494"/>
                    <a:pt x="9010" y="14799"/>
                  </a:cubicBezTo>
                  <a:cubicBezTo>
                    <a:pt x="9188" y="15110"/>
                    <a:pt x="9296" y="15910"/>
                    <a:pt x="9296" y="16157"/>
                  </a:cubicBezTo>
                  <a:cubicBezTo>
                    <a:pt x="9296" y="16403"/>
                    <a:pt x="8902" y="16094"/>
                    <a:pt x="8472" y="15910"/>
                  </a:cubicBezTo>
                  <a:cubicBezTo>
                    <a:pt x="8044" y="15724"/>
                    <a:pt x="8006" y="16463"/>
                    <a:pt x="8006" y="16833"/>
                  </a:cubicBezTo>
                  <a:cubicBezTo>
                    <a:pt x="8006" y="17204"/>
                    <a:pt x="7397" y="18497"/>
                    <a:pt x="7290" y="18744"/>
                  </a:cubicBezTo>
                  <a:cubicBezTo>
                    <a:pt x="7183" y="18992"/>
                    <a:pt x="7505" y="19176"/>
                    <a:pt x="7756" y="19237"/>
                  </a:cubicBezTo>
                  <a:cubicBezTo>
                    <a:pt x="7864" y="19262"/>
                    <a:pt x="8293" y="18744"/>
                    <a:pt x="8436" y="18744"/>
                  </a:cubicBezTo>
                  <a:cubicBezTo>
                    <a:pt x="8495" y="18744"/>
                    <a:pt x="8673" y="18982"/>
                    <a:pt x="8863" y="19262"/>
                  </a:cubicBezTo>
                  <a:cubicBezTo>
                    <a:pt x="8822" y="18299"/>
                    <a:pt x="8938" y="18352"/>
                    <a:pt x="9439" y="17697"/>
                  </a:cubicBezTo>
                  <a:cubicBezTo>
                    <a:pt x="9958" y="17020"/>
                    <a:pt x="10012" y="15756"/>
                    <a:pt x="10478" y="15601"/>
                  </a:cubicBezTo>
                  <a:cubicBezTo>
                    <a:pt x="10944" y="15447"/>
                    <a:pt x="11140" y="15077"/>
                    <a:pt x="11821" y="15262"/>
                  </a:cubicBezTo>
                  <a:cubicBezTo>
                    <a:pt x="12502" y="15447"/>
                    <a:pt x="11482" y="16187"/>
                    <a:pt x="11946" y="16617"/>
                  </a:cubicBezTo>
                  <a:cubicBezTo>
                    <a:pt x="12412" y="17051"/>
                    <a:pt x="13845" y="16495"/>
                    <a:pt x="13917" y="17110"/>
                  </a:cubicBezTo>
                  <a:cubicBezTo>
                    <a:pt x="13988" y="17727"/>
                    <a:pt x="12269" y="18345"/>
                    <a:pt x="12304" y="18652"/>
                  </a:cubicBezTo>
                  <a:cubicBezTo>
                    <a:pt x="12340" y="18959"/>
                    <a:pt x="13219" y="19269"/>
                    <a:pt x="13523" y="19607"/>
                  </a:cubicBezTo>
                  <a:cubicBezTo>
                    <a:pt x="13828" y="19946"/>
                    <a:pt x="13433" y="20901"/>
                    <a:pt x="13577" y="21210"/>
                  </a:cubicBezTo>
                  <a:cubicBezTo>
                    <a:pt x="13721" y="21517"/>
                    <a:pt x="14185" y="21271"/>
                    <a:pt x="14562" y="20809"/>
                  </a:cubicBezTo>
                  <a:cubicBezTo>
                    <a:pt x="14938" y="20346"/>
                    <a:pt x="15242" y="20499"/>
                    <a:pt x="15726" y="19946"/>
                  </a:cubicBezTo>
                  <a:cubicBezTo>
                    <a:pt x="16210" y="19392"/>
                    <a:pt x="17212" y="19883"/>
                    <a:pt x="17338" y="19546"/>
                  </a:cubicBezTo>
                  <a:cubicBezTo>
                    <a:pt x="17463" y="19207"/>
                    <a:pt x="17051" y="18868"/>
                    <a:pt x="16120" y="18992"/>
                  </a:cubicBezTo>
                  <a:cubicBezTo>
                    <a:pt x="15188" y="19114"/>
                    <a:pt x="15135" y="17605"/>
                    <a:pt x="15135" y="17295"/>
                  </a:cubicBezTo>
                  <a:cubicBezTo>
                    <a:pt x="15135" y="16988"/>
                    <a:pt x="16102" y="15724"/>
                    <a:pt x="16657" y="15632"/>
                  </a:cubicBezTo>
                  <a:cubicBezTo>
                    <a:pt x="17212" y="15540"/>
                    <a:pt x="17660" y="15262"/>
                    <a:pt x="18196" y="14832"/>
                  </a:cubicBezTo>
                  <a:cubicBezTo>
                    <a:pt x="18414" y="14659"/>
                    <a:pt x="18794" y="14481"/>
                    <a:pt x="19182" y="14356"/>
                  </a:cubicBezTo>
                  <a:cubicBezTo>
                    <a:pt x="19124" y="13918"/>
                    <a:pt x="19049" y="13408"/>
                    <a:pt x="19209" y="1336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52" name="Shape 2306"/>
            <p:cNvSpPr/>
            <p:nvPr/>
          </p:nvSpPr>
          <p:spPr>
            <a:xfrm>
              <a:off x="8720373" y="2335370"/>
              <a:ext cx="425048" cy="302816"/>
            </a:xfrm>
            <a:custGeom>
              <a:avLst/>
              <a:gdLst/>
              <a:ahLst/>
              <a:cxnLst>
                <a:cxn ang="0">
                  <a:pos x="wd2" y="hd2"/>
                </a:cxn>
                <a:cxn ang="5400000">
                  <a:pos x="wd2" y="hd2"/>
                </a:cxn>
                <a:cxn ang="10800000">
                  <a:pos x="wd2" y="hd2"/>
                </a:cxn>
                <a:cxn ang="16200000">
                  <a:pos x="wd2" y="hd2"/>
                </a:cxn>
              </a:cxnLst>
              <a:rect l="0" t="0" r="r" b="b"/>
              <a:pathLst>
                <a:path w="21508" h="21256" extrusionOk="0">
                  <a:moveTo>
                    <a:pt x="20225" y="10552"/>
                  </a:moveTo>
                  <a:cubicBezTo>
                    <a:pt x="19817" y="10409"/>
                    <a:pt x="19562" y="9139"/>
                    <a:pt x="18899" y="8784"/>
                  </a:cubicBezTo>
                  <a:cubicBezTo>
                    <a:pt x="18239" y="8432"/>
                    <a:pt x="18390" y="7301"/>
                    <a:pt x="17831" y="6805"/>
                  </a:cubicBezTo>
                  <a:cubicBezTo>
                    <a:pt x="17271" y="6310"/>
                    <a:pt x="17626" y="5322"/>
                    <a:pt x="17576" y="4544"/>
                  </a:cubicBezTo>
                  <a:cubicBezTo>
                    <a:pt x="17524" y="3767"/>
                    <a:pt x="17678" y="2565"/>
                    <a:pt x="17372" y="2354"/>
                  </a:cubicBezTo>
                  <a:cubicBezTo>
                    <a:pt x="17065" y="2141"/>
                    <a:pt x="15792" y="1151"/>
                    <a:pt x="15233" y="1507"/>
                  </a:cubicBezTo>
                  <a:cubicBezTo>
                    <a:pt x="14671" y="1860"/>
                    <a:pt x="14263" y="2141"/>
                    <a:pt x="14009" y="1507"/>
                  </a:cubicBezTo>
                  <a:cubicBezTo>
                    <a:pt x="13754" y="870"/>
                    <a:pt x="13398" y="516"/>
                    <a:pt x="12838" y="727"/>
                  </a:cubicBezTo>
                  <a:cubicBezTo>
                    <a:pt x="12277" y="940"/>
                    <a:pt x="11921" y="586"/>
                    <a:pt x="11614" y="233"/>
                  </a:cubicBezTo>
                  <a:cubicBezTo>
                    <a:pt x="11567" y="179"/>
                    <a:pt x="11530" y="95"/>
                    <a:pt x="11499" y="0"/>
                  </a:cubicBezTo>
                  <a:cubicBezTo>
                    <a:pt x="11273" y="66"/>
                    <a:pt x="10976" y="187"/>
                    <a:pt x="10784" y="399"/>
                  </a:cubicBezTo>
                  <a:cubicBezTo>
                    <a:pt x="10444" y="775"/>
                    <a:pt x="10376" y="1529"/>
                    <a:pt x="9900" y="1529"/>
                  </a:cubicBezTo>
                  <a:cubicBezTo>
                    <a:pt x="9425" y="1529"/>
                    <a:pt x="8882" y="1248"/>
                    <a:pt x="8338" y="1812"/>
                  </a:cubicBezTo>
                  <a:cubicBezTo>
                    <a:pt x="7793" y="2377"/>
                    <a:pt x="7658" y="3038"/>
                    <a:pt x="7726" y="3508"/>
                  </a:cubicBezTo>
                  <a:cubicBezTo>
                    <a:pt x="7793" y="3978"/>
                    <a:pt x="7863" y="4733"/>
                    <a:pt x="7455" y="4733"/>
                  </a:cubicBezTo>
                  <a:cubicBezTo>
                    <a:pt x="7047" y="4733"/>
                    <a:pt x="7116" y="5395"/>
                    <a:pt x="6708" y="5583"/>
                  </a:cubicBezTo>
                  <a:cubicBezTo>
                    <a:pt x="6301" y="5770"/>
                    <a:pt x="5620" y="6620"/>
                    <a:pt x="5552" y="7088"/>
                  </a:cubicBezTo>
                  <a:cubicBezTo>
                    <a:pt x="5485" y="7562"/>
                    <a:pt x="5485" y="8597"/>
                    <a:pt x="5213" y="8597"/>
                  </a:cubicBezTo>
                  <a:cubicBezTo>
                    <a:pt x="4940" y="8597"/>
                    <a:pt x="3991" y="8786"/>
                    <a:pt x="3717" y="9256"/>
                  </a:cubicBezTo>
                  <a:cubicBezTo>
                    <a:pt x="3447" y="9728"/>
                    <a:pt x="3111" y="10198"/>
                    <a:pt x="2566" y="10011"/>
                  </a:cubicBezTo>
                  <a:cubicBezTo>
                    <a:pt x="2286" y="9912"/>
                    <a:pt x="1538" y="9866"/>
                    <a:pt x="881" y="9844"/>
                  </a:cubicBezTo>
                  <a:cubicBezTo>
                    <a:pt x="891" y="9937"/>
                    <a:pt x="891" y="10028"/>
                    <a:pt x="867" y="10126"/>
                  </a:cubicBezTo>
                  <a:cubicBezTo>
                    <a:pt x="611" y="11116"/>
                    <a:pt x="815" y="12034"/>
                    <a:pt x="1223" y="12529"/>
                  </a:cubicBezTo>
                  <a:cubicBezTo>
                    <a:pt x="1630" y="13023"/>
                    <a:pt x="1783" y="15002"/>
                    <a:pt x="1323" y="15287"/>
                  </a:cubicBezTo>
                  <a:cubicBezTo>
                    <a:pt x="867" y="15568"/>
                    <a:pt x="0" y="16416"/>
                    <a:pt x="0" y="16911"/>
                  </a:cubicBezTo>
                  <a:cubicBezTo>
                    <a:pt x="0" y="17405"/>
                    <a:pt x="917" y="17829"/>
                    <a:pt x="764" y="18534"/>
                  </a:cubicBezTo>
                  <a:cubicBezTo>
                    <a:pt x="678" y="18942"/>
                    <a:pt x="675" y="19659"/>
                    <a:pt x="724" y="20284"/>
                  </a:cubicBezTo>
                  <a:cubicBezTo>
                    <a:pt x="1156" y="20311"/>
                    <a:pt x="1584" y="20416"/>
                    <a:pt x="1952" y="19904"/>
                  </a:cubicBezTo>
                  <a:cubicBezTo>
                    <a:pt x="2362" y="19337"/>
                    <a:pt x="2566" y="18678"/>
                    <a:pt x="3447" y="18678"/>
                  </a:cubicBezTo>
                  <a:cubicBezTo>
                    <a:pt x="4330" y="18678"/>
                    <a:pt x="6979" y="18678"/>
                    <a:pt x="7386" y="19337"/>
                  </a:cubicBezTo>
                  <a:cubicBezTo>
                    <a:pt x="7793" y="19997"/>
                    <a:pt x="8882" y="19434"/>
                    <a:pt x="9493" y="19808"/>
                  </a:cubicBezTo>
                  <a:cubicBezTo>
                    <a:pt x="10105" y="20186"/>
                    <a:pt x="10988" y="20565"/>
                    <a:pt x="11054" y="20091"/>
                  </a:cubicBezTo>
                  <a:cubicBezTo>
                    <a:pt x="11123" y="19619"/>
                    <a:pt x="11939" y="20752"/>
                    <a:pt x="12549" y="20282"/>
                  </a:cubicBezTo>
                  <a:cubicBezTo>
                    <a:pt x="13161" y="19808"/>
                    <a:pt x="13703" y="21222"/>
                    <a:pt x="14045" y="20939"/>
                  </a:cubicBezTo>
                  <a:cubicBezTo>
                    <a:pt x="14384" y="20655"/>
                    <a:pt x="15810" y="20657"/>
                    <a:pt x="16149" y="21128"/>
                  </a:cubicBezTo>
                  <a:cubicBezTo>
                    <a:pt x="16490" y="21600"/>
                    <a:pt x="16557" y="20655"/>
                    <a:pt x="16557" y="20091"/>
                  </a:cubicBezTo>
                  <a:cubicBezTo>
                    <a:pt x="16557" y="19526"/>
                    <a:pt x="17917" y="18020"/>
                    <a:pt x="17917" y="18020"/>
                  </a:cubicBezTo>
                  <a:cubicBezTo>
                    <a:pt x="17917" y="18020"/>
                    <a:pt x="18840" y="17952"/>
                    <a:pt x="19393" y="17606"/>
                  </a:cubicBezTo>
                  <a:cubicBezTo>
                    <a:pt x="19270" y="17363"/>
                    <a:pt x="19165" y="16961"/>
                    <a:pt x="19053" y="16275"/>
                  </a:cubicBezTo>
                  <a:cubicBezTo>
                    <a:pt x="18798" y="14720"/>
                    <a:pt x="18390" y="13802"/>
                    <a:pt x="18695" y="13306"/>
                  </a:cubicBezTo>
                  <a:cubicBezTo>
                    <a:pt x="19002" y="12810"/>
                    <a:pt x="19868" y="13943"/>
                    <a:pt x="20326" y="13659"/>
                  </a:cubicBezTo>
                  <a:cubicBezTo>
                    <a:pt x="20785" y="13378"/>
                    <a:pt x="21600" y="12810"/>
                    <a:pt x="21499" y="12177"/>
                  </a:cubicBezTo>
                  <a:cubicBezTo>
                    <a:pt x="21396" y="11542"/>
                    <a:pt x="20633" y="10692"/>
                    <a:pt x="20225" y="1055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53" name="Shape 2307"/>
            <p:cNvSpPr/>
            <p:nvPr/>
          </p:nvSpPr>
          <p:spPr>
            <a:xfrm>
              <a:off x="8596151" y="2211148"/>
              <a:ext cx="329624" cy="157586"/>
            </a:xfrm>
            <a:custGeom>
              <a:avLst/>
              <a:gdLst/>
              <a:ahLst/>
              <a:cxnLst>
                <a:cxn ang="0">
                  <a:pos x="wd2" y="hd2"/>
                </a:cxn>
                <a:cxn ang="5400000">
                  <a:pos x="wd2" y="hd2"/>
                </a:cxn>
                <a:cxn ang="10800000">
                  <a:pos x="wd2" y="hd2"/>
                </a:cxn>
                <a:cxn ang="16200000">
                  <a:pos x="wd2" y="hd2"/>
                </a:cxn>
              </a:cxnLst>
              <a:rect l="0" t="0" r="r" b="b"/>
              <a:pathLst>
                <a:path w="21259" h="21439" extrusionOk="0">
                  <a:moveTo>
                    <a:pt x="6976" y="14950"/>
                  </a:moveTo>
                  <a:cubicBezTo>
                    <a:pt x="7771" y="14950"/>
                    <a:pt x="9623" y="15791"/>
                    <a:pt x="10681" y="14950"/>
                  </a:cubicBezTo>
                  <a:cubicBezTo>
                    <a:pt x="11739" y="14115"/>
                    <a:pt x="11739" y="16633"/>
                    <a:pt x="12402" y="16346"/>
                  </a:cubicBezTo>
                  <a:cubicBezTo>
                    <a:pt x="13063" y="16065"/>
                    <a:pt x="14387" y="18023"/>
                    <a:pt x="15181" y="19419"/>
                  </a:cubicBezTo>
                  <a:cubicBezTo>
                    <a:pt x="15604" y="20165"/>
                    <a:pt x="16106" y="20759"/>
                    <a:pt x="16663" y="21439"/>
                  </a:cubicBezTo>
                  <a:cubicBezTo>
                    <a:pt x="16790" y="20983"/>
                    <a:pt x="16961" y="20535"/>
                    <a:pt x="17233" y="20106"/>
                  </a:cubicBezTo>
                  <a:cubicBezTo>
                    <a:pt x="17926" y="19010"/>
                    <a:pt x="18618" y="19558"/>
                    <a:pt x="19225" y="19558"/>
                  </a:cubicBezTo>
                  <a:cubicBezTo>
                    <a:pt x="19832" y="19558"/>
                    <a:pt x="19916" y="18095"/>
                    <a:pt x="20350" y="17363"/>
                  </a:cubicBezTo>
                  <a:cubicBezTo>
                    <a:pt x="20592" y="16953"/>
                    <a:pt x="20971" y="16719"/>
                    <a:pt x="21259" y="16594"/>
                  </a:cubicBezTo>
                  <a:cubicBezTo>
                    <a:pt x="21027" y="15580"/>
                    <a:pt x="21015" y="13610"/>
                    <a:pt x="20630" y="12798"/>
                  </a:cubicBezTo>
                  <a:cubicBezTo>
                    <a:pt x="20175" y="11840"/>
                    <a:pt x="19527" y="10193"/>
                    <a:pt x="19721" y="9236"/>
                  </a:cubicBezTo>
                  <a:cubicBezTo>
                    <a:pt x="19916" y="8276"/>
                    <a:pt x="19916" y="6909"/>
                    <a:pt x="19394" y="5813"/>
                  </a:cubicBezTo>
                  <a:cubicBezTo>
                    <a:pt x="19168" y="5331"/>
                    <a:pt x="18993" y="4774"/>
                    <a:pt x="18901" y="4236"/>
                  </a:cubicBezTo>
                  <a:cubicBezTo>
                    <a:pt x="17845" y="3952"/>
                    <a:pt x="16424" y="3625"/>
                    <a:pt x="16106" y="3853"/>
                  </a:cubicBezTo>
                  <a:cubicBezTo>
                    <a:pt x="15587" y="4219"/>
                    <a:pt x="13510" y="747"/>
                    <a:pt x="13163" y="199"/>
                  </a:cubicBezTo>
                  <a:cubicBezTo>
                    <a:pt x="12936" y="-161"/>
                    <a:pt x="11396" y="27"/>
                    <a:pt x="10008" y="301"/>
                  </a:cubicBezTo>
                  <a:cubicBezTo>
                    <a:pt x="9210" y="2166"/>
                    <a:pt x="9786" y="3539"/>
                    <a:pt x="9742" y="6407"/>
                  </a:cubicBezTo>
                  <a:cubicBezTo>
                    <a:pt x="9702" y="9332"/>
                    <a:pt x="8185" y="8784"/>
                    <a:pt x="7364" y="8784"/>
                  </a:cubicBezTo>
                  <a:cubicBezTo>
                    <a:pt x="6538" y="8784"/>
                    <a:pt x="5198" y="3579"/>
                    <a:pt x="4768" y="2387"/>
                  </a:cubicBezTo>
                  <a:cubicBezTo>
                    <a:pt x="4331" y="1202"/>
                    <a:pt x="2947" y="3853"/>
                    <a:pt x="1953" y="5127"/>
                  </a:cubicBezTo>
                  <a:cubicBezTo>
                    <a:pt x="956" y="6407"/>
                    <a:pt x="1476" y="8873"/>
                    <a:pt x="783" y="10058"/>
                  </a:cubicBezTo>
                  <a:cubicBezTo>
                    <a:pt x="91" y="11246"/>
                    <a:pt x="-341" y="13256"/>
                    <a:pt x="351" y="15904"/>
                  </a:cubicBezTo>
                  <a:cubicBezTo>
                    <a:pt x="377" y="16013"/>
                    <a:pt x="394" y="16125"/>
                    <a:pt x="423" y="16230"/>
                  </a:cubicBezTo>
                  <a:cubicBezTo>
                    <a:pt x="1289" y="16085"/>
                    <a:pt x="2210" y="15749"/>
                    <a:pt x="2742" y="14950"/>
                  </a:cubicBezTo>
                  <a:cubicBezTo>
                    <a:pt x="3668" y="13557"/>
                    <a:pt x="6184" y="14950"/>
                    <a:pt x="6976" y="1495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54" name="Shape 2308"/>
            <p:cNvSpPr/>
            <p:nvPr/>
          </p:nvSpPr>
          <p:spPr>
            <a:xfrm>
              <a:off x="8596151" y="2310526"/>
              <a:ext cx="260188" cy="159823"/>
            </a:xfrm>
            <a:custGeom>
              <a:avLst/>
              <a:gdLst/>
              <a:ahLst/>
              <a:cxnLst>
                <a:cxn ang="0">
                  <a:pos x="wd2" y="hd2"/>
                </a:cxn>
                <a:cxn ang="5400000">
                  <a:pos x="wd2" y="hd2"/>
                </a:cxn>
                <a:cxn ang="10800000">
                  <a:pos x="wd2" y="hd2"/>
                </a:cxn>
                <a:cxn ang="16200000">
                  <a:pos x="wd2" y="hd2"/>
                </a:cxn>
              </a:cxnLst>
              <a:rect l="0" t="0" r="r" b="b"/>
              <a:pathLst>
                <a:path w="21322" h="20600" extrusionOk="0">
                  <a:moveTo>
                    <a:pt x="2768" y="10097"/>
                  </a:moveTo>
                  <a:cubicBezTo>
                    <a:pt x="3178" y="11007"/>
                    <a:pt x="4500" y="11785"/>
                    <a:pt x="4995" y="11398"/>
                  </a:cubicBezTo>
                  <a:cubicBezTo>
                    <a:pt x="5488" y="11007"/>
                    <a:pt x="7055" y="12301"/>
                    <a:pt x="7055" y="13340"/>
                  </a:cubicBezTo>
                  <a:cubicBezTo>
                    <a:pt x="7055" y="14378"/>
                    <a:pt x="6645" y="17496"/>
                    <a:pt x="7055" y="17496"/>
                  </a:cubicBezTo>
                  <a:cubicBezTo>
                    <a:pt x="7430" y="17496"/>
                    <a:pt x="9806" y="18653"/>
                    <a:pt x="9969" y="20220"/>
                  </a:cubicBezTo>
                  <a:cubicBezTo>
                    <a:pt x="11033" y="20257"/>
                    <a:pt x="12244" y="20345"/>
                    <a:pt x="12697" y="20523"/>
                  </a:cubicBezTo>
                  <a:cubicBezTo>
                    <a:pt x="13578" y="20867"/>
                    <a:pt x="14125" y="20004"/>
                    <a:pt x="14562" y="19138"/>
                  </a:cubicBezTo>
                  <a:cubicBezTo>
                    <a:pt x="15005" y="18275"/>
                    <a:pt x="16542" y="17927"/>
                    <a:pt x="16984" y="17927"/>
                  </a:cubicBezTo>
                  <a:cubicBezTo>
                    <a:pt x="17425" y="17927"/>
                    <a:pt x="17425" y="16026"/>
                    <a:pt x="17532" y="15157"/>
                  </a:cubicBezTo>
                  <a:cubicBezTo>
                    <a:pt x="17646" y="14297"/>
                    <a:pt x="18745" y="12739"/>
                    <a:pt x="19405" y="12395"/>
                  </a:cubicBezTo>
                  <a:cubicBezTo>
                    <a:pt x="20065" y="12045"/>
                    <a:pt x="19954" y="10835"/>
                    <a:pt x="20614" y="10835"/>
                  </a:cubicBezTo>
                  <a:cubicBezTo>
                    <a:pt x="21274" y="10835"/>
                    <a:pt x="21163" y="9446"/>
                    <a:pt x="21054" y="8583"/>
                  </a:cubicBezTo>
                  <a:cubicBezTo>
                    <a:pt x="20988" y="8058"/>
                    <a:pt x="21068" y="7401"/>
                    <a:pt x="21322" y="6735"/>
                  </a:cubicBezTo>
                  <a:cubicBezTo>
                    <a:pt x="20614" y="6091"/>
                    <a:pt x="19976" y="5528"/>
                    <a:pt x="19439" y="4821"/>
                  </a:cubicBezTo>
                  <a:cubicBezTo>
                    <a:pt x="18427" y="3498"/>
                    <a:pt x="16745" y="1644"/>
                    <a:pt x="15910" y="1910"/>
                  </a:cubicBezTo>
                  <a:cubicBezTo>
                    <a:pt x="15065" y="2178"/>
                    <a:pt x="15065" y="-204"/>
                    <a:pt x="13721" y="587"/>
                  </a:cubicBezTo>
                  <a:cubicBezTo>
                    <a:pt x="12377" y="1381"/>
                    <a:pt x="10021" y="587"/>
                    <a:pt x="9013" y="587"/>
                  </a:cubicBezTo>
                  <a:cubicBezTo>
                    <a:pt x="8007" y="587"/>
                    <a:pt x="4810" y="-733"/>
                    <a:pt x="3635" y="587"/>
                  </a:cubicBezTo>
                  <a:cubicBezTo>
                    <a:pt x="2959" y="1344"/>
                    <a:pt x="1788" y="1662"/>
                    <a:pt x="686" y="1797"/>
                  </a:cubicBezTo>
                  <a:cubicBezTo>
                    <a:pt x="1440" y="4214"/>
                    <a:pt x="1163" y="6660"/>
                    <a:pt x="318" y="8152"/>
                  </a:cubicBezTo>
                  <a:cubicBezTo>
                    <a:pt x="-278" y="9218"/>
                    <a:pt x="68" y="9359"/>
                    <a:pt x="509" y="9778"/>
                  </a:cubicBezTo>
                  <a:cubicBezTo>
                    <a:pt x="1412" y="9643"/>
                    <a:pt x="2438" y="9365"/>
                    <a:pt x="2768" y="1009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55" name="Shape 2309"/>
            <p:cNvSpPr/>
            <p:nvPr/>
          </p:nvSpPr>
          <p:spPr>
            <a:xfrm>
              <a:off x="7975041" y="2857102"/>
              <a:ext cx="202885" cy="107614"/>
            </a:xfrm>
            <a:custGeom>
              <a:avLst/>
              <a:gdLst/>
              <a:ahLst/>
              <a:cxnLst>
                <a:cxn ang="0">
                  <a:pos x="wd2" y="hd2"/>
                </a:cxn>
                <a:cxn ang="5400000">
                  <a:pos x="wd2" y="hd2"/>
                </a:cxn>
                <a:cxn ang="10800000">
                  <a:pos x="wd2" y="hd2"/>
                </a:cxn>
                <a:cxn ang="16200000">
                  <a:pos x="wd2" y="hd2"/>
                </a:cxn>
              </a:cxnLst>
              <a:rect l="0" t="0" r="r" b="b"/>
              <a:pathLst>
                <a:path w="21296" h="20371" extrusionOk="0">
                  <a:moveTo>
                    <a:pt x="18928" y="8609"/>
                  </a:moveTo>
                  <a:cubicBezTo>
                    <a:pt x="17978" y="9367"/>
                    <a:pt x="16498" y="7080"/>
                    <a:pt x="16498" y="6318"/>
                  </a:cubicBezTo>
                  <a:cubicBezTo>
                    <a:pt x="16498" y="5789"/>
                    <a:pt x="16302" y="3888"/>
                    <a:pt x="16501" y="2708"/>
                  </a:cubicBezTo>
                  <a:cubicBezTo>
                    <a:pt x="15714" y="1977"/>
                    <a:pt x="14588" y="995"/>
                    <a:pt x="13750" y="544"/>
                  </a:cubicBezTo>
                  <a:cubicBezTo>
                    <a:pt x="12342" y="-218"/>
                    <a:pt x="11636" y="-218"/>
                    <a:pt x="10508" y="792"/>
                  </a:cubicBezTo>
                  <a:cubicBezTo>
                    <a:pt x="9792" y="1440"/>
                    <a:pt x="7809" y="1261"/>
                    <a:pt x="6469" y="1050"/>
                  </a:cubicBezTo>
                  <a:cubicBezTo>
                    <a:pt x="6349" y="1807"/>
                    <a:pt x="6163" y="2317"/>
                    <a:pt x="5825" y="2317"/>
                  </a:cubicBezTo>
                  <a:cubicBezTo>
                    <a:pt x="4875" y="2317"/>
                    <a:pt x="3606" y="4030"/>
                    <a:pt x="3394" y="5941"/>
                  </a:cubicBezTo>
                  <a:cubicBezTo>
                    <a:pt x="3182" y="7842"/>
                    <a:pt x="963" y="9367"/>
                    <a:pt x="329" y="12798"/>
                  </a:cubicBezTo>
                  <a:cubicBezTo>
                    <a:pt x="-304" y="16229"/>
                    <a:pt x="13" y="17754"/>
                    <a:pt x="963" y="15659"/>
                  </a:cubicBezTo>
                  <a:cubicBezTo>
                    <a:pt x="1914" y="13560"/>
                    <a:pt x="3078" y="14323"/>
                    <a:pt x="3078" y="16036"/>
                  </a:cubicBezTo>
                  <a:cubicBezTo>
                    <a:pt x="3078" y="17754"/>
                    <a:pt x="4345" y="17942"/>
                    <a:pt x="3922" y="20229"/>
                  </a:cubicBezTo>
                  <a:cubicBezTo>
                    <a:pt x="3912" y="20284"/>
                    <a:pt x="3917" y="20312"/>
                    <a:pt x="3907" y="20372"/>
                  </a:cubicBezTo>
                  <a:cubicBezTo>
                    <a:pt x="5354" y="20142"/>
                    <a:pt x="7365" y="19848"/>
                    <a:pt x="7977" y="19848"/>
                  </a:cubicBezTo>
                  <a:cubicBezTo>
                    <a:pt x="8962" y="19848"/>
                    <a:pt x="9948" y="14263"/>
                    <a:pt x="10371" y="13749"/>
                  </a:cubicBezTo>
                  <a:cubicBezTo>
                    <a:pt x="10788" y="13244"/>
                    <a:pt x="11922" y="17818"/>
                    <a:pt x="13047" y="19600"/>
                  </a:cubicBezTo>
                  <a:cubicBezTo>
                    <a:pt x="14170" y="21382"/>
                    <a:pt x="14315" y="18075"/>
                    <a:pt x="14315" y="16550"/>
                  </a:cubicBezTo>
                  <a:cubicBezTo>
                    <a:pt x="14315" y="15021"/>
                    <a:pt x="15301" y="14511"/>
                    <a:pt x="16004" y="14773"/>
                  </a:cubicBezTo>
                  <a:cubicBezTo>
                    <a:pt x="16709" y="15021"/>
                    <a:pt x="18263" y="15531"/>
                    <a:pt x="18263" y="13749"/>
                  </a:cubicBezTo>
                  <a:cubicBezTo>
                    <a:pt x="18263" y="11981"/>
                    <a:pt x="19106" y="12738"/>
                    <a:pt x="19669" y="12738"/>
                  </a:cubicBezTo>
                  <a:cubicBezTo>
                    <a:pt x="20231" y="12738"/>
                    <a:pt x="20374" y="10704"/>
                    <a:pt x="20374" y="10704"/>
                  </a:cubicBezTo>
                  <a:lnTo>
                    <a:pt x="21296" y="9156"/>
                  </a:lnTo>
                  <a:cubicBezTo>
                    <a:pt x="20547" y="8472"/>
                    <a:pt x="19674" y="8008"/>
                    <a:pt x="18928" y="860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56" name="Shape 2310"/>
            <p:cNvSpPr/>
            <p:nvPr/>
          </p:nvSpPr>
          <p:spPr>
            <a:xfrm>
              <a:off x="7950197" y="2434748"/>
              <a:ext cx="403180" cy="454116"/>
            </a:xfrm>
            <a:custGeom>
              <a:avLst/>
              <a:gdLst/>
              <a:ahLst/>
              <a:cxnLst>
                <a:cxn ang="0">
                  <a:pos x="wd2" y="hd2"/>
                </a:cxn>
                <a:cxn ang="5400000">
                  <a:pos x="wd2" y="hd2"/>
                </a:cxn>
                <a:cxn ang="10800000">
                  <a:pos x="wd2" y="hd2"/>
                </a:cxn>
                <a:cxn ang="16200000">
                  <a:pos x="wd2" y="hd2"/>
                </a:cxn>
              </a:cxnLst>
              <a:rect l="0" t="0" r="r" b="b"/>
              <a:pathLst>
                <a:path w="21395" h="21272" extrusionOk="0">
                  <a:moveTo>
                    <a:pt x="2713" y="5601"/>
                  </a:moveTo>
                  <a:cubicBezTo>
                    <a:pt x="2142" y="6354"/>
                    <a:pt x="1359" y="6415"/>
                    <a:pt x="1500" y="6603"/>
                  </a:cubicBezTo>
                  <a:cubicBezTo>
                    <a:pt x="1644" y="6793"/>
                    <a:pt x="2499" y="7422"/>
                    <a:pt x="2285" y="7736"/>
                  </a:cubicBezTo>
                  <a:cubicBezTo>
                    <a:pt x="2071" y="8051"/>
                    <a:pt x="1785" y="7863"/>
                    <a:pt x="1785" y="8429"/>
                  </a:cubicBezTo>
                  <a:cubicBezTo>
                    <a:pt x="1785" y="8993"/>
                    <a:pt x="787" y="8993"/>
                    <a:pt x="432" y="8993"/>
                  </a:cubicBezTo>
                  <a:cubicBezTo>
                    <a:pt x="76" y="8993"/>
                    <a:pt x="503" y="9561"/>
                    <a:pt x="290" y="10001"/>
                  </a:cubicBezTo>
                  <a:cubicBezTo>
                    <a:pt x="76" y="10440"/>
                    <a:pt x="76" y="11319"/>
                    <a:pt x="4" y="11699"/>
                  </a:cubicBezTo>
                  <a:cubicBezTo>
                    <a:pt x="-66" y="12075"/>
                    <a:pt x="717" y="12705"/>
                    <a:pt x="645" y="13018"/>
                  </a:cubicBezTo>
                  <a:cubicBezTo>
                    <a:pt x="575" y="13334"/>
                    <a:pt x="4" y="13584"/>
                    <a:pt x="148" y="13834"/>
                  </a:cubicBezTo>
                  <a:cubicBezTo>
                    <a:pt x="281" y="14074"/>
                    <a:pt x="795" y="14436"/>
                    <a:pt x="910" y="15597"/>
                  </a:cubicBezTo>
                  <a:cubicBezTo>
                    <a:pt x="1156" y="15661"/>
                    <a:pt x="1356" y="15741"/>
                    <a:pt x="1447" y="15847"/>
                  </a:cubicBezTo>
                  <a:cubicBezTo>
                    <a:pt x="1768" y="16224"/>
                    <a:pt x="2302" y="16507"/>
                    <a:pt x="2996" y="16507"/>
                  </a:cubicBezTo>
                  <a:cubicBezTo>
                    <a:pt x="3690" y="16507"/>
                    <a:pt x="3958" y="16932"/>
                    <a:pt x="4279" y="16885"/>
                  </a:cubicBezTo>
                  <a:cubicBezTo>
                    <a:pt x="4599" y="16837"/>
                    <a:pt x="5454" y="17075"/>
                    <a:pt x="4759" y="17593"/>
                  </a:cubicBezTo>
                  <a:cubicBezTo>
                    <a:pt x="4065" y="18112"/>
                    <a:pt x="3958" y="18724"/>
                    <a:pt x="3797" y="19337"/>
                  </a:cubicBezTo>
                  <a:cubicBezTo>
                    <a:pt x="3694" y="19734"/>
                    <a:pt x="3699" y="20285"/>
                    <a:pt x="3589" y="20626"/>
                  </a:cubicBezTo>
                  <a:cubicBezTo>
                    <a:pt x="4266" y="20679"/>
                    <a:pt x="5269" y="20724"/>
                    <a:pt x="5632" y="20564"/>
                  </a:cubicBezTo>
                  <a:cubicBezTo>
                    <a:pt x="6201" y="20314"/>
                    <a:pt x="6558" y="20314"/>
                    <a:pt x="7271" y="20501"/>
                  </a:cubicBezTo>
                  <a:cubicBezTo>
                    <a:pt x="7693" y="20614"/>
                    <a:pt x="8265" y="20857"/>
                    <a:pt x="8661" y="21037"/>
                  </a:cubicBezTo>
                  <a:cubicBezTo>
                    <a:pt x="8704" y="20910"/>
                    <a:pt x="8781" y="20815"/>
                    <a:pt x="8927" y="20799"/>
                  </a:cubicBezTo>
                  <a:cubicBezTo>
                    <a:pt x="9407" y="20752"/>
                    <a:pt x="9994" y="21600"/>
                    <a:pt x="10315" y="21128"/>
                  </a:cubicBezTo>
                  <a:cubicBezTo>
                    <a:pt x="10636" y="20658"/>
                    <a:pt x="11383" y="20752"/>
                    <a:pt x="11758" y="20941"/>
                  </a:cubicBezTo>
                  <a:cubicBezTo>
                    <a:pt x="12133" y="21128"/>
                    <a:pt x="12720" y="21224"/>
                    <a:pt x="13147" y="20845"/>
                  </a:cubicBezTo>
                  <a:cubicBezTo>
                    <a:pt x="13575" y="20468"/>
                    <a:pt x="15230" y="20281"/>
                    <a:pt x="15605" y="20421"/>
                  </a:cubicBezTo>
                  <a:cubicBezTo>
                    <a:pt x="15980" y="20564"/>
                    <a:pt x="16940" y="20941"/>
                    <a:pt x="16567" y="19809"/>
                  </a:cubicBezTo>
                  <a:cubicBezTo>
                    <a:pt x="16192" y="18677"/>
                    <a:pt x="17366" y="18912"/>
                    <a:pt x="17527" y="18488"/>
                  </a:cubicBezTo>
                  <a:cubicBezTo>
                    <a:pt x="17687" y="18063"/>
                    <a:pt x="19077" y="17876"/>
                    <a:pt x="18862" y="17545"/>
                  </a:cubicBezTo>
                  <a:cubicBezTo>
                    <a:pt x="18650" y="17214"/>
                    <a:pt x="16886" y="16224"/>
                    <a:pt x="16353" y="15895"/>
                  </a:cubicBezTo>
                  <a:cubicBezTo>
                    <a:pt x="15819" y="15564"/>
                    <a:pt x="15819" y="14527"/>
                    <a:pt x="15551" y="14103"/>
                  </a:cubicBezTo>
                  <a:cubicBezTo>
                    <a:pt x="15284" y="13679"/>
                    <a:pt x="14696" y="13114"/>
                    <a:pt x="15390" y="12971"/>
                  </a:cubicBezTo>
                  <a:cubicBezTo>
                    <a:pt x="16085" y="12830"/>
                    <a:pt x="17315" y="12593"/>
                    <a:pt x="17902" y="12122"/>
                  </a:cubicBezTo>
                  <a:cubicBezTo>
                    <a:pt x="18488" y="11650"/>
                    <a:pt x="19558" y="11603"/>
                    <a:pt x="19878" y="11319"/>
                  </a:cubicBezTo>
                  <a:cubicBezTo>
                    <a:pt x="20199" y="11038"/>
                    <a:pt x="20947" y="11557"/>
                    <a:pt x="21161" y="11273"/>
                  </a:cubicBezTo>
                  <a:cubicBezTo>
                    <a:pt x="21374" y="10990"/>
                    <a:pt x="21534" y="10424"/>
                    <a:pt x="21215" y="10094"/>
                  </a:cubicBezTo>
                  <a:cubicBezTo>
                    <a:pt x="20893" y="9764"/>
                    <a:pt x="20679" y="9199"/>
                    <a:pt x="20626" y="8397"/>
                  </a:cubicBezTo>
                  <a:cubicBezTo>
                    <a:pt x="20574" y="7595"/>
                    <a:pt x="20306" y="7643"/>
                    <a:pt x="20306" y="7266"/>
                  </a:cubicBezTo>
                  <a:cubicBezTo>
                    <a:pt x="20306" y="6887"/>
                    <a:pt x="20146" y="6415"/>
                    <a:pt x="19771" y="6227"/>
                  </a:cubicBezTo>
                  <a:cubicBezTo>
                    <a:pt x="19399" y="6039"/>
                    <a:pt x="19237" y="5897"/>
                    <a:pt x="19612" y="5379"/>
                  </a:cubicBezTo>
                  <a:cubicBezTo>
                    <a:pt x="19986" y="4860"/>
                    <a:pt x="19824" y="3540"/>
                    <a:pt x="19665" y="3163"/>
                  </a:cubicBezTo>
                  <a:cubicBezTo>
                    <a:pt x="19632" y="3088"/>
                    <a:pt x="19636" y="2999"/>
                    <a:pt x="19654" y="2905"/>
                  </a:cubicBezTo>
                  <a:cubicBezTo>
                    <a:pt x="19558" y="2864"/>
                    <a:pt x="19482" y="2781"/>
                    <a:pt x="19451" y="2642"/>
                  </a:cubicBezTo>
                  <a:cubicBezTo>
                    <a:pt x="19343" y="2140"/>
                    <a:pt x="18954" y="1951"/>
                    <a:pt x="18027" y="1951"/>
                  </a:cubicBezTo>
                  <a:cubicBezTo>
                    <a:pt x="17100" y="1951"/>
                    <a:pt x="18596" y="1133"/>
                    <a:pt x="18241" y="725"/>
                  </a:cubicBezTo>
                  <a:cubicBezTo>
                    <a:pt x="17885" y="317"/>
                    <a:pt x="16957" y="1480"/>
                    <a:pt x="16105" y="1227"/>
                  </a:cubicBezTo>
                  <a:cubicBezTo>
                    <a:pt x="15248" y="977"/>
                    <a:pt x="14145" y="2109"/>
                    <a:pt x="13397" y="2612"/>
                  </a:cubicBezTo>
                  <a:cubicBezTo>
                    <a:pt x="12649" y="3115"/>
                    <a:pt x="11582" y="2517"/>
                    <a:pt x="12151" y="1793"/>
                  </a:cubicBezTo>
                  <a:cubicBezTo>
                    <a:pt x="12720" y="1072"/>
                    <a:pt x="12151" y="1133"/>
                    <a:pt x="11296" y="1417"/>
                  </a:cubicBezTo>
                  <a:cubicBezTo>
                    <a:pt x="10441" y="1699"/>
                    <a:pt x="9407" y="1355"/>
                    <a:pt x="9514" y="663"/>
                  </a:cubicBezTo>
                  <a:cubicBezTo>
                    <a:pt x="9540" y="489"/>
                    <a:pt x="9478" y="325"/>
                    <a:pt x="9375" y="174"/>
                  </a:cubicBezTo>
                  <a:cubicBezTo>
                    <a:pt x="8956" y="224"/>
                    <a:pt x="8636" y="235"/>
                    <a:pt x="8481" y="191"/>
                  </a:cubicBezTo>
                  <a:cubicBezTo>
                    <a:pt x="8100" y="78"/>
                    <a:pt x="7231" y="18"/>
                    <a:pt x="6283" y="0"/>
                  </a:cubicBezTo>
                  <a:cubicBezTo>
                    <a:pt x="6568" y="367"/>
                    <a:pt x="6873" y="725"/>
                    <a:pt x="6702" y="1008"/>
                  </a:cubicBezTo>
                  <a:cubicBezTo>
                    <a:pt x="6381" y="1543"/>
                    <a:pt x="6880" y="2047"/>
                    <a:pt x="7343" y="2831"/>
                  </a:cubicBezTo>
                  <a:cubicBezTo>
                    <a:pt x="7805" y="3619"/>
                    <a:pt x="6345" y="3178"/>
                    <a:pt x="6309" y="3681"/>
                  </a:cubicBezTo>
                  <a:cubicBezTo>
                    <a:pt x="6273" y="4185"/>
                    <a:pt x="4956" y="3649"/>
                    <a:pt x="4528" y="3461"/>
                  </a:cubicBezTo>
                  <a:cubicBezTo>
                    <a:pt x="4102" y="3272"/>
                    <a:pt x="2677" y="3397"/>
                    <a:pt x="2713" y="3714"/>
                  </a:cubicBezTo>
                  <a:cubicBezTo>
                    <a:pt x="2726" y="3838"/>
                    <a:pt x="2704" y="4011"/>
                    <a:pt x="2642" y="4157"/>
                  </a:cubicBezTo>
                  <a:cubicBezTo>
                    <a:pt x="2832" y="4764"/>
                    <a:pt x="2917" y="5326"/>
                    <a:pt x="2713" y="560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57" name="Shape 2311"/>
            <p:cNvSpPr/>
            <p:nvPr/>
          </p:nvSpPr>
          <p:spPr>
            <a:xfrm>
              <a:off x="8620995" y="1316751"/>
              <a:ext cx="475105" cy="753143"/>
            </a:xfrm>
            <a:custGeom>
              <a:avLst/>
              <a:gdLst/>
              <a:ahLst/>
              <a:cxnLst>
                <a:cxn ang="0">
                  <a:pos x="wd2" y="hd2"/>
                </a:cxn>
                <a:cxn ang="5400000">
                  <a:pos x="wd2" y="hd2"/>
                </a:cxn>
                <a:cxn ang="10800000">
                  <a:pos x="wd2" y="hd2"/>
                </a:cxn>
                <a:cxn ang="16200000">
                  <a:pos x="wd2" y="hd2"/>
                </a:cxn>
              </a:cxnLst>
              <a:rect l="0" t="0" r="r" b="b"/>
              <a:pathLst>
                <a:path w="21473" h="21395" extrusionOk="0">
                  <a:moveTo>
                    <a:pt x="18322" y="17960"/>
                  </a:moveTo>
                  <a:cubicBezTo>
                    <a:pt x="18808" y="17274"/>
                    <a:pt x="20990" y="16744"/>
                    <a:pt x="21358" y="16130"/>
                  </a:cubicBezTo>
                  <a:cubicBezTo>
                    <a:pt x="21540" y="15824"/>
                    <a:pt x="21600" y="15672"/>
                    <a:pt x="20812" y="15100"/>
                  </a:cubicBezTo>
                  <a:cubicBezTo>
                    <a:pt x="20023" y="14528"/>
                    <a:pt x="18264" y="14147"/>
                    <a:pt x="18203" y="13842"/>
                  </a:cubicBezTo>
                  <a:cubicBezTo>
                    <a:pt x="18141" y="13536"/>
                    <a:pt x="19537" y="13498"/>
                    <a:pt x="19475" y="13117"/>
                  </a:cubicBezTo>
                  <a:cubicBezTo>
                    <a:pt x="19415" y="12736"/>
                    <a:pt x="18689" y="12737"/>
                    <a:pt x="18384" y="12431"/>
                  </a:cubicBezTo>
                  <a:cubicBezTo>
                    <a:pt x="18080" y="12126"/>
                    <a:pt x="18749" y="11934"/>
                    <a:pt x="18688" y="11783"/>
                  </a:cubicBezTo>
                  <a:cubicBezTo>
                    <a:pt x="18626" y="11631"/>
                    <a:pt x="17716" y="11554"/>
                    <a:pt x="17656" y="11363"/>
                  </a:cubicBezTo>
                  <a:cubicBezTo>
                    <a:pt x="17595" y="11173"/>
                    <a:pt x="18264" y="11211"/>
                    <a:pt x="18141" y="10982"/>
                  </a:cubicBezTo>
                  <a:cubicBezTo>
                    <a:pt x="18020" y="10754"/>
                    <a:pt x="17413" y="10333"/>
                    <a:pt x="17839" y="9990"/>
                  </a:cubicBezTo>
                  <a:cubicBezTo>
                    <a:pt x="18264" y="9647"/>
                    <a:pt x="19174" y="9991"/>
                    <a:pt x="18506" y="9228"/>
                  </a:cubicBezTo>
                  <a:cubicBezTo>
                    <a:pt x="17839" y="8466"/>
                    <a:pt x="16807" y="7512"/>
                    <a:pt x="16565" y="7283"/>
                  </a:cubicBezTo>
                  <a:cubicBezTo>
                    <a:pt x="16321" y="7054"/>
                    <a:pt x="16807" y="6672"/>
                    <a:pt x="17172" y="6521"/>
                  </a:cubicBezTo>
                  <a:cubicBezTo>
                    <a:pt x="17536" y="6368"/>
                    <a:pt x="18446" y="5796"/>
                    <a:pt x="18446" y="5567"/>
                  </a:cubicBezTo>
                  <a:cubicBezTo>
                    <a:pt x="18446" y="5339"/>
                    <a:pt x="17293" y="4728"/>
                    <a:pt x="16990" y="4614"/>
                  </a:cubicBezTo>
                  <a:cubicBezTo>
                    <a:pt x="16685" y="4499"/>
                    <a:pt x="16019" y="4538"/>
                    <a:pt x="15716" y="4156"/>
                  </a:cubicBezTo>
                  <a:cubicBezTo>
                    <a:pt x="15411" y="3775"/>
                    <a:pt x="15108" y="3661"/>
                    <a:pt x="15411" y="3432"/>
                  </a:cubicBezTo>
                  <a:cubicBezTo>
                    <a:pt x="15716" y="3203"/>
                    <a:pt x="15716" y="2975"/>
                    <a:pt x="15716" y="2745"/>
                  </a:cubicBezTo>
                  <a:cubicBezTo>
                    <a:pt x="15716" y="2517"/>
                    <a:pt x="16383" y="2707"/>
                    <a:pt x="16501" y="2364"/>
                  </a:cubicBezTo>
                  <a:cubicBezTo>
                    <a:pt x="16558" y="2208"/>
                    <a:pt x="16733" y="2036"/>
                    <a:pt x="16957" y="1895"/>
                  </a:cubicBezTo>
                  <a:cubicBezTo>
                    <a:pt x="16959" y="1634"/>
                    <a:pt x="17003" y="1354"/>
                    <a:pt x="16957" y="1176"/>
                  </a:cubicBezTo>
                  <a:cubicBezTo>
                    <a:pt x="16858" y="808"/>
                    <a:pt x="15202" y="686"/>
                    <a:pt x="14812" y="257"/>
                  </a:cubicBezTo>
                  <a:cubicBezTo>
                    <a:pt x="14422" y="-171"/>
                    <a:pt x="13447" y="12"/>
                    <a:pt x="13154" y="257"/>
                  </a:cubicBezTo>
                  <a:cubicBezTo>
                    <a:pt x="12864" y="502"/>
                    <a:pt x="11108" y="196"/>
                    <a:pt x="11108" y="564"/>
                  </a:cubicBezTo>
                  <a:cubicBezTo>
                    <a:pt x="11108" y="931"/>
                    <a:pt x="9843" y="993"/>
                    <a:pt x="9843" y="1421"/>
                  </a:cubicBezTo>
                  <a:cubicBezTo>
                    <a:pt x="9843" y="1850"/>
                    <a:pt x="10426" y="2585"/>
                    <a:pt x="9451" y="2524"/>
                  </a:cubicBezTo>
                  <a:cubicBezTo>
                    <a:pt x="8476" y="2463"/>
                    <a:pt x="9158" y="2769"/>
                    <a:pt x="8574" y="3259"/>
                  </a:cubicBezTo>
                  <a:cubicBezTo>
                    <a:pt x="7987" y="3750"/>
                    <a:pt x="7987" y="2952"/>
                    <a:pt x="7404" y="3075"/>
                  </a:cubicBezTo>
                  <a:cubicBezTo>
                    <a:pt x="6821" y="3197"/>
                    <a:pt x="6139" y="2707"/>
                    <a:pt x="5845" y="3014"/>
                  </a:cubicBezTo>
                  <a:cubicBezTo>
                    <a:pt x="5553" y="3320"/>
                    <a:pt x="4578" y="3075"/>
                    <a:pt x="3603" y="2952"/>
                  </a:cubicBezTo>
                  <a:cubicBezTo>
                    <a:pt x="2627" y="2830"/>
                    <a:pt x="2143" y="1973"/>
                    <a:pt x="1360" y="1911"/>
                  </a:cubicBezTo>
                  <a:cubicBezTo>
                    <a:pt x="843" y="1871"/>
                    <a:pt x="291" y="2130"/>
                    <a:pt x="0" y="2540"/>
                  </a:cubicBezTo>
                  <a:cubicBezTo>
                    <a:pt x="757" y="2847"/>
                    <a:pt x="1251" y="3283"/>
                    <a:pt x="2238" y="3565"/>
                  </a:cubicBezTo>
                  <a:cubicBezTo>
                    <a:pt x="3311" y="3872"/>
                    <a:pt x="5259" y="4239"/>
                    <a:pt x="5165" y="4668"/>
                  </a:cubicBezTo>
                  <a:cubicBezTo>
                    <a:pt x="5065" y="5096"/>
                    <a:pt x="4772" y="5709"/>
                    <a:pt x="5259" y="5894"/>
                  </a:cubicBezTo>
                  <a:cubicBezTo>
                    <a:pt x="5748" y="6077"/>
                    <a:pt x="5165" y="6873"/>
                    <a:pt x="5748" y="7058"/>
                  </a:cubicBezTo>
                  <a:cubicBezTo>
                    <a:pt x="6332" y="7241"/>
                    <a:pt x="6139" y="8160"/>
                    <a:pt x="5649" y="8160"/>
                  </a:cubicBezTo>
                  <a:cubicBezTo>
                    <a:pt x="5165" y="8160"/>
                    <a:pt x="5748" y="8650"/>
                    <a:pt x="6041" y="8833"/>
                  </a:cubicBezTo>
                  <a:cubicBezTo>
                    <a:pt x="6174" y="8917"/>
                    <a:pt x="6281" y="9166"/>
                    <a:pt x="6329" y="9468"/>
                  </a:cubicBezTo>
                  <a:cubicBezTo>
                    <a:pt x="6928" y="9560"/>
                    <a:pt x="7460" y="9750"/>
                    <a:pt x="7981" y="9895"/>
                  </a:cubicBezTo>
                  <a:cubicBezTo>
                    <a:pt x="8800" y="10124"/>
                    <a:pt x="8677" y="10486"/>
                    <a:pt x="8707" y="10887"/>
                  </a:cubicBezTo>
                  <a:cubicBezTo>
                    <a:pt x="8737" y="11287"/>
                    <a:pt x="8768" y="11515"/>
                    <a:pt x="8345" y="11344"/>
                  </a:cubicBezTo>
                  <a:cubicBezTo>
                    <a:pt x="7919" y="11173"/>
                    <a:pt x="7464" y="11344"/>
                    <a:pt x="7222" y="11916"/>
                  </a:cubicBezTo>
                  <a:cubicBezTo>
                    <a:pt x="6978" y="12488"/>
                    <a:pt x="5826" y="13175"/>
                    <a:pt x="5128" y="13213"/>
                  </a:cubicBezTo>
                  <a:cubicBezTo>
                    <a:pt x="4429" y="13250"/>
                    <a:pt x="4492" y="13708"/>
                    <a:pt x="3915" y="13804"/>
                  </a:cubicBezTo>
                  <a:cubicBezTo>
                    <a:pt x="3339" y="13899"/>
                    <a:pt x="2794" y="14109"/>
                    <a:pt x="2823" y="14509"/>
                  </a:cubicBezTo>
                  <a:cubicBezTo>
                    <a:pt x="2852" y="14909"/>
                    <a:pt x="1974" y="14947"/>
                    <a:pt x="1397" y="14947"/>
                  </a:cubicBezTo>
                  <a:cubicBezTo>
                    <a:pt x="821" y="14947"/>
                    <a:pt x="943" y="15596"/>
                    <a:pt x="487" y="15767"/>
                  </a:cubicBezTo>
                  <a:cubicBezTo>
                    <a:pt x="33" y="15939"/>
                    <a:pt x="123" y="16167"/>
                    <a:pt x="547" y="16511"/>
                  </a:cubicBezTo>
                  <a:cubicBezTo>
                    <a:pt x="972" y="16854"/>
                    <a:pt x="609" y="17159"/>
                    <a:pt x="759" y="17407"/>
                  </a:cubicBezTo>
                  <a:cubicBezTo>
                    <a:pt x="912" y="17654"/>
                    <a:pt x="1579" y="18226"/>
                    <a:pt x="1125" y="18855"/>
                  </a:cubicBezTo>
                  <a:cubicBezTo>
                    <a:pt x="669" y="19485"/>
                    <a:pt x="183" y="20267"/>
                    <a:pt x="577" y="20191"/>
                  </a:cubicBezTo>
                  <a:cubicBezTo>
                    <a:pt x="972" y="20115"/>
                    <a:pt x="1882" y="20706"/>
                    <a:pt x="2488" y="20667"/>
                  </a:cubicBezTo>
                  <a:cubicBezTo>
                    <a:pt x="3097" y="20630"/>
                    <a:pt x="3157" y="21200"/>
                    <a:pt x="3733" y="21086"/>
                  </a:cubicBezTo>
                  <a:cubicBezTo>
                    <a:pt x="4308" y="20972"/>
                    <a:pt x="4308" y="21429"/>
                    <a:pt x="5978" y="21392"/>
                  </a:cubicBezTo>
                  <a:cubicBezTo>
                    <a:pt x="7646" y="21355"/>
                    <a:pt x="11013" y="20477"/>
                    <a:pt x="12347" y="20477"/>
                  </a:cubicBezTo>
                  <a:cubicBezTo>
                    <a:pt x="13105" y="20477"/>
                    <a:pt x="13711" y="20420"/>
                    <a:pt x="14187" y="20346"/>
                  </a:cubicBezTo>
                  <a:cubicBezTo>
                    <a:pt x="14475" y="20075"/>
                    <a:pt x="14821" y="19780"/>
                    <a:pt x="15169" y="19562"/>
                  </a:cubicBezTo>
                  <a:cubicBezTo>
                    <a:pt x="16019" y="19027"/>
                    <a:pt x="17839" y="18647"/>
                    <a:pt x="18322" y="1796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58" name="Shape 2312"/>
            <p:cNvSpPr/>
            <p:nvPr/>
          </p:nvSpPr>
          <p:spPr>
            <a:xfrm>
              <a:off x="9217260" y="3701810"/>
              <a:ext cx="955684" cy="766424"/>
            </a:xfrm>
            <a:custGeom>
              <a:avLst/>
              <a:gdLst/>
              <a:ahLst/>
              <a:cxnLst>
                <a:cxn ang="0">
                  <a:pos x="wd2" y="hd2"/>
                </a:cxn>
                <a:cxn ang="5400000">
                  <a:pos x="wd2" y="hd2"/>
                </a:cxn>
                <a:cxn ang="10800000">
                  <a:pos x="wd2" y="hd2"/>
                </a:cxn>
                <a:cxn ang="16200000">
                  <a:pos x="wd2" y="hd2"/>
                </a:cxn>
              </a:cxnLst>
              <a:rect l="0" t="0" r="r" b="b"/>
              <a:pathLst>
                <a:path w="21565" h="21572" extrusionOk="0">
                  <a:moveTo>
                    <a:pt x="12893" y="4512"/>
                  </a:moveTo>
                  <a:cubicBezTo>
                    <a:pt x="12893" y="4512"/>
                    <a:pt x="11316" y="4261"/>
                    <a:pt x="11073" y="4261"/>
                  </a:cubicBezTo>
                  <a:cubicBezTo>
                    <a:pt x="10830" y="4261"/>
                    <a:pt x="10224" y="4160"/>
                    <a:pt x="9860" y="3756"/>
                  </a:cubicBezTo>
                  <a:cubicBezTo>
                    <a:pt x="9495" y="3352"/>
                    <a:pt x="7717" y="1687"/>
                    <a:pt x="7393" y="1485"/>
                  </a:cubicBezTo>
                  <a:cubicBezTo>
                    <a:pt x="7069" y="1284"/>
                    <a:pt x="5735" y="73"/>
                    <a:pt x="5370" y="23"/>
                  </a:cubicBezTo>
                  <a:cubicBezTo>
                    <a:pt x="5006" y="-28"/>
                    <a:pt x="4966" y="23"/>
                    <a:pt x="4521" y="23"/>
                  </a:cubicBezTo>
                  <a:cubicBezTo>
                    <a:pt x="4077" y="23"/>
                    <a:pt x="4278" y="376"/>
                    <a:pt x="3470" y="426"/>
                  </a:cubicBezTo>
                  <a:cubicBezTo>
                    <a:pt x="2661" y="477"/>
                    <a:pt x="2216" y="1133"/>
                    <a:pt x="2458" y="1234"/>
                  </a:cubicBezTo>
                  <a:cubicBezTo>
                    <a:pt x="2701" y="1334"/>
                    <a:pt x="3470" y="2191"/>
                    <a:pt x="3227" y="2343"/>
                  </a:cubicBezTo>
                  <a:cubicBezTo>
                    <a:pt x="2984" y="2494"/>
                    <a:pt x="2944" y="2948"/>
                    <a:pt x="2620" y="2948"/>
                  </a:cubicBezTo>
                  <a:cubicBezTo>
                    <a:pt x="2297" y="2948"/>
                    <a:pt x="1973" y="2999"/>
                    <a:pt x="1973" y="3302"/>
                  </a:cubicBezTo>
                  <a:cubicBezTo>
                    <a:pt x="1973" y="3604"/>
                    <a:pt x="1529" y="4108"/>
                    <a:pt x="1164" y="4059"/>
                  </a:cubicBezTo>
                  <a:cubicBezTo>
                    <a:pt x="957" y="4029"/>
                    <a:pt x="500" y="3739"/>
                    <a:pt x="146" y="3495"/>
                  </a:cubicBezTo>
                  <a:lnTo>
                    <a:pt x="41" y="3861"/>
                  </a:lnTo>
                  <a:lnTo>
                    <a:pt x="0" y="4206"/>
                  </a:lnTo>
                  <a:cubicBezTo>
                    <a:pt x="71" y="4474"/>
                    <a:pt x="-35" y="5575"/>
                    <a:pt x="172" y="5662"/>
                  </a:cubicBezTo>
                  <a:cubicBezTo>
                    <a:pt x="400" y="5756"/>
                    <a:pt x="521" y="6266"/>
                    <a:pt x="1004" y="6928"/>
                  </a:cubicBezTo>
                  <a:cubicBezTo>
                    <a:pt x="1489" y="7588"/>
                    <a:pt x="2474" y="9364"/>
                    <a:pt x="2489" y="9798"/>
                  </a:cubicBezTo>
                  <a:cubicBezTo>
                    <a:pt x="2504" y="10233"/>
                    <a:pt x="2671" y="10705"/>
                    <a:pt x="3276" y="11215"/>
                  </a:cubicBezTo>
                  <a:cubicBezTo>
                    <a:pt x="3882" y="11726"/>
                    <a:pt x="3882" y="12348"/>
                    <a:pt x="4200" y="12651"/>
                  </a:cubicBezTo>
                  <a:cubicBezTo>
                    <a:pt x="4518" y="12953"/>
                    <a:pt x="4443" y="13312"/>
                    <a:pt x="4459" y="14068"/>
                  </a:cubicBezTo>
                  <a:cubicBezTo>
                    <a:pt x="4473" y="14823"/>
                    <a:pt x="4747" y="15805"/>
                    <a:pt x="5291" y="16222"/>
                  </a:cubicBezTo>
                  <a:cubicBezTo>
                    <a:pt x="5836" y="16637"/>
                    <a:pt x="6215" y="17089"/>
                    <a:pt x="6472" y="17902"/>
                  </a:cubicBezTo>
                  <a:cubicBezTo>
                    <a:pt x="6730" y="18715"/>
                    <a:pt x="7064" y="19413"/>
                    <a:pt x="7410" y="19849"/>
                  </a:cubicBezTo>
                  <a:cubicBezTo>
                    <a:pt x="7759" y="20282"/>
                    <a:pt x="7563" y="20509"/>
                    <a:pt x="7759" y="20830"/>
                  </a:cubicBezTo>
                  <a:cubicBezTo>
                    <a:pt x="7860" y="20995"/>
                    <a:pt x="8000" y="21277"/>
                    <a:pt x="8096" y="21572"/>
                  </a:cubicBezTo>
                  <a:cubicBezTo>
                    <a:pt x="8367" y="21412"/>
                    <a:pt x="8554" y="21287"/>
                    <a:pt x="8570" y="21250"/>
                  </a:cubicBezTo>
                  <a:cubicBezTo>
                    <a:pt x="8627" y="21104"/>
                    <a:pt x="8452" y="20701"/>
                    <a:pt x="8540" y="20555"/>
                  </a:cubicBezTo>
                  <a:cubicBezTo>
                    <a:pt x="8627" y="20410"/>
                    <a:pt x="8803" y="20153"/>
                    <a:pt x="8979" y="20081"/>
                  </a:cubicBezTo>
                  <a:cubicBezTo>
                    <a:pt x="9154" y="20008"/>
                    <a:pt x="9359" y="20300"/>
                    <a:pt x="9740" y="20227"/>
                  </a:cubicBezTo>
                  <a:cubicBezTo>
                    <a:pt x="10120" y="20155"/>
                    <a:pt x="10911" y="20264"/>
                    <a:pt x="10999" y="20373"/>
                  </a:cubicBezTo>
                  <a:cubicBezTo>
                    <a:pt x="11086" y="20483"/>
                    <a:pt x="12169" y="20410"/>
                    <a:pt x="12433" y="20667"/>
                  </a:cubicBezTo>
                  <a:cubicBezTo>
                    <a:pt x="12696" y="20921"/>
                    <a:pt x="12960" y="20848"/>
                    <a:pt x="13135" y="20337"/>
                  </a:cubicBezTo>
                  <a:cubicBezTo>
                    <a:pt x="13311" y="19826"/>
                    <a:pt x="14539" y="18731"/>
                    <a:pt x="14715" y="18620"/>
                  </a:cubicBezTo>
                  <a:cubicBezTo>
                    <a:pt x="14891" y="18511"/>
                    <a:pt x="16209" y="18620"/>
                    <a:pt x="16736" y="18474"/>
                  </a:cubicBezTo>
                  <a:cubicBezTo>
                    <a:pt x="17262" y="18329"/>
                    <a:pt x="20716" y="16941"/>
                    <a:pt x="20862" y="16796"/>
                  </a:cubicBezTo>
                  <a:cubicBezTo>
                    <a:pt x="21009" y="16650"/>
                    <a:pt x="21565" y="14387"/>
                    <a:pt x="21565" y="14130"/>
                  </a:cubicBezTo>
                  <a:cubicBezTo>
                    <a:pt x="21565" y="13875"/>
                    <a:pt x="21302" y="13181"/>
                    <a:pt x="21038" y="13218"/>
                  </a:cubicBezTo>
                  <a:cubicBezTo>
                    <a:pt x="20774" y="13254"/>
                    <a:pt x="18608" y="12962"/>
                    <a:pt x="18462" y="12853"/>
                  </a:cubicBezTo>
                  <a:cubicBezTo>
                    <a:pt x="18344" y="12765"/>
                    <a:pt x="17769" y="12225"/>
                    <a:pt x="17689" y="11481"/>
                  </a:cubicBezTo>
                  <a:cubicBezTo>
                    <a:pt x="17519" y="11318"/>
                    <a:pt x="17323" y="10968"/>
                    <a:pt x="17265" y="10664"/>
                  </a:cubicBezTo>
                  <a:cubicBezTo>
                    <a:pt x="17015" y="10704"/>
                    <a:pt x="16625" y="10632"/>
                    <a:pt x="16409" y="9929"/>
                  </a:cubicBezTo>
                  <a:cubicBezTo>
                    <a:pt x="16208" y="9757"/>
                    <a:pt x="15676" y="8814"/>
                    <a:pt x="15861" y="8551"/>
                  </a:cubicBezTo>
                  <a:cubicBezTo>
                    <a:pt x="16089" y="8231"/>
                    <a:pt x="15740" y="7551"/>
                    <a:pt x="15407" y="7173"/>
                  </a:cubicBezTo>
                  <a:cubicBezTo>
                    <a:pt x="15074" y="6795"/>
                    <a:pt x="14392" y="6096"/>
                    <a:pt x="14362" y="5662"/>
                  </a:cubicBezTo>
                  <a:cubicBezTo>
                    <a:pt x="14354" y="5542"/>
                    <a:pt x="14302" y="5345"/>
                    <a:pt x="14234" y="5119"/>
                  </a:cubicBezTo>
                  <a:lnTo>
                    <a:pt x="13419" y="5067"/>
                  </a:lnTo>
                  <a:cubicBezTo>
                    <a:pt x="13419" y="5067"/>
                    <a:pt x="12893" y="4512"/>
                    <a:pt x="12893" y="451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59" name="Shape 2313"/>
            <p:cNvSpPr/>
            <p:nvPr/>
          </p:nvSpPr>
          <p:spPr>
            <a:xfrm>
              <a:off x="10012280" y="4049631"/>
              <a:ext cx="362810" cy="406803"/>
            </a:xfrm>
            <a:custGeom>
              <a:avLst/>
              <a:gdLst/>
              <a:ahLst/>
              <a:cxnLst>
                <a:cxn ang="0">
                  <a:pos x="wd2" y="hd2"/>
                </a:cxn>
                <a:cxn ang="5400000">
                  <a:pos x="wd2" y="hd2"/>
                </a:cxn>
                <a:cxn ang="10800000">
                  <a:pos x="wd2" y="hd2"/>
                </a:cxn>
                <a:cxn ang="16200000">
                  <a:pos x="wd2" y="hd2"/>
                </a:cxn>
              </a:cxnLst>
              <a:rect l="0" t="0" r="r" b="b"/>
              <a:pathLst>
                <a:path w="21422" h="21600" extrusionOk="0">
                  <a:moveTo>
                    <a:pt x="10721" y="478"/>
                  </a:moveTo>
                  <a:lnTo>
                    <a:pt x="10721" y="2305"/>
                  </a:lnTo>
                  <a:lnTo>
                    <a:pt x="9028" y="4232"/>
                  </a:lnTo>
                  <a:lnTo>
                    <a:pt x="8124" y="6262"/>
                  </a:lnTo>
                  <a:cubicBezTo>
                    <a:pt x="8382" y="6276"/>
                    <a:pt x="8578" y="6279"/>
                    <a:pt x="8673" y="6269"/>
                  </a:cubicBezTo>
                  <a:cubicBezTo>
                    <a:pt x="9363" y="6199"/>
                    <a:pt x="10052" y="7507"/>
                    <a:pt x="10052" y="7990"/>
                  </a:cubicBezTo>
                  <a:cubicBezTo>
                    <a:pt x="10052" y="8473"/>
                    <a:pt x="8597" y="12743"/>
                    <a:pt x="8213" y="13018"/>
                  </a:cubicBezTo>
                  <a:cubicBezTo>
                    <a:pt x="7936" y="13217"/>
                    <a:pt x="3159" y="14632"/>
                    <a:pt x="0" y="15510"/>
                  </a:cubicBezTo>
                  <a:cubicBezTo>
                    <a:pt x="686" y="16788"/>
                    <a:pt x="2053" y="19330"/>
                    <a:pt x="3285" y="21600"/>
                  </a:cubicBezTo>
                  <a:cubicBezTo>
                    <a:pt x="3495" y="21524"/>
                    <a:pt x="3719" y="21434"/>
                    <a:pt x="3964" y="21305"/>
                  </a:cubicBezTo>
                  <a:cubicBezTo>
                    <a:pt x="5469" y="20522"/>
                    <a:pt x="7174" y="20915"/>
                    <a:pt x="8323" y="20629"/>
                  </a:cubicBezTo>
                  <a:cubicBezTo>
                    <a:pt x="9473" y="20345"/>
                    <a:pt x="8363" y="19489"/>
                    <a:pt x="9356" y="18739"/>
                  </a:cubicBezTo>
                  <a:cubicBezTo>
                    <a:pt x="10346" y="17992"/>
                    <a:pt x="11771" y="18561"/>
                    <a:pt x="12286" y="18311"/>
                  </a:cubicBezTo>
                  <a:cubicBezTo>
                    <a:pt x="12803" y="18062"/>
                    <a:pt x="13159" y="16425"/>
                    <a:pt x="14030" y="16104"/>
                  </a:cubicBezTo>
                  <a:cubicBezTo>
                    <a:pt x="14901" y="15782"/>
                    <a:pt x="15853" y="15997"/>
                    <a:pt x="15732" y="15320"/>
                  </a:cubicBezTo>
                  <a:cubicBezTo>
                    <a:pt x="15615" y="14642"/>
                    <a:pt x="15814" y="12219"/>
                    <a:pt x="16646" y="12076"/>
                  </a:cubicBezTo>
                  <a:cubicBezTo>
                    <a:pt x="17479" y="11936"/>
                    <a:pt x="18786" y="11148"/>
                    <a:pt x="18825" y="10721"/>
                  </a:cubicBezTo>
                  <a:cubicBezTo>
                    <a:pt x="18865" y="10293"/>
                    <a:pt x="20530" y="8692"/>
                    <a:pt x="21044" y="7909"/>
                  </a:cubicBezTo>
                  <a:cubicBezTo>
                    <a:pt x="21557" y="7123"/>
                    <a:pt x="21600" y="6696"/>
                    <a:pt x="20846" y="6589"/>
                  </a:cubicBezTo>
                  <a:cubicBezTo>
                    <a:pt x="20093" y="6481"/>
                    <a:pt x="18905" y="4593"/>
                    <a:pt x="18590" y="4058"/>
                  </a:cubicBezTo>
                  <a:cubicBezTo>
                    <a:pt x="18272" y="3522"/>
                    <a:pt x="15973" y="3879"/>
                    <a:pt x="14111" y="2562"/>
                  </a:cubicBezTo>
                  <a:cubicBezTo>
                    <a:pt x="13353" y="2026"/>
                    <a:pt x="12935" y="1014"/>
                    <a:pt x="12667" y="0"/>
                  </a:cubicBezTo>
                  <a:lnTo>
                    <a:pt x="11735" y="478"/>
                  </a:lnTo>
                  <a:cubicBezTo>
                    <a:pt x="11735" y="478"/>
                    <a:pt x="10721" y="478"/>
                    <a:pt x="10721" y="47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60" name="Shape 2314"/>
            <p:cNvSpPr/>
            <p:nvPr/>
          </p:nvSpPr>
          <p:spPr>
            <a:xfrm>
              <a:off x="9962591" y="4024787"/>
              <a:ext cx="46749" cy="71861"/>
            </a:xfrm>
            <a:custGeom>
              <a:avLst/>
              <a:gdLst/>
              <a:ahLst/>
              <a:cxnLst>
                <a:cxn ang="0">
                  <a:pos x="wd2" y="hd2"/>
                </a:cxn>
                <a:cxn ang="5400000">
                  <a:pos x="wd2" y="hd2"/>
                </a:cxn>
                <a:cxn ang="10800000">
                  <a:pos x="wd2" y="hd2"/>
                </a:cxn>
                <a:cxn ang="16200000">
                  <a:pos x="wd2" y="hd2"/>
                </a:cxn>
              </a:cxnLst>
              <a:rect l="0" t="0" r="r" b="b"/>
              <a:pathLst>
                <a:path w="19064" h="19942" extrusionOk="0">
                  <a:moveTo>
                    <a:pt x="15475" y="19855"/>
                  </a:moveTo>
                  <a:cubicBezTo>
                    <a:pt x="15020" y="18535"/>
                    <a:pt x="15050" y="17283"/>
                    <a:pt x="15851" y="16353"/>
                  </a:cubicBezTo>
                  <a:cubicBezTo>
                    <a:pt x="19403" y="12260"/>
                    <a:pt x="21600" y="1635"/>
                    <a:pt x="13655" y="140"/>
                  </a:cubicBezTo>
                  <a:cubicBezTo>
                    <a:pt x="5719" y="-1348"/>
                    <a:pt x="1346" y="9459"/>
                    <a:pt x="1346" y="12435"/>
                  </a:cubicBezTo>
                  <a:cubicBezTo>
                    <a:pt x="1346" y="12987"/>
                    <a:pt x="831" y="12973"/>
                    <a:pt x="0" y="12610"/>
                  </a:cubicBezTo>
                  <a:cubicBezTo>
                    <a:pt x="3918" y="19538"/>
                    <a:pt x="10963" y="20252"/>
                    <a:pt x="15475" y="1985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61" name="Shape 2315"/>
            <p:cNvSpPr/>
            <p:nvPr/>
          </p:nvSpPr>
          <p:spPr>
            <a:xfrm>
              <a:off x="10012280" y="3999943"/>
              <a:ext cx="216030" cy="174429"/>
            </a:xfrm>
            <a:custGeom>
              <a:avLst/>
              <a:gdLst/>
              <a:ahLst/>
              <a:cxnLst>
                <a:cxn ang="0">
                  <a:pos x="wd2" y="hd2"/>
                </a:cxn>
                <a:cxn ang="5400000">
                  <a:pos x="wd2" y="hd2"/>
                </a:cxn>
                <a:cxn ang="10800000">
                  <a:pos x="wd2" y="hd2"/>
                </a:cxn>
                <a:cxn ang="16200000">
                  <a:pos x="wd2" y="hd2"/>
                </a:cxn>
              </a:cxnLst>
              <a:rect l="0" t="0" r="r" b="b"/>
              <a:pathLst>
                <a:path w="21600" h="21520" extrusionOk="0">
                  <a:moveTo>
                    <a:pt x="3420" y="19934"/>
                  </a:moveTo>
                  <a:cubicBezTo>
                    <a:pt x="3983" y="20347"/>
                    <a:pt x="11186" y="21352"/>
                    <a:pt x="13908" y="21520"/>
                  </a:cubicBezTo>
                  <a:lnTo>
                    <a:pt x="15438" y="16802"/>
                  </a:lnTo>
                  <a:lnTo>
                    <a:pt x="18306" y="12318"/>
                  </a:lnTo>
                  <a:lnTo>
                    <a:pt x="18306" y="8077"/>
                  </a:lnTo>
                  <a:lnTo>
                    <a:pt x="20026" y="8077"/>
                  </a:lnTo>
                  <a:lnTo>
                    <a:pt x="21600" y="6966"/>
                  </a:lnTo>
                  <a:cubicBezTo>
                    <a:pt x="20935" y="3518"/>
                    <a:pt x="20833" y="52"/>
                    <a:pt x="20356" y="1"/>
                  </a:cubicBezTo>
                  <a:cubicBezTo>
                    <a:pt x="19550" y="-80"/>
                    <a:pt x="16261" y="4305"/>
                    <a:pt x="14919" y="7535"/>
                  </a:cubicBezTo>
                  <a:cubicBezTo>
                    <a:pt x="13575" y="10762"/>
                    <a:pt x="9687" y="13246"/>
                    <a:pt x="6329" y="12504"/>
                  </a:cubicBezTo>
                  <a:cubicBezTo>
                    <a:pt x="2972" y="11756"/>
                    <a:pt x="1834" y="13498"/>
                    <a:pt x="958" y="14243"/>
                  </a:cubicBezTo>
                  <a:cubicBezTo>
                    <a:pt x="735" y="14435"/>
                    <a:pt x="381" y="14279"/>
                    <a:pt x="0" y="13917"/>
                  </a:cubicBezTo>
                  <a:cubicBezTo>
                    <a:pt x="352" y="17177"/>
                    <a:pt x="2896" y="19544"/>
                    <a:pt x="3420" y="19934"/>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62" name="Shape 2316"/>
            <p:cNvSpPr/>
            <p:nvPr/>
          </p:nvSpPr>
          <p:spPr>
            <a:xfrm>
              <a:off x="12148895" y="4919185"/>
              <a:ext cx="877167" cy="267278"/>
            </a:xfrm>
            <a:custGeom>
              <a:avLst/>
              <a:gdLst/>
              <a:ahLst/>
              <a:cxnLst>
                <a:cxn ang="0">
                  <a:pos x="wd2" y="hd2"/>
                </a:cxn>
                <a:cxn ang="5400000">
                  <a:pos x="wd2" y="hd2"/>
                </a:cxn>
                <a:cxn ang="10800000">
                  <a:pos x="wd2" y="hd2"/>
                </a:cxn>
                <a:cxn ang="16200000">
                  <a:pos x="wd2" y="hd2"/>
                </a:cxn>
              </a:cxnLst>
              <a:rect l="0" t="0" r="r" b="b"/>
              <a:pathLst>
                <a:path w="21487" h="21084" extrusionOk="0">
                  <a:moveTo>
                    <a:pt x="20712" y="3602"/>
                  </a:moveTo>
                  <a:cubicBezTo>
                    <a:pt x="20417" y="3811"/>
                    <a:pt x="19726" y="3705"/>
                    <a:pt x="19726" y="2754"/>
                  </a:cubicBezTo>
                  <a:cubicBezTo>
                    <a:pt x="19726" y="1799"/>
                    <a:pt x="19101" y="0"/>
                    <a:pt x="18707" y="0"/>
                  </a:cubicBezTo>
                  <a:cubicBezTo>
                    <a:pt x="18312" y="0"/>
                    <a:pt x="17851" y="2540"/>
                    <a:pt x="17819" y="3602"/>
                  </a:cubicBezTo>
                  <a:cubicBezTo>
                    <a:pt x="17786" y="4660"/>
                    <a:pt x="17161" y="4555"/>
                    <a:pt x="17227" y="6034"/>
                  </a:cubicBezTo>
                  <a:cubicBezTo>
                    <a:pt x="17253" y="6620"/>
                    <a:pt x="17136" y="6871"/>
                    <a:pt x="16985" y="7022"/>
                  </a:cubicBezTo>
                  <a:cubicBezTo>
                    <a:pt x="17086" y="8300"/>
                    <a:pt x="17142" y="9225"/>
                    <a:pt x="16996" y="9106"/>
                  </a:cubicBezTo>
                  <a:cubicBezTo>
                    <a:pt x="16734" y="8894"/>
                    <a:pt x="16668" y="9954"/>
                    <a:pt x="16273" y="9954"/>
                  </a:cubicBezTo>
                  <a:cubicBezTo>
                    <a:pt x="16138" y="9954"/>
                    <a:pt x="15911" y="8857"/>
                    <a:pt x="15670" y="7426"/>
                  </a:cubicBezTo>
                  <a:cubicBezTo>
                    <a:pt x="15663" y="7422"/>
                    <a:pt x="15655" y="7412"/>
                    <a:pt x="15648" y="7412"/>
                  </a:cubicBezTo>
                  <a:cubicBezTo>
                    <a:pt x="15386" y="7412"/>
                    <a:pt x="14794" y="10377"/>
                    <a:pt x="14662" y="12389"/>
                  </a:cubicBezTo>
                  <a:cubicBezTo>
                    <a:pt x="14531" y="14402"/>
                    <a:pt x="13939" y="13767"/>
                    <a:pt x="13051" y="13977"/>
                  </a:cubicBezTo>
                  <a:cubicBezTo>
                    <a:pt x="12163" y="14188"/>
                    <a:pt x="12525" y="17152"/>
                    <a:pt x="12327" y="18532"/>
                  </a:cubicBezTo>
                  <a:cubicBezTo>
                    <a:pt x="12147" y="19789"/>
                    <a:pt x="11172" y="17516"/>
                    <a:pt x="10679" y="17192"/>
                  </a:cubicBezTo>
                  <a:cubicBezTo>
                    <a:pt x="10761" y="18327"/>
                    <a:pt x="10878" y="19485"/>
                    <a:pt x="11011" y="19485"/>
                  </a:cubicBezTo>
                  <a:cubicBezTo>
                    <a:pt x="11275" y="19485"/>
                    <a:pt x="11670" y="21600"/>
                    <a:pt x="11933" y="20965"/>
                  </a:cubicBezTo>
                  <a:cubicBezTo>
                    <a:pt x="12195" y="20331"/>
                    <a:pt x="12984" y="20965"/>
                    <a:pt x="13379" y="20542"/>
                  </a:cubicBezTo>
                  <a:cubicBezTo>
                    <a:pt x="13774" y="20121"/>
                    <a:pt x="13840" y="19060"/>
                    <a:pt x="14498" y="19060"/>
                  </a:cubicBezTo>
                  <a:cubicBezTo>
                    <a:pt x="15155" y="19060"/>
                    <a:pt x="14892" y="20756"/>
                    <a:pt x="15550" y="19696"/>
                  </a:cubicBezTo>
                  <a:cubicBezTo>
                    <a:pt x="16208" y="18635"/>
                    <a:pt x="16603" y="19485"/>
                    <a:pt x="16536" y="17577"/>
                  </a:cubicBezTo>
                  <a:cubicBezTo>
                    <a:pt x="16470" y="15673"/>
                    <a:pt x="16931" y="15673"/>
                    <a:pt x="16865" y="14188"/>
                  </a:cubicBezTo>
                  <a:cubicBezTo>
                    <a:pt x="16799" y="12704"/>
                    <a:pt x="17589" y="13767"/>
                    <a:pt x="17522" y="11011"/>
                  </a:cubicBezTo>
                  <a:cubicBezTo>
                    <a:pt x="17457" y="8258"/>
                    <a:pt x="18707" y="8683"/>
                    <a:pt x="19232" y="8683"/>
                  </a:cubicBezTo>
                  <a:cubicBezTo>
                    <a:pt x="19354" y="8683"/>
                    <a:pt x="19543" y="8915"/>
                    <a:pt x="19759" y="9261"/>
                  </a:cubicBezTo>
                  <a:cubicBezTo>
                    <a:pt x="20148" y="8643"/>
                    <a:pt x="20706" y="7828"/>
                    <a:pt x="20449" y="7095"/>
                  </a:cubicBezTo>
                  <a:cubicBezTo>
                    <a:pt x="20154" y="6249"/>
                    <a:pt x="21337" y="6988"/>
                    <a:pt x="21468" y="5719"/>
                  </a:cubicBezTo>
                  <a:cubicBezTo>
                    <a:pt x="21600" y="4446"/>
                    <a:pt x="21008" y="3388"/>
                    <a:pt x="20712" y="3602"/>
                  </a:cubicBezTo>
                  <a:close/>
                  <a:moveTo>
                    <a:pt x="3894" y="7675"/>
                  </a:moveTo>
                  <a:cubicBezTo>
                    <a:pt x="3910" y="5294"/>
                    <a:pt x="3203" y="5560"/>
                    <a:pt x="3038" y="3920"/>
                  </a:cubicBezTo>
                  <a:cubicBezTo>
                    <a:pt x="2874" y="2278"/>
                    <a:pt x="2595" y="3229"/>
                    <a:pt x="2496" y="2170"/>
                  </a:cubicBezTo>
                  <a:cubicBezTo>
                    <a:pt x="2481" y="2013"/>
                    <a:pt x="2450" y="1839"/>
                    <a:pt x="2410" y="1659"/>
                  </a:cubicBezTo>
                  <a:cubicBezTo>
                    <a:pt x="2038" y="2046"/>
                    <a:pt x="2173" y="3037"/>
                    <a:pt x="2068" y="3102"/>
                  </a:cubicBezTo>
                  <a:cubicBezTo>
                    <a:pt x="1931" y="3194"/>
                    <a:pt x="1192" y="3458"/>
                    <a:pt x="1192" y="2754"/>
                  </a:cubicBezTo>
                  <a:cubicBezTo>
                    <a:pt x="1192" y="2048"/>
                    <a:pt x="1083" y="903"/>
                    <a:pt x="646" y="639"/>
                  </a:cubicBezTo>
                  <a:cubicBezTo>
                    <a:pt x="422" y="503"/>
                    <a:pt x="200" y="465"/>
                    <a:pt x="0" y="501"/>
                  </a:cubicBezTo>
                  <a:cubicBezTo>
                    <a:pt x="264" y="2385"/>
                    <a:pt x="297" y="4381"/>
                    <a:pt x="309" y="5983"/>
                  </a:cubicBezTo>
                  <a:cubicBezTo>
                    <a:pt x="326" y="8100"/>
                    <a:pt x="1295" y="11489"/>
                    <a:pt x="1444" y="12865"/>
                  </a:cubicBezTo>
                  <a:cubicBezTo>
                    <a:pt x="1592" y="14241"/>
                    <a:pt x="1872" y="14666"/>
                    <a:pt x="2512" y="16149"/>
                  </a:cubicBezTo>
                  <a:cubicBezTo>
                    <a:pt x="3154" y="17631"/>
                    <a:pt x="4403" y="20013"/>
                    <a:pt x="4649" y="19644"/>
                  </a:cubicBezTo>
                  <a:cubicBezTo>
                    <a:pt x="4896" y="19271"/>
                    <a:pt x="4272" y="15778"/>
                    <a:pt x="3910" y="14561"/>
                  </a:cubicBezTo>
                  <a:cubicBezTo>
                    <a:pt x="3548" y="13342"/>
                    <a:pt x="3877" y="10057"/>
                    <a:pt x="3894" y="767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63" name="Shape 2317"/>
            <p:cNvSpPr/>
            <p:nvPr/>
          </p:nvSpPr>
          <p:spPr>
            <a:xfrm>
              <a:off x="12794849" y="5018562"/>
              <a:ext cx="57760" cy="37146"/>
            </a:xfrm>
            <a:custGeom>
              <a:avLst/>
              <a:gdLst/>
              <a:ahLst/>
              <a:cxnLst>
                <a:cxn ang="0">
                  <a:pos x="wd2" y="hd2"/>
                </a:cxn>
                <a:cxn ang="5400000">
                  <a:pos x="wd2" y="hd2"/>
                </a:cxn>
                <a:cxn ang="10800000">
                  <a:pos x="wd2" y="hd2"/>
                </a:cxn>
                <a:cxn ang="16200000">
                  <a:pos x="wd2" y="hd2"/>
                </a:cxn>
              </a:cxnLst>
              <a:rect l="0" t="0" r="r" b="b"/>
              <a:pathLst>
                <a:path w="20760" h="21600" extrusionOk="0">
                  <a:moveTo>
                    <a:pt x="8842" y="21600"/>
                  </a:moveTo>
                  <a:cubicBezTo>
                    <a:pt x="14633" y="21600"/>
                    <a:pt x="15600" y="13798"/>
                    <a:pt x="19455" y="15364"/>
                  </a:cubicBezTo>
                  <a:cubicBezTo>
                    <a:pt x="21600" y="16225"/>
                    <a:pt x="20780" y="9424"/>
                    <a:pt x="19289" y="0"/>
                  </a:cubicBezTo>
                  <a:cubicBezTo>
                    <a:pt x="15862" y="1749"/>
                    <a:pt x="11258" y="1721"/>
                    <a:pt x="11258" y="5982"/>
                  </a:cubicBezTo>
                  <a:cubicBezTo>
                    <a:pt x="11258" y="12853"/>
                    <a:pt x="3950" y="3442"/>
                    <a:pt x="0" y="2977"/>
                  </a:cubicBezTo>
                  <a:cubicBezTo>
                    <a:pt x="3532" y="13530"/>
                    <a:pt x="6863" y="21600"/>
                    <a:pt x="8842" y="2160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64" name="Shape 2318"/>
            <p:cNvSpPr/>
            <p:nvPr/>
          </p:nvSpPr>
          <p:spPr>
            <a:xfrm>
              <a:off x="9416015" y="3428522"/>
              <a:ext cx="444263" cy="431851"/>
            </a:xfrm>
            <a:custGeom>
              <a:avLst/>
              <a:gdLst/>
              <a:ahLst/>
              <a:cxnLst>
                <a:cxn ang="0">
                  <a:pos x="wd2" y="hd2"/>
                </a:cxn>
                <a:cxn ang="5400000">
                  <a:pos x="wd2" y="hd2"/>
                </a:cxn>
                <a:cxn ang="10800000">
                  <a:pos x="wd2" y="hd2"/>
                </a:cxn>
                <a:cxn ang="16200000">
                  <a:pos x="wd2" y="hd2"/>
                </a:cxn>
              </a:cxnLst>
              <a:rect l="0" t="0" r="r" b="b"/>
              <a:pathLst>
                <a:path w="21600" h="21482" extrusionOk="0">
                  <a:moveTo>
                    <a:pt x="18168" y="19492"/>
                  </a:moveTo>
                  <a:cubicBezTo>
                    <a:pt x="18448" y="19188"/>
                    <a:pt x="18498" y="18765"/>
                    <a:pt x="19176" y="18663"/>
                  </a:cubicBezTo>
                  <a:cubicBezTo>
                    <a:pt x="19711" y="18582"/>
                    <a:pt x="20046" y="18941"/>
                    <a:pt x="20635" y="19503"/>
                  </a:cubicBezTo>
                  <a:cubicBezTo>
                    <a:pt x="20860" y="19277"/>
                    <a:pt x="21238" y="19081"/>
                    <a:pt x="21600" y="18973"/>
                  </a:cubicBezTo>
                  <a:cubicBezTo>
                    <a:pt x="21010" y="18348"/>
                    <a:pt x="20304" y="17627"/>
                    <a:pt x="20356" y="17196"/>
                  </a:cubicBezTo>
                  <a:cubicBezTo>
                    <a:pt x="20440" y="16483"/>
                    <a:pt x="19657" y="16127"/>
                    <a:pt x="19570" y="15682"/>
                  </a:cubicBezTo>
                  <a:cubicBezTo>
                    <a:pt x="19483" y="15235"/>
                    <a:pt x="20092" y="14522"/>
                    <a:pt x="19744" y="14166"/>
                  </a:cubicBezTo>
                  <a:cubicBezTo>
                    <a:pt x="19395" y="13808"/>
                    <a:pt x="19308" y="12917"/>
                    <a:pt x="18702" y="12828"/>
                  </a:cubicBezTo>
                  <a:cubicBezTo>
                    <a:pt x="18088" y="12738"/>
                    <a:pt x="16170" y="11758"/>
                    <a:pt x="16258" y="11134"/>
                  </a:cubicBezTo>
                  <a:cubicBezTo>
                    <a:pt x="16345" y="10510"/>
                    <a:pt x="15563" y="10065"/>
                    <a:pt x="15214" y="9886"/>
                  </a:cubicBezTo>
                  <a:cubicBezTo>
                    <a:pt x="14866" y="9707"/>
                    <a:pt x="14516" y="8102"/>
                    <a:pt x="14953" y="7836"/>
                  </a:cubicBezTo>
                  <a:cubicBezTo>
                    <a:pt x="15387" y="7568"/>
                    <a:pt x="15301" y="6052"/>
                    <a:pt x="15823" y="6052"/>
                  </a:cubicBezTo>
                  <a:cubicBezTo>
                    <a:pt x="16345" y="6052"/>
                    <a:pt x="15910" y="5249"/>
                    <a:pt x="16085" y="4714"/>
                  </a:cubicBezTo>
                  <a:cubicBezTo>
                    <a:pt x="16258" y="4180"/>
                    <a:pt x="15651" y="3912"/>
                    <a:pt x="15214" y="3912"/>
                  </a:cubicBezTo>
                  <a:cubicBezTo>
                    <a:pt x="14778" y="3912"/>
                    <a:pt x="13993" y="3199"/>
                    <a:pt x="13993" y="2573"/>
                  </a:cubicBezTo>
                  <a:cubicBezTo>
                    <a:pt x="13993" y="1951"/>
                    <a:pt x="13121" y="1059"/>
                    <a:pt x="13209" y="791"/>
                  </a:cubicBezTo>
                  <a:cubicBezTo>
                    <a:pt x="13058" y="1969"/>
                    <a:pt x="11400" y="149"/>
                    <a:pt x="10878" y="415"/>
                  </a:cubicBezTo>
                  <a:cubicBezTo>
                    <a:pt x="10357" y="683"/>
                    <a:pt x="9965" y="-118"/>
                    <a:pt x="8921" y="15"/>
                  </a:cubicBezTo>
                  <a:cubicBezTo>
                    <a:pt x="8254" y="100"/>
                    <a:pt x="8276" y="459"/>
                    <a:pt x="7938" y="779"/>
                  </a:cubicBezTo>
                  <a:lnTo>
                    <a:pt x="7979" y="791"/>
                  </a:lnTo>
                  <a:lnTo>
                    <a:pt x="6672" y="1772"/>
                  </a:lnTo>
                  <a:cubicBezTo>
                    <a:pt x="6672" y="1772"/>
                    <a:pt x="5541" y="2126"/>
                    <a:pt x="5280" y="2841"/>
                  </a:cubicBezTo>
                  <a:cubicBezTo>
                    <a:pt x="5018" y="3555"/>
                    <a:pt x="5803" y="4269"/>
                    <a:pt x="5452" y="4714"/>
                  </a:cubicBezTo>
                  <a:cubicBezTo>
                    <a:pt x="5103" y="5159"/>
                    <a:pt x="5192" y="6140"/>
                    <a:pt x="5280" y="6496"/>
                  </a:cubicBezTo>
                  <a:cubicBezTo>
                    <a:pt x="5365" y="6854"/>
                    <a:pt x="4756" y="7836"/>
                    <a:pt x="4756" y="7836"/>
                  </a:cubicBezTo>
                  <a:cubicBezTo>
                    <a:pt x="4756" y="7836"/>
                    <a:pt x="2161" y="9261"/>
                    <a:pt x="0" y="10394"/>
                  </a:cubicBezTo>
                  <a:cubicBezTo>
                    <a:pt x="38" y="10806"/>
                    <a:pt x="93" y="11206"/>
                    <a:pt x="177" y="11500"/>
                  </a:cubicBezTo>
                  <a:cubicBezTo>
                    <a:pt x="314" y="11996"/>
                    <a:pt x="526" y="12938"/>
                    <a:pt x="694" y="13718"/>
                  </a:cubicBezTo>
                  <a:cubicBezTo>
                    <a:pt x="1532" y="13711"/>
                    <a:pt x="1656" y="13635"/>
                    <a:pt x="2402" y="13720"/>
                  </a:cubicBezTo>
                  <a:cubicBezTo>
                    <a:pt x="3189" y="13808"/>
                    <a:pt x="6063" y="15948"/>
                    <a:pt x="6762" y="16306"/>
                  </a:cubicBezTo>
                  <a:cubicBezTo>
                    <a:pt x="7459" y="16662"/>
                    <a:pt x="11291" y="19603"/>
                    <a:pt x="12077" y="20317"/>
                  </a:cubicBezTo>
                  <a:cubicBezTo>
                    <a:pt x="12861" y="21031"/>
                    <a:pt x="14167" y="21210"/>
                    <a:pt x="14691" y="21210"/>
                  </a:cubicBezTo>
                  <a:cubicBezTo>
                    <a:pt x="14991" y="21210"/>
                    <a:pt x="16241" y="21358"/>
                    <a:pt x="17250" y="21482"/>
                  </a:cubicBezTo>
                  <a:cubicBezTo>
                    <a:pt x="17555" y="20722"/>
                    <a:pt x="17993" y="19683"/>
                    <a:pt x="18168" y="1949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65" name="Shape 2319"/>
            <p:cNvSpPr/>
            <p:nvPr/>
          </p:nvSpPr>
          <p:spPr>
            <a:xfrm>
              <a:off x="9788680" y="3801188"/>
              <a:ext cx="87441" cy="81944"/>
            </a:xfrm>
            <a:custGeom>
              <a:avLst/>
              <a:gdLst/>
              <a:ahLst/>
              <a:cxnLst>
                <a:cxn ang="0">
                  <a:pos x="wd2" y="hd2"/>
                </a:cxn>
                <a:cxn ang="5400000">
                  <a:pos x="wd2" y="hd2"/>
                </a:cxn>
                <a:cxn ang="10800000">
                  <a:pos x="wd2" y="hd2"/>
                </a:cxn>
                <a:cxn ang="16200000">
                  <a:pos x="wd2" y="hd2"/>
                </a:cxn>
              </a:cxnLst>
              <a:rect l="0" t="0" r="r" b="b"/>
              <a:pathLst>
                <a:path w="21600" h="21238" extrusionOk="0">
                  <a:moveTo>
                    <a:pt x="6928" y="15648"/>
                  </a:moveTo>
                  <a:lnTo>
                    <a:pt x="12676" y="20754"/>
                  </a:lnTo>
                  <a:lnTo>
                    <a:pt x="21600" y="21238"/>
                  </a:lnTo>
                  <a:cubicBezTo>
                    <a:pt x="19598" y="15748"/>
                    <a:pt x="16212" y="8291"/>
                    <a:pt x="16212" y="6398"/>
                  </a:cubicBezTo>
                  <a:cubicBezTo>
                    <a:pt x="16212" y="5725"/>
                    <a:pt x="16602" y="5065"/>
                    <a:pt x="17207" y="4436"/>
                  </a:cubicBezTo>
                  <a:cubicBezTo>
                    <a:pt x="14210" y="1506"/>
                    <a:pt x="12514" y="-362"/>
                    <a:pt x="9787" y="59"/>
                  </a:cubicBezTo>
                  <a:cubicBezTo>
                    <a:pt x="6341" y="594"/>
                    <a:pt x="6089" y="2795"/>
                    <a:pt x="4663" y="4379"/>
                  </a:cubicBezTo>
                  <a:cubicBezTo>
                    <a:pt x="3776" y="5373"/>
                    <a:pt x="1558" y="10787"/>
                    <a:pt x="0" y="14749"/>
                  </a:cubicBezTo>
                  <a:cubicBezTo>
                    <a:pt x="3800" y="15226"/>
                    <a:pt x="6928" y="15648"/>
                    <a:pt x="6928" y="1564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66" name="Shape 2320"/>
            <p:cNvSpPr/>
            <p:nvPr/>
          </p:nvSpPr>
          <p:spPr>
            <a:xfrm>
              <a:off x="7453310" y="2658347"/>
              <a:ext cx="654518" cy="552081"/>
            </a:xfrm>
            <a:custGeom>
              <a:avLst/>
              <a:gdLst/>
              <a:ahLst/>
              <a:cxnLst>
                <a:cxn ang="0">
                  <a:pos x="wd2" y="hd2"/>
                </a:cxn>
                <a:cxn ang="5400000">
                  <a:pos x="wd2" y="hd2"/>
                </a:cxn>
                <a:cxn ang="10800000">
                  <a:pos x="wd2" y="hd2"/>
                </a:cxn>
                <a:cxn ang="16200000">
                  <a:pos x="wd2" y="hd2"/>
                </a:cxn>
              </a:cxnLst>
              <a:rect l="0" t="0" r="r" b="b"/>
              <a:pathLst>
                <a:path w="21255" h="21503" extrusionOk="0">
                  <a:moveTo>
                    <a:pt x="21075" y="18206"/>
                  </a:moveTo>
                  <a:cubicBezTo>
                    <a:pt x="20836" y="18181"/>
                    <a:pt x="20770" y="18702"/>
                    <a:pt x="20161" y="19148"/>
                  </a:cubicBezTo>
                  <a:cubicBezTo>
                    <a:pt x="19551" y="19593"/>
                    <a:pt x="20164" y="21600"/>
                    <a:pt x="20770" y="21500"/>
                  </a:cubicBezTo>
                  <a:cubicBezTo>
                    <a:pt x="21403" y="21395"/>
                    <a:pt x="21315" y="18232"/>
                    <a:pt x="21075" y="18206"/>
                  </a:cubicBezTo>
                  <a:close/>
                  <a:moveTo>
                    <a:pt x="18744" y="4899"/>
                  </a:moveTo>
                  <a:cubicBezTo>
                    <a:pt x="18547" y="4940"/>
                    <a:pt x="18384" y="4586"/>
                    <a:pt x="17958" y="4586"/>
                  </a:cubicBezTo>
                  <a:cubicBezTo>
                    <a:pt x="17534" y="4586"/>
                    <a:pt x="17207" y="4351"/>
                    <a:pt x="17011" y="4037"/>
                  </a:cubicBezTo>
                  <a:cubicBezTo>
                    <a:pt x="16814" y="3723"/>
                    <a:pt x="15801" y="3646"/>
                    <a:pt x="15474" y="3723"/>
                  </a:cubicBezTo>
                  <a:cubicBezTo>
                    <a:pt x="15147" y="3802"/>
                    <a:pt x="15049" y="3056"/>
                    <a:pt x="14722" y="3136"/>
                  </a:cubicBezTo>
                  <a:cubicBezTo>
                    <a:pt x="14395" y="3215"/>
                    <a:pt x="14297" y="2626"/>
                    <a:pt x="14297" y="2311"/>
                  </a:cubicBezTo>
                  <a:cubicBezTo>
                    <a:pt x="14297" y="1998"/>
                    <a:pt x="13938" y="2547"/>
                    <a:pt x="13643" y="2704"/>
                  </a:cubicBezTo>
                  <a:cubicBezTo>
                    <a:pt x="13349" y="2861"/>
                    <a:pt x="13251" y="2351"/>
                    <a:pt x="13218" y="2116"/>
                  </a:cubicBezTo>
                  <a:cubicBezTo>
                    <a:pt x="13185" y="1881"/>
                    <a:pt x="12597" y="1645"/>
                    <a:pt x="12303" y="1450"/>
                  </a:cubicBezTo>
                  <a:cubicBezTo>
                    <a:pt x="12009" y="1254"/>
                    <a:pt x="11682" y="626"/>
                    <a:pt x="11551" y="901"/>
                  </a:cubicBezTo>
                  <a:cubicBezTo>
                    <a:pt x="11420" y="1175"/>
                    <a:pt x="11060" y="507"/>
                    <a:pt x="11028" y="233"/>
                  </a:cubicBezTo>
                  <a:cubicBezTo>
                    <a:pt x="11006" y="51"/>
                    <a:pt x="10904" y="109"/>
                    <a:pt x="10838" y="0"/>
                  </a:cubicBezTo>
                  <a:cubicBezTo>
                    <a:pt x="10726" y="27"/>
                    <a:pt x="10615" y="43"/>
                    <a:pt x="10505" y="38"/>
                  </a:cubicBezTo>
                  <a:cubicBezTo>
                    <a:pt x="9982" y="12"/>
                    <a:pt x="9524" y="507"/>
                    <a:pt x="9612" y="1555"/>
                  </a:cubicBezTo>
                  <a:cubicBezTo>
                    <a:pt x="9698" y="2600"/>
                    <a:pt x="8979" y="2704"/>
                    <a:pt x="8086" y="2783"/>
                  </a:cubicBezTo>
                  <a:cubicBezTo>
                    <a:pt x="7192" y="2861"/>
                    <a:pt x="7497" y="3698"/>
                    <a:pt x="7127" y="4037"/>
                  </a:cubicBezTo>
                  <a:cubicBezTo>
                    <a:pt x="6757" y="4378"/>
                    <a:pt x="5449" y="3855"/>
                    <a:pt x="5274" y="3280"/>
                  </a:cubicBezTo>
                  <a:cubicBezTo>
                    <a:pt x="5099" y="2706"/>
                    <a:pt x="3923" y="3280"/>
                    <a:pt x="4424" y="3959"/>
                  </a:cubicBezTo>
                  <a:cubicBezTo>
                    <a:pt x="4925" y="4639"/>
                    <a:pt x="4903" y="5581"/>
                    <a:pt x="4620" y="5842"/>
                  </a:cubicBezTo>
                  <a:cubicBezTo>
                    <a:pt x="4337" y="6104"/>
                    <a:pt x="3726" y="5424"/>
                    <a:pt x="3334" y="5763"/>
                  </a:cubicBezTo>
                  <a:cubicBezTo>
                    <a:pt x="2941" y="6104"/>
                    <a:pt x="2920" y="5449"/>
                    <a:pt x="2441" y="5242"/>
                  </a:cubicBezTo>
                  <a:cubicBezTo>
                    <a:pt x="1962" y="5031"/>
                    <a:pt x="1764" y="5502"/>
                    <a:pt x="1002" y="5424"/>
                  </a:cubicBezTo>
                  <a:cubicBezTo>
                    <a:pt x="239" y="5344"/>
                    <a:pt x="-197" y="5868"/>
                    <a:pt x="87" y="6260"/>
                  </a:cubicBezTo>
                  <a:cubicBezTo>
                    <a:pt x="369" y="6652"/>
                    <a:pt x="43" y="7018"/>
                    <a:pt x="260" y="7359"/>
                  </a:cubicBezTo>
                  <a:cubicBezTo>
                    <a:pt x="479" y="7698"/>
                    <a:pt x="1481" y="7644"/>
                    <a:pt x="2222" y="8116"/>
                  </a:cubicBezTo>
                  <a:cubicBezTo>
                    <a:pt x="2964" y="8586"/>
                    <a:pt x="3137" y="8193"/>
                    <a:pt x="3508" y="8535"/>
                  </a:cubicBezTo>
                  <a:cubicBezTo>
                    <a:pt x="3879" y="8874"/>
                    <a:pt x="3966" y="8665"/>
                    <a:pt x="3987" y="9319"/>
                  </a:cubicBezTo>
                  <a:cubicBezTo>
                    <a:pt x="4010" y="9972"/>
                    <a:pt x="4424" y="10599"/>
                    <a:pt x="5143" y="10834"/>
                  </a:cubicBezTo>
                  <a:cubicBezTo>
                    <a:pt x="5863" y="11070"/>
                    <a:pt x="5318" y="11645"/>
                    <a:pt x="5536" y="12220"/>
                  </a:cubicBezTo>
                  <a:cubicBezTo>
                    <a:pt x="5753" y="12796"/>
                    <a:pt x="5209" y="13632"/>
                    <a:pt x="5318" y="14338"/>
                  </a:cubicBezTo>
                  <a:cubicBezTo>
                    <a:pt x="5427" y="15043"/>
                    <a:pt x="4968" y="17318"/>
                    <a:pt x="4620" y="17526"/>
                  </a:cubicBezTo>
                  <a:cubicBezTo>
                    <a:pt x="4598" y="17540"/>
                    <a:pt x="4562" y="17540"/>
                    <a:pt x="4533" y="17547"/>
                  </a:cubicBezTo>
                  <a:cubicBezTo>
                    <a:pt x="4860" y="17742"/>
                    <a:pt x="5203" y="17913"/>
                    <a:pt x="5371" y="18046"/>
                  </a:cubicBezTo>
                  <a:cubicBezTo>
                    <a:pt x="5690" y="18301"/>
                    <a:pt x="6378" y="18554"/>
                    <a:pt x="6803" y="18873"/>
                  </a:cubicBezTo>
                  <a:cubicBezTo>
                    <a:pt x="7227" y="19192"/>
                    <a:pt x="7970" y="19128"/>
                    <a:pt x="7970" y="18745"/>
                  </a:cubicBezTo>
                  <a:cubicBezTo>
                    <a:pt x="7970" y="18364"/>
                    <a:pt x="8394" y="18619"/>
                    <a:pt x="8660" y="18936"/>
                  </a:cubicBezTo>
                  <a:cubicBezTo>
                    <a:pt x="8924" y="19254"/>
                    <a:pt x="9932" y="19319"/>
                    <a:pt x="10409" y="19445"/>
                  </a:cubicBezTo>
                  <a:cubicBezTo>
                    <a:pt x="10812" y="19552"/>
                    <a:pt x="11399" y="19485"/>
                    <a:pt x="11924" y="19498"/>
                  </a:cubicBezTo>
                  <a:cubicBezTo>
                    <a:pt x="11904" y="19355"/>
                    <a:pt x="11877" y="19206"/>
                    <a:pt x="11835" y="19044"/>
                  </a:cubicBezTo>
                  <a:cubicBezTo>
                    <a:pt x="11574" y="18024"/>
                    <a:pt x="12336" y="17422"/>
                    <a:pt x="13055" y="17291"/>
                  </a:cubicBezTo>
                  <a:cubicBezTo>
                    <a:pt x="13774" y="17161"/>
                    <a:pt x="15343" y="17684"/>
                    <a:pt x="15758" y="17997"/>
                  </a:cubicBezTo>
                  <a:cubicBezTo>
                    <a:pt x="16172" y="18310"/>
                    <a:pt x="16739" y="18232"/>
                    <a:pt x="17458" y="17318"/>
                  </a:cubicBezTo>
                  <a:cubicBezTo>
                    <a:pt x="17821" y="16855"/>
                    <a:pt x="18117" y="16687"/>
                    <a:pt x="18382" y="16596"/>
                  </a:cubicBezTo>
                  <a:cubicBezTo>
                    <a:pt x="18401" y="16391"/>
                    <a:pt x="18489" y="16180"/>
                    <a:pt x="18547" y="15998"/>
                  </a:cubicBezTo>
                  <a:cubicBezTo>
                    <a:pt x="18645" y="15683"/>
                    <a:pt x="18187" y="15762"/>
                    <a:pt x="17861" y="15723"/>
                  </a:cubicBezTo>
                  <a:cubicBezTo>
                    <a:pt x="17534" y="15683"/>
                    <a:pt x="17305" y="15291"/>
                    <a:pt x="17534" y="14860"/>
                  </a:cubicBezTo>
                  <a:cubicBezTo>
                    <a:pt x="17763" y="14429"/>
                    <a:pt x="17338" y="14389"/>
                    <a:pt x="17109" y="13958"/>
                  </a:cubicBezTo>
                  <a:cubicBezTo>
                    <a:pt x="16880" y="13527"/>
                    <a:pt x="17207" y="13644"/>
                    <a:pt x="17403" y="13527"/>
                  </a:cubicBezTo>
                  <a:cubicBezTo>
                    <a:pt x="17599" y="13409"/>
                    <a:pt x="17861" y="12938"/>
                    <a:pt x="17697" y="12822"/>
                  </a:cubicBezTo>
                  <a:cubicBezTo>
                    <a:pt x="17534" y="12703"/>
                    <a:pt x="17403" y="12429"/>
                    <a:pt x="17534" y="11958"/>
                  </a:cubicBezTo>
                  <a:cubicBezTo>
                    <a:pt x="17665" y="11487"/>
                    <a:pt x="17272" y="11448"/>
                    <a:pt x="17272" y="11095"/>
                  </a:cubicBezTo>
                  <a:cubicBezTo>
                    <a:pt x="17272" y="10743"/>
                    <a:pt x="16913" y="10586"/>
                    <a:pt x="16619" y="11017"/>
                  </a:cubicBezTo>
                  <a:cubicBezTo>
                    <a:pt x="16324" y="11448"/>
                    <a:pt x="16226" y="11135"/>
                    <a:pt x="16422" y="10429"/>
                  </a:cubicBezTo>
                  <a:cubicBezTo>
                    <a:pt x="16619" y="9723"/>
                    <a:pt x="17305" y="9409"/>
                    <a:pt x="17370" y="9018"/>
                  </a:cubicBezTo>
                  <a:cubicBezTo>
                    <a:pt x="17436" y="8625"/>
                    <a:pt x="17828" y="8272"/>
                    <a:pt x="18122" y="8272"/>
                  </a:cubicBezTo>
                  <a:cubicBezTo>
                    <a:pt x="18417" y="8272"/>
                    <a:pt x="18351" y="7449"/>
                    <a:pt x="18448" y="6939"/>
                  </a:cubicBezTo>
                  <a:cubicBezTo>
                    <a:pt x="18547" y="6429"/>
                    <a:pt x="18613" y="5920"/>
                    <a:pt x="19038" y="5489"/>
                  </a:cubicBezTo>
                  <a:cubicBezTo>
                    <a:pt x="19463" y="5058"/>
                    <a:pt x="18940" y="4861"/>
                    <a:pt x="18744" y="489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67" name="Shape 2321"/>
            <p:cNvSpPr/>
            <p:nvPr/>
          </p:nvSpPr>
          <p:spPr>
            <a:xfrm>
              <a:off x="3552744" y="4571363"/>
              <a:ext cx="104848" cy="57988"/>
            </a:xfrm>
            <a:custGeom>
              <a:avLst/>
              <a:gdLst/>
              <a:ahLst/>
              <a:cxnLst>
                <a:cxn ang="0">
                  <a:pos x="wd2" y="hd2"/>
                </a:cxn>
                <a:cxn ang="5400000">
                  <a:pos x="wd2" y="hd2"/>
                </a:cxn>
                <a:cxn ang="10800000">
                  <a:pos x="wd2" y="hd2"/>
                </a:cxn>
                <a:cxn ang="16200000">
                  <a:pos x="wd2" y="hd2"/>
                </a:cxn>
              </a:cxnLst>
              <a:rect l="0" t="0" r="r" b="b"/>
              <a:pathLst>
                <a:path w="21399" h="21600" extrusionOk="0">
                  <a:moveTo>
                    <a:pt x="21068" y="8324"/>
                  </a:moveTo>
                  <a:cubicBezTo>
                    <a:pt x="19478" y="4347"/>
                    <a:pt x="15316" y="9038"/>
                    <a:pt x="10949" y="3615"/>
                  </a:cubicBezTo>
                  <a:cubicBezTo>
                    <a:pt x="9807" y="2187"/>
                    <a:pt x="8388" y="1003"/>
                    <a:pt x="6920" y="0"/>
                  </a:cubicBezTo>
                  <a:cubicBezTo>
                    <a:pt x="6814" y="127"/>
                    <a:pt x="6725" y="271"/>
                    <a:pt x="6583" y="371"/>
                  </a:cubicBezTo>
                  <a:cubicBezTo>
                    <a:pt x="5650" y="859"/>
                    <a:pt x="2778" y="5576"/>
                    <a:pt x="0" y="10393"/>
                  </a:cubicBezTo>
                  <a:cubicBezTo>
                    <a:pt x="3132" y="14903"/>
                    <a:pt x="14801" y="21600"/>
                    <a:pt x="17993" y="21600"/>
                  </a:cubicBezTo>
                  <a:cubicBezTo>
                    <a:pt x="19498" y="21600"/>
                    <a:pt x="20303" y="20362"/>
                    <a:pt x="20981" y="19359"/>
                  </a:cubicBezTo>
                  <a:cubicBezTo>
                    <a:pt x="21432" y="14090"/>
                    <a:pt x="21600" y="9661"/>
                    <a:pt x="21068" y="8324"/>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68" name="Shape 2322"/>
            <p:cNvSpPr/>
            <p:nvPr/>
          </p:nvSpPr>
          <p:spPr>
            <a:xfrm>
              <a:off x="3577588" y="4471986"/>
              <a:ext cx="277841" cy="146118"/>
            </a:xfrm>
            <a:custGeom>
              <a:avLst/>
              <a:gdLst/>
              <a:ahLst/>
              <a:cxnLst>
                <a:cxn ang="0">
                  <a:pos x="wd2" y="hd2"/>
                </a:cxn>
                <a:cxn ang="5400000">
                  <a:pos x="wd2" y="hd2"/>
                </a:cxn>
                <a:cxn ang="10800000">
                  <a:pos x="wd2" y="hd2"/>
                </a:cxn>
                <a:cxn ang="16200000">
                  <a:pos x="wd2" y="hd2"/>
                </a:cxn>
              </a:cxnLst>
              <a:rect l="0" t="0" r="r" b="b"/>
              <a:pathLst>
                <a:path w="21574" h="20364" extrusionOk="0">
                  <a:moveTo>
                    <a:pt x="9079" y="18055"/>
                  </a:moveTo>
                  <a:cubicBezTo>
                    <a:pt x="9230" y="17510"/>
                    <a:pt x="8174" y="14396"/>
                    <a:pt x="10211" y="14122"/>
                  </a:cubicBezTo>
                  <a:cubicBezTo>
                    <a:pt x="12250" y="13855"/>
                    <a:pt x="13758" y="13446"/>
                    <a:pt x="14060" y="11143"/>
                  </a:cubicBezTo>
                  <a:cubicBezTo>
                    <a:pt x="14363" y="8844"/>
                    <a:pt x="16777" y="9929"/>
                    <a:pt x="17457" y="9791"/>
                  </a:cubicBezTo>
                  <a:cubicBezTo>
                    <a:pt x="18017" y="9679"/>
                    <a:pt x="19816" y="6703"/>
                    <a:pt x="21574" y="6825"/>
                  </a:cubicBezTo>
                  <a:cubicBezTo>
                    <a:pt x="21600" y="3741"/>
                    <a:pt x="19268" y="4739"/>
                    <a:pt x="17657" y="1848"/>
                  </a:cubicBezTo>
                  <a:cubicBezTo>
                    <a:pt x="15938" y="-1236"/>
                    <a:pt x="12185" y="164"/>
                    <a:pt x="10152" y="1571"/>
                  </a:cubicBezTo>
                  <a:cubicBezTo>
                    <a:pt x="8121" y="2970"/>
                    <a:pt x="5776" y="22"/>
                    <a:pt x="3587" y="2270"/>
                  </a:cubicBezTo>
                  <a:cubicBezTo>
                    <a:pt x="3560" y="2294"/>
                    <a:pt x="3537" y="2308"/>
                    <a:pt x="3511" y="2335"/>
                  </a:cubicBezTo>
                  <a:cubicBezTo>
                    <a:pt x="3033" y="3417"/>
                    <a:pt x="2375" y="4749"/>
                    <a:pt x="1608" y="5861"/>
                  </a:cubicBezTo>
                  <a:cubicBezTo>
                    <a:pt x="135" y="8009"/>
                    <a:pt x="541" y="10125"/>
                    <a:pt x="0" y="10741"/>
                  </a:cubicBezTo>
                  <a:cubicBezTo>
                    <a:pt x="559" y="11119"/>
                    <a:pt x="1097" y="11559"/>
                    <a:pt x="1533" y="12093"/>
                  </a:cubicBezTo>
                  <a:cubicBezTo>
                    <a:pt x="3194" y="14122"/>
                    <a:pt x="4778" y="12371"/>
                    <a:pt x="5381" y="13855"/>
                  </a:cubicBezTo>
                  <a:cubicBezTo>
                    <a:pt x="5585" y="14359"/>
                    <a:pt x="5521" y="16012"/>
                    <a:pt x="5349" y="17984"/>
                  </a:cubicBezTo>
                  <a:cubicBezTo>
                    <a:pt x="5656" y="17537"/>
                    <a:pt x="5891" y="17219"/>
                    <a:pt x="6401" y="17984"/>
                  </a:cubicBezTo>
                  <a:cubicBezTo>
                    <a:pt x="6859" y="18667"/>
                    <a:pt x="6775" y="19522"/>
                    <a:pt x="6718" y="20364"/>
                  </a:cubicBezTo>
                  <a:lnTo>
                    <a:pt x="8023" y="19813"/>
                  </a:lnTo>
                  <a:cubicBezTo>
                    <a:pt x="8023" y="19813"/>
                    <a:pt x="8929" y="18596"/>
                    <a:pt x="9079" y="1805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69" name="Shape 2323"/>
            <p:cNvSpPr/>
            <p:nvPr/>
          </p:nvSpPr>
          <p:spPr>
            <a:xfrm>
              <a:off x="2335370" y="3676966"/>
              <a:ext cx="1379781" cy="859678"/>
            </a:xfrm>
            <a:custGeom>
              <a:avLst/>
              <a:gdLst/>
              <a:ahLst/>
              <a:cxnLst>
                <a:cxn ang="0">
                  <a:pos x="wd2" y="hd2"/>
                </a:cxn>
                <a:cxn ang="5400000">
                  <a:pos x="wd2" y="hd2"/>
                </a:cxn>
                <a:cxn ang="10800000">
                  <a:pos x="wd2" y="hd2"/>
                </a:cxn>
                <a:cxn ang="16200000">
                  <a:pos x="wd2" y="hd2"/>
                </a:cxn>
              </a:cxnLst>
              <a:rect l="0" t="0" r="r" b="b"/>
              <a:pathLst>
                <a:path w="21547" h="21600" extrusionOk="0">
                  <a:moveTo>
                    <a:pt x="17975" y="20368"/>
                  </a:moveTo>
                  <a:cubicBezTo>
                    <a:pt x="18051" y="20343"/>
                    <a:pt x="18840" y="20515"/>
                    <a:pt x="18916" y="20197"/>
                  </a:cubicBezTo>
                  <a:cubicBezTo>
                    <a:pt x="18992" y="19880"/>
                    <a:pt x="18324" y="19172"/>
                    <a:pt x="18400" y="19098"/>
                  </a:cubicBezTo>
                  <a:cubicBezTo>
                    <a:pt x="18475" y="19026"/>
                    <a:pt x="18506" y="18244"/>
                    <a:pt x="18627" y="18244"/>
                  </a:cubicBezTo>
                  <a:cubicBezTo>
                    <a:pt x="18749" y="18244"/>
                    <a:pt x="19857" y="18293"/>
                    <a:pt x="19917" y="18244"/>
                  </a:cubicBezTo>
                  <a:cubicBezTo>
                    <a:pt x="19978" y="18195"/>
                    <a:pt x="20191" y="17560"/>
                    <a:pt x="20373" y="17536"/>
                  </a:cubicBezTo>
                  <a:cubicBezTo>
                    <a:pt x="20456" y="17525"/>
                    <a:pt x="20586" y="17688"/>
                    <a:pt x="20703" y="17867"/>
                  </a:cubicBezTo>
                  <a:cubicBezTo>
                    <a:pt x="20908" y="17563"/>
                    <a:pt x="20980" y="16876"/>
                    <a:pt x="21018" y="16319"/>
                  </a:cubicBezTo>
                  <a:cubicBezTo>
                    <a:pt x="21066" y="15636"/>
                    <a:pt x="20924" y="15409"/>
                    <a:pt x="21144" y="15030"/>
                  </a:cubicBezTo>
                  <a:cubicBezTo>
                    <a:pt x="21364" y="14650"/>
                    <a:pt x="21600" y="14625"/>
                    <a:pt x="21537" y="14093"/>
                  </a:cubicBezTo>
                  <a:cubicBezTo>
                    <a:pt x="21474" y="13562"/>
                    <a:pt x="21176" y="14093"/>
                    <a:pt x="20924" y="13841"/>
                  </a:cubicBezTo>
                  <a:cubicBezTo>
                    <a:pt x="20672" y="13588"/>
                    <a:pt x="20452" y="13765"/>
                    <a:pt x="19808" y="13917"/>
                  </a:cubicBezTo>
                  <a:cubicBezTo>
                    <a:pt x="19163" y="14068"/>
                    <a:pt x="18864" y="14498"/>
                    <a:pt x="18896" y="15232"/>
                  </a:cubicBezTo>
                  <a:cubicBezTo>
                    <a:pt x="18927" y="15965"/>
                    <a:pt x="18676" y="15636"/>
                    <a:pt x="18692" y="16269"/>
                  </a:cubicBezTo>
                  <a:cubicBezTo>
                    <a:pt x="18707" y="16901"/>
                    <a:pt x="18189" y="16926"/>
                    <a:pt x="18220" y="17306"/>
                  </a:cubicBezTo>
                  <a:cubicBezTo>
                    <a:pt x="18251" y="17685"/>
                    <a:pt x="17811" y="17306"/>
                    <a:pt x="17685" y="17179"/>
                  </a:cubicBezTo>
                  <a:cubicBezTo>
                    <a:pt x="17560" y="17053"/>
                    <a:pt x="16207" y="17711"/>
                    <a:pt x="16019" y="17761"/>
                  </a:cubicBezTo>
                  <a:cubicBezTo>
                    <a:pt x="15830" y="17811"/>
                    <a:pt x="15484" y="17129"/>
                    <a:pt x="15217" y="17154"/>
                  </a:cubicBezTo>
                  <a:cubicBezTo>
                    <a:pt x="14950" y="17179"/>
                    <a:pt x="14840" y="16522"/>
                    <a:pt x="14808" y="15990"/>
                  </a:cubicBezTo>
                  <a:cubicBezTo>
                    <a:pt x="14777" y="15460"/>
                    <a:pt x="14273" y="14979"/>
                    <a:pt x="14053" y="14498"/>
                  </a:cubicBezTo>
                  <a:cubicBezTo>
                    <a:pt x="13833" y="14017"/>
                    <a:pt x="13802" y="12955"/>
                    <a:pt x="13786" y="12272"/>
                  </a:cubicBezTo>
                  <a:cubicBezTo>
                    <a:pt x="13770" y="11589"/>
                    <a:pt x="13723" y="10425"/>
                    <a:pt x="14022" y="9085"/>
                  </a:cubicBezTo>
                  <a:cubicBezTo>
                    <a:pt x="14062" y="8905"/>
                    <a:pt x="14081" y="8749"/>
                    <a:pt x="14086" y="8609"/>
                  </a:cubicBezTo>
                  <a:cubicBezTo>
                    <a:pt x="13977" y="8501"/>
                    <a:pt x="13871" y="8423"/>
                    <a:pt x="13790" y="8431"/>
                  </a:cubicBezTo>
                  <a:cubicBezTo>
                    <a:pt x="13522" y="8458"/>
                    <a:pt x="12917" y="7864"/>
                    <a:pt x="12799" y="7864"/>
                  </a:cubicBezTo>
                  <a:cubicBezTo>
                    <a:pt x="12682" y="7864"/>
                    <a:pt x="12699" y="7405"/>
                    <a:pt x="12598" y="7161"/>
                  </a:cubicBezTo>
                  <a:cubicBezTo>
                    <a:pt x="12497" y="6918"/>
                    <a:pt x="12564" y="6458"/>
                    <a:pt x="12430" y="6296"/>
                  </a:cubicBezTo>
                  <a:cubicBezTo>
                    <a:pt x="12296" y="6134"/>
                    <a:pt x="11893" y="5512"/>
                    <a:pt x="11758" y="4756"/>
                  </a:cubicBezTo>
                  <a:cubicBezTo>
                    <a:pt x="11624" y="3999"/>
                    <a:pt x="10801" y="3621"/>
                    <a:pt x="10499" y="3594"/>
                  </a:cubicBezTo>
                  <a:cubicBezTo>
                    <a:pt x="10196" y="3567"/>
                    <a:pt x="10028" y="4594"/>
                    <a:pt x="9944" y="4648"/>
                  </a:cubicBezTo>
                  <a:cubicBezTo>
                    <a:pt x="9861" y="4702"/>
                    <a:pt x="9289" y="4108"/>
                    <a:pt x="9121" y="3972"/>
                  </a:cubicBezTo>
                  <a:cubicBezTo>
                    <a:pt x="8953" y="3837"/>
                    <a:pt x="8869" y="3567"/>
                    <a:pt x="8869" y="3243"/>
                  </a:cubicBezTo>
                  <a:cubicBezTo>
                    <a:pt x="8869" y="2918"/>
                    <a:pt x="8517" y="2404"/>
                    <a:pt x="8416" y="2351"/>
                  </a:cubicBezTo>
                  <a:cubicBezTo>
                    <a:pt x="8315" y="2297"/>
                    <a:pt x="7610" y="1189"/>
                    <a:pt x="7610" y="1189"/>
                  </a:cubicBezTo>
                  <a:lnTo>
                    <a:pt x="6501" y="1189"/>
                  </a:lnTo>
                  <a:lnTo>
                    <a:pt x="6266" y="1675"/>
                  </a:lnTo>
                  <a:lnTo>
                    <a:pt x="4251" y="1702"/>
                  </a:lnTo>
                  <a:cubicBezTo>
                    <a:pt x="4251" y="1702"/>
                    <a:pt x="2705" y="783"/>
                    <a:pt x="2420" y="676"/>
                  </a:cubicBezTo>
                  <a:cubicBezTo>
                    <a:pt x="2134" y="568"/>
                    <a:pt x="1630" y="0"/>
                    <a:pt x="1630" y="0"/>
                  </a:cubicBezTo>
                  <a:lnTo>
                    <a:pt x="0" y="344"/>
                  </a:lnTo>
                  <a:cubicBezTo>
                    <a:pt x="84" y="632"/>
                    <a:pt x="200" y="944"/>
                    <a:pt x="375" y="1294"/>
                  </a:cubicBezTo>
                  <a:cubicBezTo>
                    <a:pt x="706" y="1952"/>
                    <a:pt x="941" y="3115"/>
                    <a:pt x="973" y="3520"/>
                  </a:cubicBezTo>
                  <a:cubicBezTo>
                    <a:pt x="1004" y="3925"/>
                    <a:pt x="1460" y="4254"/>
                    <a:pt x="1853" y="4659"/>
                  </a:cubicBezTo>
                  <a:cubicBezTo>
                    <a:pt x="2246" y="5063"/>
                    <a:pt x="2246" y="5949"/>
                    <a:pt x="2199" y="6176"/>
                  </a:cubicBezTo>
                  <a:cubicBezTo>
                    <a:pt x="2152" y="6403"/>
                    <a:pt x="1664" y="6024"/>
                    <a:pt x="1633" y="6251"/>
                  </a:cubicBezTo>
                  <a:cubicBezTo>
                    <a:pt x="1602" y="6479"/>
                    <a:pt x="2262" y="7365"/>
                    <a:pt x="2513" y="7314"/>
                  </a:cubicBezTo>
                  <a:cubicBezTo>
                    <a:pt x="2765" y="7263"/>
                    <a:pt x="2891" y="7517"/>
                    <a:pt x="3284" y="8073"/>
                  </a:cubicBezTo>
                  <a:cubicBezTo>
                    <a:pt x="3677" y="8629"/>
                    <a:pt x="3646" y="9287"/>
                    <a:pt x="3488" y="9489"/>
                  </a:cubicBezTo>
                  <a:cubicBezTo>
                    <a:pt x="3331" y="9692"/>
                    <a:pt x="3803" y="10122"/>
                    <a:pt x="4306" y="10653"/>
                  </a:cubicBezTo>
                  <a:cubicBezTo>
                    <a:pt x="4809" y="11184"/>
                    <a:pt x="5013" y="11842"/>
                    <a:pt x="5061" y="12120"/>
                  </a:cubicBezTo>
                  <a:cubicBezTo>
                    <a:pt x="5108" y="12398"/>
                    <a:pt x="5328" y="12146"/>
                    <a:pt x="5406" y="11766"/>
                  </a:cubicBezTo>
                  <a:cubicBezTo>
                    <a:pt x="5485" y="11387"/>
                    <a:pt x="5249" y="11286"/>
                    <a:pt x="5249" y="10856"/>
                  </a:cubicBezTo>
                  <a:cubicBezTo>
                    <a:pt x="5249" y="10425"/>
                    <a:pt x="4840" y="10501"/>
                    <a:pt x="4652" y="10451"/>
                  </a:cubicBezTo>
                  <a:cubicBezTo>
                    <a:pt x="4463" y="10400"/>
                    <a:pt x="4667" y="9743"/>
                    <a:pt x="4479" y="9439"/>
                  </a:cubicBezTo>
                  <a:cubicBezTo>
                    <a:pt x="4290" y="9135"/>
                    <a:pt x="4117" y="8376"/>
                    <a:pt x="4023" y="7820"/>
                  </a:cubicBezTo>
                  <a:cubicBezTo>
                    <a:pt x="3928" y="7263"/>
                    <a:pt x="3441" y="6708"/>
                    <a:pt x="3237" y="6100"/>
                  </a:cubicBezTo>
                  <a:cubicBezTo>
                    <a:pt x="3032" y="5493"/>
                    <a:pt x="2812" y="5013"/>
                    <a:pt x="2671" y="4860"/>
                  </a:cubicBezTo>
                  <a:cubicBezTo>
                    <a:pt x="2529" y="4709"/>
                    <a:pt x="2875" y="4481"/>
                    <a:pt x="2749" y="4254"/>
                  </a:cubicBezTo>
                  <a:cubicBezTo>
                    <a:pt x="2624" y="4026"/>
                    <a:pt x="2435" y="4051"/>
                    <a:pt x="2199" y="3874"/>
                  </a:cubicBezTo>
                  <a:cubicBezTo>
                    <a:pt x="1963" y="3697"/>
                    <a:pt x="1806" y="3394"/>
                    <a:pt x="1806" y="2989"/>
                  </a:cubicBezTo>
                  <a:cubicBezTo>
                    <a:pt x="1806" y="2584"/>
                    <a:pt x="1649" y="1623"/>
                    <a:pt x="1570" y="1294"/>
                  </a:cubicBezTo>
                  <a:cubicBezTo>
                    <a:pt x="1491" y="965"/>
                    <a:pt x="1743" y="1016"/>
                    <a:pt x="1822" y="1167"/>
                  </a:cubicBezTo>
                  <a:cubicBezTo>
                    <a:pt x="1900" y="1319"/>
                    <a:pt x="1963" y="1471"/>
                    <a:pt x="2073" y="1370"/>
                  </a:cubicBezTo>
                  <a:cubicBezTo>
                    <a:pt x="2183" y="1269"/>
                    <a:pt x="2372" y="1345"/>
                    <a:pt x="2451" y="1623"/>
                  </a:cubicBezTo>
                  <a:cubicBezTo>
                    <a:pt x="2529" y="1901"/>
                    <a:pt x="2797" y="1648"/>
                    <a:pt x="2922" y="1775"/>
                  </a:cubicBezTo>
                  <a:cubicBezTo>
                    <a:pt x="3048" y="1901"/>
                    <a:pt x="2639" y="2053"/>
                    <a:pt x="3048" y="3217"/>
                  </a:cubicBezTo>
                  <a:cubicBezTo>
                    <a:pt x="3457" y="4380"/>
                    <a:pt x="3174" y="3723"/>
                    <a:pt x="3174" y="4506"/>
                  </a:cubicBezTo>
                  <a:cubicBezTo>
                    <a:pt x="3174" y="5291"/>
                    <a:pt x="3426" y="4937"/>
                    <a:pt x="3504" y="4810"/>
                  </a:cubicBezTo>
                  <a:cubicBezTo>
                    <a:pt x="3583" y="4684"/>
                    <a:pt x="3803" y="5063"/>
                    <a:pt x="4007" y="5468"/>
                  </a:cubicBezTo>
                  <a:cubicBezTo>
                    <a:pt x="4211" y="5873"/>
                    <a:pt x="4604" y="5898"/>
                    <a:pt x="4604" y="6125"/>
                  </a:cubicBezTo>
                  <a:cubicBezTo>
                    <a:pt x="4604" y="6353"/>
                    <a:pt x="4683" y="6808"/>
                    <a:pt x="4950" y="6884"/>
                  </a:cubicBezTo>
                  <a:cubicBezTo>
                    <a:pt x="5218" y="6960"/>
                    <a:pt x="5265" y="7441"/>
                    <a:pt x="5438" y="7492"/>
                  </a:cubicBezTo>
                  <a:cubicBezTo>
                    <a:pt x="5611" y="7542"/>
                    <a:pt x="5642" y="7846"/>
                    <a:pt x="5548" y="8174"/>
                  </a:cubicBezTo>
                  <a:cubicBezTo>
                    <a:pt x="5454" y="8503"/>
                    <a:pt x="5548" y="8781"/>
                    <a:pt x="5988" y="9059"/>
                  </a:cubicBezTo>
                  <a:cubicBezTo>
                    <a:pt x="6428" y="9338"/>
                    <a:pt x="6224" y="9389"/>
                    <a:pt x="6570" y="9920"/>
                  </a:cubicBezTo>
                  <a:cubicBezTo>
                    <a:pt x="6916" y="10451"/>
                    <a:pt x="7890" y="12171"/>
                    <a:pt x="8095" y="12652"/>
                  </a:cubicBezTo>
                  <a:cubicBezTo>
                    <a:pt x="8299" y="13132"/>
                    <a:pt x="8362" y="13537"/>
                    <a:pt x="8441" y="13891"/>
                  </a:cubicBezTo>
                  <a:cubicBezTo>
                    <a:pt x="8519" y="14245"/>
                    <a:pt x="8283" y="14422"/>
                    <a:pt x="8409" y="14725"/>
                  </a:cubicBezTo>
                  <a:cubicBezTo>
                    <a:pt x="8535" y="15030"/>
                    <a:pt x="8173" y="14903"/>
                    <a:pt x="8189" y="15130"/>
                  </a:cubicBezTo>
                  <a:cubicBezTo>
                    <a:pt x="8205" y="15358"/>
                    <a:pt x="8409" y="16496"/>
                    <a:pt x="8755" y="16547"/>
                  </a:cubicBezTo>
                  <a:cubicBezTo>
                    <a:pt x="9101" y="16597"/>
                    <a:pt x="9494" y="17280"/>
                    <a:pt x="9777" y="17660"/>
                  </a:cubicBezTo>
                  <a:cubicBezTo>
                    <a:pt x="10060" y="18039"/>
                    <a:pt x="10484" y="17963"/>
                    <a:pt x="10909" y="18216"/>
                  </a:cubicBezTo>
                  <a:cubicBezTo>
                    <a:pt x="11334" y="18469"/>
                    <a:pt x="11695" y="19076"/>
                    <a:pt x="12308" y="19355"/>
                  </a:cubicBezTo>
                  <a:cubicBezTo>
                    <a:pt x="12921" y="19633"/>
                    <a:pt x="13519" y="20063"/>
                    <a:pt x="13912" y="20468"/>
                  </a:cubicBezTo>
                  <a:cubicBezTo>
                    <a:pt x="14305" y="20873"/>
                    <a:pt x="14792" y="20696"/>
                    <a:pt x="15343" y="20341"/>
                  </a:cubicBezTo>
                  <a:cubicBezTo>
                    <a:pt x="15893" y="19987"/>
                    <a:pt x="16317" y="20442"/>
                    <a:pt x="16632" y="20645"/>
                  </a:cubicBezTo>
                  <a:cubicBezTo>
                    <a:pt x="16787" y="20744"/>
                    <a:pt x="17091" y="21163"/>
                    <a:pt x="17395" y="21600"/>
                  </a:cubicBezTo>
                  <a:cubicBezTo>
                    <a:pt x="17673" y="20959"/>
                    <a:pt x="17939" y="20380"/>
                    <a:pt x="17975" y="2036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70" name="Shape 2324"/>
            <p:cNvSpPr/>
            <p:nvPr/>
          </p:nvSpPr>
          <p:spPr>
            <a:xfrm>
              <a:off x="3428522" y="4397453"/>
              <a:ext cx="193795" cy="188299"/>
            </a:xfrm>
            <a:custGeom>
              <a:avLst/>
              <a:gdLst/>
              <a:ahLst/>
              <a:cxnLst>
                <a:cxn ang="0">
                  <a:pos x="wd2" y="hd2"/>
                </a:cxn>
                <a:cxn ang="5400000">
                  <a:pos x="wd2" y="hd2"/>
                </a:cxn>
                <a:cxn ang="10800000">
                  <a:pos x="wd2" y="hd2"/>
                </a:cxn>
                <a:cxn ang="16200000">
                  <a:pos x="wd2" y="hd2"/>
                </a:cxn>
              </a:cxnLst>
              <a:rect l="0" t="0" r="r" b="b"/>
              <a:pathLst>
                <a:path w="21600" h="21600" extrusionOk="0">
                  <a:moveTo>
                    <a:pt x="18870" y="14383"/>
                  </a:moveTo>
                  <a:cubicBezTo>
                    <a:pt x="19971" y="13468"/>
                    <a:pt x="20914" y="12371"/>
                    <a:pt x="21600" y="11480"/>
                  </a:cubicBezTo>
                  <a:cubicBezTo>
                    <a:pt x="19840" y="12463"/>
                    <a:pt x="19304" y="11522"/>
                    <a:pt x="19561" y="10248"/>
                  </a:cubicBezTo>
                  <a:lnTo>
                    <a:pt x="17029" y="10593"/>
                  </a:lnTo>
                  <a:lnTo>
                    <a:pt x="17288" y="72"/>
                  </a:lnTo>
                  <a:cubicBezTo>
                    <a:pt x="15246" y="161"/>
                    <a:pt x="9527" y="0"/>
                    <a:pt x="8795" y="0"/>
                  </a:cubicBezTo>
                  <a:cubicBezTo>
                    <a:pt x="7930" y="0"/>
                    <a:pt x="7712" y="3571"/>
                    <a:pt x="7172" y="3902"/>
                  </a:cubicBezTo>
                  <a:cubicBezTo>
                    <a:pt x="6631" y="4242"/>
                    <a:pt x="11396" y="7473"/>
                    <a:pt x="10855" y="8920"/>
                  </a:cubicBezTo>
                  <a:cubicBezTo>
                    <a:pt x="10313" y="10370"/>
                    <a:pt x="4680" y="9588"/>
                    <a:pt x="4139" y="9699"/>
                  </a:cubicBezTo>
                  <a:cubicBezTo>
                    <a:pt x="3887" y="9755"/>
                    <a:pt x="1982" y="12399"/>
                    <a:pt x="0" y="15324"/>
                  </a:cubicBezTo>
                  <a:cubicBezTo>
                    <a:pt x="2236" y="17370"/>
                    <a:pt x="4471" y="19499"/>
                    <a:pt x="5552" y="20203"/>
                  </a:cubicBezTo>
                  <a:cubicBezTo>
                    <a:pt x="7683" y="21586"/>
                    <a:pt x="11162" y="20083"/>
                    <a:pt x="12619" y="21475"/>
                  </a:cubicBezTo>
                  <a:cubicBezTo>
                    <a:pt x="12664" y="21511"/>
                    <a:pt x="12726" y="21555"/>
                    <a:pt x="12780" y="21600"/>
                  </a:cubicBezTo>
                  <a:cubicBezTo>
                    <a:pt x="14299" y="20117"/>
                    <a:pt x="15867" y="18664"/>
                    <a:pt x="16378" y="18513"/>
                  </a:cubicBezTo>
                  <a:cubicBezTo>
                    <a:pt x="17463" y="18174"/>
                    <a:pt x="16594" y="16281"/>
                    <a:pt x="18870" y="1438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71" name="Shape 2325"/>
            <p:cNvSpPr/>
            <p:nvPr/>
          </p:nvSpPr>
          <p:spPr>
            <a:xfrm>
              <a:off x="3577588" y="4372608"/>
              <a:ext cx="59104" cy="120530"/>
            </a:xfrm>
            <a:custGeom>
              <a:avLst/>
              <a:gdLst/>
              <a:ahLst/>
              <a:cxnLst>
                <a:cxn ang="0">
                  <a:pos x="wd2" y="hd2"/>
                </a:cxn>
                <a:cxn ang="5400000">
                  <a:pos x="wd2" y="hd2"/>
                </a:cxn>
                <a:cxn ang="10800000">
                  <a:pos x="wd2" y="hd2"/>
                </a:cxn>
                <a:cxn ang="16200000">
                  <a:pos x="wd2" y="hd2"/>
                </a:cxn>
              </a:cxnLst>
              <a:rect l="0" t="0" r="r" b="b"/>
              <a:pathLst>
                <a:path w="21600" h="21530" extrusionOk="0">
                  <a:moveTo>
                    <a:pt x="3192" y="5035"/>
                  </a:moveTo>
                  <a:cubicBezTo>
                    <a:pt x="2970" y="5096"/>
                    <a:pt x="2097" y="5135"/>
                    <a:pt x="851" y="5152"/>
                  </a:cubicBezTo>
                  <a:lnTo>
                    <a:pt x="0" y="21530"/>
                  </a:lnTo>
                  <a:lnTo>
                    <a:pt x="8304" y="20993"/>
                  </a:lnTo>
                  <a:cubicBezTo>
                    <a:pt x="8898" y="19588"/>
                    <a:pt x="10787" y="17924"/>
                    <a:pt x="13509" y="16893"/>
                  </a:cubicBezTo>
                  <a:cubicBezTo>
                    <a:pt x="20128" y="14375"/>
                    <a:pt x="10193" y="4307"/>
                    <a:pt x="17925" y="3406"/>
                  </a:cubicBezTo>
                  <a:cubicBezTo>
                    <a:pt x="19343" y="3237"/>
                    <a:pt x="20523" y="2847"/>
                    <a:pt x="21600" y="2357"/>
                  </a:cubicBezTo>
                  <a:cubicBezTo>
                    <a:pt x="18851" y="1078"/>
                    <a:pt x="15801" y="-70"/>
                    <a:pt x="13850" y="4"/>
                  </a:cubicBezTo>
                  <a:cubicBezTo>
                    <a:pt x="9590" y="181"/>
                    <a:pt x="4615" y="4693"/>
                    <a:pt x="3192" y="503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72" name="Shape 2326"/>
            <p:cNvSpPr/>
            <p:nvPr/>
          </p:nvSpPr>
          <p:spPr>
            <a:xfrm>
              <a:off x="4248386" y="4298075"/>
              <a:ext cx="130655" cy="104227"/>
            </a:xfrm>
            <a:custGeom>
              <a:avLst/>
              <a:gdLst/>
              <a:ahLst/>
              <a:cxnLst>
                <a:cxn ang="0">
                  <a:pos x="wd2" y="hd2"/>
                </a:cxn>
                <a:cxn ang="5400000">
                  <a:pos x="wd2" y="hd2"/>
                </a:cxn>
                <a:cxn ang="10800000">
                  <a:pos x="wd2" y="hd2"/>
                </a:cxn>
                <a:cxn ang="16200000">
                  <a:pos x="wd2" y="hd2"/>
                </a:cxn>
              </a:cxnLst>
              <a:rect l="0" t="0" r="r" b="b"/>
              <a:pathLst>
                <a:path w="21007" h="19925" extrusionOk="0">
                  <a:moveTo>
                    <a:pt x="9444" y="635"/>
                  </a:moveTo>
                  <a:cubicBezTo>
                    <a:pt x="6205" y="3330"/>
                    <a:pt x="14299" y="9105"/>
                    <a:pt x="14299" y="12565"/>
                  </a:cubicBezTo>
                  <a:cubicBezTo>
                    <a:pt x="14299" y="16025"/>
                    <a:pt x="1309" y="11911"/>
                    <a:pt x="55" y="15644"/>
                  </a:cubicBezTo>
                  <a:cubicBezTo>
                    <a:pt x="-593" y="17569"/>
                    <a:pt x="4588" y="20264"/>
                    <a:pt x="9444" y="18339"/>
                  </a:cubicBezTo>
                  <a:cubicBezTo>
                    <a:pt x="13964" y="16549"/>
                    <a:pt x="17071" y="18413"/>
                    <a:pt x="19571" y="19925"/>
                  </a:cubicBezTo>
                  <a:cubicBezTo>
                    <a:pt x="19934" y="14095"/>
                    <a:pt x="20494" y="7518"/>
                    <a:pt x="21007" y="3052"/>
                  </a:cubicBezTo>
                  <a:cubicBezTo>
                    <a:pt x="16905" y="1799"/>
                    <a:pt x="11801" y="-1336"/>
                    <a:pt x="9444" y="63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73" name="Shape 2327"/>
            <p:cNvSpPr/>
            <p:nvPr/>
          </p:nvSpPr>
          <p:spPr>
            <a:xfrm>
              <a:off x="4372608" y="4298075"/>
              <a:ext cx="154466" cy="92182"/>
            </a:xfrm>
            <a:custGeom>
              <a:avLst/>
              <a:gdLst/>
              <a:ahLst/>
              <a:cxnLst>
                <a:cxn ang="0">
                  <a:pos x="wd2" y="hd2"/>
                </a:cxn>
                <a:cxn ang="5400000">
                  <a:pos x="wd2" y="hd2"/>
                </a:cxn>
                <a:cxn ang="10800000">
                  <a:pos x="wd2" y="hd2"/>
                </a:cxn>
                <a:cxn ang="16200000">
                  <a:pos x="wd2" y="hd2"/>
                </a:cxn>
              </a:cxnLst>
              <a:rect l="0" t="0" r="r" b="b"/>
              <a:pathLst>
                <a:path w="21600" h="19019" extrusionOk="0">
                  <a:moveTo>
                    <a:pt x="8367" y="14416"/>
                  </a:moveTo>
                  <a:cubicBezTo>
                    <a:pt x="13434" y="11928"/>
                    <a:pt x="21600" y="16499"/>
                    <a:pt x="21600" y="10682"/>
                  </a:cubicBezTo>
                  <a:cubicBezTo>
                    <a:pt x="21600" y="4865"/>
                    <a:pt x="8085" y="-1367"/>
                    <a:pt x="4706" y="295"/>
                  </a:cubicBezTo>
                  <a:cubicBezTo>
                    <a:pt x="3788" y="745"/>
                    <a:pt x="2578" y="510"/>
                    <a:pt x="1247" y="0"/>
                  </a:cubicBezTo>
                  <a:cubicBezTo>
                    <a:pt x="802" y="4820"/>
                    <a:pt x="316" y="11913"/>
                    <a:pt x="0" y="18206"/>
                  </a:cubicBezTo>
                  <a:cubicBezTo>
                    <a:pt x="161" y="18336"/>
                    <a:pt x="326" y="18461"/>
                    <a:pt x="483" y="18571"/>
                  </a:cubicBezTo>
                  <a:cubicBezTo>
                    <a:pt x="2736" y="20233"/>
                    <a:pt x="3296" y="16914"/>
                    <a:pt x="8367" y="1441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74" name="Shape 2328"/>
            <p:cNvSpPr/>
            <p:nvPr/>
          </p:nvSpPr>
          <p:spPr>
            <a:xfrm>
              <a:off x="3676966" y="4521674"/>
              <a:ext cx="191800" cy="198235"/>
            </a:xfrm>
            <a:custGeom>
              <a:avLst/>
              <a:gdLst/>
              <a:ahLst/>
              <a:cxnLst>
                <a:cxn ang="0">
                  <a:pos x="wd2" y="hd2"/>
                </a:cxn>
                <a:cxn ang="5400000">
                  <a:pos x="wd2" y="hd2"/>
                </a:cxn>
                <a:cxn ang="10800000">
                  <a:pos x="wd2" y="hd2"/>
                </a:cxn>
                <a:cxn ang="16200000">
                  <a:pos x="wd2" y="hd2"/>
                </a:cxn>
              </a:cxnLst>
              <a:rect l="0" t="0" r="r" b="b"/>
              <a:pathLst>
                <a:path w="21415" h="21452" extrusionOk="0">
                  <a:moveTo>
                    <a:pt x="11536" y="20295"/>
                  </a:moveTo>
                  <a:cubicBezTo>
                    <a:pt x="12651" y="20836"/>
                    <a:pt x="15437" y="20295"/>
                    <a:pt x="16552" y="21104"/>
                  </a:cubicBezTo>
                  <a:cubicBezTo>
                    <a:pt x="17093" y="21497"/>
                    <a:pt x="18009" y="21508"/>
                    <a:pt x="19061" y="21374"/>
                  </a:cubicBezTo>
                  <a:cubicBezTo>
                    <a:pt x="18736" y="20917"/>
                    <a:pt x="18486" y="20547"/>
                    <a:pt x="18361" y="20319"/>
                  </a:cubicBezTo>
                  <a:cubicBezTo>
                    <a:pt x="17574" y="18906"/>
                    <a:pt x="18923" y="16073"/>
                    <a:pt x="19599" y="14002"/>
                  </a:cubicBezTo>
                  <a:cubicBezTo>
                    <a:pt x="20272" y="11933"/>
                    <a:pt x="19034" y="6923"/>
                    <a:pt x="20272" y="5616"/>
                  </a:cubicBezTo>
                  <a:cubicBezTo>
                    <a:pt x="21509" y="4308"/>
                    <a:pt x="20833" y="3544"/>
                    <a:pt x="21395" y="496"/>
                  </a:cubicBezTo>
                  <a:cubicBezTo>
                    <a:pt x="21432" y="297"/>
                    <a:pt x="21407" y="163"/>
                    <a:pt x="21407" y="3"/>
                  </a:cubicBezTo>
                  <a:cubicBezTo>
                    <a:pt x="18879" y="-92"/>
                    <a:pt x="16293" y="2218"/>
                    <a:pt x="15487" y="2305"/>
                  </a:cubicBezTo>
                  <a:cubicBezTo>
                    <a:pt x="14509" y="2410"/>
                    <a:pt x="11037" y="1567"/>
                    <a:pt x="10604" y="3355"/>
                  </a:cubicBezTo>
                  <a:cubicBezTo>
                    <a:pt x="10168" y="5143"/>
                    <a:pt x="7999" y="5461"/>
                    <a:pt x="5068" y="5668"/>
                  </a:cubicBezTo>
                  <a:cubicBezTo>
                    <a:pt x="2140" y="5881"/>
                    <a:pt x="3658" y="8299"/>
                    <a:pt x="3440" y="8719"/>
                  </a:cubicBezTo>
                  <a:cubicBezTo>
                    <a:pt x="3225" y="9142"/>
                    <a:pt x="1923" y="10087"/>
                    <a:pt x="1923" y="10087"/>
                  </a:cubicBezTo>
                  <a:lnTo>
                    <a:pt x="44" y="10515"/>
                  </a:lnTo>
                  <a:cubicBezTo>
                    <a:pt x="-44" y="11195"/>
                    <a:pt x="-91" y="11867"/>
                    <a:pt x="827" y="12371"/>
                  </a:cubicBezTo>
                  <a:cubicBezTo>
                    <a:pt x="2623" y="13351"/>
                    <a:pt x="5097" y="17165"/>
                    <a:pt x="7007" y="18142"/>
                  </a:cubicBezTo>
                  <a:cubicBezTo>
                    <a:pt x="7926" y="18612"/>
                    <a:pt x="8496" y="19384"/>
                    <a:pt x="8742" y="20135"/>
                  </a:cubicBezTo>
                  <a:cubicBezTo>
                    <a:pt x="9844" y="20051"/>
                    <a:pt x="10962" y="20017"/>
                    <a:pt x="11536" y="2029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75" name="Shape 2329"/>
            <p:cNvSpPr/>
            <p:nvPr/>
          </p:nvSpPr>
          <p:spPr>
            <a:xfrm>
              <a:off x="4298075" y="4993718"/>
              <a:ext cx="1794113" cy="1846849"/>
            </a:xfrm>
            <a:custGeom>
              <a:avLst/>
              <a:gdLst/>
              <a:ahLst/>
              <a:cxnLst>
                <a:cxn ang="0">
                  <a:pos x="wd2" y="hd2"/>
                </a:cxn>
                <a:cxn ang="5400000">
                  <a:pos x="wd2" y="hd2"/>
                </a:cxn>
                <a:cxn ang="10800000">
                  <a:pos x="wd2" y="hd2"/>
                </a:cxn>
                <a:cxn ang="16200000">
                  <a:pos x="wd2" y="hd2"/>
                </a:cxn>
              </a:cxnLst>
              <a:rect l="0" t="0" r="r" b="b"/>
              <a:pathLst>
                <a:path w="21405" h="21570" extrusionOk="0">
                  <a:moveTo>
                    <a:pt x="11389" y="21325"/>
                  </a:moveTo>
                  <a:cubicBezTo>
                    <a:pt x="11725" y="21089"/>
                    <a:pt x="11641" y="20949"/>
                    <a:pt x="11797" y="20667"/>
                  </a:cubicBezTo>
                  <a:cubicBezTo>
                    <a:pt x="11953" y="20384"/>
                    <a:pt x="11821" y="20267"/>
                    <a:pt x="12085" y="20020"/>
                  </a:cubicBezTo>
                  <a:cubicBezTo>
                    <a:pt x="12350" y="19773"/>
                    <a:pt x="12037" y="19608"/>
                    <a:pt x="12374" y="19455"/>
                  </a:cubicBezTo>
                  <a:cubicBezTo>
                    <a:pt x="12710" y="19302"/>
                    <a:pt x="12662" y="19597"/>
                    <a:pt x="12386" y="19937"/>
                  </a:cubicBezTo>
                  <a:cubicBezTo>
                    <a:pt x="12109" y="20278"/>
                    <a:pt x="12061" y="20373"/>
                    <a:pt x="12422" y="20114"/>
                  </a:cubicBezTo>
                  <a:cubicBezTo>
                    <a:pt x="12782" y="19855"/>
                    <a:pt x="12914" y="19491"/>
                    <a:pt x="13118" y="19079"/>
                  </a:cubicBezTo>
                  <a:cubicBezTo>
                    <a:pt x="13322" y="18668"/>
                    <a:pt x="13479" y="18538"/>
                    <a:pt x="13659" y="18515"/>
                  </a:cubicBezTo>
                  <a:cubicBezTo>
                    <a:pt x="13839" y="18491"/>
                    <a:pt x="13839" y="18056"/>
                    <a:pt x="13815" y="17751"/>
                  </a:cubicBezTo>
                  <a:cubicBezTo>
                    <a:pt x="13791" y="17445"/>
                    <a:pt x="13695" y="17163"/>
                    <a:pt x="13827" y="16963"/>
                  </a:cubicBezTo>
                  <a:cubicBezTo>
                    <a:pt x="13959" y="16763"/>
                    <a:pt x="13827" y="16575"/>
                    <a:pt x="13995" y="16575"/>
                  </a:cubicBezTo>
                  <a:cubicBezTo>
                    <a:pt x="14163" y="16575"/>
                    <a:pt x="14415" y="16328"/>
                    <a:pt x="14680" y="16069"/>
                  </a:cubicBezTo>
                  <a:cubicBezTo>
                    <a:pt x="14944" y="15810"/>
                    <a:pt x="15112" y="15787"/>
                    <a:pt x="15388" y="15763"/>
                  </a:cubicBezTo>
                  <a:cubicBezTo>
                    <a:pt x="15664" y="15740"/>
                    <a:pt x="15509" y="15646"/>
                    <a:pt x="15689" y="15599"/>
                  </a:cubicBezTo>
                  <a:cubicBezTo>
                    <a:pt x="15869" y="15552"/>
                    <a:pt x="15989" y="15387"/>
                    <a:pt x="16109" y="15281"/>
                  </a:cubicBezTo>
                  <a:cubicBezTo>
                    <a:pt x="16229" y="15175"/>
                    <a:pt x="16722" y="15293"/>
                    <a:pt x="17010" y="15293"/>
                  </a:cubicBezTo>
                  <a:cubicBezTo>
                    <a:pt x="17298" y="15293"/>
                    <a:pt x="17490" y="15317"/>
                    <a:pt x="17490" y="15140"/>
                  </a:cubicBezTo>
                  <a:cubicBezTo>
                    <a:pt x="17490" y="14964"/>
                    <a:pt x="17622" y="14822"/>
                    <a:pt x="17790" y="14822"/>
                  </a:cubicBezTo>
                  <a:cubicBezTo>
                    <a:pt x="17959" y="14822"/>
                    <a:pt x="18031" y="14775"/>
                    <a:pt x="18031" y="14540"/>
                  </a:cubicBezTo>
                  <a:cubicBezTo>
                    <a:pt x="18031" y="14305"/>
                    <a:pt x="18103" y="14164"/>
                    <a:pt x="18247" y="14058"/>
                  </a:cubicBezTo>
                  <a:cubicBezTo>
                    <a:pt x="18391" y="13952"/>
                    <a:pt x="18415" y="13718"/>
                    <a:pt x="18463" y="13565"/>
                  </a:cubicBezTo>
                  <a:cubicBezTo>
                    <a:pt x="18511" y="13412"/>
                    <a:pt x="18667" y="13506"/>
                    <a:pt x="18667" y="13282"/>
                  </a:cubicBezTo>
                  <a:cubicBezTo>
                    <a:pt x="18667" y="13059"/>
                    <a:pt x="18751" y="12812"/>
                    <a:pt x="18751" y="12636"/>
                  </a:cubicBezTo>
                  <a:cubicBezTo>
                    <a:pt x="18751" y="12459"/>
                    <a:pt x="18944" y="12483"/>
                    <a:pt x="19028" y="12354"/>
                  </a:cubicBezTo>
                  <a:cubicBezTo>
                    <a:pt x="19112" y="12224"/>
                    <a:pt x="18956" y="12060"/>
                    <a:pt x="19088" y="11695"/>
                  </a:cubicBezTo>
                  <a:cubicBezTo>
                    <a:pt x="19220" y="11330"/>
                    <a:pt x="19088" y="10990"/>
                    <a:pt x="19088" y="10660"/>
                  </a:cubicBezTo>
                  <a:cubicBezTo>
                    <a:pt x="19088" y="10331"/>
                    <a:pt x="19088" y="9990"/>
                    <a:pt x="19208" y="9884"/>
                  </a:cubicBezTo>
                  <a:cubicBezTo>
                    <a:pt x="19328" y="9779"/>
                    <a:pt x="19268" y="9720"/>
                    <a:pt x="19172" y="9673"/>
                  </a:cubicBezTo>
                  <a:cubicBezTo>
                    <a:pt x="19076" y="9626"/>
                    <a:pt x="19184" y="9496"/>
                    <a:pt x="19268" y="9520"/>
                  </a:cubicBezTo>
                  <a:cubicBezTo>
                    <a:pt x="19352" y="9543"/>
                    <a:pt x="19448" y="9720"/>
                    <a:pt x="19604" y="9626"/>
                  </a:cubicBezTo>
                  <a:cubicBezTo>
                    <a:pt x="19760" y="9531"/>
                    <a:pt x="19904" y="9132"/>
                    <a:pt x="20036" y="8803"/>
                  </a:cubicBezTo>
                  <a:cubicBezTo>
                    <a:pt x="20169" y="8473"/>
                    <a:pt x="20385" y="8485"/>
                    <a:pt x="20553" y="8414"/>
                  </a:cubicBezTo>
                  <a:cubicBezTo>
                    <a:pt x="20721" y="8344"/>
                    <a:pt x="21082" y="7944"/>
                    <a:pt x="21310" y="7368"/>
                  </a:cubicBezTo>
                  <a:cubicBezTo>
                    <a:pt x="21538" y="6792"/>
                    <a:pt x="21298" y="6228"/>
                    <a:pt x="21202" y="5828"/>
                  </a:cubicBezTo>
                  <a:cubicBezTo>
                    <a:pt x="21105" y="5428"/>
                    <a:pt x="20973" y="5510"/>
                    <a:pt x="20733" y="5522"/>
                  </a:cubicBezTo>
                  <a:cubicBezTo>
                    <a:pt x="20493" y="5534"/>
                    <a:pt x="20036" y="5475"/>
                    <a:pt x="19436" y="4840"/>
                  </a:cubicBezTo>
                  <a:cubicBezTo>
                    <a:pt x="18836" y="4205"/>
                    <a:pt x="18247" y="4252"/>
                    <a:pt x="17851" y="4358"/>
                  </a:cubicBezTo>
                  <a:cubicBezTo>
                    <a:pt x="17454" y="4464"/>
                    <a:pt x="17046" y="4170"/>
                    <a:pt x="16782" y="4111"/>
                  </a:cubicBezTo>
                  <a:cubicBezTo>
                    <a:pt x="16517" y="4052"/>
                    <a:pt x="16265" y="4382"/>
                    <a:pt x="16073" y="4452"/>
                  </a:cubicBezTo>
                  <a:cubicBezTo>
                    <a:pt x="15881" y="4522"/>
                    <a:pt x="16169" y="4170"/>
                    <a:pt x="16181" y="3946"/>
                  </a:cubicBezTo>
                  <a:cubicBezTo>
                    <a:pt x="16193" y="3723"/>
                    <a:pt x="15460" y="3406"/>
                    <a:pt x="14908" y="3194"/>
                  </a:cubicBezTo>
                  <a:cubicBezTo>
                    <a:pt x="14355" y="2982"/>
                    <a:pt x="14115" y="3088"/>
                    <a:pt x="14115" y="3429"/>
                  </a:cubicBezTo>
                  <a:cubicBezTo>
                    <a:pt x="14115" y="3770"/>
                    <a:pt x="13899" y="3323"/>
                    <a:pt x="13731" y="3688"/>
                  </a:cubicBezTo>
                  <a:cubicBezTo>
                    <a:pt x="13563" y="4052"/>
                    <a:pt x="13250" y="3817"/>
                    <a:pt x="13455" y="3700"/>
                  </a:cubicBezTo>
                  <a:cubicBezTo>
                    <a:pt x="13659" y="3582"/>
                    <a:pt x="13851" y="3312"/>
                    <a:pt x="13923" y="3088"/>
                  </a:cubicBezTo>
                  <a:cubicBezTo>
                    <a:pt x="13995" y="2865"/>
                    <a:pt x="13130" y="2688"/>
                    <a:pt x="12830" y="2806"/>
                  </a:cubicBezTo>
                  <a:cubicBezTo>
                    <a:pt x="12530" y="2924"/>
                    <a:pt x="12722" y="3347"/>
                    <a:pt x="12482" y="3217"/>
                  </a:cubicBezTo>
                  <a:cubicBezTo>
                    <a:pt x="12241" y="3088"/>
                    <a:pt x="12434" y="2771"/>
                    <a:pt x="12626" y="2782"/>
                  </a:cubicBezTo>
                  <a:cubicBezTo>
                    <a:pt x="12818" y="2794"/>
                    <a:pt x="13034" y="2406"/>
                    <a:pt x="13166" y="2124"/>
                  </a:cubicBezTo>
                  <a:cubicBezTo>
                    <a:pt x="13298" y="1842"/>
                    <a:pt x="12938" y="1795"/>
                    <a:pt x="12722" y="1560"/>
                  </a:cubicBezTo>
                  <a:cubicBezTo>
                    <a:pt x="12508" y="1327"/>
                    <a:pt x="12552" y="648"/>
                    <a:pt x="12333" y="541"/>
                  </a:cubicBezTo>
                  <a:cubicBezTo>
                    <a:pt x="12098" y="769"/>
                    <a:pt x="11782" y="1125"/>
                    <a:pt x="11693" y="1386"/>
                  </a:cubicBezTo>
                  <a:cubicBezTo>
                    <a:pt x="11579" y="1721"/>
                    <a:pt x="11433" y="1530"/>
                    <a:pt x="11124" y="1625"/>
                  </a:cubicBezTo>
                  <a:cubicBezTo>
                    <a:pt x="10815" y="1721"/>
                    <a:pt x="10668" y="1593"/>
                    <a:pt x="10587" y="1466"/>
                  </a:cubicBezTo>
                  <a:cubicBezTo>
                    <a:pt x="10506" y="1338"/>
                    <a:pt x="10197" y="1466"/>
                    <a:pt x="9986" y="1450"/>
                  </a:cubicBezTo>
                  <a:cubicBezTo>
                    <a:pt x="9774" y="1434"/>
                    <a:pt x="9904" y="1705"/>
                    <a:pt x="9758" y="1785"/>
                  </a:cubicBezTo>
                  <a:cubicBezTo>
                    <a:pt x="9612" y="1864"/>
                    <a:pt x="9238" y="1625"/>
                    <a:pt x="9108" y="1769"/>
                  </a:cubicBezTo>
                  <a:cubicBezTo>
                    <a:pt x="8978" y="1912"/>
                    <a:pt x="8896" y="1769"/>
                    <a:pt x="8831" y="1896"/>
                  </a:cubicBezTo>
                  <a:cubicBezTo>
                    <a:pt x="8766" y="2023"/>
                    <a:pt x="8539" y="1944"/>
                    <a:pt x="8473" y="2023"/>
                  </a:cubicBezTo>
                  <a:cubicBezTo>
                    <a:pt x="8408" y="2103"/>
                    <a:pt x="8181" y="2150"/>
                    <a:pt x="7888" y="1832"/>
                  </a:cubicBezTo>
                  <a:cubicBezTo>
                    <a:pt x="7595" y="1514"/>
                    <a:pt x="7644" y="989"/>
                    <a:pt x="7774" y="893"/>
                  </a:cubicBezTo>
                  <a:cubicBezTo>
                    <a:pt x="7904" y="798"/>
                    <a:pt x="7904" y="527"/>
                    <a:pt x="7726" y="447"/>
                  </a:cubicBezTo>
                  <a:cubicBezTo>
                    <a:pt x="7547" y="368"/>
                    <a:pt x="7726" y="34"/>
                    <a:pt x="7498" y="2"/>
                  </a:cubicBezTo>
                  <a:cubicBezTo>
                    <a:pt x="7270" y="-30"/>
                    <a:pt x="7303" y="256"/>
                    <a:pt x="7157" y="304"/>
                  </a:cubicBezTo>
                  <a:cubicBezTo>
                    <a:pt x="7010" y="352"/>
                    <a:pt x="6653" y="591"/>
                    <a:pt x="6490" y="559"/>
                  </a:cubicBezTo>
                  <a:cubicBezTo>
                    <a:pt x="6327" y="527"/>
                    <a:pt x="6116" y="591"/>
                    <a:pt x="6116" y="765"/>
                  </a:cubicBezTo>
                  <a:cubicBezTo>
                    <a:pt x="6116" y="941"/>
                    <a:pt x="5937" y="893"/>
                    <a:pt x="5904" y="750"/>
                  </a:cubicBezTo>
                  <a:cubicBezTo>
                    <a:pt x="5872" y="607"/>
                    <a:pt x="5531" y="686"/>
                    <a:pt x="5433" y="591"/>
                  </a:cubicBezTo>
                  <a:cubicBezTo>
                    <a:pt x="5336" y="495"/>
                    <a:pt x="4880" y="543"/>
                    <a:pt x="5075" y="654"/>
                  </a:cubicBezTo>
                  <a:cubicBezTo>
                    <a:pt x="5270" y="765"/>
                    <a:pt x="5287" y="877"/>
                    <a:pt x="5287" y="1052"/>
                  </a:cubicBezTo>
                  <a:cubicBezTo>
                    <a:pt x="5287" y="1227"/>
                    <a:pt x="5433" y="1179"/>
                    <a:pt x="5433" y="1386"/>
                  </a:cubicBezTo>
                  <a:cubicBezTo>
                    <a:pt x="5433" y="1593"/>
                    <a:pt x="5596" y="1450"/>
                    <a:pt x="5709" y="1450"/>
                  </a:cubicBezTo>
                  <a:cubicBezTo>
                    <a:pt x="5823" y="1450"/>
                    <a:pt x="5823" y="1641"/>
                    <a:pt x="5644" y="1673"/>
                  </a:cubicBezTo>
                  <a:cubicBezTo>
                    <a:pt x="5466" y="1705"/>
                    <a:pt x="5384" y="1800"/>
                    <a:pt x="5336" y="1960"/>
                  </a:cubicBezTo>
                  <a:cubicBezTo>
                    <a:pt x="5287" y="2119"/>
                    <a:pt x="5124" y="2007"/>
                    <a:pt x="4978" y="2134"/>
                  </a:cubicBezTo>
                  <a:cubicBezTo>
                    <a:pt x="4831" y="2262"/>
                    <a:pt x="4701" y="2389"/>
                    <a:pt x="4604" y="2326"/>
                  </a:cubicBezTo>
                  <a:cubicBezTo>
                    <a:pt x="4506" y="2262"/>
                    <a:pt x="4425" y="2310"/>
                    <a:pt x="4311" y="2373"/>
                  </a:cubicBezTo>
                  <a:cubicBezTo>
                    <a:pt x="4197" y="2437"/>
                    <a:pt x="4149" y="2373"/>
                    <a:pt x="3986" y="2246"/>
                  </a:cubicBezTo>
                  <a:cubicBezTo>
                    <a:pt x="3864" y="2151"/>
                    <a:pt x="3788" y="1921"/>
                    <a:pt x="3572" y="1711"/>
                  </a:cubicBezTo>
                  <a:cubicBezTo>
                    <a:pt x="3443" y="1771"/>
                    <a:pt x="3182" y="1863"/>
                    <a:pt x="3042" y="1863"/>
                  </a:cubicBezTo>
                  <a:cubicBezTo>
                    <a:pt x="2852" y="1863"/>
                    <a:pt x="2256" y="1821"/>
                    <a:pt x="2224" y="1922"/>
                  </a:cubicBezTo>
                  <a:cubicBezTo>
                    <a:pt x="2191" y="2022"/>
                    <a:pt x="2267" y="2192"/>
                    <a:pt x="2365" y="2213"/>
                  </a:cubicBezTo>
                  <a:cubicBezTo>
                    <a:pt x="2462" y="2234"/>
                    <a:pt x="2668" y="2293"/>
                    <a:pt x="2473" y="2430"/>
                  </a:cubicBezTo>
                  <a:cubicBezTo>
                    <a:pt x="2278" y="2568"/>
                    <a:pt x="2105" y="2383"/>
                    <a:pt x="2105" y="2716"/>
                  </a:cubicBezTo>
                  <a:cubicBezTo>
                    <a:pt x="2105" y="3050"/>
                    <a:pt x="2542" y="3267"/>
                    <a:pt x="2451" y="3576"/>
                  </a:cubicBezTo>
                  <a:cubicBezTo>
                    <a:pt x="2404" y="3735"/>
                    <a:pt x="2340" y="4143"/>
                    <a:pt x="2340" y="4299"/>
                  </a:cubicBezTo>
                  <a:cubicBezTo>
                    <a:pt x="2340" y="4456"/>
                    <a:pt x="2276" y="4989"/>
                    <a:pt x="2132" y="5020"/>
                  </a:cubicBezTo>
                  <a:cubicBezTo>
                    <a:pt x="1988" y="5052"/>
                    <a:pt x="1860" y="4895"/>
                    <a:pt x="1667" y="5052"/>
                  </a:cubicBezTo>
                  <a:cubicBezTo>
                    <a:pt x="1475" y="5208"/>
                    <a:pt x="1235" y="5114"/>
                    <a:pt x="1011" y="5287"/>
                  </a:cubicBezTo>
                  <a:cubicBezTo>
                    <a:pt x="787" y="5459"/>
                    <a:pt x="547" y="5397"/>
                    <a:pt x="531" y="5600"/>
                  </a:cubicBezTo>
                  <a:cubicBezTo>
                    <a:pt x="515" y="5804"/>
                    <a:pt x="307" y="5914"/>
                    <a:pt x="355" y="6102"/>
                  </a:cubicBezTo>
                  <a:cubicBezTo>
                    <a:pt x="403" y="6290"/>
                    <a:pt x="258" y="6243"/>
                    <a:pt x="114" y="6384"/>
                  </a:cubicBezTo>
                  <a:cubicBezTo>
                    <a:pt x="-30" y="6525"/>
                    <a:pt x="130" y="6619"/>
                    <a:pt x="34" y="6729"/>
                  </a:cubicBezTo>
                  <a:cubicBezTo>
                    <a:pt x="-62" y="6839"/>
                    <a:pt x="66" y="7011"/>
                    <a:pt x="178" y="7184"/>
                  </a:cubicBezTo>
                  <a:cubicBezTo>
                    <a:pt x="290" y="7356"/>
                    <a:pt x="419" y="7482"/>
                    <a:pt x="403" y="7638"/>
                  </a:cubicBezTo>
                  <a:cubicBezTo>
                    <a:pt x="386" y="7795"/>
                    <a:pt x="515" y="7858"/>
                    <a:pt x="675" y="7842"/>
                  </a:cubicBezTo>
                  <a:cubicBezTo>
                    <a:pt x="835" y="7827"/>
                    <a:pt x="707" y="8140"/>
                    <a:pt x="963" y="8140"/>
                  </a:cubicBezTo>
                  <a:cubicBezTo>
                    <a:pt x="1219" y="8140"/>
                    <a:pt x="1475" y="8203"/>
                    <a:pt x="1540" y="8062"/>
                  </a:cubicBezTo>
                  <a:cubicBezTo>
                    <a:pt x="1604" y="7921"/>
                    <a:pt x="1780" y="7811"/>
                    <a:pt x="1780" y="8015"/>
                  </a:cubicBezTo>
                  <a:cubicBezTo>
                    <a:pt x="1780" y="8218"/>
                    <a:pt x="1732" y="8767"/>
                    <a:pt x="1908" y="8704"/>
                  </a:cubicBezTo>
                  <a:cubicBezTo>
                    <a:pt x="2084" y="8642"/>
                    <a:pt x="2436" y="8657"/>
                    <a:pt x="2613" y="8720"/>
                  </a:cubicBezTo>
                  <a:cubicBezTo>
                    <a:pt x="2789" y="8783"/>
                    <a:pt x="2965" y="8720"/>
                    <a:pt x="3077" y="8611"/>
                  </a:cubicBezTo>
                  <a:cubicBezTo>
                    <a:pt x="3189" y="8500"/>
                    <a:pt x="3317" y="8501"/>
                    <a:pt x="3541" y="8375"/>
                  </a:cubicBezTo>
                  <a:cubicBezTo>
                    <a:pt x="3766" y="8250"/>
                    <a:pt x="3974" y="8093"/>
                    <a:pt x="4182" y="8093"/>
                  </a:cubicBezTo>
                  <a:cubicBezTo>
                    <a:pt x="4390" y="8093"/>
                    <a:pt x="4743" y="7968"/>
                    <a:pt x="4694" y="8124"/>
                  </a:cubicBezTo>
                  <a:cubicBezTo>
                    <a:pt x="4646" y="8281"/>
                    <a:pt x="4615" y="8861"/>
                    <a:pt x="4871" y="9159"/>
                  </a:cubicBezTo>
                  <a:cubicBezTo>
                    <a:pt x="5127" y="9457"/>
                    <a:pt x="5271" y="9567"/>
                    <a:pt x="5511" y="9535"/>
                  </a:cubicBezTo>
                  <a:cubicBezTo>
                    <a:pt x="5751" y="9504"/>
                    <a:pt x="5720" y="9629"/>
                    <a:pt x="5896" y="9614"/>
                  </a:cubicBezTo>
                  <a:cubicBezTo>
                    <a:pt x="6072" y="9598"/>
                    <a:pt x="5960" y="9802"/>
                    <a:pt x="6120" y="9802"/>
                  </a:cubicBezTo>
                  <a:cubicBezTo>
                    <a:pt x="6280" y="9802"/>
                    <a:pt x="6568" y="9833"/>
                    <a:pt x="6568" y="10006"/>
                  </a:cubicBezTo>
                  <a:cubicBezTo>
                    <a:pt x="6568" y="10178"/>
                    <a:pt x="7049" y="10037"/>
                    <a:pt x="7161" y="10131"/>
                  </a:cubicBezTo>
                  <a:cubicBezTo>
                    <a:pt x="7273" y="10225"/>
                    <a:pt x="7401" y="10304"/>
                    <a:pt x="7369" y="10492"/>
                  </a:cubicBezTo>
                  <a:cubicBezTo>
                    <a:pt x="7337" y="10680"/>
                    <a:pt x="7609" y="10821"/>
                    <a:pt x="7449" y="10899"/>
                  </a:cubicBezTo>
                  <a:cubicBezTo>
                    <a:pt x="7289" y="10978"/>
                    <a:pt x="7497" y="11134"/>
                    <a:pt x="7513" y="11338"/>
                  </a:cubicBezTo>
                  <a:cubicBezTo>
                    <a:pt x="7529" y="11542"/>
                    <a:pt x="7753" y="11620"/>
                    <a:pt x="8106" y="11604"/>
                  </a:cubicBezTo>
                  <a:cubicBezTo>
                    <a:pt x="8458" y="11589"/>
                    <a:pt x="8554" y="11620"/>
                    <a:pt x="8554" y="11872"/>
                  </a:cubicBezTo>
                  <a:cubicBezTo>
                    <a:pt x="8554" y="12122"/>
                    <a:pt x="8794" y="12154"/>
                    <a:pt x="8874" y="12389"/>
                  </a:cubicBezTo>
                  <a:cubicBezTo>
                    <a:pt x="8955" y="12624"/>
                    <a:pt x="8778" y="12890"/>
                    <a:pt x="8810" y="13078"/>
                  </a:cubicBezTo>
                  <a:cubicBezTo>
                    <a:pt x="8835" y="13223"/>
                    <a:pt x="8746" y="13376"/>
                    <a:pt x="8645" y="13439"/>
                  </a:cubicBezTo>
                  <a:cubicBezTo>
                    <a:pt x="8769" y="13593"/>
                    <a:pt x="8779" y="13663"/>
                    <a:pt x="8668" y="13722"/>
                  </a:cubicBezTo>
                  <a:cubicBezTo>
                    <a:pt x="8522" y="13802"/>
                    <a:pt x="8848" y="14025"/>
                    <a:pt x="8766" y="14375"/>
                  </a:cubicBezTo>
                  <a:cubicBezTo>
                    <a:pt x="8685" y="14725"/>
                    <a:pt x="8669" y="14788"/>
                    <a:pt x="9043" y="14805"/>
                  </a:cubicBezTo>
                  <a:cubicBezTo>
                    <a:pt x="9417" y="14821"/>
                    <a:pt x="9384" y="14932"/>
                    <a:pt x="9514" y="14852"/>
                  </a:cubicBezTo>
                  <a:cubicBezTo>
                    <a:pt x="9644" y="14773"/>
                    <a:pt x="9839" y="15123"/>
                    <a:pt x="9888" y="15298"/>
                  </a:cubicBezTo>
                  <a:cubicBezTo>
                    <a:pt x="9937" y="15473"/>
                    <a:pt x="10083" y="15887"/>
                    <a:pt x="10148" y="15887"/>
                  </a:cubicBezTo>
                  <a:cubicBezTo>
                    <a:pt x="10214" y="15887"/>
                    <a:pt x="10408" y="15696"/>
                    <a:pt x="10604" y="15791"/>
                  </a:cubicBezTo>
                  <a:cubicBezTo>
                    <a:pt x="10785" y="15880"/>
                    <a:pt x="10559" y="16478"/>
                    <a:pt x="10552" y="16740"/>
                  </a:cubicBezTo>
                  <a:cubicBezTo>
                    <a:pt x="10688" y="16736"/>
                    <a:pt x="10854" y="16736"/>
                    <a:pt x="10909" y="16763"/>
                  </a:cubicBezTo>
                  <a:cubicBezTo>
                    <a:pt x="11006" y="16810"/>
                    <a:pt x="11055" y="17454"/>
                    <a:pt x="11006" y="17573"/>
                  </a:cubicBezTo>
                  <a:cubicBezTo>
                    <a:pt x="10957" y="17692"/>
                    <a:pt x="10556" y="17799"/>
                    <a:pt x="10349" y="17930"/>
                  </a:cubicBezTo>
                  <a:cubicBezTo>
                    <a:pt x="10142" y="18061"/>
                    <a:pt x="9643" y="18526"/>
                    <a:pt x="9412" y="18895"/>
                  </a:cubicBezTo>
                  <a:cubicBezTo>
                    <a:pt x="9275" y="19114"/>
                    <a:pt x="9075" y="19295"/>
                    <a:pt x="8934" y="19453"/>
                  </a:cubicBezTo>
                  <a:cubicBezTo>
                    <a:pt x="9001" y="19462"/>
                    <a:pt x="9057" y="19460"/>
                    <a:pt x="9096" y="19443"/>
                  </a:cubicBezTo>
                  <a:cubicBezTo>
                    <a:pt x="9205" y="19396"/>
                    <a:pt x="9375" y="19396"/>
                    <a:pt x="9558" y="19610"/>
                  </a:cubicBezTo>
                  <a:cubicBezTo>
                    <a:pt x="9740" y="19824"/>
                    <a:pt x="9728" y="19991"/>
                    <a:pt x="9801" y="19979"/>
                  </a:cubicBezTo>
                  <a:cubicBezTo>
                    <a:pt x="9874" y="19967"/>
                    <a:pt x="9960" y="19693"/>
                    <a:pt x="10106" y="19896"/>
                  </a:cubicBezTo>
                  <a:cubicBezTo>
                    <a:pt x="10252" y="20099"/>
                    <a:pt x="10629" y="20253"/>
                    <a:pt x="10714" y="20349"/>
                  </a:cubicBezTo>
                  <a:cubicBezTo>
                    <a:pt x="10799" y="20444"/>
                    <a:pt x="11079" y="20515"/>
                    <a:pt x="11079" y="20765"/>
                  </a:cubicBezTo>
                  <a:cubicBezTo>
                    <a:pt x="11079" y="20944"/>
                    <a:pt x="10993" y="21283"/>
                    <a:pt x="11136" y="21570"/>
                  </a:cubicBezTo>
                  <a:cubicBezTo>
                    <a:pt x="11204" y="21483"/>
                    <a:pt x="11283" y="21399"/>
                    <a:pt x="11389" y="2132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76" name="Shape 2330"/>
            <p:cNvSpPr/>
            <p:nvPr/>
          </p:nvSpPr>
          <p:spPr>
            <a:xfrm>
              <a:off x="4993717" y="6658290"/>
              <a:ext cx="226183" cy="239661"/>
            </a:xfrm>
            <a:custGeom>
              <a:avLst/>
              <a:gdLst/>
              <a:ahLst/>
              <a:cxnLst>
                <a:cxn ang="0">
                  <a:pos x="wd2" y="hd2"/>
                </a:cxn>
                <a:cxn ang="5400000">
                  <a:pos x="wd2" y="hd2"/>
                </a:cxn>
                <a:cxn ang="10800000">
                  <a:pos x="wd2" y="hd2"/>
                </a:cxn>
                <a:cxn ang="16200000">
                  <a:pos x="wd2" y="hd2"/>
                </a:cxn>
              </a:cxnLst>
              <a:rect l="0" t="0" r="r" b="b"/>
              <a:pathLst>
                <a:path w="21510" h="20896" extrusionOk="0">
                  <a:moveTo>
                    <a:pt x="21055" y="10062"/>
                  </a:moveTo>
                  <a:cubicBezTo>
                    <a:pt x="21055" y="8196"/>
                    <a:pt x="18825" y="7661"/>
                    <a:pt x="18147" y="6952"/>
                  </a:cubicBezTo>
                  <a:cubicBezTo>
                    <a:pt x="17466" y="6239"/>
                    <a:pt x="14461" y="5084"/>
                    <a:pt x="13297" y="3570"/>
                  </a:cubicBezTo>
                  <a:cubicBezTo>
                    <a:pt x="12133" y="2059"/>
                    <a:pt x="11454" y="4103"/>
                    <a:pt x="10871" y="4194"/>
                  </a:cubicBezTo>
                  <a:cubicBezTo>
                    <a:pt x="10289" y="4280"/>
                    <a:pt x="10384" y="3037"/>
                    <a:pt x="8933" y="1435"/>
                  </a:cubicBezTo>
                  <a:cubicBezTo>
                    <a:pt x="7475" y="-164"/>
                    <a:pt x="6119" y="-164"/>
                    <a:pt x="5246" y="191"/>
                  </a:cubicBezTo>
                  <a:cubicBezTo>
                    <a:pt x="4941" y="314"/>
                    <a:pt x="4491" y="335"/>
                    <a:pt x="3956" y="265"/>
                  </a:cubicBezTo>
                  <a:cubicBezTo>
                    <a:pt x="3184" y="1080"/>
                    <a:pt x="2625" y="1814"/>
                    <a:pt x="2625" y="2503"/>
                  </a:cubicBezTo>
                  <a:cubicBezTo>
                    <a:pt x="2625" y="4194"/>
                    <a:pt x="1266" y="6059"/>
                    <a:pt x="1171" y="9262"/>
                  </a:cubicBezTo>
                  <a:cubicBezTo>
                    <a:pt x="1072" y="12463"/>
                    <a:pt x="103" y="11930"/>
                    <a:pt x="7" y="14419"/>
                  </a:cubicBezTo>
                  <a:cubicBezTo>
                    <a:pt x="-90" y="16909"/>
                    <a:pt x="879" y="16465"/>
                    <a:pt x="1266" y="16820"/>
                  </a:cubicBezTo>
                  <a:cubicBezTo>
                    <a:pt x="1481" y="17015"/>
                    <a:pt x="1219" y="17810"/>
                    <a:pt x="945" y="18481"/>
                  </a:cubicBezTo>
                  <a:cubicBezTo>
                    <a:pt x="1353" y="18813"/>
                    <a:pt x="1758" y="19329"/>
                    <a:pt x="2652" y="19240"/>
                  </a:cubicBezTo>
                  <a:cubicBezTo>
                    <a:pt x="4376" y="19065"/>
                    <a:pt x="6098" y="19680"/>
                    <a:pt x="8205" y="20558"/>
                  </a:cubicBezTo>
                  <a:cubicBezTo>
                    <a:pt x="10310" y="21436"/>
                    <a:pt x="9544" y="20294"/>
                    <a:pt x="11555" y="20558"/>
                  </a:cubicBezTo>
                  <a:cubicBezTo>
                    <a:pt x="13565" y="20823"/>
                    <a:pt x="15864" y="20996"/>
                    <a:pt x="18066" y="19767"/>
                  </a:cubicBezTo>
                  <a:cubicBezTo>
                    <a:pt x="19574" y="18925"/>
                    <a:pt x="20331" y="17468"/>
                    <a:pt x="21510" y="16067"/>
                  </a:cubicBezTo>
                  <a:cubicBezTo>
                    <a:pt x="20369" y="13926"/>
                    <a:pt x="21055" y="11399"/>
                    <a:pt x="21055" y="1006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77" name="Shape 2331"/>
            <p:cNvSpPr/>
            <p:nvPr/>
          </p:nvSpPr>
          <p:spPr>
            <a:xfrm>
              <a:off x="4298075" y="6235936"/>
              <a:ext cx="912348" cy="1800003"/>
            </a:xfrm>
            <a:custGeom>
              <a:avLst/>
              <a:gdLst/>
              <a:ahLst/>
              <a:cxnLst>
                <a:cxn ang="0">
                  <a:pos x="wd2" y="hd2"/>
                </a:cxn>
                <a:cxn ang="5400000">
                  <a:pos x="wd2" y="hd2"/>
                </a:cxn>
                <a:cxn ang="10800000">
                  <a:pos x="wd2" y="hd2"/>
                </a:cxn>
                <a:cxn ang="16200000">
                  <a:pos x="wd2" y="hd2"/>
                </a:cxn>
              </a:cxnLst>
              <a:rect l="0" t="0" r="r" b="b"/>
              <a:pathLst>
                <a:path w="21399" h="21422" extrusionOk="0">
                  <a:moveTo>
                    <a:pt x="21170" y="2114"/>
                  </a:moveTo>
                  <a:cubicBezTo>
                    <a:pt x="21062" y="2086"/>
                    <a:pt x="20736" y="2086"/>
                    <a:pt x="20469" y="2091"/>
                  </a:cubicBezTo>
                  <a:cubicBezTo>
                    <a:pt x="20469" y="2111"/>
                    <a:pt x="20469" y="2130"/>
                    <a:pt x="20474" y="2146"/>
                  </a:cubicBezTo>
                  <a:cubicBezTo>
                    <a:pt x="20538" y="2373"/>
                    <a:pt x="20250" y="2956"/>
                    <a:pt x="19931" y="2940"/>
                  </a:cubicBezTo>
                  <a:cubicBezTo>
                    <a:pt x="19612" y="2924"/>
                    <a:pt x="19356" y="3184"/>
                    <a:pt x="19100" y="3151"/>
                  </a:cubicBezTo>
                  <a:cubicBezTo>
                    <a:pt x="18844" y="3119"/>
                    <a:pt x="18492" y="3346"/>
                    <a:pt x="18172" y="3248"/>
                  </a:cubicBezTo>
                  <a:cubicBezTo>
                    <a:pt x="17853" y="3151"/>
                    <a:pt x="17406" y="3281"/>
                    <a:pt x="17150" y="3200"/>
                  </a:cubicBezTo>
                  <a:cubicBezTo>
                    <a:pt x="16894" y="3119"/>
                    <a:pt x="16159" y="3184"/>
                    <a:pt x="16159" y="3087"/>
                  </a:cubicBezTo>
                  <a:cubicBezTo>
                    <a:pt x="16159" y="2989"/>
                    <a:pt x="16511" y="3022"/>
                    <a:pt x="16511" y="2729"/>
                  </a:cubicBezTo>
                  <a:cubicBezTo>
                    <a:pt x="16511" y="2438"/>
                    <a:pt x="17469" y="2113"/>
                    <a:pt x="17342" y="2000"/>
                  </a:cubicBezTo>
                  <a:cubicBezTo>
                    <a:pt x="17214" y="1886"/>
                    <a:pt x="15583" y="1643"/>
                    <a:pt x="15360" y="1497"/>
                  </a:cubicBezTo>
                  <a:cubicBezTo>
                    <a:pt x="15136" y="1351"/>
                    <a:pt x="14816" y="1221"/>
                    <a:pt x="14177" y="1189"/>
                  </a:cubicBezTo>
                  <a:cubicBezTo>
                    <a:pt x="13538" y="1156"/>
                    <a:pt x="13570" y="994"/>
                    <a:pt x="12995" y="816"/>
                  </a:cubicBezTo>
                  <a:cubicBezTo>
                    <a:pt x="12515" y="667"/>
                    <a:pt x="11768" y="270"/>
                    <a:pt x="11516" y="48"/>
                  </a:cubicBezTo>
                  <a:cubicBezTo>
                    <a:pt x="11126" y="27"/>
                    <a:pt x="10575" y="-14"/>
                    <a:pt x="10464" y="53"/>
                  </a:cubicBezTo>
                  <a:cubicBezTo>
                    <a:pt x="10307" y="149"/>
                    <a:pt x="10056" y="596"/>
                    <a:pt x="9835" y="372"/>
                  </a:cubicBezTo>
                  <a:cubicBezTo>
                    <a:pt x="9614" y="149"/>
                    <a:pt x="9079" y="149"/>
                    <a:pt x="8607" y="116"/>
                  </a:cubicBezTo>
                  <a:cubicBezTo>
                    <a:pt x="8135" y="85"/>
                    <a:pt x="8167" y="-139"/>
                    <a:pt x="7663" y="133"/>
                  </a:cubicBezTo>
                  <a:cubicBezTo>
                    <a:pt x="7438" y="254"/>
                    <a:pt x="7147" y="373"/>
                    <a:pt x="6883" y="459"/>
                  </a:cubicBezTo>
                  <a:cubicBezTo>
                    <a:pt x="6852" y="718"/>
                    <a:pt x="6759" y="1009"/>
                    <a:pt x="6665" y="1091"/>
                  </a:cubicBezTo>
                  <a:cubicBezTo>
                    <a:pt x="6537" y="1205"/>
                    <a:pt x="5483" y="1448"/>
                    <a:pt x="5451" y="1578"/>
                  </a:cubicBezTo>
                  <a:cubicBezTo>
                    <a:pt x="5419" y="1708"/>
                    <a:pt x="5579" y="1886"/>
                    <a:pt x="5387" y="1967"/>
                  </a:cubicBezTo>
                  <a:cubicBezTo>
                    <a:pt x="5195" y="2048"/>
                    <a:pt x="5834" y="2453"/>
                    <a:pt x="5483" y="2551"/>
                  </a:cubicBezTo>
                  <a:cubicBezTo>
                    <a:pt x="5131" y="2648"/>
                    <a:pt x="5738" y="2810"/>
                    <a:pt x="5515" y="2908"/>
                  </a:cubicBezTo>
                  <a:cubicBezTo>
                    <a:pt x="5291" y="3005"/>
                    <a:pt x="4876" y="3054"/>
                    <a:pt x="4876" y="3167"/>
                  </a:cubicBezTo>
                  <a:cubicBezTo>
                    <a:pt x="4876" y="3281"/>
                    <a:pt x="4844" y="3557"/>
                    <a:pt x="4556" y="3621"/>
                  </a:cubicBezTo>
                  <a:cubicBezTo>
                    <a:pt x="4268" y="3686"/>
                    <a:pt x="4076" y="3929"/>
                    <a:pt x="4076" y="4108"/>
                  </a:cubicBezTo>
                  <a:cubicBezTo>
                    <a:pt x="4076" y="4286"/>
                    <a:pt x="3629" y="4173"/>
                    <a:pt x="3789" y="4400"/>
                  </a:cubicBezTo>
                  <a:cubicBezTo>
                    <a:pt x="3948" y="4627"/>
                    <a:pt x="4140" y="4903"/>
                    <a:pt x="3789" y="4951"/>
                  </a:cubicBezTo>
                  <a:cubicBezTo>
                    <a:pt x="3437" y="5000"/>
                    <a:pt x="3533" y="5373"/>
                    <a:pt x="3341" y="5373"/>
                  </a:cubicBezTo>
                  <a:cubicBezTo>
                    <a:pt x="3149" y="5373"/>
                    <a:pt x="3053" y="5762"/>
                    <a:pt x="3341" y="5957"/>
                  </a:cubicBezTo>
                  <a:cubicBezTo>
                    <a:pt x="3629" y="6151"/>
                    <a:pt x="3693" y="6314"/>
                    <a:pt x="3693" y="6492"/>
                  </a:cubicBezTo>
                  <a:cubicBezTo>
                    <a:pt x="3693" y="6670"/>
                    <a:pt x="4076" y="6768"/>
                    <a:pt x="3948" y="6963"/>
                  </a:cubicBezTo>
                  <a:cubicBezTo>
                    <a:pt x="3820" y="7157"/>
                    <a:pt x="3885" y="7336"/>
                    <a:pt x="3661" y="7417"/>
                  </a:cubicBezTo>
                  <a:cubicBezTo>
                    <a:pt x="3437" y="7498"/>
                    <a:pt x="3629" y="7741"/>
                    <a:pt x="3341" y="7806"/>
                  </a:cubicBezTo>
                  <a:cubicBezTo>
                    <a:pt x="3053" y="7871"/>
                    <a:pt x="3565" y="8390"/>
                    <a:pt x="3341" y="8487"/>
                  </a:cubicBezTo>
                  <a:cubicBezTo>
                    <a:pt x="3117" y="8585"/>
                    <a:pt x="2542" y="8666"/>
                    <a:pt x="2542" y="9022"/>
                  </a:cubicBezTo>
                  <a:cubicBezTo>
                    <a:pt x="2542" y="9379"/>
                    <a:pt x="2650" y="9581"/>
                    <a:pt x="2574" y="9736"/>
                  </a:cubicBezTo>
                  <a:cubicBezTo>
                    <a:pt x="2510" y="9866"/>
                    <a:pt x="2894" y="9833"/>
                    <a:pt x="2829" y="10044"/>
                  </a:cubicBezTo>
                  <a:cubicBezTo>
                    <a:pt x="2766" y="10255"/>
                    <a:pt x="2254" y="10125"/>
                    <a:pt x="2222" y="10255"/>
                  </a:cubicBezTo>
                  <a:cubicBezTo>
                    <a:pt x="2191" y="10384"/>
                    <a:pt x="2350" y="10644"/>
                    <a:pt x="2159" y="10660"/>
                  </a:cubicBezTo>
                  <a:cubicBezTo>
                    <a:pt x="1967" y="10677"/>
                    <a:pt x="1870" y="10774"/>
                    <a:pt x="1870" y="11001"/>
                  </a:cubicBezTo>
                  <a:cubicBezTo>
                    <a:pt x="1870" y="11228"/>
                    <a:pt x="1615" y="11260"/>
                    <a:pt x="1583" y="11374"/>
                  </a:cubicBezTo>
                  <a:cubicBezTo>
                    <a:pt x="1551" y="11487"/>
                    <a:pt x="1807" y="11617"/>
                    <a:pt x="1807" y="11747"/>
                  </a:cubicBezTo>
                  <a:cubicBezTo>
                    <a:pt x="1807" y="11877"/>
                    <a:pt x="1966" y="12314"/>
                    <a:pt x="1743" y="12331"/>
                  </a:cubicBezTo>
                  <a:cubicBezTo>
                    <a:pt x="1519" y="12347"/>
                    <a:pt x="1391" y="12834"/>
                    <a:pt x="1583" y="12899"/>
                  </a:cubicBezTo>
                  <a:cubicBezTo>
                    <a:pt x="1775" y="12963"/>
                    <a:pt x="1775" y="13093"/>
                    <a:pt x="1679" y="13190"/>
                  </a:cubicBezTo>
                  <a:cubicBezTo>
                    <a:pt x="1583" y="13288"/>
                    <a:pt x="2126" y="13385"/>
                    <a:pt x="1839" y="13531"/>
                  </a:cubicBezTo>
                  <a:cubicBezTo>
                    <a:pt x="1551" y="13677"/>
                    <a:pt x="1779" y="13864"/>
                    <a:pt x="2159" y="13807"/>
                  </a:cubicBezTo>
                  <a:cubicBezTo>
                    <a:pt x="2478" y="13758"/>
                    <a:pt x="2670" y="14050"/>
                    <a:pt x="2318" y="14050"/>
                  </a:cubicBezTo>
                  <a:cubicBezTo>
                    <a:pt x="1967" y="14050"/>
                    <a:pt x="1615" y="14050"/>
                    <a:pt x="1903" y="14164"/>
                  </a:cubicBezTo>
                  <a:cubicBezTo>
                    <a:pt x="2191" y="14277"/>
                    <a:pt x="2478" y="14439"/>
                    <a:pt x="2063" y="14520"/>
                  </a:cubicBezTo>
                  <a:cubicBezTo>
                    <a:pt x="1647" y="14601"/>
                    <a:pt x="1999" y="14747"/>
                    <a:pt x="1903" y="14942"/>
                  </a:cubicBezTo>
                  <a:cubicBezTo>
                    <a:pt x="1807" y="15137"/>
                    <a:pt x="2191" y="15315"/>
                    <a:pt x="1871" y="15364"/>
                  </a:cubicBezTo>
                  <a:cubicBezTo>
                    <a:pt x="1551" y="15412"/>
                    <a:pt x="1999" y="15704"/>
                    <a:pt x="1551" y="15737"/>
                  </a:cubicBezTo>
                  <a:cubicBezTo>
                    <a:pt x="1104" y="15769"/>
                    <a:pt x="1391" y="15980"/>
                    <a:pt x="1104" y="16094"/>
                  </a:cubicBezTo>
                  <a:cubicBezTo>
                    <a:pt x="815" y="16207"/>
                    <a:pt x="1487" y="16402"/>
                    <a:pt x="1135" y="16515"/>
                  </a:cubicBezTo>
                  <a:cubicBezTo>
                    <a:pt x="784" y="16628"/>
                    <a:pt x="1039" y="16888"/>
                    <a:pt x="688" y="16888"/>
                  </a:cubicBezTo>
                  <a:cubicBezTo>
                    <a:pt x="336" y="16888"/>
                    <a:pt x="144" y="17131"/>
                    <a:pt x="112" y="17245"/>
                  </a:cubicBezTo>
                  <a:cubicBezTo>
                    <a:pt x="81" y="17358"/>
                    <a:pt x="-143" y="17586"/>
                    <a:pt x="145" y="17748"/>
                  </a:cubicBezTo>
                  <a:cubicBezTo>
                    <a:pt x="432" y="17910"/>
                    <a:pt x="80" y="18040"/>
                    <a:pt x="336" y="18105"/>
                  </a:cubicBezTo>
                  <a:cubicBezTo>
                    <a:pt x="592" y="18169"/>
                    <a:pt x="1455" y="18072"/>
                    <a:pt x="1327" y="18267"/>
                  </a:cubicBezTo>
                  <a:cubicBezTo>
                    <a:pt x="1199" y="18461"/>
                    <a:pt x="1231" y="18883"/>
                    <a:pt x="1391" y="18883"/>
                  </a:cubicBezTo>
                  <a:cubicBezTo>
                    <a:pt x="1551" y="18883"/>
                    <a:pt x="1647" y="19126"/>
                    <a:pt x="1903" y="19110"/>
                  </a:cubicBezTo>
                  <a:cubicBezTo>
                    <a:pt x="2159" y="19094"/>
                    <a:pt x="3309" y="19029"/>
                    <a:pt x="3789" y="19094"/>
                  </a:cubicBezTo>
                  <a:cubicBezTo>
                    <a:pt x="4026" y="19126"/>
                    <a:pt x="4223" y="19197"/>
                    <a:pt x="4363" y="19262"/>
                  </a:cubicBezTo>
                  <a:cubicBezTo>
                    <a:pt x="4637" y="19200"/>
                    <a:pt x="5236" y="19399"/>
                    <a:pt x="5372" y="19330"/>
                  </a:cubicBezTo>
                  <a:cubicBezTo>
                    <a:pt x="5538" y="19246"/>
                    <a:pt x="4782" y="18935"/>
                    <a:pt x="4806" y="18827"/>
                  </a:cubicBezTo>
                  <a:cubicBezTo>
                    <a:pt x="4829" y="18719"/>
                    <a:pt x="4687" y="18539"/>
                    <a:pt x="4687" y="18419"/>
                  </a:cubicBezTo>
                  <a:cubicBezTo>
                    <a:pt x="4687" y="18300"/>
                    <a:pt x="4569" y="18036"/>
                    <a:pt x="4900" y="17916"/>
                  </a:cubicBezTo>
                  <a:cubicBezTo>
                    <a:pt x="5231" y="17796"/>
                    <a:pt x="5254" y="17677"/>
                    <a:pt x="5467" y="17701"/>
                  </a:cubicBezTo>
                  <a:cubicBezTo>
                    <a:pt x="5679" y="17725"/>
                    <a:pt x="6104" y="17605"/>
                    <a:pt x="6128" y="17317"/>
                  </a:cubicBezTo>
                  <a:cubicBezTo>
                    <a:pt x="6151" y="17030"/>
                    <a:pt x="6411" y="16922"/>
                    <a:pt x="6884" y="16718"/>
                  </a:cubicBezTo>
                  <a:cubicBezTo>
                    <a:pt x="7398" y="16496"/>
                    <a:pt x="8253" y="16287"/>
                    <a:pt x="8135" y="16191"/>
                  </a:cubicBezTo>
                  <a:cubicBezTo>
                    <a:pt x="8017" y="16095"/>
                    <a:pt x="8324" y="15784"/>
                    <a:pt x="8324" y="15664"/>
                  </a:cubicBezTo>
                  <a:cubicBezTo>
                    <a:pt x="8324" y="15544"/>
                    <a:pt x="7521" y="15568"/>
                    <a:pt x="7261" y="15520"/>
                  </a:cubicBezTo>
                  <a:cubicBezTo>
                    <a:pt x="7002" y="15472"/>
                    <a:pt x="6057" y="15137"/>
                    <a:pt x="6529" y="14694"/>
                  </a:cubicBezTo>
                  <a:cubicBezTo>
                    <a:pt x="7002" y="14250"/>
                    <a:pt x="7993" y="14202"/>
                    <a:pt x="8277" y="14190"/>
                  </a:cubicBezTo>
                  <a:cubicBezTo>
                    <a:pt x="8560" y="14178"/>
                    <a:pt x="8300" y="13975"/>
                    <a:pt x="8536" y="13903"/>
                  </a:cubicBezTo>
                  <a:cubicBezTo>
                    <a:pt x="8772" y="13831"/>
                    <a:pt x="8820" y="13711"/>
                    <a:pt x="8820" y="13531"/>
                  </a:cubicBezTo>
                  <a:cubicBezTo>
                    <a:pt x="8820" y="13328"/>
                    <a:pt x="8820" y="13004"/>
                    <a:pt x="9245" y="12980"/>
                  </a:cubicBezTo>
                  <a:cubicBezTo>
                    <a:pt x="9670" y="12956"/>
                    <a:pt x="9788" y="12836"/>
                    <a:pt x="9528" y="12801"/>
                  </a:cubicBezTo>
                  <a:cubicBezTo>
                    <a:pt x="9268" y="12764"/>
                    <a:pt x="9150" y="12609"/>
                    <a:pt x="9575" y="12585"/>
                  </a:cubicBezTo>
                  <a:cubicBezTo>
                    <a:pt x="10000" y="12561"/>
                    <a:pt x="9859" y="12764"/>
                    <a:pt x="10165" y="12764"/>
                  </a:cubicBezTo>
                  <a:cubicBezTo>
                    <a:pt x="10473" y="12764"/>
                    <a:pt x="10992" y="12501"/>
                    <a:pt x="10591" y="12345"/>
                  </a:cubicBezTo>
                  <a:cubicBezTo>
                    <a:pt x="10189" y="12189"/>
                    <a:pt x="10071" y="12417"/>
                    <a:pt x="9859" y="12441"/>
                  </a:cubicBezTo>
                  <a:cubicBezTo>
                    <a:pt x="9646" y="12465"/>
                    <a:pt x="9481" y="12297"/>
                    <a:pt x="9268" y="12297"/>
                  </a:cubicBezTo>
                  <a:cubicBezTo>
                    <a:pt x="9056" y="12297"/>
                    <a:pt x="9198" y="11998"/>
                    <a:pt x="9103" y="11890"/>
                  </a:cubicBezTo>
                  <a:cubicBezTo>
                    <a:pt x="9008" y="11782"/>
                    <a:pt x="8867" y="11519"/>
                    <a:pt x="9056" y="11387"/>
                  </a:cubicBezTo>
                  <a:cubicBezTo>
                    <a:pt x="9245" y="11255"/>
                    <a:pt x="10047" y="11590"/>
                    <a:pt x="10756" y="11614"/>
                  </a:cubicBezTo>
                  <a:cubicBezTo>
                    <a:pt x="11464" y="11638"/>
                    <a:pt x="11984" y="11435"/>
                    <a:pt x="11984" y="11303"/>
                  </a:cubicBezTo>
                  <a:cubicBezTo>
                    <a:pt x="11984" y="11171"/>
                    <a:pt x="11653" y="10931"/>
                    <a:pt x="12078" y="10788"/>
                  </a:cubicBezTo>
                  <a:cubicBezTo>
                    <a:pt x="12503" y="10644"/>
                    <a:pt x="12149" y="10596"/>
                    <a:pt x="12031" y="10404"/>
                  </a:cubicBezTo>
                  <a:cubicBezTo>
                    <a:pt x="11913" y="10213"/>
                    <a:pt x="12220" y="10093"/>
                    <a:pt x="12409" y="10189"/>
                  </a:cubicBezTo>
                  <a:cubicBezTo>
                    <a:pt x="12598" y="10284"/>
                    <a:pt x="13991" y="10225"/>
                    <a:pt x="15148" y="10105"/>
                  </a:cubicBezTo>
                  <a:cubicBezTo>
                    <a:pt x="16305" y="9985"/>
                    <a:pt x="17108" y="9769"/>
                    <a:pt x="17178" y="9602"/>
                  </a:cubicBezTo>
                  <a:cubicBezTo>
                    <a:pt x="17249" y="9434"/>
                    <a:pt x="17982" y="9039"/>
                    <a:pt x="18147" y="8895"/>
                  </a:cubicBezTo>
                  <a:cubicBezTo>
                    <a:pt x="18312" y="8751"/>
                    <a:pt x="18170" y="8571"/>
                    <a:pt x="17698" y="8535"/>
                  </a:cubicBezTo>
                  <a:cubicBezTo>
                    <a:pt x="17226" y="8500"/>
                    <a:pt x="17249" y="8224"/>
                    <a:pt x="17509" y="8068"/>
                  </a:cubicBezTo>
                  <a:cubicBezTo>
                    <a:pt x="17769" y="7912"/>
                    <a:pt x="17367" y="7768"/>
                    <a:pt x="16919" y="7745"/>
                  </a:cubicBezTo>
                  <a:cubicBezTo>
                    <a:pt x="16470" y="7720"/>
                    <a:pt x="15762" y="7565"/>
                    <a:pt x="16163" y="7373"/>
                  </a:cubicBezTo>
                  <a:cubicBezTo>
                    <a:pt x="16357" y="7281"/>
                    <a:pt x="16451" y="7299"/>
                    <a:pt x="16545" y="7341"/>
                  </a:cubicBezTo>
                  <a:cubicBezTo>
                    <a:pt x="16613" y="7250"/>
                    <a:pt x="16678" y="7141"/>
                    <a:pt x="16624" y="7115"/>
                  </a:cubicBezTo>
                  <a:cubicBezTo>
                    <a:pt x="16529" y="7066"/>
                    <a:pt x="16290" y="7127"/>
                    <a:pt x="16314" y="6787"/>
                  </a:cubicBezTo>
                  <a:cubicBezTo>
                    <a:pt x="16337" y="6447"/>
                    <a:pt x="16576" y="6520"/>
                    <a:pt x="16601" y="6083"/>
                  </a:cubicBezTo>
                  <a:cubicBezTo>
                    <a:pt x="16624" y="5646"/>
                    <a:pt x="16959" y="5391"/>
                    <a:pt x="16959" y="5160"/>
                  </a:cubicBezTo>
                  <a:cubicBezTo>
                    <a:pt x="16959" y="4930"/>
                    <a:pt x="17773" y="4663"/>
                    <a:pt x="18228" y="4286"/>
                  </a:cubicBezTo>
                  <a:cubicBezTo>
                    <a:pt x="18682" y="3910"/>
                    <a:pt x="19663" y="3437"/>
                    <a:pt x="20070" y="3303"/>
                  </a:cubicBezTo>
                  <a:cubicBezTo>
                    <a:pt x="20476" y="3170"/>
                    <a:pt x="21266" y="3060"/>
                    <a:pt x="21362" y="2939"/>
                  </a:cubicBezTo>
                  <a:cubicBezTo>
                    <a:pt x="21457" y="2818"/>
                    <a:pt x="21361" y="2162"/>
                    <a:pt x="21170" y="2114"/>
                  </a:cubicBezTo>
                  <a:close/>
                  <a:moveTo>
                    <a:pt x="8088" y="21031"/>
                  </a:moveTo>
                  <a:cubicBezTo>
                    <a:pt x="7497" y="21019"/>
                    <a:pt x="6340" y="20468"/>
                    <a:pt x="5986" y="20325"/>
                  </a:cubicBezTo>
                  <a:cubicBezTo>
                    <a:pt x="5632" y="20180"/>
                    <a:pt x="5892" y="20037"/>
                    <a:pt x="5467" y="20073"/>
                  </a:cubicBezTo>
                  <a:cubicBezTo>
                    <a:pt x="5042" y="20109"/>
                    <a:pt x="5325" y="19905"/>
                    <a:pt x="5561" y="19845"/>
                  </a:cubicBezTo>
                  <a:cubicBezTo>
                    <a:pt x="5778" y="19790"/>
                    <a:pt x="5477" y="19585"/>
                    <a:pt x="5188" y="19552"/>
                  </a:cubicBezTo>
                  <a:cubicBezTo>
                    <a:pt x="5156" y="19874"/>
                    <a:pt x="5024" y="21318"/>
                    <a:pt x="5195" y="21332"/>
                  </a:cubicBezTo>
                  <a:cubicBezTo>
                    <a:pt x="5367" y="21347"/>
                    <a:pt x="6620" y="21257"/>
                    <a:pt x="6989" y="21380"/>
                  </a:cubicBezTo>
                  <a:cubicBezTo>
                    <a:pt x="7131" y="21403"/>
                    <a:pt x="7326" y="21461"/>
                    <a:pt x="7474" y="21379"/>
                  </a:cubicBezTo>
                  <a:cubicBezTo>
                    <a:pt x="7710" y="21247"/>
                    <a:pt x="8418" y="21319"/>
                    <a:pt x="8796" y="21199"/>
                  </a:cubicBezTo>
                  <a:cubicBezTo>
                    <a:pt x="9174" y="21079"/>
                    <a:pt x="8678" y="21043"/>
                    <a:pt x="8088" y="2103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78" name="Shape 2332"/>
            <p:cNvSpPr/>
            <p:nvPr/>
          </p:nvSpPr>
          <p:spPr>
            <a:xfrm>
              <a:off x="4198697" y="6037181"/>
              <a:ext cx="395169" cy="2043491"/>
            </a:xfrm>
            <a:custGeom>
              <a:avLst/>
              <a:gdLst/>
              <a:ahLst/>
              <a:cxnLst>
                <a:cxn ang="0">
                  <a:pos x="wd2" y="hd2"/>
                </a:cxn>
                <a:cxn ang="5400000">
                  <a:pos x="wd2" y="hd2"/>
                </a:cxn>
                <a:cxn ang="10800000">
                  <a:pos x="wd2" y="hd2"/>
                </a:cxn>
                <a:cxn ang="16200000">
                  <a:pos x="wd2" y="hd2"/>
                </a:cxn>
              </a:cxnLst>
              <a:rect l="0" t="0" r="r" b="b"/>
              <a:pathLst>
                <a:path w="21224" h="21510" extrusionOk="0">
                  <a:moveTo>
                    <a:pt x="9577" y="19106"/>
                  </a:moveTo>
                  <a:cubicBezTo>
                    <a:pt x="8991" y="19121"/>
                    <a:pt x="8771" y="18905"/>
                    <a:pt x="8406" y="18905"/>
                  </a:cubicBezTo>
                  <a:cubicBezTo>
                    <a:pt x="8039" y="18905"/>
                    <a:pt x="7966" y="18532"/>
                    <a:pt x="8259" y="18360"/>
                  </a:cubicBezTo>
                  <a:cubicBezTo>
                    <a:pt x="8552" y="18188"/>
                    <a:pt x="6576" y="18274"/>
                    <a:pt x="5989" y="18217"/>
                  </a:cubicBezTo>
                  <a:cubicBezTo>
                    <a:pt x="5404" y="18159"/>
                    <a:pt x="6209" y="18044"/>
                    <a:pt x="5551" y="17901"/>
                  </a:cubicBezTo>
                  <a:cubicBezTo>
                    <a:pt x="4892" y="17758"/>
                    <a:pt x="5404" y="17557"/>
                    <a:pt x="5477" y="17456"/>
                  </a:cubicBezTo>
                  <a:cubicBezTo>
                    <a:pt x="5550" y="17356"/>
                    <a:pt x="5989" y="17141"/>
                    <a:pt x="6796" y="17141"/>
                  </a:cubicBezTo>
                  <a:cubicBezTo>
                    <a:pt x="7600" y="17141"/>
                    <a:pt x="7015" y="16911"/>
                    <a:pt x="7819" y="16811"/>
                  </a:cubicBezTo>
                  <a:cubicBezTo>
                    <a:pt x="8625" y="16711"/>
                    <a:pt x="7087" y="16538"/>
                    <a:pt x="7747" y="16438"/>
                  </a:cubicBezTo>
                  <a:cubicBezTo>
                    <a:pt x="8406" y="16337"/>
                    <a:pt x="7747" y="16151"/>
                    <a:pt x="8771" y="16122"/>
                  </a:cubicBezTo>
                  <a:cubicBezTo>
                    <a:pt x="9796" y="16094"/>
                    <a:pt x="8771" y="15835"/>
                    <a:pt x="9504" y="15792"/>
                  </a:cubicBezTo>
                  <a:cubicBezTo>
                    <a:pt x="10236" y="15750"/>
                    <a:pt x="9357" y="15592"/>
                    <a:pt x="9577" y="15419"/>
                  </a:cubicBezTo>
                  <a:cubicBezTo>
                    <a:pt x="9796" y="15247"/>
                    <a:pt x="8991" y="15118"/>
                    <a:pt x="9943" y="15046"/>
                  </a:cubicBezTo>
                  <a:cubicBezTo>
                    <a:pt x="10893" y="14975"/>
                    <a:pt x="10236" y="14831"/>
                    <a:pt x="9577" y="14731"/>
                  </a:cubicBezTo>
                  <a:cubicBezTo>
                    <a:pt x="8918" y="14630"/>
                    <a:pt x="9723" y="14630"/>
                    <a:pt x="10528" y="14630"/>
                  </a:cubicBezTo>
                  <a:cubicBezTo>
                    <a:pt x="11333" y="14630"/>
                    <a:pt x="10895" y="14372"/>
                    <a:pt x="10163" y="14415"/>
                  </a:cubicBezTo>
                  <a:cubicBezTo>
                    <a:pt x="9294" y="14466"/>
                    <a:pt x="8771" y="14300"/>
                    <a:pt x="9430" y="14171"/>
                  </a:cubicBezTo>
                  <a:cubicBezTo>
                    <a:pt x="10088" y="14042"/>
                    <a:pt x="8846" y="13956"/>
                    <a:pt x="9065" y="13870"/>
                  </a:cubicBezTo>
                  <a:cubicBezTo>
                    <a:pt x="9284" y="13784"/>
                    <a:pt x="9284" y="13669"/>
                    <a:pt x="8846" y="13612"/>
                  </a:cubicBezTo>
                  <a:cubicBezTo>
                    <a:pt x="8406" y="13555"/>
                    <a:pt x="8698" y="13124"/>
                    <a:pt x="9210" y="13110"/>
                  </a:cubicBezTo>
                  <a:cubicBezTo>
                    <a:pt x="9722" y="13095"/>
                    <a:pt x="9357" y="12708"/>
                    <a:pt x="9357" y="12593"/>
                  </a:cubicBezTo>
                  <a:cubicBezTo>
                    <a:pt x="9357" y="12479"/>
                    <a:pt x="8771" y="12364"/>
                    <a:pt x="8846" y="12264"/>
                  </a:cubicBezTo>
                  <a:cubicBezTo>
                    <a:pt x="8918" y="12163"/>
                    <a:pt x="9503" y="12134"/>
                    <a:pt x="9503" y="11934"/>
                  </a:cubicBezTo>
                  <a:cubicBezTo>
                    <a:pt x="9503" y="11733"/>
                    <a:pt x="9723" y="11647"/>
                    <a:pt x="10163" y="11632"/>
                  </a:cubicBezTo>
                  <a:cubicBezTo>
                    <a:pt x="10601" y="11618"/>
                    <a:pt x="10236" y="11388"/>
                    <a:pt x="10309" y="11273"/>
                  </a:cubicBezTo>
                  <a:cubicBezTo>
                    <a:pt x="10381" y="11159"/>
                    <a:pt x="11553" y="11273"/>
                    <a:pt x="11699" y="11087"/>
                  </a:cubicBezTo>
                  <a:cubicBezTo>
                    <a:pt x="11846" y="10900"/>
                    <a:pt x="10967" y="10929"/>
                    <a:pt x="11113" y="10815"/>
                  </a:cubicBezTo>
                  <a:cubicBezTo>
                    <a:pt x="11289" y="10678"/>
                    <a:pt x="11040" y="10499"/>
                    <a:pt x="11040" y="10184"/>
                  </a:cubicBezTo>
                  <a:cubicBezTo>
                    <a:pt x="11040" y="9868"/>
                    <a:pt x="12358" y="9796"/>
                    <a:pt x="12870" y="9710"/>
                  </a:cubicBezTo>
                  <a:cubicBezTo>
                    <a:pt x="13382" y="9624"/>
                    <a:pt x="12212" y="9165"/>
                    <a:pt x="12870" y="9108"/>
                  </a:cubicBezTo>
                  <a:cubicBezTo>
                    <a:pt x="13529" y="9050"/>
                    <a:pt x="13090" y="8835"/>
                    <a:pt x="13602" y="8763"/>
                  </a:cubicBezTo>
                  <a:cubicBezTo>
                    <a:pt x="14115" y="8692"/>
                    <a:pt x="13968" y="8534"/>
                    <a:pt x="14261" y="8362"/>
                  </a:cubicBezTo>
                  <a:cubicBezTo>
                    <a:pt x="14554" y="8189"/>
                    <a:pt x="13676" y="8103"/>
                    <a:pt x="13676" y="7946"/>
                  </a:cubicBezTo>
                  <a:cubicBezTo>
                    <a:pt x="13676" y="7788"/>
                    <a:pt x="13529" y="7644"/>
                    <a:pt x="12870" y="7472"/>
                  </a:cubicBezTo>
                  <a:cubicBezTo>
                    <a:pt x="12211" y="7300"/>
                    <a:pt x="12430" y="6956"/>
                    <a:pt x="12870" y="6956"/>
                  </a:cubicBezTo>
                  <a:cubicBezTo>
                    <a:pt x="13309" y="6956"/>
                    <a:pt x="13090" y="6626"/>
                    <a:pt x="13896" y="6583"/>
                  </a:cubicBezTo>
                  <a:cubicBezTo>
                    <a:pt x="14700" y="6540"/>
                    <a:pt x="14261" y="6296"/>
                    <a:pt x="13896" y="6095"/>
                  </a:cubicBezTo>
                  <a:cubicBezTo>
                    <a:pt x="13529" y="5894"/>
                    <a:pt x="14554" y="5995"/>
                    <a:pt x="14554" y="5837"/>
                  </a:cubicBezTo>
                  <a:cubicBezTo>
                    <a:pt x="14554" y="5679"/>
                    <a:pt x="14993" y="5464"/>
                    <a:pt x="15652" y="5406"/>
                  </a:cubicBezTo>
                  <a:cubicBezTo>
                    <a:pt x="16311" y="5349"/>
                    <a:pt x="16385" y="5105"/>
                    <a:pt x="16385" y="5005"/>
                  </a:cubicBezTo>
                  <a:cubicBezTo>
                    <a:pt x="16385" y="4904"/>
                    <a:pt x="17335" y="4861"/>
                    <a:pt x="17848" y="4775"/>
                  </a:cubicBezTo>
                  <a:cubicBezTo>
                    <a:pt x="18360" y="4689"/>
                    <a:pt x="16969" y="4546"/>
                    <a:pt x="17775" y="4460"/>
                  </a:cubicBezTo>
                  <a:cubicBezTo>
                    <a:pt x="18580" y="4373"/>
                    <a:pt x="17116" y="4015"/>
                    <a:pt x="17555" y="3943"/>
                  </a:cubicBezTo>
                  <a:cubicBezTo>
                    <a:pt x="17994" y="3872"/>
                    <a:pt x="17628" y="3714"/>
                    <a:pt x="17701" y="3599"/>
                  </a:cubicBezTo>
                  <a:cubicBezTo>
                    <a:pt x="17775" y="3484"/>
                    <a:pt x="20190" y="3269"/>
                    <a:pt x="20483" y="3169"/>
                  </a:cubicBezTo>
                  <a:cubicBezTo>
                    <a:pt x="20697" y="3096"/>
                    <a:pt x="20909" y="2838"/>
                    <a:pt x="20981" y="2610"/>
                  </a:cubicBezTo>
                  <a:cubicBezTo>
                    <a:pt x="20227" y="2706"/>
                    <a:pt x="19570" y="2757"/>
                    <a:pt x="19449" y="2702"/>
                  </a:cubicBezTo>
                  <a:cubicBezTo>
                    <a:pt x="19233" y="2603"/>
                    <a:pt x="19522" y="2306"/>
                    <a:pt x="18873" y="2179"/>
                  </a:cubicBezTo>
                  <a:cubicBezTo>
                    <a:pt x="18224" y="2052"/>
                    <a:pt x="18657" y="1798"/>
                    <a:pt x="18008" y="1742"/>
                  </a:cubicBezTo>
                  <a:cubicBezTo>
                    <a:pt x="17359" y="1685"/>
                    <a:pt x="16567" y="1431"/>
                    <a:pt x="17143" y="1346"/>
                  </a:cubicBezTo>
                  <a:cubicBezTo>
                    <a:pt x="17719" y="1261"/>
                    <a:pt x="17143" y="1092"/>
                    <a:pt x="17648" y="1007"/>
                  </a:cubicBezTo>
                  <a:cubicBezTo>
                    <a:pt x="18152" y="922"/>
                    <a:pt x="17359" y="908"/>
                    <a:pt x="16638" y="738"/>
                  </a:cubicBezTo>
                  <a:cubicBezTo>
                    <a:pt x="15918" y="569"/>
                    <a:pt x="16927" y="357"/>
                    <a:pt x="16061" y="229"/>
                  </a:cubicBezTo>
                  <a:cubicBezTo>
                    <a:pt x="15197" y="102"/>
                    <a:pt x="15197" y="-53"/>
                    <a:pt x="14980" y="18"/>
                  </a:cubicBezTo>
                  <a:cubicBezTo>
                    <a:pt x="14764" y="89"/>
                    <a:pt x="14692" y="329"/>
                    <a:pt x="13972" y="399"/>
                  </a:cubicBezTo>
                  <a:cubicBezTo>
                    <a:pt x="13853" y="411"/>
                    <a:pt x="13665" y="438"/>
                    <a:pt x="13441" y="475"/>
                  </a:cubicBezTo>
                  <a:cubicBezTo>
                    <a:pt x="13447" y="592"/>
                    <a:pt x="13232" y="789"/>
                    <a:pt x="13466" y="904"/>
                  </a:cubicBezTo>
                  <a:cubicBezTo>
                    <a:pt x="13791" y="1063"/>
                    <a:pt x="13953" y="1837"/>
                    <a:pt x="13629" y="2134"/>
                  </a:cubicBezTo>
                  <a:cubicBezTo>
                    <a:pt x="13304" y="2430"/>
                    <a:pt x="12979" y="2674"/>
                    <a:pt x="12655" y="2854"/>
                  </a:cubicBezTo>
                  <a:cubicBezTo>
                    <a:pt x="12331" y="3034"/>
                    <a:pt x="13412" y="3045"/>
                    <a:pt x="12979" y="3130"/>
                  </a:cubicBezTo>
                  <a:cubicBezTo>
                    <a:pt x="12547" y="3214"/>
                    <a:pt x="12709" y="3427"/>
                    <a:pt x="12709" y="3765"/>
                  </a:cubicBezTo>
                  <a:cubicBezTo>
                    <a:pt x="12709" y="4105"/>
                    <a:pt x="11682" y="4677"/>
                    <a:pt x="11627" y="4857"/>
                  </a:cubicBezTo>
                  <a:cubicBezTo>
                    <a:pt x="11574" y="5037"/>
                    <a:pt x="10870" y="5154"/>
                    <a:pt x="10979" y="5355"/>
                  </a:cubicBezTo>
                  <a:cubicBezTo>
                    <a:pt x="11087" y="5556"/>
                    <a:pt x="10493" y="5673"/>
                    <a:pt x="9898" y="5768"/>
                  </a:cubicBezTo>
                  <a:cubicBezTo>
                    <a:pt x="9303" y="5864"/>
                    <a:pt x="10870" y="6171"/>
                    <a:pt x="10817" y="6340"/>
                  </a:cubicBezTo>
                  <a:cubicBezTo>
                    <a:pt x="10763" y="6510"/>
                    <a:pt x="9627" y="6584"/>
                    <a:pt x="9898" y="6860"/>
                  </a:cubicBezTo>
                  <a:cubicBezTo>
                    <a:pt x="10236" y="7204"/>
                    <a:pt x="9898" y="7792"/>
                    <a:pt x="9898" y="7909"/>
                  </a:cubicBezTo>
                  <a:cubicBezTo>
                    <a:pt x="9898" y="8025"/>
                    <a:pt x="9195" y="8015"/>
                    <a:pt x="9357" y="8237"/>
                  </a:cubicBezTo>
                  <a:cubicBezTo>
                    <a:pt x="9519" y="8460"/>
                    <a:pt x="8654" y="8513"/>
                    <a:pt x="8492" y="8831"/>
                  </a:cubicBezTo>
                  <a:cubicBezTo>
                    <a:pt x="8330" y="9149"/>
                    <a:pt x="7085" y="9604"/>
                    <a:pt x="6600" y="9848"/>
                  </a:cubicBezTo>
                  <a:cubicBezTo>
                    <a:pt x="6113" y="10092"/>
                    <a:pt x="6113" y="10230"/>
                    <a:pt x="5465" y="10230"/>
                  </a:cubicBezTo>
                  <a:cubicBezTo>
                    <a:pt x="4815" y="10230"/>
                    <a:pt x="4653" y="10368"/>
                    <a:pt x="5139" y="10579"/>
                  </a:cubicBezTo>
                  <a:cubicBezTo>
                    <a:pt x="5626" y="10791"/>
                    <a:pt x="4815" y="10972"/>
                    <a:pt x="5465" y="11183"/>
                  </a:cubicBezTo>
                  <a:cubicBezTo>
                    <a:pt x="6113" y="11395"/>
                    <a:pt x="5896" y="11469"/>
                    <a:pt x="5572" y="11671"/>
                  </a:cubicBezTo>
                  <a:cubicBezTo>
                    <a:pt x="5247" y="11872"/>
                    <a:pt x="4815" y="11883"/>
                    <a:pt x="4815" y="12073"/>
                  </a:cubicBezTo>
                  <a:cubicBezTo>
                    <a:pt x="4815" y="12264"/>
                    <a:pt x="4058" y="12423"/>
                    <a:pt x="4491" y="12635"/>
                  </a:cubicBezTo>
                  <a:cubicBezTo>
                    <a:pt x="4924" y="12847"/>
                    <a:pt x="4815" y="12921"/>
                    <a:pt x="4274" y="12921"/>
                  </a:cubicBezTo>
                  <a:cubicBezTo>
                    <a:pt x="3734" y="12921"/>
                    <a:pt x="3463" y="13091"/>
                    <a:pt x="3247" y="13441"/>
                  </a:cubicBezTo>
                  <a:cubicBezTo>
                    <a:pt x="3031" y="13790"/>
                    <a:pt x="3085" y="13780"/>
                    <a:pt x="4383" y="13758"/>
                  </a:cubicBezTo>
                  <a:cubicBezTo>
                    <a:pt x="5681" y="13737"/>
                    <a:pt x="4653" y="12900"/>
                    <a:pt x="5465" y="12900"/>
                  </a:cubicBezTo>
                  <a:cubicBezTo>
                    <a:pt x="6275" y="12900"/>
                    <a:pt x="5572" y="12762"/>
                    <a:pt x="6383" y="12720"/>
                  </a:cubicBezTo>
                  <a:cubicBezTo>
                    <a:pt x="7194" y="12678"/>
                    <a:pt x="6491" y="12868"/>
                    <a:pt x="7032" y="12900"/>
                  </a:cubicBezTo>
                  <a:cubicBezTo>
                    <a:pt x="7573" y="12932"/>
                    <a:pt x="7951" y="13017"/>
                    <a:pt x="7194" y="13112"/>
                  </a:cubicBezTo>
                  <a:cubicBezTo>
                    <a:pt x="6437" y="13207"/>
                    <a:pt x="7356" y="13398"/>
                    <a:pt x="6978" y="13515"/>
                  </a:cubicBezTo>
                  <a:cubicBezTo>
                    <a:pt x="6600" y="13631"/>
                    <a:pt x="6059" y="13758"/>
                    <a:pt x="6383" y="13896"/>
                  </a:cubicBezTo>
                  <a:cubicBezTo>
                    <a:pt x="6707" y="14034"/>
                    <a:pt x="6005" y="14023"/>
                    <a:pt x="5951" y="14203"/>
                  </a:cubicBezTo>
                  <a:cubicBezTo>
                    <a:pt x="5896" y="14383"/>
                    <a:pt x="6437" y="14394"/>
                    <a:pt x="6059" y="14436"/>
                  </a:cubicBezTo>
                  <a:cubicBezTo>
                    <a:pt x="5681" y="14479"/>
                    <a:pt x="6545" y="14617"/>
                    <a:pt x="6005" y="14638"/>
                  </a:cubicBezTo>
                  <a:cubicBezTo>
                    <a:pt x="5465" y="14659"/>
                    <a:pt x="5788" y="14797"/>
                    <a:pt x="6113" y="14924"/>
                  </a:cubicBezTo>
                  <a:cubicBezTo>
                    <a:pt x="6437" y="15051"/>
                    <a:pt x="5410" y="14977"/>
                    <a:pt x="4869" y="15062"/>
                  </a:cubicBezTo>
                  <a:cubicBezTo>
                    <a:pt x="4328" y="15146"/>
                    <a:pt x="5410" y="15263"/>
                    <a:pt x="5086" y="15380"/>
                  </a:cubicBezTo>
                  <a:cubicBezTo>
                    <a:pt x="4762" y="15496"/>
                    <a:pt x="3896" y="15316"/>
                    <a:pt x="3518" y="15252"/>
                  </a:cubicBezTo>
                  <a:cubicBezTo>
                    <a:pt x="3139" y="15189"/>
                    <a:pt x="4113" y="15062"/>
                    <a:pt x="4599" y="14935"/>
                  </a:cubicBezTo>
                  <a:cubicBezTo>
                    <a:pt x="5086" y="14808"/>
                    <a:pt x="4113" y="14521"/>
                    <a:pt x="3301" y="14585"/>
                  </a:cubicBezTo>
                  <a:cubicBezTo>
                    <a:pt x="2490" y="14648"/>
                    <a:pt x="4113" y="14828"/>
                    <a:pt x="4113" y="14966"/>
                  </a:cubicBezTo>
                  <a:cubicBezTo>
                    <a:pt x="4113" y="15104"/>
                    <a:pt x="2761" y="14935"/>
                    <a:pt x="2815" y="15083"/>
                  </a:cubicBezTo>
                  <a:cubicBezTo>
                    <a:pt x="2869" y="15231"/>
                    <a:pt x="1896" y="15178"/>
                    <a:pt x="1409" y="15284"/>
                  </a:cubicBezTo>
                  <a:cubicBezTo>
                    <a:pt x="923" y="15390"/>
                    <a:pt x="2058" y="15486"/>
                    <a:pt x="1517" y="15518"/>
                  </a:cubicBezTo>
                  <a:cubicBezTo>
                    <a:pt x="976" y="15549"/>
                    <a:pt x="57" y="15698"/>
                    <a:pt x="3" y="15804"/>
                  </a:cubicBezTo>
                  <a:cubicBezTo>
                    <a:pt x="-51" y="15910"/>
                    <a:pt x="598" y="15931"/>
                    <a:pt x="598" y="15825"/>
                  </a:cubicBezTo>
                  <a:cubicBezTo>
                    <a:pt x="598" y="15719"/>
                    <a:pt x="1463" y="15687"/>
                    <a:pt x="1733" y="15825"/>
                  </a:cubicBezTo>
                  <a:cubicBezTo>
                    <a:pt x="2003" y="15963"/>
                    <a:pt x="2382" y="15825"/>
                    <a:pt x="3139" y="15856"/>
                  </a:cubicBezTo>
                  <a:cubicBezTo>
                    <a:pt x="3896" y="15888"/>
                    <a:pt x="3788" y="16111"/>
                    <a:pt x="3355" y="16100"/>
                  </a:cubicBezTo>
                  <a:cubicBezTo>
                    <a:pt x="2923" y="16090"/>
                    <a:pt x="2490" y="16238"/>
                    <a:pt x="2599" y="16397"/>
                  </a:cubicBezTo>
                  <a:cubicBezTo>
                    <a:pt x="2706" y="16556"/>
                    <a:pt x="4220" y="16397"/>
                    <a:pt x="4869" y="16439"/>
                  </a:cubicBezTo>
                  <a:cubicBezTo>
                    <a:pt x="5518" y="16482"/>
                    <a:pt x="5302" y="16704"/>
                    <a:pt x="4924" y="16630"/>
                  </a:cubicBezTo>
                  <a:cubicBezTo>
                    <a:pt x="4545" y="16556"/>
                    <a:pt x="3680" y="16429"/>
                    <a:pt x="3301" y="16556"/>
                  </a:cubicBezTo>
                  <a:cubicBezTo>
                    <a:pt x="2923" y="16683"/>
                    <a:pt x="2328" y="16620"/>
                    <a:pt x="1842" y="16577"/>
                  </a:cubicBezTo>
                  <a:cubicBezTo>
                    <a:pt x="1354" y="16535"/>
                    <a:pt x="-376" y="16757"/>
                    <a:pt x="219" y="16842"/>
                  </a:cubicBezTo>
                  <a:cubicBezTo>
                    <a:pt x="814" y="16927"/>
                    <a:pt x="760" y="17065"/>
                    <a:pt x="1139" y="17054"/>
                  </a:cubicBezTo>
                  <a:cubicBezTo>
                    <a:pt x="1517" y="17043"/>
                    <a:pt x="2112" y="16990"/>
                    <a:pt x="2328" y="16906"/>
                  </a:cubicBezTo>
                  <a:cubicBezTo>
                    <a:pt x="2544" y="16821"/>
                    <a:pt x="3301" y="16736"/>
                    <a:pt x="3355" y="16927"/>
                  </a:cubicBezTo>
                  <a:cubicBezTo>
                    <a:pt x="3409" y="17118"/>
                    <a:pt x="2328" y="17022"/>
                    <a:pt x="2112" y="17128"/>
                  </a:cubicBezTo>
                  <a:cubicBezTo>
                    <a:pt x="1896" y="17234"/>
                    <a:pt x="1463" y="17319"/>
                    <a:pt x="814" y="17414"/>
                  </a:cubicBezTo>
                  <a:cubicBezTo>
                    <a:pt x="165" y="17510"/>
                    <a:pt x="814" y="17669"/>
                    <a:pt x="1354" y="17616"/>
                  </a:cubicBezTo>
                  <a:cubicBezTo>
                    <a:pt x="1896" y="17563"/>
                    <a:pt x="1192" y="17743"/>
                    <a:pt x="1950" y="17764"/>
                  </a:cubicBezTo>
                  <a:cubicBezTo>
                    <a:pt x="2647" y="17784"/>
                    <a:pt x="2869" y="17679"/>
                    <a:pt x="2706" y="17573"/>
                  </a:cubicBezTo>
                  <a:cubicBezTo>
                    <a:pt x="2544" y="17467"/>
                    <a:pt x="3085" y="17234"/>
                    <a:pt x="3734" y="17351"/>
                  </a:cubicBezTo>
                  <a:cubicBezTo>
                    <a:pt x="4383" y="17467"/>
                    <a:pt x="3409" y="17584"/>
                    <a:pt x="3409" y="17690"/>
                  </a:cubicBezTo>
                  <a:cubicBezTo>
                    <a:pt x="3409" y="17796"/>
                    <a:pt x="3031" y="17934"/>
                    <a:pt x="3031" y="18050"/>
                  </a:cubicBezTo>
                  <a:cubicBezTo>
                    <a:pt x="3031" y="18166"/>
                    <a:pt x="2328" y="18103"/>
                    <a:pt x="2382" y="18230"/>
                  </a:cubicBezTo>
                  <a:cubicBezTo>
                    <a:pt x="2436" y="18358"/>
                    <a:pt x="868" y="18273"/>
                    <a:pt x="1571" y="18358"/>
                  </a:cubicBezTo>
                  <a:cubicBezTo>
                    <a:pt x="2273" y="18442"/>
                    <a:pt x="1139" y="18559"/>
                    <a:pt x="1517" y="18643"/>
                  </a:cubicBezTo>
                  <a:cubicBezTo>
                    <a:pt x="1896" y="18728"/>
                    <a:pt x="2220" y="18527"/>
                    <a:pt x="2815" y="18569"/>
                  </a:cubicBezTo>
                  <a:cubicBezTo>
                    <a:pt x="3409" y="18612"/>
                    <a:pt x="3301" y="18643"/>
                    <a:pt x="4058" y="18580"/>
                  </a:cubicBezTo>
                  <a:cubicBezTo>
                    <a:pt x="4815" y="18516"/>
                    <a:pt x="5247" y="18696"/>
                    <a:pt x="4545" y="18739"/>
                  </a:cubicBezTo>
                  <a:cubicBezTo>
                    <a:pt x="3842" y="18781"/>
                    <a:pt x="3085" y="18940"/>
                    <a:pt x="3409" y="18961"/>
                  </a:cubicBezTo>
                  <a:cubicBezTo>
                    <a:pt x="3734" y="18983"/>
                    <a:pt x="4653" y="18856"/>
                    <a:pt x="4869" y="18993"/>
                  </a:cubicBezTo>
                  <a:cubicBezTo>
                    <a:pt x="5086" y="19131"/>
                    <a:pt x="5626" y="19089"/>
                    <a:pt x="5681" y="18940"/>
                  </a:cubicBezTo>
                  <a:cubicBezTo>
                    <a:pt x="5735" y="18792"/>
                    <a:pt x="7032" y="18919"/>
                    <a:pt x="7248" y="19046"/>
                  </a:cubicBezTo>
                  <a:cubicBezTo>
                    <a:pt x="7464" y="19173"/>
                    <a:pt x="5896" y="19247"/>
                    <a:pt x="5086" y="19216"/>
                  </a:cubicBezTo>
                  <a:cubicBezTo>
                    <a:pt x="4274" y="19184"/>
                    <a:pt x="3842" y="19364"/>
                    <a:pt x="4383" y="19502"/>
                  </a:cubicBezTo>
                  <a:cubicBezTo>
                    <a:pt x="4924" y="19640"/>
                    <a:pt x="5572" y="19502"/>
                    <a:pt x="6166" y="19385"/>
                  </a:cubicBezTo>
                  <a:cubicBezTo>
                    <a:pt x="6762" y="19269"/>
                    <a:pt x="9681" y="19301"/>
                    <a:pt x="9898" y="19428"/>
                  </a:cubicBezTo>
                  <a:cubicBezTo>
                    <a:pt x="10114" y="19555"/>
                    <a:pt x="8546" y="19449"/>
                    <a:pt x="8384" y="19523"/>
                  </a:cubicBezTo>
                  <a:cubicBezTo>
                    <a:pt x="8221" y="19597"/>
                    <a:pt x="7032" y="19661"/>
                    <a:pt x="6870" y="19576"/>
                  </a:cubicBezTo>
                  <a:cubicBezTo>
                    <a:pt x="6707" y="19491"/>
                    <a:pt x="5572" y="19608"/>
                    <a:pt x="5518" y="19746"/>
                  </a:cubicBezTo>
                  <a:cubicBezTo>
                    <a:pt x="5465" y="19883"/>
                    <a:pt x="4599" y="19883"/>
                    <a:pt x="5572" y="19936"/>
                  </a:cubicBezTo>
                  <a:cubicBezTo>
                    <a:pt x="6545" y="19989"/>
                    <a:pt x="6275" y="19735"/>
                    <a:pt x="7789" y="19756"/>
                  </a:cubicBezTo>
                  <a:cubicBezTo>
                    <a:pt x="9303" y="19777"/>
                    <a:pt x="10114" y="19481"/>
                    <a:pt x="10547" y="19650"/>
                  </a:cubicBezTo>
                  <a:cubicBezTo>
                    <a:pt x="10979" y="19820"/>
                    <a:pt x="9303" y="19958"/>
                    <a:pt x="8708" y="19851"/>
                  </a:cubicBezTo>
                  <a:cubicBezTo>
                    <a:pt x="8113" y="19746"/>
                    <a:pt x="7411" y="19926"/>
                    <a:pt x="7464" y="20085"/>
                  </a:cubicBezTo>
                  <a:cubicBezTo>
                    <a:pt x="7519" y="20244"/>
                    <a:pt x="5735" y="20042"/>
                    <a:pt x="4869" y="20021"/>
                  </a:cubicBezTo>
                  <a:cubicBezTo>
                    <a:pt x="4004" y="20000"/>
                    <a:pt x="4383" y="20180"/>
                    <a:pt x="5139" y="20339"/>
                  </a:cubicBezTo>
                  <a:cubicBezTo>
                    <a:pt x="5896" y="20498"/>
                    <a:pt x="6329" y="20318"/>
                    <a:pt x="7248" y="20434"/>
                  </a:cubicBezTo>
                  <a:cubicBezTo>
                    <a:pt x="8168" y="20551"/>
                    <a:pt x="8168" y="20678"/>
                    <a:pt x="8816" y="20562"/>
                  </a:cubicBezTo>
                  <a:cubicBezTo>
                    <a:pt x="9465" y="20445"/>
                    <a:pt x="8816" y="20456"/>
                    <a:pt x="8384" y="20403"/>
                  </a:cubicBezTo>
                  <a:cubicBezTo>
                    <a:pt x="7951" y="20349"/>
                    <a:pt x="8330" y="20169"/>
                    <a:pt x="9357" y="20265"/>
                  </a:cubicBezTo>
                  <a:cubicBezTo>
                    <a:pt x="10385" y="20360"/>
                    <a:pt x="11574" y="20180"/>
                    <a:pt x="11249" y="19926"/>
                  </a:cubicBezTo>
                  <a:cubicBezTo>
                    <a:pt x="10925" y="19671"/>
                    <a:pt x="12168" y="19555"/>
                    <a:pt x="13412" y="19470"/>
                  </a:cubicBezTo>
                  <a:cubicBezTo>
                    <a:pt x="14656" y="19385"/>
                    <a:pt x="14007" y="19629"/>
                    <a:pt x="13088" y="19703"/>
                  </a:cubicBezTo>
                  <a:cubicBezTo>
                    <a:pt x="12168" y="19777"/>
                    <a:pt x="12007" y="19830"/>
                    <a:pt x="12709" y="19979"/>
                  </a:cubicBezTo>
                  <a:cubicBezTo>
                    <a:pt x="13412" y="20127"/>
                    <a:pt x="14331" y="19883"/>
                    <a:pt x="14926" y="20000"/>
                  </a:cubicBezTo>
                  <a:cubicBezTo>
                    <a:pt x="15521" y="20116"/>
                    <a:pt x="13845" y="20095"/>
                    <a:pt x="13574" y="20212"/>
                  </a:cubicBezTo>
                  <a:cubicBezTo>
                    <a:pt x="13304" y="20328"/>
                    <a:pt x="14602" y="20466"/>
                    <a:pt x="13683" y="20551"/>
                  </a:cubicBezTo>
                  <a:cubicBezTo>
                    <a:pt x="12764" y="20636"/>
                    <a:pt x="13196" y="20201"/>
                    <a:pt x="12655" y="20159"/>
                  </a:cubicBezTo>
                  <a:cubicBezTo>
                    <a:pt x="12115" y="20116"/>
                    <a:pt x="11627" y="20212"/>
                    <a:pt x="12168" y="20456"/>
                  </a:cubicBezTo>
                  <a:cubicBezTo>
                    <a:pt x="12709" y="20699"/>
                    <a:pt x="11519" y="20487"/>
                    <a:pt x="10979" y="20371"/>
                  </a:cubicBezTo>
                  <a:cubicBezTo>
                    <a:pt x="10438" y="20254"/>
                    <a:pt x="9681" y="20424"/>
                    <a:pt x="10330" y="20551"/>
                  </a:cubicBezTo>
                  <a:cubicBezTo>
                    <a:pt x="10979" y="20678"/>
                    <a:pt x="9087" y="20540"/>
                    <a:pt x="9087" y="20742"/>
                  </a:cubicBezTo>
                  <a:cubicBezTo>
                    <a:pt x="9087" y="20943"/>
                    <a:pt x="9898" y="20773"/>
                    <a:pt x="10870" y="20816"/>
                  </a:cubicBezTo>
                  <a:cubicBezTo>
                    <a:pt x="11844" y="20858"/>
                    <a:pt x="11412" y="21134"/>
                    <a:pt x="12115" y="21240"/>
                  </a:cubicBezTo>
                  <a:cubicBezTo>
                    <a:pt x="12817" y="21346"/>
                    <a:pt x="12223" y="20901"/>
                    <a:pt x="12979" y="20869"/>
                  </a:cubicBezTo>
                  <a:cubicBezTo>
                    <a:pt x="13736" y="20837"/>
                    <a:pt x="13034" y="21208"/>
                    <a:pt x="14710" y="21314"/>
                  </a:cubicBezTo>
                  <a:cubicBezTo>
                    <a:pt x="16386" y="21420"/>
                    <a:pt x="14818" y="21250"/>
                    <a:pt x="15575" y="21144"/>
                  </a:cubicBezTo>
                  <a:cubicBezTo>
                    <a:pt x="16332" y="21039"/>
                    <a:pt x="17305" y="21462"/>
                    <a:pt x="18117" y="21505"/>
                  </a:cubicBezTo>
                  <a:cubicBezTo>
                    <a:pt x="18927" y="21547"/>
                    <a:pt x="18387" y="21314"/>
                    <a:pt x="17791" y="21187"/>
                  </a:cubicBezTo>
                  <a:cubicBezTo>
                    <a:pt x="17197" y="21060"/>
                    <a:pt x="18387" y="21134"/>
                    <a:pt x="19198" y="21187"/>
                  </a:cubicBezTo>
                  <a:cubicBezTo>
                    <a:pt x="20009" y="21240"/>
                    <a:pt x="20657" y="21261"/>
                    <a:pt x="20820" y="21144"/>
                  </a:cubicBezTo>
                  <a:cubicBezTo>
                    <a:pt x="20881" y="21101"/>
                    <a:pt x="21031" y="21102"/>
                    <a:pt x="21224" y="21114"/>
                  </a:cubicBezTo>
                  <a:cubicBezTo>
                    <a:pt x="20379" y="21005"/>
                    <a:pt x="17510" y="21084"/>
                    <a:pt x="17116" y="21071"/>
                  </a:cubicBezTo>
                  <a:cubicBezTo>
                    <a:pt x="16727" y="21059"/>
                    <a:pt x="17027" y="19788"/>
                    <a:pt x="17100" y="19497"/>
                  </a:cubicBezTo>
                  <a:cubicBezTo>
                    <a:pt x="17042" y="19495"/>
                    <a:pt x="16983" y="19491"/>
                    <a:pt x="16927" y="19491"/>
                  </a:cubicBezTo>
                  <a:cubicBezTo>
                    <a:pt x="16224" y="19491"/>
                    <a:pt x="14656" y="19523"/>
                    <a:pt x="14926" y="19311"/>
                  </a:cubicBezTo>
                  <a:cubicBezTo>
                    <a:pt x="14974" y="19274"/>
                    <a:pt x="15076" y="19252"/>
                    <a:pt x="15210" y="19240"/>
                  </a:cubicBezTo>
                  <a:cubicBezTo>
                    <a:pt x="14891" y="19183"/>
                    <a:pt x="14438" y="19120"/>
                    <a:pt x="13896" y="19091"/>
                  </a:cubicBezTo>
                  <a:cubicBezTo>
                    <a:pt x="12797" y="19034"/>
                    <a:pt x="10163" y="19091"/>
                    <a:pt x="9577" y="1910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79" name="Shape 2333"/>
            <p:cNvSpPr/>
            <p:nvPr/>
          </p:nvSpPr>
          <p:spPr>
            <a:xfrm>
              <a:off x="4794962" y="6111714"/>
              <a:ext cx="391907" cy="398227"/>
            </a:xfrm>
            <a:custGeom>
              <a:avLst/>
              <a:gdLst/>
              <a:ahLst/>
              <a:cxnLst>
                <a:cxn ang="0">
                  <a:pos x="wd2" y="hd2"/>
                </a:cxn>
                <a:cxn ang="5400000">
                  <a:pos x="wd2" y="hd2"/>
                </a:cxn>
                <a:cxn ang="10800000">
                  <a:pos x="wd2" y="hd2"/>
                </a:cxn>
                <a:cxn ang="16200000">
                  <a:pos x="wd2" y="hd2"/>
                </a:cxn>
              </a:cxnLst>
              <a:rect l="0" t="0" r="r" b="b"/>
              <a:pathLst>
                <a:path w="21039" h="21208" extrusionOk="0">
                  <a:moveTo>
                    <a:pt x="20723" y="11591"/>
                  </a:moveTo>
                  <a:cubicBezTo>
                    <a:pt x="19845" y="11154"/>
                    <a:pt x="18968" y="12025"/>
                    <a:pt x="18673" y="12025"/>
                  </a:cubicBezTo>
                  <a:cubicBezTo>
                    <a:pt x="18381" y="12025"/>
                    <a:pt x="17723" y="10140"/>
                    <a:pt x="17503" y="9343"/>
                  </a:cubicBezTo>
                  <a:cubicBezTo>
                    <a:pt x="17283" y="8544"/>
                    <a:pt x="16406" y="6947"/>
                    <a:pt x="15821" y="7308"/>
                  </a:cubicBezTo>
                  <a:cubicBezTo>
                    <a:pt x="15236" y="7672"/>
                    <a:pt x="15382" y="7166"/>
                    <a:pt x="13700" y="7092"/>
                  </a:cubicBezTo>
                  <a:cubicBezTo>
                    <a:pt x="12017" y="7018"/>
                    <a:pt x="12090" y="6730"/>
                    <a:pt x="12455" y="5132"/>
                  </a:cubicBezTo>
                  <a:cubicBezTo>
                    <a:pt x="12821" y="3536"/>
                    <a:pt x="11358" y="2518"/>
                    <a:pt x="12016" y="2157"/>
                  </a:cubicBezTo>
                  <a:cubicBezTo>
                    <a:pt x="12513" y="1885"/>
                    <a:pt x="12467" y="1567"/>
                    <a:pt x="11912" y="867"/>
                  </a:cubicBezTo>
                  <a:cubicBezTo>
                    <a:pt x="11775" y="952"/>
                    <a:pt x="11634" y="1009"/>
                    <a:pt x="11501" y="1009"/>
                  </a:cubicBezTo>
                  <a:cubicBezTo>
                    <a:pt x="10925" y="1009"/>
                    <a:pt x="10204" y="6"/>
                    <a:pt x="9196" y="6"/>
                  </a:cubicBezTo>
                  <a:cubicBezTo>
                    <a:pt x="8186" y="6"/>
                    <a:pt x="7106" y="-65"/>
                    <a:pt x="6385" y="293"/>
                  </a:cubicBezTo>
                  <a:cubicBezTo>
                    <a:pt x="5664" y="652"/>
                    <a:pt x="4294" y="222"/>
                    <a:pt x="3430" y="794"/>
                  </a:cubicBezTo>
                  <a:cubicBezTo>
                    <a:pt x="2565" y="1365"/>
                    <a:pt x="1484" y="2580"/>
                    <a:pt x="1557" y="3080"/>
                  </a:cubicBezTo>
                  <a:cubicBezTo>
                    <a:pt x="1629" y="3583"/>
                    <a:pt x="1268" y="6655"/>
                    <a:pt x="836" y="6799"/>
                  </a:cubicBezTo>
                  <a:cubicBezTo>
                    <a:pt x="705" y="6841"/>
                    <a:pt x="384" y="6818"/>
                    <a:pt x="0" y="6778"/>
                  </a:cubicBezTo>
                  <a:cubicBezTo>
                    <a:pt x="577" y="7769"/>
                    <a:pt x="2285" y="9547"/>
                    <a:pt x="3384" y="10212"/>
                  </a:cubicBezTo>
                  <a:cubicBezTo>
                    <a:pt x="4701" y="11012"/>
                    <a:pt x="4627" y="11737"/>
                    <a:pt x="6090" y="11883"/>
                  </a:cubicBezTo>
                  <a:cubicBezTo>
                    <a:pt x="7554" y="12025"/>
                    <a:pt x="8285" y="12608"/>
                    <a:pt x="8797" y="13260"/>
                  </a:cubicBezTo>
                  <a:cubicBezTo>
                    <a:pt x="9309" y="13914"/>
                    <a:pt x="13041" y="15002"/>
                    <a:pt x="13333" y="15511"/>
                  </a:cubicBezTo>
                  <a:cubicBezTo>
                    <a:pt x="13625" y="16020"/>
                    <a:pt x="11431" y="17471"/>
                    <a:pt x="11431" y="18776"/>
                  </a:cubicBezTo>
                  <a:cubicBezTo>
                    <a:pt x="11431" y="20085"/>
                    <a:pt x="10626" y="19939"/>
                    <a:pt x="10626" y="20375"/>
                  </a:cubicBezTo>
                  <a:cubicBezTo>
                    <a:pt x="10626" y="20809"/>
                    <a:pt x="12309" y="20519"/>
                    <a:pt x="12895" y="20881"/>
                  </a:cubicBezTo>
                  <a:cubicBezTo>
                    <a:pt x="13480" y="21244"/>
                    <a:pt x="14503" y="20664"/>
                    <a:pt x="15235" y="21098"/>
                  </a:cubicBezTo>
                  <a:cubicBezTo>
                    <a:pt x="15966" y="21535"/>
                    <a:pt x="16772" y="20519"/>
                    <a:pt x="17357" y="20664"/>
                  </a:cubicBezTo>
                  <a:cubicBezTo>
                    <a:pt x="17943" y="20809"/>
                    <a:pt x="18528" y="19650"/>
                    <a:pt x="19260" y="19720"/>
                  </a:cubicBezTo>
                  <a:cubicBezTo>
                    <a:pt x="19991" y="19792"/>
                    <a:pt x="20650" y="17181"/>
                    <a:pt x="20502" y="16165"/>
                  </a:cubicBezTo>
                  <a:cubicBezTo>
                    <a:pt x="20356" y="15148"/>
                    <a:pt x="21600" y="12025"/>
                    <a:pt x="20723" y="1159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80" name="Shape 2334"/>
            <p:cNvSpPr/>
            <p:nvPr/>
          </p:nvSpPr>
          <p:spPr>
            <a:xfrm>
              <a:off x="3751499" y="4720430"/>
              <a:ext cx="146808" cy="121914"/>
            </a:xfrm>
            <a:custGeom>
              <a:avLst/>
              <a:gdLst/>
              <a:ahLst/>
              <a:cxnLst>
                <a:cxn ang="0">
                  <a:pos x="wd2" y="hd2"/>
                </a:cxn>
                <a:cxn ang="5400000">
                  <a:pos x="wd2" y="hd2"/>
                </a:cxn>
                <a:cxn ang="10800000">
                  <a:pos x="wd2" y="hd2"/>
                </a:cxn>
                <a:cxn ang="16200000">
                  <a:pos x="wd2" y="hd2"/>
                </a:cxn>
              </a:cxnLst>
              <a:rect l="0" t="0" r="r" b="b"/>
              <a:pathLst>
                <a:path w="21025" h="21505" extrusionOk="0">
                  <a:moveTo>
                    <a:pt x="20035" y="17084"/>
                  </a:moveTo>
                  <a:cubicBezTo>
                    <a:pt x="19821" y="16164"/>
                    <a:pt x="19946" y="13806"/>
                    <a:pt x="21025" y="11995"/>
                  </a:cubicBezTo>
                  <a:cubicBezTo>
                    <a:pt x="18666" y="8867"/>
                    <a:pt x="16011" y="4638"/>
                    <a:pt x="14595" y="2118"/>
                  </a:cubicBezTo>
                  <a:cubicBezTo>
                    <a:pt x="13245" y="2336"/>
                    <a:pt x="12071" y="2323"/>
                    <a:pt x="11378" y="1681"/>
                  </a:cubicBezTo>
                  <a:cubicBezTo>
                    <a:pt x="9946" y="363"/>
                    <a:pt x="6374" y="1245"/>
                    <a:pt x="4943" y="363"/>
                  </a:cubicBezTo>
                  <a:cubicBezTo>
                    <a:pt x="4206" y="-95"/>
                    <a:pt x="2773" y="-39"/>
                    <a:pt x="1359" y="98"/>
                  </a:cubicBezTo>
                  <a:cubicBezTo>
                    <a:pt x="1697" y="1416"/>
                    <a:pt x="1539" y="2687"/>
                    <a:pt x="865" y="3248"/>
                  </a:cubicBezTo>
                  <a:cubicBezTo>
                    <a:pt x="-433" y="4313"/>
                    <a:pt x="-575" y="8576"/>
                    <a:pt x="2597" y="10172"/>
                  </a:cubicBezTo>
                  <a:cubicBezTo>
                    <a:pt x="5766" y="11769"/>
                    <a:pt x="4759" y="9286"/>
                    <a:pt x="6343" y="9286"/>
                  </a:cubicBezTo>
                  <a:cubicBezTo>
                    <a:pt x="7931" y="9286"/>
                    <a:pt x="7785" y="12303"/>
                    <a:pt x="9227" y="12303"/>
                  </a:cubicBezTo>
                  <a:cubicBezTo>
                    <a:pt x="10671" y="12303"/>
                    <a:pt x="13985" y="14435"/>
                    <a:pt x="13841" y="17277"/>
                  </a:cubicBezTo>
                  <a:cubicBezTo>
                    <a:pt x="13699" y="20114"/>
                    <a:pt x="14995" y="21359"/>
                    <a:pt x="17590" y="21359"/>
                  </a:cubicBezTo>
                  <a:cubicBezTo>
                    <a:pt x="18063" y="21359"/>
                    <a:pt x="18603" y="21415"/>
                    <a:pt x="19164" y="21505"/>
                  </a:cubicBezTo>
                  <a:cubicBezTo>
                    <a:pt x="19606" y="19605"/>
                    <a:pt x="20262" y="18068"/>
                    <a:pt x="20035" y="17084"/>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81" name="Shape 2335"/>
            <p:cNvSpPr/>
            <p:nvPr/>
          </p:nvSpPr>
          <p:spPr>
            <a:xfrm>
              <a:off x="3875721" y="4794963"/>
              <a:ext cx="265040" cy="113416"/>
            </a:xfrm>
            <a:custGeom>
              <a:avLst/>
              <a:gdLst/>
              <a:ahLst/>
              <a:cxnLst>
                <a:cxn ang="0">
                  <a:pos x="wd2" y="hd2"/>
                </a:cxn>
                <a:cxn ang="5400000">
                  <a:pos x="wd2" y="hd2"/>
                </a:cxn>
                <a:cxn ang="10800000">
                  <a:pos x="wd2" y="hd2"/>
                </a:cxn>
                <a:cxn ang="16200000">
                  <a:pos x="wd2" y="hd2"/>
                </a:cxn>
              </a:cxnLst>
              <a:rect l="0" t="0" r="r" b="b"/>
              <a:pathLst>
                <a:path w="21600" h="19156" extrusionOk="0">
                  <a:moveTo>
                    <a:pt x="19288" y="5546"/>
                  </a:moveTo>
                  <a:cubicBezTo>
                    <a:pt x="17975" y="1465"/>
                    <a:pt x="15596" y="1809"/>
                    <a:pt x="14119" y="445"/>
                  </a:cubicBezTo>
                  <a:cubicBezTo>
                    <a:pt x="12641" y="-916"/>
                    <a:pt x="10756" y="957"/>
                    <a:pt x="8867" y="4530"/>
                  </a:cubicBezTo>
                  <a:cubicBezTo>
                    <a:pt x="6981" y="8099"/>
                    <a:pt x="4602" y="6059"/>
                    <a:pt x="2961" y="4190"/>
                  </a:cubicBezTo>
                  <a:cubicBezTo>
                    <a:pt x="2473" y="3633"/>
                    <a:pt x="1790" y="2297"/>
                    <a:pt x="1058" y="666"/>
                  </a:cubicBezTo>
                  <a:cubicBezTo>
                    <a:pt x="444" y="2395"/>
                    <a:pt x="373" y="4657"/>
                    <a:pt x="495" y="5538"/>
                  </a:cubicBezTo>
                  <a:cubicBezTo>
                    <a:pt x="625" y="6477"/>
                    <a:pt x="250" y="7948"/>
                    <a:pt x="0" y="9767"/>
                  </a:cubicBezTo>
                  <a:cubicBezTo>
                    <a:pt x="1625" y="10189"/>
                    <a:pt x="3737" y="11660"/>
                    <a:pt x="4766" y="14222"/>
                  </a:cubicBezTo>
                  <a:cubicBezTo>
                    <a:pt x="5996" y="17283"/>
                    <a:pt x="6734" y="15238"/>
                    <a:pt x="7473" y="17963"/>
                  </a:cubicBezTo>
                  <a:cubicBezTo>
                    <a:pt x="8211" y="20684"/>
                    <a:pt x="9934" y="18131"/>
                    <a:pt x="10344" y="16430"/>
                  </a:cubicBezTo>
                  <a:cubicBezTo>
                    <a:pt x="10756" y="14726"/>
                    <a:pt x="9442" y="14050"/>
                    <a:pt x="9277" y="12181"/>
                  </a:cubicBezTo>
                  <a:cubicBezTo>
                    <a:pt x="9114" y="10308"/>
                    <a:pt x="10919" y="10988"/>
                    <a:pt x="11247" y="8439"/>
                  </a:cubicBezTo>
                  <a:cubicBezTo>
                    <a:pt x="11575" y="5887"/>
                    <a:pt x="14201" y="4698"/>
                    <a:pt x="15349" y="5718"/>
                  </a:cubicBezTo>
                  <a:cubicBezTo>
                    <a:pt x="16498" y="6739"/>
                    <a:pt x="17483" y="8439"/>
                    <a:pt x="16416" y="10988"/>
                  </a:cubicBezTo>
                  <a:cubicBezTo>
                    <a:pt x="15622" y="12890"/>
                    <a:pt x="17241" y="16303"/>
                    <a:pt x="18595" y="18971"/>
                  </a:cubicBezTo>
                  <a:cubicBezTo>
                    <a:pt x="19544" y="16943"/>
                    <a:pt x="20636" y="14640"/>
                    <a:pt x="21089" y="13955"/>
                  </a:cubicBezTo>
                  <a:cubicBezTo>
                    <a:pt x="21336" y="13570"/>
                    <a:pt x="21493" y="12669"/>
                    <a:pt x="21600" y="11550"/>
                  </a:cubicBezTo>
                  <a:cubicBezTo>
                    <a:pt x="20948" y="10915"/>
                    <a:pt x="20198" y="8382"/>
                    <a:pt x="19288" y="554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82" name="Shape 2336"/>
            <p:cNvSpPr/>
            <p:nvPr/>
          </p:nvSpPr>
          <p:spPr>
            <a:xfrm>
              <a:off x="4049631" y="4645896"/>
              <a:ext cx="541003" cy="764885"/>
            </a:xfrm>
            <a:custGeom>
              <a:avLst/>
              <a:gdLst/>
              <a:ahLst/>
              <a:cxnLst>
                <a:cxn ang="0">
                  <a:pos x="wd2" y="hd2"/>
                </a:cxn>
                <a:cxn ang="5400000">
                  <a:pos x="wd2" y="hd2"/>
                </a:cxn>
                <a:cxn ang="10800000">
                  <a:pos x="wd2" y="hd2"/>
                </a:cxn>
                <a:cxn ang="16200000">
                  <a:pos x="wd2" y="hd2"/>
                </a:cxn>
              </a:cxnLst>
              <a:rect l="0" t="0" r="r" b="b"/>
              <a:pathLst>
                <a:path w="21472" h="21355" extrusionOk="0">
                  <a:moveTo>
                    <a:pt x="3349" y="15519"/>
                  </a:moveTo>
                  <a:cubicBezTo>
                    <a:pt x="3848" y="15726"/>
                    <a:pt x="4557" y="15667"/>
                    <a:pt x="4724" y="15519"/>
                  </a:cubicBezTo>
                  <a:cubicBezTo>
                    <a:pt x="4890" y="15373"/>
                    <a:pt x="5348" y="15696"/>
                    <a:pt x="6015" y="16224"/>
                  </a:cubicBezTo>
                  <a:cubicBezTo>
                    <a:pt x="6044" y="16247"/>
                    <a:pt x="6068" y="16266"/>
                    <a:pt x="6096" y="16289"/>
                  </a:cubicBezTo>
                  <a:cubicBezTo>
                    <a:pt x="6655" y="16202"/>
                    <a:pt x="7362" y="16128"/>
                    <a:pt x="7647" y="16253"/>
                  </a:cubicBezTo>
                  <a:cubicBezTo>
                    <a:pt x="8148" y="16474"/>
                    <a:pt x="8023" y="17269"/>
                    <a:pt x="8712" y="17312"/>
                  </a:cubicBezTo>
                  <a:cubicBezTo>
                    <a:pt x="9402" y="17356"/>
                    <a:pt x="9904" y="17842"/>
                    <a:pt x="9841" y="18106"/>
                  </a:cubicBezTo>
                  <a:cubicBezTo>
                    <a:pt x="9778" y="18371"/>
                    <a:pt x="10593" y="18503"/>
                    <a:pt x="10531" y="18900"/>
                  </a:cubicBezTo>
                  <a:cubicBezTo>
                    <a:pt x="10468" y="19297"/>
                    <a:pt x="12350" y="19209"/>
                    <a:pt x="12601" y="19076"/>
                  </a:cubicBezTo>
                  <a:cubicBezTo>
                    <a:pt x="12851" y="18944"/>
                    <a:pt x="13352" y="18856"/>
                    <a:pt x="13666" y="18988"/>
                  </a:cubicBezTo>
                  <a:cubicBezTo>
                    <a:pt x="13980" y="19120"/>
                    <a:pt x="14544" y="18856"/>
                    <a:pt x="14858" y="18944"/>
                  </a:cubicBezTo>
                  <a:cubicBezTo>
                    <a:pt x="15172" y="19033"/>
                    <a:pt x="16426" y="19386"/>
                    <a:pt x="16175" y="19694"/>
                  </a:cubicBezTo>
                  <a:cubicBezTo>
                    <a:pt x="15924" y="20003"/>
                    <a:pt x="15047" y="20488"/>
                    <a:pt x="15234" y="20754"/>
                  </a:cubicBezTo>
                  <a:cubicBezTo>
                    <a:pt x="15384" y="20962"/>
                    <a:pt x="16039" y="21092"/>
                    <a:pt x="16306" y="21355"/>
                  </a:cubicBezTo>
                  <a:cubicBezTo>
                    <a:pt x="16336" y="21354"/>
                    <a:pt x="16364" y="21355"/>
                    <a:pt x="16394" y="21350"/>
                  </a:cubicBezTo>
                  <a:cubicBezTo>
                    <a:pt x="16874" y="21276"/>
                    <a:pt x="17086" y="20001"/>
                    <a:pt x="17086" y="19627"/>
                  </a:cubicBezTo>
                  <a:cubicBezTo>
                    <a:pt x="17086" y="19253"/>
                    <a:pt x="17300" y="18278"/>
                    <a:pt x="17456" y="17898"/>
                  </a:cubicBezTo>
                  <a:cubicBezTo>
                    <a:pt x="17758" y="17161"/>
                    <a:pt x="16302" y="16642"/>
                    <a:pt x="16302" y="15844"/>
                  </a:cubicBezTo>
                  <a:cubicBezTo>
                    <a:pt x="16302" y="15045"/>
                    <a:pt x="16878" y="15489"/>
                    <a:pt x="17528" y="15160"/>
                  </a:cubicBezTo>
                  <a:cubicBezTo>
                    <a:pt x="18176" y="14831"/>
                    <a:pt x="17492" y="14691"/>
                    <a:pt x="17167" y="14640"/>
                  </a:cubicBezTo>
                  <a:cubicBezTo>
                    <a:pt x="16843" y="14590"/>
                    <a:pt x="16591" y="14184"/>
                    <a:pt x="16699" y="13944"/>
                  </a:cubicBezTo>
                  <a:cubicBezTo>
                    <a:pt x="16807" y="13702"/>
                    <a:pt x="18789" y="13803"/>
                    <a:pt x="19420" y="13803"/>
                  </a:cubicBezTo>
                  <a:cubicBezTo>
                    <a:pt x="20050" y="13803"/>
                    <a:pt x="21420" y="13398"/>
                    <a:pt x="21438" y="13335"/>
                  </a:cubicBezTo>
                  <a:cubicBezTo>
                    <a:pt x="21456" y="13272"/>
                    <a:pt x="21600" y="12954"/>
                    <a:pt x="21112" y="12688"/>
                  </a:cubicBezTo>
                  <a:cubicBezTo>
                    <a:pt x="20626" y="12422"/>
                    <a:pt x="20807" y="12042"/>
                    <a:pt x="21185" y="11738"/>
                  </a:cubicBezTo>
                  <a:cubicBezTo>
                    <a:pt x="21564" y="11433"/>
                    <a:pt x="20951" y="11129"/>
                    <a:pt x="20482" y="10762"/>
                  </a:cubicBezTo>
                  <a:cubicBezTo>
                    <a:pt x="20014" y="10394"/>
                    <a:pt x="20375" y="9063"/>
                    <a:pt x="20915" y="8442"/>
                  </a:cubicBezTo>
                  <a:cubicBezTo>
                    <a:pt x="21455" y="7822"/>
                    <a:pt x="19815" y="7961"/>
                    <a:pt x="18806" y="8049"/>
                  </a:cubicBezTo>
                  <a:cubicBezTo>
                    <a:pt x="17798" y="8138"/>
                    <a:pt x="16933" y="7859"/>
                    <a:pt x="16284" y="7276"/>
                  </a:cubicBezTo>
                  <a:cubicBezTo>
                    <a:pt x="15636" y="6693"/>
                    <a:pt x="14753" y="7061"/>
                    <a:pt x="13204" y="7086"/>
                  </a:cubicBezTo>
                  <a:cubicBezTo>
                    <a:pt x="11654" y="7112"/>
                    <a:pt x="11960" y="5882"/>
                    <a:pt x="12032" y="5413"/>
                  </a:cubicBezTo>
                  <a:cubicBezTo>
                    <a:pt x="12104" y="4944"/>
                    <a:pt x="11240" y="4881"/>
                    <a:pt x="11240" y="4577"/>
                  </a:cubicBezTo>
                  <a:cubicBezTo>
                    <a:pt x="11240" y="4273"/>
                    <a:pt x="10789" y="4273"/>
                    <a:pt x="10392" y="4297"/>
                  </a:cubicBezTo>
                  <a:cubicBezTo>
                    <a:pt x="9996" y="4323"/>
                    <a:pt x="10392" y="3956"/>
                    <a:pt x="10663" y="3715"/>
                  </a:cubicBezTo>
                  <a:cubicBezTo>
                    <a:pt x="10933" y="3474"/>
                    <a:pt x="10915" y="3283"/>
                    <a:pt x="10933" y="2775"/>
                  </a:cubicBezTo>
                  <a:cubicBezTo>
                    <a:pt x="10952" y="2269"/>
                    <a:pt x="11996" y="1839"/>
                    <a:pt x="12518" y="1343"/>
                  </a:cubicBezTo>
                  <a:cubicBezTo>
                    <a:pt x="12646" y="1224"/>
                    <a:pt x="12843" y="1146"/>
                    <a:pt x="13066" y="1098"/>
                  </a:cubicBezTo>
                  <a:cubicBezTo>
                    <a:pt x="13130" y="980"/>
                    <a:pt x="13257" y="886"/>
                    <a:pt x="13504" y="852"/>
                  </a:cubicBezTo>
                  <a:cubicBezTo>
                    <a:pt x="14303" y="739"/>
                    <a:pt x="14702" y="373"/>
                    <a:pt x="13943" y="64"/>
                  </a:cubicBezTo>
                  <a:cubicBezTo>
                    <a:pt x="13184" y="-245"/>
                    <a:pt x="12744" y="655"/>
                    <a:pt x="11906" y="739"/>
                  </a:cubicBezTo>
                  <a:cubicBezTo>
                    <a:pt x="11066" y="823"/>
                    <a:pt x="10907" y="1188"/>
                    <a:pt x="10347" y="1385"/>
                  </a:cubicBezTo>
                  <a:cubicBezTo>
                    <a:pt x="9788" y="1582"/>
                    <a:pt x="8749" y="1414"/>
                    <a:pt x="8709" y="1751"/>
                  </a:cubicBezTo>
                  <a:cubicBezTo>
                    <a:pt x="8665" y="2119"/>
                    <a:pt x="8350" y="1751"/>
                    <a:pt x="7870" y="1667"/>
                  </a:cubicBezTo>
                  <a:cubicBezTo>
                    <a:pt x="7390" y="1582"/>
                    <a:pt x="6152" y="2341"/>
                    <a:pt x="6192" y="2763"/>
                  </a:cubicBezTo>
                  <a:cubicBezTo>
                    <a:pt x="6232" y="3184"/>
                    <a:pt x="6432" y="3578"/>
                    <a:pt x="5553" y="3972"/>
                  </a:cubicBezTo>
                  <a:cubicBezTo>
                    <a:pt x="4674" y="4365"/>
                    <a:pt x="4154" y="5096"/>
                    <a:pt x="3755" y="5433"/>
                  </a:cubicBezTo>
                  <a:cubicBezTo>
                    <a:pt x="3632" y="5536"/>
                    <a:pt x="3501" y="5545"/>
                    <a:pt x="3362" y="5498"/>
                  </a:cubicBezTo>
                  <a:cubicBezTo>
                    <a:pt x="3310" y="5682"/>
                    <a:pt x="3234" y="5831"/>
                    <a:pt x="3114" y="5895"/>
                  </a:cubicBezTo>
                  <a:cubicBezTo>
                    <a:pt x="2893" y="6008"/>
                    <a:pt x="2361" y="6389"/>
                    <a:pt x="1899" y="6724"/>
                  </a:cubicBezTo>
                  <a:cubicBezTo>
                    <a:pt x="2124" y="6876"/>
                    <a:pt x="2334" y="7012"/>
                    <a:pt x="2476" y="7119"/>
                  </a:cubicBezTo>
                  <a:cubicBezTo>
                    <a:pt x="3036" y="7541"/>
                    <a:pt x="2676" y="7878"/>
                    <a:pt x="2836" y="8104"/>
                  </a:cubicBezTo>
                  <a:cubicBezTo>
                    <a:pt x="2995" y="8328"/>
                    <a:pt x="3155" y="8665"/>
                    <a:pt x="2836" y="8806"/>
                  </a:cubicBezTo>
                  <a:cubicBezTo>
                    <a:pt x="2517" y="8946"/>
                    <a:pt x="2796" y="10492"/>
                    <a:pt x="3155" y="10774"/>
                  </a:cubicBezTo>
                  <a:cubicBezTo>
                    <a:pt x="3515" y="11054"/>
                    <a:pt x="3155" y="11307"/>
                    <a:pt x="2756" y="11870"/>
                  </a:cubicBezTo>
                  <a:cubicBezTo>
                    <a:pt x="2356" y="12432"/>
                    <a:pt x="1997" y="12685"/>
                    <a:pt x="1277" y="12712"/>
                  </a:cubicBezTo>
                  <a:cubicBezTo>
                    <a:pt x="558" y="12741"/>
                    <a:pt x="598" y="13528"/>
                    <a:pt x="358" y="13528"/>
                  </a:cubicBezTo>
                  <a:cubicBezTo>
                    <a:pt x="168" y="13528"/>
                    <a:pt x="29" y="13813"/>
                    <a:pt x="0" y="14057"/>
                  </a:cubicBezTo>
                  <a:cubicBezTo>
                    <a:pt x="671" y="14454"/>
                    <a:pt x="1876" y="14934"/>
                    <a:pt x="2224" y="14934"/>
                  </a:cubicBezTo>
                  <a:cubicBezTo>
                    <a:pt x="2600" y="14934"/>
                    <a:pt x="2849" y="15316"/>
                    <a:pt x="3349" y="1551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83" name="Shape 2337"/>
            <p:cNvSpPr/>
            <p:nvPr/>
          </p:nvSpPr>
          <p:spPr>
            <a:xfrm>
              <a:off x="4471985" y="5664515"/>
              <a:ext cx="551219" cy="618330"/>
            </a:xfrm>
            <a:custGeom>
              <a:avLst/>
              <a:gdLst/>
              <a:ahLst/>
              <a:cxnLst>
                <a:cxn ang="0">
                  <a:pos x="wd2" y="hd2"/>
                </a:cxn>
                <a:cxn ang="5400000">
                  <a:pos x="wd2" y="hd2"/>
                </a:cxn>
                <a:cxn ang="10800000">
                  <a:pos x="wd2" y="hd2"/>
                </a:cxn>
                <a:cxn ang="16200000">
                  <a:pos x="wd2" y="hd2"/>
                </a:cxn>
              </a:cxnLst>
              <a:rect l="0" t="0" r="r" b="b"/>
              <a:pathLst>
                <a:path w="21387" h="21126" extrusionOk="0">
                  <a:moveTo>
                    <a:pt x="21318" y="12704"/>
                  </a:moveTo>
                  <a:cubicBezTo>
                    <a:pt x="21058" y="12016"/>
                    <a:pt x="20277" y="11924"/>
                    <a:pt x="20277" y="11192"/>
                  </a:cubicBezTo>
                  <a:cubicBezTo>
                    <a:pt x="20277" y="10456"/>
                    <a:pt x="19964" y="10367"/>
                    <a:pt x="18818" y="10411"/>
                  </a:cubicBezTo>
                  <a:cubicBezTo>
                    <a:pt x="17672" y="10456"/>
                    <a:pt x="16943" y="10228"/>
                    <a:pt x="16892" y="9632"/>
                  </a:cubicBezTo>
                  <a:cubicBezTo>
                    <a:pt x="16839" y="9036"/>
                    <a:pt x="16162" y="8576"/>
                    <a:pt x="16684" y="8347"/>
                  </a:cubicBezTo>
                  <a:cubicBezTo>
                    <a:pt x="17204" y="8118"/>
                    <a:pt x="16318" y="7706"/>
                    <a:pt x="16423" y="7155"/>
                  </a:cubicBezTo>
                  <a:cubicBezTo>
                    <a:pt x="16527" y="6605"/>
                    <a:pt x="16111" y="6375"/>
                    <a:pt x="15746" y="6101"/>
                  </a:cubicBezTo>
                  <a:cubicBezTo>
                    <a:pt x="15381" y="5826"/>
                    <a:pt x="13818" y="6239"/>
                    <a:pt x="13818" y="5733"/>
                  </a:cubicBezTo>
                  <a:cubicBezTo>
                    <a:pt x="13818" y="5229"/>
                    <a:pt x="12881" y="5137"/>
                    <a:pt x="12361" y="5137"/>
                  </a:cubicBezTo>
                  <a:cubicBezTo>
                    <a:pt x="11840" y="5137"/>
                    <a:pt x="12205" y="4542"/>
                    <a:pt x="11631" y="4587"/>
                  </a:cubicBezTo>
                  <a:cubicBezTo>
                    <a:pt x="11059" y="4633"/>
                    <a:pt x="11162" y="4265"/>
                    <a:pt x="10381" y="4357"/>
                  </a:cubicBezTo>
                  <a:cubicBezTo>
                    <a:pt x="9600" y="4450"/>
                    <a:pt x="9131" y="4127"/>
                    <a:pt x="8298" y="3256"/>
                  </a:cubicBezTo>
                  <a:cubicBezTo>
                    <a:pt x="7465" y="2386"/>
                    <a:pt x="7569" y="689"/>
                    <a:pt x="7725" y="230"/>
                  </a:cubicBezTo>
                  <a:cubicBezTo>
                    <a:pt x="7882" y="-228"/>
                    <a:pt x="6736" y="138"/>
                    <a:pt x="6059" y="138"/>
                  </a:cubicBezTo>
                  <a:cubicBezTo>
                    <a:pt x="5382" y="138"/>
                    <a:pt x="4705" y="598"/>
                    <a:pt x="3975" y="964"/>
                  </a:cubicBezTo>
                  <a:cubicBezTo>
                    <a:pt x="3246" y="1332"/>
                    <a:pt x="2831" y="1330"/>
                    <a:pt x="2466" y="1652"/>
                  </a:cubicBezTo>
                  <a:cubicBezTo>
                    <a:pt x="2100" y="1973"/>
                    <a:pt x="1528" y="2156"/>
                    <a:pt x="956" y="1973"/>
                  </a:cubicBezTo>
                  <a:cubicBezTo>
                    <a:pt x="795" y="1921"/>
                    <a:pt x="589" y="1883"/>
                    <a:pt x="366" y="1856"/>
                  </a:cubicBezTo>
                  <a:cubicBezTo>
                    <a:pt x="674" y="2530"/>
                    <a:pt x="1415" y="3637"/>
                    <a:pt x="1581" y="4038"/>
                  </a:cubicBezTo>
                  <a:cubicBezTo>
                    <a:pt x="1789" y="4542"/>
                    <a:pt x="1320" y="4679"/>
                    <a:pt x="1112" y="4863"/>
                  </a:cubicBezTo>
                  <a:cubicBezTo>
                    <a:pt x="903" y="5046"/>
                    <a:pt x="1215" y="6695"/>
                    <a:pt x="1268" y="7063"/>
                  </a:cubicBezTo>
                  <a:cubicBezTo>
                    <a:pt x="1320" y="7431"/>
                    <a:pt x="538" y="8118"/>
                    <a:pt x="850" y="8347"/>
                  </a:cubicBezTo>
                  <a:cubicBezTo>
                    <a:pt x="1163" y="8576"/>
                    <a:pt x="434" y="9264"/>
                    <a:pt x="434" y="9679"/>
                  </a:cubicBezTo>
                  <a:cubicBezTo>
                    <a:pt x="434" y="10091"/>
                    <a:pt x="1112" y="10091"/>
                    <a:pt x="1112" y="10411"/>
                  </a:cubicBezTo>
                  <a:cubicBezTo>
                    <a:pt x="1112" y="10732"/>
                    <a:pt x="538" y="11467"/>
                    <a:pt x="174" y="11650"/>
                  </a:cubicBezTo>
                  <a:cubicBezTo>
                    <a:pt x="-18" y="11745"/>
                    <a:pt x="-21" y="12006"/>
                    <a:pt x="25" y="12286"/>
                  </a:cubicBezTo>
                  <a:cubicBezTo>
                    <a:pt x="134" y="12254"/>
                    <a:pt x="211" y="12671"/>
                    <a:pt x="746" y="13024"/>
                  </a:cubicBezTo>
                  <a:cubicBezTo>
                    <a:pt x="1372" y="13439"/>
                    <a:pt x="643" y="14125"/>
                    <a:pt x="1163" y="14676"/>
                  </a:cubicBezTo>
                  <a:cubicBezTo>
                    <a:pt x="1684" y="15227"/>
                    <a:pt x="2257" y="15273"/>
                    <a:pt x="1893" y="15548"/>
                  </a:cubicBezTo>
                  <a:cubicBezTo>
                    <a:pt x="1528" y="15824"/>
                    <a:pt x="1944" y="16373"/>
                    <a:pt x="1528" y="16649"/>
                  </a:cubicBezTo>
                  <a:cubicBezTo>
                    <a:pt x="1112" y="16924"/>
                    <a:pt x="1684" y="17749"/>
                    <a:pt x="2153" y="17933"/>
                  </a:cubicBezTo>
                  <a:cubicBezTo>
                    <a:pt x="2622" y="18116"/>
                    <a:pt x="2309" y="18941"/>
                    <a:pt x="2778" y="19354"/>
                  </a:cubicBezTo>
                  <a:cubicBezTo>
                    <a:pt x="3246" y="19766"/>
                    <a:pt x="3038" y="20730"/>
                    <a:pt x="3194" y="21052"/>
                  </a:cubicBezTo>
                  <a:cubicBezTo>
                    <a:pt x="3351" y="21372"/>
                    <a:pt x="4757" y="20593"/>
                    <a:pt x="5590" y="19813"/>
                  </a:cubicBezTo>
                  <a:cubicBezTo>
                    <a:pt x="6424" y="19034"/>
                    <a:pt x="6371" y="19676"/>
                    <a:pt x="7152" y="19766"/>
                  </a:cubicBezTo>
                  <a:cubicBezTo>
                    <a:pt x="7933" y="19860"/>
                    <a:pt x="8819" y="19860"/>
                    <a:pt x="9183" y="20501"/>
                  </a:cubicBezTo>
                  <a:cubicBezTo>
                    <a:pt x="9548" y="21142"/>
                    <a:pt x="9965" y="19860"/>
                    <a:pt x="10225" y="19584"/>
                  </a:cubicBezTo>
                  <a:cubicBezTo>
                    <a:pt x="10485" y="19309"/>
                    <a:pt x="12256" y="19676"/>
                    <a:pt x="12568" y="19584"/>
                  </a:cubicBezTo>
                  <a:cubicBezTo>
                    <a:pt x="12881" y="19492"/>
                    <a:pt x="13142" y="17521"/>
                    <a:pt x="13090" y="17199"/>
                  </a:cubicBezTo>
                  <a:cubicBezTo>
                    <a:pt x="13037" y="16877"/>
                    <a:pt x="13818" y="16099"/>
                    <a:pt x="14443" y="15732"/>
                  </a:cubicBezTo>
                  <a:cubicBezTo>
                    <a:pt x="15068" y="15365"/>
                    <a:pt x="16058" y="15640"/>
                    <a:pt x="16579" y="15411"/>
                  </a:cubicBezTo>
                  <a:cubicBezTo>
                    <a:pt x="17100" y="15181"/>
                    <a:pt x="17881" y="15227"/>
                    <a:pt x="18611" y="15227"/>
                  </a:cubicBezTo>
                  <a:cubicBezTo>
                    <a:pt x="19339" y="15227"/>
                    <a:pt x="19860" y="15869"/>
                    <a:pt x="20277" y="15869"/>
                  </a:cubicBezTo>
                  <a:cubicBezTo>
                    <a:pt x="20693" y="15869"/>
                    <a:pt x="21214" y="15273"/>
                    <a:pt x="21110" y="14721"/>
                  </a:cubicBezTo>
                  <a:cubicBezTo>
                    <a:pt x="21006" y="14172"/>
                    <a:pt x="21579" y="13393"/>
                    <a:pt x="21318" y="12704"/>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84" name="Shape 2338"/>
            <p:cNvSpPr/>
            <p:nvPr/>
          </p:nvSpPr>
          <p:spPr>
            <a:xfrm>
              <a:off x="3950254" y="5242161"/>
              <a:ext cx="577306" cy="848516"/>
            </a:xfrm>
            <a:custGeom>
              <a:avLst/>
              <a:gdLst/>
              <a:ahLst/>
              <a:cxnLst>
                <a:cxn ang="0">
                  <a:pos x="wd2" y="hd2"/>
                </a:cxn>
                <a:cxn ang="5400000">
                  <a:pos x="wd2" y="hd2"/>
                </a:cxn>
                <a:cxn ang="10800000">
                  <a:pos x="wd2" y="hd2"/>
                </a:cxn>
                <a:cxn ang="16200000">
                  <a:pos x="wd2" y="hd2"/>
                </a:cxn>
              </a:cxnLst>
              <a:rect l="0" t="0" r="r" b="b"/>
              <a:pathLst>
                <a:path w="21221" h="21547" extrusionOk="0">
                  <a:moveTo>
                    <a:pt x="19640" y="20445"/>
                  </a:moveTo>
                  <a:cubicBezTo>
                    <a:pt x="19662" y="20421"/>
                    <a:pt x="19680" y="20410"/>
                    <a:pt x="19697" y="20406"/>
                  </a:cubicBezTo>
                  <a:cubicBezTo>
                    <a:pt x="19653" y="20198"/>
                    <a:pt x="19657" y="20005"/>
                    <a:pt x="19838" y="19933"/>
                  </a:cubicBezTo>
                  <a:cubicBezTo>
                    <a:pt x="20183" y="19797"/>
                    <a:pt x="20727" y="19252"/>
                    <a:pt x="20727" y="19013"/>
                  </a:cubicBezTo>
                  <a:cubicBezTo>
                    <a:pt x="20727" y="18775"/>
                    <a:pt x="20085" y="18775"/>
                    <a:pt x="20085" y="18469"/>
                  </a:cubicBezTo>
                  <a:cubicBezTo>
                    <a:pt x="20085" y="18161"/>
                    <a:pt x="20775" y="17650"/>
                    <a:pt x="20479" y="17479"/>
                  </a:cubicBezTo>
                  <a:cubicBezTo>
                    <a:pt x="20183" y="17309"/>
                    <a:pt x="20924" y="16798"/>
                    <a:pt x="20875" y="16525"/>
                  </a:cubicBezTo>
                  <a:cubicBezTo>
                    <a:pt x="20825" y="16252"/>
                    <a:pt x="20529" y="15025"/>
                    <a:pt x="20727" y="14890"/>
                  </a:cubicBezTo>
                  <a:cubicBezTo>
                    <a:pt x="20924" y="14752"/>
                    <a:pt x="21368" y="14651"/>
                    <a:pt x="21171" y="14276"/>
                  </a:cubicBezTo>
                  <a:cubicBezTo>
                    <a:pt x="21014" y="13979"/>
                    <a:pt x="20312" y="13156"/>
                    <a:pt x="20020" y="12654"/>
                  </a:cubicBezTo>
                  <a:cubicBezTo>
                    <a:pt x="19471" y="12600"/>
                    <a:pt x="18799" y="12609"/>
                    <a:pt x="18407" y="12707"/>
                  </a:cubicBezTo>
                  <a:cubicBezTo>
                    <a:pt x="17865" y="12844"/>
                    <a:pt x="18012" y="11650"/>
                    <a:pt x="18012" y="11208"/>
                  </a:cubicBezTo>
                  <a:cubicBezTo>
                    <a:pt x="18012" y="10765"/>
                    <a:pt x="17470" y="11003"/>
                    <a:pt x="17272" y="11310"/>
                  </a:cubicBezTo>
                  <a:cubicBezTo>
                    <a:pt x="17074" y="11617"/>
                    <a:pt x="16286" y="11480"/>
                    <a:pt x="15496" y="11480"/>
                  </a:cubicBezTo>
                  <a:cubicBezTo>
                    <a:pt x="14706" y="11480"/>
                    <a:pt x="15101" y="10799"/>
                    <a:pt x="14608" y="10833"/>
                  </a:cubicBezTo>
                  <a:cubicBezTo>
                    <a:pt x="14114" y="10867"/>
                    <a:pt x="13719" y="10730"/>
                    <a:pt x="13770" y="10389"/>
                  </a:cubicBezTo>
                  <a:cubicBezTo>
                    <a:pt x="13818" y="10049"/>
                    <a:pt x="13423" y="9776"/>
                    <a:pt x="13078" y="9401"/>
                  </a:cubicBezTo>
                  <a:cubicBezTo>
                    <a:pt x="12733" y="9026"/>
                    <a:pt x="12338" y="8651"/>
                    <a:pt x="12634" y="8413"/>
                  </a:cubicBezTo>
                  <a:cubicBezTo>
                    <a:pt x="12930" y="8174"/>
                    <a:pt x="12437" y="7969"/>
                    <a:pt x="12881" y="7663"/>
                  </a:cubicBezTo>
                  <a:cubicBezTo>
                    <a:pt x="13325" y="7356"/>
                    <a:pt x="13770" y="7458"/>
                    <a:pt x="13621" y="7049"/>
                  </a:cubicBezTo>
                  <a:cubicBezTo>
                    <a:pt x="13473" y="6640"/>
                    <a:pt x="14114" y="6402"/>
                    <a:pt x="14164" y="5958"/>
                  </a:cubicBezTo>
                  <a:cubicBezTo>
                    <a:pt x="14213" y="5515"/>
                    <a:pt x="14953" y="5652"/>
                    <a:pt x="15644" y="5277"/>
                  </a:cubicBezTo>
                  <a:cubicBezTo>
                    <a:pt x="16335" y="4902"/>
                    <a:pt x="17074" y="5106"/>
                    <a:pt x="17666" y="4766"/>
                  </a:cubicBezTo>
                  <a:cubicBezTo>
                    <a:pt x="18223" y="4446"/>
                    <a:pt x="18604" y="4722"/>
                    <a:pt x="19017" y="4701"/>
                  </a:cubicBezTo>
                  <a:cubicBezTo>
                    <a:pt x="18769" y="4462"/>
                    <a:pt x="18162" y="4344"/>
                    <a:pt x="18024" y="4154"/>
                  </a:cubicBezTo>
                  <a:cubicBezTo>
                    <a:pt x="17850" y="3913"/>
                    <a:pt x="18663" y="3472"/>
                    <a:pt x="18895" y="3191"/>
                  </a:cubicBezTo>
                  <a:cubicBezTo>
                    <a:pt x="19127" y="2910"/>
                    <a:pt x="17966" y="2589"/>
                    <a:pt x="17675" y="2508"/>
                  </a:cubicBezTo>
                  <a:cubicBezTo>
                    <a:pt x="17384" y="2429"/>
                    <a:pt x="16862" y="2669"/>
                    <a:pt x="16571" y="2549"/>
                  </a:cubicBezTo>
                  <a:cubicBezTo>
                    <a:pt x="16281" y="2429"/>
                    <a:pt x="15816" y="2508"/>
                    <a:pt x="15585" y="2629"/>
                  </a:cubicBezTo>
                  <a:cubicBezTo>
                    <a:pt x="15353" y="2749"/>
                    <a:pt x="13609" y="2829"/>
                    <a:pt x="13668" y="2467"/>
                  </a:cubicBezTo>
                  <a:cubicBezTo>
                    <a:pt x="13725" y="2107"/>
                    <a:pt x="12970" y="1987"/>
                    <a:pt x="13029" y="1746"/>
                  </a:cubicBezTo>
                  <a:cubicBezTo>
                    <a:pt x="13087" y="1506"/>
                    <a:pt x="12622" y="1064"/>
                    <a:pt x="11983" y="1024"/>
                  </a:cubicBezTo>
                  <a:cubicBezTo>
                    <a:pt x="11345" y="984"/>
                    <a:pt x="11460" y="262"/>
                    <a:pt x="10996" y="61"/>
                  </a:cubicBezTo>
                  <a:cubicBezTo>
                    <a:pt x="10733" y="-53"/>
                    <a:pt x="10078" y="14"/>
                    <a:pt x="9560" y="93"/>
                  </a:cubicBezTo>
                  <a:cubicBezTo>
                    <a:pt x="10117" y="527"/>
                    <a:pt x="10316" y="709"/>
                    <a:pt x="9948" y="913"/>
                  </a:cubicBezTo>
                  <a:cubicBezTo>
                    <a:pt x="9458" y="1184"/>
                    <a:pt x="9948" y="1233"/>
                    <a:pt x="9022" y="2085"/>
                  </a:cubicBezTo>
                  <a:cubicBezTo>
                    <a:pt x="8095" y="2939"/>
                    <a:pt x="6515" y="3151"/>
                    <a:pt x="5743" y="3312"/>
                  </a:cubicBezTo>
                  <a:cubicBezTo>
                    <a:pt x="4971" y="3472"/>
                    <a:pt x="4662" y="4457"/>
                    <a:pt x="4238" y="5151"/>
                  </a:cubicBezTo>
                  <a:cubicBezTo>
                    <a:pt x="3813" y="5844"/>
                    <a:pt x="3467" y="5604"/>
                    <a:pt x="3042" y="5204"/>
                  </a:cubicBezTo>
                  <a:cubicBezTo>
                    <a:pt x="2618" y="4804"/>
                    <a:pt x="2271" y="5283"/>
                    <a:pt x="1769" y="4964"/>
                  </a:cubicBezTo>
                  <a:cubicBezTo>
                    <a:pt x="1268" y="4645"/>
                    <a:pt x="1499" y="4645"/>
                    <a:pt x="1769" y="4378"/>
                  </a:cubicBezTo>
                  <a:cubicBezTo>
                    <a:pt x="1915" y="4234"/>
                    <a:pt x="1753" y="4006"/>
                    <a:pt x="1445" y="3785"/>
                  </a:cubicBezTo>
                  <a:cubicBezTo>
                    <a:pt x="895" y="3863"/>
                    <a:pt x="338" y="4388"/>
                    <a:pt x="64" y="4791"/>
                  </a:cubicBezTo>
                  <a:cubicBezTo>
                    <a:pt x="-232" y="5226"/>
                    <a:pt x="582" y="6070"/>
                    <a:pt x="693" y="6376"/>
                  </a:cubicBezTo>
                  <a:cubicBezTo>
                    <a:pt x="804" y="6683"/>
                    <a:pt x="249" y="6402"/>
                    <a:pt x="175" y="6683"/>
                  </a:cubicBezTo>
                  <a:cubicBezTo>
                    <a:pt x="101" y="6964"/>
                    <a:pt x="1397" y="7373"/>
                    <a:pt x="1989" y="7680"/>
                  </a:cubicBezTo>
                  <a:cubicBezTo>
                    <a:pt x="2581" y="7987"/>
                    <a:pt x="3099" y="8856"/>
                    <a:pt x="3654" y="9265"/>
                  </a:cubicBezTo>
                  <a:cubicBezTo>
                    <a:pt x="4209" y="9674"/>
                    <a:pt x="4246" y="10032"/>
                    <a:pt x="4838" y="11029"/>
                  </a:cubicBezTo>
                  <a:cubicBezTo>
                    <a:pt x="5430" y="12026"/>
                    <a:pt x="6615" y="13713"/>
                    <a:pt x="7428" y="14429"/>
                  </a:cubicBezTo>
                  <a:cubicBezTo>
                    <a:pt x="8243" y="15145"/>
                    <a:pt x="8613" y="15707"/>
                    <a:pt x="8428" y="15912"/>
                  </a:cubicBezTo>
                  <a:cubicBezTo>
                    <a:pt x="8243" y="16116"/>
                    <a:pt x="8465" y="16679"/>
                    <a:pt x="9057" y="16960"/>
                  </a:cubicBezTo>
                  <a:cubicBezTo>
                    <a:pt x="9649" y="17241"/>
                    <a:pt x="10130" y="17702"/>
                    <a:pt x="11684" y="18239"/>
                  </a:cubicBezTo>
                  <a:cubicBezTo>
                    <a:pt x="13238" y="18775"/>
                    <a:pt x="16088" y="19797"/>
                    <a:pt x="16495" y="20283"/>
                  </a:cubicBezTo>
                  <a:cubicBezTo>
                    <a:pt x="16902" y="20769"/>
                    <a:pt x="18235" y="21229"/>
                    <a:pt x="18494" y="21331"/>
                  </a:cubicBezTo>
                  <a:cubicBezTo>
                    <a:pt x="18565" y="21359"/>
                    <a:pt x="18586" y="21440"/>
                    <a:pt x="18587" y="21547"/>
                  </a:cubicBezTo>
                  <a:cubicBezTo>
                    <a:pt x="18741" y="21460"/>
                    <a:pt x="18869" y="21393"/>
                    <a:pt x="18950" y="21365"/>
                  </a:cubicBezTo>
                  <a:cubicBezTo>
                    <a:pt x="19444" y="21195"/>
                    <a:pt x="19493" y="20616"/>
                    <a:pt x="19640" y="2044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85" name="Shape 2339"/>
            <p:cNvSpPr/>
            <p:nvPr/>
          </p:nvSpPr>
          <p:spPr>
            <a:xfrm>
              <a:off x="4322919" y="4670741"/>
              <a:ext cx="624651" cy="524847"/>
            </a:xfrm>
            <a:custGeom>
              <a:avLst/>
              <a:gdLst/>
              <a:ahLst/>
              <a:cxnLst>
                <a:cxn ang="0">
                  <a:pos x="wd2" y="hd2"/>
                </a:cxn>
                <a:cxn ang="5400000">
                  <a:pos x="wd2" y="hd2"/>
                </a:cxn>
                <a:cxn ang="10800000">
                  <a:pos x="wd2" y="hd2"/>
                </a:cxn>
                <a:cxn ang="16200000">
                  <a:pos x="wd2" y="hd2"/>
                </a:cxn>
              </a:cxnLst>
              <a:rect l="0" t="0" r="r" b="b"/>
              <a:pathLst>
                <a:path w="21402" h="21465" extrusionOk="0">
                  <a:moveTo>
                    <a:pt x="1979" y="1339"/>
                  </a:moveTo>
                  <a:cubicBezTo>
                    <a:pt x="1528" y="2064"/>
                    <a:pt x="627" y="2695"/>
                    <a:pt x="611" y="3438"/>
                  </a:cubicBezTo>
                  <a:cubicBezTo>
                    <a:pt x="595" y="4180"/>
                    <a:pt x="611" y="4459"/>
                    <a:pt x="378" y="4813"/>
                  </a:cubicBezTo>
                  <a:cubicBezTo>
                    <a:pt x="144" y="5165"/>
                    <a:pt x="-198" y="5703"/>
                    <a:pt x="144" y="5665"/>
                  </a:cubicBezTo>
                  <a:cubicBezTo>
                    <a:pt x="487" y="5629"/>
                    <a:pt x="876" y="5629"/>
                    <a:pt x="876" y="6075"/>
                  </a:cubicBezTo>
                  <a:cubicBezTo>
                    <a:pt x="876" y="6521"/>
                    <a:pt x="1622" y="6613"/>
                    <a:pt x="1560" y="7300"/>
                  </a:cubicBezTo>
                  <a:cubicBezTo>
                    <a:pt x="1498" y="7986"/>
                    <a:pt x="1233" y="9788"/>
                    <a:pt x="2571" y="9750"/>
                  </a:cubicBezTo>
                  <a:cubicBezTo>
                    <a:pt x="3908" y="9714"/>
                    <a:pt x="4671" y="9176"/>
                    <a:pt x="5230" y="10029"/>
                  </a:cubicBezTo>
                  <a:cubicBezTo>
                    <a:pt x="5791" y="10883"/>
                    <a:pt x="6537" y="11292"/>
                    <a:pt x="7408" y="11162"/>
                  </a:cubicBezTo>
                  <a:cubicBezTo>
                    <a:pt x="8279" y="11032"/>
                    <a:pt x="9694" y="10828"/>
                    <a:pt x="9228" y="11737"/>
                  </a:cubicBezTo>
                  <a:cubicBezTo>
                    <a:pt x="8762" y="12648"/>
                    <a:pt x="8451" y="14596"/>
                    <a:pt x="8855" y="15135"/>
                  </a:cubicBezTo>
                  <a:cubicBezTo>
                    <a:pt x="9259" y="15672"/>
                    <a:pt x="9788" y="16119"/>
                    <a:pt x="9461" y="16564"/>
                  </a:cubicBezTo>
                  <a:cubicBezTo>
                    <a:pt x="9135" y="17011"/>
                    <a:pt x="8979" y="17567"/>
                    <a:pt x="9399" y="17957"/>
                  </a:cubicBezTo>
                  <a:cubicBezTo>
                    <a:pt x="9820" y="18346"/>
                    <a:pt x="9695" y="18813"/>
                    <a:pt x="9679" y="18904"/>
                  </a:cubicBezTo>
                  <a:cubicBezTo>
                    <a:pt x="9676" y="18929"/>
                    <a:pt x="9591" y="18986"/>
                    <a:pt x="9460" y="19060"/>
                  </a:cubicBezTo>
                  <a:cubicBezTo>
                    <a:pt x="10080" y="19793"/>
                    <a:pt x="10299" y="20599"/>
                    <a:pt x="10649" y="20932"/>
                  </a:cubicBezTo>
                  <a:cubicBezTo>
                    <a:pt x="11116" y="21379"/>
                    <a:pt x="11256" y="21600"/>
                    <a:pt x="11583" y="21379"/>
                  </a:cubicBezTo>
                  <a:cubicBezTo>
                    <a:pt x="11910" y="21156"/>
                    <a:pt x="12143" y="20990"/>
                    <a:pt x="12423" y="21211"/>
                  </a:cubicBezTo>
                  <a:cubicBezTo>
                    <a:pt x="12703" y="21433"/>
                    <a:pt x="13077" y="20990"/>
                    <a:pt x="13497" y="20541"/>
                  </a:cubicBezTo>
                  <a:cubicBezTo>
                    <a:pt x="13918" y="20097"/>
                    <a:pt x="14384" y="20487"/>
                    <a:pt x="14525" y="19929"/>
                  </a:cubicBezTo>
                  <a:cubicBezTo>
                    <a:pt x="14665" y="19370"/>
                    <a:pt x="14898" y="19037"/>
                    <a:pt x="15412" y="18925"/>
                  </a:cubicBezTo>
                  <a:cubicBezTo>
                    <a:pt x="15925" y="18816"/>
                    <a:pt x="15925" y="18144"/>
                    <a:pt x="15598" y="18144"/>
                  </a:cubicBezTo>
                  <a:cubicBezTo>
                    <a:pt x="15272" y="18144"/>
                    <a:pt x="14805" y="18646"/>
                    <a:pt x="14805" y="17923"/>
                  </a:cubicBezTo>
                  <a:cubicBezTo>
                    <a:pt x="14805" y="17197"/>
                    <a:pt x="14384" y="17365"/>
                    <a:pt x="14384" y="16752"/>
                  </a:cubicBezTo>
                  <a:cubicBezTo>
                    <a:pt x="14384" y="16139"/>
                    <a:pt x="14338" y="15748"/>
                    <a:pt x="13777" y="15359"/>
                  </a:cubicBezTo>
                  <a:cubicBezTo>
                    <a:pt x="13217" y="14969"/>
                    <a:pt x="14525" y="14800"/>
                    <a:pt x="14805" y="15135"/>
                  </a:cubicBezTo>
                  <a:cubicBezTo>
                    <a:pt x="15085" y="15471"/>
                    <a:pt x="16066" y="15192"/>
                    <a:pt x="16159" y="15692"/>
                  </a:cubicBezTo>
                  <a:cubicBezTo>
                    <a:pt x="16252" y="16194"/>
                    <a:pt x="16765" y="16363"/>
                    <a:pt x="16765" y="15748"/>
                  </a:cubicBezTo>
                  <a:cubicBezTo>
                    <a:pt x="16765" y="15135"/>
                    <a:pt x="17373" y="14913"/>
                    <a:pt x="17840" y="15024"/>
                  </a:cubicBezTo>
                  <a:cubicBezTo>
                    <a:pt x="18307" y="15135"/>
                    <a:pt x="19334" y="14299"/>
                    <a:pt x="19755" y="14132"/>
                  </a:cubicBezTo>
                  <a:cubicBezTo>
                    <a:pt x="19974" y="14044"/>
                    <a:pt x="20054" y="13730"/>
                    <a:pt x="20174" y="13465"/>
                  </a:cubicBezTo>
                  <a:cubicBezTo>
                    <a:pt x="19867" y="12966"/>
                    <a:pt x="19376" y="12190"/>
                    <a:pt x="19154" y="11968"/>
                  </a:cubicBezTo>
                  <a:cubicBezTo>
                    <a:pt x="18819" y="11636"/>
                    <a:pt x="19378" y="11436"/>
                    <a:pt x="19322" y="10970"/>
                  </a:cubicBezTo>
                  <a:cubicBezTo>
                    <a:pt x="19266" y="10502"/>
                    <a:pt x="19322" y="10169"/>
                    <a:pt x="20049" y="10102"/>
                  </a:cubicBezTo>
                  <a:cubicBezTo>
                    <a:pt x="20775" y="10035"/>
                    <a:pt x="20663" y="9367"/>
                    <a:pt x="20272" y="9100"/>
                  </a:cubicBezTo>
                  <a:cubicBezTo>
                    <a:pt x="19881" y="8834"/>
                    <a:pt x="20440" y="8099"/>
                    <a:pt x="20830" y="7833"/>
                  </a:cubicBezTo>
                  <a:cubicBezTo>
                    <a:pt x="20991" y="7724"/>
                    <a:pt x="21206" y="7396"/>
                    <a:pt x="21402" y="6944"/>
                  </a:cubicBezTo>
                  <a:cubicBezTo>
                    <a:pt x="20659" y="6610"/>
                    <a:pt x="19593" y="6638"/>
                    <a:pt x="19146" y="6670"/>
                  </a:cubicBezTo>
                  <a:cubicBezTo>
                    <a:pt x="18559" y="6711"/>
                    <a:pt x="19525" y="5888"/>
                    <a:pt x="19560" y="5147"/>
                  </a:cubicBezTo>
                  <a:cubicBezTo>
                    <a:pt x="19594" y="4405"/>
                    <a:pt x="17904" y="4282"/>
                    <a:pt x="17248" y="4118"/>
                  </a:cubicBezTo>
                  <a:cubicBezTo>
                    <a:pt x="16593" y="3953"/>
                    <a:pt x="16765" y="3130"/>
                    <a:pt x="17455" y="3089"/>
                  </a:cubicBezTo>
                  <a:cubicBezTo>
                    <a:pt x="18145" y="3046"/>
                    <a:pt x="17076" y="2471"/>
                    <a:pt x="16145" y="2636"/>
                  </a:cubicBezTo>
                  <a:cubicBezTo>
                    <a:pt x="15214" y="2799"/>
                    <a:pt x="13903" y="3418"/>
                    <a:pt x="13144" y="3913"/>
                  </a:cubicBezTo>
                  <a:cubicBezTo>
                    <a:pt x="12385" y="4405"/>
                    <a:pt x="11074" y="2471"/>
                    <a:pt x="10212" y="2884"/>
                  </a:cubicBezTo>
                  <a:cubicBezTo>
                    <a:pt x="9349" y="3294"/>
                    <a:pt x="8142" y="3294"/>
                    <a:pt x="8177" y="2471"/>
                  </a:cubicBezTo>
                  <a:cubicBezTo>
                    <a:pt x="8211" y="1647"/>
                    <a:pt x="7832" y="947"/>
                    <a:pt x="6969" y="1030"/>
                  </a:cubicBezTo>
                  <a:cubicBezTo>
                    <a:pt x="6107" y="1111"/>
                    <a:pt x="6314" y="0"/>
                    <a:pt x="5659" y="0"/>
                  </a:cubicBezTo>
                  <a:cubicBezTo>
                    <a:pt x="5003" y="0"/>
                    <a:pt x="5659" y="947"/>
                    <a:pt x="5210" y="1194"/>
                  </a:cubicBezTo>
                  <a:cubicBezTo>
                    <a:pt x="4762" y="1442"/>
                    <a:pt x="3209" y="1894"/>
                    <a:pt x="3106" y="2636"/>
                  </a:cubicBezTo>
                  <a:cubicBezTo>
                    <a:pt x="3003" y="3376"/>
                    <a:pt x="3934" y="4612"/>
                    <a:pt x="3623" y="5352"/>
                  </a:cubicBezTo>
                  <a:cubicBezTo>
                    <a:pt x="3313" y="6095"/>
                    <a:pt x="2278" y="5476"/>
                    <a:pt x="1968" y="4694"/>
                  </a:cubicBezTo>
                  <a:cubicBezTo>
                    <a:pt x="1657" y="3913"/>
                    <a:pt x="2864" y="2717"/>
                    <a:pt x="2658" y="2265"/>
                  </a:cubicBezTo>
                  <a:cubicBezTo>
                    <a:pt x="2514" y="1951"/>
                    <a:pt x="2330" y="1367"/>
                    <a:pt x="2452" y="979"/>
                  </a:cubicBezTo>
                  <a:cubicBezTo>
                    <a:pt x="2259" y="1050"/>
                    <a:pt x="2090" y="1163"/>
                    <a:pt x="1979" y="133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86" name="Shape 2340"/>
            <p:cNvSpPr/>
            <p:nvPr/>
          </p:nvSpPr>
          <p:spPr>
            <a:xfrm>
              <a:off x="5018562" y="4944029"/>
              <a:ext cx="187776" cy="200009"/>
            </a:xfrm>
            <a:custGeom>
              <a:avLst/>
              <a:gdLst/>
              <a:ahLst/>
              <a:cxnLst>
                <a:cxn ang="0">
                  <a:pos x="wd2" y="hd2"/>
                </a:cxn>
                <a:cxn ang="5400000">
                  <a:pos x="wd2" y="hd2"/>
                </a:cxn>
                <a:cxn ang="10800000">
                  <a:pos x="wd2" y="hd2"/>
                </a:cxn>
                <a:cxn ang="16200000">
                  <a:pos x="wd2" y="hd2"/>
                </a:cxn>
              </a:cxnLst>
              <a:rect l="0" t="0" r="r" b="b"/>
              <a:pathLst>
                <a:path w="20818" h="21035" extrusionOk="0">
                  <a:moveTo>
                    <a:pt x="4462" y="4052"/>
                  </a:moveTo>
                  <a:cubicBezTo>
                    <a:pt x="5186" y="5422"/>
                    <a:pt x="3560" y="6111"/>
                    <a:pt x="2111" y="6280"/>
                  </a:cubicBezTo>
                  <a:cubicBezTo>
                    <a:pt x="664" y="6450"/>
                    <a:pt x="1027" y="9543"/>
                    <a:pt x="123" y="10398"/>
                  </a:cubicBezTo>
                  <a:cubicBezTo>
                    <a:pt x="-782" y="11258"/>
                    <a:pt x="3560" y="13485"/>
                    <a:pt x="4280" y="15369"/>
                  </a:cubicBezTo>
                  <a:cubicBezTo>
                    <a:pt x="4709" y="16489"/>
                    <a:pt x="6151" y="18928"/>
                    <a:pt x="7258" y="20732"/>
                  </a:cubicBezTo>
                  <a:cubicBezTo>
                    <a:pt x="8257" y="20975"/>
                    <a:pt x="9210" y="21189"/>
                    <a:pt x="9785" y="20885"/>
                  </a:cubicBezTo>
                  <a:cubicBezTo>
                    <a:pt x="11145" y="20166"/>
                    <a:pt x="9936" y="17729"/>
                    <a:pt x="11900" y="17872"/>
                  </a:cubicBezTo>
                  <a:cubicBezTo>
                    <a:pt x="13863" y="18020"/>
                    <a:pt x="16735" y="16866"/>
                    <a:pt x="17492" y="18020"/>
                  </a:cubicBezTo>
                  <a:cubicBezTo>
                    <a:pt x="17630" y="18226"/>
                    <a:pt x="17797" y="18433"/>
                    <a:pt x="17981" y="18630"/>
                  </a:cubicBezTo>
                  <a:cubicBezTo>
                    <a:pt x="18615" y="17729"/>
                    <a:pt x="19291" y="16744"/>
                    <a:pt x="19473" y="16399"/>
                  </a:cubicBezTo>
                  <a:cubicBezTo>
                    <a:pt x="19835" y="15716"/>
                    <a:pt x="19835" y="12113"/>
                    <a:pt x="18927" y="10056"/>
                  </a:cubicBezTo>
                  <a:cubicBezTo>
                    <a:pt x="18023" y="7997"/>
                    <a:pt x="18749" y="5251"/>
                    <a:pt x="19835" y="4396"/>
                  </a:cubicBezTo>
                  <a:cubicBezTo>
                    <a:pt x="20066" y="4210"/>
                    <a:pt x="20416" y="3279"/>
                    <a:pt x="20818" y="1944"/>
                  </a:cubicBezTo>
                  <a:cubicBezTo>
                    <a:pt x="19022" y="1278"/>
                    <a:pt x="17294" y="679"/>
                    <a:pt x="15784" y="860"/>
                  </a:cubicBezTo>
                  <a:cubicBezTo>
                    <a:pt x="13106" y="1179"/>
                    <a:pt x="10315" y="2342"/>
                    <a:pt x="9312" y="964"/>
                  </a:cubicBezTo>
                  <a:cubicBezTo>
                    <a:pt x="8307" y="-411"/>
                    <a:pt x="6855" y="-197"/>
                    <a:pt x="5515" y="860"/>
                  </a:cubicBezTo>
                  <a:cubicBezTo>
                    <a:pt x="5363" y="980"/>
                    <a:pt x="5195" y="1015"/>
                    <a:pt x="5019" y="995"/>
                  </a:cubicBezTo>
                  <a:cubicBezTo>
                    <a:pt x="4560" y="2230"/>
                    <a:pt x="4099" y="3358"/>
                    <a:pt x="4462" y="405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87" name="Shape 2341"/>
            <p:cNvSpPr/>
            <p:nvPr/>
          </p:nvSpPr>
          <p:spPr>
            <a:xfrm>
              <a:off x="4869496" y="4844651"/>
              <a:ext cx="215932" cy="327979"/>
            </a:xfrm>
            <a:custGeom>
              <a:avLst/>
              <a:gdLst/>
              <a:ahLst/>
              <a:cxnLst>
                <a:cxn ang="0">
                  <a:pos x="wd2" y="hd2"/>
                </a:cxn>
                <a:cxn ang="5400000">
                  <a:pos x="wd2" y="hd2"/>
                </a:cxn>
                <a:cxn ang="10800000">
                  <a:pos x="wd2" y="hd2"/>
                </a:cxn>
                <a:cxn ang="16200000">
                  <a:pos x="wd2" y="hd2"/>
                </a:cxn>
              </a:cxnLst>
              <a:rect l="0" t="0" r="r" b="b"/>
              <a:pathLst>
                <a:path w="20956" h="21220" extrusionOk="0">
                  <a:moveTo>
                    <a:pt x="5053" y="1408"/>
                  </a:moveTo>
                  <a:cubicBezTo>
                    <a:pt x="3946" y="1829"/>
                    <a:pt x="2363" y="2992"/>
                    <a:pt x="3471" y="3413"/>
                  </a:cubicBezTo>
                  <a:cubicBezTo>
                    <a:pt x="4580" y="3833"/>
                    <a:pt x="4896" y="4890"/>
                    <a:pt x="2838" y="4997"/>
                  </a:cubicBezTo>
                  <a:cubicBezTo>
                    <a:pt x="779" y="5103"/>
                    <a:pt x="622" y="5629"/>
                    <a:pt x="779" y="6369"/>
                  </a:cubicBezTo>
                  <a:cubicBezTo>
                    <a:pt x="939" y="7106"/>
                    <a:pt x="-644" y="7423"/>
                    <a:pt x="305" y="7949"/>
                  </a:cubicBezTo>
                  <a:cubicBezTo>
                    <a:pt x="934" y="8299"/>
                    <a:pt x="2323" y="9527"/>
                    <a:pt x="3194" y="10317"/>
                  </a:cubicBezTo>
                  <a:cubicBezTo>
                    <a:pt x="3501" y="9933"/>
                    <a:pt x="3898" y="9613"/>
                    <a:pt x="4783" y="9696"/>
                  </a:cubicBezTo>
                  <a:cubicBezTo>
                    <a:pt x="6634" y="9872"/>
                    <a:pt x="5178" y="11728"/>
                    <a:pt x="6634" y="12166"/>
                  </a:cubicBezTo>
                  <a:cubicBezTo>
                    <a:pt x="8088" y="12607"/>
                    <a:pt x="8088" y="14107"/>
                    <a:pt x="7031" y="14633"/>
                  </a:cubicBezTo>
                  <a:cubicBezTo>
                    <a:pt x="5971" y="15162"/>
                    <a:pt x="5575" y="18074"/>
                    <a:pt x="7956" y="19837"/>
                  </a:cubicBezTo>
                  <a:cubicBezTo>
                    <a:pt x="10339" y="21600"/>
                    <a:pt x="12187" y="21335"/>
                    <a:pt x="12718" y="20895"/>
                  </a:cubicBezTo>
                  <a:cubicBezTo>
                    <a:pt x="13247" y="20456"/>
                    <a:pt x="15097" y="20895"/>
                    <a:pt x="15629" y="20190"/>
                  </a:cubicBezTo>
                  <a:cubicBezTo>
                    <a:pt x="16157" y="19486"/>
                    <a:pt x="16818" y="20278"/>
                    <a:pt x="17876" y="19486"/>
                  </a:cubicBezTo>
                  <a:cubicBezTo>
                    <a:pt x="18487" y="19027"/>
                    <a:pt x="19760" y="19274"/>
                    <a:pt x="20956" y="19479"/>
                  </a:cubicBezTo>
                  <a:cubicBezTo>
                    <a:pt x="19986" y="18369"/>
                    <a:pt x="18725" y="16869"/>
                    <a:pt x="18348" y="16180"/>
                  </a:cubicBezTo>
                  <a:cubicBezTo>
                    <a:pt x="17717" y="15023"/>
                    <a:pt x="13917" y="13651"/>
                    <a:pt x="14710" y="13122"/>
                  </a:cubicBezTo>
                  <a:cubicBezTo>
                    <a:pt x="15502" y="12594"/>
                    <a:pt x="15182" y="10695"/>
                    <a:pt x="16449" y="10588"/>
                  </a:cubicBezTo>
                  <a:cubicBezTo>
                    <a:pt x="17717" y="10484"/>
                    <a:pt x="19141" y="10061"/>
                    <a:pt x="18508" y="9218"/>
                  </a:cubicBezTo>
                  <a:cubicBezTo>
                    <a:pt x="18189" y="8791"/>
                    <a:pt x="18593" y="8097"/>
                    <a:pt x="18995" y="7337"/>
                  </a:cubicBezTo>
                  <a:cubicBezTo>
                    <a:pt x="17778" y="7257"/>
                    <a:pt x="15975" y="4909"/>
                    <a:pt x="14935" y="4909"/>
                  </a:cubicBezTo>
                  <a:cubicBezTo>
                    <a:pt x="13764" y="4909"/>
                    <a:pt x="12396" y="4259"/>
                    <a:pt x="12689" y="3151"/>
                  </a:cubicBezTo>
                  <a:cubicBezTo>
                    <a:pt x="12982" y="2042"/>
                    <a:pt x="9954" y="1912"/>
                    <a:pt x="8292" y="677"/>
                  </a:cubicBezTo>
                  <a:cubicBezTo>
                    <a:pt x="7897" y="380"/>
                    <a:pt x="7326" y="163"/>
                    <a:pt x="6672" y="0"/>
                  </a:cubicBezTo>
                  <a:cubicBezTo>
                    <a:pt x="6115" y="716"/>
                    <a:pt x="5507" y="1235"/>
                    <a:pt x="5053" y="140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88" name="Shape 2342"/>
            <p:cNvSpPr/>
            <p:nvPr/>
          </p:nvSpPr>
          <p:spPr>
            <a:xfrm>
              <a:off x="5167628" y="4968873"/>
              <a:ext cx="141909" cy="169294"/>
            </a:xfrm>
            <a:custGeom>
              <a:avLst/>
              <a:gdLst/>
              <a:ahLst/>
              <a:cxnLst>
                <a:cxn ang="0">
                  <a:pos x="wd2" y="hd2"/>
                </a:cxn>
                <a:cxn ang="5400000">
                  <a:pos x="wd2" y="hd2"/>
                </a:cxn>
                <a:cxn ang="10800000">
                  <a:pos x="wd2" y="hd2"/>
                </a:cxn>
                <a:cxn ang="16200000">
                  <a:pos x="wd2" y="hd2"/>
                </a:cxn>
              </a:cxnLst>
              <a:rect l="0" t="0" r="r" b="b"/>
              <a:pathLst>
                <a:path w="21600" h="20939" extrusionOk="0">
                  <a:moveTo>
                    <a:pt x="1300" y="9537"/>
                  </a:moveTo>
                  <a:cubicBezTo>
                    <a:pt x="2544" y="11955"/>
                    <a:pt x="2544" y="16195"/>
                    <a:pt x="2046" y="17000"/>
                  </a:cubicBezTo>
                  <a:cubicBezTo>
                    <a:pt x="1797" y="17402"/>
                    <a:pt x="870" y="18560"/>
                    <a:pt x="0" y="19622"/>
                  </a:cubicBezTo>
                  <a:cubicBezTo>
                    <a:pt x="1128" y="20661"/>
                    <a:pt x="2953" y="21411"/>
                    <a:pt x="6171" y="20589"/>
                  </a:cubicBezTo>
                  <a:cubicBezTo>
                    <a:pt x="10113" y="19574"/>
                    <a:pt x="11980" y="21600"/>
                    <a:pt x="13435" y="18056"/>
                  </a:cubicBezTo>
                  <a:cubicBezTo>
                    <a:pt x="14569" y="15292"/>
                    <a:pt x="18599" y="11517"/>
                    <a:pt x="21600" y="9108"/>
                  </a:cubicBezTo>
                  <a:cubicBezTo>
                    <a:pt x="21565" y="9093"/>
                    <a:pt x="21537" y="9066"/>
                    <a:pt x="21504" y="9057"/>
                  </a:cubicBezTo>
                  <a:cubicBezTo>
                    <a:pt x="18588" y="8060"/>
                    <a:pt x="14146" y="2335"/>
                    <a:pt x="9703" y="1584"/>
                  </a:cubicBezTo>
                  <a:cubicBezTo>
                    <a:pt x="7764" y="1260"/>
                    <a:pt x="5802" y="606"/>
                    <a:pt x="3894" y="0"/>
                  </a:cubicBezTo>
                  <a:cubicBezTo>
                    <a:pt x="3342" y="1566"/>
                    <a:pt x="2860" y="2665"/>
                    <a:pt x="2544" y="2881"/>
                  </a:cubicBezTo>
                  <a:cubicBezTo>
                    <a:pt x="1054" y="3886"/>
                    <a:pt x="57" y="7115"/>
                    <a:pt x="1300" y="953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89" name="Shape 2343"/>
            <p:cNvSpPr/>
            <p:nvPr/>
          </p:nvSpPr>
          <p:spPr>
            <a:xfrm>
              <a:off x="3801188" y="4149009"/>
              <a:ext cx="466462" cy="151754"/>
            </a:xfrm>
            <a:custGeom>
              <a:avLst/>
              <a:gdLst/>
              <a:ahLst/>
              <a:cxnLst>
                <a:cxn ang="0">
                  <a:pos x="wd2" y="hd2"/>
                </a:cxn>
                <a:cxn ang="5400000">
                  <a:pos x="wd2" y="hd2"/>
                </a:cxn>
                <a:cxn ang="10800000">
                  <a:pos x="wd2" y="hd2"/>
                </a:cxn>
                <a:cxn ang="16200000">
                  <a:pos x="wd2" y="hd2"/>
                </a:cxn>
              </a:cxnLst>
              <a:rect l="0" t="0" r="r" b="b"/>
              <a:pathLst>
                <a:path w="20916" h="19155" extrusionOk="0">
                  <a:moveTo>
                    <a:pt x="17092" y="11668"/>
                  </a:moveTo>
                  <a:cubicBezTo>
                    <a:pt x="15737" y="11668"/>
                    <a:pt x="11314" y="3026"/>
                    <a:pt x="7250" y="484"/>
                  </a:cubicBezTo>
                  <a:cubicBezTo>
                    <a:pt x="3188" y="-2055"/>
                    <a:pt x="-355" y="6165"/>
                    <a:pt x="28" y="7598"/>
                  </a:cubicBezTo>
                  <a:cubicBezTo>
                    <a:pt x="569" y="9635"/>
                    <a:pt x="2556" y="5056"/>
                    <a:pt x="3549" y="3026"/>
                  </a:cubicBezTo>
                  <a:cubicBezTo>
                    <a:pt x="4542" y="992"/>
                    <a:pt x="5445" y="4042"/>
                    <a:pt x="5535" y="5313"/>
                  </a:cubicBezTo>
                  <a:cubicBezTo>
                    <a:pt x="5626" y="6584"/>
                    <a:pt x="6889" y="7347"/>
                    <a:pt x="8966" y="7598"/>
                  </a:cubicBezTo>
                  <a:cubicBezTo>
                    <a:pt x="11043" y="7855"/>
                    <a:pt x="11314" y="12685"/>
                    <a:pt x="13299" y="13953"/>
                  </a:cubicBezTo>
                  <a:cubicBezTo>
                    <a:pt x="15286" y="15224"/>
                    <a:pt x="13299" y="17511"/>
                    <a:pt x="14292" y="18528"/>
                  </a:cubicBezTo>
                  <a:cubicBezTo>
                    <a:pt x="15286" y="19545"/>
                    <a:pt x="20522" y="19291"/>
                    <a:pt x="20884" y="18023"/>
                  </a:cubicBezTo>
                  <a:cubicBezTo>
                    <a:pt x="21245" y="16752"/>
                    <a:pt x="18446" y="11668"/>
                    <a:pt x="17092" y="1166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90" name="Shape 2344"/>
            <p:cNvSpPr/>
            <p:nvPr/>
          </p:nvSpPr>
          <p:spPr>
            <a:xfrm>
              <a:off x="4099320" y="4372608"/>
              <a:ext cx="93677" cy="30972"/>
            </a:xfrm>
            <a:custGeom>
              <a:avLst/>
              <a:gdLst/>
              <a:ahLst/>
              <a:cxnLst>
                <a:cxn ang="0">
                  <a:pos x="wd2" y="hd2"/>
                </a:cxn>
                <a:cxn ang="5400000">
                  <a:pos x="wd2" y="hd2"/>
                </a:cxn>
                <a:cxn ang="10800000">
                  <a:pos x="wd2" y="hd2"/>
                </a:cxn>
                <a:cxn ang="16200000">
                  <a:pos x="wd2" y="hd2"/>
                </a:cxn>
              </a:cxnLst>
              <a:rect l="0" t="0" r="r" b="b"/>
              <a:pathLst>
                <a:path w="18287" h="12939" extrusionOk="0">
                  <a:moveTo>
                    <a:pt x="125" y="3198"/>
                  </a:moveTo>
                  <a:cubicBezTo>
                    <a:pt x="1697" y="9087"/>
                    <a:pt x="16633" y="17500"/>
                    <a:pt x="18206" y="9938"/>
                  </a:cubicBezTo>
                  <a:cubicBezTo>
                    <a:pt x="19776" y="2357"/>
                    <a:pt x="-1824" y="-4100"/>
                    <a:pt x="125" y="319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91" name="Shape 2345"/>
            <p:cNvSpPr/>
            <p:nvPr/>
          </p:nvSpPr>
          <p:spPr>
            <a:xfrm>
              <a:off x="4596207" y="4347764"/>
              <a:ext cx="77145" cy="33708"/>
            </a:xfrm>
            <a:custGeom>
              <a:avLst/>
              <a:gdLst/>
              <a:ahLst/>
              <a:cxnLst>
                <a:cxn ang="0">
                  <a:pos x="wd2" y="hd2"/>
                </a:cxn>
                <a:cxn ang="5400000">
                  <a:pos x="wd2" y="hd2"/>
                </a:cxn>
                <a:cxn ang="10800000">
                  <a:pos x="wd2" y="hd2"/>
                </a:cxn>
                <a:cxn ang="16200000">
                  <a:pos x="wd2" y="hd2"/>
                </a:cxn>
              </a:cxnLst>
              <a:rect l="0" t="0" r="r" b="b"/>
              <a:pathLst>
                <a:path w="16551" h="12913" extrusionOk="0">
                  <a:moveTo>
                    <a:pt x="469" y="6994"/>
                  </a:moveTo>
                  <a:cubicBezTo>
                    <a:pt x="4355" y="17794"/>
                    <a:pt x="15479" y="11344"/>
                    <a:pt x="16453" y="6994"/>
                  </a:cubicBezTo>
                  <a:cubicBezTo>
                    <a:pt x="18181" y="-730"/>
                    <a:pt x="-3419" y="-3806"/>
                    <a:pt x="469" y="6994"/>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92" name="Shape 2346"/>
            <p:cNvSpPr/>
            <p:nvPr/>
          </p:nvSpPr>
          <p:spPr>
            <a:xfrm>
              <a:off x="4869496" y="7801131"/>
              <a:ext cx="141166" cy="58075"/>
            </a:xfrm>
            <a:custGeom>
              <a:avLst/>
              <a:gdLst/>
              <a:ahLst/>
              <a:cxnLst>
                <a:cxn ang="0">
                  <a:pos x="wd2" y="hd2"/>
                </a:cxn>
                <a:cxn ang="5400000">
                  <a:pos x="wd2" y="hd2"/>
                </a:cxn>
                <a:cxn ang="10800000">
                  <a:pos x="wd2" y="hd2"/>
                </a:cxn>
                <a:cxn ang="16200000">
                  <a:pos x="wd2" y="hd2"/>
                </a:cxn>
              </a:cxnLst>
              <a:rect l="0" t="0" r="r" b="b"/>
              <a:pathLst>
                <a:path w="18411" h="17309" extrusionOk="0">
                  <a:moveTo>
                    <a:pt x="7560" y="76"/>
                  </a:moveTo>
                  <a:cubicBezTo>
                    <a:pt x="4672" y="-1125"/>
                    <a:pt x="-2256" y="12253"/>
                    <a:pt x="733" y="15681"/>
                  </a:cubicBezTo>
                  <a:cubicBezTo>
                    <a:pt x="3883" y="19275"/>
                    <a:pt x="10449" y="1269"/>
                    <a:pt x="7560" y="76"/>
                  </a:cubicBezTo>
                  <a:close/>
                  <a:moveTo>
                    <a:pt x="18328" y="6678"/>
                  </a:moveTo>
                  <a:cubicBezTo>
                    <a:pt x="16227" y="-2325"/>
                    <a:pt x="6511" y="14473"/>
                    <a:pt x="8612" y="16881"/>
                  </a:cubicBezTo>
                  <a:cubicBezTo>
                    <a:pt x="10713" y="19275"/>
                    <a:pt x="19344" y="11039"/>
                    <a:pt x="18328" y="667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93" name="Shape 2347"/>
            <p:cNvSpPr/>
            <p:nvPr/>
          </p:nvSpPr>
          <p:spPr>
            <a:xfrm>
              <a:off x="3478211" y="5142784"/>
              <a:ext cx="739685" cy="296421"/>
            </a:xfrm>
            <a:custGeom>
              <a:avLst/>
              <a:gdLst/>
              <a:ahLst/>
              <a:cxnLst>
                <a:cxn ang="0">
                  <a:pos x="wd2" y="hd2"/>
                </a:cxn>
                <a:cxn ang="5400000">
                  <a:pos x="wd2" y="hd2"/>
                </a:cxn>
                <a:cxn ang="10800000">
                  <a:pos x="wd2" y="hd2"/>
                </a:cxn>
                <a:cxn ang="16200000">
                  <a:pos x="wd2" y="hd2"/>
                </a:cxn>
              </a:cxnLst>
              <a:rect l="0" t="0" r="r" b="b"/>
              <a:pathLst>
                <a:path w="21034" h="20896" extrusionOk="0">
                  <a:moveTo>
                    <a:pt x="160" y="4556"/>
                  </a:moveTo>
                  <a:cubicBezTo>
                    <a:pt x="-413" y="6684"/>
                    <a:pt x="724" y="8760"/>
                    <a:pt x="961" y="7818"/>
                  </a:cubicBezTo>
                  <a:cubicBezTo>
                    <a:pt x="1247" y="6684"/>
                    <a:pt x="732" y="2427"/>
                    <a:pt x="160" y="4556"/>
                  </a:cubicBezTo>
                  <a:close/>
                  <a:moveTo>
                    <a:pt x="20530" y="5471"/>
                  </a:moveTo>
                  <a:cubicBezTo>
                    <a:pt x="20052" y="4139"/>
                    <a:pt x="19724" y="3323"/>
                    <a:pt x="19605" y="3693"/>
                  </a:cubicBezTo>
                  <a:cubicBezTo>
                    <a:pt x="19485" y="4065"/>
                    <a:pt x="18978" y="4214"/>
                    <a:pt x="18620" y="3693"/>
                  </a:cubicBezTo>
                  <a:cubicBezTo>
                    <a:pt x="18262" y="3180"/>
                    <a:pt x="18083" y="2215"/>
                    <a:pt x="17814" y="2215"/>
                  </a:cubicBezTo>
                  <a:cubicBezTo>
                    <a:pt x="17565" y="2215"/>
                    <a:pt x="16702" y="1002"/>
                    <a:pt x="16220" y="0"/>
                  </a:cubicBezTo>
                  <a:cubicBezTo>
                    <a:pt x="16215" y="157"/>
                    <a:pt x="16214" y="308"/>
                    <a:pt x="16220" y="438"/>
                  </a:cubicBezTo>
                  <a:cubicBezTo>
                    <a:pt x="16248" y="1078"/>
                    <a:pt x="15819" y="1502"/>
                    <a:pt x="15332" y="1575"/>
                  </a:cubicBezTo>
                  <a:cubicBezTo>
                    <a:pt x="14846" y="1647"/>
                    <a:pt x="14903" y="2993"/>
                    <a:pt x="14903" y="3915"/>
                  </a:cubicBezTo>
                  <a:cubicBezTo>
                    <a:pt x="14903" y="4839"/>
                    <a:pt x="14502" y="4839"/>
                    <a:pt x="14330" y="5832"/>
                  </a:cubicBezTo>
                  <a:cubicBezTo>
                    <a:pt x="14159" y="6826"/>
                    <a:pt x="14387" y="7038"/>
                    <a:pt x="13987" y="7536"/>
                  </a:cubicBezTo>
                  <a:cubicBezTo>
                    <a:pt x="13586" y="8032"/>
                    <a:pt x="13472" y="8885"/>
                    <a:pt x="13700" y="9737"/>
                  </a:cubicBezTo>
                  <a:cubicBezTo>
                    <a:pt x="13929" y="10587"/>
                    <a:pt x="13672" y="11367"/>
                    <a:pt x="13614" y="11863"/>
                  </a:cubicBezTo>
                  <a:cubicBezTo>
                    <a:pt x="13557" y="12362"/>
                    <a:pt x="13958" y="12576"/>
                    <a:pt x="14359" y="13496"/>
                  </a:cubicBezTo>
                  <a:cubicBezTo>
                    <a:pt x="14760" y="14418"/>
                    <a:pt x="14817" y="13142"/>
                    <a:pt x="14989" y="13850"/>
                  </a:cubicBezTo>
                  <a:cubicBezTo>
                    <a:pt x="15160" y="14562"/>
                    <a:pt x="14874" y="15840"/>
                    <a:pt x="14416" y="15840"/>
                  </a:cubicBezTo>
                  <a:cubicBezTo>
                    <a:pt x="14381" y="15840"/>
                    <a:pt x="14346" y="15863"/>
                    <a:pt x="14311" y="15884"/>
                  </a:cubicBezTo>
                  <a:cubicBezTo>
                    <a:pt x="14549" y="16496"/>
                    <a:pt x="14674" y="17131"/>
                    <a:pt x="14561" y="17529"/>
                  </a:cubicBezTo>
                  <a:cubicBezTo>
                    <a:pt x="14352" y="18272"/>
                    <a:pt x="14173" y="18272"/>
                    <a:pt x="14561" y="19158"/>
                  </a:cubicBezTo>
                  <a:cubicBezTo>
                    <a:pt x="14949" y="20042"/>
                    <a:pt x="15218" y="18715"/>
                    <a:pt x="15546" y="19825"/>
                  </a:cubicBezTo>
                  <a:cubicBezTo>
                    <a:pt x="15874" y="20935"/>
                    <a:pt x="16143" y="21600"/>
                    <a:pt x="16471" y="19676"/>
                  </a:cubicBezTo>
                  <a:cubicBezTo>
                    <a:pt x="16799" y="17750"/>
                    <a:pt x="17038" y="15013"/>
                    <a:pt x="17635" y="14572"/>
                  </a:cubicBezTo>
                  <a:cubicBezTo>
                    <a:pt x="18232" y="14126"/>
                    <a:pt x="19455" y="13536"/>
                    <a:pt x="20172" y="11165"/>
                  </a:cubicBezTo>
                  <a:cubicBezTo>
                    <a:pt x="20888" y="8800"/>
                    <a:pt x="20509" y="8665"/>
                    <a:pt x="20888" y="7912"/>
                  </a:cubicBezTo>
                  <a:cubicBezTo>
                    <a:pt x="21187" y="7322"/>
                    <a:pt x="21008" y="6802"/>
                    <a:pt x="20530" y="547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94" name="Shape 2348"/>
            <p:cNvSpPr/>
            <p:nvPr/>
          </p:nvSpPr>
          <p:spPr>
            <a:xfrm>
              <a:off x="4347764" y="-1"/>
              <a:ext cx="2779936" cy="2072508"/>
            </a:xfrm>
            <a:custGeom>
              <a:avLst/>
              <a:gdLst/>
              <a:ahLst/>
              <a:cxnLst>
                <a:cxn ang="0">
                  <a:pos x="wd2" y="hd2"/>
                </a:cxn>
                <a:cxn ang="5400000">
                  <a:pos x="wd2" y="hd2"/>
                </a:cxn>
                <a:cxn ang="10800000">
                  <a:pos x="wd2" y="hd2"/>
                </a:cxn>
                <a:cxn ang="16200000">
                  <a:pos x="wd2" y="hd2"/>
                </a:cxn>
              </a:cxnLst>
              <a:rect l="0" t="0" r="r" b="b"/>
              <a:pathLst>
                <a:path w="21600" h="21544" extrusionOk="0">
                  <a:moveTo>
                    <a:pt x="7395" y="14119"/>
                  </a:moveTo>
                  <a:cubicBezTo>
                    <a:pt x="7405" y="13896"/>
                    <a:pt x="7217" y="14035"/>
                    <a:pt x="7113" y="13770"/>
                  </a:cubicBezTo>
                  <a:cubicBezTo>
                    <a:pt x="7009" y="13505"/>
                    <a:pt x="6476" y="13395"/>
                    <a:pt x="6425" y="13603"/>
                  </a:cubicBezTo>
                  <a:cubicBezTo>
                    <a:pt x="6404" y="13686"/>
                    <a:pt x="6237" y="13812"/>
                    <a:pt x="6373" y="14007"/>
                  </a:cubicBezTo>
                  <a:cubicBezTo>
                    <a:pt x="6508" y="14203"/>
                    <a:pt x="6602" y="14119"/>
                    <a:pt x="6758" y="14314"/>
                  </a:cubicBezTo>
                  <a:cubicBezTo>
                    <a:pt x="6915" y="14510"/>
                    <a:pt x="7384" y="14342"/>
                    <a:pt x="7395" y="14119"/>
                  </a:cubicBezTo>
                  <a:close/>
                  <a:moveTo>
                    <a:pt x="20390" y="1966"/>
                  </a:moveTo>
                  <a:cubicBezTo>
                    <a:pt x="20004" y="1966"/>
                    <a:pt x="19691" y="2049"/>
                    <a:pt x="19671" y="2412"/>
                  </a:cubicBezTo>
                  <a:cubicBezTo>
                    <a:pt x="19650" y="2775"/>
                    <a:pt x="19159" y="2342"/>
                    <a:pt x="18951" y="2468"/>
                  </a:cubicBezTo>
                  <a:cubicBezTo>
                    <a:pt x="18742" y="2593"/>
                    <a:pt x="18847" y="2175"/>
                    <a:pt x="18638" y="2314"/>
                  </a:cubicBezTo>
                  <a:cubicBezTo>
                    <a:pt x="18429" y="2454"/>
                    <a:pt x="18200" y="2789"/>
                    <a:pt x="17950" y="2928"/>
                  </a:cubicBezTo>
                  <a:cubicBezTo>
                    <a:pt x="17699" y="3068"/>
                    <a:pt x="17512" y="3417"/>
                    <a:pt x="17355" y="3444"/>
                  </a:cubicBezTo>
                  <a:cubicBezTo>
                    <a:pt x="17199" y="3472"/>
                    <a:pt x="17689" y="2803"/>
                    <a:pt x="17939" y="2468"/>
                  </a:cubicBezTo>
                  <a:cubicBezTo>
                    <a:pt x="18189" y="2133"/>
                    <a:pt x="18054" y="1742"/>
                    <a:pt x="17720" y="1784"/>
                  </a:cubicBezTo>
                  <a:cubicBezTo>
                    <a:pt x="17386" y="1826"/>
                    <a:pt x="17459" y="2105"/>
                    <a:pt x="17272" y="2161"/>
                  </a:cubicBezTo>
                  <a:cubicBezTo>
                    <a:pt x="17084" y="2217"/>
                    <a:pt x="16187" y="2816"/>
                    <a:pt x="16145" y="2635"/>
                  </a:cubicBezTo>
                  <a:cubicBezTo>
                    <a:pt x="16103" y="2454"/>
                    <a:pt x="16886" y="2147"/>
                    <a:pt x="16875" y="2021"/>
                  </a:cubicBezTo>
                  <a:cubicBezTo>
                    <a:pt x="16865" y="1895"/>
                    <a:pt x="15884" y="1882"/>
                    <a:pt x="15446" y="1966"/>
                  </a:cubicBezTo>
                  <a:cubicBezTo>
                    <a:pt x="15008" y="2049"/>
                    <a:pt x="14236" y="2384"/>
                    <a:pt x="14226" y="2217"/>
                  </a:cubicBezTo>
                  <a:cubicBezTo>
                    <a:pt x="14216" y="2049"/>
                    <a:pt x="15123" y="1812"/>
                    <a:pt x="15582" y="1742"/>
                  </a:cubicBezTo>
                  <a:cubicBezTo>
                    <a:pt x="16051" y="1671"/>
                    <a:pt x="16886" y="1784"/>
                    <a:pt x="17240" y="1589"/>
                  </a:cubicBezTo>
                  <a:cubicBezTo>
                    <a:pt x="17595" y="1393"/>
                    <a:pt x="18127" y="1379"/>
                    <a:pt x="18221" y="1226"/>
                  </a:cubicBezTo>
                  <a:cubicBezTo>
                    <a:pt x="18315" y="1072"/>
                    <a:pt x="17814" y="863"/>
                    <a:pt x="17564" y="877"/>
                  </a:cubicBezTo>
                  <a:cubicBezTo>
                    <a:pt x="17313" y="891"/>
                    <a:pt x="17063" y="849"/>
                    <a:pt x="17084" y="682"/>
                  </a:cubicBezTo>
                  <a:cubicBezTo>
                    <a:pt x="17105" y="514"/>
                    <a:pt x="16698" y="472"/>
                    <a:pt x="16656" y="347"/>
                  </a:cubicBezTo>
                  <a:cubicBezTo>
                    <a:pt x="16614" y="221"/>
                    <a:pt x="15832" y="319"/>
                    <a:pt x="15665" y="179"/>
                  </a:cubicBezTo>
                  <a:cubicBezTo>
                    <a:pt x="15498" y="40"/>
                    <a:pt x="15008" y="-30"/>
                    <a:pt x="14591" y="12"/>
                  </a:cubicBezTo>
                  <a:cubicBezTo>
                    <a:pt x="14174" y="54"/>
                    <a:pt x="13319" y="40"/>
                    <a:pt x="13121" y="68"/>
                  </a:cubicBezTo>
                  <a:cubicBezTo>
                    <a:pt x="12922" y="95"/>
                    <a:pt x="12797" y="193"/>
                    <a:pt x="12620" y="179"/>
                  </a:cubicBezTo>
                  <a:cubicBezTo>
                    <a:pt x="12443" y="166"/>
                    <a:pt x="12171" y="249"/>
                    <a:pt x="12276" y="403"/>
                  </a:cubicBezTo>
                  <a:cubicBezTo>
                    <a:pt x="12465" y="681"/>
                    <a:pt x="11994" y="793"/>
                    <a:pt x="12026" y="584"/>
                  </a:cubicBezTo>
                  <a:cubicBezTo>
                    <a:pt x="12057" y="375"/>
                    <a:pt x="11619" y="277"/>
                    <a:pt x="11483" y="430"/>
                  </a:cubicBezTo>
                  <a:cubicBezTo>
                    <a:pt x="11329" y="605"/>
                    <a:pt x="10628" y="249"/>
                    <a:pt x="10524" y="430"/>
                  </a:cubicBezTo>
                  <a:cubicBezTo>
                    <a:pt x="10419" y="612"/>
                    <a:pt x="9595" y="556"/>
                    <a:pt x="9355" y="612"/>
                  </a:cubicBezTo>
                  <a:cubicBezTo>
                    <a:pt x="9116" y="668"/>
                    <a:pt x="9731" y="905"/>
                    <a:pt x="9710" y="1045"/>
                  </a:cubicBezTo>
                  <a:cubicBezTo>
                    <a:pt x="9689" y="1184"/>
                    <a:pt x="8928" y="1045"/>
                    <a:pt x="9084" y="1296"/>
                  </a:cubicBezTo>
                  <a:cubicBezTo>
                    <a:pt x="9241" y="1547"/>
                    <a:pt x="9741" y="1728"/>
                    <a:pt x="9981" y="2049"/>
                  </a:cubicBezTo>
                  <a:cubicBezTo>
                    <a:pt x="10221" y="2370"/>
                    <a:pt x="9794" y="2175"/>
                    <a:pt x="9522" y="1937"/>
                  </a:cubicBezTo>
                  <a:cubicBezTo>
                    <a:pt x="9251" y="1700"/>
                    <a:pt x="8907" y="1784"/>
                    <a:pt x="8740" y="1547"/>
                  </a:cubicBezTo>
                  <a:cubicBezTo>
                    <a:pt x="8573" y="1309"/>
                    <a:pt x="7947" y="1128"/>
                    <a:pt x="7791" y="1268"/>
                  </a:cubicBezTo>
                  <a:cubicBezTo>
                    <a:pt x="7605" y="1434"/>
                    <a:pt x="8218" y="1742"/>
                    <a:pt x="8218" y="1924"/>
                  </a:cubicBezTo>
                  <a:cubicBezTo>
                    <a:pt x="8218" y="2105"/>
                    <a:pt x="7801" y="1882"/>
                    <a:pt x="7728" y="1952"/>
                  </a:cubicBezTo>
                  <a:cubicBezTo>
                    <a:pt x="7655" y="2021"/>
                    <a:pt x="7290" y="1477"/>
                    <a:pt x="7082" y="1477"/>
                  </a:cubicBezTo>
                  <a:cubicBezTo>
                    <a:pt x="6873" y="1477"/>
                    <a:pt x="7050" y="1728"/>
                    <a:pt x="7050" y="2077"/>
                  </a:cubicBezTo>
                  <a:cubicBezTo>
                    <a:pt x="7050" y="2426"/>
                    <a:pt x="6644" y="2635"/>
                    <a:pt x="6758" y="2398"/>
                  </a:cubicBezTo>
                  <a:cubicBezTo>
                    <a:pt x="6873" y="2161"/>
                    <a:pt x="6790" y="1547"/>
                    <a:pt x="6571" y="1435"/>
                  </a:cubicBezTo>
                  <a:cubicBezTo>
                    <a:pt x="6352" y="1323"/>
                    <a:pt x="5789" y="1673"/>
                    <a:pt x="5497" y="1658"/>
                  </a:cubicBezTo>
                  <a:cubicBezTo>
                    <a:pt x="5205" y="1645"/>
                    <a:pt x="4819" y="1770"/>
                    <a:pt x="5069" y="1966"/>
                  </a:cubicBezTo>
                  <a:cubicBezTo>
                    <a:pt x="5319" y="2161"/>
                    <a:pt x="5058" y="2272"/>
                    <a:pt x="4839" y="2063"/>
                  </a:cubicBezTo>
                  <a:cubicBezTo>
                    <a:pt x="4620" y="1854"/>
                    <a:pt x="3901" y="2063"/>
                    <a:pt x="4047" y="2203"/>
                  </a:cubicBezTo>
                  <a:cubicBezTo>
                    <a:pt x="4193" y="2342"/>
                    <a:pt x="4245" y="2747"/>
                    <a:pt x="4151" y="2914"/>
                  </a:cubicBezTo>
                  <a:cubicBezTo>
                    <a:pt x="4057" y="3082"/>
                    <a:pt x="3755" y="2747"/>
                    <a:pt x="3473" y="2775"/>
                  </a:cubicBezTo>
                  <a:cubicBezTo>
                    <a:pt x="3192" y="2803"/>
                    <a:pt x="1794" y="3696"/>
                    <a:pt x="1877" y="3933"/>
                  </a:cubicBezTo>
                  <a:cubicBezTo>
                    <a:pt x="1961" y="4170"/>
                    <a:pt x="2555" y="3975"/>
                    <a:pt x="2743" y="4114"/>
                  </a:cubicBezTo>
                  <a:cubicBezTo>
                    <a:pt x="2931" y="4254"/>
                    <a:pt x="2680" y="4770"/>
                    <a:pt x="2451" y="4979"/>
                  </a:cubicBezTo>
                  <a:cubicBezTo>
                    <a:pt x="2222" y="5189"/>
                    <a:pt x="1366" y="4993"/>
                    <a:pt x="1345" y="5244"/>
                  </a:cubicBezTo>
                  <a:cubicBezTo>
                    <a:pt x="1325" y="5495"/>
                    <a:pt x="0" y="5537"/>
                    <a:pt x="0" y="5942"/>
                  </a:cubicBezTo>
                  <a:cubicBezTo>
                    <a:pt x="0" y="6096"/>
                    <a:pt x="63" y="6249"/>
                    <a:pt x="209" y="6291"/>
                  </a:cubicBezTo>
                  <a:cubicBezTo>
                    <a:pt x="396" y="6345"/>
                    <a:pt x="626" y="6263"/>
                    <a:pt x="793" y="6514"/>
                  </a:cubicBezTo>
                  <a:cubicBezTo>
                    <a:pt x="960" y="6765"/>
                    <a:pt x="1429" y="6780"/>
                    <a:pt x="1752" y="6612"/>
                  </a:cubicBezTo>
                  <a:cubicBezTo>
                    <a:pt x="2076" y="6445"/>
                    <a:pt x="2315" y="6640"/>
                    <a:pt x="2305" y="6891"/>
                  </a:cubicBezTo>
                  <a:cubicBezTo>
                    <a:pt x="2295" y="7142"/>
                    <a:pt x="1575" y="6793"/>
                    <a:pt x="1356" y="6975"/>
                  </a:cubicBezTo>
                  <a:cubicBezTo>
                    <a:pt x="1137" y="7156"/>
                    <a:pt x="459" y="7002"/>
                    <a:pt x="490" y="7198"/>
                  </a:cubicBezTo>
                  <a:cubicBezTo>
                    <a:pt x="521" y="7393"/>
                    <a:pt x="855" y="7351"/>
                    <a:pt x="1126" y="7421"/>
                  </a:cubicBezTo>
                  <a:cubicBezTo>
                    <a:pt x="1397" y="7491"/>
                    <a:pt x="1147" y="7644"/>
                    <a:pt x="1137" y="7798"/>
                  </a:cubicBezTo>
                  <a:cubicBezTo>
                    <a:pt x="1126" y="7952"/>
                    <a:pt x="1283" y="7923"/>
                    <a:pt x="1554" y="8105"/>
                  </a:cubicBezTo>
                  <a:cubicBezTo>
                    <a:pt x="1825" y="8286"/>
                    <a:pt x="2274" y="8398"/>
                    <a:pt x="2128" y="8189"/>
                  </a:cubicBezTo>
                  <a:cubicBezTo>
                    <a:pt x="1982" y="7979"/>
                    <a:pt x="2409" y="8007"/>
                    <a:pt x="2482" y="8133"/>
                  </a:cubicBezTo>
                  <a:cubicBezTo>
                    <a:pt x="2555" y="8258"/>
                    <a:pt x="2753" y="7952"/>
                    <a:pt x="2952" y="8021"/>
                  </a:cubicBezTo>
                  <a:cubicBezTo>
                    <a:pt x="3150" y="8091"/>
                    <a:pt x="3223" y="7770"/>
                    <a:pt x="3379" y="7910"/>
                  </a:cubicBezTo>
                  <a:cubicBezTo>
                    <a:pt x="3536" y="8049"/>
                    <a:pt x="4266" y="8133"/>
                    <a:pt x="4516" y="8314"/>
                  </a:cubicBezTo>
                  <a:cubicBezTo>
                    <a:pt x="4766" y="8496"/>
                    <a:pt x="5111" y="8538"/>
                    <a:pt x="5079" y="8803"/>
                  </a:cubicBezTo>
                  <a:cubicBezTo>
                    <a:pt x="5048" y="9068"/>
                    <a:pt x="5288" y="9263"/>
                    <a:pt x="5569" y="9430"/>
                  </a:cubicBezTo>
                  <a:cubicBezTo>
                    <a:pt x="5851" y="9598"/>
                    <a:pt x="5903" y="9961"/>
                    <a:pt x="5893" y="10198"/>
                  </a:cubicBezTo>
                  <a:cubicBezTo>
                    <a:pt x="5882" y="10435"/>
                    <a:pt x="6195" y="10602"/>
                    <a:pt x="6143" y="10714"/>
                  </a:cubicBezTo>
                  <a:cubicBezTo>
                    <a:pt x="6091" y="10826"/>
                    <a:pt x="6133" y="10979"/>
                    <a:pt x="6320" y="11203"/>
                  </a:cubicBezTo>
                  <a:cubicBezTo>
                    <a:pt x="6508" y="11426"/>
                    <a:pt x="6028" y="11593"/>
                    <a:pt x="6143" y="11789"/>
                  </a:cubicBezTo>
                  <a:cubicBezTo>
                    <a:pt x="6258" y="11984"/>
                    <a:pt x="5976" y="12361"/>
                    <a:pt x="6310" y="12431"/>
                  </a:cubicBezTo>
                  <a:cubicBezTo>
                    <a:pt x="6644" y="12500"/>
                    <a:pt x="6592" y="12123"/>
                    <a:pt x="6842" y="12123"/>
                  </a:cubicBezTo>
                  <a:cubicBezTo>
                    <a:pt x="7092" y="12123"/>
                    <a:pt x="6832" y="12416"/>
                    <a:pt x="6967" y="12598"/>
                  </a:cubicBezTo>
                  <a:cubicBezTo>
                    <a:pt x="7103" y="12779"/>
                    <a:pt x="7384" y="12737"/>
                    <a:pt x="7645" y="13030"/>
                  </a:cubicBezTo>
                  <a:cubicBezTo>
                    <a:pt x="7906" y="13323"/>
                    <a:pt x="7739" y="13463"/>
                    <a:pt x="7499" y="13226"/>
                  </a:cubicBezTo>
                  <a:cubicBezTo>
                    <a:pt x="7259" y="12988"/>
                    <a:pt x="6560" y="13044"/>
                    <a:pt x="6560" y="13128"/>
                  </a:cubicBezTo>
                  <a:cubicBezTo>
                    <a:pt x="6560" y="13212"/>
                    <a:pt x="7332" y="13798"/>
                    <a:pt x="7509" y="13714"/>
                  </a:cubicBezTo>
                  <a:cubicBezTo>
                    <a:pt x="7687" y="13631"/>
                    <a:pt x="7927" y="14063"/>
                    <a:pt x="7822" y="14202"/>
                  </a:cubicBezTo>
                  <a:cubicBezTo>
                    <a:pt x="7718" y="14342"/>
                    <a:pt x="7770" y="14691"/>
                    <a:pt x="7749" y="14858"/>
                  </a:cubicBezTo>
                  <a:cubicBezTo>
                    <a:pt x="7728" y="15026"/>
                    <a:pt x="7468" y="14858"/>
                    <a:pt x="7301" y="14886"/>
                  </a:cubicBezTo>
                  <a:cubicBezTo>
                    <a:pt x="7134" y="14914"/>
                    <a:pt x="7019" y="14984"/>
                    <a:pt x="7019" y="15221"/>
                  </a:cubicBezTo>
                  <a:cubicBezTo>
                    <a:pt x="7019" y="15459"/>
                    <a:pt x="6758" y="15626"/>
                    <a:pt x="6727" y="15919"/>
                  </a:cubicBezTo>
                  <a:cubicBezTo>
                    <a:pt x="6696" y="16212"/>
                    <a:pt x="6936" y="16198"/>
                    <a:pt x="7071" y="16323"/>
                  </a:cubicBezTo>
                  <a:cubicBezTo>
                    <a:pt x="7207" y="16449"/>
                    <a:pt x="6821" y="16533"/>
                    <a:pt x="6800" y="16742"/>
                  </a:cubicBezTo>
                  <a:cubicBezTo>
                    <a:pt x="6779" y="16952"/>
                    <a:pt x="7155" y="17328"/>
                    <a:pt x="7290" y="17426"/>
                  </a:cubicBezTo>
                  <a:cubicBezTo>
                    <a:pt x="7426" y="17523"/>
                    <a:pt x="7301" y="17998"/>
                    <a:pt x="7353" y="18235"/>
                  </a:cubicBezTo>
                  <a:cubicBezTo>
                    <a:pt x="7405" y="18473"/>
                    <a:pt x="7582" y="18179"/>
                    <a:pt x="7561" y="18486"/>
                  </a:cubicBezTo>
                  <a:cubicBezTo>
                    <a:pt x="7541" y="18793"/>
                    <a:pt x="7728" y="18779"/>
                    <a:pt x="7739" y="18961"/>
                  </a:cubicBezTo>
                  <a:cubicBezTo>
                    <a:pt x="7749" y="19142"/>
                    <a:pt x="8073" y="19114"/>
                    <a:pt x="8010" y="19365"/>
                  </a:cubicBezTo>
                  <a:cubicBezTo>
                    <a:pt x="7947" y="19617"/>
                    <a:pt x="8104" y="19798"/>
                    <a:pt x="8177" y="19937"/>
                  </a:cubicBezTo>
                  <a:cubicBezTo>
                    <a:pt x="8250" y="20077"/>
                    <a:pt x="8521" y="20314"/>
                    <a:pt x="8573" y="20496"/>
                  </a:cubicBezTo>
                  <a:cubicBezTo>
                    <a:pt x="8625" y="20677"/>
                    <a:pt x="8782" y="20914"/>
                    <a:pt x="8969" y="20845"/>
                  </a:cubicBezTo>
                  <a:cubicBezTo>
                    <a:pt x="9157" y="20774"/>
                    <a:pt x="9168" y="21012"/>
                    <a:pt x="9314" y="20984"/>
                  </a:cubicBezTo>
                  <a:cubicBezTo>
                    <a:pt x="9460" y="20956"/>
                    <a:pt x="9689" y="21068"/>
                    <a:pt x="9731" y="21221"/>
                  </a:cubicBezTo>
                  <a:cubicBezTo>
                    <a:pt x="9773" y="21375"/>
                    <a:pt x="10221" y="21514"/>
                    <a:pt x="10346" y="21542"/>
                  </a:cubicBezTo>
                  <a:cubicBezTo>
                    <a:pt x="10471" y="21570"/>
                    <a:pt x="10492" y="21263"/>
                    <a:pt x="10607" y="21179"/>
                  </a:cubicBezTo>
                  <a:cubicBezTo>
                    <a:pt x="10722" y="21096"/>
                    <a:pt x="10680" y="20481"/>
                    <a:pt x="10784" y="20440"/>
                  </a:cubicBezTo>
                  <a:cubicBezTo>
                    <a:pt x="10889" y="20398"/>
                    <a:pt x="10857" y="19756"/>
                    <a:pt x="10753" y="19700"/>
                  </a:cubicBezTo>
                  <a:cubicBezTo>
                    <a:pt x="10649" y="19644"/>
                    <a:pt x="10690" y="19421"/>
                    <a:pt x="10930" y="19463"/>
                  </a:cubicBezTo>
                  <a:cubicBezTo>
                    <a:pt x="11170" y="19505"/>
                    <a:pt x="11087" y="19184"/>
                    <a:pt x="11201" y="19142"/>
                  </a:cubicBezTo>
                  <a:cubicBezTo>
                    <a:pt x="11316" y="19100"/>
                    <a:pt x="11264" y="18807"/>
                    <a:pt x="11347" y="18779"/>
                  </a:cubicBezTo>
                  <a:cubicBezTo>
                    <a:pt x="11431" y="18751"/>
                    <a:pt x="11421" y="18556"/>
                    <a:pt x="11358" y="18444"/>
                  </a:cubicBezTo>
                  <a:cubicBezTo>
                    <a:pt x="11295" y="18333"/>
                    <a:pt x="11368" y="18249"/>
                    <a:pt x="11494" y="18221"/>
                  </a:cubicBezTo>
                  <a:cubicBezTo>
                    <a:pt x="11619" y="18193"/>
                    <a:pt x="11587" y="17956"/>
                    <a:pt x="11421" y="17872"/>
                  </a:cubicBezTo>
                  <a:cubicBezTo>
                    <a:pt x="11254" y="17789"/>
                    <a:pt x="11306" y="17538"/>
                    <a:pt x="11473" y="17691"/>
                  </a:cubicBezTo>
                  <a:cubicBezTo>
                    <a:pt x="11640" y="17844"/>
                    <a:pt x="11765" y="17733"/>
                    <a:pt x="11671" y="17565"/>
                  </a:cubicBezTo>
                  <a:cubicBezTo>
                    <a:pt x="11577" y="17398"/>
                    <a:pt x="11785" y="17314"/>
                    <a:pt x="12004" y="17286"/>
                  </a:cubicBezTo>
                  <a:cubicBezTo>
                    <a:pt x="12224" y="17258"/>
                    <a:pt x="12338" y="17105"/>
                    <a:pt x="12297" y="16881"/>
                  </a:cubicBezTo>
                  <a:cubicBezTo>
                    <a:pt x="12255" y="16659"/>
                    <a:pt x="12547" y="16672"/>
                    <a:pt x="12474" y="16868"/>
                  </a:cubicBezTo>
                  <a:cubicBezTo>
                    <a:pt x="12401" y="17063"/>
                    <a:pt x="12443" y="17258"/>
                    <a:pt x="12547" y="17119"/>
                  </a:cubicBezTo>
                  <a:cubicBezTo>
                    <a:pt x="12651" y="16979"/>
                    <a:pt x="12849" y="17077"/>
                    <a:pt x="13204" y="16937"/>
                  </a:cubicBezTo>
                  <a:cubicBezTo>
                    <a:pt x="13559" y="16798"/>
                    <a:pt x="13903" y="16407"/>
                    <a:pt x="13986" y="16031"/>
                  </a:cubicBezTo>
                  <a:cubicBezTo>
                    <a:pt x="14070" y="15654"/>
                    <a:pt x="14476" y="15696"/>
                    <a:pt x="14424" y="15444"/>
                  </a:cubicBezTo>
                  <a:cubicBezTo>
                    <a:pt x="14372" y="15193"/>
                    <a:pt x="14497" y="15096"/>
                    <a:pt x="14758" y="15263"/>
                  </a:cubicBezTo>
                  <a:cubicBezTo>
                    <a:pt x="15019" y="15430"/>
                    <a:pt x="14810" y="15152"/>
                    <a:pt x="15102" y="15152"/>
                  </a:cubicBezTo>
                  <a:cubicBezTo>
                    <a:pt x="15394" y="15152"/>
                    <a:pt x="15342" y="15012"/>
                    <a:pt x="15624" y="14998"/>
                  </a:cubicBezTo>
                  <a:cubicBezTo>
                    <a:pt x="15905" y="14984"/>
                    <a:pt x="16635" y="14817"/>
                    <a:pt x="16886" y="14537"/>
                  </a:cubicBezTo>
                  <a:cubicBezTo>
                    <a:pt x="17136" y="14258"/>
                    <a:pt x="17668" y="14021"/>
                    <a:pt x="17887" y="13840"/>
                  </a:cubicBezTo>
                  <a:cubicBezTo>
                    <a:pt x="18106" y="13658"/>
                    <a:pt x="18158" y="13505"/>
                    <a:pt x="18023" y="13603"/>
                  </a:cubicBezTo>
                  <a:cubicBezTo>
                    <a:pt x="17887" y="13700"/>
                    <a:pt x="17605" y="13714"/>
                    <a:pt x="17397" y="13644"/>
                  </a:cubicBezTo>
                  <a:cubicBezTo>
                    <a:pt x="17188" y="13575"/>
                    <a:pt x="16854" y="13337"/>
                    <a:pt x="16614" y="13519"/>
                  </a:cubicBezTo>
                  <a:cubicBezTo>
                    <a:pt x="16375" y="13700"/>
                    <a:pt x="16521" y="13254"/>
                    <a:pt x="16719" y="13212"/>
                  </a:cubicBezTo>
                  <a:cubicBezTo>
                    <a:pt x="16917" y="13170"/>
                    <a:pt x="16833" y="13044"/>
                    <a:pt x="16781" y="12765"/>
                  </a:cubicBezTo>
                  <a:cubicBezTo>
                    <a:pt x="16729" y="12486"/>
                    <a:pt x="17115" y="12668"/>
                    <a:pt x="17282" y="12988"/>
                  </a:cubicBezTo>
                  <a:cubicBezTo>
                    <a:pt x="17449" y="13310"/>
                    <a:pt x="17772" y="13449"/>
                    <a:pt x="18054" y="13337"/>
                  </a:cubicBezTo>
                  <a:cubicBezTo>
                    <a:pt x="18335" y="13226"/>
                    <a:pt x="18064" y="12919"/>
                    <a:pt x="18179" y="12710"/>
                  </a:cubicBezTo>
                  <a:cubicBezTo>
                    <a:pt x="18294" y="12500"/>
                    <a:pt x="17313" y="11845"/>
                    <a:pt x="17261" y="11621"/>
                  </a:cubicBezTo>
                  <a:cubicBezTo>
                    <a:pt x="17209" y="11398"/>
                    <a:pt x="17511" y="11552"/>
                    <a:pt x="17783" y="11705"/>
                  </a:cubicBezTo>
                  <a:cubicBezTo>
                    <a:pt x="18054" y="11858"/>
                    <a:pt x="18116" y="11412"/>
                    <a:pt x="18116" y="11217"/>
                  </a:cubicBezTo>
                  <a:cubicBezTo>
                    <a:pt x="18116" y="11021"/>
                    <a:pt x="17532" y="11007"/>
                    <a:pt x="17272" y="11203"/>
                  </a:cubicBezTo>
                  <a:cubicBezTo>
                    <a:pt x="17011" y="11398"/>
                    <a:pt x="16760" y="10951"/>
                    <a:pt x="17115" y="10896"/>
                  </a:cubicBezTo>
                  <a:cubicBezTo>
                    <a:pt x="17470" y="10840"/>
                    <a:pt x="17146" y="10644"/>
                    <a:pt x="17251" y="10505"/>
                  </a:cubicBezTo>
                  <a:cubicBezTo>
                    <a:pt x="17355" y="10365"/>
                    <a:pt x="17803" y="10910"/>
                    <a:pt x="18033" y="10812"/>
                  </a:cubicBezTo>
                  <a:cubicBezTo>
                    <a:pt x="18263" y="10714"/>
                    <a:pt x="18429" y="10826"/>
                    <a:pt x="18628" y="10617"/>
                  </a:cubicBezTo>
                  <a:cubicBezTo>
                    <a:pt x="18826" y="10407"/>
                    <a:pt x="18273" y="10212"/>
                    <a:pt x="18158" y="10030"/>
                  </a:cubicBezTo>
                  <a:cubicBezTo>
                    <a:pt x="18043" y="9849"/>
                    <a:pt x="18732" y="9919"/>
                    <a:pt x="18940" y="9933"/>
                  </a:cubicBezTo>
                  <a:cubicBezTo>
                    <a:pt x="19149" y="9947"/>
                    <a:pt x="19201" y="9528"/>
                    <a:pt x="19034" y="9612"/>
                  </a:cubicBezTo>
                  <a:cubicBezTo>
                    <a:pt x="18867" y="9696"/>
                    <a:pt x="18273" y="9333"/>
                    <a:pt x="18398" y="9082"/>
                  </a:cubicBezTo>
                  <a:cubicBezTo>
                    <a:pt x="18523" y="8831"/>
                    <a:pt x="18753" y="9124"/>
                    <a:pt x="19013" y="8942"/>
                  </a:cubicBezTo>
                  <a:cubicBezTo>
                    <a:pt x="19274" y="8761"/>
                    <a:pt x="19034" y="8077"/>
                    <a:pt x="18847" y="8077"/>
                  </a:cubicBezTo>
                  <a:cubicBezTo>
                    <a:pt x="18659" y="8077"/>
                    <a:pt x="18221" y="7993"/>
                    <a:pt x="18221" y="7868"/>
                  </a:cubicBezTo>
                  <a:cubicBezTo>
                    <a:pt x="18221" y="7742"/>
                    <a:pt x="17856" y="7630"/>
                    <a:pt x="17960" y="7505"/>
                  </a:cubicBezTo>
                  <a:cubicBezTo>
                    <a:pt x="18064" y="7379"/>
                    <a:pt x="18200" y="7659"/>
                    <a:pt x="18440" y="7421"/>
                  </a:cubicBezTo>
                  <a:cubicBezTo>
                    <a:pt x="18680" y="7184"/>
                    <a:pt x="19180" y="7477"/>
                    <a:pt x="19399" y="7421"/>
                  </a:cubicBezTo>
                  <a:cubicBezTo>
                    <a:pt x="19618" y="7366"/>
                    <a:pt x="19305" y="6821"/>
                    <a:pt x="19180" y="6919"/>
                  </a:cubicBezTo>
                  <a:cubicBezTo>
                    <a:pt x="19055" y="7017"/>
                    <a:pt x="18628" y="7044"/>
                    <a:pt x="18596" y="6751"/>
                  </a:cubicBezTo>
                  <a:cubicBezTo>
                    <a:pt x="18565" y="6458"/>
                    <a:pt x="19003" y="6751"/>
                    <a:pt x="19076" y="6612"/>
                  </a:cubicBezTo>
                  <a:cubicBezTo>
                    <a:pt x="19149" y="6472"/>
                    <a:pt x="18471" y="6110"/>
                    <a:pt x="18367" y="6403"/>
                  </a:cubicBezTo>
                  <a:cubicBezTo>
                    <a:pt x="18262" y="6696"/>
                    <a:pt x="17887" y="6598"/>
                    <a:pt x="18085" y="6430"/>
                  </a:cubicBezTo>
                  <a:cubicBezTo>
                    <a:pt x="18283" y="6263"/>
                    <a:pt x="18325" y="5789"/>
                    <a:pt x="18304" y="5551"/>
                  </a:cubicBezTo>
                  <a:cubicBezTo>
                    <a:pt x="18283" y="5314"/>
                    <a:pt x="19014" y="5300"/>
                    <a:pt x="18930" y="4910"/>
                  </a:cubicBezTo>
                  <a:cubicBezTo>
                    <a:pt x="18847" y="4519"/>
                    <a:pt x="19274" y="4435"/>
                    <a:pt x="19514" y="4435"/>
                  </a:cubicBezTo>
                  <a:cubicBezTo>
                    <a:pt x="19754" y="4435"/>
                    <a:pt x="19504" y="4017"/>
                    <a:pt x="19274" y="4059"/>
                  </a:cubicBezTo>
                  <a:cubicBezTo>
                    <a:pt x="19045" y="4100"/>
                    <a:pt x="18805" y="4449"/>
                    <a:pt x="18690" y="4310"/>
                  </a:cubicBezTo>
                  <a:cubicBezTo>
                    <a:pt x="18575" y="4170"/>
                    <a:pt x="18961" y="3919"/>
                    <a:pt x="19170" y="3919"/>
                  </a:cubicBezTo>
                  <a:cubicBezTo>
                    <a:pt x="19379" y="3919"/>
                    <a:pt x="19879" y="3891"/>
                    <a:pt x="20056" y="3751"/>
                  </a:cubicBezTo>
                  <a:cubicBezTo>
                    <a:pt x="20234" y="3612"/>
                    <a:pt x="19743" y="3486"/>
                    <a:pt x="19410" y="3542"/>
                  </a:cubicBezTo>
                  <a:cubicBezTo>
                    <a:pt x="19076" y="3598"/>
                    <a:pt x="19076" y="3403"/>
                    <a:pt x="19577" y="3389"/>
                  </a:cubicBezTo>
                  <a:cubicBezTo>
                    <a:pt x="20077" y="3375"/>
                    <a:pt x="19994" y="3235"/>
                    <a:pt x="20348" y="3180"/>
                  </a:cubicBezTo>
                  <a:cubicBezTo>
                    <a:pt x="20703" y="3124"/>
                    <a:pt x="20588" y="2928"/>
                    <a:pt x="20807" y="2914"/>
                  </a:cubicBezTo>
                  <a:cubicBezTo>
                    <a:pt x="21026" y="2900"/>
                    <a:pt x="21600" y="2579"/>
                    <a:pt x="21600" y="2426"/>
                  </a:cubicBezTo>
                  <a:cubicBezTo>
                    <a:pt x="21600" y="2272"/>
                    <a:pt x="20776" y="1966"/>
                    <a:pt x="20390" y="196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95" name="Shape 2349"/>
            <p:cNvSpPr/>
            <p:nvPr/>
          </p:nvSpPr>
          <p:spPr>
            <a:xfrm>
              <a:off x="5937803" y="7975041"/>
              <a:ext cx="92332" cy="56644"/>
            </a:xfrm>
            <a:custGeom>
              <a:avLst/>
              <a:gdLst/>
              <a:ahLst/>
              <a:cxnLst>
                <a:cxn ang="0">
                  <a:pos x="wd2" y="hd2"/>
                </a:cxn>
                <a:cxn ang="5400000">
                  <a:pos x="wd2" y="hd2"/>
                </a:cxn>
                <a:cxn ang="10800000">
                  <a:pos x="wd2" y="hd2"/>
                </a:cxn>
                <a:cxn ang="16200000">
                  <a:pos x="wd2" y="hd2"/>
                </a:cxn>
              </a:cxnLst>
              <a:rect l="0" t="0" r="r" b="b"/>
              <a:pathLst>
                <a:path w="18090" h="15203" extrusionOk="0">
                  <a:moveTo>
                    <a:pt x="6" y="571"/>
                  </a:moveTo>
                  <a:cubicBezTo>
                    <a:pt x="774" y="5318"/>
                    <a:pt x="4241" y="3209"/>
                    <a:pt x="7704" y="7428"/>
                  </a:cubicBezTo>
                  <a:cubicBezTo>
                    <a:pt x="11167" y="11655"/>
                    <a:pt x="14250" y="19547"/>
                    <a:pt x="17713" y="12182"/>
                  </a:cubicBezTo>
                  <a:cubicBezTo>
                    <a:pt x="21178" y="4798"/>
                    <a:pt x="-422" y="-2053"/>
                    <a:pt x="6" y="57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96" name="Shape 2350"/>
            <p:cNvSpPr/>
            <p:nvPr/>
          </p:nvSpPr>
          <p:spPr>
            <a:xfrm>
              <a:off x="1590039" y="74533"/>
              <a:ext cx="3671530" cy="2840555"/>
            </a:xfrm>
            <a:custGeom>
              <a:avLst/>
              <a:gdLst/>
              <a:ahLst/>
              <a:cxnLst>
                <a:cxn ang="0">
                  <a:pos x="wd2" y="hd2"/>
                </a:cxn>
                <a:cxn ang="5400000">
                  <a:pos x="wd2" y="hd2"/>
                </a:cxn>
                <a:cxn ang="10800000">
                  <a:pos x="wd2" y="hd2"/>
                </a:cxn>
                <a:cxn ang="16200000">
                  <a:pos x="wd2" y="hd2"/>
                </a:cxn>
              </a:cxnLst>
              <a:rect l="0" t="0" r="r" b="b"/>
              <a:pathLst>
                <a:path w="21389" h="21425" extrusionOk="0">
                  <a:moveTo>
                    <a:pt x="51" y="18246"/>
                  </a:moveTo>
                  <a:cubicBezTo>
                    <a:pt x="-160" y="18391"/>
                    <a:pt x="348" y="19084"/>
                    <a:pt x="453" y="18997"/>
                  </a:cubicBezTo>
                  <a:cubicBezTo>
                    <a:pt x="526" y="18938"/>
                    <a:pt x="328" y="18647"/>
                    <a:pt x="328" y="18468"/>
                  </a:cubicBezTo>
                  <a:cubicBezTo>
                    <a:pt x="328" y="18289"/>
                    <a:pt x="262" y="18101"/>
                    <a:pt x="51" y="18246"/>
                  </a:cubicBezTo>
                  <a:close/>
                  <a:moveTo>
                    <a:pt x="21252" y="21036"/>
                  </a:moveTo>
                  <a:cubicBezTo>
                    <a:pt x="21205" y="21148"/>
                    <a:pt x="21135" y="20955"/>
                    <a:pt x="21237" y="20854"/>
                  </a:cubicBezTo>
                  <a:cubicBezTo>
                    <a:pt x="21338" y="20753"/>
                    <a:pt x="21221" y="20712"/>
                    <a:pt x="21127" y="20773"/>
                  </a:cubicBezTo>
                  <a:cubicBezTo>
                    <a:pt x="21033" y="20834"/>
                    <a:pt x="21057" y="20500"/>
                    <a:pt x="21143" y="20439"/>
                  </a:cubicBezTo>
                  <a:cubicBezTo>
                    <a:pt x="21229" y="20378"/>
                    <a:pt x="20932" y="20257"/>
                    <a:pt x="20932" y="20368"/>
                  </a:cubicBezTo>
                  <a:cubicBezTo>
                    <a:pt x="20932" y="20480"/>
                    <a:pt x="20720" y="20409"/>
                    <a:pt x="20697" y="20307"/>
                  </a:cubicBezTo>
                  <a:cubicBezTo>
                    <a:pt x="20674" y="20206"/>
                    <a:pt x="20525" y="20176"/>
                    <a:pt x="20580" y="20105"/>
                  </a:cubicBezTo>
                  <a:cubicBezTo>
                    <a:pt x="20634" y="20034"/>
                    <a:pt x="20400" y="19994"/>
                    <a:pt x="20376" y="20115"/>
                  </a:cubicBezTo>
                  <a:cubicBezTo>
                    <a:pt x="20353" y="20236"/>
                    <a:pt x="20283" y="20034"/>
                    <a:pt x="20400" y="19872"/>
                  </a:cubicBezTo>
                  <a:cubicBezTo>
                    <a:pt x="20517" y="19710"/>
                    <a:pt x="20478" y="19568"/>
                    <a:pt x="20588" y="19487"/>
                  </a:cubicBezTo>
                  <a:cubicBezTo>
                    <a:pt x="20697" y="19406"/>
                    <a:pt x="20580" y="19315"/>
                    <a:pt x="20462" y="19376"/>
                  </a:cubicBezTo>
                  <a:cubicBezTo>
                    <a:pt x="20345" y="19437"/>
                    <a:pt x="20032" y="19994"/>
                    <a:pt x="20032" y="20145"/>
                  </a:cubicBezTo>
                  <a:cubicBezTo>
                    <a:pt x="20032" y="20297"/>
                    <a:pt x="20024" y="20480"/>
                    <a:pt x="19915" y="20469"/>
                  </a:cubicBezTo>
                  <a:cubicBezTo>
                    <a:pt x="19806" y="20459"/>
                    <a:pt x="19680" y="20591"/>
                    <a:pt x="19766" y="20672"/>
                  </a:cubicBezTo>
                  <a:cubicBezTo>
                    <a:pt x="19852" y="20753"/>
                    <a:pt x="19539" y="20983"/>
                    <a:pt x="19688" y="21087"/>
                  </a:cubicBezTo>
                  <a:cubicBezTo>
                    <a:pt x="19790" y="21158"/>
                    <a:pt x="19954" y="21056"/>
                    <a:pt x="20095" y="21077"/>
                  </a:cubicBezTo>
                  <a:cubicBezTo>
                    <a:pt x="20236" y="21097"/>
                    <a:pt x="20353" y="21107"/>
                    <a:pt x="20470" y="20996"/>
                  </a:cubicBezTo>
                  <a:cubicBezTo>
                    <a:pt x="20588" y="20884"/>
                    <a:pt x="20588" y="21097"/>
                    <a:pt x="20713" y="21077"/>
                  </a:cubicBezTo>
                  <a:cubicBezTo>
                    <a:pt x="20838" y="21056"/>
                    <a:pt x="20642" y="21208"/>
                    <a:pt x="20650" y="21320"/>
                  </a:cubicBezTo>
                  <a:cubicBezTo>
                    <a:pt x="20658" y="21431"/>
                    <a:pt x="20783" y="21259"/>
                    <a:pt x="20877" y="21198"/>
                  </a:cubicBezTo>
                  <a:cubicBezTo>
                    <a:pt x="20971" y="21137"/>
                    <a:pt x="21088" y="21198"/>
                    <a:pt x="21041" y="21300"/>
                  </a:cubicBezTo>
                  <a:cubicBezTo>
                    <a:pt x="20994" y="21401"/>
                    <a:pt x="21299" y="21502"/>
                    <a:pt x="21370" y="21340"/>
                  </a:cubicBezTo>
                  <a:cubicBezTo>
                    <a:pt x="21440" y="21178"/>
                    <a:pt x="21299" y="20925"/>
                    <a:pt x="21252" y="21036"/>
                  </a:cubicBezTo>
                  <a:close/>
                  <a:moveTo>
                    <a:pt x="18277" y="20130"/>
                  </a:moveTo>
                  <a:cubicBezTo>
                    <a:pt x="18300" y="20252"/>
                    <a:pt x="18981" y="20616"/>
                    <a:pt x="19004" y="20449"/>
                  </a:cubicBezTo>
                  <a:cubicBezTo>
                    <a:pt x="19027" y="20282"/>
                    <a:pt x="18257" y="20026"/>
                    <a:pt x="18277" y="20130"/>
                  </a:cubicBezTo>
                  <a:close/>
                  <a:moveTo>
                    <a:pt x="13878" y="7207"/>
                  </a:moveTo>
                  <a:cubicBezTo>
                    <a:pt x="13808" y="7404"/>
                    <a:pt x="14031" y="7404"/>
                    <a:pt x="14042" y="7632"/>
                  </a:cubicBezTo>
                  <a:cubicBezTo>
                    <a:pt x="14054" y="7860"/>
                    <a:pt x="14277" y="7935"/>
                    <a:pt x="14441" y="7799"/>
                  </a:cubicBezTo>
                  <a:cubicBezTo>
                    <a:pt x="14605" y="7662"/>
                    <a:pt x="15075" y="7839"/>
                    <a:pt x="15075" y="7662"/>
                  </a:cubicBezTo>
                  <a:cubicBezTo>
                    <a:pt x="15075" y="7495"/>
                    <a:pt x="14582" y="7191"/>
                    <a:pt x="14406" y="7237"/>
                  </a:cubicBezTo>
                  <a:cubicBezTo>
                    <a:pt x="14230" y="7283"/>
                    <a:pt x="13949" y="7009"/>
                    <a:pt x="13878" y="7207"/>
                  </a:cubicBezTo>
                  <a:close/>
                  <a:moveTo>
                    <a:pt x="15344" y="11155"/>
                  </a:moveTo>
                  <a:cubicBezTo>
                    <a:pt x="15485" y="11125"/>
                    <a:pt x="15459" y="10844"/>
                    <a:pt x="15380" y="10699"/>
                  </a:cubicBezTo>
                  <a:cubicBezTo>
                    <a:pt x="15321" y="10593"/>
                    <a:pt x="15168" y="10578"/>
                    <a:pt x="15039" y="10593"/>
                  </a:cubicBezTo>
                  <a:cubicBezTo>
                    <a:pt x="14910" y="10608"/>
                    <a:pt x="14688" y="10866"/>
                    <a:pt x="14805" y="11125"/>
                  </a:cubicBezTo>
                  <a:cubicBezTo>
                    <a:pt x="14922" y="11383"/>
                    <a:pt x="15204" y="11185"/>
                    <a:pt x="15344" y="11155"/>
                  </a:cubicBezTo>
                  <a:close/>
                  <a:moveTo>
                    <a:pt x="17819" y="11884"/>
                  </a:moveTo>
                  <a:cubicBezTo>
                    <a:pt x="17960" y="11899"/>
                    <a:pt x="17984" y="12127"/>
                    <a:pt x="18206" y="12370"/>
                  </a:cubicBezTo>
                  <a:cubicBezTo>
                    <a:pt x="18429" y="12613"/>
                    <a:pt x="18453" y="12446"/>
                    <a:pt x="18488" y="12279"/>
                  </a:cubicBezTo>
                  <a:cubicBezTo>
                    <a:pt x="18523" y="12112"/>
                    <a:pt x="18769" y="12248"/>
                    <a:pt x="18758" y="12081"/>
                  </a:cubicBezTo>
                  <a:cubicBezTo>
                    <a:pt x="18746" y="11914"/>
                    <a:pt x="18957" y="11717"/>
                    <a:pt x="19098" y="11641"/>
                  </a:cubicBezTo>
                  <a:cubicBezTo>
                    <a:pt x="19239" y="11565"/>
                    <a:pt x="18981" y="11383"/>
                    <a:pt x="18793" y="11398"/>
                  </a:cubicBezTo>
                  <a:cubicBezTo>
                    <a:pt x="18605" y="11413"/>
                    <a:pt x="18570" y="11246"/>
                    <a:pt x="18570" y="11140"/>
                  </a:cubicBezTo>
                  <a:cubicBezTo>
                    <a:pt x="18570" y="11033"/>
                    <a:pt x="18218" y="10775"/>
                    <a:pt x="18101" y="10821"/>
                  </a:cubicBezTo>
                  <a:cubicBezTo>
                    <a:pt x="17984" y="10866"/>
                    <a:pt x="17784" y="10624"/>
                    <a:pt x="17632" y="10608"/>
                  </a:cubicBezTo>
                  <a:cubicBezTo>
                    <a:pt x="17479" y="10593"/>
                    <a:pt x="17256" y="10441"/>
                    <a:pt x="17280" y="10229"/>
                  </a:cubicBezTo>
                  <a:cubicBezTo>
                    <a:pt x="17303" y="10016"/>
                    <a:pt x="17585" y="10289"/>
                    <a:pt x="17643" y="10122"/>
                  </a:cubicBezTo>
                  <a:cubicBezTo>
                    <a:pt x="17702" y="9955"/>
                    <a:pt x="17350" y="10046"/>
                    <a:pt x="17338" y="9925"/>
                  </a:cubicBezTo>
                  <a:cubicBezTo>
                    <a:pt x="17327" y="9803"/>
                    <a:pt x="17421" y="9849"/>
                    <a:pt x="17491" y="9773"/>
                  </a:cubicBezTo>
                  <a:cubicBezTo>
                    <a:pt x="17561" y="9697"/>
                    <a:pt x="17432" y="9545"/>
                    <a:pt x="17350" y="9485"/>
                  </a:cubicBezTo>
                  <a:cubicBezTo>
                    <a:pt x="17268" y="9424"/>
                    <a:pt x="17245" y="9606"/>
                    <a:pt x="17162" y="9606"/>
                  </a:cubicBezTo>
                  <a:cubicBezTo>
                    <a:pt x="17080" y="9606"/>
                    <a:pt x="17151" y="9439"/>
                    <a:pt x="17209" y="9333"/>
                  </a:cubicBezTo>
                  <a:cubicBezTo>
                    <a:pt x="17268" y="9226"/>
                    <a:pt x="16940" y="9105"/>
                    <a:pt x="16799" y="9165"/>
                  </a:cubicBezTo>
                  <a:cubicBezTo>
                    <a:pt x="16658" y="9226"/>
                    <a:pt x="16611" y="9120"/>
                    <a:pt x="16611" y="8999"/>
                  </a:cubicBezTo>
                  <a:cubicBezTo>
                    <a:pt x="16611" y="8877"/>
                    <a:pt x="16365" y="8999"/>
                    <a:pt x="16271" y="9090"/>
                  </a:cubicBezTo>
                  <a:cubicBezTo>
                    <a:pt x="16177" y="9181"/>
                    <a:pt x="16060" y="8999"/>
                    <a:pt x="16177" y="8983"/>
                  </a:cubicBezTo>
                  <a:cubicBezTo>
                    <a:pt x="16295" y="8968"/>
                    <a:pt x="16435" y="8847"/>
                    <a:pt x="16400" y="8710"/>
                  </a:cubicBezTo>
                  <a:cubicBezTo>
                    <a:pt x="16365" y="8573"/>
                    <a:pt x="16060" y="8558"/>
                    <a:pt x="16001" y="8725"/>
                  </a:cubicBezTo>
                  <a:cubicBezTo>
                    <a:pt x="15943" y="8892"/>
                    <a:pt x="15696" y="8543"/>
                    <a:pt x="15696" y="8406"/>
                  </a:cubicBezTo>
                  <a:cubicBezTo>
                    <a:pt x="15696" y="8270"/>
                    <a:pt x="15321" y="8391"/>
                    <a:pt x="15368" y="8163"/>
                  </a:cubicBezTo>
                  <a:cubicBezTo>
                    <a:pt x="15415" y="7935"/>
                    <a:pt x="14934" y="7875"/>
                    <a:pt x="14805" y="7875"/>
                  </a:cubicBezTo>
                  <a:cubicBezTo>
                    <a:pt x="14676" y="7875"/>
                    <a:pt x="14488" y="8011"/>
                    <a:pt x="14512" y="8163"/>
                  </a:cubicBezTo>
                  <a:cubicBezTo>
                    <a:pt x="14535" y="8315"/>
                    <a:pt x="14371" y="8254"/>
                    <a:pt x="14347" y="8087"/>
                  </a:cubicBezTo>
                  <a:cubicBezTo>
                    <a:pt x="14324" y="7920"/>
                    <a:pt x="14007" y="8270"/>
                    <a:pt x="13913" y="8270"/>
                  </a:cubicBezTo>
                  <a:cubicBezTo>
                    <a:pt x="13820" y="8270"/>
                    <a:pt x="13972" y="7829"/>
                    <a:pt x="13925" y="7693"/>
                  </a:cubicBezTo>
                  <a:cubicBezTo>
                    <a:pt x="13878" y="7556"/>
                    <a:pt x="13808" y="7510"/>
                    <a:pt x="13738" y="7283"/>
                  </a:cubicBezTo>
                  <a:cubicBezTo>
                    <a:pt x="13667" y="7055"/>
                    <a:pt x="13315" y="7146"/>
                    <a:pt x="13221" y="7283"/>
                  </a:cubicBezTo>
                  <a:cubicBezTo>
                    <a:pt x="13128" y="7419"/>
                    <a:pt x="12823" y="7358"/>
                    <a:pt x="12658" y="7571"/>
                  </a:cubicBezTo>
                  <a:cubicBezTo>
                    <a:pt x="12494" y="7784"/>
                    <a:pt x="12670" y="7996"/>
                    <a:pt x="12741" y="8072"/>
                  </a:cubicBezTo>
                  <a:cubicBezTo>
                    <a:pt x="12811" y="8148"/>
                    <a:pt x="12494" y="8270"/>
                    <a:pt x="12600" y="8391"/>
                  </a:cubicBezTo>
                  <a:cubicBezTo>
                    <a:pt x="12705" y="8513"/>
                    <a:pt x="12870" y="8452"/>
                    <a:pt x="12881" y="8649"/>
                  </a:cubicBezTo>
                  <a:cubicBezTo>
                    <a:pt x="12893" y="8847"/>
                    <a:pt x="12494" y="8588"/>
                    <a:pt x="12436" y="8421"/>
                  </a:cubicBezTo>
                  <a:cubicBezTo>
                    <a:pt x="12377" y="8254"/>
                    <a:pt x="12459" y="8103"/>
                    <a:pt x="12377" y="7981"/>
                  </a:cubicBezTo>
                  <a:cubicBezTo>
                    <a:pt x="12295" y="7860"/>
                    <a:pt x="12365" y="7708"/>
                    <a:pt x="12518" y="7495"/>
                  </a:cubicBezTo>
                  <a:cubicBezTo>
                    <a:pt x="12670" y="7283"/>
                    <a:pt x="12787" y="7313"/>
                    <a:pt x="12787" y="7191"/>
                  </a:cubicBezTo>
                  <a:cubicBezTo>
                    <a:pt x="12787" y="7070"/>
                    <a:pt x="12131" y="7070"/>
                    <a:pt x="11744" y="7525"/>
                  </a:cubicBezTo>
                  <a:cubicBezTo>
                    <a:pt x="11356" y="7981"/>
                    <a:pt x="11474" y="8588"/>
                    <a:pt x="11497" y="8710"/>
                  </a:cubicBezTo>
                  <a:cubicBezTo>
                    <a:pt x="11521" y="8831"/>
                    <a:pt x="11861" y="8771"/>
                    <a:pt x="12060" y="8847"/>
                  </a:cubicBezTo>
                  <a:cubicBezTo>
                    <a:pt x="12260" y="8923"/>
                    <a:pt x="12154" y="9029"/>
                    <a:pt x="12002" y="8999"/>
                  </a:cubicBezTo>
                  <a:cubicBezTo>
                    <a:pt x="11849" y="8968"/>
                    <a:pt x="11591" y="8907"/>
                    <a:pt x="11603" y="9044"/>
                  </a:cubicBezTo>
                  <a:cubicBezTo>
                    <a:pt x="11614" y="9181"/>
                    <a:pt x="11931" y="9439"/>
                    <a:pt x="12119" y="9378"/>
                  </a:cubicBezTo>
                  <a:cubicBezTo>
                    <a:pt x="12307" y="9317"/>
                    <a:pt x="12307" y="9317"/>
                    <a:pt x="12389" y="9454"/>
                  </a:cubicBezTo>
                  <a:cubicBezTo>
                    <a:pt x="12471" y="9591"/>
                    <a:pt x="12694" y="9545"/>
                    <a:pt x="12916" y="9560"/>
                  </a:cubicBezTo>
                  <a:cubicBezTo>
                    <a:pt x="13139" y="9576"/>
                    <a:pt x="13397" y="9682"/>
                    <a:pt x="13503" y="9697"/>
                  </a:cubicBezTo>
                  <a:cubicBezTo>
                    <a:pt x="13608" y="9712"/>
                    <a:pt x="13738" y="9621"/>
                    <a:pt x="13773" y="9545"/>
                  </a:cubicBezTo>
                  <a:cubicBezTo>
                    <a:pt x="13808" y="9469"/>
                    <a:pt x="14242" y="9667"/>
                    <a:pt x="14371" y="9651"/>
                  </a:cubicBezTo>
                  <a:cubicBezTo>
                    <a:pt x="14500" y="9636"/>
                    <a:pt x="14418" y="9485"/>
                    <a:pt x="14336" y="9439"/>
                  </a:cubicBezTo>
                  <a:cubicBezTo>
                    <a:pt x="14254" y="9393"/>
                    <a:pt x="14289" y="9196"/>
                    <a:pt x="14394" y="9272"/>
                  </a:cubicBezTo>
                  <a:cubicBezTo>
                    <a:pt x="14500" y="9348"/>
                    <a:pt x="14676" y="9393"/>
                    <a:pt x="14711" y="9530"/>
                  </a:cubicBezTo>
                  <a:cubicBezTo>
                    <a:pt x="14741" y="9646"/>
                    <a:pt x="14840" y="9591"/>
                    <a:pt x="14852" y="9697"/>
                  </a:cubicBezTo>
                  <a:cubicBezTo>
                    <a:pt x="14864" y="9803"/>
                    <a:pt x="15239" y="9925"/>
                    <a:pt x="15251" y="10046"/>
                  </a:cubicBezTo>
                  <a:cubicBezTo>
                    <a:pt x="15262" y="10168"/>
                    <a:pt x="14887" y="10229"/>
                    <a:pt x="14993" y="10335"/>
                  </a:cubicBezTo>
                  <a:cubicBezTo>
                    <a:pt x="15098" y="10441"/>
                    <a:pt x="15262" y="10198"/>
                    <a:pt x="15403" y="10183"/>
                  </a:cubicBezTo>
                  <a:cubicBezTo>
                    <a:pt x="15544" y="10168"/>
                    <a:pt x="15544" y="10578"/>
                    <a:pt x="15649" y="10517"/>
                  </a:cubicBezTo>
                  <a:cubicBezTo>
                    <a:pt x="15793" y="10434"/>
                    <a:pt x="15907" y="10593"/>
                    <a:pt x="16048" y="10851"/>
                  </a:cubicBezTo>
                  <a:cubicBezTo>
                    <a:pt x="16189" y="11110"/>
                    <a:pt x="16036" y="11352"/>
                    <a:pt x="16048" y="11443"/>
                  </a:cubicBezTo>
                  <a:cubicBezTo>
                    <a:pt x="16060" y="11535"/>
                    <a:pt x="16330" y="11504"/>
                    <a:pt x="16482" y="11398"/>
                  </a:cubicBezTo>
                  <a:cubicBezTo>
                    <a:pt x="16635" y="11292"/>
                    <a:pt x="16775" y="11519"/>
                    <a:pt x="16893" y="11656"/>
                  </a:cubicBezTo>
                  <a:cubicBezTo>
                    <a:pt x="17010" y="11793"/>
                    <a:pt x="16459" y="12021"/>
                    <a:pt x="16506" y="11899"/>
                  </a:cubicBezTo>
                  <a:cubicBezTo>
                    <a:pt x="16553" y="11778"/>
                    <a:pt x="16177" y="11413"/>
                    <a:pt x="15837" y="11580"/>
                  </a:cubicBezTo>
                  <a:cubicBezTo>
                    <a:pt x="15497" y="11747"/>
                    <a:pt x="15732" y="12005"/>
                    <a:pt x="15767" y="12157"/>
                  </a:cubicBezTo>
                  <a:cubicBezTo>
                    <a:pt x="15802" y="12309"/>
                    <a:pt x="15462" y="12461"/>
                    <a:pt x="15145" y="12324"/>
                  </a:cubicBezTo>
                  <a:cubicBezTo>
                    <a:pt x="14828" y="12188"/>
                    <a:pt x="14922" y="12415"/>
                    <a:pt x="14793" y="12415"/>
                  </a:cubicBezTo>
                  <a:cubicBezTo>
                    <a:pt x="14664" y="12415"/>
                    <a:pt x="14523" y="12673"/>
                    <a:pt x="14641" y="12841"/>
                  </a:cubicBezTo>
                  <a:cubicBezTo>
                    <a:pt x="14758" y="13008"/>
                    <a:pt x="15016" y="12856"/>
                    <a:pt x="15227" y="12871"/>
                  </a:cubicBezTo>
                  <a:cubicBezTo>
                    <a:pt x="15438" y="12886"/>
                    <a:pt x="15462" y="12962"/>
                    <a:pt x="15485" y="12810"/>
                  </a:cubicBezTo>
                  <a:cubicBezTo>
                    <a:pt x="15509" y="12659"/>
                    <a:pt x="15732" y="12734"/>
                    <a:pt x="15884" y="12780"/>
                  </a:cubicBezTo>
                  <a:cubicBezTo>
                    <a:pt x="16036" y="12825"/>
                    <a:pt x="16001" y="13099"/>
                    <a:pt x="16189" y="13129"/>
                  </a:cubicBezTo>
                  <a:cubicBezTo>
                    <a:pt x="16377" y="13159"/>
                    <a:pt x="16224" y="13403"/>
                    <a:pt x="16341" y="13570"/>
                  </a:cubicBezTo>
                  <a:cubicBezTo>
                    <a:pt x="16459" y="13737"/>
                    <a:pt x="16834" y="13646"/>
                    <a:pt x="16975" y="13828"/>
                  </a:cubicBezTo>
                  <a:cubicBezTo>
                    <a:pt x="17116" y="14010"/>
                    <a:pt x="17712" y="14373"/>
                    <a:pt x="17796" y="14238"/>
                  </a:cubicBezTo>
                  <a:cubicBezTo>
                    <a:pt x="17890" y="14086"/>
                    <a:pt x="17280" y="13387"/>
                    <a:pt x="17104" y="13327"/>
                  </a:cubicBezTo>
                  <a:cubicBezTo>
                    <a:pt x="16928" y="13266"/>
                    <a:pt x="17280" y="13190"/>
                    <a:pt x="17503" y="13418"/>
                  </a:cubicBezTo>
                  <a:cubicBezTo>
                    <a:pt x="17726" y="13646"/>
                    <a:pt x="18054" y="13752"/>
                    <a:pt x="18218" y="13478"/>
                  </a:cubicBezTo>
                  <a:cubicBezTo>
                    <a:pt x="18382" y="13205"/>
                    <a:pt x="18077" y="13281"/>
                    <a:pt x="18077" y="13084"/>
                  </a:cubicBezTo>
                  <a:cubicBezTo>
                    <a:pt x="18077" y="12886"/>
                    <a:pt x="17972" y="12613"/>
                    <a:pt x="17808" y="12613"/>
                  </a:cubicBezTo>
                  <a:cubicBezTo>
                    <a:pt x="17643" y="12613"/>
                    <a:pt x="17221" y="12188"/>
                    <a:pt x="17374" y="12097"/>
                  </a:cubicBezTo>
                  <a:cubicBezTo>
                    <a:pt x="17526" y="12005"/>
                    <a:pt x="17327" y="11884"/>
                    <a:pt x="17444" y="11717"/>
                  </a:cubicBezTo>
                  <a:cubicBezTo>
                    <a:pt x="17561" y="11550"/>
                    <a:pt x="17679" y="11869"/>
                    <a:pt x="17819" y="11884"/>
                  </a:cubicBezTo>
                  <a:close/>
                  <a:moveTo>
                    <a:pt x="13984" y="13220"/>
                  </a:moveTo>
                  <a:cubicBezTo>
                    <a:pt x="14007" y="13068"/>
                    <a:pt x="13597" y="13008"/>
                    <a:pt x="13620" y="12841"/>
                  </a:cubicBezTo>
                  <a:cubicBezTo>
                    <a:pt x="13644" y="12673"/>
                    <a:pt x="13233" y="12537"/>
                    <a:pt x="13104" y="12446"/>
                  </a:cubicBezTo>
                  <a:cubicBezTo>
                    <a:pt x="12975" y="12355"/>
                    <a:pt x="12776" y="12309"/>
                    <a:pt x="12776" y="12127"/>
                  </a:cubicBezTo>
                  <a:cubicBezTo>
                    <a:pt x="12776" y="11945"/>
                    <a:pt x="12494" y="12081"/>
                    <a:pt x="12482" y="12355"/>
                  </a:cubicBezTo>
                  <a:cubicBezTo>
                    <a:pt x="12471" y="12628"/>
                    <a:pt x="12353" y="12567"/>
                    <a:pt x="12412" y="12825"/>
                  </a:cubicBezTo>
                  <a:cubicBezTo>
                    <a:pt x="12471" y="13084"/>
                    <a:pt x="12154" y="13145"/>
                    <a:pt x="12189" y="13281"/>
                  </a:cubicBezTo>
                  <a:cubicBezTo>
                    <a:pt x="12224" y="13418"/>
                    <a:pt x="12377" y="13266"/>
                    <a:pt x="12518" y="13266"/>
                  </a:cubicBezTo>
                  <a:cubicBezTo>
                    <a:pt x="12658" y="13266"/>
                    <a:pt x="12480" y="13520"/>
                    <a:pt x="12658" y="13539"/>
                  </a:cubicBezTo>
                  <a:cubicBezTo>
                    <a:pt x="12799" y="13554"/>
                    <a:pt x="13045" y="13342"/>
                    <a:pt x="13104" y="13220"/>
                  </a:cubicBezTo>
                  <a:cubicBezTo>
                    <a:pt x="13163" y="13099"/>
                    <a:pt x="13280" y="13053"/>
                    <a:pt x="13444" y="13205"/>
                  </a:cubicBezTo>
                  <a:cubicBezTo>
                    <a:pt x="13608" y="13357"/>
                    <a:pt x="13960" y="13372"/>
                    <a:pt x="13984" y="13220"/>
                  </a:cubicBezTo>
                  <a:close/>
                  <a:moveTo>
                    <a:pt x="13139" y="14056"/>
                  </a:moveTo>
                  <a:cubicBezTo>
                    <a:pt x="13327" y="14207"/>
                    <a:pt x="13608" y="13797"/>
                    <a:pt x="13585" y="13676"/>
                  </a:cubicBezTo>
                  <a:cubicBezTo>
                    <a:pt x="13562" y="13554"/>
                    <a:pt x="12913" y="13872"/>
                    <a:pt x="13139" y="14056"/>
                  </a:cubicBezTo>
                  <a:close/>
                  <a:moveTo>
                    <a:pt x="14171" y="14390"/>
                  </a:moveTo>
                  <a:cubicBezTo>
                    <a:pt x="14254" y="14374"/>
                    <a:pt x="14418" y="13995"/>
                    <a:pt x="14207" y="14010"/>
                  </a:cubicBezTo>
                  <a:cubicBezTo>
                    <a:pt x="13996" y="14025"/>
                    <a:pt x="14044" y="14413"/>
                    <a:pt x="14171" y="14390"/>
                  </a:cubicBezTo>
                  <a:close/>
                  <a:moveTo>
                    <a:pt x="11216" y="1284"/>
                  </a:moveTo>
                  <a:cubicBezTo>
                    <a:pt x="11380" y="1147"/>
                    <a:pt x="11509" y="1238"/>
                    <a:pt x="11368" y="1329"/>
                  </a:cubicBezTo>
                  <a:cubicBezTo>
                    <a:pt x="11227" y="1421"/>
                    <a:pt x="11274" y="1481"/>
                    <a:pt x="11474" y="1466"/>
                  </a:cubicBezTo>
                  <a:cubicBezTo>
                    <a:pt x="11673" y="1451"/>
                    <a:pt x="11392" y="1542"/>
                    <a:pt x="11392" y="1694"/>
                  </a:cubicBezTo>
                  <a:cubicBezTo>
                    <a:pt x="11392" y="1846"/>
                    <a:pt x="11626" y="1755"/>
                    <a:pt x="11638" y="1906"/>
                  </a:cubicBezTo>
                  <a:cubicBezTo>
                    <a:pt x="11650" y="2058"/>
                    <a:pt x="12154" y="2119"/>
                    <a:pt x="12307" y="1937"/>
                  </a:cubicBezTo>
                  <a:cubicBezTo>
                    <a:pt x="12459" y="1755"/>
                    <a:pt x="12400" y="1982"/>
                    <a:pt x="12389" y="2104"/>
                  </a:cubicBezTo>
                  <a:cubicBezTo>
                    <a:pt x="12377" y="2225"/>
                    <a:pt x="13104" y="2332"/>
                    <a:pt x="13139" y="2180"/>
                  </a:cubicBezTo>
                  <a:cubicBezTo>
                    <a:pt x="13174" y="2028"/>
                    <a:pt x="13280" y="2089"/>
                    <a:pt x="13421" y="2134"/>
                  </a:cubicBezTo>
                  <a:cubicBezTo>
                    <a:pt x="13562" y="2180"/>
                    <a:pt x="14254" y="1967"/>
                    <a:pt x="14265" y="1785"/>
                  </a:cubicBezTo>
                  <a:cubicBezTo>
                    <a:pt x="14277" y="1603"/>
                    <a:pt x="14488" y="1876"/>
                    <a:pt x="14265" y="2074"/>
                  </a:cubicBezTo>
                  <a:cubicBezTo>
                    <a:pt x="14042" y="2271"/>
                    <a:pt x="13597" y="2241"/>
                    <a:pt x="13397" y="2317"/>
                  </a:cubicBezTo>
                  <a:cubicBezTo>
                    <a:pt x="13198" y="2393"/>
                    <a:pt x="13526" y="2575"/>
                    <a:pt x="13726" y="2772"/>
                  </a:cubicBezTo>
                  <a:cubicBezTo>
                    <a:pt x="13925" y="2970"/>
                    <a:pt x="13468" y="2863"/>
                    <a:pt x="13280" y="2605"/>
                  </a:cubicBezTo>
                  <a:cubicBezTo>
                    <a:pt x="13092" y="2347"/>
                    <a:pt x="12670" y="2347"/>
                    <a:pt x="12447" y="2362"/>
                  </a:cubicBezTo>
                  <a:cubicBezTo>
                    <a:pt x="12224" y="2377"/>
                    <a:pt x="12295" y="2909"/>
                    <a:pt x="12459" y="2909"/>
                  </a:cubicBezTo>
                  <a:cubicBezTo>
                    <a:pt x="12623" y="2909"/>
                    <a:pt x="12787" y="2985"/>
                    <a:pt x="12952" y="3319"/>
                  </a:cubicBezTo>
                  <a:cubicBezTo>
                    <a:pt x="13116" y="3653"/>
                    <a:pt x="13468" y="3577"/>
                    <a:pt x="13468" y="3729"/>
                  </a:cubicBezTo>
                  <a:cubicBezTo>
                    <a:pt x="13468" y="3881"/>
                    <a:pt x="13010" y="3607"/>
                    <a:pt x="12752" y="3547"/>
                  </a:cubicBezTo>
                  <a:cubicBezTo>
                    <a:pt x="12494" y="3486"/>
                    <a:pt x="12084" y="3698"/>
                    <a:pt x="12072" y="3941"/>
                  </a:cubicBezTo>
                  <a:cubicBezTo>
                    <a:pt x="12060" y="4184"/>
                    <a:pt x="12447" y="4154"/>
                    <a:pt x="12705" y="3957"/>
                  </a:cubicBezTo>
                  <a:cubicBezTo>
                    <a:pt x="12963" y="3759"/>
                    <a:pt x="12776" y="4017"/>
                    <a:pt x="12647" y="4169"/>
                  </a:cubicBezTo>
                  <a:cubicBezTo>
                    <a:pt x="12518" y="4321"/>
                    <a:pt x="12952" y="4443"/>
                    <a:pt x="12952" y="4625"/>
                  </a:cubicBezTo>
                  <a:cubicBezTo>
                    <a:pt x="12952" y="4807"/>
                    <a:pt x="12635" y="4746"/>
                    <a:pt x="12600" y="4579"/>
                  </a:cubicBezTo>
                  <a:cubicBezTo>
                    <a:pt x="12565" y="4412"/>
                    <a:pt x="12447" y="4245"/>
                    <a:pt x="12142" y="4276"/>
                  </a:cubicBezTo>
                  <a:cubicBezTo>
                    <a:pt x="11837" y="4306"/>
                    <a:pt x="11919" y="4579"/>
                    <a:pt x="12107" y="4610"/>
                  </a:cubicBezTo>
                  <a:cubicBezTo>
                    <a:pt x="12295" y="4640"/>
                    <a:pt x="12307" y="4822"/>
                    <a:pt x="12095" y="4822"/>
                  </a:cubicBezTo>
                  <a:cubicBezTo>
                    <a:pt x="11884" y="4822"/>
                    <a:pt x="11408" y="4994"/>
                    <a:pt x="11556" y="5172"/>
                  </a:cubicBezTo>
                  <a:cubicBezTo>
                    <a:pt x="11720" y="5369"/>
                    <a:pt x="12318" y="5172"/>
                    <a:pt x="12424" y="5293"/>
                  </a:cubicBezTo>
                  <a:cubicBezTo>
                    <a:pt x="12529" y="5415"/>
                    <a:pt x="12823" y="5460"/>
                    <a:pt x="12893" y="5324"/>
                  </a:cubicBezTo>
                  <a:cubicBezTo>
                    <a:pt x="12963" y="5187"/>
                    <a:pt x="13198" y="5248"/>
                    <a:pt x="13433" y="5248"/>
                  </a:cubicBezTo>
                  <a:cubicBezTo>
                    <a:pt x="13667" y="5248"/>
                    <a:pt x="13726" y="5293"/>
                    <a:pt x="13831" y="5415"/>
                  </a:cubicBezTo>
                  <a:cubicBezTo>
                    <a:pt x="13937" y="5536"/>
                    <a:pt x="14125" y="5490"/>
                    <a:pt x="14254" y="5369"/>
                  </a:cubicBezTo>
                  <a:cubicBezTo>
                    <a:pt x="14383" y="5248"/>
                    <a:pt x="14383" y="5248"/>
                    <a:pt x="14547" y="5248"/>
                  </a:cubicBezTo>
                  <a:cubicBezTo>
                    <a:pt x="14711" y="5248"/>
                    <a:pt x="14746" y="5111"/>
                    <a:pt x="14664" y="4944"/>
                  </a:cubicBezTo>
                  <a:cubicBezTo>
                    <a:pt x="14582" y="4777"/>
                    <a:pt x="14371" y="5065"/>
                    <a:pt x="14347" y="4944"/>
                  </a:cubicBezTo>
                  <a:cubicBezTo>
                    <a:pt x="14318" y="4794"/>
                    <a:pt x="14125" y="4746"/>
                    <a:pt x="13796" y="4807"/>
                  </a:cubicBezTo>
                  <a:cubicBezTo>
                    <a:pt x="13468" y="4868"/>
                    <a:pt x="13608" y="4534"/>
                    <a:pt x="13808" y="4610"/>
                  </a:cubicBezTo>
                  <a:cubicBezTo>
                    <a:pt x="14007" y="4686"/>
                    <a:pt x="14277" y="4655"/>
                    <a:pt x="14500" y="4579"/>
                  </a:cubicBezTo>
                  <a:cubicBezTo>
                    <a:pt x="14723" y="4503"/>
                    <a:pt x="14547" y="4367"/>
                    <a:pt x="14547" y="4245"/>
                  </a:cubicBezTo>
                  <a:cubicBezTo>
                    <a:pt x="14547" y="4124"/>
                    <a:pt x="14828" y="4200"/>
                    <a:pt x="15039" y="4200"/>
                  </a:cubicBezTo>
                  <a:cubicBezTo>
                    <a:pt x="15251" y="4200"/>
                    <a:pt x="15556" y="3759"/>
                    <a:pt x="15567" y="3501"/>
                  </a:cubicBezTo>
                  <a:cubicBezTo>
                    <a:pt x="15579" y="3243"/>
                    <a:pt x="15098" y="3304"/>
                    <a:pt x="14864" y="3304"/>
                  </a:cubicBezTo>
                  <a:cubicBezTo>
                    <a:pt x="14629" y="3304"/>
                    <a:pt x="15016" y="3076"/>
                    <a:pt x="15462" y="3106"/>
                  </a:cubicBezTo>
                  <a:cubicBezTo>
                    <a:pt x="15907" y="3137"/>
                    <a:pt x="15708" y="2879"/>
                    <a:pt x="15790" y="2787"/>
                  </a:cubicBezTo>
                  <a:cubicBezTo>
                    <a:pt x="15872" y="2696"/>
                    <a:pt x="16083" y="2894"/>
                    <a:pt x="16306" y="2833"/>
                  </a:cubicBezTo>
                  <a:cubicBezTo>
                    <a:pt x="16529" y="2772"/>
                    <a:pt x="16377" y="2529"/>
                    <a:pt x="16529" y="2529"/>
                  </a:cubicBezTo>
                  <a:cubicBezTo>
                    <a:pt x="16637" y="2529"/>
                    <a:pt x="16881" y="2317"/>
                    <a:pt x="17362" y="1967"/>
                  </a:cubicBezTo>
                  <a:cubicBezTo>
                    <a:pt x="17843" y="1618"/>
                    <a:pt x="18218" y="1679"/>
                    <a:pt x="18242" y="1481"/>
                  </a:cubicBezTo>
                  <a:cubicBezTo>
                    <a:pt x="18265" y="1284"/>
                    <a:pt x="17573" y="1481"/>
                    <a:pt x="17456" y="1421"/>
                  </a:cubicBezTo>
                  <a:cubicBezTo>
                    <a:pt x="17338" y="1360"/>
                    <a:pt x="17937" y="1193"/>
                    <a:pt x="18077" y="1238"/>
                  </a:cubicBezTo>
                  <a:cubicBezTo>
                    <a:pt x="18218" y="1284"/>
                    <a:pt x="18406" y="1238"/>
                    <a:pt x="18887" y="935"/>
                  </a:cubicBezTo>
                  <a:cubicBezTo>
                    <a:pt x="19368" y="631"/>
                    <a:pt x="19157" y="555"/>
                    <a:pt x="18957" y="601"/>
                  </a:cubicBezTo>
                  <a:cubicBezTo>
                    <a:pt x="18758" y="646"/>
                    <a:pt x="18535" y="555"/>
                    <a:pt x="18547" y="388"/>
                  </a:cubicBezTo>
                  <a:cubicBezTo>
                    <a:pt x="18558" y="221"/>
                    <a:pt x="18253" y="373"/>
                    <a:pt x="18242" y="282"/>
                  </a:cubicBezTo>
                  <a:cubicBezTo>
                    <a:pt x="18230" y="191"/>
                    <a:pt x="17948" y="236"/>
                    <a:pt x="17643" y="388"/>
                  </a:cubicBezTo>
                  <a:cubicBezTo>
                    <a:pt x="17338" y="540"/>
                    <a:pt x="17620" y="236"/>
                    <a:pt x="17749" y="175"/>
                  </a:cubicBezTo>
                  <a:cubicBezTo>
                    <a:pt x="17878" y="115"/>
                    <a:pt x="16975" y="175"/>
                    <a:pt x="16822" y="39"/>
                  </a:cubicBezTo>
                  <a:cubicBezTo>
                    <a:pt x="16670" y="-98"/>
                    <a:pt x="16494" y="266"/>
                    <a:pt x="16353" y="84"/>
                  </a:cubicBezTo>
                  <a:cubicBezTo>
                    <a:pt x="16212" y="-98"/>
                    <a:pt x="15849" y="54"/>
                    <a:pt x="15896" y="191"/>
                  </a:cubicBezTo>
                  <a:cubicBezTo>
                    <a:pt x="15943" y="327"/>
                    <a:pt x="15837" y="327"/>
                    <a:pt x="15696" y="175"/>
                  </a:cubicBezTo>
                  <a:cubicBezTo>
                    <a:pt x="15556" y="23"/>
                    <a:pt x="15286" y="191"/>
                    <a:pt x="15039" y="145"/>
                  </a:cubicBezTo>
                  <a:cubicBezTo>
                    <a:pt x="14793" y="99"/>
                    <a:pt x="14899" y="403"/>
                    <a:pt x="14629" y="251"/>
                  </a:cubicBezTo>
                  <a:cubicBezTo>
                    <a:pt x="14359" y="99"/>
                    <a:pt x="14066" y="175"/>
                    <a:pt x="14148" y="221"/>
                  </a:cubicBezTo>
                  <a:cubicBezTo>
                    <a:pt x="14230" y="266"/>
                    <a:pt x="14125" y="358"/>
                    <a:pt x="14007" y="312"/>
                  </a:cubicBezTo>
                  <a:cubicBezTo>
                    <a:pt x="13890" y="266"/>
                    <a:pt x="13784" y="327"/>
                    <a:pt x="13843" y="479"/>
                  </a:cubicBezTo>
                  <a:cubicBezTo>
                    <a:pt x="13902" y="631"/>
                    <a:pt x="13409" y="434"/>
                    <a:pt x="13409" y="601"/>
                  </a:cubicBezTo>
                  <a:cubicBezTo>
                    <a:pt x="13409" y="768"/>
                    <a:pt x="13233" y="859"/>
                    <a:pt x="13092" y="707"/>
                  </a:cubicBezTo>
                  <a:cubicBezTo>
                    <a:pt x="12952" y="555"/>
                    <a:pt x="12506" y="509"/>
                    <a:pt x="12635" y="646"/>
                  </a:cubicBezTo>
                  <a:cubicBezTo>
                    <a:pt x="12764" y="783"/>
                    <a:pt x="12236" y="707"/>
                    <a:pt x="12377" y="844"/>
                  </a:cubicBezTo>
                  <a:cubicBezTo>
                    <a:pt x="12518" y="980"/>
                    <a:pt x="12201" y="1087"/>
                    <a:pt x="12201" y="1011"/>
                  </a:cubicBezTo>
                  <a:cubicBezTo>
                    <a:pt x="12201" y="935"/>
                    <a:pt x="11908" y="798"/>
                    <a:pt x="11790" y="935"/>
                  </a:cubicBezTo>
                  <a:cubicBezTo>
                    <a:pt x="11673" y="1071"/>
                    <a:pt x="11638" y="1238"/>
                    <a:pt x="11579" y="1147"/>
                  </a:cubicBezTo>
                  <a:cubicBezTo>
                    <a:pt x="11521" y="1056"/>
                    <a:pt x="11263" y="1087"/>
                    <a:pt x="11016" y="1208"/>
                  </a:cubicBezTo>
                  <a:cubicBezTo>
                    <a:pt x="10770" y="1329"/>
                    <a:pt x="11051" y="1421"/>
                    <a:pt x="11216" y="1284"/>
                  </a:cubicBezTo>
                  <a:close/>
                  <a:moveTo>
                    <a:pt x="9796" y="2787"/>
                  </a:moveTo>
                  <a:cubicBezTo>
                    <a:pt x="9969" y="2900"/>
                    <a:pt x="9867" y="3046"/>
                    <a:pt x="10054" y="3152"/>
                  </a:cubicBezTo>
                  <a:cubicBezTo>
                    <a:pt x="10242" y="3258"/>
                    <a:pt x="10782" y="3015"/>
                    <a:pt x="10829" y="3182"/>
                  </a:cubicBezTo>
                  <a:cubicBezTo>
                    <a:pt x="10875" y="3349"/>
                    <a:pt x="10277" y="3364"/>
                    <a:pt x="10359" y="3471"/>
                  </a:cubicBezTo>
                  <a:cubicBezTo>
                    <a:pt x="10442" y="3577"/>
                    <a:pt x="10782" y="3744"/>
                    <a:pt x="10735" y="3835"/>
                  </a:cubicBezTo>
                  <a:cubicBezTo>
                    <a:pt x="10688" y="3926"/>
                    <a:pt x="11298" y="4184"/>
                    <a:pt x="11356" y="4063"/>
                  </a:cubicBezTo>
                  <a:cubicBezTo>
                    <a:pt x="11415" y="3941"/>
                    <a:pt x="11579" y="3972"/>
                    <a:pt x="11732" y="4048"/>
                  </a:cubicBezTo>
                  <a:cubicBezTo>
                    <a:pt x="11884" y="4124"/>
                    <a:pt x="11896" y="3577"/>
                    <a:pt x="12002" y="3668"/>
                  </a:cubicBezTo>
                  <a:cubicBezTo>
                    <a:pt x="12107" y="3759"/>
                    <a:pt x="12095" y="3471"/>
                    <a:pt x="12271" y="3380"/>
                  </a:cubicBezTo>
                  <a:cubicBezTo>
                    <a:pt x="12447" y="3288"/>
                    <a:pt x="12701" y="3288"/>
                    <a:pt x="12717" y="3182"/>
                  </a:cubicBezTo>
                  <a:cubicBezTo>
                    <a:pt x="12729" y="3106"/>
                    <a:pt x="12670" y="3000"/>
                    <a:pt x="12459" y="3030"/>
                  </a:cubicBezTo>
                  <a:cubicBezTo>
                    <a:pt x="12248" y="3061"/>
                    <a:pt x="12107" y="2954"/>
                    <a:pt x="12201" y="2803"/>
                  </a:cubicBezTo>
                  <a:cubicBezTo>
                    <a:pt x="12295" y="2651"/>
                    <a:pt x="11966" y="2605"/>
                    <a:pt x="12084" y="2484"/>
                  </a:cubicBezTo>
                  <a:cubicBezTo>
                    <a:pt x="12201" y="2362"/>
                    <a:pt x="11861" y="2241"/>
                    <a:pt x="11896" y="2423"/>
                  </a:cubicBezTo>
                  <a:cubicBezTo>
                    <a:pt x="11931" y="2605"/>
                    <a:pt x="11685" y="2438"/>
                    <a:pt x="11650" y="2271"/>
                  </a:cubicBezTo>
                  <a:cubicBezTo>
                    <a:pt x="11614" y="2104"/>
                    <a:pt x="11134" y="2043"/>
                    <a:pt x="10817" y="1679"/>
                  </a:cubicBezTo>
                  <a:cubicBezTo>
                    <a:pt x="10500" y="1314"/>
                    <a:pt x="10172" y="1557"/>
                    <a:pt x="10359" y="1603"/>
                  </a:cubicBezTo>
                  <a:cubicBezTo>
                    <a:pt x="10547" y="1648"/>
                    <a:pt x="10535" y="1770"/>
                    <a:pt x="10383" y="1755"/>
                  </a:cubicBezTo>
                  <a:cubicBezTo>
                    <a:pt x="10230" y="1739"/>
                    <a:pt x="9961" y="1770"/>
                    <a:pt x="10207" y="1891"/>
                  </a:cubicBezTo>
                  <a:cubicBezTo>
                    <a:pt x="10453" y="2013"/>
                    <a:pt x="10183" y="2058"/>
                    <a:pt x="9984" y="2058"/>
                  </a:cubicBezTo>
                  <a:cubicBezTo>
                    <a:pt x="9785" y="2058"/>
                    <a:pt x="9773" y="2393"/>
                    <a:pt x="10031" y="2438"/>
                  </a:cubicBezTo>
                  <a:cubicBezTo>
                    <a:pt x="10289" y="2484"/>
                    <a:pt x="10101" y="2681"/>
                    <a:pt x="9890" y="2605"/>
                  </a:cubicBezTo>
                  <a:cubicBezTo>
                    <a:pt x="9679" y="2529"/>
                    <a:pt x="9609" y="2666"/>
                    <a:pt x="9796" y="2787"/>
                  </a:cubicBezTo>
                  <a:close/>
                  <a:moveTo>
                    <a:pt x="11485" y="4488"/>
                  </a:moveTo>
                  <a:cubicBezTo>
                    <a:pt x="11274" y="4351"/>
                    <a:pt x="11009" y="4641"/>
                    <a:pt x="11227" y="4746"/>
                  </a:cubicBezTo>
                  <a:cubicBezTo>
                    <a:pt x="11415" y="4837"/>
                    <a:pt x="11697" y="4625"/>
                    <a:pt x="11485" y="4488"/>
                  </a:cubicBezTo>
                  <a:close/>
                  <a:moveTo>
                    <a:pt x="10887" y="6280"/>
                  </a:moveTo>
                  <a:cubicBezTo>
                    <a:pt x="10969" y="6584"/>
                    <a:pt x="11063" y="6371"/>
                    <a:pt x="11192" y="6493"/>
                  </a:cubicBezTo>
                  <a:cubicBezTo>
                    <a:pt x="11321" y="6614"/>
                    <a:pt x="11521" y="6690"/>
                    <a:pt x="11626" y="6569"/>
                  </a:cubicBezTo>
                  <a:cubicBezTo>
                    <a:pt x="11732" y="6447"/>
                    <a:pt x="11779" y="6356"/>
                    <a:pt x="11814" y="6462"/>
                  </a:cubicBezTo>
                  <a:cubicBezTo>
                    <a:pt x="11871" y="6635"/>
                    <a:pt x="12131" y="6660"/>
                    <a:pt x="12694" y="6675"/>
                  </a:cubicBezTo>
                  <a:cubicBezTo>
                    <a:pt x="13257" y="6690"/>
                    <a:pt x="13116" y="6371"/>
                    <a:pt x="13280" y="6493"/>
                  </a:cubicBezTo>
                  <a:cubicBezTo>
                    <a:pt x="13444" y="6614"/>
                    <a:pt x="13820" y="6614"/>
                    <a:pt x="13984" y="6569"/>
                  </a:cubicBezTo>
                  <a:cubicBezTo>
                    <a:pt x="14148" y="6523"/>
                    <a:pt x="14230" y="6189"/>
                    <a:pt x="14218" y="6022"/>
                  </a:cubicBezTo>
                  <a:cubicBezTo>
                    <a:pt x="14207" y="5855"/>
                    <a:pt x="12952" y="5718"/>
                    <a:pt x="12729" y="5885"/>
                  </a:cubicBezTo>
                  <a:cubicBezTo>
                    <a:pt x="12506" y="6052"/>
                    <a:pt x="12154" y="5809"/>
                    <a:pt x="11978" y="5931"/>
                  </a:cubicBezTo>
                  <a:cubicBezTo>
                    <a:pt x="11802" y="6052"/>
                    <a:pt x="11861" y="5779"/>
                    <a:pt x="11544" y="5764"/>
                  </a:cubicBezTo>
                  <a:cubicBezTo>
                    <a:pt x="11227" y="5749"/>
                    <a:pt x="11568" y="5536"/>
                    <a:pt x="11626" y="5445"/>
                  </a:cubicBezTo>
                  <a:cubicBezTo>
                    <a:pt x="11685" y="5354"/>
                    <a:pt x="11145" y="5111"/>
                    <a:pt x="10922" y="5172"/>
                  </a:cubicBezTo>
                  <a:cubicBezTo>
                    <a:pt x="10700" y="5232"/>
                    <a:pt x="10570" y="5081"/>
                    <a:pt x="10359" y="4959"/>
                  </a:cubicBezTo>
                  <a:cubicBezTo>
                    <a:pt x="10148" y="4837"/>
                    <a:pt x="9575" y="4866"/>
                    <a:pt x="9691" y="5081"/>
                  </a:cubicBezTo>
                  <a:cubicBezTo>
                    <a:pt x="9773" y="5232"/>
                    <a:pt x="10453" y="5551"/>
                    <a:pt x="10524" y="5399"/>
                  </a:cubicBezTo>
                  <a:cubicBezTo>
                    <a:pt x="10594" y="5248"/>
                    <a:pt x="10770" y="5582"/>
                    <a:pt x="10875" y="5749"/>
                  </a:cubicBezTo>
                  <a:cubicBezTo>
                    <a:pt x="10981" y="5916"/>
                    <a:pt x="10805" y="5976"/>
                    <a:pt x="10887" y="6280"/>
                  </a:cubicBezTo>
                  <a:close/>
                  <a:moveTo>
                    <a:pt x="8975" y="8710"/>
                  </a:moveTo>
                  <a:cubicBezTo>
                    <a:pt x="9233" y="8938"/>
                    <a:pt x="9151" y="8528"/>
                    <a:pt x="9445" y="8543"/>
                  </a:cubicBezTo>
                  <a:cubicBezTo>
                    <a:pt x="9738" y="8558"/>
                    <a:pt x="9749" y="7935"/>
                    <a:pt x="9796" y="7708"/>
                  </a:cubicBezTo>
                  <a:cubicBezTo>
                    <a:pt x="9843" y="7480"/>
                    <a:pt x="9562" y="7495"/>
                    <a:pt x="9632" y="7662"/>
                  </a:cubicBezTo>
                  <a:cubicBezTo>
                    <a:pt x="9703" y="7829"/>
                    <a:pt x="9620" y="7996"/>
                    <a:pt x="9597" y="7799"/>
                  </a:cubicBezTo>
                  <a:cubicBezTo>
                    <a:pt x="9573" y="7601"/>
                    <a:pt x="9351" y="7784"/>
                    <a:pt x="9269" y="7632"/>
                  </a:cubicBezTo>
                  <a:cubicBezTo>
                    <a:pt x="9186" y="7480"/>
                    <a:pt x="9527" y="7465"/>
                    <a:pt x="9609" y="7267"/>
                  </a:cubicBezTo>
                  <a:cubicBezTo>
                    <a:pt x="9691" y="7070"/>
                    <a:pt x="9339" y="7100"/>
                    <a:pt x="9421" y="6948"/>
                  </a:cubicBezTo>
                  <a:cubicBezTo>
                    <a:pt x="9503" y="6797"/>
                    <a:pt x="8905" y="6964"/>
                    <a:pt x="9081" y="7055"/>
                  </a:cubicBezTo>
                  <a:cubicBezTo>
                    <a:pt x="9257" y="7146"/>
                    <a:pt x="9093" y="7267"/>
                    <a:pt x="8928" y="7115"/>
                  </a:cubicBezTo>
                  <a:cubicBezTo>
                    <a:pt x="8764" y="6964"/>
                    <a:pt x="8309" y="7218"/>
                    <a:pt x="8471" y="7389"/>
                  </a:cubicBezTo>
                  <a:cubicBezTo>
                    <a:pt x="8600" y="7525"/>
                    <a:pt x="8987" y="7298"/>
                    <a:pt x="8764" y="7693"/>
                  </a:cubicBezTo>
                  <a:cubicBezTo>
                    <a:pt x="8541" y="8087"/>
                    <a:pt x="8448" y="7586"/>
                    <a:pt x="8236" y="7632"/>
                  </a:cubicBezTo>
                  <a:cubicBezTo>
                    <a:pt x="8025" y="7677"/>
                    <a:pt x="8119" y="8011"/>
                    <a:pt x="8436" y="8133"/>
                  </a:cubicBezTo>
                  <a:cubicBezTo>
                    <a:pt x="8752" y="8254"/>
                    <a:pt x="8717" y="8482"/>
                    <a:pt x="8975" y="8710"/>
                  </a:cubicBezTo>
                  <a:close/>
                  <a:moveTo>
                    <a:pt x="10477" y="6584"/>
                  </a:moveTo>
                  <a:cubicBezTo>
                    <a:pt x="10688" y="6569"/>
                    <a:pt x="10582" y="6235"/>
                    <a:pt x="10348" y="6007"/>
                  </a:cubicBezTo>
                  <a:cubicBezTo>
                    <a:pt x="10113" y="5779"/>
                    <a:pt x="9586" y="6247"/>
                    <a:pt x="9679" y="6341"/>
                  </a:cubicBezTo>
                  <a:cubicBezTo>
                    <a:pt x="9785" y="6447"/>
                    <a:pt x="10266" y="6599"/>
                    <a:pt x="10477" y="6584"/>
                  </a:cubicBezTo>
                  <a:close/>
                  <a:moveTo>
                    <a:pt x="10606" y="4367"/>
                  </a:moveTo>
                  <a:cubicBezTo>
                    <a:pt x="10582" y="4276"/>
                    <a:pt x="9693" y="4414"/>
                    <a:pt x="9832" y="4549"/>
                  </a:cubicBezTo>
                  <a:cubicBezTo>
                    <a:pt x="10066" y="4777"/>
                    <a:pt x="10629" y="4458"/>
                    <a:pt x="10606" y="4367"/>
                  </a:cubicBezTo>
                  <a:close/>
                  <a:moveTo>
                    <a:pt x="9656" y="4291"/>
                  </a:moveTo>
                  <a:cubicBezTo>
                    <a:pt x="9832" y="4291"/>
                    <a:pt x="9972" y="4260"/>
                    <a:pt x="10125" y="4184"/>
                  </a:cubicBezTo>
                  <a:cubicBezTo>
                    <a:pt x="10277" y="4109"/>
                    <a:pt x="10043" y="4109"/>
                    <a:pt x="10148" y="3926"/>
                  </a:cubicBezTo>
                  <a:cubicBezTo>
                    <a:pt x="10254" y="3744"/>
                    <a:pt x="9890" y="3729"/>
                    <a:pt x="9867" y="3790"/>
                  </a:cubicBezTo>
                  <a:cubicBezTo>
                    <a:pt x="9843" y="3850"/>
                    <a:pt x="9386" y="3425"/>
                    <a:pt x="9315" y="3562"/>
                  </a:cubicBezTo>
                  <a:cubicBezTo>
                    <a:pt x="9245" y="3698"/>
                    <a:pt x="9480" y="4291"/>
                    <a:pt x="9656" y="4291"/>
                  </a:cubicBezTo>
                  <a:close/>
                  <a:moveTo>
                    <a:pt x="9163" y="5187"/>
                  </a:moveTo>
                  <a:cubicBezTo>
                    <a:pt x="9151" y="5339"/>
                    <a:pt x="8881" y="5156"/>
                    <a:pt x="8670" y="5050"/>
                  </a:cubicBezTo>
                  <a:cubicBezTo>
                    <a:pt x="8459" y="4944"/>
                    <a:pt x="8588" y="5263"/>
                    <a:pt x="8752" y="5445"/>
                  </a:cubicBezTo>
                  <a:cubicBezTo>
                    <a:pt x="8917" y="5627"/>
                    <a:pt x="8670" y="5536"/>
                    <a:pt x="8448" y="5339"/>
                  </a:cubicBezTo>
                  <a:cubicBezTo>
                    <a:pt x="8225" y="5141"/>
                    <a:pt x="8248" y="5475"/>
                    <a:pt x="8354" y="5582"/>
                  </a:cubicBezTo>
                  <a:cubicBezTo>
                    <a:pt x="8459" y="5688"/>
                    <a:pt x="8330" y="5840"/>
                    <a:pt x="8189" y="5597"/>
                  </a:cubicBezTo>
                  <a:cubicBezTo>
                    <a:pt x="8049" y="5354"/>
                    <a:pt x="7978" y="5096"/>
                    <a:pt x="7755" y="5081"/>
                  </a:cubicBezTo>
                  <a:cubicBezTo>
                    <a:pt x="7533" y="5065"/>
                    <a:pt x="7634" y="5361"/>
                    <a:pt x="7720" y="5506"/>
                  </a:cubicBezTo>
                  <a:cubicBezTo>
                    <a:pt x="7838" y="5703"/>
                    <a:pt x="7955" y="5749"/>
                    <a:pt x="8143" y="5885"/>
                  </a:cubicBezTo>
                  <a:cubicBezTo>
                    <a:pt x="8330" y="6022"/>
                    <a:pt x="8635" y="5825"/>
                    <a:pt x="8776" y="5870"/>
                  </a:cubicBezTo>
                  <a:cubicBezTo>
                    <a:pt x="8917" y="5916"/>
                    <a:pt x="8623" y="6143"/>
                    <a:pt x="8717" y="6295"/>
                  </a:cubicBezTo>
                  <a:cubicBezTo>
                    <a:pt x="8811" y="6447"/>
                    <a:pt x="9069" y="6341"/>
                    <a:pt x="9269" y="6326"/>
                  </a:cubicBezTo>
                  <a:cubicBezTo>
                    <a:pt x="9468" y="6311"/>
                    <a:pt x="9374" y="6159"/>
                    <a:pt x="9491" y="6052"/>
                  </a:cubicBezTo>
                  <a:cubicBezTo>
                    <a:pt x="9609" y="5946"/>
                    <a:pt x="9374" y="5961"/>
                    <a:pt x="9468" y="5703"/>
                  </a:cubicBezTo>
                  <a:cubicBezTo>
                    <a:pt x="9562" y="5445"/>
                    <a:pt x="9175" y="5035"/>
                    <a:pt x="9163" y="5187"/>
                  </a:cubicBezTo>
                  <a:close/>
                  <a:moveTo>
                    <a:pt x="7838" y="6250"/>
                  </a:moveTo>
                  <a:cubicBezTo>
                    <a:pt x="7920" y="6128"/>
                    <a:pt x="7662" y="5870"/>
                    <a:pt x="7591" y="6083"/>
                  </a:cubicBezTo>
                  <a:cubicBezTo>
                    <a:pt x="7521" y="6295"/>
                    <a:pt x="7754" y="6373"/>
                    <a:pt x="7838" y="6250"/>
                  </a:cubicBezTo>
                  <a:close/>
                  <a:moveTo>
                    <a:pt x="9163" y="2803"/>
                  </a:moveTo>
                  <a:cubicBezTo>
                    <a:pt x="9245" y="2620"/>
                    <a:pt x="8668" y="2477"/>
                    <a:pt x="8811" y="2636"/>
                  </a:cubicBezTo>
                  <a:cubicBezTo>
                    <a:pt x="8893" y="2727"/>
                    <a:pt x="9081" y="2985"/>
                    <a:pt x="9163" y="2803"/>
                  </a:cubicBezTo>
                  <a:close/>
                  <a:moveTo>
                    <a:pt x="7638" y="4792"/>
                  </a:moveTo>
                  <a:cubicBezTo>
                    <a:pt x="7732" y="4640"/>
                    <a:pt x="7263" y="4154"/>
                    <a:pt x="7239" y="4382"/>
                  </a:cubicBezTo>
                  <a:cubicBezTo>
                    <a:pt x="7216" y="4610"/>
                    <a:pt x="7538" y="4953"/>
                    <a:pt x="7638" y="4792"/>
                  </a:cubicBezTo>
                  <a:close/>
                  <a:moveTo>
                    <a:pt x="7556" y="3516"/>
                  </a:moveTo>
                  <a:cubicBezTo>
                    <a:pt x="7697" y="3395"/>
                    <a:pt x="7955" y="3592"/>
                    <a:pt x="7908" y="3729"/>
                  </a:cubicBezTo>
                  <a:cubicBezTo>
                    <a:pt x="7861" y="3866"/>
                    <a:pt x="7455" y="3701"/>
                    <a:pt x="7486" y="3820"/>
                  </a:cubicBezTo>
                  <a:cubicBezTo>
                    <a:pt x="7497" y="3866"/>
                    <a:pt x="7544" y="4048"/>
                    <a:pt x="7826" y="3941"/>
                  </a:cubicBezTo>
                  <a:cubicBezTo>
                    <a:pt x="8107" y="3835"/>
                    <a:pt x="8342" y="3911"/>
                    <a:pt x="8530" y="4109"/>
                  </a:cubicBezTo>
                  <a:cubicBezTo>
                    <a:pt x="8717" y="4306"/>
                    <a:pt x="8893" y="4382"/>
                    <a:pt x="9022" y="4184"/>
                  </a:cubicBezTo>
                  <a:cubicBezTo>
                    <a:pt x="9151" y="3987"/>
                    <a:pt x="8858" y="3957"/>
                    <a:pt x="8917" y="3805"/>
                  </a:cubicBezTo>
                  <a:cubicBezTo>
                    <a:pt x="8975" y="3653"/>
                    <a:pt x="8729" y="3562"/>
                    <a:pt x="8600" y="3562"/>
                  </a:cubicBezTo>
                  <a:cubicBezTo>
                    <a:pt x="8471" y="3562"/>
                    <a:pt x="8424" y="3258"/>
                    <a:pt x="8318" y="3319"/>
                  </a:cubicBezTo>
                  <a:cubicBezTo>
                    <a:pt x="8213" y="3380"/>
                    <a:pt x="8143" y="3486"/>
                    <a:pt x="8143" y="3288"/>
                  </a:cubicBezTo>
                  <a:cubicBezTo>
                    <a:pt x="8143" y="3091"/>
                    <a:pt x="7533" y="3076"/>
                    <a:pt x="7380" y="3152"/>
                  </a:cubicBezTo>
                  <a:cubicBezTo>
                    <a:pt x="7228" y="3228"/>
                    <a:pt x="7415" y="3638"/>
                    <a:pt x="7556" y="3516"/>
                  </a:cubicBezTo>
                  <a:close/>
                  <a:moveTo>
                    <a:pt x="5597" y="3987"/>
                  </a:moveTo>
                  <a:cubicBezTo>
                    <a:pt x="5715" y="4048"/>
                    <a:pt x="5832" y="3850"/>
                    <a:pt x="5914" y="3941"/>
                  </a:cubicBezTo>
                  <a:cubicBezTo>
                    <a:pt x="5996" y="4033"/>
                    <a:pt x="6360" y="4109"/>
                    <a:pt x="6360" y="3866"/>
                  </a:cubicBezTo>
                  <a:cubicBezTo>
                    <a:pt x="6360" y="3623"/>
                    <a:pt x="5902" y="3592"/>
                    <a:pt x="5785" y="3683"/>
                  </a:cubicBezTo>
                  <a:cubicBezTo>
                    <a:pt x="5668" y="3774"/>
                    <a:pt x="5128" y="3805"/>
                    <a:pt x="5281" y="3957"/>
                  </a:cubicBezTo>
                  <a:cubicBezTo>
                    <a:pt x="5374" y="4050"/>
                    <a:pt x="5480" y="3926"/>
                    <a:pt x="5597" y="3987"/>
                  </a:cubicBezTo>
                  <a:close/>
                  <a:moveTo>
                    <a:pt x="6172" y="4276"/>
                  </a:moveTo>
                  <a:cubicBezTo>
                    <a:pt x="6324" y="4245"/>
                    <a:pt x="6254" y="4093"/>
                    <a:pt x="6008" y="4139"/>
                  </a:cubicBezTo>
                  <a:cubicBezTo>
                    <a:pt x="5761" y="4184"/>
                    <a:pt x="5339" y="4184"/>
                    <a:pt x="5339" y="4412"/>
                  </a:cubicBezTo>
                  <a:cubicBezTo>
                    <a:pt x="5339" y="4594"/>
                    <a:pt x="5421" y="4686"/>
                    <a:pt x="5691" y="4716"/>
                  </a:cubicBezTo>
                  <a:cubicBezTo>
                    <a:pt x="5961" y="4746"/>
                    <a:pt x="6195" y="4412"/>
                    <a:pt x="6066" y="4412"/>
                  </a:cubicBezTo>
                  <a:cubicBezTo>
                    <a:pt x="5937" y="4412"/>
                    <a:pt x="6020" y="4306"/>
                    <a:pt x="6172" y="4276"/>
                  </a:cubicBezTo>
                  <a:close/>
                  <a:moveTo>
                    <a:pt x="5198" y="4351"/>
                  </a:moveTo>
                  <a:cubicBezTo>
                    <a:pt x="5257" y="4169"/>
                    <a:pt x="4810" y="4200"/>
                    <a:pt x="4847" y="4260"/>
                  </a:cubicBezTo>
                  <a:cubicBezTo>
                    <a:pt x="4929" y="4397"/>
                    <a:pt x="5140" y="4534"/>
                    <a:pt x="5198" y="4351"/>
                  </a:cubicBezTo>
                  <a:close/>
                  <a:moveTo>
                    <a:pt x="4588" y="5445"/>
                  </a:moveTo>
                  <a:cubicBezTo>
                    <a:pt x="4424" y="5460"/>
                    <a:pt x="4436" y="5673"/>
                    <a:pt x="4624" y="5673"/>
                  </a:cubicBezTo>
                  <a:cubicBezTo>
                    <a:pt x="4811" y="5673"/>
                    <a:pt x="4870" y="5749"/>
                    <a:pt x="4600" y="5733"/>
                  </a:cubicBezTo>
                  <a:cubicBezTo>
                    <a:pt x="4330" y="5718"/>
                    <a:pt x="4213" y="6022"/>
                    <a:pt x="4401" y="5961"/>
                  </a:cubicBezTo>
                  <a:cubicBezTo>
                    <a:pt x="4588" y="5901"/>
                    <a:pt x="4811" y="5901"/>
                    <a:pt x="4671" y="5961"/>
                  </a:cubicBezTo>
                  <a:cubicBezTo>
                    <a:pt x="4530" y="6022"/>
                    <a:pt x="4146" y="6064"/>
                    <a:pt x="4201" y="6159"/>
                  </a:cubicBezTo>
                  <a:cubicBezTo>
                    <a:pt x="4237" y="6219"/>
                    <a:pt x="4389" y="6204"/>
                    <a:pt x="4542" y="6280"/>
                  </a:cubicBezTo>
                  <a:cubicBezTo>
                    <a:pt x="4694" y="6356"/>
                    <a:pt x="4788" y="6402"/>
                    <a:pt x="4905" y="6235"/>
                  </a:cubicBezTo>
                  <a:cubicBezTo>
                    <a:pt x="5022" y="6068"/>
                    <a:pt x="5175" y="5901"/>
                    <a:pt x="5116" y="6128"/>
                  </a:cubicBezTo>
                  <a:cubicBezTo>
                    <a:pt x="5058" y="6356"/>
                    <a:pt x="5304" y="6189"/>
                    <a:pt x="5621" y="6174"/>
                  </a:cubicBezTo>
                  <a:cubicBezTo>
                    <a:pt x="5937" y="6159"/>
                    <a:pt x="5562" y="6417"/>
                    <a:pt x="5234" y="6447"/>
                  </a:cubicBezTo>
                  <a:cubicBezTo>
                    <a:pt x="4905" y="6478"/>
                    <a:pt x="4964" y="6690"/>
                    <a:pt x="5222" y="6766"/>
                  </a:cubicBezTo>
                  <a:cubicBezTo>
                    <a:pt x="5480" y="6842"/>
                    <a:pt x="6031" y="6554"/>
                    <a:pt x="6160" y="6386"/>
                  </a:cubicBezTo>
                  <a:cubicBezTo>
                    <a:pt x="6289" y="6219"/>
                    <a:pt x="6407" y="6478"/>
                    <a:pt x="6536" y="6356"/>
                  </a:cubicBezTo>
                  <a:cubicBezTo>
                    <a:pt x="6665" y="6235"/>
                    <a:pt x="6911" y="6371"/>
                    <a:pt x="7134" y="6311"/>
                  </a:cubicBezTo>
                  <a:cubicBezTo>
                    <a:pt x="7357" y="6250"/>
                    <a:pt x="7392" y="5703"/>
                    <a:pt x="7228" y="5612"/>
                  </a:cubicBezTo>
                  <a:cubicBezTo>
                    <a:pt x="7063" y="5521"/>
                    <a:pt x="7063" y="5718"/>
                    <a:pt x="6934" y="5749"/>
                  </a:cubicBezTo>
                  <a:cubicBezTo>
                    <a:pt x="6805" y="5779"/>
                    <a:pt x="6735" y="5566"/>
                    <a:pt x="6629" y="5430"/>
                  </a:cubicBezTo>
                  <a:cubicBezTo>
                    <a:pt x="6524" y="5293"/>
                    <a:pt x="6594" y="5035"/>
                    <a:pt x="6442" y="5065"/>
                  </a:cubicBezTo>
                  <a:cubicBezTo>
                    <a:pt x="6291" y="5095"/>
                    <a:pt x="5961" y="5415"/>
                    <a:pt x="6160" y="5445"/>
                  </a:cubicBezTo>
                  <a:cubicBezTo>
                    <a:pt x="6360" y="5475"/>
                    <a:pt x="6289" y="5612"/>
                    <a:pt x="6184" y="5673"/>
                  </a:cubicBezTo>
                  <a:cubicBezTo>
                    <a:pt x="6078" y="5733"/>
                    <a:pt x="6430" y="5840"/>
                    <a:pt x="6383" y="5931"/>
                  </a:cubicBezTo>
                  <a:cubicBezTo>
                    <a:pt x="6336" y="6022"/>
                    <a:pt x="5797" y="5946"/>
                    <a:pt x="5773" y="5794"/>
                  </a:cubicBezTo>
                  <a:cubicBezTo>
                    <a:pt x="5750" y="5642"/>
                    <a:pt x="5327" y="5369"/>
                    <a:pt x="5152" y="5430"/>
                  </a:cubicBezTo>
                  <a:cubicBezTo>
                    <a:pt x="4976" y="5490"/>
                    <a:pt x="5046" y="5248"/>
                    <a:pt x="4870" y="5232"/>
                  </a:cubicBezTo>
                  <a:cubicBezTo>
                    <a:pt x="4694" y="5217"/>
                    <a:pt x="4753" y="5430"/>
                    <a:pt x="4588" y="5445"/>
                  </a:cubicBezTo>
                  <a:close/>
                  <a:moveTo>
                    <a:pt x="2759" y="5521"/>
                  </a:moveTo>
                  <a:cubicBezTo>
                    <a:pt x="2841" y="5566"/>
                    <a:pt x="2759" y="5779"/>
                    <a:pt x="2853" y="5718"/>
                  </a:cubicBezTo>
                  <a:cubicBezTo>
                    <a:pt x="2946" y="5658"/>
                    <a:pt x="2970" y="5642"/>
                    <a:pt x="3040" y="5673"/>
                  </a:cubicBezTo>
                  <a:cubicBezTo>
                    <a:pt x="3167" y="5728"/>
                    <a:pt x="3193" y="5582"/>
                    <a:pt x="3251" y="5506"/>
                  </a:cubicBezTo>
                  <a:cubicBezTo>
                    <a:pt x="3310" y="5430"/>
                    <a:pt x="3287" y="5779"/>
                    <a:pt x="3439" y="5779"/>
                  </a:cubicBezTo>
                  <a:cubicBezTo>
                    <a:pt x="3568" y="5779"/>
                    <a:pt x="3545" y="5415"/>
                    <a:pt x="3662" y="5521"/>
                  </a:cubicBezTo>
                  <a:cubicBezTo>
                    <a:pt x="3779" y="5627"/>
                    <a:pt x="3814" y="5475"/>
                    <a:pt x="3838" y="5369"/>
                  </a:cubicBezTo>
                  <a:cubicBezTo>
                    <a:pt x="3861" y="5263"/>
                    <a:pt x="3861" y="5081"/>
                    <a:pt x="3990" y="5050"/>
                  </a:cubicBezTo>
                  <a:cubicBezTo>
                    <a:pt x="4119" y="5020"/>
                    <a:pt x="4014" y="5217"/>
                    <a:pt x="4072" y="5354"/>
                  </a:cubicBezTo>
                  <a:cubicBezTo>
                    <a:pt x="4158" y="5553"/>
                    <a:pt x="4307" y="5369"/>
                    <a:pt x="4319" y="5278"/>
                  </a:cubicBezTo>
                  <a:cubicBezTo>
                    <a:pt x="4330" y="5187"/>
                    <a:pt x="4542" y="5248"/>
                    <a:pt x="4530" y="5141"/>
                  </a:cubicBezTo>
                  <a:cubicBezTo>
                    <a:pt x="4518" y="5035"/>
                    <a:pt x="4588" y="5005"/>
                    <a:pt x="4530" y="4883"/>
                  </a:cubicBezTo>
                  <a:cubicBezTo>
                    <a:pt x="4471" y="4762"/>
                    <a:pt x="4624" y="4792"/>
                    <a:pt x="4694" y="4701"/>
                  </a:cubicBezTo>
                  <a:cubicBezTo>
                    <a:pt x="4764" y="4610"/>
                    <a:pt x="4600" y="4686"/>
                    <a:pt x="4483" y="4549"/>
                  </a:cubicBezTo>
                  <a:cubicBezTo>
                    <a:pt x="4366" y="4412"/>
                    <a:pt x="4319" y="4594"/>
                    <a:pt x="4319" y="4686"/>
                  </a:cubicBezTo>
                  <a:cubicBezTo>
                    <a:pt x="4319" y="4777"/>
                    <a:pt x="4096" y="4701"/>
                    <a:pt x="3967" y="4640"/>
                  </a:cubicBezTo>
                  <a:cubicBezTo>
                    <a:pt x="3838" y="4579"/>
                    <a:pt x="3674" y="4837"/>
                    <a:pt x="3486" y="4959"/>
                  </a:cubicBezTo>
                  <a:cubicBezTo>
                    <a:pt x="3298" y="5081"/>
                    <a:pt x="3287" y="5293"/>
                    <a:pt x="3110" y="5278"/>
                  </a:cubicBezTo>
                  <a:cubicBezTo>
                    <a:pt x="2935" y="5263"/>
                    <a:pt x="2677" y="5475"/>
                    <a:pt x="2759" y="5521"/>
                  </a:cubicBezTo>
                  <a:close/>
                  <a:moveTo>
                    <a:pt x="3732" y="5946"/>
                  </a:moveTo>
                  <a:cubicBezTo>
                    <a:pt x="3943" y="5976"/>
                    <a:pt x="4154" y="5733"/>
                    <a:pt x="4143" y="5597"/>
                  </a:cubicBezTo>
                  <a:cubicBezTo>
                    <a:pt x="4131" y="5460"/>
                    <a:pt x="3627" y="5931"/>
                    <a:pt x="3732" y="5946"/>
                  </a:cubicBezTo>
                  <a:close/>
                  <a:moveTo>
                    <a:pt x="8189" y="9682"/>
                  </a:moveTo>
                  <a:cubicBezTo>
                    <a:pt x="8260" y="9576"/>
                    <a:pt x="8553" y="9894"/>
                    <a:pt x="8565" y="9667"/>
                  </a:cubicBezTo>
                  <a:cubicBezTo>
                    <a:pt x="8577" y="9439"/>
                    <a:pt x="8236" y="9333"/>
                    <a:pt x="8096" y="9211"/>
                  </a:cubicBezTo>
                  <a:cubicBezTo>
                    <a:pt x="7955" y="9090"/>
                    <a:pt x="7896" y="9150"/>
                    <a:pt x="7673" y="8938"/>
                  </a:cubicBezTo>
                  <a:cubicBezTo>
                    <a:pt x="7450" y="8725"/>
                    <a:pt x="7732" y="8619"/>
                    <a:pt x="7568" y="8452"/>
                  </a:cubicBezTo>
                  <a:cubicBezTo>
                    <a:pt x="7404" y="8285"/>
                    <a:pt x="7345" y="7829"/>
                    <a:pt x="7462" y="7677"/>
                  </a:cubicBezTo>
                  <a:cubicBezTo>
                    <a:pt x="7580" y="7525"/>
                    <a:pt x="7709" y="7298"/>
                    <a:pt x="7497" y="7191"/>
                  </a:cubicBezTo>
                  <a:cubicBezTo>
                    <a:pt x="7286" y="7085"/>
                    <a:pt x="6946" y="7283"/>
                    <a:pt x="6981" y="7343"/>
                  </a:cubicBezTo>
                  <a:cubicBezTo>
                    <a:pt x="7017" y="7404"/>
                    <a:pt x="7310" y="7617"/>
                    <a:pt x="7310" y="7708"/>
                  </a:cubicBezTo>
                  <a:cubicBezTo>
                    <a:pt x="7310" y="7799"/>
                    <a:pt x="7040" y="7450"/>
                    <a:pt x="6946" y="7525"/>
                  </a:cubicBezTo>
                  <a:cubicBezTo>
                    <a:pt x="6852" y="7601"/>
                    <a:pt x="6747" y="7374"/>
                    <a:pt x="6665" y="7525"/>
                  </a:cubicBezTo>
                  <a:cubicBezTo>
                    <a:pt x="6583" y="7677"/>
                    <a:pt x="6770" y="8209"/>
                    <a:pt x="6840" y="8361"/>
                  </a:cubicBezTo>
                  <a:cubicBezTo>
                    <a:pt x="6911" y="8513"/>
                    <a:pt x="6770" y="8513"/>
                    <a:pt x="6676" y="8543"/>
                  </a:cubicBezTo>
                  <a:cubicBezTo>
                    <a:pt x="6583" y="8573"/>
                    <a:pt x="6571" y="8118"/>
                    <a:pt x="6477" y="7951"/>
                  </a:cubicBezTo>
                  <a:cubicBezTo>
                    <a:pt x="6383" y="7784"/>
                    <a:pt x="6008" y="7586"/>
                    <a:pt x="5984" y="7708"/>
                  </a:cubicBezTo>
                  <a:cubicBezTo>
                    <a:pt x="5961" y="7829"/>
                    <a:pt x="6219" y="7829"/>
                    <a:pt x="6184" y="7996"/>
                  </a:cubicBezTo>
                  <a:cubicBezTo>
                    <a:pt x="6149" y="8163"/>
                    <a:pt x="6008" y="7890"/>
                    <a:pt x="5879" y="8027"/>
                  </a:cubicBezTo>
                  <a:cubicBezTo>
                    <a:pt x="5750" y="8163"/>
                    <a:pt x="5773" y="8072"/>
                    <a:pt x="5797" y="7935"/>
                  </a:cubicBezTo>
                  <a:cubicBezTo>
                    <a:pt x="5820" y="7799"/>
                    <a:pt x="5609" y="7647"/>
                    <a:pt x="5374" y="7677"/>
                  </a:cubicBezTo>
                  <a:cubicBezTo>
                    <a:pt x="5140" y="7708"/>
                    <a:pt x="5269" y="7920"/>
                    <a:pt x="5198" y="7996"/>
                  </a:cubicBezTo>
                  <a:cubicBezTo>
                    <a:pt x="5128" y="8072"/>
                    <a:pt x="4776" y="7951"/>
                    <a:pt x="4999" y="7890"/>
                  </a:cubicBezTo>
                  <a:cubicBezTo>
                    <a:pt x="5222" y="7829"/>
                    <a:pt x="5128" y="7662"/>
                    <a:pt x="5046" y="7495"/>
                  </a:cubicBezTo>
                  <a:cubicBezTo>
                    <a:pt x="4964" y="7328"/>
                    <a:pt x="4741" y="7525"/>
                    <a:pt x="4377" y="7693"/>
                  </a:cubicBezTo>
                  <a:cubicBezTo>
                    <a:pt x="4014" y="7860"/>
                    <a:pt x="3850" y="8042"/>
                    <a:pt x="3896" y="8057"/>
                  </a:cubicBezTo>
                  <a:cubicBezTo>
                    <a:pt x="3943" y="8072"/>
                    <a:pt x="3955" y="8148"/>
                    <a:pt x="3814" y="8300"/>
                  </a:cubicBezTo>
                  <a:cubicBezTo>
                    <a:pt x="3674" y="8452"/>
                    <a:pt x="3814" y="8588"/>
                    <a:pt x="3943" y="8588"/>
                  </a:cubicBezTo>
                  <a:cubicBezTo>
                    <a:pt x="4072" y="8588"/>
                    <a:pt x="3959" y="8722"/>
                    <a:pt x="4049" y="8756"/>
                  </a:cubicBezTo>
                  <a:cubicBezTo>
                    <a:pt x="4131" y="8786"/>
                    <a:pt x="4553" y="8543"/>
                    <a:pt x="4671" y="8649"/>
                  </a:cubicBezTo>
                  <a:cubicBezTo>
                    <a:pt x="4788" y="8756"/>
                    <a:pt x="3979" y="8816"/>
                    <a:pt x="3979" y="8999"/>
                  </a:cubicBezTo>
                  <a:cubicBezTo>
                    <a:pt x="3979" y="9181"/>
                    <a:pt x="4424" y="9287"/>
                    <a:pt x="4753" y="9211"/>
                  </a:cubicBezTo>
                  <a:cubicBezTo>
                    <a:pt x="5081" y="9135"/>
                    <a:pt x="5656" y="9272"/>
                    <a:pt x="5656" y="9378"/>
                  </a:cubicBezTo>
                  <a:cubicBezTo>
                    <a:pt x="5656" y="9485"/>
                    <a:pt x="5269" y="9454"/>
                    <a:pt x="4976" y="9439"/>
                  </a:cubicBezTo>
                  <a:cubicBezTo>
                    <a:pt x="4682" y="9424"/>
                    <a:pt x="4178" y="9545"/>
                    <a:pt x="4201" y="9667"/>
                  </a:cubicBezTo>
                  <a:cubicBezTo>
                    <a:pt x="4228" y="9803"/>
                    <a:pt x="4260" y="9803"/>
                    <a:pt x="4565" y="9986"/>
                  </a:cubicBezTo>
                  <a:cubicBezTo>
                    <a:pt x="4870" y="10168"/>
                    <a:pt x="5187" y="9894"/>
                    <a:pt x="5175" y="10153"/>
                  </a:cubicBezTo>
                  <a:cubicBezTo>
                    <a:pt x="5163" y="10411"/>
                    <a:pt x="5339" y="10472"/>
                    <a:pt x="5750" y="10487"/>
                  </a:cubicBezTo>
                  <a:cubicBezTo>
                    <a:pt x="6160" y="10502"/>
                    <a:pt x="6348" y="10244"/>
                    <a:pt x="6547" y="10259"/>
                  </a:cubicBezTo>
                  <a:cubicBezTo>
                    <a:pt x="6747" y="10274"/>
                    <a:pt x="6840" y="10229"/>
                    <a:pt x="6934" y="10046"/>
                  </a:cubicBezTo>
                  <a:cubicBezTo>
                    <a:pt x="7028" y="9864"/>
                    <a:pt x="7110" y="9970"/>
                    <a:pt x="7134" y="10062"/>
                  </a:cubicBezTo>
                  <a:cubicBezTo>
                    <a:pt x="7157" y="10153"/>
                    <a:pt x="7415" y="10137"/>
                    <a:pt x="7474" y="10213"/>
                  </a:cubicBezTo>
                  <a:cubicBezTo>
                    <a:pt x="7624" y="10407"/>
                    <a:pt x="8119" y="10350"/>
                    <a:pt x="8307" y="10229"/>
                  </a:cubicBezTo>
                  <a:cubicBezTo>
                    <a:pt x="8494" y="10107"/>
                    <a:pt x="8225" y="9773"/>
                    <a:pt x="8131" y="9925"/>
                  </a:cubicBezTo>
                  <a:cubicBezTo>
                    <a:pt x="8037" y="10077"/>
                    <a:pt x="7955" y="9986"/>
                    <a:pt x="7931" y="9910"/>
                  </a:cubicBezTo>
                  <a:cubicBezTo>
                    <a:pt x="7908" y="9834"/>
                    <a:pt x="8119" y="9788"/>
                    <a:pt x="8189" y="9682"/>
                  </a:cubicBezTo>
                  <a:close/>
                  <a:moveTo>
                    <a:pt x="2325" y="8437"/>
                  </a:moveTo>
                  <a:cubicBezTo>
                    <a:pt x="2536" y="8497"/>
                    <a:pt x="2559" y="8983"/>
                    <a:pt x="2700" y="8983"/>
                  </a:cubicBezTo>
                  <a:cubicBezTo>
                    <a:pt x="2794" y="8983"/>
                    <a:pt x="2724" y="8831"/>
                    <a:pt x="2876" y="8831"/>
                  </a:cubicBezTo>
                  <a:cubicBezTo>
                    <a:pt x="3028" y="8831"/>
                    <a:pt x="2993" y="8725"/>
                    <a:pt x="3134" y="8740"/>
                  </a:cubicBezTo>
                  <a:cubicBezTo>
                    <a:pt x="3275" y="8756"/>
                    <a:pt x="3392" y="8695"/>
                    <a:pt x="3392" y="8482"/>
                  </a:cubicBezTo>
                  <a:cubicBezTo>
                    <a:pt x="3392" y="8270"/>
                    <a:pt x="3498" y="8194"/>
                    <a:pt x="3638" y="8148"/>
                  </a:cubicBezTo>
                  <a:cubicBezTo>
                    <a:pt x="3779" y="8103"/>
                    <a:pt x="3650" y="7875"/>
                    <a:pt x="3850" y="7814"/>
                  </a:cubicBezTo>
                  <a:cubicBezTo>
                    <a:pt x="4049" y="7753"/>
                    <a:pt x="4600" y="7450"/>
                    <a:pt x="4694" y="7358"/>
                  </a:cubicBezTo>
                  <a:cubicBezTo>
                    <a:pt x="4788" y="7267"/>
                    <a:pt x="4577" y="7146"/>
                    <a:pt x="4366" y="6979"/>
                  </a:cubicBezTo>
                  <a:cubicBezTo>
                    <a:pt x="4154" y="6812"/>
                    <a:pt x="3990" y="6766"/>
                    <a:pt x="3826" y="6903"/>
                  </a:cubicBezTo>
                  <a:cubicBezTo>
                    <a:pt x="3662" y="7040"/>
                    <a:pt x="3791" y="6751"/>
                    <a:pt x="3662" y="6827"/>
                  </a:cubicBezTo>
                  <a:cubicBezTo>
                    <a:pt x="3533" y="6903"/>
                    <a:pt x="3181" y="6705"/>
                    <a:pt x="3134" y="6629"/>
                  </a:cubicBezTo>
                  <a:cubicBezTo>
                    <a:pt x="3087" y="6554"/>
                    <a:pt x="2454" y="6797"/>
                    <a:pt x="2301" y="6797"/>
                  </a:cubicBezTo>
                  <a:cubicBezTo>
                    <a:pt x="2149" y="6797"/>
                    <a:pt x="2313" y="7009"/>
                    <a:pt x="2419" y="7115"/>
                  </a:cubicBezTo>
                  <a:cubicBezTo>
                    <a:pt x="2524" y="7222"/>
                    <a:pt x="2160" y="7556"/>
                    <a:pt x="2231" y="7632"/>
                  </a:cubicBezTo>
                  <a:cubicBezTo>
                    <a:pt x="2301" y="7708"/>
                    <a:pt x="2160" y="7905"/>
                    <a:pt x="1996" y="8148"/>
                  </a:cubicBezTo>
                  <a:cubicBezTo>
                    <a:pt x="1832" y="8391"/>
                    <a:pt x="2114" y="8376"/>
                    <a:pt x="2325" y="8437"/>
                  </a:cubicBezTo>
                  <a:close/>
                  <a:moveTo>
                    <a:pt x="2524" y="20502"/>
                  </a:moveTo>
                  <a:cubicBezTo>
                    <a:pt x="2448" y="20396"/>
                    <a:pt x="2248" y="20419"/>
                    <a:pt x="2219" y="20320"/>
                  </a:cubicBezTo>
                  <a:cubicBezTo>
                    <a:pt x="2190" y="20221"/>
                    <a:pt x="2008" y="19865"/>
                    <a:pt x="1908" y="19872"/>
                  </a:cubicBezTo>
                  <a:cubicBezTo>
                    <a:pt x="1809" y="19880"/>
                    <a:pt x="1680" y="19887"/>
                    <a:pt x="1562" y="19773"/>
                  </a:cubicBezTo>
                  <a:cubicBezTo>
                    <a:pt x="1445" y="19659"/>
                    <a:pt x="1369" y="19652"/>
                    <a:pt x="1287" y="19720"/>
                  </a:cubicBezTo>
                  <a:cubicBezTo>
                    <a:pt x="1205" y="19789"/>
                    <a:pt x="1375" y="19804"/>
                    <a:pt x="1369" y="19880"/>
                  </a:cubicBezTo>
                  <a:cubicBezTo>
                    <a:pt x="1363" y="19955"/>
                    <a:pt x="1421" y="20001"/>
                    <a:pt x="1492" y="19986"/>
                  </a:cubicBezTo>
                  <a:cubicBezTo>
                    <a:pt x="1562" y="19971"/>
                    <a:pt x="1603" y="20161"/>
                    <a:pt x="1674" y="20168"/>
                  </a:cubicBezTo>
                  <a:cubicBezTo>
                    <a:pt x="1744" y="20176"/>
                    <a:pt x="1768" y="20320"/>
                    <a:pt x="1850" y="20320"/>
                  </a:cubicBezTo>
                  <a:cubicBezTo>
                    <a:pt x="1932" y="20320"/>
                    <a:pt x="1949" y="20441"/>
                    <a:pt x="1990" y="20510"/>
                  </a:cubicBezTo>
                  <a:cubicBezTo>
                    <a:pt x="2031" y="20578"/>
                    <a:pt x="2125" y="20517"/>
                    <a:pt x="2125" y="20586"/>
                  </a:cubicBezTo>
                  <a:cubicBezTo>
                    <a:pt x="2125" y="20647"/>
                    <a:pt x="2219" y="20702"/>
                    <a:pt x="2243" y="20779"/>
                  </a:cubicBezTo>
                  <a:cubicBezTo>
                    <a:pt x="2403" y="20804"/>
                    <a:pt x="2541" y="20823"/>
                    <a:pt x="2661" y="20781"/>
                  </a:cubicBezTo>
                  <a:cubicBezTo>
                    <a:pt x="2662" y="20733"/>
                    <a:pt x="2671" y="20680"/>
                    <a:pt x="2688" y="20639"/>
                  </a:cubicBezTo>
                  <a:cubicBezTo>
                    <a:pt x="2729" y="20540"/>
                    <a:pt x="2600" y="20609"/>
                    <a:pt x="2524" y="2050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97" name="Shape 2351"/>
            <p:cNvSpPr/>
            <p:nvPr/>
          </p:nvSpPr>
          <p:spPr>
            <a:xfrm>
              <a:off x="1217374" y="968930"/>
              <a:ext cx="3904088" cy="2188849"/>
            </a:xfrm>
            <a:custGeom>
              <a:avLst/>
              <a:gdLst/>
              <a:ahLst/>
              <a:cxnLst>
                <a:cxn ang="0">
                  <a:pos x="wd2" y="hd2"/>
                </a:cxn>
                <a:cxn ang="5400000">
                  <a:pos x="wd2" y="hd2"/>
                </a:cxn>
                <a:cxn ang="10800000">
                  <a:pos x="wd2" y="hd2"/>
                </a:cxn>
                <a:cxn ang="16200000">
                  <a:pos x="wd2" y="hd2"/>
                </a:cxn>
              </a:cxnLst>
              <a:rect l="0" t="0" r="r" b="b"/>
              <a:pathLst>
                <a:path w="21576" h="21583" extrusionOk="0">
                  <a:moveTo>
                    <a:pt x="20404" y="19371"/>
                  </a:moveTo>
                  <a:cubicBezTo>
                    <a:pt x="20326" y="19391"/>
                    <a:pt x="20387" y="19172"/>
                    <a:pt x="20398" y="19063"/>
                  </a:cubicBezTo>
                  <a:cubicBezTo>
                    <a:pt x="20409" y="18954"/>
                    <a:pt x="20231" y="19113"/>
                    <a:pt x="20226" y="19242"/>
                  </a:cubicBezTo>
                  <a:cubicBezTo>
                    <a:pt x="20220" y="19371"/>
                    <a:pt x="20098" y="19420"/>
                    <a:pt x="20098" y="19500"/>
                  </a:cubicBezTo>
                  <a:cubicBezTo>
                    <a:pt x="20098" y="19731"/>
                    <a:pt x="20081" y="19609"/>
                    <a:pt x="19992" y="19688"/>
                  </a:cubicBezTo>
                  <a:cubicBezTo>
                    <a:pt x="19903" y="19768"/>
                    <a:pt x="19558" y="19688"/>
                    <a:pt x="19547" y="19549"/>
                  </a:cubicBezTo>
                  <a:cubicBezTo>
                    <a:pt x="19536" y="19410"/>
                    <a:pt x="19286" y="19341"/>
                    <a:pt x="19274" y="19152"/>
                  </a:cubicBezTo>
                  <a:cubicBezTo>
                    <a:pt x="19263" y="18964"/>
                    <a:pt x="19141" y="18904"/>
                    <a:pt x="19241" y="18696"/>
                  </a:cubicBezTo>
                  <a:cubicBezTo>
                    <a:pt x="19341" y="18487"/>
                    <a:pt x="19224" y="18388"/>
                    <a:pt x="19130" y="18547"/>
                  </a:cubicBezTo>
                  <a:cubicBezTo>
                    <a:pt x="19035" y="18706"/>
                    <a:pt x="18980" y="18457"/>
                    <a:pt x="19107" y="18368"/>
                  </a:cubicBezTo>
                  <a:cubicBezTo>
                    <a:pt x="19235" y="18279"/>
                    <a:pt x="19475" y="18189"/>
                    <a:pt x="19352" y="17792"/>
                  </a:cubicBezTo>
                  <a:cubicBezTo>
                    <a:pt x="19230" y="17395"/>
                    <a:pt x="18462" y="17911"/>
                    <a:pt x="18267" y="18110"/>
                  </a:cubicBezTo>
                  <a:cubicBezTo>
                    <a:pt x="18073" y="18309"/>
                    <a:pt x="17828" y="18944"/>
                    <a:pt x="17722" y="18944"/>
                  </a:cubicBezTo>
                  <a:cubicBezTo>
                    <a:pt x="17616" y="18944"/>
                    <a:pt x="17906" y="18606"/>
                    <a:pt x="17950" y="18477"/>
                  </a:cubicBezTo>
                  <a:cubicBezTo>
                    <a:pt x="17995" y="18348"/>
                    <a:pt x="17939" y="18219"/>
                    <a:pt x="18000" y="18269"/>
                  </a:cubicBezTo>
                  <a:cubicBezTo>
                    <a:pt x="18062" y="18318"/>
                    <a:pt x="18234" y="17842"/>
                    <a:pt x="18351" y="17683"/>
                  </a:cubicBezTo>
                  <a:cubicBezTo>
                    <a:pt x="18468" y="17524"/>
                    <a:pt x="18596" y="17673"/>
                    <a:pt x="18612" y="17544"/>
                  </a:cubicBezTo>
                  <a:cubicBezTo>
                    <a:pt x="18629" y="17415"/>
                    <a:pt x="18685" y="17326"/>
                    <a:pt x="18796" y="17147"/>
                  </a:cubicBezTo>
                  <a:cubicBezTo>
                    <a:pt x="18907" y="16968"/>
                    <a:pt x="20237" y="16998"/>
                    <a:pt x="20365" y="17008"/>
                  </a:cubicBezTo>
                  <a:cubicBezTo>
                    <a:pt x="20493" y="17018"/>
                    <a:pt x="20743" y="16710"/>
                    <a:pt x="20816" y="16512"/>
                  </a:cubicBezTo>
                  <a:cubicBezTo>
                    <a:pt x="20888" y="16313"/>
                    <a:pt x="20982" y="16313"/>
                    <a:pt x="21161" y="16333"/>
                  </a:cubicBezTo>
                  <a:cubicBezTo>
                    <a:pt x="21339" y="16353"/>
                    <a:pt x="21422" y="16065"/>
                    <a:pt x="21511" y="15956"/>
                  </a:cubicBezTo>
                  <a:cubicBezTo>
                    <a:pt x="21600" y="15847"/>
                    <a:pt x="21567" y="15797"/>
                    <a:pt x="21489" y="15767"/>
                  </a:cubicBezTo>
                  <a:cubicBezTo>
                    <a:pt x="21411" y="15737"/>
                    <a:pt x="21339" y="15648"/>
                    <a:pt x="21416" y="15638"/>
                  </a:cubicBezTo>
                  <a:cubicBezTo>
                    <a:pt x="21494" y="15628"/>
                    <a:pt x="21533" y="15549"/>
                    <a:pt x="21567" y="15370"/>
                  </a:cubicBezTo>
                  <a:cubicBezTo>
                    <a:pt x="21600" y="15191"/>
                    <a:pt x="21539" y="15271"/>
                    <a:pt x="21433" y="15023"/>
                  </a:cubicBezTo>
                  <a:cubicBezTo>
                    <a:pt x="21327" y="14774"/>
                    <a:pt x="21272" y="15102"/>
                    <a:pt x="21166" y="15082"/>
                  </a:cubicBezTo>
                  <a:cubicBezTo>
                    <a:pt x="21060" y="15062"/>
                    <a:pt x="21238" y="14824"/>
                    <a:pt x="21149" y="14725"/>
                  </a:cubicBezTo>
                  <a:cubicBezTo>
                    <a:pt x="21060" y="14626"/>
                    <a:pt x="20893" y="14695"/>
                    <a:pt x="20760" y="14894"/>
                  </a:cubicBezTo>
                  <a:cubicBezTo>
                    <a:pt x="20626" y="15092"/>
                    <a:pt x="20637" y="14884"/>
                    <a:pt x="20521" y="15082"/>
                  </a:cubicBezTo>
                  <a:cubicBezTo>
                    <a:pt x="20404" y="15281"/>
                    <a:pt x="20404" y="14983"/>
                    <a:pt x="20459" y="14904"/>
                  </a:cubicBezTo>
                  <a:cubicBezTo>
                    <a:pt x="20515" y="14824"/>
                    <a:pt x="20554" y="14913"/>
                    <a:pt x="20604" y="14794"/>
                  </a:cubicBezTo>
                  <a:cubicBezTo>
                    <a:pt x="20654" y="14675"/>
                    <a:pt x="20704" y="14794"/>
                    <a:pt x="20832" y="14645"/>
                  </a:cubicBezTo>
                  <a:cubicBezTo>
                    <a:pt x="20960" y="14497"/>
                    <a:pt x="21071" y="14566"/>
                    <a:pt x="21110" y="14457"/>
                  </a:cubicBezTo>
                  <a:cubicBezTo>
                    <a:pt x="21149" y="14348"/>
                    <a:pt x="21049" y="14199"/>
                    <a:pt x="20927" y="14248"/>
                  </a:cubicBezTo>
                  <a:cubicBezTo>
                    <a:pt x="20804" y="14298"/>
                    <a:pt x="20721" y="13950"/>
                    <a:pt x="20643" y="14050"/>
                  </a:cubicBezTo>
                  <a:cubicBezTo>
                    <a:pt x="20565" y="14149"/>
                    <a:pt x="20582" y="13901"/>
                    <a:pt x="20493" y="14000"/>
                  </a:cubicBezTo>
                  <a:cubicBezTo>
                    <a:pt x="20404" y="14100"/>
                    <a:pt x="20354" y="13970"/>
                    <a:pt x="20315" y="13782"/>
                  </a:cubicBezTo>
                  <a:cubicBezTo>
                    <a:pt x="20276" y="13593"/>
                    <a:pt x="20037" y="13285"/>
                    <a:pt x="19892" y="13206"/>
                  </a:cubicBezTo>
                  <a:cubicBezTo>
                    <a:pt x="19747" y="13127"/>
                    <a:pt x="19842" y="12988"/>
                    <a:pt x="19920" y="13087"/>
                  </a:cubicBezTo>
                  <a:cubicBezTo>
                    <a:pt x="19998" y="13186"/>
                    <a:pt x="20087" y="12988"/>
                    <a:pt x="20120" y="12888"/>
                  </a:cubicBezTo>
                  <a:cubicBezTo>
                    <a:pt x="20153" y="12789"/>
                    <a:pt x="20064" y="12700"/>
                    <a:pt x="20020" y="12690"/>
                  </a:cubicBezTo>
                  <a:cubicBezTo>
                    <a:pt x="19975" y="12680"/>
                    <a:pt x="19975" y="12550"/>
                    <a:pt x="19987" y="12451"/>
                  </a:cubicBezTo>
                  <a:cubicBezTo>
                    <a:pt x="19998" y="12352"/>
                    <a:pt x="19831" y="12223"/>
                    <a:pt x="19825" y="12124"/>
                  </a:cubicBezTo>
                  <a:cubicBezTo>
                    <a:pt x="19820" y="12024"/>
                    <a:pt x="19725" y="11955"/>
                    <a:pt x="19731" y="11866"/>
                  </a:cubicBezTo>
                  <a:cubicBezTo>
                    <a:pt x="19736" y="11776"/>
                    <a:pt x="19636" y="11647"/>
                    <a:pt x="19636" y="11528"/>
                  </a:cubicBezTo>
                  <a:cubicBezTo>
                    <a:pt x="19636" y="11409"/>
                    <a:pt x="19469" y="11171"/>
                    <a:pt x="19464" y="11032"/>
                  </a:cubicBezTo>
                  <a:cubicBezTo>
                    <a:pt x="19458" y="10893"/>
                    <a:pt x="19369" y="10794"/>
                    <a:pt x="19336" y="10625"/>
                  </a:cubicBezTo>
                  <a:cubicBezTo>
                    <a:pt x="19302" y="10456"/>
                    <a:pt x="19258" y="10535"/>
                    <a:pt x="19224" y="10774"/>
                  </a:cubicBezTo>
                  <a:cubicBezTo>
                    <a:pt x="19191" y="11012"/>
                    <a:pt x="19074" y="11002"/>
                    <a:pt x="19107" y="11081"/>
                  </a:cubicBezTo>
                  <a:cubicBezTo>
                    <a:pt x="19176" y="11244"/>
                    <a:pt x="19124" y="11250"/>
                    <a:pt x="19074" y="11349"/>
                  </a:cubicBezTo>
                  <a:cubicBezTo>
                    <a:pt x="19024" y="11449"/>
                    <a:pt x="19107" y="11598"/>
                    <a:pt x="19024" y="11598"/>
                  </a:cubicBezTo>
                  <a:cubicBezTo>
                    <a:pt x="18941" y="11598"/>
                    <a:pt x="18980" y="11905"/>
                    <a:pt x="18935" y="11766"/>
                  </a:cubicBezTo>
                  <a:cubicBezTo>
                    <a:pt x="18890" y="11627"/>
                    <a:pt x="18785" y="11667"/>
                    <a:pt x="18785" y="11806"/>
                  </a:cubicBezTo>
                  <a:cubicBezTo>
                    <a:pt x="18785" y="11945"/>
                    <a:pt x="18607" y="12074"/>
                    <a:pt x="18534" y="12064"/>
                  </a:cubicBezTo>
                  <a:cubicBezTo>
                    <a:pt x="18462" y="12054"/>
                    <a:pt x="18462" y="11786"/>
                    <a:pt x="18401" y="11866"/>
                  </a:cubicBezTo>
                  <a:cubicBezTo>
                    <a:pt x="18340" y="11945"/>
                    <a:pt x="18351" y="11637"/>
                    <a:pt x="18256" y="11647"/>
                  </a:cubicBezTo>
                  <a:cubicBezTo>
                    <a:pt x="18162" y="11657"/>
                    <a:pt x="18095" y="11637"/>
                    <a:pt x="18123" y="11488"/>
                  </a:cubicBezTo>
                  <a:cubicBezTo>
                    <a:pt x="18151" y="11339"/>
                    <a:pt x="17961" y="11270"/>
                    <a:pt x="18023" y="11181"/>
                  </a:cubicBezTo>
                  <a:cubicBezTo>
                    <a:pt x="18084" y="11091"/>
                    <a:pt x="18006" y="10932"/>
                    <a:pt x="17995" y="10674"/>
                  </a:cubicBezTo>
                  <a:cubicBezTo>
                    <a:pt x="17984" y="10416"/>
                    <a:pt x="18078" y="10397"/>
                    <a:pt x="18078" y="10297"/>
                  </a:cubicBezTo>
                  <a:cubicBezTo>
                    <a:pt x="18078" y="10198"/>
                    <a:pt x="18011" y="10198"/>
                    <a:pt x="17945" y="10277"/>
                  </a:cubicBezTo>
                  <a:cubicBezTo>
                    <a:pt x="17878" y="10357"/>
                    <a:pt x="17878" y="10168"/>
                    <a:pt x="17806" y="10178"/>
                  </a:cubicBezTo>
                  <a:cubicBezTo>
                    <a:pt x="17733" y="10188"/>
                    <a:pt x="17516" y="10168"/>
                    <a:pt x="17505" y="9989"/>
                  </a:cubicBezTo>
                  <a:cubicBezTo>
                    <a:pt x="17494" y="9811"/>
                    <a:pt x="17422" y="9900"/>
                    <a:pt x="17388" y="9731"/>
                  </a:cubicBezTo>
                  <a:cubicBezTo>
                    <a:pt x="17355" y="9563"/>
                    <a:pt x="17266" y="9691"/>
                    <a:pt x="17266" y="9572"/>
                  </a:cubicBezTo>
                  <a:cubicBezTo>
                    <a:pt x="17266" y="9453"/>
                    <a:pt x="17227" y="9404"/>
                    <a:pt x="17160" y="9394"/>
                  </a:cubicBezTo>
                  <a:cubicBezTo>
                    <a:pt x="17093" y="9384"/>
                    <a:pt x="17071" y="9255"/>
                    <a:pt x="16982" y="9235"/>
                  </a:cubicBezTo>
                  <a:cubicBezTo>
                    <a:pt x="16893" y="9215"/>
                    <a:pt x="16782" y="9344"/>
                    <a:pt x="16732" y="9384"/>
                  </a:cubicBezTo>
                  <a:cubicBezTo>
                    <a:pt x="16682" y="9424"/>
                    <a:pt x="16554" y="9245"/>
                    <a:pt x="16504" y="9314"/>
                  </a:cubicBezTo>
                  <a:cubicBezTo>
                    <a:pt x="16454" y="9384"/>
                    <a:pt x="16442" y="9265"/>
                    <a:pt x="16303" y="9195"/>
                  </a:cubicBezTo>
                  <a:cubicBezTo>
                    <a:pt x="16164" y="9126"/>
                    <a:pt x="15981" y="9106"/>
                    <a:pt x="15970" y="9195"/>
                  </a:cubicBezTo>
                  <a:cubicBezTo>
                    <a:pt x="15958" y="9285"/>
                    <a:pt x="15847" y="9314"/>
                    <a:pt x="15864" y="9523"/>
                  </a:cubicBezTo>
                  <a:cubicBezTo>
                    <a:pt x="15881" y="9731"/>
                    <a:pt x="15997" y="9691"/>
                    <a:pt x="16025" y="9831"/>
                  </a:cubicBezTo>
                  <a:cubicBezTo>
                    <a:pt x="16053" y="9970"/>
                    <a:pt x="15970" y="9920"/>
                    <a:pt x="15964" y="10049"/>
                  </a:cubicBezTo>
                  <a:cubicBezTo>
                    <a:pt x="15958" y="10178"/>
                    <a:pt x="15886" y="10168"/>
                    <a:pt x="15886" y="10257"/>
                  </a:cubicBezTo>
                  <a:cubicBezTo>
                    <a:pt x="15886" y="10347"/>
                    <a:pt x="15936" y="10327"/>
                    <a:pt x="15964" y="10506"/>
                  </a:cubicBezTo>
                  <a:cubicBezTo>
                    <a:pt x="15992" y="10684"/>
                    <a:pt x="16047" y="10674"/>
                    <a:pt x="16064" y="10913"/>
                  </a:cubicBezTo>
                  <a:cubicBezTo>
                    <a:pt x="16081" y="11151"/>
                    <a:pt x="16020" y="11101"/>
                    <a:pt x="15964" y="11131"/>
                  </a:cubicBezTo>
                  <a:cubicBezTo>
                    <a:pt x="15908" y="11161"/>
                    <a:pt x="15970" y="11280"/>
                    <a:pt x="15892" y="11439"/>
                  </a:cubicBezTo>
                  <a:cubicBezTo>
                    <a:pt x="15814" y="11598"/>
                    <a:pt x="15747" y="11766"/>
                    <a:pt x="15808" y="11866"/>
                  </a:cubicBezTo>
                  <a:cubicBezTo>
                    <a:pt x="15869" y="11965"/>
                    <a:pt x="16098" y="12134"/>
                    <a:pt x="16187" y="12402"/>
                  </a:cubicBezTo>
                  <a:cubicBezTo>
                    <a:pt x="16276" y="12670"/>
                    <a:pt x="16270" y="13087"/>
                    <a:pt x="16242" y="13385"/>
                  </a:cubicBezTo>
                  <a:cubicBezTo>
                    <a:pt x="16214" y="13683"/>
                    <a:pt x="16025" y="13752"/>
                    <a:pt x="15886" y="14010"/>
                  </a:cubicBezTo>
                  <a:cubicBezTo>
                    <a:pt x="15747" y="14268"/>
                    <a:pt x="15602" y="14228"/>
                    <a:pt x="15536" y="14239"/>
                  </a:cubicBezTo>
                  <a:cubicBezTo>
                    <a:pt x="15469" y="14248"/>
                    <a:pt x="15508" y="14487"/>
                    <a:pt x="15602" y="14675"/>
                  </a:cubicBezTo>
                  <a:cubicBezTo>
                    <a:pt x="15697" y="14864"/>
                    <a:pt x="15619" y="14923"/>
                    <a:pt x="15669" y="15122"/>
                  </a:cubicBezTo>
                  <a:cubicBezTo>
                    <a:pt x="15719" y="15320"/>
                    <a:pt x="15669" y="15479"/>
                    <a:pt x="15741" y="15658"/>
                  </a:cubicBezTo>
                  <a:cubicBezTo>
                    <a:pt x="15814" y="15837"/>
                    <a:pt x="15769" y="15906"/>
                    <a:pt x="15686" y="16035"/>
                  </a:cubicBezTo>
                  <a:cubicBezTo>
                    <a:pt x="15602" y="16164"/>
                    <a:pt x="15719" y="16095"/>
                    <a:pt x="15725" y="16264"/>
                  </a:cubicBezTo>
                  <a:cubicBezTo>
                    <a:pt x="15730" y="16432"/>
                    <a:pt x="15686" y="16333"/>
                    <a:pt x="15613" y="16244"/>
                  </a:cubicBezTo>
                  <a:cubicBezTo>
                    <a:pt x="15541" y="16154"/>
                    <a:pt x="15474" y="16412"/>
                    <a:pt x="15474" y="16522"/>
                  </a:cubicBezTo>
                  <a:cubicBezTo>
                    <a:pt x="15474" y="16631"/>
                    <a:pt x="15302" y="16373"/>
                    <a:pt x="15263" y="16383"/>
                  </a:cubicBezTo>
                  <a:cubicBezTo>
                    <a:pt x="15224" y="16393"/>
                    <a:pt x="15274" y="16214"/>
                    <a:pt x="15174" y="16075"/>
                  </a:cubicBezTo>
                  <a:cubicBezTo>
                    <a:pt x="15074" y="15936"/>
                    <a:pt x="14996" y="15906"/>
                    <a:pt x="14996" y="15767"/>
                  </a:cubicBezTo>
                  <a:cubicBezTo>
                    <a:pt x="14996" y="15628"/>
                    <a:pt x="14823" y="15529"/>
                    <a:pt x="14823" y="15370"/>
                  </a:cubicBezTo>
                  <a:cubicBezTo>
                    <a:pt x="14823" y="15211"/>
                    <a:pt x="14846" y="14804"/>
                    <a:pt x="14807" y="14685"/>
                  </a:cubicBezTo>
                  <a:cubicBezTo>
                    <a:pt x="14768" y="14566"/>
                    <a:pt x="14801" y="14437"/>
                    <a:pt x="14835" y="14328"/>
                  </a:cubicBezTo>
                  <a:cubicBezTo>
                    <a:pt x="14868" y="14219"/>
                    <a:pt x="14796" y="14050"/>
                    <a:pt x="14696" y="14050"/>
                  </a:cubicBezTo>
                  <a:cubicBezTo>
                    <a:pt x="14595" y="14050"/>
                    <a:pt x="14456" y="13990"/>
                    <a:pt x="14317" y="14010"/>
                  </a:cubicBezTo>
                  <a:cubicBezTo>
                    <a:pt x="14178" y="14030"/>
                    <a:pt x="14100" y="13990"/>
                    <a:pt x="14056" y="13921"/>
                  </a:cubicBezTo>
                  <a:cubicBezTo>
                    <a:pt x="14011" y="13851"/>
                    <a:pt x="13883" y="13702"/>
                    <a:pt x="13711" y="13623"/>
                  </a:cubicBezTo>
                  <a:cubicBezTo>
                    <a:pt x="13538" y="13544"/>
                    <a:pt x="13460" y="13385"/>
                    <a:pt x="13444" y="13296"/>
                  </a:cubicBezTo>
                  <a:cubicBezTo>
                    <a:pt x="13427" y="13206"/>
                    <a:pt x="13255" y="13137"/>
                    <a:pt x="13216" y="13047"/>
                  </a:cubicBezTo>
                  <a:cubicBezTo>
                    <a:pt x="13177" y="12958"/>
                    <a:pt x="13010" y="12908"/>
                    <a:pt x="12943" y="12928"/>
                  </a:cubicBezTo>
                  <a:cubicBezTo>
                    <a:pt x="12876" y="12948"/>
                    <a:pt x="12709" y="12680"/>
                    <a:pt x="12609" y="12690"/>
                  </a:cubicBezTo>
                  <a:cubicBezTo>
                    <a:pt x="12509" y="12700"/>
                    <a:pt x="12275" y="12879"/>
                    <a:pt x="12236" y="12888"/>
                  </a:cubicBezTo>
                  <a:cubicBezTo>
                    <a:pt x="12197" y="12898"/>
                    <a:pt x="12242" y="12740"/>
                    <a:pt x="12270" y="12670"/>
                  </a:cubicBezTo>
                  <a:cubicBezTo>
                    <a:pt x="12298" y="12600"/>
                    <a:pt x="12186" y="12302"/>
                    <a:pt x="12158" y="12104"/>
                  </a:cubicBezTo>
                  <a:cubicBezTo>
                    <a:pt x="12131" y="11905"/>
                    <a:pt x="12092" y="11687"/>
                    <a:pt x="11975" y="11717"/>
                  </a:cubicBezTo>
                  <a:cubicBezTo>
                    <a:pt x="11858" y="11746"/>
                    <a:pt x="11730" y="11637"/>
                    <a:pt x="11697" y="11598"/>
                  </a:cubicBezTo>
                  <a:cubicBezTo>
                    <a:pt x="11663" y="11558"/>
                    <a:pt x="11658" y="10992"/>
                    <a:pt x="11686" y="10754"/>
                  </a:cubicBezTo>
                  <a:cubicBezTo>
                    <a:pt x="11713" y="10515"/>
                    <a:pt x="11858" y="10158"/>
                    <a:pt x="11858" y="10009"/>
                  </a:cubicBezTo>
                  <a:cubicBezTo>
                    <a:pt x="11858" y="9860"/>
                    <a:pt x="11953" y="9791"/>
                    <a:pt x="12036" y="9751"/>
                  </a:cubicBezTo>
                  <a:cubicBezTo>
                    <a:pt x="12120" y="9711"/>
                    <a:pt x="12053" y="9424"/>
                    <a:pt x="12136" y="9404"/>
                  </a:cubicBezTo>
                  <a:cubicBezTo>
                    <a:pt x="12220" y="9384"/>
                    <a:pt x="12225" y="9324"/>
                    <a:pt x="12242" y="9205"/>
                  </a:cubicBezTo>
                  <a:cubicBezTo>
                    <a:pt x="12259" y="9086"/>
                    <a:pt x="12359" y="9165"/>
                    <a:pt x="12303" y="9066"/>
                  </a:cubicBezTo>
                  <a:cubicBezTo>
                    <a:pt x="12247" y="8967"/>
                    <a:pt x="12292" y="8937"/>
                    <a:pt x="12420" y="8937"/>
                  </a:cubicBezTo>
                  <a:cubicBezTo>
                    <a:pt x="12548" y="8937"/>
                    <a:pt x="12737" y="8858"/>
                    <a:pt x="12709" y="8630"/>
                  </a:cubicBezTo>
                  <a:cubicBezTo>
                    <a:pt x="12681" y="8401"/>
                    <a:pt x="12348" y="8570"/>
                    <a:pt x="12348" y="8381"/>
                  </a:cubicBezTo>
                  <a:cubicBezTo>
                    <a:pt x="12348" y="8192"/>
                    <a:pt x="11925" y="8183"/>
                    <a:pt x="11953" y="8074"/>
                  </a:cubicBezTo>
                  <a:cubicBezTo>
                    <a:pt x="11980" y="7964"/>
                    <a:pt x="12375" y="8153"/>
                    <a:pt x="12520" y="8252"/>
                  </a:cubicBezTo>
                  <a:cubicBezTo>
                    <a:pt x="12665" y="8351"/>
                    <a:pt x="12704" y="8342"/>
                    <a:pt x="12821" y="8332"/>
                  </a:cubicBezTo>
                  <a:cubicBezTo>
                    <a:pt x="12937" y="8322"/>
                    <a:pt x="12859" y="8054"/>
                    <a:pt x="12882" y="7944"/>
                  </a:cubicBezTo>
                  <a:cubicBezTo>
                    <a:pt x="12904" y="7835"/>
                    <a:pt x="13127" y="8113"/>
                    <a:pt x="13255" y="8054"/>
                  </a:cubicBezTo>
                  <a:cubicBezTo>
                    <a:pt x="13382" y="7994"/>
                    <a:pt x="13505" y="7527"/>
                    <a:pt x="13611" y="7399"/>
                  </a:cubicBezTo>
                  <a:cubicBezTo>
                    <a:pt x="13716" y="7269"/>
                    <a:pt x="13622" y="7150"/>
                    <a:pt x="13416" y="7180"/>
                  </a:cubicBezTo>
                  <a:cubicBezTo>
                    <a:pt x="13210" y="7210"/>
                    <a:pt x="13093" y="7071"/>
                    <a:pt x="12982" y="6922"/>
                  </a:cubicBezTo>
                  <a:cubicBezTo>
                    <a:pt x="12871" y="6773"/>
                    <a:pt x="12882" y="6654"/>
                    <a:pt x="12999" y="6674"/>
                  </a:cubicBezTo>
                  <a:cubicBezTo>
                    <a:pt x="13115" y="6694"/>
                    <a:pt x="13394" y="7101"/>
                    <a:pt x="13499" y="7111"/>
                  </a:cubicBezTo>
                  <a:cubicBezTo>
                    <a:pt x="13605" y="7121"/>
                    <a:pt x="13789" y="6743"/>
                    <a:pt x="13878" y="6624"/>
                  </a:cubicBezTo>
                  <a:cubicBezTo>
                    <a:pt x="13967" y="6505"/>
                    <a:pt x="13794" y="6455"/>
                    <a:pt x="13733" y="6366"/>
                  </a:cubicBezTo>
                  <a:cubicBezTo>
                    <a:pt x="13672" y="6277"/>
                    <a:pt x="13839" y="6217"/>
                    <a:pt x="13928" y="6217"/>
                  </a:cubicBezTo>
                  <a:cubicBezTo>
                    <a:pt x="14017" y="6217"/>
                    <a:pt x="14056" y="6356"/>
                    <a:pt x="14089" y="6425"/>
                  </a:cubicBezTo>
                  <a:cubicBezTo>
                    <a:pt x="14122" y="6495"/>
                    <a:pt x="14278" y="6376"/>
                    <a:pt x="14356" y="6376"/>
                  </a:cubicBezTo>
                  <a:cubicBezTo>
                    <a:pt x="14434" y="6376"/>
                    <a:pt x="14345" y="6148"/>
                    <a:pt x="14217" y="6058"/>
                  </a:cubicBezTo>
                  <a:cubicBezTo>
                    <a:pt x="14089" y="5969"/>
                    <a:pt x="14223" y="5800"/>
                    <a:pt x="14262" y="5939"/>
                  </a:cubicBezTo>
                  <a:cubicBezTo>
                    <a:pt x="14301" y="6078"/>
                    <a:pt x="14389" y="6048"/>
                    <a:pt x="14434" y="6207"/>
                  </a:cubicBezTo>
                  <a:cubicBezTo>
                    <a:pt x="14499" y="6439"/>
                    <a:pt x="14540" y="6286"/>
                    <a:pt x="14651" y="6217"/>
                  </a:cubicBezTo>
                  <a:cubicBezTo>
                    <a:pt x="14762" y="6148"/>
                    <a:pt x="14818" y="6028"/>
                    <a:pt x="14879" y="5909"/>
                  </a:cubicBezTo>
                  <a:cubicBezTo>
                    <a:pt x="14940" y="5790"/>
                    <a:pt x="14951" y="5929"/>
                    <a:pt x="15024" y="5741"/>
                  </a:cubicBezTo>
                  <a:cubicBezTo>
                    <a:pt x="15096" y="5552"/>
                    <a:pt x="14990" y="5373"/>
                    <a:pt x="14901" y="5254"/>
                  </a:cubicBezTo>
                  <a:cubicBezTo>
                    <a:pt x="14812" y="5135"/>
                    <a:pt x="14907" y="5016"/>
                    <a:pt x="14818" y="4937"/>
                  </a:cubicBezTo>
                  <a:cubicBezTo>
                    <a:pt x="14729" y="4857"/>
                    <a:pt x="14712" y="4708"/>
                    <a:pt x="14823" y="4748"/>
                  </a:cubicBezTo>
                  <a:cubicBezTo>
                    <a:pt x="14935" y="4787"/>
                    <a:pt x="15024" y="4728"/>
                    <a:pt x="15074" y="4589"/>
                  </a:cubicBezTo>
                  <a:cubicBezTo>
                    <a:pt x="15124" y="4450"/>
                    <a:pt x="14907" y="4420"/>
                    <a:pt x="15007" y="4321"/>
                  </a:cubicBezTo>
                  <a:cubicBezTo>
                    <a:pt x="15107" y="4222"/>
                    <a:pt x="15024" y="4123"/>
                    <a:pt x="14924" y="4123"/>
                  </a:cubicBezTo>
                  <a:cubicBezTo>
                    <a:pt x="14823" y="4123"/>
                    <a:pt x="14740" y="4033"/>
                    <a:pt x="14734" y="3884"/>
                  </a:cubicBezTo>
                  <a:cubicBezTo>
                    <a:pt x="14729" y="3735"/>
                    <a:pt x="14556" y="3835"/>
                    <a:pt x="14451" y="3745"/>
                  </a:cubicBezTo>
                  <a:cubicBezTo>
                    <a:pt x="14345" y="3656"/>
                    <a:pt x="14111" y="3676"/>
                    <a:pt x="14056" y="3686"/>
                  </a:cubicBezTo>
                  <a:cubicBezTo>
                    <a:pt x="14000" y="3696"/>
                    <a:pt x="13994" y="4103"/>
                    <a:pt x="14078" y="4113"/>
                  </a:cubicBezTo>
                  <a:cubicBezTo>
                    <a:pt x="14161" y="4123"/>
                    <a:pt x="14228" y="4281"/>
                    <a:pt x="14156" y="4331"/>
                  </a:cubicBezTo>
                  <a:cubicBezTo>
                    <a:pt x="14084" y="4381"/>
                    <a:pt x="14167" y="4539"/>
                    <a:pt x="14111" y="4529"/>
                  </a:cubicBezTo>
                  <a:cubicBezTo>
                    <a:pt x="14056" y="4520"/>
                    <a:pt x="13967" y="4470"/>
                    <a:pt x="13950" y="4728"/>
                  </a:cubicBezTo>
                  <a:cubicBezTo>
                    <a:pt x="13933" y="4986"/>
                    <a:pt x="13922" y="5085"/>
                    <a:pt x="13828" y="5175"/>
                  </a:cubicBezTo>
                  <a:cubicBezTo>
                    <a:pt x="13733" y="5264"/>
                    <a:pt x="13805" y="4887"/>
                    <a:pt x="13716" y="4897"/>
                  </a:cubicBezTo>
                  <a:cubicBezTo>
                    <a:pt x="13627" y="4907"/>
                    <a:pt x="13616" y="5215"/>
                    <a:pt x="13683" y="5244"/>
                  </a:cubicBezTo>
                  <a:cubicBezTo>
                    <a:pt x="13750" y="5274"/>
                    <a:pt x="13761" y="5373"/>
                    <a:pt x="13777" y="5522"/>
                  </a:cubicBezTo>
                  <a:cubicBezTo>
                    <a:pt x="13794" y="5671"/>
                    <a:pt x="13655" y="5562"/>
                    <a:pt x="13599" y="5741"/>
                  </a:cubicBezTo>
                  <a:cubicBezTo>
                    <a:pt x="13544" y="5919"/>
                    <a:pt x="13538" y="5661"/>
                    <a:pt x="13460" y="5542"/>
                  </a:cubicBezTo>
                  <a:cubicBezTo>
                    <a:pt x="13382" y="5423"/>
                    <a:pt x="13288" y="5224"/>
                    <a:pt x="13293" y="5076"/>
                  </a:cubicBezTo>
                  <a:cubicBezTo>
                    <a:pt x="13298" y="4945"/>
                    <a:pt x="13338" y="4897"/>
                    <a:pt x="13399" y="4877"/>
                  </a:cubicBezTo>
                  <a:cubicBezTo>
                    <a:pt x="13460" y="4857"/>
                    <a:pt x="13399" y="4758"/>
                    <a:pt x="13394" y="4579"/>
                  </a:cubicBezTo>
                  <a:cubicBezTo>
                    <a:pt x="13388" y="4400"/>
                    <a:pt x="13316" y="4460"/>
                    <a:pt x="13227" y="4271"/>
                  </a:cubicBezTo>
                  <a:cubicBezTo>
                    <a:pt x="13138" y="4083"/>
                    <a:pt x="13043" y="4083"/>
                    <a:pt x="12993" y="4172"/>
                  </a:cubicBezTo>
                  <a:cubicBezTo>
                    <a:pt x="12943" y="4262"/>
                    <a:pt x="12976" y="4430"/>
                    <a:pt x="12898" y="4490"/>
                  </a:cubicBezTo>
                  <a:cubicBezTo>
                    <a:pt x="12821" y="4549"/>
                    <a:pt x="12854" y="4827"/>
                    <a:pt x="12787" y="4847"/>
                  </a:cubicBezTo>
                  <a:cubicBezTo>
                    <a:pt x="12720" y="4867"/>
                    <a:pt x="12759" y="4361"/>
                    <a:pt x="12704" y="4311"/>
                  </a:cubicBezTo>
                  <a:cubicBezTo>
                    <a:pt x="12648" y="4262"/>
                    <a:pt x="12654" y="4142"/>
                    <a:pt x="12737" y="4123"/>
                  </a:cubicBezTo>
                  <a:cubicBezTo>
                    <a:pt x="12821" y="4103"/>
                    <a:pt x="12871" y="3944"/>
                    <a:pt x="12798" y="3944"/>
                  </a:cubicBezTo>
                  <a:cubicBezTo>
                    <a:pt x="12726" y="3944"/>
                    <a:pt x="12598" y="3805"/>
                    <a:pt x="12548" y="3765"/>
                  </a:cubicBezTo>
                  <a:cubicBezTo>
                    <a:pt x="12498" y="3725"/>
                    <a:pt x="12414" y="3934"/>
                    <a:pt x="12359" y="3855"/>
                  </a:cubicBezTo>
                  <a:cubicBezTo>
                    <a:pt x="12303" y="3775"/>
                    <a:pt x="12364" y="3576"/>
                    <a:pt x="12370" y="3467"/>
                  </a:cubicBezTo>
                  <a:cubicBezTo>
                    <a:pt x="12375" y="3358"/>
                    <a:pt x="12459" y="3517"/>
                    <a:pt x="12515" y="3378"/>
                  </a:cubicBezTo>
                  <a:cubicBezTo>
                    <a:pt x="12570" y="3239"/>
                    <a:pt x="12359" y="3239"/>
                    <a:pt x="12359" y="3090"/>
                  </a:cubicBezTo>
                  <a:cubicBezTo>
                    <a:pt x="12359" y="2941"/>
                    <a:pt x="12192" y="2901"/>
                    <a:pt x="12136" y="2852"/>
                  </a:cubicBezTo>
                  <a:cubicBezTo>
                    <a:pt x="12081" y="2802"/>
                    <a:pt x="12175" y="2554"/>
                    <a:pt x="12147" y="2455"/>
                  </a:cubicBezTo>
                  <a:cubicBezTo>
                    <a:pt x="12120" y="2355"/>
                    <a:pt x="11914" y="2028"/>
                    <a:pt x="11825" y="2058"/>
                  </a:cubicBezTo>
                  <a:cubicBezTo>
                    <a:pt x="11736" y="2087"/>
                    <a:pt x="11713" y="1849"/>
                    <a:pt x="11763" y="1859"/>
                  </a:cubicBezTo>
                  <a:cubicBezTo>
                    <a:pt x="11813" y="1869"/>
                    <a:pt x="11852" y="1810"/>
                    <a:pt x="11947" y="1621"/>
                  </a:cubicBezTo>
                  <a:cubicBezTo>
                    <a:pt x="12042" y="1432"/>
                    <a:pt x="12053" y="1373"/>
                    <a:pt x="11986" y="1333"/>
                  </a:cubicBezTo>
                  <a:cubicBezTo>
                    <a:pt x="11919" y="1293"/>
                    <a:pt x="11886" y="1174"/>
                    <a:pt x="12003" y="1184"/>
                  </a:cubicBezTo>
                  <a:cubicBezTo>
                    <a:pt x="12120" y="1194"/>
                    <a:pt x="12325" y="1333"/>
                    <a:pt x="12392" y="1244"/>
                  </a:cubicBezTo>
                  <a:cubicBezTo>
                    <a:pt x="12459" y="1154"/>
                    <a:pt x="12670" y="569"/>
                    <a:pt x="12754" y="360"/>
                  </a:cubicBezTo>
                  <a:cubicBezTo>
                    <a:pt x="12837" y="152"/>
                    <a:pt x="12693" y="132"/>
                    <a:pt x="12492" y="162"/>
                  </a:cubicBezTo>
                  <a:cubicBezTo>
                    <a:pt x="12292" y="191"/>
                    <a:pt x="12247" y="23"/>
                    <a:pt x="12081" y="3"/>
                  </a:cubicBezTo>
                  <a:cubicBezTo>
                    <a:pt x="11914" y="-17"/>
                    <a:pt x="11602" y="62"/>
                    <a:pt x="11558" y="152"/>
                  </a:cubicBezTo>
                  <a:cubicBezTo>
                    <a:pt x="11513" y="241"/>
                    <a:pt x="11641" y="320"/>
                    <a:pt x="11624" y="420"/>
                  </a:cubicBezTo>
                  <a:cubicBezTo>
                    <a:pt x="11608" y="519"/>
                    <a:pt x="11508" y="350"/>
                    <a:pt x="11463" y="390"/>
                  </a:cubicBezTo>
                  <a:cubicBezTo>
                    <a:pt x="11418" y="430"/>
                    <a:pt x="11480" y="559"/>
                    <a:pt x="11463" y="906"/>
                  </a:cubicBezTo>
                  <a:cubicBezTo>
                    <a:pt x="11446" y="1254"/>
                    <a:pt x="11502" y="1273"/>
                    <a:pt x="11558" y="1402"/>
                  </a:cubicBezTo>
                  <a:cubicBezTo>
                    <a:pt x="11613" y="1532"/>
                    <a:pt x="11602" y="1700"/>
                    <a:pt x="11602" y="1919"/>
                  </a:cubicBezTo>
                  <a:cubicBezTo>
                    <a:pt x="11602" y="2137"/>
                    <a:pt x="11485" y="2127"/>
                    <a:pt x="11446" y="2177"/>
                  </a:cubicBezTo>
                  <a:cubicBezTo>
                    <a:pt x="11407" y="2227"/>
                    <a:pt x="11546" y="2306"/>
                    <a:pt x="11524" y="2445"/>
                  </a:cubicBezTo>
                  <a:cubicBezTo>
                    <a:pt x="11502" y="2584"/>
                    <a:pt x="11385" y="2365"/>
                    <a:pt x="11318" y="2405"/>
                  </a:cubicBezTo>
                  <a:cubicBezTo>
                    <a:pt x="11252" y="2445"/>
                    <a:pt x="11196" y="2782"/>
                    <a:pt x="11268" y="2892"/>
                  </a:cubicBezTo>
                  <a:cubicBezTo>
                    <a:pt x="11341" y="3001"/>
                    <a:pt x="11368" y="2981"/>
                    <a:pt x="11313" y="3110"/>
                  </a:cubicBezTo>
                  <a:cubicBezTo>
                    <a:pt x="11257" y="3239"/>
                    <a:pt x="11196" y="3427"/>
                    <a:pt x="11330" y="3616"/>
                  </a:cubicBezTo>
                  <a:cubicBezTo>
                    <a:pt x="11463" y="3805"/>
                    <a:pt x="11708" y="3785"/>
                    <a:pt x="11836" y="3934"/>
                  </a:cubicBezTo>
                  <a:cubicBezTo>
                    <a:pt x="11964" y="4083"/>
                    <a:pt x="11780" y="3993"/>
                    <a:pt x="11830" y="4162"/>
                  </a:cubicBezTo>
                  <a:cubicBezTo>
                    <a:pt x="11880" y="4331"/>
                    <a:pt x="11747" y="4391"/>
                    <a:pt x="11752" y="4520"/>
                  </a:cubicBezTo>
                  <a:cubicBezTo>
                    <a:pt x="11758" y="4649"/>
                    <a:pt x="11808" y="4579"/>
                    <a:pt x="11875" y="4361"/>
                  </a:cubicBezTo>
                  <a:cubicBezTo>
                    <a:pt x="11941" y="4142"/>
                    <a:pt x="11992" y="4420"/>
                    <a:pt x="11986" y="4609"/>
                  </a:cubicBezTo>
                  <a:cubicBezTo>
                    <a:pt x="11980" y="4798"/>
                    <a:pt x="11886" y="4688"/>
                    <a:pt x="11813" y="4877"/>
                  </a:cubicBezTo>
                  <a:cubicBezTo>
                    <a:pt x="11741" y="5066"/>
                    <a:pt x="11674" y="5095"/>
                    <a:pt x="11569" y="5056"/>
                  </a:cubicBezTo>
                  <a:cubicBezTo>
                    <a:pt x="11463" y="5016"/>
                    <a:pt x="11524" y="5324"/>
                    <a:pt x="11569" y="5492"/>
                  </a:cubicBezTo>
                  <a:cubicBezTo>
                    <a:pt x="11613" y="5661"/>
                    <a:pt x="11558" y="5721"/>
                    <a:pt x="11435" y="5661"/>
                  </a:cubicBezTo>
                  <a:cubicBezTo>
                    <a:pt x="11313" y="5602"/>
                    <a:pt x="11240" y="5463"/>
                    <a:pt x="11302" y="5294"/>
                  </a:cubicBezTo>
                  <a:cubicBezTo>
                    <a:pt x="11363" y="5125"/>
                    <a:pt x="11407" y="4926"/>
                    <a:pt x="11335" y="4946"/>
                  </a:cubicBezTo>
                  <a:cubicBezTo>
                    <a:pt x="11263" y="4967"/>
                    <a:pt x="11096" y="4937"/>
                    <a:pt x="11046" y="4798"/>
                  </a:cubicBezTo>
                  <a:cubicBezTo>
                    <a:pt x="10996" y="4659"/>
                    <a:pt x="11079" y="4718"/>
                    <a:pt x="11229" y="4748"/>
                  </a:cubicBezTo>
                  <a:cubicBezTo>
                    <a:pt x="11380" y="4778"/>
                    <a:pt x="11252" y="4569"/>
                    <a:pt x="11363" y="4569"/>
                  </a:cubicBezTo>
                  <a:cubicBezTo>
                    <a:pt x="11474" y="4569"/>
                    <a:pt x="11558" y="4678"/>
                    <a:pt x="11652" y="4529"/>
                  </a:cubicBezTo>
                  <a:cubicBezTo>
                    <a:pt x="11747" y="4381"/>
                    <a:pt x="11591" y="4093"/>
                    <a:pt x="11513" y="4142"/>
                  </a:cubicBezTo>
                  <a:cubicBezTo>
                    <a:pt x="11435" y="4192"/>
                    <a:pt x="11313" y="4252"/>
                    <a:pt x="11313" y="4113"/>
                  </a:cubicBezTo>
                  <a:cubicBezTo>
                    <a:pt x="11313" y="3974"/>
                    <a:pt x="11446" y="4073"/>
                    <a:pt x="11519" y="4043"/>
                  </a:cubicBezTo>
                  <a:cubicBezTo>
                    <a:pt x="11591" y="4013"/>
                    <a:pt x="11480" y="3835"/>
                    <a:pt x="11368" y="3884"/>
                  </a:cubicBezTo>
                  <a:cubicBezTo>
                    <a:pt x="11257" y="3934"/>
                    <a:pt x="11179" y="3944"/>
                    <a:pt x="11090" y="3775"/>
                  </a:cubicBezTo>
                  <a:cubicBezTo>
                    <a:pt x="11001" y="3606"/>
                    <a:pt x="10840" y="3507"/>
                    <a:pt x="10801" y="3894"/>
                  </a:cubicBezTo>
                  <a:cubicBezTo>
                    <a:pt x="10762" y="4281"/>
                    <a:pt x="10606" y="4073"/>
                    <a:pt x="10545" y="4202"/>
                  </a:cubicBezTo>
                  <a:cubicBezTo>
                    <a:pt x="10484" y="4331"/>
                    <a:pt x="10617" y="4420"/>
                    <a:pt x="10768" y="4430"/>
                  </a:cubicBezTo>
                  <a:cubicBezTo>
                    <a:pt x="10918" y="4440"/>
                    <a:pt x="11029" y="4688"/>
                    <a:pt x="10957" y="4688"/>
                  </a:cubicBezTo>
                  <a:cubicBezTo>
                    <a:pt x="10884" y="4688"/>
                    <a:pt x="10918" y="4877"/>
                    <a:pt x="10840" y="4807"/>
                  </a:cubicBezTo>
                  <a:cubicBezTo>
                    <a:pt x="10762" y="4738"/>
                    <a:pt x="10684" y="4807"/>
                    <a:pt x="10740" y="4926"/>
                  </a:cubicBezTo>
                  <a:cubicBezTo>
                    <a:pt x="10795" y="5046"/>
                    <a:pt x="10717" y="5095"/>
                    <a:pt x="10723" y="5215"/>
                  </a:cubicBezTo>
                  <a:cubicBezTo>
                    <a:pt x="10729" y="5334"/>
                    <a:pt x="10606" y="5224"/>
                    <a:pt x="10489" y="5205"/>
                  </a:cubicBezTo>
                  <a:cubicBezTo>
                    <a:pt x="10373" y="5185"/>
                    <a:pt x="10156" y="5254"/>
                    <a:pt x="10000" y="5314"/>
                  </a:cubicBezTo>
                  <a:cubicBezTo>
                    <a:pt x="9844" y="5373"/>
                    <a:pt x="9672" y="5274"/>
                    <a:pt x="9605" y="5145"/>
                  </a:cubicBezTo>
                  <a:cubicBezTo>
                    <a:pt x="9538" y="5016"/>
                    <a:pt x="9449" y="5036"/>
                    <a:pt x="9338" y="5036"/>
                  </a:cubicBezTo>
                  <a:cubicBezTo>
                    <a:pt x="9226" y="5036"/>
                    <a:pt x="9260" y="4847"/>
                    <a:pt x="9115" y="4837"/>
                  </a:cubicBezTo>
                  <a:cubicBezTo>
                    <a:pt x="8970" y="4827"/>
                    <a:pt x="9004" y="4609"/>
                    <a:pt x="8987" y="4480"/>
                  </a:cubicBezTo>
                  <a:cubicBezTo>
                    <a:pt x="8970" y="4351"/>
                    <a:pt x="8681" y="4391"/>
                    <a:pt x="8575" y="4510"/>
                  </a:cubicBezTo>
                  <a:cubicBezTo>
                    <a:pt x="8470" y="4629"/>
                    <a:pt x="8264" y="4579"/>
                    <a:pt x="8208" y="4798"/>
                  </a:cubicBezTo>
                  <a:cubicBezTo>
                    <a:pt x="8153" y="5016"/>
                    <a:pt x="8258" y="4986"/>
                    <a:pt x="8320" y="4986"/>
                  </a:cubicBezTo>
                  <a:cubicBezTo>
                    <a:pt x="8405" y="4986"/>
                    <a:pt x="8397" y="4807"/>
                    <a:pt x="8553" y="4847"/>
                  </a:cubicBezTo>
                  <a:cubicBezTo>
                    <a:pt x="8709" y="4887"/>
                    <a:pt x="8820" y="4559"/>
                    <a:pt x="8887" y="4678"/>
                  </a:cubicBezTo>
                  <a:cubicBezTo>
                    <a:pt x="8954" y="4798"/>
                    <a:pt x="8620" y="5026"/>
                    <a:pt x="8475" y="5066"/>
                  </a:cubicBezTo>
                  <a:cubicBezTo>
                    <a:pt x="8331" y="5105"/>
                    <a:pt x="8364" y="5314"/>
                    <a:pt x="8503" y="5681"/>
                  </a:cubicBezTo>
                  <a:cubicBezTo>
                    <a:pt x="8642" y="6048"/>
                    <a:pt x="8442" y="5840"/>
                    <a:pt x="8442" y="6019"/>
                  </a:cubicBezTo>
                  <a:cubicBezTo>
                    <a:pt x="8442" y="6197"/>
                    <a:pt x="8180" y="5959"/>
                    <a:pt x="8286" y="5899"/>
                  </a:cubicBezTo>
                  <a:cubicBezTo>
                    <a:pt x="8392" y="5840"/>
                    <a:pt x="8342" y="5651"/>
                    <a:pt x="8258" y="5532"/>
                  </a:cubicBezTo>
                  <a:cubicBezTo>
                    <a:pt x="8175" y="5413"/>
                    <a:pt x="8119" y="5532"/>
                    <a:pt x="8130" y="5403"/>
                  </a:cubicBezTo>
                  <a:cubicBezTo>
                    <a:pt x="8141" y="5274"/>
                    <a:pt x="8041" y="5413"/>
                    <a:pt x="7963" y="5304"/>
                  </a:cubicBezTo>
                  <a:cubicBezTo>
                    <a:pt x="7886" y="5195"/>
                    <a:pt x="7847" y="5105"/>
                    <a:pt x="7741" y="5205"/>
                  </a:cubicBezTo>
                  <a:cubicBezTo>
                    <a:pt x="7635" y="5304"/>
                    <a:pt x="7513" y="5274"/>
                    <a:pt x="7279" y="5343"/>
                  </a:cubicBezTo>
                  <a:cubicBezTo>
                    <a:pt x="7045" y="5413"/>
                    <a:pt x="6617" y="5393"/>
                    <a:pt x="6539" y="5254"/>
                  </a:cubicBezTo>
                  <a:cubicBezTo>
                    <a:pt x="6461" y="5115"/>
                    <a:pt x="6739" y="4867"/>
                    <a:pt x="6823" y="4907"/>
                  </a:cubicBezTo>
                  <a:cubicBezTo>
                    <a:pt x="6904" y="4945"/>
                    <a:pt x="6856" y="4748"/>
                    <a:pt x="6728" y="4569"/>
                  </a:cubicBezTo>
                  <a:cubicBezTo>
                    <a:pt x="6600" y="4391"/>
                    <a:pt x="6317" y="4281"/>
                    <a:pt x="6322" y="4391"/>
                  </a:cubicBezTo>
                  <a:cubicBezTo>
                    <a:pt x="6328" y="4500"/>
                    <a:pt x="6161" y="4400"/>
                    <a:pt x="5955" y="4331"/>
                  </a:cubicBezTo>
                  <a:cubicBezTo>
                    <a:pt x="5749" y="4262"/>
                    <a:pt x="5721" y="4132"/>
                    <a:pt x="5588" y="4123"/>
                  </a:cubicBezTo>
                  <a:cubicBezTo>
                    <a:pt x="5459" y="4113"/>
                    <a:pt x="5254" y="4043"/>
                    <a:pt x="5098" y="3825"/>
                  </a:cubicBezTo>
                  <a:cubicBezTo>
                    <a:pt x="4942" y="3606"/>
                    <a:pt x="4575" y="3666"/>
                    <a:pt x="4531" y="3864"/>
                  </a:cubicBezTo>
                  <a:cubicBezTo>
                    <a:pt x="4486" y="4063"/>
                    <a:pt x="4364" y="4053"/>
                    <a:pt x="4241" y="4053"/>
                  </a:cubicBezTo>
                  <a:cubicBezTo>
                    <a:pt x="4119" y="4053"/>
                    <a:pt x="4297" y="3808"/>
                    <a:pt x="4252" y="3765"/>
                  </a:cubicBezTo>
                  <a:cubicBezTo>
                    <a:pt x="4194" y="3709"/>
                    <a:pt x="4258" y="3438"/>
                    <a:pt x="4169" y="3418"/>
                  </a:cubicBezTo>
                  <a:cubicBezTo>
                    <a:pt x="4080" y="3398"/>
                    <a:pt x="3997" y="4073"/>
                    <a:pt x="3830" y="4053"/>
                  </a:cubicBezTo>
                  <a:cubicBezTo>
                    <a:pt x="3663" y="4033"/>
                    <a:pt x="3590" y="3338"/>
                    <a:pt x="3451" y="3160"/>
                  </a:cubicBezTo>
                  <a:cubicBezTo>
                    <a:pt x="3312" y="2981"/>
                    <a:pt x="3184" y="2971"/>
                    <a:pt x="3301" y="3239"/>
                  </a:cubicBezTo>
                  <a:cubicBezTo>
                    <a:pt x="3418" y="3507"/>
                    <a:pt x="3201" y="3318"/>
                    <a:pt x="3212" y="3497"/>
                  </a:cubicBezTo>
                  <a:cubicBezTo>
                    <a:pt x="3223" y="3676"/>
                    <a:pt x="3023" y="3884"/>
                    <a:pt x="3028" y="3785"/>
                  </a:cubicBezTo>
                  <a:cubicBezTo>
                    <a:pt x="3034" y="3686"/>
                    <a:pt x="2917" y="3576"/>
                    <a:pt x="2784" y="3855"/>
                  </a:cubicBezTo>
                  <a:cubicBezTo>
                    <a:pt x="2650" y="4132"/>
                    <a:pt x="2556" y="4093"/>
                    <a:pt x="2544" y="3993"/>
                  </a:cubicBezTo>
                  <a:cubicBezTo>
                    <a:pt x="2533" y="3894"/>
                    <a:pt x="2138" y="4252"/>
                    <a:pt x="2155" y="4371"/>
                  </a:cubicBezTo>
                  <a:cubicBezTo>
                    <a:pt x="2172" y="4490"/>
                    <a:pt x="2094" y="4579"/>
                    <a:pt x="1988" y="4569"/>
                  </a:cubicBezTo>
                  <a:cubicBezTo>
                    <a:pt x="1882" y="4559"/>
                    <a:pt x="1966" y="4400"/>
                    <a:pt x="2049" y="4321"/>
                  </a:cubicBezTo>
                  <a:cubicBezTo>
                    <a:pt x="2143" y="4232"/>
                    <a:pt x="2400" y="3864"/>
                    <a:pt x="2533" y="3825"/>
                  </a:cubicBezTo>
                  <a:cubicBezTo>
                    <a:pt x="2667" y="3785"/>
                    <a:pt x="2923" y="3596"/>
                    <a:pt x="2928" y="3487"/>
                  </a:cubicBezTo>
                  <a:cubicBezTo>
                    <a:pt x="2934" y="3378"/>
                    <a:pt x="2800" y="3467"/>
                    <a:pt x="2711" y="3438"/>
                  </a:cubicBezTo>
                  <a:cubicBezTo>
                    <a:pt x="2622" y="3408"/>
                    <a:pt x="2467" y="3586"/>
                    <a:pt x="2316" y="3706"/>
                  </a:cubicBezTo>
                  <a:cubicBezTo>
                    <a:pt x="2166" y="3825"/>
                    <a:pt x="1994" y="3785"/>
                    <a:pt x="2038" y="3944"/>
                  </a:cubicBezTo>
                  <a:cubicBezTo>
                    <a:pt x="2083" y="4103"/>
                    <a:pt x="1899" y="3924"/>
                    <a:pt x="1860" y="4033"/>
                  </a:cubicBezTo>
                  <a:cubicBezTo>
                    <a:pt x="1821" y="4142"/>
                    <a:pt x="1749" y="4023"/>
                    <a:pt x="1804" y="3964"/>
                  </a:cubicBezTo>
                  <a:cubicBezTo>
                    <a:pt x="1860" y="3904"/>
                    <a:pt x="1671" y="3795"/>
                    <a:pt x="1671" y="3864"/>
                  </a:cubicBezTo>
                  <a:cubicBezTo>
                    <a:pt x="1671" y="3934"/>
                    <a:pt x="1638" y="4023"/>
                    <a:pt x="1504" y="4023"/>
                  </a:cubicBezTo>
                  <a:cubicBezTo>
                    <a:pt x="1371" y="4023"/>
                    <a:pt x="1237" y="4192"/>
                    <a:pt x="1326" y="4311"/>
                  </a:cubicBezTo>
                  <a:cubicBezTo>
                    <a:pt x="1415" y="4430"/>
                    <a:pt x="1471" y="4490"/>
                    <a:pt x="1426" y="4569"/>
                  </a:cubicBezTo>
                  <a:cubicBezTo>
                    <a:pt x="1382" y="4649"/>
                    <a:pt x="1243" y="4361"/>
                    <a:pt x="1048" y="4391"/>
                  </a:cubicBezTo>
                  <a:cubicBezTo>
                    <a:pt x="853" y="4420"/>
                    <a:pt x="464" y="4003"/>
                    <a:pt x="464" y="3904"/>
                  </a:cubicBezTo>
                  <a:cubicBezTo>
                    <a:pt x="464" y="3824"/>
                    <a:pt x="190" y="3874"/>
                    <a:pt x="0" y="3837"/>
                  </a:cubicBezTo>
                  <a:lnTo>
                    <a:pt x="0" y="10699"/>
                  </a:lnTo>
                  <a:cubicBezTo>
                    <a:pt x="0" y="10699"/>
                    <a:pt x="96" y="10827"/>
                    <a:pt x="134" y="10747"/>
                  </a:cubicBezTo>
                  <a:cubicBezTo>
                    <a:pt x="171" y="10668"/>
                    <a:pt x="237" y="10774"/>
                    <a:pt x="364" y="10668"/>
                  </a:cubicBezTo>
                  <a:cubicBezTo>
                    <a:pt x="490" y="10562"/>
                    <a:pt x="534" y="10787"/>
                    <a:pt x="534" y="10893"/>
                  </a:cubicBezTo>
                  <a:cubicBezTo>
                    <a:pt x="534" y="10999"/>
                    <a:pt x="712" y="11171"/>
                    <a:pt x="786" y="11343"/>
                  </a:cubicBezTo>
                  <a:cubicBezTo>
                    <a:pt x="860" y="11515"/>
                    <a:pt x="898" y="11660"/>
                    <a:pt x="979" y="11568"/>
                  </a:cubicBezTo>
                  <a:cubicBezTo>
                    <a:pt x="1061" y="11475"/>
                    <a:pt x="1209" y="11422"/>
                    <a:pt x="1209" y="11250"/>
                  </a:cubicBezTo>
                  <a:cubicBezTo>
                    <a:pt x="1209" y="11078"/>
                    <a:pt x="1550" y="11052"/>
                    <a:pt x="1550" y="11277"/>
                  </a:cubicBezTo>
                  <a:cubicBezTo>
                    <a:pt x="1550" y="11502"/>
                    <a:pt x="1899" y="11767"/>
                    <a:pt x="2092" y="12375"/>
                  </a:cubicBezTo>
                  <a:cubicBezTo>
                    <a:pt x="2285" y="12984"/>
                    <a:pt x="2255" y="13117"/>
                    <a:pt x="2537" y="13315"/>
                  </a:cubicBezTo>
                  <a:cubicBezTo>
                    <a:pt x="2819" y="13514"/>
                    <a:pt x="2812" y="13620"/>
                    <a:pt x="2774" y="13792"/>
                  </a:cubicBezTo>
                  <a:cubicBezTo>
                    <a:pt x="2737" y="13963"/>
                    <a:pt x="2945" y="14056"/>
                    <a:pt x="2826" y="14202"/>
                  </a:cubicBezTo>
                  <a:cubicBezTo>
                    <a:pt x="2781" y="14258"/>
                    <a:pt x="2717" y="14339"/>
                    <a:pt x="2655" y="14418"/>
                  </a:cubicBezTo>
                  <a:cubicBezTo>
                    <a:pt x="2661" y="14505"/>
                    <a:pt x="2705" y="14561"/>
                    <a:pt x="2761" y="14645"/>
                  </a:cubicBezTo>
                  <a:cubicBezTo>
                    <a:pt x="2828" y="14745"/>
                    <a:pt x="2639" y="14745"/>
                    <a:pt x="2695" y="14834"/>
                  </a:cubicBezTo>
                  <a:cubicBezTo>
                    <a:pt x="2750" y="14923"/>
                    <a:pt x="2684" y="15062"/>
                    <a:pt x="2739" y="15171"/>
                  </a:cubicBezTo>
                  <a:cubicBezTo>
                    <a:pt x="2795" y="15281"/>
                    <a:pt x="2895" y="15241"/>
                    <a:pt x="2956" y="15152"/>
                  </a:cubicBezTo>
                  <a:cubicBezTo>
                    <a:pt x="3017" y="15062"/>
                    <a:pt x="3062" y="15261"/>
                    <a:pt x="3012" y="15410"/>
                  </a:cubicBezTo>
                  <a:cubicBezTo>
                    <a:pt x="2962" y="15559"/>
                    <a:pt x="3067" y="15668"/>
                    <a:pt x="3118" y="15559"/>
                  </a:cubicBezTo>
                  <a:cubicBezTo>
                    <a:pt x="3168" y="15449"/>
                    <a:pt x="3273" y="15737"/>
                    <a:pt x="3323" y="15787"/>
                  </a:cubicBezTo>
                  <a:cubicBezTo>
                    <a:pt x="3373" y="15837"/>
                    <a:pt x="3424" y="15986"/>
                    <a:pt x="3340" y="15986"/>
                  </a:cubicBezTo>
                  <a:cubicBezTo>
                    <a:pt x="3257" y="15986"/>
                    <a:pt x="3268" y="16244"/>
                    <a:pt x="3329" y="16253"/>
                  </a:cubicBezTo>
                  <a:cubicBezTo>
                    <a:pt x="3390" y="16264"/>
                    <a:pt x="3385" y="16403"/>
                    <a:pt x="3385" y="16492"/>
                  </a:cubicBezTo>
                  <a:cubicBezTo>
                    <a:pt x="3385" y="16581"/>
                    <a:pt x="3579" y="16710"/>
                    <a:pt x="3652" y="16671"/>
                  </a:cubicBezTo>
                  <a:cubicBezTo>
                    <a:pt x="3724" y="16631"/>
                    <a:pt x="3791" y="16750"/>
                    <a:pt x="3824" y="16859"/>
                  </a:cubicBezTo>
                  <a:cubicBezTo>
                    <a:pt x="3857" y="16968"/>
                    <a:pt x="3991" y="17048"/>
                    <a:pt x="4041" y="16978"/>
                  </a:cubicBezTo>
                  <a:cubicBezTo>
                    <a:pt x="4091" y="16909"/>
                    <a:pt x="4125" y="17107"/>
                    <a:pt x="4136" y="17246"/>
                  </a:cubicBezTo>
                  <a:cubicBezTo>
                    <a:pt x="4147" y="17385"/>
                    <a:pt x="4258" y="17306"/>
                    <a:pt x="4325" y="17296"/>
                  </a:cubicBezTo>
                  <a:cubicBezTo>
                    <a:pt x="4392" y="17286"/>
                    <a:pt x="4431" y="17455"/>
                    <a:pt x="4475" y="17425"/>
                  </a:cubicBezTo>
                  <a:cubicBezTo>
                    <a:pt x="4573" y="17359"/>
                    <a:pt x="4603" y="17665"/>
                    <a:pt x="4667" y="17844"/>
                  </a:cubicBezTo>
                  <a:lnTo>
                    <a:pt x="11583" y="17777"/>
                  </a:lnTo>
                  <a:cubicBezTo>
                    <a:pt x="11583" y="17777"/>
                    <a:pt x="11587" y="17471"/>
                    <a:pt x="11669" y="17577"/>
                  </a:cubicBezTo>
                  <a:cubicBezTo>
                    <a:pt x="11750" y="17683"/>
                    <a:pt x="11676" y="17855"/>
                    <a:pt x="11773" y="17921"/>
                  </a:cubicBezTo>
                  <a:cubicBezTo>
                    <a:pt x="11869" y="17987"/>
                    <a:pt x="11936" y="18093"/>
                    <a:pt x="11988" y="18053"/>
                  </a:cubicBezTo>
                  <a:cubicBezTo>
                    <a:pt x="12040" y="18014"/>
                    <a:pt x="12129" y="17882"/>
                    <a:pt x="12218" y="18067"/>
                  </a:cubicBezTo>
                  <a:cubicBezTo>
                    <a:pt x="12307" y="18252"/>
                    <a:pt x="12374" y="18093"/>
                    <a:pt x="12425" y="18212"/>
                  </a:cubicBezTo>
                  <a:cubicBezTo>
                    <a:pt x="12477" y="18331"/>
                    <a:pt x="12574" y="18424"/>
                    <a:pt x="12641" y="18279"/>
                  </a:cubicBezTo>
                  <a:cubicBezTo>
                    <a:pt x="12695" y="18160"/>
                    <a:pt x="12900" y="18304"/>
                    <a:pt x="12999" y="18369"/>
                  </a:cubicBezTo>
                  <a:cubicBezTo>
                    <a:pt x="13121" y="18194"/>
                    <a:pt x="13218" y="17822"/>
                    <a:pt x="13327" y="17822"/>
                  </a:cubicBezTo>
                  <a:cubicBezTo>
                    <a:pt x="13472" y="17822"/>
                    <a:pt x="13839" y="17882"/>
                    <a:pt x="13861" y="18219"/>
                  </a:cubicBezTo>
                  <a:cubicBezTo>
                    <a:pt x="13883" y="18557"/>
                    <a:pt x="14106" y="18239"/>
                    <a:pt x="14128" y="18557"/>
                  </a:cubicBezTo>
                  <a:cubicBezTo>
                    <a:pt x="14147" y="18826"/>
                    <a:pt x="14294" y="19039"/>
                    <a:pt x="14269" y="19182"/>
                  </a:cubicBezTo>
                  <a:cubicBezTo>
                    <a:pt x="14312" y="19229"/>
                    <a:pt x="14365" y="19292"/>
                    <a:pt x="14412" y="19359"/>
                  </a:cubicBezTo>
                  <a:cubicBezTo>
                    <a:pt x="14483" y="19317"/>
                    <a:pt x="14671" y="19371"/>
                    <a:pt x="14796" y="19450"/>
                  </a:cubicBezTo>
                  <a:cubicBezTo>
                    <a:pt x="14951" y="19549"/>
                    <a:pt x="15185" y="19331"/>
                    <a:pt x="15263" y="19669"/>
                  </a:cubicBezTo>
                  <a:cubicBezTo>
                    <a:pt x="15341" y="20006"/>
                    <a:pt x="15522" y="20261"/>
                    <a:pt x="15352" y="20284"/>
                  </a:cubicBezTo>
                  <a:cubicBezTo>
                    <a:pt x="15207" y="20304"/>
                    <a:pt x="15018" y="19946"/>
                    <a:pt x="15029" y="20145"/>
                  </a:cubicBezTo>
                  <a:cubicBezTo>
                    <a:pt x="15040" y="20343"/>
                    <a:pt x="14951" y="20244"/>
                    <a:pt x="14951" y="20542"/>
                  </a:cubicBezTo>
                  <a:cubicBezTo>
                    <a:pt x="14951" y="20840"/>
                    <a:pt x="14840" y="21257"/>
                    <a:pt x="14773" y="21237"/>
                  </a:cubicBezTo>
                  <a:cubicBezTo>
                    <a:pt x="14771" y="21236"/>
                    <a:pt x="14769" y="21234"/>
                    <a:pt x="14767" y="21232"/>
                  </a:cubicBezTo>
                  <a:cubicBezTo>
                    <a:pt x="14756" y="21345"/>
                    <a:pt x="14755" y="21491"/>
                    <a:pt x="14808" y="21583"/>
                  </a:cubicBezTo>
                  <a:cubicBezTo>
                    <a:pt x="14892" y="21473"/>
                    <a:pt x="15014" y="21284"/>
                    <a:pt x="15118" y="21297"/>
                  </a:cubicBezTo>
                  <a:cubicBezTo>
                    <a:pt x="15285" y="21316"/>
                    <a:pt x="15330" y="21495"/>
                    <a:pt x="15441" y="21356"/>
                  </a:cubicBezTo>
                  <a:cubicBezTo>
                    <a:pt x="15552" y="21217"/>
                    <a:pt x="15575" y="21158"/>
                    <a:pt x="15597" y="21257"/>
                  </a:cubicBezTo>
                  <a:cubicBezTo>
                    <a:pt x="15600" y="21269"/>
                    <a:pt x="15598" y="21285"/>
                    <a:pt x="15593" y="21301"/>
                  </a:cubicBezTo>
                  <a:cubicBezTo>
                    <a:pt x="15635" y="21261"/>
                    <a:pt x="15665" y="21222"/>
                    <a:pt x="15667" y="21190"/>
                  </a:cubicBezTo>
                  <a:cubicBezTo>
                    <a:pt x="15670" y="21140"/>
                    <a:pt x="15663" y="21073"/>
                    <a:pt x="15653" y="21013"/>
                  </a:cubicBezTo>
                  <a:cubicBezTo>
                    <a:pt x="15542" y="21042"/>
                    <a:pt x="15505" y="21057"/>
                    <a:pt x="15474" y="20919"/>
                  </a:cubicBezTo>
                  <a:cubicBezTo>
                    <a:pt x="15430" y="20721"/>
                    <a:pt x="15808" y="20522"/>
                    <a:pt x="15986" y="20562"/>
                  </a:cubicBezTo>
                  <a:cubicBezTo>
                    <a:pt x="16155" y="20599"/>
                    <a:pt x="16274" y="20388"/>
                    <a:pt x="16333" y="20518"/>
                  </a:cubicBezTo>
                  <a:cubicBezTo>
                    <a:pt x="16440" y="20346"/>
                    <a:pt x="16622" y="20066"/>
                    <a:pt x="16669" y="20066"/>
                  </a:cubicBezTo>
                  <a:cubicBezTo>
                    <a:pt x="16736" y="20066"/>
                    <a:pt x="17529" y="20052"/>
                    <a:pt x="17529" y="20052"/>
                  </a:cubicBezTo>
                  <a:cubicBezTo>
                    <a:pt x="17529" y="20052"/>
                    <a:pt x="17804" y="19748"/>
                    <a:pt x="17841" y="19470"/>
                  </a:cubicBezTo>
                  <a:cubicBezTo>
                    <a:pt x="17878" y="19192"/>
                    <a:pt x="18056" y="18530"/>
                    <a:pt x="18160" y="18676"/>
                  </a:cubicBezTo>
                  <a:cubicBezTo>
                    <a:pt x="18264" y="18821"/>
                    <a:pt x="18486" y="18715"/>
                    <a:pt x="18494" y="18848"/>
                  </a:cubicBezTo>
                  <a:cubicBezTo>
                    <a:pt x="18501" y="18970"/>
                    <a:pt x="18420" y="19420"/>
                    <a:pt x="18705" y="20093"/>
                  </a:cubicBezTo>
                  <a:cubicBezTo>
                    <a:pt x="18806" y="19979"/>
                    <a:pt x="18909" y="19891"/>
                    <a:pt x="18968" y="19897"/>
                  </a:cubicBezTo>
                  <a:cubicBezTo>
                    <a:pt x="19069" y="19907"/>
                    <a:pt x="19219" y="19669"/>
                    <a:pt x="19263" y="19519"/>
                  </a:cubicBezTo>
                  <a:cubicBezTo>
                    <a:pt x="19308" y="19371"/>
                    <a:pt x="19369" y="19659"/>
                    <a:pt x="19280" y="19708"/>
                  </a:cubicBezTo>
                  <a:cubicBezTo>
                    <a:pt x="19191" y="19758"/>
                    <a:pt x="19352" y="19877"/>
                    <a:pt x="19508" y="19867"/>
                  </a:cubicBezTo>
                  <a:cubicBezTo>
                    <a:pt x="19664" y="19857"/>
                    <a:pt x="19436" y="19966"/>
                    <a:pt x="19319" y="19956"/>
                  </a:cubicBezTo>
                  <a:cubicBezTo>
                    <a:pt x="19202" y="19946"/>
                    <a:pt x="19152" y="19976"/>
                    <a:pt x="18996" y="20254"/>
                  </a:cubicBezTo>
                  <a:cubicBezTo>
                    <a:pt x="18840" y="20532"/>
                    <a:pt x="18879" y="20612"/>
                    <a:pt x="18968" y="20751"/>
                  </a:cubicBezTo>
                  <a:cubicBezTo>
                    <a:pt x="19057" y="20890"/>
                    <a:pt x="19174" y="20830"/>
                    <a:pt x="19297" y="20641"/>
                  </a:cubicBezTo>
                  <a:cubicBezTo>
                    <a:pt x="19419" y="20453"/>
                    <a:pt x="19414" y="20264"/>
                    <a:pt x="19536" y="20274"/>
                  </a:cubicBezTo>
                  <a:cubicBezTo>
                    <a:pt x="19658" y="20284"/>
                    <a:pt x="19975" y="20075"/>
                    <a:pt x="20115" y="19996"/>
                  </a:cubicBezTo>
                  <a:cubicBezTo>
                    <a:pt x="20254" y="19917"/>
                    <a:pt x="20165" y="19877"/>
                    <a:pt x="20165" y="19768"/>
                  </a:cubicBezTo>
                  <a:cubicBezTo>
                    <a:pt x="20165" y="19659"/>
                    <a:pt x="20409" y="19659"/>
                    <a:pt x="20498" y="19549"/>
                  </a:cubicBezTo>
                  <a:cubicBezTo>
                    <a:pt x="20587" y="19440"/>
                    <a:pt x="20482" y="19351"/>
                    <a:pt x="20404" y="1937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98" name="Shape 2352"/>
            <p:cNvSpPr/>
            <p:nvPr/>
          </p:nvSpPr>
          <p:spPr>
            <a:xfrm>
              <a:off x="1987549" y="1590039"/>
              <a:ext cx="322604" cy="157329"/>
            </a:xfrm>
            <a:custGeom>
              <a:avLst/>
              <a:gdLst/>
              <a:ahLst/>
              <a:cxnLst>
                <a:cxn ang="0">
                  <a:pos x="wd2" y="hd2"/>
                </a:cxn>
                <a:cxn ang="5400000">
                  <a:pos x="wd2" y="hd2"/>
                </a:cxn>
                <a:cxn ang="10800000">
                  <a:pos x="wd2" y="hd2"/>
                </a:cxn>
                <a:cxn ang="16200000">
                  <a:pos x="wd2" y="hd2"/>
                </a:cxn>
              </a:cxnLst>
              <a:rect l="0" t="0" r="r" b="b"/>
              <a:pathLst>
                <a:path w="19796" h="20027" extrusionOk="0">
                  <a:moveTo>
                    <a:pt x="19265" y="7165"/>
                  </a:moveTo>
                  <a:cubicBezTo>
                    <a:pt x="17644" y="11340"/>
                    <a:pt x="17104" y="11952"/>
                    <a:pt x="15433" y="11340"/>
                  </a:cubicBezTo>
                  <a:cubicBezTo>
                    <a:pt x="13763" y="10735"/>
                    <a:pt x="12733" y="12465"/>
                    <a:pt x="13566" y="13688"/>
                  </a:cubicBezTo>
                  <a:cubicBezTo>
                    <a:pt x="14402" y="14911"/>
                    <a:pt x="14451" y="15930"/>
                    <a:pt x="12733" y="16745"/>
                  </a:cubicBezTo>
                  <a:cubicBezTo>
                    <a:pt x="11012" y="17557"/>
                    <a:pt x="9883" y="20309"/>
                    <a:pt x="9196" y="20003"/>
                  </a:cubicBezTo>
                  <a:cubicBezTo>
                    <a:pt x="8508" y="19701"/>
                    <a:pt x="12143" y="14296"/>
                    <a:pt x="11209" y="12872"/>
                  </a:cubicBezTo>
                  <a:cubicBezTo>
                    <a:pt x="10277" y="11448"/>
                    <a:pt x="7968" y="15321"/>
                    <a:pt x="7919" y="17051"/>
                  </a:cubicBezTo>
                  <a:cubicBezTo>
                    <a:pt x="7870" y="18777"/>
                    <a:pt x="6347" y="18882"/>
                    <a:pt x="5415" y="18777"/>
                  </a:cubicBezTo>
                  <a:cubicBezTo>
                    <a:pt x="4480" y="18678"/>
                    <a:pt x="3252" y="16844"/>
                    <a:pt x="4185" y="16640"/>
                  </a:cubicBezTo>
                  <a:cubicBezTo>
                    <a:pt x="5120" y="16439"/>
                    <a:pt x="4480" y="14296"/>
                    <a:pt x="5758" y="13280"/>
                  </a:cubicBezTo>
                  <a:cubicBezTo>
                    <a:pt x="7034" y="12261"/>
                    <a:pt x="5511" y="10735"/>
                    <a:pt x="5905" y="9611"/>
                  </a:cubicBezTo>
                  <a:cubicBezTo>
                    <a:pt x="6299" y="8490"/>
                    <a:pt x="8901" y="10735"/>
                    <a:pt x="8950" y="8697"/>
                  </a:cubicBezTo>
                  <a:cubicBezTo>
                    <a:pt x="8999" y="6655"/>
                    <a:pt x="6347" y="4923"/>
                    <a:pt x="5463" y="6149"/>
                  </a:cubicBezTo>
                  <a:cubicBezTo>
                    <a:pt x="4579" y="7369"/>
                    <a:pt x="2515" y="10219"/>
                    <a:pt x="60" y="7977"/>
                  </a:cubicBezTo>
                  <a:cubicBezTo>
                    <a:pt x="-714" y="7276"/>
                    <a:pt x="6248" y="5741"/>
                    <a:pt x="7429" y="3499"/>
                  </a:cubicBezTo>
                  <a:cubicBezTo>
                    <a:pt x="8607" y="1257"/>
                    <a:pt x="13911" y="-1291"/>
                    <a:pt x="14304" y="744"/>
                  </a:cubicBezTo>
                  <a:cubicBezTo>
                    <a:pt x="14696" y="2783"/>
                    <a:pt x="11456" y="4111"/>
                    <a:pt x="13027" y="5945"/>
                  </a:cubicBezTo>
                  <a:cubicBezTo>
                    <a:pt x="14598" y="7780"/>
                    <a:pt x="17154" y="6557"/>
                    <a:pt x="17742" y="4620"/>
                  </a:cubicBezTo>
                  <a:cubicBezTo>
                    <a:pt x="18331" y="2684"/>
                    <a:pt x="20886" y="2989"/>
                    <a:pt x="19265" y="716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899" name="Shape 2353"/>
            <p:cNvSpPr/>
            <p:nvPr/>
          </p:nvSpPr>
          <p:spPr>
            <a:xfrm>
              <a:off x="2335370" y="1888171"/>
              <a:ext cx="326806" cy="134622"/>
            </a:xfrm>
            <a:custGeom>
              <a:avLst/>
              <a:gdLst/>
              <a:ahLst/>
              <a:cxnLst>
                <a:cxn ang="0">
                  <a:pos x="wd2" y="hd2"/>
                </a:cxn>
                <a:cxn ang="5400000">
                  <a:pos x="wd2" y="hd2"/>
                </a:cxn>
                <a:cxn ang="10800000">
                  <a:pos x="wd2" y="hd2"/>
                </a:cxn>
                <a:cxn ang="16200000">
                  <a:pos x="wd2" y="hd2"/>
                </a:cxn>
              </a:cxnLst>
              <a:rect l="0" t="0" r="r" b="b"/>
              <a:pathLst>
                <a:path w="21369" h="18628" extrusionOk="0">
                  <a:moveTo>
                    <a:pt x="14251" y="10177"/>
                  </a:moveTo>
                  <a:cubicBezTo>
                    <a:pt x="12209" y="13940"/>
                    <a:pt x="12366" y="12943"/>
                    <a:pt x="10587" y="13604"/>
                  </a:cubicBezTo>
                  <a:cubicBezTo>
                    <a:pt x="8807" y="14269"/>
                    <a:pt x="10221" y="18039"/>
                    <a:pt x="8074" y="18368"/>
                  </a:cubicBezTo>
                  <a:cubicBezTo>
                    <a:pt x="5928" y="18704"/>
                    <a:pt x="747" y="19147"/>
                    <a:pt x="14" y="16599"/>
                  </a:cubicBezTo>
                  <a:cubicBezTo>
                    <a:pt x="-231" y="15746"/>
                    <a:pt x="2840" y="16374"/>
                    <a:pt x="3050" y="14494"/>
                  </a:cubicBezTo>
                  <a:cubicBezTo>
                    <a:pt x="3260" y="12611"/>
                    <a:pt x="4097" y="9616"/>
                    <a:pt x="5405" y="9616"/>
                  </a:cubicBezTo>
                  <a:cubicBezTo>
                    <a:pt x="6714" y="9616"/>
                    <a:pt x="6609" y="5967"/>
                    <a:pt x="4463" y="3751"/>
                  </a:cubicBezTo>
                  <a:cubicBezTo>
                    <a:pt x="2318" y="1535"/>
                    <a:pt x="7551" y="92"/>
                    <a:pt x="8755" y="3637"/>
                  </a:cubicBezTo>
                  <a:cubicBezTo>
                    <a:pt x="9959" y="7185"/>
                    <a:pt x="12105" y="9734"/>
                    <a:pt x="13309" y="7185"/>
                  </a:cubicBezTo>
                  <a:cubicBezTo>
                    <a:pt x="14512" y="4634"/>
                    <a:pt x="21369" y="-2453"/>
                    <a:pt x="21369" y="871"/>
                  </a:cubicBezTo>
                  <a:cubicBezTo>
                    <a:pt x="21369" y="4191"/>
                    <a:pt x="16291" y="6410"/>
                    <a:pt x="14251" y="1017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00" name="Shape 2354"/>
            <p:cNvSpPr/>
            <p:nvPr/>
          </p:nvSpPr>
          <p:spPr>
            <a:xfrm>
              <a:off x="3130390" y="2484436"/>
              <a:ext cx="120828" cy="209490"/>
            </a:xfrm>
            <a:custGeom>
              <a:avLst/>
              <a:gdLst/>
              <a:ahLst/>
              <a:cxnLst>
                <a:cxn ang="0">
                  <a:pos x="wd2" y="hd2"/>
                </a:cxn>
                <a:cxn ang="5400000">
                  <a:pos x="wd2" y="hd2"/>
                </a:cxn>
                <a:cxn ang="10800000">
                  <a:pos x="wd2" y="hd2"/>
                </a:cxn>
                <a:cxn ang="16200000">
                  <a:pos x="wd2" y="hd2"/>
                </a:cxn>
              </a:cxnLst>
              <a:rect l="0" t="0" r="r" b="b"/>
              <a:pathLst>
                <a:path w="20912" h="20392" extrusionOk="0">
                  <a:moveTo>
                    <a:pt x="18467" y="20385"/>
                  </a:moveTo>
                  <a:cubicBezTo>
                    <a:pt x="14657" y="20621"/>
                    <a:pt x="18816" y="14700"/>
                    <a:pt x="11846" y="12544"/>
                  </a:cubicBezTo>
                  <a:cubicBezTo>
                    <a:pt x="3651" y="10010"/>
                    <a:pt x="0" y="5294"/>
                    <a:pt x="0" y="2745"/>
                  </a:cubicBezTo>
                  <a:cubicBezTo>
                    <a:pt x="0" y="197"/>
                    <a:pt x="6966" y="-979"/>
                    <a:pt x="9754" y="981"/>
                  </a:cubicBezTo>
                  <a:cubicBezTo>
                    <a:pt x="12541" y="2941"/>
                    <a:pt x="16725" y="10976"/>
                    <a:pt x="19162" y="13524"/>
                  </a:cubicBezTo>
                  <a:cubicBezTo>
                    <a:pt x="21600" y="16072"/>
                    <a:pt x="21600" y="20189"/>
                    <a:pt x="18467" y="2038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01" name="Shape 2355"/>
            <p:cNvSpPr/>
            <p:nvPr/>
          </p:nvSpPr>
          <p:spPr>
            <a:xfrm>
              <a:off x="0" y="1242218"/>
              <a:ext cx="4610071" cy="3122495"/>
            </a:xfrm>
            <a:custGeom>
              <a:avLst/>
              <a:gdLst/>
              <a:ahLst/>
              <a:cxnLst>
                <a:cxn ang="0">
                  <a:pos x="wd2" y="hd2"/>
                </a:cxn>
                <a:cxn ang="5400000">
                  <a:pos x="wd2" y="hd2"/>
                </a:cxn>
                <a:cxn ang="10800000">
                  <a:pos x="wd2" y="hd2"/>
                </a:cxn>
                <a:cxn ang="16200000">
                  <a:pos x="wd2" y="hd2"/>
                </a:cxn>
              </a:cxnLst>
              <a:rect l="0" t="0" r="r" b="b"/>
              <a:pathLst>
                <a:path w="21574" h="21518" extrusionOk="0">
                  <a:moveTo>
                    <a:pt x="21395" y="11431"/>
                  </a:moveTo>
                  <a:cubicBezTo>
                    <a:pt x="21389" y="11339"/>
                    <a:pt x="21200" y="11413"/>
                    <a:pt x="21112" y="11311"/>
                  </a:cubicBezTo>
                  <a:cubicBezTo>
                    <a:pt x="21024" y="11209"/>
                    <a:pt x="20873" y="11672"/>
                    <a:pt x="20842" y="11866"/>
                  </a:cubicBezTo>
                  <a:cubicBezTo>
                    <a:pt x="20811" y="12060"/>
                    <a:pt x="20578" y="12273"/>
                    <a:pt x="20578" y="12273"/>
                  </a:cubicBezTo>
                  <a:cubicBezTo>
                    <a:pt x="20578" y="12273"/>
                    <a:pt x="19906" y="12282"/>
                    <a:pt x="19850" y="12282"/>
                  </a:cubicBezTo>
                  <a:cubicBezTo>
                    <a:pt x="19810" y="12282"/>
                    <a:pt x="19656" y="12479"/>
                    <a:pt x="19565" y="12599"/>
                  </a:cubicBezTo>
                  <a:cubicBezTo>
                    <a:pt x="19568" y="12604"/>
                    <a:pt x="19571" y="12609"/>
                    <a:pt x="19573" y="12615"/>
                  </a:cubicBezTo>
                  <a:cubicBezTo>
                    <a:pt x="19641" y="12796"/>
                    <a:pt x="19394" y="12907"/>
                    <a:pt x="19159" y="12921"/>
                  </a:cubicBezTo>
                  <a:cubicBezTo>
                    <a:pt x="19086" y="12925"/>
                    <a:pt x="19032" y="12936"/>
                    <a:pt x="18990" y="12944"/>
                  </a:cubicBezTo>
                  <a:cubicBezTo>
                    <a:pt x="18998" y="12987"/>
                    <a:pt x="19004" y="13034"/>
                    <a:pt x="19002" y="13068"/>
                  </a:cubicBezTo>
                  <a:cubicBezTo>
                    <a:pt x="19000" y="13091"/>
                    <a:pt x="18975" y="13118"/>
                    <a:pt x="18939" y="13146"/>
                  </a:cubicBezTo>
                  <a:cubicBezTo>
                    <a:pt x="18903" y="13254"/>
                    <a:pt x="18614" y="13461"/>
                    <a:pt x="18452" y="13587"/>
                  </a:cubicBezTo>
                  <a:cubicBezTo>
                    <a:pt x="18273" y="13726"/>
                    <a:pt x="18028" y="13656"/>
                    <a:pt x="18028" y="13448"/>
                  </a:cubicBezTo>
                  <a:cubicBezTo>
                    <a:pt x="18028" y="13240"/>
                    <a:pt x="18160" y="13282"/>
                    <a:pt x="18188" y="13379"/>
                  </a:cubicBezTo>
                  <a:cubicBezTo>
                    <a:pt x="18199" y="13415"/>
                    <a:pt x="18230" y="13389"/>
                    <a:pt x="18274" y="13343"/>
                  </a:cubicBezTo>
                  <a:cubicBezTo>
                    <a:pt x="18229" y="13279"/>
                    <a:pt x="18230" y="13176"/>
                    <a:pt x="18239" y="13098"/>
                  </a:cubicBezTo>
                  <a:cubicBezTo>
                    <a:pt x="18185" y="13063"/>
                    <a:pt x="18269" y="12752"/>
                    <a:pt x="18160" y="12699"/>
                  </a:cubicBezTo>
                  <a:cubicBezTo>
                    <a:pt x="18047" y="12643"/>
                    <a:pt x="17915" y="12935"/>
                    <a:pt x="17934" y="12754"/>
                  </a:cubicBezTo>
                  <a:cubicBezTo>
                    <a:pt x="17952" y="12574"/>
                    <a:pt x="18122" y="12421"/>
                    <a:pt x="18018" y="12185"/>
                  </a:cubicBezTo>
                  <a:cubicBezTo>
                    <a:pt x="17915" y="11950"/>
                    <a:pt x="17726" y="11950"/>
                    <a:pt x="17689" y="12130"/>
                  </a:cubicBezTo>
                  <a:cubicBezTo>
                    <a:pt x="17651" y="12310"/>
                    <a:pt x="17519" y="12227"/>
                    <a:pt x="17472" y="12366"/>
                  </a:cubicBezTo>
                  <a:cubicBezTo>
                    <a:pt x="17425" y="12504"/>
                    <a:pt x="17378" y="12810"/>
                    <a:pt x="17415" y="13032"/>
                  </a:cubicBezTo>
                  <a:cubicBezTo>
                    <a:pt x="17453" y="13254"/>
                    <a:pt x="17406" y="13365"/>
                    <a:pt x="17265" y="13490"/>
                  </a:cubicBezTo>
                  <a:cubicBezTo>
                    <a:pt x="17123" y="13614"/>
                    <a:pt x="17049" y="13299"/>
                    <a:pt x="17104" y="12893"/>
                  </a:cubicBezTo>
                  <a:cubicBezTo>
                    <a:pt x="17142" y="12615"/>
                    <a:pt x="17246" y="12352"/>
                    <a:pt x="17152" y="12352"/>
                  </a:cubicBezTo>
                  <a:cubicBezTo>
                    <a:pt x="17057" y="12352"/>
                    <a:pt x="17274" y="12019"/>
                    <a:pt x="17472" y="11950"/>
                  </a:cubicBezTo>
                  <a:cubicBezTo>
                    <a:pt x="17670" y="11880"/>
                    <a:pt x="17915" y="11908"/>
                    <a:pt x="17915" y="11824"/>
                  </a:cubicBezTo>
                  <a:cubicBezTo>
                    <a:pt x="17915" y="11808"/>
                    <a:pt x="17924" y="11796"/>
                    <a:pt x="17939" y="11789"/>
                  </a:cubicBezTo>
                  <a:cubicBezTo>
                    <a:pt x="17898" y="11742"/>
                    <a:pt x="17854" y="11698"/>
                    <a:pt x="17818" y="11665"/>
                  </a:cubicBezTo>
                  <a:cubicBezTo>
                    <a:pt x="17814" y="11683"/>
                    <a:pt x="17806" y="11699"/>
                    <a:pt x="17792" y="11714"/>
                  </a:cubicBezTo>
                  <a:cubicBezTo>
                    <a:pt x="17715" y="11793"/>
                    <a:pt x="17736" y="11589"/>
                    <a:pt x="17594" y="11589"/>
                  </a:cubicBezTo>
                  <a:cubicBezTo>
                    <a:pt x="17453" y="11589"/>
                    <a:pt x="17312" y="11783"/>
                    <a:pt x="17199" y="11700"/>
                  </a:cubicBezTo>
                  <a:cubicBezTo>
                    <a:pt x="17086" y="11616"/>
                    <a:pt x="17142" y="11505"/>
                    <a:pt x="17038" y="11505"/>
                  </a:cubicBezTo>
                  <a:cubicBezTo>
                    <a:pt x="16935" y="11505"/>
                    <a:pt x="17114" y="11214"/>
                    <a:pt x="16963" y="11339"/>
                  </a:cubicBezTo>
                  <a:cubicBezTo>
                    <a:pt x="16812" y="11464"/>
                    <a:pt x="16586" y="11769"/>
                    <a:pt x="16483" y="11630"/>
                  </a:cubicBezTo>
                  <a:cubicBezTo>
                    <a:pt x="16379" y="11492"/>
                    <a:pt x="16285" y="11672"/>
                    <a:pt x="16209" y="11561"/>
                  </a:cubicBezTo>
                  <a:cubicBezTo>
                    <a:pt x="16134" y="11450"/>
                    <a:pt x="16473" y="11145"/>
                    <a:pt x="16633" y="11159"/>
                  </a:cubicBezTo>
                  <a:cubicBezTo>
                    <a:pt x="16673" y="11162"/>
                    <a:pt x="16709" y="11136"/>
                    <a:pt x="16742" y="11097"/>
                  </a:cubicBezTo>
                  <a:cubicBezTo>
                    <a:pt x="16658" y="11051"/>
                    <a:pt x="16484" y="10951"/>
                    <a:pt x="16439" y="11034"/>
                  </a:cubicBezTo>
                  <a:cubicBezTo>
                    <a:pt x="16382" y="11135"/>
                    <a:pt x="16300" y="11071"/>
                    <a:pt x="16256" y="10987"/>
                  </a:cubicBezTo>
                  <a:cubicBezTo>
                    <a:pt x="16212" y="10904"/>
                    <a:pt x="16156" y="11015"/>
                    <a:pt x="16080" y="10886"/>
                  </a:cubicBezTo>
                  <a:cubicBezTo>
                    <a:pt x="16005" y="10756"/>
                    <a:pt x="15930" y="10849"/>
                    <a:pt x="15886" y="10876"/>
                  </a:cubicBezTo>
                  <a:cubicBezTo>
                    <a:pt x="15842" y="10904"/>
                    <a:pt x="15785" y="10830"/>
                    <a:pt x="15704" y="10784"/>
                  </a:cubicBezTo>
                  <a:cubicBezTo>
                    <a:pt x="15622" y="10738"/>
                    <a:pt x="15685" y="10617"/>
                    <a:pt x="15616" y="10543"/>
                  </a:cubicBezTo>
                  <a:cubicBezTo>
                    <a:pt x="15547" y="10469"/>
                    <a:pt x="15543" y="10683"/>
                    <a:pt x="15543" y="10683"/>
                  </a:cubicBezTo>
                  <a:lnTo>
                    <a:pt x="9687" y="10730"/>
                  </a:lnTo>
                  <a:cubicBezTo>
                    <a:pt x="9693" y="10744"/>
                    <a:pt x="9700" y="10758"/>
                    <a:pt x="9708" y="10770"/>
                  </a:cubicBezTo>
                  <a:cubicBezTo>
                    <a:pt x="9778" y="10881"/>
                    <a:pt x="9722" y="10964"/>
                    <a:pt x="9745" y="11096"/>
                  </a:cubicBezTo>
                  <a:cubicBezTo>
                    <a:pt x="9769" y="11228"/>
                    <a:pt x="9750" y="11415"/>
                    <a:pt x="9679" y="11415"/>
                  </a:cubicBezTo>
                  <a:cubicBezTo>
                    <a:pt x="9609" y="11415"/>
                    <a:pt x="9599" y="11297"/>
                    <a:pt x="9651" y="11256"/>
                  </a:cubicBezTo>
                  <a:cubicBezTo>
                    <a:pt x="9703" y="11214"/>
                    <a:pt x="9675" y="11061"/>
                    <a:pt x="9623" y="11061"/>
                  </a:cubicBezTo>
                  <a:cubicBezTo>
                    <a:pt x="9593" y="11061"/>
                    <a:pt x="9580" y="11009"/>
                    <a:pt x="9582" y="10948"/>
                  </a:cubicBezTo>
                  <a:cubicBezTo>
                    <a:pt x="9486" y="10987"/>
                    <a:pt x="9375" y="10969"/>
                    <a:pt x="9246" y="10947"/>
                  </a:cubicBezTo>
                  <a:cubicBezTo>
                    <a:pt x="9248" y="10955"/>
                    <a:pt x="9250" y="10963"/>
                    <a:pt x="9251" y="10971"/>
                  </a:cubicBezTo>
                  <a:cubicBezTo>
                    <a:pt x="9255" y="11055"/>
                    <a:pt x="9284" y="11242"/>
                    <a:pt x="9359" y="11387"/>
                  </a:cubicBezTo>
                  <a:cubicBezTo>
                    <a:pt x="9434" y="11533"/>
                    <a:pt x="9383" y="11623"/>
                    <a:pt x="9453" y="11679"/>
                  </a:cubicBezTo>
                  <a:cubicBezTo>
                    <a:pt x="9524" y="11734"/>
                    <a:pt x="9519" y="11797"/>
                    <a:pt x="9453" y="11783"/>
                  </a:cubicBezTo>
                  <a:cubicBezTo>
                    <a:pt x="9387" y="11769"/>
                    <a:pt x="9434" y="11859"/>
                    <a:pt x="9411" y="12067"/>
                  </a:cubicBezTo>
                  <a:cubicBezTo>
                    <a:pt x="9387" y="12276"/>
                    <a:pt x="9392" y="12706"/>
                    <a:pt x="9378" y="12838"/>
                  </a:cubicBezTo>
                  <a:cubicBezTo>
                    <a:pt x="9364" y="12969"/>
                    <a:pt x="9260" y="13184"/>
                    <a:pt x="9321" y="13323"/>
                  </a:cubicBezTo>
                  <a:cubicBezTo>
                    <a:pt x="9383" y="13462"/>
                    <a:pt x="9425" y="13656"/>
                    <a:pt x="9392" y="13829"/>
                  </a:cubicBezTo>
                  <a:cubicBezTo>
                    <a:pt x="9359" y="14003"/>
                    <a:pt x="9364" y="14107"/>
                    <a:pt x="9415" y="14239"/>
                  </a:cubicBezTo>
                  <a:cubicBezTo>
                    <a:pt x="9467" y="14371"/>
                    <a:pt x="9425" y="14600"/>
                    <a:pt x="9481" y="14648"/>
                  </a:cubicBezTo>
                  <a:cubicBezTo>
                    <a:pt x="9538" y="14697"/>
                    <a:pt x="9590" y="14794"/>
                    <a:pt x="9642" y="14919"/>
                  </a:cubicBezTo>
                  <a:cubicBezTo>
                    <a:pt x="9694" y="15044"/>
                    <a:pt x="9741" y="14967"/>
                    <a:pt x="9750" y="15092"/>
                  </a:cubicBezTo>
                  <a:cubicBezTo>
                    <a:pt x="9759" y="15217"/>
                    <a:pt x="9759" y="15238"/>
                    <a:pt x="9835" y="15286"/>
                  </a:cubicBezTo>
                  <a:cubicBezTo>
                    <a:pt x="9910" y="15335"/>
                    <a:pt x="9863" y="15460"/>
                    <a:pt x="9863" y="15529"/>
                  </a:cubicBezTo>
                  <a:cubicBezTo>
                    <a:pt x="9863" y="15598"/>
                    <a:pt x="9962" y="15724"/>
                    <a:pt x="10085" y="15883"/>
                  </a:cubicBezTo>
                  <a:cubicBezTo>
                    <a:pt x="10207" y="16042"/>
                    <a:pt x="10103" y="16174"/>
                    <a:pt x="10193" y="16174"/>
                  </a:cubicBezTo>
                  <a:cubicBezTo>
                    <a:pt x="10282" y="16174"/>
                    <a:pt x="10367" y="16251"/>
                    <a:pt x="10457" y="16334"/>
                  </a:cubicBezTo>
                  <a:cubicBezTo>
                    <a:pt x="10546" y="16417"/>
                    <a:pt x="10574" y="16369"/>
                    <a:pt x="10636" y="16389"/>
                  </a:cubicBezTo>
                  <a:cubicBezTo>
                    <a:pt x="10697" y="16410"/>
                    <a:pt x="10810" y="16605"/>
                    <a:pt x="10834" y="16736"/>
                  </a:cubicBezTo>
                  <a:cubicBezTo>
                    <a:pt x="10845" y="16798"/>
                    <a:pt x="10859" y="16863"/>
                    <a:pt x="10881" y="16934"/>
                  </a:cubicBezTo>
                  <a:lnTo>
                    <a:pt x="11370" y="16839"/>
                  </a:lnTo>
                  <a:cubicBezTo>
                    <a:pt x="11370" y="16839"/>
                    <a:pt x="11521" y="16995"/>
                    <a:pt x="11606" y="17025"/>
                  </a:cubicBezTo>
                  <a:cubicBezTo>
                    <a:pt x="11692" y="17054"/>
                    <a:pt x="12155" y="17306"/>
                    <a:pt x="12155" y="17306"/>
                  </a:cubicBezTo>
                  <a:lnTo>
                    <a:pt x="12759" y="17299"/>
                  </a:lnTo>
                  <a:lnTo>
                    <a:pt x="12830" y="17165"/>
                  </a:lnTo>
                  <a:lnTo>
                    <a:pt x="13162" y="17165"/>
                  </a:lnTo>
                  <a:cubicBezTo>
                    <a:pt x="13162" y="17165"/>
                    <a:pt x="13373" y="17469"/>
                    <a:pt x="13403" y="17484"/>
                  </a:cubicBezTo>
                  <a:cubicBezTo>
                    <a:pt x="13434" y="17499"/>
                    <a:pt x="13539" y="17640"/>
                    <a:pt x="13539" y="17729"/>
                  </a:cubicBezTo>
                  <a:cubicBezTo>
                    <a:pt x="13539" y="17818"/>
                    <a:pt x="13564" y="17892"/>
                    <a:pt x="13615" y="17929"/>
                  </a:cubicBezTo>
                  <a:cubicBezTo>
                    <a:pt x="13665" y="17966"/>
                    <a:pt x="13836" y="18129"/>
                    <a:pt x="13861" y="18114"/>
                  </a:cubicBezTo>
                  <a:cubicBezTo>
                    <a:pt x="13886" y="18099"/>
                    <a:pt x="13937" y="17818"/>
                    <a:pt x="14027" y="17825"/>
                  </a:cubicBezTo>
                  <a:cubicBezTo>
                    <a:pt x="14118" y="17832"/>
                    <a:pt x="14365" y="17936"/>
                    <a:pt x="14405" y="18144"/>
                  </a:cubicBezTo>
                  <a:cubicBezTo>
                    <a:pt x="14445" y="18351"/>
                    <a:pt x="14566" y="18522"/>
                    <a:pt x="14606" y="18566"/>
                  </a:cubicBezTo>
                  <a:cubicBezTo>
                    <a:pt x="14646" y="18610"/>
                    <a:pt x="14626" y="18737"/>
                    <a:pt x="14657" y="18803"/>
                  </a:cubicBezTo>
                  <a:cubicBezTo>
                    <a:pt x="14687" y="18870"/>
                    <a:pt x="14682" y="18996"/>
                    <a:pt x="14717" y="18996"/>
                  </a:cubicBezTo>
                  <a:cubicBezTo>
                    <a:pt x="14752" y="18996"/>
                    <a:pt x="14933" y="19159"/>
                    <a:pt x="15014" y="19152"/>
                  </a:cubicBezTo>
                  <a:cubicBezTo>
                    <a:pt x="15038" y="19150"/>
                    <a:pt x="15070" y="19171"/>
                    <a:pt x="15102" y="19200"/>
                  </a:cubicBezTo>
                  <a:cubicBezTo>
                    <a:pt x="15112" y="18953"/>
                    <a:pt x="14939" y="18911"/>
                    <a:pt x="15041" y="18797"/>
                  </a:cubicBezTo>
                  <a:cubicBezTo>
                    <a:pt x="15159" y="18665"/>
                    <a:pt x="15036" y="18554"/>
                    <a:pt x="15093" y="18498"/>
                  </a:cubicBezTo>
                  <a:cubicBezTo>
                    <a:pt x="15149" y="18443"/>
                    <a:pt x="15248" y="18388"/>
                    <a:pt x="15248" y="18304"/>
                  </a:cubicBezTo>
                  <a:cubicBezTo>
                    <a:pt x="15248" y="18221"/>
                    <a:pt x="15300" y="18221"/>
                    <a:pt x="15375" y="18235"/>
                  </a:cubicBezTo>
                  <a:cubicBezTo>
                    <a:pt x="15451" y="18249"/>
                    <a:pt x="15592" y="18054"/>
                    <a:pt x="15583" y="17978"/>
                  </a:cubicBezTo>
                  <a:cubicBezTo>
                    <a:pt x="15573" y="17902"/>
                    <a:pt x="15597" y="17888"/>
                    <a:pt x="15686" y="17916"/>
                  </a:cubicBezTo>
                  <a:cubicBezTo>
                    <a:pt x="15776" y="17944"/>
                    <a:pt x="15762" y="17763"/>
                    <a:pt x="15818" y="17791"/>
                  </a:cubicBezTo>
                  <a:cubicBezTo>
                    <a:pt x="15875" y="17819"/>
                    <a:pt x="15922" y="17867"/>
                    <a:pt x="15927" y="17805"/>
                  </a:cubicBezTo>
                  <a:cubicBezTo>
                    <a:pt x="15931" y="17742"/>
                    <a:pt x="15988" y="17756"/>
                    <a:pt x="16030" y="17839"/>
                  </a:cubicBezTo>
                  <a:cubicBezTo>
                    <a:pt x="16073" y="17923"/>
                    <a:pt x="16195" y="17944"/>
                    <a:pt x="16205" y="17846"/>
                  </a:cubicBezTo>
                  <a:cubicBezTo>
                    <a:pt x="16214" y="17749"/>
                    <a:pt x="16285" y="17846"/>
                    <a:pt x="16346" y="17944"/>
                  </a:cubicBezTo>
                  <a:cubicBezTo>
                    <a:pt x="16407" y="18041"/>
                    <a:pt x="16435" y="18013"/>
                    <a:pt x="16525" y="18020"/>
                  </a:cubicBezTo>
                  <a:cubicBezTo>
                    <a:pt x="16614" y="18027"/>
                    <a:pt x="16614" y="17992"/>
                    <a:pt x="16619" y="17909"/>
                  </a:cubicBezTo>
                  <a:cubicBezTo>
                    <a:pt x="16624" y="17826"/>
                    <a:pt x="16718" y="18089"/>
                    <a:pt x="16808" y="18103"/>
                  </a:cubicBezTo>
                  <a:cubicBezTo>
                    <a:pt x="16897" y="18117"/>
                    <a:pt x="16826" y="18020"/>
                    <a:pt x="16761" y="17944"/>
                  </a:cubicBezTo>
                  <a:cubicBezTo>
                    <a:pt x="16695" y="17867"/>
                    <a:pt x="16775" y="17832"/>
                    <a:pt x="16718" y="17770"/>
                  </a:cubicBezTo>
                  <a:cubicBezTo>
                    <a:pt x="16662" y="17708"/>
                    <a:pt x="16789" y="17624"/>
                    <a:pt x="16902" y="17631"/>
                  </a:cubicBezTo>
                  <a:cubicBezTo>
                    <a:pt x="17015" y="17638"/>
                    <a:pt x="17010" y="17680"/>
                    <a:pt x="17053" y="17583"/>
                  </a:cubicBezTo>
                  <a:cubicBezTo>
                    <a:pt x="17095" y="17486"/>
                    <a:pt x="17137" y="17583"/>
                    <a:pt x="17137" y="17666"/>
                  </a:cubicBezTo>
                  <a:cubicBezTo>
                    <a:pt x="17137" y="17749"/>
                    <a:pt x="17321" y="17617"/>
                    <a:pt x="17420" y="17617"/>
                  </a:cubicBezTo>
                  <a:cubicBezTo>
                    <a:pt x="17519" y="17617"/>
                    <a:pt x="17609" y="17742"/>
                    <a:pt x="17618" y="17826"/>
                  </a:cubicBezTo>
                  <a:cubicBezTo>
                    <a:pt x="17627" y="17909"/>
                    <a:pt x="17693" y="17950"/>
                    <a:pt x="17764" y="17860"/>
                  </a:cubicBezTo>
                  <a:cubicBezTo>
                    <a:pt x="17835" y="17770"/>
                    <a:pt x="17896" y="17666"/>
                    <a:pt x="17962" y="17763"/>
                  </a:cubicBezTo>
                  <a:cubicBezTo>
                    <a:pt x="18028" y="17860"/>
                    <a:pt x="18094" y="17992"/>
                    <a:pt x="18174" y="18110"/>
                  </a:cubicBezTo>
                  <a:cubicBezTo>
                    <a:pt x="18254" y="18228"/>
                    <a:pt x="18136" y="18374"/>
                    <a:pt x="18179" y="18464"/>
                  </a:cubicBezTo>
                  <a:cubicBezTo>
                    <a:pt x="18221" y="18554"/>
                    <a:pt x="18174" y="18679"/>
                    <a:pt x="18268" y="18776"/>
                  </a:cubicBezTo>
                  <a:cubicBezTo>
                    <a:pt x="18362" y="18873"/>
                    <a:pt x="18278" y="19074"/>
                    <a:pt x="18353" y="19102"/>
                  </a:cubicBezTo>
                  <a:cubicBezTo>
                    <a:pt x="18428" y="19130"/>
                    <a:pt x="18490" y="19303"/>
                    <a:pt x="18499" y="19373"/>
                  </a:cubicBezTo>
                  <a:cubicBezTo>
                    <a:pt x="18508" y="19442"/>
                    <a:pt x="18650" y="19532"/>
                    <a:pt x="18659" y="19414"/>
                  </a:cubicBezTo>
                  <a:cubicBezTo>
                    <a:pt x="18669" y="19296"/>
                    <a:pt x="18744" y="19157"/>
                    <a:pt x="18753" y="19047"/>
                  </a:cubicBezTo>
                  <a:cubicBezTo>
                    <a:pt x="18763" y="18936"/>
                    <a:pt x="18697" y="18540"/>
                    <a:pt x="18636" y="18415"/>
                  </a:cubicBezTo>
                  <a:cubicBezTo>
                    <a:pt x="18574" y="18290"/>
                    <a:pt x="18650" y="18263"/>
                    <a:pt x="18574" y="18117"/>
                  </a:cubicBezTo>
                  <a:cubicBezTo>
                    <a:pt x="18499" y="17971"/>
                    <a:pt x="18452" y="17715"/>
                    <a:pt x="18457" y="17506"/>
                  </a:cubicBezTo>
                  <a:cubicBezTo>
                    <a:pt x="18461" y="17298"/>
                    <a:pt x="18626" y="16958"/>
                    <a:pt x="18706" y="16854"/>
                  </a:cubicBezTo>
                  <a:cubicBezTo>
                    <a:pt x="18786" y="16750"/>
                    <a:pt x="18876" y="16806"/>
                    <a:pt x="18895" y="16695"/>
                  </a:cubicBezTo>
                  <a:cubicBezTo>
                    <a:pt x="18914" y="16584"/>
                    <a:pt x="19013" y="16445"/>
                    <a:pt x="19069" y="16445"/>
                  </a:cubicBezTo>
                  <a:cubicBezTo>
                    <a:pt x="19126" y="16445"/>
                    <a:pt x="19187" y="16466"/>
                    <a:pt x="19196" y="16376"/>
                  </a:cubicBezTo>
                  <a:cubicBezTo>
                    <a:pt x="19206" y="16285"/>
                    <a:pt x="19300" y="16174"/>
                    <a:pt x="19422" y="16147"/>
                  </a:cubicBezTo>
                  <a:cubicBezTo>
                    <a:pt x="19545" y="16119"/>
                    <a:pt x="19474" y="16022"/>
                    <a:pt x="19441" y="15939"/>
                  </a:cubicBezTo>
                  <a:cubicBezTo>
                    <a:pt x="19408" y="15855"/>
                    <a:pt x="19470" y="15772"/>
                    <a:pt x="19493" y="15827"/>
                  </a:cubicBezTo>
                  <a:cubicBezTo>
                    <a:pt x="19517" y="15883"/>
                    <a:pt x="19592" y="15890"/>
                    <a:pt x="19639" y="15841"/>
                  </a:cubicBezTo>
                  <a:cubicBezTo>
                    <a:pt x="19686" y="15793"/>
                    <a:pt x="19795" y="15661"/>
                    <a:pt x="19691" y="15654"/>
                  </a:cubicBezTo>
                  <a:cubicBezTo>
                    <a:pt x="19587" y="15647"/>
                    <a:pt x="19564" y="15585"/>
                    <a:pt x="19625" y="15550"/>
                  </a:cubicBezTo>
                  <a:cubicBezTo>
                    <a:pt x="19686" y="15515"/>
                    <a:pt x="19634" y="15349"/>
                    <a:pt x="19550" y="15335"/>
                  </a:cubicBezTo>
                  <a:cubicBezTo>
                    <a:pt x="19465" y="15321"/>
                    <a:pt x="19493" y="15259"/>
                    <a:pt x="19545" y="15182"/>
                  </a:cubicBezTo>
                  <a:cubicBezTo>
                    <a:pt x="19597" y="15106"/>
                    <a:pt x="19470" y="14981"/>
                    <a:pt x="19408" y="14919"/>
                  </a:cubicBezTo>
                  <a:cubicBezTo>
                    <a:pt x="19347" y="14856"/>
                    <a:pt x="19446" y="14822"/>
                    <a:pt x="19493" y="14808"/>
                  </a:cubicBezTo>
                  <a:cubicBezTo>
                    <a:pt x="19540" y="14794"/>
                    <a:pt x="19503" y="14475"/>
                    <a:pt x="19526" y="14398"/>
                  </a:cubicBezTo>
                  <a:cubicBezTo>
                    <a:pt x="19550" y="14322"/>
                    <a:pt x="19630" y="14322"/>
                    <a:pt x="19597" y="14398"/>
                  </a:cubicBezTo>
                  <a:cubicBezTo>
                    <a:pt x="19564" y="14475"/>
                    <a:pt x="19517" y="14600"/>
                    <a:pt x="19578" y="14704"/>
                  </a:cubicBezTo>
                  <a:cubicBezTo>
                    <a:pt x="19639" y="14808"/>
                    <a:pt x="19658" y="14919"/>
                    <a:pt x="19634" y="15078"/>
                  </a:cubicBezTo>
                  <a:cubicBezTo>
                    <a:pt x="19611" y="15238"/>
                    <a:pt x="19658" y="15196"/>
                    <a:pt x="19729" y="14988"/>
                  </a:cubicBezTo>
                  <a:cubicBezTo>
                    <a:pt x="19799" y="14780"/>
                    <a:pt x="19809" y="14600"/>
                    <a:pt x="19762" y="14579"/>
                  </a:cubicBezTo>
                  <a:cubicBezTo>
                    <a:pt x="19715" y="14558"/>
                    <a:pt x="19719" y="14350"/>
                    <a:pt x="19771" y="14447"/>
                  </a:cubicBezTo>
                  <a:cubicBezTo>
                    <a:pt x="19823" y="14544"/>
                    <a:pt x="19842" y="14558"/>
                    <a:pt x="19922" y="14433"/>
                  </a:cubicBezTo>
                  <a:cubicBezTo>
                    <a:pt x="20002" y="14308"/>
                    <a:pt x="20087" y="14093"/>
                    <a:pt x="20035" y="14045"/>
                  </a:cubicBezTo>
                  <a:cubicBezTo>
                    <a:pt x="19983" y="13996"/>
                    <a:pt x="20058" y="13947"/>
                    <a:pt x="20153" y="13955"/>
                  </a:cubicBezTo>
                  <a:cubicBezTo>
                    <a:pt x="20247" y="13961"/>
                    <a:pt x="20449" y="13871"/>
                    <a:pt x="20464" y="13829"/>
                  </a:cubicBezTo>
                  <a:cubicBezTo>
                    <a:pt x="20510" y="13694"/>
                    <a:pt x="20139" y="13892"/>
                    <a:pt x="20139" y="13816"/>
                  </a:cubicBezTo>
                  <a:cubicBezTo>
                    <a:pt x="20139" y="13739"/>
                    <a:pt x="20374" y="13663"/>
                    <a:pt x="20482" y="13656"/>
                  </a:cubicBezTo>
                  <a:cubicBezTo>
                    <a:pt x="20591" y="13649"/>
                    <a:pt x="20539" y="13434"/>
                    <a:pt x="20586" y="13524"/>
                  </a:cubicBezTo>
                  <a:cubicBezTo>
                    <a:pt x="20633" y="13614"/>
                    <a:pt x="20704" y="13600"/>
                    <a:pt x="20765" y="13545"/>
                  </a:cubicBezTo>
                  <a:cubicBezTo>
                    <a:pt x="20826" y="13490"/>
                    <a:pt x="20779" y="13330"/>
                    <a:pt x="20709" y="13302"/>
                  </a:cubicBezTo>
                  <a:cubicBezTo>
                    <a:pt x="20638" y="13274"/>
                    <a:pt x="20760" y="13205"/>
                    <a:pt x="20737" y="13143"/>
                  </a:cubicBezTo>
                  <a:cubicBezTo>
                    <a:pt x="20713" y="13080"/>
                    <a:pt x="20784" y="12830"/>
                    <a:pt x="20873" y="12803"/>
                  </a:cubicBezTo>
                  <a:cubicBezTo>
                    <a:pt x="20963" y="12775"/>
                    <a:pt x="20921" y="12692"/>
                    <a:pt x="20996" y="12692"/>
                  </a:cubicBezTo>
                  <a:cubicBezTo>
                    <a:pt x="21071" y="12692"/>
                    <a:pt x="21086" y="12560"/>
                    <a:pt x="21151" y="12463"/>
                  </a:cubicBezTo>
                  <a:cubicBezTo>
                    <a:pt x="21217" y="12366"/>
                    <a:pt x="21312" y="12615"/>
                    <a:pt x="21415" y="12477"/>
                  </a:cubicBezTo>
                  <a:cubicBezTo>
                    <a:pt x="21458" y="12420"/>
                    <a:pt x="21515" y="12357"/>
                    <a:pt x="21574" y="12301"/>
                  </a:cubicBezTo>
                  <a:cubicBezTo>
                    <a:pt x="21332" y="11831"/>
                    <a:pt x="21401" y="11517"/>
                    <a:pt x="21395" y="11431"/>
                  </a:cubicBezTo>
                  <a:close/>
                  <a:moveTo>
                    <a:pt x="2061" y="20720"/>
                  </a:moveTo>
                  <a:cubicBezTo>
                    <a:pt x="2106" y="20822"/>
                    <a:pt x="2154" y="20842"/>
                    <a:pt x="2192" y="20750"/>
                  </a:cubicBezTo>
                  <a:cubicBezTo>
                    <a:pt x="2230" y="20658"/>
                    <a:pt x="2008" y="20601"/>
                    <a:pt x="2061" y="20720"/>
                  </a:cubicBezTo>
                  <a:close/>
                  <a:moveTo>
                    <a:pt x="1728" y="20511"/>
                  </a:moveTo>
                  <a:cubicBezTo>
                    <a:pt x="1790" y="20608"/>
                    <a:pt x="1835" y="20582"/>
                    <a:pt x="1853" y="20495"/>
                  </a:cubicBezTo>
                  <a:cubicBezTo>
                    <a:pt x="1870" y="20409"/>
                    <a:pt x="1661" y="20407"/>
                    <a:pt x="1728" y="20511"/>
                  </a:cubicBezTo>
                  <a:close/>
                  <a:moveTo>
                    <a:pt x="2462" y="20863"/>
                  </a:moveTo>
                  <a:cubicBezTo>
                    <a:pt x="2393" y="20878"/>
                    <a:pt x="2438" y="21064"/>
                    <a:pt x="2483" y="21016"/>
                  </a:cubicBezTo>
                  <a:cubicBezTo>
                    <a:pt x="2560" y="20934"/>
                    <a:pt x="2532" y="20847"/>
                    <a:pt x="2462" y="20863"/>
                  </a:cubicBezTo>
                  <a:close/>
                  <a:moveTo>
                    <a:pt x="2618" y="21128"/>
                  </a:moveTo>
                  <a:cubicBezTo>
                    <a:pt x="2501" y="21148"/>
                    <a:pt x="2566" y="21582"/>
                    <a:pt x="2629" y="21510"/>
                  </a:cubicBezTo>
                  <a:cubicBezTo>
                    <a:pt x="2674" y="21459"/>
                    <a:pt x="2757" y="21449"/>
                    <a:pt x="2781" y="21383"/>
                  </a:cubicBezTo>
                  <a:cubicBezTo>
                    <a:pt x="2814" y="21294"/>
                    <a:pt x="2736" y="21107"/>
                    <a:pt x="2618" y="21128"/>
                  </a:cubicBezTo>
                  <a:close/>
                  <a:moveTo>
                    <a:pt x="323" y="5810"/>
                  </a:moveTo>
                  <a:cubicBezTo>
                    <a:pt x="313" y="5699"/>
                    <a:pt x="111" y="5803"/>
                    <a:pt x="134" y="5907"/>
                  </a:cubicBezTo>
                  <a:cubicBezTo>
                    <a:pt x="158" y="6011"/>
                    <a:pt x="349" y="6079"/>
                    <a:pt x="431" y="6038"/>
                  </a:cubicBezTo>
                  <a:cubicBezTo>
                    <a:pt x="502" y="6004"/>
                    <a:pt x="525" y="5893"/>
                    <a:pt x="473" y="5823"/>
                  </a:cubicBezTo>
                  <a:cubicBezTo>
                    <a:pt x="422" y="5754"/>
                    <a:pt x="332" y="5921"/>
                    <a:pt x="323" y="5810"/>
                  </a:cubicBezTo>
                  <a:close/>
                  <a:moveTo>
                    <a:pt x="3324" y="6628"/>
                  </a:moveTo>
                  <a:cubicBezTo>
                    <a:pt x="3328" y="6552"/>
                    <a:pt x="3253" y="6559"/>
                    <a:pt x="3159" y="6718"/>
                  </a:cubicBezTo>
                  <a:cubicBezTo>
                    <a:pt x="3065" y="6878"/>
                    <a:pt x="2985" y="6961"/>
                    <a:pt x="2970" y="7038"/>
                  </a:cubicBezTo>
                  <a:cubicBezTo>
                    <a:pt x="2956" y="7114"/>
                    <a:pt x="2848" y="7024"/>
                    <a:pt x="2815" y="7121"/>
                  </a:cubicBezTo>
                  <a:cubicBezTo>
                    <a:pt x="2782" y="7218"/>
                    <a:pt x="2838" y="7433"/>
                    <a:pt x="2904" y="7364"/>
                  </a:cubicBezTo>
                  <a:cubicBezTo>
                    <a:pt x="2970" y="7294"/>
                    <a:pt x="2975" y="7364"/>
                    <a:pt x="3018" y="7364"/>
                  </a:cubicBezTo>
                  <a:cubicBezTo>
                    <a:pt x="3060" y="7364"/>
                    <a:pt x="3253" y="7169"/>
                    <a:pt x="3296" y="7072"/>
                  </a:cubicBezTo>
                  <a:cubicBezTo>
                    <a:pt x="3338" y="6975"/>
                    <a:pt x="3220" y="6947"/>
                    <a:pt x="3215" y="6885"/>
                  </a:cubicBezTo>
                  <a:cubicBezTo>
                    <a:pt x="3211" y="6822"/>
                    <a:pt x="3314" y="6822"/>
                    <a:pt x="3366" y="6781"/>
                  </a:cubicBezTo>
                  <a:cubicBezTo>
                    <a:pt x="3418" y="6739"/>
                    <a:pt x="3319" y="6704"/>
                    <a:pt x="3324" y="6628"/>
                  </a:cubicBezTo>
                  <a:close/>
                  <a:moveTo>
                    <a:pt x="935" y="8259"/>
                  </a:moveTo>
                  <a:cubicBezTo>
                    <a:pt x="831" y="8203"/>
                    <a:pt x="559" y="8447"/>
                    <a:pt x="652" y="8467"/>
                  </a:cubicBezTo>
                  <a:cubicBezTo>
                    <a:pt x="718" y="8481"/>
                    <a:pt x="747" y="8384"/>
                    <a:pt x="822" y="8384"/>
                  </a:cubicBezTo>
                  <a:cubicBezTo>
                    <a:pt x="897" y="8384"/>
                    <a:pt x="1039" y="8314"/>
                    <a:pt x="935" y="8259"/>
                  </a:cubicBezTo>
                  <a:close/>
                  <a:moveTo>
                    <a:pt x="134" y="8883"/>
                  </a:moveTo>
                  <a:cubicBezTo>
                    <a:pt x="247" y="8814"/>
                    <a:pt x="294" y="8730"/>
                    <a:pt x="247" y="8647"/>
                  </a:cubicBezTo>
                  <a:cubicBezTo>
                    <a:pt x="200" y="8564"/>
                    <a:pt x="47" y="8936"/>
                    <a:pt x="134" y="8883"/>
                  </a:cubicBezTo>
                  <a:close/>
                  <a:moveTo>
                    <a:pt x="8084" y="7898"/>
                  </a:moveTo>
                  <a:cubicBezTo>
                    <a:pt x="8115" y="7778"/>
                    <a:pt x="8122" y="7704"/>
                    <a:pt x="7883" y="7565"/>
                  </a:cubicBezTo>
                  <a:cubicBezTo>
                    <a:pt x="7644" y="7426"/>
                    <a:pt x="7669" y="7334"/>
                    <a:pt x="7506" y="6908"/>
                  </a:cubicBezTo>
                  <a:cubicBezTo>
                    <a:pt x="7343" y="6483"/>
                    <a:pt x="7047" y="6298"/>
                    <a:pt x="7047" y="6140"/>
                  </a:cubicBezTo>
                  <a:cubicBezTo>
                    <a:pt x="7047" y="5983"/>
                    <a:pt x="6758" y="6002"/>
                    <a:pt x="6758" y="6122"/>
                  </a:cubicBezTo>
                  <a:cubicBezTo>
                    <a:pt x="6758" y="6242"/>
                    <a:pt x="6633" y="6279"/>
                    <a:pt x="6564" y="6344"/>
                  </a:cubicBezTo>
                  <a:cubicBezTo>
                    <a:pt x="6494" y="6408"/>
                    <a:pt x="6463" y="6307"/>
                    <a:pt x="6400" y="6187"/>
                  </a:cubicBezTo>
                  <a:cubicBezTo>
                    <a:pt x="6337" y="6066"/>
                    <a:pt x="6187" y="5946"/>
                    <a:pt x="6187" y="5872"/>
                  </a:cubicBezTo>
                  <a:cubicBezTo>
                    <a:pt x="6187" y="5798"/>
                    <a:pt x="6149" y="5641"/>
                    <a:pt x="6042" y="5715"/>
                  </a:cubicBezTo>
                  <a:cubicBezTo>
                    <a:pt x="5935" y="5789"/>
                    <a:pt x="5879" y="5715"/>
                    <a:pt x="5847" y="5770"/>
                  </a:cubicBezTo>
                  <a:cubicBezTo>
                    <a:pt x="5816" y="5826"/>
                    <a:pt x="5734" y="5736"/>
                    <a:pt x="5734" y="5736"/>
                  </a:cubicBezTo>
                  <a:lnTo>
                    <a:pt x="5734" y="941"/>
                  </a:lnTo>
                  <a:cubicBezTo>
                    <a:pt x="5697" y="936"/>
                    <a:pt x="5663" y="926"/>
                    <a:pt x="5637" y="912"/>
                  </a:cubicBezTo>
                  <a:cubicBezTo>
                    <a:pt x="5500" y="835"/>
                    <a:pt x="5298" y="697"/>
                    <a:pt x="5189" y="731"/>
                  </a:cubicBezTo>
                  <a:cubicBezTo>
                    <a:pt x="5081" y="766"/>
                    <a:pt x="4864" y="808"/>
                    <a:pt x="4789" y="752"/>
                  </a:cubicBezTo>
                  <a:cubicBezTo>
                    <a:pt x="4714" y="697"/>
                    <a:pt x="4610" y="648"/>
                    <a:pt x="4454" y="683"/>
                  </a:cubicBezTo>
                  <a:cubicBezTo>
                    <a:pt x="4299" y="717"/>
                    <a:pt x="4200" y="558"/>
                    <a:pt x="4002" y="488"/>
                  </a:cubicBezTo>
                  <a:cubicBezTo>
                    <a:pt x="3804" y="419"/>
                    <a:pt x="3526" y="509"/>
                    <a:pt x="3460" y="544"/>
                  </a:cubicBezTo>
                  <a:cubicBezTo>
                    <a:pt x="3394" y="579"/>
                    <a:pt x="3409" y="440"/>
                    <a:pt x="3324" y="454"/>
                  </a:cubicBezTo>
                  <a:cubicBezTo>
                    <a:pt x="3239" y="468"/>
                    <a:pt x="3305" y="398"/>
                    <a:pt x="3258" y="294"/>
                  </a:cubicBezTo>
                  <a:cubicBezTo>
                    <a:pt x="3211" y="190"/>
                    <a:pt x="2975" y="287"/>
                    <a:pt x="2890" y="301"/>
                  </a:cubicBezTo>
                  <a:cubicBezTo>
                    <a:pt x="2805" y="315"/>
                    <a:pt x="2782" y="239"/>
                    <a:pt x="2787" y="176"/>
                  </a:cubicBezTo>
                  <a:cubicBezTo>
                    <a:pt x="2791" y="114"/>
                    <a:pt x="2711" y="135"/>
                    <a:pt x="2678" y="218"/>
                  </a:cubicBezTo>
                  <a:cubicBezTo>
                    <a:pt x="2645" y="301"/>
                    <a:pt x="2551" y="315"/>
                    <a:pt x="2513" y="260"/>
                  </a:cubicBezTo>
                  <a:cubicBezTo>
                    <a:pt x="2476" y="204"/>
                    <a:pt x="2594" y="183"/>
                    <a:pt x="2598" y="121"/>
                  </a:cubicBezTo>
                  <a:cubicBezTo>
                    <a:pt x="2603" y="58"/>
                    <a:pt x="2476" y="24"/>
                    <a:pt x="2429" y="3"/>
                  </a:cubicBezTo>
                  <a:cubicBezTo>
                    <a:pt x="2382" y="-18"/>
                    <a:pt x="2306" y="72"/>
                    <a:pt x="2207" y="204"/>
                  </a:cubicBezTo>
                  <a:cubicBezTo>
                    <a:pt x="2108" y="336"/>
                    <a:pt x="1962" y="322"/>
                    <a:pt x="1873" y="308"/>
                  </a:cubicBezTo>
                  <a:cubicBezTo>
                    <a:pt x="1783" y="294"/>
                    <a:pt x="1670" y="322"/>
                    <a:pt x="1675" y="398"/>
                  </a:cubicBezTo>
                  <a:cubicBezTo>
                    <a:pt x="1680" y="475"/>
                    <a:pt x="1788" y="468"/>
                    <a:pt x="1722" y="565"/>
                  </a:cubicBezTo>
                  <a:cubicBezTo>
                    <a:pt x="1656" y="662"/>
                    <a:pt x="1632" y="433"/>
                    <a:pt x="1566" y="537"/>
                  </a:cubicBezTo>
                  <a:cubicBezTo>
                    <a:pt x="1501" y="641"/>
                    <a:pt x="1303" y="634"/>
                    <a:pt x="1255" y="620"/>
                  </a:cubicBezTo>
                  <a:cubicBezTo>
                    <a:pt x="1208" y="606"/>
                    <a:pt x="1053" y="856"/>
                    <a:pt x="1006" y="925"/>
                  </a:cubicBezTo>
                  <a:cubicBezTo>
                    <a:pt x="959" y="995"/>
                    <a:pt x="1043" y="1057"/>
                    <a:pt x="916" y="1259"/>
                  </a:cubicBezTo>
                  <a:cubicBezTo>
                    <a:pt x="789" y="1460"/>
                    <a:pt x="450" y="1418"/>
                    <a:pt x="379" y="1418"/>
                  </a:cubicBezTo>
                  <a:cubicBezTo>
                    <a:pt x="308" y="1418"/>
                    <a:pt x="360" y="1536"/>
                    <a:pt x="323" y="1612"/>
                  </a:cubicBezTo>
                  <a:cubicBezTo>
                    <a:pt x="285" y="1689"/>
                    <a:pt x="365" y="1758"/>
                    <a:pt x="558" y="1834"/>
                  </a:cubicBezTo>
                  <a:cubicBezTo>
                    <a:pt x="751" y="1911"/>
                    <a:pt x="883" y="2285"/>
                    <a:pt x="907" y="2375"/>
                  </a:cubicBezTo>
                  <a:cubicBezTo>
                    <a:pt x="930" y="2466"/>
                    <a:pt x="1171" y="2369"/>
                    <a:pt x="1265" y="2389"/>
                  </a:cubicBezTo>
                  <a:cubicBezTo>
                    <a:pt x="1359" y="2410"/>
                    <a:pt x="1255" y="2604"/>
                    <a:pt x="1336" y="2660"/>
                  </a:cubicBezTo>
                  <a:cubicBezTo>
                    <a:pt x="1416" y="2715"/>
                    <a:pt x="1538" y="2632"/>
                    <a:pt x="1562" y="2729"/>
                  </a:cubicBezTo>
                  <a:cubicBezTo>
                    <a:pt x="1585" y="2826"/>
                    <a:pt x="1402" y="2729"/>
                    <a:pt x="1307" y="2833"/>
                  </a:cubicBezTo>
                  <a:cubicBezTo>
                    <a:pt x="1213" y="2937"/>
                    <a:pt x="1166" y="2986"/>
                    <a:pt x="1128" y="2910"/>
                  </a:cubicBezTo>
                  <a:cubicBezTo>
                    <a:pt x="1091" y="2833"/>
                    <a:pt x="935" y="2882"/>
                    <a:pt x="855" y="2896"/>
                  </a:cubicBezTo>
                  <a:cubicBezTo>
                    <a:pt x="775" y="2910"/>
                    <a:pt x="850" y="2750"/>
                    <a:pt x="855" y="2681"/>
                  </a:cubicBezTo>
                  <a:cubicBezTo>
                    <a:pt x="860" y="2611"/>
                    <a:pt x="747" y="2563"/>
                    <a:pt x="591" y="2695"/>
                  </a:cubicBezTo>
                  <a:cubicBezTo>
                    <a:pt x="436" y="2826"/>
                    <a:pt x="492" y="2778"/>
                    <a:pt x="473" y="2882"/>
                  </a:cubicBezTo>
                  <a:cubicBezTo>
                    <a:pt x="455" y="2986"/>
                    <a:pt x="389" y="2819"/>
                    <a:pt x="290" y="2910"/>
                  </a:cubicBezTo>
                  <a:cubicBezTo>
                    <a:pt x="191" y="3000"/>
                    <a:pt x="31" y="3062"/>
                    <a:pt x="2" y="3152"/>
                  </a:cubicBezTo>
                  <a:cubicBezTo>
                    <a:pt x="-26" y="3243"/>
                    <a:pt x="214" y="3305"/>
                    <a:pt x="308" y="3333"/>
                  </a:cubicBezTo>
                  <a:cubicBezTo>
                    <a:pt x="403" y="3361"/>
                    <a:pt x="195" y="3451"/>
                    <a:pt x="271" y="3485"/>
                  </a:cubicBezTo>
                  <a:cubicBezTo>
                    <a:pt x="346" y="3520"/>
                    <a:pt x="313" y="3624"/>
                    <a:pt x="431" y="3714"/>
                  </a:cubicBezTo>
                  <a:cubicBezTo>
                    <a:pt x="549" y="3805"/>
                    <a:pt x="813" y="3714"/>
                    <a:pt x="883" y="3714"/>
                  </a:cubicBezTo>
                  <a:cubicBezTo>
                    <a:pt x="954" y="3714"/>
                    <a:pt x="1020" y="3839"/>
                    <a:pt x="1076" y="3749"/>
                  </a:cubicBezTo>
                  <a:cubicBezTo>
                    <a:pt x="1133" y="3659"/>
                    <a:pt x="1345" y="3409"/>
                    <a:pt x="1453" y="3555"/>
                  </a:cubicBezTo>
                  <a:cubicBezTo>
                    <a:pt x="1562" y="3701"/>
                    <a:pt x="1336" y="3680"/>
                    <a:pt x="1392" y="3770"/>
                  </a:cubicBezTo>
                  <a:cubicBezTo>
                    <a:pt x="1449" y="3860"/>
                    <a:pt x="1519" y="4075"/>
                    <a:pt x="1416" y="4186"/>
                  </a:cubicBezTo>
                  <a:cubicBezTo>
                    <a:pt x="1312" y="4297"/>
                    <a:pt x="1213" y="4221"/>
                    <a:pt x="1157" y="4214"/>
                  </a:cubicBezTo>
                  <a:cubicBezTo>
                    <a:pt x="1100" y="4207"/>
                    <a:pt x="1133" y="4367"/>
                    <a:pt x="1043" y="4470"/>
                  </a:cubicBezTo>
                  <a:cubicBezTo>
                    <a:pt x="954" y="4575"/>
                    <a:pt x="888" y="4360"/>
                    <a:pt x="775" y="4360"/>
                  </a:cubicBezTo>
                  <a:cubicBezTo>
                    <a:pt x="662" y="4360"/>
                    <a:pt x="685" y="4575"/>
                    <a:pt x="690" y="4679"/>
                  </a:cubicBezTo>
                  <a:cubicBezTo>
                    <a:pt x="695" y="4783"/>
                    <a:pt x="521" y="4658"/>
                    <a:pt x="478" y="4908"/>
                  </a:cubicBezTo>
                  <a:cubicBezTo>
                    <a:pt x="436" y="5157"/>
                    <a:pt x="257" y="4942"/>
                    <a:pt x="374" y="5185"/>
                  </a:cubicBezTo>
                  <a:cubicBezTo>
                    <a:pt x="492" y="5428"/>
                    <a:pt x="473" y="5275"/>
                    <a:pt x="568" y="5372"/>
                  </a:cubicBezTo>
                  <a:cubicBezTo>
                    <a:pt x="662" y="5470"/>
                    <a:pt x="464" y="5643"/>
                    <a:pt x="558" y="5671"/>
                  </a:cubicBezTo>
                  <a:cubicBezTo>
                    <a:pt x="652" y="5699"/>
                    <a:pt x="756" y="5948"/>
                    <a:pt x="822" y="6038"/>
                  </a:cubicBezTo>
                  <a:cubicBezTo>
                    <a:pt x="888" y="6129"/>
                    <a:pt x="973" y="5990"/>
                    <a:pt x="1072" y="5983"/>
                  </a:cubicBezTo>
                  <a:cubicBezTo>
                    <a:pt x="1171" y="5976"/>
                    <a:pt x="1124" y="5775"/>
                    <a:pt x="1180" y="5851"/>
                  </a:cubicBezTo>
                  <a:cubicBezTo>
                    <a:pt x="1237" y="5928"/>
                    <a:pt x="1317" y="6149"/>
                    <a:pt x="1265" y="6205"/>
                  </a:cubicBezTo>
                  <a:cubicBezTo>
                    <a:pt x="1213" y="6260"/>
                    <a:pt x="1255" y="6434"/>
                    <a:pt x="1246" y="6517"/>
                  </a:cubicBezTo>
                  <a:cubicBezTo>
                    <a:pt x="1237" y="6600"/>
                    <a:pt x="1463" y="6573"/>
                    <a:pt x="1477" y="6475"/>
                  </a:cubicBezTo>
                  <a:cubicBezTo>
                    <a:pt x="1491" y="6378"/>
                    <a:pt x="1670" y="6351"/>
                    <a:pt x="1769" y="6510"/>
                  </a:cubicBezTo>
                  <a:cubicBezTo>
                    <a:pt x="1868" y="6670"/>
                    <a:pt x="1901" y="6698"/>
                    <a:pt x="1901" y="6573"/>
                  </a:cubicBezTo>
                  <a:cubicBezTo>
                    <a:pt x="1901" y="6448"/>
                    <a:pt x="1986" y="6309"/>
                    <a:pt x="1990" y="6413"/>
                  </a:cubicBezTo>
                  <a:cubicBezTo>
                    <a:pt x="1995" y="6517"/>
                    <a:pt x="2075" y="6545"/>
                    <a:pt x="2221" y="6448"/>
                  </a:cubicBezTo>
                  <a:cubicBezTo>
                    <a:pt x="2367" y="6351"/>
                    <a:pt x="2301" y="6455"/>
                    <a:pt x="2226" y="6593"/>
                  </a:cubicBezTo>
                  <a:cubicBezTo>
                    <a:pt x="2122" y="6785"/>
                    <a:pt x="2226" y="7065"/>
                    <a:pt x="2151" y="7093"/>
                  </a:cubicBezTo>
                  <a:cubicBezTo>
                    <a:pt x="2075" y="7121"/>
                    <a:pt x="2014" y="7405"/>
                    <a:pt x="1891" y="7426"/>
                  </a:cubicBezTo>
                  <a:cubicBezTo>
                    <a:pt x="1769" y="7447"/>
                    <a:pt x="1562" y="7787"/>
                    <a:pt x="1533" y="7842"/>
                  </a:cubicBezTo>
                  <a:cubicBezTo>
                    <a:pt x="1505" y="7898"/>
                    <a:pt x="1241" y="7731"/>
                    <a:pt x="1204" y="7891"/>
                  </a:cubicBezTo>
                  <a:cubicBezTo>
                    <a:pt x="1166" y="8050"/>
                    <a:pt x="1006" y="8169"/>
                    <a:pt x="1048" y="8231"/>
                  </a:cubicBezTo>
                  <a:cubicBezTo>
                    <a:pt x="1076" y="8273"/>
                    <a:pt x="1293" y="8113"/>
                    <a:pt x="1303" y="8030"/>
                  </a:cubicBezTo>
                  <a:cubicBezTo>
                    <a:pt x="1312" y="7947"/>
                    <a:pt x="1340" y="7960"/>
                    <a:pt x="1378" y="8023"/>
                  </a:cubicBezTo>
                  <a:cubicBezTo>
                    <a:pt x="1416" y="8085"/>
                    <a:pt x="1510" y="7995"/>
                    <a:pt x="1552" y="7940"/>
                  </a:cubicBezTo>
                  <a:cubicBezTo>
                    <a:pt x="1595" y="7884"/>
                    <a:pt x="1665" y="7905"/>
                    <a:pt x="1708" y="7912"/>
                  </a:cubicBezTo>
                  <a:cubicBezTo>
                    <a:pt x="1750" y="7919"/>
                    <a:pt x="1769" y="7835"/>
                    <a:pt x="1896" y="7801"/>
                  </a:cubicBezTo>
                  <a:cubicBezTo>
                    <a:pt x="2023" y="7766"/>
                    <a:pt x="1995" y="7711"/>
                    <a:pt x="2023" y="7613"/>
                  </a:cubicBezTo>
                  <a:cubicBezTo>
                    <a:pt x="2052" y="7516"/>
                    <a:pt x="2353" y="7308"/>
                    <a:pt x="2410" y="7287"/>
                  </a:cubicBezTo>
                  <a:cubicBezTo>
                    <a:pt x="2466" y="7267"/>
                    <a:pt x="2433" y="7128"/>
                    <a:pt x="2495" y="7121"/>
                  </a:cubicBezTo>
                  <a:cubicBezTo>
                    <a:pt x="2556" y="7114"/>
                    <a:pt x="2650" y="7003"/>
                    <a:pt x="2730" y="6906"/>
                  </a:cubicBezTo>
                  <a:cubicBezTo>
                    <a:pt x="2810" y="6809"/>
                    <a:pt x="2829" y="6850"/>
                    <a:pt x="2890" y="6815"/>
                  </a:cubicBezTo>
                  <a:cubicBezTo>
                    <a:pt x="2952" y="6781"/>
                    <a:pt x="2904" y="6600"/>
                    <a:pt x="2966" y="6586"/>
                  </a:cubicBezTo>
                  <a:cubicBezTo>
                    <a:pt x="3027" y="6573"/>
                    <a:pt x="3074" y="6503"/>
                    <a:pt x="3074" y="6427"/>
                  </a:cubicBezTo>
                  <a:cubicBezTo>
                    <a:pt x="3074" y="6351"/>
                    <a:pt x="2919" y="6351"/>
                    <a:pt x="2904" y="6302"/>
                  </a:cubicBezTo>
                  <a:cubicBezTo>
                    <a:pt x="2890" y="6253"/>
                    <a:pt x="3027" y="6073"/>
                    <a:pt x="3079" y="6080"/>
                  </a:cubicBezTo>
                  <a:cubicBezTo>
                    <a:pt x="3131" y="6087"/>
                    <a:pt x="3215" y="6004"/>
                    <a:pt x="3220" y="5893"/>
                  </a:cubicBezTo>
                  <a:cubicBezTo>
                    <a:pt x="3225" y="5782"/>
                    <a:pt x="3300" y="5761"/>
                    <a:pt x="3361" y="5664"/>
                  </a:cubicBezTo>
                  <a:cubicBezTo>
                    <a:pt x="3423" y="5567"/>
                    <a:pt x="3409" y="5484"/>
                    <a:pt x="3470" y="5477"/>
                  </a:cubicBezTo>
                  <a:cubicBezTo>
                    <a:pt x="3531" y="5470"/>
                    <a:pt x="3588" y="5345"/>
                    <a:pt x="3654" y="5289"/>
                  </a:cubicBezTo>
                  <a:cubicBezTo>
                    <a:pt x="3720" y="5234"/>
                    <a:pt x="3654" y="5358"/>
                    <a:pt x="3781" y="5366"/>
                  </a:cubicBezTo>
                  <a:cubicBezTo>
                    <a:pt x="3908" y="5372"/>
                    <a:pt x="3880" y="5546"/>
                    <a:pt x="3785" y="5484"/>
                  </a:cubicBezTo>
                  <a:cubicBezTo>
                    <a:pt x="3691" y="5421"/>
                    <a:pt x="3649" y="5428"/>
                    <a:pt x="3564" y="5546"/>
                  </a:cubicBezTo>
                  <a:cubicBezTo>
                    <a:pt x="3479" y="5664"/>
                    <a:pt x="3545" y="5699"/>
                    <a:pt x="3479" y="5830"/>
                  </a:cubicBezTo>
                  <a:cubicBezTo>
                    <a:pt x="3413" y="5962"/>
                    <a:pt x="3409" y="6045"/>
                    <a:pt x="3493" y="6059"/>
                  </a:cubicBezTo>
                  <a:cubicBezTo>
                    <a:pt x="3578" y="6073"/>
                    <a:pt x="3498" y="6163"/>
                    <a:pt x="3418" y="6198"/>
                  </a:cubicBezTo>
                  <a:cubicBezTo>
                    <a:pt x="3338" y="6233"/>
                    <a:pt x="3394" y="6302"/>
                    <a:pt x="3503" y="6302"/>
                  </a:cubicBezTo>
                  <a:cubicBezTo>
                    <a:pt x="3611" y="6302"/>
                    <a:pt x="3771" y="6073"/>
                    <a:pt x="3922" y="5962"/>
                  </a:cubicBezTo>
                  <a:cubicBezTo>
                    <a:pt x="4073" y="5851"/>
                    <a:pt x="4186" y="5962"/>
                    <a:pt x="4228" y="5941"/>
                  </a:cubicBezTo>
                  <a:cubicBezTo>
                    <a:pt x="4271" y="5921"/>
                    <a:pt x="4181" y="5816"/>
                    <a:pt x="4233" y="5782"/>
                  </a:cubicBezTo>
                  <a:cubicBezTo>
                    <a:pt x="4285" y="5747"/>
                    <a:pt x="4172" y="5726"/>
                    <a:pt x="4139" y="5595"/>
                  </a:cubicBezTo>
                  <a:cubicBezTo>
                    <a:pt x="4106" y="5463"/>
                    <a:pt x="4191" y="5546"/>
                    <a:pt x="4210" y="5442"/>
                  </a:cubicBezTo>
                  <a:cubicBezTo>
                    <a:pt x="4228" y="5338"/>
                    <a:pt x="4280" y="5379"/>
                    <a:pt x="4327" y="5428"/>
                  </a:cubicBezTo>
                  <a:cubicBezTo>
                    <a:pt x="4374" y="5477"/>
                    <a:pt x="4440" y="5379"/>
                    <a:pt x="4483" y="5511"/>
                  </a:cubicBezTo>
                  <a:cubicBezTo>
                    <a:pt x="4525" y="5643"/>
                    <a:pt x="4572" y="5477"/>
                    <a:pt x="4648" y="5567"/>
                  </a:cubicBezTo>
                  <a:cubicBezTo>
                    <a:pt x="4723" y="5657"/>
                    <a:pt x="4633" y="5643"/>
                    <a:pt x="4553" y="5671"/>
                  </a:cubicBezTo>
                  <a:cubicBezTo>
                    <a:pt x="4473" y="5699"/>
                    <a:pt x="4516" y="5858"/>
                    <a:pt x="4577" y="5782"/>
                  </a:cubicBezTo>
                  <a:cubicBezTo>
                    <a:pt x="4638" y="5705"/>
                    <a:pt x="4690" y="5657"/>
                    <a:pt x="4747" y="5733"/>
                  </a:cubicBezTo>
                  <a:cubicBezTo>
                    <a:pt x="4803" y="5810"/>
                    <a:pt x="4827" y="5775"/>
                    <a:pt x="4874" y="5705"/>
                  </a:cubicBezTo>
                  <a:cubicBezTo>
                    <a:pt x="4921" y="5636"/>
                    <a:pt x="4921" y="5712"/>
                    <a:pt x="4921" y="5768"/>
                  </a:cubicBezTo>
                  <a:cubicBezTo>
                    <a:pt x="4921" y="5823"/>
                    <a:pt x="5020" y="5844"/>
                    <a:pt x="5161" y="5879"/>
                  </a:cubicBezTo>
                  <a:cubicBezTo>
                    <a:pt x="5303" y="5914"/>
                    <a:pt x="5557" y="5865"/>
                    <a:pt x="5623" y="5858"/>
                  </a:cubicBezTo>
                  <a:cubicBezTo>
                    <a:pt x="5689" y="5851"/>
                    <a:pt x="5665" y="6004"/>
                    <a:pt x="5811" y="6045"/>
                  </a:cubicBezTo>
                  <a:cubicBezTo>
                    <a:pt x="5957" y="6087"/>
                    <a:pt x="5995" y="5830"/>
                    <a:pt x="6070" y="5921"/>
                  </a:cubicBezTo>
                  <a:cubicBezTo>
                    <a:pt x="6146" y="6011"/>
                    <a:pt x="6070" y="6045"/>
                    <a:pt x="6028" y="6115"/>
                  </a:cubicBezTo>
                  <a:cubicBezTo>
                    <a:pt x="5986" y="6184"/>
                    <a:pt x="6075" y="6191"/>
                    <a:pt x="6132" y="6226"/>
                  </a:cubicBezTo>
                  <a:cubicBezTo>
                    <a:pt x="6188" y="6260"/>
                    <a:pt x="6320" y="6316"/>
                    <a:pt x="6381" y="6406"/>
                  </a:cubicBezTo>
                  <a:cubicBezTo>
                    <a:pt x="6443" y="6496"/>
                    <a:pt x="6480" y="6593"/>
                    <a:pt x="6631" y="6704"/>
                  </a:cubicBezTo>
                  <a:cubicBezTo>
                    <a:pt x="6782" y="6815"/>
                    <a:pt x="6636" y="6427"/>
                    <a:pt x="6754" y="6552"/>
                  </a:cubicBezTo>
                  <a:cubicBezTo>
                    <a:pt x="6871" y="6677"/>
                    <a:pt x="6829" y="6559"/>
                    <a:pt x="6923" y="6684"/>
                  </a:cubicBezTo>
                  <a:cubicBezTo>
                    <a:pt x="7017" y="6809"/>
                    <a:pt x="6984" y="6628"/>
                    <a:pt x="6942" y="6420"/>
                  </a:cubicBezTo>
                  <a:cubicBezTo>
                    <a:pt x="6900" y="6212"/>
                    <a:pt x="6984" y="6351"/>
                    <a:pt x="7027" y="6448"/>
                  </a:cubicBezTo>
                  <a:cubicBezTo>
                    <a:pt x="7069" y="6545"/>
                    <a:pt x="7069" y="6732"/>
                    <a:pt x="7041" y="6857"/>
                  </a:cubicBezTo>
                  <a:cubicBezTo>
                    <a:pt x="7013" y="6982"/>
                    <a:pt x="6871" y="6878"/>
                    <a:pt x="6886" y="6809"/>
                  </a:cubicBezTo>
                  <a:cubicBezTo>
                    <a:pt x="6900" y="6739"/>
                    <a:pt x="6744" y="6767"/>
                    <a:pt x="6739" y="6864"/>
                  </a:cubicBezTo>
                  <a:cubicBezTo>
                    <a:pt x="6735" y="6961"/>
                    <a:pt x="6838" y="7149"/>
                    <a:pt x="6914" y="7169"/>
                  </a:cubicBezTo>
                  <a:cubicBezTo>
                    <a:pt x="6989" y="7190"/>
                    <a:pt x="6933" y="7364"/>
                    <a:pt x="6980" y="7384"/>
                  </a:cubicBezTo>
                  <a:cubicBezTo>
                    <a:pt x="7044" y="7413"/>
                    <a:pt x="7041" y="7593"/>
                    <a:pt x="7079" y="7565"/>
                  </a:cubicBezTo>
                  <a:cubicBezTo>
                    <a:pt x="7116" y="7537"/>
                    <a:pt x="7102" y="7322"/>
                    <a:pt x="7060" y="7225"/>
                  </a:cubicBezTo>
                  <a:cubicBezTo>
                    <a:pt x="7017" y="7128"/>
                    <a:pt x="7036" y="6989"/>
                    <a:pt x="7093" y="7017"/>
                  </a:cubicBezTo>
                  <a:cubicBezTo>
                    <a:pt x="7149" y="7044"/>
                    <a:pt x="7093" y="7190"/>
                    <a:pt x="7121" y="7239"/>
                  </a:cubicBezTo>
                  <a:cubicBezTo>
                    <a:pt x="7149" y="7287"/>
                    <a:pt x="7182" y="7190"/>
                    <a:pt x="7248" y="7135"/>
                  </a:cubicBezTo>
                  <a:cubicBezTo>
                    <a:pt x="7314" y="7079"/>
                    <a:pt x="7220" y="6920"/>
                    <a:pt x="7244" y="6836"/>
                  </a:cubicBezTo>
                  <a:cubicBezTo>
                    <a:pt x="7267" y="6753"/>
                    <a:pt x="7343" y="6906"/>
                    <a:pt x="7371" y="7051"/>
                  </a:cubicBezTo>
                  <a:cubicBezTo>
                    <a:pt x="7399" y="7197"/>
                    <a:pt x="7300" y="7190"/>
                    <a:pt x="7300" y="7267"/>
                  </a:cubicBezTo>
                  <a:cubicBezTo>
                    <a:pt x="7300" y="7343"/>
                    <a:pt x="7211" y="7308"/>
                    <a:pt x="7182" y="7350"/>
                  </a:cubicBezTo>
                  <a:cubicBezTo>
                    <a:pt x="7154" y="7391"/>
                    <a:pt x="7168" y="7669"/>
                    <a:pt x="7206" y="7676"/>
                  </a:cubicBezTo>
                  <a:cubicBezTo>
                    <a:pt x="7244" y="7683"/>
                    <a:pt x="7267" y="7447"/>
                    <a:pt x="7291" y="7565"/>
                  </a:cubicBezTo>
                  <a:cubicBezTo>
                    <a:pt x="7314" y="7683"/>
                    <a:pt x="7404" y="7412"/>
                    <a:pt x="7427" y="7523"/>
                  </a:cubicBezTo>
                  <a:cubicBezTo>
                    <a:pt x="7451" y="7634"/>
                    <a:pt x="7564" y="7759"/>
                    <a:pt x="7606" y="7731"/>
                  </a:cubicBezTo>
                  <a:cubicBezTo>
                    <a:pt x="7649" y="7704"/>
                    <a:pt x="7588" y="7586"/>
                    <a:pt x="7522" y="7579"/>
                  </a:cubicBezTo>
                  <a:cubicBezTo>
                    <a:pt x="7456" y="7572"/>
                    <a:pt x="7465" y="7412"/>
                    <a:pt x="7526" y="7405"/>
                  </a:cubicBezTo>
                  <a:cubicBezTo>
                    <a:pt x="7588" y="7398"/>
                    <a:pt x="7696" y="7634"/>
                    <a:pt x="7691" y="7718"/>
                  </a:cubicBezTo>
                  <a:cubicBezTo>
                    <a:pt x="7686" y="7801"/>
                    <a:pt x="7635" y="7794"/>
                    <a:pt x="7583" y="7877"/>
                  </a:cubicBezTo>
                  <a:cubicBezTo>
                    <a:pt x="7531" y="7960"/>
                    <a:pt x="7460" y="7738"/>
                    <a:pt x="7399" y="7745"/>
                  </a:cubicBezTo>
                  <a:cubicBezTo>
                    <a:pt x="7338" y="7752"/>
                    <a:pt x="7399" y="7891"/>
                    <a:pt x="7427" y="7988"/>
                  </a:cubicBezTo>
                  <a:cubicBezTo>
                    <a:pt x="7456" y="8085"/>
                    <a:pt x="7352" y="8217"/>
                    <a:pt x="7432" y="8293"/>
                  </a:cubicBezTo>
                  <a:cubicBezTo>
                    <a:pt x="7512" y="8370"/>
                    <a:pt x="7489" y="8245"/>
                    <a:pt x="7503" y="8189"/>
                  </a:cubicBezTo>
                  <a:cubicBezTo>
                    <a:pt x="7517" y="8134"/>
                    <a:pt x="7578" y="8203"/>
                    <a:pt x="7620" y="8252"/>
                  </a:cubicBezTo>
                  <a:cubicBezTo>
                    <a:pt x="7660" y="8297"/>
                    <a:pt x="7668" y="8141"/>
                    <a:pt x="7668" y="8078"/>
                  </a:cubicBezTo>
                  <a:cubicBezTo>
                    <a:pt x="7668" y="8016"/>
                    <a:pt x="7738" y="8050"/>
                    <a:pt x="7776" y="8134"/>
                  </a:cubicBezTo>
                  <a:cubicBezTo>
                    <a:pt x="7814" y="8217"/>
                    <a:pt x="7818" y="8044"/>
                    <a:pt x="7875" y="8057"/>
                  </a:cubicBezTo>
                  <a:cubicBezTo>
                    <a:pt x="7931" y="8071"/>
                    <a:pt x="7894" y="8203"/>
                    <a:pt x="7894" y="8279"/>
                  </a:cubicBezTo>
                  <a:cubicBezTo>
                    <a:pt x="7894" y="8356"/>
                    <a:pt x="7993" y="8217"/>
                    <a:pt x="7983" y="8300"/>
                  </a:cubicBezTo>
                  <a:cubicBezTo>
                    <a:pt x="7982" y="8313"/>
                    <a:pt x="7982" y="8324"/>
                    <a:pt x="7983" y="8335"/>
                  </a:cubicBezTo>
                  <a:cubicBezTo>
                    <a:pt x="8035" y="8280"/>
                    <a:pt x="8089" y="8224"/>
                    <a:pt x="8128" y="8184"/>
                  </a:cubicBezTo>
                  <a:cubicBezTo>
                    <a:pt x="8228" y="8083"/>
                    <a:pt x="8052" y="8018"/>
                    <a:pt x="8084" y="789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02" name="Shape 2356"/>
            <p:cNvSpPr/>
            <p:nvPr/>
          </p:nvSpPr>
          <p:spPr>
            <a:xfrm>
              <a:off x="7254555" y="3080701"/>
              <a:ext cx="575434" cy="412878"/>
            </a:xfrm>
            <a:custGeom>
              <a:avLst/>
              <a:gdLst/>
              <a:ahLst/>
              <a:cxnLst>
                <a:cxn ang="0">
                  <a:pos x="wd2" y="hd2"/>
                </a:cxn>
                <a:cxn ang="5400000">
                  <a:pos x="wd2" y="hd2"/>
                </a:cxn>
                <a:cxn ang="10800000">
                  <a:pos x="wd2" y="hd2"/>
                </a:cxn>
                <a:cxn ang="16200000">
                  <a:pos x="wd2" y="hd2"/>
                </a:cxn>
              </a:cxnLst>
              <a:rect l="0" t="0" r="r" b="b"/>
              <a:pathLst>
                <a:path w="21239" h="21443" extrusionOk="0">
                  <a:moveTo>
                    <a:pt x="21226" y="11467"/>
                  </a:moveTo>
                  <a:cubicBezTo>
                    <a:pt x="21102" y="10282"/>
                    <a:pt x="19399" y="11822"/>
                    <a:pt x="19764" y="12165"/>
                  </a:cubicBezTo>
                  <a:cubicBezTo>
                    <a:pt x="20507" y="12861"/>
                    <a:pt x="21349" y="12651"/>
                    <a:pt x="21226" y="11467"/>
                  </a:cubicBezTo>
                  <a:close/>
                  <a:moveTo>
                    <a:pt x="21080" y="3848"/>
                  </a:moveTo>
                  <a:cubicBezTo>
                    <a:pt x="20483" y="3829"/>
                    <a:pt x="19816" y="3920"/>
                    <a:pt x="19358" y="3776"/>
                  </a:cubicBezTo>
                  <a:cubicBezTo>
                    <a:pt x="18816" y="3609"/>
                    <a:pt x="17670" y="3524"/>
                    <a:pt x="17370" y="3098"/>
                  </a:cubicBezTo>
                  <a:cubicBezTo>
                    <a:pt x="17067" y="2676"/>
                    <a:pt x="16586" y="2336"/>
                    <a:pt x="16586" y="2843"/>
                  </a:cubicBezTo>
                  <a:cubicBezTo>
                    <a:pt x="16586" y="3354"/>
                    <a:pt x="15742" y="3439"/>
                    <a:pt x="15260" y="3014"/>
                  </a:cubicBezTo>
                  <a:cubicBezTo>
                    <a:pt x="14777" y="2589"/>
                    <a:pt x="13994" y="2250"/>
                    <a:pt x="13632" y="1912"/>
                  </a:cubicBezTo>
                  <a:cubicBezTo>
                    <a:pt x="13441" y="1734"/>
                    <a:pt x="13051" y="1506"/>
                    <a:pt x="12680" y="1246"/>
                  </a:cubicBezTo>
                  <a:cubicBezTo>
                    <a:pt x="12177" y="1384"/>
                    <a:pt x="10733" y="636"/>
                    <a:pt x="9781" y="800"/>
                  </a:cubicBezTo>
                  <a:cubicBezTo>
                    <a:pt x="8765" y="974"/>
                    <a:pt x="5520" y="591"/>
                    <a:pt x="4257" y="732"/>
                  </a:cubicBezTo>
                  <a:cubicBezTo>
                    <a:pt x="2993" y="869"/>
                    <a:pt x="2919" y="0"/>
                    <a:pt x="2226" y="0"/>
                  </a:cubicBezTo>
                  <a:cubicBezTo>
                    <a:pt x="1532" y="0"/>
                    <a:pt x="1830" y="1183"/>
                    <a:pt x="838" y="1218"/>
                  </a:cubicBezTo>
                  <a:cubicBezTo>
                    <a:pt x="-152" y="1254"/>
                    <a:pt x="-251" y="2126"/>
                    <a:pt x="467" y="2928"/>
                  </a:cubicBezTo>
                  <a:cubicBezTo>
                    <a:pt x="876" y="3385"/>
                    <a:pt x="826" y="4348"/>
                    <a:pt x="768" y="5231"/>
                  </a:cubicBezTo>
                  <a:cubicBezTo>
                    <a:pt x="974" y="5197"/>
                    <a:pt x="1126" y="5116"/>
                    <a:pt x="1214" y="4963"/>
                  </a:cubicBezTo>
                  <a:cubicBezTo>
                    <a:pt x="1516" y="4457"/>
                    <a:pt x="1817" y="4540"/>
                    <a:pt x="1817" y="5050"/>
                  </a:cubicBezTo>
                  <a:cubicBezTo>
                    <a:pt x="1817" y="5559"/>
                    <a:pt x="2480" y="5389"/>
                    <a:pt x="2842" y="5389"/>
                  </a:cubicBezTo>
                  <a:cubicBezTo>
                    <a:pt x="3203" y="5389"/>
                    <a:pt x="3082" y="5815"/>
                    <a:pt x="3505" y="5389"/>
                  </a:cubicBezTo>
                  <a:cubicBezTo>
                    <a:pt x="3926" y="4963"/>
                    <a:pt x="4530" y="5135"/>
                    <a:pt x="4530" y="5644"/>
                  </a:cubicBezTo>
                  <a:cubicBezTo>
                    <a:pt x="4530" y="6153"/>
                    <a:pt x="5434" y="5898"/>
                    <a:pt x="4952" y="6578"/>
                  </a:cubicBezTo>
                  <a:cubicBezTo>
                    <a:pt x="4469" y="7255"/>
                    <a:pt x="3866" y="7424"/>
                    <a:pt x="3866" y="7933"/>
                  </a:cubicBezTo>
                  <a:cubicBezTo>
                    <a:pt x="3866" y="8444"/>
                    <a:pt x="4409" y="9544"/>
                    <a:pt x="3987" y="10140"/>
                  </a:cubicBezTo>
                  <a:cubicBezTo>
                    <a:pt x="3566" y="10733"/>
                    <a:pt x="4108" y="11750"/>
                    <a:pt x="3687" y="11750"/>
                  </a:cubicBezTo>
                  <a:cubicBezTo>
                    <a:pt x="3264" y="11750"/>
                    <a:pt x="2782" y="12005"/>
                    <a:pt x="3264" y="12683"/>
                  </a:cubicBezTo>
                  <a:cubicBezTo>
                    <a:pt x="3746" y="13364"/>
                    <a:pt x="4108" y="13956"/>
                    <a:pt x="3746" y="13956"/>
                  </a:cubicBezTo>
                  <a:cubicBezTo>
                    <a:pt x="3385" y="13956"/>
                    <a:pt x="3143" y="14975"/>
                    <a:pt x="3324" y="15229"/>
                  </a:cubicBezTo>
                  <a:cubicBezTo>
                    <a:pt x="3505" y="15484"/>
                    <a:pt x="4349" y="16246"/>
                    <a:pt x="3687" y="16416"/>
                  </a:cubicBezTo>
                  <a:cubicBezTo>
                    <a:pt x="3023" y="16585"/>
                    <a:pt x="3023" y="17349"/>
                    <a:pt x="3023" y="17858"/>
                  </a:cubicBezTo>
                  <a:cubicBezTo>
                    <a:pt x="3023" y="18048"/>
                    <a:pt x="3130" y="18334"/>
                    <a:pt x="3266" y="18625"/>
                  </a:cubicBezTo>
                  <a:cubicBezTo>
                    <a:pt x="3574" y="18548"/>
                    <a:pt x="3878" y="18534"/>
                    <a:pt x="4158" y="18718"/>
                  </a:cubicBezTo>
                  <a:cubicBezTo>
                    <a:pt x="4851" y="19171"/>
                    <a:pt x="5253" y="21600"/>
                    <a:pt x="6189" y="21435"/>
                  </a:cubicBezTo>
                  <a:cubicBezTo>
                    <a:pt x="6586" y="21366"/>
                    <a:pt x="6387" y="20947"/>
                    <a:pt x="6586" y="20669"/>
                  </a:cubicBezTo>
                  <a:cubicBezTo>
                    <a:pt x="6784" y="20390"/>
                    <a:pt x="7155" y="20600"/>
                    <a:pt x="7552" y="20600"/>
                  </a:cubicBezTo>
                  <a:cubicBezTo>
                    <a:pt x="7947" y="20600"/>
                    <a:pt x="8147" y="19798"/>
                    <a:pt x="9087" y="19763"/>
                  </a:cubicBezTo>
                  <a:cubicBezTo>
                    <a:pt x="10029" y="19730"/>
                    <a:pt x="10623" y="19623"/>
                    <a:pt x="11218" y="19658"/>
                  </a:cubicBezTo>
                  <a:cubicBezTo>
                    <a:pt x="11812" y="19692"/>
                    <a:pt x="12283" y="19414"/>
                    <a:pt x="12431" y="18823"/>
                  </a:cubicBezTo>
                  <a:cubicBezTo>
                    <a:pt x="12579" y="18229"/>
                    <a:pt x="13075" y="17708"/>
                    <a:pt x="13744" y="17568"/>
                  </a:cubicBezTo>
                  <a:cubicBezTo>
                    <a:pt x="14413" y="17428"/>
                    <a:pt x="14315" y="16450"/>
                    <a:pt x="14363" y="15894"/>
                  </a:cubicBezTo>
                  <a:cubicBezTo>
                    <a:pt x="14413" y="15337"/>
                    <a:pt x="15528" y="14500"/>
                    <a:pt x="15602" y="14081"/>
                  </a:cubicBezTo>
                  <a:cubicBezTo>
                    <a:pt x="15677" y="13662"/>
                    <a:pt x="14958" y="12059"/>
                    <a:pt x="15627" y="10630"/>
                  </a:cubicBezTo>
                  <a:cubicBezTo>
                    <a:pt x="16295" y="9202"/>
                    <a:pt x="17014" y="9132"/>
                    <a:pt x="17014" y="8329"/>
                  </a:cubicBezTo>
                  <a:cubicBezTo>
                    <a:pt x="17014" y="7594"/>
                    <a:pt x="17707" y="7320"/>
                    <a:pt x="18550" y="7177"/>
                  </a:cubicBezTo>
                  <a:cubicBezTo>
                    <a:pt x="19392" y="7041"/>
                    <a:pt x="19665" y="6237"/>
                    <a:pt x="20384" y="5820"/>
                  </a:cubicBezTo>
                  <a:cubicBezTo>
                    <a:pt x="20987" y="5467"/>
                    <a:pt x="21201" y="4842"/>
                    <a:pt x="21080" y="384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03" name="Shape 2357"/>
            <p:cNvSpPr/>
            <p:nvPr/>
          </p:nvSpPr>
          <p:spPr>
            <a:xfrm>
              <a:off x="8248329" y="2906790"/>
              <a:ext cx="152760" cy="83749"/>
            </a:xfrm>
            <a:custGeom>
              <a:avLst/>
              <a:gdLst/>
              <a:ahLst/>
              <a:cxnLst>
                <a:cxn ang="0">
                  <a:pos x="wd2" y="hd2"/>
                </a:cxn>
                <a:cxn ang="5400000">
                  <a:pos x="wd2" y="hd2"/>
                </a:cxn>
                <a:cxn ang="10800000">
                  <a:pos x="wd2" y="hd2"/>
                </a:cxn>
                <a:cxn ang="16200000">
                  <a:pos x="wd2" y="hd2"/>
                </a:cxn>
              </a:cxnLst>
              <a:rect l="0" t="0" r="r" b="b"/>
              <a:pathLst>
                <a:path w="21491" h="21139" extrusionOk="0">
                  <a:moveTo>
                    <a:pt x="48" y="18653"/>
                  </a:moveTo>
                  <a:cubicBezTo>
                    <a:pt x="1567" y="17557"/>
                    <a:pt x="3284" y="17122"/>
                    <a:pt x="4120" y="17722"/>
                  </a:cubicBezTo>
                  <a:cubicBezTo>
                    <a:pt x="4861" y="18255"/>
                    <a:pt x="5100" y="19645"/>
                    <a:pt x="5236" y="21140"/>
                  </a:cubicBezTo>
                  <a:cubicBezTo>
                    <a:pt x="6540" y="20797"/>
                    <a:pt x="8926" y="20129"/>
                    <a:pt x="9735" y="19578"/>
                  </a:cubicBezTo>
                  <a:cubicBezTo>
                    <a:pt x="10872" y="18818"/>
                    <a:pt x="13418" y="21360"/>
                    <a:pt x="13702" y="19835"/>
                  </a:cubicBezTo>
                  <a:cubicBezTo>
                    <a:pt x="13982" y="18310"/>
                    <a:pt x="14835" y="14752"/>
                    <a:pt x="15968" y="14752"/>
                  </a:cubicBezTo>
                  <a:cubicBezTo>
                    <a:pt x="17101" y="14752"/>
                    <a:pt x="16391" y="9418"/>
                    <a:pt x="17528" y="9161"/>
                  </a:cubicBezTo>
                  <a:cubicBezTo>
                    <a:pt x="18658" y="8910"/>
                    <a:pt x="21491" y="4335"/>
                    <a:pt x="21491" y="4335"/>
                  </a:cubicBezTo>
                  <a:cubicBezTo>
                    <a:pt x="21491" y="4335"/>
                    <a:pt x="20358" y="274"/>
                    <a:pt x="19934" y="17"/>
                  </a:cubicBezTo>
                  <a:cubicBezTo>
                    <a:pt x="19508" y="-240"/>
                    <a:pt x="18091" y="2553"/>
                    <a:pt x="15541" y="2553"/>
                  </a:cubicBezTo>
                  <a:cubicBezTo>
                    <a:pt x="12995" y="2553"/>
                    <a:pt x="11155" y="6117"/>
                    <a:pt x="10022" y="6117"/>
                  </a:cubicBezTo>
                  <a:cubicBezTo>
                    <a:pt x="8889" y="6117"/>
                    <a:pt x="5346" y="4078"/>
                    <a:pt x="2939" y="3826"/>
                  </a:cubicBezTo>
                  <a:cubicBezTo>
                    <a:pt x="2089" y="3747"/>
                    <a:pt x="1205" y="3618"/>
                    <a:pt x="379" y="3459"/>
                  </a:cubicBezTo>
                  <a:cubicBezTo>
                    <a:pt x="147" y="7299"/>
                    <a:pt x="-109" y="13221"/>
                    <a:pt x="48" y="1865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04" name="Shape 2358"/>
            <p:cNvSpPr/>
            <p:nvPr/>
          </p:nvSpPr>
          <p:spPr>
            <a:xfrm>
              <a:off x="8571307" y="3180079"/>
              <a:ext cx="287895" cy="359472"/>
            </a:xfrm>
            <a:custGeom>
              <a:avLst/>
              <a:gdLst/>
              <a:ahLst/>
              <a:cxnLst>
                <a:cxn ang="0">
                  <a:pos x="wd2" y="hd2"/>
                </a:cxn>
                <a:cxn ang="5400000">
                  <a:pos x="wd2" y="hd2"/>
                </a:cxn>
                <a:cxn ang="10800000">
                  <a:pos x="wd2" y="hd2"/>
                </a:cxn>
                <a:cxn ang="16200000">
                  <a:pos x="wd2" y="hd2"/>
                </a:cxn>
              </a:cxnLst>
              <a:rect l="0" t="0" r="r" b="b"/>
              <a:pathLst>
                <a:path w="21600" h="21559" extrusionOk="0">
                  <a:moveTo>
                    <a:pt x="18476" y="20311"/>
                  </a:moveTo>
                  <a:cubicBezTo>
                    <a:pt x="17670" y="19950"/>
                    <a:pt x="14046" y="20552"/>
                    <a:pt x="13092" y="19828"/>
                  </a:cubicBezTo>
                  <a:cubicBezTo>
                    <a:pt x="12132" y="19103"/>
                    <a:pt x="10181" y="20400"/>
                    <a:pt x="11024" y="20512"/>
                  </a:cubicBezTo>
                  <a:cubicBezTo>
                    <a:pt x="12233" y="20673"/>
                    <a:pt x="14046" y="21519"/>
                    <a:pt x="16010" y="21558"/>
                  </a:cubicBezTo>
                  <a:cubicBezTo>
                    <a:pt x="17974" y="21600"/>
                    <a:pt x="20643" y="20835"/>
                    <a:pt x="20593" y="20432"/>
                  </a:cubicBezTo>
                  <a:cubicBezTo>
                    <a:pt x="20541" y="20027"/>
                    <a:pt x="19285" y="20673"/>
                    <a:pt x="18476" y="20311"/>
                  </a:cubicBezTo>
                  <a:close/>
                  <a:moveTo>
                    <a:pt x="21323" y="0"/>
                  </a:moveTo>
                  <a:cubicBezTo>
                    <a:pt x="20564" y="61"/>
                    <a:pt x="19516" y="287"/>
                    <a:pt x="19687" y="627"/>
                  </a:cubicBezTo>
                  <a:cubicBezTo>
                    <a:pt x="19887" y="1029"/>
                    <a:pt x="19181" y="1269"/>
                    <a:pt x="18378" y="1269"/>
                  </a:cubicBezTo>
                  <a:cubicBezTo>
                    <a:pt x="18378" y="1269"/>
                    <a:pt x="15557" y="1110"/>
                    <a:pt x="14748" y="787"/>
                  </a:cubicBezTo>
                  <a:cubicBezTo>
                    <a:pt x="14140" y="544"/>
                    <a:pt x="11450" y="668"/>
                    <a:pt x="10181" y="744"/>
                  </a:cubicBezTo>
                  <a:cubicBezTo>
                    <a:pt x="10176" y="784"/>
                    <a:pt x="10156" y="825"/>
                    <a:pt x="10117" y="867"/>
                  </a:cubicBezTo>
                  <a:cubicBezTo>
                    <a:pt x="9815" y="1230"/>
                    <a:pt x="7398" y="2215"/>
                    <a:pt x="6945" y="2034"/>
                  </a:cubicBezTo>
                  <a:cubicBezTo>
                    <a:pt x="6491" y="1854"/>
                    <a:pt x="6266" y="2638"/>
                    <a:pt x="5359" y="2819"/>
                  </a:cubicBezTo>
                  <a:cubicBezTo>
                    <a:pt x="4453" y="3000"/>
                    <a:pt x="3093" y="2759"/>
                    <a:pt x="3018" y="3062"/>
                  </a:cubicBezTo>
                  <a:cubicBezTo>
                    <a:pt x="2942" y="3363"/>
                    <a:pt x="2337" y="4208"/>
                    <a:pt x="1809" y="4630"/>
                  </a:cubicBezTo>
                  <a:cubicBezTo>
                    <a:pt x="1280" y="5052"/>
                    <a:pt x="1733" y="5537"/>
                    <a:pt x="979" y="5656"/>
                  </a:cubicBezTo>
                  <a:cubicBezTo>
                    <a:pt x="481" y="5738"/>
                    <a:pt x="273" y="6475"/>
                    <a:pt x="0" y="7127"/>
                  </a:cubicBezTo>
                  <a:cubicBezTo>
                    <a:pt x="47" y="7145"/>
                    <a:pt x="95" y="7174"/>
                    <a:pt x="146" y="7188"/>
                  </a:cubicBezTo>
                  <a:cubicBezTo>
                    <a:pt x="1252" y="7468"/>
                    <a:pt x="2110" y="8515"/>
                    <a:pt x="1959" y="9521"/>
                  </a:cubicBezTo>
                  <a:cubicBezTo>
                    <a:pt x="1809" y="10529"/>
                    <a:pt x="3571" y="10892"/>
                    <a:pt x="4376" y="10166"/>
                  </a:cubicBezTo>
                  <a:cubicBezTo>
                    <a:pt x="5182" y="9442"/>
                    <a:pt x="7449" y="10569"/>
                    <a:pt x="7449" y="11052"/>
                  </a:cubicBezTo>
                  <a:cubicBezTo>
                    <a:pt x="7449" y="11535"/>
                    <a:pt x="5133" y="10529"/>
                    <a:pt x="3821" y="11293"/>
                  </a:cubicBezTo>
                  <a:cubicBezTo>
                    <a:pt x="2516" y="12057"/>
                    <a:pt x="4831" y="12783"/>
                    <a:pt x="4529" y="13588"/>
                  </a:cubicBezTo>
                  <a:cubicBezTo>
                    <a:pt x="4225" y="14394"/>
                    <a:pt x="5133" y="15519"/>
                    <a:pt x="6291" y="15480"/>
                  </a:cubicBezTo>
                  <a:cubicBezTo>
                    <a:pt x="7451" y="15440"/>
                    <a:pt x="8758" y="16970"/>
                    <a:pt x="9462" y="16687"/>
                  </a:cubicBezTo>
                  <a:cubicBezTo>
                    <a:pt x="10168" y="16407"/>
                    <a:pt x="8607" y="14273"/>
                    <a:pt x="8858" y="13950"/>
                  </a:cubicBezTo>
                  <a:cubicBezTo>
                    <a:pt x="9113" y="13627"/>
                    <a:pt x="10518" y="14514"/>
                    <a:pt x="11224" y="13867"/>
                  </a:cubicBezTo>
                  <a:cubicBezTo>
                    <a:pt x="11930" y="13226"/>
                    <a:pt x="10722" y="12743"/>
                    <a:pt x="9664" y="12783"/>
                  </a:cubicBezTo>
                  <a:cubicBezTo>
                    <a:pt x="8607" y="12821"/>
                    <a:pt x="9615" y="11654"/>
                    <a:pt x="10875" y="12259"/>
                  </a:cubicBezTo>
                  <a:cubicBezTo>
                    <a:pt x="12131" y="12862"/>
                    <a:pt x="12737" y="12099"/>
                    <a:pt x="13339" y="12016"/>
                  </a:cubicBezTo>
                  <a:cubicBezTo>
                    <a:pt x="13944" y="11936"/>
                    <a:pt x="14095" y="10206"/>
                    <a:pt x="12233" y="9805"/>
                  </a:cubicBezTo>
                  <a:cubicBezTo>
                    <a:pt x="10372" y="9403"/>
                    <a:pt x="10620" y="10892"/>
                    <a:pt x="9411" y="9883"/>
                  </a:cubicBezTo>
                  <a:cubicBezTo>
                    <a:pt x="8202" y="8879"/>
                    <a:pt x="10518" y="9279"/>
                    <a:pt x="10518" y="8435"/>
                  </a:cubicBezTo>
                  <a:cubicBezTo>
                    <a:pt x="10518" y="7590"/>
                    <a:pt x="8657" y="6382"/>
                    <a:pt x="7751" y="5375"/>
                  </a:cubicBezTo>
                  <a:cubicBezTo>
                    <a:pt x="6844" y="4371"/>
                    <a:pt x="9011" y="3887"/>
                    <a:pt x="9511" y="4613"/>
                  </a:cubicBezTo>
                  <a:cubicBezTo>
                    <a:pt x="10017" y="5336"/>
                    <a:pt x="11373" y="5215"/>
                    <a:pt x="12233" y="4933"/>
                  </a:cubicBezTo>
                  <a:cubicBezTo>
                    <a:pt x="13092" y="4652"/>
                    <a:pt x="11326" y="3363"/>
                    <a:pt x="12886" y="2880"/>
                  </a:cubicBezTo>
                  <a:cubicBezTo>
                    <a:pt x="14450" y="2395"/>
                    <a:pt x="14450" y="3242"/>
                    <a:pt x="14952" y="3404"/>
                  </a:cubicBezTo>
                  <a:cubicBezTo>
                    <a:pt x="15455" y="3564"/>
                    <a:pt x="15910" y="2395"/>
                    <a:pt x="17519" y="2395"/>
                  </a:cubicBezTo>
                  <a:cubicBezTo>
                    <a:pt x="18360" y="2395"/>
                    <a:pt x="19103" y="2842"/>
                    <a:pt x="19820" y="3270"/>
                  </a:cubicBezTo>
                  <a:cubicBezTo>
                    <a:pt x="20257" y="2886"/>
                    <a:pt x="20617" y="2663"/>
                    <a:pt x="20617" y="2337"/>
                  </a:cubicBezTo>
                  <a:cubicBezTo>
                    <a:pt x="20617" y="1913"/>
                    <a:pt x="21600" y="1732"/>
                    <a:pt x="21600" y="1068"/>
                  </a:cubicBezTo>
                  <a:cubicBezTo>
                    <a:pt x="21600" y="749"/>
                    <a:pt x="21442" y="346"/>
                    <a:pt x="21323" y="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05" name="Shape 2359"/>
            <p:cNvSpPr/>
            <p:nvPr/>
          </p:nvSpPr>
          <p:spPr>
            <a:xfrm>
              <a:off x="9117882" y="3503055"/>
              <a:ext cx="104993" cy="59639"/>
            </a:xfrm>
            <a:custGeom>
              <a:avLst/>
              <a:gdLst/>
              <a:ahLst/>
              <a:cxnLst>
                <a:cxn ang="0">
                  <a:pos x="wd2" y="hd2"/>
                </a:cxn>
                <a:cxn ang="5400000">
                  <a:pos x="wd2" y="hd2"/>
                </a:cxn>
                <a:cxn ang="10800000">
                  <a:pos x="wd2" y="hd2"/>
                </a:cxn>
                <a:cxn ang="16200000">
                  <a:pos x="wd2" y="hd2"/>
                </a:cxn>
              </a:cxnLst>
              <a:rect l="0" t="0" r="r" b="b"/>
              <a:pathLst>
                <a:path w="18876" h="17294" extrusionOk="0">
                  <a:moveTo>
                    <a:pt x="12842" y="11821"/>
                  </a:moveTo>
                  <a:cubicBezTo>
                    <a:pt x="12607" y="9675"/>
                    <a:pt x="14413" y="5201"/>
                    <a:pt x="17187" y="3449"/>
                  </a:cubicBezTo>
                  <a:cubicBezTo>
                    <a:pt x="19961" y="1704"/>
                    <a:pt x="18879" y="-1610"/>
                    <a:pt x="17073" y="916"/>
                  </a:cubicBezTo>
                  <a:cubicBezTo>
                    <a:pt x="15259" y="3449"/>
                    <a:pt x="10910" y="6172"/>
                    <a:pt x="5488" y="6566"/>
                  </a:cubicBezTo>
                  <a:cubicBezTo>
                    <a:pt x="53" y="6953"/>
                    <a:pt x="-1639" y="12722"/>
                    <a:pt x="1746" y="15909"/>
                  </a:cubicBezTo>
                  <a:cubicBezTo>
                    <a:pt x="6090" y="19990"/>
                    <a:pt x="13087" y="13960"/>
                    <a:pt x="12842" y="1182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06" name="Shape 2360"/>
            <p:cNvSpPr/>
            <p:nvPr/>
          </p:nvSpPr>
          <p:spPr>
            <a:xfrm>
              <a:off x="6558912" y="1614883"/>
              <a:ext cx="480975" cy="233902"/>
            </a:xfrm>
            <a:custGeom>
              <a:avLst/>
              <a:gdLst/>
              <a:ahLst/>
              <a:cxnLst>
                <a:cxn ang="0">
                  <a:pos x="wd2" y="hd2"/>
                </a:cxn>
                <a:cxn ang="5400000">
                  <a:pos x="wd2" y="hd2"/>
                </a:cxn>
                <a:cxn ang="10800000">
                  <a:pos x="wd2" y="hd2"/>
                </a:cxn>
                <a:cxn ang="16200000">
                  <a:pos x="wd2" y="hd2"/>
                </a:cxn>
              </a:cxnLst>
              <a:rect l="0" t="0" r="r" b="b"/>
              <a:pathLst>
                <a:path w="21321" h="20566" extrusionOk="0">
                  <a:moveTo>
                    <a:pt x="18090" y="14930"/>
                  </a:moveTo>
                  <a:cubicBezTo>
                    <a:pt x="19250" y="14815"/>
                    <a:pt x="19221" y="12276"/>
                    <a:pt x="19696" y="12393"/>
                  </a:cubicBezTo>
                  <a:cubicBezTo>
                    <a:pt x="20174" y="12515"/>
                    <a:pt x="20946" y="10625"/>
                    <a:pt x="21245" y="9443"/>
                  </a:cubicBezTo>
                  <a:cubicBezTo>
                    <a:pt x="21542" y="8263"/>
                    <a:pt x="20917" y="6138"/>
                    <a:pt x="20203" y="6138"/>
                  </a:cubicBezTo>
                  <a:cubicBezTo>
                    <a:pt x="19489" y="6138"/>
                    <a:pt x="18954" y="5016"/>
                    <a:pt x="19103" y="4193"/>
                  </a:cubicBezTo>
                  <a:cubicBezTo>
                    <a:pt x="19252" y="3365"/>
                    <a:pt x="18715" y="2303"/>
                    <a:pt x="18746" y="1714"/>
                  </a:cubicBezTo>
                  <a:cubicBezTo>
                    <a:pt x="18775" y="1123"/>
                    <a:pt x="17853" y="1650"/>
                    <a:pt x="17376" y="1891"/>
                  </a:cubicBezTo>
                  <a:cubicBezTo>
                    <a:pt x="16901" y="2126"/>
                    <a:pt x="15890" y="-413"/>
                    <a:pt x="15443" y="58"/>
                  </a:cubicBezTo>
                  <a:cubicBezTo>
                    <a:pt x="14997" y="532"/>
                    <a:pt x="15323" y="1772"/>
                    <a:pt x="15204" y="2480"/>
                  </a:cubicBezTo>
                  <a:cubicBezTo>
                    <a:pt x="15086" y="3188"/>
                    <a:pt x="14016" y="1829"/>
                    <a:pt x="14016" y="2657"/>
                  </a:cubicBezTo>
                  <a:cubicBezTo>
                    <a:pt x="14016" y="3482"/>
                    <a:pt x="13569" y="3600"/>
                    <a:pt x="13212" y="2714"/>
                  </a:cubicBezTo>
                  <a:cubicBezTo>
                    <a:pt x="12855" y="1829"/>
                    <a:pt x="12021" y="2360"/>
                    <a:pt x="12051" y="3069"/>
                  </a:cubicBezTo>
                  <a:cubicBezTo>
                    <a:pt x="12080" y="3777"/>
                    <a:pt x="11694" y="3188"/>
                    <a:pt x="11010" y="2360"/>
                  </a:cubicBezTo>
                  <a:cubicBezTo>
                    <a:pt x="10325" y="1537"/>
                    <a:pt x="9611" y="3305"/>
                    <a:pt x="9671" y="4193"/>
                  </a:cubicBezTo>
                  <a:cubicBezTo>
                    <a:pt x="9731" y="5078"/>
                    <a:pt x="9432" y="5311"/>
                    <a:pt x="8868" y="3365"/>
                  </a:cubicBezTo>
                  <a:cubicBezTo>
                    <a:pt x="8303" y="1417"/>
                    <a:pt x="7647" y="3540"/>
                    <a:pt x="7945" y="4607"/>
                  </a:cubicBezTo>
                  <a:cubicBezTo>
                    <a:pt x="8243" y="5665"/>
                    <a:pt x="8124" y="6964"/>
                    <a:pt x="7678" y="6433"/>
                  </a:cubicBezTo>
                  <a:cubicBezTo>
                    <a:pt x="7232" y="5904"/>
                    <a:pt x="6636" y="6787"/>
                    <a:pt x="6369" y="7615"/>
                  </a:cubicBezTo>
                  <a:cubicBezTo>
                    <a:pt x="6100" y="8440"/>
                    <a:pt x="5148" y="5193"/>
                    <a:pt x="5833" y="4428"/>
                  </a:cubicBezTo>
                  <a:cubicBezTo>
                    <a:pt x="6517" y="3662"/>
                    <a:pt x="3661" y="413"/>
                    <a:pt x="2768" y="413"/>
                  </a:cubicBezTo>
                  <a:cubicBezTo>
                    <a:pt x="1876" y="413"/>
                    <a:pt x="2471" y="1714"/>
                    <a:pt x="3066" y="2657"/>
                  </a:cubicBezTo>
                  <a:cubicBezTo>
                    <a:pt x="3661" y="3600"/>
                    <a:pt x="2648" y="3365"/>
                    <a:pt x="2322" y="2537"/>
                  </a:cubicBezTo>
                  <a:cubicBezTo>
                    <a:pt x="1994" y="1714"/>
                    <a:pt x="1370" y="2360"/>
                    <a:pt x="1013" y="3540"/>
                  </a:cubicBezTo>
                  <a:cubicBezTo>
                    <a:pt x="656" y="4722"/>
                    <a:pt x="61" y="5370"/>
                    <a:pt x="2" y="6198"/>
                  </a:cubicBezTo>
                  <a:cubicBezTo>
                    <a:pt x="-58" y="7024"/>
                    <a:pt x="1013" y="7909"/>
                    <a:pt x="1935" y="7141"/>
                  </a:cubicBezTo>
                  <a:cubicBezTo>
                    <a:pt x="2858" y="6375"/>
                    <a:pt x="3899" y="6256"/>
                    <a:pt x="4375" y="7141"/>
                  </a:cubicBezTo>
                  <a:cubicBezTo>
                    <a:pt x="4851" y="8026"/>
                    <a:pt x="3512" y="8381"/>
                    <a:pt x="3988" y="9089"/>
                  </a:cubicBezTo>
                  <a:cubicBezTo>
                    <a:pt x="4464" y="9795"/>
                    <a:pt x="4078" y="10386"/>
                    <a:pt x="2948" y="10211"/>
                  </a:cubicBezTo>
                  <a:cubicBezTo>
                    <a:pt x="1817" y="10034"/>
                    <a:pt x="448" y="10682"/>
                    <a:pt x="656" y="11448"/>
                  </a:cubicBezTo>
                  <a:cubicBezTo>
                    <a:pt x="864" y="12216"/>
                    <a:pt x="3542" y="10802"/>
                    <a:pt x="3572" y="11568"/>
                  </a:cubicBezTo>
                  <a:cubicBezTo>
                    <a:pt x="3602" y="12336"/>
                    <a:pt x="3572" y="13633"/>
                    <a:pt x="4287" y="13042"/>
                  </a:cubicBezTo>
                  <a:cubicBezTo>
                    <a:pt x="5000" y="12455"/>
                    <a:pt x="4523" y="14106"/>
                    <a:pt x="4880" y="14399"/>
                  </a:cubicBezTo>
                  <a:cubicBezTo>
                    <a:pt x="5237" y="14695"/>
                    <a:pt x="5148" y="16110"/>
                    <a:pt x="4197" y="16231"/>
                  </a:cubicBezTo>
                  <a:cubicBezTo>
                    <a:pt x="3244" y="16349"/>
                    <a:pt x="2780" y="16726"/>
                    <a:pt x="3185" y="17528"/>
                  </a:cubicBezTo>
                  <a:cubicBezTo>
                    <a:pt x="3691" y="18531"/>
                    <a:pt x="4733" y="17823"/>
                    <a:pt x="5743" y="17351"/>
                  </a:cubicBezTo>
                  <a:cubicBezTo>
                    <a:pt x="6754" y="16878"/>
                    <a:pt x="8213" y="19299"/>
                    <a:pt x="9403" y="20242"/>
                  </a:cubicBezTo>
                  <a:cubicBezTo>
                    <a:pt x="10593" y="21187"/>
                    <a:pt x="12646" y="19888"/>
                    <a:pt x="12884" y="18648"/>
                  </a:cubicBezTo>
                  <a:cubicBezTo>
                    <a:pt x="13123" y="17407"/>
                    <a:pt x="14729" y="17880"/>
                    <a:pt x="15383" y="16997"/>
                  </a:cubicBezTo>
                  <a:cubicBezTo>
                    <a:pt x="16037" y="16110"/>
                    <a:pt x="16930" y="15049"/>
                    <a:pt x="18090" y="1493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07" name="Shape 2361"/>
            <p:cNvSpPr/>
            <p:nvPr/>
          </p:nvSpPr>
          <p:spPr>
            <a:xfrm>
              <a:off x="7204866" y="2409903"/>
              <a:ext cx="191220" cy="225533"/>
            </a:xfrm>
            <a:custGeom>
              <a:avLst/>
              <a:gdLst/>
              <a:ahLst/>
              <a:cxnLst>
                <a:cxn ang="0">
                  <a:pos x="wd2" y="hd2"/>
                </a:cxn>
                <a:cxn ang="5400000">
                  <a:pos x="wd2" y="hd2"/>
                </a:cxn>
                <a:cxn ang="10800000">
                  <a:pos x="wd2" y="hd2"/>
                </a:cxn>
                <a:cxn ang="16200000">
                  <a:pos x="wd2" y="hd2"/>
                </a:cxn>
              </a:cxnLst>
              <a:rect l="0" t="0" r="r" b="b"/>
              <a:pathLst>
                <a:path w="20110" h="21347" extrusionOk="0">
                  <a:moveTo>
                    <a:pt x="18838" y="6581"/>
                  </a:moveTo>
                  <a:cubicBezTo>
                    <a:pt x="18243" y="6184"/>
                    <a:pt x="17690" y="5750"/>
                    <a:pt x="17258" y="5293"/>
                  </a:cubicBezTo>
                  <a:cubicBezTo>
                    <a:pt x="15446" y="3371"/>
                    <a:pt x="14697" y="4907"/>
                    <a:pt x="14487" y="6058"/>
                  </a:cubicBezTo>
                  <a:cubicBezTo>
                    <a:pt x="14271" y="7213"/>
                    <a:pt x="12567" y="5676"/>
                    <a:pt x="11498" y="5486"/>
                  </a:cubicBezTo>
                  <a:cubicBezTo>
                    <a:pt x="10433" y="5293"/>
                    <a:pt x="11819" y="3469"/>
                    <a:pt x="12567" y="2987"/>
                  </a:cubicBezTo>
                  <a:cubicBezTo>
                    <a:pt x="13066" y="2666"/>
                    <a:pt x="13559" y="1777"/>
                    <a:pt x="13867" y="539"/>
                  </a:cubicBezTo>
                  <a:cubicBezTo>
                    <a:pt x="13666" y="537"/>
                    <a:pt x="13467" y="514"/>
                    <a:pt x="13276" y="445"/>
                  </a:cubicBezTo>
                  <a:cubicBezTo>
                    <a:pt x="11299" y="-251"/>
                    <a:pt x="8545" y="-253"/>
                    <a:pt x="8475" y="1336"/>
                  </a:cubicBezTo>
                  <a:cubicBezTo>
                    <a:pt x="8405" y="2923"/>
                    <a:pt x="10663" y="2353"/>
                    <a:pt x="10733" y="3366"/>
                  </a:cubicBezTo>
                  <a:cubicBezTo>
                    <a:pt x="10803" y="4386"/>
                    <a:pt x="8475" y="4129"/>
                    <a:pt x="6849" y="5146"/>
                  </a:cubicBezTo>
                  <a:cubicBezTo>
                    <a:pt x="5228" y="6163"/>
                    <a:pt x="3462" y="4450"/>
                    <a:pt x="1768" y="5210"/>
                  </a:cubicBezTo>
                  <a:cubicBezTo>
                    <a:pt x="73" y="5973"/>
                    <a:pt x="3603" y="6866"/>
                    <a:pt x="2333" y="8450"/>
                  </a:cubicBezTo>
                  <a:cubicBezTo>
                    <a:pt x="1063" y="10042"/>
                    <a:pt x="2402" y="9975"/>
                    <a:pt x="4520" y="11500"/>
                  </a:cubicBezTo>
                  <a:cubicBezTo>
                    <a:pt x="6639" y="13027"/>
                    <a:pt x="3251" y="13406"/>
                    <a:pt x="3251" y="15121"/>
                  </a:cubicBezTo>
                  <a:cubicBezTo>
                    <a:pt x="3251" y="16835"/>
                    <a:pt x="639" y="16775"/>
                    <a:pt x="73" y="17916"/>
                  </a:cubicBezTo>
                  <a:cubicBezTo>
                    <a:pt x="-490" y="19062"/>
                    <a:pt x="2333" y="21347"/>
                    <a:pt x="4806" y="21347"/>
                  </a:cubicBezTo>
                  <a:cubicBezTo>
                    <a:pt x="6569" y="21347"/>
                    <a:pt x="10663" y="20330"/>
                    <a:pt x="13062" y="18297"/>
                  </a:cubicBezTo>
                  <a:cubicBezTo>
                    <a:pt x="15462" y="16265"/>
                    <a:pt x="16732" y="18231"/>
                    <a:pt x="18920" y="17218"/>
                  </a:cubicBezTo>
                  <a:cubicBezTo>
                    <a:pt x="21110" y="16203"/>
                    <a:pt x="19767" y="8770"/>
                    <a:pt x="18920" y="7245"/>
                  </a:cubicBezTo>
                  <a:cubicBezTo>
                    <a:pt x="18772" y="6974"/>
                    <a:pt x="18775" y="6765"/>
                    <a:pt x="18838" y="658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08" name="Shape 2362"/>
            <p:cNvSpPr/>
            <p:nvPr/>
          </p:nvSpPr>
          <p:spPr>
            <a:xfrm>
              <a:off x="7304244" y="2037238"/>
              <a:ext cx="450135" cy="688676"/>
            </a:xfrm>
            <a:custGeom>
              <a:avLst/>
              <a:gdLst/>
              <a:ahLst/>
              <a:cxnLst>
                <a:cxn ang="0">
                  <a:pos x="wd2" y="hd2"/>
                </a:cxn>
                <a:cxn ang="5400000">
                  <a:pos x="wd2" y="hd2"/>
                </a:cxn>
                <a:cxn ang="10800000">
                  <a:pos x="wd2" y="hd2"/>
                </a:cxn>
                <a:cxn ang="16200000">
                  <a:pos x="wd2" y="hd2"/>
                </a:cxn>
              </a:cxnLst>
              <a:rect l="0" t="0" r="r" b="b"/>
              <a:pathLst>
                <a:path w="21234" h="21291" extrusionOk="0">
                  <a:moveTo>
                    <a:pt x="14457" y="1566"/>
                  </a:moveTo>
                  <a:cubicBezTo>
                    <a:pt x="14996" y="1214"/>
                    <a:pt x="15628" y="-135"/>
                    <a:pt x="14807" y="11"/>
                  </a:cubicBezTo>
                  <a:cubicBezTo>
                    <a:pt x="13983" y="156"/>
                    <a:pt x="14223" y="1720"/>
                    <a:pt x="14457" y="1566"/>
                  </a:cubicBezTo>
                  <a:close/>
                  <a:moveTo>
                    <a:pt x="2205" y="6069"/>
                  </a:moveTo>
                  <a:cubicBezTo>
                    <a:pt x="3060" y="6048"/>
                    <a:pt x="4041" y="5095"/>
                    <a:pt x="3630" y="4823"/>
                  </a:cubicBezTo>
                  <a:cubicBezTo>
                    <a:pt x="3219" y="4554"/>
                    <a:pt x="1569" y="6083"/>
                    <a:pt x="2205" y="6069"/>
                  </a:cubicBezTo>
                  <a:close/>
                  <a:moveTo>
                    <a:pt x="21232" y="16485"/>
                  </a:moveTo>
                  <a:cubicBezTo>
                    <a:pt x="21296" y="15863"/>
                    <a:pt x="19207" y="15427"/>
                    <a:pt x="18984" y="15758"/>
                  </a:cubicBezTo>
                  <a:cubicBezTo>
                    <a:pt x="18763" y="16090"/>
                    <a:pt x="18288" y="16049"/>
                    <a:pt x="17939" y="15677"/>
                  </a:cubicBezTo>
                  <a:cubicBezTo>
                    <a:pt x="17592" y="15302"/>
                    <a:pt x="18257" y="14949"/>
                    <a:pt x="17909" y="14909"/>
                  </a:cubicBezTo>
                  <a:cubicBezTo>
                    <a:pt x="17559" y="14867"/>
                    <a:pt x="17117" y="14348"/>
                    <a:pt x="17212" y="14141"/>
                  </a:cubicBezTo>
                  <a:cubicBezTo>
                    <a:pt x="17307" y="13933"/>
                    <a:pt x="16673" y="12605"/>
                    <a:pt x="15597" y="12439"/>
                  </a:cubicBezTo>
                  <a:cubicBezTo>
                    <a:pt x="14521" y="12274"/>
                    <a:pt x="14363" y="11277"/>
                    <a:pt x="14173" y="10738"/>
                  </a:cubicBezTo>
                  <a:cubicBezTo>
                    <a:pt x="13983" y="10198"/>
                    <a:pt x="13285" y="10488"/>
                    <a:pt x="12748" y="10032"/>
                  </a:cubicBezTo>
                  <a:cubicBezTo>
                    <a:pt x="12209" y="9576"/>
                    <a:pt x="11291" y="9804"/>
                    <a:pt x="10816" y="9825"/>
                  </a:cubicBezTo>
                  <a:cubicBezTo>
                    <a:pt x="10341" y="9846"/>
                    <a:pt x="10816" y="9243"/>
                    <a:pt x="11575" y="8912"/>
                  </a:cubicBezTo>
                  <a:cubicBezTo>
                    <a:pt x="12335" y="8580"/>
                    <a:pt x="13223" y="6815"/>
                    <a:pt x="13223" y="6463"/>
                  </a:cubicBezTo>
                  <a:cubicBezTo>
                    <a:pt x="13223" y="6110"/>
                    <a:pt x="9899" y="6131"/>
                    <a:pt x="9265" y="6339"/>
                  </a:cubicBezTo>
                  <a:cubicBezTo>
                    <a:pt x="8631" y="6546"/>
                    <a:pt x="7999" y="6027"/>
                    <a:pt x="8536" y="5882"/>
                  </a:cubicBezTo>
                  <a:cubicBezTo>
                    <a:pt x="9075" y="5736"/>
                    <a:pt x="10215" y="5011"/>
                    <a:pt x="10151" y="4720"/>
                  </a:cubicBezTo>
                  <a:cubicBezTo>
                    <a:pt x="10088" y="4430"/>
                    <a:pt x="10944" y="4160"/>
                    <a:pt x="10469" y="3890"/>
                  </a:cubicBezTo>
                  <a:cubicBezTo>
                    <a:pt x="9994" y="3620"/>
                    <a:pt x="9930" y="4243"/>
                    <a:pt x="9518" y="4450"/>
                  </a:cubicBezTo>
                  <a:cubicBezTo>
                    <a:pt x="9108" y="4658"/>
                    <a:pt x="8189" y="4596"/>
                    <a:pt x="7206" y="4471"/>
                  </a:cubicBezTo>
                  <a:cubicBezTo>
                    <a:pt x="6225" y="4346"/>
                    <a:pt x="5846" y="5260"/>
                    <a:pt x="5877" y="5654"/>
                  </a:cubicBezTo>
                  <a:cubicBezTo>
                    <a:pt x="5909" y="6048"/>
                    <a:pt x="4737" y="6276"/>
                    <a:pt x="4927" y="6608"/>
                  </a:cubicBezTo>
                  <a:cubicBezTo>
                    <a:pt x="5116" y="6940"/>
                    <a:pt x="4706" y="7190"/>
                    <a:pt x="4390" y="7002"/>
                  </a:cubicBezTo>
                  <a:cubicBezTo>
                    <a:pt x="4074" y="6815"/>
                    <a:pt x="3725" y="6359"/>
                    <a:pt x="3091" y="6691"/>
                  </a:cubicBezTo>
                  <a:cubicBezTo>
                    <a:pt x="2457" y="7024"/>
                    <a:pt x="3820" y="7460"/>
                    <a:pt x="4642" y="7523"/>
                  </a:cubicBezTo>
                  <a:cubicBezTo>
                    <a:pt x="5466" y="7584"/>
                    <a:pt x="4010" y="7978"/>
                    <a:pt x="3851" y="8558"/>
                  </a:cubicBezTo>
                  <a:cubicBezTo>
                    <a:pt x="3692" y="9140"/>
                    <a:pt x="4927" y="8891"/>
                    <a:pt x="4991" y="9305"/>
                  </a:cubicBezTo>
                  <a:cubicBezTo>
                    <a:pt x="5055" y="9720"/>
                    <a:pt x="3217" y="9783"/>
                    <a:pt x="3217" y="10176"/>
                  </a:cubicBezTo>
                  <a:cubicBezTo>
                    <a:pt x="3217" y="10572"/>
                    <a:pt x="4262" y="9990"/>
                    <a:pt x="4737" y="9825"/>
                  </a:cubicBezTo>
                  <a:cubicBezTo>
                    <a:pt x="5212" y="9658"/>
                    <a:pt x="4485" y="10799"/>
                    <a:pt x="5625" y="10675"/>
                  </a:cubicBezTo>
                  <a:cubicBezTo>
                    <a:pt x="6764" y="10550"/>
                    <a:pt x="6446" y="9534"/>
                    <a:pt x="6859" y="9576"/>
                  </a:cubicBezTo>
                  <a:cubicBezTo>
                    <a:pt x="7270" y="9618"/>
                    <a:pt x="6669" y="10115"/>
                    <a:pt x="7018" y="10550"/>
                  </a:cubicBezTo>
                  <a:cubicBezTo>
                    <a:pt x="7365" y="10986"/>
                    <a:pt x="6194" y="11650"/>
                    <a:pt x="6258" y="11962"/>
                  </a:cubicBezTo>
                  <a:cubicBezTo>
                    <a:pt x="6321" y="12274"/>
                    <a:pt x="8600" y="12274"/>
                    <a:pt x="9328" y="11775"/>
                  </a:cubicBezTo>
                  <a:cubicBezTo>
                    <a:pt x="10057" y="11277"/>
                    <a:pt x="10404" y="11817"/>
                    <a:pt x="9899" y="12190"/>
                  </a:cubicBezTo>
                  <a:cubicBezTo>
                    <a:pt x="9393" y="12564"/>
                    <a:pt x="9614" y="12916"/>
                    <a:pt x="10248" y="13062"/>
                  </a:cubicBezTo>
                  <a:cubicBezTo>
                    <a:pt x="10880" y="13207"/>
                    <a:pt x="11102" y="13248"/>
                    <a:pt x="10817" y="13580"/>
                  </a:cubicBezTo>
                  <a:cubicBezTo>
                    <a:pt x="10532" y="13913"/>
                    <a:pt x="10784" y="14534"/>
                    <a:pt x="10627" y="14846"/>
                  </a:cubicBezTo>
                  <a:cubicBezTo>
                    <a:pt x="10469" y="15156"/>
                    <a:pt x="8506" y="15116"/>
                    <a:pt x="8442" y="14909"/>
                  </a:cubicBezTo>
                  <a:cubicBezTo>
                    <a:pt x="8378" y="14700"/>
                    <a:pt x="7555" y="14846"/>
                    <a:pt x="7778" y="15136"/>
                  </a:cubicBezTo>
                  <a:cubicBezTo>
                    <a:pt x="7999" y="15427"/>
                    <a:pt x="7080" y="15738"/>
                    <a:pt x="7144" y="16008"/>
                  </a:cubicBezTo>
                  <a:cubicBezTo>
                    <a:pt x="7208" y="16279"/>
                    <a:pt x="8378" y="16215"/>
                    <a:pt x="8410" y="16548"/>
                  </a:cubicBezTo>
                  <a:cubicBezTo>
                    <a:pt x="8441" y="16879"/>
                    <a:pt x="7555" y="17273"/>
                    <a:pt x="6353" y="17502"/>
                  </a:cubicBezTo>
                  <a:cubicBezTo>
                    <a:pt x="5149" y="17730"/>
                    <a:pt x="6606" y="18353"/>
                    <a:pt x="7176" y="18082"/>
                  </a:cubicBezTo>
                  <a:cubicBezTo>
                    <a:pt x="7745" y="17813"/>
                    <a:pt x="7619" y="18269"/>
                    <a:pt x="8442" y="18269"/>
                  </a:cubicBezTo>
                  <a:cubicBezTo>
                    <a:pt x="9265" y="18269"/>
                    <a:pt x="9773" y="18705"/>
                    <a:pt x="10690" y="18477"/>
                  </a:cubicBezTo>
                  <a:cubicBezTo>
                    <a:pt x="11608" y="18249"/>
                    <a:pt x="11577" y="18477"/>
                    <a:pt x="10880" y="18830"/>
                  </a:cubicBezTo>
                  <a:cubicBezTo>
                    <a:pt x="10183" y="19183"/>
                    <a:pt x="9139" y="18809"/>
                    <a:pt x="8506" y="19037"/>
                  </a:cubicBezTo>
                  <a:cubicBezTo>
                    <a:pt x="7872" y="19265"/>
                    <a:pt x="5297" y="20848"/>
                    <a:pt x="5783" y="21237"/>
                  </a:cubicBezTo>
                  <a:cubicBezTo>
                    <a:pt x="6068" y="21465"/>
                    <a:pt x="6446" y="20905"/>
                    <a:pt x="7365" y="20656"/>
                  </a:cubicBezTo>
                  <a:cubicBezTo>
                    <a:pt x="8284" y="20407"/>
                    <a:pt x="8441" y="20821"/>
                    <a:pt x="8949" y="20863"/>
                  </a:cubicBezTo>
                  <a:cubicBezTo>
                    <a:pt x="9454" y="20905"/>
                    <a:pt x="9486" y="20179"/>
                    <a:pt x="9899" y="20241"/>
                  </a:cubicBezTo>
                  <a:cubicBezTo>
                    <a:pt x="10310" y="20303"/>
                    <a:pt x="10690" y="20012"/>
                    <a:pt x="11449" y="20096"/>
                  </a:cubicBezTo>
                  <a:cubicBezTo>
                    <a:pt x="12209" y="20179"/>
                    <a:pt x="12748" y="19992"/>
                    <a:pt x="13128" y="19785"/>
                  </a:cubicBezTo>
                  <a:cubicBezTo>
                    <a:pt x="13508" y="19577"/>
                    <a:pt x="14519" y="20198"/>
                    <a:pt x="14838" y="20054"/>
                  </a:cubicBezTo>
                  <a:cubicBezTo>
                    <a:pt x="15153" y="19909"/>
                    <a:pt x="16547" y="19742"/>
                    <a:pt x="17243" y="19763"/>
                  </a:cubicBezTo>
                  <a:cubicBezTo>
                    <a:pt x="17939" y="19785"/>
                    <a:pt x="19744" y="19246"/>
                    <a:pt x="20219" y="18954"/>
                  </a:cubicBezTo>
                  <a:cubicBezTo>
                    <a:pt x="20694" y="18664"/>
                    <a:pt x="19934" y="18602"/>
                    <a:pt x="19302" y="18664"/>
                  </a:cubicBezTo>
                  <a:cubicBezTo>
                    <a:pt x="18668" y="18727"/>
                    <a:pt x="18794" y="18249"/>
                    <a:pt x="19459" y="17834"/>
                  </a:cubicBezTo>
                  <a:cubicBezTo>
                    <a:pt x="20124" y="17419"/>
                    <a:pt x="21169" y="17107"/>
                    <a:pt x="21232" y="16485"/>
                  </a:cubicBezTo>
                  <a:close/>
                  <a:moveTo>
                    <a:pt x="3915" y="11339"/>
                  </a:moveTo>
                  <a:cubicBezTo>
                    <a:pt x="3115" y="10833"/>
                    <a:pt x="2082" y="11627"/>
                    <a:pt x="1236" y="11618"/>
                  </a:cubicBezTo>
                  <a:cubicBezTo>
                    <a:pt x="1098" y="12023"/>
                    <a:pt x="877" y="12313"/>
                    <a:pt x="653" y="12418"/>
                  </a:cubicBezTo>
                  <a:cubicBezTo>
                    <a:pt x="317" y="12575"/>
                    <a:pt x="-304" y="13171"/>
                    <a:pt x="174" y="13234"/>
                  </a:cubicBezTo>
                  <a:cubicBezTo>
                    <a:pt x="653" y="13296"/>
                    <a:pt x="1417" y="13798"/>
                    <a:pt x="1514" y="13421"/>
                  </a:cubicBezTo>
                  <a:cubicBezTo>
                    <a:pt x="1609" y="13045"/>
                    <a:pt x="1944" y="12543"/>
                    <a:pt x="2758" y="13171"/>
                  </a:cubicBezTo>
                  <a:cubicBezTo>
                    <a:pt x="2950" y="13321"/>
                    <a:pt x="3199" y="13462"/>
                    <a:pt x="3466" y="13592"/>
                  </a:cubicBezTo>
                  <a:cubicBezTo>
                    <a:pt x="3597" y="13308"/>
                    <a:pt x="4598" y="13259"/>
                    <a:pt x="5116" y="12916"/>
                  </a:cubicBezTo>
                  <a:cubicBezTo>
                    <a:pt x="5750" y="12501"/>
                    <a:pt x="4801" y="11899"/>
                    <a:pt x="3915" y="1133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09" name="Shape 2363"/>
            <p:cNvSpPr/>
            <p:nvPr/>
          </p:nvSpPr>
          <p:spPr>
            <a:xfrm>
              <a:off x="7304244" y="2037238"/>
              <a:ext cx="450135" cy="688676"/>
            </a:xfrm>
            <a:custGeom>
              <a:avLst/>
              <a:gdLst/>
              <a:ahLst/>
              <a:cxnLst>
                <a:cxn ang="0">
                  <a:pos x="wd2" y="hd2"/>
                </a:cxn>
                <a:cxn ang="5400000">
                  <a:pos x="wd2" y="hd2"/>
                </a:cxn>
                <a:cxn ang="10800000">
                  <a:pos x="wd2" y="hd2"/>
                </a:cxn>
                <a:cxn ang="16200000">
                  <a:pos x="wd2" y="hd2"/>
                </a:cxn>
              </a:cxnLst>
              <a:rect l="0" t="0" r="r" b="b"/>
              <a:pathLst>
                <a:path w="21234" h="21291" extrusionOk="0">
                  <a:moveTo>
                    <a:pt x="14457" y="1566"/>
                  </a:moveTo>
                  <a:cubicBezTo>
                    <a:pt x="14996" y="1214"/>
                    <a:pt x="15628" y="-135"/>
                    <a:pt x="14807" y="11"/>
                  </a:cubicBezTo>
                  <a:cubicBezTo>
                    <a:pt x="13983" y="156"/>
                    <a:pt x="14223" y="1720"/>
                    <a:pt x="14457" y="1566"/>
                  </a:cubicBezTo>
                  <a:close/>
                  <a:moveTo>
                    <a:pt x="2205" y="6069"/>
                  </a:moveTo>
                  <a:cubicBezTo>
                    <a:pt x="3060" y="6048"/>
                    <a:pt x="4041" y="5095"/>
                    <a:pt x="3630" y="4823"/>
                  </a:cubicBezTo>
                  <a:cubicBezTo>
                    <a:pt x="3219" y="4554"/>
                    <a:pt x="1569" y="6083"/>
                    <a:pt x="2205" y="6069"/>
                  </a:cubicBezTo>
                  <a:close/>
                  <a:moveTo>
                    <a:pt x="21232" y="16485"/>
                  </a:moveTo>
                  <a:cubicBezTo>
                    <a:pt x="21296" y="15863"/>
                    <a:pt x="19207" y="15427"/>
                    <a:pt x="18984" y="15758"/>
                  </a:cubicBezTo>
                  <a:cubicBezTo>
                    <a:pt x="18763" y="16090"/>
                    <a:pt x="18288" y="16049"/>
                    <a:pt x="17939" y="15677"/>
                  </a:cubicBezTo>
                  <a:cubicBezTo>
                    <a:pt x="17592" y="15302"/>
                    <a:pt x="18257" y="14949"/>
                    <a:pt x="17909" y="14909"/>
                  </a:cubicBezTo>
                  <a:cubicBezTo>
                    <a:pt x="17559" y="14867"/>
                    <a:pt x="17117" y="14348"/>
                    <a:pt x="17212" y="14141"/>
                  </a:cubicBezTo>
                  <a:cubicBezTo>
                    <a:pt x="17307" y="13933"/>
                    <a:pt x="16673" y="12605"/>
                    <a:pt x="15597" y="12439"/>
                  </a:cubicBezTo>
                  <a:cubicBezTo>
                    <a:pt x="14521" y="12274"/>
                    <a:pt x="14363" y="11277"/>
                    <a:pt x="14173" y="10738"/>
                  </a:cubicBezTo>
                  <a:cubicBezTo>
                    <a:pt x="13983" y="10198"/>
                    <a:pt x="13285" y="10488"/>
                    <a:pt x="12748" y="10032"/>
                  </a:cubicBezTo>
                  <a:cubicBezTo>
                    <a:pt x="12209" y="9576"/>
                    <a:pt x="11291" y="9804"/>
                    <a:pt x="10816" y="9825"/>
                  </a:cubicBezTo>
                  <a:cubicBezTo>
                    <a:pt x="10341" y="9846"/>
                    <a:pt x="10816" y="9243"/>
                    <a:pt x="11575" y="8912"/>
                  </a:cubicBezTo>
                  <a:cubicBezTo>
                    <a:pt x="12335" y="8580"/>
                    <a:pt x="13223" y="6815"/>
                    <a:pt x="13223" y="6463"/>
                  </a:cubicBezTo>
                  <a:cubicBezTo>
                    <a:pt x="13223" y="6110"/>
                    <a:pt x="9899" y="6131"/>
                    <a:pt x="9265" y="6339"/>
                  </a:cubicBezTo>
                  <a:cubicBezTo>
                    <a:pt x="8631" y="6546"/>
                    <a:pt x="7999" y="6027"/>
                    <a:pt x="8536" y="5882"/>
                  </a:cubicBezTo>
                  <a:cubicBezTo>
                    <a:pt x="9075" y="5736"/>
                    <a:pt x="10215" y="5011"/>
                    <a:pt x="10151" y="4720"/>
                  </a:cubicBezTo>
                  <a:cubicBezTo>
                    <a:pt x="10088" y="4430"/>
                    <a:pt x="10944" y="4160"/>
                    <a:pt x="10469" y="3890"/>
                  </a:cubicBezTo>
                  <a:cubicBezTo>
                    <a:pt x="9994" y="3620"/>
                    <a:pt x="9930" y="4243"/>
                    <a:pt x="9518" y="4450"/>
                  </a:cubicBezTo>
                  <a:cubicBezTo>
                    <a:pt x="9108" y="4658"/>
                    <a:pt x="8189" y="4596"/>
                    <a:pt x="7206" y="4471"/>
                  </a:cubicBezTo>
                  <a:cubicBezTo>
                    <a:pt x="6225" y="4346"/>
                    <a:pt x="5846" y="5260"/>
                    <a:pt x="5877" y="5654"/>
                  </a:cubicBezTo>
                  <a:cubicBezTo>
                    <a:pt x="5909" y="6048"/>
                    <a:pt x="4737" y="6276"/>
                    <a:pt x="4927" y="6608"/>
                  </a:cubicBezTo>
                  <a:cubicBezTo>
                    <a:pt x="5116" y="6940"/>
                    <a:pt x="4706" y="7190"/>
                    <a:pt x="4390" y="7002"/>
                  </a:cubicBezTo>
                  <a:cubicBezTo>
                    <a:pt x="4074" y="6815"/>
                    <a:pt x="3725" y="6359"/>
                    <a:pt x="3091" y="6691"/>
                  </a:cubicBezTo>
                  <a:cubicBezTo>
                    <a:pt x="2457" y="7024"/>
                    <a:pt x="3820" y="7460"/>
                    <a:pt x="4642" y="7523"/>
                  </a:cubicBezTo>
                  <a:cubicBezTo>
                    <a:pt x="5466" y="7584"/>
                    <a:pt x="4010" y="7978"/>
                    <a:pt x="3851" y="8558"/>
                  </a:cubicBezTo>
                  <a:cubicBezTo>
                    <a:pt x="3692" y="9140"/>
                    <a:pt x="4927" y="8891"/>
                    <a:pt x="4991" y="9305"/>
                  </a:cubicBezTo>
                  <a:cubicBezTo>
                    <a:pt x="5055" y="9720"/>
                    <a:pt x="3217" y="9783"/>
                    <a:pt x="3217" y="10176"/>
                  </a:cubicBezTo>
                  <a:cubicBezTo>
                    <a:pt x="3217" y="10572"/>
                    <a:pt x="4262" y="9990"/>
                    <a:pt x="4737" y="9825"/>
                  </a:cubicBezTo>
                  <a:cubicBezTo>
                    <a:pt x="5212" y="9658"/>
                    <a:pt x="4485" y="10799"/>
                    <a:pt x="5625" y="10675"/>
                  </a:cubicBezTo>
                  <a:cubicBezTo>
                    <a:pt x="6764" y="10550"/>
                    <a:pt x="6446" y="9534"/>
                    <a:pt x="6859" y="9576"/>
                  </a:cubicBezTo>
                  <a:cubicBezTo>
                    <a:pt x="7270" y="9618"/>
                    <a:pt x="6669" y="10115"/>
                    <a:pt x="7018" y="10550"/>
                  </a:cubicBezTo>
                  <a:cubicBezTo>
                    <a:pt x="7365" y="10986"/>
                    <a:pt x="6194" y="11650"/>
                    <a:pt x="6258" y="11962"/>
                  </a:cubicBezTo>
                  <a:cubicBezTo>
                    <a:pt x="6321" y="12274"/>
                    <a:pt x="8600" y="12274"/>
                    <a:pt x="9328" y="11775"/>
                  </a:cubicBezTo>
                  <a:cubicBezTo>
                    <a:pt x="10057" y="11277"/>
                    <a:pt x="10404" y="11817"/>
                    <a:pt x="9899" y="12190"/>
                  </a:cubicBezTo>
                  <a:cubicBezTo>
                    <a:pt x="9393" y="12564"/>
                    <a:pt x="9614" y="12916"/>
                    <a:pt x="10248" y="13062"/>
                  </a:cubicBezTo>
                  <a:cubicBezTo>
                    <a:pt x="10880" y="13207"/>
                    <a:pt x="11102" y="13248"/>
                    <a:pt x="10817" y="13580"/>
                  </a:cubicBezTo>
                  <a:cubicBezTo>
                    <a:pt x="10532" y="13913"/>
                    <a:pt x="10784" y="14534"/>
                    <a:pt x="10627" y="14846"/>
                  </a:cubicBezTo>
                  <a:cubicBezTo>
                    <a:pt x="10469" y="15156"/>
                    <a:pt x="8506" y="15116"/>
                    <a:pt x="8442" y="14909"/>
                  </a:cubicBezTo>
                  <a:cubicBezTo>
                    <a:pt x="8378" y="14700"/>
                    <a:pt x="7555" y="14846"/>
                    <a:pt x="7778" y="15136"/>
                  </a:cubicBezTo>
                  <a:cubicBezTo>
                    <a:pt x="7999" y="15427"/>
                    <a:pt x="7080" y="15738"/>
                    <a:pt x="7144" y="16008"/>
                  </a:cubicBezTo>
                  <a:cubicBezTo>
                    <a:pt x="7208" y="16279"/>
                    <a:pt x="8378" y="16215"/>
                    <a:pt x="8410" y="16548"/>
                  </a:cubicBezTo>
                  <a:cubicBezTo>
                    <a:pt x="8441" y="16879"/>
                    <a:pt x="7555" y="17273"/>
                    <a:pt x="6353" y="17502"/>
                  </a:cubicBezTo>
                  <a:cubicBezTo>
                    <a:pt x="5149" y="17730"/>
                    <a:pt x="6606" y="18353"/>
                    <a:pt x="7176" y="18082"/>
                  </a:cubicBezTo>
                  <a:cubicBezTo>
                    <a:pt x="7745" y="17813"/>
                    <a:pt x="7619" y="18269"/>
                    <a:pt x="8442" y="18269"/>
                  </a:cubicBezTo>
                  <a:cubicBezTo>
                    <a:pt x="9265" y="18269"/>
                    <a:pt x="9773" y="18705"/>
                    <a:pt x="10690" y="18477"/>
                  </a:cubicBezTo>
                  <a:cubicBezTo>
                    <a:pt x="11608" y="18249"/>
                    <a:pt x="11577" y="18477"/>
                    <a:pt x="10880" y="18830"/>
                  </a:cubicBezTo>
                  <a:cubicBezTo>
                    <a:pt x="10183" y="19183"/>
                    <a:pt x="9139" y="18809"/>
                    <a:pt x="8506" y="19037"/>
                  </a:cubicBezTo>
                  <a:cubicBezTo>
                    <a:pt x="7872" y="19265"/>
                    <a:pt x="5297" y="20848"/>
                    <a:pt x="5783" y="21237"/>
                  </a:cubicBezTo>
                  <a:cubicBezTo>
                    <a:pt x="6068" y="21465"/>
                    <a:pt x="6446" y="20905"/>
                    <a:pt x="7365" y="20656"/>
                  </a:cubicBezTo>
                  <a:cubicBezTo>
                    <a:pt x="8284" y="20407"/>
                    <a:pt x="8441" y="20821"/>
                    <a:pt x="8949" y="20863"/>
                  </a:cubicBezTo>
                  <a:cubicBezTo>
                    <a:pt x="9454" y="20905"/>
                    <a:pt x="9486" y="20179"/>
                    <a:pt x="9899" y="20241"/>
                  </a:cubicBezTo>
                  <a:cubicBezTo>
                    <a:pt x="10310" y="20303"/>
                    <a:pt x="10690" y="20012"/>
                    <a:pt x="11449" y="20096"/>
                  </a:cubicBezTo>
                  <a:cubicBezTo>
                    <a:pt x="12209" y="20179"/>
                    <a:pt x="12748" y="19992"/>
                    <a:pt x="13128" y="19785"/>
                  </a:cubicBezTo>
                  <a:cubicBezTo>
                    <a:pt x="13508" y="19577"/>
                    <a:pt x="14519" y="20198"/>
                    <a:pt x="14838" y="20054"/>
                  </a:cubicBezTo>
                  <a:cubicBezTo>
                    <a:pt x="15153" y="19909"/>
                    <a:pt x="16547" y="19742"/>
                    <a:pt x="17243" y="19763"/>
                  </a:cubicBezTo>
                  <a:cubicBezTo>
                    <a:pt x="17939" y="19785"/>
                    <a:pt x="19744" y="19246"/>
                    <a:pt x="20219" y="18954"/>
                  </a:cubicBezTo>
                  <a:cubicBezTo>
                    <a:pt x="20694" y="18664"/>
                    <a:pt x="19934" y="18602"/>
                    <a:pt x="19302" y="18664"/>
                  </a:cubicBezTo>
                  <a:cubicBezTo>
                    <a:pt x="18668" y="18727"/>
                    <a:pt x="18794" y="18249"/>
                    <a:pt x="19459" y="17834"/>
                  </a:cubicBezTo>
                  <a:cubicBezTo>
                    <a:pt x="20124" y="17419"/>
                    <a:pt x="21169" y="17107"/>
                    <a:pt x="21232" y="16485"/>
                  </a:cubicBezTo>
                  <a:close/>
                  <a:moveTo>
                    <a:pt x="3915" y="11339"/>
                  </a:moveTo>
                  <a:cubicBezTo>
                    <a:pt x="3115" y="10833"/>
                    <a:pt x="2082" y="11627"/>
                    <a:pt x="1236" y="11618"/>
                  </a:cubicBezTo>
                  <a:cubicBezTo>
                    <a:pt x="1098" y="12023"/>
                    <a:pt x="877" y="12313"/>
                    <a:pt x="653" y="12418"/>
                  </a:cubicBezTo>
                  <a:cubicBezTo>
                    <a:pt x="317" y="12575"/>
                    <a:pt x="-304" y="13171"/>
                    <a:pt x="174" y="13234"/>
                  </a:cubicBezTo>
                  <a:cubicBezTo>
                    <a:pt x="653" y="13296"/>
                    <a:pt x="1417" y="13798"/>
                    <a:pt x="1514" y="13421"/>
                  </a:cubicBezTo>
                  <a:cubicBezTo>
                    <a:pt x="1609" y="13045"/>
                    <a:pt x="1944" y="12543"/>
                    <a:pt x="2758" y="13171"/>
                  </a:cubicBezTo>
                  <a:cubicBezTo>
                    <a:pt x="2950" y="13321"/>
                    <a:pt x="3199" y="13462"/>
                    <a:pt x="3466" y="13592"/>
                  </a:cubicBezTo>
                  <a:cubicBezTo>
                    <a:pt x="3597" y="13308"/>
                    <a:pt x="4598" y="13259"/>
                    <a:pt x="5116" y="12916"/>
                  </a:cubicBezTo>
                  <a:cubicBezTo>
                    <a:pt x="5750" y="12501"/>
                    <a:pt x="4801" y="11899"/>
                    <a:pt x="3915" y="1133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10" name="Shape 2364"/>
            <p:cNvSpPr/>
            <p:nvPr/>
          </p:nvSpPr>
          <p:spPr>
            <a:xfrm>
              <a:off x="8024730" y="2235993"/>
              <a:ext cx="209979" cy="200727"/>
            </a:xfrm>
            <a:custGeom>
              <a:avLst/>
              <a:gdLst/>
              <a:ahLst/>
              <a:cxnLst>
                <a:cxn ang="0">
                  <a:pos x="wd2" y="hd2"/>
                </a:cxn>
                <a:cxn ang="5400000">
                  <a:pos x="wd2" y="hd2"/>
                </a:cxn>
                <a:cxn ang="10800000">
                  <a:pos x="wd2" y="hd2"/>
                </a:cxn>
                <a:cxn ang="16200000">
                  <a:pos x="wd2" y="hd2"/>
                </a:cxn>
              </a:cxnLst>
              <a:rect l="0" t="0" r="r" b="b"/>
              <a:pathLst>
                <a:path w="20762" h="20906" extrusionOk="0">
                  <a:moveTo>
                    <a:pt x="20633" y="11873"/>
                  </a:moveTo>
                  <a:cubicBezTo>
                    <a:pt x="20106" y="11522"/>
                    <a:pt x="19703" y="12848"/>
                    <a:pt x="19108" y="12990"/>
                  </a:cubicBezTo>
                  <a:cubicBezTo>
                    <a:pt x="18510" y="13131"/>
                    <a:pt x="17848" y="10332"/>
                    <a:pt x="17582" y="11873"/>
                  </a:cubicBezTo>
                  <a:cubicBezTo>
                    <a:pt x="17316" y="13409"/>
                    <a:pt x="15989" y="11241"/>
                    <a:pt x="14663" y="13197"/>
                  </a:cubicBezTo>
                  <a:cubicBezTo>
                    <a:pt x="13334" y="15158"/>
                    <a:pt x="15457" y="16904"/>
                    <a:pt x="16387" y="17533"/>
                  </a:cubicBezTo>
                  <a:cubicBezTo>
                    <a:pt x="17316" y="18163"/>
                    <a:pt x="16320" y="19070"/>
                    <a:pt x="15126" y="18792"/>
                  </a:cubicBezTo>
                  <a:cubicBezTo>
                    <a:pt x="13931" y="18511"/>
                    <a:pt x="14663" y="20606"/>
                    <a:pt x="16320" y="20889"/>
                  </a:cubicBezTo>
                  <a:cubicBezTo>
                    <a:pt x="17978" y="21167"/>
                    <a:pt x="19770" y="17814"/>
                    <a:pt x="19571" y="16972"/>
                  </a:cubicBezTo>
                  <a:cubicBezTo>
                    <a:pt x="19372" y="16136"/>
                    <a:pt x="21262" y="12282"/>
                    <a:pt x="20633" y="11873"/>
                  </a:cubicBezTo>
                  <a:close/>
                  <a:moveTo>
                    <a:pt x="10613" y="7605"/>
                  </a:moveTo>
                  <a:cubicBezTo>
                    <a:pt x="9949" y="7259"/>
                    <a:pt x="9682" y="5020"/>
                    <a:pt x="10476" y="4323"/>
                  </a:cubicBezTo>
                  <a:cubicBezTo>
                    <a:pt x="11275" y="3625"/>
                    <a:pt x="11609" y="967"/>
                    <a:pt x="10944" y="264"/>
                  </a:cubicBezTo>
                  <a:cubicBezTo>
                    <a:pt x="10284" y="-433"/>
                    <a:pt x="7890" y="264"/>
                    <a:pt x="7694" y="2155"/>
                  </a:cubicBezTo>
                  <a:cubicBezTo>
                    <a:pt x="7492" y="4042"/>
                    <a:pt x="5568" y="3203"/>
                    <a:pt x="5036" y="3620"/>
                  </a:cubicBezTo>
                  <a:cubicBezTo>
                    <a:pt x="4505" y="4042"/>
                    <a:pt x="6098" y="4879"/>
                    <a:pt x="5237" y="5717"/>
                  </a:cubicBezTo>
                  <a:cubicBezTo>
                    <a:pt x="4374" y="6556"/>
                    <a:pt x="4042" y="4459"/>
                    <a:pt x="2649" y="4323"/>
                  </a:cubicBezTo>
                  <a:cubicBezTo>
                    <a:pt x="1255" y="4181"/>
                    <a:pt x="1121" y="6556"/>
                    <a:pt x="391" y="7744"/>
                  </a:cubicBezTo>
                  <a:cubicBezTo>
                    <a:pt x="-338" y="8937"/>
                    <a:pt x="127" y="11451"/>
                    <a:pt x="391" y="13131"/>
                  </a:cubicBezTo>
                  <a:cubicBezTo>
                    <a:pt x="658" y="14807"/>
                    <a:pt x="2584" y="15855"/>
                    <a:pt x="2116" y="17253"/>
                  </a:cubicBezTo>
                  <a:cubicBezTo>
                    <a:pt x="1903" y="17902"/>
                    <a:pt x="2337" y="18635"/>
                    <a:pt x="2800" y="19345"/>
                  </a:cubicBezTo>
                  <a:cubicBezTo>
                    <a:pt x="4568" y="19386"/>
                    <a:pt x="6187" y="19519"/>
                    <a:pt x="6897" y="19767"/>
                  </a:cubicBezTo>
                  <a:cubicBezTo>
                    <a:pt x="7185" y="19868"/>
                    <a:pt x="7780" y="19843"/>
                    <a:pt x="8557" y="19729"/>
                  </a:cubicBezTo>
                  <a:cubicBezTo>
                    <a:pt x="7974" y="18729"/>
                    <a:pt x="6664" y="17915"/>
                    <a:pt x="6763" y="17185"/>
                  </a:cubicBezTo>
                  <a:cubicBezTo>
                    <a:pt x="6897" y="16209"/>
                    <a:pt x="8159" y="16831"/>
                    <a:pt x="9087" y="17672"/>
                  </a:cubicBezTo>
                  <a:cubicBezTo>
                    <a:pt x="10016" y="18511"/>
                    <a:pt x="12074" y="18653"/>
                    <a:pt x="12273" y="17604"/>
                  </a:cubicBezTo>
                  <a:cubicBezTo>
                    <a:pt x="12396" y="16957"/>
                    <a:pt x="11940" y="13970"/>
                    <a:pt x="10683" y="14668"/>
                  </a:cubicBezTo>
                  <a:cubicBezTo>
                    <a:pt x="9418" y="15368"/>
                    <a:pt x="9087" y="15087"/>
                    <a:pt x="8622" y="14387"/>
                  </a:cubicBezTo>
                  <a:cubicBezTo>
                    <a:pt x="8159" y="13687"/>
                    <a:pt x="9550" y="12570"/>
                    <a:pt x="9886" y="11451"/>
                  </a:cubicBezTo>
                  <a:cubicBezTo>
                    <a:pt x="10213" y="10332"/>
                    <a:pt x="12403" y="10749"/>
                    <a:pt x="12736" y="9844"/>
                  </a:cubicBezTo>
                  <a:cubicBezTo>
                    <a:pt x="13070" y="8937"/>
                    <a:pt x="11275" y="7956"/>
                    <a:pt x="10613" y="760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11" name="Shape 2365"/>
            <p:cNvSpPr/>
            <p:nvPr/>
          </p:nvSpPr>
          <p:spPr>
            <a:xfrm>
              <a:off x="8198641" y="1416128"/>
              <a:ext cx="566177" cy="979619"/>
            </a:xfrm>
            <a:custGeom>
              <a:avLst/>
              <a:gdLst/>
              <a:ahLst/>
              <a:cxnLst>
                <a:cxn ang="0">
                  <a:pos x="wd2" y="hd2"/>
                </a:cxn>
                <a:cxn ang="5400000">
                  <a:pos x="wd2" y="hd2"/>
                </a:cxn>
                <a:cxn ang="10800000">
                  <a:pos x="wd2" y="hd2"/>
                </a:cxn>
                <a:cxn ang="16200000">
                  <a:pos x="wd2" y="hd2"/>
                </a:cxn>
              </a:cxnLst>
              <a:rect l="0" t="0" r="r" b="b"/>
              <a:pathLst>
                <a:path w="21574" h="21304" extrusionOk="0">
                  <a:moveTo>
                    <a:pt x="12686" y="17769"/>
                  </a:moveTo>
                  <a:cubicBezTo>
                    <a:pt x="11715" y="17784"/>
                    <a:pt x="11261" y="18875"/>
                    <a:pt x="11510" y="19054"/>
                  </a:cubicBezTo>
                  <a:cubicBezTo>
                    <a:pt x="11715" y="19200"/>
                    <a:pt x="13657" y="17754"/>
                    <a:pt x="12686" y="17769"/>
                  </a:cubicBezTo>
                  <a:close/>
                  <a:moveTo>
                    <a:pt x="21333" y="4929"/>
                  </a:moveTo>
                  <a:cubicBezTo>
                    <a:pt x="21086" y="4789"/>
                    <a:pt x="20594" y="4414"/>
                    <a:pt x="21001" y="4414"/>
                  </a:cubicBezTo>
                  <a:cubicBezTo>
                    <a:pt x="21413" y="4414"/>
                    <a:pt x="21578" y="3711"/>
                    <a:pt x="21086" y="3570"/>
                  </a:cubicBezTo>
                  <a:cubicBezTo>
                    <a:pt x="20594" y="3429"/>
                    <a:pt x="21086" y="2819"/>
                    <a:pt x="20674" y="2679"/>
                  </a:cubicBezTo>
                  <a:cubicBezTo>
                    <a:pt x="20263" y="2538"/>
                    <a:pt x="20509" y="2068"/>
                    <a:pt x="20594" y="1741"/>
                  </a:cubicBezTo>
                  <a:cubicBezTo>
                    <a:pt x="20674" y="1412"/>
                    <a:pt x="19030" y="1131"/>
                    <a:pt x="18127" y="896"/>
                  </a:cubicBezTo>
                  <a:cubicBezTo>
                    <a:pt x="17223" y="662"/>
                    <a:pt x="16813" y="287"/>
                    <a:pt x="16073" y="52"/>
                  </a:cubicBezTo>
                  <a:cubicBezTo>
                    <a:pt x="15334" y="-182"/>
                    <a:pt x="15086" y="427"/>
                    <a:pt x="15086" y="803"/>
                  </a:cubicBezTo>
                  <a:cubicBezTo>
                    <a:pt x="15086" y="1178"/>
                    <a:pt x="14430" y="1225"/>
                    <a:pt x="13936" y="990"/>
                  </a:cubicBezTo>
                  <a:cubicBezTo>
                    <a:pt x="13444" y="755"/>
                    <a:pt x="12867" y="990"/>
                    <a:pt x="12129" y="803"/>
                  </a:cubicBezTo>
                  <a:cubicBezTo>
                    <a:pt x="11388" y="614"/>
                    <a:pt x="11719" y="1225"/>
                    <a:pt x="11719" y="1506"/>
                  </a:cubicBezTo>
                  <a:cubicBezTo>
                    <a:pt x="11719" y="1787"/>
                    <a:pt x="10895" y="1787"/>
                    <a:pt x="10404" y="1787"/>
                  </a:cubicBezTo>
                  <a:cubicBezTo>
                    <a:pt x="9909" y="1787"/>
                    <a:pt x="9088" y="2022"/>
                    <a:pt x="9088" y="2350"/>
                  </a:cubicBezTo>
                  <a:cubicBezTo>
                    <a:pt x="9088" y="2678"/>
                    <a:pt x="8348" y="2866"/>
                    <a:pt x="8596" y="3054"/>
                  </a:cubicBezTo>
                  <a:cubicBezTo>
                    <a:pt x="8842" y="3241"/>
                    <a:pt x="8513" y="3429"/>
                    <a:pt x="8185" y="3570"/>
                  </a:cubicBezTo>
                  <a:cubicBezTo>
                    <a:pt x="7856" y="3710"/>
                    <a:pt x="7527" y="4179"/>
                    <a:pt x="7281" y="4320"/>
                  </a:cubicBezTo>
                  <a:cubicBezTo>
                    <a:pt x="7034" y="4460"/>
                    <a:pt x="7446" y="4695"/>
                    <a:pt x="6951" y="4883"/>
                  </a:cubicBezTo>
                  <a:cubicBezTo>
                    <a:pt x="6461" y="5070"/>
                    <a:pt x="5884" y="4929"/>
                    <a:pt x="5638" y="5070"/>
                  </a:cubicBezTo>
                  <a:cubicBezTo>
                    <a:pt x="5392" y="5211"/>
                    <a:pt x="5638" y="5539"/>
                    <a:pt x="5556" y="5962"/>
                  </a:cubicBezTo>
                  <a:cubicBezTo>
                    <a:pt x="5473" y="6383"/>
                    <a:pt x="4897" y="6852"/>
                    <a:pt x="4405" y="7227"/>
                  </a:cubicBezTo>
                  <a:cubicBezTo>
                    <a:pt x="3913" y="7603"/>
                    <a:pt x="4569" y="7697"/>
                    <a:pt x="4817" y="7743"/>
                  </a:cubicBezTo>
                  <a:cubicBezTo>
                    <a:pt x="5061" y="7790"/>
                    <a:pt x="5061" y="8025"/>
                    <a:pt x="4817" y="8306"/>
                  </a:cubicBezTo>
                  <a:cubicBezTo>
                    <a:pt x="4569" y="8588"/>
                    <a:pt x="3994" y="8400"/>
                    <a:pt x="3665" y="8354"/>
                  </a:cubicBezTo>
                  <a:cubicBezTo>
                    <a:pt x="3338" y="8306"/>
                    <a:pt x="2433" y="8541"/>
                    <a:pt x="1940" y="9010"/>
                  </a:cubicBezTo>
                  <a:cubicBezTo>
                    <a:pt x="1448" y="9479"/>
                    <a:pt x="1611" y="9760"/>
                    <a:pt x="1775" y="9995"/>
                  </a:cubicBezTo>
                  <a:cubicBezTo>
                    <a:pt x="1940" y="10229"/>
                    <a:pt x="1366" y="10511"/>
                    <a:pt x="1775" y="10980"/>
                  </a:cubicBezTo>
                  <a:cubicBezTo>
                    <a:pt x="2187" y="11449"/>
                    <a:pt x="1611" y="11543"/>
                    <a:pt x="1694" y="11918"/>
                  </a:cubicBezTo>
                  <a:cubicBezTo>
                    <a:pt x="1775" y="12292"/>
                    <a:pt x="2762" y="12246"/>
                    <a:pt x="2844" y="12620"/>
                  </a:cubicBezTo>
                  <a:cubicBezTo>
                    <a:pt x="2925" y="12995"/>
                    <a:pt x="2515" y="13136"/>
                    <a:pt x="2187" y="13136"/>
                  </a:cubicBezTo>
                  <a:cubicBezTo>
                    <a:pt x="1858" y="13136"/>
                    <a:pt x="1940" y="13511"/>
                    <a:pt x="2269" y="13605"/>
                  </a:cubicBezTo>
                  <a:cubicBezTo>
                    <a:pt x="2596" y="13699"/>
                    <a:pt x="2515" y="14355"/>
                    <a:pt x="2350" y="14544"/>
                  </a:cubicBezTo>
                  <a:cubicBezTo>
                    <a:pt x="2187" y="14731"/>
                    <a:pt x="1119" y="14544"/>
                    <a:pt x="1200" y="14777"/>
                  </a:cubicBezTo>
                  <a:cubicBezTo>
                    <a:pt x="1282" y="15012"/>
                    <a:pt x="953" y="15387"/>
                    <a:pt x="953" y="15575"/>
                  </a:cubicBezTo>
                  <a:cubicBezTo>
                    <a:pt x="953" y="15763"/>
                    <a:pt x="871" y="16372"/>
                    <a:pt x="542" y="16231"/>
                  </a:cubicBezTo>
                  <a:cubicBezTo>
                    <a:pt x="413" y="16176"/>
                    <a:pt x="205" y="16172"/>
                    <a:pt x="2" y="16188"/>
                  </a:cubicBezTo>
                  <a:cubicBezTo>
                    <a:pt x="4" y="16217"/>
                    <a:pt x="4" y="16246"/>
                    <a:pt x="2" y="16280"/>
                  </a:cubicBezTo>
                  <a:cubicBezTo>
                    <a:pt x="-22" y="16645"/>
                    <a:pt x="207" y="17010"/>
                    <a:pt x="769" y="17272"/>
                  </a:cubicBezTo>
                  <a:cubicBezTo>
                    <a:pt x="1331" y="17536"/>
                    <a:pt x="897" y="17929"/>
                    <a:pt x="1382" y="18294"/>
                  </a:cubicBezTo>
                  <a:cubicBezTo>
                    <a:pt x="1869" y="18660"/>
                    <a:pt x="1714" y="18923"/>
                    <a:pt x="2251" y="19185"/>
                  </a:cubicBezTo>
                  <a:cubicBezTo>
                    <a:pt x="2789" y="19448"/>
                    <a:pt x="2840" y="19593"/>
                    <a:pt x="2611" y="19930"/>
                  </a:cubicBezTo>
                  <a:cubicBezTo>
                    <a:pt x="2382" y="20266"/>
                    <a:pt x="3071" y="20177"/>
                    <a:pt x="3096" y="20382"/>
                  </a:cubicBezTo>
                  <a:cubicBezTo>
                    <a:pt x="3123" y="20586"/>
                    <a:pt x="2944" y="21009"/>
                    <a:pt x="3123" y="21214"/>
                  </a:cubicBezTo>
                  <a:cubicBezTo>
                    <a:pt x="3301" y="21418"/>
                    <a:pt x="3659" y="21214"/>
                    <a:pt x="4478" y="21199"/>
                  </a:cubicBezTo>
                  <a:cubicBezTo>
                    <a:pt x="5296" y="21185"/>
                    <a:pt x="5091" y="20893"/>
                    <a:pt x="5116" y="20615"/>
                  </a:cubicBezTo>
                  <a:cubicBezTo>
                    <a:pt x="5141" y="20338"/>
                    <a:pt x="5553" y="20469"/>
                    <a:pt x="5654" y="20294"/>
                  </a:cubicBezTo>
                  <a:cubicBezTo>
                    <a:pt x="5756" y="20119"/>
                    <a:pt x="6498" y="20075"/>
                    <a:pt x="7086" y="20221"/>
                  </a:cubicBezTo>
                  <a:cubicBezTo>
                    <a:pt x="7674" y="20367"/>
                    <a:pt x="7980" y="20119"/>
                    <a:pt x="8084" y="19768"/>
                  </a:cubicBezTo>
                  <a:cubicBezTo>
                    <a:pt x="8185" y="19418"/>
                    <a:pt x="8517" y="19842"/>
                    <a:pt x="8696" y="19914"/>
                  </a:cubicBezTo>
                  <a:cubicBezTo>
                    <a:pt x="8875" y="19988"/>
                    <a:pt x="9413" y="19375"/>
                    <a:pt x="9668" y="18980"/>
                  </a:cubicBezTo>
                  <a:cubicBezTo>
                    <a:pt x="9924" y="18586"/>
                    <a:pt x="9643" y="18660"/>
                    <a:pt x="9055" y="19038"/>
                  </a:cubicBezTo>
                  <a:cubicBezTo>
                    <a:pt x="8467" y="19418"/>
                    <a:pt x="8800" y="18660"/>
                    <a:pt x="9030" y="18353"/>
                  </a:cubicBezTo>
                  <a:cubicBezTo>
                    <a:pt x="9258" y="18046"/>
                    <a:pt x="9234" y="17155"/>
                    <a:pt x="9312" y="16952"/>
                  </a:cubicBezTo>
                  <a:cubicBezTo>
                    <a:pt x="9388" y="16747"/>
                    <a:pt x="9541" y="16441"/>
                    <a:pt x="10282" y="16353"/>
                  </a:cubicBezTo>
                  <a:cubicBezTo>
                    <a:pt x="11024" y="16266"/>
                    <a:pt x="11996" y="15740"/>
                    <a:pt x="11843" y="15522"/>
                  </a:cubicBezTo>
                  <a:cubicBezTo>
                    <a:pt x="11690" y="15302"/>
                    <a:pt x="12866" y="14938"/>
                    <a:pt x="12866" y="14719"/>
                  </a:cubicBezTo>
                  <a:cubicBezTo>
                    <a:pt x="12866" y="14500"/>
                    <a:pt x="11639" y="13828"/>
                    <a:pt x="11229" y="13683"/>
                  </a:cubicBezTo>
                  <a:cubicBezTo>
                    <a:pt x="10820" y="13537"/>
                    <a:pt x="9926" y="13653"/>
                    <a:pt x="10001" y="13493"/>
                  </a:cubicBezTo>
                  <a:cubicBezTo>
                    <a:pt x="10079" y="13332"/>
                    <a:pt x="9899" y="12704"/>
                    <a:pt x="9796" y="12383"/>
                  </a:cubicBezTo>
                  <a:cubicBezTo>
                    <a:pt x="9694" y="12062"/>
                    <a:pt x="10434" y="11727"/>
                    <a:pt x="10434" y="11420"/>
                  </a:cubicBezTo>
                  <a:cubicBezTo>
                    <a:pt x="10434" y="11113"/>
                    <a:pt x="10410" y="10763"/>
                    <a:pt x="10895" y="10661"/>
                  </a:cubicBezTo>
                  <a:cubicBezTo>
                    <a:pt x="11382" y="10559"/>
                    <a:pt x="11076" y="10297"/>
                    <a:pt x="11715" y="10209"/>
                  </a:cubicBezTo>
                  <a:cubicBezTo>
                    <a:pt x="12352" y="10121"/>
                    <a:pt x="12227" y="9596"/>
                    <a:pt x="12917" y="9435"/>
                  </a:cubicBezTo>
                  <a:cubicBezTo>
                    <a:pt x="13607" y="9275"/>
                    <a:pt x="13657" y="9142"/>
                    <a:pt x="14554" y="8895"/>
                  </a:cubicBezTo>
                  <a:cubicBezTo>
                    <a:pt x="15449" y="8647"/>
                    <a:pt x="16957" y="8063"/>
                    <a:pt x="17213" y="7757"/>
                  </a:cubicBezTo>
                  <a:cubicBezTo>
                    <a:pt x="17468" y="7450"/>
                    <a:pt x="16292" y="7128"/>
                    <a:pt x="17033" y="6808"/>
                  </a:cubicBezTo>
                  <a:cubicBezTo>
                    <a:pt x="17776" y="6487"/>
                    <a:pt x="17162" y="6121"/>
                    <a:pt x="17699" y="6005"/>
                  </a:cubicBezTo>
                  <a:cubicBezTo>
                    <a:pt x="18236" y="5888"/>
                    <a:pt x="18440" y="5728"/>
                    <a:pt x="18825" y="5494"/>
                  </a:cubicBezTo>
                  <a:cubicBezTo>
                    <a:pt x="19208" y="5261"/>
                    <a:pt x="19719" y="5480"/>
                    <a:pt x="20640" y="5392"/>
                  </a:cubicBezTo>
                  <a:cubicBezTo>
                    <a:pt x="20977" y="5360"/>
                    <a:pt x="21285" y="5376"/>
                    <a:pt x="21574" y="5415"/>
                  </a:cubicBezTo>
                  <a:cubicBezTo>
                    <a:pt x="21535" y="5184"/>
                    <a:pt x="21445" y="4994"/>
                    <a:pt x="21333" y="492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12" name="Shape 2366"/>
            <p:cNvSpPr/>
            <p:nvPr/>
          </p:nvSpPr>
          <p:spPr>
            <a:xfrm>
              <a:off x="8645839" y="2086926"/>
              <a:ext cx="273828" cy="135800"/>
            </a:xfrm>
            <a:custGeom>
              <a:avLst/>
              <a:gdLst/>
              <a:ahLst/>
              <a:cxnLst>
                <a:cxn ang="0">
                  <a:pos x="wd2" y="hd2"/>
                </a:cxn>
                <a:cxn ang="5400000">
                  <a:pos x="wd2" y="hd2"/>
                </a:cxn>
                <a:cxn ang="10800000">
                  <a:pos x="wd2" y="hd2"/>
                </a:cxn>
                <a:cxn ang="16200000">
                  <a:pos x="wd2" y="hd2"/>
                </a:cxn>
              </a:cxnLst>
              <a:rect l="0" t="0" r="r" b="b"/>
              <a:pathLst>
                <a:path w="20721" h="20993" extrusionOk="0">
                  <a:moveTo>
                    <a:pt x="3268" y="7374"/>
                  </a:moveTo>
                  <a:cubicBezTo>
                    <a:pt x="3677" y="5822"/>
                    <a:pt x="334" y="6504"/>
                    <a:pt x="1086" y="7899"/>
                  </a:cubicBezTo>
                  <a:cubicBezTo>
                    <a:pt x="1645" y="8938"/>
                    <a:pt x="2864" y="8935"/>
                    <a:pt x="3268" y="7374"/>
                  </a:cubicBezTo>
                  <a:close/>
                  <a:moveTo>
                    <a:pt x="1744" y="10386"/>
                  </a:moveTo>
                  <a:cubicBezTo>
                    <a:pt x="-83" y="11429"/>
                    <a:pt x="-353" y="16593"/>
                    <a:pt x="374" y="16515"/>
                  </a:cubicBezTo>
                  <a:cubicBezTo>
                    <a:pt x="1287" y="16406"/>
                    <a:pt x="3370" y="12877"/>
                    <a:pt x="3928" y="11736"/>
                  </a:cubicBezTo>
                  <a:cubicBezTo>
                    <a:pt x="4487" y="10596"/>
                    <a:pt x="3572" y="9351"/>
                    <a:pt x="1744" y="10386"/>
                  </a:cubicBezTo>
                  <a:close/>
                  <a:moveTo>
                    <a:pt x="19725" y="5353"/>
                  </a:moveTo>
                  <a:cubicBezTo>
                    <a:pt x="20145" y="3500"/>
                    <a:pt x="21247" y="3185"/>
                    <a:pt x="20423" y="743"/>
                  </a:cubicBezTo>
                  <a:cubicBezTo>
                    <a:pt x="20268" y="1010"/>
                    <a:pt x="20048" y="1253"/>
                    <a:pt x="19674" y="1463"/>
                  </a:cubicBezTo>
                  <a:cubicBezTo>
                    <a:pt x="18201" y="2296"/>
                    <a:pt x="15001" y="-607"/>
                    <a:pt x="13171" y="117"/>
                  </a:cubicBezTo>
                  <a:cubicBezTo>
                    <a:pt x="11344" y="841"/>
                    <a:pt x="7637" y="841"/>
                    <a:pt x="6774" y="2709"/>
                  </a:cubicBezTo>
                  <a:cubicBezTo>
                    <a:pt x="5908" y="4576"/>
                    <a:pt x="3726" y="5094"/>
                    <a:pt x="4690" y="6756"/>
                  </a:cubicBezTo>
                  <a:cubicBezTo>
                    <a:pt x="5658" y="8417"/>
                    <a:pt x="4690" y="9246"/>
                    <a:pt x="5401" y="11219"/>
                  </a:cubicBezTo>
                  <a:cubicBezTo>
                    <a:pt x="6113" y="13192"/>
                    <a:pt x="6469" y="14024"/>
                    <a:pt x="7433" y="13604"/>
                  </a:cubicBezTo>
                  <a:cubicBezTo>
                    <a:pt x="8401" y="13192"/>
                    <a:pt x="9161" y="14223"/>
                    <a:pt x="8144" y="16406"/>
                  </a:cubicBezTo>
                  <a:cubicBezTo>
                    <a:pt x="8127" y="16451"/>
                    <a:pt x="8118" y="16485"/>
                    <a:pt x="8100" y="16522"/>
                  </a:cubicBezTo>
                  <a:cubicBezTo>
                    <a:pt x="9728" y="16211"/>
                    <a:pt x="11537" y="15997"/>
                    <a:pt x="11801" y="16406"/>
                  </a:cubicBezTo>
                  <a:cubicBezTo>
                    <a:pt x="12209" y="17029"/>
                    <a:pt x="14647" y="20974"/>
                    <a:pt x="15254" y="20558"/>
                  </a:cubicBezTo>
                  <a:cubicBezTo>
                    <a:pt x="15627" y="20303"/>
                    <a:pt x="17294" y="20670"/>
                    <a:pt x="18533" y="20993"/>
                  </a:cubicBezTo>
                  <a:cubicBezTo>
                    <a:pt x="18388" y="20220"/>
                    <a:pt x="18401" y="19489"/>
                    <a:pt x="18656" y="19050"/>
                  </a:cubicBezTo>
                  <a:cubicBezTo>
                    <a:pt x="19114" y="18274"/>
                    <a:pt x="20105" y="18274"/>
                    <a:pt x="19571" y="16714"/>
                  </a:cubicBezTo>
                  <a:cubicBezTo>
                    <a:pt x="19038" y="15157"/>
                    <a:pt x="18886" y="14849"/>
                    <a:pt x="18811" y="12978"/>
                  </a:cubicBezTo>
                  <a:cubicBezTo>
                    <a:pt x="18734" y="11114"/>
                    <a:pt x="18504" y="10180"/>
                    <a:pt x="18583" y="8935"/>
                  </a:cubicBezTo>
                  <a:cubicBezTo>
                    <a:pt x="18656" y="7689"/>
                    <a:pt x="19268" y="7374"/>
                    <a:pt x="19725" y="535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13" name="Shape 2367"/>
            <p:cNvSpPr/>
            <p:nvPr/>
          </p:nvSpPr>
          <p:spPr>
            <a:xfrm>
              <a:off x="9167571" y="4993718"/>
              <a:ext cx="365146" cy="442987"/>
            </a:xfrm>
            <a:custGeom>
              <a:avLst/>
              <a:gdLst/>
              <a:ahLst/>
              <a:cxnLst>
                <a:cxn ang="0">
                  <a:pos x="wd2" y="hd2"/>
                </a:cxn>
                <a:cxn ang="5400000">
                  <a:pos x="wd2" y="hd2"/>
                </a:cxn>
                <a:cxn ang="10800000">
                  <a:pos x="wd2" y="hd2"/>
                </a:cxn>
                <a:cxn ang="16200000">
                  <a:pos x="wd2" y="hd2"/>
                </a:cxn>
              </a:cxnLst>
              <a:rect l="0" t="0" r="r" b="b"/>
              <a:pathLst>
                <a:path w="21600" h="21529" extrusionOk="0">
                  <a:moveTo>
                    <a:pt x="19083" y="4897"/>
                  </a:moveTo>
                  <a:lnTo>
                    <a:pt x="20320" y="3317"/>
                  </a:lnTo>
                  <a:lnTo>
                    <a:pt x="21600" y="1773"/>
                  </a:lnTo>
                  <a:cubicBezTo>
                    <a:pt x="20997" y="1884"/>
                    <a:pt x="20458" y="2002"/>
                    <a:pt x="20262" y="2082"/>
                  </a:cubicBezTo>
                  <a:cubicBezTo>
                    <a:pt x="19786" y="2278"/>
                    <a:pt x="19130" y="1984"/>
                    <a:pt x="18953" y="1642"/>
                  </a:cubicBezTo>
                  <a:cubicBezTo>
                    <a:pt x="18775" y="1299"/>
                    <a:pt x="17581" y="1593"/>
                    <a:pt x="16631" y="2033"/>
                  </a:cubicBezTo>
                  <a:cubicBezTo>
                    <a:pt x="15675" y="2474"/>
                    <a:pt x="15199" y="3404"/>
                    <a:pt x="14843" y="3207"/>
                  </a:cubicBezTo>
                  <a:cubicBezTo>
                    <a:pt x="14486" y="3012"/>
                    <a:pt x="12343" y="2768"/>
                    <a:pt x="11744" y="2768"/>
                  </a:cubicBezTo>
                  <a:cubicBezTo>
                    <a:pt x="11150" y="2768"/>
                    <a:pt x="9244" y="1740"/>
                    <a:pt x="8649" y="1299"/>
                  </a:cubicBezTo>
                  <a:cubicBezTo>
                    <a:pt x="8054" y="859"/>
                    <a:pt x="6326" y="1054"/>
                    <a:pt x="5910" y="859"/>
                  </a:cubicBezTo>
                  <a:cubicBezTo>
                    <a:pt x="5494" y="664"/>
                    <a:pt x="4659" y="516"/>
                    <a:pt x="4363" y="224"/>
                  </a:cubicBezTo>
                  <a:cubicBezTo>
                    <a:pt x="4065" y="-71"/>
                    <a:pt x="3350" y="-21"/>
                    <a:pt x="2753" y="76"/>
                  </a:cubicBezTo>
                  <a:cubicBezTo>
                    <a:pt x="2159" y="175"/>
                    <a:pt x="729" y="859"/>
                    <a:pt x="610" y="1251"/>
                  </a:cubicBezTo>
                  <a:cubicBezTo>
                    <a:pt x="574" y="1376"/>
                    <a:pt x="433" y="1496"/>
                    <a:pt x="267" y="1612"/>
                  </a:cubicBezTo>
                  <a:lnTo>
                    <a:pt x="1490" y="2525"/>
                  </a:lnTo>
                  <a:lnTo>
                    <a:pt x="1765" y="4107"/>
                  </a:lnTo>
                  <a:lnTo>
                    <a:pt x="2863" y="4897"/>
                  </a:lnTo>
                  <a:cubicBezTo>
                    <a:pt x="2863" y="4897"/>
                    <a:pt x="2863" y="5800"/>
                    <a:pt x="2728" y="6704"/>
                  </a:cubicBezTo>
                  <a:cubicBezTo>
                    <a:pt x="2589" y="7606"/>
                    <a:pt x="1628" y="8737"/>
                    <a:pt x="939" y="9302"/>
                  </a:cubicBezTo>
                  <a:cubicBezTo>
                    <a:pt x="736" y="9469"/>
                    <a:pt x="448" y="10004"/>
                    <a:pt x="142" y="10672"/>
                  </a:cubicBezTo>
                  <a:cubicBezTo>
                    <a:pt x="1194" y="10888"/>
                    <a:pt x="1978" y="11215"/>
                    <a:pt x="1920" y="11477"/>
                  </a:cubicBezTo>
                  <a:cubicBezTo>
                    <a:pt x="1800" y="12015"/>
                    <a:pt x="14" y="11770"/>
                    <a:pt x="14" y="12896"/>
                  </a:cubicBezTo>
                  <a:cubicBezTo>
                    <a:pt x="14" y="12972"/>
                    <a:pt x="7" y="13044"/>
                    <a:pt x="0" y="13117"/>
                  </a:cubicBezTo>
                  <a:lnTo>
                    <a:pt x="10147" y="17544"/>
                  </a:lnTo>
                  <a:lnTo>
                    <a:pt x="10012" y="18900"/>
                  </a:lnTo>
                  <a:cubicBezTo>
                    <a:pt x="10012" y="18900"/>
                    <a:pt x="12291" y="20269"/>
                    <a:pt x="14516" y="21529"/>
                  </a:cubicBezTo>
                  <a:cubicBezTo>
                    <a:pt x="15506" y="19461"/>
                    <a:pt x="16805" y="17159"/>
                    <a:pt x="17145" y="16728"/>
                  </a:cubicBezTo>
                  <a:cubicBezTo>
                    <a:pt x="17741" y="15979"/>
                    <a:pt x="18336" y="16110"/>
                    <a:pt x="18852" y="15586"/>
                  </a:cubicBezTo>
                  <a:cubicBezTo>
                    <a:pt x="19370" y="15065"/>
                    <a:pt x="19528" y="15848"/>
                    <a:pt x="20323" y="14802"/>
                  </a:cubicBezTo>
                  <a:cubicBezTo>
                    <a:pt x="20386" y="14723"/>
                    <a:pt x="20462" y="14631"/>
                    <a:pt x="20552" y="14535"/>
                  </a:cubicBezTo>
                  <a:lnTo>
                    <a:pt x="19220" y="12801"/>
                  </a:lnTo>
                  <a:cubicBezTo>
                    <a:pt x="19220" y="12801"/>
                    <a:pt x="19083" y="4897"/>
                    <a:pt x="19083" y="489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14" name="Shape 2368"/>
            <p:cNvSpPr/>
            <p:nvPr/>
          </p:nvSpPr>
          <p:spPr>
            <a:xfrm>
              <a:off x="8993661" y="5018562"/>
              <a:ext cx="247960" cy="255500"/>
            </a:xfrm>
            <a:custGeom>
              <a:avLst/>
              <a:gdLst/>
              <a:ahLst/>
              <a:cxnLst>
                <a:cxn ang="0">
                  <a:pos x="wd2" y="hd2"/>
                </a:cxn>
                <a:cxn ang="5400000">
                  <a:pos x="wd2" y="hd2"/>
                </a:cxn>
                <a:cxn ang="10800000">
                  <a:pos x="wd2" y="hd2"/>
                </a:cxn>
                <a:cxn ang="16200000">
                  <a:pos x="wd2" y="hd2"/>
                </a:cxn>
              </a:cxnLst>
              <a:rect l="0" t="0" r="r" b="b"/>
              <a:pathLst>
                <a:path w="21600" h="21524" extrusionOk="0">
                  <a:moveTo>
                    <a:pt x="19985" y="4325"/>
                  </a:moveTo>
                  <a:lnTo>
                    <a:pt x="19579" y="1584"/>
                  </a:lnTo>
                  <a:lnTo>
                    <a:pt x="17777" y="0"/>
                  </a:lnTo>
                  <a:cubicBezTo>
                    <a:pt x="17246" y="431"/>
                    <a:pt x="16502" y="838"/>
                    <a:pt x="16439" y="1241"/>
                  </a:cubicBezTo>
                  <a:cubicBezTo>
                    <a:pt x="16352" y="1833"/>
                    <a:pt x="14689" y="1752"/>
                    <a:pt x="13985" y="1410"/>
                  </a:cubicBezTo>
                  <a:cubicBezTo>
                    <a:pt x="13285" y="1071"/>
                    <a:pt x="11443" y="1833"/>
                    <a:pt x="11092" y="2342"/>
                  </a:cubicBezTo>
                  <a:cubicBezTo>
                    <a:pt x="10739" y="2851"/>
                    <a:pt x="9513" y="1410"/>
                    <a:pt x="8636" y="1494"/>
                  </a:cubicBezTo>
                  <a:cubicBezTo>
                    <a:pt x="7757" y="1580"/>
                    <a:pt x="5656" y="2342"/>
                    <a:pt x="5656" y="2342"/>
                  </a:cubicBezTo>
                  <a:cubicBezTo>
                    <a:pt x="5656" y="2342"/>
                    <a:pt x="5303" y="4717"/>
                    <a:pt x="5303" y="5651"/>
                  </a:cubicBezTo>
                  <a:cubicBezTo>
                    <a:pt x="5303" y="6583"/>
                    <a:pt x="6619" y="6755"/>
                    <a:pt x="6619" y="7515"/>
                  </a:cubicBezTo>
                  <a:cubicBezTo>
                    <a:pt x="6619" y="8280"/>
                    <a:pt x="5567" y="8958"/>
                    <a:pt x="5478" y="9465"/>
                  </a:cubicBezTo>
                  <a:cubicBezTo>
                    <a:pt x="5392" y="9978"/>
                    <a:pt x="4690" y="10316"/>
                    <a:pt x="3813" y="10569"/>
                  </a:cubicBezTo>
                  <a:cubicBezTo>
                    <a:pt x="2938" y="10825"/>
                    <a:pt x="3024" y="12184"/>
                    <a:pt x="2323" y="12689"/>
                  </a:cubicBezTo>
                  <a:cubicBezTo>
                    <a:pt x="1619" y="13198"/>
                    <a:pt x="1796" y="14473"/>
                    <a:pt x="1357" y="15405"/>
                  </a:cubicBezTo>
                  <a:cubicBezTo>
                    <a:pt x="917" y="16335"/>
                    <a:pt x="655" y="17610"/>
                    <a:pt x="655" y="18710"/>
                  </a:cubicBezTo>
                  <a:cubicBezTo>
                    <a:pt x="655" y="19597"/>
                    <a:pt x="539" y="20846"/>
                    <a:pt x="0" y="21490"/>
                  </a:cubicBezTo>
                  <a:cubicBezTo>
                    <a:pt x="1118" y="21600"/>
                    <a:pt x="1408" y="21432"/>
                    <a:pt x="1970" y="21156"/>
                  </a:cubicBezTo>
                  <a:cubicBezTo>
                    <a:pt x="2779" y="20768"/>
                    <a:pt x="6019" y="19985"/>
                    <a:pt x="6019" y="19985"/>
                  </a:cubicBezTo>
                  <a:lnTo>
                    <a:pt x="9316" y="19724"/>
                  </a:lnTo>
                  <a:cubicBezTo>
                    <a:pt x="10048" y="17727"/>
                    <a:pt x="11130" y="15914"/>
                    <a:pt x="12320" y="15573"/>
                  </a:cubicBezTo>
                  <a:cubicBezTo>
                    <a:pt x="13856" y="15135"/>
                    <a:pt x="15951" y="15313"/>
                    <a:pt x="17595" y="15705"/>
                  </a:cubicBezTo>
                  <a:cubicBezTo>
                    <a:pt x="18045" y="14549"/>
                    <a:pt x="18468" y="13621"/>
                    <a:pt x="18768" y="13330"/>
                  </a:cubicBezTo>
                  <a:cubicBezTo>
                    <a:pt x="19782" y="12351"/>
                    <a:pt x="21198" y="10391"/>
                    <a:pt x="21401" y="8830"/>
                  </a:cubicBezTo>
                  <a:cubicBezTo>
                    <a:pt x="21600" y="7262"/>
                    <a:pt x="21600" y="5696"/>
                    <a:pt x="21600" y="5696"/>
                  </a:cubicBezTo>
                  <a:cubicBezTo>
                    <a:pt x="21600" y="5696"/>
                    <a:pt x="19985" y="4325"/>
                    <a:pt x="19985" y="432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15" name="Shape 2369"/>
            <p:cNvSpPr/>
            <p:nvPr/>
          </p:nvSpPr>
          <p:spPr>
            <a:xfrm>
              <a:off x="10211034" y="2981324"/>
              <a:ext cx="789249" cy="469279"/>
            </a:xfrm>
            <a:custGeom>
              <a:avLst/>
              <a:gdLst/>
              <a:ahLst/>
              <a:cxnLst>
                <a:cxn ang="0">
                  <a:pos x="wd2" y="hd2"/>
                </a:cxn>
                <a:cxn ang="5400000">
                  <a:pos x="wd2" y="hd2"/>
                </a:cxn>
                <a:cxn ang="10800000">
                  <a:pos x="wd2" y="hd2"/>
                </a:cxn>
                <a:cxn ang="16200000">
                  <a:pos x="wd2" y="hd2"/>
                </a:cxn>
              </a:cxnLst>
              <a:rect l="0" t="0" r="r" b="b"/>
              <a:pathLst>
                <a:path w="21217" h="21600" extrusionOk="0">
                  <a:moveTo>
                    <a:pt x="21022" y="12133"/>
                  </a:moveTo>
                  <a:cubicBezTo>
                    <a:pt x="20444" y="11309"/>
                    <a:pt x="19432" y="10319"/>
                    <a:pt x="19335" y="10815"/>
                  </a:cubicBezTo>
                  <a:cubicBezTo>
                    <a:pt x="19240" y="11309"/>
                    <a:pt x="18612" y="11390"/>
                    <a:pt x="18372" y="10896"/>
                  </a:cubicBezTo>
                  <a:cubicBezTo>
                    <a:pt x="18132" y="10401"/>
                    <a:pt x="17938" y="9824"/>
                    <a:pt x="17215" y="10319"/>
                  </a:cubicBezTo>
                  <a:cubicBezTo>
                    <a:pt x="16493" y="10815"/>
                    <a:pt x="16011" y="11475"/>
                    <a:pt x="15963" y="11967"/>
                  </a:cubicBezTo>
                  <a:cubicBezTo>
                    <a:pt x="15915" y="12464"/>
                    <a:pt x="15432" y="12959"/>
                    <a:pt x="15384" y="12298"/>
                  </a:cubicBezTo>
                  <a:cubicBezTo>
                    <a:pt x="15335" y="11636"/>
                    <a:pt x="14759" y="11391"/>
                    <a:pt x="14373" y="11225"/>
                  </a:cubicBezTo>
                  <a:cubicBezTo>
                    <a:pt x="13987" y="11062"/>
                    <a:pt x="13361" y="11390"/>
                    <a:pt x="13313" y="10732"/>
                  </a:cubicBezTo>
                  <a:cubicBezTo>
                    <a:pt x="13265" y="10071"/>
                    <a:pt x="12686" y="9327"/>
                    <a:pt x="12638" y="8584"/>
                  </a:cubicBezTo>
                  <a:cubicBezTo>
                    <a:pt x="12590" y="7843"/>
                    <a:pt x="12734" y="6771"/>
                    <a:pt x="12349" y="6606"/>
                  </a:cubicBezTo>
                  <a:cubicBezTo>
                    <a:pt x="11963" y="6440"/>
                    <a:pt x="11723" y="5368"/>
                    <a:pt x="11386" y="5368"/>
                  </a:cubicBezTo>
                  <a:cubicBezTo>
                    <a:pt x="11048" y="5368"/>
                    <a:pt x="9169" y="5368"/>
                    <a:pt x="8928" y="5202"/>
                  </a:cubicBezTo>
                  <a:cubicBezTo>
                    <a:pt x="8686" y="5039"/>
                    <a:pt x="7434" y="5862"/>
                    <a:pt x="7337" y="5368"/>
                  </a:cubicBezTo>
                  <a:cubicBezTo>
                    <a:pt x="7260" y="4966"/>
                    <a:pt x="6391" y="3374"/>
                    <a:pt x="5911" y="2698"/>
                  </a:cubicBezTo>
                  <a:cubicBezTo>
                    <a:pt x="5859" y="3039"/>
                    <a:pt x="5749" y="3356"/>
                    <a:pt x="5549" y="3603"/>
                  </a:cubicBezTo>
                  <a:cubicBezTo>
                    <a:pt x="4647" y="4714"/>
                    <a:pt x="3782" y="4530"/>
                    <a:pt x="4071" y="3169"/>
                  </a:cubicBezTo>
                  <a:cubicBezTo>
                    <a:pt x="4360" y="1809"/>
                    <a:pt x="4394" y="203"/>
                    <a:pt x="3925" y="203"/>
                  </a:cubicBezTo>
                  <a:cubicBezTo>
                    <a:pt x="3456" y="203"/>
                    <a:pt x="3782" y="3046"/>
                    <a:pt x="3420" y="3231"/>
                  </a:cubicBezTo>
                  <a:cubicBezTo>
                    <a:pt x="3101" y="3395"/>
                    <a:pt x="2978" y="1168"/>
                    <a:pt x="3246" y="0"/>
                  </a:cubicBezTo>
                  <a:lnTo>
                    <a:pt x="158" y="1409"/>
                  </a:lnTo>
                  <a:lnTo>
                    <a:pt x="14" y="10649"/>
                  </a:lnTo>
                  <a:cubicBezTo>
                    <a:pt x="14" y="10649"/>
                    <a:pt x="7" y="10657"/>
                    <a:pt x="0" y="10667"/>
                  </a:cubicBezTo>
                  <a:cubicBezTo>
                    <a:pt x="290" y="10907"/>
                    <a:pt x="624" y="10984"/>
                    <a:pt x="860" y="11016"/>
                  </a:cubicBezTo>
                  <a:cubicBezTo>
                    <a:pt x="1329" y="11077"/>
                    <a:pt x="1291" y="10461"/>
                    <a:pt x="1291" y="10026"/>
                  </a:cubicBezTo>
                  <a:cubicBezTo>
                    <a:pt x="1291" y="9595"/>
                    <a:pt x="1796" y="8854"/>
                    <a:pt x="2158" y="8915"/>
                  </a:cubicBezTo>
                  <a:cubicBezTo>
                    <a:pt x="2520" y="8977"/>
                    <a:pt x="2482" y="8111"/>
                    <a:pt x="2591" y="8111"/>
                  </a:cubicBezTo>
                  <a:cubicBezTo>
                    <a:pt x="2699" y="8111"/>
                    <a:pt x="2989" y="7988"/>
                    <a:pt x="3095" y="7680"/>
                  </a:cubicBezTo>
                  <a:cubicBezTo>
                    <a:pt x="3203" y="7369"/>
                    <a:pt x="3782" y="7740"/>
                    <a:pt x="3962" y="8051"/>
                  </a:cubicBezTo>
                  <a:cubicBezTo>
                    <a:pt x="4142" y="8359"/>
                    <a:pt x="4575" y="8482"/>
                    <a:pt x="4900" y="8607"/>
                  </a:cubicBezTo>
                  <a:cubicBezTo>
                    <a:pt x="5224" y="8730"/>
                    <a:pt x="5332" y="10461"/>
                    <a:pt x="5332" y="10831"/>
                  </a:cubicBezTo>
                  <a:cubicBezTo>
                    <a:pt x="5332" y="11201"/>
                    <a:pt x="6884" y="11139"/>
                    <a:pt x="7138" y="11201"/>
                  </a:cubicBezTo>
                  <a:cubicBezTo>
                    <a:pt x="7390" y="11263"/>
                    <a:pt x="7389" y="12003"/>
                    <a:pt x="7642" y="12560"/>
                  </a:cubicBezTo>
                  <a:cubicBezTo>
                    <a:pt x="7895" y="13116"/>
                    <a:pt x="8075" y="13858"/>
                    <a:pt x="8184" y="14290"/>
                  </a:cubicBezTo>
                  <a:cubicBezTo>
                    <a:pt x="8292" y="14724"/>
                    <a:pt x="9195" y="15280"/>
                    <a:pt x="9411" y="15835"/>
                  </a:cubicBezTo>
                  <a:cubicBezTo>
                    <a:pt x="9627" y="16392"/>
                    <a:pt x="10313" y="16947"/>
                    <a:pt x="10817" y="17256"/>
                  </a:cubicBezTo>
                  <a:cubicBezTo>
                    <a:pt x="11323" y="17567"/>
                    <a:pt x="11792" y="18739"/>
                    <a:pt x="12081" y="18676"/>
                  </a:cubicBezTo>
                  <a:cubicBezTo>
                    <a:pt x="12369" y="18616"/>
                    <a:pt x="13163" y="19295"/>
                    <a:pt x="13163" y="19295"/>
                  </a:cubicBezTo>
                  <a:lnTo>
                    <a:pt x="13255" y="20671"/>
                  </a:lnTo>
                  <a:cubicBezTo>
                    <a:pt x="13291" y="20661"/>
                    <a:pt x="13324" y="20652"/>
                    <a:pt x="13361" y="20630"/>
                  </a:cubicBezTo>
                  <a:cubicBezTo>
                    <a:pt x="13794" y="20384"/>
                    <a:pt x="14035" y="21208"/>
                    <a:pt x="14373" y="21208"/>
                  </a:cubicBezTo>
                  <a:cubicBezTo>
                    <a:pt x="14515" y="21208"/>
                    <a:pt x="14692" y="21411"/>
                    <a:pt x="14861" y="21600"/>
                  </a:cubicBezTo>
                  <a:cubicBezTo>
                    <a:pt x="14837" y="20389"/>
                    <a:pt x="15087" y="19789"/>
                    <a:pt x="15365" y="19419"/>
                  </a:cubicBezTo>
                  <a:cubicBezTo>
                    <a:pt x="15689" y="18986"/>
                    <a:pt x="15148" y="18246"/>
                    <a:pt x="15221" y="17564"/>
                  </a:cubicBezTo>
                  <a:cubicBezTo>
                    <a:pt x="15292" y="16886"/>
                    <a:pt x="14390" y="16514"/>
                    <a:pt x="14463" y="15959"/>
                  </a:cubicBezTo>
                  <a:cubicBezTo>
                    <a:pt x="14534" y="15403"/>
                    <a:pt x="15292" y="15465"/>
                    <a:pt x="15617" y="15217"/>
                  </a:cubicBezTo>
                  <a:cubicBezTo>
                    <a:pt x="15943" y="14971"/>
                    <a:pt x="15689" y="14043"/>
                    <a:pt x="16014" y="14043"/>
                  </a:cubicBezTo>
                  <a:cubicBezTo>
                    <a:pt x="16339" y="14043"/>
                    <a:pt x="16483" y="13486"/>
                    <a:pt x="16592" y="12931"/>
                  </a:cubicBezTo>
                  <a:cubicBezTo>
                    <a:pt x="16699" y="12373"/>
                    <a:pt x="17240" y="12931"/>
                    <a:pt x="17529" y="12560"/>
                  </a:cubicBezTo>
                  <a:cubicBezTo>
                    <a:pt x="17818" y="12190"/>
                    <a:pt x="18251" y="11942"/>
                    <a:pt x="18359" y="12251"/>
                  </a:cubicBezTo>
                  <a:cubicBezTo>
                    <a:pt x="18445" y="12495"/>
                    <a:pt x="18087" y="13530"/>
                    <a:pt x="17929" y="13967"/>
                  </a:cubicBezTo>
                  <a:cubicBezTo>
                    <a:pt x="18432" y="13941"/>
                    <a:pt x="19189" y="13786"/>
                    <a:pt x="19335" y="13536"/>
                  </a:cubicBezTo>
                  <a:cubicBezTo>
                    <a:pt x="19529" y="13205"/>
                    <a:pt x="20251" y="14031"/>
                    <a:pt x="20493" y="13205"/>
                  </a:cubicBezTo>
                  <a:cubicBezTo>
                    <a:pt x="20733" y="12380"/>
                    <a:pt x="21600" y="12959"/>
                    <a:pt x="21022" y="1213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16" name="Shape 2370"/>
            <p:cNvSpPr/>
            <p:nvPr/>
          </p:nvSpPr>
          <p:spPr>
            <a:xfrm>
              <a:off x="7900508" y="347821"/>
              <a:ext cx="1167631" cy="1853110"/>
            </a:xfrm>
            <a:custGeom>
              <a:avLst/>
              <a:gdLst/>
              <a:ahLst/>
              <a:cxnLst>
                <a:cxn ang="0">
                  <a:pos x="wd2" y="hd2"/>
                </a:cxn>
                <a:cxn ang="5400000">
                  <a:pos x="wd2" y="hd2"/>
                </a:cxn>
                <a:cxn ang="10800000">
                  <a:pos x="wd2" y="hd2"/>
                </a:cxn>
                <a:cxn ang="16200000">
                  <a:pos x="wd2" y="hd2"/>
                </a:cxn>
              </a:cxnLst>
              <a:rect l="0" t="0" r="r" b="b"/>
              <a:pathLst>
                <a:path w="21449" h="21527" extrusionOk="0">
                  <a:moveTo>
                    <a:pt x="11028" y="574"/>
                  </a:moveTo>
                  <a:cubicBezTo>
                    <a:pt x="11194" y="656"/>
                    <a:pt x="10754" y="658"/>
                    <a:pt x="10935" y="773"/>
                  </a:cubicBezTo>
                  <a:cubicBezTo>
                    <a:pt x="11490" y="1124"/>
                    <a:pt x="13672" y="726"/>
                    <a:pt x="13968" y="832"/>
                  </a:cubicBezTo>
                  <a:cubicBezTo>
                    <a:pt x="14264" y="937"/>
                    <a:pt x="12138" y="1065"/>
                    <a:pt x="12230" y="1206"/>
                  </a:cubicBezTo>
                  <a:cubicBezTo>
                    <a:pt x="12322" y="1346"/>
                    <a:pt x="14061" y="1463"/>
                    <a:pt x="14190" y="1370"/>
                  </a:cubicBezTo>
                  <a:cubicBezTo>
                    <a:pt x="14320" y="1276"/>
                    <a:pt x="14616" y="1556"/>
                    <a:pt x="15189" y="1580"/>
                  </a:cubicBezTo>
                  <a:cubicBezTo>
                    <a:pt x="15762" y="1603"/>
                    <a:pt x="15706" y="1440"/>
                    <a:pt x="16132" y="1428"/>
                  </a:cubicBezTo>
                  <a:cubicBezTo>
                    <a:pt x="16557" y="1416"/>
                    <a:pt x="17187" y="1288"/>
                    <a:pt x="17204" y="1136"/>
                  </a:cubicBezTo>
                  <a:cubicBezTo>
                    <a:pt x="17223" y="983"/>
                    <a:pt x="18462" y="796"/>
                    <a:pt x="18352" y="539"/>
                  </a:cubicBezTo>
                  <a:cubicBezTo>
                    <a:pt x="18240" y="282"/>
                    <a:pt x="17039" y="457"/>
                    <a:pt x="16705" y="352"/>
                  </a:cubicBezTo>
                  <a:cubicBezTo>
                    <a:pt x="16373" y="247"/>
                    <a:pt x="15595" y="106"/>
                    <a:pt x="15466" y="270"/>
                  </a:cubicBezTo>
                  <a:cubicBezTo>
                    <a:pt x="15337" y="434"/>
                    <a:pt x="15115" y="481"/>
                    <a:pt x="15004" y="410"/>
                  </a:cubicBezTo>
                  <a:cubicBezTo>
                    <a:pt x="14893" y="340"/>
                    <a:pt x="15059" y="-34"/>
                    <a:pt x="14523" y="71"/>
                  </a:cubicBezTo>
                  <a:cubicBezTo>
                    <a:pt x="13987" y="177"/>
                    <a:pt x="14487" y="539"/>
                    <a:pt x="14375" y="586"/>
                  </a:cubicBezTo>
                  <a:cubicBezTo>
                    <a:pt x="14264" y="633"/>
                    <a:pt x="13746" y="516"/>
                    <a:pt x="13709" y="352"/>
                  </a:cubicBezTo>
                  <a:cubicBezTo>
                    <a:pt x="13672" y="188"/>
                    <a:pt x="13100" y="527"/>
                    <a:pt x="13025" y="329"/>
                  </a:cubicBezTo>
                  <a:cubicBezTo>
                    <a:pt x="12951" y="130"/>
                    <a:pt x="12267" y="-11"/>
                    <a:pt x="12118" y="1"/>
                  </a:cubicBezTo>
                  <a:cubicBezTo>
                    <a:pt x="11971" y="13"/>
                    <a:pt x="12267" y="141"/>
                    <a:pt x="12174" y="235"/>
                  </a:cubicBezTo>
                  <a:cubicBezTo>
                    <a:pt x="12082" y="329"/>
                    <a:pt x="11713" y="141"/>
                    <a:pt x="11564" y="130"/>
                  </a:cubicBezTo>
                  <a:cubicBezTo>
                    <a:pt x="11416" y="118"/>
                    <a:pt x="11657" y="329"/>
                    <a:pt x="11583" y="422"/>
                  </a:cubicBezTo>
                  <a:cubicBezTo>
                    <a:pt x="11509" y="516"/>
                    <a:pt x="11213" y="141"/>
                    <a:pt x="10954" y="141"/>
                  </a:cubicBezTo>
                  <a:cubicBezTo>
                    <a:pt x="10695" y="141"/>
                    <a:pt x="10787" y="329"/>
                    <a:pt x="10602" y="340"/>
                  </a:cubicBezTo>
                  <a:cubicBezTo>
                    <a:pt x="10417" y="352"/>
                    <a:pt x="10861" y="492"/>
                    <a:pt x="11028" y="574"/>
                  </a:cubicBezTo>
                  <a:close/>
                  <a:moveTo>
                    <a:pt x="5147" y="2469"/>
                  </a:moveTo>
                  <a:cubicBezTo>
                    <a:pt x="5369" y="2504"/>
                    <a:pt x="5535" y="2738"/>
                    <a:pt x="5739" y="2726"/>
                  </a:cubicBezTo>
                  <a:cubicBezTo>
                    <a:pt x="5831" y="2721"/>
                    <a:pt x="5425" y="2434"/>
                    <a:pt x="5184" y="2270"/>
                  </a:cubicBezTo>
                  <a:cubicBezTo>
                    <a:pt x="4944" y="2106"/>
                    <a:pt x="4962" y="1942"/>
                    <a:pt x="4629" y="2001"/>
                  </a:cubicBezTo>
                  <a:cubicBezTo>
                    <a:pt x="4297" y="2059"/>
                    <a:pt x="4925" y="2434"/>
                    <a:pt x="5147" y="2469"/>
                  </a:cubicBezTo>
                  <a:close/>
                  <a:moveTo>
                    <a:pt x="5905" y="1522"/>
                  </a:moveTo>
                  <a:cubicBezTo>
                    <a:pt x="6257" y="1568"/>
                    <a:pt x="5535" y="1814"/>
                    <a:pt x="5425" y="2036"/>
                  </a:cubicBezTo>
                  <a:cubicBezTo>
                    <a:pt x="5314" y="2258"/>
                    <a:pt x="5979" y="2457"/>
                    <a:pt x="6257" y="2621"/>
                  </a:cubicBezTo>
                  <a:cubicBezTo>
                    <a:pt x="6535" y="2784"/>
                    <a:pt x="7200" y="2761"/>
                    <a:pt x="7440" y="2667"/>
                  </a:cubicBezTo>
                  <a:cubicBezTo>
                    <a:pt x="7681" y="2574"/>
                    <a:pt x="7607" y="2247"/>
                    <a:pt x="7921" y="2258"/>
                  </a:cubicBezTo>
                  <a:cubicBezTo>
                    <a:pt x="8236" y="2270"/>
                    <a:pt x="8069" y="2083"/>
                    <a:pt x="8328" y="2024"/>
                  </a:cubicBezTo>
                  <a:cubicBezTo>
                    <a:pt x="8587" y="1966"/>
                    <a:pt x="8624" y="2176"/>
                    <a:pt x="8402" y="2340"/>
                  </a:cubicBezTo>
                  <a:cubicBezTo>
                    <a:pt x="8180" y="2504"/>
                    <a:pt x="8790" y="2492"/>
                    <a:pt x="9123" y="2293"/>
                  </a:cubicBezTo>
                  <a:cubicBezTo>
                    <a:pt x="9456" y="2094"/>
                    <a:pt x="9530" y="2282"/>
                    <a:pt x="9456" y="2469"/>
                  </a:cubicBezTo>
                  <a:cubicBezTo>
                    <a:pt x="9382" y="2656"/>
                    <a:pt x="8697" y="2551"/>
                    <a:pt x="8457" y="2761"/>
                  </a:cubicBezTo>
                  <a:cubicBezTo>
                    <a:pt x="8217" y="2972"/>
                    <a:pt x="7478" y="2808"/>
                    <a:pt x="7144" y="3042"/>
                  </a:cubicBezTo>
                  <a:cubicBezTo>
                    <a:pt x="6811" y="3276"/>
                    <a:pt x="7440" y="3287"/>
                    <a:pt x="7902" y="3229"/>
                  </a:cubicBezTo>
                  <a:cubicBezTo>
                    <a:pt x="8365" y="3170"/>
                    <a:pt x="9235" y="3135"/>
                    <a:pt x="9567" y="3182"/>
                  </a:cubicBezTo>
                  <a:cubicBezTo>
                    <a:pt x="9900" y="3229"/>
                    <a:pt x="9363" y="3299"/>
                    <a:pt x="8808" y="3299"/>
                  </a:cubicBezTo>
                  <a:cubicBezTo>
                    <a:pt x="8254" y="3299"/>
                    <a:pt x="8069" y="3404"/>
                    <a:pt x="8087" y="3498"/>
                  </a:cubicBezTo>
                  <a:cubicBezTo>
                    <a:pt x="8106" y="3591"/>
                    <a:pt x="7311" y="3393"/>
                    <a:pt x="7274" y="3603"/>
                  </a:cubicBezTo>
                  <a:cubicBezTo>
                    <a:pt x="7237" y="3814"/>
                    <a:pt x="8014" y="3896"/>
                    <a:pt x="8106" y="4024"/>
                  </a:cubicBezTo>
                  <a:cubicBezTo>
                    <a:pt x="8198" y="4153"/>
                    <a:pt x="8716" y="4036"/>
                    <a:pt x="8920" y="4083"/>
                  </a:cubicBezTo>
                  <a:cubicBezTo>
                    <a:pt x="9123" y="4129"/>
                    <a:pt x="8587" y="4223"/>
                    <a:pt x="8512" y="4281"/>
                  </a:cubicBezTo>
                  <a:cubicBezTo>
                    <a:pt x="8439" y="4340"/>
                    <a:pt x="9086" y="4422"/>
                    <a:pt x="9197" y="4539"/>
                  </a:cubicBezTo>
                  <a:cubicBezTo>
                    <a:pt x="9308" y="4656"/>
                    <a:pt x="9770" y="4597"/>
                    <a:pt x="9752" y="4433"/>
                  </a:cubicBezTo>
                  <a:cubicBezTo>
                    <a:pt x="9728" y="4230"/>
                    <a:pt x="10159" y="3615"/>
                    <a:pt x="10714" y="3486"/>
                  </a:cubicBezTo>
                  <a:cubicBezTo>
                    <a:pt x="11268" y="3357"/>
                    <a:pt x="10954" y="3240"/>
                    <a:pt x="11028" y="3042"/>
                  </a:cubicBezTo>
                  <a:cubicBezTo>
                    <a:pt x="11102" y="2843"/>
                    <a:pt x="11545" y="3007"/>
                    <a:pt x="11416" y="2843"/>
                  </a:cubicBezTo>
                  <a:cubicBezTo>
                    <a:pt x="11287" y="2679"/>
                    <a:pt x="11361" y="2609"/>
                    <a:pt x="11713" y="2399"/>
                  </a:cubicBezTo>
                  <a:cubicBezTo>
                    <a:pt x="12063" y="2188"/>
                    <a:pt x="12285" y="2340"/>
                    <a:pt x="12711" y="2211"/>
                  </a:cubicBezTo>
                  <a:cubicBezTo>
                    <a:pt x="13136" y="2083"/>
                    <a:pt x="13339" y="2305"/>
                    <a:pt x="12877" y="2328"/>
                  </a:cubicBezTo>
                  <a:cubicBezTo>
                    <a:pt x="12471" y="2349"/>
                    <a:pt x="12673" y="2644"/>
                    <a:pt x="13007" y="2726"/>
                  </a:cubicBezTo>
                  <a:cubicBezTo>
                    <a:pt x="13339" y="2808"/>
                    <a:pt x="13043" y="2878"/>
                    <a:pt x="13302" y="2913"/>
                  </a:cubicBezTo>
                  <a:cubicBezTo>
                    <a:pt x="13561" y="2948"/>
                    <a:pt x="13487" y="3194"/>
                    <a:pt x="13154" y="3416"/>
                  </a:cubicBezTo>
                  <a:cubicBezTo>
                    <a:pt x="12822" y="3638"/>
                    <a:pt x="13248" y="3685"/>
                    <a:pt x="13950" y="3521"/>
                  </a:cubicBezTo>
                  <a:cubicBezTo>
                    <a:pt x="14652" y="3357"/>
                    <a:pt x="14208" y="3662"/>
                    <a:pt x="14413" y="3790"/>
                  </a:cubicBezTo>
                  <a:cubicBezTo>
                    <a:pt x="14616" y="3919"/>
                    <a:pt x="15170" y="3697"/>
                    <a:pt x="15466" y="3474"/>
                  </a:cubicBezTo>
                  <a:cubicBezTo>
                    <a:pt x="15762" y="3252"/>
                    <a:pt x="16205" y="3289"/>
                    <a:pt x="16187" y="3170"/>
                  </a:cubicBezTo>
                  <a:cubicBezTo>
                    <a:pt x="16169" y="3042"/>
                    <a:pt x="15855" y="3007"/>
                    <a:pt x="15595" y="3077"/>
                  </a:cubicBezTo>
                  <a:cubicBezTo>
                    <a:pt x="15337" y="3147"/>
                    <a:pt x="14689" y="3100"/>
                    <a:pt x="14911" y="2972"/>
                  </a:cubicBezTo>
                  <a:cubicBezTo>
                    <a:pt x="15134" y="2843"/>
                    <a:pt x="15096" y="2738"/>
                    <a:pt x="14764" y="2761"/>
                  </a:cubicBezTo>
                  <a:cubicBezTo>
                    <a:pt x="14431" y="2784"/>
                    <a:pt x="13839" y="2679"/>
                    <a:pt x="14116" y="2609"/>
                  </a:cubicBezTo>
                  <a:cubicBezTo>
                    <a:pt x="14393" y="2539"/>
                    <a:pt x="13912" y="2305"/>
                    <a:pt x="13654" y="2317"/>
                  </a:cubicBezTo>
                  <a:cubicBezTo>
                    <a:pt x="13395" y="2328"/>
                    <a:pt x="13469" y="2141"/>
                    <a:pt x="13487" y="2013"/>
                  </a:cubicBezTo>
                  <a:cubicBezTo>
                    <a:pt x="13506" y="1884"/>
                    <a:pt x="12748" y="1825"/>
                    <a:pt x="12896" y="1779"/>
                  </a:cubicBezTo>
                  <a:cubicBezTo>
                    <a:pt x="13043" y="1732"/>
                    <a:pt x="12581" y="1627"/>
                    <a:pt x="12470" y="1720"/>
                  </a:cubicBezTo>
                  <a:cubicBezTo>
                    <a:pt x="12359" y="1814"/>
                    <a:pt x="12138" y="1790"/>
                    <a:pt x="12138" y="1650"/>
                  </a:cubicBezTo>
                  <a:cubicBezTo>
                    <a:pt x="12138" y="1510"/>
                    <a:pt x="11583" y="1545"/>
                    <a:pt x="11361" y="1556"/>
                  </a:cubicBezTo>
                  <a:cubicBezTo>
                    <a:pt x="11139" y="1568"/>
                    <a:pt x="11249" y="1252"/>
                    <a:pt x="11028" y="1147"/>
                  </a:cubicBezTo>
                  <a:cubicBezTo>
                    <a:pt x="10806" y="1042"/>
                    <a:pt x="10510" y="1358"/>
                    <a:pt x="10344" y="1334"/>
                  </a:cubicBezTo>
                  <a:cubicBezTo>
                    <a:pt x="10177" y="1311"/>
                    <a:pt x="10474" y="1100"/>
                    <a:pt x="10565" y="960"/>
                  </a:cubicBezTo>
                  <a:cubicBezTo>
                    <a:pt x="10658" y="820"/>
                    <a:pt x="9789" y="633"/>
                    <a:pt x="9696" y="773"/>
                  </a:cubicBezTo>
                  <a:cubicBezTo>
                    <a:pt x="9604" y="913"/>
                    <a:pt x="9437" y="563"/>
                    <a:pt x="9252" y="527"/>
                  </a:cubicBezTo>
                  <a:cubicBezTo>
                    <a:pt x="9067" y="492"/>
                    <a:pt x="9216" y="761"/>
                    <a:pt x="9049" y="785"/>
                  </a:cubicBezTo>
                  <a:cubicBezTo>
                    <a:pt x="8883" y="808"/>
                    <a:pt x="8661" y="913"/>
                    <a:pt x="8938" y="1030"/>
                  </a:cubicBezTo>
                  <a:cubicBezTo>
                    <a:pt x="9216" y="1147"/>
                    <a:pt x="9492" y="1732"/>
                    <a:pt x="9456" y="1825"/>
                  </a:cubicBezTo>
                  <a:cubicBezTo>
                    <a:pt x="9419" y="1919"/>
                    <a:pt x="8568" y="1405"/>
                    <a:pt x="8532" y="1159"/>
                  </a:cubicBezTo>
                  <a:cubicBezTo>
                    <a:pt x="8494" y="913"/>
                    <a:pt x="8069" y="715"/>
                    <a:pt x="7958" y="890"/>
                  </a:cubicBezTo>
                  <a:cubicBezTo>
                    <a:pt x="7847" y="1065"/>
                    <a:pt x="7533" y="1136"/>
                    <a:pt x="7625" y="1311"/>
                  </a:cubicBezTo>
                  <a:cubicBezTo>
                    <a:pt x="7718" y="1486"/>
                    <a:pt x="7403" y="1545"/>
                    <a:pt x="7403" y="1405"/>
                  </a:cubicBezTo>
                  <a:cubicBezTo>
                    <a:pt x="7403" y="1264"/>
                    <a:pt x="6941" y="1100"/>
                    <a:pt x="6774" y="1089"/>
                  </a:cubicBezTo>
                  <a:cubicBezTo>
                    <a:pt x="6608" y="1077"/>
                    <a:pt x="7200" y="1007"/>
                    <a:pt x="7478" y="925"/>
                  </a:cubicBezTo>
                  <a:cubicBezTo>
                    <a:pt x="7754" y="843"/>
                    <a:pt x="7237" y="726"/>
                    <a:pt x="6997" y="820"/>
                  </a:cubicBezTo>
                  <a:cubicBezTo>
                    <a:pt x="6756" y="913"/>
                    <a:pt x="6442" y="761"/>
                    <a:pt x="6294" y="890"/>
                  </a:cubicBezTo>
                  <a:cubicBezTo>
                    <a:pt x="6146" y="1019"/>
                    <a:pt x="5961" y="890"/>
                    <a:pt x="5702" y="855"/>
                  </a:cubicBezTo>
                  <a:cubicBezTo>
                    <a:pt x="5443" y="820"/>
                    <a:pt x="5221" y="1089"/>
                    <a:pt x="5036" y="1042"/>
                  </a:cubicBezTo>
                  <a:cubicBezTo>
                    <a:pt x="4851" y="995"/>
                    <a:pt x="4740" y="1276"/>
                    <a:pt x="5036" y="1568"/>
                  </a:cubicBezTo>
                  <a:cubicBezTo>
                    <a:pt x="5332" y="1861"/>
                    <a:pt x="5554" y="1475"/>
                    <a:pt x="5905" y="1522"/>
                  </a:cubicBezTo>
                  <a:close/>
                  <a:moveTo>
                    <a:pt x="20817" y="11517"/>
                  </a:moveTo>
                  <a:cubicBezTo>
                    <a:pt x="20768" y="11634"/>
                    <a:pt x="20435" y="11610"/>
                    <a:pt x="20447" y="11493"/>
                  </a:cubicBezTo>
                  <a:cubicBezTo>
                    <a:pt x="20459" y="11377"/>
                    <a:pt x="19930" y="11283"/>
                    <a:pt x="19905" y="11228"/>
                  </a:cubicBezTo>
                  <a:cubicBezTo>
                    <a:pt x="19880" y="11174"/>
                    <a:pt x="20126" y="11181"/>
                    <a:pt x="20324" y="11251"/>
                  </a:cubicBezTo>
                  <a:cubicBezTo>
                    <a:pt x="20521" y="11322"/>
                    <a:pt x="20658" y="11275"/>
                    <a:pt x="20878" y="11142"/>
                  </a:cubicBezTo>
                  <a:cubicBezTo>
                    <a:pt x="21101" y="11010"/>
                    <a:pt x="21409" y="11119"/>
                    <a:pt x="21446" y="11002"/>
                  </a:cubicBezTo>
                  <a:cubicBezTo>
                    <a:pt x="21483" y="10885"/>
                    <a:pt x="21088" y="10807"/>
                    <a:pt x="21014" y="10737"/>
                  </a:cubicBezTo>
                  <a:cubicBezTo>
                    <a:pt x="20940" y="10667"/>
                    <a:pt x="20658" y="10573"/>
                    <a:pt x="20387" y="10605"/>
                  </a:cubicBezTo>
                  <a:cubicBezTo>
                    <a:pt x="20116" y="10636"/>
                    <a:pt x="20102" y="10565"/>
                    <a:pt x="19941" y="10472"/>
                  </a:cubicBezTo>
                  <a:cubicBezTo>
                    <a:pt x="19781" y="10378"/>
                    <a:pt x="19289" y="10534"/>
                    <a:pt x="19289" y="10753"/>
                  </a:cubicBezTo>
                  <a:cubicBezTo>
                    <a:pt x="19289" y="10971"/>
                    <a:pt x="18980" y="10916"/>
                    <a:pt x="19091" y="10799"/>
                  </a:cubicBezTo>
                  <a:cubicBezTo>
                    <a:pt x="19202" y="10682"/>
                    <a:pt x="18943" y="10542"/>
                    <a:pt x="19190" y="10503"/>
                  </a:cubicBezTo>
                  <a:cubicBezTo>
                    <a:pt x="19437" y="10464"/>
                    <a:pt x="19300" y="10230"/>
                    <a:pt x="18845" y="10207"/>
                  </a:cubicBezTo>
                  <a:cubicBezTo>
                    <a:pt x="18388" y="10184"/>
                    <a:pt x="18216" y="10425"/>
                    <a:pt x="18328" y="10503"/>
                  </a:cubicBezTo>
                  <a:cubicBezTo>
                    <a:pt x="18438" y="10581"/>
                    <a:pt x="18018" y="10916"/>
                    <a:pt x="17833" y="10916"/>
                  </a:cubicBezTo>
                  <a:cubicBezTo>
                    <a:pt x="17648" y="10916"/>
                    <a:pt x="17858" y="10628"/>
                    <a:pt x="17846" y="10472"/>
                  </a:cubicBezTo>
                  <a:cubicBezTo>
                    <a:pt x="17833" y="10316"/>
                    <a:pt x="17661" y="10402"/>
                    <a:pt x="17315" y="10651"/>
                  </a:cubicBezTo>
                  <a:cubicBezTo>
                    <a:pt x="16971" y="10901"/>
                    <a:pt x="16712" y="11127"/>
                    <a:pt x="16515" y="11150"/>
                  </a:cubicBezTo>
                  <a:cubicBezTo>
                    <a:pt x="16317" y="11174"/>
                    <a:pt x="16342" y="10924"/>
                    <a:pt x="16662" y="10815"/>
                  </a:cubicBezTo>
                  <a:cubicBezTo>
                    <a:pt x="16983" y="10706"/>
                    <a:pt x="16995" y="10409"/>
                    <a:pt x="17204" y="10409"/>
                  </a:cubicBezTo>
                  <a:cubicBezTo>
                    <a:pt x="17414" y="10409"/>
                    <a:pt x="17414" y="10254"/>
                    <a:pt x="17106" y="10207"/>
                  </a:cubicBezTo>
                  <a:cubicBezTo>
                    <a:pt x="16798" y="10160"/>
                    <a:pt x="16748" y="10378"/>
                    <a:pt x="16649" y="10441"/>
                  </a:cubicBezTo>
                  <a:cubicBezTo>
                    <a:pt x="16551" y="10503"/>
                    <a:pt x="16046" y="10331"/>
                    <a:pt x="16058" y="10394"/>
                  </a:cubicBezTo>
                  <a:cubicBezTo>
                    <a:pt x="16071" y="10457"/>
                    <a:pt x="15787" y="10480"/>
                    <a:pt x="15910" y="10596"/>
                  </a:cubicBezTo>
                  <a:cubicBezTo>
                    <a:pt x="16033" y="10713"/>
                    <a:pt x="15849" y="10815"/>
                    <a:pt x="15726" y="10675"/>
                  </a:cubicBezTo>
                  <a:cubicBezTo>
                    <a:pt x="15603" y="10534"/>
                    <a:pt x="15294" y="10643"/>
                    <a:pt x="15146" y="10799"/>
                  </a:cubicBezTo>
                  <a:cubicBezTo>
                    <a:pt x="14998" y="10955"/>
                    <a:pt x="14800" y="10947"/>
                    <a:pt x="14948" y="11002"/>
                  </a:cubicBezTo>
                  <a:cubicBezTo>
                    <a:pt x="15096" y="11057"/>
                    <a:pt x="15084" y="11267"/>
                    <a:pt x="14863" y="11306"/>
                  </a:cubicBezTo>
                  <a:cubicBezTo>
                    <a:pt x="14640" y="11345"/>
                    <a:pt x="14726" y="10924"/>
                    <a:pt x="14554" y="10963"/>
                  </a:cubicBezTo>
                  <a:cubicBezTo>
                    <a:pt x="14381" y="11002"/>
                    <a:pt x="14492" y="10760"/>
                    <a:pt x="14726" y="10760"/>
                  </a:cubicBezTo>
                  <a:cubicBezTo>
                    <a:pt x="14960" y="10760"/>
                    <a:pt x="15195" y="10542"/>
                    <a:pt x="15170" y="10488"/>
                  </a:cubicBezTo>
                  <a:cubicBezTo>
                    <a:pt x="15129" y="10396"/>
                    <a:pt x="14875" y="10418"/>
                    <a:pt x="14875" y="10534"/>
                  </a:cubicBezTo>
                  <a:cubicBezTo>
                    <a:pt x="14875" y="10651"/>
                    <a:pt x="14505" y="10628"/>
                    <a:pt x="14196" y="10620"/>
                  </a:cubicBezTo>
                  <a:cubicBezTo>
                    <a:pt x="13889" y="10612"/>
                    <a:pt x="13900" y="10846"/>
                    <a:pt x="14246" y="10971"/>
                  </a:cubicBezTo>
                  <a:cubicBezTo>
                    <a:pt x="14591" y="11096"/>
                    <a:pt x="14184" y="11174"/>
                    <a:pt x="14011" y="11080"/>
                  </a:cubicBezTo>
                  <a:cubicBezTo>
                    <a:pt x="13839" y="10986"/>
                    <a:pt x="13568" y="11033"/>
                    <a:pt x="13383" y="11088"/>
                  </a:cubicBezTo>
                  <a:cubicBezTo>
                    <a:pt x="13197" y="11142"/>
                    <a:pt x="13827" y="11283"/>
                    <a:pt x="13851" y="11353"/>
                  </a:cubicBezTo>
                  <a:cubicBezTo>
                    <a:pt x="13876" y="11423"/>
                    <a:pt x="13531" y="11267"/>
                    <a:pt x="13456" y="11322"/>
                  </a:cubicBezTo>
                  <a:cubicBezTo>
                    <a:pt x="13383" y="11377"/>
                    <a:pt x="13038" y="11283"/>
                    <a:pt x="13013" y="11150"/>
                  </a:cubicBezTo>
                  <a:cubicBezTo>
                    <a:pt x="12988" y="11018"/>
                    <a:pt x="12433" y="11205"/>
                    <a:pt x="12742" y="11251"/>
                  </a:cubicBezTo>
                  <a:cubicBezTo>
                    <a:pt x="13051" y="11298"/>
                    <a:pt x="12939" y="11423"/>
                    <a:pt x="12939" y="11595"/>
                  </a:cubicBezTo>
                  <a:cubicBezTo>
                    <a:pt x="12939" y="11766"/>
                    <a:pt x="12581" y="11634"/>
                    <a:pt x="12655" y="11485"/>
                  </a:cubicBezTo>
                  <a:cubicBezTo>
                    <a:pt x="12729" y="11337"/>
                    <a:pt x="12433" y="11368"/>
                    <a:pt x="12187" y="11462"/>
                  </a:cubicBezTo>
                  <a:cubicBezTo>
                    <a:pt x="11940" y="11556"/>
                    <a:pt x="12224" y="11291"/>
                    <a:pt x="12126" y="11158"/>
                  </a:cubicBezTo>
                  <a:cubicBezTo>
                    <a:pt x="12027" y="11026"/>
                    <a:pt x="11804" y="11158"/>
                    <a:pt x="11545" y="11189"/>
                  </a:cubicBezTo>
                  <a:cubicBezTo>
                    <a:pt x="11287" y="11220"/>
                    <a:pt x="11151" y="11228"/>
                    <a:pt x="11312" y="11337"/>
                  </a:cubicBezTo>
                  <a:cubicBezTo>
                    <a:pt x="11472" y="11447"/>
                    <a:pt x="11447" y="11602"/>
                    <a:pt x="11237" y="11579"/>
                  </a:cubicBezTo>
                  <a:cubicBezTo>
                    <a:pt x="11028" y="11556"/>
                    <a:pt x="10942" y="11579"/>
                    <a:pt x="10966" y="11704"/>
                  </a:cubicBezTo>
                  <a:cubicBezTo>
                    <a:pt x="10991" y="11828"/>
                    <a:pt x="10695" y="11836"/>
                    <a:pt x="10671" y="11727"/>
                  </a:cubicBezTo>
                  <a:cubicBezTo>
                    <a:pt x="10646" y="11618"/>
                    <a:pt x="10228" y="11649"/>
                    <a:pt x="10103" y="11774"/>
                  </a:cubicBezTo>
                  <a:cubicBezTo>
                    <a:pt x="9980" y="11899"/>
                    <a:pt x="9634" y="11992"/>
                    <a:pt x="9672" y="12133"/>
                  </a:cubicBezTo>
                  <a:cubicBezTo>
                    <a:pt x="9708" y="12273"/>
                    <a:pt x="9980" y="12062"/>
                    <a:pt x="10203" y="12109"/>
                  </a:cubicBezTo>
                  <a:cubicBezTo>
                    <a:pt x="10424" y="12156"/>
                    <a:pt x="10189" y="12226"/>
                    <a:pt x="10313" y="12296"/>
                  </a:cubicBezTo>
                  <a:cubicBezTo>
                    <a:pt x="10436" y="12367"/>
                    <a:pt x="10411" y="12538"/>
                    <a:pt x="10239" y="12437"/>
                  </a:cubicBezTo>
                  <a:cubicBezTo>
                    <a:pt x="10066" y="12336"/>
                    <a:pt x="9844" y="12304"/>
                    <a:pt x="9807" y="12468"/>
                  </a:cubicBezTo>
                  <a:cubicBezTo>
                    <a:pt x="9770" y="12631"/>
                    <a:pt x="9585" y="12444"/>
                    <a:pt x="9437" y="12327"/>
                  </a:cubicBezTo>
                  <a:cubicBezTo>
                    <a:pt x="9289" y="12210"/>
                    <a:pt x="9141" y="12546"/>
                    <a:pt x="8981" y="12468"/>
                  </a:cubicBezTo>
                  <a:cubicBezTo>
                    <a:pt x="8821" y="12390"/>
                    <a:pt x="9302" y="12148"/>
                    <a:pt x="9178" y="12031"/>
                  </a:cubicBezTo>
                  <a:cubicBezTo>
                    <a:pt x="9055" y="11914"/>
                    <a:pt x="8968" y="12101"/>
                    <a:pt x="8685" y="12281"/>
                  </a:cubicBezTo>
                  <a:cubicBezTo>
                    <a:pt x="8402" y="12460"/>
                    <a:pt x="8020" y="12452"/>
                    <a:pt x="8156" y="12538"/>
                  </a:cubicBezTo>
                  <a:cubicBezTo>
                    <a:pt x="8291" y="12624"/>
                    <a:pt x="7872" y="12671"/>
                    <a:pt x="7798" y="12818"/>
                  </a:cubicBezTo>
                  <a:cubicBezTo>
                    <a:pt x="7724" y="12967"/>
                    <a:pt x="7144" y="13022"/>
                    <a:pt x="6774" y="13178"/>
                  </a:cubicBezTo>
                  <a:cubicBezTo>
                    <a:pt x="6404" y="13333"/>
                    <a:pt x="6848" y="13341"/>
                    <a:pt x="7058" y="13193"/>
                  </a:cubicBezTo>
                  <a:cubicBezTo>
                    <a:pt x="7268" y="13045"/>
                    <a:pt x="7342" y="13131"/>
                    <a:pt x="7675" y="12998"/>
                  </a:cubicBezTo>
                  <a:cubicBezTo>
                    <a:pt x="8008" y="12866"/>
                    <a:pt x="8365" y="12756"/>
                    <a:pt x="8489" y="12811"/>
                  </a:cubicBezTo>
                  <a:cubicBezTo>
                    <a:pt x="8611" y="12866"/>
                    <a:pt x="8821" y="12905"/>
                    <a:pt x="8981" y="12764"/>
                  </a:cubicBezTo>
                  <a:cubicBezTo>
                    <a:pt x="9141" y="12624"/>
                    <a:pt x="9339" y="12655"/>
                    <a:pt x="9499" y="12741"/>
                  </a:cubicBezTo>
                  <a:cubicBezTo>
                    <a:pt x="9660" y="12827"/>
                    <a:pt x="9228" y="12897"/>
                    <a:pt x="9425" y="13022"/>
                  </a:cubicBezTo>
                  <a:cubicBezTo>
                    <a:pt x="9622" y="13147"/>
                    <a:pt x="9191" y="13216"/>
                    <a:pt x="9191" y="13107"/>
                  </a:cubicBezTo>
                  <a:cubicBezTo>
                    <a:pt x="9191" y="12998"/>
                    <a:pt x="8945" y="12905"/>
                    <a:pt x="8858" y="13006"/>
                  </a:cubicBezTo>
                  <a:cubicBezTo>
                    <a:pt x="8771" y="13107"/>
                    <a:pt x="8624" y="13216"/>
                    <a:pt x="8464" y="13224"/>
                  </a:cubicBezTo>
                  <a:cubicBezTo>
                    <a:pt x="8304" y="13232"/>
                    <a:pt x="8131" y="13419"/>
                    <a:pt x="8131" y="13606"/>
                  </a:cubicBezTo>
                  <a:cubicBezTo>
                    <a:pt x="8131" y="13793"/>
                    <a:pt x="7847" y="13606"/>
                    <a:pt x="7823" y="13770"/>
                  </a:cubicBezTo>
                  <a:cubicBezTo>
                    <a:pt x="7798" y="13934"/>
                    <a:pt x="7403" y="14222"/>
                    <a:pt x="7058" y="14432"/>
                  </a:cubicBezTo>
                  <a:cubicBezTo>
                    <a:pt x="6713" y="14643"/>
                    <a:pt x="7034" y="14690"/>
                    <a:pt x="6923" y="14822"/>
                  </a:cubicBezTo>
                  <a:cubicBezTo>
                    <a:pt x="6811" y="14955"/>
                    <a:pt x="6404" y="14838"/>
                    <a:pt x="6269" y="14892"/>
                  </a:cubicBezTo>
                  <a:cubicBezTo>
                    <a:pt x="6133" y="14947"/>
                    <a:pt x="6343" y="15275"/>
                    <a:pt x="6159" y="15376"/>
                  </a:cubicBezTo>
                  <a:cubicBezTo>
                    <a:pt x="5973" y="15477"/>
                    <a:pt x="6159" y="15618"/>
                    <a:pt x="6159" y="15735"/>
                  </a:cubicBezTo>
                  <a:cubicBezTo>
                    <a:pt x="6159" y="15851"/>
                    <a:pt x="5678" y="15664"/>
                    <a:pt x="5641" y="15781"/>
                  </a:cubicBezTo>
                  <a:cubicBezTo>
                    <a:pt x="5604" y="15898"/>
                    <a:pt x="5184" y="15867"/>
                    <a:pt x="5061" y="15898"/>
                  </a:cubicBezTo>
                  <a:cubicBezTo>
                    <a:pt x="4938" y="15930"/>
                    <a:pt x="5308" y="16116"/>
                    <a:pt x="5530" y="16226"/>
                  </a:cubicBezTo>
                  <a:cubicBezTo>
                    <a:pt x="5752" y="16335"/>
                    <a:pt x="5320" y="16421"/>
                    <a:pt x="5271" y="16296"/>
                  </a:cubicBezTo>
                  <a:cubicBezTo>
                    <a:pt x="5221" y="16171"/>
                    <a:pt x="4913" y="16374"/>
                    <a:pt x="4531" y="16483"/>
                  </a:cubicBezTo>
                  <a:cubicBezTo>
                    <a:pt x="4149" y="16592"/>
                    <a:pt x="4309" y="16810"/>
                    <a:pt x="4013" y="16818"/>
                  </a:cubicBezTo>
                  <a:cubicBezTo>
                    <a:pt x="3717" y="16826"/>
                    <a:pt x="3803" y="17122"/>
                    <a:pt x="3606" y="17216"/>
                  </a:cubicBezTo>
                  <a:cubicBezTo>
                    <a:pt x="3409" y="17309"/>
                    <a:pt x="3459" y="16998"/>
                    <a:pt x="3150" y="16990"/>
                  </a:cubicBezTo>
                  <a:cubicBezTo>
                    <a:pt x="2842" y="16982"/>
                    <a:pt x="2866" y="17122"/>
                    <a:pt x="3051" y="17286"/>
                  </a:cubicBezTo>
                  <a:cubicBezTo>
                    <a:pt x="3236" y="17449"/>
                    <a:pt x="2768" y="17325"/>
                    <a:pt x="2595" y="17465"/>
                  </a:cubicBezTo>
                  <a:cubicBezTo>
                    <a:pt x="2422" y="17606"/>
                    <a:pt x="1929" y="17536"/>
                    <a:pt x="1794" y="17653"/>
                  </a:cubicBezTo>
                  <a:cubicBezTo>
                    <a:pt x="1658" y="17769"/>
                    <a:pt x="2163" y="17769"/>
                    <a:pt x="2237" y="17863"/>
                  </a:cubicBezTo>
                  <a:cubicBezTo>
                    <a:pt x="2311" y="17957"/>
                    <a:pt x="1794" y="17910"/>
                    <a:pt x="1522" y="17871"/>
                  </a:cubicBezTo>
                  <a:cubicBezTo>
                    <a:pt x="1251" y="17832"/>
                    <a:pt x="1325" y="18089"/>
                    <a:pt x="1079" y="18058"/>
                  </a:cubicBezTo>
                  <a:cubicBezTo>
                    <a:pt x="832" y="18027"/>
                    <a:pt x="524" y="18190"/>
                    <a:pt x="697" y="18300"/>
                  </a:cubicBezTo>
                  <a:cubicBezTo>
                    <a:pt x="869" y="18409"/>
                    <a:pt x="561" y="18424"/>
                    <a:pt x="388" y="18354"/>
                  </a:cubicBezTo>
                  <a:cubicBezTo>
                    <a:pt x="216" y="18284"/>
                    <a:pt x="68" y="18455"/>
                    <a:pt x="6" y="18588"/>
                  </a:cubicBezTo>
                  <a:cubicBezTo>
                    <a:pt x="-56" y="18721"/>
                    <a:pt x="339" y="18791"/>
                    <a:pt x="327" y="18853"/>
                  </a:cubicBezTo>
                  <a:cubicBezTo>
                    <a:pt x="315" y="18915"/>
                    <a:pt x="6" y="19017"/>
                    <a:pt x="228" y="19048"/>
                  </a:cubicBezTo>
                  <a:cubicBezTo>
                    <a:pt x="450" y="19079"/>
                    <a:pt x="290" y="19204"/>
                    <a:pt x="142" y="19243"/>
                  </a:cubicBezTo>
                  <a:cubicBezTo>
                    <a:pt x="-6" y="19282"/>
                    <a:pt x="-6" y="19376"/>
                    <a:pt x="142" y="19493"/>
                  </a:cubicBezTo>
                  <a:cubicBezTo>
                    <a:pt x="290" y="19610"/>
                    <a:pt x="-117" y="19633"/>
                    <a:pt x="80" y="19812"/>
                  </a:cubicBezTo>
                  <a:cubicBezTo>
                    <a:pt x="277" y="19991"/>
                    <a:pt x="425" y="19765"/>
                    <a:pt x="512" y="19898"/>
                  </a:cubicBezTo>
                  <a:cubicBezTo>
                    <a:pt x="598" y="20031"/>
                    <a:pt x="832" y="19914"/>
                    <a:pt x="1103" y="19757"/>
                  </a:cubicBezTo>
                  <a:cubicBezTo>
                    <a:pt x="1375" y="19602"/>
                    <a:pt x="1473" y="19929"/>
                    <a:pt x="1251" y="19921"/>
                  </a:cubicBezTo>
                  <a:cubicBezTo>
                    <a:pt x="1029" y="19914"/>
                    <a:pt x="771" y="19999"/>
                    <a:pt x="820" y="20140"/>
                  </a:cubicBezTo>
                  <a:cubicBezTo>
                    <a:pt x="869" y="20280"/>
                    <a:pt x="475" y="20256"/>
                    <a:pt x="487" y="20085"/>
                  </a:cubicBezTo>
                  <a:cubicBezTo>
                    <a:pt x="499" y="19914"/>
                    <a:pt x="31" y="20116"/>
                    <a:pt x="203" y="20241"/>
                  </a:cubicBezTo>
                  <a:cubicBezTo>
                    <a:pt x="376" y="20365"/>
                    <a:pt x="142" y="20436"/>
                    <a:pt x="142" y="20553"/>
                  </a:cubicBezTo>
                  <a:cubicBezTo>
                    <a:pt x="142" y="20670"/>
                    <a:pt x="475" y="20646"/>
                    <a:pt x="610" y="20514"/>
                  </a:cubicBezTo>
                  <a:cubicBezTo>
                    <a:pt x="746" y="20381"/>
                    <a:pt x="968" y="20412"/>
                    <a:pt x="1054" y="20545"/>
                  </a:cubicBezTo>
                  <a:cubicBezTo>
                    <a:pt x="1140" y="20678"/>
                    <a:pt x="845" y="20576"/>
                    <a:pt x="845" y="20755"/>
                  </a:cubicBezTo>
                  <a:cubicBezTo>
                    <a:pt x="845" y="20935"/>
                    <a:pt x="660" y="20779"/>
                    <a:pt x="499" y="20919"/>
                  </a:cubicBezTo>
                  <a:cubicBezTo>
                    <a:pt x="339" y="21060"/>
                    <a:pt x="1128" y="21317"/>
                    <a:pt x="1375" y="21356"/>
                  </a:cubicBezTo>
                  <a:cubicBezTo>
                    <a:pt x="1622" y="21395"/>
                    <a:pt x="1855" y="21566"/>
                    <a:pt x="2348" y="21519"/>
                  </a:cubicBezTo>
                  <a:cubicBezTo>
                    <a:pt x="2842" y="21473"/>
                    <a:pt x="3779" y="20896"/>
                    <a:pt x="3902" y="20794"/>
                  </a:cubicBezTo>
                  <a:cubicBezTo>
                    <a:pt x="4026" y="20693"/>
                    <a:pt x="4297" y="20810"/>
                    <a:pt x="4481" y="20716"/>
                  </a:cubicBezTo>
                  <a:cubicBezTo>
                    <a:pt x="4666" y="20623"/>
                    <a:pt x="4555" y="20381"/>
                    <a:pt x="4691" y="20335"/>
                  </a:cubicBezTo>
                  <a:cubicBezTo>
                    <a:pt x="4827" y="20288"/>
                    <a:pt x="4900" y="20592"/>
                    <a:pt x="5024" y="20623"/>
                  </a:cubicBezTo>
                  <a:cubicBezTo>
                    <a:pt x="5136" y="20651"/>
                    <a:pt x="5217" y="20706"/>
                    <a:pt x="5221" y="20862"/>
                  </a:cubicBezTo>
                  <a:cubicBezTo>
                    <a:pt x="5319" y="20853"/>
                    <a:pt x="5419" y="20856"/>
                    <a:pt x="5482" y="20885"/>
                  </a:cubicBezTo>
                  <a:cubicBezTo>
                    <a:pt x="5640" y="20961"/>
                    <a:pt x="5680" y="20635"/>
                    <a:pt x="5680" y="20535"/>
                  </a:cubicBezTo>
                  <a:cubicBezTo>
                    <a:pt x="5680" y="20434"/>
                    <a:pt x="5838" y="20234"/>
                    <a:pt x="5799" y="20109"/>
                  </a:cubicBezTo>
                  <a:cubicBezTo>
                    <a:pt x="5759" y="19984"/>
                    <a:pt x="6274" y="20084"/>
                    <a:pt x="6353" y="19984"/>
                  </a:cubicBezTo>
                  <a:cubicBezTo>
                    <a:pt x="6433" y="19883"/>
                    <a:pt x="6472" y="19533"/>
                    <a:pt x="6314" y="19483"/>
                  </a:cubicBezTo>
                  <a:cubicBezTo>
                    <a:pt x="6155" y="19432"/>
                    <a:pt x="6116" y="19232"/>
                    <a:pt x="6274" y="19232"/>
                  </a:cubicBezTo>
                  <a:cubicBezTo>
                    <a:pt x="6433" y="19232"/>
                    <a:pt x="6630" y="19157"/>
                    <a:pt x="6591" y="18956"/>
                  </a:cubicBezTo>
                  <a:cubicBezTo>
                    <a:pt x="6552" y="18756"/>
                    <a:pt x="6076" y="18781"/>
                    <a:pt x="6037" y="18581"/>
                  </a:cubicBezTo>
                  <a:cubicBezTo>
                    <a:pt x="5997" y="18381"/>
                    <a:pt x="6274" y="18330"/>
                    <a:pt x="6076" y="18080"/>
                  </a:cubicBezTo>
                  <a:cubicBezTo>
                    <a:pt x="5878" y="17829"/>
                    <a:pt x="6155" y="17679"/>
                    <a:pt x="6076" y="17554"/>
                  </a:cubicBezTo>
                  <a:cubicBezTo>
                    <a:pt x="5997" y="17428"/>
                    <a:pt x="5918" y="17278"/>
                    <a:pt x="6155" y="17028"/>
                  </a:cubicBezTo>
                  <a:cubicBezTo>
                    <a:pt x="6393" y="16777"/>
                    <a:pt x="6829" y="16652"/>
                    <a:pt x="6987" y="16677"/>
                  </a:cubicBezTo>
                  <a:cubicBezTo>
                    <a:pt x="7146" y="16702"/>
                    <a:pt x="7423" y="16803"/>
                    <a:pt x="7542" y="16652"/>
                  </a:cubicBezTo>
                  <a:cubicBezTo>
                    <a:pt x="7660" y="16502"/>
                    <a:pt x="7660" y="16376"/>
                    <a:pt x="7542" y="16351"/>
                  </a:cubicBezTo>
                  <a:cubicBezTo>
                    <a:pt x="7423" y="16326"/>
                    <a:pt x="7106" y="16276"/>
                    <a:pt x="7344" y="16076"/>
                  </a:cubicBezTo>
                  <a:cubicBezTo>
                    <a:pt x="7581" y="15875"/>
                    <a:pt x="7859" y="15624"/>
                    <a:pt x="7899" y="15400"/>
                  </a:cubicBezTo>
                  <a:cubicBezTo>
                    <a:pt x="7938" y="15174"/>
                    <a:pt x="7819" y="14998"/>
                    <a:pt x="7938" y="14923"/>
                  </a:cubicBezTo>
                  <a:cubicBezTo>
                    <a:pt x="8057" y="14848"/>
                    <a:pt x="8335" y="14923"/>
                    <a:pt x="8571" y="14823"/>
                  </a:cubicBezTo>
                  <a:cubicBezTo>
                    <a:pt x="8809" y="14723"/>
                    <a:pt x="8611" y="14598"/>
                    <a:pt x="8730" y="14523"/>
                  </a:cubicBezTo>
                  <a:cubicBezTo>
                    <a:pt x="8849" y="14447"/>
                    <a:pt x="9007" y="14197"/>
                    <a:pt x="9166" y="14122"/>
                  </a:cubicBezTo>
                  <a:cubicBezTo>
                    <a:pt x="9324" y="14047"/>
                    <a:pt x="9483" y="13946"/>
                    <a:pt x="9364" y="13846"/>
                  </a:cubicBezTo>
                  <a:cubicBezTo>
                    <a:pt x="9245" y="13746"/>
                    <a:pt x="9602" y="13645"/>
                    <a:pt x="9602" y="13470"/>
                  </a:cubicBezTo>
                  <a:cubicBezTo>
                    <a:pt x="9602" y="13295"/>
                    <a:pt x="9998" y="13170"/>
                    <a:pt x="10236" y="13170"/>
                  </a:cubicBezTo>
                  <a:cubicBezTo>
                    <a:pt x="10474" y="13170"/>
                    <a:pt x="10869" y="13170"/>
                    <a:pt x="10869" y="13019"/>
                  </a:cubicBezTo>
                  <a:cubicBezTo>
                    <a:pt x="10869" y="12869"/>
                    <a:pt x="10710" y="12543"/>
                    <a:pt x="11067" y="12644"/>
                  </a:cubicBezTo>
                  <a:cubicBezTo>
                    <a:pt x="11424" y="12744"/>
                    <a:pt x="11701" y="12619"/>
                    <a:pt x="11939" y="12744"/>
                  </a:cubicBezTo>
                  <a:cubicBezTo>
                    <a:pt x="12177" y="12869"/>
                    <a:pt x="12493" y="12844"/>
                    <a:pt x="12493" y="12644"/>
                  </a:cubicBezTo>
                  <a:cubicBezTo>
                    <a:pt x="12493" y="12443"/>
                    <a:pt x="12612" y="12118"/>
                    <a:pt x="12969" y="12243"/>
                  </a:cubicBezTo>
                  <a:cubicBezTo>
                    <a:pt x="12997" y="12253"/>
                    <a:pt x="13023" y="12264"/>
                    <a:pt x="13049" y="12275"/>
                  </a:cubicBezTo>
                  <a:cubicBezTo>
                    <a:pt x="13167" y="12107"/>
                    <a:pt x="13392" y="12001"/>
                    <a:pt x="13602" y="12017"/>
                  </a:cubicBezTo>
                  <a:cubicBezTo>
                    <a:pt x="13921" y="12043"/>
                    <a:pt x="14117" y="12393"/>
                    <a:pt x="14514" y="12443"/>
                  </a:cubicBezTo>
                  <a:cubicBezTo>
                    <a:pt x="14910" y="12493"/>
                    <a:pt x="15306" y="12594"/>
                    <a:pt x="15425" y="12468"/>
                  </a:cubicBezTo>
                  <a:cubicBezTo>
                    <a:pt x="15544" y="12343"/>
                    <a:pt x="15821" y="12543"/>
                    <a:pt x="16059" y="12493"/>
                  </a:cubicBezTo>
                  <a:cubicBezTo>
                    <a:pt x="16296" y="12443"/>
                    <a:pt x="16296" y="12769"/>
                    <a:pt x="16534" y="12569"/>
                  </a:cubicBezTo>
                  <a:cubicBezTo>
                    <a:pt x="16771" y="12368"/>
                    <a:pt x="16494" y="12243"/>
                    <a:pt x="16891" y="12268"/>
                  </a:cubicBezTo>
                  <a:cubicBezTo>
                    <a:pt x="17287" y="12293"/>
                    <a:pt x="17049" y="11992"/>
                    <a:pt x="17049" y="11817"/>
                  </a:cubicBezTo>
                  <a:cubicBezTo>
                    <a:pt x="17049" y="11642"/>
                    <a:pt x="17564" y="11617"/>
                    <a:pt x="17564" y="11466"/>
                  </a:cubicBezTo>
                  <a:cubicBezTo>
                    <a:pt x="17564" y="11316"/>
                    <a:pt x="18278" y="11441"/>
                    <a:pt x="18395" y="11341"/>
                  </a:cubicBezTo>
                  <a:cubicBezTo>
                    <a:pt x="18516" y="11241"/>
                    <a:pt x="18911" y="11166"/>
                    <a:pt x="19070" y="11341"/>
                  </a:cubicBezTo>
                  <a:cubicBezTo>
                    <a:pt x="19228" y="11516"/>
                    <a:pt x="19901" y="11566"/>
                    <a:pt x="19941" y="11717"/>
                  </a:cubicBezTo>
                  <a:cubicBezTo>
                    <a:pt x="19961" y="11790"/>
                    <a:pt x="19942" y="11904"/>
                    <a:pt x="19941" y="12011"/>
                  </a:cubicBezTo>
                  <a:cubicBezTo>
                    <a:pt x="20051" y="11942"/>
                    <a:pt x="20190" y="11891"/>
                    <a:pt x="20324" y="11891"/>
                  </a:cubicBezTo>
                  <a:cubicBezTo>
                    <a:pt x="20570" y="11891"/>
                    <a:pt x="20792" y="11657"/>
                    <a:pt x="21014" y="11688"/>
                  </a:cubicBezTo>
                  <a:cubicBezTo>
                    <a:pt x="21200" y="11714"/>
                    <a:pt x="21382" y="11694"/>
                    <a:pt x="21438" y="11499"/>
                  </a:cubicBezTo>
                  <a:cubicBezTo>
                    <a:pt x="21241" y="11421"/>
                    <a:pt x="20863" y="11410"/>
                    <a:pt x="20817" y="1151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17" name="Shape 2371"/>
            <p:cNvSpPr/>
            <p:nvPr/>
          </p:nvSpPr>
          <p:spPr>
            <a:xfrm>
              <a:off x="13515336" y="3006168"/>
              <a:ext cx="771118" cy="764381"/>
            </a:xfrm>
            <a:custGeom>
              <a:avLst/>
              <a:gdLst/>
              <a:ahLst/>
              <a:cxnLst>
                <a:cxn ang="0">
                  <a:pos x="wd2" y="hd2"/>
                </a:cxn>
                <a:cxn ang="5400000">
                  <a:pos x="wd2" y="hd2"/>
                </a:cxn>
                <a:cxn ang="10800000">
                  <a:pos x="wd2" y="hd2"/>
                </a:cxn>
                <a:cxn ang="16200000">
                  <a:pos x="wd2" y="hd2"/>
                </a:cxn>
              </a:cxnLst>
              <a:rect l="0" t="0" r="r" b="b"/>
              <a:pathLst>
                <a:path w="21431" h="21158" extrusionOk="0">
                  <a:moveTo>
                    <a:pt x="2628" y="18218"/>
                  </a:moveTo>
                  <a:cubicBezTo>
                    <a:pt x="2628" y="17846"/>
                    <a:pt x="1808" y="17920"/>
                    <a:pt x="1771" y="17585"/>
                  </a:cubicBezTo>
                  <a:cubicBezTo>
                    <a:pt x="1733" y="17251"/>
                    <a:pt x="1174" y="17438"/>
                    <a:pt x="614" y="17846"/>
                  </a:cubicBezTo>
                  <a:cubicBezTo>
                    <a:pt x="55" y="18254"/>
                    <a:pt x="-132" y="18329"/>
                    <a:pt x="92" y="18737"/>
                  </a:cubicBezTo>
                  <a:cubicBezTo>
                    <a:pt x="316" y="19146"/>
                    <a:pt x="651" y="18775"/>
                    <a:pt x="800" y="18366"/>
                  </a:cubicBezTo>
                  <a:cubicBezTo>
                    <a:pt x="950" y="17957"/>
                    <a:pt x="1322" y="18960"/>
                    <a:pt x="988" y="19629"/>
                  </a:cubicBezTo>
                  <a:cubicBezTo>
                    <a:pt x="651" y="20298"/>
                    <a:pt x="1030" y="21240"/>
                    <a:pt x="1471" y="21152"/>
                  </a:cubicBezTo>
                  <a:cubicBezTo>
                    <a:pt x="1845" y="21078"/>
                    <a:pt x="2330" y="19740"/>
                    <a:pt x="2890" y="19034"/>
                  </a:cubicBezTo>
                  <a:cubicBezTo>
                    <a:pt x="3449" y="18329"/>
                    <a:pt x="2628" y="18588"/>
                    <a:pt x="2628" y="18218"/>
                  </a:cubicBezTo>
                  <a:close/>
                  <a:moveTo>
                    <a:pt x="5202" y="16768"/>
                  </a:moveTo>
                  <a:cubicBezTo>
                    <a:pt x="5053" y="17177"/>
                    <a:pt x="4606" y="16991"/>
                    <a:pt x="4009" y="17103"/>
                  </a:cubicBezTo>
                  <a:cubicBezTo>
                    <a:pt x="3412" y="17214"/>
                    <a:pt x="3392" y="18632"/>
                    <a:pt x="3823" y="18775"/>
                  </a:cubicBezTo>
                  <a:cubicBezTo>
                    <a:pt x="4158" y="18886"/>
                    <a:pt x="4419" y="18886"/>
                    <a:pt x="4531" y="18440"/>
                  </a:cubicBezTo>
                  <a:cubicBezTo>
                    <a:pt x="4642" y="17995"/>
                    <a:pt x="5240" y="17846"/>
                    <a:pt x="5613" y="18031"/>
                  </a:cubicBezTo>
                  <a:cubicBezTo>
                    <a:pt x="5986" y="18218"/>
                    <a:pt x="6471" y="17474"/>
                    <a:pt x="6471" y="16916"/>
                  </a:cubicBezTo>
                  <a:cubicBezTo>
                    <a:pt x="6471" y="16359"/>
                    <a:pt x="5352" y="16359"/>
                    <a:pt x="5202" y="16768"/>
                  </a:cubicBezTo>
                  <a:close/>
                  <a:moveTo>
                    <a:pt x="13410" y="7108"/>
                  </a:moveTo>
                  <a:cubicBezTo>
                    <a:pt x="13037" y="7294"/>
                    <a:pt x="12775" y="8445"/>
                    <a:pt x="13186" y="8779"/>
                  </a:cubicBezTo>
                  <a:cubicBezTo>
                    <a:pt x="13596" y="9114"/>
                    <a:pt x="12514" y="9746"/>
                    <a:pt x="12551" y="10452"/>
                  </a:cubicBezTo>
                  <a:cubicBezTo>
                    <a:pt x="12589" y="11158"/>
                    <a:pt x="11880" y="11158"/>
                    <a:pt x="11767" y="11677"/>
                  </a:cubicBezTo>
                  <a:cubicBezTo>
                    <a:pt x="11656" y="12198"/>
                    <a:pt x="11246" y="12087"/>
                    <a:pt x="10612" y="12570"/>
                  </a:cubicBezTo>
                  <a:cubicBezTo>
                    <a:pt x="9978" y="13052"/>
                    <a:pt x="9642" y="12495"/>
                    <a:pt x="9791" y="12161"/>
                  </a:cubicBezTo>
                  <a:cubicBezTo>
                    <a:pt x="9940" y="11826"/>
                    <a:pt x="8821" y="12347"/>
                    <a:pt x="8858" y="13165"/>
                  </a:cubicBezTo>
                  <a:cubicBezTo>
                    <a:pt x="8896" y="13982"/>
                    <a:pt x="7814" y="14056"/>
                    <a:pt x="8075" y="14427"/>
                  </a:cubicBezTo>
                  <a:cubicBezTo>
                    <a:pt x="8337" y="14800"/>
                    <a:pt x="7255" y="15021"/>
                    <a:pt x="7291" y="14687"/>
                  </a:cubicBezTo>
                  <a:cubicBezTo>
                    <a:pt x="7329" y="14353"/>
                    <a:pt x="6619" y="14540"/>
                    <a:pt x="5763" y="14874"/>
                  </a:cubicBezTo>
                  <a:cubicBezTo>
                    <a:pt x="4905" y="15208"/>
                    <a:pt x="4381" y="14502"/>
                    <a:pt x="3897" y="14985"/>
                  </a:cubicBezTo>
                  <a:cubicBezTo>
                    <a:pt x="3412" y="15469"/>
                    <a:pt x="2591" y="16323"/>
                    <a:pt x="1957" y="16434"/>
                  </a:cubicBezTo>
                  <a:cubicBezTo>
                    <a:pt x="1322" y="16545"/>
                    <a:pt x="1689" y="17311"/>
                    <a:pt x="1957" y="17177"/>
                  </a:cubicBezTo>
                  <a:cubicBezTo>
                    <a:pt x="2405" y="16954"/>
                    <a:pt x="3114" y="17177"/>
                    <a:pt x="3338" y="16842"/>
                  </a:cubicBezTo>
                  <a:cubicBezTo>
                    <a:pt x="3561" y="16508"/>
                    <a:pt x="5389" y="16100"/>
                    <a:pt x="6508" y="16063"/>
                  </a:cubicBezTo>
                  <a:cubicBezTo>
                    <a:pt x="7627" y="16025"/>
                    <a:pt x="6956" y="16582"/>
                    <a:pt x="7031" y="17177"/>
                  </a:cubicBezTo>
                  <a:cubicBezTo>
                    <a:pt x="7105" y="17771"/>
                    <a:pt x="8038" y="17660"/>
                    <a:pt x="8523" y="17103"/>
                  </a:cubicBezTo>
                  <a:cubicBezTo>
                    <a:pt x="9007" y="16545"/>
                    <a:pt x="9381" y="16582"/>
                    <a:pt x="8970" y="16247"/>
                  </a:cubicBezTo>
                  <a:cubicBezTo>
                    <a:pt x="8559" y="15914"/>
                    <a:pt x="9045" y="15616"/>
                    <a:pt x="9344" y="16063"/>
                  </a:cubicBezTo>
                  <a:cubicBezTo>
                    <a:pt x="9642" y="16508"/>
                    <a:pt x="10574" y="16545"/>
                    <a:pt x="10948" y="15951"/>
                  </a:cubicBezTo>
                  <a:cubicBezTo>
                    <a:pt x="11321" y="15356"/>
                    <a:pt x="11432" y="16063"/>
                    <a:pt x="11880" y="16025"/>
                  </a:cubicBezTo>
                  <a:cubicBezTo>
                    <a:pt x="12328" y="15988"/>
                    <a:pt x="12589" y="14874"/>
                    <a:pt x="12627" y="15282"/>
                  </a:cubicBezTo>
                  <a:cubicBezTo>
                    <a:pt x="12664" y="15690"/>
                    <a:pt x="13372" y="15579"/>
                    <a:pt x="13820" y="15097"/>
                  </a:cubicBezTo>
                  <a:cubicBezTo>
                    <a:pt x="14268" y="14613"/>
                    <a:pt x="13858" y="13759"/>
                    <a:pt x="14156" y="13313"/>
                  </a:cubicBezTo>
                  <a:cubicBezTo>
                    <a:pt x="14454" y="12867"/>
                    <a:pt x="14753" y="11938"/>
                    <a:pt x="14454" y="11381"/>
                  </a:cubicBezTo>
                  <a:cubicBezTo>
                    <a:pt x="14156" y="10823"/>
                    <a:pt x="15126" y="10452"/>
                    <a:pt x="15611" y="10005"/>
                  </a:cubicBezTo>
                  <a:cubicBezTo>
                    <a:pt x="16096" y="9560"/>
                    <a:pt x="15051" y="7331"/>
                    <a:pt x="15014" y="6662"/>
                  </a:cubicBezTo>
                  <a:cubicBezTo>
                    <a:pt x="14977" y="5993"/>
                    <a:pt x="13782" y="6922"/>
                    <a:pt x="13410" y="7108"/>
                  </a:cubicBezTo>
                  <a:close/>
                  <a:moveTo>
                    <a:pt x="20274" y="2017"/>
                  </a:moveTo>
                  <a:cubicBezTo>
                    <a:pt x="20014" y="1683"/>
                    <a:pt x="19566" y="2203"/>
                    <a:pt x="19006" y="2315"/>
                  </a:cubicBezTo>
                  <a:cubicBezTo>
                    <a:pt x="18446" y="2426"/>
                    <a:pt x="16693" y="977"/>
                    <a:pt x="16245" y="308"/>
                  </a:cubicBezTo>
                  <a:cubicBezTo>
                    <a:pt x="15797" y="-360"/>
                    <a:pt x="15051" y="197"/>
                    <a:pt x="15425" y="680"/>
                  </a:cubicBezTo>
                  <a:cubicBezTo>
                    <a:pt x="15798" y="1163"/>
                    <a:pt x="15349" y="1311"/>
                    <a:pt x="15349" y="1981"/>
                  </a:cubicBezTo>
                  <a:cubicBezTo>
                    <a:pt x="15349" y="2649"/>
                    <a:pt x="14902" y="2649"/>
                    <a:pt x="14977" y="3095"/>
                  </a:cubicBezTo>
                  <a:cubicBezTo>
                    <a:pt x="15051" y="3541"/>
                    <a:pt x="14379" y="3467"/>
                    <a:pt x="13931" y="3541"/>
                  </a:cubicBezTo>
                  <a:cubicBezTo>
                    <a:pt x="13485" y="3616"/>
                    <a:pt x="13970" y="4062"/>
                    <a:pt x="13447" y="4285"/>
                  </a:cubicBezTo>
                  <a:cubicBezTo>
                    <a:pt x="12925" y="4507"/>
                    <a:pt x="12962" y="4879"/>
                    <a:pt x="13223" y="5027"/>
                  </a:cubicBezTo>
                  <a:cubicBezTo>
                    <a:pt x="13485" y="5176"/>
                    <a:pt x="13298" y="5659"/>
                    <a:pt x="13223" y="5993"/>
                  </a:cubicBezTo>
                  <a:cubicBezTo>
                    <a:pt x="13148" y="6328"/>
                    <a:pt x="13558" y="6068"/>
                    <a:pt x="13858" y="5733"/>
                  </a:cubicBezTo>
                  <a:cubicBezTo>
                    <a:pt x="14156" y="5399"/>
                    <a:pt x="14467" y="5894"/>
                    <a:pt x="14529" y="5584"/>
                  </a:cubicBezTo>
                  <a:cubicBezTo>
                    <a:pt x="14604" y="5214"/>
                    <a:pt x="13746" y="5027"/>
                    <a:pt x="13782" y="4655"/>
                  </a:cubicBezTo>
                  <a:cubicBezTo>
                    <a:pt x="13820" y="4285"/>
                    <a:pt x="14379" y="4767"/>
                    <a:pt x="14828" y="4544"/>
                  </a:cubicBezTo>
                  <a:cubicBezTo>
                    <a:pt x="15276" y="4321"/>
                    <a:pt x="16170" y="4507"/>
                    <a:pt x="16730" y="4990"/>
                  </a:cubicBezTo>
                  <a:cubicBezTo>
                    <a:pt x="17289" y="5473"/>
                    <a:pt x="17439" y="5288"/>
                    <a:pt x="17551" y="4693"/>
                  </a:cubicBezTo>
                  <a:cubicBezTo>
                    <a:pt x="17662" y="4099"/>
                    <a:pt x="18520" y="3839"/>
                    <a:pt x="19378" y="3839"/>
                  </a:cubicBezTo>
                  <a:cubicBezTo>
                    <a:pt x="20237" y="3839"/>
                    <a:pt x="20312" y="3429"/>
                    <a:pt x="20051" y="3243"/>
                  </a:cubicBezTo>
                  <a:cubicBezTo>
                    <a:pt x="19790" y="3059"/>
                    <a:pt x="21468" y="1981"/>
                    <a:pt x="21430" y="1683"/>
                  </a:cubicBezTo>
                  <a:cubicBezTo>
                    <a:pt x="21393" y="1386"/>
                    <a:pt x="20535" y="2352"/>
                    <a:pt x="20274" y="201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18" name="Shape 2372"/>
            <p:cNvSpPr/>
            <p:nvPr/>
          </p:nvSpPr>
          <p:spPr>
            <a:xfrm>
              <a:off x="11030898" y="2509281"/>
              <a:ext cx="2718964" cy="1867425"/>
            </a:xfrm>
            <a:custGeom>
              <a:avLst/>
              <a:gdLst/>
              <a:ahLst/>
              <a:cxnLst>
                <a:cxn ang="0">
                  <a:pos x="wd2" y="hd2"/>
                </a:cxn>
                <a:cxn ang="5400000">
                  <a:pos x="wd2" y="hd2"/>
                </a:cxn>
                <a:cxn ang="10800000">
                  <a:pos x="wd2" y="hd2"/>
                </a:cxn>
                <a:cxn ang="16200000">
                  <a:pos x="wd2" y="hd2"/>
                </a:cxn>
              </a:cxnLst>
              <a:rect l="0" t="0" r="r" b="b"/>
              <a:pathLst>
                <a:path w="21536" h="21357" extrusionOk="0">
                  <a:moveTo>
                    <a:pt x="12477" y="20436"/>
                  </a:moveTo>
                  <a:cubicBezTo>
                    <a:pt x="12339" y="20436"/>
                    <a:pt x="11988" y="20727"/>
                    <a:pt x="12127" y="21141"/>
                  </a:cubicBezTo>
                  <a:cubicBezTo>
                    <a:pt x="12265" y="21556"/>
                    <a:pt x="12722" y="21280"/>
                    <a:pt x="12733" y="21095"/>
                  </a:cubicBezTo>
                  <a:cubicBezTo>
                    <a:pt x="12743" y="20911"/>
                    <a:pt x="12952" y="20622"/>
                    <a:pt x="12924" y="20482"/>
                  </a:cubicBezTo>
                  <a:cubicBezTo>
                    <a:pt x="12903" y="20374"/>
                    <a:pt x="12616" y="20436"/>
                    <a:pt x="12477" y="20436"/>
                  </a:cubicBezTo>
                  <a:close/>
                  <a:moveTo>
                    <a:pt x="16273" y="18348"/>
                  </a:moveTo>
                  <a:cubicBezTo>
                    <a:pt x="16157" y="18962"/>
                    <a:pt x="16429" y="19274"/>
                    <a:pt x="16465" y="19238"/>
                  </a:cubicBezTo>
                  <a:cubicBezTo>
                    <a:pt x="16571" y="19131"/>
                    <a:pt x="17007" y="17810"/>
                    <a:pt x="16911" y="17626"/>
                  </a:cubicBezTo>
                  <a:cubicBezTo>
                    <a:pt x="16816" y="17442"/>
                    <a:pt x="16390" y="17733"/>
                    <a:pt x="16273" y="18348"/>
                  </a:cubicBezTo>
                  <a:close/>
                  <a:moveTo>
                    <a:pt x="21483" y="3809"/>
                  </a:moveTo>
                  <a:cubicBezTo>
                    <a:pt x="21494" y="3533"/>
                    <a:pt x="21270" y="3625"/>
                    <a:pt x="21196" y="3702"/>
                  </a:cubicBezTo>
                  <a:cubicBezTo>
                    <a:pt x="21122" y="3779"/>
                    <a:pt x="20909" y="3702"/>
                    <a:pt x="20845" y="3886"/>
                  </a:cubicBezTo>
                  <a:cubicBezTo>
                    <a:pt x="20781" y="4070"/>
                    <a:pt x="20675" y="3963"/>
                    <a:pt x="20526" y="3994"/>
                  </a:cubicBezTo>
                  <a:cubicBezTo>
                    <a:pt x="20378" y="4024"/>
                    <a:pt x="20165" y="3932"/>
                    <a:pt x="20175" y="3794"/>
                  </a:cubicBezTo>
                  <a:cubicBezTo>
                    <a:pt x="20186" y="3656"/>
                    <a:pt x="20090" y="3518"/>
                    <a:pt x="20101" y="3349"/>
                  </a:cubicBezTo>
                  <a:cubicBezTo>
                    <a:pt x="20112" y="3180"/>
                    <a:pt x="19952" y="3257"/>
                    <a:pt x="19846" y="3103"/>
                  </a:cubicBezTo>
                  <a:cubicBezTo>
                    <a:pt x="19739" y="2950"/>
                    <a:pt x="19527" y="2842"/>
                    <a:pt x="19484" y="2873"/>
                  </a:cubicBezTo>
                  <a:cubicBezTo>
                    <a:pt x="19442" y="2903"/>
                    <a:pt x="19314" y="2704"/>
                    <a:pt x="19133" y="2689"/>
                  </a:cubicBezTo>
                  <a:cubicBezTo>
                    <a:pt x="18953" y="2673"/>
                    <a:pt x="18974" y="2504"/>
                    <a:pt x="18995" y="2397"/>
                  </a:cubicBezTo>
                  <a:cubicBezTo>
                    <a:pt x="19016" y="2290"/>
                    <a:pt x="18846" y="1952"/>
                    <a:pt x="18814" y="1767"/>
                  </a:cubicBezTo>
                  <a:cubicBezTo>
                    <a:pt x="18782" y="1583"/>
                    <a:pt x="18655" y="1553"/>
                    <a:pt x="18602" y="1153"/>
                  </a:cubicBezTo>
                  <a:cubicBezTo>
                    <a:pt x="18549" y="754"/>
                    <a:pt x="18400" y="862"/>
                    <a:pt x="18432" y="678"/>
                  </a:cubicBezTo>
                  <a:cubicBezTo>
                    <a:pt x="18464" y="494"/>
                    <a:pt x="18251" y="401"/>
                    <a:pt x="18198" y="294"/>
                  </a:cubicBezTo>
                  <a:cubicBezTo>
                    <a:pt x="18145" y="186"/>
                    <a:pt x="17921" y="232"/>
                    <a:pt x="17762" y="110"/>
                  </a:cubicBezTo>
                  <a:cubicBezTo>
                    <a:pt x="17602" y="-13"/>
                    <a:pt x="17507" y="79"/>
                    <a:pt x="17358" y="18"/>
                  </a:cubicBezTo>
                  <a:cubicBezTo>
                    <a:pt x="17209" y="-44"/>
                    <a:pt x="16869" y="79"/>
                    <a:pt x="16826" y="79"/>
                  </a:cubicBezTo>
                  <a:cubicBezTo>
                    <a:pt x="16784" y="79"/>
                    <a:pt x="16518" y="2"/>
                    <a:pt x="16369" y="294"/>
                  </a:cubicBezTo>
                  <a:cubicBezTo>
                    <a:pt x="16220" y="586"/>
                    <a:pt x="16337" y="570"/>
                    <a:pt x="16401" y="570"/>
                  </a:cubicBezTo>
                  <a:cubicBezTo>
                    <a:pt x="16465" y="570"/>
                    <a:pt x="16497" y="846"/>
                    <a:pt x="16507" y="939"/>
                  </a:cubicBezTo>
                  <a:cubicBezTo>
                    <a:pt x="16518" y="1030"/>
                    <a:pt x="16401" y="1169"/>
                    <a:pt x="16348" y="1200"/>
                  </a:cubicBezTo>
                  <a:cubicBezTo>
                    <a:pt x="16295" y="1231"/>
                    <a:pt x="16146" y="1568"/>
                    <a:pt x="16124" y="1691"/>
                  </a:cubicBezTo>
                  <a:cubicBezTo>
                    <a:pt x="16103" y="1814"/>
                    <a:pt x="15933" y="2120"/>
                    <a:pt x="15954" y="2228"/>
                  </a:cubicBezTo>
                  <a:cubicBezTo>
                    <a:pt x="15975" y="2336"/>
                    <a:pt x="15869" y="2443"/>
                    <a:pt x="15795" y="2458"/>
                  </a:cubicBezTo>
                  <a:cubicBezTo>
                    <a:pt x="15720" y="2474"/>
                    <a:pt x="15518" y="2689"/>
                    <a:pt x="15455" y="2719"/>
                  </a:cubicBezTo>
                  <a:cubicBezTo>
                    <a:pt x="15391" y="2750"/>
                    <a:pt x="15136" y="2689"/>
                    <a:pt x="15104" y="2581"/>
                  </a:cubicBezTo>
                  <a:cubicBezTo>
                    <a:pt x="15094" y="2546"/>
                    <a:pt x="15062" y="2518"/>
                    <a:pt x="15024" y="2495"/>
                  </a:cubicBezTo>
                  <a:lnTo>
                    <a:pt x="14736" y="3325"/>
                  </a:lnTo>
                  <a:lnTo>
                    <a:pt x="14713" y="3593"/>
                  </a:lnTo>
                  <a:cubicBezTo>
                    <a:pt x="14713" y="3593"/>
                    <a:pt x="14528" y="3660"/>
                    <a:pt x="14666" y="3860"/>
                  </a:cubicBezTo>
                  <a:cubicBezTo>
                    <a:pt x="14805" y="4061"/>
                    <a:pt x="14829" y="3894"/>
                    <a:pt x="15037" y="3894"/>
                  </a:cubicBezTo>
                  <a:cubicBezTo>
                    <a:pt x="15246" y="3894"/>
                    <a:pt x="15338" y="4128"/>
                    <a:pt x="15385" y="3961"/>
                  </a:cubicBezTo>
                  <a:cubicBezTo>
                    <a:pt x="15431" y="3794"/>
                    <a:pt x="15616" y="3693"/>
                    <a:pt x="15732" y="3894"/>
                  </a:cubicBezTo>
                  <a:cubicBezTo>
                    <a:pt x="15848" y="4094"/>
                    <a:pt x="16219" y="4429"/>
                    <a:pt x="16195" y="4596"/>
                  </a:cubicBezTo>
                  <a:cubicBezTo>
                    <a:pt x="16172" y="4763"/>
                    <a:pt x="15964" y="4730"/>
                    <a:pt x="15825" y="4663"/>
                  </a:cubicBezTo>
                  <a:cubicBezTo>
                    <a:pt x="15686" y="4596"/>
                    <a:pt x="15500" y="4797"/>
                    <a:pt x="15362" y="4797"/>
                  </a:cubicBezTo>
                  <a:cubicBezTo>
                    <a:pt x="15222" y="4797"/>
                    <a:pt x="15061" y="4864"/>
                    <a:pt x="14921" y="5065"/>
                  </a:cubicBezTo>
                  <a:cubicBezTo>
                    <a:pt x="14782" y="5265"/>
                    <a:pt x="14805" y="5466"/>
                    <a:pt x="14597" y="5499"/>
                  </a:cubicBezTo>
                  <a:cubicBezTo>
                    <a:pt x="14389" y="5533"/>
                    <a:pt x="14296" y="5499"/>
                    <a:pt x="14064" y="5733"/>
                  </a:cubicBezTo>
                  <a:cubicBezTo>
                    <a:pt x="13833" y="5968"/>
                    <a:pt x="13578" y="5867"/>
                    <a:pt x="13485" y="5800"/>
                  </a:cubicBezTo>
                  <a:cubicBezTo>
                    <a:pt x="13392" y="5733"/>
                    <a:pt x="13230" y="5700"/>
                    <a:pt x="13138" y="5934"/>
                  </a:cubicBezTo>
                  <a:cubicBezTo>
                    <a:pt x="13045" y="6168"/>
                    <a:pt x="13253" y="6268"/>
                    <a:pt x="13230" y="6536"/>
                  </a:cubicBezTo>
                  <a:cubicBezTo>
                    <a:pt x="13207" y="6804"/>
                    <a:pt x="12976" y="6737"/>
                    <a:pt x="12790" y="7038"/>
                  </a:cubicBezTo>
                  <a:cubicBezTo>
                    <a:pt x="12605" y="7339"/>
                    <a:pt x="12304" y="7473"/>
                    <a:pt x="12142" y="7439"/>
                  </a:cubicBezTo>
                  <a:cubicBezTo>
                    <a:pt x="11980" y="7406"/>
                    <a:pt x="11632" y="7272"/>
                    <a:pt x="11331" y="7473"/>
                  </a:cubicBezTo>
                  <a:cubicBezTo>
                    <a:pt x="11030" y="7673"/>
                    <a:pt x="10821" y="7975"/>
                    <a:pt x="10705" y="7941"/>
                  </a:cubicBezTo>
                  <a:cubicBezTo>
                    <a:pt x="10590" y="7907"/>
                    <a:pt x="10590" y="7706"/>
                    <a:pt x="10428" y="7740"/>
                  </a:cubicBezTo>
                  <a:cubicBezTo>
                    <a:pt x="10265" y="7774"/>
                    <a:pt x="10173" y="7706"/>
                    <a:pt x="10057" y="7606"/>
                  </a:cubicBezTo>
                  <a:cubicBezTo>
                    <a:pt x="9941" y="7506"/>
                    <a:pt x="9849" y="7673"/>
                    <a:pt x="9663" y="7473"/>
                  </a:cubicBezTo>
                  <a:cubicBezTo>
                    <a:pt x="9478" y="7272"/>
                    <a:pt x="9154" y="7305"/>
                    <a:pt x="9015" y="7272"/>
                  </a:cubicBezTo>
                  <a:cubicBezTo>
                    <a:pt x="8876" y="7239"/>
                    <a:pt x="8343" y="7272"/>
                    <a:pt x="8157" y="7239"/>
                  </a:cubicBezTo>
                  <a:cubicBezTo>
                    <a:pt x="7972" y="7205"/>
                    <a:pt x="7717" y="7305"/>
                    <a:pt x="7694" y="7172"/>
                  </a:cubicBezTo>
                  <a:cubicBezTo>
                    <a:pt x="7671" y="7038"/>
                    <a:pt x="7532" y="6937"/>
                    <a:pt x="7486" y="6637"/>
                  </a:cubicBezTo>
                  <a:cubicBezTo>
                    <a:pt x="7440" y="6335"/>
                    <a:pt x="7324" y="6235"/>
                    <a:pt x="7208" y="6202"/>
                  </a:cubicBezTo>
                  <a:cubicBezTo>
                    <a:pt x="7092" y="6168"/>
                    <a:pt x="7078" y="5992"/>
                    <a:pt x="6976" y="5968"/>
                  </a:cubicBezTo>
                  <a:cubicBezTo>
                    <a:pt x="6927" y="5956"/>
                    <a:pt x="6868" y="5733"/>
                    <a:pt x="6707" y="5733"/>
                  </a:cubicBezTo>
                  <a:cubicBezTo>
                    <a:pt x="6545" y="5733"/>
                    <a:pt x="5978" y="5637"/>
                    <a:pt x="5897" y="5446"/>
                  </a:cubicBezTo>
                  <a:cubicBezTo>
                    <a:pt x="5816" y="5255"/>
                    <a:pt x="5978" y="5212"/>
                    <a:pt x="5978" y="5021"/>
                  </a:cubicBezTo>
                  <a:cubicBezTo>
                    <a:pt x="5978" y="4830"/>
                    <a:pt x="6066" y="4574"/>
                    <a:pt x="6000" y="4500"/>
                  </a:cubicBezTo>
                  <a:cubicBezTo>
                    <a:pt x="5934" y="4426"/>
                    <a:pt x="5823" y="4256"/>
                    <a:pt x="5809" y="4107"/>
                  </a:cubicBezTo>
                  <a:cubicBezTo>
                    <a:pt x="5794" y="3958"/>
                    <a:pt x="5617" y="3757"/>
                    <a:pt x="5499" y="3746"/>
                  </a:cubicBezTo>
                  <a:cubicBezTo>
                    <a:pt x="5382" y="3735"/>
                    <a:pt x="5286" y="3629"/>
                    <a:pt x="5176" y="3491"/>
                  </a:cubicBezTo>
                  <a:cubicBezTo>
                    <a:pt x="5065" y="3353"/>
                    <a:pt x="4962" y="3363"/>
                    <a:pt x="4918" y="3012"/>
                  </a:cubicBezTo>
                  <a:cubicBezTo>
                    <a:pt x="4915" y="2989"/>
                    <a:pt x="4910" y="2971"/>
                    <a:pt x="4906" y="2950"/>
                  </a:cubicBezTo>
                  <a:cubicBezTo>
                    <a:pt x="4862" y="2944"/>
                    <a:pt x="4805" y="2919"/>
                    <a:pt x="4769" y="2919"/>
                  </a:cubicBezTo>
                  <a:cubicBezTo>
                    <a:pt x="4740" y="2919"/>
                    <a:pt x="4706" y="2884"/>
                    <a:pt x="4675" y="2838"/>
                  </a:cubicBezTo>
                  <a:cubicBezTo>
                    <a:pt x="4646" y="2984"/>
                    <a:pt x="4550" y="3057"/>
                    <a:pt x="4550" y="3172"/>
                  </a:cubicBezTo>
                  <a:cubicBezTo>
                    <a:pt x="4550" y="3299"/>
                    <a:pt x="4513" y="3459"/>
                    <a:pt x="4396" y="3459"/>
                  </a:cubicBezTo>
                  <a:cubicBezTo>
                    <a:pt x="4278" y="3459"/>
                    <a:pt x="4168" y="3586"/>
                    <a:pt x="4160" y="3852"/>
                  </a:cubicBezTo>
                  <a:cubicBezTo>
                    <a:pt x="4153" y="4118"/>
                    <a:pt x="4263" y="4150"/>
                    <a:pt x="4212" y="4267"/>
                  </a:cubicBezTo>
                  <a:cubicBezTo>
                    <a:pt x="4160" y="4384"/>
                    <a:pt x="3946" y="4500"/>
                    <a:pt x="3873" y="4447"/>
                  </a:cubicBezTo>
                  <a:cubicBezTo>
                    <a:pt x="3799" y="4394"/>
                    <a:pt x="3660" y="4426"/>
                    <a:pt x="3542" y="4405"/>
                  </a:cubicBezTo>
                  <a:cubicBezTo>
                    <a:pt x="3424" y="4384"/>
                    <a:pt x="3336" y="4171"/>
                    <a:pt x="3299" y="4405"/>
                  </a:cubicBezTo>
                  <a:cubicBezTo>
                    <a:pt x="3262" y="4639"/>
                    <a:pt x="3019" y="5329"/>
                    <a:pt x="3078" y="5403"/>
                  </a:cubicBezTo>
                  <a:cubicBezTo>
                    <a:pt x="3137" y="5478"/>
                    <a:pt x="3181" y="5648"/>
                    <a:pt x="3078" y="5648"/>
                  </a:cubicBezTo>
                  <a:cubicBezTo>
                    <a:pt x="2975" y="5648"/>
                    <a:pt x="2872" y="5627"/>
                    <a:pt x="2821" y="5552"/>
                  </a:cubicBezTo>
                  <a:cubicBezTo>
                    <a:pt x="2769" y="5478"/>
                    <a:pt x="2601" y="5656"/>
                    <a:pt x="2482" y="5648"/>
                  </a:cubicBezTo>
                  <a:cubicBezTo>
                    <a:pt x="2427" y="5644"/>
                    <a:pt x="2196" y="5794"/>
                    <a:pt x="2276" y="5851"/>
                  </a:cubicBezTo>
                  <a:cubicBezTo>
                    <a:pt x="2355" y="5909"/>
                    <a:pt x="2355" y="6185"/>
                    <a:pt x="2355" y="6300"/>
                  </a:cubicBezTo>
                  <a:cubicBezTo>
                    <a:pt x="2355" y="6415"/>
                    <a:pt x="2531" y="6761"/>
                    <a:pt x="2499" y="6876"/>
                  </a:cubicBezTo>
                  <a:cubicBezTo>
                    <a:pt x="2467" y="6991"/>
                    <a:pt x="2308" y="7118"/>
                    <a:pt x="2308" y="7267"/>
                  </a:cubicBezTo>
                  <a:cubicBezTo>
                    <a:pt x="2308" y="7417"/>
                    <a:pt x="2340" y="7555"/>
                    <a:pt x="2284" y="7590"/>
                  </a:cubicBezTo>
                  <a:cubicBezTo>
                    <a:pt x="2228" y="7624"/>
                    <a:pt x="2052" y="7728"/>
                    <a:pt x="1965" y="7820"/>
                  </a:cubicBezTo>
                  <a:cubicBezTo>
                    <a:pt x="1877" y="7912"/>
                    <a:pt x="1733" y="7912"/>
                    <a:pt x="1686" y="8050"/>
                  </a:cubicBezTo>
                  <a:cubicBezTo>
                    <a:pt x="1638" y="8188"/>
                    <a:pt x="1566" y="8308"/>
                    <a:pt x="1399" y="8281"/>
                  </a:cubicBezTo>
                  <a:cubicBezTo>
                    <a:pt x="1255" y="8257"/>
                    <a:pt x="1183" y="8223"/>
                    <a:pt x="1071" y="8419"/>
                  </a:cubicBezTo>
                  <a:cubicBezTo>
                    <a:pt x="960" y="8614"/>
                    <a:pt x="936" y="8534"/>
                    <a:pt x="856" y="8626"/>
                  </a:cubicBezTo>
                  <a:cubicBezTo>
                    <a:pt x="777" y="8718"/>
                    <a:pt x="697" y="8557"/>
                    <a:pt x="633" y="8522"/>
                  </a:cubicBezTo>
                  <a:cubicBezTo>
                    <a:pt x="569" y="8488"/>
                    <a:pt x="482" y="8626"/>
                    <a:pt x="418" y="8626"/>
                  </a:cubicBezTo>
                  <a:cubicBezTo>
                    <a:pt x="354" y="8626"/>
                    <a:pt x="298" y="8775"/>
                    <a:pt x="219" y="8810"/>
                  </a:cubicBezTo>
                  <a:cubicBezTo>
                    <a:pt x="138" y="8845"/>
                    <a:pt x="59" y="8810"/>
                    <a:pt x="59" y="8948"/>
                  </a:cubicBezTo>
                  <a:cubicBezTo>
                    <a:pt x="59" y="9033"/>
                    <a:pt x="44" y="9132"/>
                    <a:pt x="0" y="9206"/>
                  </a:cubicBezTo>
                  <a:lnTo>
                    <a:pt x="57" y="9656"/>
                  </a:lnTo>
                  <a:cubicBezTo>
                    <a:pt x="57" y="9656"/>
                    <a:pt x="398" y="9820"/>
                    <a:pt x="412" y="9985"/>
                  </a:cubicBezTo>
                  <a:cubicBezTo>
                    <a:pt x="426" y="10149"/>
                    <a:pt x="483" y="10682"/>
                    <a:pt x="483" y="10682"/>
                  </a:cubicBezTo>
                  <a:cubicBezTo>
                    <a:pt x="483" y="10682"/>
                    <a:pt x="479" y="10682"/>
                    <a:pt x="473" y="10683"/>
                  </a:cubicBezTo>
                  <a:cubicBezTo>
                    <a:pt x="611" y="10840"/>
                    <a:pt x="800" y="11007"/>
                    <a:pt x="800" y="11067"/>
                  </a:cubicBezTo>
                  <a:cubicBezTo>
                    <a:pt x="800" y="11136"/>
                    <a:pt x="817" y="11343"/>
                    <a:pt x="984" y="11458"/>
                  </a:cubicBezTo>
                  <a:cubicBezTo>
                    <a:pt x="1090" y="11531"/>
                    <a:pt x="1199" y="11609"/>
                    <a:pt x="1265" y="11674"/>
                  </a:cubicBezTo>
                  <a:cubicBezTo>
                    <a:pt x="1273" y="11644"/>
                    <a:pt x="1278" y="11625"/>
                    <a:pt x="1278" y="11625"/>
                  </a:cubicBezTo>
                  <a:lnTo>
                    <a:pt x="1420" y="11604"/>
                  </a:lnTo>
                  <a:cubicBezTo>
                    <a:pt x="1420" y="11604"/>
                    <a:pt x="1462" y="11642"/>
                    <a:pt x="1501" y="11704"/>
                  </a:cubicBezTo>
                  <a:cubicBezTo>
                    <a:pt x="1536" y="11538"/>
                    <a:pt x="1781" y="11356"/>
                    <a:pt x="1909" y="11366"/>
                  </a:cubicBezTo>
                  <a:cubicBezTo>
                    <a:pt x="2044" y="11378"/>
                    <a:pt x="2355" y="11735"/>
                    <a:pt x="2323" y="11861"/>
                  </a:cubicBezTo>
                  <a:cubicBezTo>
                    <a:pt x="2292" y="11988"/>
                    <a:pt x="2068" y="12449"/>
                    <a:pt x="1965" y="12483"/>
                  </a:cubicBezTo>
                  <a:cubicBezTo>
                    <a:pt x="1926" y="12496"/>
                    <a:pt x="1868" y="12503"/>
                    <a:pt x="1811" y="12506"/>
                  </a:cubicBezTo>
                  <a:cubicBezTo>
                    <a:pt x="1802" y="12581"/>
                    <a:pt x="1789" y="12651"/>
                    <a:pt x="1789" y="12691"/>
                  </a:cubicBezTo>
                  <a:cubicBezTo>
                    <a:pt x="1789" y="12794"/>
                    <a:pt x="1917" y="12957"/>
                    <a:pt x="1988" y="13141"/>
                  </a:cubicBezTo>
                  <a:cubicBezTo>
                    <a:pt x="2059" y="13326"/>
                    <a:pt x="1874" y="13449"/>
                    <a:pt x="1775" y="13326"/>
                  </a:cubicBezTo>
                  <a:cubicBezTo>
                    <a:pt x="1676" y="13203"/>
                    <a:pt x="1633" y="13449"/>
                    <a:pt x="1690" y="13551"/>
                  </a:cubicBezTo>
                  <a:cubicBezTo>
                    <a:pt x="1747" y="13654"/>
                    <a:pt x="1718" y="13941"/>
                    <a:pt x="1818" y="13962"/>
                  </a:cubicBezTo>
                  <a:cubicBezTo>
                    <a:pt x="1917" y="13982"/>
                    <a:pt x="2002" y="14269"/>
                    <a:pt x="2116" y="14269"/>
                  </a:cubicBezTo>
                  <a:cubicBezTo>
                    <a:pt x="2229" y="14269"/>
                    <a:pt x="2329" y="14535"/>
                    <a:pt x="2329" y="14535"/>
                  </a:cubicBezTo>
                  <a:cubicBezTo>
                    <a:pt x="2329" y="14535"/>
                    <a:pt x="2485" y="14679"/>
                    <a:pt x="2485" y="14761"/>
                  </a:cubicBezTo>
                  <a:cubicBezTo>
                    <a:pt x="2485" y="14771"/>
                    <a:pt x="2482" y="14781"/>
                    <a:pt x="2478" y="14792"/>
                  </a:cubicBezTo>
                  <a:cubicBezTo>
                    <a:pt x="2602" y="14774"/>
                    <a:pt x="2684" y="14768"/>
                    <a:pt x="2698" y="14694"/>
                  </a:cubicBezTo>
                  <a:cubicBezTo>
                    <a:pt x="2714" y="14613"/>
                    <a:pt x="2874" y="14613"/>
                    <a:pt x="2985" y="14774"/>
                  </a:cubicBezTo>
                  <a:cubicBezTo>
                    <a:pt x="3097" y="14936"/>
                    <a:pt x="3552" y="15350"/>
                    <a:pt x="3719" y="15546"/>
                  </a:cubicBezTo>
                  <a:cubicBezTo>
                    <a:pt x="3887" y="15742"/>
                    <a:pt x="4277" y="15960"/>
                    <a:pt x="4413" y="15949"/>
                  </a:cubicBezTo>
                  <a:cubicBezTo>
                    <a:pt x="4548" y="15937"/>
                    <a:pt x="4676" y="16087"/>
                    <a:pt x="4883" y="16075"/>
                  </a:cubicBezTo>
                  <a:cubicBezTo>
                    <a:pt x="4914" y="16074"/>
                    <a:pt x="4941" y="16075"/>
                    <a:pt x="4966" y="16078"/>
                  </a:cubicBezTo>
                  <a:cubicBezTo>
                    <a:pt x="4995" y="16033"/>
                    <a:pt x="5045" y="16032"/>
                    <a:pt x="5083" y="15950"/>
                  </a:cubicBezTo>
                  <a:cubicBezTo>
                    <a:pt x="5140" y="15827"/>
                    <a:pt x="5225" y="16053"/>
                    <a:pt x="5197" y="16216"/>
                  </a:cubicBezTo>
                  <a:cubicBezTo>
                    <a:pt x="5183" y="16292"/>
                    <a:pt x="5195" y="16377"/>
                    <a:pt x="5217" y="16444"/>
                  </a:cubicBezTo>
                  <a:cubicBezTo>
                    <a:pt x="5245" y="16386"/>
                    <a:pt x="5274" y="16308"/>
                    <a:pt x="5298" y="16225"/>
                  </a:cubicBezTo>
                  <a:cubicBezTo>
                    <a:pt x="5370" y="15972"/>
                    <a:pt x="5481" y="15983"/>
                    <a:pt x="5553" y="15903"/>
                  </a:cubicBezTo>
                  <a:cubicBezTo>
                    <a:pt x="5625" y="15822"/>
                    <a:pt x="5697" y="15857"/>
                    <a:pt x="5848" y="15972"/>
                  </a:cubicBezTo>
                  <a:cubicBezTo>
                    <a:pt x="5991" y="16080"/>
                    <a:pt x="6049" y="15852"/>
                    <a:pt x="6263" y="16135"/>
                  </a:cubicBezTo>
                  <a:cubicBezTo>
                    <a:pt x="6308" y="16107"/>
                    <a:pt x="6364" y="16073"/>
                    <a:pt x="6389" y="16073"/>
                  </a:cubicBezTo>
                  <a:cubicBezTo>
                    <a:pt x="6432" y="16073"/>
                    <a:pt x="6489" y="15950"/>
                    <a:pt x="6559" y="15847"/>
                  </a:cubicBezTo>
                  <a:cubicBezTo>
                    <a:pt x="6630" y="15745"/>
                    <a:pt x="6616" y="15621"/>
                    <a:pt x="6701" y="15642"/>
                  </a:cubicBezTo>
                  <a:cubicBezTo>
                    <a:pt x="6787" y="15663"/>
                    <a:pt x="6829" y="15499"/>
                    <a:pt x="7014" y="15355"/>
                  </a:cubicBezTo>
                  <a:cubicBezTo>
                    <a:pt x="7198" y="15212"/>
                    <a:pt x="7354" y="15438"/>
                    <a:pt x="7440" y="15335"/>
                  </a:cubicBezTo>
                  <a:cubicBezTo>
                    <a:pt x="7525" y="15232"/>
                    <a:pt x="7624" y="15191"/>
                    <a:pt x="7624" y="15294"/>
                  </a:cubicBezTo>
                  <a:cubicBezTo>
                    <a:pt x="7624" y="15397"/>
                    <a:pt x="7738" y="15520"/>
                    <a:pt x="7766" y="15642"/>
                  </a:cubicBezTo>
                  <a:cubicBezTo>
                    <a:pt x="7792" y="15752"/>
                    <a:pt x="7941" y="15797"/>
                    <a:pt x="7973" y="15804"/>
                  </a:cubicBezTo>
                  <a:cubicBezTo>
                    <a:pt x="7999" y="15784"/>
                    <a:pt x="8021" y="15766"/>
                    <a:pt x="8033" y="15753"/>
                  </a:cubicBezTo>
                  <a:cubicBezTo>
                    <a:pt x="8121" y="15661"/>
                    <a:pt x="8272" y="15764"/>
                    <a:pt x="8272" y="15903"/>
                  </a:cubicBezTo>
                  <a:cubicBezTo>
                    <a:pt x="8272" y="16041"/>
                    <a:pt x="8280" y="16190"/>
                    <a:pt x="8352" y="16190"/>
                  </a:cubicBezTo>
                  <a:cubicBezTo>
                    <a:pt x="8424" y="16190"/>
                    <a:pt x="8496" y="16190"/>
                    <a:pt x="8496" y="16444"/>
                  </a:cubicBezTo>
                  <a:cubicBezTo>
                    <a:pt x="8496" y="16697"/>
                    <a:pt x="8559" y="16985"/>
                    <a:pt x="8408" y="17204"/>
                  </a:cubicBezTo>
                  <a:cubicBezTo>
                    <a:pt x="8256" y="17423"/>
                    <a:pt x="8081" y="17814"/>
                    <a:pt x="8113" y="17929"/>
                  </a:cubicBezTo>
                  <a:cubicBezTo>
                    <a:pt x="8145" y="18044"/>
                    <a:pt x="8065" y="18263"/>
                    <a:pt x="8177" y="18183"/>
                  </a:cubicBezTo>
                  <a:cubicBezTo>
                    <a:pt x="8288" y="18102"/>
                    <a:pt x="8544" y="18183"/>
                    <a:pt x="8504" y="18274"/>
                  </a:cubicBezTo>
                  <a:cubicBezTo>
                    <a:pt x="8464" y="18367"/>
                    <a:pt x="8512" y="18689"/>
                    <a:pt x="8615" y="18700"/>
                  </a:cubicBezTo>
                  <a:cubicBezTo>
                    <a:pt x="8719" y="18712"/>
                    <a:pt x="8783" y="18793"/>
                    <a:pt x="8751" y="18931"/>
                  </a:cubicBezTo>
                  <a:cubicBezTo>
                    <a:pt x="8719" y="19069"/>
                    <a:pt x="8663" y="19276"/>
                    <a:pt x="8751" y="19276"/>
                  </a:cubicBezTo>
                  <a:cubicBezTo>
                    <a:pt x="8838" y="19276"/>
                    <a:pt x="8966" y="19276"/>
                    <a:pt x="8950" y="19415"/>
                  </a:cubicBezTo>
                  <a:cubicBezTo>
                    <a:pt x="8934" y="19553"/>
                    <a:pt x="9014" y="19679"/>
                    <a:pt x="9173" y="19587"/>
                  </a:cubicBezTo>
                  <a:cubicBezTo>
                    <a:pt x="9267" y="19533"/>
                    <a:pt x="9314" y="19484"/>
                    <a:pt x="9335" y="19539"/>
                  </a:cubicBezTo>
                  <a:cubicBezTo>
                    <a:pt x="9399" y="19535"/>
                    <a:pt x="9403" y="19744"/>
                    <a:pt x="9513" y="19783"/>
                  </a:cubicBezTo>
                  <a:cubicBezTo>
                    <a:pt x="9626" y="19824"/>
                    <a:pt x="9569" y="19435"/>
                    <a:pt x="9527" y="19373"/>
                  </a:cubicBezTo>
                  <a:cubicBezTo>
                    <a:pt x="9484" y="19311"/>
                    <a:pt x="9541" y="19045"/>
                    <a:pt x="9584" y="19107"/>
                  </a:cubicBezTo>
                  <a:cubicBezTo>
                    <a:pt x="9626" y="19168"/>
                    <a:pt x="9754" y="19107"/>
                    <a:pt x="9825" y="18984"/>
                  </a:cubicBezTo>
                  <a:cubicBezTo>
                    <a:pt x="9896" y="18861"/>
                    <a:pt x="10038" y="19086"/>
                    <a:pt x="10095" y="18943"/>
                  </a:cubicBezTo>
                  <a:cubicBezTo>
                    <a:pt x="10152" y="18799"/>
                    <a:pt x="10279" y="19045"/>
                    <a:pt x="10407" y="18943"/>
                  </a:cubicBezTo>
                  <a:cubicBezTo>
                    <a:pt x="10535" y="18840"/>
                    <a:pt x="10592" y="19025"/>
                    <a:pt x="10648" y="18881"/>
                  </a:cubicBezTo>
                  <a:cubicBezTo>
                    <a:pt x="10705" y="18738"/>
                    <a:pt x="10890" y="18553"/>
                    <a:pt x="10932" y="18615"/>
                  </a:cubicBezTo>
                  <a:cubicBezTo>
                    <a:pt x="10975" y="18676"/>
                    <a:pt x="11003" y="18799"/>
                    <a:pt x="11230" y="18840"/>
                  </a:cubicBezTo>
                  <a:cubicBezTo>
                    <a:pt x="11458" y="18881"/>
                    <a:pt x="11330" y="19045"/>
                    <a:pt x="11330" y="19148"/>
                  </a:cubicBezTo>
                  <a:cubicBezTo>
                    <a:pt x="11330" y="19250"/>
                    <a:pt x="11585" y="19517"/>
                    <a:pt x="11685" y="19537"/>
                  </a:cubicBezTo>
                  <a:cubicBezTo>
                    <a:pt x="11703" y="19541"/>
                    <a:pt x="11729" y="19573"/>
                    <a:pt x="11758" y="19622"/>
                  </a:cubicBezTo>
                  <a:cubicBezTo>
                    <a:pt x="11827" y="19573"/>
                    <a:pt x="11951" y="19655"/>
                    <a:pt x="11978" y="19538"/>
                  </a:cubicBezTo>
                  <a:cubicBezTo>
                    <a:pt x="12010" y="19399"/>
                    <a:pt x="12127" y="19437"/>
                    <a:pt x="12174" y="19553"/>
                  </a:cubicBezTo>
                  <a:cubicBezTo>
                    <a:pt x="12222" y="19668"/>
                    <a:pt x="12275" y="19691"/>
                    <a:pt x="12382" y="19553"/>
                  </a:cubicBezTo>
                  <a:cubicBezTo>
                    <a:pt x="12488" y="19415"/>
                    <a:pt x="12541" y="19691"/>
                    <a:pt x="12477" y="19768"/>
                  </a:cubicBezTo>
                  <a:cubicBezTo>
                    <a:pt x="12414" y="19844"/>
                    <a:pt x="12456" y="20082"/>
                    <a:pt x="12557" y="20221"/>
                  </a:cubicBezTo>
                  <a:cubicBezTo>
                    <a:pt x="12658" y="20359"/>
                    <a:pt x="12674" y="20136"/>
                    <a:pt x="12653" y="19998"/>
                  </a:cubicBezTo>
                  <a:cubicBezTo>
                    <a:pt x="12632" y="19860"/>
                    <a:pt x="12823" y="19722"/>
                    <a:pt x="13158" y="19561"/>
                  </a:cubicBezTo>
                  <a:cubicBezTo>
                    <a:pt x="13493" y="19399"/>
                    <a:pt x="13854" y="19046"/>
                    <a:pt x="13860" y="18970"/>
                  </a:cubicBezTo>
                  <a:cubicBezTo>
                    <a:pt x="13865" y="18893"/>
                    <a:pt x="14099" y="19107"/>
                    <a:pt x="14211" y="18985"/>
                  </a:cubicBezTo>
                  <a:cubicBezTo>
                    <a:pt x="14322" y="18862"/>
                    <a:pt x="14726" y="18847"/>
                    <a:pt x="14833" y="18839"/>
                  </a:cubicBezTo>
                  <a:cubicBezTo>
                    <a:pt x="14939" y="18831"/>
                    <a:pt x="14934" y="18700"/>
                    <a:pt x="15045" y="18570"/>
                  </a:cubicBezTo>
                  <a:cubicBezTo>
                    <a:pt x="15157" y="18440"/>
                    <a:pt x="15130" y="18378"/>
                    <a:pt x="15258" y="18325"/>
                  </a:cubicBezTo>
                  <a:cubicBezTo>
                    <a:pt x="15385" y="18271"/>
                    <a:pt x="15465" y="18102"/>
                    <a:pt x="15465" y="18010"/>
                  </a:cubicBezTo>
                  <a:cubicBezTo>
                    <a:pt x="15465" y="17918"/>
                    <a:pt x="15704" y="17887"/>
                    <a:pt x="15710" y="17787"/>
                  </a:cubicBezTo>
                  <a:cubicBezTo>
                    <a:pt x="15715" y="17688"/>
                    <a:pt x="15891" y="17657"/>
                    <a:pt x="15891" y="17534"/>
                  </a:cubicBezTo>
                  <a:cubicBezTo>
                    <a:pt x="15891" y="17412"/>
                    <a:pt x="15997" y="17434"/>
                    <a:pt x="16045" y="17342"/>
                  </a:cubicBezTo>
                  <a:cubicBezTo>
                    <a:pt x="16093" y="17250"/>
                    <a:pt x="16008" y="16981"/>
                    <a:pt x="16093" y="16943"/>
                  </a:cubicBezTo>
                  <a:cubicBezTo>
                    <a:pt x="16177" y="16904"/>
                    <a:pt x="16061" y="16759"/>
                    <a:pt x="16045" y="16690"/>
                  </a:cubicBezTo>
                  <a:cubicBezTo>
                    <a:pt x="16029" y="16621"/>
                    <a:pt x="16204" y="16605"/>
                    <a:pt x="16294" y="16521"/>
                  </a:cubicBezTo>
                  <a:cubicBezTo>
                    <a:pt x="16385" y="16436"/>
                    <a:pt x="16443" y="16306"/>
                    <a:pt x="16459" y="16160"/>
                  </a:cubicBezTo>
                  <a:cubicBezTo>
                    <a:pt x="16475" y="16014"/>
                    <a:pt x="16624" y="15884"/>
                    <a:pt x="16693" y="15845"/>
                  </a:cubicBezTo>
                  <a:cubicBezTo>
                    <a:pt x="16762" y="15807"/>
                    <a:pt x="16789" y="15600"/>
                    <a:pt x="16768" y="15423"/>
                  </a:cubicBezTo>
                  <a:cubicBezTo>
                    <a:pt x="16747" y="15247"/>
                    <a:pt x="16890" y="15292"/>
                    <a:pt x="16826" y="15223"/>
                  </a:cubicBezTo>
                  <a:cubicBezTo>
                    <a:pt x="16762" y="15154"/>
                    <a:pt x="16853" y="14963"/>
                    <a:pt x="16980" y="14909"/>
                  </a:cubicBezTo>
                  <a:cubicBezTo>
                    <a:pt x="17108" y="14855"/>
                    <a:pt x="16900" y="14771"/>
                    <a:pt x="16832" y="14848"/>
                  </a:cubicBezTo>
                  <a:cubicBezTo>
                    <a:pt x="16762" y="14924"/>
                    <a:pt x="16688" y="14625"/>
                    <a:pt x="16624" y="14740"/>
                  </a:cubicBezTo>
                  <a:cubicBezTo>
                    <a:pt x="16560" y="14855"/>
                    <a:pt x="16380" y="14671"/>
                    <a:pt x="16497" y="14633"/>
                  </a:cubicBezTo>
                  <a:cubicBezTo>
                    <a:pt x="16613" y="14594"/>
                    <a:pt x="16794" y="14402"/>
                    <a:pt x="16874" y="14364"/>
                  </a:cubicBezTo>
                  <a:cubicBezTo>
                    <a:pt x="16954" y="14325"/>
                    <a:pt x="16757" y="14072"/>
                    <a:pt x="16656" y="14080"/>
                  </a:cubicBezTo>
                  <a:cubicBezTo>
                    <a:pt x="16555" y="14087"/>
                    <a:pt x="16443" y="13742"/>
                    <a:pt x="16337" y="13742"/>
                  </a:cubicBezTo>
                  <a:cubicBezTo>
                    <a:pt x="16231" y="13742"/>
                    <a:pt x="16417" y="13635"/>
                    <a:pt x="16539" y="13727"/>
                  </a:cubicBezTo>
                  <a:cubicBezTo>
                    <a:pt x="16661" y="13819"/>
                    <a:pt x="16805" y="13896"/>
                    <a:pt x="16858" y="13819"/>
                  </a:cubicBezTo>
                  <a:cubicBezTo>
                    <a:pt x="16911" y="13742"/>
                    <a:pt x="16651" y="13435"/>
                    <a:pt x="16555" y="13328"/>
                  </a:cubicBezTo>
                  <a:cubicBezTo>
                    <a:pt x="16459" y="13220"/>
                    <a:pt x="16550" y="13074"/>
                    <a:pt x="16491" y="13013"/>
                  </a:cubicBezTo>
                  <a:cubicBezTo>
                    <a:pt x="16433" y="12952"/>
                    <a:pt x="16305" y="12560"/>
                    <a:pt x="16262" y="12383"/>
                  </a:cubicBezTo>
                  <a:cubicBezTo>
                    <a:pt x="16220" y="12207"/>
                    <a:pt x="15997" y="12176"/>
                    <a:pt x="15944" y="12061"/>
                  </a:cubicBezTo>
                  <a:cubicBezTo>
                    <a:pt x="15891" y="11946"/>
                    <a:pt x="15949" y="11677"/>
                    <a:pt x="16114" y="11577"/>
                  </a:cubicBezTo>
                  <a:cubicBezTo>
                    <a:pt x="16279" y="11478"/>
                    <a:pt x="16209" y="11278"/>
                    <a:pt x="16284" y="11301"/>
                  </a:cubicBezTo>
                  <a:cubicBezTo>
                    <a:pt x="16359" y="11324"/>
                    <a:pt x="16422" y="11278"/>
                    <a:pt x="16481" y="11102"/>
                  </a:cubicBezTo>
                  <a:cubicBezTo>
                    <a:pt x="16539" y="10925"/>
                    <a:pt x="16640" y="11032"/>
                    <a:pt x="16699" y="10940"/>
                  </a:cubicBezTo>
                  <a:cubicBezTo>
                    <a:pt x="16757" y="10848"/>
                    <a:pt x="17018" y="10856"/>
                    <a:pt x="17108" y="10764"/>
                  </a:cubicBezTo>
                  <a:cubicBezTo>
                    <a:pt x="17198" y="10672"/>
                    <a:pt x="17023" y="10388"/>
                    <a:pt x="16900" y="10434"/>
                  </a:cubicBezTo>
                  <a:cubicBezTo>
                    <a:pt x="16778" y="10479"/>
                    <a:pt x="16635" y="10411"/>
                    <a:pt x="16550" y="10226"/>
                  </a:cubicBezTo>
                  <a:cubicBezTo>
                    <a:pt x="16465" y="10042"/>
                    <a:pt x="16241" y="10564"/>
                    <a:pt x="16071" y="10679"/>
                  </a:cubicBezTo>
                  <a:cubicBezTo>
                    <a:pt x="15901" y="10794"/>
                    <a:pt x="15790" y="10472"/>
                    <a:pt x="15848" y="10265"/>
                  </a:cubicBezTo>
                  <a:cubicBezTo>
                    <a:pt x="15906" y="10058"/>
                    <a:pt x="15715" y="10065"/>
                    <a:pt x="15476" y="10080"/>
                  </a:cubicBezTo>
                  <a:cubicBezTo>
                    <a:pt x="15237" y="10096"/>
                    <a:pt x="15327" y="9466"/>
                    <a:pt x="15471" y="9436"/>
                  </a:cubicBezTo>
                  <a:cubicBezTo>
                    <a:pt x="15614" y="9405"/>
                    <a:pt x="15827" y="9628"/>
                    <a:pt x="15917" y="9244"/>
                  </a:cubicBezTo>
                  <a:cubicBezTo>
                    <a:pt x="16008" y="8860"/>
                    <a:pt x="16135" y="9159"/>
                    <a:pt x="16337" y="8822"/>
                  </a:cubicBezTo>
                  <a:cubicBezTo>
                    <a:pt x="16539" y="8484"/>
                    <a:pt x="16773" y="8277"/>
                    <a:pt x="16948" y="8476"/>
                  </a:cubicBezTo>
                  <a:cubicBezTo>
                    <a:pt x="17124" y="8676"/>
                    <a:pt x="16762" y="8991"/>
                    <a:pt x="16704" y="9182"/>
                  </a:cubicBezTo>
                  <a:cubicBezTo>
                    <a:pt x="16646" y="9374"/>
                    <a:pt x="16757" y="9436"/>
                    <a:pt x="16651" y="9581"/>
                  </a:cubicBezTo>
                  <a:cubicBezTo>
                    <a:pt x="16544" y="9728"/>
                    <a:pt x="16693" y="9766"/>
                    <a:pt x="16900" y="9574"/>
                  </a:cubicBezTo>
                  <a:cubicBezTo>
                    <a:pt x="17108" y="9382"/>
                    <a:pt x="17363" y="9152"/>
                    <a:pt x="17565" y="9037"/>
                  </a:cubicBezTo>
                  <a:cubicBezTo>
                    <a:pt x="17619" y="9006"/>
                    <a:pt x="17678" y="8998"/>
                    <a:pt x="17738" y="9005"/>
                  </a:cubicBezTo>
                  <a:cubicBezTo>
                    <a:pt x="17767" y="8894"/>
                    <a:pt x="17801" y="8805"/>
                    <a:pt x="17840" y="8777"/>
                  </a:cubicBezTo>
                  <a:cubicBezTo>
                    <a:pt x="17979" y="8677"/>
                    <a:pt x="18442" y="8376"/>
                    <a:pt x="18512" y="8242"/>
                  </a:cubicBezTo>
                  <a:cubicBezTo>
                    <a:pt x="18581" y="8108"/>
                    <a:pt x="18651" y="7874"/>
                    <a:pt x="18743" y="7874"/>
                  </a:cubicBezTo>
                  <a:cubicBezTo>
                    <a:pt x="18836" y="7874"/>
                    <a:pt x="18836" y="8008"/>
                    <a:pt x="18975" y="8008"/>
                  </a:cubicBezTo>
                  <a:cubicBezTo>
                    <a:pt x="19114" y="8008"/>
                    <a:pt x="19276" y="8075"/>
                    <a:pt x="19207" y="7907"/>
                  </a:cubicBezTo>
                  <a:cubicBezTo>
                    <a:pt x="19137" y="7740"/>
                    <a:pt x="19184" y="7740"/>
                    <a:pt x="19346" y="7706"/>
                  </a:cubicBezTo>
                  <a:cubicBezTo>
                    <a:pt x="19508" y="7673"/>
                    <a:pt x="19485" y="7439"/>
                    <a:pt x="19601" y="7439"/>
                  </a:cubicBezTo>
                  <a:cubicBezTo>
                    <a:pt x="19716" y="7439"/>
                    <a:pt x="19693" y="7038"/>
                    <a:pt x="19809" y="7038"/>
                  </a:cubicBezTo>
                  <a:cubicBezTo>
                    <a:pt x="19925" y="7038"/>
                    <a:pt x="19971" y="7272"/>
                    <a:pt x="20110" y="7205"/>
                  </a:cubicBezTo>
                  <a:cubicBezTo>
                    <a:pt x="20136" y="7192"/>
                    <a:pt x="20171" y="7202"/>
                    <a:pt x="20209" y="7226"/>
                  </a:cubicBezTo>
                  <a:cubicBezTo>
                    <a:pt x="20239" y="7192"/>
                    <a:pt x="20268" y="7160"/>
                    <a:pt x="20297" y="7130"/>
                  </a:cubicBezTo>
                  <a:cubicBezTo>
                    <a:pt x="20283" y="6921"/>
                    <a:pt x="20299" y="6733"/>
                    <a:pt x="20271" y="6634"/>
                  </a:cubicBezTo>
                  <a:cubicBezTo>
                    <a:pt x="20218" y="6450"/>
                    <a:pt x="20271" y="6312"/>
                    <a:pt x="20250" y="6204"/>
                  </a:cubicBezTo>
                  <a:cubicBezTo>
                    <a:pt x="20228" y="6097"/>
                    <a:pt x="20218" y="5836"/>
                    <a:pt x="20303" y="5836"/>
                  </a:cubicBezTo>
                  <a:cubicBezTo>
                    <a:pt x="20388" y="5836"/>
                    <a:pt x="20494" y="5529"/>
                    <a:pt x="20600" y="5636"/>
                  </a:cubicBezTo>
                  <a:cubicBezTo>
                    <a:pt x="20707" y="5744"/>
                    <a:pt x="20919" y="5774"/>
                    <a:pt x="20919" y="5636"/>
                  </a:cubicBezTo>
                  <a:cubicBezTo>
                    <a:pt x="20919" y="5498"/>
                    <a:pt x="21068" y="5483"/>
                    <a:pt x="21090" y="5298"/>
                  </a:cubicBezTo>
                  <a:cubicBezTo>
                    <a:pt x="21111" y="5114"/>
                    <a:pt x="21270" y="5068"/>
                    <a:pt x="21302" y="4899"/>
                  </a:cubicBezTo>
                  <a:cubicBezTo>
                    <a:pt x="21334" y="4731"/>
                    <a:pt x="21387" y="4331"/>
                    <a:pt x="21494" y="4239"/>
                  </a:cubicBezTo>
                  <a:cubicBezTo>
                    <a:pt x="21600" y="4147"/>
                    <a:pt x="21472" y="4086"/>
                    <a:pt x="21483" y="380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19" name="Shape 2373"/>
            <p:cNvSpPr/>
            <p:nvPr/>
          </p:nvSpPr>
          <p:spPr>
            <a:xfrm>
              <a:off x="12943915" y="4372608"/>
              <a:ext cx="423158" cy="605741"/>
            </a:xfrm>
            <a:custGeom>
              <a:avLst/>
              <a:gdLst/>
              <a:ahLst/>
              <a:cxnLst>
                <a:cxn ang="0">
                  <a:pos x="wd2" y="hd2"/>
                </a:cxn>
                <a:cxn ang="5400000">
                  <a:pos x="wd2" y="hd2"/>
                </a:cxn>
                <a:cxn ang="10800000">
                  <a:pos x="wd2" y="hd2"/>
                </a:cxn>
                <a:cxn ang="16200000">
                  <a:pos x="wd2" y="hd2"/>
                </a:cxn>
              </a:cxnLst>
              <a:rect l="0" t="0" r="r" b="b"/>
              <a:pathLst>
                <a:path w="20796" h="21330" extrusionOk="0">
                  <a:moveTo>
                    <a:pt x="20543" y="18588"/>
                  </a:moveTo>
                  <a:cubicBezTo>
                    <a:pt x="21335" y="17926"/>
                    <a:pt x="20015" y="16178"/>
                    <a:pt x="20015" y="15044"/>
                  </a:cubicBezTo>
                  <a:cubicBezTo>
                    <a:pt x="20015" y="13909"/>
                    <a:pt x="17838" y="14239"/>
                    <a:pt x="18432" y="14948"/>
                  </a:cubicBezTo>
                  <a:cubicBezTo>
                    <a:pt x="19025" y="15657"/>
                    <a:pt x="17312" y="15090"/>
                    <a:pt x="17178" y="15799"/>
                  </a:cubicBezTo>
                  <a:cubicBezTo>
                    <a:pt x="17047" y="16508"/>
                    <a:pt x="15792" y="15941"/>
                    <a:pt x="15858" y="16508"/>
                  </a:cubicBezTo>
                  <a:cubicBezTo>
                    <a:pt x="15926" y="17076"/>
                    <a:pt x="14541" y="16508"/>
                    <a:pt x="13881" y="16178"/>
                  </a:cubicBezTo>
                  <a:cubicBezTo>
                    <a:pt x="13220" y="15847"/>
                    <a:pt x="12298" y="17076"/>
                    <a:pt x="11307" y="17265"/>
                  </a:cubicBezTo>
                  <a:cubicBezTo>
                    <a:pt x="10319" y="17455"/>
                    <a:pt x="9793" y="18959"/>
                    <a:pt x="10449" y="18919"/>
                  </a:cubicBezTo>
                  <a:cubicBezTo>
                    <a:pt x="11240" y="18872"/>
                    <a:pt x="11636" y="18115"/>
                    <a:pt x="12428" y="18163"/>
                  </a:cubicBezTo>
                  <a:cubicBezTo>
                    <a:pt x="13220" y="18210"/>
                    <a:pt x="12957" y="17596"/>
                    <a:pt x="14078" y="17738"/>
                  </a:cubicBezTo>
                  <a:cubicBezTo>
                    <a:pt x="15199" y="17880"/>
                    <a:pt x="14407" y="20291"/>
                    <a:pt x="15926" y="20479"/>
                  </a:cubicBezTo>
                  <a:cubicBezTo>
                    <a:pt x="17442" y="20668"/>
                    <a:pt x="17509" y="21330"/>
                    <a:pt x="18234" y="21330"/>
                  </a:cubicBezTo>
                  <a:cubicBezTo>
                    <a:pt x="18959" y="21330"/>
                    <a:pt x="18104" y="19818"/>
                    <a:pt x="18168" y="19298"/>
                  </a:cubicBezTo>
                  <a:cubicBezTo>
                    <a:pt x="18234" y="18777"/>
                    <a:pt x="19750" y="19250"/>
                    <a:pt x="20543" y="18588"/>
                  </a:cubicBezTo>
                  <a:close/>
                  <a:moveTo>
                    <a:pt x="14605" y="14902"/>
                  </a:moveTo>
                  <a:cubicBezTo>
                    <a:pt x="14870" y="15374"/>
                    <a:pt x="16782" y="14618"/>
                    <a:pt x="16254" y="14145"/>
                  </a:cubicBezTo>
                  <a:cubicBezTo>
                    <a:pt x="15728" y="13674"/>
                    <a:pt x="14408" y="14547"/>
                    <a:pt x="14605" y="14902"/>
                  </a:cubicBezTo>
                  <a:close/>
                  <a:moveTo>
                    <a:pt x="2864" y="13956"/>
                  </a:moveTo>
                  <a:cubicBezTo>
                    <a:pt x="1942" y="14807"/>
                    <a:pt x="-265" y="16220"/>
                    <a:pt x="26" y="16604"/>
                  </a:cubicBezTo>
                  <a:cubicBezTo>
                    <a:pt x="423" y="17123"/>
                    <a:pt x="2864" y="14523"/>
                    <a:pt x="4050" y="13909"/>
                  </a:cubicBezTo>
                  <a:cubicBezTo>
                    <a:pt x="5238" y="13295"/>
                    <a:pt x="5041" y="12776"/>
                    <a:pt x="4646" y="12208"/>
                  </a:cubicBezTo>
                  <a:cubicBezTo>
                    <a:pt x="4249" y="11640"/>
                    <a:pt x="3787" y="13106"/>
                    <a:pt x="2864" y="13956"/>
                  </a:cubicBezTo>
                  <a:close/>
                  <a:moveTo>
                    <a:pt x="10646" y="13058"/>
                  </a:moveTo>
                  <a:cubicBezTo>
                    <a:pt x="10978" y="13011"/>
                    <a:pt x="11770" y="13058"/>
                    <a:pt x="11835" y="12585"/>
                  </a:cubicBezTo>
                  <a:cubicBezTo>
                    <a:pt x="11900" y="12113"/>
                    <a:pt x="12627" y="13436"/>
                    <a:pt x="12033" y="13861"/>
                  </a:cubicBezTo>
                  <a:cubicBezTo>
                    <a:pt x="11439" y="14287"/>
                    <a:pt x="11439" y="15469"/>
                    <a:pt x="12364" y="15611"/>
                  </a:cubicBezTo>
                  <a:cubicBezTo>
                    <a:pt x="13286" y="15753"/>
                    <a:pt x="15001" y="13485"/>
                    <a:pt x="14738" y="13058"/>
                  </a:cubicBezTo>
                  <a:cubicBezTo>
                    <a:pt x="14474" y="12633"/>
                    <a:pt x="13682" y="13342"/>
                    <a:pt x="13881" y="12776"/>
                  </a:cubicBezTo>
                  <a:cubicBezTo>
                    <a:pt x="14078" y="12208"/>
                    <a:pt x="11505" y="10742"/>
                    <a:pt x="10515" y="10884"/>
                  </a:cubicBezTo>
                  <a:cubicBezTo>
                    <a:pt x="9526" y="11026"/>
                    <a:pt x="9870" y="13169"/>
                    <a:pt x="10646" y="13058"/>
                  </a:cubicBezTo>
                  <a:close/>
                  <a:moveTo>
                    <a:pt x="6954" y="8474"/>
                  </a:moveTo>
                  <a:cubicBezTo>
                    <a:pt x="7152" y="9135"/>
                    <a:pt x="7614" y="10507"/>
                    <a:pt x="9065" y="10174"/>
                  </a:cubicBezTo>
                  <a:cubicBezTo>
                    <a:pt x="10515" y="9845"/>
                    <a:pt x="6811" y="7998"/>
                    <a:pt x="6954" y="8474"/>
                  </a:cubicBezTo>
                  <a:close/>
                  <a:moveTo>
                    <a:pt x="11176" y="8049"/>
                  </a:moveTo>
                  <a:cubicBezTo>
                    <a:pt x="12430" y="7906"/>
                    <a:pt x="14145" y="9041"/>
                    <a:pt x="13881" y="9466"/>
                  </a:cubicBezTo>
                  <a:cubicBezTo>
                    <a:pt x="13616" y="9891"/>
                    <a:pt x="13946" y="11262"/>
                    <a:pt x="14541" y="10884"/>
                  </a:cubicBezTo>
                  <a:cubicBezTo>
                    <a:pt x="15133" y="10507"/>
                    <a:pt x="16058" y="10978"/>
                    <a:pt x="15463" y="11592"/>
                  </a:cubicBezTo>
                  <a:cubicBezTo>
                    <a:pt x="14870" y="12208"/>
                    <a:pt x="16387" y="12821"/>
                    <a:pt x="16583" y="13578"/>
                  </a:cubicBezTo>
                  <a:cubicBezTo>
                    <a:pt x="16782" y="14335"/>
                    <a:pt x="17442" y="13720"/>
                    <a:pt x="17312" y="13153"/>
                  </a:cubicBezTo>
                  <a:cubicBezTo>
                    <a:pt x="17180" y="12585"/>
                    <a:pt x="17442" y="12633"/>
                    <a:pt x="18300" y="12208"/>
                  </a:cubicBezTo>
                  <a:cubicBezTo>
                    <a:pt x="19159" y="11783"/>
                    <a:pt x="18234" y="11073"/>
                    <a:pt x="17707" y="10269"/>
                  </a:cubicBezTo>
                  <a:cubicBezTo>
                    <a:pt x="17180" y="9466"/>
                    <a:pt x="15199" y="9750"/>
                    <a:pt x="15199" y="8993"/>
                  </a:cubicBezTo>
                  <a:cubicBezTo>
                    <a:pt x="15199" y="8237"/>
                    <a:pt x="13749" y="8000"/>
                    <a:pt x="13682" y="7575"/>
                  </a:cubicBezTo>
                  <a:cubicBezTo>
                    <a:pt x="13616" y="7149"/>
                    <a:pt x="11703" y="6724"/>
                    <a:pt x="10583" y="7197"/>
                  </a:cubicBezTo>
                  <a:cubicBezTo>
                    <a:pt x="9461" y="7671"/>
                    <a:pt x="10252" y="6346"/>
                    <a:pt x="9460" y="5731"/>
                  </a:cubicBezTo>
                  <a:cubicBezTo>
                    <a:pt x="8668" y="5118"/>
                    <a:pt x="10054" y="4219"/>
                    <a:pt x="10978" y="3463"/>
                  </a:cubicBezTo>
                  <a:cubicBezTo>
                    <a:pt x="11900" y="2708"/>
                    <a:pt x="10713" y="1431"/>
                    <a:pt x="10844" y="864"/>
                  </a:cubicBezTo>
                  <a:cubicBezTo>
                    <a:pt x="10978" y="296"/>
                    <a:pt x="10911" y="108"/>
                    <a:pt x="10449" y="296"/>
                  </a:cubicBezTo>
                  <a:cubicBezTo>
                    <a:pt x="9989" y="486"/>
                    <a:pt x="8073" y="-270"/>
                    <a:pt x="7218" y="108"/>
                  </a:cubicBezTo>
                  <a:cubicBezTo>
                    <a:pt x="6360" y="486"/>
                    <a:pt x="7152" y="3605"/>
                    <a:pt x="6755" y="3842"/>
                  </a:cubicBezTo>
                  <a:cubicBezTo>
                    <a:pt x="6360" y="4077"/>
                    <a:pt x="5847" y="3336"/>
                    <a:pt x="5698" y="3652"/>
                  </a:cubicBezTo>
                  <a:cubicBezTo>
                    <a:pt x="5501" y="4077"/>
                    <a:pt x="5766" y="5826"/>
                    <a:pt x="6294" y="5826"/>
                  </a:cubicBezTo>
                  <a:cubicBezTo>
                    <a:pt x="6821" y="5826"/>
                    <a:pt x="7218" y="6300"/>
                    <a:pt x="6888" y="7056"/>
                  </a:cubicBezTo>
                  <a:cubicBezTo>
                    <a:pt x="6558" y="7812"/>
                    <a:pt x="7875" y="7906"/>
                    <a:pt x="9130" y="7575"/>
                  </a:cubicBezTo>
                  <a:cubicBezTo>
                    <a:pt x="10384" y="7246"/>
                    <a:pt x="9922" y="8190"/>
                    <a:pt x="11176" y="8049"/>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20" name="Shape 2374"/>
            <p:cNvSpPr/>
            <p:nvPr/>
          </p:nvSpPr>
          <p:spPr>
            <a:xfrm>
              <a:off x="14012223" y="5366383"/>
              <a:ext cx="562645" cy="365633"/>
            </a:xfrm>
            <a:custGeom>
              <a:avLst/>
              <a:gdLst/>
              <a:ahLst/>
              <a:cxnLst>
                <a:cxn ang="0">
                  <a:pos x="wd2" y="hd2"/>
                </a:cxn>
                <a:cxn ang="5400000">
                  <a:pos x="wd2" y="hd2"/>
                </a:cxn>
                <a:cxn ang="10800000">
                  <a:pos x="wd2" y="hd2"/>
                </a:cxn>
                <a:cxn ang="16200000">
                  <a:pos x="wd2" y="hd2"/>
                </a:cxn>
              </a:cxnLst>
              <a:rect l="0" t="0" r="r" b="b"/>
              <a:pathLst>
                <a:path w="21104" h="21523" extrusionOk="0">
                  <a:moveTo>
                    <a:pt x="20090" y="2794"/>
                  </a:moveTo>
                  <a:cubicBezTo>
                    <a:pt x="19285" y="2002"/>
                    <a:pt x="18580" y="1450"/>
                    <a:pt x="19585" y="2951"/>
                  </a:cubicBezTo>
                  <a:cubicBezTo>
                    <a:pt x="20593" y="4452"/>
                    <a:pt x="20051" y="5726"/>
                    <a:pt x="20643" y="5480"/>
                  </a:cubicBezTo>
                  <a:cubicBezTo>
                    <a:pt x="21600" y="5086"/>
                    <a:pt x="20896" y="3585"/>
                    <a:pt x="20090" y="2794"/>
                  </a:cubicBezTo>
                  <a:close/>
                  <a:moveTo>
                    <a:pt x="18378" y="5796"/>
                  </a:moveTo>
                  <a:cubicBezTo>
                    <a:pt x="18378" y="6505"/>
                    <a:pt x="17573" y="6904"/>
                    <a:pt x="16313" y="7691"/>
                  </a:cubicBezTo>
                  <a:cubicBezTo>
                    <a:pt x="15056" y="8481"/>
                    <a:pt x="12769" y="6787"/>
                    <a:pt x="12688" y="7928"/>
                  </a:cubicBezTo>
                  <a:cubicBezTo>
                    <a:pt x="12639" y="8639"/>
                    <a:pt x="14099" y="9906"/>
                    <a:pt x="15458" y="9906"/>
                  </a:cubicBezTo>
                  <a:cubicBezTo>
                    <a:pt x="16817" y="9906"/>
                    <a:pt x="18982" y="7771"/>
                    <a:pt x="18982" y="7140"/>
                  </a:cubicBezTo>
                  <a:cubicBezTo>
                    <a:pt x="18982" y="6507"/>
                    <a:pt x="19838" y="5401"/>
                    <a:pt x="19486" y="4769"/>
                  </a:cubicBezTo>
                  <a:cubicBezTo>
                    <a:pt x="19134" y="4136"/>
                    <a:pt x="18378" y="5084"/>
                    <a:pt x="18378" y="5796"/>
                  </a:cubicBezTo>
                  <a:close/>
                  <a:moveTo>
                    <a:pt x="15508" y="19860"/>
                  </a:moveTo>
                  <a:cubicBezTo>
                    <a:pt x="15156" y="19622"/>
                    <a:pt x="14250" y="18675"/>
                    <a:pt x="14299" y="18044"/>
                  </a:cubicBezTo>
                  <a:cubicBezTo>
                    <a:pt x="14350" y="17413"/>
                    <a:pt x="13293" y="17490"/>
                    <a:pt x="12588" y="16780"/>
                  </a:cubicBezTo>
                  <a:cubicBezTo>
                    <a:pt x="11883" y="16067"/>
                    <a:pt x="12135" y="13776"/>
                    <a:pt x="11379" y="13222"/>
                  </a:cubicBezTo>
                  <a:cubicBezTo>
                    <a:pt x="10624" y="12668"/>
                    <a:pt x="10070" y="10933"/>
                    <a:pt x="10976" y="11010"/>
                  </a:cubicBezTo>
                  <a:cubicBezTo>
                    <a:pt x="11882" y="11090"/>
                    <a:pt x="12034" y="10299"/>
                    <a:pt x="11329" y="9272"/>
                  </a:cubicBezTo>
                  <a:cubicBezTo>
                    <a:pt x="10624" y="8245"/>
                    <a:pt x="8056" y="7851"/>
                    <a:pt x="7955" y="6350"/>
                  </a:cubicBezTo>
                  <a:cubicBezTo>
                    <a:pt x="7854" y="4847"/>
                    <a:pt x="3273" y="1291"/>
                    <a:pt x="1260" y="580"/>
                  </a:cubicBezTo>
                  <a:cubicBezTo>
                    <a:pt x="901" y="454"/>
                    <a:pt x="470" y="249"/>
                    <a:pt x="0" y="0"/>
                  </a:cubicBezTo>
                  <a:lnTo>
                    <a:pt x="0" y="16864"/>
                  </a:lnTo>
                  <a:cubicBezTo>
                    <a:pt x="467" y="17357"/>
                    <a:pt x="1048" y="17751"/>
                    <a:pt x="1812" y="17807"/>
                  </a:cubicBezTo>
                  <a:cubicBezTo>
                    <a:pt x="4027" y="17964"/>
                    <a:pt x="3475" y="15989"/>
                    <a:pt x="3876" y="15989"/>
                  </a:cubicBezTo>
                  <a:cubicBezTo>
                    <a:pt x="4281" y="15989"/>
                    <a:pt x="4431" y="14882"/>
                    <a:pt x="4885" y="14013"/>
                  </a:cubicBezTo>
                  <a:cubicBezTo>
                    <a:pt x="5337" y="13147"/>
                    <a:pt x="7301" y="13855"/>
                    <a:pt x="8459" y="15276"/>
                  </a:cubicBezTo>
                  <a:cubicBezTo>
                    <a:pt x="9617" y="16700"/>
                    <a:pt x="10976" y="20889"/>
                    <a:pt x="12184" y="20493"/>
                  </a:cubicBezTo>
                  <a:cubicBezTo>
                    <a:pt x="13394" y="20099"/>
                    <a:pt x="14652" y="21600"/>
                    <a:pt x="15760" y="21520"/>
                  </a:cubicBezTo>
                  <a:cubicBezTo>
                    <a:pt x="16868" y="21440"/>
                    <a:pt x="15860" y="20099"/>
                    <a:pt x="15508" y="1986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21" name="Shape 2375"/>
            <p:cNvSpPr/>
            <p:nvPr/>
          </p:nvSpPr>
          <p:spPr>
            <a:xfrm>
              <a:off x="11304187" y="4794963"/>
              <a:ext cx="94856" cy="174227"/>
            </a:xfrm>
            <a:custGeom>
              <a:avLst/>
              <a:gdLst/>
              <a:ahLst/>
              <a:cxnLst>
                <a:cxn ang="0">
                  <a:pos x="wd2" y="hd2"/>
                </a:cxn>
                <a:cxn ang="5400000">
                  <a:pos x="wd2" y="hd2"/>
                </a:cxn>
                <a:cxn ang="10800000">
                  <a:pos x="wd2" y="hd2"/>
                </a:cxn>
                <a:cxn ang="16200000">
                  <a:pos x="wd2" y="hd2"/>
                </a:cxn>
              </a:cxnLst>
              <a:rect l="0" t="0" r="r" b="b"/>
              <a:pathLst>
                <a:path w="20908" h="19963" extrusionOk="0">
                  <a:moveTo>
                    <a:pt x="4625" y="2"/>
                  </a:moveTo>
                  <a:cubicBezTo>
                    <a:pt x="1962" y="158"/>
                    <a:pt x="2556" y="2921"/>
                    <a:pt x="1074" y="4922"/>
                  </a:cubicBezTo>
                  <a:cubicBezTo>
                    <a:pt x="-407" y="6921"/>
                    <a:pt x="-102" y="8917"/>
                    <a:pt x="486" y="11842"/>
                  </a:cubicBezTo>
                  <a:cubicBezTo>
                    <a:pt x="1074" y="14766"/>
                    <a:pt x="486" y="17841"/>
                    <a:pt x="5518" y="19534"/>
                  </a:cubicBezTo>
                  <a:cubicBezTo>
                    <a:pt x="11289" y="21474"/>
                    <a:pt x="20605" y="16456"/>
                    <a:pt x="20904" y="12150"/>
                  </a:cubicBezTo>
                  <a:cubicBezTo>
                    <a:pt x="21193" y="7844"/>
                    <a:pt x="6861" y="-126"/>
                    <a:pt x="4625" y="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22" name="Shape 2376"/>
            <p:cNvSpPr/>
            <p:nvPr/>
          </p:nvSpPr>
          <p:spPr>
            <a:xfrm>
              <a:off x="9614770" y="5763893"/>
              <a:ext cx="328383" cy="644613"/>
            </a:xfrm>
            <a:custGeom>
              <a:avLst/>
              <a:gdLst/>
              <a:ahLst/>
              <a:cxnLst>
                <a:cxn ang="0">
                  <a:pos x="wd2" y="hd2"/>
                </a:cxn>
                <a:cxn ang="5400000">
                  <a:pos x="wd2" y="hd2"/>
                </a:cxn>
                <a:cxn ang="10800000">
                  <a:pos x="wd2" y="hd2"/>
                </a:cxn>
                <a:cxn ang="16200000">
                  <a:pos x="wd2" y="hd2"/>
                </a:cxn>
              </a:cxnLst>
              <a:rect l="0" t="0" r="r" b="b"/>
              <a:pathLst>
                <a:path w="20971" h="20854" extrusionOk="0">
                  <a:moveTo>
                    <a:pt x="17766" y="258"/>
                  </a:moveTo>
                  <a:cubicBezTo>
                    <a:pt x="17383" y="-455"/>
                    <a:pt x="17078" y="518"/>
                    <a:pt x="16739" y="691"/>
                  </a:cubicBezTo>
                  <a:cubicBezTo>
                    <a:pt x="16395" y="865"/>
                    <a:pt x="16224" y="1386"/>
                    <a:pt x="16306" y="1734"/>
                  </a:cubicBezTo>
                  <a:cubicBezTo>
                    <a:pt x="16395" y="2082"/>
                    <a:pt x="15279" y="2428"/>
                    <a:pt x="14596" y="2385"/>
                  </a:cubicBezTo>
                  <a:cubicBezTo>
                    <a:pt x="13909" y="2341"/>
                    <a:pt x="12792" y="2559"/>
                    <a:pt x="13138" y="3036"/>
                  </a:cubicBezTo>
                  <a:cubicBezTo>
                    <a:pt x="13477" y="3514"/>
                    <a:pt x="12625" y="3427"/>
                    <a:pt x="13053" y="3816"/>
                  </a:cubicBezTo>
                  <a:cubicBezTo>
                    <a:pt x="13477" y="4209"/>
                    <a:pt x="12109" y="4687"/>
                    <a:pt x="10907" y="4730"/>
                  </a:cubicBezTo>
                  <a:cubicBezTo>
                    <a:pt x="9706" y="4773"/>
                    <a:pt x="8166" y="5860"/>
                    <a:pt x="6880" y="5772"/>
                  </a:cubicBezTo>
                  <a:cubicBezTo>
                    <a:pt x="5592" y="5685"/>
                    <a:pt x="4308" y="6206"/>
                    <a:pt x="3194" y="6120"/>
                  </a:cubicBezTo>
                  <a:cubicBezTo>
                    <a:pt x="2077" y="6032"/>
                    <a:pt x="2850" y="7293"/>
                    <a:pt x="1991" y="8075"/>
                  </a:cubicBezTo>
                  <a:cubicBezTo>
                    <a:pt x="1135" y="8856"/>
                    <a:pt x="1564" y="9767"/>
                    <a:pt x="2334" y="10722"/>
                  </a:cubicBezTo>
                  <a:cubicBezTo>
                    <a:pt x="3105" y="11678"/>
                    <a:pt x="3707" y="12460"/>
                    <a:pt x="1647" y="13719"/>
                  </a:cubicBezTo>
                  <a:cubicBezTo>
                    <a:pt x="-407" y="14979"/>
                    <a:pt x="-238" y="16368"/>
                    <a:pt x="535" y="17236"/>
                  </a:cubicBezTo>
                  <a:cubicBezTo>
                    <a:pt x="1305" y="18105"/>
                    <a:pt x="1305" y="19408"/>
                    <a:pt x="2422" y="20016"/>
                  </a:cubicBezTo>
                  <a:cubicBezTo>
                    <a:pt x="3536" y="20625"/>
                    <a:pt x="6623" y="21145"/>
                    <a:pt x="7565" y="20668"/>
                  </a:cubicBezTo>
                  <a:cubicBezTo>
                    <a:pt x="8507" y="20190"/>
                    <a:pt x="9498" y="20733"/>
                    <a:pt x="10563" y="20103"/>
                  </a:cubicBezTo>
                  <a:cubicBezTo>
                    <a:pt x="11590" y="19495"/>
                    <a:pt x="13308" y="16151"/>
                    <a:pt x="14765" y="13936"/>
                  </a:cubicBezTo>
                  <a:cubicBezTo>
                    <a:pt x="16221" y="11722"/>
                    <a:pt x="18107" y="8811"/>
                    <a:pt x="17936" y="8204"/>
                  </a:cubicBezTo>
                  <a:cubicBezTo>
                    <a:pt x="17766" y="7596"/>
                    <a:pt x="18967" y="7205"/>
                    <a:pt x="18452" y="6553"/>
                  </a:cubicBezTo>
                  <a:cubicBezTo>
                    <a:pt x="17936" y="5902"/>
                    <a:pt x="18623" y="5120"/>
                    <a:pt x="19222" y="5641"/>
                  </a:cubicBezTo>
                  <a:cubicBezTo>
                    <a:pt x="19823" y="6163"/>
                    <a:pt x="20679" y="6163"/>
                    <a:pt x="20937" y="5469"/>
                  </a:cubicBezTo>
                  <a:cubicBezTo>
                    <a:pt x="21193" y="4773"/>
                    <a:pt x="19909" y="3687"/>
                    <a:pt x="19823" y="2689"/>
                  </a:cubicBezTo>
                  <a:cubicBezTo>
                    <a:pt x="19737" y="1690"/>
                    <a:pt x="18025" y="735"/>
                    <a:pt x="17766" y="25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23" name="Shape 2377"/>
            <p:cNvSpPr/>
            <p:nvPr/>
          </p:nvSpPr>
          <p:spPr>
            <a:xfrm>
              <a:off x="9589925" y="4347764"/>
              <a:ext cx="539642" cy="319599"/>
            </a:xfrm>
            <a:custGeom>
              <a:avLst/>
              <a:gdLst/>
              <a:ahLst/>
              <a:cxnLst>
                <a:cxn ang="0">
                  <a:pos x="wd2" y="hd2"/>
                </a:cxn>
                <a:cxn ang="5400000">
                  <a:pos x="wd2" y="hd2"/>
                </a:cxn>
                <a:cxn ang="10800000">
                  <a:pos x="wd2" y="hd2"/>
                </a:cxn>
                <a:cxn ang="16200000">
                  <a:pos x="wd2" y="hd2"/>
                </a:cxn>
              </a:cxnLst>
              <a:rect l="0" t="0" r="r" b="b"/>
              <a:pathLst>
                <a:path w="21477" h="20982" extrusionOk="0">
                  <a:moveTo>
                    <a:pt x="19638" y="20577"/>
                  </a:moveTo>
                  <a:cubicBezTo>
                    <a:pt x="20235" y="21600"/>
                    <a:pt x="21412" y="20409"/>
                    <a:pt x="21475" y="19999"/>
                  </a:cubicBezTo>
                  <a:cubicBezTo>
                    <a:pt x="21538" y="19590"/>
                    <a:pt x="18963" y="19426"/>
                    <a:pt x="19638" y="20577"/>
                  </a:cubicBezTo>
                  <a:close/>
                  <a:moveTo>
                    <a:pt x="15236" y="833"/>
                  </a:moveTo>
                  <a:cubicBezTo>
                    <a:pt x="14306" y="1174"/>
                    <a:pt x="11983" y="919"/>
                    <a:pt x="11673" y="1174"/>
                  </a:cubicBezTo>
                  <a:cubicBezTo>
                    <a:pt x="11363" y="1432"/>
                    <a:pt x="9196" y="3987"/>
                    <a:pt x="8886" y="5178"/>
                  </a:cubicBezTo>
                  <a:cubicBezTo>
                    <a:pt x="8576" y="6370"/>
                    <a:pt x="8111" y="6540"/>
                    <a:pt x="7647" y="5944"/>
                  </a:cubicBezTo>
                  <a:cubicBezTo>
                    <a:pt x="7182" y="5347"/>
                    <a:pt x="5271" y="5517"/>
                    <a:pt x="5118" y="5261"/>
                  </a:cubicBezTo>
                  <a:cubicBezTo>
                    <a:pt x="4962" y="5006"/>
                    <a:pt x="3569" y="4753"/>
                    <a:pt x="2897" y="4922"/>
                  </a:cubicBezTo>
                  <a:cubicBezTo>
                    <a:pt x="2226" y="5092"/>
                    <a:pt x="1864" y="4412"/>
                    <a:pt x="1555" y="4581"/>
                  </a:cubicBezTo>
                  <a:cubicBezTo>
                    <a:pt x="1245" y="4750"/>
                    <a:pt x="935" y="5347"/>
                    <a:pt x="782" y="5686"/>
                  </a:cubicBezTo>
                  <a:cubicBezTo>
                    <a:pt x="626" y="6027"/>
                    <a:pt x="935" y="6965"/>
                    <a:pt x="833" y="7306"/>
                  </a:cubicBezTo>
                  <a:cubicBezTo>
                    <a:pt x="805" y="7394"/>
                    <a:pt x="475" y="7684"/>
                    <a:pt x="0" y="8058"/>
                  </a:cubicBezTo>
                  <a:cubicBezTo>
                    <a:pt x="162" y="8717"/>
                    <a:pt x="257" y="9401"/>
                    <a:pt x="152" y="9898"/>
                  </a:cubicBezTo>
                  <a:cubicBezTo>
                    <a:pt x="-62" y="10912"/>
                    <a:pt x="126" y="13290"/>
                    <a:pt x="687" y="14654"/>
                  </a:cubicBezTo>
                  <a:cubicBezTo>
                    <a:pt x="1248" y="16020"/>
                    <a:pt x="1033" y="18532"/>
                    <a:pt x="1300" y="19018"/>
                  </a:cubicBezTo>
                  <a:cubicBezTo>
                    <a:pt x="1568" y="19502"/>
                    <a:pt x="3652" y="19415"/>
                    <a:pt x="4585" y="18400"/>
                  </a:cubicBezTo>
                  <a:cubicBezTo>
                    <a:pt x="5521" y="17389"/>
                    <a:pt x="6162" y="17210"/>
                    <a:pt x="6911" y="17210"/>
                  </a:cubicBezTo>
                  <a:cubicBezTo>
                    <a:pt x="7659" y="17210"/>
                    <a:pt x="8646" y="16154"/>
                    <a:pt x="8886" y="15624"/>
                  </a:cubicBezTo>
                  <a:cubicBezTo>
                    <a:pt x="9126" y="15095"/>
                    <a:pt x="10223" y="15052"/>
                    <a:pt x="10676" y="15141"/>
                  </a:cubicBezTo>
                  <a:cubicBezTo>
                    <a:pt x="11130" y="15229"/>
                    <a:pt x="11585" y="14391"/>
                    <a:pt x="12092" y="13555"/>
                  </a:cubicBezTo>
                  <a:cubicBezTo>
                    <a:pt x="12599" y="12715"/>
                    <a:pt x="14202" y="12365"/>
                    <a:pt x="15912" y="11484"/>
                  </a:cubicBezTo>
                  <a:cubicBezTo>
                    <a:pt x="17621" y="10603"/>
                    <a:pt x="17246" y="9281"/>
                    <a:pt x="17646" y="8485"/>
                  </a:cubicBezTo>
                  <a:cubicBezTo>
                    <a:pt x="17983" y="7824"/>
                    <a:pt x="18453" y="8015"/>
                    <a:pt x="19193" y="7529"/>
                  </a:cubicBezTo>
                  <a:cubicBezTo>
                    <a:pt x="18361" y="4723"/>
                    <a:pt x="17441" y="1580"/>
                    <a:pt x="16979" y="0"/>
                  </a:cubicBezTo>
                  <a:cubicBezTo>
                    <a:pt x="16157" y="417"/>
                    <a:pt x="15493" y="739"/>
                    <a:pt x="15236" y="83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24" name="Shape 2378"/>
            <p:cNvSpPr/>
            <p:nvPr/>
          </p:nvSpPr>
          <p:spPr>
            <a:xfrm>
              <a:off x="10757610" y="7676909"/>
              <a:ext cx="91972" cy="58599"/>
            </a:xfrm>
            <a:custGeom>
              <a:avLst/>
              <a:gdLst/>
              <a:ahLst/>
              <a:cxnLst>
                <a:cxn ang="0">
                  <a:pos x="wd2" y="hd2"/>
                </a:cxn>
                <a:cxn ang="5400000">
                  <a:pos x="wd2" y="hd2"/>
                </a:cxn>
                <a:cxn ang="10800000">
                  <a:pos x="wd2" y="hd2"/>
                </a:cxn>
                <a:cxn ang="16200000">
                  <a:pos x="wd2" y="hd2"/>
                </a:cxn>
              </a:cxnLst>
              <a:rect l="0" t="0" r="r" b="b"/>
              <a:pathLst>
                <a:path w="16561" h="16949" extrusionOk="0">
                  <a:moveTo>
                    <a:pt x="5561" y="715"/>
                  </a:moveTo>
                  <a:cubicBezTo>
                    <a:pt x="4495" y="-3264"/>
                    <a:pt x="-4365" y="10427"/>
                    <a:pt x="2726" y="15501"/>
                  </a:cubicBezTo>
                  <a:cubicBezTo>
                    <a:pt x="5911" y="17761"/>
                    <a:pt x="7326" y="12645"/>
                    <a:pt x="9454" y="15501"/>
                  </a:cubicBezTo>
                  <a:cubicBezTo>
                    <a:pt x="11568" y="18336"/>
                    <a:pt x="15819" y="17199"/>
                    <a:pt x="16527" y="10378"/>
                  </a:cubicBezTo>
                  <a:cubicBezTo>
                    <a:pt x="17235" y="3550"/>
                    <a:pt x="6618" y="4694"/>
                    <a:pt x="5561" y="715"/>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25" name="Shape 2379"/>
            <p:cNvSpPr/>
            <p:nvPr/>
          </p:nvSpPr>
          <p:spPr>
            <a:xfrm>
              <a:off x="14658176" y="5490605"/>
              <a:ext cx="354729" cy="248278"/>
            </a:xfrm>
            <a:custGeom>
              <a:avLst/>
              <a:gdLst/>
              <a:ahLst/>
              <a:cxnLst>
                <a:cxn ang="0">
                  <a:pos x="wd2" y="hd2"/>
                </a:cxn>
                <a:cxn ang="5400000">
                  <a:pos x="wd2" y="hd2"/>
                </a:cxn>
                <a:cxn ang="10800000">
                  <a:pos x="wd2" y="hd2"/>
                </a:cxn>
                <a:cxn ang="16200000">
                  <a:pos x="wd2" y="hd2"/>
                </a:cxn>
              </a:cxnLst>
              <a:rect l="0" t="0" r="r" b="b"/>
              <a:pathLst>
                <a:path w="20793" h="20178" extrusionOk="0">
                  <a:moveTo>
                    <a:pt x="16195" y="11095"/>
                  </a:moveTo>
                  <a:cubicBezTo>
                    <a:pt x="15605" y="12897"/>
                    <a:pt x="17966" y="16007"/>
                    <a:pt x="18320" y="16087"/>
                  </a:cubicBezTo>
                  <a:cubicBezTo>
                    <a:pt x="18674" y="16168"/>
                    <a:pt x="16651" y="9708"/>
                    <a:pt x="16195" y="11095"/>
                  </a:cubicBezTo>
                  <a:close/>
                  <a:moveTo>
                    <a:pt x="18260" y="18379"/>
                  </a:moveTo>
                  <a:cubicBezTo>
                    <a:pt x="18378" y="18787"/>
                    <a:pt x="19914" y="20751"/>
                    <a:pt x="20680" y="20015"/>
                  </a:cubicBezTo>
                  <a:cubicBezTo>
                    <a:pt x="21447" y="19278"/>
                    <a:pt x="18059" y="17677"/>
                    <a:pt x="18260" y="18379"/>
                  </a:cubicBezTo>
                  <a:close/>
                  <a:moveTo>
                    <a:pt x="13422" y="14778"/>
                  </a:moveTo>
                  <a:cubicBezTo>
                    <a:pt x="13658" y="16417"/>
                    <a:pt x="15427" y="17397"/>
                    <a:pt x="16137" y="16825"/>
                  </a:cubicBezTo>
                  <a:cubicBezTo>
                    <a:pt x="16843" y="16251"/>
                    <a:pt x="13178" y="13086"/>
                    <a:pt x="13422" y="14778"/>
                  </a:cubicBezTo>
                  <a:close/>
                  <a:moveTo>
                    <a:pt x="13892" y="11260"/>
                  </a:moveTo>
                  <a:cubicBezTo>
                    <a:pt x="14544" y="10688"/>
                    <a:pt x="10240" y="7421"/>
                    <a:pt x="10175" y="8478"/>
                  </a:cubicBezTo>
                  <a:cubicBezTo>
                    <a:pt x="10117" y="9460"/>
                    <a:pt x="13244" y="11834"/>
                    <a:pt x="13892" y="11260"/>
                  </a:cubicBezTo>
                  <a:close/>
                  <a:moveTo>
                    <a:pt x="5041" y="4714"/>
                  </a:moveTo>
                  <a:cubicBezTo>
                    <a:pt x="4982" y="5124"/>
                    <a:pt x="6870" y="7660"/>
                    <a:pt x="7285" y="7251"/>
                  </a:cubicBezTo>
                  <a:cubicBezTo>
                    <a:pt x="7696" y="6843"/>
                    <a:pt x="5149" y="3976"/>
                    <a:pt x="5041" y="4714"/>
                  </a:cubicBezTo>
                  <a:close/>
                  <a:moveTo>
                    <a:pt x="8" y="131"/>
                  </a:moveTo>
                  <a:cubicBezTo>
                    <a:pt x="-153" y="1115"/>
                    <a:pt x="2373" y="6307"/>
                    <a:pt x="3310" y="5479"/>
                  </a:cubicBezTo>
                  <a:cubicBezTo>
                    <a:pt x="5041" y="3955"/>
                    <a:pt x="164" y="-849"/>
                    <a:pt x="8" y="13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26" name="Shape 2380"/>
            <p:cNvSpPr/>
            <p:nvPr/>
          </p:nvSpPr>
          <p:spPr>
            <a:xfrm>
              <a:off x="14658176" y="5490605"/>
              <a:ext cx="354729" cy="248278"/>
            </a:xfrm>
            <a:custGeom>
              <a:avLst/>
              <a:gdLst/>
              <a:ahLst/>
              <a:cxnLst>
                <a:cxn ang="0">
                  <a:pos x="wd2" y="hd2"/>
                </a:cxn>
                <a:cxn ang="5400000">
                  <a:pos x="wd2" y="hd2"/>
                </a:cxn>
                <a:cxn ang="10800000">
                  <a:pos x="wd2" y="hd2"/>
                </a:cxn>
                <a:cxn ang="16200000">
                  <a:pos x="wd2" y="hd2"/>
                </a:cxn>
              </a:cxnLst>
              <a:rect l="0" t="0" r="r" b="b"/>
              <a:pathLst>
                <a:path w="20793" h="20178" extrusionOk="0">
                  <a:moveTo>
                    <a:pt x="16195" y="11095"/>
                  </a:moveTo>
                  <a:cubicBezTo>
                    <a:pt x="15605" y="12897"/>
                    <a:pt x="17966" y="16007"/>
                    <a:pt x="18320" y="16087"/>
                  </a:cubicBezTo>
                  <a:cubicBezTo>
                    <a:pt x="18674" y="16168"/>
                    <a:pt x="16651" y="9708"/>
                    <a:pt x="16195" y="11095"/>
                  </a:cubicBezTo>
                  <a:close/>
                  <a:moveTo>
                    <a:pt x="18260" y="18379"/>
                  </a:moveTo>
                  <a:cubicBezTo>
                    <a:pt x="18378" y="18787"/>
                    <a:pt x="19914" y="20751"/>
                    <a:pt x="20680" y="20015"/>
                  </a:cubicBezTo>
                  <a:cubicBezTo>
                    <a:pt x="21447" y="19278"/>
                    <a:pt x="18059" y="17677"/>
                    <a:pt x="18260" y="18379"/>
                  </a:cubicBezTo>
                  <a:close/>
                  <a:moveTo>
                    <a:pt x="13422" y="14778"/>
                  </a:moveTo>
                  <a:cubicBezTo>
                    <a:pt x="13658" y="16417"/>
                    <a:pt x="15427" y="17397"/>
                    <a:pt x="16137" y="16825"/>
                  </a:cubicBezTo>
                  <a:cubicBezTo>
                    <a:pt x="16843" y="16251"/>
                    <a:pt x="13178" y="13086"/>
                    <a:pt x="13422" y="14778"/>
                  </a:cubicBezTo>
                  <a:close/>
                  <a:moveTo>
                    <a:pt x="13892" y="11260"/>
                  </a:moveTo>
                  <a:cubicBezTo>
                    <a:pt x="14544" y="10688"/>
                    <a:pt x="10240" y="7421"/>
                    <a:pt x="10175" y="8478"/>
                  </a:cubicBezTo>
                  <a:cubicBezTo>
                    <a:pt x="10117" y="9460"/>
                    <a:pt x="13244" y="11834"/>
                    <a:pt x="13892" y="11260"/>
                  </a:cubicBezTo>
                  <a:close/>
                  <a:moveTo>
                    <a:pt x="5041" y="4714"/>
                  </a:moveTo>
                  <a:cubicBezTo>
                    <a:pt x="4982" y="5124"/>
                    <a:pt x="6870" y="7660"/>
                    <a:pt x="7285" y="7251"/>
                  </a:cubicBezTo>
                  <a:cubicBezTo>
                    <a:pt x="7696" y="6843"/>
                    <a:pt x="5149" y="3976"/>
                    <a:pt x="5041" y="4714"/>
                  </a:cubicBezTo>
                  <a:close/>
                  <a:moveTo>
                    <a:pt x="8" y="131"/>
                  </a:moveTo>
                  <a:cubicBezTo>
                    <a:pt x="-153" y="1115"/>
                    <a:pt x="2373" y="6307"/>
                    <a:pt x="3310" y="5479"/>
                  </a:cubicBezTo>
                  <a:cubicBezTo>
                    <a:pt x="5041" y="3955"/>
                    <a:pt x="164" y="-849"/>
                    <a:pt x="8" y="13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27" name="Shape 2381"/>
            <p:cNvSpPr/>
            <p:nvPr/>
          </p:nvSpPr>
          <p:spPr>
            <a:xfrm>
              <a:off x="12745160" y="5714204"/>
              <a:ext cx="1854214" cy="1649232"/>
            </a:xfrm>
            <a:custGeom>
              <a:avLst/>
              <a:gdLst/>
              <a:ahLst/>
              <a:cxnLst>
                <a:cxn ang="0">
                  <a:pos x="wd2" y="hd2"/>
                </a:cxn>
                <a:cxn ang="5400000">
                  <a:pos x="wd2" y="hd2"/>
                </a:cxn>
                <a:cxn ang="10800000">
                  <a:pos x="wd2" y="hd2"/>
                </a:cxn>
                <a:cxn ang="16200000">
                  <a:pos x="wd2" y="hd2"/>
                </a:cxn>
              </a:cxnLst>
              <a:rect l="0" t="0" r="r" b="b"/>
              <a:pathLst>
                <a:path w="21446" h="21497" extrusionOk="0">
                  <a:moveTo>
                    <a:pt x="17620" y="19683"/>
                  </a:moveTo>
                  <a:cubicBezTo>
                    <a:pt x="17306" y="19722"/>
                    <a:pt x="16834" y="19360"/>
                    <a:pt x="16724" y="19394"/>
                  </a:cubicBezTo>
                  <a:cubicBezTo>
                    <a:pt x="16596" y="19434"/>
                    <a:pt x="17131" y="20339"/>
                    <a:pt x="16968" y="20575"/>
                  </a:cubicBezTo>
                  <a:cubicBezTo>
                    <a:pt x="16805" y="20811"/>
                    <a:pt x="17445" y="21455"/>
                    <a:pt x="17667" y="21494"/>
                  </a:cubicBezTo>
                  <a:cubicBezTo>
                    <a:pt x="17888" y="21533"/>
                    <a:pt x="17806" y="21245"/>
                    <a:pt x="17958" y="21257"/>
                  </a:cubicBezTo>
                  <a:cubicBezTo>
                    <a:pt x="18109" y="21271"/>
                    <a:pt x="18051" y="21087"/>
                    <a:pt x="18074" y="20956"/>
                  </a:cubicBezTo>
                  <a:cubicBezTo>
                    <a:pt x="18098" y="20825"/>
                    <a:pt x="18249" y="21100"/>
                    <a:pt x="18377" y="21022"/>
                  </a:cubicBezTo>
                  <a:cubicBezTo>
                    <a:pt x="18505" y="20943"/>
                    <a:pt x="18342" y="20378"/>
                    <a:pt x="18529" y="20378"/>
                  </a:cubicBezTo>
                  <a:cubicBezTo>
                    <a:pt x="18715" y="20378"/>
                    <a:pt x="18564" y="19696"/>
                    <a:pt x="18505" y="19473"/>
                  </a:cubicBezTo>
                  <a:cubicBezTo>
                    <a:pt x="18447" y="19249"/>
                    <a:pt x="17935" y="19643"/>
                    <a:pt x="17620" y="19683"/>
                  </a:cubicBezTo>
                  <a:close/>
                  <a:moveTo>
                    <a:pt x="12357" y="16034"/>
                  </a:moveTo>
                  <a:cubicBezTo>
                    <a:pt x="12485" y="16166"/>
                    <a:pt x="12916" y="16126"/>
                    <a:pt x="12986" y="15943"/>
                  </a:cubicBezTo>
                  <a:cubicBezTo>
                    <a:pt x="13056" y="15759"/>
                    <a:pt x="12242" y="15917"/>
                    <a:pt x="12357" y="16034"/>
                  </a:cubicBezTo>
                  <a:close/>
                  <a:moveTo>
                    <a:pt x="9737" y="497"/>
                  </a:moveTo>
                  <a:cubicBezTo>
                    <a:pt x="9714" y="340"/>
                    <a:pt x="8885" y="522"/>
                    <a:pt x="9062" y="681"/>
                  </a:cubicBezTo>
                  <a:cubicBezTo>
                    <a:pt x="9178" y="786"/>
                    <a:pt x="9761" y="655"/>
                    <a:pt x="9737" y="497"/>
                  </a:cubicBezTo>
                  <a:close/>
                  <a:moveTo>
                    <a:pt x="21404" y="10772"/>
                  </a:moveTo>
                  <a:cubicBezTo>
                    <a:pt x="21498" y="10694"/>
                    <a:pt x="21358" y="10274"/>
                    <a:pt x="21276" y="10339"/>
                  </a:cubicBezTo>
                  <a:cubicBezTo>
                    <a:pt x="21195" y="10405"/>
                    <a:pt x="21195" y="9683"/>
                    <a:pt x="21253" y="9355"/>
                  </a:cubicBezTo>
                  <a:cubicBezTo>
                    <a:pt x="21312" y="9027"/>
                    <a:pt x="21276" y="9066"/>
                    <a:pt x="21125" y="9237"/>
                  </a:cubicBezTo>
                  <a:cubicBezTo>
                    <a:pt x="20974" y="9408"/>
                    <a:pt x="20811" y="8909"/>
                    <a:pt x="20776" y="8778"/>
                  </a:cubicBezTo>
                  <a:cubicBezTo>
                    <a:pt x="20741" y="8647"/>
                    <a:pt x="20566" y="8279"/>
                    <a:pt x="20368" y="8331"/>
                  </a:cubicBezTo>
                  <a:cubicBezTo>
                    <a:pt x="20170" y="8384"/>
                    <a:pt x="20298" y="8017"/>
                    <a:pt x="20112" y="8056"/>
                  </a:cubicBezTo>
                  <a:cubicBezTo>
                    <a:pt x="19926" y="8095"/>
                    <a:pt x="19891" y="7754"/>
                    <a:pt x="19926" y="7439"/>
                  </a:cubicBezTo>
                  <a:cubicBezTo>
                    <a:pt x="19961" y="7124"/>
                    <a:pt x="19798" y="7374"/>
                    <a:pt x="19716" y="7243"/>
                  </a:cubicBezTo>
                  <a:cubicBezTo>
                    <a:pt x="19635" y="7111"/>
                    <a:pt x="19542" y="7216"/>
                    <a:pt x="19413" y="7269"/>
                  </a:cubicBezTo>
                  <a:cubicBezTo>
                    <a:pt x="19285" y="7321"/>
                    <a:pt x="19250" y="6993"/>
                    <a:pt x="19285" y="6862"/>
                  </a:cubicBezTo>
                  <a:cubicBezTo>
                    <a:pt x="19320" y="6731"/>
                    <a:pt x="19262" y="6573"/>
                    <a:pt x="19088" y="6429"/>
                  </a:cubicBezTo>
                  <a:cubicBezTo>
                    <a:pt x="18913" y="6284"/>
                    <a:pt x="18901" y="6166"/>
                    <a:pt x="18913" y="5995"/>
                  </a:cubicBezTo>
                  <a:cubicBezTo>
                    <a:pt x="18925" y="5825"/>
                    <a:pt x="17923" y="5248"/>
                    <a:pt x="17702" y="5195"/>
                  </a:cubicBezTo>
                  <a:cubicBezTo>
                    <a:pt x="17481" y="5143"/>
                    <a:pt x="17667" y="4880"/>
                    <a:pt x="17574" y="4789"/>
                  </a:cubicBezTo>
                  <a:cubicBezTo>
                    <a:pt x="17481" y="4697"/>
                    <a:pt x="17445" y="4355"/>
                    <a:pt x="17445" y="4067"/>
                  </a:cubicBezTo>
                  <a:cubicBezTo>
                    <a:pt x="17445" y="3778"/>
                    <a:pt x="17120" y="3686"/>
                    <a:pt x="17131" y="3450"/>
                  </a:cubicBezTo>
                  <a:cubicBezTo>
                    <a:pt x="17143" y="3213"/>
                    <a:pt x="17038" y="2990"/>
                    <a:pt x="17062" y="2728"/>
                  </a:cubicBezTo>
                  <a:cubicBezTo>
                    <a:pt x="17085" y="2465"/>
                    <a:pt x="16724" y="2400"/>
                    <a:pt x="16712" y="2256"/>
                  </a:cubicBezTo>
                  <a:cubicBezTo>
                    <a:pt x="16701" y="2111"/>
                    <a:pt x="16502" y="2242"/>
                    <a:pt x="16305" y="2269"/>
                  </a:cubicBezTo>
                  <a:cubicBezTo>
                    <a:pt x="16107" y="2295"/>
                    <a:pt x="16118" y="1980"/>
                    <a:pt x="16142" y="1678"/>
                  </a:cubicBezTo>
                  <a:cubicBezTo>
                    <a:pt x="16165" y="1376"/>
                    <a:pt x="16060" y="878"/>
                    <a:pt x="15897" y="734"/>
                  </a:cubicBezTo>
                  <a:cubicBezTo>
                    <a:pt x="15734" y="589"/>
                    <a:pt x="15722" y="90"/>
                    <a:pt x="15641" y="12"/>
                  </a:cubicBezTo>
                  <a:cubicBezTo>
                    <a:pt x="15559" y="-67"/>
                    <a:pt x="15291" y="274"/>
                    <a:pt x="15303" y="445"/>
                  </a:cubicBezTo>
                  <a:cubicBezTo>
                    <a:pt x="15315" y="616"/>
                    <a:pt x="15280" y="812"/>
                    <a:pt x="15175" y="917"/>
                  </a:cubicBezTo>
                  <a:cubicBezTo>
                    <a:pt x="15070" y="1022"/>
                    <a:pt x="15245" y="1429"/>
                    <a:pt x="15105" y="1573"/>
                  </a:cubicBezTo>
                  <a:cubicBezTo>
                    <a:pt x="14965" y="1718"/>
                    <a:pt x="15094" y="2295"/>
                    <a:pt x="15059" y="2623"/>
                  </a:cubicBezTo>
                  <a:cubicBezTo>
                    <a:pt x="15024" y="2951"/>
                    <a:pt x="15035" y="3305"/>
                    <a:pt x="14896" y="3528"/>
                  </a:cubicBezTo>
                  <a:cubicBezTo>
                    <a:pt x="14756" y="3751"/>
                    <a:pt x="14733" y="4106"/>
                    <a:pt x="14453" y="4224"/>
                  </a:cubicBezTo>
                  <a:cubicBezTo>
                    <a:pt x="14174" y="4342"/>
                    <a:pt x="13801" y="4093"/>
                    <a:pt x="13813" y="3922"/>
                  </a:cubicBezTo>
                  <a:cubicBezTo>
                    <a:pt x="13824" y="3751"/>
                    <a:pt x="13510" y="3647"/>
                    <a:pt x="13347" y="3673"/>
                  </a:cubicBezTo>
                  <a:cubicBezTo>
                    <a:pt x="13184" y="3699"/>
                    <a:pt x="13091" y="3437"/>
                    <a:pt x="12835" y="3213"/>
                  </a:cubicBezTo>
                  <a:cubicBezTo>
                    <a:pt x="12578" y="2990"/>
                    <a:pt x="12380" y="3266"/>
                    <a:pt x="12299" y="3004"/>
                  </a:cubicBezTo>
                  <a:cubicBezTo>
                    <a:pt x="12217" y="2741"/>
                    <a:pt x="12136" y="2702"/>
                    <a:pt x="11949" y="2557"/>
                  </a:cubicBezTo>
                  <a:cubicBezTo>
                    <a:pt x="11764" y="2413"/>
                    <a:pt x="11821" y="2413"/>
                    <a:pt x="11996" y="2269"/>
                  </a:cubicBezTo>
                  <a:cubicBezTo>
                    <a:pt x="12171" y="2125"/>
                    <a:pt x="12136" y="1941"/>
                    <a:pt x="12043" y="1770"/>
                  </a:cubicBezTo>
                  <a:cubicBezTo>
                    <a:pt x="11949" y="1599"/>
                    <a:pt x="12147" y="1639"/>
                    <a:pt x="12380" y="1494"/>
                  </a:cubicBezTo>
                  <a:cubicBezTo>
                    <a:pt x="12613" y="1350"/>
                    <a:pt x="12380" y="1180"/>
                    <a:pt x="12555" y="1101"/>
                  </a:cubicBezTo>
                  <a:cubicBezTo>
                    <a:pt x="12730" y="1022"/>
                    <a:pt x="12625" y="852"/>
                    <a:pt x="12439" y="812"/>
                  </a:cubicBezTo>
                  <a:cubicBezTo>
                    <a:pt x="12252" y="773"/>
                    <a:pt x="12311" y="1022"/>
                    <a:pt x="12241" y="1048"/>
                  </a:cubicBezTo>
                  <a:cubicBezTo>
                    <a:pt x="12171" y="1075"/>
                    <a:pt x="12101" y="720"/>
                    <a:pt x="12043" y="734"/>
                  </a:cubicBezTo>
                  <a:cubicBezTo>
                    <a:pt x="11984" y="747"/>
                    <a:pt x="11764" y="1088"/>
                    <a:pt x="11647" y="917"/>
                  </a:cubicBezTo>
                  <a:cubicBezTo>
                    <a:pt x="11530" y="747"/>
                    <a:pt x="10878" y="602"/>
                    <a:pt x="10622" y="563"/>
                  </a:cubicBezTo>
                  <a:cubicBezTo>
                    <a:pt x="10366" y="524"/>
                    <a:pt x="10285" y="156"/>
                    <a:pt x="10133" y="222"/>
                  </a:cubicBezTo>
                  <a:cubicBezTo>
                    <a:pt x="9982" y="288"/>
                    <a:pt x="10156" y="405"/>
                    <a:pt x="10331" y="616"/>
                  </a:cubicBezTo>
                  <a:cubicBezTo>
                    <a:pt x="10506" y="825"/>
                    <a:pt x="9749" y="970"/>
                    <a:pt x="9528" y="891"/>
                  </a:cubicBezTo>
                  <a:cubicBezTo>
                    <a:pt x="9306" y="812"/>
                    <a:pt x="9563" y="1075"/>
                    <a:pt x="9376" y="1062"/>
                  </a:cubicBezTo>
                  <a:cubicBezTo>
                    <a:pt x="9190" y="1048"/>
                    <a:pt x="9155" y="1416"/>
                    <a:pt x="9004" y="1599"/>
                  </a:cubicBezTo>
                  <a:cubicBezTo>
                    <a:pt x="8852" y="1783"/>
                    <a:pt x="8957" y="1915"/>
                    <a:pt x="8794" y="2032"/>
                  </a:cubicBezTo>
                  <a:cubicBezTo>
                    <a:pt x="8631" y="2150"/>
                    <a:pt x="8619" y="2282"/>
                    <a:pt x="8817" y="2531"/>
                  </a:cubicBezTo>
                  <a:cubicBezTo>
                    <a:pt x="9015" y="2780"/>
                    <a:pt x="8724" y="2794"/>
                    <a:pt x="8549" y="2597"/>
                  </a:cubicBezTo>
                  <a:cubicBezTo>
                    <a:pt x="8375" y="2400"/>
                    <a:pt x="8200" y="2400"/>
                    <a:pt x="8212" y="2623"/>
                  </a:cubicBezTo>
                  <a:cubicBezTo>
                    <a:pt x="8223" y="2846"/>
                    <a:pt x="8002" y="2741"/>
                    <a:pt x="8037" y="2492"/>
                  </a:cubicBezTo>
                  <a:cubicBezTo>
                    <a:pt x="8072" y="2242"/>
                    <a:pt x="7793" y="2361"/>
                    <a:pt x="7746" y="2216"/>
                  </a:cubicBezTo>
                  <a:cubicBezTo>
                    <a:pt x="7699" y="2072"/>
                    <a:pt x="7455" y="1836"/>
                    <a:pt x="7303" y="1849"/>
                  </a:cubicBezTo>
                  <a:cubicBezTo>
                    <a:pt x="7152" y="1862"/>
                    <a:pt x="7152" y="2046"/>
                    <a:pt x="7001" y="2046"/>
                  </a:cubicBezTo>
                  <a:cubicBezTo>
                    <a:pt x="6850" y="2046"/>
                    <a:pt x="6814" y="2138"/>
                    <a:pt x="6838" y="2321"/>
                  </a:cubicBezTo>
                  <a:cubicBezTo>
                    <a:pt x="6861" y="2505"/>
                    <a:pt x="6605" y="2308"/>
                    <a:pt x="6430" y="2334"/>
                  </a:cubicBezTo>
                  <a:cubicBezTo>
                    <a:pt x="6256" y="2361"/>
                    <a:pt x="6430" y="2584"/>
                    <a:pt x="6337" y="2597"/>
                  </a:cubicBezTo>
                  <a:cubicBezTo>
                    <a:pt x="6244" y="2610"/>
                    <a:pt x="6244" y="2794"/>
                    <a:pt x="6093" y="2794"/>
                  </a:cubicBezTo>
                  <a:cubicBezTo>
                    <a:pt x="5941" y="2794"/>
                    <a:pt x="5964" y="3174"/>
                    <a:pt x="5988" y="3371"/>
                  </a:cubicBezTo>
                  <a:cubicBezTo>
                    <a:pt x="6011" y="3568"/>
                    <a:pt x="5755" y="3279"/>
                    <a:pt x="5604" y="3332"/>
                  </a:cubicBezTo>
                  <a:cubicBezTo>
                    <a:pt x="5452" y="3384"/>
                    <a:pt x="5638" y="3555"/>
                    <a:pt x="5685" y="3778"/>
                  </a:cubicBezTo>
                  <a:cubicBezTo>
                    <a:pt x="5732" y="4001"/>
                    <a:pt x="5604" y="3988"/>
                    <a:pt x="5522" y="4080"/>
                  </a:cubicBezTo>
                  <a:cubicBezTo>
                    <a:pt x="5441" y="4172"/>
                    <a:pt x="5312" y="3830"/>
                    <a:pt x="5312" y="3634"/>
                  </a:cubicBezTo>
                  <a:cubicBezTo>
                    <a:pt x="5312" y="3437"/>
                    <a:pt x="5115" y="3620"/>
                    <a:pt x="4905" y="3870"/>
                  </a:cubicBezTo>
                  <a:cubicBezTo>
                    <a:pt x="4695" y="4119"/>
                    <a:pt x="4975" y="4500"/>
                    <a:pt x="4882" y="4565"/>
                  </a:cubicBezTo>
                  <a:cubicBezTo>
                    <a:pt x="4788" y="4631"/>
                    <a:pt x="4369" y="5077"/>
                    <a:pt x="4125" y="5405"/>
                  </a:cubicBezTo>
                  <a:cubicBezTo>
                    <a:pt x="3880" y="5733"/>
                    <a:pt x="3356" y="5536"/>
                    <a:pt x="3193" y="5694"/>
                  </a:cubicBezTo>
                  <a:cubicBezTo>
                    <a:pt x="3030" y="5851"/>
                    <a:pt x="2855" y="5733"/>
                    <a:pt x="2692" y="5878"/>
                  </a:cubicBezTo>
                  <a:cubicBezTo>
                    <a:pt x="2529" y="6022"/>
                    <a:pt x="2227" y="6298"/>
                    <a:pt x="2192" y="6127"/>
                  </a:cubicBezTo>
                  <a:cubicBezTo>
                    <a:pt x="2157" y="5956"/>
                    <a:pt x="1738" y="6088"/>
                    <a:pt x="1563" y="6298"/>
                  </a:cubicBezTo>
                  <a:cubicBezTo>
                    <a:pt x="1388" y="6508"/>
                    <a:pt x="1109" y="6691"/>
                    <a:pt x="911" y="6705"/>
                  </a:cubicBezTo>
                  <a:cubicBezTo>
                    <a:pt x="713" y="6718"/>
                    <a:pt x="713" y="7059"/>
                    <a:pt x="632" y="7137"/>
                  </a:cubicBezTo>
                  <a:cubicBezTo>
                    <a:pt x="550" y="7216"/>
                    <a:pt x="573" y="6862"/>
                    <a:pt x="573" y="6770"/>
                  </a:cubicBezTo>
                  <a:cubicBezTo>
                    <a:pt x="573" y="6678"/>
                    <a:pt x="387" y="6928"/>
                    <a:pt x="305" y="7203"/>
                  </a:cubicBezTo>
                  <a:cubicBezTo>
                    <a:pt x="224" y="7479"/>
                    <a:pt x="503" y="7583"/>
                    <a:pt x="329" y="7872"/>
                  </a:cubicBezTo>
                  <a:cubicBezTo>
                    <a:pt x="154" y="8161"/>
                    <a:pt x="-9" y="8449"/>
                    <a:pt x="236" y="8817"/>
                  </a:cubicBezTo>
                  <a:cubicBezTo>
                    <a:pt x="480" y="9185"/>
                    <a:pt x="620" y="9421"/>
                    <a:pt x="538" y="9604"/>
                  </a:cubicBezTo>
                  <a:cubicBezTo>
                    <a:pt x="457" y="9788"/>
                    <a:pt x="282" y="9237"/>
                    <a:pt x="224" y="9303"/>
                  </a:cubicBezTo>
                  <a:cubicBezTo>
                    <a:pt x="166" y="9368"/>
                    <a:pt x="445" y="9604"/>
                    <a:pt x="375" y="9722"/>
                  </a:cubicBezTo>
                  <a:cubicBezTo>
                    <a:pt x="305" y="9841"/>
                    <a:pt x="55" y="9276"/>
                    <a:pt x="3" y="9408"/>
                  </a:cubicBezTo>
                  <a:cubicBezTo>
                    <a:pt x="-44" y="9526"/>
                    <a:pt x="527" y="10418"/>
                    <a:pt x="538" y="10746"/>
                  </a:cubicBezTo>
                  <a:cubicBezTo>
                    <a:pt x="550" y="11074"/>
                    <a:pt x="1004" y="11389"/>
                    <a:pt x="981" y="11862"/>
                  </a:cubicBezTo>
                  <a:cubicBezTo>
                    <a:pt x="958" y="12334"/>
                    <a:pt x="1377" y="13095"/>
                    <a:pt x="1447" y="13213"/>
                  </a:cubicBezTo>
                  <a:cubicBezTo>
                    <a:pt x="1516" y="13331"/>
                    <a:pt x="1284" y="13646"/>
                    <a:pt x="1330" y="14001"/>
                  </a:cubicBezTo>
                  <a:cubicBezTo>
                    <a:pt x="1377" y="14355"/>
                    <a:pt x="1225" y="14486"/>
                    <a:pt x="1027" y="14486"/>
                  </a:cubicBezTo>
                  <a:cubicBezTo>
                    <a:pt x="829" y="14486"/>
                    <a:pt x="946" y="14854"/>
                    <a:pt x="1167" y="14880"/>
                  </a:cubicBezTo>
                  <a:cubicBezTo>
                    <a:pt x="1388" y="14906"/>
                    <a:pt x="1307" y="15077"/>
                    <a:pt x="1551" y="15261"/>
                  </a:cubicBezTo>
                  <a:cubicBezTo>
                    <a:pt x="1796" y="15444"/>
                    <a:pt x="2378" y="15378"/>
                    <a:pt x="2576" y="15378"/>
                  </a:cubicBezTo>
                  <a:cubicBezTo>
                    <a:pt x="2774" y="15378"/>
                    <a:pt x="2832" y="15037"/>
                    <a:pt x="3100" y="15024"/>
                  </a:cubicBezTo>
                  <a:cubicBezTo>
                    <a:pt x="3368" y="15011"/>
                    <a:pt x="3344" y="14919"/>
                    <a:pt x="3472" y="14736"/>
                  </a:cubicBezTo>
                  <a:cubicBezTo>
                    <a:pt x="3601" y="14552"/>
                    <a:pt x="4206" y="14604"/>
                    <a:pt x="4823" y="14644"/>
                  </a:cubicBezTo>
                  <a:cubicBezTo>
                    <a:pt x="5441" y="14683"/>
                    <a:pt x="5708" y="14473"/>
                    <a:pt x="5802" y="14184"/>
                  </a:cubicBezTo>
                  <a:cubicBezTo>
                    <a:pt x="5881" y="13938"/>
                    <a:pt x="6325" y="13922"/>
                    <a:pt x="6500" y="13738"/>
                  </a:cubicBezTo>
                  <a:cubicBezTo>
                    <a:pt x="6675" y="13554"/>
                    <a:pt x="6826" y="13542"/>
                    <a:pt x="7280" y="13567"/>
                  </a:cubicBezTo>
                  <a:cubicBezTo>
                    <a:pt x="7734" y="13594"/>
                    <a:pt x="8153" y="13318"/>
                    <a:pt x="8445" y="13187"/>
                  </a:cubicBezTo>
                  <a:cubicBezTo>
                    <a:pt x="8736" y="13056"/>
                    <a:pt x="9272" y="13108"/>
                    <a:pt x="9551" y="13030"/>
                  </a:cubicBezTo>
                  <a:cubicBezTo>
                    <a:pt x="9830" y="12951"/>
                    <a:pt x="9877" y="13423"/>
                    <a:pt x="10191" y="13384"/>
                  </a:cubicBezTo>
                  <a:cubicBezTo>
                    <a:pt x="10506" y="13344"/>
                    <a:pt x="10645" y="13489"/>
                    <a:pt x="10808" y="13476"/>
                  </a:cubicBezTo>
                  <a:cubicBezTo>
                    <a:pt x="10971" y="13463"/>
                    <a:pt x="10948" y="13607"/>
                    <a:pt x="11111" y="13646"/>
                  </a:cubicBezTo>
                  <a:cubicBezTo>
                    <a:pt x="11274" y="13686"/>
                    <a:pt x="11251" y="13843"/>
                    <a:pt x="11146" y="14014"/>
                  </a:cubicBezTo>
                  <a:cubicBezTo>
                    <a:pt x="11041" y="14184"/>
                    <a:pt x="11391" y="14171"/>
                    <a:pt x="11612" y="14513"/>
                  </a:cubicBezTo>
                  <a:cubicBezTo>
                    <a:pt x="11833" y="14854"/>
                    <a:pt x="11624" y="14906"/>
                    <a:pt x="11740" y="15168"/>
                  </a:cubicBezTo>
                  <a:cubicBezTo>
                    <a:pt x="11856" y="15431"/>
                    <a:pt x="11938" y="15365"/>
                    <a:pt x="12171" y="14998"/>
                  </a:cubicBezTo>
                  <a:cubicBezTo>
                    <a:pt x="12404" y="14631"/>
                    <a:pt x="12660" y="14867"/>
                    <a:pt x="12695" y="14552"/>
                  </a:cubicBezTo>
                  <a:cubicBezTo>
                    <a:pt x="12730" y="14237"/>
                    <a:pt x="12974" y="13870"/>
                    <a:pt x="13137" y="14027"/>
                  </a:cubicBezTo>
                  <a:cubicBezTo>
                    <a:pt x="13300" y="14184"/>
                    <a:pt x="13021" y="14263"/>
                    <a:pt x="12916" y="14867"/>
                  </a:cubicBezTo>
                  <a:cubicBezTo>
                    <a:pt x="12811" y="15470"/>
                    <a:pt x="12625" y="15155"/>
                    <a:pt x="12590" y="15326"/>
                  </a:cubicBezTo>
                  <a:cubicBezTo>
                    <a:pt x="12555" y="15496"/>
                    <a:pt x="13079" y="15588"/>
                    <a:pt x="13079" y="15273"/>
                  </a:cubicBezTo>
                  <a:cubicBezTo>
                    <a:pt x="13079" y="14959"/>
                    <a:pt x="13172" y="14814"/>
                    <a:pt x="13370" y="15103"/>
                  </a:cubicBezTo>
                  <a:cubicBezTo>
                    <a:pt x="13568" y="15391"/>
                    <a:pt x="13254" y="15628"/>
                    <a:pt x="13300" y="15759"/>
                  </a:cubicBezTo>
                  <a:cubicBezTo>
                    <a:pt x="13347" y="15890"/>
                    <a:pt x="13568" y="15719"/>
                    <a:pt x="13685" y="15733"/>
                  </a:cubicBezTo>
                  <a:cubicBezTo>
                    <a:pt x="13892" y="15756"/>
                    <a:pt x="14174" y="16271"/>
                    <a:pt x="14127" y="16546"/>
                  </a:cubicBezTo>
                  <a:cubicBezTo>
                    <a:pt x="14081" y="16822"/>
                    <a:pt x="14011" y="17084"/>
                    <a:pt x="14407" y="17308"/>
                  </a:cubicBezTo>
                  <a:cubicBezTo>
                    <a:pt x="14802" y="17531"/>
                    <a:pt x="14651" y="17570"/>
                    <a:pt x="14942" y="17570"/>
                  </a:cubicBezTo>
                  <a:cubicBezTo>
                    <a:pt x="15233" y="17570"/>
                    <a:pt x="15839" y="17832"/>
                    <a:pt x="16002" y="17990"/>
                  </a:cubicBezTo>
                  <a:cubicBezTo>
                    <a:pt x="16165" y="18147"/>
                    <a:pt x="16584" y="17872"/>
                    <a:pt x="16665" y="17557"/>
                  </a:cubicBezTo>
                  <a:cubicBezTo>
                    <a:pt x="16747" y="17242"/>
                    <a:pt x="17050" y="17544"/>
                    <a:pt x="16887" y="17649"/>
                  </a:cubicBezTo>
                  <a:cubicBezTo>
                    <a:pt x="16724" y="17754"/>
                    <a:pt x="16968" y="18003"/>
                    <a:pt x="16980" y="17832"/>
                  </a:cubicBezTo>
                  <a:cubicBezTo>
                    <a:pt x="16991" y="17662"/>
                    <a:pt x="17062" y="17517"/>
                    <a:pt x="17120" y="17715"/>
                  </a:cubicBezTo>
                  <a:cubicBezTo>
                    <a:pt x="17178" y="17911"/>
                    <a:pt x="17388" y="17911"/>
                    <a:pt x="17469" y="18069"/>
                  </a:cubicBezTo>
                  <a:cubicBezTo>
                    <a:pt x="17551" y="18226"/>
                    <a:pt x="17644" y="18344"/>
                    <a:pt x="17644" y="18213"/>
                  </a:cubicBezTo>
                  <a:cubicBezTo>
                    <a:pt x="17644" y="18082"/>
                    <a:pt x="17690" y="17963"/>
                    <a:pt x="17877" y="17885"/>
                  </a:cubicBezTo>
                  <a:cubicBezTo>
                    <a:pt x="18063" y="17806"/>
                    <a:pt x="18179" y="17662"/>
                    <a:pt x="18377" y="17478"/>
                  </a:cubicBezTo>
                  <a:cubicBezTo>
                    <a:pt x="18575" y="17294"/>
                    <a:pt x="19390" y="17255"/>
                    <a:pt x="19472" y="17255"/>
                  </a:cubicBezTo>
                  <a:cubicBezTo>
                    <a:pt x="19553" y="17255"/>
                    <a:pt x="19600" y="16468"/>
                    <a:pt x="19646" y="16061"/>
                  </a:cubicBezTo>
                  <a:cubicBezTo>
                    <a:pt x="19693" y="15654"/>
                    <a:pt x="19996" y="15588"/>
                    <a:pt x="20042" y="15155"/>
                  </a:cubicBezTo>
                  <a:cubicBezTo>
                    <a:pt x="20089" y="14722"/>
                    <a:pt x="20496" y="13922"/>
                    <a:pt x="20601" y="13883"/>
                  </a:cubicBezTo>
                  <a:cubicBezTo>
                    <a:pt x="20706" y="13843"/>
                    <a:pt x="20904" y="13725"/>
                    <a:pt x="20916" y="13476"/>
                  </a:cubicBezTo>
                  <a:cubicBezTo>
                    <a:pt x="20927" y="13227"/>
                    <a:pt x="21195" y="12951"/>
                    <a:pt x="21195" y="12649"/>
                  </a:cubicBezTo>
                  <a:cubicBezTo>
                    <a:pt x="21195" y="12347"/>
                    <a:pt x="21347" y="11993"/>
                    <a:pt x="21323" y="11901"/>
                  </a:cubicBezTo>
                  <a:cubicBezTo>
                    <a:pt x="21300" y="11809"/>
                    <a:pt x="21207" y="11520"/>
                    <a:pt x="21382" y="11310"/>
                  </a:cubicBezTo>
                  <a:cubicBezTo>
                    <a:pt x="21556" y="11100"/>
                    <a:pt x="21312" y="10851"/>
                    <a:pt x="21404" y="1077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28" name="Shape 2382"/>
            <p:cNvSpPr/>
            <p:nvPr/>
          </p:nvSpPr>
          <p:spPr>
            <a:xfrm>
              <a:off x="15204752" y="6881890"/>
              <a:ext cx="549387" cy="674859"/>
            </a:xfrm>
            <a:custGeom>
              <a:avLst/>
              <a:gdLst/>
              <a:ahLst/>
              <a:cxnLst>
                <a:cxn ang="0">
                  <a:pos x="wd2" y="hd2"/>
                </a:cxn>
                <a:cxn ang="5400000">
                  <a:pos x="wd2" y="hd2"/>
                </a:cxn>
                <a:cxn ang="10800000">
                  <a:pos x="wd2" y="hd2"/>
                </a:cxn>
                <a:cxn ang="16200000">
                  <a:pos x="wd2" y="hd2"/>
                </a:cxn>
              </a:cxnLst>
              <a:rect l="0" t="0" r="r" b="b"/>
              <a:pathLst>
                <a:path w="20930" h="21548" extrusionOk="0">
                  <a:moveTo>
                    <a:pt x="19205" y="5271"/>
                  </a:moveTo>
                  <a:cubicBezTo>
                    <a:pt x="18860" y="5753"/>
                    <a:pt x="18169" y="5142"/>
                    <a:pt x="17517" y="5142"/>
                  </a:cubicBezTo>
                  <a:cubicBezTo>
                    <a:pt x="16865" y="5142"/>
                    <a:pt x="16481" y="4757"/>
                    <a:pt x="16481" y="4274"/>
                  </a:cubicBezTo>
                  <a:cubicBezTo>
                    <a:pt x="16481" y="3793"/>
                    <a:pt x="16329" y="3085"/>
                    <a:pt x="15714" y="3117"/>
                  </a:cubicBezTo>
                  <a:cubicBezTo>
                    <a:pt x="15100" y="3150"/>
                    <a:pt x="15906" y="3664"/>
                    <a:pt x="15676" y="3921"/>
                  </a:cubicBezTo>
                  <a:cubicBezTo>
                    <a:pt x="15446" y="4179"/>
                    <a:pt x="15293" y="3631"/>
                    <a:pt x="14987" y="3631"/>
                  </a:cubicBezTo>
                  <a:cubicBezTo>
                    <a:pt x="14681" y="3631"/>
                    <a:pt x="14334" y="3278"/>
                    <a:pt x="14334" y="2635"/>
                  </a:cubicBezTo>
                  <a:cubicBezTo>
                    <a:pt x="14334" y="1992"/>
                    <a:pt x="13683" y="2057"/>
                    <a:pt x="13683" y="1317"/>
                  </a:cubicBezTo>
                  <a:cubicBezTo>
                    <a:pt x="13683" y="578"/>
                    <a:pt x="12302" y="0"/>
                    <a:pt x="11534" y="0"/>
                  </a:cubicBezTo>
                  <a:cubicBezTo>
                    <a:pt x="10767" y="0"/>
                    <a:pt x="11687" y="1157"/>
                    <a:pt x="12071" y="1543"/>
                  </a:cubicBezTo>
                  <a:cubicBezTo>
                    <a:pt x="12455" y="1928"/>
                    <a:pt x="13298" y="2282"/>
                    <a:pt x="13260" y="2571"/>
                  </a:cubicBezTo>
                  <a:cubicBezTo>
                    <a:pt x="13221" y="2860"/>
                    <a:pt x="13835" y="3600"/>
                    <a:pt x="14296" y="3728"/>
                  </a:cubicBezTo>
                  <a:cubicBezTo>
                    <a:pt x="14756" y="3857"/>
                    <a:pt x="14026" y="4982"/>
                    <a:pt x="14026" y="5882"/>
                  </a:cubicBezTo>
                  <a:cubicBezTo>
                    <a:pt x="14026" y="6782"/>
                    <a:pt x="13183" y="6622"/>
                    <a:pt x="12608" y="7200"/>
                  </a:cubicBezTo>
                  <a:cubicBezTo>
                    <a:pt x="12034" y="7778"/>
                    <a:pt x="14066" y="8357"/>
                    <a:pt x="14909" y="8935"/>
                  </a:cubicBezTo>
                  <a:cubicBezTo>
                    <a:pt x="15753" y="9514"/>
                    <a:pt x="14186" y="10936"/>
                    <a:pt x="14412" y="11250"/>
                  </a:cubicBezTo>
                  <a:cubicBezTo>
                    <a:pt x="14525" y="11410"/>
                    <a:pt x="15100" y="11635"/>
                    <a:pt x="15983" y="11443"/>
                  </a:cubicBezTo>
                  <a:cubicBezTo>
                    <a:pt x="16865" y="11250"/>
                    <a:pt x="17287" y="9643"/>
                    <a:pt x="17901" y="9192"/>
                  </a:cubicBezTo>
                  <a:cubicBezTo>
                    <a:pt x="18515" y="8743"/>
                    <a:pt x="18131" y="8035"/>
                    <a:pt x="18438" y="7681"/>
                  </a:cubicBezTo>
                  <a:cubicBezTo>
                    <a:pt x="18746" y="7328"/>
                    <a:pt x="19165" y="7361"/>
                    <a:pt x="19589" y="7361"/>
                  </a:cubicBezTo>
                  <a:cubicBezTo>
                    <a:pt x="20009" y="7361"/>
                    <a:pt x="19779" y="6493"/>
                    <a:pt x="20316" y="6493"/>
                  </a:cubicBezTo>
                  <a:cubicBezTo>
                    <a:pt x="20853" y="6493"/>
                    <a:pt x="20585" y="5882"/>
                    <a:pt x="20892" y="5207"/>
                  </a:cubicBezTo>
                  <a:cubicBezTo>
                    <a:pt x="21198" y="4532"/>
                    <a:pt x="19549" y="4789"/>
                    <a:pt x="19205" y="5271"/>
                  </a:cubicBezTo>
                  <a:close/>
                  <a:moveTo>
                    <a:pt x="1869" y="21536"/>
                  </a:moveTo>
                  <a:cubicBezTo>
                    <a:pt x="2137" y="21600"/>
                    <a:pt x="3020" y="21407"/>
                    <a:pt x="2522" y="20893"/>
                  </a:cubicBezTo>
                  <a:cubicBezTo>
                    <a:pt x="2023" y="20379"/>
                    <a:pt x="1235" y="21384"/>
                    <a:pt x="1869" y="21536"/>
                  </a:cubicBezTo>
                  <a:close/>
                  <a:moveTo>
                    <a:pt x="12952" y="10446"/>
                  </a:moveTo>
                  <a:cubicBezTo>
                    <a:pt x="12415" y="10125"/>
                    <a:pt x="12148" y="10575"/>
                    <a:pt x="11572" y="10800"/>
                  </a:cubicBezTo>
                  <a:cubicBezTo>
                    <a:pt x="10997" y="11025"/>
                    <a:pt x="10614" y="9739"/>
                    <a:pt x="9885" y="10222"/>
                  </a:cubicBezTo>
                  <a:cubicBezTo>
                    <a:pt x="9156" y="10703"/>
                    <a:pt x="9808" y="10897"/>
                    <a:pt x="9004" y="11475"/>
                  </a:cubicBezTo>
                  <a:cubicBezTo>
                    <a:pt x="8197" y="12054"/>
                    <a:pt x="8542" y="12246"/>
                    <a:pt x="7583" y="13500"/>
                  </a:cubicBezTo>
                  <a:cubicBezTo>
                    <a:pt x="6625" y="14753"/>
                    <a:pt x="3326" y="15461"/>
                    <a:pt x="2829" y="16136"/>
                  </a:cubicBezTo>
                  <a:cubicBezTo>
                    <a:pt x="2330" y="16811"/>
                    <a:pt x="681" y="17357"/>
                    <a:pt x="641" y="17871"/>
                  </a:cubicBezTo>
                  <a:cubicBezTo>
                    <a:pt x="603" y="18386"/>
                    <a:pt x="-402" y="18753"/>
                    <a:pt x="182" y="19447"/>
                  </a:cubicBezTo>
                  <a:cubicBezTo>
                    <a:pt x="641" y="19993"/>
                    <a:pt x="1255" y="19607"/>
                    <a:pt x="1754" y="20025"/>
                  </a:cubicBezTo>
                  <a:cubicBezTo>
                    <a:pt x="2254" y="20443"/>
                    <a:pt x="2751" y="20090"/>
                    <a:pt x="2982" y="20443"/>
                  </a:cubicBezTo>
                  <a:cubicBezTo>
                    <a:pt x="3212" y="20797"/>
                    <a:pt x="4899" y="20797"/>
                    <a:pt x="6165" y="19832"/>
                  </a:cubicBezTo>
                  <a:cubicBezTo>
                    <a:pt x="7431" y="18868"/>
                    <a:pt x="6817" y="18418"/>
                    <a:pt x="7315" y="18160"/>
                  </a:cubicBezTo>
                  <a:cubicBezTo>
                    <a:pt x="7813" y="17904"/>
                    <a:pt x="7890" y="17133"/>
                    <a:pt x="8197" y="16650"/>
                  </a:cubicBezTo>
                  <a:cubicBezTo>
                    <a:pt x="8505" y="16168"/>
                    <a:pt x="8734" y="15654"/>
                    <a:pt x="10116" y="15654"/>
                  </a:cubicBezTo>
                  <a:cubicBezTo>
                    <a:pt x="11497" y="15654"/>
                    <a:pt x="10767" y="15429"/>
                    <a:pt x="10691" y="14883"/>
                  </a:cubicBezTo>
                  <a:cubicBezTo>
                    <a:pt x="10614" y="14336"/>
                    <a:pt x="11841" y="14240"/>
                    <a:pt x="11841" y="13532"/>
                  </a:cubicBezTo>
                  <a:cubicBezTo>
                    <a:pt x="11841" y="12825"/>
                    <a:pt x="13529" y="12182"/>
                    <a:pt x="13183" y="11635"/>
                  </a:cubicBezTo>
                  <a:cubicBezTo>
                    <a:pt x="12839" y="11089"/>
                    <a:pt x="13489" y="10768"/>
                    <a:pt x="12952" y="1044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29" name="Shape 2383"/>
            <p:cNvSpPr/>
            <p:nvPr/>
          </p:nvSpPr>
          <p:spPr>
            <a:xfrm>
              <a:off x="15701640" y="5987492"/>
              <a:ext cx="111929" cy="93500"/>
            </a:xfrm>
            <a:custGeom>
              <a:avLst/>
              <a:gdLst/>
              <a:ahLst/>
              <a:cxnLst>
                <a:cxn ang="0">
                  <a:pos x="wd2" y="hd2"/>
                </a:cxn>
                <a:cxn ang="5400000">
                  <a:pos x="wd2" y="hd2"/>
                </a:cxn>
                <a:cxn ang="10800000">
                  <a:pos x="wd2" y="hd2"/>
                </a:cxn>
                <a:cxn ang="16200000">
                  <a:pos x="wd2" y="hd2"/>
                </a:cxn>
              </a:cxnLst>
              <a:rect l="0" t="0" r="r" b="b"/>
              <a:pathLst>
                <a:path w="19345" h="18072" extrusionOk="0">
                  <a:moveTo>
                    <a:pt x="11164" y="5745"/>
                  </a:moveTo>
                  <a:cubicBezTo>
                    <a:pt x="13084" y="6523"/>
                    <a:pt x="19345" y="4188"/>
                    <a:pt x="19345" y="882"/>
                  </a:cubicBezTo>
                  <a:cubicBezTo>
                    <a:pt x="19345" y="-2429"/>
                    <a:pt x="8279" y="4568"/>
                    <a:pt x="11164" y="5745"/>
                  </a:cubicBezTo>
                  <a:close/>
                  <a:moveTo>
                    <a:pt x="383" y="16057"/>
                  </a:moveTo>
                  <a:cubicBezTo>
                    <a:pt x="3339" y="19171"/>
                    <a:pt x="9252" y="18979"/>
                    <a:pt x="9424" y="13333"/>
                  </a:cubicBezTo>
                  <a:cubicBezTo>
                    <a:pt x="9604" y="7686"/>
                    <a:pt x="-2255" y="13286"/>
                    <a:pt x="383" y="1605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30" name="Shape 2384"/>
            <p:cNvSpPr/>
            <p:nvPr/>
          </p:nvSpPr>
          <p:spPr>
            <a:xfrm>
              <a:off x="10061968" y="3155234"/>
              <a:ext cx="642391" cy="401296"/>
            </a:xfrm>
            <a:custGeom>
              <a:avLst/>
              <a:gdLst/>
              <a:ahLst/>
              <a:cxnLst>
                <a:cxn ang="0">
                  <a:pos x="wd2" y="hd2"/>
                </a:cxn>
                <a:cxn ang="5400000">
                  <a:pos x="wd2" y="hd2"/>
                </a:cxn>
                <a:cxn ang="10800000">
                  <a:pos x="wd2" y="hd2"/>
                </a:cxn>
                <a:cxn ang="16200000">
                  <a:pos x="wd2" y="hd2"/>
                </a:cxn>
              </a:cxnLst>
              <a:rect l="0" t="0" r="r" b="b"/>
              <a:pathLst>
                <a:path w="21376" h="21048" extrusionOk="0">
                  <a:moveTo>
                    <a:pt x="21262" y="13370"/>
                  </a:moveTo>
                  <a:cubicBezTo>
                    <a:pt x="21262" y="13370"/>
                    <a:pt x="20279" y="12595"/>
                    <a:pt x="19922" y="12663"/>
                  </a:cubicBezTo>
                  <a:cubicBezTo>
                    <a:pt x="19564" y="12735"/>
                    <a:pt x="18984" y="11399"/>
                    <a:pt x="18358" y="11045"/>
                  </a:cubicBezTo>
                  <a:cubicBezTo>
                    <a:pt x="17733" y="10694"/>
                    <a:pt x="16885" y="10061"/>
                    <a:pt x="16617" y="9426"/>
                  </a:cubicBezTo>
                  <a:cubicBezTo>
                    <a:pt x="16349" y="8794"/>
                    <a:pt x="15232" y="8160"/>
                    <a:pt x="15098" y="7666"/>
                  </a:cubicBezTo>
                  <a:cubicBezTo>
                    <a:pt x="14964" y="7174"/>
                    <a:pt x="14741" y="6327"/>
                    <a:pt x="14427" y="5694"/>
                  </a:cubicBezTo>
                  <a:cubicBezTo>
                    <a:pt x="14115" y="5060"/>
                    <a:pt x="14116" y="4216"/>
                    <a:pt x="13803" y="4145"/>
                  </a:cubicBezTo>
                  <a:cubicBezTo>
                    <a:pt x="13490" y="4076"/>
                    <a:pt x="11569" y="4145"/>
                    <a:pt x="11569" y="3724"/>
                  </a:cubicBezTo>
                  <a:cubicBezTo>
                    <a:pt x="11569" y="3303"/>
                    <a:pt x="11435" y="1329"/>
                    <a:pt x="11034" y="1189"/>
                  </a:cubicBezTo>
                  <a:cubicBezTo>
                    <a:pt x="10631" y="1048"/>
                    <a:pt x="10095" y="908"/>
                    <a:pt x="9872" y="555"/>
                  </a:cubicBezTo>
                  <a:cubicBezTo>
                    <a:pt x="9649" y="201"/>
                    <a:pt x="8933" y="-221"/>
                    <a:pt x="8800" y="134"/>
                  </a:cubicBezTo>
                  <a:cubicBezTo>
                    <a:pt x="8666" y="484"/>
                    <a:pt x="8309" y="624"/>
                    <a:pt x="8175" y="624"/>
                  </a:cubicBezTo>
                  <a:cubicBezTo>
                    <a:pt x="8041" y="624"/>
                    <a:pt x="8086" y="1611"/>
                    <a:pt x="7639" y="1540"/>
                  </a:cubicBezTo>
                  <a:cubicBezTo>
                    <a:pt x="7192" y="1470"/>
                    <a:pt x="6567" y="2316"/>
                    <a:pt x="6567" y="2808"/>
                  </a:cubicBezTo>
                  <a:cubicBezTo>
                    <a:pt x="6567" y="3303"/>
                    <a:pt x="6612" y="4004"/>
                    <a:pt x="6031" y="3935"/>
                  </a:cubicBezTo>
                  <a:cubicBezTo>
                    <a:pt x="5740" y="3898"/>
                    <a:pt x="5326" y="3812"/>
                    <a:pt x="4968" y="3537"/>
                  </a:cubicBezTo>
                  <a:cubicBezTo>
                    <a:pt x="4885" y="3640"/>
                    <a:pt x="4401" y="4168"/>
                    <a:pt x="3912" y="3140"/>
                  </a:cubicBezTo>
                  <a:cubicBezTo>
                    <a:pt x="3375" y="2011"/>
                    <a:pt x="2539" y="882"/>
                    <a:pt x="2064" y="882"/>
                  </a:cubicBezTo>
                  <a:cubicBezTo>
                    <a:pt x="1634" y="882"/>
                    <a:pt x="153" y="887"/>
                    <a:pt x="503" y="2182"/>
                  </a:cubicBezTo>
                  <a:cubicBezTo>
                    <a:pt x="607" y="1893"/>
                    <a:pt x="808" y="1699"/>
                    <a:pt x="1207" y="1753"/>
                  </a:cubicBezTo>
                  <a:cubicBezTo>
                    <a:pt x="2278" y="1893"/>
                    <a:pt x="1787" y="3864"/>
                    <a:pt x="2368" y="3935"/>
                  </a:cubicBezTo>
                  <a:cubicBezTo>
                    <a:pt x="2949" y="4004"/>
                    <a:pt x="3619" y="5414"/>
                    <a:pt x="3082" y="5343"/>
                  </a:cubicBezTo>
                  <a:cubicBezTo>
                    <a:pt x="2547" y="5273"/>
                    <a:pt x="2099" y="6117"/>
                    <a:pt x="1564" y="5836"/>
                  </a:cubicBezTo>
                  <a:cubicBezTo>
                    <a:pt x="1028" y="5554"/>
                    <a:pt x="358" y="4850"/>
                    <a:pt x="179" y="5836"/>
                  </a:cubicBezTo>
                  <a:cubicBezTo>
                    <a:pt x="1" y="6820"/>
                    <a:pt x="-224" y="7877"/>
                    <a:pt x="492" y="7806"/>
                  </a:cubicBezTo>
                  <a:cubicBezTo>
                    <a:pt x="1207" y="7737"/>
                    <a:pt x="1072" y="8511"/>
                    <a:pt x="581" y="9285"/>
                  </a:cubicBezTo>
                  <a:cubicBezTo>
                    <a:pt x="90" y="10061"/>
                    <a:pt x="1341" y="9144"/>
                    <a:pt x="1429" y="9849"/>
                  </a:cubicBezTo>
                  <a:cubicBezTo>
                    <a:pt x="1519" y="10552"/>
                    <a:pt x="1920" y="10624"/>
                    <a:pt x="1744" y="11750"/>
                  </a:cubicBezTo>
                  <a:cubicBezTo>
                    <a:pt x="1630" y="12462"/>
                    <a:pt x="1713" y="13885"/>
                    <a:pt x="1745" y="14937"/>
                  </a:cubicBezTo>
                  <a:cubicBezTo>
                    <a:pt x="2219" y="14931"/>
                    <a:pt x="2857" y="14867"/>
                    <a:pt x="2993" y="14565"/>
                  </a:cubicBezTo>
                  <a:cubicBezTo>
                    <a:pt x="3217" y="14073"/>
                    <a:pt x="3931" y="13086"/>
                    <a:pt x="4333" y="13086"/>
                  </a:cubicBezTo>
                  <a:cubicBezTo>
                    <a:pt x="4735" y="13086"/>
                    <a:pt x="5182" y="13370"/>
                    <a:pt x="5405" y="12875"/>
                  </a:cubicBezTo>
                  <a:cubicBezTo>
                    <a:pt x="5628" y="12383"/>
                    <a:pt x="6924" y="12523"/>
                    <a:pt x="7147" y="12946"/>
                  </a:cubicBezTo>
                  <a:cubicBezTo>
                    <a:pt x="7371" y="13370"/>
                    <a:pt x="8084" y="13720"/>
                    <a:pt x="8263" y="13720"/>
                  </a:cubicBezTo>
                  <a:cubicBezTo>
                    <a:pt x="8442" y="13720"/>
                    <a:pt x="8532" y="14353"/>
                    <a:pt x="8979" y="14285"/>
                  </a:cubicBezTo>
                  <a:cubicBezTo>
                    <a:pt x="9425" y="14215"/>
                    <a:pt x="10274" y="14496"/>
                    <a:pt x="10274" y="14920"/>
                  </a:cubicBezTo>
                  <a:cubicBezTo>
                    <a:pt x="10274" y="15341"/>
                    <a:pt x="10586" y="15763"/>
                    <a:pt x="10944" y="15763"/>
                  </a:cubicBezTo>
                  <a:cubicBezTo>
                    <a:pt x="11301" y="15763"/>
                    <a:pt x="11614" y="17172"/>
                    <a:pt x="11971" y="17099"/>
                  </a:cubicBezTo>
                  <a:cubicBezTo>
                    <a:pt x="12329" y="17031"/>
                    <a:pt x="13042" y="17031"/>
                    <a:pt x="13042" y="17382"/>
                  </a:cubicBezTo>
                  <a:cubicBezTo>
                    <a:pt x="13042" y="17677"/>
                    <a:pt x="13108" y="19344"/>
                    <a:pt x="13312" y="20296"/>
                  </a:cubicBezTo>
                  <a:cubicBezTo>
                    <a:pt x="13436" y="20193"/>
                    <a:pt x="13562" y="20176"/>
                    <a:pt x="13633" y="20249"/>
                  </a:cubicBezTo>
                  <a:cubicBezTo>
                    <a:pt x="13812" y="20437"/>
                    <a:pt x="14588" y="20062"/>
                    <a:pt x="14707" y="20720"/>
                  </a:cubicBezTo>
                  <a:cubicBezTo>
                    <a:pt x="14826" y="21379"/>
                    <a:pt x="16078" y="21001"/>
                    <a:pt x="16019" y="19966"/>
                  </a:cubicBezTo>
                  <a:cubicBezTo>
                    <a:pt x="15959" y="18933"/>
                    <a:pt x="17987" y="18933"/>
                    <a:pt x="18166" y="17994"/>
                  </a:cubicBezTo>
                  <a:cubicBezTo>
                    <a:pt x="18345" y="17054"/>
                    <a:pt x="18584" y="15360"/>
                    <a:pt x="19062" y="15642"/>
                  </a:cubicBezTo>
                  <a:cubicBezTo>
                    <a:pt x="19537" y="15925"/>
                    <a:pt x="19836" y="14421"/>
                    <a:pt x="20253" y="14515"/>
                  </a:cubicBezTo>
                  <a:cubicBezTo>
                    <a:pt x="20636" y="14601"/>
                    <a:pt x="20919" y="15071"/>
                    <a:pt x="21376" y="14937"/>
                  </a:cubicBezTo>
                  <a:cubicBezTo>
                    <a:pt x="21376" y="14937"/>
                    <a:pt x="21262" y="13370"/>
                    <a:pt x="21262" y="1337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31" name="Shape 2385"/>
            <p:cNvSpPr/>
            <p:nvPr/>
          </p:nvSpPr>
          <p:spPr>
            <a:xfrm>
              <a:off x="9664458" y="3279456"/>
              <a:ext cx="884043" cy="755513"/>
            </a:xfrm>
            <a:custGeom>
              <a:avLst/>
              <a:gdLst/>
              <a:ahLst/>
              <a:cxnLst>
                <a:cxn ang="0">
                  <a:pos x="wd2" y="hd2"/>
                </a:cxn>
                <a:cxn ang="5400000">
                  <a:pos x="wd2" y="hd2"/>
                </a:cxn>
                <a:cxn ang="10800000">
                  <a:pos x="wd2" y="hd2"/>
                </a:cxn>
                <a:cxn ang="16200000">
                  <a:pos x="wd2" y="hd2"/>
                </a:cxn>
              </a:cxnLst>
              <a:rect l="0" t="0" r="r" b="b"/>
              <a:pathLst>
                <a:path w="21265" h="21507" extrusionOk="0">
                  <a:moveTo>
                    <a:pt x="20860" y="18532"/>
                  </a:moveTo>
                  <a:cubicBezTo>
                    <a:pt x="20601" y="18430"/>
                    <a:pt x="20860" y="17358"/>
                    <a:pt x="20343" y="17102"/>
                  </a:cubicBezTo>
                  <a:cubicBezTo>
                    <a:pt x="19826" y="16847"/>
                    <a:pt x="19366" y="16433"/>
                    <a:pt x="19222" y="15981"/>
                  </a:cubicBezTo>
                  <a:cubicBezTo>
                    <a:pt x="19093" y="15572"/>
                    <a:pt x="18446" y="15163"/>
                    <a:pt x="18489" y="14858"/>
                  </a:cubicBezTo>
                  <a:cubicBezTo>
                    <a:pt x="18532" y="14552"/>
                    <a:pt x="19782" y="13582"/>
                    <a:pt x="19610" y="13020"/>
                  </a:cubicBezTo>
                  <a:cubicBezTo>
                    <a:pt x="19437" y="12460"/>
                    <a:pt x="18618" y="12562"/>
                    <a:pt x="18532" y="12358"/>
                  </a:cubicBezTo>
                  <a:cubicBezTo>
                    <a:pt x="18446" y="12154"/>
                    <a:pt x="18576" y="11439"/>
                    <a:pt x="18360" y="10878"/>
                  </a:cubicBezTo>
                  <a:cubicBezTo>
                    <a:pt x="18144" y="10316"/>
                    <a:pt x="18532" y="9806"/>
                    <a:pt x="18360" y="9500"/>
                  </a:cubicBezTo>
                  <a:cubicBezTo>
                    <a:pt x="18188" y="9195"/>
                    <a:pt x="18446" y="8582"/>
                    <a:pt x="18489" y="8377"/>
                  </a:cubicBezTo>
                  <a:cubicBezTo>
                    <a:pt x="18532" y="8173"/>
                    <a:pt x="18963" y="7868"/>
                    <a:pt x="18920" y="7358"/>
                  </a:cubicBezTo>
                  <a:cubicBezTo>
                    <a:pt x="18894" y="7049"/>
                    <a:pt x="19025" y="6854"/>
                    <a:pt x="19162" y="6770"/>
                  </a:cubicBezTo>
                  <a:cubicBezTo>
                    <a:pt x="19014" y="6253"/>
                    <a:pt x="18967" y="5349"/>
                    <a:pt x="18967" y="5189"/>
                  </a:cubicBezTo>
                  <a:cubicBezTo>
                    <a:pt x="18967" y="4998"/>
                    <a:pt x="18452" y="4998"/>
                    <a:pt x="18193" y="5035"/>
                  </a:cubicBezTo>
                  <a:cubicBezTo>
                    <a:pt x="17934" y="5074"/>
                    <a:pt x="17708" y="4310"/>
                    <a:pt x="17450" y="4310"/>
                  </a:cubicBezTo>
                  <a:cubicBezTo>
                    <a:pt x="17192" y="4310"/>
                    <a:pt x="16966" y="4081"/>
                    <a:pt x="16966" y="3852"/>
                  </a:cubicBezTo>
                  <a:cubicBezTo>
                    <a:pt x="16966" y="3622"/>
                    <a:pt x="16352" y="3469"/>
                    <a:pt x="16030" y="3508"/>
                  </a:cubicBezTo>
                  <a:cubicBezTo>
                    <a:pt x="15707" y="3545"/>
                    <a:pt x="15642" y="3201"/>
                    <a:pt x="15513" y="3201"/>
                  </a:cubicBezTo>
                  <a:cubicBezTo>
                    <a:pt x="15383" y="3201"/>
                    <a:pt x="14868" y="3010"/>
                    <a:pt x="14705" y="2781"/>
                  </a:cubicBezTo>
                  <a:cubicBezTo>
                    <a:pt x="14544" y="2552"/>
                    <a:pt x="13608" y="2476"/>
                    <a:pt x="13447" y="2742"/>
                  </a:cubicBezTo>
                  <a:cubicBezTo>
                    <a:pt x="13285" y="3010"/>
                    <a:pt x="12962" y="2857"/>
                    <a:pt x="12671" y="2857"/>
                  </a:cubicBezTo>
                  <a:cubicBezTo>
                    <a:pt x="12381" y="2857"/>
                    <a:pt x="11865" y="3393"/>
                    <a:pt x="11703" y="3659"/>
                  </a:cubicBezTo>
                  <a:cubicBezTo>
                    <a:pt x="11604" y="3824"/>
                    <a:pt x="11143" y="3858"/>
                    <a:pt x="10801" y="3862"/>
                  </a:cubicBezTo>
                  <a:cubicBezTo>
                    <a:pt x="10814" y="4190"/>
                    <a:pt x="10814" y="4455"/>
                    <a:pt x="10766" y="4539"/>
                  </a:cubicBezTo>
                  <a:cubicBezTo>
                    <a:pt x="10598" y="4840"/>
                    <a:pt x="9346" y="5112"/>
                    <a:pt x="8409" y="5150"/>
                  </a:cubicBezTo>
                  <a:cubicBezTo>
                    <a:pt x="7473" y="5189"/>
                    <a:pt x="7409" y="3737"/>
                    <a:pt x="6408" y="3737"/>
                  </a:cubicBezTo>
                  <a:cubicBezTo>
                    <a:pt x="5680" y="3737"/>
                    <a:pt x="5125" y="2949"/>
                    <a:pt x="5087" y="2210"/>
                  </a:cubicBezTo>
                  <a:cubicBezTo>
                    <a:pt x="4656" y="2016"/>
                    <a:pt x="4245" y="1682"/>
                    <a:pt x="4305" y="1540"/>
                  </a:cubicBezTo>
                  <a:cubicBezTo>
                    <a:pt x="4391" y="1337"/>
                    <a:pt x="4606" y="60"/>
                    <a:pt x="4089" y="367"/>
                  </a:cubicBezTo>
                  <a:cubicBezTo>
                    <a:pt x="3572" y="673"/>
                    <a:pt x="2839" y="1642"/>
                    <a:pt x="1891" y="1489"/>
                  </a:cubicBezTo>
                  <a:cubicBezTo>
                    <a:pt x="942" y="1336"/>
                    <a:pt x="1631" y="1234"/>
                    <a:pt x="1157" y="979"/>
                  </a:cubicBezTo>
                  <a:cubicBezTo>
                    <a:pt x="683" y="724"/>
                    <a:pt x="985" y="111"/>
                    <a:pt x="511" y="9"/>
                  </a:cubicBezTo>
                  <a:cubicBezTo>
                    <a:pt x="37" y="-93"/>
                    <a:pt x="381" y="673"/>
                    <a:pt x="123" y="673"/>
                  </a:cubicBezTo>
                  <a:cubicBezTo>
                    <a:pt x="-136" y="673"/>
                    <a:pt x="80" y="1540"/>
                    <a:pt x="166" y="1744"/>
                  </a:cubicBezTo>
                  <a:cubicBezTo>
                    <a:pt x="253" y="1948"/>
                    <a:pt x="-8" y="3071"/>
                    <a:pt x="166" y="3121"/>
                  </a:cubicBezTo>
                  <a:cubicBezTo>
                    <a:pt x="339" y="3172"/>
                    <a:pt x="725" y="3990"/>
                    <a:pt x="683" y="4143"/>
                  </a:cubicBezTo>
                  <a:cubicBezTo>
                    <a:pt x="640" y="4296"/>
                    <a:pt x="1071" y="4806"/>
                    <a:pt x="1071" y="5162"/>
                  </a:cubicBezTo>
                  <a:cubicBezTo>
                    <a:pt x="1071" y="5520"/>
                    <a:pt x="1458" y="5929"/>
                    <a:pt x="1675" y="5929"/>
                  </a:cubicBezTo>
                  <a:cubicBezTo>
                    <a:pt x="1891" y="5929"/>
                    <a:pt x="2192" y="6082"/>
                    <a:pt x="2106" y="6387"/>
                  </a:cubicBezTo>
                  <a:cubicBezTo>
                    <a:pt x="2020" y="6694"/>
                    <a:pt x="2235" y="7153"/>
                    <a:pt x="1977" y="7153"/>
                  </a:cubicBezTo>
                  <a:cubicBezTo>
                    <a:pt x="1717" y="7153"/>
                    <a:pt x="1761" y="8021"/>
                    <a:pt x="1546" y="8173"/>
                  </a:cubicBezTo>
                  <a:cubicBezTo>
                    <a:pt x="1330" y="8327"/>
                    <a:pt x="1503" y="9245"/>
                    <a:pt x="1675" y="9347"/>
                  </a:cubicBezTo>
                  <a:cubicBezTo>
                    <a:pt x="1848" y="9449"/>
                    <a:pt x="2235" y="9704"/>
                    <a:pt x="2192" y="10062"/>
                  </a:cubicBezTo>
                  <a:cubicBezTo>
                    <a:pt x="2148" y="10419"/>
                    <a:pt x="3098" y="10979"/>
                    <a:pt x="3399" y="11031"/>
                  </a:cubicBezTo>
                  <a:cubicBezTo>
                    <a:pt x="3701" y="11082"/>
                    <a:pt x="3744" y="11592"/>
                    <a:pt x="3917" y="11796"/>
                  </a:cubicBezTo>
                  <a:cubicBezTo>
                    <a:pt x="4089" y="12000"/>
                    <a:pt x="3787" y="12408"/>
                    <a:pt x="3830" y="12663"/>
                  </a:cubicBezTo>
                  <a:cubicBezTo>
                    <a:pt x="3873" y="12919"/>
                    <a:pt x="4261" y="13123"/>
                    <a:pt x="4218" y="13531"/>
                  </a:cubicBezTo>
                  <a:cubicBezTo>
                    <a:pt x="4193" y="13777"/>
                    <a:pt x="4543" y="14190"/>
                    <a:pt x="4835" y="14548"/>
                  </a:cubicBezTo>
                  <a:cubicBezTo>
                    <a:pt x="4931" y="14513"/>
                    <a:pt x="5024" y="14492"/>
                    <a:pt x="5100" y="14492"/>
                  </a:cubicBezTo>
                  <a:cubicBezTo>
                    <a:pt x="5391" y="14492"/>
                    <a:pt x="5375" y="14111"/>
                    <a:pt x="5600" y="14340"/>
                  </a:cubicBezTo>
                  <a:cubicBezTo>
                    <a:pt x="5827" y="14570"/>
                    <a:pt x="6133" y="14320"/>
                    <a:pt x="6360" y="14302"/>
                  </a:cubicBezTo>
                  <a:cubicBezTo>
                    <a:pt x="6585" y="14283"/>
                    <a:pt x="7199" y="15659"/>
                    <a:pt x="7473" y="16327"/>
                  </a:cubicBezTo>
                  <a:cubicBezTo>
                    <a:pt x="7748" y="16996"/>
                    <a:pt x="7731" y="17225"/>
                    <a:pt x="8103" y="17512"/>
                  </a:cubicBezTo>
                  <a:cubicBezTo>
                    <a:pt x="8474" y="17799"/>
                    <a:pt x="8894" y="17645"/>
                    <a:pt x="9426" y="18295"/>
                  </a:cubicBezTo>
                  <a:cubicBezTo>
                    <a:pt x="9960" y="18945"/>
                    <a:pt x="11331" y="19385"/>
                    <a:pt x="11913" y="19422"/>
                  </a:cubicBezTo>
                  <a:cubicBezTo>
                    <a:pt x="12493" y="19461"/>
                    <a:pt x="12930" y="18677"/>
                    <a:pt x="13673" y="18849"/>
                  </a:cubicBezTo>
                  <a:cubicBezTo>
                    <a:pt x="14415" y="19021"/>
                    <a:pt x="14237" y="20148"/>
                    <a:pt x="14512" y="20550"/>
                  </a:cubicBezTo>
                  <a:cubicBezTo>
                    <a:pt x="14786" y="20951"/>
                    <a:pt x="17805" y="21219"/>
                    <a:pt x="18322" y="21391"/>
                  </a:cubicBezTo>
                  <a:cubicBezTo>
                    <a:pt x="18510" y="21454"/>
                    <a:pt x="18962" y="21493"/>
                    <a:pt x="19465" y="21507"/>
                  </a:cubicBezTo>
                  <a:cubicBezTo>
                    <a:pt x="19453" y="21380"/>
                    <a:pt x="19443" y="21265"/>
                    <a:pt x="19437" y="21185"/>
                  </a:cubicBezTo>
                  <a:cubicBezTo>
                    <a:pt x="19394" y="20572"/>
                    <a:pt x="19782" y="20062"/>
                    <a:pt x="20128" y="19859"/>
                  </a:cubicBezTo>
                  <a:cubicBezTo>
                    <a:pt x="20472" y="19654"/>
                    <a:pt x="20774" y="19552"/>
                    <a:pt x="21119" y="19501"/>
                  </a:cubicBezTo>
                  <a:cubicBezTo>
                    <a:pt x="21464" y="19449"/>
                    <a:pt x="21119" y="18634"/>
                    <a:pt x="20860" y="1853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32" name="Shape 2386"/>
            <p:cNvSpPr/>
            <p:nvPr/>
          </p:nvSpPr>
          <p:spPr>
            <a:xfrm>
              <a:off x="9788680" y="2385059"/>
              <a:ext cx="1846116" cy="859488"/>
            </a:xfrm>
            <a:custGeom>
              <a:avLst/>
              <a:gdLst/>
              <a:ahLst/>
              <a:cxnLst>
                <a:cxn ang="0">
                  <a:pos x="wd2" y="hd2"/>
                </a:cxn>
                <a:cxn ang="5400000">
                  <a:pos x="wd2" y="hd2"/>
                </a:cxn>
                <a:cxn ang="10800000">
                  <a:pos x="wd2" y="hd2"/>
                </a:cxn>
                <a:cxn ang="16200000">
                  <a:pos x="wd2" y="hd2"/>
                </a:cxn>
              </a:cxnLst>
              <a:rect l="0" t="0" r="r" b="b"/>
              <a:pathLst>
                <a:path w="21564" h="21329" extrusionOk="0">
                  <a:moveTo>
                    <a:pt x="16936" y="13503"/>
                  </a:moveTo>
                  <a:cubicBezTo>
                    <a:pt x="16498" y="13503"/>
                    <a:pt x="15525" y="13037"/>
                    <a:pt x="15133" y="13937"/>
                  </a:cubicBezTo>
                  <a:cubicBezTo>
                    <a:pt x="14741" y="14836"/>
                    <a:pt x="15024" y="15303"/>
                    <a:pt x="14851" y="15369"/>
                  </a:cubicBezTo>
                  <a:cubicBezTo>
                    <a:pt x="14666" y="15441"/>
                    <a:pt x="14569" y="14003"/>
                    <a:pt x="14788" y="13537"/>
                  </a:cubicBezTo>
                  <a:cubicBezTo>
                    <a:pt x="15008" y="13071"/>
                    <a:pt x="15714" y="12871"/>
                    <a:pt x="16152" y="13104"/>
                  </a:cubicBezTo>
                  <a:cubicBezTo>
                    <a:pt x="16592" y="13337"/>
                    <a:pt x="17375" y="12905"/>
                    <a:pt x="17485" y="12972"/>
                  </a:cubicBezTo>
                  <a:cubicBezTo>
                    <a:pt x="17595" y="13037"/>
                    <a:pt x="17376" y="13503"/>
                    <a:pt x="16936" y="13503"/>
                  </a:cubicBezTo>
                  <a:close/>
                  <a:moveTo>
                    <a:pt x="8033" y="13623"/>
                  </a:moveTo>
                  <a:cubicBezTo>
                    <a:pt x="7971" y="13806"/>
                    <a:pt x="7351" y="13465"/>
                    <a:pt x="7299" y="13196"/>
                  </a:cubicBezTo>
                  <a:cubicBezTo>
                    <a:pt x="7243" y="12908"/>
                    <a:pt x="8169" y="13231"/>
                    <a:pt x="8033" y="13623"/>
                  </a:cubicBezTo>
                  <a:close/>
                  <a:moveTo>
                    <a:pt x="21452" y="8741"/>
                  </a:moveTo>
                  <a:cubicBezTo>
                    <a:pt x="21437" y="8508"/>
                    <a:pt x="21342" y="8607"/>
                    <a:pt x="21264" y="8707"/>
                  </a:cubicBezTo>
                  <a:cubicBezTo>
                    <a:pt x="21186" y="8806"/>
                    <a:pt x="20935" y="8874"/>
                    <a:pt x="20840" y="8874"/>
                  </a:cubicBezTo>
                  <a:cubicBezTo>
                    <a:pt x="20746" y="8874"/>
                    <a:pt x="20574" y="8607"/>
                    <a:pt x="20574" y="8407"/>
                  </a:cubicBezTo>
                  <a:cubicBezTo>
                    <a:pt x="20574" y="8207"/>
                    <a:pt x="20554" y="7983"/>
                    <a:pt x="20460" y="7983"/>
                  </a:cubicBezTo>
                  <a:cubicBezTo>
                    <a:pt x="20366" y="7983"/>
                    <a:pt x="20225" y="7882"/>
                    <a:pt x="20131" y="7408"/>
                  </a:cubicBezTo>
                  <a:cubicBezTo>
                    <a:pt x="20037" y="6933"/>
                    <a:pt x="19896" y="6933"/>
                    <a:pt x="19790" y="6809"/>
                  </a:cubicBezTo>
                  <a:cubicBezTo>
                    <a:pt x="19684" y="6683"/>
                    <a:pt x="19390" y="7033"/>
                    <a:pt x="19261" y="7133"/>
                  </a:cubicBezTo>
                  <a:cubicBezTo>
                    <a:pt x="19131" y="7233"/>
                    <a:pt x="18908" y="7033"/>
                    <a:pt x="18743" y="6958"/>
                  </a:cubicBezTo>
                  <a:cubicBezTo>
                    <a:pt x="18579" y="6883"/>
                    <a:pt x="18485" y="6259"/>
                    <a:pt x="18332" y="6334"/>
                  </a:cubicBezTo>
                  <a:cubicBezTo>
                    <a:pt x="18179" y="6408"/>
                    <a:pt x="18144" y="7058"/>
                    <a:pt x="18026" y="7058"/>
                  </a:cubicBezTo>
                  <a:cubicBezTo>
                    <a:pt x="17908" y="7058"/>
                    <a:pt x="17697" y="5759"/>
                    <a:pt x="17473" y="5034"/>
                  </a:cubicBezTo>
                  <a:cubicBezTo>
                    <a:pt x="17250" y="4310"/>
                    <a:pt x="16850" y="2861"/>
                    <a:pt x="16498" y="2586"/>
                  </a:cubicBezTo>
                  <a:cubicBezTo>
                    <a:pt x="16145" y="2311"/>
                    <a:pt x="16250" y="1936"/>
                    <a:pt x="16344" y="1737"/>
                  </a:cubicBezTo>
                  <a:cubicBezTo>
                    <a:pt x="16439" y="1537"/>
                    <a:pt x="16133" y="1486"/>
                    <a:pt x="15992" y="1662"/>
                  </a:cubicBezTo>
                  <a:cubicBezTo>
                    <a:pt x="15851" y="1836"/>
                    <a:pt x="15674" y="2161"/>
                    <a:pt x="15510" y="2236"/>
                  </a:cubicBezTo>
                  <a:cubicBezTo>
                    <a:pt x="15345" y="2311"/>
                    <a:pt x="15110" y="2861"/>
                    <a:pt x="14933" y="2736"/>
                  </a:cubicBezTo>
                  <a:cubicBezTo>
                    <a:pt x="14757" y="2611"/>
                    <a:pt x="14675" y="3211"/>
                    <a:pt x="14534" y="2935"/>
                  </a:cubicBezTo>
                  <a:cubicBezTo>
                    <a:pt x="14392" y="2661"/>
                    <a:pt x="14722" y="2461"/>
                    <a:pt x="14722" y="2212"/>
                  </a:cubicBezTo>
                  <a:cubicBezTo>
                    <a:pt x="14722" y="1961"/>
                    <a:pt x="14498" y="2287"/>
                    <a:pt x="14440" y="2137"/>
                  </a:cubicBezTo>
                  <a:cubicBezTo>
                    <a:pt x="14381" y="1987"/>
                    <a:pt x="14192" y="1836"/>
                    <a:pt x="14192" y="2062"/>
                  </a:cubicBezTo>
                  <a:cubicBezTo>
                    <a:pt x="14192" y="2287"/>
                    <a:pt x="14040" y="2161"/>
                    <a:pt x="14040" y="1987"/>
                  </a:cubicBezTo>
                  <a:cubicBezTo>
                    <a:pt x="14040" y="1812"/>
                    <a:pt x="13934" y="1486"/>
                    <a:pt x="13840" y="1712"/>
                  </a:cubicBezTo>
                  <a:cubicBezTo>
                    <a:pt x="13746" y="1936"/>
                    <a:pt x="13428" y="2062"/>
                    <a:pt x="13358" y="1887"/>
                  </a:cubicBezTo>
                  <a:cubicBezTo>
                    <a:pt x="13287" y="1712"/>
                    <a:pt x="13405" y="1637"/>
                    <a:pt x="13417" y="1412"/>
                  </a:cubicBezTo>
                  <a:cubicBezTo>
                    <a:pt x="13428" y="1187"/>
                    <a:pt x="13299" y="887"/>
                    <a:pt x="13322" y="613"/>
                  </a:cubicBezTo>
                  <a:cubicBezTo>
                    <a:pt x="13346" y="338"/>
                    <a:pt x="13099" y="63"/>
                    <a:pt x="12981" y="163"/>
                  </a:cubicBezTo>
                  <a:cubicBezTo>
                    <a:pt x="12864" y="263"/>
                    <a:pt x="12699" y="163"/>
                    <a:pt x="12570" y="38"/>
                  </a:cubicBezTo>
                  <a:cubicBezTo>
                    <a:pt x="12440" y="-87"/>
                    <a:pt x="11935" y="113"/>
                    <a:pt x="11911" y="363"/>
                  </a:cubicBezTo>
                  <a:cubicBezTo>
                    <a:pt x="11888" y="613"/>
                    <a:pt x="11253" y="812"/>
                    <a:pt x="11135" y="912"/>
                  </a:cubicBezTo>
                  <a:cubicBezTo>
                    <a:pt x="11018" y="1012"/>
                    <a:pt x="10547" y="1162"/>
                    <a:pt x="10383" y="1212"/>
                  </a:cubicBezTo>
                  <a:cubicBezTo>
                    <a:pt x="10218" y="1262"/>
                    <a:pt x="10053" y="1562"/>
                    <a:pt x="9842" y="1562"/>
                  </a:cubicBezTo>
                  <a:cubicBezTo>
                    <a:pt x="9630" y="1562"/>
                    <a:pt x="9230" y="1612"/>
                    <a:pt x="9042" y="1911"/>
                  </a:cubicBezTo>
                  <a:cubicBezTo>
                    <a:pt x="8854" y="2212"/>
                    <a:pt x="8548" y="1961"/>
                    <a:pt x="8407" y="2062"/>
                  </a:cubicBezTo>
                  <a:cubicBezTo>
                    <a:pt x="8266" y="2161"/>
                    <a:pt x="8031" y="2011"/>
                    <a:pt x="7960" y="2112"/>
                  </a:cubicBezTo>
                  <a:cubicBezTo>
                    <a:pt x="7889" y="2212"/>
                    <a:pt x="7913" y="2811"/>
                    <a:pt x="7984" y="3061"/>
                  </a:cubicBezTo>
                  <a:cubicBezTo>
                    <a:pt x="8054" y="3311"/>
                    <a:pt x="8431" y="3410"/>
                    <a:pt x="8454" y="3560"/>
                  </a:cubicBezTo>
                  <a:cubicBezTo>
                    <a:pt x="8477" y="3710"/>
                    <a:pt x="8078" y="3710"/>
                    <a:pt x="7889" y="3760"/>
                  </a:cubicBezTo>
                  <a:cubicBezTo>
                    <a:pt x="7702" y="3811"/>
                    <a:pt x="7749" y="4310"/>
                    <a:pt x="7795" y="4560"/>
                  </a:cubicBezTo>
                  <a:cubicBezTo>
                    <a:pt x="7843" y="4810"/>
                    <a:pt x="7607" y="5060"/>
                    <a:pt x="7466" y="5159"/>
                  </a:cubicBezTo>
                  <a:cubicBezTo>
                    <a:pt x="7325" y="5259"/>
                    <a:pt x="7466" y="5759"/>
                    <a:pt x="7607" y="5759"/>
                  </a:cubicBezTo>
                  <a:cubicBezTo>
                    <a:pt x="7749" y="5759"/>
                    <a:pt x="7866" y="6008"/>
                    <a:pt x="7984" y="6008"/>
                  </a:cubicBezTo>
                  <a:cubicBezTo>
                    <a:pt x="8101" y="6008"/>
                    <a:pt x="8125" y="6508"/>
                    <a:pt x="8125" y="6809"/>
                  </a:cubicBezTo>
                  <a:cubicBezTo>
                    <a:pt x="8125" y="7108"/>
                    <a:pt x="7984" y="7208"/>
                    <a:pt x="7795" y="7208"/>
                  </a:cubicBezTo>
                  <a:cubicBezTo>
                    <a:pt x="7607" y="7208"/>
                    <a:pt x="7513" y="6908"/>
                    <a:pt x="7396" y="6858"/>
                  </a:cubicBezTo>
                  <a:cubicBezTo>
                    <a:pt x="7278" y="6809"/>
                    <a:pt x="7302" y="7308"/>
                    <a:pt x="7207" y="7408"/>
                  </a:cubicBezTo>
                  <a:cubicBezTo>
                    <a:pt x="7114" y="7508"/>
                    <a:pt x="7090" y="7058"/>
                    <a:pt x="6949" y="7058"/>
                  </a:cubicBezTo>
                  <a:cubicBezTo>
                    <a:pt x="6808" y="7058"/>
                    <a:pt x="6643" y="7008"/>
                    <a:pt x="6596" y="6708"/>
                  </a:cubicBezTo>
                  <a:cubicBezTo>
                    <a:pt x="6549" y="6408"/>
                    <a:pt x="6220" y="6358"/>
                    <a:pt x="6079" y="6659"/>
                  </a:cubicBezTo>
                  <a:cubicBezTo>
                    <a:pt x="5938" y="6958"/>
                    <a:pt x="5891" y="6809"/>
                    <a:pt x="5773" y="6608"/>
                  </a:cubicBezTo>
                  <a:cubicBezTo>
                    <a:pt x="5655" y="6408"/>
                    <a:pt x="5303" y="6708"/>
                    <a:pt x="5256" y="6958"/>
                  </a:cubicBezTo>
                  <a:cubicBezTo>
                    <a:pt x="5209" y="7208"/>
                    <a:pt x="4950" y="7308"/>
                    <a:pt x="4762" y="7058"/>
                  </a:cubicBezTo>
                  <a:cubicBezTo>
                    <a:pt x="4573" y="6809"/>
                    <a:pt x="4456" y="6708"/>
                    <a:pt x="4456" y="7058"/>
                  </a:cubicBezTo>
                  <a:cubicBezTo>
                    <a:pt x="4456" y="7408"/>
                    <a:pt x="4315" y="7108"/>
                    <a:pt x="4315" y="6908"/>
                  </a:cubicBezTo>
                  <a:cubicBezTo>
                    <a:pt x="4315" y="6708"/>
                    <a:pt x="4009" y="6309"/>
                    <a:pt x="3868" y="6109"/>
                  </a:cubicBezTo>
                  <a:cubicBezTo>
                    <a:pt x="3727" y="5909"/>
                    <a:pt x="3280" y="5909"/>
                    <a:pt x="3256" y="5709"/>
                  </a:cubicBezTo>
                  <a:cubicBezTo>
                    <a:pt x="3233" y="5509"/>
                    <a:pt x="2951" y="5359"/>
                    <a:pt x="2880" y="5709"/>
                  </a:cubicBezTo>
                  <a:cubicBezTo>
                    <a:pt x="2810" y="6059"/>
                    <a:pt x="2692" y="5809"/>
                    <a:pt x="2598" y="5709"/>
                  </a:cubicBezTo>
                  <a:cubicBezTo>
                    <a:pt x="2504" y="5609"/>
                    <a:pt x="2292" y="5859"/>
                    <a:pt x="2198" y="5959"/>
                  </a:cubicBezTo>
                  <a:cubicBezTo>
                    <a:pt x="2104" y="6059"/>
                    <a:pt x="1798" y="6508"/>
                    <a:pt x="1634" y="6508"/>
                  </a:cubicBezTo>
                  <a:cubicBezTo>
                    <a:pt x="1469" y="6508"/>
                    <a:pt x="1563" y="6958"/>
                    <a:pt x="1351" y="7058"/>
                  </a:cubicBezTo>
                  <a:cubicBezTo>
                    <a:pt x="1140" y="7158"/>
                    <a:pt x="1187" y="7457"/>
                    <a:pt x="1210" y="7658"/>
                  </a:cubicBezTo>
                  <a:cubicBezTo>
                    <a:pt x="1234" y="7857"/>
                    <a:pt x="1351" y="8207"/>
                    <a:pt x="1163" y="8357"/>
                  </a:cubicBezTo>
                  <a:cubicBezTo>
                    <a:pt x="975" y="8507"/>
                    <a:pt x="904" y="7857"/>
                    <a:pt x="740" y="7607"/>
                  </a:cubicBezTo>
                  <a:cubicBezTo>
                    <a:pt x="575" y="7358"/>
                    <a:pt x="434" y="7658"/>
                    <a:pt x="434" y="8007"/>
                  </a:cubicBezTo>
                  <a:cubicBezTo>
                    <a:pt x="434" y="8357"/>
                    <a:pt x="246" y="8357"/>
                    <a:pt x="152" y="8707"/>
                  </a:cubicBezTo>
                  <a:cubicBezTo>
                    <a:pt x="58" y="9056"/>
                    <a:pt x="317" y="9107"/>
                    <a:pt x="317" y="9257"/>
                  </a:cubicBezTo>
                  <a:cubicBezTo>
                    <a:pt x="317" y="9407"/>
                    <a:pt x="175" y="9556"/>
                    <a:pt x="129" y="9606"/>
                  </a:cubicBezTo>
                  <a:cubicBezTo>
                    <a:pt x="81" y="9657"/>
                    <a:pt x="-36" y="10156"/>
                    <a:pt x="11" y="10306"/>
                  </a:cubicBezTo>
                  <a:cubicBezTo>
                    <a:pt x="58" y="10455"/>
                    <a:pt x="340" y="10406"/>
                    <a:pt x="317" y="10755"/>
                  </a:cubicBezTo>
                  <a:cubicBezTo>
                    <a:pt x="293" y="11105"/>
                    <a:pt x="270" y="11455"/>
                    <a:pt x="411" y="11355"/>
                  </a:cubicBezTo>
                  <a:cubicBezTo>
                    <a:pt x="552" y="11256"/>
                    <a:pt x="693" y="11305"/>
                    <a:pt x="787" y="11305"/>
                  </a:cubicBezTo>
                  <a:cubicBezTo>
                    <a:pt x="881" y="11305"/>
                    <a:pt x="952" y="11705"/>
                    <a:pt x="1116" y="12105"/>
                  </a:cubicBezTo>
                  <a:cubicBezTo>
                    <a:pt x="1281" y="12504"/>
                    <a:pt x="1351" y="12704"/>
                    <a:pt x="1187" y="12804"/>
                  </a:cubicBezTo>
                  <a:cubicBezTo>
                    <a:pt x="1022" y="12904"/>
                    <a:pt x="1093" y="13104"/>
                    <a:pt x="1305" y="13304"/>
                  </a:cubicBezTo>
                  <a:cubicBezTo>
                    <a:pt x="1360" y="13357"/>
                    <a:pt x="1419" y="13437"/>
                    <a:pt x="1476" y="13521"/>
                  </a:cubicBezTo>
                  <a:cubicBezTo>
                    <a:pt x="1510" y="13473"/>
                    <a:pt x="1543" y="13424"/>
                    <a:pt x="1571" y="13371"/>
                  </a:cubicBezTo>
                  <a:cubicBezTo>
                    <a:pt x="1838" y="12871"/>
                    <a:pt x="2324" y="12404"/>
                    <a:pt x="2684" y="12604"/>
                  </a:cubicBezTo>
                  <a:cubicBezTo>
                    <a:pt x="3045" y="12804"/>
                    <a:pt x="3343" y="12471"/>
                    <a:pt x="3500" y="12938"/>
                  </a:cubicBezTo>
                  <a:cubicBezTo>
                    <a:pt x="3656" y="13403"/>
                    <a:pt x="3499" y="14270"/>
                    <a:pt x="3562" y="14603"/>
                  </a:cubicBezTo>
                  <a:cubicBezTo>
                    <a:pt x="3625" y="14936"/>
                    <a:pt x="3280" y="14970"/>
                    <a:pt x="3045" y="14903"/>
                  </a:cubicBezTo>
                  <a:cubicBezTo>
                    <a:pt x="2810" y="14836"/>
                    <a:pt x="2323" y="15103"/>
                    <a:pt x="2386" y="15402"/>
                  </a:cubicBezTo>
                  <a:cubicBezTo>
                    <a:pt x="2449" y="15702"/>
                    <a:pt x="2622" y="16402"/>
                    <a:pt x="2308" y="16035"/>
                  </a:cubicBezTo>
                  <a:cubicBezTo>
                    <a:pt x="1995" y="15669"/>
                    <a:pt x="1869" y="16401"/>
                    <a:pt x="2042" y="16401"/>
                  </a:cubicBezTo>
                  <a:cubicBezTo>
                    <a:pt x="2214" y="16401"/>
                    <a:pt x="2449" y="16835"/>
                    <a:pt x="2449" y="17135"/>
                  </a:cubicBezTo>
                  <a:cubicBezTo>
                    <a:pt x="2449" y="17434"/>
                    <a:pt x="2465" y="18100"/>
                    <a:pt x="2622" y="18000"/>
                  </a:cubicBezTo>
                  <a:cubicBezTo>
                    <a:pt x="2778" y="17901"/>
                    <a:pt x="2778" y="18500"/>
                    <a:pt x="2998" y="18467"/>
                  </a:cubicBezTo>
                  <a:cubicBezTo>
                    <a:pt x="3218" y="18434"/>
                    <a:pt x="3421" y="18600"/>
                    <a:pt x="3249" y="19033"/>
                  </a:cubicBezTo>
                  <a:cubicBezTo>
                    <a:pt x="3076" y="19467"/>
                    <a:pt x="3358" y="20665"/>
                    <a:pt x="3421" y="20399"/>
                  </a:cubicBezTo>
                  <a:cubicBezTo>
                    <a:pt x="3461" y="20232"/>
                    <a:pt x="3426" y="19868"/>
                    <a:pt x="3488" y="19636"/>
                  </a:cubicBezTo>
                  <a:cubicBezTo>
                    <a:pt x="3365" y="19024"/>
                    <a:pt x="3885" y="19022"/>
                    <a:pt x="4036" y="19022"/>
                  </a:cubicBezTo>
                  <a:cubicBezTo>
                    <a:pt x="4203" y="19022"/>
                    <a:pt x="4496" y="19555"/>
                    <a:pt x="4684" y="20090"/>
                  </a:cubicBezTo>
                  <a:cubicBezTo>
                    <a:pt x="4873" y="20623"/>
                    <a:pt x="5061" y="20268"/>
                    <a:pt x="5061" y="20268"/>
                  </a:cubicBezTo>
                  <a:lnTo>
                    <a:pt x="5124" y="15286"/>
                  </a:lnTo>
                  <a:lnTo>
                    <a:pt x="6465" y="14527"/>
                  </a:lnTo>
                  <a:cubicBezTo>
                    <a:pt x="6478" y="14455"/>
                    <a:pt x="6493" y="14390"/>
                    <a:pt x="6510" y="14337"/>
                  </a:cubicBezTo>
                  <a:cubicBezTo>
                    <a:pt x="6683" y="13803"/>
                    <a:pt x="6915" y="14244"/>
                    <a:pt x="6996" y="14370"/>
                  </a:cubicBezTo>
                  <a:cubicBezTo>
                    <a:pt x="7064" y="14475"/>
                    <a:pt x="7027" y="13804"/>
                    <a:pt x="7215" y="13837"/>
                  </a:cubicBezTo>
                  <a:cubicBezTo>
                    <a:pt x="7403" y="13871"/>
                    <a:pt x="7200" y="14502"/>
                    <a:pt x="7341" y="14502"/>
                  </a:cubicBezTo>
                  <a:cubicBezTo>
                    <a:pt x="7451" y="14502"/>
                    <a:pt x="7702" y="15330"/>
                    <a:pt x="7623" y="15981"/>
                  </a:cubicBezTo>
                  <a:cubicBezTo>
                    <a:pt x="7832" y="16346"/>
                    <a:pt x="8210" y="17204"/>
                    <a:pt x="8243" y="17421"/>
                  </a:cubicBezTo>
                  <a:cubicBezTo>
                    <a:pt x="8285" y="17687"/>
                    <a:pt x="8829" y="17243"/>
                    <a:pt x="8934" y="17331"/>
                  </a:cubicBezTo>
                  <a:cubicBezTo>
                    <a:pt x="9039" y="17421"/>
                    <a:pt x="9856" y="17421"/>
                    <a:pt x="10003" y="17421"/>
                  </a:cubicBezTo>
                  <a:cubicBezTo>
                    <a:pt x="10149" y="17421"/>
                    <a:pt x="10253" y="17998"/>
                    <a:pt x="10421" y="18088"/>
                  </a:cubicBezTo>
                  <a:cubicBezTo>
                    <a:pt x="10588" y="18177"/>
                    <a:pt x="10526" y="18755"/>
                    <a:pt x="10546" y="19155"/>
                  </a:cubicBezTo>
                  <a:cubicBezTo>
                    <a:pt x="10567" y="19555"/>
                    <a:pt x="10819" y="19956"/>
                    <a:pt x="10840" y="20313"/>
                  </a:cubicBezTo>
                  <a:cubicBezTo>
                    <a:pt x="10861" y="20667"/>
                    <a:pt x="11133" y="20490"/>
                    <a:pt x="11300" y="20579"/>
                  </a:cubicBezTo>
                  <a:cubicBezTo>
                    <a:pt x="11468" y="20668"/>
                    <a:pt x="11718" y="20801"/>
                    <a:pt x="11740" y="21157"/>
                  </a:cubicBezTo>
                  <a:cubicBezTo>
                    <a:pt x="11761" y="21513"/>
                    <a:pt x="11970" y="21246"/>
                    <a:pt x="11991" y="20978"/>
                  </a:cubicBezTo>
                  <a:cubicBezTo>
                    <a:pt x="12012" y="20712"/>
                    <a:pt x="12221" y="20357"/>
                    <a:pt x="12535" y="20090"/>
                  </a:cubicBezTo>
                  <a:cubicBezTo>
                    <a:pt x="12677" y="19969"/>
                    <a:pt x="12770" y="19970"/>
                    <a:pt x="12841" y="20027"/>
                  </a:cubicBezTo>
                  <a:cubicBezTo>
                    <a:pt x="12899" y="19708"/>
                    <a:pt x="12960" y="19438"/>
                    <a:pt x="13001" y="19399"/>
                  </a:cubicBezTo>
                  <a:cubicBezTo>
                    <a:pt x="13111" y="19300"/>
                    <a:pt x="13315" y="18967"/>
                    <a:pt x="13331" y="18634"/>
                  </a:cubicBezTo>
                  <a:cubicBezTo>
                    <a:pt x="13346" y="18301"/>
                    <a:pt x="13769" y="18301"/>
                    <a:pt x="14052" y="18600"/>
                  </a:cubicBezTo>
                  <a:cubicBezTo>
                    <a:pt x="14334" y="18900"/>
                    <a:pt x="14506" y="18901"/>
                    <a:pt x="14522" y="18434"/>
                  </a:cubicBezTo>
                  <a:cubicBezTo>
                    <a:pt x="14538" y="17967"/>
                    <a:pt x="14945" y="17834"/>
                    <a:pt x="15071" y="17967"/>
                  </a:cubicBezTo>
                  <a:cubicBezTo>
                    <a:pt x="15196" y="18100"/>
                    <a:pt x="15588" y="18568"/>
                    <a:pt x="15776" y="18400"/>
                  </a:cubicBezTo>
                  <a:cubicBezTo>
                    <a:pt x="15965" y="18234"/>
                    <a:pt x="16905" y="18434"/>
                    <a:pt x="17141" y="18568"/>
                  </a:cubicBezTo>
                  <a:cubicBezTo>
                    <a:pt x="17376" y="18700"/>
                    <a:pt x="17438" y="18367"/>
                    <a:pt x="17642" y="18867"/>
                  </a:cubicBezTo>
                  <a:cubicBezTo>
                    <a:pt x="17813" y="19286"/>
                    <a:pt x="17897" y="18909"/>
                    <a:pt x="18086" y="19232"/>
                  </a:cubicBezTo>
                  <a:cubicBezTo>
                    <a:pt x="18086" y="19105"/>
                    <a:pt x="18073" y="18945"/>
                    <a:pt x="18073" y="18775"/>
                  </a:cubicBezTo>
                  <a:cubicBezTo>
                    <a:pt x="18073" y="18450"/>
                    <a:pt x="18309" y="18175"/>
                    <a:pt x="18355" y="17925"/>
                  </a:cubicBezTo>
                  <a:cubicBezTo>
                    <a:pt x="18403" y="17676"/>
                    <a:pt x="18144" y="16926"/>
                    <a:pt x="18144" y="16676"/>
                  </a:cubicBezTo>
                  <a:cubicBezTo>
                    <a:pt x="18144" y="16426"/>
                    <a:pt x="18144" y="15827"/>
                    <a:pt x="18026" y="15702"/>
                  </a:cubicBezTo>
                  <a:cubicBezTo>
                    <a:pt x="17908" y="15577"/>
                    <a:pt x="18250" y="15252"/>
                    <a:pt x="18331" y="15261"/>
                  </a:cubicBezTo>
                  <a:cubicBezTo>
                    <a:pt x="18505" y="15279"/>
                    <a:pt x="18754" y="14893"/>
                    <a:pt x="18830" y="15053"/>
                  </a:cubicBezTo>
                  <a:cubicBezTo>
                    <a:pt x="18906" y="15215"/>
                    <a:pt x="19058" y="15261"/>
                    <a:pt x="19210" y="15261"/>
                  </a:cubicBezTo>
                  <a:cubicBezTo>
                    <a:pt x="19361" y="15261"/>
                    <a:pt x="19296" y="14893"/>
                    <a:pt x="19210" y="14731"/>
                  </a:cubicBezTo>
                  <a:cubicBezTo>
                    <a:pt x="19123" y="14569"/>
                    <a:pt x="19481" y="13071"/>
                    <a:pt x="19535" y="12564"/>
                  </a:cubicBezTo>
                  <a:cubicBezTo>
                    <a:pt x="19589" y="12056"/>
                    <a:pt x="19720" y="12518"/>
                    <a:pt x="19893" y="12564"/>
                  </a:cubicBezTo>
                  <a:cubicBezTo>
                    <a:pt x="20067" y="12609"/>
                    <a:pt x="20273" y="12540"/>
                    <a:pt x="20382" y="12656"/>
                  </a:cubicBezTo>
                  <a:cubicBezTo>
                    <a:pt x="20490" y="12770"/>
                    <a:pt x="20805" y="12518"/>
                    <a:pt x="20881" y="12264"/>
                  </a:cubicBezTo>
                  <a:cubicBezTo>
                    <a:pt x="20957" y="12010"/>
                    <a:pt x="20794" y="11941"/>
                    <a:pt x="20805" y="11364"/>
                  </a:cubicBezTo>
                  <a:cubicBezTo>
                    <a:pt x="20816" y="10788"/>
                    <a:pt x="20979" y="10511"/>
                    <a:pt x="21152" y="10511"/>
                  </a:cubicBezTo>
                  <a:cubicBezTo>
                    <a:pt x="21326" y="10511"/>
                    <a:pt x="21380" y="10166"/>
                    <a:pt x="21380" y="9889"/>
                  </a:cubicBezTo>
                  <a:cubicBezTo>
                    <a:pt x="21380" y="9639"/>
                    <a:pt x="21521" y="9481"/>
                    <a:pt x="21564" y="9164"/>
                  </a:cubicBezTo>
                  <a:cubicBezTo>
                    <a:pt x="21508" y="9037"/>
                    <a:pt x="21461" y="8869"/>
                    <a:pt x="21452" y="874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33" name="Shape 2387"/>
            <p:cNvSpPr/>
            <p:nvPr/>
          </p:nvSpPr>
          <p:spPr>
            <a:xfrm>
              <a:off x="12322805" y="2385059"/>
              <a:ext cx="270100" cy="266305"/>
            </a:xfrm>
            <a:custGeom>
              <a:avLst/>
              <a:gdLst/>
              <a:ahLst/>
              <a:cxnLst>
                <a:cxn ang="0">
                  <a:pos x="wd2" y="hd2"/>
                </a:cxn>
                <a:cxn ang="5400000">
                  <a:pos x="wd2" y="hd2"/>
                </a:cxn>
                <a:cxn ang="10800000">
                  <a:pos x="wd2" y="hd2"/>
                </a:cxn>
                <a:cxn ang="16200000">
                  <a:pos x="wd2" y="hd2"/>
                </a:cxn>
              </a:cxnLst>
              <a:rect l="0" t="0" r="r" b="b"/>
              <a:pathLst>
                <a:path w="20335" h="20701" extrusionOk="0">
                  <a:moveTo>
                    <a:pt x="16255" y="12538"/>
                  </a:moveTo>
                  <a:cubicBezTo>
                    <a:pt x="13376" y="15197"/>
                    <a:pt x="7613" y="15823"/>
                    <a:pt x="7613" y="18015"/>
                  </a:cubicBezTo>
                  <a:cubicBezTo>
                    <a:pt x="7613" y="20206"/>
                    <a:pt x="641" y="21302"/>
                    <a:pt x="35" y="20363"/>
                  </a:cubicBezTo>
                  <a:cubicBezTo>
                    <a:pt x="-495" y="19539"/>
                    <a:pt x="5189" y="19267"/>
                    <a:pt x="6554" y="16136"/>
                  </a:cubicBezTo>
                  <a:cubicBezTo>
                    <a:pt x="7918" y="13006"/>
                    <a:pt x="13093" y="11395"/>
                    <a:pt x="15649" y="7214"/>
                  </a:cubicBezTo>
                  <a:cubicBezTo>
                    <a:pt x="17468" y="4242"/>
                    <a:pt x="18984" y="-298"/>
                    <a:pt x="20044" y="15"/>
                  </a:cubicBezTo>
                  <a:cubicBezTo>
                    <a:pt x="21105" y="328"/>
                    <a:pt x="19136" y="9875"/>
                    <a:pt x="16255" y="1253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34" name="Shape 2388"/>
            <p:cNvSpPr/>
            <p:nvPr/>
          </p:nvSpPr>
          <p:spPr>
            <a:xfrm>
              <a:off x="8546462" y="248443"/>
              <a:ext cx="7396254" cy="2706610"/>
            </a:xfrm>
            <a:custGeom>
              <a:avLst/>
              <a:gdLst/>
              <a:ahLst/>
              <a:cxnLst>
                <a:cxn ang="0">
                  <a:pos x="wd2" y="hd2"/>
                </a:cxn>
                <a:cxn ang="5400000">
                  <a:pos x="wd2" y="hd2"/>
                </a:cxn>
                <a:cxn ang="10800000">
                  <a:pos x="wd2" y="hd2"/>
                </a:cxn>
                <a:cxn ang="16200000">
                  <a:pos x="wd2" y="hd2"/>
                </a:cxn>
              </a:cxnLst>
              <a:rect l="0" t="0" r="r" b="b"/>
              <a:pathLst>
                <a:path w="21567" h="21445" extrusionOk="0">
                  <a:moveTo>
                    <a:pt x="4515" y="6402"/>
                  </a:moveTo>
                  <a:cubicBezTo>
                    <a:pt x="4519" y="6508"/>
                    <a:pt x="4495" y="6583"/>
                    <a:pt x="4421" y="6583"/>
                  </a:cubicBezTo>
                  <a:cubicBezTo>
                    <a:pt x="4347" y="6583"/>
                    <a:pt x="4456" y="6710"/>
                    <a:pt x="4464" y="6827"/>
                  </a:cubicBezTo>
                  <a:cubicBezTo>
                    <a:pt x="4472" y="6944"/>
                    <a:pt x="4390" y="6859"/>
                    <a:pt x="4386" y="7040"/>
                  </a:cubicBezTo>
                  <a:cubicBezTo>
                    <a:pt x="4382" y="7221"/>
                    <a:pt x="4241" y="7040"/>
                    <a:pt x="4221" y="7274"/>
                  </a:cubicBezTo>
                  <a:cubicBezTo>
                    <a:pt x="4202" y="7508"/>
                    <a:pt x="4292" y="7476"/>
                    <a:pt x="4354" y="7487"/>
                  </a:cubicBezTo>
                  <a:cubicBezTo>
                    <a:pt x="4417" y="7497"/>
                    <a:pt x="4331" y="7657"/>
                    <a:pt x="4378" y="7752"/>
                  </a:cubicBezTo>
                  <a:cubicBezTo>
                    <a:pt x="4425" y="7848"/>
                    <a:pt x="4460" y="7816"/>
                    <a:pt x="4429" y="7635"/>
                  </a:cubicBezTo>
                  <a:cubicBezTo>
                    <a:pt x="4398" y="7455"/>
                    <a:pt x="4593" y="7699"/>
                    <a:pt x="4535" y="7838"/>
                  </a:cubicBezTo>
                  <a:cubicBezTo>
                    <a:pt x="4476" y="7976"/>
                    <a:pt x="4628" y="8082"/>
                    <a:pt x="4703" y="8093"/>
                  </a:cubicBezTo>
                  <a:cubicBezTo>
                    <a:pt x="4777" y="8104"/>
                    <a:pt x="5041" y="8260"/>
                    <a:pt x="5047" y="8093"/>
                  </a:cubicBezTo>
                  <a:cubicBezTo>
                    <a:pt x="5051" y="7986"/>
                    <a:pt x="4949" y="7891"/>
                    <a:pt x="4867" y="7657"/>
                  </a:cubicBezTo>
                  <a:cubicBezTo>
                    <a:pt x="4785" y="7423"/>
                    <a:pt x="4726" y="7040"/>
                    <a:pt x="4820" y="6881"/>
                  </a:cubicBezTo>
                  <a:cubicBezTo>
                    <a:pt x="4914" y="6721"/>
                    <a:pt x="4832" y="6646"/>
                    <a:pt x="4926" y="6466"/>
                  </a:cubicBezTo>
                  <a:cubicBezTo>
                    <a:pt x="5020" y="6285"/>
                    <a:pt x="4965" y="6115"/>
                    <a:pt x="5043" y="6093"/>
                  </a:cubicBezTo>
                  <a:cubicBezTo>
                    <a:pt x="5122" y="6072"/>
                    <a:pt x="5036" y="5881"/>
                    <a:pt x="5114" y="5849"/>
                  </a:cubicBezTo>
                  <a:cubicBezTo>
                    <a:pt x="5192" y="5817"/>
                    <a:pt x="5208" y="5583"/>
                    <a:pt x="5196" y="5498"/>
                  </a:cubicBezTo>
                  <a:cubicBezTo>
                    <a:pt x="5184" y="5413"/>
                    <a:pt x="5278" y="5509"/>
                    <a:pt x="5321" y="5381"/>
                  </a:cubicBezTo>
                  <a:cubicBezTo>
                    <a:pt x="5364" y="5253"/>
                    <a:pt x="5466" y="5338"/>
                    <a:pt x="5497" y="5158"/>
                  </a:cubicBezTo>
                  <a:cubicBezTo>
                    <a:pt x="5529" y="4977"/>
                    <a:pt x="5979" y="4562"/>
                    <a:pt x="6233" y="4402"/>
                  </a:cubicBezTo>
                  <a:cubicBezTo>
                    <a:pt x="6488" y="4243"/>
                    <a:pt x="6664" y="3956"/>
                    <a:pt x="6574" y="3764"/>
                  </a:cubicBezTo>
                  <a:cubicBezTo>
                    <a:pt x="6484" y="3573"/>
                    <a:pt x="6229" y="3839"/>
                    <a:pt x="6167" y="3977"/>
                  </a:cubicBezTo>
                  <a:cubicBezTo>
                    <a:pt x="6104" y="4115"/>
                    <a:pt x="6014" y="4019"/>
                    <a:pt x="5952" y="4115"/>
                  </a:cubicBezTo>
                  <a:cubicBezTo>
                    <a:pt x="5889" y="4211"/>
                    <a:pt x="5756" y="4296"/>
                    <a:pt x="5689" y="4179"/>
                  </a:cubicBezTo>
                  <a:cubicBezTo>
                    <a:pt x="5623" y="4062"/>
                    <a:pt x="5544" y="4317"/>
                    <a:pt x="5494" y="4307"/>
                  </a:cubicBezTo>
                  <a:cubicBezTo>
                    <a:pt x="5443" y="4296"/>
                    <a:pt x="5384" y="4445"/>
                    <a:pt x="5329" y="4434"/>
                  </a:cubicBezTo>
                  <a:cubicBezTo>
                    <a:pt x="5274" y="4424"/>
                    <a:pt x="5165" y="4551"/>
                    <a:pt x="5157" y="4636"/>
                  </a:cubicBezTo>
                  <a:cubicBezTo>
                    <a:pt x="5149" y="4721"/>
                    <a:pt x="5055" y="4700"/>
                    <a:pt x="5055" y="4807"/>
                  </a:cubicBezTo>
                  <a:cubicBezTo>
                    <a:pt x="5055" y="4913"/>
                    <a:pt x="4981" y="5009"/>
                    <a:pt x="4942" y="4913"/>
                  </a:cubicBezTo>
                  <a:cubicBezTo>
                    <a:pt x="4902" y="4817"/>
                    <a:pt x="4855" y="5019"/>
                    <a:pt x="4910" y="5158"/>
                  </a:cubicBezTo>
                  <a:cubicBezTo>
                    <a:pt x="4965" y="5296"/>
                    <a:pt x="4809" y="5306"/>
                    <a:pt x="4836" y="5391"/>
                  </a:cubicBezTo>
                  <a:cubicBezTo>
                    <a:pt x="4863" y="5477"/>
                    <a:pt x="4777" y="5530"/>
                    <a:pt x="4797" y="5625"/>
                  </a:cubicBezTo>
                  <a:cubicBezTo>
                    <a:pt x="4816" y="5721"/>
                    <a:pt x="4742" y="5753"/>
                    <a:pt x="4683" y="5785"/>
                  </a:cubicBezTo>
                  <a:cubicBezTo>
                    <a:pt x="4625" y="5817"/>
                    <a:pt x="4593" y="6030"/>
                    <a:pt x="4668" y="6040"/>
                  </a:cubicBezTo>
                  <a:cubicBezTo>
                    <a:pt x="4742" y="6051"/>
                    <a:pt x="4625" y="6083"/>
                    <a:pt x="4632" y="6242"/>
                  </a:cubicBezTo>
                  <a:cubicBezTo>
                    <a:pt x="4640" y="6402"/>
                    <a:pt x="4511" y="6296"/>
                    <a:pt x="4515" y="6402"/>
                  </a:cubicBezTo>
                  <a:close/>
                  <a:moveTo>
                    <a:pt x="5098" y="499"/>
                  </a:moveTo>
                  <a:cubicBezTo>
                    <a:pt x="5110" y="276"/>
                    <a:pt x="4973" y="457"/>
                    <a:pt x="4871" y="340"/>
                  </a:cubicBezTo>
                  <a:cubicBezTo>
                    <a:pt x="4769" y="223"/>
                    <a:pt x="4709" y="232"/>
                    <a:pt x="4777" y="393"/>
                  </a:cubicBezTo>
                  <a:cubicBezTo>
                    <a:pt x="4809" y="468"/>
                    <a:pt x="4603" y="526"/>
                    <a:pt x="4636" y="616"/>
                  </a:cubicBezTo>
                  <a:cubicBezTo>
                    <a:pt x="4711" y="819"/>
                    <a:pt x="5086" y="723"/>
                    <a:pt x="5098" y="499"/>
                  </a:cubicBezTo>
                  <a:close/>
                  <a:moveTo>
                    <a:pt x="5721" y="669"/>
                  </a:moveTo>
                  <a:cubicBezTo>
                    <a:pt x="5748" y="574"/>
                    <a:pt x="5670" y="574"/>
                    <a:pt x="5662" y="478"/>
                  </a:cubicBezTo>
                  <a:cubicBezTo>
                    <a:pt x="5654" y="382"/>
                    <a:pt x="5435" y="361"/>
                    <a:pt x="5447" y="468"/>
                  </a:cubicBezTo>
                  <a:cubicBezTo>
                    <a:pt x="5458" y="574"/>
                    <a:pt x="5295" y="690"/>
                    <a:pt x="5345" y="797"/>
                  </a:cubicBezTo>
                  <a:cubicBezTo>
                    <a:pt x="5439" y="999"/>
                    <a:pt x="5693" y="765"/>
                    <a:pt x="5721" y="669"/>
                  </a:cubicBezTo>
                  <a:close/>
                  <a:moveTo>
                    <a:pt x="5051" y="872"/>
                  </a:moveTo>
                  <a:cubicBezTo>
                    <a:pt x="5063" y="956"/>
                    <a:pt x="5032" y="967"/>
                    <a:pt x="4953" y="967"/>
                  </a:cubicBezTo>
                  <a:cubicBezTo>
                    <a:pt x="4875" y="967"/>
                    <a:pt x="4834" y="1087"/>
                    <a:pt x="4875" y="1180"/>
                  </a:cubicBezTo>
                  <a:cubicBezTo>
                    <a:pt x="4922" y="1286"/>
                    <a:pt x="5129" y="1244"/>
                    <a:pt x="5165" y="1116"/>
                  </a:cubicBezTo>
                  <a:cubicBezTo>
                    <a:pt x="5200" y="988"/>
                    <a:pt x="5290" y="1095"/>
                    <a:pt x="5306" y="967"/>
                  </a:cubicBezTo>
                  <a:cubicBezTo>
                    <a:pt x="5321" y="840"/>
                    <a:pt x="5039" y="787"/>
                    <a:pt x="5051" y="872"/>
                  </a:cubicBezTo>
                  <a:close/>
                  <a:moveTo>
                    <a:pt x="4546" y="1010"/>
                  </a:moveTo>
                  <a:cubicBezTo>
                    <a:pt x="4546" y="840"/>
                    <a:pt x="4342" y="1027"/>
                    <a:pt x="4382" y="1063"/>
                  </a:cubicBezTo>
                  <a:cubicBezTo>
                    <a:pt x="4417" y="1095"/>
                    <a:pt x="4546" y="1180"/>
                    <a:pt x="4546" y="1010"/>
                  </a:cubicBezTo>
                  <a:close/>
                  <a:moveTo>
                    <a:pt x="5032" y="297"/>
                  </a:moveTo>
                  <a:cubicBezTo>
                    <a:pt x="5126" y="297"/>
                    <a:pt x="5098" y="138"/>
                    <a:pt x="5161" y="159"/>
                  </a:cubicBezTo>
                  <a:cubicBezTo>
                    <a:pt x="5223" y="180"/>
                    <a:pt x="5306" y="170"/>
                    <a:pt x="5274" y="63"/>
                  </a:cubicBezTo>
                  <a:cubicBezTo>
                    <a:pt x="5243" y="-43"/>
                    <a:pt x="5016" y="-1"/>
                    <a:pt x="5039" y="85"/>
                  </a:cubicBezTo>
                  <a:cubicBezTo>
                    <a:pt x="5063" y="170"/>
                    <a:pt x="4855" y="138"/>
                    <a:pt x="4859" y="170"/>
                  </a:cubicBezTo>
                  <a:cubicBezTo>
                    <a:pt x="4867" y="233"/>
                    <a:pt x="4938" y="297"/>
                    <a:pt x="5032" y="297"/>
                  </a:cubicBezTo>
                  <a:close/>
                  <a:moveTo>
                    <a:pt x="12159" y="5551"/>
                  </a:moveTo>
                  <a:cubicBezTo>
                    <a:pt x="12144" y="5636"/>
                    <a:pt x="12058" y="5642"/>
                    <a:pt x="12081" y="5721"/>
                  </a:cubicBezTo>
                  <a:cubicBezTo>
                    <a:pt x="12120" y="5860"/>
                    <a:pt x="12316" y="5785"/>
                    <a:pt x="12320" y="5615"/>
                  </a:cubicBezTo>
                  <a:cubicBezTo>
                    <a:pt x="12324" y="5445"/>
                    <a:pt x="12175" y="5466"/>
                    <a:pt x="12159" y="5551"/>
                  </a:cubicBezTo>
                  <a:close/>
                  <a:moveTo>
                    <a:pt x="3826" y="9252"/>
                  </a:moveTo>
                  <a:cubicBezTo>
                    <a:pt x="3932" y="9518"/>
                    <a:pt x="4022" y="9135"/>
                    <a:pt x="4073" y="9114"/>
                  </a:cubicBezTo>
                  <a:cubicBezTo>
                    <a:pt x="4124" y="9093"/>
                    <a:pt x="4041" y="8944"/>
                    <a:pt x="3955" y="8880"/>
                  </a:cubicBezTo>
                  <a:cubicBezTo>
                    <a:pt x="3869" y="8816"/>
                    <a:pt x="3746" y="9051"/>
                    <a:pt x="3826" y="9252"/>
                  </a:cubicBezTo>
                  <a:close/>
                  <a:moveTo>
                    <a:pt x="3994" y="659"/>
                  </a:moveTo>
                  <a:cubicBezTo>
                    <a:pt x="4049" y="765"/>
                    <a:pt x="3842" y="733"/>
                    <a:pt x="3814" y="840"/>
                  </a:cubicBezTo>
                  <a:cubicBezTo>
                    <a:pt x="3787" y="946"/>
                    <a:pt x="3666" y="907"/>
                    <a:pt x="3689" y="1031"/>
                  </a:cubicBezTo>
                  <a:cubicBezTo>
                    <a:pt x="3713" y="1159"/>
                    <a:pt x="3908" y="1169"/>
                    <a:pt x="3908" y="1063"/>
                  </a:cubicBezTo>
                  <a:cubicBezTo>
                    <a:pt x="3908" y="956"/>
                    <a:pt x="4010" y="1052"/>
                    <a:pt x="4014" y="956"/>
                  </a:cubicBezTo>
                  <a:cubicBezTo>
                    <a:pt x="4018" y="861"/>
                    <a:pt x="4061" y="755"/>
                    <a:pt x="4170" y="733"/>
                  </a:cubicBezTo>
                  <a:cubicBezTo>
                    <a:pt x="4280" y="712"/>
                    <a:pt x="4280" y="606"/>
                    <a:pt x="4178" y="478"/>
                  </a:cubicBezTo>
                  <a:cubicBezTo>
                    <a:pt x="4077" y="350"/>
                    <a:pt x="3940" y="553"/>
                    <a:pt x="3994" y="659"/>
                  </a:cubicBezTo>
                  <a:close/>
                  <a:moveTo>
                    <a:pt x="16304" y="18728"/>
                  </a:moveTo>
                  <a:cubicBezTo>
                    <a:pt x="16261" y="18419"/>
                    <a:pt x="16367" y="18122"/>
                    <a:pt x="16289" y="17962"/>
                  </a:cubicBezTo>
                  <a:cubicBezTo>
                    <a:pt x="16210" y="17803"/>
                    <a:pt x="16242" y="17473"/>
                    <a:pt x="16203" y="17537"/>
                  </a:cubicBezTo>
                  <a:cubicBezTo>
                    <a:pt x="16163" y="17601"/>
                    <a:pt x="16203" y="17888"/>
                    <a:pt x="16140" y="17909"/>
                  </a:cubicBezTo>
                  <a:cubicBezTo>
                    <a:pt x="16077" y="17930"/>
                    <a:pt x="16136" y="18090"/>
                    <a:pt x="16112" y="18303"/>
                  </a:cubicBezTo>
                  <a:cubicBezTo>
                    <a:pt x="16089" y="18515"/>
                    <a:pt x="16124" y="18824"/>
                    <a:pt x="16156" y="19015"/>
                  </a:cubicBezTo>
                  <a:cubicBezTo>
                    <a:pt x="16187" y="19206"/>
                    <a:pt x="16112" y="20227"/>
                    <a:pt x="16144" y="20398"/>
                  </a:cubicBezTo>
                  <a:cubicBezTo>
                    <a:pt x="16175" y="20568"/>
                    <a:pt x="16093" y="21321"/>
                    <a:pt x="16120" y="21408"/>
                  </a:cubicBezTo>
                  <a:cubicBezTo>
                    <a:pt x="16167" y="21557"/>
                    <a:pt x="16136" y="21206"/>
                    <a:pt x="16206" y="21174"/>
                  </a:cubicBezTo>
                  <a:cubicBezTo>
                    <a:pt x="16277" y="21142"/>
                    <a:pt x="16277" y="21387"/>
                    <a:pt x="16320" y="21440"/>
                  </a:cubicBezTo>
                  <a:cubicBezTo>
                    <a:pt x="16363" y="21493"/>
                    <a:pt x="16336" y="21099"/>
                    <a:pt x="16296" y="21121"/>
                  </a:cubicBezTo>
                  <a:cubicBezTo>
                    <a:pt x="16257" y="21142"/>
                    <a:pt x="16226" y="20866"/>
                    <a:pt x="16206" y="20695"/>
                  </a:cubicBezTo>
                  <a:cubicBezTo>
                    <a:pt x="16187" y="20525"/>
                    <a:pt x="16246" y="20323"/>
                    <a:pt x="16246" y="20110"/>
                  </a:cubicBezTo>
                  <a:cubicBezTo>
                    <a:pt x="16246" y="19898"/>
                    <a:pt x="16343" y="19908"/>
                    <a:pt x="16402" y="20068"/>
                  </a:cubicBezTo>
                  <a:cubicBezTo>
                    <a:pt x="16461" y="20227"/>
                    <a:pt x="16469" y="20121"/>
                    <a:pt x="16445" y="20004"/>
                  </a:cubicBezTo>
                  <a:cubicBezTo>
                    <a:pt x="16422" y="19887"/>
                    <a:pt x="16347" y="19036"/>
                    <a:pt x="16304" y="18728"/>
                  </a:cubicBezTo>
                  <a:close/>
                  <a:moveTo>
                    <a:pt x="3626" y="755"/>
                  </a:moveTo>
                  <a:cubicBezTo>
                    <a:pt x="3717" y="531"/>
                    <a:pt x="3834" y="744"/>
                    <a:pt x="3850" y="638"/>
                  </a:cubicBezTo>
                  <a:cubicBezTo>
                    <a:pt x="3865" y="531"/>
                    <a:pt x="3681" y="499"/>
                    <a:pt x="3615" y="595"/>
                  </a:cubicBezTo>
                  <a:cubicBezTo>
                    <a:pt x="3548" y="691"/>
                    <a:pt x="3392" y="614"/>
                    <a:pt x="3411" y="733"/>
                  </a:cubicBezTo>
                  <a:cubicBezTo>
                    <a:pt x="3423" y="808"/>
                    <a:pt x="3536" y="978"/>
                    <a:pt x="3626" y="755"/>
                  </a:cubicBezTo>
                  <a:close/>
                  <a:moveTo>
                    <a:pt x="16703" y="5072"/>
                  </a:moveTo>
                  <a:cubicBezTo>
                    <a:pt x="16797" y="5094"/>
                    <a:pt x="16844" y="5338"/>
                    <a:pt x="17024" y="5370"/>
                  </a:cubicBezTo>
                  <a:cubicBezTo>
                    <a:pt x="17205" y="5402"/>
                    <a:pt x="17338" y="5306"/>
                    <a:pt x="17342" y="5200"/>
                  </a:cubicBezTo>
                  <a:cubicBezTo>
                    <a:pt x="17345" y="5094"/>
                    <a:pt x="17177" y="4934"/>
                    <a:pt x="17126" y="5019"/>
                  </a:cubicBezTo>
                  <a:cubicBezTo>
                    <a:pt x="17075" y="5104"/>
                    <a:pt x="17036" y="4881"/>
                    <a:pt x="16974" y="4934"/>
                  </a:cubicBezTo>
                  <a:cubicBezTo>
                    <a:pt x="16911" y="4987"/>
                    <a:pt x="16825" y="4977"/>
                    <a:pt x="16793" y="4828"/>
                  </a:cubicBezTo>
                  <a:cubicBezTo>
                    <a:pt x="16762" y="4679"/>
                    <a:pt x="16656" y="5062"/>
                    <a:pt x="16703" y="5072"/>
                  </a:cubicBezTo>
                  <a:close/>
                  <a:moveTo>
                    <a:pt x="16022" y="5742"/>
                  </a:moveTo>
                  <a:cubicBezTo>
                    <a:pt x="16022" y="5583"/>
                    <a:pt x="15809" y="5801"/>
                    <a:pt x="15897" y="5881"/>
                  </a:cubicBezTo>
                  <a:cubicBezTo>
                    <a:pt x="15944" y="5923"/>
                    <a:pt x="16022" y="5902"/>
                    <a:pt x="16022" y="5742"/>
                  </a:cubicBezTo>
                  <a:close/>
                  <a:moveTo>
                    <a:pt x="16336" y="6444"/>
                  </a:moveTo>
                  <a:cubicBezTo>
                    <a:pt x="16406" y="6402"/>
                    <a:pt x="16285" y="6051"/>
                    <a:pt x="16163" y="5998"/>
                  </a:cubicBezTo>
                  <a:cubicBezTo>
                    <a:pt x="16042" y="5945"/>
                    <a:pt x="15929" y="6216"/>
                    <a:pt x="15944" y="6274"/>
                  </a:cubicBezTo>
                  <a:cubicBezTo>
                    <a:pt x="15979" y="6413"/>
                    <a:pt x="16265" y="6487"/>
                    <a:pt x="16336" y="6444"/>
                  </a:cubicBezTo>
                  <a:close/>
                  <a:moveTo>
                    <a:pt x="15518" y="5083"/>
                  </a:moveTo>
                  <a:cubicBezTo>
                    <a:pt x="15572" y="5158"/>
                    <a:pt x="15592" y="5232"/>
                    <a:pt x="15623" y="5317"/>
                  </a:cubicBezTo>
                  <a:cubicBezTo>
                    <a:pt x="15654" y="5402"/>
                    <a:pt x="15772" y="5275"/>
                    <a:pt x="15819" y="5232"/>
                  </a:cubicBezTo>
                  <a:cubicBezTo>
                    <a:pt x="15866" y="5190"/>
                    <a:pt x="15870" y="5423"/>
                    <a:pt x="15944" y="5296"/>
                  </a:cubicBezTo>
                  <a:cubicBezTo>
                    <a:pt x="16019" y="5168"/>
                    <a:pt x="16093" y="5232"/>
                    <a:pt x="16179" y="5232"/>
                  </a:cubicBezTo>
                  <a:cubicBezTo>
                    <a:pt x="16265" y="5232"/>
                    <a:pt x="16163" y="4945"/>
                    <a:pt x="16167" y="4817"/>
                  </a:cubicBezTo>
                  <a:cubicBezTo>
                    <a:pt x="16171" y="4689"/>
                    <a:pt x="16269" y="4775"/>
                    <a:pt x="16238" y="4881"/>
                  </a:cubicBezTo>
                  <a:cubicBezTo>
                    <a:pt x="16206" y="4987"/>
                    <a:pt x="16285" y="5232"/>
                    <a:pt x="16410" y="5211"/>
                  </a:cubicBezTo>
                  <a:cubicBezTo>
                    <a:pt x="16535" y="5190"/>
                    <a:pt x="16441" y="4977"/>
                    <a:pt x="16504" y="4902"/>
                  </a:cubicBezTo>
                  <a:cubicBezTo>
                    <a:pt x="16567" y="4828"/>
                    <a:pt x="16559" y="4743"/>
                    <a:pt x="16469" y="4594"/>
                  </a:cubicBezTo>
                  <a:cubicBezTo>
                    <a:pt x="16379" y="4445"/>
                    <a:pt x="16261" y="4541"/>
                    <a:pt x="16183" y="4445"/>
                  </a:cubicBezTo>
                  <a:cubicBezTo>
                    <a:pt x="16099" y="4343"/>
                    <a:pt x="15999" y="4339"/>
                    <a:pt x="15995" y="4573"/>
                  </a:cubicBezTo>
                  <a:cubicBezTo>
                    <a:pt x="15991" y="4807"/>
                    <a:pt x="15827" y="4317"/>
                    <a:pt x="15741" y="4243"/>
                  </a:cubicBezTo>
                  <a:cubicBezTo>
                    <a:pt x="15654" y="4169"/>
                    <a:pt x="15388" y="4907"/>
                    <a:pt x="15518" y="5083"/>
                  </a:cubicBezTo>
                  <a:close/>
                  <a:moveTo>
                    <a:pt x="10468" y="2892"/>
                  </a:moveTo>
                  <a:cubicBezTo>
                    <a:pt x="10523" y="2977"/>
                    <a:pt x="10699" y="2786"/>
                    <a:pt x="10817" y="2797"/>
                  </a:cubicBezTo>
                  <a:cubicBezTo>
                    <a:pt x="10934" y="2807"/>
                    <a:pt x="11263" y="2552"/>
                    <a:pt x="11275" y="2382"/>
                  </a:cubicBezTo>
                  <a:cubicBezTo>
                    <a:pt x="11286" y="2212"/>
                    <a:pt x="11153" y="2222"/>
                    <a:pt x="11102" y="2073"/>
                  </a:cubicBezTo>
                  <a:cubicBezTo>
                    <a:pt x="11052" y="1924"/>
                    <a:pt x="10938" y="2052"/>
                    <a:pt x="10911" y="2180"/>
                  </a:cubicBezTo>
                  <a:cubicBezTo>
                    <a:pt x="10883" y="2307"/>
                    <a:pt x="10852" y="2190"/>
                    <a:pt x="10926" y="1988"/>
                  </a:cubicBezTo>
                  <a:cubicBezTo>
                    <a:pt x="11001" y="1786"/>
                    <a:pt x="10852" y="1627"/>
                    <a:pt x="10848" y="1754"/>
                  </a:cubicBezTo>
                  <a:cubicBezTo>
                    <a:pt x="10844" y="1882"/>
                    <a:pt x="10707" y="1776"/>
                    <a:pt x="10707" y="1893"/>
                  </a:cubicBezTo>
                  <a:cubicBezTo>
                    <a:pt x="10707" y="2009"/>
                    <a:pt x="10656" y="2063"/>
                    <a:pt x="10660" y="2180"/>
                  </a:cubicBezTo>
                  <a:cubicBezTo>
                    <a:pt x="10664" y="2297"/>
                    <a:pt x="10566" y="2116"/>
                    <a:pt x="10562" y="2382"/>
                  </a:cubicBezTo>
                  <a:cubicBezTo>
                    <a:pt x="10558" y="2648"/>
                    <a:pt x="10411" y="2803"/>
                    <a:pt x="10468" y="2892"/>
                  </a:cubicBezTo>
                  <a:close/>
                  <a:moveTo>
                    <a:pt x="21072" y="8050"/>
                  </a:moveTo>
                  <a:cubicBezTo>
                    <a:pt x="21150" y="8157"/>
                    <a:pt x="21197" y="7923"/>
                    <a:pt x="21259" y="8040"/>
                  </a:cubicBezTo>
                  <a:cubicBezTo>
                    <a:pt x="21322" y="8157"/>
                    <a:pt x="21475" y="7986"/>
                    <a:pt x="21537" y="7955"/>
                  </a:cubicBezTo>
                  <a:cubicBezTo>
                    <a:pt x="21600" y="7923"/>
                    <a:pt x="21569" y="7710"/>
                    <a:pt x="21393" y="7646"/>
                  </a:cubicBezTo>
                  <a:cubicBezTo>
                    <a:pt x="21216" y="7582"/>
                    <a:pt x="20987" y="7936"/>
                    <a:pt x="21072" y="8050"/>
                  </a:cubicBezTo>
                  <a:close/>
                  <a:moveTo>
                    <a:pt x="9552" y="340"/>
                  </a:moveTo>
                  <a:cubicBezTo>
                    <a:pt x="9568" y="180"/>
                    <a:pt x="9308" y="250"/>
                    <a:pt x="9376" y="404"/>
                  </a:cubicBezTo>
                  <a:cubicBezTo>
                    <a:pt x="9400" y="457"/>
                    <a:pt x="9537" y="499"/>
                    <a:pt x="9552" y="340"/>
                  </a:cubicBezTo>
                  <a:close/>
                  <a:moveTo>
                    <a:pt x="7905" y="6689"/>
                  </a:moveTo>
                  <a:cubicBezTo>
                    <a:pt x="7967" y="6774"/>
                    <a:pt x="8014" y="6742"/>
                    <a:pt x="8006" y="6572"/>
                  </a:cubicBezTo>
                  <a:cubicBezTo>
                    <a:pt x="7999" y="6402"/>
                    <a:pt x="7855" y="6622"/>
                    <a:pt x="7905" y="6689"/>
                  </a:cubicBezTo>
                  <a:close/>
                  <a:moveTo>
                    <a:pt x="9862" y="1393"/>
                  </a:moveTo>
                  <a:cubicBezTo>
                    <a:pt x="9862" y="1510"/>
                    <a:pt x="9736" y="1626"/>
                    <a:pt x="9772" y="1712"/>
                  </a:cubicBezTo>
                  <a:cubicBezTo>
                    <a:pt x="9803" y="1786"/>
                    <a:pt x="9830" y="1765"/>
                    <a:pt x="9869" y="1786"/>
                  </a:cubicBezTo>
                  <a:cubicBezTo>
                    <a:pt x="9909" y="1808"/>
                    <a:pt x="9928" y="2073"/>
                    <a:pt x="9999" y="2031"/>
                  </a:cubicBezTo>
                  <a:cubicBezTo>
                    <a:pt x="10069" y="1988"/>
                    <a:pt x="10261" y="2243"/>
                    <a:pt x="10374" y="2243"/>
                  </a:cubicBezTo>
                  <a:cubicBezTo>
                    <a:pt x="10488" y="2243"/>
                    <a:pt x="10500" y="1988"/>
                    <a:pt x="10464" y="1978"/>
                  </a:cubicBezTo>
                  <a:cubicBezTo>
                    <a:pt x="10429" y="1967"/>
                    <a:pt x="10461" y="1818"/>
                    <a:pt x="10523" y="1573"/>
                  </a:cubicBezTo>
                  <a:cubicBezTo>
                    <a:pt x="10586" y="1329"/>
                    <a:pt x="10327" y="1148"/>
                    <a:pt x="10327" y="1339"/>
                  </a:cubicBezTo>
                  <a:cubicBezTo>
                    <a:pt x="10327" y="1531"/>
                    <a:pt x="10253" y="1297"/>
                    <a:pt x="10230" y="1180"/>
                  </a:cubicBezTo>
                  <a:cubicBezTo>
                    <a:pt x="10206" y="1063"/>
                    <a:pt x="9862" y="1276"/>
                    <a:pt x="9862" y="1393"/>
                  </a:cubicBezTo>
                  <a:close/>
                  <a:moveTo>
                    <a:pt x="9654" y="1095"/>
                  </a:moveTo>
                  <a:cubicBezTo>
                    <a:pt x="9729" y="1180"/>
                    <a:pt x="9701" y="1233"/>
                    <a:pt x="9623" y="1233"/>
                  </a:cubicBezTo>
                  <a:cubicBezTo>
                    <a:pt x="9545" y="1233"/>
                    <a:pt x="9477" y="1305"/>
                    <a:pt x="9529" y="1361"/>
                  </a:cubicBezTo>
                  <a:cubicBezTo>
                    <a:pt x="9568" y="1404"/>
                    <a:pt x="9564" y="1520"/>
                    <a:pt x="9646" y="1573"/>
                  </a:cubicBezTo>
                  <a:cubicBezTo>
                    <a:pt x="9729" y="1627"/>
                    <a:pt x="9811" y="1446"/>
                    <a:pt x="9803" y="1318"/>
                  </a:cubicBezTo>
                  <a:cubicBezTo>
                    <a:pt x="9795" y="1191"/>
                    <a:pt x="10089" y="1074"/>
                    <a:pt x="10167" y="1020"/>
                  </a:cubicBezTo>
                  <a:cubicBezTo>
                    <a:pt x="10245" y="967"/>
                    <a:pt x="10116" y="744"/>
                    <a:pt x="10202" y="723"/>
                  </a:cubicBezTo>
                  <a:cubicBezTo>
                    <a:pt x="10288" y="701"/>
                    <a:pt x="10253" y="595"/>
                    <a:pt x="10147" y="553"/>
                  </a:cubicBezTo>
                  <a:cubicBezTo>
                    <a:pt x="10042" y="510"/>
                    <a:pt x="10085" y="265"/>
                    <a:pt x="10050" y="180"/>
                  </a:cubicBezTo>
                  <a:cubicBezTo>
                    <a:pt x="10014" y="95"/>
                    <a:pt x="9995" y="287"/>
                    <a:pt x="9858" y="361"/>
                  </a:cubicBezTo>
                  <a:cubicBezTo>
                    <a:pt x="9721" y="436"/>
                    <a:pt x="9654" y="531"/>
                    <a:pt x="9709" y="606"/>
                  </a:cubicBezTo>
                  <a:cubicBezTo>
                    <a:pt x="9764" y="680"/>
                    <a:pt x="9709" y="861"/>
                    <a:pt x="9650" y="850"/>
                  </a:cubicBezTo>
                  <a:cubicBezTo>
                    <a:pt x="9592" y="840"/>
                    <a:pt x="9580" y="1010"/>
                    <a:pt x="9654" y="1095"/>
                  </a:cubicBezTo>
                  <a:close/>
                  <a:moveTo>
                    <a:pt x="6762" y="6530"/>
                  </a:moveTo>
                  <a:cubicBezTo>
                    <a:pt x="6813" y="6551"/>
                    <a:pt x="6950" y="6476"/>
                    <a:pt x="6965" y="6402"/>
                  </a:cubicBezTo>
                  <a:cubicBezTo>
                    <a:pt x="6981" y="6327"/>
                    <a:pt x="6910" y="6242"/>
                    <a:pt x="6820" y="6242"/>
                  </a:cubicBezTo>
                  <a:cubicBezTo>
                    <a:pt x="6730" y="6242"/>
                    <a:pt x="6718" y="6511"/>
                    <a:pt x="6762" y="6530"/>
                  </a:cubicBezTo>
                  <a:close/>
                  <a:moveTo>
                    <a:pt x="6006" y="616"/>
                  </a:moveTo>
                  <a:cubicBezTo>
                    <a:pt x="6155" y="574"/>
                    <a:pt x="6151" y="350"/>
                    <a:pt x="6073" y="308"/>
                  </a:cubicBezTo>
                  <a:cubicBezTo>
                    <a:pt x="5995" y="265"/>
                    <a:pt x="5983" y="436"/>
                    <a:pt x="5944" y="425"/>
                  </a:cubicBezTo>
                  <a:cubicBezTo>
                    <a:pt x="5904" y="414"/>
                    <a:pt x="5757" y="492"/>
                    <a:pt x="5787" y="584"/>
                  </a:cubicBezTo>
                  <a:cubicBezTo>
                    <a:pt x="5822" y="691"/>
                    <a:pt x="5932" y="638"/>
                    <a:pt x="6006" y="616"/>
                  </a:cubicBezTo>
                  <a:close/>
                  <a:moveTo>
                    <a:pt x="343" y="16997"/>
                  </a:moveTo>
                  <a:cubicBezTo>
                    <a:pt x="325" y="17021"/>
                    <a:pt x="278" y="16973"/>
                    <a:pt x="263" y="16917"/>
                  </a:cubicBezTo>
                  <a:cubicBezTo>
                    <a:pt x="252" y="16872"/>
                    <a:pt x="215" y="16889"/>
                    <a:pt x="183" y="16897"/>
                  </a:cubicBezTo>
                  <a:cubicBezTo>
                    <a:pt x="190" y="16909"/>
                    <a:pt x="198" y="16925"/>
                    <a:pt x="204" y="16952"/>
                  </a:cubicBezTo>
                  <a:cubicBezTo>
                    <a:pt x="221" y="17037"/>
                    <a:pt x="133" y="17048"/>
                    <a:pt x="161" y="17149"/>
                  </a:cubicBezTo>
                  <a:cubicBezTo>
                    <a:pt x="188" y="17250"/>
                    <a:pt x="98" y="17255"/>
                    <a:pt x="98" y="17149"/>
                  </a:cubicBezTo>
                  <a:cubicBezTo>
                    <a:pt x="98" y="17042"/>
                    <a:pt x="4" y="17095"/>
                    <a:pt x="8" y="17164"/>
                  </a:cubicBezTo>
                  <a:cubicBezTo>
                    <a:pt x="9" y="17189"/>
                    <a:pt x="6" y="17220"/>
                    <a:pt x="0" y="17249"/>
                  </a:cubicBezTo>
                  <a:cubicBezTo>
                    <a:pt x="26" y="17274"/>
                    <a:pt x="55" y="17303"/>
                    <a:pt x="67" y="17316"/>
                  </a:cubicBezTo>
                  <a:cubicBezTo>
                    <a:pt x="85" y="17335"/>
                    <a:pt x="319" y="17402"/>
                    <a:pt x="411" y="17355"/>
                  </a:cubicBezTo>
                  <a:cubicBezTo>
                    <a:pt x="406" y="17309"/>
                    <a:pt x="416" y="17170"/>
                    <a:pt x="416" y="17117"/>
                  </a:cubicBezTo>
                  <a:cubicBezTo>
                    <a:pt x="416" y="17053"/>
                    <a:pt x="360" y="16973"/>
                    <a:pt x="343" y="1699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35" name="Shape 2389"/>
            <p:cNvSpPr/>
            <p:nvPr/>
          </p:nvSpPr>
          <p:spPr>
            <a:xfrm>
              <a:off x="12322805" y="2385059"/>
              <a:ext cx="270100" cy="266305"/>
            </a:xfrm>
            <a:custGeom>
              <a:avLst/>
              <a:gdLst/>
              <a:ahLst/>
              <a:cxnLst>
                <a:cxn ang="0">
                  <a:pos x="wd2" y="hd2"/>
                </a:cxn>
                <a:cxn ang="5400000">
                  <a:pos x="wd2" y="hd2"/>
                </a:cxn>
                <a:cxn ang="10800000">
                  <a:pos x="wd2" y="hd2"/>
                </a:cxn>
                <a:cxn ang="16200000">
                  <a:pos x="wd2" y="hd2"/>
                </a:cxn>
              </a:cxnLst>
              <a:rect l="0" t="0" r="r" b="b"/>
              <a:pathLst>
                <a:path w="20335" h="20701" extrusionOk="0">
                  <a:moveTo>
                    <a:pt x="16255" y="12538"/>
                  </a:moveTo>
                  <a:cubicBezTo>
                    <a:pt x="13376" y="15197"/>
                    <a:pt x="7613" y="15823"/>
                    <a:pt x="7613" y="18015"/>
                  </a:cubicBezTo>
                  <a:cubicBezTo>
                    <a:pt x="7613" y="20206"/>
                    <a:pt x="641" y="21302"/>
                    <a:pt x="35" y="20363"/>
                  </a:cubicBezTo>
                  <a:cubicBezTo>
                    <a:pt x="-495" y="19539"/>
                    <a:pt x="5189" y="19267"/>
                    <a:pt x="6554" y="16136"/>
                  </a:cubicBezTo>
                  <a:cubicBezTo>
                    <a:pt x="7918" y="13006"/>
                    <a:pt x="13093" y="11395"/>
                    <a:pt x="15649" y="7214"/>
                  </a:cubicBezTo>
                  <a:cubicBezTo>
                    <a:pt x="17468" y="4242"/>
                    <a:pt x="18984" y="-298"/>
                    <a:pt x="20044" y="15"/>
                  </a:cubicBezTo>
                  <a:cubicBezTo>
                    <a:pt x="21105" y="328"/>
                    <a:pt x="19136" y="9875"/>
                    <a:pt x="16255" y="1253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36" name="Shape 2390"/>
            <p:cNvSpPr/>
            <p:nvPr/>
          </p:nvSpPr>
          <p:spPr>
            <a:xfrm>
              <a:off x="8546462" y="248443"/>
              <a:ext cx="7396254" cy="2706610"/>
            </a:xfrm>
            <a:custGeom>
              <a:avLst/>
              <a:gdLst/>
              <a:ahLst/>
              <a:cxnLst>
                <a:cxn ang="0">
                  <a:pos x="wd2" y="hd2"/>
                </a:cxn>
                <a:cxn ang="5400000">
                  <a:pos x="wd2" y="hd2"/>
                </a:cxn>
                <a:cxn ang="10800000">
                  <a:pos x="wd2" y="hd2"/>
                </a:cxn>
                <a:cxn ang="16200000">
                  <a:pos x="wd2" y="hd2"/>
                </a:cxn>
              </a:cxnLst>
              <a:rect l="0" t="0" r="r" b="b"/>
              <a:pathLst>
                <a:path w="21567" h="21445" extrusionOk="0">
                  <a:moveTo>
                    <a:pt x="4515" y="6402"/>
                  </a:moveTo>
                  <a:cubicBezTo>
                    <a:pt x="4519" y="6508"/>
                    <a:pt x="4495" y="6583"/>
                    <a:pt x="4421" y="6583"/>
                  </a:cubicBezTo>
                  <a:cubicBezTo>
                    <a:pt x="4347" y="6583"/>
                    <a:pt x="4456" y="6710"/>
                    <a:pt x="4464" y="6827"/>
                  </a:cubicBezTo>
                  <a:cubicBezTo>
                    <a:pt x="4472" y="6944"/>
                    <a:pt x="4390" y="6859"/>
                    <a:pt x="4386" y="7040"/>
                  </a:cubicBezTo>
                  <a:cubicBezTo>
                    <a:pt x="4382" y="7221"/>
                    <a:pt x="4241" y="7040"/>
                    <a:pt x="4221" y="7274"/>
                  </a:cubicBezTo>
                  <a:cubicBezTo>
                    <a:pt x="4202" y="7508"/>
                    <a:pt x="4292" y="7476"/>
                    <a:pt x="4354" y="7487"/>
                  </a:cubicBezTo>
                  <a:cubicBezTo>
                    <a:pt x="4417" y="7497"/>
                    <a:pt x="4331" y="7657"/>
                    <a:pt x="4378" y="7752"/>
                  </a:cubicBezTo>
                  <a:cubicBezTo>
                    <a:pt x="4425" y="7848"/>
                    <a:pt x="4460" y="7816"/>
                    <a:pt x="4429" y="7635"/>
                  </a:cubicBezTo>
                  <a:cubicBezTo>
                    <a:pt x="4398" y="7455"/>
                    <a:pt x="4593" y="7699"/>
                    <a:pt x="4535" y="7838"/>
                  </a:cubicBezTo>
                  <a:cubicBezTo>
                    <a:pt x="4476" y="7976"/>
                    <a:pt x="4628" y="8082"/>
                    <a:pt x="4703" y="8093"/>
                  </a:cubicBezTo>
                  <a:cubicBezTo>
                    <a:pt x="4777" y="8104"/>
                    <a:pt x="5041" y="8260"/>
                    <a:pt x="5047" y="8093"/>
                  </a:cubicBezTo>
                  <a:cubicBezTo>
                    <a:pt x="5051" y="7986"/>
                    <a:pt x="4949" y="7891"/>
                    <a:pt x="4867" y="7657"/>
                  </a:cubicBezTo>
                  <a:cubicBezTo>
                    <a:pt x="4785" y="7423"/>
                    <a:pt x="4726" y="7040"/>
                    <a:pt x="4820" y="6881"/>
                  </a:cubicBezTo>
                  <a:cubicBezTo>
                    <a:pt x="4914" y="6721"/>
                    <a:pt x="4832" y="6646"/>
                    <a:pt x="4926" y="6466"/>
                  </a:cubicBezTo>
                  <a:cubicBezTo>
                    <a:pt x="5020" y="6285"/>
                    <a:pt x="4965" y="6115"/>
                    <a:pt x="5043" y="6093"/>
                  </a:cubicBezTo>
                  <a:cubicBezTo>
                    <a:pt x="5122" y="6072"/>
                    <a:pt x="5036" y="5881"/>
                    <a:pt x="5114" y="5849"/>
                  </a:cubicBezTo>
                  <a:cubicBezTo>
                    <a:pt x="5192" y="5817"/>
                    <a:pt x="5208" y="5583"/>
                    <a:pt x="5196" y="5498"/>
                  </a:cubicBezTo>
                  <a:cubicBezTo>
                    <a:pt x="5184" y="5413"/>
                    <a:pt x="5278" y="5509"/>
                    <a:pt x="5321" y="5381"/>
                  </a:cubicBezTo>
                  <a:cubicBezTo>
                    <a:pt x="5364" y="5253"/>
                    <a:pt x="5466" y="5338"/>
                    <a:pt x="5497" y="5158"/>
                  </a:cubicBezTo>
                  <a:cubicBezTo>
                    <a:pt x="5529" y="4977"/>
                    <a:pt x="5979" y="4562"/>
                    <a:pt x="6233" y="4402"/>
                  </a:cubicBezTo>
                  <a:cubicBezTo>
                    <a:pt x="6488" y="4243"/>
                    <a:pt x="6664" y="3956"/>
                    <a:pt x="6574" y="3764"/>
                  </a:cubicBezTo>
                  <a:cubicBezTo>
                    <a:pt x="6484" y="3573"/>
                    <a:pt x="6229" y="3839"/>
                    <a:pt x="6167" y="3977"/>
                  </a:cubicBezTo>
                  <a:cubicBezTo>
                    <a:pt x="6104" y="4115"/>
                    <a:pt x="6014" y="4019"/>
                    <a:pt x="5952" y="4115"/>
                  </a:cubicBezTo>
                  <a:cubicBezTo>
                    <a:pt x="5889" y="4211"/>
                    <a:pt x="5756" y="4296"/>
                    <a:pt x="5689" y="4179"/>
                  </a:cubicBezTo>
                  <a:cubicBezTo>
                    <a:pt x="5623" y="4062"/>
                    <a:pt x="5544" y="4317"/>
                    <a:pt x="5494" y="4307"/>
                  </a:cubicBezTo>
                  <a:cubicBezTo>
                    <a:pt x="5443" y="4296"/>
                    <a:pt x="5384" y="4445"/>
                    <a:pt x="5329" y="4434"/>
                  </a:cubicBezTo>
                  <a:cubicBezTo>
                    <a:pt x="5274" y="4424"/>
                    <a:pt x="5165" y="4551"/>
                    <a:pt x="5157" y="4636"/>
                  </a:cubicBezTo>
                  <a:cubicBezTo>
                    <a:pt x="5149" y="4721"/>
                    <a:pt x="5055" y="4700"/>
                    <a:pt x="5055" y="4807"/>
                  </a:cubicBezTo>
                  <a:cubicBezTo>
                    <a:pt x="5055" y="4913"/>
                    <a:pt x="4981" y="5009"/>
                    <a:pt x="4942" y="4913"/>
                  </a:cubicBezTo>
                  <a:cubicBezTo>
                    <a:pt x="4902" y="4817"/>
                    <a:pt x="4855" y="5019"/>
                    <a:pt x="4910" y="5158"/>
                  </a:cubicBezTo>
                  <a:cubicBezTo>
                    <a:pt x="4965" y="5296"/>
                    <a:pt x="4809" y="5306"/>
                    <a:pt x="4836" y="5391"/>
                  </a:cubicBezTo>
                  <a:cubicBezTo>
                    <a:pt x="4863" y="5477"/>
                    <a:pt x="4777" y="5530"/>
                    <a:pt x="4797" y="5625"/>
                  </a:cubicBezTo>
                  <a:cubicBezTo>
                    <a:pt x="4816" y="5721"/>
                    <a:pt x="4742" y="5753"/>
                    <a:pt x="4683" y="5785"/>
                  </a:cubicBezTo>
                  <a:cubicBezTo>
                    <a:pt x="4625" y="5817"/>
                    <a:pt x="4593" y="6030"/>
                    <a:pt x="4668" y="6040"/>
                  </a:cubicBezTo>
                  <a:cubicBezTo>
                    <a:pt x="4742" y="6051"/>
                    <a:pt x="4625" y="6083"/>
                    <a:pt x="4632" y="6242"/>
                  </a:cubicBezTo>
                  <a:cubicBezTo>
                    <a:pt x="4640" y="6402"/>
                    <a:pt x="4511" y="6296"/>
                    <a:pt x="4515" y="6402"/>
                  </a:cubicBezTo>
                  <a:close/>
                  <a:moveTo>
                    <a:pt x="5098" y="499"/>
                  </a:moveTo>
                  <a:cubicBezTo>
                    <a:pt x="5110" y="276"/>
                    <a:pt x="4973" y="457"/>
                    <a:pt x="4871" y="340"/>
                  </a:cubicBezTo>
                  <a:cubicBezTo>
                    <a:pt x="4769" y="223"/>
                    <a:pt x="4709" y="232"/>
                    <a:pt x="4777" y="393"/>
                  </a:cubicBezTo>
                  <a:cubicBezTo>
                    <a:pt x="4809" y="468"/>
                    <a:pt x="4603" y="526"/>
                    <a:pt x="4636" y="616"/>
                  </a:cubicBezTo>
                  <a:cubicBezTo>
                    <a:pt x="4711" y="819"/>
                    <a:pt x="5086" y="723"/>
                    <a:pt x="5098" y="499"/>
                  </a:cubicBezTo>
                  <a:close/>
                  <a:moveTo>
                    <a:pt x="5721" y="669"/>
                  </a:moveTo>
                  <a:cubicBezTo>
                    <a:pt x="5748" y="574"/>
                    <a:pt x="5670" y="574"/>
                    <a:pt x="5662" y="478"/>
                  </a:cubicBezTo>
                  <a:cubicBezTo>
                    <a:pt x="5654" y="382"/>
                    <a:pt x="5435" y="361"/>
                    <a:pt x="5447" y="468"/>
                  </a:cubicBezTo>
                  <a:cubicBezTo>
                    <a:pt x="5458" y="574"/>
                    <a:pt x="5295" y="690"/>
                    <a:pt x="5345" y="797"/>
                  </a:cubicBezTo>
                  <a:cubicBezTo>
                    <a:pt x="5439" y="999"/>
                    <a:pt x="5693" y="765"/>
                    <a:pt x="5721" y="669"/>
                  </a:cubicBezTo>
                  <a:close/>
                  <a:moveTo>
                    <a:pt x="5051" y="872"/>
                  </a:moveTo>
                  <a:cubicBezTo>
                    <a:pt x="5063" y="956"/>
                    <a:pt x="5032" y="967"/>
                    <a:pt x="4953" y="967"/>
                  </a:cubicBezTo>
                  <a:cubicBezTo>
                    <a:pt x="4875" y="967"/>
                    <a:pt x="4834" y="1087"/>
                    <a:pt x="4875" y="1180"/>
                  </a:cubicBezTo>
                  <a:cubicBezTo>
                    <a:pt x="4922" y="1286"/>
                    <a:pt x="5129" y="1244"/>
                    <a:pt x="5165" y="1116"/>
                  </a:cubicBezTo>
                  <a:cubicBezTo>
                    <a:pt x="5200" y="988"/>
                    <a:pt x="5290" y="1095"/>
                    <a:pt x="5306" y="967"/>
                  </a:cubicBezTo>
                  <a:cubicBezTo>
                    <a:pt x="5321" y="840"/>
                    <a:pt x="5039" y="787"/>
                    <a:pt x="5051" y="872"/>
                  </a:cubicBezTo>
                  <a:close/>
                  <a:moveTo>
                    <a:pt x="4546" y="1010"/>
                  </a:moveTo>
                  <a:cubicBezTo>
                    <a:pt x="4546" y="840"/>
                    <a:pt x="4342" y="1027"/>
                    <a:pt x="4382" y="1063"/>
                  </a:cubicBezTo>
                  <a:cubicBezTo>
                    <a:pt x="4417" y="1095"/>
                    <a:pt x="4546" y="1180"/>
                    <a:pt x="4546" y="1010"/>
                  </a:cubicBezTo>
                  <a:close/>
                  <a:moveTo>
                    <a:pt x="5032" y="297"/>
                  </a:moveTo>
                  <a:cubicBezTo>
                    <a:pt x="5126" y="297"/>
                    <a:pt x="5098" y="138"/>
                    <a:pt x="5161" y="159"/>
                  </a:cubicBezTo>
                  <a:cubicBezTo>
                    <a:pt x="5223" y="180"/>
                    <a:pt x="5306" y="170"/>
                    <a:pt x="5274" y="63"/>
                  </a:cubicBezTo>
                  <a:cubicBezTo>
                    <a:pt x="5243" y="-43"/>
                    <a:pt x="5016" y="-1"/>
                    <a:pt x="5039" y="85"/>
                  </a:cubicBezTo>
                  <a:cubicBezTo>
                    <a:pt x="5063" y="170"/>
                    <a:pt x="4855" y="138"/>
                    <a:pt x="4859" y="170"/>
                  </a:cubicBezTo>
                  <a:cubicBezTo>
                    <a:pt x="4867" y="233"/>
                    <a:pt x="4938" y="297"/>
                    <a:pt x="5032" y="297"/>
                  </a:cubicBezTo>
                  <a:close/>
                  <a:moveTo>
                    <a:pt x="12159" y="5551"/>
                  </a:moveTo>
                  <a:cubicBezTo>
                    <a:pt x="12144" y="5636"/>
                    <a:pt x="12058" y="5642"/>
                    <a:pt x="12081" y="5721"/>
                  </a:cubicBezTo>
                  <a:cubicBezTo>
                    <a:pt x="12120" y="5860"/>
                    <a:pt x="12316" y="5785"/>
                    <a:pt x="12320" y="5615"/>
                  </a:cubicBezTo>
                  <a:cubicBezTo>
                    <a:pt x="12324" y="5445"/>
                    <a:pt x="12175" y="5466"/>
                    <a:pt x="12159" y="5551"/>
                  </a:cubicBezTo>
                  <a:close/>
                  <a:moveTo>
                    <a:pt x="3826" y="9252"/>
                  </a:moveTo>
                  <a:cubicBezTo>
                    <a:pt x="3932" y="9518"/>
                    <a:pt x="4022" y="9135"/>
                    <a:pt x="4073" y="9114"/>
                  </a:cubicBezTo>
                  <a:cubicBezTo>
                    <a:pt x="4124" y="9093"/>
                    <a:pt x="4041" y="8944"/>
                    <a:pt x="3955" y="8880"/>
                  </a:cubicBezTo>
                  <a:cubicBezTo>
                    <a:pt x="3869" y="8816"/>
                    <a:pt x="3746" y="9051"/>
                    <a:pt x="3826" y="9252"/>
                  </a:cubicBezTo>
                  <a:close/>
                  <a:moveTo>
                    <a:pt x="3994" y="659"/>
                  </a:moveTo>
                  <a:cubicBezTo>
                    <a:pt x="4049" y="765"/>
                    <a:pt x="3842" y="733"/>
                    <a:pt x="3814" y="840"/>
                  </a:cubicBezTo>
                  <a:cubicBezTo>
                    <a:pt x="3787" y="946"/>
                    <a:pt x="3666" y="907"/>
                    <a:pt x="3689" y="1031"/>
                  </a:cubicBezTo>
                  <a:cubicBezTo>
                    <a:pt x="3713" y="1159"/>
                    <a:pt x="3908" y="1169"/>
                    <a:pt x="3908" y="1063"/>
                  </a:cubicBezTo>
                  <a:cubicBezTo>
                    <a:pt x="3908" y="956"/>
                    <a:pt x="4010" y="1052"/>
                    <a:pt x="4014" y="956"/>
                  </a:cubicBezTo>
                  <a:cubicBezTo>
                    <a:pt x="4018" y="861"/>
                    <a:pt x="4061" y="755"/>
                    <a:pt x="4170" y="733"/>
                  </a:cubicBezTo>
                  <a:cubicBezTo>
                    <a:pt x="4280" y="712"/>
                    <a:pt x="4280" y="606"/>
                    <a:pt x="4178" y="478"/>
                  </a:cubicBezTo>
                  <a:cubicBezTo>
                    <a:pt x="4077" y="350"/>
                    <a:pt x="3940" y="553"/>
                    <a:pt x="3994" y="659"/>
                  </a:cubicBezTo>
                  <a:close/>
                  <a:moveTo>
                    <a:pt x="16304" y="18728"/>
                  </a:moveTo>
                  <a:cubicBezTo>
                    <a:pt x="16261" y="18419"/>
                    <a:pt x="16367" y="18122"/>
                    <a:pt x="16289" y="17962"/>
                  </a:cubicBezTo>
                  <a:cubicBezTo>
                    <a:pt x="16210" y="17803"/>
                    <a:pt x="16242" y="17473"/>
                    <a:pt x="16203" y="17537"/>
                  </a:cubicBezTo>
                  <a:cubicBezTo>
                    <a:pt x="16163" y="17601"/>
                    <a:pt x="16203" y="17888"/>
                    <a:pt x="16140" y="17909"/>
                  </a:cubicBezTo>
                  <a:cubicBezTo>
                    <a:pt x="16077" y="17930"/>
                    <a:pt x="16136" y="18090"/>
                    <a:pt x="16112" y="18303"/>
                  </a:cubicBezTo>
                  <a:cubicBezTo>
                    <a:pt x="16089" y="18515"/>
                    <a:pt x="16124" y="18824"/>
                    <a:pt x="16156" y="19015"/>
                  </a:cubicBezTo>
                  <a:cubicBezTo>
                    <a:pt x="16187" y="19206"/>
                    <a:pt x="16112" y="20227"/>
                    <a:pt x="16144" y="20398"/>
                  </a:cubicBezTo>
                  <a:cubicBezTo>
                    <a:pt x="16175" y="20568"/>
                    <a:pt x="16093" y="21321"/>
                    <a:pt x="16120" y="21408"/>
                  </a:cubicBezTo>
                  <a:cubicBezTo>
                    <a:pt x="16167" y="21557"/>
                    <a:pt x="16136" y="21206"/>
                    <a:pt x="16206" y="21174"/>
                  </a:cubicBezTo>
                  <a:cubicBezTo>
                    <a:pt x="16277" y="21142"/>
                    <a:pt x="16277" y="21387"/>
                    <a:pt x="16320" y="21440"/>
                  </a:cubicBezTo>
                  <a:cubicBezTo>
                    <a:pt x="16363" y="21493"/>
                    <a:pt x="16336" y="21099"/>
                    <a:pt x="16296" y="21121"/>
                  </a:cubicBezTo>
                  <a:cubicBezTo>
                    <a:pt x="16257" y="21142"/>
                    <a:pt x="16226" y="20866"/>
                    <a:pt x="16206" y="20695"/>
                  </a:cubicBezTo>
                  <a:cubicBezTo>
                    <a:pt x="16187" y="20525"/>
                    <a:pt x="16246" y="20323"/>
                    <a:pt x="16246" y="20110"/>
                  </a:cubicBezTo>
                  <a:cubicBezTo>
                    <a:pt x="16246" y="19898"/>
                    <a:pt x="16343" y="19908"/>
                    <a:pt x="16402" y="20068"/>
                  </a:cubicBezTo>
                  <a:cubicBezTo>
                    <a:pt x="16461" y="20227"/>
                    <a:pt x="16469" y="20121"/>
                    <a:pt x="16445" y="20004"/>
                  </a:cubicBezTo>
                  <a:cubicBezTo>
                    <a:pt x="16422" y="19887"/>
                    <a:pt x="16347" y="19036"/>
                    <a:pt x="16304" y="18728"/>
                  </a:cubicBezTo>
                  <a:close/>
                  <a:moveTo>
                    <a:pt x="3626" y="755"/>
                  </a:moveTo>
                  <a:cubicBezTo>
                    <a:pt x="3717" y="531"/>
                    <a:pt x="3834" y="744"/>
                    <a:pt x="3850" y="638"/>
                  </a:cubicBezTo>
                  <a:cubicBezTo>
                    <a:pt x="3865" y="531"/>
                    <a:pt x="3681" y="499"/>
                    <a:pt x="3615" y="595"/>
                  </a:cubicBezTo>
                  <a:cubicBezTo>
                    <a:pt x="3548" y="691"/>
                    <a:pt x="3392" y="614"/>
                    <a:pt x="3411" y="733"/>
                  </a:cubicBezTo>
                  <a:cubicBezTo>
                    <a:pt x="3423" y="808"/>
                    <a:pt x="3536" y="978"/>
                    <a:pt x="3626" y="755"/>
                  </a:cubicBezTo>
                  <a:close/>
                  <a:moveTo>
                    <a:pt x="16703" y="5072"/>
                  </a:moveTo>
                  <a:cubicBezTo>
                    <a:pt x="16797" y="5094"/>
                    <a:pt x="16844" y="5338"/>
                    <a:pt x="17024" y="5370"/>
                  </a:cubicBezTo>
                  <a:cubicBezTo>
                    <a:pt x="17205" y="5402"/>
                    <a:pt x="17338" y="5306"/>
                    <a:pt x="17342" y="5200"/>
                  </a:cubicBezTo>
                  <a:cubicBezTo>
                    <a:pt x="17345" y="5094"/>
                    <a:pt x="17177" y="4934"/>
                    <a:pt x="17126" y="5019"/>
                  </a:cubicBezTo>
                  <a:cubicBezTo>
                    <a:pt x="17075" y="5104"/>
                    <a:pt x="17036" y="4881"/>
                    <a:pt x="16974" y="4934"/>
                  </a:cubicBezTo>
                  <a:cubicBezTo>
                    <a:pt x="16911" y="4987"/>
                    <a:pt x="16825" y="4977"/>
                    <a:pt x="16793" y="4828"/>
                  </a:cubicBezTo>
                  <a:cubicBezTo>
                    <a:pt x="16762" y="4679"/>
                    <a:pt x="16656" y="5062"/>
                    <a:pt x="16703" y="5072"/>
                  </a:cubicBezTo>
                  <a:close/>
                  <a:moveTo>
                    <a:pt x="16022" y="5742"/>
                  </a:moveTo>
                  <a:cubicBezTo>
                    <a:pt x="16022" y="5583"/>
                    <a:pt x="15809" y="5801"/>
                    <a:pt x="15897" y="5881"/>
                  </a:cubicBezTo>
                  <a:cubicBezTo>
                    <a:pt x="15944" y="5923"/>
                    <a:pt x="16022" y="5902"/>
                    <a:pt x="16022" y="5742"/>
                  </a:cubicBezTo>
                  <a:close/>
                  <a:moveTo>
                    <a:pt x="16336" y="6444"/>
                  </a:moveTo>
                  <a:cubicBezTo>
                    <a:pt x="16406" y="6402"/>
                    <a:pt x="16285" y="6051"/>
                    <a:pt x="16163" y="5998"/>
                  </a:cubicBezTo>
                  <a:cubicBezTo>
                    <a:pt x="16042" y="5945"/>
                    <a:pt x="15929" y="6216"/>
                    <a:pt x="15944" y="6274"/>
                  </a:cubicBezTo>
                  <a:cubicBezTo>
                    <a:pt x="15979" y="6413"/>
                    <a:pt x="16265" y="6487"/>
                    <a:pt x="16336" y="6444"/>
                  </a:cubicBezTo>
                  <a:close/>
                  <a:moveTo>
                    <a:pt x="15518" y="5083"/>
                  </a:moveTo>
                  <a:cubicBezTo>
                    <a:pt x="15572" y="5158"/>
                    <a:pt x="15592" y="5232"/>
                    <a:pt x="15623" y="5317"/>
                  </a:cubicBezTo>
                  <a:cubicBezTo>
                    <a:pt x="15654" y="5402"/>
                    <a:pt x="15772" y="5275"/>
                    <a:pt x="15819" y="5232"/>
                  </a:cubicBezTo>
                  <a:cubicBezTo>
                    <a:pt x="15866" y="5190"/>
                    <a:pt x="15870" y="5423"/>
                    <a:pt x="15944" y="5296"/>
                  </a:cubicBezTo>
                  <a:cubicBezTo>
                    <a:pt x="16019" y="5168"/>
                    <a:pt x="16093" y="5232"/>
                    <a:pt x="16179" y="5232"/>
                  </a:cubicBezTo>
                  <a:cubicBezTo>
                    <a:pt x="16265" y="5232"/>
                    <a:pt x="16163" y="4945"/>
                    <a:pt x="16167" y="4817"/>
                  </a:cubicBezTo>
                  <a:cubicBezTo>
                    <a:pt x="16171" y="4689"/>
                    <a:pt x="16269" y="4775"/>
                    <a:pt x="16238" y="4881"/>
                  </a:cubicBezTo>
                  <a:cubicBezTo>
                    <a:pt x="16206" y="4987"/>
                    <a:pt x="16285" y="5232"/>
                    <a:pt x="16410" y="5211"/>
                  </a:cubicBezTo>
                  <a:cubicBezTo>
                    <a:pt x="16535" y="5190"/>
                    <a:pt x="16441" y="4977"/>
                    <a:pt x="16504" y="4902"/>
                  </a:cubicBezTo>
                  <a:cubicBezTo>
                    <a:pt x="16567" y="4828"/>
                    <a:pt x="16559" y="4743"/>
                    <a:pt x="16469" y="4594"/>
                  </a:cubicBezTo>
                  <a:cubicBezTo>
                    <a:pt x="16379" y="4445"/>
                    <a:pt x="16261" y="4541"/>
                    <a:pt x="16183" y="4445"/>
                  </a:cubicBezTo>
                  <a:cubicBezTo>
                    <a:pt x="16099" y="4343"/>
                    <a:pt x="15999" y="4339"/>
                    <a:pt x="15995" y="4573"/>
                  </a:cubicBezTo>
                  <a:cubicBezTo>
                    <a:pt x="15991" y="4807"/>
                    <a:pt x="15827" y="4317"/>
                    <a:pt x="15741" y="4243"/>
                  </a:cubicBezTo>
                  <a:cubicBezTo>
                    <a:pt x="15654" y="4169"/>
                    <a:pt x="15388" y="4907"/>
                    <a:pt x="15518" y="5083"/>
                  </a:cubicBezTo>
                  <a:close/>
                  <a:moveTo>
                    <a:pt x="10468" y="2892"/>
                  </a:moveTo>
                  <a:cubicBezTo>
                    <a:pt x="10523" y="2977"/>
                    <a:pt x="10699" y="2786"/>
                    <a:pt x="10817" y="2797"/>
                  </a:cubicBezTo>
                  <a:cubicBezTo>
                    <a:pt x="10934" y="2807"/>
                    <a:pt x="11263" y="2552"/>
                    <a:pt x="11275" y="2382"/>
                  </a:cubicBezTo>
                  <a:cubicBezTo>
                    <a:pt x="11286" y="2212"/>
                    <a:pt x="11153" y="2222"/>
                    <a:pt x="11102" y="2073"/>
                  </a:cubicBezTo>
                  <a:cubicBezTo>
                    <a:pt x="11052" y="1924"/>
                    <a:pt x="10938" y="2052"/>
                    <a:pt x="10911" y="2180"/>
                  </a:cubicBezTo>
                  <a:cubicBezTo>
                    <a:pt x="10883" y="2307"/>
                    <a:pt x="10852" y="2190"/>
                    <a:pt x="10926" y="1988"/>
                  </a:cubicBezTo>
                  <a:cubicBezTo>
                    <a:pt x="11001" y="1786"/>
                    <a:pt x="10852" y="1627"/>
                    <a:pt x="10848" y="1754"/>
                  </a:cubicBezTo>
                  <a:cubicBezTo>
                    <a:pt x="10844" y="1882"/>
                    <a:pt x="10707" y="1776"/>
                    <a:pt x="10707" y="1893"/>
                  </a:cubicBezTo>
                  <a:cubicBezTo>
                    <a:pt x="10707" y="2009"/>
                    <a:pt x="10656" y="2063"/>
                    <a:pt x="10660" y="2180"/>
                  </a:cubicBezTo>
                  <a:cubicBezTo>
                    <a:pt x="10664" y="2297"/>
                    <a:pt x="10566" y="2116"/>
                    <a:pt x="10562" y="2382"/>
                  </a:cubicBezTo>
                  <a:cubicBezTo>
                    <a:pt x="10558" y="2648"/>
                    <a:pt x="10411" y="2803"/>
                    <a:pt x="10468" y="2892"/>
                  </a:cubicBezTo>
                  <a:close/>
                  <a:moveTo>
                    <a:pt x="21072" y="8050"/>
                  </a:moveTo>
                  <a:cubicBezTo>
                    <a:pt x="21150" y="8157"/>
                    <a:pt x="21197" y="7923"/>
                    <a:pt x="21259" y="8040"/>
                  </a:cubicBezTo>
                  <a:cubicBezTo>
                    <a:pt x="21322" y="8157"/>
                    <a:pt x="21475" y="7986"/>
                    <a:pt x="21537" y="7955"/>
                  </a:cubicBezTo>
                  <a:cubicBezTo>
                    <a:pt x="21600" y="7923"/>
                    <a:pt x="21569" y="7710"/>
                    <a:pt x="21393" y="7646"/>
                  </a:cubicBezTo>
                  <a:cubicBezTo>
                    <a:pt x="21216" y="7582"/>
                    <a:pt x="20987" y="7936"/>
                    <a:pt x="21072" y="8050"/>
                  </a:cubicBezTo>
                  <a:close/>
                  <a:moveTo>
                    <a:pt x="9552" y="340"/>
                  </a:moveTo>
                  <a:cubicBezTo>
                    <a:pt x="9568" y="180"/>
                    <a:pt x="9308" y="250"/>
                    <a:pt x="9376" y="404"/>
                  </a:cubicBezTo>
                  <a:cubicBezTo>
                    <a:pt x="9400" y="457"/>
                    <a:pt x="9537" y="499"/>
                    <a:pt x="9552" y="340"/>
                  </a:cubicBezTo>
                  <a:close/>
                  <a:moveTo>
                    <a:pt x="7905" y="6689"/>
                  </a:moveTo>
                  <a:cubicBezTo>
                    <a:pt x="7967" y="6774"/>
                    <a:pt x="8014" y="6742"/>
                    <a:pt x="8006" y="6572"/>
                  </a:cubicBezTo>
                  <a:cubicBezTo>
                    <a:pt x="7999" y="6402"/>
                    <a:pt x="7855" y="6622"/>
                    <a:pt x="7905" y="6689"/>
                  </a:cubicBezTo>
                  <a:close/>
                  <a:moveTo>
                    <a:pt x="9862" y="1393"/>
                  </a:moveTo>
                  <a:cubicBezTo>
                    <a:pt x="9862" y="1510"/>
                    <a:pt x="9736" y="1626"/>
                    <a:pt x="9772" y="1712"/>
                  </a:cubicBezTo>
                  <a:cubicBezTo>
                    <a:pt x="9803" y="1786"/>
                    <a:pt x="9830" y="1765"/>
                    <a:pt x="9869" y="1786"/>
                  </a:cubicBezTo>
                  <a:cubicBezTo>
                    <a:pt x="9909" y="1808"/>
                    <a:pt x="9928" y="2073"/>
                    <a:pt x="9999" y="2031"/>
                  </a:cubicBezTo>
                  <a:cubicBezTo>
                    <a:pt x="10069" y="1988"/>
                    <a:pt x="10261" y="2243"/>
                    <a:pt x="10374" y="2243"/>
                  </a:cubicBezTo>
                  <a:cubicBezTo>
                    <a:pt x="10488" y="2243"/>
                    <a:pt x="10500" y="1988"/>
                    <a:pt x="10464" y="1978"/>
                  </a:cubicBezTo>
                  <a:cubicBezTo>
                    <a:pt x="10429" y="1967"/>
                    <a:pt x="10461" y="1818"/>
                    <a:pt x="10523" y="1573"/>
                  </a:cubicBezTo>
                  <a:cubicBezTo>
                    <a:pt x="10586" y="1329"/>
                    <a:pt x="10327" y="1148"/>
                    <a:pt x="10327" y="1339"/>
                  </a:cubicBezTo>
                  <a:cubicBezTo>
                    <a:pt x="10327" y="1531"/>
                    <a:pt x="10253" y="1297"/>
                    <a:pt x="10230" y="1180"/>
                  </a:cubicBezTo>
                  <a:cubicBezTo>
                    <a:pt x="10206" y="1063"/>
                    <a:pt x="9862" y="1276"/>
                    <a:pt x="9862" y="1393"/>
                  </a:cubicBezTo>
                  <a:close/>
                  <a:moveTo>
                    <a:pt x="9654" y="1095"/>
                  </a:moveTo>
                  <a:cubicBezTo>
                    <a:pt x="9729" y="1180"/>
                    <a:pt x="9701" y="1233"/>
                    <a:pt x="9623" y="1233"/>
                  </a:cubicBezTo>
                  <a:cubicBezTo>
                    <a:pt x="9545" y="1233"/>
                    <a:pt x="9477" y="1305"/>
                    <a:pt x="9529" y="1361"/>
                  </a:cubicBezTo>
                  <a:cubicBezTo>
                    <a:pt x="9568" y="1404"/>
                    <a:pt x="9564" y="1520"/>
                    <a:pt x="9646" y="1573"/>
                  </a:cubicBezTo>
                  <a:cubicBezTo>
                    <a:pt x="9729" y="1627"/>
                    <a:pt x="9811" y="1446"/>
                    <a:pt x="9803" y="1318"/>
                  </a:cubicBezTo>
                  <a:cubicBezTo>
                    <a:pt x="9795" y="1191"/>
                    <a:pt x="10089" y="1074"/>
                    <a:pt x="10167" y="1020"/>
                  </a:cubicBezTo>
                  <a:cubicBezTo>
                    <a:pt x="10245" y="967"/>
                    <a:pt x="10116" y="744"/>
                    <a:pt x="10202" y="723"/>
                  </a:cubicBezTo>
                  <a:cubicBezTo>
                    <a:pt x="10288" y="701"/>
                    <a:pt x="10253" y="595"/>
                    <a:pt x="10147" y="553"/>
                  </a:cubicBezTo>
                  <a:cubicBezTo>
                    <a:pt x="10042" y="510"/>
                    <a:pt x="10085" y="265"/>
                    <a:pt x="10050" y="180"/>
                  </a:cubicBezTo>
                  <a:cubicBezTo>
                    <a:pt x="10014" y="95"/>
                    <a:pt x="9995" y="287"/>
                    <a:pt x="9858" y="361"/>
                  </a:cubicBezTo>
                  <a:cubicBezTo>
                    <a:pt x="9721" y="436"/>
                    <a:pt x="9654" y="531"/>
                    <a:pt x="9709" y="606"/>
                  </a:cubicBezTo>
                  <a:cubicBezTo>
                    <a:pt x="9764" y="680"/>
                    <a:pt x="9709" y="861"/>
                    <a:pt x="9650" y="850"/>
                  </a:cubicBezTo>
                  <a:cubicBezTo>
                    <a:pt x="9592" y="840"/>
                    <a:pt x="9580" y="1010"/>
                    <a:pt x="9654" y="1095"/>
                  </a:cubicBezTo>
                  <a:close/>
                  <a:moveTo>
                    <a:pt x="6762" y="6530"/>
                  </a:moveTo>
                  <a:cubicBezTo>
                    <a:pt x="6813" y="6551"/>
                    <a:pt x="6950" y="6476"/>
                    <a:pt x="6965" y="6402"/>
                  </a:cubicBezTo>
                  <a:cubicBezTo>
                    <a:pt x="6981" y="6327"/>
                    <a:pt x="6910" y="6242"/>
                    <a:pt x="6820" y="6242"/>
                  </a:cubicBezTo>
                  <a:cubicBezTo>
                    <a:pt x="6730" y="6242"/>
                    <a:pt x="6718" y="6511"/>
                    <a:pt x="6762" y="6530"/>
                  </a:cubicBezTo>
                  <a:close/>
                  <a:moveTo>
                    <a:pt x="6006" y="616"/>
                  </a:moveTo>
                  <a:cubicBezTo>
                    <a:pt x="6155" y="574"/>
                    <a:pt x="6151" y="350"/>
                    <a:pt x="6073" y="308"/>
                  </a:cubicBezTo>
                  <a:cubicBezTo>
                    <a:pt x="5995" y="265"/>
                    <a:pt x="5983" y="436"/>
                    <a:pt x="5944" y="425"/>
                  </a:cubicBezTo>
                  <a:cubicBezTo>
                    <a:pt x="5904" y="414"/>
                    <a:pt x="5757" y="492"/>
                    <a:pt x="5787" y="584"/>
                  </a:cubicBezTo>
                  <a:cubicBezTo>
                    <a:pt x="5822" y="691"/>
                    <a:pt x="5932" y="638"/>
                    <a:pt x="6006" y="616"/>
                  </a:cubicBezTo>
                  <a:close/>
                  <a:moveTo>
                    <a:pt x="343" y="16997"/>
                  </a:moveTo>
                  <a:cubicBezTo>
                    <a:pt x="325" y="17021"/>
                    <a:pt x="278" y="16973"/>
                    <a:pt x="263" y="16917"/>
                  </a:cubicBezTo>
                  <a:cubicBezTo>
                    <a:pt x="252" y="16872"/>
                    <a:pt x="215" y="16889"/>
                    <a:pt x="183" y="16897"/>
                  </a:cubicBezTo>
                  <a:cubicBezTo>
                    <a:pt x="190" y="16909"/>
                    <a:pt x="198" y="16925"/>
                    <a:pt x="204" y="16952"/>
                  </a:cubicBezTo>
                  <a:cubicBezTo>
                    <a:pt x="221" y="17037"/>
                    <a:pt x="133" y="17048"/>
                    <a:pt x="161" y="17149"/>
                  </a:cubicBezTo>
                  <a:cubicBezTo>
                    <a:pt x="188" y="17250"/>
                    <a:pt x="98" y="17255"/>
                    <a:pt x="98" y="17149"/>
                  </a:cubicBezTo>
                  <a:cubicBezTo>
                    <a:pt x="98" y="17042"/>
                    <a:pt x="4" y="17095"/>
                    <a:pt x="8" y="17164"/>
                  </a:cubicBezTo>
                  <a:cubicBezTo>
                    <a:pt x="9" y="17189"/>
                    <a:pt x="6" y="17220"/>
                    <a:pt x="0" y="17249"/>
                  </a:cubicBezTo>
                  <a:cubicBezTo>
                    <a:pt x="26" y="17274"/>
                    <a:pt x="55" y="17303"/>
                    <a:pt x="67" y="17316"/>
                  </a:cubicBezTo>
                  <a:cubicBezTo>
                    <a:pt x="85" y="17335"/>
                    <a:pt x="319" y="17402"/>
                    <a:pt x="411" y="17355"/>
                  </a:cubicBezTo>
                  <a:cubicBezTo>
                    <a:pt x="406" y="17309"/>
                    <a:pt x="416" y="17170"/>
                    <a:pt x="416" y="17117"/>
                  </a:cubicBezTo>
                  <a:cubicBezTo>
                    <a:pt x="416" y="17053"/>
                    <a:pt x="360" y="16973"/>
                    <a:pt x="343" y="1699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37" name="Shape 2391"/>
            <p:cNvSpPr/>
            <p:nvPr/>
          </p:nvSpPr>
          <p:spPr>
            <a:xfrm>
              <a:off x="8223485" y="4968873"/>
              <a:ext cx="832238" cy="859165"/>
            </a:xfrm>
            <a:custGeom>
              <a:avLst/>
              <a:gdLst/>
              <a:ahLst/>
              <a:cxnLst>
                <a:cxn ang="0">
                  <a:pos x="wd2" y="hd2"/>
                </a:cxn>
                <a:cxn ang="5400000">
                  <a:pos x="wd2" y="hd2"/>
                </a:cxn>
                <a:cxn ang="10800000">
                  <a:pos x="wd2" y="hd2"/>
                </a:cxn>
                <a:cxn ang="16200000">
                  <a:pos x="wd2" y="hd2"/>
                </a:cxn>
              </a:cxnLst>
              <a:rect l="0" t="0" r="r" b="b"/>
              <a:pathLst>
                <a:path w="21600" h="21229" extrusionOk="0">
                  <a:moveTo>
                    <a:pt x="19771" y="14002"/>
                  </a:moveTo>
                  <a:cubicBezTo>
                    <a:pt x="19196" y="13703"/>
                    <a:pt x="18960" y="9947"/>
                    <a:pt x="19247" y="9848"/>
                  </a:cubicBezTo>
                  <a:cubicBezTo>
                    <a:pt x="19286" y="9835"/>
                    <a:pt x="19322" y="9875"/>
                    <a:pt x="19358" y="9952"/>
                  </a:cubicBezTo>
                  <a:lnTo>
                    <a:pt x="19300" y="9101"/>
                  </a:lnTo>
                  <a:cubicBezTo>
                    <a:pt x="19300" y="9101"/>
                    <a:pt x="19267" y="9096"/>
                    <a:pt x="19223" y="9078"/>
                  </a:cubicBezTo>
                  <a:cubicBezTo>
                    <a:pt x="19130" y="9043"/>
                    <a:pt x="18987" y="8956"/>
                    <a:pt x="18987" y="8753"/>
                  </a:cubicBezTo>
                  <a:cubicBezTo>
                    <a:pt x="18987" y="8455"/>
                    <a:pt x="19247" y="8430"/>
                    <a:pt x="19247" y="8430"/>
                  </a:cubicBezTo>
                  <a:cubicBezTo>
                    <a:pt x="19247" y="8430"/>
                    <a:pt x="19196" y="7808"/>
                    <a:pt x="19484" y="7708"/>
                  </a:cubicBezTo>
                  <a:cubicBezTo>
                    <a:pt x="19541" y="7689"/>
                    <a:pt x="19587" y="7650"/>
                    <a:pt x="19627" y="7603"/>
                  </a:cubicBezTo>
                  <a:cubicBezTo>
                    <a:pt x="19788" y="7414"/>
                    <a:pt x="19823" y="7048"/>
                    <a:pt x="19823" y="6787"/>
                  </a:cubicBezTo>
                  <a:cubicBezTo>
                    <a:pt x="19823" y="6465"/>
                    <a:pt x="19901" y="6091"/>
                    <a:pt x="20032" y="5818"/>
                  </a:cubicBezTo>
                  <a:cubicBezTo>
                    <a:pt x="20163" y="5545"/>
                    <a:pt x="20110" y="5171"/>
                    <a:pt x="20320" y="5022"/>
                  </a:cubicBezTo>
                  <a:cubicBezTo>
                    <a:pt x="20529" y="4873"/>
                    <a:pt x="20503" y="4475"/>
                    <a:pt x="20764" y="4400"/>
                  </a:cubicBezTo>
                  <a:cubicBezTo>
                    <a:pt x="21024" y="4325"/>
                    <a:pt x="21234" y="4226"/>
                    <a:pt x="21260" y="4076"/>
                  </a:cubicBezTo>
                  <a:cubicBezTo>
                    <a:pt x="21286" y="3927"/>
                    <a:pt x="21600" y="3728"/>
                    <a:pt x="21600" y="3504"/>
                  </a:cubicBezTo>
                  <a:cubicBezTo>
                    <a:pt x="21600" y="3281"/>
                    <a:pt x="21208" y="3231"/>
                    <a:pt x="21208" y="2957"/>
                  </a:cubicBezTo>
                  <a:cubicBezTo>
                    <a:pt x="21208" y="2683"/>
                    <a:pt x="21313" y="1987"/>
                    <a:pt x="21313" y="1987"/>
                  </a:cubicBezTo>
                  <a:cubicBezTo>
                    <a:pt x="21313" y="1987"/>
                    <a:pt x="21323" y="1984"/>
                    <a:pt x="21330" y="1981"/>
                  </a:cubicBezTo>
                  <a:cubicBezTo>
                    <a:pt x="20767" y="1491"/>
                    <a:pt x="20116" y="982"/>
                    <a:pt x="19968" y="888"/>
                  </a:cubicBezTo>
                  <a:cubicBezTo>
                    <a:pt x="19751" y="750"/>
                    <a:pt x="19386" y="1028"/>
                    <a:pt x="19386" y="1028"/>
                  </a:cubicBezTo>
                  <a:cubicBezTo>
                    <a:pt x="19386" y="1028"/>
                    <a:pt x="19022" y="680"/>
                    <a:pt x="18730" y="958"/>
                  </a:cubicBezTo>
                  <a:cubicBezTo>
                    <a:pt x="18439" y="1235"/>
                    <a:pt x="18002" y="958"/>
                    <a:pt x="18002" y="958"/>
                  </a:cubicBezTo>
                  <a:cubicBezTo>
                    <a:pt x="18002" y="958"/>
                    <a:pt x="17638" y="750"/>
                    <a:pt x="17492" y="402"/>
                  </a:cubicBezTo>
                  <a:cubicBezTo>
                    <a:pt x="17433" y="261"/>
                    <a:pt x="17324" y="178"/>
                    <a:pt x="17187" y="110"/>
                  </a:cubicBezTo>
                  <a:lnTo>
                    <a:pt x="17205" y="154"/>
                  </a:lnTo>
                  <a:lnTo>
                    <a:pt x="16333" y="293"/>
                  </a:lnTo>
                  <a:cubicBezTo>
                    <a:pt x="16333" y="293"/>
                    <a:pt x="15244" y="-260"/>
                    <a:pt x="15026" y="154"/>
                  </a:cubicBezTo>
                  <a:cubicBezTo>
                    <a:pt x="14808" y="570"/>
                    <a:pt x="14590" y="293"/>
                    <a:pt x="14081" y="293"/>
                  </a:cubicBezTo>
                  <a:cubicBezTo>
                    <a:pt x="13573" y="293"/>
                    <a:pt x="13136" y="501"/>
                    <a:pt x="12846" y="639"/>
                  </a:cubicBezTo>
                  <a:cubicBezTo>
                    <a:pt x="12555" y="778"/>
                    <a:pt x="12119" y="501"/>
                    <a:pt x="11901" y="639"/>
                  </a:cubicBezTo>
                  <a:cubicBezTo>
                    <a:pt x="11683" y="778"/>
                    <a:pt x="11537" y="1400"/>
                    <a:pt x="11537" y="1400"/>
                  </a:cubicBezTo>
                  <a:lnTo>
                    <a:pt x="9286" y="985"/>
                  </a:lnTo>
                  <a:cubicBezTo>
                    <a:pt x="9286" y="985"/>
                    <a:pt x="8850" y="362"/>
                    <a:pt x="8341" y="362"/>
                  </a:cubicBezTo>
                  <a:cubicBezTo>
                    <a:pt x="7832" y="362"/>
                    <a:pt x="7106" y="1262"/>
                    <a:pt x="7106" y="1262"/>
                  </a:cubicBezTo>
                  <a:lnTo>
                    <a:pt x="7106" y="2014"/>
                  </a:lnTo>
                  <a:cubicBezTo>
                    <a:pt x="7192" y="2465"/>
                    <a:pt x="7082" y="2937"/>
                    <a:pt x="6930" y="3177"/>
                  </a:cubicBezTo>
                  <a:cubicBezTo>
                    <a:pt x="6712" y="3524"/>
                    <a:pt x="6493" y="3662"/>
                    <a:pt x="6493" y="4356"/>
                  </a:cubicBezTo>
                  <a:cubicBezTo>
                    <a:pt x="6493" y="5049"/>
                    <a:pt x="5619" y="6159"/>
                    <a:pt x="5619" y="6713"/>
                  </a:cubicBezTo>
                  <a:cubicBezTo>
                    <a:pt x="5619" y="7268"/>
                    <a:pt x="4599" y="7615"/>
                    <a:pt x="4599" y="7961"/>
                  </a:cubicBezTo>
                  <a:cubicBezTo>
                    <a:pt x="4599" y="8307"/>
                    <a:pt x="4527" y="9071"/>
                    <a:pt x="4527" y="9834"/>
                  </a:cubicBezTo>
                  <a:cubicBezTo>
                    <a:pt x="4527" y="10597"/>
                    <a:pt x="4090" y="9972"/>
                    <a:pt x="4090" y="10665"/>
                  </a:cubicBezTo>
                  <a:cubicBezTo>
                    <a:pt x="4090" y="11359"/>
                    <a:pt x="3725" y="10943"/>
                    <a:pt x="3361" y="11290"/>
                  </a:cubicBezTo>
                  <a:cubicBezTo>
                    <a:pt x="2998" y="11637"/>
                    <a:pt x="2852" y="11706"/>
                    <a:pt x="2852" y="11360"/>
                  </a:cubicBezTo>
                  <a:cubicBezTo>
                    <a:pt x="2852" y="11013"/>
                    <a:pt x="2342" y="10943"/>
                    <a:pt x="1904" y="11290"/>
                  </a:cubicBezTo>
                  <a:cubicBezTo>
                    <a:pt x="1468" y="11637"/>
                    <a:pt x="1322" y="11290"/>
                    <a:pt x="1104" y="11220"/>
                  </a:cubicBezTo>
                  <a:cubicBezTo>
                    <a:pt x="983" y="11183"/>
                    <a:pt x="484" y="11463"/>
                    <a:pt x="0" y="11778"/>
                  </a:cubicBezTo>
                  <a:cubicBezTo>
                    <a:pt x="218" y="12207"/>
                    <a:pt x="330" y="12636"/>
                    <a:pt x="419" y="13015"/>
                  </a:cubicBezTo>
                  <a:cubicBezTo>
                    <a:pt x="427" y="13051"/>
                    <a:pt x="438" y="13090"/>
                    <a:pt x="449" y="13128"/>
                  </a:cubicBezTo>
                  <a:cubicBezTo>
                    <a:pt x="706" y="12955"/>
                    <a:pt x="966" y="12803"/>
                    <a:pt x="1115" y="12783"/>
                  </a:cubicBezTo>
                  <a:cubicBezTo>
                    <a:pt x="1481" y="12733"/>
                    <a:pt x="4930" y="12783"/>
                    <a:pt x="4930" y="12783"/>
                  </a:cubicBezTo>
                  <a:cubicBezTo>
                    <a:pt x="4930" y="12783"/>
                    <a:pt x="5243" y="13280"/>
                    <a:pt x="5139" y="13729"/>
                  </a:cubicBezTo>
                  <a:cubicBezTo>
                    <a:pt x="5034" y="14176"/>
                    <a:pt x="5347" y="13977"/>
                    <a:pt x="5609" y="14574"/>
                  </a:cubicBezTo>
                  <a:cubicBezTo>
                    <a:pt x="5870" y="15171"/>
                    <a:pt x="6079" y="15420"/>
                    <a:pt x="6602" y="15271"/>
                  </a:cubicBezTo>
                  <a:cubicBezTo>
                    <a:pt x="7124" y="15121"/>
                    <a:pt x="7752" y="15022"/>
                    <a:pt x="7961" y="15072"/>
                  </a:cubicBezTo>
                  <a:cubicBezTo>
                    <a:pt x="8168" y="15121"/>
                    <a:pt x="8117" y="14226"/>
                    <a:pt x="8430" y="14076"/>
                  </a:cubicBezTo>
                  <a:cubicBezTo>
                    <a:pt x="8744" y="13927"/>
                    <a:pt x="9372" y="14076"/>
                    <a:pt x="9372" y="14076"/>
                  </a:cubicBezTo>
                  <a:cubicBezTo>
                    <a:pt x="9372" y="14076"/>
                    <a:pt x="9424" y="14325"/>
                    <a:pt x="9945" y="14325"/>
                  </a:cubicBezTo>
                  <a:cubicBezTo>
                    <a:pt x="10469" y="14325"/>
                    <a:pt x="10731" y="14126"/>
                    <a:pt x="10731" y="14475"/>
                  </a:cubicBezTo>
                  <a:cubicBezTo>
                    <a:pt x="10731" y="14823"/>
                    <a:pt x="10783" y="15221"/>
                    <a:pt x="10939" y="15370"/>
                  </a:cubicBezTo>
                  <a:cubicBezTo>
                    <a:pt x="11095" y="15519"/>
                    <a:pt x="10522" y="16763"/>
                    <a:pt x="10783" y="16962"/>
                  </a:cubicBezTo>
                  <a:cubicBezTo>
                    <a:pt x="11044" y="17161"/>
                    <a:pt x="11410" y="17609"/>
                    <a:pt x="11357" y="17858"/>
                  </a:cubicBezTo>
                  <a:cubicBezTo>
                    <a:pt x="11305" y="18107"/>
                    <a:pt x="11148" y="18703"/>
                    <a:pt x="11357" y="18753"/>
                  </a:cubicBezTo>
                  <a:cubicBezTo>
                    <a:pt x="11566" y="18803"/>
                    <a:pt x="11619" y="18455"/>
                    <a:pt x="11984" y="18455"/>
                  </a:cubicBezTo>
                  <a:cubicBezTo>
                    <a:pt x="12350" y="18455"/>
                    <a:pt x="12663" y="18504"/>
                    <a:pt x="13029" y="18355"/>
                  </a:cubicBezTo>
                  <a:cubicBezTo>
                    <a:pt x="13149" y="18306"/>
                    <a:pt x="13256" y="18325"/>
                    <a:pt x="13348" y="18366"/>
                  </a:cubicBezTo>
                  <a:cubicBezTo>
                    <a:pt x="13536" y="18454"/>
                    <a:pt x="13657" y="18653"/>
                    <a:pt x="13657" y="18653"/>
                  </a:cubicBezTo>
                  <a:cubicBezTo>
                    <a:pt x="13657" y="18653"/>
                    <a:pt x="13761" y="19002"/>
                    <a:pt x="13970" y="18903"/>
                  </a:cubicBezTo>
                  <a:cubicBezTo>
                    <a:pt x="14179" y="18803"/>
                    <a:pt x="14754" y="18653"/>
                    <a:pt x="14702" y="18852"/>
                  </a:cubicBezTo>
                  <a:cubicBezTo>
                    <a:pt x="14650" y="19052"/>
                    <a:pt x="14858" y="19500"/>
                    <a:pt x="15067" y="19400"/>
                  </a:cubicBezTo>
                  <a:cubicBezTo>
                    <a:pt x="15277" y="19300"/>
                    <a:pt x="15799" y="19699"/>
                    <a:pt x="16061" y="19699"/>
                  </a:cubicBezTo>
                  <a:cubicBezTo>
                    <a:pt x="16322" y="19699"/>
                    <a:pt x="16583" y="19699"/>
                    <a:pt x="16583" y="19549"/>
                  </a:cubicBezTo>
                  <a:cubicBezTo>
                    <a:pt x="16583" y="19400"/>
                    <a:pt x="16896" y="19152"/>
                    <a:pt x="17002" y="19350"/>
                  </a:cubicBezTo>
                  <a:cubicBezTo>
                    <a:pt x="17106" y="19549"/>
                    <a:pt x="17367" y="19997"/>
                    <a:pt x="17628" y="19997"/>
                  </a:cubicBezTo>
                  <a:cubicBezTo>
                    <a:pt x="17890" y="19997"/>
                    <a:pt x="18516" y="19997"/>
                    <a:pt x="18516" y="20196"/>
                  </a:cubicBezTo>
                  <a:cubicBezTo>
                    <a:pt x="18516" y="20395"/>
                    <a:pt x="18725" y="20943"/>
                    <a:pt x="18987" y="21141"/>
                  </a:cubicBezTo>
                  <a:cubicBezTo>
                    <a:pt x="19247" y="21340"/>
                    <a:pt x="19823" y="21141"/>
                    <a:pt x="19823" y="21141"/>
                  </a:cubicBezTo>
                  <a:cubicBezTo>
                    <a:pt x="19823" y="21141"/>
                    <a:pt x="20032" y="20992"/>
                    <a:pt x="20032" y="20644"/>
                  </a:cubicBezTo>
                  <a:cubicBezTo>
                    <a:pt x="20032" y="20295"/>
                    <a:pt x="20032" y="19848"/>
                    <a:pt x="19875" y="19848"/>
                  </a:cubicBezTo>
                  <a:cubicBezTo>
                    <a:pt x="19718" y="19848"/>
                    <a:pt x="19456" y="20196"/>
                    <a:pt x="19091" y="20096"/>
                  </a:cubicBezTo>
                  <a:cubicBezTo>
                    <a:pt x="18725" y="19997"/>
                    <a:pt x="18464" y="19300"/>
                    <a:pt x="18308" y="19201"/>
                  </a:cubicBezTo>
                  <a:cubicBezTo>
                    <a:pt x="18151" y="19102"/>
                    <a:pt x="18569" y="18455"/>
                    <a:pt x="18569" y="18156"/>
                  </a:cubicBezTo>
                  <a:cubicBezTo>
                    <a:pt x="18569" y="17858"/>
                    <a:pt x="18830" y="17012"/>
                    <a:pt x="18621" y="16912"/>
                  </a:cubicBezTo>
                  <a:cubicBezTo>
                    <a:pt x="18412" y="16813"/>
                    <a:pt x="18516" y="16514"/>
                    <a:pt x="18778" y="16316"/>
                  </a:cubicBezTo>
                  <a:cubicBezTo>
                    <a:pt x="19038" y="16116"/>
                    <a:pt x="18673" y="15569"/>
                    <a:pt x="19091" y="15569"/>
                  </a:cubicBezTo>
                  <a:cubicBezTo>
                    <a:pt x="19484" y="15569"/>
                    <a:pt x="20283" y="15609"/>
                    <a:pt x="20510" y="15369"/>
                  </a:cubicBezTo>
                  <a:cubicBezTo>
                    <a:pt x="20524" y="15352"/>
                    <a:pt x="20545" y="15339"/>
                    <a:pt x="20553" y="15320"/>
                  </a:cubicBezTo>
                  <a:cubicBezTo>
                    <a:pt x="20584" y="15265"/>
                    <a:pt x="20609" y="15207"/>
                    <a:pt x="20631" y="15147"/>
                  </a:cubicBezTo>
                  <a:cubicBezTo>
                    <a:pt x="20362" y="14728"/>
                    <a:pt x="20094" y="14170"/>
                    <a:pt x="19771" y="1400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38" name="Shape 2392"/>
            <p:cNvSpPr/>
            <p:nvPr/>
          </p:nvSpPr>
          <p:spPr>
            <a:xfrm>
              <a:off x="8968816" y="5316694"/>
              <a:ext cx="73079" cy="95714"/>
            </a:xfrm>
            <a:custGeom>
              <a:avLst/>
              <a:gdLst/>
              <a:ahLst/>
              <a:cxnLst>
                <a:cxn ang="0">
                  <a:pos x="wd2" y="hd2"/>
                </a:cxn>
                <a:cxn ang="5400000">
                  <a:pos x="wd2" y="hd2"/>
                </a:cxn>
                <a:cxn ang="10800000">
                  <a:pos x="wd2" y="hd2"/>
                </a:cxn>
                <a:cxn ang="16200000">
                  <a:pos x="wd2" y="hd2"/>
                </a:cxn>
              </a:cxnLst>
              <a:rect l="0" t="0" r="r" b="b"/>
              <a:pathLst>
                <a:path w="21600" h="21600" extrusionOk="0">
                  <a:moveTo>
                    <a:pt x="1542" y="10951"/>
                  </a:moveTo>
                  <a:cubicBezTo>
                    <a:pt x="2596" y="12763"/>
                    <a:pt x="3650" y="16908"/>
                    <a:pt x="4876" y="21600"/>
                  </a:cubicBezTo>
                  <a:cubicBezTo>
                    <a:pt x="7530" y="20297"/>
                    <a:pt x="9696" y="19300"/>
                    <a:pt x="10614" y="19010"/>
                  </a:cubicBezTo>
                  <a:cubicBezTo>
                    <a:pt x="14056" y="17970"/>
                    <a:pt x="21600" y="6959"/>
                    <a:pt x="21600" y="6959"/>
                  </a:cubicBezTo>
                  <a:lnTo>
                    <a:pt x="18172" y="5382"/>
                  </a:lnTo>
                  <a:cubicBezTo>
                    <a:pt x="18172" y="5382"/>
                    <a:pt x="18545" y="3088"/>
                    <a:pt x="17627" y="0"/>
                  </a:cubicBezTo>
                  <a:cubicBezTo>
                    <a:pt x="14551" y="279"/>
                    <a:pt x="11302" y="137"/>
                    <a:pt x="11302" y="137"/>
                  </a:cubicBezTo>
                  <a:cubicBezTo>
                    <a:pt x="11302" y="137"/>
                    <a:pt x="11990" y="4336"/>
                    <a:pt x="4432" y="3285"/>
                  </a:cubicBezTo>
                  <a:cubicBezTo>
                    <a:pt x="3227" y="3121"/>
                    <a:pt x="1685" y="3017"/>
                    <a:pt x="0" y="2968"/>
                  </a:cubicBezTo>
                  <a:cubicBezTo>
                    <a:pt x="502" y="3126"/>
                    <a:pt x="889" y="3181"/>
                    <a:pt x="889" y="3181"/>
                  </a:cubicBezTo>
                  <a:cubicBezTo>
                    <a:pt x="889" y="3181"/>
                    <a:pt x="1542" y="10951"/>
                    <a:pt x="1542" y="1095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39" name="Shape 2393"/>
            <p:cNvSpPr/>
            <p:nvPr/>
          </p:nvSpPr>
          <p:spPr>
            <a:xfrm>
              <a:off x="9018505" y="5714204"/>
              <a:ext cx="480194" cy="777891"/>
            </a:xfrm>
            <a:custGeom>
              <a:avLst/>
              <a:gdLst/>
              <a:ahLst/>
              <a:cxnLst>
                <a:cxn ang="0">
                  <a:pos x="wd2" y="hd2"/>
                </a:cxn>
                <a:cxn ang="5400000">
                  <a:pos x="wd2" y="hd2"/>
                </a:cxn>
                <a:cxn ang="10800000">
                  <a:pos x="wd2" y="hd2"/>
                </a:cxn>
                <a:cxn ang="16200000">
                  <a:pos x="wd2" y="hd2"/>
                </a:cxn>
              </a:cxnLst>
              <a:rect l="0" t="0" r="r" b="b"/>
              <a:pathLst>
                <a:path w="21406" h="21600" extrusionOk="0">
                  <a:moveTo>
                    <a:pt x="21392" y="5526"/>
                  </a:moveTo>
                  <a:cubicBezTo>
                    <a:pt x="21183" y="5191"/>
                    <a:pt x="20763" y="3681"/>
                    <a:pt x="20882" y="3067"/>
                  </a:cubicBezTo>
                  <a:cubicBezTo>
                    <a:pt x="21002" y="2451"/>
                    <a:pt x="20702" y="830"/>
                    <a:pt x="20702" y="49"/>
                  </a:cubicBezTo>
                  <a:cubicBezTo>
                    <a:pt x="20702" y="30"/>
                    <a:pt x="20698" y="16"/>
                    <a:pt x="20697" y="0"/>
                  </a:cubicBezTo>
                  <a:cubicBezTo>
                    <a:pt x="19707" y="280"/>
                    <a:pt x="18643" y="601"/>
                    <a:pt x="18549" y="718"/>
                  </a:cubicBezTo>
                  <a:cubicBezTo>
                    <a:pt x="18369" y="941"/>
                    <a:pt x="17592" y="681"/>
                    <a:pt x="17111" y="941"/>
                  </a:cubicBezTo>
                  <a:cubicBezTo>
                    <a:pt x="16633" y="1203"/>
                    <a:pt x="16335" y="979"/>
                    <a:pt x="15916" y="905"/>
                  </a:cubicBezTo>
                  <a:cubicBezTo>
                    <a:pt x="15500" y="831"/>
                    <a:pt x="15317" y="1165"/>
                    <a:pt x="15260" y="1389"/>
                  </a:cubicBezTo>
                  <a:cubicBezTo>
                    <a:pt x="15198" y="1612"/>
                    <a:pt x="14362" y="1501"/>
                    <a:pt x="14060" y="1464"/>
                  </a:cubicBezTo>
                  <a:cubicBezTo>
                    <a:pt x="13761" y="1426"/>
                    <a:pt x="12805" y="1612"/>
                    <a:pt x="12326" y="1612"/>
                  </a:cubicBezTo>
                  <a:cubicBezTo>
                    <a:pt x="11847" y="1612"/>
                    <a:pt x="12207" y="1352"/>
                    <a:pt x="11669" y="1241"/>
                  </a:cubicBezTo>
                  <a:cubicBezTo>
                    <a:pt x="11130" y="1129"/>
                    <a:pt x="10771" y="1389"/>
                    <a:pt x="10471" y="1389"/>
                  </a:cubicBezTo>
                  <a:cubicBezTo>
                    <a:pt x="10290" y="1389"/>
                    <a:pt x="9731" y="1348"/>
                    <a:pt x="9322" y="1315"/>
                  </a:cubicBezTo>
                  <a:cubicBezTo>
                    <a:pt x="9316" y="1488"/>
                    <a:pt x="9284" y="1640"/>
                    <a:pt x="9214" y="1753"/>
                  </a:cubicBezTo>
                  <a:cubicBezTo>
                    <a:pt x="8827" y="2384"/>
                    <a:pt x="10023" y="3814"/>
                    <a:pt x="10082" y="4419"/>
                  </a:cubicBezTo>
                  <a:cubicBezTo>
                    <a:pt x="10525" y="4657"/>
                    <a:pt x="11037" y="4948"/>
                    <a:pt x="11308" y="5154"/>
                  </a:cubicBezTo>
                  <a:cubicBezTo>
                    <a:pt x="11847" y="5564"/>
                    <a:pt x="11308" y="5526"/>
                    <a:pt x="11368" y="6421"/>
                  </a:cubicBezTo>
                  <a:cubicBezTo>
                    <a:pt x="11429" y="7315"/>
                    <a:pt x="10771" y="6944"/>
                    <a:pt x="10231" y="7241"/>
                  </a:cubicBezTo>
                  <a:cubicBezTo>
                    <a:pt x="9694" y="7539"/>
                    <a:pt x="10171" y="8210"/>
                    <a:pt x="10052" y="8397"/>
                  </a:cubicBezTo>
                  <a:cubicBezTo>
                    <a:pt x="9932" y="8583"/>
                    <a:pt x="8317" y="7092"/>
                    <a:pt x="8196" y="6868"/>
                  </a:cubicBezTo>
                  <a:cubicBezTo>
                    <a:pt x="8078" y="6644"/>
                    <a:pt x="8796" y="5750"/>
                    <a:pt x="8617" y="5229"/>
                  </a:cubicBezTo>
                  <a:cubicBezTo>
                    <a:pt x="8437" y="4707"/>
                    <a:pt x="7360" y="5042"/>
                    <a:pt x="7001" y="5079"/>
                  </a:cubicBezTo>
                  <a:cubicBezTo>
                    <a:pt x="6642" y="5116"/>
                    <a:pt x="5803" y="4483"/>
                    <a:pt x="5623" y="4483"/>
                  </a:cubicBezTo>
                  <a:cubicBezTo>
                    <a:pt x="5444" y="4483"/>
                    <a:pt x="0" y="5750"/>
                    <a:pt x="0" y="5750"/>
                  </a:cubicBezTo>
                  <a:lnTo>
                    <a:pt x="416" y="6682"/>
                  </a:lnTo>
                  <a:lnTo>
                    <a:pt x="300" y="6684"/>
                  </a:lnTo>
                  <a:lnTo>
                    <a:pt x="598" y="7092"/>
                  </a:lnTo>
                  <a:cubicBezTo>
                    <a:pt x="598" y="7092"/>
                    <a:pt x="2394" y="7147"/>
                    <a:pt x="3200" y="7483"/>
                  </a:cubicBezTo>
                  <a:cubicBezTo>
                    <a:pt x="4007" y="7819"/>
                    <a:pt x="5264" y="7874"/>
                    <a:pt x="5534" y="7986"/>
                  </a:cubicBezTo>
                  <a:cubicBezTo>
                    <a:pt x="5803" y="8098"/>
                    <a:pt x="5534" y="9329"/>
                    <a:pt x="5623" y="9943"/>
                  </a:cubicBezTo>
                  <a:cubicBezTo>
                    <a:pt x="5714" y="10558"/>
                    <a:pt x="4547" y="10726"/>
                    <a:pt x="5084" y="11061"/>
                  </a:cubicBezTo>
                  <a:cubicBezTo>
                    <a:pt x="5623" y="11397"/>
                    <a:pt x="5355" y="11956"/>
                    <a:pt x="5714" y="12011"/>
                  </a:cubicBezTo>
                  <a:cubicBezTo>
                    <a:pt x="6073" y="12068"/>
                    <a:pt x="5084" y="12794"/>
                    <a:pt x="4637" y="12962"/>
                  </a:cubicBezTo>
                  <a:cubicBezTo>
                    <a:pt x="4188" y="13130"/>
                    <a:pt x="4637" y="13745"/>
                    <a:pt x="4097" y="14192"/>
                  </a:cubicBezTo>
                  <a:cubicBezTo>
                    <a:pt x="3753" y="14479"/>
                    <a:pt x="2747" y="15040"/>
                    <a:pt x="2044" y="15465"/>
                  </a:cubicBezTo>
                  <a:cubicBezTo>
                    <a:pt x="2080" y="15477"/>
                    <a:pt x="2110" y="15490"/>
                    <a:pt x="2123" y="15506"/>
                  </a:cubicBezTo>
                  <a:cubicBezTo>
                    <a:pt x="2303" y="15702"/>
                    <a:pt x="2841" y="17659"/>
                    <a:pt x="3379" y="17854"/>
                  </a:cubicBezTo>
                  <a:cubicBezTo>
                    <a:pt x="3919" y="18050"/>
                    <a:pt x="3604" y="19978"/>
                    <a:pt x="3559" y="20147"/>
                  </a:cubicBezTo>
                  <a:cubicBezTo>
                    <a:pt x="3514" y="20314"/>
                    <a:pt x="3784" y="21600"/>
                    <a:pt x="3784" y="21600"/>
                  </a:cubicBezTo>
                  <a:cubicBezTo>
                    <a:pt x="3784" y="21600"/>
                    <a:pt x="4585" y="21523"/>
                    <a:pt x="5292" y="21529"/>
                  </a:cubicBezTo>
                  <a:cubicBezTo>
                    <a:pt x="5340" y="21274"/>
                    <a:pt x="5370" y="21052"/>
                    <a:pt x="5386" y="20901"/>
                  </a:cubicBezTo>
                  <a:cubicBezTo>
                    <a:pt x="5444" y="20306"/>
                    <a:pt x="4787" y="20790"/>
                    <a:pt x="4577" y="20417"/>
                  </a:cubicBezTo>
                  <a:cubicBezTo>
                    <a:pt x="4367" y="20045"/>
                    <a:pt x="6043" y="19355"/>
                    <a:pt x="7748" y="18964"/>
                  </a:cubicBezTo>
                  <a:cubicBezTo>
                    <a:pt x="9454" y="18572"/>
                    <a:pt x="10112" y="18348"/>
                    <a:pt x="10291" y="17976"/>
                  </a:cubicBezTo>
                  <a:cubicBezTo>
                    <a:pt x="10471" y="17604"/>
                    <a:pt x="10263" y="16560"/>
                    <a:pt x="10501" y="16149"/>
                  </a:cubicBezTo>
                  <a:cubicBezTo>
                    <a:pt x="10739" y="15739"/>
                    <a:pt x="10352" y="15497"/>
                    <a:pt x="10142" y="14565"/>
                  </a:cubicBezTo>
                  <a:cubicBezTo>
                    <a:pt x="9932" y="13633"/>
                    <a:pt x="9393" y="13484"/>
                    <a:pt x="9155" y="12962"/>
                  </a:cubicBezTo>
                  <a:cubicBezTo>
                    <a:pt x="8915" y="12441"/>
                    <a:pt x="8976" y="12031"/>
                    <a:pt x="9483" y="12011"/>
                  </a:cubicBezTo>
                  <a:cubicBezTo>
                    <a:pt x="9992" y="11993"/>
                    <a:pt x="9992" y="11844"/>
                    <a:pt x="10411" y="11341"/>
                  </a:cubicBezTo>
                  <a:cubicBezTo>
                    <a:pt x="10830" y="10838"/>
                    <a:pt x="11308" y="11043"/>
                    <a:pt x="12119" y="10670"/>
                  </a:cubicBezTo>
                  <a:cubicBezTo>
                    <a:pt x="12926" y="10298"/>
                    <a:pt x="12954" y="9831"/>
                    <a:pt x="14241" y="9216"/>
                  </a:cubicBezTo>
                  <a:cubicBezTo>
                    <a:pt x="15526" y="8602"/>
                    <a:pt x="16934" y="8621"/>
                    <a:pt x="18190" y="8154"/>
                  </a:cubicBezTo>
                  <a:cubicBezTo>
                    <a:pt x="19447" y="7688"/>
                    <a:pt x="21600" y="5862"/>
                    <a:pt x="21392" y="552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40" name="Shape 2394"/>
            <p:cNvSpPr/>
            <p:nvPr/>
          </p:nvSpPr>
          <p:spPr>
            <a:xfrm>
              <a:off x="8993661" y="5267006"/>
              <a:ext cx="493758" cy="500431"/>
            </a:xfrm>
            <a:custGeom>
              <a:avLst/>
              <a:gdLst/>
              <a:ahLst/>
              <a:cxnLst>
                <a:cxn ang="0">
                  <a:pos x="wd2" y="hd2"/>
                </a:cxn>
                <a:cxn ang="5400000">
                  <a:pos x="wd2" y="hd2"/>
                </a:cxn>
                <a:cxn ang="10800000">
                  <a:pos x="wd2" y="hd2"/>
                </a:cxn>
                <a:cxn ang="16200000">
                  <a:pos x="wd2" y="hd2"/>
                </a:cxn>
              </a:cxnLst>
              <a:rect l="0" t="0" r="r" b="b"/>
              <a:pathLst>
                <a:path w="21600" h="21600" extrusionOk="0">
                  <a:moveTo>
                    <a:pt x="20197" y="17313"/>
                  </a:moveTo>
                  <a:cubicBezTo>
                    <a:pt x="20138" y="16125"/>
                    <a:pt x="19433" y="16125"/>
                    <a:pt x="19463" y="15312"/>
                  </a:cubicBezTo>
                  <a:cubicBezTo>
                    <a:pt x="19491" y="14503"/>
                    <a:pt x="19550" y="13779"/>
                    <a:pt x="19258" y="13691"/>
                  </a:cubicBezTo>
                  <a:cubicBezTo>
                    <a:pt x="18962" y="13603"/>
                    <a:pt x="19139" y="12909"/>
                    <a:pt x="19609" y="12214"/>
                  </a:cubicBezTo>
                  <a:cubicBezTo>
                    <a:pt x="20079" y="11519"/>
                    <a:pt x="18758" y="11430"/>
                    <a:pt x="18552" y="10563"/>
                  </a:cubicBezTo>
                  <a:cubicBezTo>
                    <a:pt x="18465" y="10193"/>
                    <a:pt x="18885" y="8945"/>
                    <a:pt x="19427" y="7584"/>
                  </a:cubicBezTo>
                  <a:cubicBezTo>
                    <a:pt x="17782" y="6467"/>
                    <a:pt x="16095" y="5250"/>
                    <a:pt x="16095" y="5250"/>
                  </a:cubicBezTo>
                  <a:lnTo>
                    <a:pt x="16194" y="4045"/>
                  </a:lnTo>
                  <a:lnTo>
                    <a:pt x="8692" y="114"/>
                  </a:lnTo>
                  <a:cubicBezTo>
                    <a:pt x="8643" y="1018"/>
                    <a:pt x="8268" y="1716"/>
                    <a:pt x="7733" y="1959"/>
                  </a:cubicBezTo>
                  <a:cubicBezTo>
                    <a:pt x="7160" y="2219"/>
                    <a:pt x="8525" y="3045"/>
                    <a:pt x="7865" y="3175"/>
                  </a:cubicBezTo>
                  <a:cubicBezTo>
                    <a:pt x="7206" y="3305"/>
                    <a:pt x="5706" y="2568"/>
                    <a:pt x="4651" y="3002"/>
                  </a:cubicBezTo>
                  <a:cubicBezTo>
                    <a:pt x="3940" y="3294"/>
                    <a:pt x="4086" y="1540"/>
                    <a:pt x="4639" y="0"/>
                  </a:cubicBezTo>
                  <a:lnTo>
                    <a:pt x="2984" y="134"/>
                  </a:lnTo>
                  <a:cubicBezTo>
                    <a:pt x="2984" y="134"/>
                    <a:pt x="2533" y="245"/>
                    <a:pt x="2047" y="379"/>
                  </a:cubicBezTo>
                  <a:lnTo>
                    <a:pt x="2373" y="1238"/>
                  </a:lnTo>
                  <a:cubicBezTo>
                    <a:pt x="2373" y="1238"/>
                    <a:pt x="2781" y="2038"/>
                    <a:pt x="2679" y="2541"/>
                  </a:cubicBezTo>
                  <a:cubicBezTo>
                    <a:pt x="2631" y="2769"/>
                    <a:pt x="2267" y="2869"/>
                    <a:pt x="1886" y="2914"/>
                  </a:cubicBezTo>
                  <a:cubicBezTo>
                    <a:pt x="2021" y="3505"/>
                    <a:pt x="1966" y="3944"/>
                    <a:pt x="1966" y="3944"/>
                  </a:cubicBezTo>
                  <a:lnTo>
                    <a:pt x="2474" y="4245"/>
                  </a:lnTo>
                  <a:cubicBezTo>
                    <a:pt x="2474" y="4245"/>
                    <a:pt x="1357" y="6351"/>
                    <a:pt x="848" y="6551"/>
                  </a:cubicBezTo>
                  <a:cubicBezTo>
                    <a:pt x="712" y="6606"/>
                    <a:pt x="393" y="6798"/>
                    <a:pt x="0" y="7046"/>
                  </a:cubicBezTo>
                  <a:cubicBezTo>
                    <a:pt x="298" y="8526"/>
                    <a:pt x="665" y="10285"/>
                    <a:pt x="1215" y="10780"/>
                  </a:cubicBezTo>
                  <a:cubicBezTo>
                    <a:pt x="2229" y="11692"/>
                    <a:pt x="2053" y="12736"/>
                    <a:pt x="2271" y="13345"/>
                  </a:cubicBezTo>
                  <a:cubicBezTo>
                    <a:pt x="2492" y="13952"/>
                    <a:pt x="3373" y="14647"/>
                    <a:pt x="2756" y="14908"/>
                  </a:cubicBezTo>
                  <a:cubicBezTo>
                    <a:pt x="2359" y="15076"/>
                    <a:pt x="2004" y="14656"/>
                    <a:pt x="1651" y="14085"/>
                  </a:cubicBezTo>
                  <a:cubicBezTo>
                    <a:pt x="1614" y="14188"/>
                    <a:pt x="1573" y="14289"/>
                    <a:pt x="1523" y="14386"/>
                  </a:cubicBezTo>
                  <a:cubicBezTo>
                    <a:pt x="1506" y="14420"/>
                    <a:pt x="1473" y="14442"/>
                    <a:pt x="1448" y="14471"/>
                  </a:cubicBezTo>
                  <a:cubicBezTo>
                    <a:pt x="1987" y="14863"/>
                    <a:pt x="2615" y="15278"/>
                    <a:pt x="2883" y="15278"/>
                  </a:cubicBezTo>
                  <a:cubicBezTo>
                    <a:pt x="3390" y="15278"/>
                    <a:pt x="4203" y="15879"/>
                    <a:pt x="4710" y="15979"/>
                  </a:cubicBezTo>
                  <a:cubicBezTo>
                    <a:pt x="5220" y="16078"/>
                    <a:pt x="7033" y="16793"/>
                    <a:pt x="7252" y="17081"/>
                  </a:cubicBezTo>
                  <a:cubicBezTo>
                    <a:pt x="7291" y="17132"/>
                    <a:pt x="7334" y="17199"/>
                    <a:pt x="7381" y="17275"/>
                  </a:cubicBezTo>
                  <a:cubicBezTo>
                    <a:pt x="7814" y="17254"/>
                    <a:pt x="8382" y="17237"/>
                    <a:pt x="8718" y="17279"/>
                  </a:cubicBezTo>
                  <a:cubicBezTo>
                    <a:pt x="8790" y="17214"/>
                    <a:pt x="8881" y="17168"/>
                    <a:pt x="9011" y="17168"/>
                  </a:cubicBezTo>
                  <a:cubicBezTo>
                    <a:pt x="9681" y="17168"/>
                    <a:pt x="10473" y="19676"/>
                    <a:pt x="10438" y="21137"/>
                  </a:cubicBezTo>
                  <a:cubicBezTo>
                    <a:pt x="10839" y="21188"/>
                    <a:pt x="11387" y="21252"/>
                    <a:pt x="11564" y="21252"/>
                  </a:cubicBezTo>
                  <a:cubicBezTo>
                    <a:pt x="11860" y="21252"/>
                    <a:pt x="12212" y="20848"/>
                    <a:pt x="12740" y="21023"/>
                  </a:cubicBezTo>
                  <a:cubicBezTo>
                    <a:pt x="13267" y="21196"/>
                    <a:pt x="12916" y="21600"/>
                    <a:pt x="13386" y="21600"/>
                  </a:cubicBezTo>
                  <a:cubicBezTo>
                    <a:pt x="13855" y="21600"/>
                    <a:pt x="14793" y="21311"/>
                    <a:pt x="15088" y="21369"/>
                  </a:cubicBezTo>
                  <a:cubicBezTo>
                    <a:pt x="15382" y="21425"/>
                    <a:pt x="16204" y="21600"/>
                    <a:pt x="16264" y="21252"/>
                  </a:cubicBezTo>
                  <a:cubicBezTo>
                    <a:pt x="16321" y="20905"/>
                    <a:pt x="16500" y="20384"/>
                    <a:pt x="16909" y="20499"/>
                  </a:cubicBezTo>
                  <a:cubicBezTo>
                    <a:pt x="17319" y="20616"/>
                    <a:pt x="17612" y="20962"/>
                    <a:pt x="18082" y="20557"/>
                  </a:cubicBezTo>
                  <a:cubicBezTo>
                    <a:pt x="18553" y="20153"/>
                    <a:pt x="19316" y="20557"/>
                    <a:pt x="19491" y="20208"/>
                  </a:cubicBezTo>
                  <a:cubicBezTo>
                    <a:pt x="19584" y="20028"/>
                    <a:pt x="20629" y="19528"/>
                    <a:pt x="21600" y="19093"/>
                  </a:cubicBezTo>
                  <a:cubicBezTo>
                    <a:pt x="21544" y="17978"/>
                    <a:pt x="20253" y="18475"/>
                    <a:pt x="20197" y="1731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41" name="Shape 2395"/>
            <p:cNvSpPr/>
            <p:nvPr/>
          </p:nvSpPr>
          <p:spPr>
            <a:xfrm>
              <a:off x="9117882" y="5664515"/>
              <a:ext cx="142058" cy="345590"/>
            </a:xfrm>
            <a:custGeom>
              <a:avLst/>
              <a:gdLst/>
              <a:ahLst/>
              <a:cxnLst>
                <a:cxn ang="0">
                  <a:pos x="wd2" y="hd2"/>
                </a:cxn>
                <a:cxn ang="5400000">
                  <a:pos x="wd2" y="hd2"/>
                </a:cxn>
                <a:cxn ang="10800000">
                  <a:pos x="wd2" y="hd2"/>
                </a:cxn>
                <a:cxn ang="16200000">
                  <a:pos x="wd2" y="hd2"/>
                </a:cxn>
              </a:cxnLst>
              <a:rect l="0" t="0" r="r" b="b"/>
              <a:pathLst>
                <a:path w="20365" h="21203" extrusionOk="0">
                  <a:moveTo>
                    <a:pt x="19586" y="14003"/>
                  </a:moveTo>
                  <a:cubicBezTo>
                    <a:pt x="18713" y="13547"/>
                    <a:pt x="17072" y="12906"/>
                    <a:pt x="15642" y="12377"/>
                  </a:cubicBezTo>
                  <a:cubicBezTo>
                    <a:pt x="15673" y="12580"/>
                    <a:pt x="15621" y="12745"/>
                    <a:pt x="15447" y="12848"/>
                  </a:cubicBezTo>
                  <a:cubicBezTo>
                    <a:pt x="13757" y="13897"/>
                    <a:pt x="8953" y="10625"/>
                    <a:pt x="8379" y="8588"/>
                  </a:cubicBezTo>
                  <a:cubicBezTo>
                    <a:pt x="7799" y="6548"/>
                    <a:pt x="11120" y="5560"/>
                    <a:pt x="9099" y="3646"/>
                  </a:cubicBezTo>
                  <a:cubicBezTo>
                    <a:pt x="7412" y="2044"/>
                    <a:pt x="6359" y="503"/>
                    <a:pt x="7565" y="36"/>
                  </a:cubicBezTo>
                  <a:cubicBezTo>
                    <a:pt x="6463" y="-22"/>
                    <a:pt x="4599" y="0"/>
                    <a:pt x="3179" y="32"/>
                  </a:cubicBezTo>
                  <a:cubicBezTo>
                    <a:pt x="4230" y="776"/>
                    <a:pt x="5757" y="2252"/>
                    <a:pt x="5757" y="2751"/>
                  </a:cubicBezTo>
                  <a:cubicBezTo>
                    <a:pt x="5757" y="3320"/>
                    <a:pt x="4091" y="2608"/>
                    <a:pt x="3426" y="3320"/>
                  </a:cubicBezTo>
                  <a:cubicBezTo>
                    <a:pt x="2762" y="4033"/>
                    <a:pt x="2428" y="7310"/>
                    <a:pt x="3757" y="7879"/>
                  </a:cubicBezTo>
                  <a:cubicBezTo>
                    <a:pt x="5092" y="8452"/>
                    <a:pt x="1092" y="8023"/>
                    <a:pt x="1092" y="8595"/>
                  </a:cubicBezTo>
                  <a:cubicBezTo>
                    <a:pt x="1092" y="9164"/>
                    <a:pt x="762" y="11160"/>
                    <a:pt x="98" y="11303"/>
                  </a:cubicBezTo>
                  <a:cubicBezTo>
                    <a:pt x="-278" y="11382"/>
                    <a:pt x="494" y="11870"/>
                    <a:pt x="1245" y="12528"/>
                  </a:cubicBezTo>
                  <a:cubicBezTo>
                    <a:pt x="1259" y="12528"/>
                    <a:pt x="1301" y="12520"/>
                    <a:pt x="1301" y="12520"/>
                  </a:cubicBezTo>
                  <a:cubicBezTo>
                    <a:pt x="1882" y="12520"/>
                    <a:pt x="4578" y="13920"/>
                    <a:pt x="5736" y="13836"/>
                  </a:cubicBezTo>
                  <a:cubicBezTo>
                    <a:pt x="6891" y="13756"/>
                    <a:pt x="10352" y="13015"/>
                    <a:pt x="10929" y="14168"/>
                  </a:cubicBezTo>
                  <a:cubicBezTo>
                    <a:pt x="11506" y="15319"/>
                    <a:pt x="9197" y="17296"/>
                    <a:pt x="9579" y="17790"/>
                  </a:cubicBezTo>
                  <a:cubicBezTo>
                    <a:pt x="9965" y="18284"/>
                    <a:pt x="15162" y="21578"/>
                    <a:pt x="15548" y="21167"/>
                  </a:cubicBezTo>
                  <a:cubicBezTo>
                    <a:pt x="15931" y="20755"/>
                    <a:pt x="14393" y="19272"/>
                    <a:pt x="16122" y="18613"/>
                  </a:cubicBezTo>
                  <a:cubicBezTo>
                    <a:pt x="17858" y="17956"/>
                    <a:pt x="19972" y="18778"/>
                    <a:pt x="19778" y="16803"/>
                  </a:cubicBezTo>
                  <a:cubicBezTo>
                    <a:pt x="19586" y="14825"/>
                    <a:pt x="21322" y="14908"/>
                    <a:pt x="19586" y="1400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42" name="Shape 2396"/>
            <p:cNvSpPr/>
            <p:nvPr/>
          </p:nvSpPr>
          <p:spPr>
            <a:xfrm>
              <a:off x="15080530" y="6186247"/>
              <a:ext cx="132796" cy="94117"/>
            </a:xfrm>
            <a:custGeom>
              <a:avLst/>
              <a:gdLst/>
              <a:ahLst/>
              <a:cxnLst>
                <a:cxn ang="0">
                  <a:pos x="wd2" y="hd2"/>
                </a:cxn>
                <a:cxn ang="5400000">
                  <a:pos x="wd2" y="hd2"/>
                </a:cxn>
                <a:cxn ang="10800000">
                  <a:pos x="wd2" y="hd2"/>
                </a:cxn>
                <a:cxn ang="16200000">
                  <a:pos x="wd2" y="hd2"/>
                </a:cxn>
              </a:cxnLst>
              <a:rect l="0" t="0" r="r" b="b"/>
              <a:pathLst>
                <a:path w="19065" h="17117" extrusionOk="0">
                  <a:moveTo>
                    <a:pt x="6" y="352"/>
                  </a:moveTo>
                  <a:cubicBezTo>
                    <a:pt x="-395" y="-2697"/>
                    <a:pt x="21205" y="14993"/>
                    <a:pt x="18892" y="16948"/>
                  </a:cubicBezTo>
                  <a:cubicBezTo>
                    <a:pt x="16576" y="18903"/>
                    <a:pt x="392" y="3282"/>
                    <a:pt x="6" y="35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43" name="Shape 2397"/>
            <p:cNvSpPr/>
            <p:nvPr/>
          </p:nvSpPr>
          <p:spPr>
            <a:xfrm>
              <a:off x="10732766" y="3229767"/>
              <a:ext cx="346349" cy="229664"/>
            </a:xfrm>
            <a:custGeom>
              <a:avLst/>
              <a:gdLst/>
              <a:ahLst/>
              <a:cxnLst>
                <a:cxn ang="0">
                  <a:pos x="wd2" y="hd2"/>
                </a:cxn>
                <a:cxn ang="5400000">
                  <a:pos x="wd2" y="hd2"/>
                </a:cxn>
                <a:cxn ang="10800000">
                  <a:pos x="wd2" y="hd2"/>
                </a:cxn>
                <a:cxn ang="16200000">
                  <a:pos x="wd2" y="hd2"/>
                </a:cxn>
              </a:cxnLst>
              <a:rect l="0" t="0" r="r" b="b"/>
              <a:pathLst>
                <a:path w="21444" h="21140" extrusionOk="0">
                  <a:moveTo>
                    <a:pt x="17462" y="17183"/>
                  </a:moveTo>
                  <a:cubicBezTo>
                    <a:pt x="18085" y="17739"/>
                    <a:pt x="17960" y="18483"/>
                    <a:pt x="18542" y="18355"/>
                  </a:cubicBezTo>
                  <a:cubicBezTo>
                    <a:pt x="19021" y="18257"/>
                    <a:pt x="20023" y="18576"/>
                    <a:pt x="20507" y="19273"/>
                  </a:cubicBezTo>
                  <a:cubicBezTo>
                    <a:pt x="21017" y="19090"/>
                    <a:pt x="21444" y="19016"/>
                    <a:pt x="21444" y="19016"/>
                  </a:cubicBezTo>
                  <a:cubicBezTo>
                    <a:pt x="21444" y="19016"/>
                    <a:pt x="20999" y="14726"/>
                    <a:pt x="20887" y="13409"/>
                  </a:cubicBezTo>
                  <a:cubicBezTo>
                    <a:pt x="20777" y="12087"/>
                    <a:pt x="18111" y="10764"/>
                    <a:pt x="18111" y="10764"/>
                  </a:cubicBezTo>
                  <a:lnTo>
                    <a:pt x="17667" y="7138"/>
                  </a:lnTo>
                  <a:cubicBezTo>
                    <a:pt x="17667" y="7138"/>
                    <a:pt x="14561" y="7799"/>
                    <a:pt x="14007" y="7468"/>
                  </a:cubicBezTo>
                  <a:cubicBezTo>
                    <a:pt x="13452" y="7138"/>
                    <a:pt x="12231" y="7964"/>
                    <a:pt x="11677" y="6807"/>
                  </a:cubicBezTo>
                  <a:cubicBezTo>
                    <a:pt x="11121" y="5653"/>
                    <a:pt x="10122" y="7633"/>
                    <a:pt x="9125" y="6644"/>
                  </a:cubicBezTo>
                  <a:cubicBezTo>
                    <a:pt x="8126" y="5653"/>
                    <a:pt x="5240" y="6975"/>
                    <a:pt x="5129" y="6148"/>
                  </a:cubicBezTo>
                  <a:cubicBezTo>
                    <a:pt x="5018" y="5322"/>
                    <a:pt x="6350" y="3509"/>
                    <a:pt x="7125" y="3674"/>
                  </a:cubicBezTo>
                  <a:cubicBezTo>
                    <a:pt x="7313" y="3712"/>
                    <a:pt x="7624" y="3725"/>
                    <a:pt x="7993" y="3710"/>
                  </a:cubicBezTo>
                  <a:cubicBezTo>
                    <a:pt x="8357" y="2839"/>
                    <a:pt x="9182" y="768"/>
                    <a:pt x="8985" y="279"/>
                  </a:cubicBezTo>
                  <a:cubicBezTo>
                    <a:pt x="8735" y="-337"/>
                    <a:pt x="7737" y="157"/>
                    <a:pt x="7073" y="896"/>
                  </a:cubicBezTo>
                  <a:cubicBezTo>
                    <a:pt x="6406" y="1639"/>
                    <a:pt x="5162" y="525"/>
                    <a:pt x="4911" y="1639"/>
                  </a:cubicBezTo>
                  <a:cubicBezTo>
                    <a:pt x="4662" y="2749"/>
                    <a:pt x="4331" y="3864"/>
                    <a:pt x="3583" y="3864"/>
                  </a:cubicBezTo>
                  <a:cubicBezTo>
                    <a:pt x="2835" y="3864"/>
                    <a:pt x="3415" y="5720"/>
                    <a:pt x="2668" y="6211"/>
                  </a:cubicBezTo>
                  <a:cubicBezTo>
                    <a:pt x="1920" y="6707"/>
                    <a:pt x="174" y="6582"/>
                    <a:pt x="9" y="7694"/>
                  </a:cubicBezTo>
                  <a:cubicBezTo>
                    <a:pt x="-156" y="8804"/>
                    <a:pt x="1920" y="9547"/>
                    <a:pt x="1755" y="10905"/>
                  </a:cubicBezTo>
                  <a:cubicBezTo>
                    <a:pt x="1590" y="12267"/>
                    <a:pt x="2835" y="13748"/>
                    <a:pt x="2087" y="14615"/>
                  </a:cubicBezTo>
                  <a:cubicBezTo>
                    <a:pt x="1447" y="15354"/>
                    <a:pt x="871" y="16558"/>
                    <a:pt x="926" y="18976"/>
                  </a:cubicBezTo>
                  <a:cubicBezTo>
                    <a:pt x="1468" y="19490"/>
                    <a:pt x="1986" y="19948"/>
                    <a:pt x="2243" y="19182"/>
                  </a:cubicBezTo>
                  <a:cubicBezTo>
                    <a:pt x="2688" y="17860"/>
                    <a:pt x="5129" y="19182"/>
                    <a:pt x="5129" y="18027"/>
                  </a:cubicBezTo>
                  <a:cubicBezTo>
                    <a:pt x="5129" y="16870"/>
                    <a:pt x="7794" y="17201"/>
                    <a:pt x="7794" y="16048"/>
                  </a:cubicBezTo>
                  <a:cubicBezTo>
                    <a:pt x="7794" y="14892"/>
                    <a:pt x="9345" y="12252"/>
                    <a:pt x="10343" y="12417"/>
                  </a:cubicBezTo>
                  <a:cubicBezTo>
                    <a:pt x="11342" y="12582"/>
                    <a:pt x="10235" y="15057"/>
                    <a:pt x="11456" y="15881"/>
                  </a:cubicBezTo>
                  <a:cubicBezTo>
                    <a:pt x="12676" y="16707"/>
                    <a:pt x="10899" y="19677"/>
                    <a:pt x="11566" y="20832"/>
                  </a:cubicBezTo>
                  <a:cubicBezTo>
                    <a:pt x="11816" y="21263"/>
                    <a:pt x="12299" y="21189"/>
                    <a:pt x="12894" y="20930"/>
                  </a:cubicBezTo>
                  <a:cubicBezTo>
                    <a:pt x="13346" y="20736"/>
                    <a:pt x="13862" y="20439"/>
                    <a:pt x="14391" y="20180"/>
                  </a:cubicBezTo>
                  <a:cubicBezTo>
                    <a:pt x="15482" y="18746"/>
                    <a:pt x="16966" y="16741"/>
                    <a:pt x="17462" y="1718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44" name="Shape 2398"/>
            <p:cNvSpPr/>
            <p:nvPr/>
          </p:nvSpPr>
          <p:spPr>
            <a:xfrm>
              <a:off x="4099320" y="4049631"/>
              <a:ext cx="34698" cy="71140"/>
            </a:xfrm>
            <a:custGeom>
              <a:avLst/>
              <a:gdLst/>
              <a:ahLst/>
              <a:cxnLst>
                <a:cxn ang="0">
                  <a:pos x="wd2" y="hd2"/>
                </a:cxn>
                <a:cxn ang="5400000">
                  <a:pos x="wd2" y="hd2"/>
                </a:cxn>
                <a:cxn ang="10800000">
                  <a:pos x="wd2" y="hd2"/>
                </a:cxn>
                <a:cxn ang="16200000">
                  <a:pos x="wd2" y="hd2"/>
                </a:cxn>
              </a:cxnLst>
              <a:rect l="0" t="0" r="r" b="b"/>
              <a:pathLst>
                <a:path w="19337" h="18326" extrusionOk="0">
                  <a:moveTo>
                    <a:pt x="18788" y="17951"/>
                  </a:moveTo>
                  <a:cubicBezTo>
                    <a:pt x="17179" y="19489"/>
                    <a:pt x="8850" y="15964"/>
                    <a:pt x="8633" y="13264"/>
                  </a:cubicBezTo>
                  <a:cubicBezTo>
                    <a:pt x="8417" y="10570"/>
                    <a:pt x="0" y="10070"/>
                    <a:pt x="0" y="5383"/>
                  </a:cubicBezTo>
                  <a:cubicBezTo>
                    <a:pt x="0" y="683"/>
                    <a:pt x="4104" y="-2111"/>
                    <a:pt x="9282" y="1983"/>
                  </a:cubicBezTo>
                  <a:cubicBezTo>
                    <a:pt x="14468" y="6077"/>
                    <a:pt x="11013" y="8770"/>
                    <a:pt x="11872" y="10770"/>
                  </a:cubicBezTo>
                  <a:cubicBezTo>
                    <a:pt x="12737" y="12758"/>
                    <a:pt x="21600" y="15264"/>
                    <a:pt x="18788" y="17951"/>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45" name="Shape 2399"/>
            <p:cNvSpPr/>
            <p:nvPr/>
          </p:nvSpPr>
          <p:spPr>
            <a:xfrm>
              <a:off x="4844651" y="4745274"/>
              <a:ext cx="43883" cy="35658"/>
            </a:xfrm>
            <a:custGeom>
              <a:avLst/>
              <a:gdLst/>
              <a:ahLst/>
              <a:cxnLst>
                <a:cxn ang="0">
                  <a:pos x="wd2" y="hd2"/>
                </a:cxn>
                <a:cxn ang="5400000">
                  <a:pos x="wd2" y="hd2"/>
                </a:cxn>
                <a:cxn ang="10800000">
                  <a:pos x="wd2" y="hd2"/>
                </a:cxn>
                <a:cxn ang="16200000">
                  <a:pos x="wd2" y="hd2"/>
                </a:cxn>
              </a:cxnLst>
              <a:rect l="0" t="0" r="r" b="b"/>
              <a:pathLst>
                <a:path w="17214" h="17271" extrusionOk="0">
                  <a:moveTo>
                    <a:pt x="1199" y="16283"/>
                  </a:moveTo>
                  <a:cubicBezTo>
                    <a:pt x="-1170" y="13556"/>
                    <a:pt x="4707" y="8197"/>
                    <a:pt x="743" y="5953"/>
                  </a:cubicBezTo>
                  <a:cubicBezTo>
                    <a:pt x="-3212" y="3696"/>
                    <a:pt x="9722" y="-2873"/>
                    <a:pt x="13824" y="1428"/>
                  </a:cubicBezTo>
                  <a:cubicBezTo>
                    <a:pt x="17936" y="5765"/>
                    <a:pt x="18388" y="12334"/>
                    <a:pt x="14738" y="14214"/>
                  </a:cubicBezTo>
                  <a:cubicBezTo>
                    <a:pt x="11083" y="16095"/>
                    <a:pt x="3327" y="18727"/>
                    <a:pt x="1199" y="16283"/>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46" name="Shape 2400"/>
            <p:cNvSpPr/>
            <p:nvPr/>
          </p:nvSpPr>
          <p:spPr>
            <a:xfrm>
              <a:off x="9614770" y="3229767"/>
              <a:ext cx="151954" cy="129549"/>
            </a:xfrm>
            <a:custGeom>
              <a:avLst/>
              <a:gdLst/>
              <a:ahLst/>
              <a:cxnLst>
                <a:cxn ang="0">
                  <a:pos x="wd2" y="hd2"/>
                </a:cxn>
                <a:cxn ang="5400000">
                  <a:pos x="wd2" y="hd2"/>
                </a:cxn>
                <a:cxn ang="10800000">
                  <a:pos x="wd2" y="hd2"/>
                </a:cxn>
                <a:cxn ang="16200000">
                  <a:pos x="wd2" y="hd2"/>
                </a:cxn>
              </a:cxnLst>
              <a:rect l="0" t="0" r="r" b="b"/>
              <a:pathLst>
                <a:path w="21600" h="21414" extrusionOk="0">
                  <a:moveTo>
                    <a:pt x="20324" y="16637"/>
                  </a:moveTo>
                  <a:cubicBezTo>
                    <a:pt x="20324" y="14868"/>
                    <a:pt x="16320" y="13312"/>
                    <a:pt x="16320" y="11094"/>
                  </a:cubicBezTo>
                  <a:cubicBezTo>
                    <a:pt x="16320" y="8872"/>
                    <a:pt x="13647" y="6875"/>
                    <a:pt x="14026" y="5107"/>
                  </a:cubicBezTo>
                  <a:cubicBezTo>
                    <a:pt x="14292" y="3880"/>
                    <a:pt x="12947" y="2147"/>
                    <a:pt x="12257" y="747"/>
                  </a:cubicBezTo>
                  <a:cubicBezTo>
                    <a:pt x="10495" y="270"/>
                    <a:pt x="8253" y="-171"/>
                    <a:pt x="6536" y="66"/>
                  </a:cubicBezTo>
                  <a:cubicBezTo>
                    <a:pt x="4142" y="394"/>
                    <a:pt x="2356" y="1185"/>
                    <a:pt x="0" y="1602"/>
                  </a:cubicBezTo>
                  <a:cubicBezTo>
                    <a:pt x="1262" y="3827"/>
                    <a:pt x="369" y="4441"/>
                    <a:pt x="1438" y="7545"/>
                  </a:cubicBezTo>
                  <a:cubicBezTo>
                    <a:pt x="2576" y="10874"/>
                    <a:pt x="5446" y="9101"/>
                    <a:pt x="6398" y="9983"/>
                  </a:cubicBezTo>
                  <a:cubicBezTo>
                    <a:pt x="6763" y="10328"/>
                    <a:pt x="7191" y="11475"/>
                    <a:pt x="7577" y="12742"/>
                  </a:cubicBezTo>
                  <a:cubicBezTo>
                    <a:pt x="7756" y="12722"/>
                    <a:pt x="7929" y="12698"/>
                    <a:pt x="8181" y="12751"/>
                  </a:cubicBezTo>
                  <a:cubicBezTo>
                    <a:pt x="9236" y="12971"/>
                    <a:pt x="9639" y="13613"/>
                    <a:pt x="9881" y="14407"/>
                  </a:cubicBezTo>
                  <a:cubicBezTo>
                    <a:pt x="11219" y="14768"/>
                    <a:pt x="12416" y="15810"/>
                    <a:pt x="13037" y="16135"/>
                  </a:cubicBezTo>
                  <a:cubicBezTo>
                    <a:pt x="13864" y="16556"/>
                    <a:pt x="14413" y="15277"/>
                    <a:pt x="16065" y="17415"/>
                  </a:cubicBezTo>
                  <a:cubicBezTo>
                    <a:pt x="17503" y="19275"/>
                    <a:pt x="17613" y="19757"/>
                    <a:pt x="17437" y="21413"/>
                  </a:cubicBezTo>
                  <a:cubicBezTo>
                    <a:pt x="18917" y="21429"/>
                    <a:pt x="20307" y="21032"/>
                    <a:pt x="21600" y="20386"/>
                  </a:cubicBezTo>
                  <a:cubicBezTo>
                    <a:pt x="20952" y="19039"/>
                    <a:pt x="20324" y="17503"/>
                    <a:pt x="20324" y="1663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47" name="Shape 2401"/>
            <p:cNvSpPr/>
            <p:nvPr/>
          </p:nvSpPr>
          <p:spPr>
            <a:xfrm>
              <a:off x="9689303" y="3180079"/>
              <a:ext cx="217730" cy="184368"/>
            </a:xfrm>
            <a:custGeom>
              <a:avLst/>
              <a:gdLst/>
              <a:ahLst/>
              <a:cxnLst>
                <a:cxn ang="0">
                  <a:pos x="wd2" y="hd2"/>
                </a:cxn>
                <a:cxn ang="5400000">
                  <a:pos x="wd2" y="hd2"/>
                </a:cxn>
                <a:cxn ang="10800000">
                  <a:pos x="wd2" y="hd2"/>
                </a:cxn>
                <a:cxn ang="16200000">
                  <a:pos x="wd2" y="hd2"/>
                </a:cxn>
              </a:cxnLst>
              <a:rect l="0" t="0" r="r" b="b"/>
              <a:pathLst>
                <a:path w="20767" h="21600" extrusionOk="0">
                  <a:moveTo>
                    <a:pt x="2115" y="14943"/>
                  </a:moveTo>
                  <a:cubicBezTo>
                    <a:pt x="1699" y="14713"/>
                    <a:pt x="898" y="13974"/>
                    <a:pt x="0" y="13721"/>
                  </a:cubicBezTo>
                  <a:cubicBezTo>
                    <a:pt x="275" y="14653"/>
                    <a:pt x="250" y="15878"/>
                    <a:pt x="1423" y="16535"/>
                  </a:cubicBezTo>
                  <a:cubicBezTo>
                    <a:pt x="3302" y="17584"/>
                    <a:pt x="569" y="18001"/>
                    <a:pt x="4332" y="18632"/>
                  </a:cubicBezTo>
                  <a:cubicBezTo>
                    <a:pt x="4582" y="18678"/>
                    <a:pt x="4827" y="18684"/>
                    <a:pt x="5070" y="18684"/>
                  </a:cubicBezTo>
                  <a:cubicBezTo>
                    <a:pt x="5188" y="17510"/>
                    <a:pt x="5114" y="17171"/>
                    <a:pt x="4147" y="15853"/>
                  </a:cubicBezTo>
                  <a:cubicBezTo>
                    <a:pt x="3041" y="14337"/>
                    <a:pt x="2670" y="15244"/>
                    <a:pt x="2115" y="14943"/>
                  </a:cubicBezTo>
                  <a:close/>
                  <a:moveTo>
                    <a:pt x="20320" y="7126"/>
                  </a:moveTo>
                  <a:cubicBezTo>
                    <a:pt x="19795" y="5952"/>
                    <a:pt x="18166" y="3570"/>
                    <a:pt x="16456" y="992"/>
                  </a:cubicBezTo>
                  <a:cubicBezTo>
                    <a:pt x="15926" y="2933"/>
                    <a:pt x="14031" y="2388"/>
                    <a:pt x="13663" y="3508"/>
                  </a:cubicBezTo>
                  <a:cubicBezTo>
                    <a:pt x="13281" y="4684"/>
                    <a:pt x="12318" y="3269"/>
                    <a:pt x="11742" y="3508"/>
                  </a:cubicBezTo>
                  <a:cubicBezTo>
                    <a:pt x="11166" y="3741"/>
                    <a:pt x="9821" y="912"/>
                    <a:pt x="8477" y="677"/>
                  </a:cubicBezTo>
                  <a:cubicBezTo>
                    <a:pt x="8072" y="605"/>
                    <a:pt x="7590" y="333"/>
                    <a:pt x="7109" y="0"/>
                  </a:cubicBezTo>
                  <a:cubicBezTo>
                    <a:pt x="6554" y="728"/>
                    <a:pt x="6047" y="1541"/>
                    <a:pt x="6239" y="1933"/>
                  </a:cubicBezTo>
                  <a:cubicBezTo>
                    <a:pt x="6623" y="2720"/>
                    <a:pt x="8285" y="3508"/>
                    <a:pt x="7646" y="4292"/>
                  </a:cubicBezTo>
                  <a:cubicBezTo>
                    <a:pt x="7007" y="5082"/>
                    <a:pt x="4957" y="4767"/>
                    <a:pt x="4318" y="3977"/>
                  </a:cubicBezTo>
                  <a:cubicBezTo>
                    <a:pt x="3675" y="3192"/>
                    <a:pt x="1756" y="1933"/>
                    <a:pt x="1375" y="2879"/>
                  </a:cubicBezTo>
                  <a:cubicBezTo>
                    <a:pt x="988" y="3823"/>
                    <a:pt x="3041" y="5867"/>
                    <a:pt x="2782" y="7126"/>
                  </a:cubicBezTo>
                  <a:cubicBezTo>
                    <a:pt x="2527" y="8382"/>
                    <a:pt x="4318" y="9798"/>
                    <a:pt x="4318" y="11373"/>
                  </a:cubicBezTo>
                  <a:cubicBezTo>
                    <a:pt x="4318" y="12942"/>
                    <a:pt x="7007" y="14045"/>
                    <a:pt x="7007" y="15301"/>
                  </a:cubicBezTo>
                  <a:cubicBezTo>
                    <a:pt x="7007" y="15912"/>
                    <a:pt x="7428" y="17001"/>
                    <a:pt x="7863" y="17959"/>
                  </a:cubicBezTo>
                  <a:cubicBezTo>
                    <a:pt x="9965" y="16864"/>
                    <a:pt x="11691" y="14849"/>
                    <a:pt x="13049" y="14013"/>
                  </a:cubicBezTo>
                  <a:cubicBezTo>
                    <a:pt x="15100" y="12754"/>
                    <a:pt x="14246" y="18007"/>
                    <a:pt x="13903" y="18846"/>
                  </a:cubicBezTo>
                  <a:cubicBezTo>
                    <a:pt x="13665" y="19428"/>
                    <a:pt x="15294" y="20801"/>
                    <a:pt x="17004" y="21600"/>
                  </a:cubicBezTo>
                  <a:cubicBezTo>
                    <a:pt x="16946" y="20463"/>
                    <a:pt x="17168" y="19349"/>
                    <a:pt x="17763" y="18451"/>
                  </a:cubicBezTo>
                  <a:cubicBezTo>
                    <a:pt x="19938" y="15145"/>
                    <a:pt x="21600" y="9960"/>
                    <a:pt x="20320" y="712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48" name="Shape 2402"/>
            <p:cNvSpPr/>
            <p:nvPr/>
          </p:nvSpPr>
          <p:spPr>
            <a:xfrm>
              <a:off x="10409790" y="3378834"/>
              <a:ext cx="646212" cy="461003"/>
            </a:xfrm>
            <a:custGeom>
              <a:avLst/>
              <a:gdLst/>
              <a:ahLst/>
              <a:cxnLst>
                <a:cxn ang="0">
                  <a:pos x="wd2" y="hd2"/>
                </a:cxn>
                <a:cxn ang="5400000">
                  <a:pos x="wd2" y="hd2"/>
                </a:cxn>
                <a:cxn ang="10800000">
                  <a:pos x="wd2" y="hd2"/>
                </a:cxn>
                <a:cxn ang="16200000">
                  <a:pos x="wd2" y="hd2"/>
                </a:cxn>
              </a:cxnLst>
              <a:rect l="0" t="0" r="r" b="b"/>
              <a:pathLst>
                <a:path w="21396" h="21310" extrusionOk="0">
                  <a:moveTo>
                    <a:pt x="20618" y="2986"/>
                  </a:moveTo>
                  <a:cubicBezTo>
                    <a:pt x="20308" y="3049"/>
                    <a:pt x="20374" y="2677"/>
                    <a:pt x="20042" y="2397"/>
                  </a:cubicBezTo>
                  <a:cubicBezTo>
                    <a:pt x="19777" y="2175"/>
                    <a:pt x="18984" y="3182"/>
                    <a:pt x="18400" y="3900"/>
                  </a:cubicBezTo>
                  <a:cubicBezTo>
                    <a:pt x="18125" y="4028"/>
                    <a:pt x="17855" y="4171"/>
                    <a:pt x="17618" y="4271"/>
                  </a:cubicBezTo>
                  <a:cubicBezTo>
                    <a:pt x="17291" y="4406"/>
                    <a:pt x="17024" y="4451"/>
                    <a:pt x="16888" y="4230"/>
                  </a:cubicBezTo>
                  <a:cubicBezTo>
                    <a:pt x="16531" y="3650"/>
                    <a:pt x="17482" y="2158"/>
                    <a:pt x="16829" y="1745"/>
                  </a:cubicBezTo>
                  <a:cubicBezTo>
                    <a:pt x="16176" y="1331"/>
                    <a:pt x="16768" y="86"/>
                    <a:pt x="16234" y="4"/>
                  </a:cubicBezTo>
                  <a:cubicBezTo>
                    <a:pt x="15701" y="-79"/>
                    <a:pt x="14870" y="1247"/>
                    <a:pt x="14870" y="1828"/>
                  </a:cubicBezTo>
                  <a:cubicBezTo>
                    <a:pt x="14870" y="2406"/>
                    <a:pt x="13447" y="2240"/>
                    <a:pt x="13447" y="2821"/>
                  </a:cubicBezTo>
                  <a:cubicBezTo>
                    <a:pt x="13447" y="3401"/>
                    <a:pt x="12140" y="2737"/>
                    <a:pt x="11902" y="3401"/>
                  </a:cubicBezTo>
                  <a:cubicBezTo>
                    <a:pt x="11666" y="4063"/>
                    <a:pt x="11013" y="2904"/>
                    <a:pt x="10597" y="2904"/>
                  </a:cubicBezTo>
                  <a:cubicBezTo>
                    <a:pt x="10181" y="2904"/>
                    <a:pt x="9884" y="2077"/>
                    <a:pt x="9351" y="2323"/>
                  </a:cubicBezTo>
                  <a:cubicBezTo>
                    <a:pt x="8818" y="2572"/>
                    <a:pt x="8520" y="2077"/>
                    <a:pt x="8104" y="1992"/>
                  </a:cubicBezTo>
                  <a:cubicBezTo>
                    <a:pt x="7689" y="1911"/>
                    <a:pt x="7392" y="3235"/>
                    <a:pt x="6919" y="2986"/>
                  </a:cubicBezTo>
                  <a:cubicBezTo>
                    <a:pt x="6443" y="2737"/>
                    <a:pt x="6205" y="4230"/>
                    <a:pt x="6027" y="5059"/>
                  </a:cubicBezTo>
                  <a:cubicBezTo>
                    <a:pt x="5849" y="5886"/>
                    <a:pt x="3831" y="5886"/>
                    <a:pt x="3891" y="6797"/>
                  </a:cubicBezTo>
                  <a:cubicBezTo>
                    <a:pt x="3950" y="7709"/>
                    <a:pt x="2704" y="8042"/>
                    <a:pt x="2586" y="7461"/>
                  </a:cubicBezTo>
                  <a:cubicBezTo>
                    <a:pt x="2467" y="6881"/>
                    <a:pt x="1695" y="7212"/>
                    <a:pt x="1517" y="7046"/>
                  </a:cubicBezTo>
                  <a:cubicBezTo>
                    <a:pt x="1339" y="6881"/>
                    <a:pt x="805" y="7212"/>
                    <a:pt x="864" y="8042"/>
                  </a:cubicBezTo>
                  <a:cubicBezTo>
                    <a:pt x="923" y="8869"/>
                    <a:pt x="331" y="9366"/>
                    <a:pt x="272" y="9697"/>
                  </a:cubicBezTo>
                  <a:cubicBezTo>
                    <a:pt x="213" y="10030"/>
                    <a:pt x="-144" y="11024"/>
                    <a:pt x="92" y="11521"/>
                  </a:cubicBezTo>
                  <a:cubicBezTo>
                    <a:pt x="331" y="12016"/>
                    <a:pt x="-204" y="12846"/>
                    <a:pt x="92" y="13758"/>
                  </a:cubicBezTo>
                  <a:cubicBezTo>
                    <a:pt x="390" y="14669"/>
                    <a:pt x="213" y="15828"/>
                    <a:pt x="331" y="16160"/>
                  </a:cubicBezTo>
                  <a:cubicBezTo>
                    <a:pt x="449" y="16492"/>
                    <a:pt x="1576" y="16326"/>
                    <a:pt x="1814" y="17237"/>
                  </a:cubicBezTo>
                  <a:cubicBezTo>
                    <a:pt x="2052" y="18148"/>
                    <a:pt x="331" y="19723"/>
                    <a:pt x="272" y="20219"/>
                  </a:cubicBezTo>
                  <a:cubicBezTo>
                    <a:pt x="246" y="20428"/>
                    <a:pt x="389" y="20664"/>
                    <a:pt x="575" y="20918"/>
                  </a:cubicBezTo>
                  <a:cubicBezTo>
                    <a:pt x="1252" y="20958"/>
                    <a:pt x="2109" y="21075"/>
                    <a:pt x="2886" y="21272"/>
                  </a:cubicBezTo>
                  <a:cubicBezTo>
                    <a:pt x="3863" y="21521"/>
                    <a:pt x="8841" y="20467"/>
                    <a:pt x="8929" y="20219"/>
                  </a:cubicBezTo>
                  <a:cubicBezTo>
                    <a:pt x="9019" y="19970"/>
                    <a:pt x="8753" y="18417"/>
                    <a:pt x="8796" y="18107"/>
                  </a:cubicBezTo>
                  <a:cubicBezTo>
                    <a:pt x="8841" y="17799"/>
                    <a:pt x="9463" y="17053"/>
                    <a:pt x="9997" y="17115"/>
                  </a:cubicBezTo>
                  <a:cubicBezTo>
                    <a:pt x="10529" y="17177"/>
                    <a:pt x="11019" y="17300"/>
                    <a:pt x="11019" y="16741"/>
                  </a:cubicBezTo>
                  <a:cubicBezTo>
                    <a:pt x="11019" y="16184"/>
                    <a:pt x="12485" y="15502"/>
                    <a:pt x="12619" y="15997"/>
                  </a:cubicBezTo>
                  <a:cubicBezTo>
                    <a:pt x="12753" y="16496"/>
                    <a:pt x="13286" y="16309"/>
                    <a:pt x="13329" y="15067"/>
                  </a:cubicBezTo>
                  <a:cubicBezTo>
                    <a:pt x="13374" y="13826"/>
                    <a:pt x="13286" y="12896"/>
                    <a:pt x="13819" y="12834"/>
                  </a:cubicBezTo>
                  <a:cubicBezTo>
                    <a:pt x="14352" y="12772"/>
                    <a:pt x="14886" y="12337"/>
                    <a:pt x="14841" y="11964"/>
                  </a:cubicBezTo>
                  <a:cubicBezTo>
                    <a:pt x="14796" y="11592"/>
                    <a:pt x="14174" y="10848"/>
                    <a:pt x="14352" y="10599"/>
                  </a:cubicBezTo>
                  <a:cubicBezTo>
                    <a:pt x="14530" y="10352"/>
                    <a:pt x="15863" y="11221"/>
                    <a:pt x="16041" y="10660"/>
                  </a:cubicBezTo>
                  <a:cubicBezTo>
                    <a:pt x="16220" y="10103"/>
                    <a:pt x="15952" y="9482"/>
                    <a:pt x="16173" y="8987"/>
                  </a:cubicBezTo>
                  <a:cubicBezTo>
                    <a:pt x="16397" y="8491"/>
                    <a:pt x="16930" y="7994"/>
                    <a:pt x="16886" y="7498"/>
                  </a:cubicBezTo>
                  <a:cubicBezTo>
                    <a:pt x="16841" y="7001"/>
                    <a:pt x="16930" y="6691"/>
                    <a:pt x="16618" y="6257"/>
                  </a:cubicBezTo>
                  <a:cubicBezTo>
                    <a:pt x="16307" y="5822"/>
                    <a:pt x="16440" y="5263"/>
                    <a:pt x="16841" y="5201"/>
                  </a:cubicBezTo>
                  <a:cubicBezTo>
                    <a:pt x="16910" y="5191"/>
                    <a:pt x="16987" y="5139"/>
                    <a:pt x="17065" y="5068"/>
                  </a:cubicBezTo>
                  <a:cubicBezTo>
                    <a:pt x="17373" y="4982"/>
                    <a:pt x="17638" y="4898"/>
                    <a:pt x="17842" y="4688"/>
                  </a:cubicBezTo>
                  <a:cubicBezTo>
                    <a:pt x="18398" y="4113"/>
                    <a:pt x="19462" y="3638"/>
                    <a:pt x="19871" y="3846"/>
                  </a:cubicBezTo>
                  <a:cubicBezTo>
                    <a:pt x="20206" y="4017"/>
                    <a:pt x="20945" y="3873"/>
                    <a:pt x="21396" y="3201"/>
                  </a:cubicBezTo>
                  <a:cubicBezTo>
                    <a:pt x="21129" y="3028"/>
                    <a:pt x="20802" y="2949"/>
                    <a:pt x="20618" y="2986"/>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49" name="Shape 2403"/>
            <p:cNvSpPr/>
            <p:nvPr/>
          </p:nvSpPr>
          <p:spPr>
            <a:xfrm>
              <a:off x="10434634" y="3453367"/>
              <a:ext cx="750865" cy="677956"/>
            </a:xfrm>
            <a:custGeom>
              <a:avLst/>
              <a:gdLst/>
              <a:ahLst/>
              <a:cxnLst>
                <a:cxn ang="0">
                  <a:pos x="wd2" y="hd2"/>
                </a:cxn>
                <a:cxn ang="5400000">
                  <a:pos x="wd2" y="hd2"/>
                </a:cxn>
                <a:cxn ang="10800000">
                  <a:pos x="wd2" y="hd2"/>
                </a:cxn>
                <a:cxn ang="16200000">
                  <a:pos x="wd2" y="hd2"/>
                </a:cxn>
              </a:cxnLst>
              <a:rect l="0" t="0" r="r" b="b"/>
              <a:pathLst>
                <a:path w="21600" h="21600" extrusionOk="0">
                  <a:moveTo>
                    <a:pt x="20580" y="2244"/>
                  </a:moveTo>
                  <a:cubicBezTo>
                    <a:pt x="19973" y="1923"/>
                    <a:pt x="19914" y="1347"/>
                    <a:pt x="19914" y="1154"/>
                  </a:cubicBezTo>
                  <a:cubicBezTo>
                    <a:pt x="19914" y="986"/>
                    <a:pt x="19226" y="521"/>
                    <a:pt x="18724" y="85"/>
                  </a:cubicBezTo>
                  <a:cubicBezTo>
                    <a:pt x="18658" y="96"/>
                    <a:pt x="18503" y="123"/>
                    <a:pt x="18328" y="171"/>
                  </a:cubicBezTo>
                  <a:cubicBezTo>
                    <a:pt x="18265" y="102"/>
                    <a:pt x="18180" y="47"/>
                    <a:pt x="18090" y="0"/>
                  </a:cubicBezTo>
                  <a:cubicBezTo>
                    <a:pt x="17697" y="463"/>
                    <a:pt x="17055" y="561"/>
                    <a:pt x="16765" y="444"/>
                  </a:cubicBezTo>
                  <a:cubicBezTo>
                    <a:pt x="16409" y="301"/>
                    <a:pt x="15485" y="628"/>
                    <a:pt x="15002" y="1025"/>
                  </a:cubicBezTo>
                  <a:cubicBezTo>
                    <a:pt x="14825" y="1170"/>
                    <a:pt x="14595" y="1227"/>
                    <a:pt x="14327" y="1286"/>
                  </a:cubicBezTo>
                  <a:cubicBezTo>
                    <a:pt x="14259" y="1336"/>
                    <a:pt x="14192" y="1371"/>
                    <a:pt x="14132" y="1378"/>
                  </a:cubicBezTo>
                  <a:cubicBezTo>
                    <a:pt x="13784" y="1421"/>
                    <a:pt x="13669" y="1806"/>
                    <a:pt x="13939" y="2106"/>
                  </a:cubicBezTo>
                  <a:cubicBezTo>
                    <a:pt x="14209" y="2405"/>
                    <a:pt x="14132" y="2619"/>
                    <a:pt x="14171" y="2961"/>
                  </a:cubicBezTo>
                  <a:cubicBezTo>
                    <a:pt x="14209" y="3303"/>
                    <a:pt x="13746" y="3645"/>
                    <a:pt x="13553" y="3987"/>
                  </a:cubicBezTo>
                  <a:cubicBezTo>
                    <a:pt x="13360" y="4329"/>
                    <a:pt x="13592" y="4757"/>
                    <a:pt x="13437" y="5142"/>
                  </a:cubicBezTo>
                  <a:cubicBezTo>
                    <a:pt x="13283" y="5527"/>
                    <a:pt x="12124" y="4928"/>
                    <a:pt x="11970" y="5099"/>
                  </a:cubicBezTo>
                  <a:cubicBezTo>
                    <a:pt x="11815" y="5270"/>
                    <a:pt x="12355" y="5784"/>
                    <a:pt x="12395" y="6040"/>
                  </a:cubicBezTo>
                  <a:cubicBezTo>
                    <a:pt x="12434" y="6297"/>
                    <a:pt x="11970" y="6597"/>
                    <a:pt x="11507" y="6639"/>
                  </a:cubicBezTo>
                  <a:cubicBezTo>
                    <a:pt x="11043" y="6682"/>
                    <a:pt x="11120" y="7323"/>
                    <a:pt x="11081" y="8178"/>
                  </a:cubicBezTo>
                  <a:cubicBezTo>
                    <a:pt x="11043" y="9034"/>
                    <a:pt x="10580" y="9163"/>
                    <a:pt x="10465" y="8819"/>
                  </a:cubicBezTo>
                  <a:cubicBezTo>
                    <a:pt x="10348" y="8478"/>
                    <a:pt x="9074" y="8948"/>
                    <a:pt x="9074" y="9333"/>
                  </a:cubicBezTo>
                  <a:cubicBezTo>
                    <a:pt x="9074" y="9717"/>
                    <a:pt x="8649" y="9633"/>
                    <a:pt x="8186" y="9589"/>
                  </a:cubicBezTo>
                  <a:cubicBezTo>
                    <a:pt x="7722" y="9547"/>
                    <a:pt x="7182" y="10061"/>
                    <a:pt x="7143" y="10274"/>
                  </a:cubicBezTo>
                  <a:cubicBezTo>
                    <a:pt x="7105" y="10487"/>
                    <a:pt x="7336" y="11557"/>
                    <a:pt x="7258" y="11729"/>
                  </a:cubicBezTo>
                  <a:cubicBezTo>
                    <a:pt x="7182" y="11900"/>
                    <a:pt x="2857" y="12626"/>
                    <a:pt x="2008" y="12455"/>
                  </a:cubicBezTo>
                  <a:cubicBezTo>
                    <a:pt x="1333" y="12318"/>
                    <a:pt x="588" y="12239"/>
                    <a:pt x="0" y="12210"/>
                  </a:cubicBezTo>
                  <a:cubicBezTo>
                    <a:pt x="224" y="12454"/>
                    <a:pt x="523" y="12720"/>
                    <a:pt x="613" y="12987"/>
                  </a:cubicBezTo>
                  <a:cubicBezTo>
                    <a:pt x="785" y="13493"/>
                    <a:pt x="1335" y="13956"/>
                    <a:pt x="1954" y="14242"/>
                  </a:cubicBezTo>
                  <a:cubicBezTo>
                    <a:pt x="2572" y="14528"/>
                    <a:pt x="2262" y="15728"/>
                    <a:pt x="2572" y="15842"/>
                  </a:cubicBezTo>
                  <a:cubicBezTo>
                    <a:pt x="2881" y="15956"/>
                    <a:pt x="3294" y="16869"/>
                    <a:pt x="2881" y="16927"/>
                  </a:cubicBezTo>
                  <a:cubicBezTo>
                    <a:pt x="2468" y="16984"/>
                    <a:pt x="2107" y="17098"/>
                    <a:pt x="1696" y="17327"/>
                  </a:cubicBezTo>
                  <a:cubicBezTo>
                    <a:pt x="1283" y="17555"/>
                    <a:pt x="818" y="18125"/>
                    <a:pt x="870" y="18811"/>
                  </a:cubicBezTo>
                  <a:cubicBezTo>
                    <a:pt x="877" y="18902"/>
                    <a:pt x="889" y="19026"/>
                    <a:pt x="904" y="19172"/>
                  </a:cubicBezTo>
                  <a:cubicBezTo>
                    <a:pt x="1956" y="19198"/>
                    <a:pt x="3205" y="19141"/>
                    <a:pt x="3339" y="18977"/>
                  </a:cubicBezTo>
                  <a:cubicBezTo>
                    <a:pt x="3552" y="18721"/>
                    <a:pt x="4054" y="18592"/>
                    <a:pt x="4343" y="18806"/>
                  </a:cubicBezTo>
                  <a:cubicBezTo>
                    <a:pt x="4633" y="19019"/>
                    <a:pt x="5926" y="19106"/>
                    <a:pt x="6448" y="18785"/>
                  </a:cubicBezTo>
                  <a:cubicBezTo>
                    <a:pt x="7082" y="18394"/>
                    <a:pt x="7471" y="18785"/>
                    <a:pt x="7490" y="19127"/>
                  </a:cubicBezTo>
                  <a:cubicBezTo>
                    <a:pt x="7509" y="19468"/>
                    <a:pt x="7799" y="19618"/>
                    <a:pt x="8088" y="19917"/>
                  </a:cubicBezTo>
                  <a:cubicBezTo>
                    <a:pt x="8378" y="20217"/>
                    <a:pt x="8167" y="20560"/>
                    <a:pt x="8359" y="20902"/>
                  </a:cubicBezTo>
                  <a:cubicBezTo>
                    <a:pt x="8552" y="21244"/>
                    <a:pt x="8938" y="21179"/>
                    <a:pt x="9498" y="21457"/>
                  </a:cubicBezTo>
                  <a:cubicBezTo>
                    <a:pt x="9577" y="21496"/>
                    <a:pt x="9643" y="21545"/>
                    <a:pt x="9707" y="21600"/>
                  </a:cubicBezTo>
                  <a:cubicBezTo>
                    <a:pt x="9742" y="21555"/>
                    <a:pt x="9771" y="21520"/>
                    <a:pt x="9790" y="21496"/>
                  </a:cubicBezTo>
                  <a:cubicBezTo>
                    <a:pt x="10100" y="21095"/>
                    <a:pt x="10151" y="20410"/>
                    <a:pt x="10976" y="20581"/>
                  </a:cubicBezTo>
                  <a:cubicBezTo>
                    <a:pt x="11801" y="20752"/>
                    <a:pt x="11749" y="20410"/>
                    <a:pt x="12214" y="20524"/>
                  </a:cubicBezTo>
                  <a:cubicBezTo>
                    <a:pt x="12678" y="20638"/>
                    <a:pt x="12986" y="20581"/>
                    <a:pt x="13193" y="20240"/>
                  </a:cubicBezTo>
                  <a:cubicBezTo>
                    <a:pt x="13399" y="19896"/>
                    <a:pt x="12986" y="19211"/>
                    <a:pt x="12730" y="18925"/>
                  </a:cubicBezTo>
                  <a:cubicBezTo>
                    <a:pt x="12472" y="18640"/>
                    <a:pt x="12110" y="18012"/>
                    <a:pt x="12163" y="17441"/>
                  </a:cubicBezTo>
                  <a:cubicBezTo>
                    <a:pt x="12214" y="16869"/>
                    <a:pt x="11337" y="16869"/>
                    <a:pt x="11337" y="16412"/>
                  </a:cubicBezTo>
                  <a:cubicBezTo>
                    <a:pt x="11337" y="15956"/>
                    <a:pt x="12163" y="15214"/>
                    <a:pt x="12317" y="15042"/>
                  </a:cubicBezTo>
                  <a:cubicBezTo>
                    <a:pt x="12472" y="14871"/>
                    <a:pt x="13141" y="15500"/>
                    <a:pt x="13296" y="15157"/>
                  </a:cubicBezTo>
                  <a:cubicBezTo>
                    <a:pt x="13451" y="14813"/>
                    <a:pt x="13915" y="15042"/>
                    <a:pt x="14173" y="15099"/>
                  </a:cubicBezTo>
                  <a:cubicBezTo>
                    <a:pt x="14431" y="15157"/>
                    <a:pt x="14842" y="14528"/>
                    <a:pt x="14894" y="14015"/>
                  </a:cubicBezTo>
                  <a:cubicBezTo>
                    <a:pt x="14946" y="13501"/>
                    <a:pt x="15823" y="13443"/>
                    <a:pt x="15978" y="13272"/>
                  </a:cubicBezTo>
                  <a:cubicBezTo>
                    <a:pt x="16132" y="13101"/>
                    <a:pt x="16390" y="11959"/>
                    <a:pt x="16493" y="11730"/>
                  </a:cubicBezTo>
                  <a:cubicBezTo>
                    <a:pt x="16597" y="11502"/>
                    <a:pt x="17266" y="11674"/>
                    <a:pt x="17266" y="11045"/>
                  </a:cubicBezTo>
                  <a:cubicBezTo>
                    <a:pt x="17266" y="10416"/>
                    <a:pt x="17576" y="10302"/>
                    <a:pt x="17886" y="10245"/>
                  </a:cubicBezTo>
                  <a:cubicBezTo>
                    <a:pt x="18195" y="10188"/>
                    <a:pt x="18091" y="9617"/>
                    <a:pt x="18143" y="9161"/>
                  </a:cubicBezTo>
                  <a:cubicBezTo>
                    <a:pt x="18195" y="8703"/>
                    <a:pt x="18401" y="8189"/>
                    <a:pt x="18813" y="8075"/>
                  </a:cubicBezTo>
                  <a:cubicBezTo>
                    <a:pt x="19226" y="7960"/>
                    <a:pt x="18658" y="7334"/>
                    <a:pt x="18195" y="7447"/>
                  </a:cubicBezTo>
                  <a:cubicBezTo>
                    <a:pt x="17731" y="7561"/>
                    <a:pt x="17421" y="6076"/>
                    <a:pt x="17421" y="6076"/>
                  </a:cubicBezTo>
                  <a:cubicBezTo>
                    <a:pt x="17421" y="6076"/>
                    <a:pt x="17473" y="4877"/>
                    <a:pt x="17215" y="4706"/>
                  </a:cubicBezTo>
                  <a:cubicBezTo>
                    <a:pt x="16956" y="4535"/>
                    <a:pt x="17318" y="3907"/>
                    <a:pt x="17886" y="3907"/>
                  </a:cubicBezTo>
                  <a:cubicBezTo>
                    <a:pt x="18453" y="3907"/>
                    <a:pt x="19485" y="4592"/>
                    <a:pt x="19844" y="4306"/>
                  </a:cubicBezTo>
                  <a:cubicBezTo>
                    <a:pt x="20206" y="4020"/>
                    <a:pt x="20927" y="3849"/>
                    <a:pt x="21133" y="3735"/>
                  </a:cubicBezTo>
                  <a:cubicBezTo>
                    <a:pt x="21289" y="3648"/>
                    <a:pt x="21506" y="3101"/>
                    <a:pt x="21600" y="2844"/>
                  </a:cubicBezTo>
                  <a:cubicBezTo>
                    <a:pt x="21361" y="2664"/>
                    <a:pt x="20966" y="2448"/>
                    <a:pt x="20580" y="2244"/>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50" name="Shape 2404"/>
            <p:cNvSpPr/>
            <p:nvPr/>
          </p:nvSpPr>
          <p:spPr>
            <a:xfrm>
              <a:off x="11950140" y="4968873"/>
              <a:ext cx="2080692" cy="735915"/>
            </a:xfrm>
            <a:custGeom>
              <a:avLst/>
              <a:gdLst/>
              <a:ahLst/>
              <a:cxnLst>
                <a:cxn ang="0">
                  <a:pos x="wd2" y="hd2"/>
                </a:cxn>
                <a:cxn ang="5400000">
                  <a:pos x="wd2" y="hd2"/>
                </a:cxn>
                <a:cxn ang="10800000">
                  <a:pos x="wd2" y="hd2"/>
                </a:cxn>
                <a:cxn ang="16200000">
                  <a:pos x="wd2" y="hd2"/>
                </a:cxn>
              </a:cxnLst>
              <a:rect l="0" t="0" r="r" b="b"/>
              <a:pathLst>
                <a:path w="21504" h="20905" extrusionOk="0">
                  <a:moveTo>
                    <a:pt x="10378" y="18063"/>
                  </a:moveTo>
                  <a:cubicBezTo>
                    <a:pt x="10323" y="18408"/>
                    <a:pt x="10087" y="18482"/>
                    <a:pt x="9948" y="18216"/>
                  </a:cubicBezTo>
                  <a:cubicBezTo>
                    <a:pt x="9809" y="17950"/>
                    <a:pt x="9637" y="18578"/>
                    <a:pt x="9726" y="18902"/>
                  </a:cubicBezTo>
                  <a:cubicBezTo>
                    <a:pt x="9768" y="19056"/>
                    <a:pt x="10059" y="19666"/>
                    <a:pt x="10406" y="19208"/>
                  </a:cubicBezTo>
                  <a:cubicBezTo>
                    <a:pt x="10753" y="18750"/>
                    <a:pt x="10988" y="19169"/>
                    <a:pt x="11072" y="18674"/>
                  </a:cubicBezTo>
                  <a:cubicBezTo>
                    <a:pt x="11155" y="18179"/>
                    <a:pt x="10434" y="17721"/>
                    <a:pt x="10378" y="18063"/>
                  </a:cubicBezTo>
                  <a:close/>
                  <a:moveTo>
                    <a:pt x="11072" y="19932"/>
                  </a:moveTo>
                  <a:cubicBezTo>
                    <a:pt x="11155" y="20274"/>
                    <a:pt x="11391" y="20274"/>
                    <a:pt x="11488" y="20504"/>
                  </a:cubicBezTo>
                  <a:cubicBezTo>
                    <a:pt x="11585" y="20731"/>
                    <a:pt x="11932" y="21229"/>
                    <a:pt x="11932" y="20580"/>
                  </a:cubicBezTo>
                  <a:cubicBezTo>
                    <a:pt x="11932" y="19932"/>
                    <a:pt x="10979" y="19550"/>
                    <a:pt x="11072" y="19932"/>
                  </a:cubicBezTo>
                  <a:close/>
                  <a:moveTo>
                    <a:pt x="10031" y="9255"/>
                  </a:moveTo>
                  <a:cubicBezTo>
                    <a:pt x="10281" y="8836"/>
                    <a:pt x="10336" y="8034"/>
                    <a:pt x="10309" y="7272"/>
                  </a:cubicBezTo>
                  <a:cubicBezTo>
                    <a:pt x="10281" y="6510"/>
                    <a:pt x="10919" y="6472"/>
                    <a:pt x="11016" y="6167"/>
                  </a:cubicBezTo>
                  <a:cubicBezTo>
                    <a:pt x="11113" y="5862"/>
                    <a:pt x="10877" y="5366"/>
                    <a:pt x="10697" y="5137"/>
                  </a:cubicBezTo>
                  <a:cubicBezTo>
                    <a:pt x="10517" y="4908"/>
                    <a:pt x="10669" y="4413"/>
                    <a:pt x="10544" y="4108"/>
                  </a:cubicBezTo>
                  <a:cubicBezTo>
                    <a:pt x="10420" y="3803"/>
                    <a:pt x="10211" y="3001"/>
                    <a:pt x="10392" y="2964"/>
                  </a:cubicBezTo>
                  <a:cubicBezTo>
                    <a:pt x="10572" y="2925"/>
                    <a:pt x="10267" y="2239"/>
                    <a:pt x="10420" y="2011"/>
                  </a:cubicBezTo>
                  <a:cubicBezTo>
                    <a:pt x="10440" y="1980"/>
                    <a:pt x="10464" y="1946"/>
                    <a:pt x="10489" y="1913"/>
                  </a:cubicBezTo>
                  <a:cubicBezTo>
                    <a:pt x="10398" y="1789"/>
                    <a:pt x="10318" y="1705"/>
                    <a:pt x="10267" y="1705"/>
                  </a:cubicBezTo>
                  <a:cubicBezTo>
                    <a:pt x="10045" y="1705"/>
                    <a:pt x="9518" y="1553"/>
                    <a:pt x="9545" y="2544"/>
                  </a:cubicBezTo>
                  <a:cubicBezTo>
                    <a:pt x="9574" y="3536"/>
                    <a:pt x="9240" y="3154"/>
                    <a:pt x="9268" y="3688"/>
                  </a:cubicBezTo>
                  <a:cubicBezTo>
                    <a:pt x="9296" y="4222"/>
                    <a:pt x="9102" y="4222"/>
                    <a:pt x="9129" y="4908"/>
                  </a:cubicBezTo>
                  <a:cubicBezTo>
                    <a:pt x="9158" y="5595"/>
                    <a:pt x="8991" y="5289"/>
                    <a:pt x="8713" y="5671"/>
                  </a:cubicBezTo>
                  <a:cubicBezTo>
                    <a:pt x="8436" y="6053"/>
                    <a:pt x="8547" y="5442"/>
                    <a:pt x="8269" y="5442"/>
                  </a:cubicBezTo>
                  <a:cubicBezTo>
                    <a:pt x="7992" y="5442"/>
                    <a:pt x="7964" y="5824"/>
                    <a:pt x="7797" y="5976"/>
                  </a:cubicBezTo>
                  <a:cubicBezTo>
                    <a:pt x="7631" y="6128"/>
                    <a:pt x="7298" y="5900"/>
                    <a:pt x="7187" y="6128"/>
                  </a:cubicBezTo>
                  <a:cubicBezTo>
                    <a:pt x="7076" y="6357"/>
                    <a:pt x="6910" y="5595"/>
                    <a:pt x="6799" y="5595"/>
                  </a:cubicBezTo>
                  <a:cubicBezTo>
                    <a:pt x="6742" y="5595"/>
                    <a:pt x="6693" y="5178"/>
                    <a:pt x="6658" y="4770"/>
                  </a:cubicBezTo>
                  <a:cubicBezTo>
                    <a:pt x="6638" y="4759"/>
                    <a:pt x="6620" y="4752"/>
                    <a:pt x="6604" y="4755"/>
                  </a:cubicBezTo>
                  <a:cubicBezTo>
                    <a:pt x="6424" y="4794"/>
                    <a:pt x="6126" y="6104"/>
                    <a:pt x="6299" y="6548"/>
                  </a:cubicBezTo>
                  <a:cubicBezTo>
                    <a:pt x="6507" y="7082"/>
                    <a:pt x="6452" y="7921"/>
                    <a:pt x="6549" y="8340"/>
                  </a:cubicBezTo>
                  <a:cubicBezTo>
                    <a:pt x="6646" y="8760"/>
                    <a:pt x="6952" y="8835"/>
                    <a:pt x="6952" y="9636"/>
                  </a:cubicBezTo>
                  <a:cubicBezTo>
                    <a:pt x="6952" y="10437"/>
                    <a:pt x="7215" y="11695"/>
                    <a:pt x="7395" y="11353"/>
                  </a:cubicBezTo>
                  <a:cubicBezTo>
                    <a:pt x="7576" y="11009"/>
                    <a:pt x="7714" y="11505"/>
                    <a:pt x="7770" y="11848"/>
                  </a:cubicBezTo>
                  <a:cubicBezTo>
                    <a:pt x="7825" y="12192"/>
                    <a:pt x="8255" y="11581"/>
                    <a:pt x="8394" y="11658"/>
                  </a:cubicBezTo>
                  <a:cubicBezTo>
                    <a:pt x="8533" y="11734"/>
                    <a:pt x="8963" y="11963"/>
                    <a:pt x="8991" y="12420"/>
                  </a:cubicBezTo>
                  <a:cubicBezTo>
                    <a:pt x="9018" y="12878"/>
                    <a:pt x="9407" y="12382"/>
                    <a:pt x="9670" y="12115"/>
                  </a:cubicBezTo>
                  <a:cubicBezTo>
                    <a:pt x="9934" y="11848"/>
                    <a:pt x="9782" y="9675"/>
                    <a:pt x="10031" y="9255"/>
                  </a:cubicBezTo>
                  <a:close/>
                  <a:moveTo>
                    <a:pt x="13889" y="19072"/>
                  </a:moveTo>
                  <a:cubicBezTo>
                    <a:pt x="13846" y="19151"/>
                    <a:pt x="13797" y="19213"/>
                    <a:pt x="13737" y="19250"/>
                  </a:cubicBezTo>
                  <a:cubicBezTo>
                    <a:pt x="13718" y="19392"/>
                    <a:pt x="13700" y="19550"/>
                    <a:pt x="13668" y="19619"/>
                  </a:cubicBezTo>
                  <a:cubicBezTo>
                    <a:pt x="13629" y="19702"/>
                    <a:pt x="13562" y="19535"/>
                    <a:pt x="13514" y="19387"/>
                  </a:cubicBezTo>
                  <a:cubicBezTo>
                    <a:pt x="13246" y="19692"/>
                    <a:pt x="13105" y="20575"/>
                    <a:pt x="13291" y="20848"/>
                  </a:cubicBezTo>
                  <a:cubicBezTo>
                    <a:pt x="13470" y="21110"/>
                    <a:pt x="13731" y="20413"/>
                    <a:pt x="13880" y="19922"/>
                  </a:cubicBezTo>
                  <a:cubicBezTo>
                    <a:pt x="13904" y="19842"/>
                    <a:pt x="13926" y="19768"/>
                    <a:pt x="13943" y="19704"/>
                  </a:cubicBezTo>
                  <a:cubicBezTo>
                    <a:pt x="13953" y="19667"/>
                    <a:pt x="13970" y="19627"/>
                    <a:pt x="13990" y="19587"/>
                  </a:cubicBezTo>
                  <a:cubicBezTo>
                    <a:pt x="14004" y="19559"/>
                    <a:pt x="14020" y="19531"/>
                    <a:pt x="14037" y="19502"/>
                  </a:cubicBezTo>
                  <a:cubicBezTo>
                    <a:pt x="13993" y="19335"/>
                    <a:pt x="13938" y="19173"/>
                    <a:pt x="13889" y="19072"/>
                  </a:cubicBezTo>
                  <a:close/>
                  <a:moveTo>
                    <a:pt x="19895" y="9407"/>
                  </a:moveTo>
                  <a:cubicBezTo>
                    <a:pt x="19687" y="9446"/>
                    <a:pt x="19659" y="10437"/>
                    <a:pt x="19479" y="10437"/>
                  </a:cubicBezTo>
                  <a:cubicBezTo>
                    <a:pt x="19298" y="10437"/>
                    <a:pt x="19049" y="11467"/>
                    <a:pt x="18716" y="11772"/>
                  </a:cubicBezTo>
                  <a:cubicBezTo>
                    <a:pt x="18383" y="12077"/>
                    <a:pt x="18369" y="9142"/>
                    <a:pt x="18216" y="8569"/>
                  </a:cubicBezTo>
                  <a:cubicBezTo>
                    <a:pt x="18064" y="7997"/>
                    <a:pt x="17231" y="7539"/>
                    <a:pt x="17148" y="8188"/>
                  </a:cubicBezTo>
                  <a:cubicBezTo>
                    <a:pt x="17065" y="8836"/>
                    <a:pt x="16776" y="8493"/>
                    <a:pt x="16745" y="9027"/>
                  </a:cubicBezTo>
                  <a:cubicBezTo>
                    <a:pt x="16718" y="9522"/>
                    <a:pt x="16815" y="9369"/>
                    <a:pt x="16995" y="9369"/>
                  </a:cubicBezTo>
                  <a:cubicBezTo>
                    <a:pt x="17176" y="9369"/>
                    <a:pt x="17176" y="9751"/>
                    <a:pt x="17259" y="10246"/>
                  </a:cubicBezTo>
                  <a:cubicBezTo>
                    <a:pt x="17342" y="10743"/>
                    <a:pt x="17842" y="10399"/>
                    <a:pt x="18008" y="10362"/>
                  </a:cubicBezTo>
                  <a:cubicBezTo>
                    <a:pt x="18175" y="10323"/>
                    <a:pt x="18202" y="10971"/>
                    <a:pt x="17966" y="10743"/>
                  </a:cubicBezTo>
                  <a:cubicBezTo>
                    <a:pt x="17731" y="10515"/>
                    <a:pt x="17731" y="11048"/>
                    <a:pt x="17564" y="10933"/>
                  </a:cubicBezTo>
                  <a:cubicBezTo>
                    <a:pt x="17398" y="10818"/>
                    <a:pt x="17176" y="10857"/>
                    <a:pt x="17286" y="11123"/>
                  </a:cubicBezTo>
                  <a:cubicBezTo>
                    <a:pt x="17398" y="11390"/>
                    <a:pt x="17578" y="11658"/>
                    <a:pt x="17578" y="12267"/>
                  </a:cubicBezTo>
                  <a:cubicBezTo>
                    <a:pt x="17578" y="12878"/>
                    <a:pt x="17897" y="12764"/>
                    <a:pt x="17897" y="12267"/>
                  </a:cubicBezTo>
                  <a:cubicBezTo>
                    <a:pt x="17897" y="11772"/>
                    <a:pt x="18064" y="12420"/>
                    <a:pt x="18383" y="12648"/>
                  </a:cubicBezTo>
                  <a:cubicBezTo>
                    <a:pt x="18702" y="12878"/>
                    <a:pt x="18480" y="13221"/>
                    <a:pt x="18799" y="13259"/>
                  </a:cubicBezTo>
                  <a:cubicBezTo>
                    <a:pt x="19118" y="13298"/>
                    <a:pt x="19839" y="13946"/>
                    <a:pt x="20117" y="14518"/>
                  </a:cubicBezTo>
                  <a:cubicBezTo>
                    <a:pt x="20394" y="15090"/>
                    <a:pt x="20200" y="15471"/>
                    <a:pt x="20380" y="16006"/>
                  </a:cubicBezTo>
                  <a:cubicBezTo>
                    <a:pt x="20561" y="16539"/>
                    <a:pt x="20616" y="17149"/>
                    <a:pt x="20366" y="17149"/>
                  </a:cubicBezTo>
                  <a:cubicBezTo>
                    <a:pt x="20117" y="17149"/>
                    <a:pt x="19853" y="17835"/>
                    <a:pt x="19923" y="18179"/>
                  </a:cubicBezTo>
                  <a:cubicBezTo>
                    <a:pt x="19991" y="18522"/>
                    <a:pt x="20811" y="18025"/>
                    <a:pt x="21004" y="18025"/>
                  </a:cubicBezTo>
                  <a:cubicBezTo>
                    <a:pt x="21132" y="18025"/>
                    <a:pt x="21260" y="18646"/>
                    <a:pt x="21504" y="19097"/>
                  </a:cubicBezTo>
                  <a:lnTo>
                    <a:pt x="21504" y="10958"/>
                  </a:lnTo>
                  <a:cubicBezTo>
                    <a:pt x="20903" y="10402"/>
                    <a:pt x="20066" y="9376"/>
                    <a:pt x="19895" y="9407"/>
                  </a:cubicBezTo>
                  <a:close/>
                  <a:moveTo>
                    <a:pt x="8977" y="17721"/>
                  </a:moveTo>
                  <a:cubicBezTo>
                    <a:pt x="8963" y="17263"/>
                    <a:pt x="8422" y="17682"/>
                    <a:pt x="8158" y="17378"/>
                  </a:cubicBezTo>
                  <a:cubicBezTo>
                    <a:pt x="7895" y="17071"/>
                    <a:pt x="8450" y="16806"/>
                    <a:pt x="8630" y="16500"/>
                  </a:cubicBezTo>
                  <a:cubicBezTo>
                    <a:pt x="8810" y="16195"/>
                    <a:pt x="8519" y="16081"/>
                    <a:pt x="8075" y="16463"/>
                  </a:cubicBezTo>
                  <a:cubicBezTo>
                    <a:pt x="7631" y="16844"/>
                    <a:pt x="7118" y="15623"/>
                    <a:pt x="7104" y="16157"/>
                  </a:cubicBezTo>
                  <a:cubicBezTo>
                    <a:pt x="7090" y="16692"/>
                    <a:pt x="6299" y="15928"/>
                    <a:pt x="6105" y="15548"/>
                  </a:cubicBezTo>
                  <a:cubicBezTo>
                    <a:pt x="5911" y="15166"/>
                    <a:pt x="5162" y="14669"/>
                    <a:pt x="5009" y="15395"/>
                  </a:cubicBezTo>
                  <a:cubicBezTo>
                    <a:pt x="4857" y="16118"/>
                    <a:pt x="4725" y="15469"/>
                    <a:pt x="4787" y="16157"/>
                  </a:cubicBezTo>
                  <a:cubicBezTo>
                    <a:pt x="4829" y="16615"/>
                    <a:pt x="5009" y="16348"/>
                    <a:pt x="5134" y="16348"/>
                  </a:cubicBezTo>
                  <a:cubicBezTo>
                    <a:pt x="5259" y="16348"/>
                    <a:pt x="5203" y="16996"/>
                    <a:pt x="5384" y="17071"/>
                  </a:cubicBezTo>
                  <a:cubicBezTo>
                    <a:pt x="5564" y="17149"/>
                    <a:pt x="6161" y="17606"/>
                    <a:pt x="6216" y="17263"/>
                  </a:cubicBezTo>
                  <a:cubicBezTo>
                    <a:pt x="6272" y="16920"/>
                    <a:pt x="6827" y="17263"/>
                    <a:pt x="7104" y="17873"/>
                  </a:cubicBezTo>
                  <a:cubicBezTo>
                    <a:pt x="7382" y="18482"/>
                    <a:pt x="8020" y="18522"/>
                    <a:pt x="8269" y="18408"/>
                  </a:cubicBezTo>
                  <a:cubicBezTo>
                    <a:pt x="8519" y="18293"/>
                    <a:pt x="8797" y="18865"/>
                    <a:pt x="8894" y="18482"/>
                  </a:cubicBezTo>
                  <a:cubicBezTo>
                    <a:pt x="8991" y="18102"/>
                    <a:pt x="9171" y="19094"/>
                    <a:pt x="9449" y="18522"/>
                  </a:cubicBezTo>
                  <a:cubicBezTo>
                    <a:pt x="9726" y="17950"/>
                    <a:pt x="8991" y="18179"/>
                    <a:pt x="8977" y="17721"/>
                  </a:cubicBezTo>
                  <a:close/>
                  <a:moveTo>
                    <a:pt x="16288" y="11162"/>
                  </a:moveTo>
                  <a:cubicBezTo>
                    <a:pt x="15927" y="10857"/>
                    <a:pt x="15311" y="11117"/>
                    <a:pt x="15372" y="11619"/>
                  </a:cubicBezTo>
                  <a:cubicBezTo>
                    <a:pt x="15428" y="12077"/>
                    <a:pt x="15719" y="11887"/>
                    <a:pt x="16010" y="11887"/>
                  </a:cubicBezTo>
                  <a:cubicBezTo>
                    <a:pt x="16302" y="11887"/>
                    <a:pt x="16454" y="12459"/>
                    <a:pt x="16607" y="12459"/>
                  </a:cubicBezTo>
                  <a:cubicBezTo>
                    <a:pt x="16759" y="12459"/>
                    <a:pt x="16649" y="11467"/>
                    <a:pt x="16288" y="11162"/>
                  </a:cubicBezTo>
                  <a:close/>
                  <a:moveTo>
                    <a:pt x="13319" y="18140"/>
                  </a:moveTo>
                  <a:cubicBezTo>
                    <a:pt x="12945" y="17989"/>
                    <a:pt x="12695" y="18750"/>
                    <a:pt x="12320" y="18369"/>
                  </a:cubicBezTo>
                  <a:cubicBezTo>
                    <a:pt x="11946" y="17989"/>
                    <a:pt x="11385" y="18377"/>
                    <a:pt x="11446" y="18712"/>
                  </a:cubicBezTo>
                  <a:cubicBezTo>
                    <a:pt x="11502" y="19017"/>
                    <a:pt x="11834" y="19056"/>
                    <a:pt x="12209" y="19094"/>
                  </a:cubicBezTo>
                  <a:cubicBezTo>
                    <a:pt x="12584" y="19131"/>
                    <a:pt x="12917" y="18559"/>
                    <a:pt x="13166" y="18522"/>
                  </a:cubicBezTo>
                  <a:cubicBezTo>
                    <a:pt x="13416" y="18482"/>
                    <a:pt x="13694" y="18293"/>
                    <a:pt x="13319" y="18140"/>
                  </a:cubicBezTo>
                  <a:close/>
                  <a:moveTo>
                    <a:pt x="14415" y="11695"/>
                  </a:moveTo>
                  <a:cubicBezTo>
                    <a:pt x="14470" y="12306"/>
                    <a:pt x="14873" y="12648"/>
                    <a:pt x="14984" y="12115"/>
                  </a:cubicBezTo>
                  <a:cubicBezTo>
                    <a:pt x="15095" y="11581"/>
                    <a:pt x="14351" y="10988"/>
                    <a:pt x="14415" y="11695"/>
                  </a:cubicBezTo>
                  <a:close/>
                  <a:moveTo>
                    <a:pt x="15553" y="6930"/>
                  </a:moveTo>
                  <a:cubicBezTo>
                    <a:pt x="15858" y="7006"/>
                    <a:pt x="15719" y="6510"/>
                    <a:pt x="15719" y="5976"/>
                  </a:cubicBezTo>
                  <a:cubicBezTo>
                    <a:pt x="15719" y="5442"/>
                    <a:pt x="15442" y="5900"/>
                    <a:pt x="15442" y="5632"/>
                  </a:cubicBezTo>
                  <a:cubicBezTo>
                    <a:pt x="15442" y="5366"/>
                    <a:pt x="15345" y="4298"/>
                    <a:pt x="15122" y="5137"/>
                  </a:cubicBezTo>
                  <a:cubicBezTo>
                    <a:pt x="14900" y="5976"/>
                    <a:pt x="15194" y="8048"/>
                    <a:pt x="15372" y="7959"/>
                  </a:cubicBezTo>
                  <a:cubicBezTo>
                    <a:pt x="15525" y="7883"/>
                    <a:pt x="15247" y="6853"/>
                    <a:pt x="15553" y="6930"/>
                  </a:cubicBezTo>
                  <a:close/>
                  <a:moveTo>
                    <a:pt x="4954" y="13031"/>
                  </a:moveTo>
                  <a:cubicBezTo>
                    <a:pt x="4940" y="12497"/>
                    <a:pt x="5023" y="11963"/>
                    <a:pt x="5023" y="11695"/>
                  </a:cubicBezTo>
                  <a:cubicBezTo>
                    <a:pt x="5023" y="11429"/>
                    <a:pt x="5092" y="11315"/>
                    <a:pt x="5217" y="11390"/>
                  </a:cubicBezTo>
                  <a:cubicBezTo>
                    <a:pt x="5342" y="11467"/>
                    <a:pt x="5328" y="10665"/>
                    <a:pt x="5231" y="10590"/>
                  </a:cubicBezTo>
                  <a:cubicBezTo>
                    <a:pt x="5134" y="10515"/>
                    <a:pt x="5079" y="9561"/>
                    <a:pt x="4842" y="9561"/>
                  </a:cubicBezTo>
                  <a:cubicBezTo>
                    <a:pt x="4607" y="9561"/>
                    <a:pt x="4648" y="10094"/>
                    <a:pt x="4787" y="10132"/>
                  </a:cubicBezTo>
                  <a:cubicBezTo>
                    <a:pt x="4926" y="10171"/>
                    <a:pt x="5009" y="10476"/>
                    <a:pt x="4967" y="10743"/>
                  </a:cubicBezTo>
                  <a:cubicBezTo>
                    <a:pt x="4926" y="11010"/>
                    <a:pt x="4871" y="10476"/>
                    <a:pt x="4676" y="10515"/>
                  </a:cubicBezTo>
                  <a:cubicBezTo>
                    <a:pt x="4482" y="10552"/>
                    <a:pt x="4607" y="9865"/>
                    <a:pt x="4385" y="9827"/>
                  </a:cubicBezTo>
                  <a:cubicBezTo>
                    <a:pt x="4163" y="9789"/>
                    <a:pt x="4205" y="8684"/>
                    <a:pt x="3968" y="8684"/>
                  </a:cubicBezTo>
                  <a:cubicBezTo>
                    <a:pt x="3733" y="8684"/>
                    <a:pt x="3719" y="8149"/>
                    <a:pt x="3872" y="7768"/>
                  </a:cubicBezTo>
                  <a:cubicBezTo>
                    <a:pt x="4024" y="7386"/>
                    <a:pt x="3636" y="7044"/>
                    <a:pt x="3636" y="6586"/>
                  </a:cubicBezTo>
                  <a:cubicBezTo>
                    <a:pt x="3636" y="6128"/>
                    <a:pt x="3386" y="6396"/>
                    <a:pt x="3386" y="6014"/>
                  </a:cubicBezTo>
                  <a:cubicBezTo>
                    <a:pt x="3386" y="5632"/>
                    <a:pt x="3275" y="5824"/>
                    <a:pt x="3150" y="5366"/>
                  </a:cubicBezTo>
                  <a:cubicBezTo>
                    <a:pt x="3026" y="4908"/>
                    <a:pt x="2970" y="5328"/>
                    <a:pt x="2859" y="4985"/>
                  </a:cubicBezTo>
                  <a:cubicBezTo>
                    <a:pt x="2748" y="4641"/>
                    <a:pt x="2595" y="4451"/>
                    <a:pt x="2498" y="4565"/>
                  </a:cubicBezTo>
                  <a:cubicBezTo>
                    <a:pt x="2401" y="4680"/>
                    <a:pt x="2179" y="4070"/>
                    <a:pt x="2096" y="3459"/>
                  </a:cubicBezTo>
                  <a:cubicBezTo>
                    <a:pt x="2030" y="2973"/>
                    <a:pt x="1389" y="2163"/>
                    <a:pt x="1305" y="1514"/>
                  </a:cubicBezTo>
                  <a:cubicBezTo>
                    <a:pt x="1222" y="867"/>
                    <a:pt x="1000" y="599"/>
                    <a:pt x="626" y="638"/>
                  </a:cubicBezTo>
                  <a:cubicBezTo>
                    <a:pt x="251" y="676"/>
                    <a:pt x="103" y="-371"/>
                    <a:pt x="15" y="141"/>
                  </a:cubicBezTo>
                  <a:cubicBezTo>
                    <a:pt x="-96" y="790"/>
                    <a:pt x="417" y="2239"/>
                    <a:pt x="653" y="2621"/>
                  </a:cubicBezTo>
                  <a:cubicBezTo>
                    <a:pt x="889" y="3002"/>
                    <a:pt x="1014" y="4374"/>
                    <a:pt x="1291" y="4451"/>
                  </a:cubicBezTo>
                  <a:cubicBezTo>
                    <a:pt x="1569" y="4527"/>
                    <a:pt x="1596" y="6930"/>
                    <a:pt x="1804" y="7044"/>
                  </a:cubicBezTo>
                  <a:cubicBezTo>
                    <a:pt x="2013" y="7158"/>
                    <a:pt x="2457" y="9027"/>
                    <a:pt x="2526" y="10018"/>
                  </a:cubicBezTo>
                  <a:cubicBezTo>
                    <a:pt x="2595" y="11009"/>
                    <a:pt x="3053" y="11505"/>
                    <a:pt x="3206" y="12230"/>
                  </a:cubicBezTo>
                  <a:cubicBezTo>
                    <a:pt x="3358" y="12954"/>
                    <a:pt x="3968" y="13946"/>
                    <a:pt x="4052" y="14250"/>
                  </a:cubicBezTo>
                  <a:cubicBezTo>
                    <a:pt x="4135" y="14555"/>
                    <a:pt x="4218" y="15242"/>
                    <a:pt x="4288" y="14898"/>
                  </a:cubicBezTo>
                  <a:cubicBezTo>
                    <a:pt x="4357" y="14555"/>
                    <a:pt x="4648" y="14898"/>
                    <a:pt x="4787" y="14937"/>
                  </a:cubicBezTo>
                  <a:cubicBezTo>
                    <a:pt x="4926" y="14975"/>
                    <a:pt x="4967" y="13565"/>
                    <a:pt x="4954" y="13031"/>
                  </a:cubicBezTo>
                  <a:close/>
                  <a:moveTo>
                    <a:pt x="11294" y="12039"/>
                  </a:moveTo>
                  <a:cubicBezTo>
                    <a:pt x="11502" y="12077"/>
                    <a:pt x="11474" y="12916"/>
                    <a:pt x="11432" y="13412"/>
                  </a:cubicBezTo>
                  <a:cubicBezTo>
                    <a:pt x="11391" y="13907"/>
                    <a:pt x="11307" y="15086"/>
                    <a:pt x="11488" y="14898"/>
                  </a:cubicBezTo>
                  <a:cubicBezTo>
                    <a:pt x="11710" y="14669"/>
                    <a:pt x="11849" y="13907"/>
                    <a:pt x="11724" y="13640"/>
                  </a:cubicBezTo>
                  <a:cubicBezTo>
                    <a:pt x="11599" y="13373"/>
                    <a:pt x="11613" y="11695"/>
                    <a:pt x="11668" y="11276"/>
                  </a:cubicBezTo>
                  <a:cubicBezTo>
                    <a:pt x="11724" y="10857"/>
                    <a:pt x="12098" y="11162"/>
                    <a:pt x="11973" y="11810"/>
                  </a:cubicBezTo>
                  <a:cubicBezTo>
                    <a:pt x="11849" y="12459"/>
                    <a:pt x="12209" y="12382"/>
                    <a:pt x="12209" y="13107"/>
                  </a:cubicBezTo>
                  <a:cubicBezTo>
                    <a:pt x="12209" y="13831"/>
                    <a:pt x="12417" y="13450"/>
                    <a:pt x="12639" y="13259"/>
                  </a:cubicBezTo>
                  <a:cubicBezTo>
                    <a:pt x="12861" y="13069"/>
                    <a:pt x="12820" y="12725"/>
                    <a:pt x="12667" y="12267"/>
                  </a:cubicBezTo>
                  <a:cubicBezTo>
                    <a:pt x="12515" y="11810"/>
                    <a:pt x="12778" y="11162"/>
                    <a:pt x="12570" y="10781"/>
                  </a:cubicBezTo>
                  <a:cubicBezTo>
                    <a:pt x="12362" y="10399"/>
                    <a:pt x="12223" y="9827"/>
                    <a:pt x="12417" y="9713"/>
                  </a:cubicBezTo>
                  <a:cubicBezTo>
                    <a:pt x="12612" y="9599"/>
                    <a:pt x="13194" y="8684"/>
                    <a:pt x="13125" y="8302"/>
                  </a:cubicBezTo>
                  <a:cubicBezTo>
                    <a:pt x="13055" y="7921"/>
                    <a:pt x="12237" y="8378"/>
                    <a:pt x="12167" y="9065"/>
                  </a:cubicBezTo>
                  <a:cubicBezTo>
                    <a:pt x="12098" y="9751"/>
                    <a:pt x="11516" y="8988"/>
                    <a:pt x="11585" y="7806"/>
                  </a:cubicBezTo>
                  <a:cubicBezTo>
                    <a:pt x="11655" y="6625"/>
                    <a:pt x="12806" y="6433"/>
                    <a:pt x="13139" y="6853"/>
                  </a:cubicBezTo>
                  <a:cubicBezTo>
                    <a:pt x="13472" y="7272"/>
                    <a:pt x="13832" y="6167"/>
                    <a:pt x="13957" y="5518"/>
                  </a:cubicBezTo>
                  <a:cubicBezTo>
                    <a:pt x="14082" y="4870"/>
                    <a:pt x="13694" y="5632"/>
                    <a:pt x="13458" y="6053"/>
                  </a:cubicBezTo>
                  <a:cubicBezTo>
                    <a:pt x="13222" y="6472"/>
                    <a:pt x="12598" y="6014"/>
                    <a:pt x="12279" y="5709"/>
                  </a:cubicBezTo>
                  <a:cubicBezTo>
                    <a:pt x="11960" y="5405"/>
                    <a:pt x="11973" y="6243"/>
                    <a:pt x="11710" y="6357"/>
                  </a:cubicBezTo>
                  <a:cubicBezTo>
                    <a:pt x="11446" y="6472"/>
                    <a:pt x="11502" y="8073"/>
                    <a:pt x="11377" y="8263"/>
                  </a:cubicBezTo>
                  <a:cubicBezTo>
                    <a:pt x="11252" y="8455"/>
                    <a:pt x="11252" y="9636"/>
                    <a:pt x="11002" y="10743"/>
                  </a:cubicBezTo>
                  <a:cubicBezTo>
                    <a:pt x="10753" y="11848"/>
                    <a:pt x="11085" y="12001"/>
                    <a:pt x="11294" y="12039"/>
                  </a:cubicBezTo>
                  <a:close/>
                  <a:moveTo>
                    <a:pt x="820" y="5518"/>
                  </a:moveTo>
                  <a:cubicBezTo>
                    <a:pt x="792" y="5900"/>
                    <a:pt x="944" y="7005"/>
                    <a:pt x="1111" y="6548"/>
                  </a:cubicBezTo>
                  <a:cubicBezTo>
                    <a:pt x="1277" y="6090"/>
                    <a:pt x="847" y="5144"/>
                    <a:pt x="820" y="5518"/>
                  </a:cubicBezTo>
                  <a:close/>
                  <a:moveTo>
                    <a:pt x="6036" y="11123"/>
                  </a:moveTo>
                  <a:cubicBezTo>
                    <a:pt x="6036" y="10781"/>
                    <a:pt x="5678" y="10947"/>
                    <a:pt x="5786" y="11429"/>
                  </a:cubicBezTo>
                  <a:cubicBezTo>
                    <a:pt x="5897" y="11924"/>
                    <a:pt x="6036" y="11467"/>
                    <a:pt x="6036" y="11123"/>
                  </a:cubicBezTo>
                  <a:close/>
                  <a:moveTo>
                    <a:pt x="1500" y="8798"/>
                  </a:moveTo>
                  <a:cubicBezTo>
                    <a:pt x="1472" y="8988"/>
                    <a:pt x="1624" y="9751"/>
                    <a:pt x="1721" y="9522"/>
                  </a:cubicBezTo>
                  <a:cubicBezTo>
                    <a:pt x="1819" y="9293"/>
                    <a:pt x="1587" y="8194"/>
                    <a:pt x="1500" y="8798"/>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51" name="Shape 2405"/>
            <p:cNvSpPr/>
            <p:nvPr/>
          </p:nvSpPr>
          <p:spPr>
            <a:xfrm>
              <a:off x="13266892" y="5614827"/>
              <a:ext cx="146481" cy="53016"/>
            </a:xfrm>
            <a:custGeom>
              <a:avLst/>
              <a:gdLst/>
              <a:ahLst/>
              <a:cxnLst>
                <a:cxn ang="0">
                  <a:pos x="wd2" y="hd2"/>
                </a:cxn>
                <a:cxn ang="5400000">
                  <a:pos x="wd2" y="hd2"/>
                </a:cxn>
                <a:cxn ang="10800000">
                  <a:pos x="wd2" y="hd2"/>
                </a:cxn>
                <a:cxn ang="16200000">
                  <a:pos x="wd2" y="hd2"/>
                </a:cxn>
              </a:cxnLst>
              <a:rect l="0" t="0" r="r" b="b"/>
              <a:pathLst>
                <a:path w="21061" h="18560" extrusionOk="0">
                  <a:moveTo>
                    <a:pt x="11365" y="1943"/>
                  </a:moveTo>
                  <a:cubicBezTo>
                    <a:pt x="8759" y="1620"/>
                    <a:pt x="7713" y="6852"/>
                    <a:pt x="5777" y="10590"/>
                  </a:cubicBezTo>
                  <a:cubicBezTo>
                    <a:pt x="5595" y="10930"/>
                    <a:pt x="5403" y="11244"/>
                    <a:pt x="5212" y="11558"/>
                  </a:cubicBezTo>
                  <a:cubicBezTo>
                    <a:pt x="5892" y="12790"/>
                    <a:pt x="6663" y="14794"/>
                    <a:pt x="7273" y="16841"/>
                  </a:cubicBezTo>
                  <a:cubicBezTo>
                    <a:pt x="11006" y="11439"/>
                    <a:pt x="20526" y="4712"/>
                    <a:pt x="21024" y="1467"/>
                  </a:cubicBezTo>
                  <a:cubicBezTo>
                    <a:pt x="21600" y="-2287"/>
                    <a:pt x="15230" y="2402"/>
                    <a:pt x="11365" y="1943"/>
                  </a:cubicBezTo>
                  <a:close/>
                  <a:moveTo>
                    <a:pt x="2100" y="14157"/>
                  </a:moveTo>
                  <a:cubicBezTo>
                    <a:pt x="1353" y="14310"/>
                    <a:pt x="649" y="14769"/>
                    <a:pt x="0" y="15423"/>
                  </a:cubicBezTo>
                  <a:cubicBezTo>
                    <a:pt x="659" y="17257"/>
                    <a:pt x="1587" y="19313"/>
                    <a:pt x="2131" y="18285"/>
                  </a:cubicBezTo>
                  <a:cubicBezTo>
                    <a:pt x="2574" y="17436"/>
                    <a:pt x="2836" y="15491"/>
                    <a:pt x="3091" y="13741"/>
                  </a:cubicBezTo>
                  <a:cubicBezTo>
                    <a:pt x="2815" y="13885"/>
                    <a:pt x="2533" y="14030"/>
                    <a:pt x="2222" y="14106"/>
                  </a:cubicBezTo>
                  <a:cubicBezTo>
                    <a:pt x="2180" y="14123"/>
                    <a:pt x="2149" y="14149"/>
                    <a:pt x="2100" y="14157"/>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52" name="Shape 2406"/>
            <p:cNvSpPr/>
            <p:nvPr/>
          </p:nvSpPr>
          <p:spPr>
            <a:xfrm>
              <a:off x="7975041" y="2881946"/>
              <a:ext cx="517859" cy="569552"/>
            </a:xfrm>
            <a:custGeom>
              <a:avLst/>
              <a:gdLst/>
              <a:ahLst/>
              <a:cxnLst>
                <a:cxn ang="0">
                  <a:pos x="wd2" y="hd2"/>
                </a:cxn>
                <a:cxn ang="5400000">
                  <a:pos x="wd2" y="hd2"/>
                </a:cxn>
                <a:cxn ang="10800000">
                  <a:pos x="wd2" y="hd2"/>
                </a:cxn>
                <a:cxn ang="16200000">
                  <a:pos x="wd2" y="hd2"/>
                </a:cxn>
              </a:cxnLst>
              <a:rect l="0" t="0" r="r" b="b"/>
              <a:pathLst>
                <a:path w="21354" h="21576" extrusionOk="0">
                  <a:moveTo>
                    <a:pt x="17645" y="12117"/>
                  </a:moveTo>
                  <a:cubicBezTo>
                    <a:pt x="16926" y="11711"/>
                    <a:pt x="17396" y="11048"/>
                    <a:pt x="16261" y="11098"/>
                  </a:cubicBezTo>
                  <a:cubicBezTo>
                    <a:pt x="15126" y="11150"/>
                    <a:pt x="13772" y="9854"/>
                    <a:pt x="13355" y="8352"/>
                  </a:cubicBezTo>
                  <a:cubicBezTo>
                    <a:pt x="12940" y="6854"/>
                    <a:pt x="11170" y="6778"/>
                    <a:pt x="10726" y="5887"/>
                  </a:cubicBezTo>
                  <a:cubicBezTo>
                    <a:pt x="10284" y="4996"/>
                    <a:pt x="11142" y="4895"/>
                    <a:pt x="10756" y="4158"/>
                  </a:cubicBezTo>
                  <a:cubicBezTo>
                    <a:pt x="10540" y="3747"/>
                    <a:pt x="11016" y="3385"/>
                    <a:pt x="11581" y="3180"/>
                  </a:cubicBezTo>
                  <a:cubicBezTo>
                    <a:pt x="11535" y="2364"/>
                    <a:pt x="11611" y="1475"/>
                    <a:pt x="11679" y="899"/>
                  </a:cubicBezTo>
                  <a:cubicBezTo>
                    <a:pt x="11241" y="858"/>
                    <a:pt x="10860" y="799"/>
                    <a:pt x="10726" y="725"/>
                  </a:cubicBezTo>
                  <a:cubicBezTo>
                    <a:pt x="10518" y="611"/>
                    <a:pt x="10478" y="0"/>
                    <a:pt x="10353" y="0"/>
                  </a:cubicBezTo>
                  <a:cubicBezTo>
                    <a:pt x="10228" y="0"/>
                    <a:pt x="9068" y="0"/>
                    <a:pt x="8857" y="191"/>
                  </a:cubicBezTo>
                  <a:cubicBezTo>
                    <a:pt x="8651" y="382"/>
                    <a:pt x="8028" y="725"/>
                    <a:pt x="7696" y="535"/>
                  </a:cubicBezTo>
                  <a:cubicBezTo>
                    <a:pt x="7625" y="494"/>
                    <a:pt x="7545" y="453"/>
                    <a:pt x="7464" y="416"/>
                  </a:cubicBezTo>
                  <a:lnTo>
                    <a:pt x="7103" y="725"/>
                  </a:lnTo>
                  <a:cubicBezTo>
                    <a:pt x="7103" y="725"/>
                    <a:pt x="7047" y="1133"/>
                    <a:pt x="6825" y="1133"/>
                  </a:cubicBezTo>
                  <a:cubicBezTo>
                    <a:pt x="6604" y="1133"/>
                    <a:pt x="6272" y="981"/>
                    <a:pt x="6272" y="1335"/>
                  </a:cubicBezTo>
                  <a:cubicBezTo>
                    <a:pt x="6272" y="1692"/>
                    <a:pt x="5662" y="1590"/>
                    <a:pt x="5385" y="1540"/>
                  </a:cubicBezTo>
                  <a:cubicBezTo>
                    <a:pt x="5110" y="1488"/>
                    <a:pt x="4722" y="1590"/>
                    <a:pt x="4722" y="1896"/>
                  </a:cubicBezTo>
                  <a:cubicBezTo>
                    <a:pt x="4722" y="2200"/>
                    <a:pt x="4666" y="2862"/>
                    <a:pt x="4223" y="2506"/>
                  </a:cubicBezTo>
                  <a:cubicBezTo>
                    <a:pt x="3781" y="2149"/>
                    <a:pt x="3337" y="1234"/>
                    <a:pt x="3172" y="1335"/>
                  </a:cubicBezTo>
                  <a:cubicBezTo>
                    <a:pt x="3006" y="1438"/>
                    <a:pt x="2619" y="2556"/>
                    <a:pt x="2231" y="2556"/>
                  </a:cubicBezTo>
                  <a:cubicBezTo>
                    <a:pt x="1990" y="2556"/>
                    <a:pt x="1201" y="2614"/>
                    <a:pt x="634" y="2660"/>
                  </a:cubicBezTo>
                  <a:cubicBezTo>
                    <a:pt x="485" y="3098"/>
                    <a:pt x="644" y="3359"/>
                    <a:pt x="846" y="3472"/>
                  </a:cubicBezTo>
                  <a:cubicBezTo>
                    <a:pt x="1054" y="3585"/>
                    <a:pt x="722" y="4043"/>
                    <a:pt x="473" y="4158"/>
                  </a:cubicBezTo>
                  <a:cubicBezTo>
                    <a:pt x="224" y="4272"/>
                    <a:pt x="-191" y="4158"/>
                    <a:pt x="99" y="4577"/>
                  </a:cubicBezTo>
                  <a:cubicBezTo>
                    <a:pt x="390" y="4996"/>
                    <a:pt x="930" y="5035"/>
                    <a:pt x="640" y="5454"/>
                  </a:cubicBezTo>
                  <a:cubicBezTo>
                    <a:pt x="348" y="5873"/>
                    <a:pt x="640" y="6255"/>
                    <a:pt x="1054" y="6294"/>
                  </a:cubicBezTo>
                  <a:cubicBezTo>
                    <a:pt x="1469" y="6331"/>
                    <a:pt x="2050" y="6255"/>
                    <a:pt x="1926" y="6561"/>
                  </a:cubicBezTo>
                  <a:cubicBezTo>
                    <a:pt x="1853" y="6740"/>
                    <a:pt x="1740" y="6943"/>
                    <a:pt x="1715" y="7143"/>
                  </a:cubicBezTo>
                  <a:cubicBezTo>
                    <a:pt x="2042" y="7056"/>
                    <a:pt x="2331" y="7041"/>
                    <a:pt x="2619" y="6903"/>
                  </a:cubicBezTo>
                  <a:cubicBezTo>
                    <a:pt x="3200" y="6625"/>
                    <a:pt x="2950" y="6140"/>
                    <a:pt x="3918" y="5887"/>
                  </a:cubicBezTo>
                  <a:cubicBezTo>
                    <a:pt x="4888" y="5633"/>
                    <a:pt x="6160" y="6370"/>
                    <a:pt x="6548" y="6903"/>
                  </a:cubicBezTo>
                  <a:cubicBezTo>
                    <a:pt x="6935" y="7438"/>
                    <a:pt x="7047" y="7489"/>
                    <a:pt x="7129" y="7921"/>
                  </a:cubicBezTo>
                  <a:cubicBezTo>
                    <a:pt x="7213" y="8352"/>
                    <a:pt x="7572" y="9218"/>
                    <a:pt x="8899" y="10006"/>
                  </a:cubicBezTo>
                  <a:cubicBezTo>
                    <a:pt x="10228" y="10795"/>
                    <a:pt x="10756" y="11684"/>
                    <a:pt x="11447" y="12014"/>
                  </a:cubicBezTo>
                  <a:cubicBezTo>
                    <a:pt x="12137" y="12345"/>
                    <a:pt x="12831" y="12269"/>
                    <a:pt x="13245" y="12726"/>
                  </a:cubicBezTo>
                  <a:cubicBezTo>
                    <a:pt x="13660" y="13184"/>
                    <a:pt x="14213" y="13438"/>
                    <a:pt x="14878" y="13718"/>
                  </a:cubicBezTo>
                  <a:cubicBezTo>
                    <a:pt x="15542" y="13998"/>
                    <a:pt x="15568" y="14658"/>
                    <a:pt x="16207" y="14735"/>
                  </a:cubicBezTo>
                  <a:cubicBezTo>
                    <a:pt x="16842" y="14811"/>
                    <a:pt x="16427" y="15320"/>
                    <a:pt x="16815" y="15752"/>
                  </a:cubicBezTo>
                  <a:cubicBezTo>
                    <a:pt x="17201" y="16184"/>
                    <a:pt x="17313" y="17100"/>
                    <a:pt x="16899" y="17609"/>
                  </a:cubicBezTo>
                  <a:cubicBezTo>
                    <a:pt x="16483" y="18117"/>
                    <a:pt x="16704" y="18981"/>
                    <a:pt x="16981" y="18981"/>
                  </a:cubicBezTo>
                  <a:cubicBezTo>
                    <a:pt x="17258" y="18981"/>
                    <a:pt x="17839" y="18066"/>
                    <a:pt x="17921" y="17557"/>
                  </a:cubicBezTo>
                  <a:cubicBezTo>
                    <a:pt x="18004" y="17048"/>
                    <a:pt x="18558" y="17075"/>
                    <a:pt x="19001" y="16541"/>
                  </a:cubicBezTo>
                  <a:cubicBezTo>
                    <a:pt x="19443" y="16007"/>
                    <a:pt x="18338" y="15879"/>
                    <a:pt x="18144" y="15192"/>
                  </a:cubicBezTo>
                  <a:cubicBezTo>
                    <a:pt x="17949" y="14506"/>
                    <a:pt x="18974" y="13896"/>
                    <a:pt x="19942" y="14455"/>
                  </a:cubicBezTo>
                  <a:cubicBezTo>
                    <a:pt x="20910" y="15015"/>
                    <a:pt x="21298" y="15396"/>
                    <a:pt x="21353" y="14532"/>
                  </a:cubicBezTo>
                  <a:cubicBezTo>
                    <a:pt x="21409" y="13668"/>
                    <a:pt x="18364" y="12523"/>
                    <a:pt x="17645" y="12117"/>
                  </a:cubicBezTo>
                  <a:close/>
                  <a:moveTo>
                    <a:pt x="4083" y="12930"/>
                  </a:moveTo>
                  <a:cubicBezTo>
                    <a:pt x="3476" y="13413"/>
                    <a:pt x="2974" y="12845"/>
                    <a:pt x="2729" y="13234"/>
                  </a:cubicBezTo>
                  <a:cubicBezTo>
                    <a:pt x="2425" y="13718"/>
                    <a:pt x="3669" y="14455"/>
                    <a:pt x="3420" y="15446"/>
                  </a:cubicBezTo>
                  <a:cubicBezTo>
                    <a:pt x="3172" y="16438"/>
                    <a:pt x="3559" y="17684"/>
                    <a:pt x="4195" y="17100"/>
                  </a:cubicBezTo>
                  <a:cubicBezTo>
                    <a:pt x="4832" y="16515"/>
                    <a:pt x="5138" y="16795"/>
                    <a:pt x="5496" y="16362"/>
                  </a:cubicBezTo>
                  <a:cubicBezTo>
                    <a:pt x="5856" y="15931"/>
                    <a:pt x="5552" y="14329"/>
                    <a:pt x="5800" y="13566"/>
                  </a:cubicBezTo>
                  <a:cubicBezTo>
                    <a:pt x="6050" y="12803"/>
                    <a:pt x="4694" y="12447"/>
                    <a:pt x="4083" y="12930"/>
                  </a:cubicBezTo>
                  <a:close/>
                  <a:moveTo>
                    <a:pt x="14794" y="18702"/>
                  </a:moveTo>
                  <a:cubicBezTo>
                    <a:pt x="13660" y="18930"/>
                    <a:pt x="13189" y="19007"/>
                    <a:pt x="12526" y="18702"/>
                  </a:cubicBezTo>
                  <a:cubicBezTo>
                    <a:pt x="11861" y="18397"/>
                    <a:pt x="10784" y="18980"/>
                    <a:pt x="10948" y="19387"/>
                  </a:cubicBezTo>
                  <a:cubicBezTo>
                    <a:pt x="11058" y="19668"/>
                    <a:pt x="11503" y="20023"/>
                    <a:pt x="12885" y="20355"/>
                  </a:cubicBezTo>
                  <a:cubicBezTo>
                    <a:pt x="14269" y="20684"/>
                    <a:pt x="14435" y="21548"/>
                    <a:pt x="15016" y="21575"/>
                  </a:cubicBezTo>
                  <a:cubicBezTo>
                    <a:pt x="15596" y="21600"/>
                    <a:pt x="15652" y="21091"/>
                    <a:pt x="15514" y="20405"/>
                  </a:cubicBezTo>
                  <a:cubicBezTo>
                    <a:pt x="15376" y="19718"/>
                    <a:pt x="16207" y="18930"/>
                    <a:pt x="16289" y="18803"/>
                  </a:cubicBezTo>
                  <a:cubicBezTo>
                    <a:pt x="16371" y="18675"/>
                    <a:pt x="15929" y="18472"/>
                    <a:pt x="14794" y="1870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53" name="Shape 2407"/>
            <p:cNvSpPr/>
            <p:nvPr/>
          </p:nvSpPr>
          <p:spPr>
            <a:xfrm>
              <a:off x="8496773" y="3105545"/>
              <a:ext cx="54907" cy="72835"/>
            </a:xfrm>
            <a:custGeom>
              <a:avLst/>
              <a:gdLst/>
              <a:ahLst/>
              <a:cxnLst>
                <a:cxn ang="0">
                  <a:pos x="wd2" y="hd2"/>
                </a:cxn>
                <a:cxn ang="5400000">
                  <a:pos x="wd2" y="hd2"/>
                </a:cxn>
                <a:cxn ang="10800000">
                  <a:pos x="wd2" y="hd2"/>
                </a:cxn>
                <a:cxn ang="16200000">
                  <a:pos x="wd2" y="hd2"/>
                </a:cxn>
              </a:cxnLst>
              <a:rect l="0" t="0" r="r" b="b"/>
              <a:pathLst>
                <a:path w="21600" h="21600" extrusionOk="0">
                  <a:moveTo>
                    <a:pt x="7579" y="0"/>
                  </a:moveTo>
                  <a:cubicBezTo>
                    <a:pt x="3923" y="3727"/>
                    <a:pt x="344" y="8447"/>
                    <a:pt x="744" y="9987"/>
                  </a:cubicBezTo>
                  <a:cubicBezTo>
                    <a:pt x="926" y="10670"/>
                    <a:pt x="620" y="12196"/>
                    <a:pt x="0" y="14160"/>
                  </a:cubicBezTo>
                  <a:cubicBezTo>
                    <a:pt x="4715" y="17024"/>
                    <a:pt x="9278" y="19916"/>
                    <a:pt x="12628" y="21219"/>
                  </a:cubicBezTo>
                  <a:cubicBezTo>
                    <a:pt x="12962" y="21363"/>
                    <a:pt x="13258" y="21478"/>
                    <a:pt x="13573" y="21600"/>
                  </a:cubicBezTo>
                  <a:cubicBezTo>
                    <a:pt x="14623" y="17175"/>
                    <a:pt x="18670" y="12613"/>
                    <a:pt x="21600" y="12081"/>
                  </a:cubicBezTo>
                  <a:cubicBezTo>
                    <a:pt x="17505" y="8289"/>
                    <a:pt x="11473" y="2936"/>
                    <a:pt x="7579" y="0"/>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sp>
          <p:nvSpPr>
            <p:cNvPr id="2954" name="Shape 2408"/>
            <p:cNvSpPr/>
            <p:nvPr/>
          </p:nvSpPr>
          <p:spPr>
            <a:xfrm>
              <a:off x="8521617" y="2931635"/>
              <a:ext cx="182008" cy="226390"/>
            </a:xfrm>
            <a:custGeom>
              <a:avLst/>
              <a:gdLst/>
              <a:ahLst/>
              <a:cxnLst>
                <a:cxn ang="0">
                  <a:pos x="wd2" y="hd2"/>
                </a:cxn>
                <a:cxn ang="5400000">
                  <a:pos x="wd2" y="hd2"/>
                </a:cxn>
                <a:cxn ang="10800000">
                  <a:pos x="wd2" y="hd2"/>
                </a:cxn>
                <a:cxn ang="16200000">
                  <a:pos x="wd2" y="hd2"/>
                </a:cxn>
              </a:cxnLst>
              <a:rect l="0" t="0" r="r" b="b"/>
              <a:pathLst>
                <a:path w="20908" h="21600" extrusionOk="0">
                  <a:moveTo>
                    <a:pt x="18938" y="14412"/>
                  </a:moveTo>
                  <a:cubicBezTo>
                    <a:pt x="17782" y="13544"/>
                    <a:pt x="17899" y="12012"/>
                    <a:pt x="18938" y="11433"/>
                  </a:cubicBezTo>
                  <a:cubicBezTo>
                    <a:pt x="19978" y="10857"/>
                    <a:pt x="19053" y="10088"/>
                    <a:pt x="19053" y="9130"/>
                  </a:cubicBezTo>
                  <a:cubicBezTo>
                    <a:pt x="19053" y="8169"/>
                    <a:pt x="14083" y="7880"/>
                    <a:pt x="13269" y="7688"/>
                  </a:cubicBezTo>
                  <a:cubicBezTo>
                    <a:pt x="12464" y="7498"/>
                    <a:pt x="13852" y="4998"/>
                    <a:pt x="12581" y="4998"/>
                  </a:cubicBezTo>
                  <a:cubicBezTo>
                    <a:pt x="11304" y="4998"/>
                    <a:pt x="10845" y="4232"/>
                    <a:pt x="10845" y="3461"/>
                  </a:cubicBezTo>
                  <a:cubicBezTo>
                    <a:pt x="10845" y="2692"/>
                    <a:pt x="8880" y="1444"/>
                    <a:pt x="8991" y="963"/>
                  </a:cubicBezTo>
                  <a:cubicBezTo>
                    <a:pt x="9011" y="896"/>
                    <a:pt x="9066" y="831"/>
                    <a:pt x="9136" y="769"/>
                  </a:cubicBezTo>
                  <a:cubicBezTo>
                    <a:pt x="8423" y="678"/>
                    <a:pt x="7874" y="604"/>
                    <a:pt x="7670" y="569"/>
                  </a:cubicBezTo>
                  <a:cubicBezTo>
                    <a:pt x="6812" y="428"/>
                    <a:pt x="5429" y="0"/>
                    <a:pt x="5429" y="0"/>
                  </a:cubicBezTo>
                  <a:cubicBezTo>
                    <a:pt x="5429" y="0"/>
                    <a:pt x="2224" y="859"/>
                    <a:pt x="0" y="1424"/>
                  </a:cubicBezTo>
                  <a:cubicBezTo>
                    <a:pt x="148" y="2551"/>
                    <a:pt x="502" y="3778"/>
                    <a:pt x="1360" y="4044"/>
                  </a:cubicBezTo>
                  <a:cubicBezTo>
                    <a:pt x="3016" y="4560"/>
                    <a:pt x="2397" y="5933"/>
                    <a:pt x="3016" y="7141"/>
                  </a:cubicBezTo>
                  <a:cubicBezTo>
                    <a:pt x="3640" y="8347"/>
                    <a:pt x="3431" y="13852"/>
                    <a:pt x="2603" y="13852"/>
                  </a:cubicBezTo>
                  <a:cubicBezTo>
                    <a:pt x="2252" y="13852"/>
                    <a:pt x="1447" y="14570"/>
                    <a:pt x="658" y="15461"/>
                  </a:cubicBezTo>
                  <a:cubicBezTo>
                    <a:pt x="1795" y="16403"/>
                    <a:pt x="3556" y="18128"/>
                    <a:pt x="4752" y="19348"/>
                  </a:cubicBezTo>
                  <a:cubicBezTo>
                    <a:pt x="4805" y="19336"/>
                    <a:pt x="4861" y="19311"/>
                    <a:pt x="4911" y="19311"/>
                  </a:cubicBezTo>
                  <a:cubicBezTo>
                    <a:pt x="5948" y="19311"/>
                    <a:pt x="9738" y="21600"/>
                    <a:pt x="9738" y="21600"/>
                  </a:cubicBezTo>
                  <a:cubicBezTo>
                    <a:pt x="9738" y="21600"/>
                    <a:pt x="15103" y="20672"/>
                    <a:pt x="18724" y="20239"/>
                  </a:cubicBezTo>
                  <a:cubicBezTo>
                    <a:pt x="18774" y="19778"/>
                    <a:pt x="18891" y="19250"/>
                    <a:pt x="18824" y="18924"/>
                  </a:cubicBezTo>
                  <a:cubicBezTo>
                    <a:pt x="18707" y="18348"/>
                    <a:pt x="19521" y="17197"/>
                    <a:pt x="20558" y="17197"/>
                  </a:cubicBezTo>
                  <a:cubicBezTo>
                    <a:pt x="21600" y="17197"/>
                    <a:pt x="20095" y="15278"/>
                    <a:pt x="18938" y="14412"/>
                  </a:cubicBezTo>
                  <a:close/>
                </a:path>
              </a:pathLst>
            </a:custGeom>
            <a:solidFill>
              <a:srgbClr val="DCDEE0"/>
            </a:solidFill>
            <a:ln w="12700" cap="flat">
              <a:solidFill>
                <a:schemeClr val="bg1"/>
              </a:solidFill>
              <a:prstDash val="solid"/>
              <a:miter lim="400000"/>
            </a:ln>
            <a:effectLst/>
          </p:spPr>
          <p:txBody>
            <a:bodyPr wrap="square" lIns="38100" tIns="38100" rIns="38100" bIns="38100" numCol="1" anchor="ctr">
              <a:noAutofit/>
            </a:bodyPr>
            <a:lstStyle/>
            <a:p>
              <a:pPr lvl="0">
                <a:lnSpc>
                  <a:spcPct val="100000"/>
                </a:lnSpc>
                <a:defRPr sz="3200">
                  <a:solidFill>
                    <a:srgbClr val="FFFFFF"/>
                  </a:solidFill>
                  <a:latin typeface="+mn-lt"/>
                  <a:ea typeface="+mn-ea"/>
                  <a:cs typeface="+mn-cs"/>
                  <a:sym typeface="Helvetica Light"/>
                </a:defRPr>
              </a:pPr>
              <a:endParaRPr/>
            </a:p>
          </p:txBody>
        </p:sp>
      </p:grpSp>
      <p:sp>
        <p:nvSpPr>
          <p:cNvPr id="2955" name="Rectangular Callout 2954"/>
          <p:cNvSpPr/>
          <p:nvPr/>
        </p:nvSpPr>
        <p:spPr>
          <a:xfrm>
            <a:off x="722261" y="3255339"/>
            <a:ext cx="2459198" cy="1094913"/>
          </a:xfrm>
          <a:prstGeom prst="wedgeRectCallo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956" name="Text Placeholder 18"/>
          <p:cNvSpPr txBox="1">
            <a:spLocks/>
          </p:cNvSpPr>
          <p:nvPr/>
        </p:nvSpPr>
        <p:spPr>
          <a:xfrm>
            <a:off x="982779" y="3661078"/>
            <a:ext cx="2111887" cy="560604"/>
          </a:xfrm>
          <a:prstGeom prst="rect">
            <a:avLst/>
          </a:prstGeom>
        </p:spPr>
        <p:txBody>
          <a:bodyPr>
            <a:normAutofit lnSpcReduction="1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err="1"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conseSed</a:t>
            </a:r>
            <a:r>
              <a:rPr kumimoji="0" lang="en-US" sz="1200" b="0" i="0" u="none" strike="noStrike" kern="1200" cap="none" spc="0" normalizeH="0" baseline="0" noProof="0" dirty="0"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 </a:t>
            </a:r>
            <a:r>
              <a:rPr kumimoji="0" lang="en-US" sz="1200" b="0" i="0" u="none" strike="noStrike" kern="1200" cap="none" spc="0" normalizeH="0" baseline="0" noProof="0" dirty="0" err="1"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ut</a:t>
            </a:r>
            <a:r>
              <a:rPr kumimoji="0" lang="en-US" sz="1200" b="0" i="0" u="none" strike="noStrike" kern="1200" cap="none" spc="0" normalizeH="0" baseline="0" noProof="0" dirty="0"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 </a:t>
            </a:r>
            <a:r>
              <a:rPr kumimoji="0" lang="en-US" sz="1200" b="0" i="0" u="none" strike="noStrike" kern="1200" cap="none" spc="0" normalizeH="0" baseline="0" noProof="0" dirty="0" err="1"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perspiciamnis</a:t>
            </a:r>
            <a:r>
              <a:rPr kumimoji="0" lang="en-US" sz="1200" b="0" i="0" u="none" strike="noStrike" kern="1200" cap="none" spc="0" normalizeH="0" baseline="0" noProof="0" dirty="0"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 </a:t>
            </a:r>
            <a:r>
              <a:rPr kumimoji="0" lang="en-US" sz="1200" b="0" i="0" u="none" strike="noStrike" kern="1200" cap="none" spc="0" normalizeH="0" baseline="0" noProof="0" dirty="0" err="1"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iste</a:t>
            </a:r>
            <a:r>
              <a:rPr kumimoji="0" lang="en-US" sz="1200" b="0" i="0" u="none" strike="noStrike" kern="1200" cap="none" spc="0" normalizeH="0" baseline="0" noProof="0" dirty="0"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 </a:t>
            </a:r>
            <a:r>
              <a:rPr kumimoji="0" lang="en-US" sz="1200" b="0" i="0" u="none" strike="noStrike" kern="1200" cap="none" spc="0" normalizeH="0" baseline="0" noProof="0" dirty="0" err="1"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natus</a:t>
            </a:r>
            <a:r>
              <a:rPr kumimoji="0" lang="en-US" sz="1200" b="0" i="0" u="none" strike="noStrike" kern="1200" cap="none" spc="0" normalizeH="0" baseline="0" noProof="0" dirty="0"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 error sit </a:t>
            </a:r>
            <a:r>
              <a:rPr kumimoji="0" lang="en-US" sz="1200" b="0" i="0" u="none" strike="noStrike" kern="1200" cap="none" spc="0" normalizeH="0" baseline="0" noProof="0" dirty="0" err="1"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voluptatem</a:t>
            </a:r>
            <a:endParaRPr kumimoji="0" lang="en-US" sz="1200" b="0" i="0" u="none" strike="noStrike" kern="1200" cap="none" spc="0" normalizeH="0" baseline="0" noProof="0" dirty="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957" name="Content Placeholder 1"/>
          <p:cNvSpPr txBox="1">
            <a:spLocks/>
          </p:cNvSpPr>
          <p:nvPr/>
        </p:nvSpPr>
        <p:spPr>
          <a:xfrm>
            <a:off x="982779" y="3403958"/>
            <a:ext cx="1686689" cy="292100"/>
          </a:xfrm>
          <a:prstGeom prst="rect">
            <a:avLst/>
          </a:prstGeo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d-ID" sz="1200" b="0" i="0" u="none" strike="noStrike" kern="1200" cap="none" spc="0" normalizeH="0" baseline="0" noProof="0" dirty="0" smtClean="0">
                <a:ln>
                  <a:noFill/>
                </a:ln>
                <a:solidFill>
                  <a:schemeClr val="bg1"/>
                </a:solidFill>
                <a:effectLst/>
                <a:uLnTx/>
                <a:uFillTx/>
                <a:latin typeface="Open Sans Extrabold" pitchFamily="34" charset="0"/>
                <a:ea typeface="Open Sans Extrabold" pitchFamily="34" charset="0"/>
                <a:cs typeface="Open Sans Extrabold" pitchFamily="34" charset="0"/>
              </a:rPr>
              <a:t>NORTH AMERICA</a:t>
            </a:r>
            <a:endParaRPr kumimoji="0" lang="en-GB" sz="1200" b="0" i="0" u="none" strike="noStrike" kern="1200" cap="none" spc="0" normalizeH="0" baseline="0" noProof="0" dirty="0">
              <a:ln>
                <a:noFill/>
              </a:ln>
              <a:solidFill>
                <a:schemeClr val="bg1"/>
              </a:solidFill>
              <a:effectLst/>
              <a:uLnTx/>
              <a:uFillTx/>
              <a:latin typeface="Open Sans Extrabold" pitchFamily="34" charset="0"/>
              <a:ea typeface="Open Sans Extrabold" pitchFamily="34" charset="0"/>
              <a:cs typeface="Open Sans Extrabold" pitchFamily="34" charset="0"/>
            </a:endParaRPr>
          </a:p>
        </p:txBody>
      </p:sp>
      <p:sp>
        <p:nvSpPr>
          <p:cNvPr id="2958" name="Rectangular Callout 2957"/>
          <p:cNvSpPr/>
          <p:nvPr/>
        </p:nvSpPr>
        <p:spPr>
          <a:xfrm>
            <a:off x="3617861" y="2493339"/>
            <a:ext cx="2459198" cy="1094913"/>
          </a:xfrm>
          <a:prstGeom prst="wedgeRectCallo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959" name="Text Placeholder 18"/>
          <p:cNvSpPr txBox="1">
            <a:spLocks/>
          </p:cNvSpPr>
          <p:nvPr/>
        </p:nvSpPr>
        <p:spPr>
          <a:xfrm>
            <a:off x="3878379" y="2899078"/>
            <a:ext cx="2111887" cy="560604"/>
          </a:xfrm>
          <a:prstGeom prst="rect">
            <a:avLst/>
          </a:prstGeom>
        </p:spPr>
        <p:txBody>
          <a:bodyPr>
            <a:normAutofit lnSpcReduction="1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conseSed ut perspiciamnis iste natus error sit voluptatem</a:t>
            </a:r>
            <a:endParaRPr kumimoji="0" lang="en-US" sz="1200" b="0" i="0" u="none" strike="noStrike" kern="1200" cap="none" spc="0" normalizeH="0" baseline="0" noProof="0" dirty="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960" name="Content Placeholder 1"/>
          <p:cNvSpPr txBox="1">
            <a:spLocks/>
          </p:cNvSpPr>
          <p:nvPr/>
        </p:nvSpPr>
        <p:spPr>
          <a:xfrm>
            <a:off x="3878379" y="2641958"/>
            <a:ext cx="1686689" cy="292100"/>
          </a:xfrm>
          <a:prstGeom prst="rect">
            <a:avLst/>
          </a:prstGeo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d-ID" sz="1200" b="0" i="0" u="none" strike="noStrike" kern="1200" cap="none" spc="0" normalizeH="0" baseline="0" noProof="0" dirty="0" smtClean="0">
                <a:ln>
                  <a:noFill/>
                </a:ln>
                <a:solidFill>
                  <a:schemeClr val="bg1"/>
                </a:solidFill>
                <a:effectLst/>
                <a:uLnTx/>
                <a:uFillTx/>
                <a:latin typeface="Open Sans Extrabold" pitchFamily="34" charset="0"/>
                <a:ea typeface="Open Sans Extrabold" pitchFamily="34" charset="0"/>
                <a:cs typeface="Open Sans Extrabold" pitchFamily="34" charset="0"/>
              </a:rPr>
              <a:t>WEST AMERICA </a:t>
            </a:r>
            <a:endParaRPr kumimoji="0" lang="en-GB" sz="1200" b="0" i="0" u="none" strike="noStrike" kern="1200" cap="none" spc="0" normalizeH="0" baseline="0" noProof="0" dirty="0">
              <a:ln>
                <a:noFill/>
              </a:ln>
              <a:solidFill>
                <a:schemeClr val="bg1"/>
              </a:solidFill>
              <a:effectLst/>
              <a:uLnTx/>
              <a:uFillTx/>
              <a:latin typeface="Open Sans Extrabold" pitchFamily="34" charset="0"/>
              <a:ea typeface="Open Sans Extrabold" pitchFamily="34" charset="0"/>
              <a:cs typeface="Open Sans Extrabold" pitchFamily="34" charset="0"/>
            </a:endParaRPr>
          </a:p>
        </p:txBody>
      </p:sp>
      <p:sp>
        <p:nvSpPr>
          <p:cNvPr id="2961" name="Rectangular Callout 2960"/>
          <p:cNvSpPr/>
          <p:nvPr/>
        </p:nvSpPr>
        <p:spPr>
          <a:xfrm>
            <a:off x="7275461" y="1959939"/>
            <a:ext cx="2459198" cy="1094913"/>
          </a:xfrm>
          <a:prstGeom prst="wedgeRectCallou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962" name="Text Placeholder 18"/>
          <p:cNvSpPr txBox="1">
            <a:spLocks/>
          </p:cNvSpPr>
          <p:nvPr/>
        </p:nvSpPr>
        <p:spPr>
          <a:xfrm>
            <a:off x="7535979" y="2365678"/>
            <a:ext cx="2111887" cy="560604"/>
          </a:xfrm>
          <a:prstGeom prst="rect">
            <a:avLst/>
          </a:prstGeom>
        </p:spPr>
        <p:txBody>
          <a:bodyPr>
            <a:normAutofit lnSpcReduction="1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dirty="0" err="1"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conseSed</a:t>
            </a:r>
            <a:r>
              <a:rPr kumimoji="0" lang="en-US" sz="1200" b="0" i="0" u="none" strike="noStrike" kern="1200" cap="none" spc="0" normalizeH="0" baseline="0" noProof="0" dirty="0"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 </a:t>
            </a:r>
            <a:r>
              <a:rPr kumimoji="0" lang="en-US" sz="1200" b="0" i="0" u="none" strike="noStrike" kern="1200" cap="none" spc="0" normalizeH="0" baseline="0" noProof="0" dirty="0" err="1"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ut</a:t>
            </a:r>
            <a:r>
              <a:rPr kumimoji="0" lang="en-US" sz="1200" b="0" i="0" u="none" strike="noStrike" kern="1200" cap="none" spc="0" normalizeH="0" baseline="0" noProof="0" dirty="0"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 </a:t>
            </a:r>
            <a:r>
              <a:rPr kumimoji="0" lang="en-US" sz="1200" b="0" i="0" u="none" strike="noStrike" kern="1200" cap="none" spc="0" normalizeH="0" baseline="0" noProof="0" dirty="0" err="1"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perspiciamnis</a:t>
            </a:r>
            <a:r>
              <a:rPr kumimoji="0" lang="en-US" sz="1200" b="0" i="0" u="none" strike="noStrike" kern="1200" cap="none" spc="0" normalizeH="0" baseline="0" noProof="0" dirty="0"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 </a:t>
            </a:r>
            <a:r>
              <a:rPr kumimoji="0" lang="en-US" sz="1200" b="0" i="0" u="none" strike="noStrike" kern="1200" cap="none" spc="0" normalizeH="0" baseline="0" noProof="0" dirty="0" err="1"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iste</a:t>
            </a:r>
            <a:r>
              <a:rPr kumimoji="0" lang="en-US" sz="1200" b="0" i="0" u="none" strike="noStrike" kern="1200" cap="none" spc="0" normalizeH="0" baseline="0" noProof="0" dirty="0"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 </a:t>
            </a:r>
            <a:r>
              <a:rPr kumimoji="0" lang="en-US" sz="1200" b="0" i="0" u="none" strike="noStrike" kern="1200" cap="none" spc="0" normalizeH="0" baseline="0" noProof="0" dirty="0" err="1"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natus</a:t>
            </a:r>
            <a:r>
              <a:rPr kumimoji="0" lang="en-US" sz="1200" b="0" i="0" u="none" strike="noStrike" kern="1200" cap="none" spc="0" normalizeH="0" baseline="0" noProof="0" dirty="0"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 error sit </a:t>
            </a:r>
            <a:r>
              <a:rPr kumimoji="0" lang="en-US" sz="1200" b="0" i="0" u="none" strike="noStrike" kern="1200" cap="none" spc="0" normalizeH="0" baseline="0" noProof="0" dirty="0" err="1"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voluptatem</a:t>
            </a:r>
            <a:endParaRPr kumimoji="0" lang="en-US" sz="1200" b="0" i="0" u="none" strike="noStrike" kern="1200" cap="none" spc="0" normalizeH="0" baseline="0" noProof="0" dirty="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963" name="Content Placeholder 1"/>
          <p:cNvSpPr txBox="1">
            <a:spLocks/>
          </p:cNvSpPr>
          <p:nvPr/>
        </p:nvSpPr>
        <p:spPr>
          <a:xfrm>
            <a:off x="7535979" y="2108558"/>
            <a:ext cx="1686689" cy="292100"/>
          </a:xfrm>
          <a:prstGeom prst="rect">
            <a:avLst/>
          </a:prstGeo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d-ID" sz="1200" b="0" i="0" u="none" strike="noStrike" kern="1200" cap="none" spc="0" normalizeH="0" baseline="0" noProof="0" dirty="0" smtClean="0">
                <a:ln>
                  <a:noFill/>
                </a:ln>
                <a:solidFill>
                  <a:schemeClr val="bg1"/>
                </a:solidFill>
                <a:effectLst/>
                <a:uLnTx/>
                <a:uFillTx/>
                <a:latin typeface="Open Sans Extrabold" pitchFamily="34" charset="0"/>
                <a:ea typeface="Open Sans Extrabold" pitchFamily="34" charset="0"/>
                <a:cs typeface="Open Sans Extrabold" pitchFamily="34" charset="0"/>
              </a:rPr>
              <a:t>ASIA</a:t>
            </a:r>
            <a:endParaRPr kumimoji="0" lang="en-GB" sz="1200" b="0" i="0" u="none" strike="noStrike" kern="1200" cap="none" spc="0" normalizeH="0" baseline="0" noProof="0" dirty="0">
              <a:ln>
                <a:noFill/>
              </a:ln>
              <a:solidFill>
                <a:schemeClr val="bg1"/>
              </a:solidFill>
              <a:effectLst/>
              <a:uLnTx/>
              <a:uFillTx/>
              <a:latin typeface="Open Sans Extrabold" pitchFamily="34" charset="0"/>
              <a:ea typeface="Open Sans Extrabold" pitchFamily="34" charset="0"/>
              <a:cs typeface="Open Sans Extrabold" pitchFamily="34" charset="0"/>
            </a:endParaRPr>
          </a:p>
        </p:txBody>
      </p:sp>
      <p:sp>
        <p:nvSpPr>
          <p:cNvPr id="2964" name="Rectangular Callout 2963"/>
          <p:cNvSpPr/>
          <p:nvPr/>
        </p:nvSpPr>
        <p:spPr>
          <a:xfrm>
            <a:off x="8664414" y="3802311"/>
            <a:ext cx="2459198" cy="1094913"/>
          </a:xfrm>
          <a:prstGeom prst="wedgeRectCallou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965" name="Text Placeholder 18"/>
          <p:cNvSpPr txBox="1">
            <a:spLocks/>
          </p:cNvSpPr>
          <p:nvPr/>
        </p:nvSpPr>
        <p:spPr>
          <a:xfrm>
            <a:off x="8924932" y="4208050"/>
            <a:ext cx="2111887" cy="560604"/>
          </a:xfrm>
          <a:prstGeom prst="rect">
            <a:avLst/>
          </a:prstGeom>
        </p:spPr>
        <p:txBody>
          <a:bodyPr>
            <a:normAutofit lnSpcReduction="1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smtClean="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rPr>
              <a:t>conseSed ut perspiciamnis iste natus error sit voluptatem</a:t>
            </a:r>
            <a:endParaRPr kumimoji="0" lang="en-US" sz="1200" b="0" i="0" u="none" strike="noStrike" kern="1200" cap="none" spc="0" normalizeH="0" baseline="0" noProof="0" dirty="0">
              <a:ln>
                <a:noFill/>
              </a:ln>
              <a:solidFill>
                <a:schemeClr val="bg1"/>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966" name="Content Placeholder 1"/>
          <p:cNvSpPr txBox="1">
            <a:spLocks/>
          </p:cNvSpPr>
          <p:nvPr/>
        </p:nvSpPr>
        <p:spPr>
          <a:xfrm>
            <a:off x="8924932" y="3950930"/>
            <a:ext cx="1686689" cy="292100"/>
          </a:xfrm>
          <a:prstGeom prst="rect">
            <a:avLst/>
          </a:prstGeo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d-ID" sz="1200" b="0" i="0" u="none" strike="noStrike" kern="1200" cap="none" spc="0" normalizeH="0" baseline="0" noProof="0" dirty="0" smtClean="0">
                <a:ln>
                  <a:noFill/>
                </a:ln>
                <a:solidFill>
                  <a:schemeClr val="bg1"/>
                </a:solidFill>
                <a:effectLst/>
                <a:uLnTx/>
                <a:uFillTx/>
                <a:latin typeface="Open Sans Extrabold" pitchFamily="34" charset="0"/>
                <a:ea typeface="Open Sans Extrabold" pitchFamily="34" charset="0"/>
                <a:cs typeface="Open Sans Extrabold" pitchFamily="34" charset="0"/>
              </a:rPr>
              <a:t>AUSTRALIA</a:t>
            </a:r>
            <a:endParaRPr kumimoji="0" lang="en-GB" sz="1200" b="0" i="0" u="none" strike="noStrike" kern="1200" cap="none" spc="0" normalizeH="0" baseline="0" noProof="0" dirty="0">
              <a:ln>
                <a:noFill/>
              </a:ln>
              <a:solidFill>
                <a:schemeClr val="bg1"/>
              </a:solidFill>
              <a:effectLst/>
              <a:uLnTx/>
              <a:uFillTx/>
              <a:latin typeface="Open Sans Extrabold" pitchFamily="34" charset="0"/>
              <a:ea typeface="Open Sans Extrabold" pitchFamily="34" charset="0"/>
              <a:cs typeface="Open Sans Extrabold" pitchFamily="34" charset="0"/>
            </a:endParaRPr>
          </a:p>
        </p:txBody>
      </p:sp>
      <p:grpSp>
        <p:nvGrpSpPr>
          <p:cNvPr id="2967" name="Group 2966"/>
          <p:cNvGrpSpPr/>
          <p:nvPr/>
        </p:nvGrpSpPr>
        <p:grpSpPr>
          <a:xfrm>
            <a:off x="9284222" y="5207293"/>
            <a:ext cx="226186" cy="226182"/>
            <a:chOff x="9017573" y="5244951"/>
            <a:chExt cx="226186" cy="226182"/>
          </a:xfrm>
        </p:grpSpPr>
        <p:sp>
          <p:nvSpPr>
            <p:cNvPr id="2968" name="Shape 386"/>
            <p:cNvSpPr/>
            <p:nvPr/>
          </p:nvSpPr>
          <p:spPr>
            <a:xfrm>
              <a:off x="9017573" y="5244951"/>
              <a:ext cx="226186" cy="226182"/>
            </a:xfrm>
            <a:custGeom>
              <a:avLst/>
              <a:gdLst/>
              <a:ahLst/>
              <a:cxnLst>
                <a:cxn ang="0">
                  <a:pos x="wd2" y="hd2"/>
                </a:cxn>
                <a:cxn ang="5400000">
                  <a:pos x="wd2" y="hd2"/>
                </a:cxn>
                <a:cxn ang="10800000">
                  <a:pos x="wd2" y="hd2"/>
                </a:cxn>
                <a:cxn ang="16200000">
                  <a:pos x="wd2" y="hd2"/>
                </a:cxn>
              </a:cxnLst>
              <a:rect l="0" t="0" r="r" b="b"/>
              <a:pathLst>
                <a:path w="19807" h="19807" extrusionOk="0">
                  <a:moveTo>
                    <a:pt x="11898" y="19602"/>
                  </a:moveTo>
                  <a:cubicBezTo>
                    <a:pt x="6542" y="20704"/>
                    <a:pt x="1306" y="17256"/>
                    <a:pt x="204" y="11899"/>
                  </a:cubicBezTo>
                  <a:cubicBezTo>
                    <a:pt x="-897" y="6542"/>
                    <a:pt x="2552" y="1307"/>
                    <a:pt x="7907" y="205"/>
                  </a:cubicBezTo>
                  <a:cubicBezTo>
                    <a:pt x="13261" y="-896"/>
                    <a:pt x="18494" y="2549"/>
                    <a:pt x="19599" y="7900"/>
                  </a:cubicBezTo>
                  <a:cubicBezTo>
                    <a:pt x="19600" y="7903"/>
                    <a:pt x="19600" y="7905"/>
                    <a:pt x="19601" y="7908"/>
                  </a:cubicBezTo>
                  <a:cubicBezTo>
                    <a:pt x="20703" y="13264"/>
                    <a:pt x="17254" y="18500"/>
                    <a:pt x="11898" y="19602"/>
                  </a:cubicBezTo>
                  <a:close/>
                </a:path>
              </a:pathLst>
            </a:custGeom>
            <a:solidFill>
              <a:schemeClr val="accent1"/>
            </a:solidFill>
            <a:ln w="12700" cap="flat">
              <a:noFill/>
              <a:miter lim="400000"/>
            </a:ln>
            <a:effectLst/>
          </p:spPr>
          <p:txBody>
            <a:bodyPr wrap="square" lIns="38100" tIns="38100" rIns="38100" bIns="38100" numCol="1" anchor="ctr">
              <a:noAutofit/>
            </a:bodyPr>
            <a:lstStyle/>
            <a:p>
              <a:pPr lvl="0" algn="ctr">
                <a:lnSpc>
                  <a:spcPct val="100000"/>
                </a:lnSpc>
                <a:spcBef>
                  <a:spcPts val="0"/>
                </a:spcBef>
                <a:defRPr sz="3200">
                  <a:solidFill>
                    <a:srgbClr val="FFFFFF"/>
                  </a:solidFill>
                  <a:latin typeface="+mn-lt"/>
                  <a:ea typeface="+mn-ea"/>
                  <a:cs typeface="+mn-cs"/>
                  <a:sym typeface="Helvetica Light"/>
                </a:defRPr>
              </a:pPr>
              <a:endParaRPr/>
            </a:p>
          </p:txBody>
        </p:sp>
        <p:sp>
          <p:nvSpPr>
            <p:cNvPr id="2969" name="Shape 4396"/>
            <p:cNvSpPr/>
            <p:nvPr/>
          </p:nvSpPr>
          <p:spPr>
            <a:xfrm>
              <a:off x="9077379" y="5303293"/>
              <a:ext cx="110510" cy="110518"/>
            </a:xfrm>
            <a:custGeom>
              <a:avLst/>
              <a:gdLst/>
              <a:ahLst/>
              <a:cxnLst>
                <a:cxn ang="0">
                  <a:pos x="wd2" y="hd2"/>
                </a:cxn>
                <a:cxn ang="5400000">
                  <a:pos x="wd2" y="hd2"/>
                </a:cxn>
                <a:cxn ang="10800000">
                  <a:pos x="wd2" y="hd2"/>
                </a:cxn>
                <a:cxn ang="16200000">
                  <a:pos x="wd2" y="hd2"/>
                </a:cxn>
              </a:cxnLst>
              <a:rect l="0" t="0" r="r" b="b"/>
              <a:pathLst>
                <a:path w="21600" h="21600" extrusionOk="0">
                  <a:moveTo>
                    <a:pt x="11679" y="19547"/>
                  </a:moveTo>
                  <a:lnTo>
                    <a:pt x="11679" y="14693"/>
                  </a:lnTo>
                  <a:lnTo>
                    <a:pt x="9921" y="14693"/>
                  </a:lnTo>
                  <a:lnTo>
                    <a:pt x="9921" y="19547"/>
                  </a:lnTo>
                  <a:cubicBezTo>
                    <a:pt x="5768" y="19134"/>
                    <a:pt x="2465" y="15832"/>
                    <a:pt x="2052" y="11679"/>
                  </a:cubicBezTo>
                  <a:lnTo>
                    <a:pt x="6907" y="11679"/>
                  </a:lnTo>
                  <a:lnTo>
                    <a:pt x="6907" y="9921"/>
                  </a:lnTo>
                  <a:lnTo>
                    <a:pt x="2052" y="9921"/>
                  </a:lnTo>
                  <a:cubicBezTo>
                    <a:pt x="2465" y="5768"/>
                    <a:pt x="5768" y="2466"/>
                    <a:pt x="9921" y="2054"/>
                  </a:cubicBezTo>
                  <a:lnTo>
                    <a:pt x="9921" y="6907"/>
                  </a:lnTo>
                  <a:lnTo>
                    <a:pt x="11679" y="6907"/>
                  </a:lnTo>
                  <a:lnTo>
                    <a:pt x="11679" y="2054"/>
                  </a:lnTo>
                  <a:cubicBezTo>
                    <a:pt x="15832" y="2466"/>
                    <a:pt x="19135" y="5768"/>
                    <a:pt x="19548" y="9921"/>
                  </a:cubicBezTo>
                  <a:lnTo>
                    <a:pt x="14693" y="9921"/>
                  </a:lnTo>
                  <a:lnTo>
                    <a:pt x="14693" y="11679"/>
                  </a:lnTo>
                  <a:lnTo>
                    <a:pt x="19548" y="11679"/>
                  </a:lnTo>
                  <a:cubicBezTo>
                    <a:pt x="19135" y="15832"/>
                    <a:pt x="15832" y="19134"/>
                    <a:pt x="11679" y="19547"/>
                  </a:cubicBezTo>
                  <a:close/>
                  <a:moveTo>
                    <a:pt x="10799" y="0"/>
                  </a:moveTo>
                  <a:cubicBezTo>
                    <a:pt x="4835" y="0"/>
                    <a:pt x="0" y="4836"/>
                    <a:pt x="0" y="10800"/>
                  </a:cubicBezTo>
                  <a:cubicBezTo>
                    <a:pt x="0" y="16765"/>
                    <a:pt x="4835" y="21600"/>
                    <a:pt x="10799" y="21600"/>
                  </a:cubicBezTo>
                  <a:cubicBezTo>
                    <a:pt x="16765" y="21600"/>
                    <a:pt x="21600" y="16765"/>
                    <a:pt x="21600" y="10800"/>
                  </a:cubicBezTo>
                  <a:cubicBezTo>
                    <a:pt x="21600" y="4836"/>
                    <a:pt x="16765" y="0"/>
                    <a:pt x="10799" y="0"/>
                  </a:cubicBezTo>
                  <a:close/>
                </a:path>
              </a:pathLst>
            </a:custGeom>
            <a:solidFill>
              <a:schemeClr val="bg1"/>
            </a:solidFill>
            <a:ln w="12700">
              <a:miter lim="400000"/>
            </a:ln>
          </p:spPr>
          <p:txBody>
            <a:bodyPr lIns="38100" tIns="38100" rIns="38100" bIns="38100" anchor="ct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grpSp>
      <p:grpSp>
        <p:nvGrpSpPr>
          <p:cNvPr id="2970" name="Group 2969"/>
          <p:cNvGrpSpPr/>
          <p:nvPr/>
        </p:nvGrpSpPr>
        <p:grpSpPr>
          <a:xfrm>
            <a:off x="2252612" y="3119880"/>
            <a:ext cx="2038350" cy="1819275"/>
            <a:chOff x="1985963" y="3157538"/>
            <a:chExt cx="2038350" cy="1819275"/>
          </a:xfrm>
        </p:grpSpPr>
        <p:sp>
          <p:nvSpPr>
            <p:cNvPr id="2971" name="Freeform 2970"/>
            <p:cNvSpPr/>
            <p:nvPr/>
          </p:nvSpPr>
          <p:spPr>
            <a:xfrm>
              <a:off x="1985963" y="3157538"/>
              <a:ext cx="2038350" cy="1819275"/>
            </a:xfrm>
            <a:custGeom>
              <a:avLst/>
              <a:gdLst>
                <a:gd name="connsiteX0" fmla="*/ 0 w 2038350"/>
                <a:gd name="connsiteY0" fmla="*/ 0 h 1819275"/>
                <a:gd name="connsiteX1" fmla="*/ 9525 w 2038350"/>
                <a:gd name="connsiteY1" fmla="*/ 114300 h 1819275"/>
                <a:gd name="connsiteX2" fmla="*/ 19050 w 2038350"/>
                <a:gd name="connsiteY2" fmla="*/ 152400 h 1819275"/>
                <a:gd name="connsiteX3" fmla="*/ 47625 w 2038350"/>
                <a:gd name="connsiteY3" fmla="*/ 223837 h 1819275"/>
                <a:gd name="connsiteX4" fmla="*/ 66675 w 2038350"/>
                <a:gd name="connsiteY4" fmla="*/ 295275 h 1819275"/>
                <a:gd name="connsiteX5" fmla="*/ 80962 w 2038350"/>
                <a:gd name="connsiteY5" fmla="*/ 323850 h 1819275"/>
                <a:gd name="connsiteX6" fmla="*/ 90487 w 2038350"/>
                <a:gd name="connsiteY6" fmla="*/ 366712 h 1819275"/>
                <a:gd name="connsiteX7" fmla="*/ 119062 w 2038350"/>
                <a:gd name="connsiteY7" fmla="*/ 438150 h 1819275"/>
                <a:gd name="connsiteX8" fmla="*/ 128587 w 2038350"/>
                <a:gd name="connsiteY8" fmla="*/ 485775 h 1819275"/>
                <a:gd name="connsiteX9" fmla="*/ 176212 w 2038350"/>
                <a:gd name="connsiteY9" fmla="*/ 585787 h 1819275"/>
                <a:gd name="connsiteX10" fmla="*/ 209550 w 2038350"/>
                <a:gd name="connsiteY10" fmla="*/ 695325 h 1819275"/>
                <a:gd name="connsiteX11" fmla="*/ 238125 w 2038350"/>
                <a:gd name="connsiteY11" fmla="*/ 742950 h 1819275"/>
                <a:gd name="connsiteX12" fmla="*/ 280987 w 2038350"/>
                <a:gd name="connsiteY12" fmla="*/ 862012 h 1819275"/>
                <a:gd name="connsiteX13" fmla="*/ 357187 w 2038350"/>
                <a:gd name="connsiteY13" fmla="*/ 981075 h 1819275"/>
                <a:gd name="connsiteX14" fmla="*/ 442912 w 2038350"/>
                <a:gd name="connsiteY14" fmla="*/ 1100137 h 1819275"/>
                <a:gd name="connsiteX15" fmla="*/ 490537 w 2038350"/>
                <a:gd name="connsiteY15" fmla="*/ 1147762 h 1819275"/>
                <a:gd name="connsiteX16" fmla="*/ 547687 w 2038350"/>
                <a:gd name="connsiteY16" fmla="*/ 1238250 h 1819275"/>
                <a:gd name="connsiteX17" fmla="*/ 581025 w 2038350"/>
                <a:gd name="connsiteY17" fmla="*/ 1271587 h 1819275"/>
                <a:gd name="connsiteX18" fmla="*/ 614362 w 2038350"/>
                <a:gd name="connsiteY18" fmla="*/ 1314450 h 1819275"/>
                <a:gd name="connsiteX19" fmla="*/ 647700 w 2038350"/>
                <a:gd name="connsiteY19" fmla="*/ 1347787 h 1819275"/>
                <a:gd name="connsiteX20" fmla="*/ 676275 w 2038350"/>
                <a:gd name="connsiteY20" fmla="*/ 1381125 h 1819275"/>
                <a:gd name="connsiteX21" fmla="*/ 738187 w 2038350"/>
                <a:gd name="connsiteY21" fmla="*/ 1419225 h 1819275"/>
                <a:gd name="connsiteX22" fmla="*/ 800100 w 2038350"/>
                <a:gd name="connsiteY22" fmla="*/ 1471612 h 1819275"/>
                <a:gd name="connsiteX23" fmla="*/ 852487 w 2038350"/>
                <a:gd name="connsiteY23" fmla="*/ 1519237 h 1819275"/>
                <a:gd name="connsiteX24" fmla="*/ 885825 w 2038350"/>
                <a:gd name="connsiteY24" fmla="*/ 1533525 h 1819275"/>
                <a:gd name="connsiteX25" fmla="*/ 904875 w 2038350"/>
                <a:gd name="connsiteY25" fmla="*/ 1557337 h 1819275"/>
                <a:gd name="connsiteX26" fmla="*/ 923925 w 2038350"/>
                <a:gd name="connsiteY26" fmla="*/ 1566862 h 1819275"/>
                <a:gd name="connsiteX27" fmla="*/ 1023937 w 2038350"/>
                <a:gd name="connsiteY27" fmla="*/ 1633537 h 1819275"/>
                <a:gd name="connsiteX28" fmla="*/ 1128712 w 2038350"/>
                <a:gd name="connsiteY28" fmla="*/ 1695450 h 1819275"/>
                <a:gd name="connsiteX29" fmla="*/ 1181100 w 2038350"/>
                <a:gd name="connsiteY29" fmla="*/ 1704975 h 1819275"/>
                <a:gd name="connsiteX30" fmla="*/ 1233487 w 2038350"/>
                <a:gd name="connsiteY30" fmla="*/ 1724025 h 1819275"/>
                <a:gd name="connsiteX31" fmla="*/ 1314450 w 2038350"/>
                <a:gd name="connsiteY31" fmla="*/ 1752600 h 1819275"/>
                <a:gd name="connsiteX32" fmla="*/ 1409700 w 2038350"/>
                <a:gd name="connsiteY32" fmla="*/ 1762125 h 1819275"/>
                <a:gd name="connsiteX33" fmla="*/ 1500187 w 2038350"/>
                <a:gd name="connsiteY33" fmla="*/ 1790700 h 1819275"/>
                <a:gd name="connsiteX34" fmla="*/ 1543050 w 2038350"/>
                <a:gd name="connsiteY34" fmla="*/ 1795462 h 1819275"/>
                <a:gd name="connsiteX35" fmla="*/ 1609725 w 2038350"/>
                <a:gd name="connsiteY35" fmla="*/ 1809750 h 1819275"/>
                <a:gd name="connsiteX36" fmla="*/ 1700212 w 2038350"/>
                <a:gd name="connsiteY36" fmla="*/ 1819275 h 1819275"/>
                <a:gd name="connsiteX37" fmla="*/ 1809750 w 2038350"/>
                <a:gd name="connsiteY37" fmla="*/ 1804987 h 1819275"/>
                <a:gd name="connsiteX38" fmla="*/ 1838325 w 2038350"/>
                <a:gd name="connsiteY38" fmla="*/ 1800225 h 1819275"/>
                <a:gd name="connsiteX39" fmla="*/ 1928812 w 2038350"/>
                <a:gd name="connsiteY39" fmla="*/ 1795462 h 1819275"/>
                <a:gd name="connsiteX40" fmla="*/ 1966912 w 2038350"/>
                <a:gd name="connsiteY40" fmla="*/ 1785937 h 1819275"/>
                <a:gd name="connsiteX41" fmla="*/ 1985962 w 2038350"/>
                <a:gd name="connsiteY41" fmla="*/ 1776412 h 1819275"/>
                <a:gd name="connsiteX42" fmla="*/ 2000250 w 2038350"/>
                <a:gd name="connsiteY42" fmla="*/ 1766887 h 1819275"/>
                <a:gd name="connsiteX43" fmla="*/ 2014537 w 2038350"/>
                <a:gd name="connsiteY43" fmla="*/ 1762125 h 1819275"/>
                <a:gd name="connsiteX44" fmla="*/ 2038350 w 2038350"/>
                <a:gd name="connsiteY44" fmla="*/ 1747837 h 181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038350" h="1819275">
                  <a:moveTo>
                    <a:pt x="0" y="0"/>
                  </a:moveTo>
                  <a:cubicBezTo>
                    <a:pt x="625" y="8122"/>
                    <a:pt x="7532" y="101678"/>
                    <a:pt x="9525" y="114300"/>
                  </a:cubicBezTo>
                  <a:cubicBezTo>
                    <a:pt x="11567" y="127231"/>
                    <a:pt x="14910" y="139981"/>
                    <a:pt x="19050" y="152400"/>
                  </a:cubicBezTo>
                  <a:cubicBezTo>
                    <a:pt x="60070" y="275463"/>
                    <a:pt x="5094" y="87739"/>
                    <a:pt x="47625" y="223837"/>
                  </a:cubicBezTo>
                  <a:cubicBezTo>
                    <a:pt x="54098" y="244549"/>
                    <a:pt x="58723" y="274600"/>
                    <a:pt x="66675" y="295275"/>
                  </a:cubicBezTo>
                  <a:cubicBezTo>
                    <a:pt x="70498" y="305214"/>
                    <a:pt x="76200" y="314325"/>
                    <a:pt x="80962" y="323850"/>
                  </a:cubicBezTo>
                  <a:cubicBezTo>
                    <a:pt x="84137" y="338137"/>
                    <a:pt x="86121" y="352742"/>
                    <a:pt x="90487" y="366712"/>
                  </a:cubicBezTo>
                  <a:cubicBezTo>
                    <a:pt x="114106" y="442290"/>
                    <a:pt x="96056" y="355328"/>
                    <a:pt x="119062" y="438150"/>
                  </a:cubicBezTo>
                  <a:cubicBezTo>
                    <a:pt x="123395" y="453749"/>
                    <a:pt x="123935" y="470268"/>
                    <a:pt x="128587" y="485775"/>
                  </a:cubicBezTo>
                  <a:cubicBezTo>
                    <a:pt x="140337" y="524942"/>
                    <a:pt x="156536" y="549715"/>
                    <a:pt x="176212" y="585787"/>
                  </a:cubicBezTo>
                  <a:cubicBezTo>
                    <a:pt x="186278" y="636116"/>
                    <a:pt x="185109" y="644222"/>
                    <a:pt x="209550" y="695325"/>
                  </a:cubicBezTo>
                  <a:cubicBezTo>
                    <a:pt x="217538" y="712026"/>
                    <a:pt x="229535" y="726550"/>
                    <a:pt x="238125" y="742950"/>
                  </a:cubicBezTo>
                  <a:cubicBezTo>
                    <a:pt x="304114" y="868930"/>
                    <a:pt x="217369" y="713569"/>
                    <a:pt x="280987" y="862012"/>
                  </a:cubicBezTo>
                  <a:cubicBezTo>
                    <a:pt x="303392" y="914291"/>
                    <a:pt x="326307" y="935943"/>
                    <a:pt x="357187" y="981075"/>
                  </a:cubicBezTo>
                  <a:cubicBezTo>
                    <a:pt x="390681" y="1030027"/>
                    <a:pt x="390789" y="1048014"/>
                    <a:pt x="442912" y="1100137"/>
                  </a:cubicBezTo>
                  <a:cubicBezTo>
                    <a:pt x="458787" y="1116012"/>
                    <a:pt x="476076" y="1130589"/>
                    <a:pt x="490537" y="1147762"/>
                  </a:cubicBezTo>
                  <a:cubicBezTo>
                    <a:pt x="532022" y="1197025"/>
                    <a:pt x="507431" y="1185608"/>
                    <a:pt x="547687" y="1238250"/>
                  </a:cubicBezTo>
                  <a:cubicBezTo>
                    <a:pt x="557233" y="1250734"/>
                    <a:pt x="570676" y="1259760"/>
                    <a:pt x="581025" y="1271587"/>
                  </a:cubicBezTo>
                  <a:cubicBezTo>
                    <a:pt x="592944" y="1285209"/>
                    <a:pt x="602443" y="1300828"/>
                    <a:pt x="614362" y="1314450"/>
                  </a:cubicBezTo>
                  <a:cubicBezTo>
                    <a:pt x="624711" y="1326277"/>
                    <a:pt x="637006" y="1336271"/>
                    <a:pt x="647700" y="1347787"/>
                  </a:cubicBezTo>
                  <a:cubicBezTo>
                    <a:pt x="657659" y="1358512"/>
                    <a:pt x="665926" y="1370776"/>
                    <a:pt x="676275" y="1381125"/>
                  </a:cubicBezTo>
                  <a:cubicBezTo>
                    <a:pt x="690327" y="1395177"/>
                    <a:pt x="725602" y="1412233"/>
                    <a:pt x="738187" y="1419225"/>
                  </a:cubicBezTo>
                  <a:cubicBezTo>
                    <a:pt x="797661" y="1488610"/>
                    <a:pt x="734317" y="1422275"/>
                    <a:pt x="800100" y="1471612"/>
                  </a:cubicBezTo>
                  <a:cubicBezTo>
                    <a:pt x="838667" y="1500537"/>
                    <a:pt x="808675" y="1492276"/>
                    <a:pt x="852487" y="1519237"/>
                  </a:cubicBezTo>
                  <a:cubicBezTo>
                    <a:pt x="862784" y="1525573"/>
                    <a:pt x="874712" y="1528762"/>
                    <a:pt x="885825" y="1533525"/>
                  </a:cubicBezTo>
                  <a:cubicBezTo>
                    <a:pt x="892175" y="1541462"/>
                    <a:pt x="897225" y="1550643"/>
                    <a:pt x="904875" y="1557337"/>
                  </a:cubicBezTo>
                  <a:cubicBezTo>
                    <a:pt x="910218" y="1562012"/>
                    <a:pt x="917945" y="1563035"/>
                    <a:pt x="923925" y="1566862"/>
                  </a:cubicBezTo>
                  <a:cubicBezTo>
                    <a:pt x="957672" y="1588460"/>
                    <a:pt x="990439" y="1611554"/>
                    <a:pt x="1023937" y="1633537"/>
                  </a:cubicBezTo>
                  <a:cubicBezTo>
                    <a:pt x="1042783" y="1645905"/>
                    <a:pt x="1106514" y="1687378"/>
                    <a:pt x="1128712" y="1695450"/>
                  </a:cubicBezTo>
                  <a:cubicBezTo>
                    <a:pt x="1145392" y="1701516"/>
                    <a:pt x="1163637" y="1701800"/>
                    <a:pt x="1181100" y="1704975"/>
                  </a:cubicBezTo>
                  <a:cubicBezTo>
                    <a:pt x="1198562" y="1711325"/>
                    <a:pt x="1216235" y="1717124"/>
                    <a:pt x="1233487" y="1724025"/>
                  </a:cubicBezTo>
                  <a:cubicBezTo>
                    <a:pt x="1271278" y="1739142"/>
                    <a:pt x="1275444" y="1747028"/>
                    <a:pt x="1314450" y="1752600"/>
                  </a:cubicBezTo>
                  <a:cubicBezTo>
                    <a:pt x="1346038" y="1757113"/>
                    <a:pt x="1409700" y="1762125"/>
                    <a:pt x="1409700" y="1762125"/>
                  </a:cubicBezTo>
                  <a:cubicBezTo>
                    <a:pt x="1444353" y="1775120"/>
                    <a:pt x="1461930" y="1783049"/>
                    <a:pt x="1500187" y="1790700"/>
                  </a:cubicBezTo>
                  <a:cubicBezTo>
                    <a:pt x="1514283" y="1793519"/>
                    <a:pt x="1528762" y="1793875"/>
                    <a:pt x="1543050" y="1795462"/>
                  </a:cubicBezTo>
                  <a:cubicBezTo>
                    <a:pt x="1565275" y="1800225"/>
                    <a:pt x="1587120" y="1807371"/>
                    <a:pt x="1609725" y="1809750"/>
                  </a:cubicBezTo>
                  <a:lnTo>
                    <a:pt x="1700212" y="1819275"/>
                  </a:lnTo>
                  <a:lnTo>
                    <a:pt x="1809750" y="1804987"/>
                  </a:lnTo>
                  <a:cubicBezTo>
                    <a:pt x="1819316" y="1803668"/>
                    <a:pt x="1828699" y="1800995"/>
                    <a:pt x="1838325" y="1800225"/>
                  </a:cubicBezTo>
                  <a:cubicBezTo>
                    <a:pt x="1868433" y="1797816"/>
                    <a:pt x="1898650" y="1797050"/>
                    <a:pt x="1928812" y="1795462"/>
                  </a:cubicBezTo>
                  <a:cubicBezTo>
                    <a:pt x="1941512" y="1792287"/>
                    <a:pt x="1955203" y="1791791"/>
                    <a:pt x="1966912" y="1785937"/>
                  </a:cubicBezTo>
                  <a:cubicBezTo>
                    <a:pt x="1973262" y="1782762"/>
                    <a:pt x="1979798" y="1779934"/>
                    <a:pt x="1985962" y="1776412"/>
                  </a:cubicBezTo>
                  <a:cubicBezTo>
                    <a:pt x="1990932" y="1773572"/>
                    <a:pt x="1995130" y="1769447"/>
                    <a:pt x="2000250" y="1766887"/>
                  </a:cubicBezTo>
                  <a:cubicBezTo>
                    <a:pt x="2004740" y="1764642"/>
                    <a:pt x="2009775" y="1763712"/>
                    <a:pt x="2014537" y="1762125"/>
                  </a:cubicBezTo>
                  <a:cubicBezTo>
                    <a:pt x="2031779" y="1750631"/>
                    <a:pt x="2023705" y="1755160"/>
                    <a:pt x="2038350" y="1747837"/>
                  </a:cubicBezTo>
                </a:path>
              </a:pathLst>
            </a:custGeom>
            <a:noFill/>
            <a:ln>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972" name="Shape 4431"/>
            <p:cNvSpPr/>
            <p:nvPr/>
          </p:nvSpPr>
          <p:spPr>
            <a:xfrm rot="1948395">
              <a:off x="2854376" y="4625773"/>
              <a:ext cx="340863" cy="320403"/>
            </a:xfrm>
            <a:custGeom>
              <a:avLst/>
              <a:gdLst/>
              <a:ahLst/>
              <a:cxnLst>
                <a:cxn ang="0">
                  <a:pos x="wd2" y="hd2"/>
                </a:cxn>
                <a:cxn ang="5400000">
                  <a:pos x="wd2" y="hd2"/>
                </a:cxn>
                <a:cxn ang="10800000">
                  <a:pos x="wd2" y="hd2"/>
                </a:cxn>
                <a:cxn ang="16200000">
                  <a:pos x="wd2" y="hd2"/>
                </a:cxn>
              </a:cxnLst>
              <a:rect l="0" t="0" r="r" b="b"/>
              <a:pathLst>
                <a:path w="21600" h="21600" extrusionOk="0">
                  <a:moveTo>
                    <a:pt x="5778" y="21600"/>
                  </a:moveTo>
                  <a:lnTo>
                    <a:pt x="7938" y="21600"/>
                  </a:lnTo>
                  <a:lnTo>
                    <a:pt x="12785" y="12409"/>
                  </a:lnTo>
                  <a:lnTo>
                    <a:pt x="18360" y="12409"/>
                  </a:lnTo>
                  <a:cubicBezTo>
                    <a:pt x="18360" y="12409"/>
                    <a:pt x="21600" y="12409"/>
                    <a:pt x="21600" y="10800"/>
                  </a:cubicBezTo>
                  <a:cubicBezTo>
                    <a:pt x="21600" y="9191"/>
                    <a:pt x="18360" y="9191"/>
                    <a:pt x="18360" y="9191"/>
                  </a:cubicBezTo>
                  <a:lnTo>
                    <a:pt x="12785" y="9191"/>
                  </a:lnTo>
                  <a:lnTo>
                    <a:pt x="7938" y="0"/>
                  </a:lnTo>
                  <a:lnTo>
                    <a:pt x="5778" y="0"/>
                  </a:lnTo>
                  <a:lnTo>
                    <a:pt x="8465" y="9191"/>
                  </a:lnTo>
                  <a:lnTo>
                    <a:pt x="4591" y="9191"/>
                  </a:lnTo>
                  <a:lnTo>
                    <a:pt x="2160" y="6893"/>
                  </a:lnTo>
                  <a:lnTo>
                    <a:pt x="0" y="6893"/>
                  </a:lnTo>
                  <a:lnTo>
                    <a:pt x="1728" y="10800"/>
                  </a:lnTo>
                  <a:lnTo>
                    <a:pt x="0" y="14707"/>
                  </a:lnTo>
                  <a:lnTo>
                    <a:pt x="2160" y="14707"/>
                  </a:lnTo>
                  <a:lnTo>
                    <a:pt x="4591" y="12409"/>
                  </a:lnTo>
                  <a:lnTo>
                    <a:pt x="8465" y="12409"/>
                  </a:lnTo>
                  <a:cubicBezTo>
                    <a:pt x="8465" y="12409"/>
                    <a:pt x="5778" y="21600"/>
                    <a:pt x="5778" y="21600"/>
                  </a:cubicBezTo>
                  <a:close/>
                </a:path>
              </a:pathLst>
            </a:custGeom>
            <a:solidFill>
              <a:schemeClr val="accent3"/>
            </a:solidFill>
            <a:ln w="12700">
              <a:miter lim="400000"/>
            </a:ln>
          </p:spPr>
          <p:txBody>
            <a:bodyPr lIns="38100" tIns="38100" rIns="38100" bIns="38100" anchor="ct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grpSp>
      <p:grpSp>
        <p:nvGrpSpPr>
          <p:cNvPr id="2973" name="Group 2972"/>
          <p:cNvGrpSpPr/>
          <p:nvPr/>
        </p:nvGrpSpPr>
        <p:grpSpPr>
          <a:xfrm>
            <a:off x="4810074" y="3924742"/>
            <a:ext cx="2486025" cy="914328"/>
            <a:chOff x="4543425" y="3962400"/>
            <a:chExt cx="2486025" cy="914328"/>
          </a:xfrm>
        </p:grpSpPr>
        <p:sp>
          <p:nvSpPr>
            <p:cNvPr id="2974" name="Freeform 2973"/>
            <p:cNvSpPr/>
            <p:nvPr/>
          </p:nvSpPr>
          <p:spPr>
            <a:xfrm>
              <a:off x="4543425" y="3962400"/>
              <a:ext cx="2486025" cy="857250"/>
            </a:xfrm>
            <a:custGeom>
              <a:avLst/>
              <a:gdLst>
                <a:gd name="connsiteX0" fmla="*/ 0 w 2486025"/>
                <a:gd name="connsiteY0" fmla="*/ 857250 h 857250"/>
                <a:gd name="connsiteX1" fmla="*/ 638175 w 2486025"/>
                <a:gd name="connsiteY1" fmla="*/ 838200 h 857250"/>
                <a:gd name="connsiteX2" fmla="*/ 752475 w 2486025"/>
                <a:gd name="connsiteY2" fmla="*/ 819150 h 857250"/>
                <a:gd name="connsiteX3" fmla="*/ 885825 w 2486025"/>
                <a:gd name="connsiteY3" fmla="*/ 800100 h 857250"/>
                <a:gd name="connsiteX4" fmla="*/ 962025 w 2486025"/>
                <a:gd name="connsiteY4" fmla="*/ 762000 h 857250"/>
                <a:gd name="connsiteX5" fmla="*/ 1076325 w 2486025"/>
                <a:gd name="connsiteY5" fmla="*/ 752475 h 857250"/>
                <a:gd name="connsiteX6" fmla="*/ 1152525 w 2486025"/>
                <a:gd name="connsiteY6" fmla="*/ 742950 h 857250"/>
                <a:gd name="connsiteX7" fmla="*/ 1219200 w 2486025"/>
                <a:gd name="connsiteY7" fmla="*/ 723900 h 857250"/>
                <a:gd name="connsiteX8" fmla="*/ 1333500 w 2486025"/>
                <a:gd name="connsiteY8" fmla="*/ 714375 h 857250"/>
                <a:gd name="connsiteX9" fmla="*/ 1400175 w 2486025"/>
                <a:gd name="connsiteY9" fmla="*/ 704850 h 857250"/>
                <a:gd name="connsiteX10" fmla="*/ 1447800 w 2486025"/>
                <a:gd name="connsiteY10" fmla="*/ 685800 h 857250"/>
                <a:gd name="connsiteX11" fmla="*/ 1514475 w 2486025"/>
                <a:gd name="connsiteY11" fmla="*/ 676275 h 857250"/>
                <a:gd name="connsiteX12" fmla="*/ 1638300 w 2486025"/>
                <a:gd name="connsiteY12" fmla="*/ 619125 h 857250"/>
                <a:gd name="connsiteX13" fmla="*/ 1704975 w 2486025"/>
                <a:gd name="connsiteY13" fmla="*/ 581025 h 857250"/>
                <a:gd name="connsiteX14" fmla="*/ 1743075 w 2486025"/>
                <a:gd name="connsiteY14" fmla="*/ 571500 h 857250"/>
                <a:gd name="connsiteX15" fmla="*/ 1819275 w 2486025"/>
                <a:gd name="connsiteY15" fmla="*/ 533400 h 857250"/>
                <a:gd name="connsiteX16" fmla="*/ 1847850 w 2486025"/>
                <a:gd name="connsiteY16" fmla="*/ 514350 h 857250"/>
                <a:gd name="connsiteX17" fmla="*/ 1933575 w 2486025"/>
                <a:gd name="connsiteY17" fmla="*/ 485775 h 857250"/>
                <a:gd name="connsiteX18" fmla="*/ 2057400 w 2486025"/>
                <a:gd name="connsiteY18" fmla="*/ 419100 h 857250"/>
                <a:gd name="connsiteX19" fmla="*/ 2076450 w 2486025"/>
                <a:gd name="connsiteY19" fmla="*/ 390525 h 857250"/>
                <a:gd name="connsiteX20" fmla="*/ 2105025 w 2486025"/>
                <a:gd name="connsiteY20" fmla="*/ 381000 h 857250"/>
                <a:gd name="connsiteX21" fmla="*/ 2152650 w 2486025"/>
                <a:gd name="connsiteY21" fmla="*/ 352425 h 857250"/>
                <a:gd name="connsiteX22" fmla="*/ 2181225 w 2486025"/>
                <a:gd name="connsiteY22" fmla="*/ 333375 h 857250"/>
                <a:gd name="connsiteX23" fmla="*/ 2247900 w 2486025"/>
                <a:gd name="connsiteY23" fmla="*/ 276225 h 857250"/>
                <a:gd name="connsiteX24" fmla="*/ 2295525 w 2486025"/>
                <a:gd name="connsiteY24" fmla="*/ 219075 h 857250"/>
                <a:gd name="connsiteX25" fmla="*/ 2352675 w 2486025"/>
                <a:gd name="connsiteY25" fmla="*/ 180975 h 857250"/>
                <a:gd name="connsiteX26" fmla="*/ 2400300 w 2486025"/>
                <a:gd name="connsiteY26" fmla="*/ 123825 h 857250"/>
                <a:gd name="connsiteX27" fmla="*/ 2447925 w 2486025"/>
                <a:gd name="connsiteY27" fmla="*/ 76200 h 857250"/>
                <a:gd name="connsiteX28" fmla="*/ 2457450 w 2486025"/>
                <a:gd name="connsiteY28" fmla="*/ 38100 h 857250"/>
                <a:gd name="connsiteX29" fmla="*/ 2486025 w 2486025"/>
                <a:gd name="connsiteY29"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86025" h="857250">
                  <a:moveTo>
                    <a:pt x="0" y="857250"/>
                  </a:moveTo>
                  <a:cubicBezTo>
                    <a:pt x="212725" y="850900"/>
                    <a:pt x="425628" y="848962"/>
                    <a:pt x="638175" y="838200"/>
                  </a:cubicBezTo>
                  <a:cubicBezTo>
                    <a:pt x="676751" y="836247"/>
                    <a:pt x="714299" y="825023"/>
                    <a:pt x="752475" y="819150"/>
                  </a:cubicBezTo>
                  <a:cubicBezTo>
                    <a:pt x="796854" y="812322"/>
                    <a:pt x="841375" y="806450"/>
                    <a:pt x="885825" y="800100"/>
                  </a:cubicBezTo>
                  <a:cubicBezTo>
                    <a:pt x="911225" y="787400"/>
                    <a:pt x="934475" y="768888"/>
                    <a:pt x="962025" y="762000"/>
                  </a:cubicBezTo>
                  <a:cubicBezTo>
                    <a:pt x="999116" y="752727"/>
                    <a:pt x="1038283" y="756279"/>
                    <a:pt x="1076325" y="752475"/>
                  </a:cubicBezTo>
                  <a:cubicBezTo>
                    <a:pt x="1101796" y="749928"/>
                    <a:pt x="1127125" y="746125"/>
                    <a:pt x="1152525" y="742950"/>
                  </a:cubicBezTo>
                  <a:cubicBezTo>
                    <a:pt x="1174750" y="736600"/>
                    <a:pt x="1196369" y="727505"/>
                    <a:pt x="1219200" y="723900"/>
                  </a:cubicBezTo>
                  <a:cubicBezTo>
                    <a:pt x="1256964" y="717937"/>
                    <a:pt x="1295478" y="718377"/>
                    <a:pt x="1333500" y="714375"/>
                  </a:cubicBezTo>
                  <a:cubicBezTo>
                    <a:pt x="1355827" y="712025"/>
                    <a:pt x="1377950" y="708025"/>
                    <a:pt x="1400175" y="704850"/>
                  </a:cubicBezTo>
                  <a:cubicBezTo>
                    <a:pt x="1416050" y="698500"/>
                    <a:pt x="1431213" y="689947"/>
                    <a:pt x="1447800" y="685800"/>
                  </a:cubicBezTo>
                  <a:cubicBezTo>
                    <a:pt x="1469580" y="680355"/>
                    <a:pt x="1494395" y="686315"/>
                    <a:pt x="1514475" y="676275"/>
                  </a:cubicBezTo>
                  <a:cubicBezTo>
                    <a:pt x="1667834" y="599596"/>
                    <a:pt x="1439905" y="643924"/>
                    <a:pt x="1638300" y="619125"/>
                  </a:cubicBezTo>
                  <a:cubicBezTo>
                    <a:pt x="1725700" y="589992"/>
                    <a:pt x="1589645" y="638690"/>
                    <a:pt x="1704975" y="581025"/>
                  </a:cubicBezTo>
                  <a:cubicBezTo>
                    <a:pt x="1716684" y="575171"/>
                    <a:pt x="1730375" y="574675"/>
                    <a:pt x="1743075" y="571500"/>
                  </a:cubicBezTo>
                  <a:cubicBezTo>
                    <a:pt x="1809278" y="527365"/>
                    <a:pt x="1726069" y="580003"/>
                    <a:pt x="1819275" y="533400"/>
                  </a:cubicBezTo>
                  <a:cubicBezTo>
                    <a:pt x="1829514" y="528280"/>
                    <a:pt x="1837283" y="518753"/>
                    <a:pt x="1847850" y="514350"/>
                  </a:cubicBezTo>
                  <a:cubicBezTo>
                    <a:pt x="1875654" y="502765"/>
                    <a:pt x="1906634" y="499245"/>
                    <a:pt x="1933575" y="485775"/>
                  </a:cubicBezTo>
                  <a:cubicBezTo>
                    <a:pt x="2026334" y="439396"/>
                    <a:pt x="1985424" y="462286"/>
                    <a:pt x="2057400" y="419100"/>
                  </a:cubicBezTo>
                  <a:cubicBezTo>
                    <a:pt x="2063750" y="409575"/>
                    <a:pt x="2067511" y="397676"/>
                    <a:pt x="2076450" y="390525"/>
                  </a:cubicBezTo>
                  <a:cubicBezTo>
                    <a:pt x="2084290" y="384253"/>
                    <a:pt x="2096045" y="385490"/>
                    <a:pt x="2105025" y="381000"/>
                  </a:cubicBezTo>
                  <a:cubicBezTo>
                    <a:pt x="2121584" y="372721"/>
                    <a:pt x="2136951" y="362237"/>
                    <a:pt x="2152650" y="352425"/>
                  </a:cubicBezTo>
                  <a:cubicBezTo>
                    <a:pt x="2162358" y="346358"/>
                    <a:pt x="2171910" y="340029"/>
                    <a:pt x="2181225" y="333375"/>
                  </a:cubicBezTo>
                  <a:cubicBezTo>
                    <a:pt x="2207194" y="314826"/>
                    <a:pt x="2227538" y="300660"/>
                    <a:pt x="2247900" y="276225"/>
                  </a:cubicBezTo>
                  <a:cubicBezTo>
                    <a:pt x="2276865" y="241467"/>
                    <a:pt x="2255981" y="249832"/>
                    <a:pt x="2295525" y="219075"/>
                  </a:cubicBezTo>
                  <a:cubicBezTo>
                    <a:pt x="2313597" y="205019"/>
                    <a:pt x="2352675" y="180975"/>
                    <a:pt x="2352675" y="180975"/>
                  </a:cubicBezTo>
                  <a:cubicBezTo>
                    <a:pt x="2399973" y="110029"/>
                    <a:pt x="2339184" y="197164"/>
                    <a:pt x="2400300" y="123825"/>
                  </a:cubicBezTo>
                  <a:cubicBezTo>
                    <a:pt x="2439988" y="76200"/>
                    <a:pt x="2395538" y="111125"/>
                    <a:pt x="2447925" y="76200"/>
                  </a:cubicBezTo>
                  <a:cubicBezTo>
                    <a:pt x="2451100" y="63500"/>
                    <a:pt x="2452293" y="50132"/>
                    <a:pt x="2457450" y="38100"/>
                  </a:cubicBezTo>
                  <a:cubicBezTo>
                    <a:pt x="2465528" y="19252"/>
                    <a:pt x="2473686" y="12339"/>
                    <a:pt x="2486025" y="0"/>
                  </a:cubicBezTo>
                </a:path>
              </a:pathLst>
            </a:custGeom>
            <a:noFill/>
            <a:ln>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975" name="Shape 4431"/>
            <p:cNvSpPr/>
            <p:nvPr/>
          </p:nvSpPr>
          <p:spPr>
            <a:xfrm rot="20957125">
              <a:off x="5376004" y="4556325"/>
              <a:ext cx="340863" cy="320403"/>
            </a:xfrm>
            <a:custGeom>
              <a:avLst/>
              <a:gdLst/>
              <a:ahLst/>
              <a:cxnLst>
                <a:cxn ang="0">
                  <a:pos x="wd2" y="hd2"/>
                </a:cxn>
                <a:cxn ang="5400000">
                  <a:pos x="wd2" y="hd2"/>
                </a:cxn>
                <a:cxn ang="10800000">
                  <a:pos x="wd2" y="hd2"/>
                </a:cxn>
                <a:cxn ang="16200000">
                  <a:pos x="wd2" y="hd2"/>
                </a:cxn>
              </a:cxnLst>
              <a:rect l="0" t="0" r="r" b="b"/>
              <a:pathLst>
                <a:path w="21600" h="21600" extrusionOk="0">
                  <a:moveTo>
                    <a:pt x="5778" y="21600"/>
                  </a:moveTo>
                  <a:lnTo>
                    <a:pt x="7938" y="21600"/>
                  </a:lnTo>
                  <a:lnTo>
                    <a:pt x="12785" y="12409"/>
                  </a:lnTo>
                  <a:lnTo>
                    <a:pt x="18360" y="12409"/>
                  </a:lnTo>
                  <a:cubicBezTo>
                    <a:pt x="18360" y="12409"/>
                    <a:pt x="21600" y="12409"/>
                    <a:pt x="21600" y="10800"/>
                  </a:cubicBezTo>
                  <a:cubicBezTo>
                    <a:pt x="21600" y="9191"/>
                    <a:pt x="18360" y="9191"/>
                    <a:pt x="18360" y="9191"/>
                  </a:cubicBezTo>
                  <a:lnTo>
                    <a:pt x="12785" y="9191"/>
                  </a:lnTo>
                  <a:lnTo>
                    <a:pt x="7938" y="0"/>
                  </a:lnTo>
                  <a:lnTo>
                    <a:pt x="5778" y="0"/>
                  </a:lnTo>
                  <a:lnTo>
                    <a:pt x="8465" y="9191"/>
                  </a:lnTo>
                  <a:lnTo>
                    <a:pt x="4591" y="9191"/>
                  </a:lnTo>
                  <a:lnTo>
                    <a:pt x="2160" y="6893"/>
                  </a:lnTo>
                  <a:lnTo>
                    <a:pt x="0" y="6893"/>
                  </a:lnTo>
                  <a:lnTo>
                    <a:pt x="1728" y="10800"/>
                  </a:lnTo>
                  <a:lnTo>
                    <a:pt x="0" y="14707"/>
                  </a:lnTo>
                  <a:lnTo>
                    <a:pt x="2160" y="14707"/>
                  </a:lnTo>
                  <a:lnTo>
                    <a:pt x="4591" y="12409"/>
                  </a:lnTo>
                  <a:lnTo>
                    <a:pt x="8465" y="12409"/>
                  </a:lnTo>
                  <a:cubicBezTo>
                    <a:pt x="8465" y="12409"/>
                    <a:pt x="5778" y="21600"/>
                    <a:pt x="5778" y="21600"/>
                  </a:cubicBezTo>
                  <a:close/>
                </a:path>
              </a:pathLst>
            </a:custGeom>
            <a:solidFill>
              <a:schemeClr val="accent3"/>
            </a:solidFill>
            <a:ln w="12700">
              <a:miter lim="400000"/>
            </a:ln>
          </p:spPr>
          <p:txBody>
            <a:bodyPr lIns="38100" tIns="38100" rIns="38100" bIns="38100" anchor="ct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grpSp>
      <p:grpSp>
        <p:nvGrpSpPr>
          <p:cNvPr id="2976" name="Group 2975"/>
          <p:cNvGrpSpPr/>
          <p:nvPr/>
        </p:nvGrpSpPr>
        <p:grpSpPr>
          <a:xfrm>
            <a:off x="7590709" y="3989536"/>
            <a:ext cx="1619250" cy="1352569"/>
            <a:chOff x="7324060" y="4027194"/>
            <a:chExt cx="1619250" cy="1352569"/>
          </a:xfrm>
        </p:grpSpPr>
        <p:sp>
          <p:nvSpPr>
            <p:cNvPr id="2977" name="Freeform 2976"/>
            <p:cNvSpPr/>
            <p:nvPr/>
          </p:nvSpPr>
          <p:spPr>
            <a:xfrm>
              <a:off x="7324060" y="4027194"/>
              <a:ext cx="1619250" cy="1352569"/>
            </a:xfrm>
            <a:custGeom>
              <a:avLst/>
              <a:gdLst>
                <a:gd name="connsiteX0" fmla="*/ 0 w 1619250"/>
                <a:gd name="connsiteY0" fmla="*/ 0 h 1352569"/>
                <a:gd name="connsiteX1" fmla="*/ 85725 w 1619250"/>
                <a:gd name="connsiteY1" fmla="*/ 85725 h 1352569"/>
                <a:gd name="connsiteX2" fmla="*/ 95250 w 1619250"/>
                <a:gd name="connsiteY2" fmla="*/ 114300 h 1352569"/>
                <a:gd name="connsiteX3" fmla="*/ 123825 w 1619250"/>
                <a:gd name="connsiteY3" fmla="*/ 133350 h 1352569"/>
                <a:gd name="connsiteX4" fmla="*/ 152400 w 1619250"/>
                <a:gd name="connsiteY4" fmla="*/ 161925 h 1352569"/>
                <a:gd name="connsiteX5" fmla="*/ 219075 w 1619250"/>
                <a:gd name="connsiteY5" fmla="*/ 209550 h 1352569"/>
                <a:gd name="connsiteX6" fmla="*/ 238125 w 1619250"/>
                <a:gd name="connsiteY6" fmla="*/ 238125 h 1352569"/>
                <a:gd name="connsiteX7" fmla="*/ 285750 w 1619250"/>
                <a:gd name="connsiteY7" fmla="*/ 276225 h 1352569"/>
                <a:gd name="connsiteX8" fmla="*/ 314325 w 1619250"/>
                <a:gd name="connsiteY8" fmla="*/ 314325 h 1352569"/>
                <a:gd name="connsiteX9" fmla="*/ 333375 w 1619250"/>
                <a:gd name="connsiteY9" fmla="*/ 342900 h 1352569"/>
                <a:gd name="connsiteX10" fmla="*/ 361950 w 1619250"/>
                <a:gd name="connsiteY10" fmla="*/ 352425 h 1352569"/>
                <a:gd name="connsiteX11" fmla="*/ 390525 w 1619250"/>
                <a:gd name="connsiteY11" fmla="*/ 390525 h 1352569"/>
                <a:gd name="connsiteX12" fmla="*/ 457200 w 1619250"/>
                <a:gd name="connsiteY12" fmla="*/ 419100 h 1352569"/>
                <a:gd name="connsiteX13" fmla="*/ 476250 w 1619250"/>
                <a:gd name="connsiteY13" fmla="*/ 447675 h 1352569"/>
                <a:gd name="connsiteX14" fmla="*/ 542925 w 1619250"/>
                <a:gd name="connsiteY14" fmla="*/ 514350 h 1352569"/>
                <a:gd name="connsiteX15" fmla="*/ 619125 w 1619250"/>
                <a:gd name="connsiteY15" fmla="*/ 600075 h 1352569"/>
                <a:gd name="connsiteX16" fmla="*/ 647700 w 1619250"/>
                <a:gd name="connsiteY16" fmla="*/ 657225 h 1352569"/>
                <a:gd name="connsiteX17" fmla="*/ 714375 w 1619250"/>
                <a:gd name="connsiteY17" fmla="*/ 723900 h 1352569"/>
                <a:gd name="connsiteX18" fmla="*/ 723900 w 1619250"/>
                <a:gd name="connsiteY18" fmla="*/ 752475 h 1352569"/>
                <a:gd name="connsiteX19" fmla="*/ 838200 w 1619250"/>
                <a:gd name="connsiteY19" fmla="*/ 885825 h 1352569"/>
                <a:gd name="connsiteX20" fmla="*/ 866775 w 1619250"/>
                <a:gd name="connsiteY20" fmla="*/ 914400 h 1352569"/>
                <a:gd name="connsiteX21" fmla="*/ 895350 w 1619250"/>
                <a:gd name="connsiteY21" fmla="*/ 933450 h 1352569"/>
                <a:gd name="connsiteX22" fmla="*/ 952500 w 1619250"/>
                <a:gd name="connsiteY22" fmla="*/ 981075 h 1352569"/>
                <a:gd name="connsiteX23" fmla="*/ 1038225 w 1619250"/>
                <a:gd name="connsiteY23" fmla="*/ 1047750 h 1352569"/>
                <a:gd name="connsiteX24" fmla="*/ 1085850 w 1619250"/>
                <a:gd name="connsiteY24" fmla="*/ 1085850 h 1352569"/>
                <a:gd name="connsiteX25" fmla="*/ 1162050 w 1619250"/>
                <a:gd name="connsiteY25" fmla="*/ 1133475 h 1352569"/>
                <a:gd name="connsiteX26" fmla="*/ 1200150 w 1619250"/>
                <a:gd name="connsiteY26" fmla="*/ 1152525 h 1352569"/>
                <a:gd name="connsiteX27" fmla="*/ 1247775 w 1619250"/>
                <a:gd name="connsiteY27" fmla="*/ 1190625 h 1352569"/>
                <a:gd name="connsiteX28" fmla="*/ 1314450 w 1619250"/>
                <a:gd name="connsiteY28" fmla="*/ 1228725 h 1352569"/>
                <a:gd name="connsiteX29" fmla="*/ 1438275 w 1619250"/>
                <a:gd name="connsiteY29" fmla="*/ 1276350 h 1352569"/>
                <a:gd name="connsiteX30" fmla="*/ 1495425 w 1619250"/>
                <a:gd name="connsiteY30" fmla="*/ 1314450 h 1352569"/>
                <a:gd name="connsiteX31" fmla="*/ 1533525 w 1619250"/>
                <a:gd name="connsiteY31" fmla="*/ 1343025 h 1352569"/>
                <a:gd name="connsiteX32" fmla="*/ 1619250 w 1619250"/>
                <a:gd name="connsiteY32" fmla="*/ 1352550 h 135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19250" h="1352569">
                  <a:moveTo>
                    <a:pt x="0" y="0"/>
                  </a:moveTo>
                  <a:cubicBezTo>
                    <a:pt x="28575" y="28575"/>
                    <a:pt x="59854" y="54680"/>
                    <a:pt x="85725" y="85725"/>
                  </a:cubicBezTo>
                  <a:cubicBezTo>
                    <a:pt x="92153" y="93438"/>
                    <a:pt x="88978" y="106460"/>
                    <a:pt x="95250" y="114300"/>
                  </a:cubicBezTo>
                  <a:cubicBezTo>
                    <a:pt x="102401" y="123239"/>
                    <a:pt x="115031" y="126021"/>
                    <a:pt x="123825" y="133350"/>
                  </a:cubicBezTo>
                  <a:cubicBezTo>
                    <a:pt x="134173" y="141974"/>
                    <a:pt x="142052" y="153301"/>
                    <a:pt x="152400" y="161925"/>
                  </a:cubicBezTo>
                  <a:cubicBezTo>
                    <a:pt x="184850" y="188967"/>
                    <a:pt x="184760" y="175235"/>
                    <a:pt x="219075" y="209550"/>
                  </a:cubicBezTo>
                  <a:cubicBezTo>
                    <a:pt x="227170" y="217645"/>
                    <a:pt x="230030" y="230030"/>
                    <a:pt x="238125" y="238125"/>
                  </a:cubicBezTo>
                  <a:cubicBezTo>
                    <a:pt x="252500" y="252500"/>
                    <a:pt x="271375" y="261850"/>
                    <a:pt x="285750" y="276225"/>
                  </a:cubicBezTo>
                  <a:cubicBezTo>
                    <a:pt x="296975" y="287450"/>
                    <a:pt x="305098" y="301407"/>
                    <a:pt x="314325" y="314325"/>
                  </a:cubicBezTo>
                  <a:cubicBezTo>
                    <a:pt x="320979" y="323640"/>
                    <a:pt x="324436" y="335749"/>
                    <a:pt x="333375" y="342900"/>
                  </a:cubicBezTo>
                  <a:cubicBezTo>
                    <a:pt x="341215" y="349172"/>
                    <a:pt x="352425" y="349250"/>
                    <a:pt x="361950" y="352425"/>
                  </a:cubicBezTo>
                  <a:cubicBezTo>
                    <a:pt x="371475" y="365125"/>
                    <a:pt x="378472" y="380194"/>
                    <a:pt x="390525" y="390525"/>
                  </a:cubicBezTo>
                  <a:cubicBezTo>
                    <a:pt x="405505" y="403365"/>
                    <a:pt x="437853" y="412651"/>
                    <a:pt x="457200" y="419100"/>
                  </a:cubicBezTo>
                  <a:cubicBezTo>
                    <a:pt x="463550" y="428625"/>
                    <a:pt x="468592" y="439166"/>
                    <a:pt x="476250" y="447675"/>
                  </a:cubicBezTo>
                  <a:cubicBezTo>
                    <a:pt x="497276" y="471037"/>
                    <a:pt x="525490" y="488198"/>
                    <a:pt x="542925" y="514350"/>
                  </a:cubicBezTo>
                  <a:cubicBezTo>
                    <a:pt x="589831" y="584709"/>
                    <a:pt x="562709" y="557763"/>
                    <a:pt x="619125" y="600075"/>
                  </a:cubicBezTo>
                  <a:cubicBezTo>
                    <a:pt x="628650" y="619125"/>
                    <a:pt x="634714" y="640343"/>
                    <a:pt x="647700" y="657225"/>
                  </a:cubicBezTo>
                  <a:cubicBezTo>
                    <a:pt x="666864" y="682138"/>
                    <a:pt x="714375" y="723900"/>
                    <a:pt x="714375" y="723900"/>
                  </a:cubicBezTo>
                  <a:cubicBezTo>
                    <a:pt x="717550" y="733425"/>
                    <a:pt x="718510" y="744004"/>
                    <a:pt x="723900" y="752475"/>
                  </a:cubicBezTo>
                  <a:cubicBezTo>
                    <a:pt x="766667" y="819680"/>
                    <a:pt x="784520" y="832145"/>
                    <a:pt x="838200" y="885825"/>
                  </a:cubicBezTo>
                  <a:cubicBezTo>
                    <a:pt x="847725" y="895350"/>
                    <a:pt x="855567" y="906928"/>
                    <a:pt x="866775" y="914400"/>
                  </a:cubicBezTo>
                  <a:cubicBezTo>
                    <a:pt x="876300" y="920750"/>
                    <a:pt x="886314" y="926422"/>
                    <a:pt x="895350" y="933450"/>
                  </a:cubicBezTo>
                  <a:cubicBezTo>
                    <a:pt x="914924" y="948674"/>
                    <a:pt x="933136" y="965584"/>
                    <a:pt x="952500" y="981075"/>
                  </a:cubicBezTo>
                  <a:cubicBezTo>
                    <a:pt x="980768" y="1003689"/>
                    <a:pt x="1038225" y="1047750"/>
                    <a:pt x="1038225" y="1047750"/>
                  </a:cubicBezTo>
                  <a:cubicBezTo>
                    <a:pt x="1054681" y="1097119"/>
                    <a:pt x="1034370" y="1062970"/>
                    <a:pt x="1085850" y="1085850"/>
                  </a:cubicBezTo>
                  <a:cubicBezTo>
                    <a:pt x="1126268" y="1103814"/>
                    <a:pt x="1128597" y="1114359"/>
                    <a:pt x="1162050" y="1133475"/>
                  </a:cubicBezTo>
                  <a:cubicBezTo>
                    <a:pt x="1174378" y="1140520"/>
                    <a:pt x="1188336" y="1144649"/>
                    <a:pt x="1200150" y="1152525"/>
                  </a:cubicBezTo>
                  <a:cubicBezTo>
                    <a:pt x="1217066" y="1163802"/>
                    <a:pt x="1231511" y="1178427"/>
                    <a:pt x="1247775" y="1190625"/>
                  </a:cubicBezTo>
                  <a:cubicBezTo>
                    <a:pt x="1269033" y="1206568"/>
                    <a:pt x="1289841" y="1218178"/>
                    <a:pt x="1314450" y="1228725"/>
                  </a:cubicBezTo>
                  <a:cubicBezTo>
                    <a:pt x="1365485" y="1250597"/>
                    <a:pt x="1367698" y="1229299"/>
                    <a:pt x="1438275" y="1276350"/>
                  </a:cubicBezTo>
                  <a:cubicBezTo>
                    <a:pt x="1457325" y="1289050"/>
                    <a:pt x="1477109" y="1300713"/>
                    <a:pt x="1495425" y="1314450"/>
                  </a:cubicBezTo>
                  <a:cubicBezTo>
                    <a:pt x="1508125" y="1323975"/>
                    <a:pt x="1518606" y="1337600"/>
                    <a:pt x="1533525" y="1343025"/>
                  </a:cubicBezTo>
                  <a:cubicBezTo>
                    <a:pt x="1562188" y="1353448"/>
                    <a:pt x="1590279" y="1352550"/>
                    <a:pt x="1619250" y="1352550"/>
                  </a:cubicBezTo>
                </a:path>
              </a:pathLst>
            </a:custGeom>
            <a:noFill/>
            <a:ln>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978" name="Shape 4431"/>
            <p:cNvSpPr/>
            <p:nvPr/>
          </p:nvSpPr>
          <p:spPr>
            <a:xfrm rot="2925220">
              <a:off x="7815690" y="4543736"/>
              <a:ext cx="340863" cy="320403"/>
            </a:xfrm>
            <a:custGeom>
              <a:avLst/>
              <a:gdLst/>
              <a:ahLst/>
              <a:cxnLst>
                <a:cxn ang="0">
                  <a:pos x="wd2" y="hd2"/>
                </a:cxn>
                <a:cxn ang="5400000">
                  <a:pos x="wd2" y="hd2"/>
                </a:cxn>
                <a:cxn ang="10800000">
                  <a:pos x="wd2" y="hd2"/>
                </a:cxn>
                <a:cxn ang="16200000">
                  <a:pos x="wd2" y="hd2"/>
                </a:cxn>
              </a:cxnLst>
              <a:rect l="0" t="0" r="r" b="b"/>
              <a:pathLst>
                <a:path w="21600" h="21600" extrusionOk="0">
                  <a:moveTo>
                    <a:pt x="5778" y="21600"/>
                  </a:moveTo>
                  <a:lnTo>
                    <a:pt x="7938" y="21600"/>
                  </a:lnTo>
                  <a:lnTo>
                    <a:pt x="12785" y="12409"/>
                  </a:lnTo>
                  <a:lnTo>
                    <a:pt x="18360" y="12409"/>
                  </a:lnTo>
                  <a:cubicBezTo>
                    <a:pt x="18360" y="12409"/>
                    <a:pt x="21600" y="12409"/>
                    <a:pt x="21600" y="10800"/>
                  </a:cubicBezTo>
                  <a:cubicBezTo>
                    <a:pt x="21600" y="9191"/>
                    <a:pt x="18360" y="9191"/>
                    <a:pt x="18360" y="9191"/>
                  </a:cubicBezTo>
                  <a:lnTo>
                    <a:pt x="12785" y="9191"/>
                  </a:lnTo>
                  <a:lnTo>
                    <a:pt x="7938" y="0"/>
                  </a:lnTo>
                  <a:lnTo>
                    <a:pt x="5778" y="0"/>
                  </a:lnTo>
                  <a:lnTo>
                    <a:pt x="8465" y="9191"/>
                  </a:lnTo>
                  <a:lnTo>
                    <a:pt x="4591" y="9191"/>
                  </a:lnTo>
                  <a:lnTo>
                    <a:pt x="2160" y="6893"/>
                  </a:lnTo>
                  <a:lnTo>
                    <a:pt x="0" y="6893"/>
                  </a:lnTo>
                  <a:lnTo>
                    <a:pt x="1728" y="10800"/>
                  </a:lnTo>
                  <a:lnTo>
                    <a:pt x="0" y="14707"/>
                  </a:lnTo>
                  <a:lnTo>
                    <a:pt x="2160" y="14707"/>
                  </a:lnTo>
                  <a:lnTo>
                    <a:pt x="4591" y="12409"/>
                  </a:lnTo>
                  <a:lnTo>
                    <a:pt x="8465" y="12409"/>
                  </a:lnTo>
                  <a:cubicBezTo>
                    <a:pt x="8465" y="12409"/>
                    <a:pt x="5778" y="21600"/>
                    <a:pt x="5778" y="21600"/>
                  </a:cubicBezTo>
                  <a:close/>
                </a:path>
              </a:pathLst>
            </a:custGeom>
            <a:solidFill>
              <a:schemeClr val="accent3"/>
            </a:solidFill>
            <a:ln w="12700">
              <a:miter lim="400000"/>
            </a:ln>
          </p:spPr>
          <p:txBody>
            <a:bodyPr lIns="38100" tIns="38100" rIns="38100" bIns="38100" anchor="ct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grpSp>
      <p:grpSp>
        <p:nvGrpSpPr>
          <p:cNvPr id="2979" name="Group 2978"/>
          <p:cNvGrpSpPr/>
          <p:nvPr/>
        </p:nvGrpSpPr>
        <p:grpSpPr>
          <a:xfrm>
            <a:off x="4470641" y="4621401"/>
            <a:ext cx="226186" cy="226182"/>
            <a:chOff x="4203992" y="4659059"/>
            <a:chExt cx="226186" cy="226182"/>
          </a:xfrm>
        </p:grpSpPr>
        <p:sp>
          <p:nvSpPr>
            <p:cNvPr id="2980" name="Shape 386"/>
            <p:cNvSpPr/>
            <p:nvPr/>
          </p:nvSpPr>
          <p:spPr>
            <a:xfrm>
              <a:off x="4203992" y="4659059"/>
              <a:ext cx="226186" cy="226182"/>
            </a:xfrm>
            <a:custGeom>
              <a:avLst/>
              <a:gdLst/>
              <a:ahLst/>
              <a:cxnLst>
                <a:cxn ang="0">
                  <a:pos x="wd2" y="hd2"/>
                </a:cxn>
                <a:cxn ang="5400000">
                  <a:pos x="wd2" y="hd2"/>
                </a:cxn>
                <a:cxn ang="10800000">
                  <a:pos x="wd2" y="hd2"/>
                </a:cxn>
                <a:cxn ang="16200000">
                  <a:pos x="wd2" y="hd2"/>
                </a:cxn>
              </a:cxnLst>
              <a:rect l="0" t="0" r="r" b="b"/>
              <a:pathLst>
                <a:path w="19807" h="19807" extrusionOk="0">
                  <a:moveTo>
                    <a:pt x="11898" y="19602"/>
                  </a:moveTo>
                  <a:cubicBezTo>
                    <a:pt x="6542" y="20704"/>
                    <a:pt x="1306" y="17256"/>
                    <a:pt x="204" y="11899"/>
                  </a:cubicBezTo>
                  <a:cubicBezTo>
                    <a:pt x="-897" y="6542"/>
                    <a:pt x="2552" y="1307"/>
                    <a:pt x="7907" y="205"/>
                  </a:cubicBezTo>
                  <a:cubicBezTo>
                    <a:pt x="13261" y="-896"/>
                    <a:pt x="18494" y="2549"/>
                    <a:pt x="19599" y="7900"/>
                  </a:cubicBezTo>
                  <a:cubicBezTo>
                    <a:pt x="19600" y="7903"/>
                    <a:pt x="19600" y="7905"/>
                    <a:pt x="19601" y="7908"/>
                  </a:cubicBezTo>
                  <a:cubicBezTo>
                    <a:pt x="20703" y="13264"/>
                    <a:pt x="17254" y="18500"/>
                    <a:pt x="11898" y="19602"/>
                  </a:cubicBezTo>
                  <a:close/>
                </a:path>
              </a:pathLst>
            </a:custGeom>
            <a:solidFill>
              <a:schemeClr val="accent2"/>
            </a:solidFill>
            <a:ln w="12700" cap="flat">
              <a:noFill/>
              <a:miter lim="400000"/>
            </a:ln>
            <a:effectLst/>
          </p:spPr>
          <p:txBody>
            <a:bodyPr wrap="square" lIns="38100" tIns="38100" rIns="38100" bIns="38100" numCol="1" anchor="ctr">
              <a:noAutofit/>
            </a:bodyPr>
            <a:lstStyle/>
            <a:p>
              <a:pPr lvl="0" algn="ctr">
                <a:lnSpc>
                  <a:spcPct val="100000"/>
                </a:lnSpc>
                <a:spcBef>
                  <a:spcPts val="0"/>
                </a:spcBef>
                <a:defRPr sz="3200">
                  <a:solidFill>
                    <a:srgbClr val="FFFFFF"/>
                  </a:solidFill>
                  <a:latin typeface="+mn-lt"/>
                  <a:ea typeface="+mn-ea"/>
                  <a:cs typeface="+mn-cs"/>
                  <a:sym typeface="Helvetica Light"/>
                </a:defRPr>
              </a:pPr>
              <a:endParaRPr/>
            </a:p>
          </p:txBody>
        </p:sp>
        <p:sp>
          <p:nvSpPr>
            <p:cNvPr id="2981" name="Shape 4394"/>
            <p:cNvSpPr/>
            <p:nvPr/>
          </p:nvSpPr>
          <p:spPr>
            <a:xfrm>
              <a:off x="4247128" y="4721880"/>
              <a:ext cx="106555" cy="106553"/>
            </a:xfrm>
            <a:custGeom>
              <a:avLst/>
              <a:gdLst/>
              <a:ahLst/>
              <a:cxnLst>
                <a:cxn ang="0">
                  <a:pos x="wd2" y="hd2"/>
                </a:cxn>
                <a:cxn ang="5400000">
                  <a:pos x="wd2" y="hd2"/>
                </a:cxn>
                <a:cxn ang="10800000">
                  <a:pos x="wd2" y="hd2"/>
                </a:cxn>
                <a:cxn ang="16200000">
                  <a:pos x="wd2" y="hd2"/>
                </a:cxn>
              </a:cxnLst>
              <a:rect l="0" t="0" r="r" b="b"/>
              <a:pathLst>
                <a:path w="21176" h="21176" extrusionOk="0">
                  <a:moveTo>
                    <a:pt x="18635" y="2703"/>
                  </a:moveTo>
                  <a:lnTo>
                    <a:pt x="11841" y="15322"/>
                  </a:lnTo>
                  <a:lnTo>
                    <a:pt x="11150" y="9587"/>
                  </a:lnTo>
                  <a:cubicBezTo>
                    <a:pt x="11150" y="9587"/>
                    <a:pt x="18635" y="2703"/>
                    <a:pt x="18635" y="2703"/>
                  </a:cubicBezTo>
                  <a:close/>
                  <a:moveTo>
                    <a:pt x="20880" y="297"/>
                  </a:moveTo>
                  <a:cubicBezTo>
                    <a:pt x="20158" y="-424"/>
                    <a:pt x="19471" y="257"/>
                    <a:pt x="17135" y="1379"/>
                  </a:cubicBezTo>
                  <a:cubicBezTo>
                    <a:pt x="10889" y="4382"/>
                    <a:pt x="0" y="10484"/>
                    <a:pt x="0" y="10484"/>
                  </a:cubicBezTo>
                  <a:lnTo>
                    <a:pt x="9356" y="11821"/>
                  </a:lnTo>
                  <a:lnTo>
                    <a:pt x="10692" y="21176"/>
                  </a:lnTo>
                  <a:cubicBezTo>
                    <a:pt x="10692" y="21176"/>
                    <a:pt x="16794" y="10288"/>
                    <a:pt x="19796" y="4041"/>
                  </a:cubicBezTo>
                  <a:cubicBezTo>
                    <a:pt x="20920" y="1706"/>
                    <a:pt x="21600" y="1018"/>
                    <a:pt x="20880" y="297"/>
                  </a:cubicBezTo>
                  <a:close/>
                </a:path>
              </a:pathLst>
            </a:custGeom>
            <a:solidFill>
              <a:schemeClr val="bg1"/>
            </a:solidFill>
            <a:ln w="12700">
              <a:miter lim="400000"/>
            </a:ln>
          </p:spPr>
          <p:txBody>
            <a:bodyPr lIns="38100" tIns="38100" rIns="38100" bIns="38100" anchor="ct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grpSp>
      <p:grpSp>
        <p:nvGrpSpPr>
          <p:cNvPr id="2982" name="Group 2981"/>
          <p:cNvGrpSpPr/>
          <p:nvPr/>
        </p:nvGrpSpPr>
        <p:grpSpPr>
          <a:xfrm>
            <a:off x="2121539" y="2806121"/>
            <a:ext cx="226186" cy="226182"/>
            <a:chOff x="1854890" y="2843779"/>
            <a:chExt cx="226186" cy="226182"/>
          </a:xfrm>
        </p:grpSpPr>
        <p:sp>
          <p:nvSpPr>
            <p:cNvPr id="2983" name="Shape 386"/>
            <p:cNvSpPr/>
            <p:nvPr/>
          </p:nvSpPr>
          <p:spPr>
            <a:xfrm>
              <a:off x="1854890" y="2843779"/>
              <a:ext cx="226186" cy="226182"/>
            </a:xfrm>
            <a:custGeom>
              <a:avLst/>
              <a:gdLst/>
              <a:ahLst/>
              <a:cxnLst>
                <a:cxn ang="0">
                  <a:pos x="wd2" y="hd2"/>
                </a:cxn>
                <a:cxn ang="5400000">
                  <a:pos x="wd2" y="hd2"/>
                </a:cxn>
                <a:cxn ang="10800000">
                  <a:pos x="wd2" y="hd2"/>
                </a:cxn>
                <a:cxn ang="16200000">
                  <a:pos x="wd2" y="hd2"/>
                </a:cxn>
              </a:cxnLst>
              <a:rect l="0" t="0" r="r" b="b"/>
              <a:pathLst>
                <a:path w="19807" h="19807" extrusionOk="0">
                  <a:moveTo>
                    <a:pt x="11898" y="19602"/>
                  </a:moveTo>
                  <a:cubicBezTo>
                    <a:pt x="6542" y="20704"/>
                    <a:pt x="1306" y="17256"/>
                    <a:pt x="204" y="11899"/>
                  </a:cubicBezTo>
                  <a:cubicBezTo>
                    <a:pt x="-897" y="6542"/>
                    <a:pt x="2552" y="1307"/>
                    <a:pt x="7907" y="205"/>
                  </a:cubicBezTo>
                  <a:cubicBezTo>
                    <a:pt x="13261" y="-896"/>
                    <a:pt x="18494" y="2549"/>
                    <a:pt x="19599" y="7900"/>
                  </a:cubicBezTo>
                  <a:cubicBezTo>
                    <a:pt x="19600" y="7903"/>
                    <a:pt x="19600" y="7905"/>
                    <a:pt x="19601" y="7908"/>
                  </a:cubicBezTo>
                  <a:cubicBezTo>
                    <a:pt x="20703" y="13264"/>
                    <a:pt x="17254" y="18500"/>
                    <a:pt x="11898" y="19602"/>
                  </a:cubicBezTo>
                  <a:close/>
                </a:path>
              </a:pathLst>
            </a:custGeom>
            <a:solidFill>
              <a:schemeClr val="accent4"/>
            </a:solidFill>
            <a:ln w="12700" cap="flat">
              <a:noFill/>
              <a:miter lim="400000"/>
            </a:ln>
            <a:effectLst/>
          </p:spPr>
          <p:txBody>
            <a:bodyPr wrap="square" lIns="38100" tIns="38100" rIns="38100" bIns="38100" numCol="1" anchor="ctr">
              <a:noAutofit/>
            </a:bodyPr>
            <a:lstStyle/>
            <a:p>
              <a:pPr lvl="0" algn="ctr">
                <a:lnSpc>
                  <a:spcPct val="100000"/>
                </a:lnSpc>
                <a:spcBef>
                  <a:spcPts val="0"/>
                </a:spcBef>
                <a:defRPr sz="3200">
                  <a:solidFill>
                    <a:srgbClr val="FFFFFF"/>
                  </a:solidFill>
                  <a:latin typeface="+mn-lt"/>
                  <a:ea typeface="+mn-ea"/>
                  <a:cs typeface="+mn-cs"/>
                  <a:sym typeface="Helvetica Light"/>
                </a:defRPr>
              </a:pPr>
              <a:endParaRPr/>
            </a:p>
          </p:txBody>
        </p:sp>
        <p:sp>
          <p:nvSpPr>
            <p:cNvPr id="2984" name="Shape 4418"/>
            <p:cNvSpPr/>
            <p:nvPr/>
          </p:nvSpPr>
          <p:spPr>
            <a:xfrm>
              <a:off x="1928538" y="2905379"/>
              <a:ext cx="111997" cy="105775"/>
            </a:xfrm>
            <a:custGeom>
              <a:avLst/>
              <a:gdLst/>
              <a:ahLst/>
              <a:cxnLst>
                <a:cxn ang="0">
                  <a:pos x="wd2" y="hd2"/>
                </a:cxn>
                <a:cxn ang="5400000">
                  <a:pos x="wd2" y="hd2"/>
                </a:cxn>
                <a:cxn ang="10800000">
                  <a:pos x="wd2" y="hd2"/>
                </a:cxn>
                <a:cxn ang="16200000">
                  <a:pos x="wd2" y="hd2"/>
                </a:cxn>
              </a:cxnLst>
              <a:rect l="0" t="0" r="r" b="b"/>
              <a:pathLst>
                <a:path w="21431" h="16922" extrusionOk="0">
                  <a:moveTo>
                    <a:pt x="20819" y="3166"/>
                  </a:moveTo>
                  <a:cubicBezTo>
                    <a:pt x="7236" y="7712"/>
                    <a:pt x="12737" y="-4524"/>
                    <a:pt x="2202" y="1917"/>
                  </a:cubicBezTo>
                  <a:lnTo>
                    <a:pt x="0" y="2579"/>
                  </a:lnTo>
                  <a:lnTo>
                    <a:pt x="4363" y="16923"/>
                  </a:lnTo>
                  <a:lnTo>
                    <a:pt x="6767" y="16923"/>
                  </a:lnTo>
                  <a:lnTo>
                    <a:pt x="4629" y="9897"/>
                  </a:lnTo>
                  <a:cubicBezTo>
                    <a:pt x="14029" y="3309"/>
                    <a:pt x="10224" y="17076"/>
                    <a:pt x="21342" y="3569"/>
                  </a:cubicBezTo>
                  <a:cubicBezTo>
                    <a:pt x="21600" y="3255"/>
                    <a:pt x="21254" y="3020"/>
                    <a:pt x="20819" y="3166"/>
                  </a:cubicBezTo>
                  <a:close/>
                </a:path>
              </a:pathLst>
            </a:custGeom>
            <a:solidFill>
              <a:schemeClr val="bg1"/>
            </a:solidFill>
            <a:ln w="12700">
              <a:miter lim="400000"/>
            </a:ln>
          </p:spPr>
          <p:txBody>
            <a:bodyPr lIns="38100" tIns="38100" rIns="38100" bIns="38100" anchor="ct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grpSp>
      <p:grpSp>
        <p:nvGrpSpPr>
          <p:cNvPr id="2985" name="Group 2984"/>
          <p:cNvGrpSpPr/>
          <p:nvPr/>
        </p:nvGrpSpPr>
        <p:grpSpPr>
          <a:xfrm>
            <a:off x="7316659" y="3504471"/>
            <a:ext cx="226186" cy="226182"/>
            <a:chOff x="7050010" y="3542129"/>
            <a:chExt cx="226186" cy="226182"/>
          </a:xfrm>
        </p:grpSpPr>
        <p:sp>
          <p:nvSpPr>
            <p:cNvPr id="2986" name="Shape 386"/>
            <p:cNvSpPr/>
            <p:nvPr/>
          </p:nvSpPr>
          <p:spPr>
            <a:xfrm>
              <a:off x="7050010" y="3542129"/>
              <a:ext cx="226186" cy="226182"/>
            </a:xfrm>
            <a:custGeom>
              <a:avLst/>
              <a:gdLst/>
              <a:ahLst/>
              <a:cxnLst>
                <a:cxn ang="0">
                  <a:pos x="wd2" y="hd2"/>
                </a:cxn>
                <a:cxn ang="5400000">
                  <a:pos x="wd2" y="hd2"/>
                </a:cxn>
                <a:cxn ang="10800000">
                  <a:pos x="wd2" y="hd2"/>
                </a:cxn>
                <a:cxn ang="16200000">
                  <a:pos x="wd2" y="hd2"/>
                </a:cxn>
              </a:cxnLst>
              <a:rect l="0" t="0" r="r" b="b"/>
              <a:pathLst>
                <a:path w="19807" h="19807" extrusionOk="0">
                  <a:moveTo>
                    <a:pt x="11898" y="19602"/>
                  </a:moveTo>
                  <a:cubicBezTo>
                    <a:pt x="6542" y="20704"/>
                    <a:pt x="1306" y="17256"/>
                    <a:pt x="204" y="11899"/>
                  </a:cubicBezTo>
                  <a:cubicBezTo>
                    <a:pt x="-897" y="6542"/>
                    <a:pt x="2552" y="1307"/>
                    <a:pt x="7907" y="205"/>
                  </a:cubicBezTo>
                  <a:cubicBezTo>
                    <a:pt x="13261" y="-896"/>
                    <a:pt x="18494" y="2549"/>
                    <a:pt x="19599" y="7900"/>
                  </a:cubicBezTo>
                  <a:cubicBezTo>
                    <a:pt x="19600" y="7903"/>
                    <a:pt x="19600" y="7905"/>
                    <a:pt x="19601" y="7908"/>
                  </a:cubicBezTo>
                  <a:cubicBezTo>
                    <a:pt x="20703" y="13264"/>
                    <a:pt x="17254" y="18500"/>
                    <a:pt x="11898" y="19602"/>
                  </a:cubicBezTo>
                  <a:close/>
                </a:path>
              </a:pathLst>
            </a:custGeom>
            <a:solidFill>
              <a:schemeClr val="accent3"/>
            </a:solidFill>
            <a:ln w="12700" cap="flat">
              <a:noFill/>
              <a:miter lim="400000"/>
            </a:ln>
            <a:effectLst/>
          </p:spPr>
          <p:txBody>
            <a:bodyPr wrap="square" lIns="38100" tIns="38100" rIns="38100" bIns="38100" numCol="1" anchor="ctr">
              <a:noAutofit/>
            </a:bodyPr>
            <a:lstStyle/>
            <a:p>
              <a:pPr lvl="0" algn="ctr">
                <a:lnSpc>
                  <a:spcPct val="100000"/>
                </a:lnSpc>
                <a:spcBef>
                  <a:spcPts val="0"/>
                </a:spcBef>
                <a:defRPr sz="3200">
                  <a:solidFill>
                    <a:srgbClr val="FFFFFF"/>
                  </a:solidFill>
                  <a:latin typeface="+mn-lt"/>
                  <a:ea typeface="+mn-ea"/>
                  <a:cs typeface="+mn-cs"/>
                  <a:sym typeface="Helvetica Light"/>
                </a:defRPr>
              </a:pPr>
              <a:endParaRPr/>
            </a:p>
          </p:txBody>
        </p:sp>
        <p:sp>
          <p:nvSpPr>
            <p:cNvPr id="2987" name="Shape 4459"/>
            <p:cNvSpPr/>
            <p:nvPr/>
          </p:nvSpPr>
          <p:spPr>
            <a:xfrm>
              <a:off x="7106665" y="3595126"/>
              <a:ext cx="122740" cy="115074"/>
            </a:xfrm>
            <a:custGeom>
              <a:avLst/>
              <a:gdLst/>
              <a:ahLst/>
              <a:cxnLst>
                <a:cxn ang="0">
                  <a:pos x="wd2" y="hd2"/>
                </a:cxn>
                <a:cxn ang="5400000">
                  <a:pos x="wd2" y="hd2"/>
                </a:cxn>
                <a:cxn ang="10800000">
                  <a:pos x="wd2" y="hd2"/>
                </a:cxn>
                <a:cxn ang="16200000">
                  <a:pos x="wd2" y="hd2"/>
                </a:cxn>
              </a:cxnLst>
              <a:rect l="0" t="0" r="r" b="b"/>
              <a:pathLst>
                <a:path w="20993" h="21440" extrusionOk="0">
                  <a:moveTo>
                    <a:pt x="20097" y="14373"/>
                  </a:moveTo>
                  <a:lnTo>
                    <a:pt x="15990" y="12571"/>
                  </a:lnTo>
                  <a:lnTo>
                    <a:pt x="16463" y="14008"/>
                  </a:lnTo>
                  <a:cubicBezTo>
                    <a:pt x="16439" y="15532"/>
                    <a:pt x="13726" y="16745"/>
                    <a:pt x="10496" y="16745"/>
                  </a:cubicBezTo>
                  <a:cubicBezTo>
                    <a:pt x="7268" y="16745"/>
                    <a:pt x="4553" y="15532"/>
                    <a:pt x="4529" y="14008"/>
                  </a:cubicBezTo>
                  <a:lnTo>
                    <a:pt x="5002" y="12571"/>
                  </a:lnTo>
                  <a:lnTo>
                    <a:pt x="895" y="14373"/>
                  </a:lnTo>
                  <a:cubicBezTo>
                    <a:pt x="-255" y="14878"/>
                    <a:pt x="-304" y="15814"/>
                    <a:pt x="789" y="16451"/>
                  </a:cubicBezTo>
                  <a:lnTo>
                    <a:pt x="8511" y="20962"/>
                  </a:lnTo>
                  <a:cubicBezTo>
                    <a:pt x="9602" y="21600"/>
                    <a:pt x="11390" y="21600"/>
                    <a:pt x="12481" y="20962"/>
                  </a:cubicBezTo>
                  <a:lnTo>
                    <a:pt x="20205" y="16451"/>
                  </a:lnTo>
                  <a:cubicBezTo>
                    <a:pt x="21296" y="15814"/>
                    <a:pt x="21247" y="14878"/>
                    <a:pt x="20097" y="14373"/>
                  </a:cubicBezTo>
                  <a:close/>
                  <a:moveTo>
                    <a:pt x="10496" y="5209"/>
                  </a:moveTo>
                  <a:cubicBezTo>
                    <a:pt x="11724" y="5209"/>
                    <a:pt x="12866" y="4796"/>
                    <a:pt x="13199" y="4152"/>
                  </a:cubicBezTo>
                  <a:cubicBezTo>
                    <a:pt x="12739" y="2744"/>
                    <a:pt x="12343" y="1535"/>
                    <a:pt x="12094" y="773"/>
                  </a:cubicBezTo>
                  <a:cubicBezTo>
                    <a:pt x="11927" y="264"/>
                    <a:pt x="11175" y="0"/>
                    <a:pt x="10496" y="0"/>
                  </a:cubicBezTo>
                  <a:cubicBezTo>
                    <a:pt x="9817" y="0"/>
                    <a:pt x="9065" y="264"/>
                    <a:pt x="8898" y="773"/>
                  </a:cubicBezTo>
                  <a:cubicBezTo>
                    <a:pt x="8649" y="1535"/>
                    <a:pt x="8253" y="2744"/>
                    <a:pt x="7792" y="4152"/>
                  </a:cubicBezTo>
                  <a:cubicBezTo>
                    <a:pt x="8126" y="4796"/>
                    <a:pt x="9268" y="5209"/>
                    <a:pt x="10496" y="5209"/>
                  </a:cubicBezTo>
                  <a:close/>
                  <a:moveTo>
                    <a:pt x="10496" y="13197"/>
                  </a:moveTo>
                  <a:cubicBezTo>
                    <a:pt x="13109" y="13197"/>
                    <a:pt x="15296" y="12229"/>
                    <a:pt x="15429" y="10966"/>
                  </a:cubicBezTo>
                  <a:cubicBezTo>
                    <a:pt x="15041" y="9779"/>
                    <a:pt x="14617" y="8484"/>
                    <a:pt x="14201" y="7211"/>
                  </a:cubicBezTo>
                  <a:cubicBezTo>
                    <a:pt x="13911" y="8118"/>
                    <a:pt x="12316" y="8759"/>
                    <a:pt x="10496" y="8759"/>
                  </a:cubicBezTo>
                  <a:cubicBezTo>
                    <a:pt x="8678" y="8759"/>
                    <a:pt x="7081" y="8118"/>
                    <a:pt x="6791" y="7211"/>
                  </a:cubicBezTo>
                  <a:cubicBezTo>
                    <a:pt x="6375" y="8484"/>
                    <a:pt x="5951" y="9779"/>
                    <a:pt x="5563" y="10966"/>
                  </a:cubicBezTo>
                  <a:cubicBezTo>
                    <a:pt x="5696" y="12229"/>
                    <a:pt x="7883" y="13197"/>
                    <a:pt x="10496" y="13197"/>
                  </a:cubicBezTo>
                  <a:close/>
                </a:path>
              </a:pathLst>
            </a:custGeom>
            <a:solidFill>
              <a:schemeClr val="bg1"/>
            </a:solidFill>
            <a:ln w="12700">
              <a:miter lim="400000"/>
            </a:ln>
          </p:spPr>
          <p:txBody>
            <a:bodyPr lIns="38100" tIns="38100" rIns="38100" bIns="38100" anchor="ctr"/>
            <a:lstStyle/>
            <a:p>
              <a:pPr lvl="0" algn="ctr" defTabSz="457200">
                <a:lnSpc>
                  <a:spcPct val="100000"/>
                </a:lnSpc>
                <a:spcBef>
                  <a:spcPts val="0"/>
                </a:spcBef>
                <a:defRPr sz="3000">
                  <a:solidFill>
                    <a:srgbClr val="FFFFFF"/>
                  </a:solidFill>
                  <a:effectLst>
                    <a:outerShdw blurRad="38100" dist="12700" dir="5400000" rotWithShape="0">
                      <a:srgbClr val="000000">
                        <a:alpha val="50000"/>
                      </a:srgbClr>
                    </a:outerShdw>
                  </a:effectLst>
                  <a:latin typeface="Sinkin Sans 400 Regular"/>
                  <a:ea typeface="Sinkin Sans 400 Regular"/>
                  <a:cs typeface="Sinkin Sans 400 Regular"/>
                  <a:sym typeface="Sinkin Sans 400 Regular"/>
                </a:defRPr>
              </a:pPr>
              <a:endParaRPr/>
            </a:p>
          </p:txBody>
        </p:sp>
      </p:grpSp>
      <p:sp>
        <p:nvSpPr>
          <p:cNvPr id="250" name="Title 2"/>
          <p:cNvSpPr txBox="1">
            <a:spLocks/>
          </p:cNvSpPr>
          <p:nvPr/>
        </p:nvSpPr>
        <p:spPr>
          <a:xfrm>
            <a:off x="2480684" y="365162"/>
            <a:ext cx="7227457" cy="445972"/>
          </a:xfrm>
          <a:prstGeom prst="rect">
            <a:avLst/>
          </a:prstGeom>
        </p:spPr>
        <p:txBody>
          <a:bodyPr vert="horz" lIns="91416" tIns="45708" rIns="91416" bIns="45708" rtlCol="0" anchor="ctr">
            <a:noAutofit/>
          </a:bodyPr>
          <a:lstStyle/>
          <a:p>
            <a:pPr lvl="0" algn="ctr">
              <a:spcBef>
                <a:spcPct val="0"/>
              </a:spcBef>
              <a:defRPr/>
            </a:pPr>
            <a:r>
              <a:rPr lang="en-US" sz="2799" dirty="0" smtClean="0">
                <a:latin typeface="Open Sans Extrabold" panose="020B0906030804020204" pitchFamily="34" charset="0"/>
                <a:ea typeface="Open Sans Extrabold" panose="020B0906030804020204" pitchFamily="34" charset="0"/>
                <a:cs typeface="Open Sans Extrabold" panose="020B0906030804020204" pitchFamily="34" charset="0"/>
              </a:rPr>
              <a:t>WORLD MAP ANALYSIS</a:t>
            </a:r>
            <a:endParaRPr lang="en-US" sz="2799"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251" name="Rectangle 250"/>
          <p:cNvSpPr/>
          <p:nvPr/>
        </p:nvSpPr>
        <p:spPr>
          <a:xfrm>
            <a:off x="3011622" y="749296"/>
            <a:ext cx="6165580" cy="276927"/>
          </a:xfrm>
          <a:prstGeom prst="rect">
            <a:avLst/>
          </a:prstGeom>
        </p:spPr>
        <p:txBody>
          <a:bodyPr wrap="square">
            <a:spAutoFit/>
          </a:bodyPr>
          <a:lstStyle/>
          <a:p>
            <a:pPr algn="ct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Lorem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a:t>
            </a:r>
            <a:r>
              <a:rPr lang="en-US" sz="1200" dirty="0" err="1">
                <a:latin typeface="Open Sans Light" panose="020B0306030504020204" pitchFamily="34" charset="0"/>
                <a:ea typeface="Open Sans Light" panose="020B0306030504020204" pitchFamily="34" charset="0"/>
                <a:cs typeface="Open Sans Light" panose="020B0306030504020204" pitchFamily="34" charset="0"/>
              </a:rPr>
              <a:t>Ipsum</a:t>
            </a:r>
            <a:r>
              <a:rPr lang="en-US" sz="1200" dirty="0">
                <a:latin typeface="Open Sans Light" panose="020B0306030504020204" pitchFamily="34" charset="0"/>
                <a:ea typeface="Open Sans Light" panose="020B0306030504020204" pitchFamily="34" charset="0"/>
                <a:cs typeface="Open Sans Light" panose="020B0306030504020204" pitchFamily="34" charset="0"/>
              </a:rPr>
              <a:t> is simply dummy text of the printing and typesetting industry.</a:t>
            </a:r>
          </a:p>
        </p:txBody>
      </p:sp>
      <p:grpSp>
        <p:nvGrpSpPr>
          <p:cNvPr id="252" name="Group 251"/>
          <p:cNvGrpSpPr/>
          <p:nvPr/>
        </p:nvGrpSpPr>
        <p:grpSpPr>
          <a:xfrm rot="10800000" flipV="1">
            <a:off x="5380522" y="1080697"/>
            <a:ext cx="1427781" cy="45707"/>
            <a:chOff x="3965945" y="1385354"/>
            <a:chExt cx="4572000" cy="79107"/>
          </a:xfrm>
        </p:grpSpPr>
        <p:sp>
          <p:nvSpPr>
            <p:cNvPr id="253" name="Rectangle 252"/>
            <p:cNvSpPr/>
            <p:nvPr/>
          </p:nvSpPr>
          <p:spPr>
            <a:xfrm>
              <a:off x="3965945" y="1385356"/>
              <a:ext cx="914400" cy="7910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54" name="Rectangle 253"/>
            <p:cNvSpPr/>
            <p:nvPr/>
          </p:nvSpPr>
          <p:spPr>
            <a:xfrm>
              <a:off x="4880345" y="1385355"/>
              <a:ext cx="914400" cy="791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55" name="Rectangle 254"/>
            <p:cNvSpPr/>
            <p:nvPr/>
          </p:nvSpPr>
          <p:spPr>
            <a:xfrm>
              <a:off x="5794745" y="1385354"/>
              <a:ext cx="914400" cy="7910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56" name="Rectangle 255"/>
            <p:cNvSpPr/>
            <p:nvPr/>
          </p:nvSpPr>
          <p:spPr>
            <a:xfrm>
              <a:off x="6709145" y="1385354"/>
              <a:ext cx="914400" cy="7910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sp>
          <p:nvSpPr>
            <p:cNvPr id="257" name="Rectangle 256"/>
            <p:cNvSpPr/>
            <p:nvPr/>
          </p:nvSpPr>
          <p:spPr>
            <a:xfrm>
              <a:off x="7623545" y="1385354"/>
              <a:ext cx="914400" cy="791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99"/>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52"/>
                                        </p:tgtEl>
                                        <p:attrNameLst>
                                          <p:attrName>style.visibility</p:attrName>
                                        </p:attrNameLst>
                                      </p:cBhvr>
                                      <p:to>
                                        <p:strVal val="visible"/>
                                      </p:to>
                                    </p:set>
                                    <p:anim calcmode="lin" valueType="num">
                                      <p:cBhvr>
                                        <p:cTn id="7" dur="500" fill="hold"/>
                                        <p:tgtEl>
                                          <p:spTgt spid="252"/>
                                        </p:tgtEl>
                                        <p:attrNameLst>
                                          <p:attrName>ppt_w</p:attrName>
                                        </p:attrNameLst>
                                      </p:cBhvr>
                                      <p:tavLst>
                                        <p:tav tm="0">
                                          <p:val>
                                            <p:fltVal val="0"/>
                                          </p:val>
                                        </p:tav>
                                        <p:tav tm="100000">
                                          <p:val>
                                            <p:strVal val="#ppt_w"/>
                                          </p:val>
                                        </p:tav>
                                      </p:tavLst>
                                    </p:anim>
                                    <p:anim calcmode="lin" valueType="num">
                                      <p:cBhvr>
                                        <p:cTn id="8" dur="500" fill="hold"/>
                                        <p:tgtEl>
                                          <p:spTgt spid="252"/>
                                        </p:tgtEl>
                                        <p:attrNameLst>
                                          <p:attrName>ppt_h</p:attrName>
                                        </p:attrNameLst>
                                      </p:cBhvr>
                                      <p:tavLst>
                                        <p:tav tm="0">
                                          <p:val>
                                            <p:fltVal val="0"/>
                                          </p:val>
                                        </p:tav>
                                        <p:tav tm="100000">
                                          <p:val>
                                            <p:strVal val="#ppt_h"/>
                                          </p:val>
                                        </p:tav>
                                      </p:tavLst>
                                    </p:anim>
                                    <p:anim calcmode="lin" valueType="num">
                                      <p:cBhvr>
                                        <p:cTn id="9" dur="500" fill="hold"/>
                                        <p:tgtEl>
                                          <p:spTgt spid="252"/>
                                        </p:tgtEl>
                                        <p:attrNameLst>
                                          <p:attrName>style.rotation</p:attrName>
                                        </p:attrNameLst>
                                      </p:cBhvr>
                                      <p:tavLst>
                                        <p:tav tm="0">
                                          <p:val>
                                            <p:fltVal val="360"/>
                                          </p:val>
                                        </p:tav>
                                        <p:tav tm="100000">
                                          <p:val>
                                            <p:fltVal val="0"/>
                                          </p:val>
                                        </p:tav>
                                      </p:tavLst>
                                    </p:anim>
                                    <p:animEffect transition="in" filter="fade">
                                      <p:cBhvr>
                                        <p:cTn id="10" dur="500"/>
                                        <p:tgtEl>
                                          <p:spTgt spid="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p:cNvSpPr txBox="1"/>
          <p:nvPr/>
        </p:nvSpPr>
        <p:spPr>
          <a:xfrm>
            <a:off x="1092015" y="2209800"/>
            <a:ext cx="4697597" cy="3811671"/>
          </a:xfrm>
          <a:prstGeom prst="rect">
            <a:avLst/>
          </a:prstGeom>
          <a:noFill/>
        </p:spPr>
        <p:txBody>
          <a:bodyPr wrap="square" lIns="117208" tIns="58604" rIns="117208" bIns="58604" numCol="1" spcCol="586039" rtlCol="0">
            <a:spAutoFit/>
          </a:bodyPr>
          <a:lstStyle/>
          <a:p>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200" dirty="0" err="1" smtClean="0">
                <a:latin typeface="Open Sans Light" pitchFamily="34" charset="0"/>
                <a:ea typeface="Open Sans Light" pitchFamily="34" charset="0"/>
                <a:cs typeface="Open Sans Light" pitchFamily="34" charset="0"/>
              </a:rPr>
              <a:t>popularised</a:t>
            </a:r>
            <a:r>
              <a:rPr lang="en-US" sz="1200" dirty="0" smtClean="0">
                <a:latin typeface="Open Sans Light" pitchFamily="34" charset="0"/>
                <a:ea typeface="Open Sans Light" pitchFamily="34" charset="0"/>
                <a:cs typeface="Open Sans Light" pitchFamily="34" charset="0"/>
              </a:rPr>
              <a:t> in the 1960s with the release of </a:t>
            </a:r>
            <a:r>
              <a:rPr lang="en-US" sz="1200" dirty="0" err="1" smtClean="0">
                <a:latin typeface="Open Sans Light" pitchFamily="34" charset="0"/>
                <a:ea typeface="Open Sans Light" pitchFamily="34" charset="0"/>
                <a:cs typeface="Open Sans Light" pitchFamily="34" charset="0"/>
              </a:rPr>
              <a:t>Letraset</a:t>
            </a:r>
            <a:r>
              <a:rPr lang="en-US" sz="1200" dirty="0" smtClean="0">
                <a:latin typeface="Open Sans Light" pitchFamily="34" charset="0"/>
                <a:ea typeface="Open Sans Light" pitchFamily="34" charset="0"/>
                <a:cs typeface="Open Sans Light" pitchFamily="34" charset="0"/>
              </a:rPr>
              <a:t> sheets containing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passages, and more recently with desktop publishing software like Aldus PageMaker including versions of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a:t>
            </a:r>
          </a:p>
          <a:p>
            <a:endParaRPr lang="en-US" sz="1200" dirty="0" smtClean="0">
              <a:latin typeface="Open Sans Light" pitchFamily="34" charset="0"/>
              <a:ea typeface="Open Sans Light" pitchFamily="34" charset="0"/>
              <a:cs typeface="Open Sans Light" pitchFamily="34" charset="0"/>
            </a:endParaRPr>
          </a:p>
          <a:p>
            <a:r>
              <a:rPr lang="en-US" sz="1200" dirty="0" smtClean="0">
                <a:latin typeface="Open Sans Light" pitchFamily="34" charset="0"/>
                <a:ea typeface="Open Sans Light" pitchFamily="34" charset="0"/>
                <a:cs typeface="Open Sans Light" pitchFamily="34" charset="0"/>
              </a:rPr>
              <a:t>It is a long established fact that a reader will be distracted by the readable content of a page when looking at its layout. The point of using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that it has a more-or-less normal distribution of letters, as opposed to using 'Content here, content here', making it look like readable English.  Many desktop publishing packages and web page editors now use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as their default model text, and a search for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will uncover many web sites still in their infancy. </a:t>
            </a:r>
          </a:p>
        </p:txBody>
      </p:sp>
      <p:sp>
        <p:nvSpPr>
          <p:cNvPr id="11" name="Rectangle 10"/>
          <p:cNvSpPr/>
          <p:nvPr/>
        </p:nvSpPr>
        <p:spPr>
          <a:xfrm>
            <a:off x="0" y="685800"/>
            <a:ext cx="3656012" cy="533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solidFill>
                <a:latin typeface="Open Sans Extrabold" pitchFamily="34" charset="0"/>
                <a:ea typeface="Open Sans Extrabold" pitchFamily="34" charset="0"/>
                <a:cs typeface="Open Sans Extrabold" pitchFamily="34" charset="0"/>
              </a:rPr>
              <a:t>PARAGRAPH </a:t>
            </a:r>
            <a:r>
              <a:rPr lang="en-US" sz="2000" dirty="0" smtClean="0">
                <a:solidFill>
                  <a:schemeClr val="bg1"/>
                </a:solidFill>
                <a:latin typeface="Open Sans" pitchFamily="34" charset="0"/>
                <a:ea typeface="Open Sans" pitchFamily="34" charset="0"/>
                <a:cs typeface="Open Sans" pitchFamily="34" charset="0"/>
              </a:rPr>
              <a:t>STYLES</a:t>
            </a:r>
            <a:endParaRPr lang="en-US" sz="2000" b="1" dirty="0" smtClean="0">
              <a:solidFill>
                <a:schemeClr val="bg1"/>
              </a:solidFill>
              <a:latin typeface="Open Sans" pitchFamily="34" charset="0"/>
              <a:ea typeface="Open Sans" pitchFamily="34" charset="0"/>
              <a:cs typeface="Open Sans" pitchFamily="34" charset="0"/>
            </a:endParaRPr>
          </a:p>
        </p:txBody>
      </p:sp>
      <p:sp>
        <p:nvSpPr>
          <p:cNvPr id="12" name="TextBox 11"/>
          <p:cNvSpPr txBox="1"/>
          <p:nvPr/>
        </p:nvSpPr>
        <p:spPr>
          <a:xfrm>
            <a:off x="1106777" y="1676400"/>
            <a:ext cx="1971502" cy="400110"/>
          </a:xfrm>
          <a:prstGeom prst="rect">
            <a:avLst/>
          </a:prstGeom>
          <a:noFill/>
        </p:spPr>
        <p:txBody>
          <a:bodyPr wrap="none" rtlCol="0">
            <a:spAutoFit/>
          </a:bodyPr>
          <a:lstStyle/>
          <a:p>
            <a:r>
              <a:rPr lang="en-US" sz="2000" dirty="0" smtClean="0">
                <a:latin typeface="+mj-lt"/>
              </a:rPr>
              <a:t>TWO</a:t>
            </a:r>
            <a:r>
              <a:rPr lang="en-US" sz="2000" dirty="0" smtClean="0"/>
              <a:t> COLUMN</a:t>
            </a:r>
            <a:endParaRPr lang="en-US" sz="2000" dirty="0"/>
          </a:p>
        </p:txBody>
      </p:sp>
      <p:sp>
        <p:nvSpPr>
          <p:cNvPr id="13" name="TextBox 12"/>
          <p:cNvSpPr txBox="1"/>
          <p:nvPr/>
        </p:nvSpPr>
        <p:spPr>
          <a:xfrm>
            <a:off x="6426015" y="2209800"/>
            <a:ext cx="4697597" cy="3811671"/>
          </a:xfrm>
          <a:prstGeom prst="rect">
            <a:avLst/>
          </a:prstGeom>
          <a:noFill/>
        </p:spPr>
        <p:txBody>
          <a:bodyPr wrap="square" lIns="117208" tIns="58604" rIns="117208" bIns="58604" numCol="1" spcCol="586039" rtlCol="0">
            <a:spAutoFit/>
          </a:bodyPr>
          <a:lstStyle/>
          <a:p>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200" dirty="0" err="1" smtClean="0">
                <a:latin typeface="Open Sans Light" pitchFamily="34" charset="0"/>
                <a:ea typeface="Open Sans Light" pitchFamily="34" charset="0"/>
                <a:cs typeface="Open Sans Light" pitchFamily="34" charset="0"/>
              </a:rPr>
              <a:t>popularised</a:t>
            </a:r>
            <a:r>
              <a:rPr lang="en-US" sz="1200" dirty="0" smtClean="0">
                <a:latin typeface="Open Sans Light" pitchFamily="34" charset="0"/>
                <a:ea typeface="Open Sans Light" pitchFamily="34" charset="0"/>
                <a:cs typeface="Open Sans Light" pitchFamily="34" charset="0"/>
              </a:rPr>
              <a:t> in the 1960s with the release of </a:t>
            </a:r>
            <a:r>
              <a:rPr lang="en-US" sz="1200" dirty="0" err="1" smtClean="0">
                <a:latin typeface="Open Sans Light" pitchFamily="34" charset="0"/>
                <a:ea typeface="Open Sans Light" pitchFamily="34" charset="0"/>
                <a:cs typeface="Open Sans Light" pitchFamily="34" charset="0"/>
              </a:rPr>
              <a:t>Letraset</a:t>
            </a:r>
            <a:r>
              <a:rPr lang="en-US" sz="1200" dirty="0" smtClean="0">
                <a:latin typeface="Open Sans Light" pitchFamily="34" charset="0"/>
                <a:ea typeface="Open Sans Light" pitchFamily="34" charset="0"/>
                <a:cs typeface="Open Sans Light" pitchFamily="34" charset="0"/>
              </a:rPr>
              <a:t> sheets containing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passages, and more recently with desktop publishing software like Aldus PageMaker including versions of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a:t>
            </a:r>
          </a:p>
          <a:p>
            <a:endParaRPr lang="en-US" sz="1200" dirty="0" smtClean="0">
              <a:latin typeface="Open Sans Light" pitchFamily="34" charset="0"/>
              <a:ea typeface="Open Sans Light" pitchFamily="34" charset="0"/>
              <a:cs typeface="Open Sans Light" pitchFamily="34" charset="0"/>
            </a:endParaRPr>
          </a:p>
          <a:p>
            <a:r>
              <a:rPr lang="en-US" sz="1200" dirty="0" smtClean="0">
                <a:latin typeface="Open Sans Light" pitchFamily="34" charset="0"/>
                <a:ea typeface="Open Sans Light" pitchFamily="34" charset="0"/>
                <a:cs typeface="Open Sans Light" pitchFamily="34" charset="0"/>
              </a:rPr>
              <a:t>It is a long established fact that a reader will be distracted by the readable content of a page when looking at its layout. The point of using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that it has a more-or-less normal distribution of letters, as opposed to using 'Content here, content here', making it look like readable English.  Many desktop publishing packages and web page editors now use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as their default model text, and a search for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will uncover many web sites still in their infancy. </a:t>
            </a:r>
          </a:p>
        </p:txBody>
      </p:sp>
      <p:sp>
        <p:nvSpPr>
          <p:cNvPr id="14" name="TextBox 13"/>
          <p:cNvSpPr txBox="1"/>
          <p:nvPr/>
        </p:nvSpPr>
        <p:spPr>
          <a:xfrm>
            <a:off x="6440777" y="1676400"/>
            <a:ext cx="1971502" cy="400110"/>
          </a:xfrm>
          <a:prstGeom prst="rect">
            <a:avLst/>
          </a:prstGeom>
          <a:noFill/>
        </p:spPr>
        <p:txBody>
          <a:bodyPr wrap="none" rtlCol="0">
            <a:spAutoFit/>
          </a:bodyPr>
          <a:lstStyle/>
          <a:p>
            <a:r>
              <a:rPr lang="en-US" sz="2000" dirty="0" smtClean="0">
                <a:latin typeface="+mj-lt"/>
              </a:rPr>
              <a:t>TWO</a:t>
            </a:r>
            <a:r>
              <a:rPr lang="en-US" sz="2000" dirty="0" smtClean="0"/>
              <a:t> COLUMN</a:t>
            </a:r>
            <a:endParaRPr lang="en-US" sz="2000" dirty="0"/>
          </a:p>
        </p:txBody>
      </p:sp>
      <p:sp>
        <p:nvSpPr>
          <p:cNvPr id="15" name="Rectangle 14"/>
          <p:cNvSpPr/>
          <p:nvPr/>
        </p:nvSpPr>
        <p:spPr>
          <a:xfrm>
            <a:off x="1217612" y="2008910"/>
            <a:ext cx="609600" cy="45719"/>
          </a:xfrm>
          <a:prstGeom prst="rect">
            <a:avLst/>
          </a:prstGeom>
          <a:solidFill>
            <a:srgbClr val="F05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551612" y="2008910"/>
            <a:ext cx="609600" cy="45719"/>
          </a:xfrm>
          <a:prstGeom prst="rect">
            <a:avLst/>
          </a:prstGeom>
          <a:solidFill>
            <a:srgbClr val="F05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p:cNvSpPr txBox="1"/>
          <p:nvPr/>
        </p:nvSpPr>
        <p:spPr>
          <a:xfrm>
            <a:off x="1092015" y="2209800"/>
            <a:ext cx="3021197" cy="3996337"/>
          </a:xfrm>
          <a:prstGeom prst="rect">
            <a:avLst/>
          </a:prstGeom>
          <a:noFill/>
        </p:spPr>
        <p:txBody>
          <a:bodyPr wrap="square" lIns="117208" tIns="58604" rIns="117208" bIns="58604" numCol="1" spcCol="586039" rtlCol="0">
            <a:spAutoFit/>
          </a:bodyPr>
          <a:lstStyle/>
          <a:p>
            <a:pPr algn="just"/>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200" dirty="0" err="1" smtClean="0">
                <a:latin typeface="Open Sans Light" pitchFamily="34" charset="0"/>
                <a:ea typeface="Open Sans Light" pitchFamily="34" charset="0"/>
                <a:cs typeface="Open Sans Light" pitchFamily="34" charset="0"/>
              </a:rPr>
              <a:t>popularised</a:t>
            </a:r>
            <a:r>
              <a:rPr lang="en-US" sz="1200" dirty="0" smtClean="0">
                <a:latin typeface="Open Sans Light" pitchFamily="34" charset="0"/>
                <a:ea typeface="Open Sans Light" pitchFamily="34" charset="0"/>
                <a:cs typeface="Open Sans Light" pitchFamily="34" charset="0"/>
              </a:rPr>
              <a:t> in the 1960s with the release of </a:t>
            </a:r>
            <a:r>
              <a:rPr lang="en-US" sz="1200" dirty="0" err="1" smtClean="0">
                <a:latin typeface="Open Sans Light" pitchFamily="34" charset="0"/>
                <a:ea typeface="Open Sans Light" pitchFamily="34" charset="0"/>
                <a:cs typeface="Open Sans Light" pitchFamily="34" charset="0"/>
              </a:rPr>
              <a:t>Letraset</a:t>
            </a:r>
            <a:r>
              <a:rPr lang="en-US" sz="1200" dirty="0" smtClean="0">
                <a:latin typeface="Open Sans Light" pitchFamily="34" charset="0"/>
                <a:ea typeface="Open Sans Light" pitchFamily="34" charset="0"/>
                <a:cs typeface="Open Sans Light" pitchFamily="34" charset="0"/>
              </a:rPr>
              <a:t> sheets containing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passages, and more recently with desktop publishing software like Aldus PageMaker including versions of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It is a long established fact that a reader will be distracted by the readable content of a page when looking at its layout. </a:t>
            </a:r>
          </a:p>
        </p:txBody>
      </p:sp>
      <p:sp>
        <p:nvSpPr>
          <p:cNvPr id="11" name="Rectangle 10"/>
          <p:cNvSpPr/>
          <p:nvPr/>
        </p:nvSpPr>
        <p:spPr>
          <a:xfrm>
            <a:off x="0" y="685800"/>
            <a:ext cx="3656012" cy="533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solidFill>
                <a:latin typeface="Open Sans Extrabold" pitchFamily="34" charset="0"/>
                <a:ea typeface="Open Sans Extrabold" pitchFamily="34" charset="0"/>
                <a:cs typeface="Open Sans Extrabold" pitchFamily="34" charset="0"/>
              </a:rPr>
              <a:t>PARAGRAPH </a:t>
            </a:r>
            <a:r>
              <a:rPr lang="en-US" sz="2000" dirty="0" smtClean="0">
                <a:solidFill>
                  <a:schemeClr val="bg1"/>
                </a:solidFill>
                <a:latin typeface="Open Sans" pitchFamily="34" charset="0"/>
                <a:ea typeface="Open Sans" pitchFamily="34" charset="0"/>
                <a:cs typeface="Open Sans" pitchFamily="34" charset="0"/>
              </a:rPr>
              <a:t>STYLES</a:t>
            </a:r>
            <a:endParaRPr lang="en-US" sz="2000" b="1" dirty="0" smtClean="0">
              <a:solidFill>
                <a:schemeClr val="bg1"/>
              </a:solidFill>
              <a:latin typeface="Open Sans" pitchFamily="34" charset="0"/>
              <a:ea typeface="Open Sans" pitchFamily="34" charset="0"/>
              <a:cs typeface="Open Sans" pitchFamily="34" charset="0"/>
            </a:endParaRPr>
          </a:p>
        </p:txBody>
      </p:sp>
      <p:sp>
        <p:nvSpPr>
          <p:cNvPr id="12" name="TextBox 11"/>
          <p:cNvSpPr txBox="1"/>
          <p:nvPr/>
        </p:nvSpPr>
        <p:spPr>
          <a:xfrm>
            <a:off x="1106777" y="1676400"/>
            <a:ext cx="2155142" cy="400110"/>
          </a:xfrm>
          <a:prstGeom prst="rect">
            <a:avLst/>
          </a:prstGeom>
          <a:noFill/>
        </p:spPr>
        <p:txBody>
          <a:bodyPr wrap="none" rtlCol="0">
            <a:spAutoFit/>
          </a:bodyPr>
          <a:lstStyle/>
          <a:p>
            <a:r>
              <a:rPr lang="en-US" sz="2000" dirty="0" smtClean="0">
                <a:latin typeface="+mj-lt"/>
              </a:rPr>
              <a:t>THREE</a:t>
            </a:r>
            <a:r>
              <a:rPr lang="en-US" sz="2000" dirty="0" smtClean="0"/>
              <a:t> COLUMN</a:t>
            </a:r>
            <a:endParaRPr lang="en-US" sz="2000" dirty="0"/>
          </a:p>
        </p:txBody>
      </p:sp>
      <p:sp>
        <p:nvSpPr>
          <p:cNvPr id="7" name="TextBox 6"/>
          <p:cNvSpPr txBox="1"/>
          <p:nvPr/>
        </p:nvSpPr>
        <p:spPr>
          <a:xfrm>
            <a:off x="4541798" y="2209800"/>
            <a:ext cx="3021197" cy="3996337"/>
          </a:xfrm>
          <a:prstGeom prst="rect">
            <a:avLst/>
          </a:prstGeom>
          <a:noFill/>
        </p:spPr>
        <p:txBody>
          <a:bodyPr wrap="square" lIns="117208" tIns="58604" rIns="117208" bIns="58604" numCol="1" spcCol="586039" rtlCol="0">
            <a:spAutoFit/>
          </a:bodyPr>
          <a:lstStyle/>
          <a:p>
            <a:pPr algn="just"/>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200" dirty="0" err="1" smtClean="0">
                <a:latin typeface="Open Sans Light" pitchFamily="34" charset="0"/>
                <a:ea typeface="Open Sans Light" pitchFamily="34" charset="0"/>
                <a:cs typeface="Open Sans Light" pitchFamily="34" charset="0"/>
              </a:rPr>
              <a:t>popularised</a:t>
            </a:r>
            <a:r>
              <a:rPr lang="en-US" sz="1200" dirty="0" smtClean="0">
                <a:latin typeface="Open Sans Light" pitchFamily="34" charset="0"/>
                <a:ea typeface="Open Sans Light" pitchFamily="34" charset="0"/>
                <a:cs typeface="Open Sans Light" pitchFamily="34" charset="0"/>
              </a:rPr>
              <a:t> in the 1960s with the release of </a:t>
            </a:r>
            <a:r>
              <a:rPr lang="en-US" sz="1200" dirty="0" err="1" smtClean="0">
                <a:latin typeface="Open Sans Light" pitchFamily="34" charset="0"/>
                <a:ea typeface="Open Sans Light" pitchFamily="34" charset="0"/>
                <a:cs typeface="Open Sans Light" pitchFamily="34" charset="0"/>
              </a:rPr>
              <a:t>Letraset</a:t>
            </a:r>
            <a:r>
              <a:rPr lang="en-US" sz="1200" dirty="0" smtClean="0">
                <a:latin typeface="Open Sans Light" pitchFamily="34" charset="0"/>
                <a:ea typeface="Open Sans Light" pitchFamily="34" charset="0"/>
                <a:cs typeface="Open Sans Light" pitchFamily="34" charset="0"/>
              </a:rPr>
              <a:t> sheets containing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passages, and more recently with desktop publishing software like Aldus PageMaker including versions of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It is a long established fact that a reader will be distracted by the readable content of a page when looking at its layout. </a:t>
            </a:r>
          </a:p>
        </p:txBody>
      </p:sp>
      <p:sp>
        <p:nvSpPr>
          <p:cNvPr id="8" name="TextBox 7"/>
          <p:cNvSpPr txBox="1"/>
          <p:nvPr/>
        </p:nvSpPr>
        <p:spPr>
          <a:xfrm>
            <a:off x="4556560" y="1676400"/>
            <a:ext cx="2155142" cy="400110"/>
          </a:xfrm>
          <a:prstGeom prst="rect">
            <a:avLst/>
          </a:prstGeom>
          <a:noFill/>
        </p:spPr>
        <p:txBody>
          <a:bodyPr wrap="none" rtlCol="0">
            <a:spAutoFit/>
          </a:bodyPr>
          <a:lstStyle/>
          <a:p>
            <a:r>
              <a:rPr lang="en-US" sz="2000" dirty="0" smtClean="0">
                <a:latin typeface="+mj-lt"/>
              </a:rPr>
              <a:t>THREE</a:t>
            </a:r>
            <a:r>
              <a:rPr lang="en-US" sz="2000" dirty="0" smtClean="0"/>
              <a:t> COLUMN</a:t>
            </a:r>
            <a:endParaRPr lang="en-US" sz="2000" dirty="0"/>
          </a:p>
        </p:txBody>
      </p:sp>
      <p:sp>
        <p:nvSpPr>
          <p:cNvPr id="9" name="TextBox 8"/>
          <p:cNvSpPr txBox="1"/>
          <p:nvPr/>
        </p:nvSpPr>
        <p:spPr>
          <a:xfrm>
            <a:off x="8019288" y="2209800"/>
            <a:ext cx="3021197" cy="3996337"/>
          </a:xfrm>
          <a:prstGeom prst="rect">
            <a:avLst/>
          </a:prstGeom>
          <a:noFill/>
        </p:spPr>
        <p:txBody>
          <a:bodyPr wrap="square" lIns="117208" tIns="58604" rIns="117208" bIns="58604" numCol="1" spcCol="586039" rtlCol="0">
            <a:spAutoFit/>
          </a:bodyPr>
          <a:lstStyle/>
          <a:p>
            <a:pPr algn="just"/>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is simply dummy text of the printing and typesetting industry.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200" dirty="0" err="1" smtClean="0">
                <a:latin typeface="Open Sans Light" pitchFamily="34" charset="0"/>
                <a:ea typeface="Open Sans Light" pitchFamily="34" charset="0"/>
                <a:cs typeface="Open Sans Light" pitchFamily="34" charset="0"/>
              </a:rPr>
              <a:t>popularised</a:t>
            </a:r>
            <a:r>
              <a:rPr lang="en-US" sz="1200" dirty="0" smtClean="0">
                <a:latin typeface="Open Sans Light" pitchFamily="34" charset="0"/>
                <a:ea typeface="Open Sans Light" pitchFamily="34" charset="0"/>
                <a:cs typeface="Open Sans Light" pitchFamily="34" charset="0"/>
              </a:rPr>
              <a:t> in the 1960s with the release of </a:t>
            </a:r>
            <a:r>
              <a:rPr lang="en-US" sz="1200" dirty="0" err="1" smtClean="0">
                <a:latin typeface="Open Sans Light" pitchFamily="34" charset="0"/>
                <a:ea typeface="Open Sans Light" pitchFamily="34" charset="0"/>
                <a:cs typeface="Open Sans Light" pitchFamily="34" charset="0"/>
              </a:rPr>
              <a:t>Letraset</a:t>
            </a:r>
            <a:r>
              <a:rPr lang="en-US" sz="1200" dirty="0" smtClean="0">
                <a:latin typeface="Open Sans Light" pitchFamily="34" charset="0"/>
                <a:ea typeface="Open Sans Light" pitchFamily="34" charset="0"/>
                <a:cs typeface="Open Sans Light" pitchFamily="34" charset="0"/>
              </a:rPr>
              <a:t> sheets containing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passages, and more recently with desktop publishing software like Aldus PageMaker including versions of </a:t>
            </a:r>
            <a:r>
              <a:rPr lang="en-US" sz="1200" dirty="0" err="1" smtClean="0">
                <a:latin typeface="Open Sans Light" pitchFamily="34" charset="0"/>
                <a:ea typeface="Open Sans Light" pitchFamily="34" charset="0"/>
                <a:cs typeface="Open Sans Light" pitchFamily="34" charset="0"/>
              </a:rPr>
              <a:t>Lorem</a:t>
            </a:r>
            <a:r>
              <a:rPr lang="en-US" sz="1200" dirty="0" smtClean="0">
                <a:latin typeface="Open Sans Light" pitchFamily="34" charset="0"/>
                <a:ea typeface="Open Sans Light" pitchFamily="34" charset="0"/>
                <a:cs typeface="Open Sans Light" pitchFamily="34" charset="0"/>
              </a:rPr>
              <a:t> </a:t>
            </a:r>
            <a:r>
              <a:rPr lang="en-US" sz="1200" dirty="0" err="1" smtClean="0">
                <a:latin typeface="Open Sans Light" pitchFamily="34" charset="0"/>
                <a:ea typeface="Open Sans Light" pitchFamily="34" charset="0"/>
                <a:cs typeface="Open Sans Light" pitchFamily="34" charset="0"/>
              </a:rPr>
              <a:t>Ipsum</a:t>
            </a:r>
            <a:r>
              <a:rPr lang="en-US" sz="1200" dirty="0" smtClean="0">
                <a:latin typeface="Open Sans Light" pitchFamily="34" charset="0"/>
                <a:ea typeface="Open Sans Light" pitchFamily="34" charset="0"/>
                <a:cs typeface="Open Sans Light" pitchFamily="34" charset="0"/>
              </a:rPr>
              <a:t>. It is a long established fact that a reader will be distracted by the readable content of a page when looking at its layout. </a:t>
            </a:r>
          </a:p>
        </p:txBody>
      </p:sp>
      <p:sp>
        <p:nvSpPr>
          <p:cNvPr id="10" name="TextBox 9"/>
          <p:cNvSpPr txBox="1"/>
          <p:nvPr/>
        </p:nvSpPr>
        <p:spPr>
          <a:xfrm>
            <a:off x="8034050" y="1676400"/>
            <a:ext cx="2155142" cy="400110"/>
          </a:xfrm>
          <a:prstGeom prst="rect">
            <a:avLst/>
          </a:prstGeom>
          <a:noFill/>
        </p:spPr>
        <p:txBody>
          <a:bodyPr wrap="none" rtlCol="0">
            <a:spAutoFit/>
          </a:bodyPr>
          <a:lstStyle/>
          <a:p>
            <a:r>
              <a:rPr lang="en-US" sz="2000" dirty="0" smtClean="0">
                <a:latin typeface="+mj-lt"/>
              </a:rPr>
              <a:t>THREE</a:t>
            </a:r>
            <a:r>
              <a:rPr lang="en-US" sz="2000" dirty="0" smtClean="0"/>
              <a:t> COLUMN</a:t>
            </a:r>
            <a:endParaRPr lang="en-US" sz="2000" dirty="0"/>
          </a:p>
        </p:txBody>
      </p:sp>
      <p:sp>
        <p:nvSpPr>
          <p:cNvPr id="15" name="Rectangle 14"/>
          <p:cNvSpPr/>
          <p:nvPr/>
        </p:nvSpPr>
        <p:spPr>
          <a:xfrm>
            <a:off x="1217612" y="2008910"/>
            <a:ext cx="777240" cy="45719"/>
          </a:xfrm>
          <a:prstGeom prst="rect">
            <a:avLst/>
          </a:prstGeom>
          <a:solidFill>
            <a:srgbClr val="F05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4681249" y="2008910"/>
            <a:ext cx="777240" cy="45719"/>
          </a:xfrm>
          <a:prstGeom prst="rect">
            <a:avLst/>
          </a:prstGeom>
          <a:solidFill>
            <a:srgbClr val="F05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158740" y="2008910"/>
            <a:ext cx="777240" cy="45719"/>
          </a:xfrm>
          <a:prstGeom prst="rect">
            <a:avLst/>
          </a:prstGeom>
          <a:solidFill>
            <a:srgbClr val="F053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p:cNvSpPr txBox="1"/>
          <p:nvPr/>
        </p:nvSpPr>
        <p:spPr>
          <a:xfrm>
            <a:off x="5637212" y="1867007"/>
            <a:ext cx="5180251" cy="1318681"/>
          </a:xfrm>
          <a:prstGeom prst="rect">
            <a:avLst/>
          </a:prstGeom>
          <a:noFill/>
        </p:spPr>
        <p:txBody>
          <a:bodyPr wrap="square" lIns="117208" tIns="58604" rIns="117208" bIns="58604" numCol="1" spcCol="586039" rtlCol="0">
            <a:spAutoFit/>
          </a:bodyPr>
          <a:lstStyle/>
          <a:p>
            <a:pPr algn="just"/>
            <a:r>
              <a:rPr lang="en-US" sz="1300" dirty="0" err="1" smtClean="0">
                <a:latin typeface="Open Sans Light" pitchFamily="34" charset="0"/>
                <a:ea typeface="Open Sans Light" pitchFamily="34" charset="0"/>
                <a:cs typeface="Open Sans Light" pitchFamily="34" charset="0"/>
              </a:rPr>
              <a:t>Lorem</a:t>
            </a:r>
            <a:r>
              <a:rPr lang="en-US" sz="1300" dirty="0" smtClean="0">
                <a:latin typeface="Open Sans Light" pitchFamily="34" charset="0"/>
                <a:ea typeface="Open Sans Light" pitchFamily="34" charset="0"/>
                <a:cs typeface="Open Sans Light" pitchFamily="34" charset="0"/>
              </a:rPr>
              <a:t> </a:t>
            </a:r>
            <a:r>
              <a:rPr lang="en-US" sz="1300" dirty="0" err="1" smtClean="0">
                <a:latin typeface="Open Sans Light" pitchFamily="34" charset="0"/>
                <a:ea typeface="Open Sans Light" pitchFamily="34" charset="0"/>
                <a:cs typeface="Open Sans Light" pitchFamily="34" charset="0"/>
              </a:rPr>
              <a:t>Ipsum</a:t>
            </a:r>
            <a:r>
              <a:rPr lang="en-US" sz="1300" dirty="0" smtClean="0">
                <a:latin typeface="Open Sans Light" pitchFamily="34" charset="0"/>
                <a:ea typeface="Open Sans Light" pitchFamily="34" charset="0"/>
                <a:cs typeface="Open Sans Light" pitchFamily="34" charset="0"/>
              </a:rPr>
              <a:t> is simply dummy text of the printing and typesetting industry. </a:t>
            </a:r>
            <a:r>
              <a:rPr lang="en-US" sz="1300" dirty="0" err="1" smtClean="0">
                <a:latin typeface="Open Sans Light" pitchFamily="34" charset="0"/>
                <a:ea typeface="Open Sans Light" pitchFamily="34" charset="0"/>
                <a:cs typeface="Open Sans Light" pitchFamily="34" charset="0"/>
              </a:rPr>
              <a:t>Lorem</a:t>
            </a:r>
            <a:r>
              <a:rPr lang="en-US" sz="1300" dirty="0" smtClean="0">
                <a:latin typeface="Open Sans Light" pitchFamily="34" charset="0"/>
                <a:ea typeface="Open Sans Light" pitchFamily="34" charset="0"/>
                <a:cs typeface="Open Sans Light" pitchFamily="34" charset="0"/>
              </a:rPr>
              <a:t> </a:t>
            </a:r>
            <a:r>
              <a:rPr lang="en-US" sz="1300" dirty="0" err="1" smtClean="0">
                <a:latin typeface="Open Sans Light" pitchFamily="34" charset="0"/>
                <a:ea typeface="Open Sans Light" pitchFamily="34" charset="0"/>
                <a:cs typeface="Open Sans Light" pitchFamily="34" charset="0"/>
              </a:rPr>
              <a:t>Ipsum</a:t>
            </a:r>
            <a:r>
              <a:rPr lang="en-US" sz="1300" dirty="0" smtClean="0">
                <a:latin typeface="Open Sans Light" pitchFamily="34" charset="0"/>
                <a:ea typeface="Open Sans Light" pitchFamily="34" charset="0"/>
                <a:cs typeface="Open Sans Light" pitchFamily="34" charset="0"/>
              </a:rPr>
              <a:t> is simply dummy text of the printing and typesetting industry. </a:t>
            </a:r>
            <a:r>
              <a:rPr lang="en-US" sz="1300" dirty="0" err="1" smtClean="0">
                <a:latin typeface="Open Sans Light" pitchFamily="34" charset="0"/>
                <a:ea typeface="Open Sans Light" pitchFamily="34" charset="0"/>
                <a:cs typeface="Open Sans Light" pitchFamily="34" charset="0"/>
              </a:rPr>
              <a:t>Lorem</a:t>
            </a:r>
            <a:r>
              <a:rPr lang="en-US" sz="1300" dirty="0" smtClean="0">
                <a:latin typeface="Open Sans Light" pitchFamily="34" charset="0"/>
                <a:ea typeface="Open Sans Light" pitchFamily="34" charset="0"/>
                <a:cs typeface="Open Sans Light" pitchFamily="34" charset="0"/>
              </a:rPr>
              <a:t> </a:t>
            </a:r>
            <a:r>
              <a:rPr lang="en-US" sz="1300" dirty="0" err="1" smtClean="0">
                <a:latin typeface="Open Sans Light" pitchFamily="34" charset="0"/>
                <a:ea typeface="Open Sans Light" pitchFamily="34" charset="0"/>
                <a:cs typeface="Open Sans Light" pitchFamily="34" charset="0"/>
              </a:rPr>
              <a:t>Ipsum</a:t>
            </a:r>
            <a:r>
              <a:rPr lang="en-US" sz="1300" dirty="0" smtClean="0">
                <a:latin typeface="Open Sans Light" pitchFamily="34" charset="0"/>
                <a:ea typeface="Open Sans Light" pitchFamily="34" charset="0"/>
                <a:cs typeface="Open Sans Light" pitchFamily="34" charset="0"/>
              </a:rPr>
              <a:t> has been the industry's standard dummy text ever since the 1500s, when an unknown printer took a galley of type and scrambled it to make a type specimen book. </a:t>
            </a:r>
          </a:p>
        </p:txBody>
      </p:sp>
      <p:sp>
        <p:nvSpPr>
          <p:cNvPr id="17" name="TextBox 16"/>
          <p:cNvSpPr txBox="1"/>
          <p:nvPr/>
        </p:nvSpPr>
        <p:spPr>
          <a:xfrm>
            <a:off x="5637212" y="3275522"/>
            <a:ext cx="5180251" cy="2919119"/>
          </a:xfrm>
          <a:prstGeom prst="rect">
            <a:avLst/>
          </a:prstGeom>
          <a:noFill/>
        </p:spPr>
        <p:txBody>
          <a:bodyPr wrap="square" lIns="117208" tIns="58604" rIns="117208" bIns="58604" numCol="2" spcCol="410227" rtlCol="0">
            <a:spAutoFit/>
          </a:bodyPr>
          <a:lstStyle/>
          <a:p>
            <a:pPr algn="just"/>
            <a:r>
              <a:rPr lang="en-US" sz="1300" dirty="0" smtClean="0">
                <a:latin typeface="Open Sans Light" pitchFamily="34" charset="0"/>
                <a:ea typeface="Open Sans Light" pitchFamily="34" charset="0"/>
                <a:cs typeface="Open Sans Light" pitchFamily="34" charset="0"/>
              </a:rPr>
              <a:t>It was </a:t>
            </a:r>
            <a:r>
              <a:rPr lang="en-US" sz="1300" dirty="0" err="1" smtClean="0">
                <a:latin typeface="Open Sans Light" pitchFamily="34" charset="0"/>
                <a:ea typeface="Open Sans Light" pitchFamily="34" charset="0"/>
                <a:cs typeface="Open Sans Light" pitchFamily="34" charset="0"/>
              </a:rPr>
              <a:t>popularised</a:t>
            </a:r>
            <a:r>
              <a:rPr lang="en-US" sz="1300" dirty="0" smtClean="0">
                <a:latin typeface="Open Sans Light" pitchFamily="34" charset="0"/>
                <a:ea typeface="Open Sans Light" pitchFamily="34" charset="0"/>
                <a:cs typeface="Open Sans Light" pitchFamily="34" charset="0"/>
              </a:rPr>
              <a:t> in the 1960s with the release of </a:t>
            </a:r>
            <a:r>
              <a:rPr lang="en-US" sz="1300" dirty="0" err="1" smtClean="0">
                <a:latin typeface="Open Sans Light" pitchFamily="34" charset="0"/>
                <a:ea typeface="Open Sans Light" pitchFamily="34" charset="0"/>
                <a:cs typeface="Open Sans Light" pitchFamily="34" charset="0"/>
              </a:rPr>
              <a:t>Letraset</a:t>
            </a:r>
            <a:r>
              <a:rPr lang="en-US" sz="1300" dirty="0" smtClean="0">
                <a:latin typeface="Open Sans Light" pitchFamily="34" charset="0"/>
                <a:ea typeface="Open Sans Light" pitchFamily="34" charset="0"/>
                <a:cs typeface="Open Sans Light" pitchFamily="34" charset="0"/>
              </a:rPr>
              <a:t> sheets containing </a:t>
            </a:r>
            <a:r>
              <a:rPr lang="en-US" sz="1300" dirty="0" err="1" smtClean="0">
                <a:latin typeface="Open Sans Light" pitchFamily="34" charset="0"/>
                <a:ea typeface="Open Sans Light" pitchFamily="34" charset="0"/>
                <a:cs typeface="Open Sans Light" pitchFamily="34" charset="0"/>
              </a:rPr>
              <a:t>Lorem</a:t>
            </a:r>
            <a:r>
              <a:rPr lang="en-US" sz="1300" dirty="0" smtClean="0">
                <a:latin typeface="Open Sans Light" pitchFamily="34" charset="0"/>
                <a:ea typeface="Open Sans Light" pitchFamily="34" charset="0"/>
                <a:cs typeface="Open Sans Light" pitchFamily="34" charset="0"/>
              </a:rPr>
              <a:t> </a:t>
            </a:r>
            <a:r>
              <a:rPr lang="en-US" sz="1300" dirty="0" err="1" smtClean="0">
                <a:latin typeface="Open Sans Light" pitchFamily="34" charset="0"/>
                <a:ea typeface="Open Sans Light" pitchFamily="34" charset="0"/>
                <a:cs typeface="Open Sans Light" pitchFamily="34" charset="0"/>
              </a:rPr>
              <a:t>Ipsum</a:t>
            </a:r>
            <a:r>
              <a:rPr lang="en-US" sz="1300" dirty="0" smtClean="0">
                <a:latin typeface="Open Sans Light" pitchFamily="34" charset="0"/>
                <a:ea typeface="Open Sans Light" pitchFamily="34" charset="0"/>
                <a:cs typeface="Open Sans Light" pitchFamily="34" charset="0"/>
              </a:rPr>
              <a:t> passages, and more recently with desktop publishing software like Aldus PageMaker including versions of </a:t>
            </a:r>
            <a:r>
              <a:rPr lang="en-US" sz="1300" dirty="0" err="1" smtClean="0">
                <a:latin typeface="Open Sans Light" pitchFamily="34" charset="0"/>
                <a:ea typeface="Open Sans Light" pitchFamily="34" charset="0"/>
                <a:cs typeface="Open Sans Light" pitchFamily="34" charset="0"/>
              </a:rPr>
              <a:t>Lorem</a:t>
            </a:r>
            <a:r>
              <a:rPr lang="en-US" sz="1300" dirty="0" smtClean="0">
                <a:latin typeface="Open Sans Light" pitchFamily="34" charset="0"/>
                <a:ea typeface="Open Sans Light" pitchFamily="34" charset="0"/>
                <a:cs typeface="Open Sans Light" pitchFamily="34" charset="0"/>
              </a:rPr>
              <a:t> </a:t>
            </a:r>
            <a:r>
              <a:rPr lang="en-US" sz="1300" dirty="0" err="1" smtClean="0">
                <a:latin typeface="Open Sans Light" pitchFamily="34" charset="0"/>
                <a:ea typeface="Open Sans Light" pitchFamily="34" charset="0"/>
                <a:cs typeface="Open Sans Light" pitchFamily="34" charset="0"/>
              </a:rPr>
              <a:t>Ipsum</a:t>
            </a:r>
            <a:r>
              <a:rPr lang="en-US" sz="1300" dirty="0" smtClean="0">
                <a:latin typeface="Open Sans Light" pitchFamily="34" charset="0"/>
                <a:ea typeface="Open Sans Light" pitchFamily="34" charset="0"/>
                <a:cs typeface="Open Sans Light" pitchFamily="34" charset="0"/>
              </a:rPr>
              <a:t>.</a:t>
            </a:r>
          </a:p>
          <a:p>
            <a:pPr algn="just"/>
            <a:endParaRPr lang="en-US" sz="1300" dirty="0" smtClean="0">
              <a:latin typeface="Open Sans Light" pitchFamily="34" charset="0"/>
              <a:ea typeface="Open Sans Light" pitchFamily="34" charset="0"/>
              <a:cs typeface="Open Sans Light" pitchFamily="34" charset="0"/>
            </a:endParaRPr>
          </a:p>
          <a:p>
            <a:pPr algn="just"/>
            <a:r>
              <a:rPr lang="en-US" sz="1300" dirty="0" smtClean="0">
                <a:latin typeface="Open Sans Light" pitchFamily="34" charset="0"/>
                <a:ea typeface="Open Sans Light" pitchFamily="34" charset="0"/>
                <a:cs typeface="Open Sans Light" pitchFamily="34" charset="0"/>
              </a:rPr>
              <a:t>It is a long established fact that a reader will be distracted by the readable content of a page when looking at its layout. The point of using </a:t>
            </a:r>
            <a:r>
              <a:rPr lang="en-US" sz="1300" dirty="0" err="1" smtClean="0">
                <a:latin typeface="Open Sans Light" pitchFamily="34" charset="0"/>
                <a:ea typeface="Open Sans Light" pitchFamily="34" charset="0"/>
                <a:cs typeface="Open Sans Light" pitchFamily="34" charset="0"/>
              </a:rPr>
              <a:t>Lorem</a:t>
            </a:r>
            <a:r>
              <a:rPr lang="en-US" sz="1300" dirty="0" smtClean="0">
                <a:latin typeface="Open Sans Light" pitchFamily="34" charset="0"/>
                <a:ea typeface="Open Sans Light" pitchFamily="34" charset="0"/>
                <a:cs typeface="Open Sans Light" pitchFamily="34" charset="0"/>
              </a:rPr>
              <a:t> </a:t>
            </a:r>
            <a:r>
              <a:rPr lang="en-US" sz="1300" dirty="0" err="1" smtClean="0">
                <a:latin typeface="Open Sans Light" pitchFamily="34" charset="0"/>
                <a:ea typeface="Open Sans Light" pitchFamily="34" charset="0"/>
                <a:cs typeface="Open Sans Light" pitchFamily="34" charset="0"/>
              </a:rPr>
              <a:t>Ipsum</a:t>
            </a:r>
            <a:r>
              <a:rPr lang="en-US" sz="1300" dirty="0" smtClean="0">
                <a:latin typeface="Open Sans Light" pitchFamily="34" charset="0"/>
                <a:ea typeface="Open Sans Light" pitchFamily="34" charset="0"/>
                <a:cs typeface="Open Sans Light" pitchFamily="34" charset="0"/>
              </a:rPr>
              <a:t> is that it has a more-or-less normal distribution of letters, as opposed to using 'Content here, content here', making it look like readable English. </a:t>
            </a:r>
          </a:p>
          <a:p>
            <a:pPr algn="just"/>
            <a:endParaRPr lang="en-US" sz="1300" dirty="0" smtClean="0">
              <a:latin typeface="Open Sans Light" pitchFamily="34" charset="0"/>
              <a:ea typeface="Open Sans Light" pitchFamily="34" charset="0"/>
              <a:cs typeface="Open Sans Light" pitchFamily="34" charset="0"/>
            </a:endParaRPr>
          </a:p>
          <a:p>
            <a:pPr algn="just"/>
            <a:r>
              <a:rPr lang="en-US" sz="1300" dirty="0" smtClean="0">
                <a:latin typeface="Open Sans Light" pitchFamily="34" charset="0"/>
                <a:ea typeface="Open Sans Light" pitchFamily="34" charset="0"/>
                <a:cs typeface="Open Sans Light" pitchFamily="34" charset="0"/>
              </a:rPr>
              <a:t>Many desktop publishing packages and web page editors now use </a:t>
            </a:r>
            <a:r>
              <a:rPr lang="en-US" sz="1300" dirty="0" err="1" smtClean="0">
                <a:latin typeface="Open Sans Light" pitchFamily="34" charset="0"/>
                <a:ea typeface="Open Sans Light" pitchFamily="34" charset="0"/>
                <a:cs typeface="Open Sans Light" pitchFamily="34" charset="0"/>
              </a:rPr>
              <a:t>Lorem</a:t>
            </a:r>
            <a:r>
              <a:rPr lang="en-US" sz="1300" dirty="0" smtClean="0">
                <a:latin typeface="Open Sans Light" pitchFamily="34" charset="0"/>
                <a:ea typeface="Open Sans Light" pitchFamily="34" charset="0"/>
                <a:cs typeface="Open Sans Light" pitchFamily="34" charset="0"/>
              </a:rPr>
              <a:t> </a:t>
            </a:r>
            <a:r>
              <a:rPr lang="en-US" sz="1300" dirty="0" err="1" smtClean="0">
                <a:latin typeface="Open Sans Light" pitchFamily="34" charset="0"/>
                <a:ea typeface="Open Sans Light" pitchFamily="34" charset="0"/>
                <a:cs typeface="Open Sans Light" pitchFamily="34" charset="0"/>
              </a:rPr>
              <a:t>Ipsum</a:t>
            </a:r>
            <a:r>
              <a:rPr lang="en-US" sz="1300" dirty="0" smtClean="0">
                <a:latin typeface="Open Sans Light" pitchFamily="34" charset="0"/>
                <a:ea typeface="Open Sans Light" pitchFamily="34" charset="0"/>
                <a:cs typeface="Open Sans Light" pitchFamily="34" charset="0"/>
              </a:rPr>
              <a:t> as their default model text, and a search for '</a:t>
            </a:r>
            <a:r>
              <a:rPr lang="en-US" sz="1300" dirty="0" err="1" smtClean="0">
                <a:latin typeface="Open Sans Light" pitchFamily="34" charset="0"/>
                <a:ea typeface="Open Sans Light" pitchFamily="34" charset="0"/>
                <a:cs typeface="Open Sans Light" pitchFamily="34" charset="0"/>
              </a:rPr>
              <a:t>lorem</a:t>
            </a:r>
            <a:r>
              <a:rPr lang="en-US" sz="1300" dirty="0" smtClean="0">
                <a:latin typeface="Open Sans Light" pitchFamily="34" charset="0"/>
                <a:ea typeface="Open Sans Light" pitchFamily="34" charset="0"/>
                <a:cs typeface="Open Sans Light" pitchFamily="34" charset="0"/>
              </a:rPr>
              <a:t> </a:t>
            </a:r>
            <a:r>
              <a:rPr lang="en-US" sz="1300" dirty="0" err="1" smtClean="0">
                <a:latin typeface="Open Sans Light" pitchFamily="34" charset="0"/>
                <a:ea typeface="Open Sans Light" pitchFamily="34" charset="0"/>
                <a:cs typeface="Open Sans Light" pitchFamily="34" charset="0"/>
              </a:rPr>
              <a:t>ipsum</a:t>
            </a:r>
            <a:r>
              <a:rPr lang="en-US" sz="1300" dirty="0" smtClean="0">
                <a:latin typeface="Open Sans Light" pitchFamily="34" charset="0"/>
                <a:ea typeface="Open Sans Light" pitchFamily="34" charset="0"/>
                <a:cs typeface="Open Sans Light" pitchFamily="34" charset="0"/>
              </a:rPr>
              <a:t>' will uncover many web sites still in their infancy. </a:t>
            </a:r>
          </a:p>
        </p:txBody>
      </p:sp>
      <p:sp>
        <p:nvSpPr>
          <p:cNvPr id="12" name="Rectangle 11"/>
          <p:cNvSpPr/>
          <p:nvPr/>
        </p:nvSpPr>
        <p:spPr>
          <a:xfrm>
            <a:off x="0" y="685800"/>
            <a:ext cx="3656012" cy="533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bg1"/>
                </a:solidFill>
                <a:latin typeface="Open Sans Extrabold" pitchFamily="34" charset="0"/>
                <a:ea typeface="Open Sans Extrabold" pitchFamily="34" charset="0"/>
                <a:cs typeface="Open Sans Extrabold" pitchFamily="34" charset="0"/>
              </a:rPr>
              <a:t>PARAGRAPH </a:t>
            </a:r>
            <a:r>
              <a:rPr lang="en-US" sz="2000" dirty="0" smtClean="0">
                <a:solidFill>
                  <a:schemeClr val="bg1"/>
                </a:solidFill>
                <a:latin typeface="Open Sans" pitchFamily="34" charset="0"/>
                <a:ea typeface="Open Sans" pitchFamily="34" charset="0"/>
                <a:cs typeface="Open Sans" pitchFamily="34" charset="0"/>
              </a:rPr>
              <a:t>STYLES</a:t>
            </a:r>
            <a:endParaRPr lang="en-US" sz="2000" b="1" dirty="0" smtClean="0">
              <a:solidFill>
                <a:schemeClr val="bg1"/>
              </a:solidFill>
              <a:latin typeface="Open Sans" pitchFamily="34" charset="0"/>
              <a:ea typeface="Open Sans" pitchFamily="34" charset="0"/>
              <a:cs typeface="Open Sans" pitchFamily="34" charset="0"/>
            </a:endParaRPr>
          </a:p>
        </p:txBody>
      </p:sp>
      <p:sp>
        <p:nvSpPr>
          <p:cNvPr id="2" name="Picture Placeholder 1"/>
          <p:cNvSpPr>
            <a:spLocks noGrp="1"/>
          </p:cNvSpPr>
          <p:nvPr>
            <p:ph type="pic" sz="quarter" idx="22"/>
          </p:nvPr>
        </p:nvSpPr>
        <p:spPr/>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58261" y="502923"/>
            <a:ext cx="3315112" cy="1226348"/>
          </a:xfrm>
          <a:prstGeom prst="rect">
            <a:avLst/>
          </a:prstGeom>
          <a:noFill/>
        </p:spPr>
        <p:txBody>
          <a:bodyPr wrap="none" lIns="117208" tIns="58604" rIns="117208" bIns="58604" rtlCol="0">
            <a:spAutoFit/>
          </a:bodyPr>
          <a:lstStyle/>
          <a:p>
            <a:pPr algn="r"/>
            <a:r>
              <a:rPr lang="en-US" sz="3100" dirty="0" smtClean="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THANKS FOR</a:t>
            </a:r>
          </a:p>
          <a:p>
            <a:pPr algn="r"/>
            <a:r>
              <a:rPr lang="en-US" sz="4100" dirty="0" smtClean="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WATCHING!</a:t>
            </a:r>
          </a:p>
        </p:txBody>
      </p:sp>
      <p:sp>
        <p:nvSpPr>
          <p:cNvPr id="5" name="TextBox 4"/>
          <p:cNvSpPr txBox="1"/>
          <p:nvPr/>
        </p:nvSpPr>
        <p:spPr>
          <a:xfrm>
            <a:off x="8719894" y="2057400"/>
            <a:ext cx="2646083" cy="1083232"/>
          </a:xfrm>
          <a:prstGeom prst="rect">
            <a:avLst/>
          </a:prstGeom>
          <a:noFill/>
        </p:spPr>
        <p:txBody>
          <a:bodyPr wrap="none" lIns="117208" tIns="58604" rIns="117208" bIns="58604" rtlCol="0">
            <a:spAutoFit/>
          </a:bodyPr>
          <a:lstStyle/>
          <a:p>
            <a:pPr lvl="0" algn="r" latinLnBrk="1">
              <a:lnSpc>
                <a:spcPct val="95000"/>
              </a:lnSpc>
              <a:spcBef>
                <a:spcPct val="0"/>
              </a:spcBef>
              <a:spcAft>
                <a:spcPct val="0"/>
              </a:spcAft>
            </a:pPr>
            <a:r>
              <a:rPr lang="en-US" altLang="ko-KR" sz="1300" dirty="0">
                <a:solidFill>
                  <a:schemeClr val="bg1"/>
                </a:solidFill>
                <a:latin typeface="Roboto Light" panose="02000000000000000000" pitchFamily="2" charset="0"/>
                <a:ea typeface="Roboto Light" panose="02000000000000000000" pitchFamily="2" charset="0"/>
                <a:cs typeface="Tahoma" pitchFamily="34" charset="0"/>
              </a:rPr>
              <a:t>Contact </a:t>
            </a:r>
            <a:r>
              <a:rPr lang="en-US" altLang="ko-KR" sz="1300" dirty="0" smtClean="0">
                <a:solidFill>
                  <a:schemeClr val="bg1"/>
                </a:solidFill>
                <a:latin typeface="Roboto Light" panose="02000000000000000000" pitchFamily="2" charset="0"/>
                <a:ea typeface="Roboto Light" panose="02000000000000000000" pitchFamily="2" charset="0"/>
                <a:cs typeface="Tahoma" pitchFamily="34" charset="0"/>
              </a:rPr>
              <a:t>Us</a:t>
            </a:r>
            <a:endParaRPr lang="en-US" altLang="ko-KR" sz="1300" dirty="0">
              <a:solidFill>
                <a:schemeClr val="bg1"/>
              </a:solidFill>
              <a:latin typeface="Roboto Light" panose="02000000000000000000" pitchFamily="2" charset="0"/>
              <a:ea typeface="Roboto Light" panose="02000000000000000000" pitchFamily="2" charset="0"/>
              <a:cs typeface="Tahoma" pitchFamily="34" charset="0"/>
            </a:endParaRPr>
          </a:p>
          <a:p>
            <a:pPr lvl="0" algn="r" latinLnBrk="1">
              <a:lnSpc>
                <a:spcPct val="95000"/>
              </a:lnSpc>
              <a:spcBef>
                <a:spcPct val="0"/>
              </a:spcBef>
              <a:spcAft>
                <a:spcPct val="0"/>
              </a:spcAft>
            </a:pPr>
            <a:endParaRPr lang="en-US" altLang="ko-KR" sz="1400" dirty="0">
              <a:solidFill>
                <a:schemeClr val="bg1"/>
              </a:solidFill>
              <a:latin typeface="Roboto Light" panose="02000000000000000000" pitchFamily="2" charset="0"/>
              <a:ea typeface="Roboto Light" panose="02000000000000000000" pitchFamily="2" charset="0"/>
              <a:cs typeface="Tahoma" pitchFamily="34" charset="0"/>
            </a:endParaRPr>
          </a:p>
          <a:p>
            <a:pPr lvl="0" algn="r" latinLnBrk="1">
              <a:lnSpc>
                <a:spcPct val="95000"/>
              </a:lnSpc>
              <a:spcBef>
                <a:spcPct val="0"/>
              </a:spcBef>
              <a:spcAft>
                <a:spcPct val="0"/>
              </a:spcAft>
            </a:pPr>
            <a:r>
              <a:rPr lang="en-US" altLang="ko-KR" sz="1300" dirty="0">
                <a:solidFill>
                  <a:schemeClr val="bg1"/>
                </a:solidFill>
                <a:latin typeface="Roboto Light" panose="02000000000000000000" pitchFamily="2" charset="0"/>
                <a:ea typeface="Roboto Light" panose="02000000000000000000" pitchFamily="2" charset="0"/>
                <a:cs typeface="Tahoma" pitchFamily="34" charset="0"/>
              </a:rPr>
              <a:t>Tel: 123-456-7890</a:t>
            </a:r>
          </a:p>
          <a:p>
            <a:pPr lvl="0" algn="r" latinLnBrk="1">
              <a:lnSpc>
                <a:spcPct val="95000"/>
              </a:lnSpc>
              <a:spcBef>
                <a:spcPct val="0"/>
              </a:spcBef>
              <a:spcAft>
                <a:spcPct val="0"/>
              </a:spcAft>
            </a:pPr>
            <a:r>
              <a:rPr lang="en-US" altLang="ko-KR" sz="1300" dirty="0">
                <a:solidFill>
                  <a:schemeClr val="bg1"/>
                </a:solidFill>
                <a:latin typeface="Roboto Light" panose="02000000000000000000" pitchFamily="2" charset="0"/>
                <a:ea typeface="Roboto Light" panose="02000000000000000000" pitchFamily="2" charset="0"/>
                <a:cs typeface="Tahoma" pitchFamily="34" charset="0"/>
              </a:rPr>
              <a:t>Web Site: </a:t>
            </a:r>
            <a:r>
              <a:rPr lang="en-US" altLang="ko-KR" sz="1300" dirty="0" smtClean="0">
                <a:solidFill>
                  <a:schemeClr val="bg1"/>
                </a:solidFill>
                <a:latin typeface="Roboto Light" panose="02000000000000000000" pitchFamily="2" charset="0"/>
                <a:ea typeface="Roboto Light" panose="02000000000000000000" pitchFamily="2" charset="0"/>
                <a:cs typeface="Tahoma" pitchFamily="34" charset="0"/>
              </a:rPr>
              <a:t>www.yourwebsite.com</a:t>
            </a:r>
            <a:endParaRPr lang="en-US" altLang="ko-KR" sz="1300" dirty="0">
              <a:solidFill>
                <a:schemeClr val="bg1"/>
              </a:solidFill>
              <a:latin typeface="Roboto Light" panose="02000000000000000000" pitchFamily="2" charset="0"/>
              <a:ea typeface="Roboto Light" panose="02000000000000000000" pitchFamily="2" charset="0"/>
              <a:cs typeface="Tahoma" pitchFamily="34" charset="0"/>
            </a:endParaRPr>
          </a:p>
          <a:p>
            <a:pPr lvl="0" algn="r" latinLnBrk="1">
              <a:lnSpc>
                <a:spcPct val="95000"/>
              </a:lnSpc>
              <a:spcBef>
                <a:spcPct val="0"/>
              </a:spcBef>
              <a:spcAft>
                <a:spcPct val="0"/>
              </a:spcAft>
            </a:pPr>
            <a:r>
              <a:rPr lang="en-US" altLang="ko-KR" sz="1300" dirty="0">
                <a:solidFill>
                  <a:schemeClr val="bg1"/>
                </a:solidFill>
                <a:latin typeface="Roboto Light" panose="02000000000000000000" pitchFamily="2" charset="0"/>
                <a:ea typeface="Roboto Light" panose="02000000000000000000" pitchFamily="2" charset="0"/>
                <a:cs typeface="Tahoma" pitchFamily="34" charset="0"/>
              </a:rPr>
              <a:t>E-mail: </a:t>
            </a:r>
            <a:r>
              <a:rPr lang="en-US" altLang="ko-KR" sz="1300" dirty="0" smtClean="0">
                <a:solidFill>
                  <a:schemeClr val="bg1"/>
                </a:solidFill>
                <a:latin typeface="Roboto Light" panose="02000000000000000000" pitchFamily="2" charset="0"/>
                <a:ea typeface="Roboto Light" panose="02000000000000000000" pitchFamily="2" charset="0"/>
                <a:cs typeface="Tahoma" pitchFamily="34" charset="0"/>
              </a:rPr>
              <a:t>your@email.com</a:t>
            </a:r>
            <a:endParaRPr lang="en-US" altLang="ko-KR" sz="1300" dirty="0">
              <a:solidFill>
                <a:schemeClr val="bg1"/>
              </a:solidFill>
              <a:latin typeface="Roboto Light" panose="02000000000000000000" pitchFamily="2" charset="0"/>
              <a:ea typeface="Roboto Light" panose="02000000000000000000" pitchFamily="2" charset="0"/>
              <a:cs typeface="Tahoma" pitchFamily="34" charset="0"/>
            </a:endParaRPr>
          </a:p>
        </p:txBody>
      </p:sp>
      <p:sp>
        <p:nvSpPr>
          <p:cNvPr id="2" name="Picture Placeholder 1"/>
          <p:cNvSpPr>
            <a:spLocks noGrp="1"/>
          </p:cNvSpPr>
          <p:nvPr>
            <p:ph type="pic" sz="quarter" idx="10"/>
          </p:nvPr>
        </p:nvSpPr>
        <p:spPr/>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5|1.6|1.3|1.1|1|2|3.1"/>
</p:tagLst>
</file>

<file path=ppt/tags/tag2.xml><?xml version="1.0" encoding="utf-8"?>
<p:tagLst xmlns:a="http://schemas.openxmlformats.org/drawingml/2006/main" xmlns:r="http://schemas.openxmlformats.org/officeDocument/2006/relationships" xmlns:p="http://schemas.openxmlformats.org/presentationml/2006/main">
  <p:tag name="TİMİNG" val="|1.2|1.8|1.4|1.6|3.7|1.2"/>
</p:tagLst>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ustom 2">
      <a:majorFont>
        <a:latin typeface="Open Sans Extra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1973</TotalTime>
  <Words>5836</Words>
  <Application>Microsoft Office PowerPoint</Application>
  <PresentationFormat>Custom</PresentationFormat>
  <Paragraphs>679</Paragraphs>
  <Slides>50</Slides>
  <Notes>18</Notes>
  <HiddenSlides>0</HiddenSlides>
  <MMClips>0</MMClips>
  <ScaleCrop>false</ScaleCrop>
  <HeadingPairs>
    <vt:vector size="6" baseType="variant">
      <vt:variant>
        <vt:lpstr>Fonts Used</vt:lpstr>
      </vt:variant>
      <vt:variant>
        <vt:i4>27</vt:i4>
      </vt:variant>
      <vt:variant>
        <vt:lpstr>Theme</vt:lpstr>
      </vt:variant>
      <vt:variant>
        <vt:i4>1</vt:i4>
      </vt:variant>
      <vt:variant>
        <vt:lpstr>Slide Titles</vt:lpstr>
      </vt:variant>
      <vt:variant>
        <vt:i4>50</vt:i4>
      </vt:variant>
    </vt:vector>
  </HeadingPairs>
  <TitlesOfParts>
    <vt:vector size="78" baseType="lpstr">
      <vt:lpstr>Arial Unicode MS</vt:lpstr>
      <vt:lpstr>Aleo Light</vt:lpstr>
      <vt:lpstr>Arial</vt:lpstr>
      <vt:lpstr>Bebas Neue</vt:lpstr>
      <vt:lpstr>Calibri</vt:lpstr>
      <vt:lpstr>Calibri Light</vt:lpstr>
      <vt:lpstr>et-line</vt:lpstr>
      <vt:lpstr>FontAwesome</vt:lpstr>
      <vt:lpstr>Gill Sans</vt:lpstr>
      <vt:lpstr>Helvetica</vt:lpstr>
      <vt:lpstr>Helvetica Light</vt:lpstr>
      <vt:lpstr>Lato Light</vt:lpstr>
      <vt:lpstr>Lato Regular</vt:lpstr>
      <vt:lpstr>MonoSocialIconsFont</vt:lpstr>
      <vt:lpstr>Myriad Pro</vt:lpstr>
      <vt:lpstr>Open Sans</vt:lpstr>
      <vt:lpstr>Open Sans Extrabold</vt:lpstr>
      <vt:lpstr>Open Sans Light</vt:lpstr>
      <vt:lpstr>Roboto</vt:lpstr>
      <vt:lpstr>Roboto Light</vt:lpstr>
      <vt:lpstr>Simple-Line-Icons</vt:lpstr>
      <vt:lpstr>Sinkin Sans 400 Regular</vt:lpstr>
      <vt:lpstr>Source Sans Pro</vt:lpstr>
      <vt:lpstr>Source Sans Pro Light</vt:lpstr>
      <vt:lpstr>Tahoma</vt:lpstr>
      <vt:lpstr>Ubuntu</vt:lpstr>
      <vt:lpstr>Wingdings</vt:lpstr>
      <vt:lpstr>Office Theme</vt:lpstr>
      <vt:lpstr>PowerPoint Presentation</vt:lpstr>
      <vt:lpstr>PowerPoint Presentation</vt:lpstr>
      <vt:lpstr>welcome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Serma</dc:creator>
  <cp:lastModifiedBy>Jayashree</cp:lastModifiedBy>
  <cp:revision>1266</cp:revision>
  <dcterms:created xsi:type="dcterms:W3CDTF">2015-09-19T05:52:39Z</dcterms:created>
  <dcterms:modified xsi:type="dcterms:W3CDTF">2015-11-26T11:48:36Z</dcterms:modified>
</cp:coreProperties>
</file>